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58"/>
  </p:notesMasterIdLst>
  <p:handoutMasterIdLst>
    <p:handoutMasterId r:id="rId59"/>
  </p:handoutMasterIdLst>
  <p:sldIdLst>
    <p:sldId id="258" r:id="rId5"/>
    <p:sldId id="319" r:id="rId6"/>
    <p:sldId id="259" r:id="rId7"/>
    <p:sldId id="260" r:id="rId8"/>
    <p:sldId id="278" r:id="rId9"/>
    <p:sldId id="284" r:id="rId10"/>
    <p:sldId id="285" r:id="rId11"/>
    <p:sldId id="261" r:id="rId12"/>
    <p:sldId id="286" r:id="rId13"/>
    <p:sldId id="349" r:id="rId14"/>
    <p:sldId id="337" r:id="rId15"/>
    <p:sldId id="350" r:id="rId16"/>
    <p:sldId id="351" r:id="rId17"/>
    <p:sldId id="354" r:id="rId18"/>
    <p:sldId id="355" r:id="rId19"/>
    <p:sldId id="347" r:id="rId20"/>
    <p:sldId id="348" r:id="rId21"/>
    <p:sldId id="352" r:id="rId22"/>
    <p:sldId id="353" r:id="rId23"/>
    <p:sldId id="262" r:id="rId24"/>
    <p:sldId id="298" r:id="rId25"/>
    <p:sldId id="279" r:id="rId26"/>
    <p:sldId id="283" r:id="rId27"/>
    <p:sldId id="280" r:id="rId28"/>
    <p:sldId id="281" r:id="rId29"/>
    <p:sldId id="282" r:id="rId30"/>
    <p:sldId id="263" r:id="rId31"/>
    <p:sldId id="326" r:id="rId32"/>
    <p:sldId id="327" r:id="rId33"/>
    <p:sldId id="328" r:id="rId34"/>
    <p:sldId id="323" r:id="rId35"/>
    <p:sldId id="329" r:id="rId36"/>
    <p:sldId id="331" r:id="rId37"/>
    <p:sldId id="334" r:id="rId38"/>
    <p:sldId id="324" r:id="rId39"/>
    <p:sldId id="341" r:id="rId40"/>
    <p:sldId id="342" r:id="rId41"/>
    <p:sldId id="345" r:id="rId42"/>
    <p:sldId id="343" r:id="rId43"/>
    <p:sldId id="325" r:id="rId44"/>
    <p:sldId id="333" r:id="rId45"/>
    <p:sldId id="338" r:id="rId46"/>
    <p:sldId id="335" r:id="rId47"/>
    <p:sldId id="264" r:id="rId48"/>
    <p:sldId id="344" r:id="rId49"/>
    <p:sldId id="346" r:id="rId50"/>
    <p:sldId id="339" r:id="rId51"/>
    <p:sldId id="336" r:id="rId52"/>
    <p:sldId id="340" r:id="rId53"/>
    <p:sldId id="265" r:id="rId54"/>
    <p:sldId id="322" r:id="rId55"/>
    <p:sldId id="277" r:id="rId56"/>
    <p:sldId id="320" r:id="rId57"/>
  </p:sldIdLst>
  <p:sldSz cx="12188825" cy="6858000"/>
  <p:notesSz cx="6858000" cy="9144000"/>
  <p:defaultTextStyle>
    <a:defPPr rtl="0">
      <a:defRPr lang="en-gb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FDE838D-DF80-A6CB-92B9-6FE9297E1A8A}" name="Pascal Schirmer" initials="PS" userId="f215465b21b5e6e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443BAA-879F-47BE-8398-9588C93176B7}" v="439" dt="2025-05-18T20:31:33.6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>
      <p:cViewPr varScale="1">
        <p:scale>
          <a:sx n="112" d="100"/>
          <a:sy n="112" d="100"/>
        </p:scale>
        <p:origin x="492" y="8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66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scal Schirmer" userId="f215465b21b5e6e2" providerId="LiveId" clId="{7F443BAA-879F-47BE-8398-9588C93176B7}"/>
    <pc:docChg chg="undo custSel addSld delSld modSld sldOrd">
      <pc:chgData name="Pascal Schirmer" userId="f215465b21b5e6e2" providerId="LiveId" clId="{7F443BAA-879F-47BE-8398-9588C93176B7}" dt="2025-05-18T20:45:55.577" v="8670" actId="20577"/>
      <pc:docMkLst>
        <pc:docMk/>
      </pc:docMkLst>
      <pc:sldChg chg="modSp mod">
        <pc:chgData name="Pascal Schirmer" userId="f215465b21b5e6e2" providerId="LiveId" clId="{7F443BAA-879F-47BE-8398-9588C93176B7}" dt="2025-05-15T18:15:32.071" v="120" actId="20577"/>
        <pc:sldMkLst>
          <pc:docMk/>
          <pc:sldMk cId="2554453189" sldId="258"/>
        </pc:sldMkLst>
        <pc:spChg chg="mod">
          <ac:chgData name="Pascal Schirmer" userId="f215465b21b5e6e2" providerId="LiveId" clId="{7F443BAA-879F-47BE-8398-9588C93176B7}" dt="2025-05-15T18:15:32.071" v="120" actId="20577"/>
          <ac:spMkLst>
            <pc:docMk/>
            <pc:sldMk cId="2554453189" sldId="258"/>
            <ac:spMk id="4" creationId="{22EDE706-CB4D-5EF9-75D0-E33DBC8E29DC}"/>
          </ac:spMkLst>
        </pc:spChg>
      </pc:sldChg>
      <pc:sldChg chg="modSp mod">
        <pc:chgData name="Pascal Schirmer" userId="f215465b21b5e6e2" providerId="LiveId" clId="{7F443BAA-879F-47BE-8398-9588C93176B7}" dt="2025-05-15T18:40:48.743" v="218" actId="20577"/>
        <pc:sldMkLst>
          <pc:docMk/>
          <pc:sldMk cId="4190869705" sldId="266"/>
        </pc:sldMkLst>
        <pc:spChg chg="mod">
          <ac:chgData name="Pascal Schirmer" userId="f215465b21b5e6e2" providerId="LiveId" clId="{7F443BAA-879F-47BE-8398-9588C93176B7}" dt="2025-05-15T18:40:48.743" v="218" actId="20577"/>
          <ac:spMkLst>
            <pc:docMk/>
            <pc:sldMk cId="4190869705" sldId="266"/>
            <ac:spMk id="8" creationId="{3CFC64F3-4654-1561-9E87-8803B529B0C2}"/>
          </ac:spMkLst>
        </pc:spChg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547700049" sldId="267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113997250" sldId="268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4282893212" sldId="269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752417827" sldId="270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519390417" sldId="271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051850589" sldId="273"/>
        </pc:sldMkLst>
      </pc:sldChg>
      <pc:sldChg chg="modSp mod">
        <pc:chgData name="Pascal Schirmer" userId="f215465b21b5e6e2" providerId="LiveId" clId="{7F443BAA-879F-47BE-8398-9588C93176B7}" dt="2025-05-15T18:14:59.310" v="101" actId="33524"/>
        <pc:sldMkLst>
          <pc:docMk/>
          <pc:sldMk cId="3552019857" sldId="278"/>
        </pc:sldMkLst>
        <pc:spChg chg="mod">
          <ac:chgData name="Pascal Schirmer" userId="f215465b21b5e6e2" providerId="LiveId" clId="{7F443BAA-879F-47BE-8398-9588C93176B7}" dt="2025-05-15T18:14:59.310" v="101" actId="33524"/>
          <ac:spMkLst>
            <pc:docMk/>
            <pc:sldMk cId="3552019857" sldId="278"/>
            <ac:spMk id="2" creationId="{CD63BDF3-EEA3-868F-3689-DB0558BCDDDB}"/>
          </ac:spMkLst>
        </pc:spChg>
      </pc:sldChg>
      <pc:sldChg chg="addSp delSp modSp mod">
        <pc:chgData name="Pascal Schirmer" userId="f215465b21b5e6e2" providerId="LiveId" clId="{7F443BAA-879F-47BE-8398-9588C93176B7}" dt="2025-05-15T19:32:23.940" v="2014" actId="20577"/>
        <pc:sldMkLst>
          <pc:docMk/>
          <pc:sldMk cId="3089511972" sldId="279"/>
        </pc:sldMkLst>
        <pc:spChg chg="mod">
          <ac:chgData name="Pascal Schirmer" userId="f215465b21b5e6e2" providerId="LiveId" clId="{7F443BAA-879F-47BE-8398-9588C93176B7}" dt="2025-05-15T18:54:23.482" v="440" actId="20577"/>
          <ac:spMkLst>
            <pc:docMk/>
            <pc:sldMk cId="3089511972" sldId="279"/>
            <ac:spMk id="3" creationId="{3A9BA3F0-110D-7F37-9403-C4207A954461}"/>
          </ac:spMkLst>
        </pc:spChg>
        <pc:spChg chg="mod">
          <ac:chgData name="Pascal Schirmer" userId="f215465b21b5e6e2" providerId="LiveId" clId="{7F443BAA-879F-47BE-8398-9588C93176B7}" dt="2025-05-15T18:55:14.473" v="449" actId="20577"/>
          <ac:spMkLst>
            <pc:docMk/>
            <pc:sldMk cId="3089511972" sldId="279"/>
            <ac:spMk id="9" creationId="{0F619DC5-1198-C63F-3A0F-F02F4EDC198E}"/>
          </ac:spMkLst>
        </pc:spChg>
        <pc:spChg chg="mod">
          <ac:chgData name="Pascal Schirmer" userId="f215465b21b5e6e2" providerId="LiveId" clId="{7F443BAA-879F-47BE-8398-9588C93176B7}" dt="2025-05-15T19:00:32.466" v="550" actId="20577"/>
          <ac:spMkLst>
            <pc:docMk/>
            <pc:sldMk cId="3089511972" sldId="279"/>
            <ac:spMk id="10" creationId="{C9853254-D09E-3826-64C2-35011A8626D0}"/>
          </ac:spMkLst>
        </pc:spChg>
        <pc:spChg chg="mod">
          <ac:chgData name="Pascal Schirmer" userId="f215465b21b5e6e2" providerId="LiveId" clId="{7F443BAA-879F-47BE-8398-9588C93176B7}" dt="2025-05-15T18:54:35.414" v="443" actId="20577"/>
          <ac:spMkLst>
            <pc:docMk/>
            <pc:sldMk cId="3089511972" sldId="279"/>
            <ac:spMk id="11" creationId="{C92BC4B5-F5AF-CFB6-5083-C925EFBAD2D0}"/>
          </ac:spMkLst>
        </pc:spChg>
        <pc:spChg chg="mod">
          <ac:chgData name="Pascal Schirmer" userId="f215465b21b5e6e2" providerId="LiveId" clId="{7F443BAA-879F-47BE-8398-9588C93176B7}" dt="2025-05-15T18:57:23.924" v="501" actId="20577"/>
          <ac:spMkLst>
            <pc:docMk/>
            <pc:sldMk cId="3089511972" sldId="279"/>
            <ac:spMk id="12" creationId="{E7C8F7BE-8A64-B796-616B-C2104109F050}"/>
          </ac:spMkLst>
        </pc:spChg>
        <pc:spChg chg="mod">
          <ac:chgData name="Pascal Schirmer" userId="f215465b21b5e6e2" providerId="LiveId" clId="{7F443BAA-879F-47BE-8398-9588C93176B7}" dt="2025-05-15T19:32:23.940" v="2014" actId="20577"/>
          <ac:spMkLst>
            <pc:docMk/>
            <pc:sldMk cId="3089511972" sldId="279"/>
            <ac:spMk id="13" creationId="{3F96EBFD-9604-3FF6-5687-D093F73F91E8}"/>
          </ac:spMkLst>
        </pc:spChg>
        <pc:picChg chg="add mod">
          <ac:chgData name="Pascal Schirmer" userId="f215465b21b5e6e2" providerId="LiveId" clId="{7F443BAA-879F-47BE-8398-9588C93176B7}" dt="2025-05-15T18:58:57.179" v="539" actId="1076"/>
          <ac:picMkLst>
            <pc:docMk/>
            <pc:sldMk cId="3089511972" sldId="279"/>
            <ac:picMk id="15" creationId="{3176089B-928C-E2B7-2DA2-528A3283F33E}"/>
          </ac:picMkLst>
        </pc:picChg>
        <pc:picChg chg="add mod">
          <ac:chgData name="Pascal Schirmer" userId="f215465b21b5e6e2" providerId="LiveId" clId="{7F443BAA-879F-47BE-8398-9588C93176B7}" dt="2025-05-15T19:00:06.301" v="544" actId="1076"/>
          <ac:picMkLst>
            <pc:docMk/>
            <pc:sldMk cId="3089511972" sldId="279"/>
            <ac:picMk id="18" creationId="{B733E840-30E3-E967-1C65-CA9A5962006D}"/>
          </ac:picMkLst>
        </pc:picChg>
      </pc:sldChg>
      <pc:sldChg chg="addSp delSp modSp mod">
        <pc:chgData name="Pascal Schirmer" userId="f215465b21b5e6e2" providerId="LiveId" clId="{7F443BAA-879F-47BE-8398-9588C93176B7}" dt="2025-05-15T19:32:32.662" v="2020" actId="20577"/>
        <pc:sldMkLst>
          <pc:docMk/>
          <pc:sldMk cId="3156970649" sldId="280"/>
        </pc:sldMkLst>
        <pc:spChg chg="mod">
          <ac:chgData name="Pascal Schirmer" userId="f215465b21b5e6e2" providerId="LiveId" clId="{7F443BAA-879F-47BE-8398-9588C93176B7}" dt="2025-05-15T19:09:21.332" v="1175" actId="20577"/>
          <ac:spMkLst>
            <pc:docMk/>
            <pc:sldMk cId="3156970649" sldId="280"/>
            <ac:spMk id="3" creationId="{F2E7A81D-C0F1-B1C6-8547-0BF19D8E8337}"/>
          </ac:spMkLst>
        </pc:spChg>
        <pc:spChg chg="mod">
          <ac:chgData name="Pascal Schirmer" userId="f215465b21b5e6e2" providerId="LiveId" clId="{7F443BAA-879F-47BE-8398-9588C93176B7}" dt="2025-05-15T19:32:32.662" v="2020" actId="20577"/>
          <ac:spMkLst>
            <pc:docMk/>
            <pc:sldMk cId="3156970649" sldId="280"/>
            <ac:spMk id="8" creationId="{73E96E72-FC6B-4A1C-9CC9-3F2FEA40B09C}"/>
          </ac:spMkLst>
        </pc:spChg>
        <pc:picChg chg="add mod ord">
          <ac:chgData name="Pascal Schirmer" userId="f215465b21b5e6e2" providerId="LiveId" clId="{7F443BAA-879F-47BE-8398-9588C93176B7}" dt="2025-05-15T19:07:38.729" v="988" actId="22"/>
          <ac:picMkLst>
            <pc:docMk/>
            <pc:sldMk cId="3156970649" sldId="280"/>
            <ac:picMk id="12" creationId="{28A178AD-91B2-90E9-97CD-8AB268A74B94}"/>
          </ac:picMkLst>
        </pc:picChg>
      </pc:sldChg>
      <pc:sldChg chg="addSp delSp modSp mod">
        <pc:chgData name="Pascal Schirmer" userId="f215465b21b5e6e2" providerId="LiveId" clId="{7F443BAA-879F-47BE-8398-9588C93176B7}" dt="2025-05-15T19:32:37.445" v="2023" actId="20577"/>
        <pc:sldMkLst>
          <pc:docMk/>
          <pc:sldMk cId="2374816081" sldId="281"/>
        </pc:sldMkLst>
        <pc:spChg chg="mod">
          <ac:chgData name="Pascal Schirmer" userId="f215465b21b5e6e2" providerId="LiveId" clId="{7F443BAA-879F-47BE-8398-9588C93176B7}" dt="2025-05-15T19:32:37.445" v="2023" actId="20577"/>
          <ac:spMkLst>
            <pc:docMk/>
            <pc:sldMk cId="2374816081" sldId="281"/>
            <ac:spMk id="3" creationId="{178D6399-346B-AAF1-3D62-3BE3981B077C}"/>
          </ac:spMkLst>
        </pc:spChg>
        <pc:spChg chg="mod">
          <ac:chgData name="Pascal Schirmer" userId="f215465b21b5e6e2" providerId="LiveId" clId="{7F443BAA-879F-47BE-8398-9588C93176B7}" dt="2025-05-15T19:10:56.543" v="1186" actId="20577"/>
          <ac:spMkLst>
            <pc:docMk/>
            <pc:sldMk cId="2374816081" sldId="281"/>
            <ac:spMk id="17" creationId="{D17BCF9A-51AE-0FDA-E088-FF473D2D72D1}"/>
          </ac:spMkLst>
        </pc:spChg>
        <pc:picChg chg="add mod">
          <ac:chgData name="Pascal Schirmer" userId="f215465b21b5e6e2" providerId="LiveId" clId="{7F443BAA-879F-47BE-8398-9588C93176B7}" dt="2025-05-15T19:10:46.901" v="1180" actId="14100"/>
          <ac:picMkLst>
            <pc:docMk/>
            <pc:sldMk cId="2374816081" sldId="281"/>
            <ac:picMk id="8" creationId="{D0FE8DBF-4646-24AD-543F-90589CE531C3}"/>
          </ac:picMkLst>
        </pc:picChg>
        <pc:picChg chg="add mod">
          <ac:chgData name="Pascal Schirmer" userId="f215465b21b5e6e2" providerId="LiveId" clId="{7F443BAA-879F-47BE-8398-9588C93176B7}" dt="2025-05-15T19:11:33.494" v="1191" actId="14100"/>
          <ac:picMkLst>
            <pc:docMk/>
            <pc:sldMk cId="2374816081" sldId="281"/>
            <ac:picMk id="10" creationId="{815987D1-69D0-97D1-6D12-1EE02C5035BD}"/>
          </ac:picMkLst>
        </pc:picChg>
      </pc:sldChg>
      <pc:sldChg chg="addSp delSp modSp mod">
        <pc:chgData name="Pascal Schirmer" userId="f215465b21b5e6e2" providerId="LiveId" clId="{7F443BAA-879F-47BE-8398-9588C93176B7}" dt="2025-05-15T19:32:42.006" v="2026" actId="20577"/>
        <pc:sldMkLst>
          <pc:docMk/>
          <pc:sldMk cId="777737136" sldId="282"/>
        </pc:sldMkLst>
        <pc:spChg chg="mod">
          <ac:chgData name="Pascal Schirmer" userId="f215465b21b5e6e2" providerId="LiveId" clId="{7F443BAA-879F-47BE-8398-9588C93176B7}" dt="2025-05-15T19:14:12.545" v="1241" actId="20577"/>
          <ac:spMkLst>
            <pc:docMk/>
            <pc:sldMk cId="777737136" sldId="282"/>
            <ac:spMk id="2" creationId="{2077DD43-CB62-3EF0-D051-335D899B939B}"/>
          </ac:spMkLst>
        </pc:spChg>
        <pc:spChg chg="mod">
          <ac:chgData name="Pascal Schirmer" userId="f215465b21b5e6e2" providerId="LiveId" clId="{7F443BAA-879F-47BE-8398-9588C93176B7}" dt="2025-05-15T19:17:50.502" v="1458" actId="20577"/>
          <ac:spMkLst>
            <pc:docMk/>
            <pc:sldMk cId="777737136" sldId="282"/>
            <ac:spMk id="3" creationId="{F11C264F-2608-7995-F07C-C11C47A30702}"/>
          </ac:spMkLst>
        </pc:spChg>
        <pc:spChg chg="mod">
          <ac:chgData name="Pascal Schirmer" userId="f215465b21b5e6e2" providerId="LiveId" clId="{7F443BAA-879F-47BE-8398-9588C93176B7}" dt="2025-05-15T19:11:48.060" v="1196" actId="20577"/>
          <ac:spMkLst>
            <pc:docMk/>
            <pc:sldMk cId="777737136" sldId="282"/>
            <ac:spMk id="7" creationId="{AAF04D75-5240-343D-0F6C-3A12793505F8}"/>
          </ac:spMkLst>
        </pc:spChg>
        <pc:spChg chg="mod">
          <ac:chgData name="Pascal Schirmer" userId="f215465b21b5e6e2" providerId="LiveId" clId="{7F443BAA-879F-47BE-8398-9588C93176B7}" dt="2025-05-15T19:19:07.143" v="1650" actId="20577"/>
          <ac:spMkLst>
            <pc:docMk/>
            <pc:sldMk cId="777737136" sldId="282"/>
            <ac:spMk id="9" creationId="{FE162967-1169-29C9-45ED-3224D932184A}"/>
          </ac:spMkLst>
        </pc:spChg>
        <pc:spChg chg="mod">
          <ac:chgData name="Pascal Schirmer" userId="f215465b21b5e6e2" providerId="LiveId" clId="{7F443BAA-879F-47BE-8398-9588C93176B7}" dt="2025-05-15T19:32:42.006" v="2026" actId="20577"/>
          <ac:spMkLst>
            <pc:docMk/>
            <pc:sldMk cId="777737136" sldId="282"/>
            <ac:spMk id="10" creationId="{5E9B1AEC-6AE4-667C-584A-F8EC8DE97E5E}"/>
          </ac:spMkLst>
        </pc:spChg>
        <pc:picChg chg="add mod">
          <ac:chgData name="Pascal Schirmer" userId="f215465b21b5e6e2" providerId="LiveId" clId="{7F443BAA-879F-47BE-8398-9588C93176B7}" dt="2025-05-15T19:14:43.973" v="1246" actId="1076"/>
          <ac:picMkLst>
            <pc:docMk/>
            <pc:sldMk cId="777737136" sldId="282"/>
            <ac:picMk id="11" creationId="{58BC8862-FE11-EAD8-128B-F6676A4F886E}"/>
          </ac:picMkLst>
        </pc:picChg>
        <pc:picChg chg="add mod">
          <ac:chgData name="Pascal Schirmer" userId="f215465b21b5e6e2" providerId="LiveId" clId="{7F443BAA-879F-47BE-8398-9588C93176B7}" dt="2025-05-15T19:16:27.754" v="1280" actId="1076"/>
          <ac:picMkLst>
            <pc:docMk/>
            <pc:sldMk cId="777737136" sldId="282"/>
            <ac:picMk id="14" creationId="{0C6C1634-1352-077B-B90C-292998EED064}"/>
          </ac:picMkLst>
        </pc:picChg>
        <pc:picChg chg="add mod">
          <ac:chgData name="Pascal Schirmer" userId="f215465b21b5e6e2" providerId="LiveId" clId="{7F443BAA-879F-47BE-8398-9588C93176B7}" dt="2025-05-15T19:16:25.526" v="1279" actId="14100"/>
          <ac:picMkLst>
            <pc:docMk/>
            <pc:sldMk cId="777737136" sldId="282"/>
            <ac:picMk id="16" creationId="{8A5CE777-8337-F5C4-A43B-C41A33C15C90}"/>
          </ac:picMkLst>
        </pc:picChg>
      </pc:sldChg>
      <pc:sldChg chg="modSp mod">
        <pc:chgData name="Pascal Schirmer" userId="f215465b21b5e6e2" providerId="LiveId" clId="{7F443BAA-879F-47BE-8398-9588C93176B7}" dt="2025-05-15T19:32:28.649" v="2017" actId="20577"/>
        <pc:sldMkLst>
          <pc:docMk/>
          <pc:sldMk cId="3727853607" sldId="283"/>
        </pc:sldMkLst>
        <pc:spChg chg="mod">
          <ac:chgData name="Pascal Schirmer" userId="f215465b21b5e6e2" providerId="LiveId" clId="{7F443BAA-879F-47BE-8398-9588C93176B7}" dt="2025-05-15T19:32:28.649" v="2017" actId="20577"/>
          <ac:spMkLst>
            <pc:docMk/>
            <pc:sldMk cId="3727853607" sldId="283"/>
            <ac:spMk id="3" creationId="{40849E51-1C61-80F0-C91A-95359E08B1B6}"/>
          </ac:spMkLst>
        </pc:spChg>
        <pc:graphicFrameChg chg="mod modGraphic">
          <ac:chgData name="Pascal Schirmer" userId="f215465b21b5e6e2" providerId="LiveId" clId="{7F443BAA-879F-47BE-8398-9588C93176B7}" dt="2025-05-15T19:05:46.077" v="963" actId="20577"/>
          <ac:graphicFrameMkLst>
            <pc:docMk/>
            <pc:sldMk cId="3727853607" sldId="283"/>
            <ac:graphicFrameMk id="9" creationId="{8EF8BFC6-8342-9FA5-090B-66580F770C01}"/>
          </ac:graphicFrameMkLst>
        </pc:graphicFrameChg>
      </pc:sldChg>
      <pc:sldChg chg="modSp mod">
        <pc:chgData name="Pascal Schirmer" userId="f215465b21b5e6e2" providerId="LiveId" clId="{7F443BAA-879F-47BE-8398-9588C93176B7}" dt="2025-05-15T18:37:22.556" v="165" actId="255"/>
        <pc:sldMkLst>
          <pc:docMk/>
          <pc:sldMk cId="138796717" sldId="284"/>
        </pc:sldMkLst>
        <pc:spChg chg="mod">
          <ac:chgData name="Pascal Schirmer" userId="f215465b21b5e6e2" providerId="LiveId" clId="{7F443BAA-879F-47BE-8398-9588C93176B7}" dt="2025-05-15T18:37:22.556" v="165" actId="255"/>
          <ac:spMkLst>
            <pc:docMk/>
            <pc:sldMk cId="138796717" sldId="284"/>
            <ac:spMk id="11" creationId="{2AE0EE8F-3A58-713F-36CA-B3B7EC4B3B25}"/>
          </ac:spMkLst>
        </pc:spChg>
      </pc:sldChg>
      <pc:sldChg chg="modSp mod">
        <pc:chgData name="Pascal Schirmer" userId="f215465b21b5e6e2" providerId="LiveId" clId="{7F443BAA-879F-47BE-8398-9588C93176B7}" dt="2025-05-18T20:45:55.577" v="8670" actId="20577"/>
        <pc:sldMkLst>
          <pc:docMk/>
          <pc:sldMk cId="3244389885" sldId="285"/>
        </pc:sldMkLst>
        <pc:spChg chg="mod">
          <ac:chgData name="Pascal Schirmer" userId="f215465b21b5e6e2" providerId="LiveId" clId="{7F443BAA-879F-47BE-8398-9588C93176B7}" dt="2025-05-18T20:45:55.577" v="8670" actId="20577"/>
          <ac:spMkLst>
            <pc:docMk/>
            <pc:sldMk cId="3244389885" sldId="285"/>
            <ac:spMk id="3" creationId="{A5A3A7C5-5F9D-D8A8-765F-8FE9A436D293}"/>
          </ac:spMkLst>
        </pc:spChg>
      </pc:sldChg>
      <pc:sldChg chg="addSp delSp modSp mod">
        <pc:chgData name="Pascal Schirmer" userId="f215465b21b5e6e2" providerId="LiveId" clId="{7F443BAA-879F-47BE-8398-9588C93176B7}" dt="2025-05-15T18:41:29.002" v="229" actId="6549"/>
        <pc:sldMkLst>
          <pc:docMk/>
          <pc:sldMk cId="610522360" sldId="286"/>
        </pc:sldMkLst>
        <pc:spChg chg="mod">
          <ac:chgData name="Pascal Schirmer" userId="f215465b21b5e6e2" providerId="LiveId" clId="{7F443BAA-879F-47BE-8398-9588C93176B7}" dt="2025-05-15T18:41:27.870" v="228" actId="6549"/>
          <ac:spMkLst>
            <pc:docMk/>
            <pc:sldMk cId="610522360" sldId="286"/>
            <ac:spMk id="2" creationId="{BE3BD6E2-74A9-6679-7629-24CFEF7F812D}"/>
          </ac:spMkLst>
        </pc:spChg>
        <pc:spChg chg="mod">
          <ac:chgData name="Pascal Schirmer" userId="f215465b21b5e6e2" providerId="LiveId" clId="{7F443BAA-879F-47BE-8398-9588C93176B7}" dt="2025-05-15T18:41:11.064" v="224" actId="20577"/>
          <ac:spMkLst>
            <pc:docMk/>
            <pc:sldMk cId="610522360" sldId="286"/>
            <ac:spMk id="3" creationId="{9F2AFA5E-EEF1-9701-BB7B-5AB495F357D0}"/>
          </ac:spMkLst>
        </pc:spChg>
        <pc:spChg chg="mod">
          <ac:chgData name="Pascal Schirmer" userId="f215465b21b5e6e2" providerId="LiveId" clId="{7F443BAA-879F-47BE-8398-9588C93176B7}" dt="2025-05-15T18:41:26.615" v="227" actId="6549"/>
          <ac:spMkLst>
            <pc:docMk/>
            <pc:sldMk cId="610522360" sldId="286"/>
            <ac:spMk id="7" creationId="{FF69AE3F-5059-1EBC-E411-767C0C94F228}"/>
          </ac:spMkLst>
        </pc:spChg>
        <pc:spChg chg="add mod">
          <ac:chgData name="Pascal Schirmer" userId="f215465b21b5e6e2" providerId="LiveId" clId="{7F443BAA-879F-47BE-8398-9588C93176B7}" dt="2025-05-15T18:41:15.024" v="225" actId="478"/>
          <ac:spMkLst>
            <pc:docMk/>
            <pc:sldMk cId="610522360" sldId="286"/>
            <ac:spMk id="9" creationId="{FD483351-637F-00A1-069D-C523B1658316}"/>
          </ac:spMkLst>
        </pc:spChg>
        <pc:spChg chg="mod">
          <ac:chgData name="Pascal Schirmer" userId="f215465b21b5e6e2" providerId="LiveId" clId="{7F443BAA-879F-47BE-8398-9588C93176B7}" dt="2025-05-15T18:41:29.002" v="229" actId="6549"/>
          <ac:spMkLst>
            <pc:docMk/>
            <pc:sldMk cId="610522360" sldId="286"/>
            <ac:spMk id="12" creationId="{A12B9E54-A04D-D17A-264E-9AC9D8C4CFCF}"/>
          </ac:spMkLst>
        </pc:spChg>
        <pc:spChg chg="mod">
          <ac:chgData name="Pascal Schirmer" userId="f215465b21b5e6e2" providerId="LiveId" clId="{7F443BAA-879F-47BE-8398-9588C93176B7}" dt="2025-05-15T18:41:18.642" v="226" actId="6549"/>
          <ac:spMkLst>
            <pc:docMk/>
            <pc:sldMk cId="610522360" sldId="286"/>
            <ac:spMk id="13" creationId="{D0CE4D87-722B-5AF4-824D-963A7CE8BA0C}"/>
          </ac:spMkLst>
        </pc:spChg>
      </pc:sldChg>
      <pc:sldChg chg="del">
        <pc:chgData name="Pascal Schirmer" userId="f215465b21b5e6e2" providerId="LiveId" clId="{7F443BAA-879F-47BE-8398-9588C93176B7}" dt="2025-05-15T18:41:38.606" v="230" actId="47"/>
        <pc:sldMkLst>
          <pc:docMk/>
          <pc:sldMk cId="2270270040" sldId="287"/>
        </pc:sldMkLst>
      </pc:sldChg>
      <pc:sldChg chg="del">
        <pc:chgData name="Pascal Schirmer" userId="f215465b21b5e6e2" providerId="LiveId" clId="{7F443BAA-879F-47BE-8398-9588C93176B7}" dt="2025-05-15T18:41:39.576" v="231" actId="47"/>
        <pc:sldMkLst>
          <pc:docMk/>
          <pc:sldMk cId="3307342912" sldId="288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2692238591" sldId="289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2524017223" sldId="290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3315036825" sldId="291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2797410409" sldId="292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4179181725" sldId="293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3939719737" sldId="294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2730381877" sldId="295"/>
        </pc:sldMkLst>
      </pc:sldChg>
      <pc:sldChg chg="del">
        <pc:chgData name="Pascal Schirmer" userId="f215465b21b5e6e2" providerId="LiveId" clId="{7F443BAA-879F-47BE-8398-9588C93176B7}" dt="2025-05-15T18:41:48.673" v="232" actId="47"/>
        <pc:sldMkLst>
          <pc:docMk/>
          <pc:sldMk cId="2034810554" sldId="296"/>
        </pc:sldMkLst>
      </pc:sldChg>
      <pc:sldChg chg="addSp delSp modSp mod">
        <pc:chgData name="Pascal Schirmer" userId="f215465b21b5e6e2" providerId="LiveId" clId="{7F443BAA-879F-47BE-8398-9588C93176B7}" dt="2025-05-17T18:19:36.977" v="5307"/>
        <pc:sldMkLst>
          <pc:docMk/>
          <pc:sldMk cId="869027649" sldId="298"/>
        </pc:sldMkLst>
        <pc:spChg chg="mod">
          <ac:chgData name="Pascal Schirmer" userId="f215465b21b5e6e2" providerId="LiveId" clId="{7F443BAA-879F-47BE-8398-9588C93176B7}" dt="2025-05-17T18:19:12.700" v="5305" actId="20577"/>
          <ac:spMkLst>
            <pc:docMk/>
            <pc:sldMk cId="869027649" sldId="298"/>
            <ac:spMk id="3" creationId="{EFBE4527-6478-29C2-BDDD-83721BCAF9FE}"/>
          </ac:spMkLst>
        </pc:spChg>
        <pc:spChg chg="add mod">
          <ac:chgData name="Pascal Schirmer" userId="f215465b21b5e6e2" providerId="LiveId" clId="{7F443BAA-879F-47BE-8398-9588C93176B7}" dt="2025-05-15T18:53:21.669" v="431" actId="20577"/>
          <ac:spMkLst>
            <pc:docMk/>
            <pc:sldMk cId="869027649" sldId="298"/>
            <ac:spMk id="8" creationId="{06CF66B5-BCEC-3C98-30A9-691464502ED9}"/>
          </ac:spMkLst>
        </pc:spChg>
        <pc:spChg chg="add del mod">
          <ac:chgData name="Pascal Schirmer" userId="f215465b21b5e6e2" providerId="LiveId" clId="{7F443BAA-879F-47BE-8398-9588C93176B7}" dt="2025-05-17T18:19:36.977" v="5307"/>
          <ac:spMkLst>
            <pc:docMk/>
            <pc:sldMk cId="869027649" sldId="298"/>
            <ac:spMk id="11" creationId="{7896CE0B-814C-BE53-F760-06C5E716264A}"/>
          </ac:spMkLst>
        </pc:spChg>
        <pc:picChg chg="add mod">
          <ac:chgData name="Pascal Schirmer" userId="f215465b21b5e6e2" providerId="LiveId" clId="{7F443BAA-879F-47BE-8398-9588C93176B7}" dt="2025-05-17T18:19:36.977" v="5307"/>
          <ac:picMkLst>
            <pc:docMk/>
            <pc:sldMk cId="869027649" sldId="298"/>
            <ac:picMk id="2050" creationId="{72B7612F-55F4-C053-0C7B-CA83928012A6}"/>
          </ac:picMkLst>
        </pc:picChg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3238502638" sldId="299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835529925" sldId="300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307998757" sldId="301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4232061228" sldId="302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816833277" sldId="304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333758186" sldId="306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496147901" sldId="307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259340440" sldId="308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423002704" sldId="309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2229356615" sldId="310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912862245" sldId="311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145274049" sldId="312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1218030265" sldId="313"/>
        </pc:sldMkLst>
      </pc:sldChg>
      <pc:sldChg chg="del">
        <pc:chgData name="Pascal Schirmer" userId="f215465b21b5e6e2" providerId="LiveId" clId="{7F443BAA-879F-47BE-8398-9588C93176B7}" dt="2025-05-15T18:42:30.024" v="233" actId="47"/>
        <pc:sldMkLst>
          <pc:docMk/>
          <pc:sldMk cId="4034172016" sldId="314"/>
        </pc:sldMkLst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362244916" sldId="315"/>
        </pc:sldMkLst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2393529507" sldId="316"/>
        </pc:sldMkLst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2662784248" sldId="317"/>
        </pc:sldMkLst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3050083264" sldId="318"/>
        </pc:sldMkLst>
      </pc:sldChg>
      <pc:sldChg chg="modSp mod">
        <pc:chgData name="Pascal Schirmer" userId="f215465b21b5e6e2" providerId="LiveId" clId="{7F443BAA-879F-47BE-8398-9588C93176B7}" dt="2025-05-15T18:13:35.644" v="44" actId="6549"/>
        <pc:sldMkLst>
          <pc:docMk/>
          <pc:sldMk cId="2711656126" sldId="319"/>
        </pc:sldMkLst>
        <pc:graphicFrameChg chg="modGraphic">
          <ac:chgData name="Pascal Schirmer" userId="f215465b21b5e6e2" providerId="LiveId" clId="{7F443BAA-879F-47BE-8398-9588C93176B7}" dt="2025-05-15T18:13:35.644" v="44" actId="6549"/>
          <ac:graphicFrameMkLst>
            <pc:docMk/>
            <pc:sldMk cId="2711656126" sldId="319"/>
            <ac:graphicFrameMk id="7" creationId="{E3944DB6-2C90-0265-B5F2-B0987F68E8DB}"/>
          </ac:graphicFrameMkLst>
        </pc:graphicFrameChg>
      </pc:sldChg>
      <pc:sldChg chg="modSp mod">
        <pc:chgData name="Pascal Schirmer" userId="f215465b21b5e6e2" providerId="LiveId" clId="{7F443BAA-879F-47BE-8398-9588C93176B7}" dt="2025-05-18T11:24:09.204" v="6487" actId="20577"/>
        <pc:sldMkLst>
          <pc:docMk/>
          <pc:sldMk cId="3136230993" sldId="320"/>
        </pc:sldMkLst>
        <pc:spChg chg="mod">
          <ac:chgData name="Pascal Schirmer" userId="f215465b21b5e6e2" providerId="LiveId" clId="{7F443BAA-879F-47BE-8398-9588C93176B7}" dt="2025-05-18T11:24:09.204" v="6487" actId="20577"/>
          <ac:spMkLst>
            <pc:docMk/>
            <pc:sldMk cId="3136230993" sldId="320"/>
            <ac:spMk id="8" creationId="{5BCF1BC3-37C7-DA4A-CD57-1E7CEF83C7D1}"/>
          </ac:spMkLst>
        </pc:spChg>
      </pc:sldChg>
      <pc:sldChg chg="modSp mod">
        <pc:chgData name="Pascal Schirmer" userId="f215465b21b5e6e2" providerId="LiveId" clId="{7F443BAA-879F-47BE-8398-9588C93176B7}" dt="2025-05-15T18:44:45.863" v="393" actId="20577"/>
        <pc:sldMkLst>
          <pc:docMk/>
          <pc:sldMk cId="1175689424" sldId="322"/>
        </pc:sldMkLst>
        <pc:spChg chg="mod">
          <ac:chgData name="Pascal Schirmer" userId="f215465b21b5e6e2" providerId="LiveId" clId="{7F443BAA-879F-47BE-8398-9588C93176B7}" dt="2025-05-15T18:44:45.863" v="393" actId="20577"/>
          <ac:spMkLst>
            <pc:docMk/>
            <pc:sldMk cId="1175689424" sldId="322"/>
            <ac:spMk id="8" creationId="{D455BEAB-8C74-B3BB-D577-5247FB77E078}"/>
          </ac:spMkLst>
        </pc:spChg>
      </pc:sldChg>
      <pc:sldChg chg="modSp add mod">
        <pc:chgData name="Pascal Schirmer" userId="f215465b21b5e6e2" providerId="LiveId" clId="{7F443BAA-879F-47BE-8398-9588C93176B7}" dt="2025-05-15T19:20:56.929" v="1747" actId="20577"/>
        <pc:sldMkLst>
          <pc:docMk/>
          <pc:sldMk cId="396979278" sldId="323"/>
        </pc:sldMkLst>
        <pc:spChg chg="mod">
          <ac:chgData name="Pascal Schirmer" userId="f215465b21b5e6e2" providerId="LiveId" clId="{7F443BAA-879F-47BE-8398-9588C93176B7}" dt="2025-05-15T19:20:00.515" v="1655" actId="20577"/>
          <ac:spMkLst>
            <pc:docMk/>
            <pc:sldMk cId="396979278" sldId="323"/>
            <ac:spMk id="7" creationId="{EC44AFA1-5356-B16C-C518-60F96DF21BF7}"/>
          </ac:spMkLst>
        </pc:spChg>
        <pc:spChg chg="mod">
          <ac:chgData name="Pascal Schirmer" userId="f215465b21b5e6e2" providerId="LiveId" clId="{7F443BAA-879F-47BE-8398-9588C93176B7}" dt="2025-05-15T19:20:56.929" v="1747" actId="20577"/>
          <ac:spMkLst>
            <pc:docMk/>
            <pc:sldMk cId="396979278" sldId="323"/>
            <ac:spMk id="8" creationId="{07204C18-726E-865B-6124-6EA307AD01C1}"/>
          </ac:spMkLst>
        </pc:spChg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628882465" sldId="323"/>
        </pc:sldMkLst>
      </pc:sldChg>
      <pc:sldChg chg="new del">
        <pc:chgData name="Pascal Schirmer" userId="f215465b21b5e6e2" providerId="LiveId" clId="{7F443BAA-879F-47BE-8398-9588C93176B7}" dt="2025-05-15T19:19:54.048" v="1652" actId="47"/>
        <pc:sldMkLst>
          <pc:docMk/>
          <pc:sldMk cId="3111003996" sldId="323"/>
        </pc:sldMkLst>
      </pc:sldChg>
      <pc:sldChg chg="modSp add mod">
        <pc:chgData name="Pascal Schirmer" userId="f215465b21b5e6e2" providerId="LiveId" clId="{7F443BAA-879F-47BE-8398-9588C93176B7}" dt="2025-05-15T19:21:01.509" v="1749" actId="20577"/>
        <pc:sldMkLst>
          <pc:docMk/>
          <pc:sldMk cId="1484573941" sldId="324"/>
        </pc:sldMkLst>
        <pc:spChg chg="mod">
          <ac:chgData name="Pascal Schirmer" userId="f215465b21b5e6e2" providerId="LiveId" clId="{7F443BAA-879F-47BE-8398-9588C93176B7}" dt="2025-05-15T19:20:26.291" v="1708" actId="20577"/>
          <ac:spMkLst>
            <pc:docMk/>
            <pc:sldMk cId="1484573941" sldId="324"/>
            <ac:spMk id="7" creationId="{4E0BE1A8-B20E-EECC-3594-2139F478E111}"/>
          </ac:spMkLst>
        </pc:spChg>
        <pc:spChg chg="mod">
          <ac:chgData name="Pascal Schirmer" userId="f215465b21b5e6e2" providerId="LiveId" clId="{7F443BAA-879F-47BE-8398-9588C93176B7}" dt="2025-05-15T19:21:01.509" v="1749" actId="20577"/>
          <ac:spMkLst>
            <pc:docMk/>
            <pc:sldMk cId="1484573941" sldId="324"/>
            <ac:spMk id="8" creationId="{B1E54FD1-2D96-1CCD-56B0-3A29475FC668}"/>
          </ac:spMkLst>
        </pc:spChg>
      </pc:sldChg>
      <pc:sldChg chg="del">
        <pc:chgData name="Pascal Schirmer" userId="f215465b21b5e6e2" providerId="LiveId" clId="{7F443BAA-879F-47BE-8398-9588C93176B7}" dt="2025-05-15T18:42:39.501" v="234" actId="47"/>
        <pc:sldMkLst>
          <pc:docMk/>
          <pc:sldMk cId="2927301566" sldId="324"/>
        </pc:sldMkLst>
      </pc:sldChg>
      <pc:sldChg chg="modSp add mod">
        <pc:chgData name="Pascal Schirmer" userId="f215465b21b5e6e2" providerId="LiveId" clId="{7F443BAA-879F-47BE-8398-9588C93176B7}" dt="2025-05-18T08:05:08.390" v="5314" actId="20577"/>
        <pc:sldMkLst>
          <pc:docMk/>
          <pc:sldMk cId="3501477368" sldId="325"/>
        </pc:sldMkLst>
        <pc:spChg chg="mod">
          <ac:chgData name="Pascal Schirmer" userId="f215465b21b5e6e2" providerId="LiveId" clId="{7F443BAA-879F-47BE-8398-9588C93176B7}" dt="2025-05-15T19:20:35.970" v="1717" actId="20577"/>
          <ac:spMkLst>
            <pc:docMk/>
            <pc:sldMk cId="3501477368" sldId="325"/>
            <ac:spMk id="7" creationId="{53A83201-4678-3DA4-78E8-E63D1394CB9A}"/>
          </ac:spMkLst>
        </pc:spChg>
        <pc:spChg chg="mod">
          <ac:chgData name="Pascal Schirmer" userId="f215465b21b5e6e2" providerId="LiveId" clId="{7F443BAA-879F-47BE-8398-9588C93176B7}" dt="2025-05-18T08:05:08.390" v="5314" actId="20577"/>
          <ac:spMkLst>
            <pc:docMk/>
            <pc:sldMk cId="3501477368" sldId="325"/>
            <ac:spMk id="8" creationId="{B27D5381-1E31-C744-B80B-E2049FC63701}"/>
          </ac:spMkLst>
        </pc:spChg>
      </pc:sldChg>
      <pc:sldChg chg="addSp delSp modSp new mod ord modClrScheme chgLayout">
        <pc:chgData name="Pascal Schirmer" userId="f215465b21b5e6e2" providerId="LiveId" clId="{7F443BAA-879F-47BE-8398-9588C93176B7}" dt="2025-05-18T19:52:54.247" v="7220"/>
        <pc:sldMkLst>
          <pc:docMk/>
          <pc:sldMk cId="510182281" sldId="326"/>
        </pc:sldMkLst>
        <pc:spChg chg="add mod">
          <ac:chgData name="Pascal Schirmer" userId="f215465b21b5e6e2" providerId="LiveId" clId="{7F443BAA-879F-47BE-8398-9588C93176B7}" dt="2025-05-18T19:52:54.247" v="7220"/>
          <ac:spMkLst>
            <pc:docMk/>
            <pc:sldMk cId="510182281" sldId="326"/>
            <ac:spMk id="2" creationId="{C52276E3-94C0-E18C-7A38-B23F11E51BE3}"/>
          </ac:spMkLst>
        </pc:spChg>
        <pc:spChg chg="mod ord">
          <ac:chgData name="Pascal Schirmer" userId="f215465b21b5e6e2" providerId="LiveId" clId="{7F443BAA-879F-47BE-8398-9588C93176B7}" dt="2025-05-15T19:24:31.218" v="1757" actId="700"/>
          <ac:spMkLst>
            <pc:docMk/>
            <pc:sldMk cId="510182281" sldId="326"/>
            <ac:spMk id="4" creationId="{D26B388F-1992-3D75-F762-5643C8C1EA2D}"/>
          </ac:spMkLst>
        </pc:spChg>
        <pc:spChg chg="mod ord">
          <ac:chgData name="Pascal Schirmer" userId="f215465b21b5e6e2" providerId="LiveId" clId="{7F443BAA-879F-47BE-8398-9588C93176B7}" dt="2025-05-15T19:24:31.218" v="1757" actId="700"/>
          <ac:spMkLst>
            <pc:docMk/>
            <pc:sldMk cId="510182281" sldId="326"/>
            <ac:spMk id="5" creationId="{E2AE7B4A-94FC-FBFB-F5D2-DFED79F1670E}"/>
          </ac:spMkLst>
        </pc:spChg>
        <pc:spChg chg="mod ord">
          <ac:chgData name="Pascal Schirmer" userId="f215465b21b5e6e2" providerId="LiveId" clId="{7F443BAA-879F-47BE-8398-9588C93176B7}" dt="2025-05-15T19:24:31.218" v="1757" actId="700"/>
          <ac:spMkLst>
            <pc:docMk/>
            <pc:sldMk cId="510182281" sldId="326"/>
            <ac:spMk id="6" creationId="{4FAF911C-6266-EDE3-B353-BC05CC6FEA87}"/>
          </ac:spMkLst>
        </pc:spChg>
        <pc:spChg chg="add mod ord">
          <ac:chgData name="Pascal Schirmer" userId="f215465b21b5e6e2" providerId="LiveId" clId="{7F443BAA-879F-47BE-8398-9588C93176B7}" dt="2025-05-15T19:24:49.189" v="1788" actId="20577"/>
          <ac:spMkLst>
            <pc:docMk/>
            <pc:sldMk cId="510182281" sldId="326"/>
            <ac:spMk id="7" creationId="{7DD4319E-AEA7-BD18-C2EB-C97CD30CF5EA}"/>
          </ac:spMkLst>
        </pc:spChg>
        <pc:spChg chg="add mod ord">
          <ac:chgData name="Pascal Schirmer" userId="f215465b21b5e6e2" providerId="LiveId" clId="{7F443BAA-879F-47BE-8398-9588C93176B7}" dt="2025-05-15T19:26:30.843" v="1815" actId="20577"/>
          <ac:spMkLst>
            <pc:docMk/>
            <pc:sldMk cId="510182281" sldId="326"/>
            <ac:spMk id="8" creationId="{BC109B6A-0EB3-770C-ACC6-A151BD0444E1}"/>
          </ac:spMkLst>
        </pc:spChg>
        <pc:spChg chg="add del mod ord">
          <ac:chgData name="Pascal Schirmer" userId="f215465b21b5e6e2" providerId="LiveId" clId="{7F443BAA-879F-47BE-8398-9588C93176B7}" dt="2025-05-17T14:11:51.675" v="3440" actId="478"/>
          <ac:spMkLst>
            <pc:docMk/>
            <pc:sldMk cId="510182281" sldId="326"/>
            <ac:spMk id="9" creationId="{048EC882-7169-FE48-4601-ABB7D677C518}"/>
          </ac:spMkLst>
        </pc:spChg>
        <pc:spChg chg="add mod ord">
          <ac:chgData name="Pascal Schirmer" userId="f215465b21b5e6e2" providerId="LiveId" clId="{7F443BAA-879F-47BE-8398-9588C93176B7}" dt="2025-05-15T19:27:15.195" v="1834" actId="20577"/>
          <ac:spMkLst>
            <pc:docMk/>
            <pc:sldMk cId="510182281" sldId="326"/>
            <ac:spMk id="10" creationId="{22F8FEAB-4283-92ED-8D2C-F23CC9D362FE}"/>
          </ac:spMkLst>
        </pc:spChg>
        <pc:spChg chg="add mod ord">
          <ac:chgData name="Pascal Schirmer" userId="f215465b21b5e6e2" providerId="LiveId" clId="{7F443BAA-879F-47BE-8398-9588C93176B7}" dt="2025-05-17T17:31:09.686" v="4393" actId="20577"/>
          <ac:spMkLst>
            <pc:docMk/>
            <pc:sldMk cId="510182281" sldId="326"/>
            <ac:spMk id="11" creationId="{AC5155D7-9985-5C96-B3F0-AD80A46429FD}"/>
          </ac:spMkLst>
        </pc:spChg>
        <pc:spChg chg="add mod">
          <ac:chgData name="Pascal Schirmer" userId="f215465b21b5e6e2" providerId="LiveId" clId="{7F443BAA-879F-47BE-8398-9588C93176B7}" dt="2025-05-17T14:12:46.997" v="3453" actId="14100"/>
          <ac:spMkLst>
            <pc:docMk/>
            <pc:sldMk cId="510182281" sldId="326"/>
            <ac:spMk id="14" creationId="{C74EB5CB-981C-F955-9723-711F24508AF2}"/>
          </ac:spMkLst>
        </pc:spChg>
        <pc:spChg chg="add mod">
          <ac:chgData name="Pascal Schirmer" userId="f215465b21b5e6e2" providerId="LiveId" clId="{7F443BAA-879F-47BE-8398-9588C93176B7}" dt="2025-05-17T14:13:01.956" v="3456" actId="1076"/>
          <ac:spMkLst>
            <pc:docMk/>
            <pc:sldMk cId="510182281" sldId="326"/>
            <ac:spMk id="15" creationId="{67CB5CA1-8E39-1188-EFC5-FF16C0FE5BCB}"/>
          </ac:spMkLst>
        </pc:spChg>
        <pc:spChg chg="add mod">
          <ac:chgData name="Pascal Schirmer" userId="f215465b21b5e6e2" providerId="LiveId" clId="{7F443BAA-879F-47BE-8398-9588C93176B7}" dt="2025-05-17T14:14:02.148" v="3471" actId="14100"/>
          <ac:spMkLst>
            <pc:docMk/>
            <pc:sldMk cId="510182281" sldId="326"/>
            <ac:spMk id="16" creationId="{08EAB659-3692-2EDE-DBE7-9B1E5C1AC5E5}"/>
          </ac:spMkLst>
        </pc:spChg>
        <pc:spChg chg="add mod">
          <ac:chgData name="Pascal Schirmer" userId="f215465b21b5e6e2" providerId="LiveId" clId="{7F443BAA-879F-47BE-8398-9588C93176B7}" dt="2025-05-17T14:13:56.030" v="3469" actId="14100"/>
          <ac:spMkLst>
            <pc:docMk/>
            <pc:sldMk cId="510182281" sldId="326"/>
            <ac:spMk id="17" creationId="{C21232B3-7CC7-D3BC-19F8-606293DA1A86}"/>
          </ac:spMkLst>
        </pc:spChg>
        <pc:spChg chg="add mod">
          <ac:chgData name="Pascal Schirmer" userId="f215465b21b5e6e2" providerId="LiveId" clId="{7F443BAA-879F-47BE-8398-9588C93176B7}" dt="2025-05-17T14:15:31.420" v="3514" actId="1076"/>
          <ac:spMkLst>
            <pc:docMk/>
            <pc:sldMk cId="510182281" sldId="326"/>
            <ac:spMk id="29" creationId="{D693FA97-B05F-F440-68D8-34B338F8AF3B}"/>
          </ac:spMkLst>
        </pc:spChg>
        <pc:spChg chg="add mod">
          <ac:chgData name="Pascal Schirmer" userId="f215465b21b5e6e2" providerId="LiveId" clId="{7F443BAA-879F-47BE-8398-9588C93176B7}" dt="2025-05-17T14:16:01.820" v="3561" actId="207"/>
          <ac:spMkLst>
            <pc:docMk/>
            <pc:sldMk cId="510182281" sldId="326"/>
            <ac:spMk id="30" creationId="{D4556B25-5237-3DDC-4268-8CA7E2D12AC1}"/>
          </ac:spMkLst>
        </pc:spChg>
        <pc:spChg chg="add mod">
          <ac:chgData name="Pascal Schirmer" userId="f215465b21b5e6e2" providerId="LiveId" clId="{7F443BAA-879F-47BE-8398-9588C93176B7}" dt="2025-05-17T14:16:08.953" v="3563" actId="207"/>
          <ac:spMkLst>
            <pc:docMk/>
            <pc:sldMk cId="510182281" sldId="326"/>
            <ac:spMk id="31" creationId="{1EF36CC0-9A16-1520-172B-6C52CE39D2D6}"/>
          </ac:spMkLst>
        </pc:spChg>
        <pc:picChg chg="add mod">
          <ac:chgData name="Pascal Schirmer" userId="f215465b21b5e6e2" providerId="LiveId" clId="{7F443BAA-879F-47BE-8398-9588C93176B7}" dt="2025-05-17T14:12:15.081" v="3446" actId="1076"/>
          <ac:picMkLst>
            <pc:docMk/>
            <pc:sldMk cId="510182281" sldId="326"/>
            <ac:picMk id="13" creationId="{FCCAA1F4-684A-4B62-6F46-076AC34AAB7A}"/>
          </ac:picMkLst>
        </pc:picChg>
        <pc:cxnChg chg="add">
          <ac:chgData name="Pascal Schirmer" userId="f215465b21b5e6e2" providerId="LiveId" clId="{7F443BAA-879F-47BE-8398-9588C93176B7}" dt="2025-05-17T14:14:10.668" v="3472" actId="11529"/>
          <ac:cxnSpMkLst>
            <pc:docMk/>
            <pc:sldMk cId="510182281" sldId="326"/>
            <ac:cxnSpMk id="19" creationId="{C33060ED-10FB-CC01-A0E4-1DAA19557082}"/>
          </ac:cxnSpMkLst>
        </pc:cxnChg>
        <pc:cxnChg chg="add mod">
          <ac:chgData name="Pascal Schirmer" userId="f215465b21b5e6e2" providerId="LiveId" clId="{7F443BAA-879F-47BE-8398-9588C93176B7}" dt="2025-05-17T14:14:17.261" v="3475" actId="14100"/>
          <ac:cxnSpMkLst>
            <pc:docMk/>
            <pc:sldMk cId="510182281" sldId="326"/>
            <ac:cxnSpMk id="20" creationId="{1F671021-B2FD-05A3-4FA8-FB1D1D0EA825}"/>
          </ac:cxnSpMkLst>
        </pc:cxnChg>
        <pc:cxnChg chg="add mod">
          <ac:chgData name="Pascal Schirmer" userId="f215465b21b5e6e2" providerId="LiveId" clId="{7F443BAA-879F-47BE-8398-9588C93176B7}" dt="2025-05-17T14:14:53.456" v="3484" actId="1582"/>
          <ac:cxnSpMkLst>
            <pc:docMk/>
            <pc:sldMk cId="510182281" sldId="326"/>
            <ac:cxnSpMk id="23" creationId="{4A680314-A254-56DE-4F39-AF732B7A703B}"/>
          </ac:cxnSpMkLst>
        </pc:cxnChg>
        <pc:cxnChg chg="add mod">
          <ac:chgData name="Pascal Schirmer" userId="f215465b21b5e6e2" providerId="LiveId" clId="{7F443BAA-879F-47BE-8398-9588C93176B7}" dt="2025-05-17T14:15:03.616" v="3485" actId="1582"/>
          <ac:cxnSpMkLst>
            <pc:docMk/>
            <pc:sldMk cId="510182281" sldId="326"/>
            <ac:cxnSpMk id="26" creationId="{5C1638D7-D615-9785-BA10-9A49572B396D}"/>
          </ac:cxnSpMkLst>
        </pc:cxnChg>
        <pc:cxnChg chg="add mod">
          <ac:chgData name="Pascal Schirmer" userId="f215465b21b5e6e2" providerId="LiveId" clId="{7F443BAA-879F-47BE-8398-9588C93176B7}" dt="2025-05-17T14:16:19.206" v="3565" actId="208"/>
          <ac:cxnSpMkLst>
            <pc:docMk/>
            <pc:sldMk cId="510182281" sldId="326"/>
            <ac:cxnSpMk id="33" creationId="{791938F5-958E-6DBB-CD65-1DCF7269166C}"/>
          </ac:cxnSpMkLst>
        </pc:cxnChg>
      </pc:sldChg>
      <pc:sldChg chg="addSp delSp modSp add mod">
        <pc:chgData name="Pascal Schirmer" userId="f215465b21b5e6e2" providerId="LiveId" clId="{7F443BAA-879F-47BE-8398-9588C93176B7}" dt="2025-05-18T19:52:57.837" v="7221"/>
        <pc:sldMkLst>
          <pc:docMk/>
          <pc:sldMk cId="1980896449" sldId="327"/>
        </pc:sldMkLst>
        <pc:spChg chg="add mod">
          <ac:chgData name="Pascal Schirmer" userId="f215465b21b5e6e2" providerId="LiveId" clId="{7F443BAA-879F-47BE-8398-9588C93176B7}" dt="2025-05-17T17:23:32.785" v="4164" actId="1037"/>
          <ac:spMkLst>
            <pc:docMk/>
            <pc:sldMk cId="1980896449" sldId="327"/>
            <ac:spMk id="2" creationId="{5B6F5DC1-1AA6-C1AF-A715-FFF01E96EE8E}"/>
          </ac:spMkLst>
        </pc:spChg>
        <pc:spChg chg="add mod">
          <ac:chgData name="Pascal Schirmer" userId="f215465b21b5e6e2" providerId="LiveId" clId="{7F443BAA-879F-47BE-8398-9588C93176B7}" dt="2025-05-17T17:23:32.785" v="4164" actId="1037"/>
          <ac:spMkLst>
            <pc:docMk/>
            <pc:sldMk cId="1980896449" sldId="327"/>
            <ac:spMk id="3" creationId="{46E59E6C-2616-9544-4CC8-6167261DDEFF}"/>
          </ac:spMkLst>
        </pc:spChg>
        <pc:spChg chg="mod">
          <ac:chgData name="Pascal Schirmer" userId="f215465b21b5e6e2" providerId="LiveId" clId="{7F443BAA-879F-47BE-8398-9588C93176B7}" dt="2025-05-15T19:24:55.320" v="1791" actId="20577"/>
          <ac:spMkLst>
            <pc:docMk/>
            <pc:sldMk cId="1980896449" sldId="327"/>
            <ac:spMk id="7" creationId="{142E2EFC-381F-BCCC-9EEC-C00CBC510DA7}"/>
          </ac:spMkLst>
        </pc:spChg>
        <pc:spChg chg="mod">
          <ac:chgData name="Pascal Schirmer" userId="f215465b21b5e6e2" providerId="LiveId" clId="{7F443BAA-879F-47BE-8398-9588C93176B7}" dt="2025-05-17T17:19:43.169" v="4075" actId="20577"/>
          <ac:spMkLst>
            <pc:docMk/>
            <pc:sldMk cId="1980896449" sldId="327"/>
            <ac:spMk id="8" creationId="{E891C4BD-7494-7B96-B8E1-84E211E922F1}"/>
          </ac:spMkLst>
        </pc:spChg>
        <pc:spChg chg="add mod">
          <ac:chgData name="Pascal Schirmer" userId="f215465b21b5e6e2" providerId="LiveId" clId="{7F443BAA-879F-47BE-8398-9588C93176B7}" dt="2025-05-18T19:52:57.837" v="7221"/>
          <ac:spMkLst>
            <pc:docMk/>
            <pc:sldMk cId="1980896449" sldId="327"/>
            <ac:spMk id="9" creationId="{200BD11D-CEB7-C534-3A12-B053583A4CAC}"/>
          </ac:spMkLst>
        </pc:spChg>
        <pc:spChg chg="del">
          <ac:chgData name="Pascal Schirmer" userId="f215465b21b5e6e2" providerId="LiveId" clId="{7F443BAA-879F-47BE-8398-9588C93176B7}" dt="2025-05-17T14:20:00.603" v="3991" actId="478"/>
          <ac:spMkLst>
            <pc:docMk/>
            <pc:sldMk cId="1980896449" sldId="327"/>
            <ac:spMk id="9" creationId="{E7B3F08F-0C98-0510-287B-636DB0EA1A7C}"/>
          </ac:spMkLst>
        </pc:spChg>
        <pc:spChg chg="mod">
          <ac:chgData name="Pascal Schirmer" userId="f215465b21b5e6e2" providerId="LiveId" clId="{7F443BAA-879F-47BE-8398-9588C93176B7}" dt="2025-05-17T17:19:45.023" v="4076" actId="20577"/>
          <ac:spMkLst>
            <pc:docMk/>
            <pc:sldMk cId="1980896449" sldId="327"/>
            <ac:spMk id="10" creationId="{E594A1FE-5E43-6306-B73F-3C965F4C7239}"/>
          </ac:spMkLst>
        </pc:spChg>
        <pc:spChg chg="del">
          <ac:chgData name="Pascal Schirmer" userId="f215465b21b5e6e2" providerId="LiveId" clId="{7F443BAA-879F-47BE-8398-9588C93176B7}" dt="2025-05-17T17:20:48.393" v="4093" actId="3680"/>
          <ac:spMkLst>
            <pc:docMk/>
            <pc:sldMk cId="1980896449" sldId="327"/>
            <ac:spMk id="11" creationId="{5A9FF103-6C51-6532-12EC-DA9F8AAF8D9F}"/>
          </ac:spMkLst>
        </pc:spChg>
        <pc:spChg chg="add mod">
          <ac:chgData name="Pascal Schirmer" userId="f215465b21b5e6e2" providerId="LiveId" clId="{7F443BAA-879F-47BE-8398-9588C93176B7}" dt="2025-05-17T17:23:32.785" v="4164" actId="1037"/>
          <ac:spMkLst>
            <pc:docMk/>
            <pc:sldMk cId="1980896449" sldId="327"/>
            <ac:spMk id="12" creationId="{032478D0-26E5-81AF-CD3E-BFC6E3B164F4}"/>
          </ac:spMkLst>
        </pc:spChg>
        <pc:spChg chg="add mod">
          <ac:chgData name="Pascal Schirmer" userId="f215465b21b5e6e2" providerId="LiveId" clId="{7F443BAA-879F-47BE-8398-9588C93176B7}" dt="2025-05-17T17:23:32.785" v="4164" actId="1037"/>
          <ac:spMkLst>
            <pc:docMk/>
            <pc:sldMk cId="1980896449" sldId="327"/>
            <ac:spMk id="13" creationId="{1E4F3FAA-E6AB-0D32-F51A-9C5EAD6B099E}"/>
          </ac:spMkLst>
        </pc:spChg>
        <pc:spChg chg="add del mod">
          <ac:chgData name="Pascal Schirmer" userId="f215465b21b5e6e2" providerId="LiveId" clId="{7F443BAA-879F-47BE-8398-9588C93176B7}" dt="2025-05-17T17:20:39.095" v="4092" actId="478"/>
          <ac:spMkLst>
            <pc:docMk/>
            <pc:sldMk cId="1980896449" sldId="327"/>
            <ac:spMk id="22" creationId="{6151D844-F5AB-6980-6E53-47550C3632ED}"/>
          </ac:spMkLst>
        </pc:spChg>
        <pc:spChg chg="add mod">
          <ac:chgData name="Pascal Schirmer" userId="f215465b21b5e6e2" providerId="LiveId" clId="{7F443BAA-879F-47BE-8398-9588C93176B7}" dt="2025-05-17T17:37:13.865" v="4779" actId="404"/>
          <ac:spMkLst>
            <pc:docMk/>
            <pc:sldMk cId="1980896449" sldId="327"/>
            <ac:spMk id="25" creationId="{B246BEBF-2DED-C386-31F2-A1C9C84B0F94}"/>
          </ac:spMkLst>
        </pc:spChg>
        <pc:spChg chg="add mod">
          <ac:chgData name="Pascal Schirmer" userId="f215465b21b5e6e2" providerId="LiveId" clId="{7F443BAA-879F-47BE-8398-9588C93176B7}" dt="2025-05-17T17:28:05.580" v="4311" actId="14100"/>
          <ac:spMkLst>
            <pc:docMk/>
            <pc:sldMk cId="1980896449" sldId="327"/>
            <ac:spMk id="27" creationId="{8364825D-F483-7346-2051-6E6DEE28EB97}"/>
          </ac:spMkLst>
        </pc:spChg>
        <pc:spChg chg="add mod">
          <ac:chgData name="Pascal Schirmer" userId="f215465b21b5e6e2" providerId="LiveId" clId="{7F443BAA-879F-47BE-8398-9588C93176B7}" dt="2025-05-17T17:29:11.627" v="4349" actId="1076"/>
          <ac:spMkLst>
            <pc:docMk/>
            <pc:sldMk cId="1980896449" sldId="327"/>
            <ac:spMk id="28" creationId="{985C33D7-0D68-C8A5-700B-7DEC425308FF}"/>
          </ac:spMkLst>
        </pc:spChg>
        <pc:spChg chg="add mod">
          <ac:chgData name="Pascal Schirmer" userId="f215465b21b5e6e2" providerId="LiveId" clId="{7F443BAA-879F-47BE-8398-9588C93176B7}" dt="2025-05-17T17:29:38.864" v="4355" actId="14100"/>
          <ac:spMkLst>
            <pc:docMk/>
            <pc:sldMk cId="1980896449" sldId="327"/>
            <ac:spMk id="32" creationId="{3336326F-6615-AF0E-FE8F-06C193CD7E1F}"/>
          </ac:spMkLst>
        </pc:spChg>
        <pc:spChg chg="add mod">
          <ac:chgData name="Pascal Schirmer" userId="f215465b21b5e6e2" providerId="LiveId" clId="{7F443BAA-879F-47BE-8398-9588C93176B7}" dt="2025-05-17T17:29:47.089" v="4357" actId="1076"/>
          <ac:spMkLst>
            <pc:docMk/>
            <pc:sldMk cId="1980896449" sldId="327"/>
            <ac:spMk id="33" creationId="{DC37EC37-F773-EBCF-8632-1B84B77BD6D9}"/>
          </ac:spMkLst>
        </pc:spChg>
        <pc:spChg chg="add mod">
          <ac:chgData name="Pascal Schirmer" userId="f215465b21b5e6e2" providerId="LiveId" clId="{7F443BAA-879F-47BE-8398-9588C93176B7}" dt="2025-05-17T17:30:40.871" v="4381" actId="1076"/>
          <ac:spMkLst>
            <pc:docMk/>
            <pc:sldMk cId="1980896449" sldId="327"/>
            <ac:spMk id="42" creationId="{92274557-B562-FB80-132E-2F9D04785879}"/>
          </ac:spMkLst>
        </pc:spChg>
        <pc:graphicFrameChg chg="add del mod ord modGraphic">
          <ac:chgData name="Pascal Schirmer" userId="f215465b21b5e6e2" providerId="LiveId" clId="{7F443BAA-879F-47BE-8398-9588C93176B7}" dt="2025-05-17T17:20:52.759" v="4094" actId="21"/>
          <ac:graphicFrameMkLst>
            <pc:docMk/>
            <pc:sldMk cId="1980896449" sldId="327"/>
            <ac:graphicFrameMk id="23" creationId="{14DF9688-502A-5E10-A156-FFF836FF3102}"/>
          </ac:graphicFrameMkLst>
        </pc:graphicFrameChg>
        <pc:graphicFrameChg chg="add mod modGraphic">
          <ac:chgData name="Pascal Schirmer" userId="f215465b21b5e6e2" providerId="LiveId" clId="{7F443BAA-879F-47BE-8398-9588C93176B7}" dt="2025-05-17T17:27:34.494" v="4304" actId="20577"/>
          <ac:graphicFrameMkLst>
            <pc:docMk/>
            <pc:sldMk cId="1980896449" sldId="327"/>
            <ac:graphicFrameMk id="26" creationId="{14DF9688-502A-5E10-A156-FFF836FF3102}"/>
          </ac:graphicFrameMkLst>
        </pc:graphicFrameChg>
        <pc:cxnChg chg="add mod">
          <ac:chgData name="Pascal Schirmer" userId="f215465b21b5e6e2" providerId="LiveId" clId="{7F443BAA-879F-47BE-8398-9588C93176B7}" dt="2025-05-17T17:23:32.785" v="4164" actId="1037"/>
          <ac:cxnSpMkLst>
            <pc:docMk/>
            <pc:sldMk cId="1980896449" sldId="327"/>
            <ac:cxnSpMk id="15" creationId="{59E26735-C015-D223-E02A-A70AA5693ED0}"/>
          </ac:cxnSpMkLst>
        </pc:cxnChg>
        <pc:cxnChg chg="add mod">
          <ac:chgData name="Pascal Schirmer" userId="f215465b21b5e6e2" providerId="LiveId" clId="{7F443BAA-879F-47BE-8398-9588C93176B7}" dt="2025-05-17T17:23:32.785" v="4164" actId="1037"/>
          <ac:cxnSpMkLst>
            <pc:docMk/>
            <pc:sldMk cId="1980896449" sldId="327"/>
            <ac:cxnSpMk id="16" creationId="{7A3BA487-9E57-825A-2F76-642F41523360}"/>
          </ac:cxnSpMkLst>
        </pc:cxnChg>
        <pc:cxnChg chg="add mod">
          <ac:chgData name="Pascal Schirmer" userId="f215465b21b5e6e2" providerId="LiveId" clId="{7F443BAA-879F-47BE-8398-9588C93176B7}" dt="2025-05-17T17:23:32.785" v="4164" actId="1037"/>
          <ac:cxnSpMkLst>
            <pc:docMk/>
            <pc:sldMk cId="1980896449" sldId="327"/>
            <ac:cxnSpMk id="18" creationId="{41BE6122-FB29-E206-88C9-876DE5137827}"/>
          </ac:cxnSpMkLst>
        </pc:cxnChg>
        <pc:cxnChg chg="add mod">
          <ac:chgData name="Pascal Schirmer" userId="f215465b21b5e6e2" providerId="LiveId" clId="{7F443BAA-879F-47BE-8398-9588C93176B7}" dt="2025-05-17T17:23:32.785" v="4164" actId="1037"/>
          <ac:cxnSpMkLst>
            <pc:docMk/>
            <pc:sldMk cId="1980896449" sldId="327"/>
            <ac:cxnSpMk id="20" creationId="{179088FE-0AED-BF1E-6BFF-917C1DD43DE2}"/>
          </ac:cxnSpMkLst>
        </pc:cxnChg>
        <pc:cxnChg chg="add mod">
          <ac:chgData name="Pascal Schirmer" userId="f215465b21b5e6e2" providerId="LiveId" clId="{7F443BAA-879F-47BE-8398-9588C93176B7}" dt="2025-05-17T17:29:06.466" v="4348" actId="14100"/>
          <ac:cxnSpMkLst>
            <pc:docMk/>
            <pc:sldMk cId="1980896449" sldId="327"/>
            <ac:cxnSpMk id="30" creationId="{ED1DEBBF-6414-EC20-F221-40FC7C1E743B}"/>
          </ac:cxnSpMkLst>
        </pc:cxnChg>
        <pc:cxnChg chg="add mod">
          <ac:chgData name="Pascal Schirmer" userId="f215465b21b5e6e2" providerId="LiveId" clId="{7F443BAA-879F-47BE-8398-9588C93176B7}" dt="2025-05-17T17:30:06.754" v="4363" actId="14100"/>
          <ac:cxnSpMkLst>
            <pc:docMk/>
            <pc:sldMk cId="1980896449" sldId="327"/>
            <ac:cxnSpMk id="35" creationId="{1753FDEF-4312-4E47-F83F-B933F95ABF3A}"/>
          </ac:cxnSpMkLst>
        </pc:cxnChg>
        <pc:cxnChg chg="add mod">
          <ac:chgData name="Pascal Schirmer" userId="f215465b21b5e6e2" providerId="LiveId" clId="{7F443BAA-879F-47BE-8398-9588C93176B7}" dt="2025-05-17T17:30:11.474" v="4366" actId="14100"/>
          <ac:cxnSpMkLst>
            <pc:docMk/>
            <pc:sldMk cId="1980896449" sldId="327"/>
            <ac:cxnSpMk id="39" creationId="{FD0A8CED-6595-82DF-8098-54859A642E8B}"/>
          </ac:cxnSpMkLst>
        </pc:cxnChg>
      </pc:sldChg>
      <pc:sldChg chg="addSp delSp modSp add mod">
        <pc:chgData name="Pascal Schirmer" userId="f215465b21b5e6e2" providerId="LiveId" clId="{7F443BAA-879F-47BE-8398-9588C93176B7}" dt="2025-05-18T19:52:59.876" v="7222"/>
        <pc:sldMkLst>
          <pc:docMk/>
          <pc:sldMk cId="3094732952" sldId="328"/>
        </pc:sldMkLst>
        <pc:spChg chg="add mod">
          <ac:chgData name="Pascal Schirmer" userId="f215465b21b5e6e2" providerId="LiveId" clId="{7F443BAA-879F-47BE-8398-9588C93176B7}" dt="2025-05-17T18:08:06.364" v="4831" actId="1076"/>
          <ac:spMkLst>
            <pc:docMk/>
            <pc:sldMk cId="3094732952" sldId="328"/>
            <ac:spMk id="2" creationId="{04E042CA-A5A5-D952-3F8F-5825EEED534E}"/>
          </ac:spMkLst>
        </pc:spChg>
        <pc:spChg chg="add mod">
          <ac:chgData name="Pascal Schirmer" userId="f215465b21b5e6e2" providerId="LiveId" clId="{7F443BAA-879F-47BE-8398-9588C93176B7}" dt="2025-05-18T19:52:59.876" v="7222"/>
          <ac:spMkLst>
            <pc:docMk/>
            <pc:sldMk cId="3094732952" sldId="328"/>
            <ac:spMk id="3" creationId="{C6D2BC7A-4417-3EEF-DC69-ACD911D48C6F}"/>
          </ac:spMkLst>
        </pc:spChg>
        <pc:spChg chg="mod">
          <ac:chgData name="Pascal Schirmer" userId="f215465b21b5e6e2" providerId="LiveId" clId="{7F443BAA-879F-47BE-8398-9588C93176B7}" dt="2025-05-15T19:25:32.013" v="1797" actId="20577"/>
          <ac:spMkLst>
            <pc:docMk/>
            <pc:sldMk cId="3094732952" sldId="328"/>
            <ac:spMk id="7" creationId="{58D8A4CA-BC25-B5DA-0CB8-25B50981F040}"/>
          </ac:spMkLst>
        </pc:spChg>
        <pc:spChg chg="mod">
          <ac:chgData name="Pascal Schirmer" userId="f215465b21b5e6e2" providerId="LiveId" clId="{7F443BAA-879F-47BE-8398-9588C93176B7}" dt="2025-05-17T18:05:17.472" v="4797" actId="20577"/>
          <ac:spMkLst>
            <pc:docMk/>
            <pc:sldMk cId="3094732952" sldId="328"/>
            <ac:spMk id="8" creationId="{EBA29AA9-635D-4E02-E7B3-70BB5461C571}"/>
          </ac:spMkLst>
        </pc:spChg>
        <pc:spChg chg="del mod">
          <ac:chgData name="Pascal Schirmer" userId="f215465b21b5e6e2" providerId="LiveId" clId="{7F443BAA-879F-47BE-8398-9588C93176B7}" dt="2025-05-17T18:05:22.364" v="4800"/>
          <ac:spMkLst>
            <pc:docMk/>
            <pc:sldMk cId="3094732952" sldId="328"/>
            <ac:spMk id="9" creationId="{15C81296-7074-48DD-6401-342BACE4B8B7}"/>
          </ac:spMkLst>
        </pc:spChg>
        <pc:spChg chg="mod">
          <ac:chgData name="Pascal Schirmer" userId="f215465b21b5e6e2" providerId="LiveId" clId="{7F443BAA-879F-47BE-8398-9588C93176B7}" dt="2025-05-17T18:07:34.214" v="4818" actId="20577"/>
          <ac:spMkLst>
            <pc:docMk/>
            <pc:sldMk cId="3094732952" sldId="328"/>
            <ac:spMk id="10" creationId="{9D8DBF1D-6A3B-E8AE-3CA7-11BDC8F24682}"/>
          </ac:spMkLst>
        </pc:spChg>
        <pc:spChg chg="mod">
          <ac:chgData name="Pascal Schirmer" userId="f215465b21b5e6e2" providerId="LiveId" clId="{7F443BAA-879F-47BE-8398-9588C93176B7}" dt="2025-05-18T11:24:28.369" v="6489" actId="20577"/>
          <ac:spMkLst>
            <pc:docMk/>
            <pc:sldMk cId="3094732952" sldId="328"/>
            <ac:spMk id="11" creationId="{895A180F-A169-5414-B2F0-79DB880B6462}"/>
          </ac:spMkLst>
        </pc:spChg>
        <pc:picChg chg="add mod">
          <ac:chgData name="Pascal Schirmer" userId="f215465b21b5e6e2" providerId="LiveId" clId="{7F443BAA-879F-47BE-8398-9588C93176B7}" dt="2025-05-17T18:05:28.316" v="4801" actId="1076"/>
          <ac:picMkLst>
            <pc:docMk/>
            <pc:sldMk cId="3094732952" sldId="328"/>
            <ac:picMk id="1026" creationId="{A3332D70-FF8B-2BA1-9E03-CCA37CA1C4D5}"/>
          </ac:picMkLst>
        </pc:picChg>
      </pc:sldChg>
      <pc:sldChg chg="addSp delSp modSp new mod modClrScheme chgLayout">
        <pc:chgData name="Pascal Schirmer" userId="f215465b21b5e6e2" providerId="LiveId" clId="{7F443BAA-879F-47BE-8398-9588C93176B7}" dt="2025-05-18T19:53:05.952" v="7223"/>
        <pc:sldMkLst>
          <pc:docMk/>
          <pc:sldMk cId="3697954886" sldId="329"/>
        </pc:sldMkLst>
        <pc:spChg chg="add mod">
          <ac:chgData name="Pascal Schirmer" userId="f215465b21b5e6e2" providerId="LiveId" clId="{7F443BAA-879F-47BE-8398-9588C93176B7}" dt="2025-05-18T19:53:05.952" v="7223"/>
          <ac:spMkLst>
            <pc:docMk/>
            <pc:sldMk cId="3697954886" sldId="329"/>
            <ac:spMk id="2" creationId="{374B10BB-DE94-7A33-9C72-51BC20D49827}"/>
          </ac:spMkLst>
        </pc:spChg>
        <pc:spChg chg="mod ord">
          <ac:chgData name="Pascal Schirmer" userId="f215465b21b5e6e2" providerId="LiveId" clId="{7F443BAA-879F-47BE-8398-9588C93176B7}" dt="2025-05-15T19:29:29.609" v="1860" actId="700"/>
          <ac:spMkLst>
            <pc:docMk/>
            <pc:sldMk cId="3697954886" sldId="329"/>
            <ac:spMk id="4" creationId="{83E15505-988F-C485-F851-1D72728C7790}"/>
          </ac:spMkLst>
        </pc:spChg>
        <pc:spChg chg="mod ord">
          <ac:chgData name="Pascal Schirmer" userId="f215465b21b5e6e2" providerId="LiveId" clId="{7F443BAA-879F-47BE-8398-9588C93176B7}" dt="2025-05-15T19:29:29.609" v="1860" actId="700"/>
          <ac:spMkLst>
            <pc:docMk/>
            <pc:sldMk cId="3697954886" sldId="329"/>
            <ac:spMk id="5" creationId="{0E9D3E04-A602-CDB1-4648-5095605565FB}"/>
          </ac:spMkLst>
        </pc:spChg>
        <pc:spChg chg="mod ord">
          <ac:chgData name="Pascal Schirmer" userId="f215465b21b5e6e2" providerId="LiveId" clId="{7F443BAA-879F-47BE-8398-9588C93176B7}" dt="2025-05-15T19:29:29.609" v="1860" actId="700"/>
          <ac:spMkLst>
            <pc:docMk/>
            <pc:sldMk cId="3697954886" sldId="329"/>
            <ac:spMk id="6" creationId="{37363361-852B-4E16-F4FD-67D8B52C970C}"/>
          </ac:spMkLst>
        </pc:spChg>
        <pc:spChg chg="add mod ord">
          <ac:chgData name="Pascal Schirmer" userId="f215465b21b5e6e2" providerId="LiveId" clId="{7F443BAA-879F-47BE-8398-9588C93176B7}" dt="2025-05-15T19:30:32.101" v="1969" actId="20577"/>
          <ac:spMkLst>
            <pc:docMk/>
            <pc:sldMk cId="3697954886" sldId="329"/>
            <ac:spMk id="7" creationId="{BBA34396-4BE9-A493-C9D3-1CE04C12A233}"/>
          </ac:spMkLst>
        </pc:spChg>
        <pc:spChg chg="add mod ord">
          <ac:chgData name="Pascal Schirmer" userId="f215465b21b5e6e2" providerId="LiveId" clId="{7F443BAA-879F-47BE-8398-9588C93176B7}" dt="2025-05-17T12:35:09.288" v="2898"/>
          <ac:spMkLst>
            <pc:docMk/>
            <pc:sldMk cId="3697954886" sldId="329"/>
            <ac:spMk id="8" creationId="{CAEE33E5-CB22-64FF-19AC-5F302E01BEAF}"/>
          </ac:spMkLst>
        </pc:spChg>
        <pc:spChg chg="add mod ord">
          <ac:chgData name="Pascal Schirmer" userId="f215465b21b5e6e2" providerId="LiveId" clId="{7F443BAA-879F-47BE-8398-9588C93176B7}" dt="2025-05-17T12:23:56.486" v="2799"/>
          <ac:spMkLst>
            <pc:docMk/>
            <pc:sldMk cId="3697954886" sldId="329"/>
            <ac:spMk id="10" creationId="{868107BE-B94E-F12F-35ED-FF55E1319B6C}"/>
          </ac:spMkLst>
        </pc:spChg>
        <pc:spChg chg="add mod ord">
          <ac:chgData name="Pascal Schirmer" userId="f215465b21b5e6e2" providerId="LiveId" clId="{7F443BAA-879F-47BE-8398-9588C93176B7}" dt="2025-05-17T08:28:47.838" v="2646"/>
          <ac:spMkLst>
            <pc:docMk/>
            <pc:sldMk cId="3697954886" sldId="329"/>
            <ac:spMk id="12" creationId="{56E91811-8CAC-3F82-8F0A-428FC4AF5395}"/>
          </ac:spMkLst>
        </pc:spChg>
        <pc:spChg chg="add del mod">
          <ac:chgData name="Pascal Schirmer" userId="f215465b21b5e6e2" providerId="LiveId" clId="{7F443BAA-879F-47BE-8398-9588C93176B7}" dt="2025-05-17T07:17:33.855" v="2255"/>
          <ac:spMkLst>
            <pc:docMk/>
            <pc:sldMk cId="3697954886" sldId="329"/>
            <ac:spMk id="22" creationId="{11277B69-8426-0FF6-C5A3-7244AB7BA47A}"/>
          </ac:spMkLst>
        </pc:spChg>
        <pc:spChg chg="add del mod">
          <ac:chgData name="Pascal Schirmer" userId="f215465b21b5e6e2" providerId="LiveId" clId="{7F443BAA-879F-47BE-8398-9588C93176B7}" dt="2025-05-17T12:24:12.463" v="2800" actId="478"/>
          <ac:spMkLst>
            <pc:docMk/>
            <pc:sldMk cId="3697954886" sldId="329"/>
            <ac:spMk id="25" creationId="{854D0513-4E48-DA76-F436-DE9C835D5339}"/>
          </ac:spMkLst>
        </pc:spChg>
        <pc:spChg chg="add del mod">
          <ac:chgData name="Pascal Schirmer" userId="f215465b21b5e6e2" providerId="LiveId" clId="{7F443BAA-879F-47BE-8398-9588C93176B7}" dt="2025-05-17T08:27:37.268" v="2640" actId="478"/>
          <ac:spMkLst>
            <pc:docMk/>
            <pc:sldMk cId="3697954886" sldId="329"/>
            <ac:spMk id="28" creationId="{B323D9F7-41A4-975F-AFFA-C7D7E5101FEB}"/>
          </ac:spMkLst>
        </pc:spChg>
        <pc:spChg chg="add mod">
          <ac:chgData name="Pascal Schirmer" userId="f215465b21b5e6e2" providerId="LiveId" clId="{7F443BAA-879F-47BE-8398-9588C93176B7}" dt="2025-05-18T11:26:52.295" v="6559" actId="404"/>
          <ac:spMkLst>
            <pc:docMk/>
            <pc:sldMk cId="3697954886" sldId="329"/>
            <ac:spMk id="31" creationId="{D95EF4AC-D341-9BEB-499E-D4E01BEBD497}"/>
          </ac:spMkLst>
        </pc:spChg>
        <pc:graphicFrameChg chg="add del mod">
          <ac:chgData name="Pascal Schirmer" userId="f215465b21b5e6e2" providerId="LiveId" clId="{7F443BAA-879F-47BE-8398-9588C93176B7}" dt="2025-05-17T07:17:31.261" v="2252" actId="478"/>
          <ac:graphicFrameMkLst>
            <pc:docMk/>
            <pc:sldMk cId="3697954886" sldId="329"/>
            <ac:graphicFrameMk id="14" creationId="{3DA141A0-D905-8469-A1A8-A299315E308A}"/>
          </ac:graphicFrameMkLst>
        </pc:graphicFrameChg>
        <pc:graphicFrameChg chg="add del mod">
          <ac:chgData name="Pascal Schirmer" userId="f215465b21b5e6e2" providerId="LiveId" clId="{7F443BAA-879F-47BE-8398-9588C93176B7}" dt="2025-05-17T07:56:54.691" v="2474" actId="478"/>
          <ac:graphicFrameMkLst>
            <pc:docMk/>
            <pc:sldMk cId="3697954886" sldId="329"/>
            <ac:graphicFrameMk id="18" creationId="{1A937624-1499-C462-7038-B997A658AA28}"/>
          </ac:graphicFrameMkLst>
        </pc:graphicFrameChg>
        <pc:graphicFrameChg chg="add del mod ord modGraphic">
          <ac:chgData name="Pascal Schirmer" userId="f215465b21b5e6e2" providerId="LiveId" clId="{7F443BAA-879F-47BE-8398-9588C93176B7}" dt="2025-05-17T12:35:28.989" v="2900" actId="21"/>
          <ac:graphicFrameMkLst>
            <pc:docMk/>
            <pc:sldMk cId="3697954886" sldId="329"/>
            <ac:graphicFrameMk id="19" creationId="{8A9F0CA0-6B48-E8D1-1F98-8E8A501E2C8B}"/>
          </ac:graphicFrameMkLst>
        </pc:graphicFrameChg>
        <pc:graphicFrameChg chg="add del mod">
          <ac:chgData name="Pascal Schirmer" userId="f215465b21b5e6e2" providerId="LiveId" clId="{7F443BAA-879F-47BE-8398-9588C93176B7}" dt="2025-05-18T11:25:10.141" v="6490" actId="21"/>
          <ac:graphicFrameMkLst>
            <pc:docMk/>
            <pc:sldMk cId="3697954886" sldId="329"/>
            <ac:graphicFrameMk id="20" creationId="{1D462254-8859-33B8-B385-CE720674962D}"/>
          </ac:graphicFrameMkLst>
        </pc:graphicFrameChg>
        <pc:graphicFrameChg chg="add del mod">
          <ac:chgData name="Pascal Schirmer" userId="f215465b21b5e6e2" providerId="LiveId" clId="{7F443BAA-879F-47BE-8398-9588C93176B7}" dt="2025-05-17T08:27:58.316" v="2641" actId="14100"/>
          <ac:graphicFrameMkLst>
            <pc:docMk/>
            <pc:sldMk cId="3697954886" sldId="329"/>
            <ac:graphicFrameMk id="23" creationId="{34EE9B9C-E803-4225-CDC5-C5FB35C935FC}"/>
          </ac:graphicFrameMkLst>
        </pc:graphicFrameChg>
        <pc:graphicFrameChg chg="add mod">
          <ac:chgData name="Pascal Schirmer" userId="f215465b21b5e6e2" providerId="LiveId" clId="{7F443BAA-879F-47BE-8398-9588C93176B7}" dt="2025-05-17T12:07:26.497" v="2649"/>
          <ac:graphicFrameMkLst>
            <pc:docMk/>
            <pc:sldMk cId="3697954886" sldId="329"/>
            <ac:graphicFrameMk id="26" creationId="{3DA141A0-D905-8469-A1A8-A299315E308A}"/>
          </ac:graphicFrameMkLst>
        </pc:graphicFrameChg>
        <pc:graphicFrameChg chg="add mod modGraphic">
          <ac:chgData name="Pascal Schirmer" userId="f215465b21b5e6e2" providerId="LiveId" clId="{7F443BAA-879F-47BE-8398-9588C93176B7}" dt="2025-05-17T12:26:38.838" v="2867" actId="20577"/>
          <ac:graphicFrameMkLst>
            <pc:docMk/>
            <pc:sldMk cId="3697954886" sldId="329"/>
            <ac:graphicFrameMk id="29" creationId="{2447E4BF-2C14-5362-CAF9-CF0ED4331C03}"/>
          </ac:graphicFrameMkLst>
        </pc:graphicFrameChg>
        <pc:graphicFrameChg chg="add mod">
          <ac:chgData name="Pascal Schirmer" userId="f215465b21b5e6e2" providerId="LiveId" clId="{7F443BAA-879F-47BE-8398-9588C93176B7}" dt="2025-05-18T11:25:15.862" v="6491" actId="1076"/>
          <ac:graphicFrameMkLst>
            <pc:docMk/>
            <pc:sldMk cId="3697954886" sldId="329"/>
            <ac:graphicFrameMk id="32" creationId="{8A9F0CA0-6B48-E8D1-1F98-8E8A501E2C8B}"/>
          </ac:graphicFrameMkLst>
        </pc:graphicFrameChg>
        <pc:graphicFrameChg chg="add mod">
          <ac:chgData name="Pascal Schirmer" userId="f215465b21b5e6e2" providerId="LiveId" clId="{7F443BAA-879F-47BE-8398-9588C93176B7}" dt="2025-05-18T11:27:06.997" v="6560" actId="14100"/>
          <ac:graphicFrameMkLst>
            <pc:docMk/>
            <pc:sldMk cId="3697954886" sldId="329"/>
            <ac:graphicFrameMk id="33" creationId="{1D462254-8859-33B8-B385-CE720674962D}"/>
          </ac:graphicFrameMkLst>
        </pc:graphicFrameChg>
      </pc:sldChg>
      <pc:sldChg chg="addSp delSp modSp new del mod modClrScheme chgLayout">
        <pc:chgData name="Pascal Schirmer" userId="f215465b21b5e6e2" providerId="LiveId" clId="{7F443BAA-879F-47BE-8398-9588C93176B7}" dt="2025-05-17T08:25:52.162" v="2630" actId="47"/>
        <pc:sldMkLst>
          <pc:docMk/>
          <pc:sldMk cId="3177376512" sldId="330"/>
        </pc:sldMkLst>
      </pc:sldChg>
      <pc:sldChg chg="addSp delSp modSp add mod">
        <pc:chgData name="Pascal Schirmer" userId="f215465b21b5e6e2" providerId="LiveId" clId="{7F443BAA-879F-47BE-8398-9588C93176B7}" dt="2025-05-18T19:53:07.240" v="7224"/>
        <pc:sldMkLst>
          <pc:docMk/>
          <pc:sldMk cId="2640991080" sldId="331"/>
        </pc:sldMkLst>
        <pc:spChg chg="add mod">
          <ac:chgData name="Pascal Schirmer" userId="f215465b21b5e6e2" providerId="LiveId" clId="{7F443BAA-879F-47BE-8398-9588C93176B7}" dt="2025-05-18T19:53:07.240" v="7224"/>
          <ac:spMkLst>
            <pc:docMk/>
            <pc:sldMk cId="2640991080" sldId="331"/>
            <ac:spMk id="2" creationId="{74F9FA6C-7071-B6C7-980B-E2B5254AA837}"/>
          </ac:spMkLst>
        </pc:spChg>
        <pc:spChg chg="add mod">
          <ac:chgData name="Pascal Schirmer" userId="f215465b21b5e6e2" providerId="LiveId" clId="{7F443BAA-879F-47BE-8398-9588C93176B7}" dt="2025-05-18T11:29:38.790" v="6692" actId="20577"/>
          <ac:spMkLst>
            <pc:docMk/>
            <pc:sldMk cId="2640991080" sldId="331"/>
            <ac:spMk id="3" creationId="{65A4AD37-9200-1A28-23EE-D3B5DA4158F5}"/>
          </ac:spMkLst>
        </pc:spChg>
        <pc:spChg chg="mod">
          <ac:chgData name="Pascal Schirmer" userId="f215465b21b5e6e2" providerId="LiveId" clId="{7F443BAA-879F-47BE-8398-9588C93176B7}" dt="2025-05-15T20:12:26.420" v="2209" actId="20577"/>
          <ac:spMkLst>
            <pc:docMk/>
            <pc:sldMk cId="2640991080" sldId="331"/>
            <ac:spMk id="7" creationId="{C90A10F5-F18B-F6BD-4146-F91E9CD40B3F}"/>
          </ac:spMkLst>
        </pc:spChg>
        <pc:spChg chg="mod">
          <ac:chgData name="Pascal Schirmer" userId="f215465b21b5e6e2" providerId="LiveId" clId="{7F443BAA-879F-47BE-8398-9588C93176B7}" dt="2025-05-17T12:35:00.033" v="2897" actId="20577"/>
          <ac:spMkLst>
            <pc:docMk/>
            <pc:sldMk cId="2640991080" sldId="331"/>
            <ac:spMk id="8" creationId="{BC03C11B-129C-D28C-7A1F-B32BE276000A}"/>
          </ac:spMkLst>
        </pc:spChg>
        <pc:spChg chg="mod">
          <ac:chgData name="Pascal Schirmer" userId="f215465b21b5e6e2" providerId="LiveId" clId="{7F443BAA-879F-47BE-8398-9588C93176B7}" dt="2025-05-17T12:19:51.970" v="2712" actId="20577"/>
          <ac:spMkLst>
            <pc:docMk/>
            <pc:sldMk cId="2640991080" sldId="331"/>
            <ac:spMk id="10" creationId="{066DF0C8-7523-D85A-185E-88B8382E0E92}"/>
          </ac:spMkLst>
        </pc:spChg>
        <pc:spChg chg="mod">
          <ac:chgData name="Pascal Schirmer" userId="f215465b21b5e6e2" providerId="LiveId" clId="{7F443BAA-879F-47BE-8398-9588C93176B7}" dt="2025-05-17T08:25:09.467" v="2629"/>
          <ac:spMkLst>
            <pc:docMk/>
            <pc:sldMk cId="2640991080" sldId="331"/>
            <ac:spMk id="12" creationId="{78E04D1F-7307-4EF5-F084-97EBAAC8BB1E}"/>
          </ac:spMkLst>
        </pc:spChg>
        <pc:spChg chg="add del mod">
          <ac:chgData name="Pascal Schirmer" userId="f215465b21b5e6e2" providerId="LiveId" clId="{7F443BAA-879F-47BE-8398-9588C93176B7}" dt="2025-05-17T07:34:19.083" v="2262"/>
          <ac:spMkLst>
            <pc:docMk/>
            <pc:sldMk cId="2640991080" sldId="331"/>
            <ac:spMk id="22" creationId="{CA05827B-49E5-5702-8312-28D3330DA811}"/>
          </ac:spMkLst>
        </pc:spChg>
        <pc:spChg chg="add del mod">
          <ac:chgData name="Pascal Schirmer" userId="f215465b21b5e6e2" providerId="LiveId" clId="{7F443BAA-879F-47BE-8398-9588C93176B7}" dt="2025-05-17T08:05:01.338" v="2499" actId="3680"/>
          <ac:spMkLst>
            <pc:docMk/>
            <pc:sldMk cId="2640991080" sldId="331"/>
            <ac:spMk id="25" creationId="{49092662-AA74-BF20-7654-2AAD629F5D66}"/>
          </ac:spMkLst>
        </pc:spChg>
        <pc:graphicFrameChg chg="add del mod">
          <ac:chgData name="Pascal Schirmer" userId="f215465b21b5e6e2" providerId="LiveId" clId="{7F443BAA-879F-47BE-8398-9588C93176B7}" dt="2025-05-17T07:56:50.257" v="2473" actId="478"/>
          <ac:graphicFrameMkLst>
            <pc:docMk/>
            <pc:sldMk cId="2640991080" sldId="331"/>
            <ac:graphicFrameMk id="16" creationId="{26FF087D-A058-E6BA-EB21-91CCEA5EDE57}"/>
          </ac:graphicFrameMkLst>
        </pc:graphicFrameChg>
        <pc:graphicFrameChg chg="add del mod">
          <ac:chgData name="Pascal Schirmer" userId="f215465b21b5e6e2" providerId="LiveId" clId="{7F443BAA-879F-47BE-8398-9588C93176B7}" dt="2025-05-17T07:34:16.370" v="2259" actId="478"/>
          <ac:graphicFrameMkLst>
            <pc:docMk/>
            <pc:sldMk cId="2640991080" sldId="331"/>
            <ac:graphicFrameMk id="17" creationId="{8931F0E6-3D9B-C57E-80A0-2FDE37867B19}"/>
          </ac:graphicFrameMkLst>
        </pc:graphicFrameChg>
        <pc:graphicFrameChg chg="add mod">
          <ac:chgData name="Pascal Schirmer" userId="f215465b21b5e6e2" providerId="LiveId" clId="{7F443BAA-879F-47BE-8398-9588C93176B7}" dt="2025-05-17T12:12:34.331" v="2651" actId="14100"/>
          <ac:graphicFrameMkLst>
            <pc:docMk/>
            <pc:sldMk cId="2640991080" sldId="331"/>
            <ac:graphicFrameMk id="23" creationId="{8931F0E6-3D9B-C57E-80A0-2FDE37867B19}"/>
          </ac:graphicFrameMkLst>
        </pc:graphicFrameChg>
        <pc:graphicFrameChg chg="add mod ord modGraphic">
          <ac:chgData name="Pascal Schirmer" userId="f215465b21b5e6e2" providerId="LiveId" clId="{7F443BAA-879F-47BE-8398-9588C93176B7}" dt="2025-05-17T12:27:36.429" v="2871" actId="113"/>
          <ac:graphicFrameMkLst>
            <pc:docMk/>
            <pc:sldMk cId="2640991080" sldId="331"/>
            <ac:graphicFrameMk id="26" creationId="{CA9357F2-A579-1C3F-2F34-CBDC38950F13}"/>
          </ac:graphicFrameMkLst>
        </pc:graphicFrameChg>
        <pc:graphicFrameChg chg="add mod">
          <ac:chgData name="Pascal Schirmer" userId="f215465b21b5e6e2" providerId="LiveId" clId="{7F443BAA-879F-47BE-8398-9588C93176B7}" dt="2025-05-17T12:14:42.034" v="2665"/>
          <ac:graphicFrameMkLst>
            <pc:docMk/>
            <pc:sldMk cId="2640991080" sldId="331"/>
            <ac:graphicFrameMk id="27" creationId="{2828CA07-6D66-B03E-92DF-1A5C1E08C8C6}"/>
          </ac:graphicFrameMkLst>
        </pc:graphicFrameChg>
        <pc:graphicFrameChg chg="add mod modGraphic">
          <ac:chgData name="Pascal Schirmer" userId="f215465b21b5e6e2" providerId="LiveId" clId="{7F443BAA-879F-47BE-8398-9588C93176B7}" dt="2025-05-17T12:27:33.499" v="2870" actId="113"/>
          <ac:graphicFrameMkLst>
            <pc:docMk/>
            <pc:sldMk cId="2640991080" sldId="331"/>
            <ac:graphicFrameMk id="28" creationId="{3E977EE9-F04F-D270-5D4A-5DEF121EEA17}"/>
          </ac:graphicFrameMkLst>
        </pc:graphicFrameChg>
      </pc:sldChg>
      <pc:sldChg chg="modSp add del mod">
        <pc:chgData name="Pascal Schirmer" userId="f215465b21b5e6e2" providerId="LiveId" clId="{7F443BAA-879F-47BE-8398-9588C93176B7}" dt="2025-05-17T08:04:44.123" v="2497" actId="47"/>
        <pc:sldMkLst>
          <pc:docMk/>
          <pc:sldMk cId="1718403658" sldId="332"/>
        </pc:sldMkLst>
      </pc:sldChg>
      <pc:sldChg chg="addSp delSp modSp new mod modClrScheme chgLayout">
        <pc:chgData name="Pascal Schirmer" userId="f215465b21b5e6e2" providerId="LiveId" clId="{7F443BAA-879F-47BE-8398-9588C93176B7}" dt="2025-05-18T19:53:16.088" v="7229"/>
        <pc:sldMkLst>
          <pc:docMk/>
          <pc:sldMk cId="1005911267" sldId="333"/>
        </pc:sldMkLst>
        <pc:spChg chg="add mod">
          <ac:chgData name="Pascal Schirmer" userId="f215465b21b5e6e2" providerId="LiveId" clId="{7F443BAA-879F-47BE-8398-9588C93176B7}" dt="2025-05-18T19:53:16.088" v="7229"/>
          <ac:spMkLst>
            <pc:docMk/>
            <pc:sldMk cId="1005911267" sldId="333"/>
            <ac:spMk id="2" creationId="{80C0F6A2-0ED8-8C3D-224F-216EC4331ABA}"/>
          </ac:spMkLst>
        </pc:spChg>
        <pc:spChg chg="del mod ord">
          <ac:chgData name="Pascal Schirmer" userId="f215465b21b5e6e2" providerId="LiveId" clId="{7F443BAA-879F-47BE-8398-9588C93176B7}" dt="2025-05-17T07:47:45.759" v="2353" actId="700"/>
          <ac:spMkLst>
            <pc:docMk/>
            <pc:sldMk cId="1005911267" sldId="333"/>
            <ac:spMk id="2" creationId="{AFFD0B8D-DEBC-87DC-D2DE-3093426784AB}"/>
          </ac:spMkLst>
        </pc:spChg>
        <pc:spChg chg="mod ord">
          <ac:chgData name="Pascal Schirmer" userId="f215465b21b5e6e2" providerId="LiveId" clId="{7F443BAA-879F-47BE-8398-9588C93176B7}" dt="2025-05-17T07:47:45.759" v="2353" actId="700"/>
          <ac:spMkLst>
            <pc:docMk/>
            <pc:sldMk cId="1005911267" sldId="333"/>
            <ac:spMk id="4" creationId="{108A1CDD-700A-3914-93F6-3A1FC611AFF4}"/>
          </ac:spMkLst>
        </pc:spChg>
        <pc:spChg chg="mod ord">
          <ac:chgData name="Pascal Schirmer" userId="f215465b21b5e6e2" providerId="LiveId" clId="{7F443BAA-879F-47BE-8398-9588C93176B7}" dt="2025-05-17T07:47:45.759" v="2353" actId="700"/>
          <ac:spMkLst>
            <pc:docMk/>
            <pc:sldMk cId="1005911267" sldId="333"/>
            <ac:spMk id="5" creationId="{13512D97-8016-73B6-5304-8077E2C21F81}"/>
          </ac:spMkLst>
        </pc:spChg>
        <pc:spChg chg="mod ord">
          <ac:chgData name="Pascal Schirmer" userId="f215465b21b5e6e2" providerId="LiveId" clId="{7F443BAA-879F-47BE-8398-9588C93176B7}" dt="2025-05-17T07:47:45.759" v="2353" actId="700"/>
          <ac:spMkLst>
            <pc:docMk/>
            <pc:sldMk cId="1005911267" sldId="333"/>
            <ac:spMk id="6" creationId="{B1F60118-9BB7-34C5-9F28-F51ADFEFBCBF}"/>
          </ac:spMkLst>
        </pc:spChg>
        <pc:spChg chg="add mod ord">
          <ac:chgData name="Pascal Schirmer" userId="f215465b21b5e6e2" providerId="LiveId" clId="{7F443BAA-879F-47BE-8398-9588C93176B7}" dt="2025-05-18T08:15:41.651" v="5327" actId="20577"/>
          <ac:spMkLst>
            <pc:docMk/>
            <pc:sldMk cId="1005911267" sldId="333"/>
            <ac:spMk id="7" creationId="{B8393CB2-ACE0-97B3-8297-28A2A88FF696}"/>
          </ac:spMkLst>
        </pc:spChg>
        <pc:spChg chg="add mod ord">
          <ac:chgData name="Pascal Schirmer" userId="f215465b21b5e6e2" providerId="LiveId" clId="{7F443BAA-879F-47BE-8398-9588C93176B7}" dt="2025-05-17T12:46:38.701" v="3438"/>
          <ac:spMkLst>
            <pc:docMk/>
            <pc:sldMk cId="1005911267" sldId="333"/>
            <ac:spMk id="8" creationId="{C19019DD-F928-479D-8A0D-AAAF21D2E251}"/>
          </ac:spMkLst>
        </pc:spChg>
        <pc:spChg chg="add del mod ord">
          <ac:chgData name="Pascal Schirmer" userId="f215465b21b5e6e2" providerId="LiveId" clId="{7F443BAA-879F-47BE-8398-9588C93176B7}" dt="2025-05-18T11:34:00.155" v="6866" actId="20577"/>
          <ac:spMkLst>
            <pc:docMk/>
            <pc:sldMk cId="1005911267" sldId="333"/>
            <ac:spMk id="9" creationId="{B37208D4-FAFA-D0DC-6B05-89D03539431D}"/>
          </ac:spMkLst>
        </pc:spChg>
        <pc:spChg chg="add mod ord">
          <ac:chgData name="Pascal Schirmer" userId="f215465b21b5e6e2" providerId="LiveId" clId="{7F443BAA-879F-47BE-8398-9588C93176B7}" dt="2025-05-17T12:46:48.320" v="3439"/>
          <ac:spMkLst>
            <pc:docMk/>
            <pc:sldMk cId="1005911267" sldId="333"/>
            <ac:spMk id="10" creationId="{E4D4C35B-BC70-6F24-D91F-5D48A9FAEB26}"/>
          </ac:spMkLst>
        </pc:spChg>
        <pc:spChg chg="add del mod ord">
          <ac:chgData name="Pascal Schirmer" userId="f215465b21b5e6e2" providerId="LiveId" clId="{7F443BAA-879F-47BE-8398-9588C93176B7}" dt="2025-05-18T08:16:13.639" v="5329" actId="3680"/>
          <ac:spMkLst>
            <pc:docMk/>
            <pc:sldMk cId="1005911267" sldId="333"/>
            <ac:spMk id="11" creationId="{BCAFC440-C558-4D1C-FB06-72261359C5B1}"/>
          </ac:spMkLst>
        </pc:spChg>
        <pc:spChg chg="add mod ord">
          <ac:chgData name="Pascal Schirmer" userId="f215465b21b5e6e2" providerId="LiveId" clId="{7F443BAA-879F-47BE-8398-9588C93176B7}" dt="2025-05-17T08:24:59.454" v="2628" actId="20577"/>
          <ac:spMkLst>
            <pc:docMk/>
            <pc:sldMk cId="1005911267" sldId="333"/>
            <ac:spMk id="12" creationId="{C86CC024-1620-36F9-0794-ED786C477034}"/>
          </ac:spMkLst>
        </pc:spChg>
        <pc:spChg chg="del mod">
          <ac:chgData name="Pascal Schirmer" userId="f215465b21b5e6e2" providerId="LiveId" clId="{7F443BAA-879F-47BE-8398-9588C93176B7}" dt="2025-05-18T08:57:21.933" v="5504"/>
          <ac:spMkLst>
            <pc:docMk/>
            <pc:sldMk cId="1005911267" sldId="333"/>
            <ac:spMk id="13" creationId="{1622F33B-E101-DC73-F6E2-5D65D8DF88D5}"/>
          </ac:spMkLst>
        </pc:spChg>
        <pc:graphicFrameChg chg="add mod ord modGraphic">
          <ac:chgData name="Pascal Schirmer" userId="f215465b21b5e6e2" providerId="LiveId" clId="{7F443BAA-879F-47BE-8398-9588C93176B7}" dt="2025-05-18T08:39:25.514" v="5494" actId="113"/>
          <ac:graphicFrameMkLst>
            <pc:docMk/>
            <pc:sldMk cId="1005911267" sldId="333"/>
            <ac:graphicFrameMk id="14" creationId="{BE2FC20A-87BF-CDA8-25AF-37EF6E5F3779}"/>
          </ac:graphicFrameMkLst>
        </pc:graphicFrameChg>
        <pc:graphicFrameChg chg="add mod">
          <ac:chgData name="Pascal Schirmer" userId="f215465b21b5e6e2" providerId="LiveId" clId="{7F443BAA-879F-47BE-8398-9588C93176B7}" dt="2025-05-18T08:31:16.167" v="5420"/>
          <ac:graphicFrameMkLst>
            <pc:docMk/>
            <pc:sldMk cId="1005911267" sldId="333"/>
            <ac:graphicFrameMk id="15" creationId="{B63BBF56-DCA6-A719-69FB-0ED418C12E65}"/>
          </ac:graphicFrameMkLst>
        </pc:graphicFrameChg>
        <pc:graphicFrameChg chg="add mod">
          <ac:chgData name="Pascal Schirmer" userId="f215465b21b5e6e2" providerId="LiveId" clId="{7F443BAA-879F-47BE-8398-9588C93176B7}" dt="2025-05-18T08:57:21.933" v="5504"/>
          <ac:graphicFrameMkLst>
            <pc:docMk/>
            <pc:sldMk cId="1005911267" sldId="333"/>
            <ac:graphicFrameMk id="16" creationId="{F81013BC-8D7C-F138-41B5-C6F01B33FCAF}"/>
          </ac:graphicFrameMkLst>
        </pc:graphicFrameChg>
      </pc:sldChg>
      <pc:sldChg chg="addSp delSp modSp new mod">
        <pc:chgData name="Pascal Schirmer" userId="f215465b21b5e6e2" providerId="LiveId" clId="{7F443BAA-879F-47BE-8398-9588C93176B7}" dt="2025-05-18T19:53:08.722" v="7225"/>
        <pc:sldMkLst>
          <pc:docMk/>
          <pc:sldMk cId="2413954680" sldId="334"/>
        </pc:sldMkLst>
        <pc:spChg chg="mod">
          <ac:chgData name="Pascal Schirmer" userId="f215465b21b5e6e2" providerId="LiveId" clId="{7F443BAA-879F-47BE-8398-9588C93176B7}" dt="2025-05-17T07:59:39.003" v="2485" actId="313"/>
          <ac:spMkLst>
            <pc:docMk/>
            <pc:sldMk cId="2413954680" sldId="334"/>
            <ac:spMk id="2" creationId="{A8892D5C-2FBE-EC20-E56E-3F7571F94F3C}"/>
          </ac:spMkLst>
        </pc:spChg>
        <pc:spChg chg="mod">
          <ac:chgData name="Pascal Schirmer" userId="f215465b21b5e6e2" providerId="LiveId" clId="{7F443BAA-879F-47BE-8398-9588C93176B7}" dt="2025-05-17T12:17:20.034" v="2668" actId="313"/>
          <ac:spMkLst>
            <pc:docMk/>
            <pc:sldMk cId="2413954680" sldId="334"/>
            <ac:spMk id="3" creationId="{DA099012-F1A3-2586-313C-1D2880E2D1B4}"/>
          </ac:spMkLst>
        </pc:spChg>
        <pc:spChg chg="add mod">
          <ac:chgData name="Pascal Schirmer" userId="f215465b21b5e6e2" providerId="LiveId" clId="{7F443BAA-879F-47BE-8398-9588C93176B7}" dt="2025-05-18T19:53:08.722" v="7225"/>
          <ac:spMkLst>
            <pc:docMk/>
            <pc:sldMk cId="2413954680" sldId="334"/>
            <ac:spMk id="4" creationId="{2C8095E3-E0C9-9098-9C0B-602BDC1B786C}"/>
          </ac:spMkLst>
        </pc:spChg>
        <pc:spChg chg="del mod">
          <ac:chgData name="Pascal Schirmer" userId="f215465b21b5e6e2" providerId="LiveId" clId="{7F443BAA-879F-47BE-8398-9588C93176B7}" dt="2025-05-17T07:46:35.780" v="2351"/>
          <ac:spMkLst>
            <pc:docMk/>
            <pc:sldMk cId="2413954680" sldId="334"/>
            <ac:spMk id="4" creationId="{43037657-00AE-B2B4-FD2C-C89A6724C5A6}"/>
          </ac:spMkLst>
        </pc:spChg>
        <pc:spChg chg="mod">
          <ac:chgData name="Pascal Schirmer" userId="f215465b21b5e6e2" providerId="LiveId" clId="{7F443BAA-879F-47BE-8398-9588C93176B7}" dt="2025-05-17T12:34:33.914" v="2887" actId="20577"/>
          <ac:spMkLst>
            <pc:docMk/>
            <pc:sldMk cId="2413954680" sldId="334"/>
            <ac:spMk id="5" creationId="{1A18B292-3A6D-DF10-2CB0-A6A478D737D1}"/>
          </ac:spMkLst>
        </pc:spChg>
        <pc:spChg chg="mod">
          <ac:chgData name="Pascal Schirmer" userId="f215465b21b5e6e2" providerId="LiveId" clId="{7F443BAA-879F-47BE-8398-9588C93176B7}" dt="2025-05-17T12:42:06.163" v="3429" actId="20577"/>
          <ac:spMkLst>
            <pc:docMk/>
            <pc:sldMk cId="2413954680" sldId="334"/>
            <ac:spMk id="6" creationId="{DDEE5CD1-4B96-4806-DD15-890324416EDD}"/>
          </ac:spMkLst>
        </pc:spChg>
        <pc:graphicFrameChg chg="add mod">
          <ac:chgData name="Pascal Schirmer" userId="f215465b21b5e6e2" providerId="LiveId" clId="{7F443BAA-879F-47BE-8398-9588C93176B7}" dt="2025-05-17T12:40:18.691" v="3320" actId="14100"/>
          <ac:graphicFrameMkLst>
            <pc:docMk/>
            <pc:sldMk cId="2413954680" sldId="334"/>
            <ac:graphicFrameMk id="10" creationId="{1C2ADCF4-63EB-6CE5-BBCC-4239A0E38860}"/>
          </ac:graphicFrameMkLst>
        </pc:graphicFrameChg>
        <pc:graphicFrameChg chg="add mod modGraphic">
          <ac:chgData name="Pascal Schirmer" userId="f215465b21b5e6e2" providerId="LiveId" clId="{7F443BAA-879F-47BE-8398-9588C93176B7}" dt="2025-05-17T12:41:35.378" v="3347" actId="20577"/>
          <ac:graphicFrameMkLst>
            <pc:docMk/>
            <pc:sldMk cId="2413954680" sldId="334"/>
            <ac:graphicFrameMk id="11" creationId="{BEDEC47A-CF85-A6B0-6012-0ABC518A09A8}"/>
          </ac:graphicFrameMkLst>
        </pc:graphicFrameChg>
      </pc:sldChg>
      <pc:sldChg chg="addSp delSp modSp add mod">
        <pc:chgData name="Pascal Schirmer" userId="f215465b21b5e6e2" providerId="LiveId" clId="{7F443BAA-879F-47BE-8398-9588C93176B7}" dt="2025-05-18T19:53:20.504" v="7231"/>
        <pc:sldMkLst>
          <pc:docMk/>
          <pc:sldMk cId="3078594075" sldId="335"/>
        </pc:sldMkLst>
        <pc:spChg chg="mod">
          <ac:chgData name="Pascal Schirmer" userId="f215465b21b5e6e2" providerId="LiveId" clId="{7F443BAA-879F-47BE-8398-9588C93176B7}" dt="2025-05-18T08:15:29.689" v="5317" actId="20577"/>
          <ac:spMkLst>
            <pc:docMk/>
            <pc:sldMk cId="3078594075" sldId="335"/>
            <ac:spMk id="2" creationId="{A55643B7-18BA-4C03-7DAA-859C460C0908}"/>
          </ac:spMkLst>
        </pc:spChg>
        <pc:spChg chg="mod">
          <ac:chgData name="Pascal Schirmer" userId="f215465b21b5e6e2" providerId="LiveId" clId="{7F443BAA-879F-47BE-8398-9588C93176B7}" dt="2025-05-18T09:39:39.309" v="5537" actId="20577"/>
          <ac:spMkLst>
            <pc:docMk/>
            <pc:sldMk cId="3078594075" sldId="335"/>
            <ac:spMk id="3" creationId="{DC1C32C9-95AE-AEEC-B1CA-C1AD4D7ECE10}"/>
          </ac:spMkLst>
        </pc:spChg>
        <pc:spChg chg="add mod">
          <ac:chgData name="Pascal Schirmer" userId="f215465b21b5e6e2" providerId="LiveId" clId="{7F443BAA-879F-47BE-8398-9588C93176B7}" dt="2025-05-18T19:53:20.504" v="7231"/>
          <ac:spMkLst>
            <pc:docMk/>
            <pc:sldMk cId="3078594075" sldId="335"/>
            <ac:spMk id="4" creationId="{DF33CE44-A37D-2DE7-357F-11E55095CA82}"/>
          </ac:spMkLst>
        </pc:spChg>
        <pc:spChg chg="mod">
          <ac:chgData name="Pascal Schirmer" userId="f215465b21b5e6e2" providerId="LiveId" clId="{7F443BAA-879F-47BE-8398-9588C93176B7}" dt="2025-05-18T09:41:02.148" v="5555"/>
          <ac:spMkLst>
            <pc:docMk/>
            <pc:sldMk cId="3078594075" sldId="335"/>
            <ac:spMk id="5" creationId="{46753288-99F1-2000-6819-71CEB9078F8A}"/>
          </ac:spMkLst>
        </pc:spChg>
        <pc:spChg chg="mod">
          <ac:chgData name="Pascal Schirmer" userId="f215465b21b5e6e2" providerId="LiveId" clId="{7F443BAA-879F-47BE-8398-9588C93176B7}" dt="2025-05-18T11:40:43.819" v="7102" actId="20577"/>
          <ac:spMkLst>
            <pc:docMk/>
            <pc:sldMk cId="3078594075" sldId="335"/>
            <ac:spMk id="6" creationId="{DF115ED3-3B51-8463-13A3-8A47BC67D885}"/>
          </ac:spMkLst>
        </pc:spChg>
        <pc:spChg chg="add del mod">
          <ac:chgData name="Pascal Schirmer" userId="f215465b21b5e6e2" providerId="LiveId" clId="{7F443BAA-879F-47BE-8398-9588C93176B7}" dt="2025-05-18T09:39:11.676" v="5514"/>
          <ac:spMkLst>
            <pc:docMk/>
            <pc:sldMk cId="3078594075" sldId="335"/>
            <ac:spMk id="11" creationId="{AA4BFAB6-D52C-5A98-1036-606C9599784B}"/>
          </ac:spMkLst>
        </pc:spChg>
        <pc:graphicFrameChg chg="del">
          <ac:chgData name="Pascal Schirmer" userId="f215465b21b5e6e2" providerId="LiveId" clId="{7F443BAA-879F-47BE-8398-9588C93176B7}" dt="2025-05-17T08:23:50.742" v="2603" actId="478"/>
          <ac:graphicFrameMkLst>
            <pc:docMk/>
            <pc:sldMk cId="3078594075" sldId="335"/>
            <ac:graphicFrameMk id="10" creationId="{176DD9CA-794A-F0A1-9590-2359FA6D327C}"/>
          </ac:graphicFrameMkLst>
        </pc:graphicFrameChg>
        <pc:graphicFrameChg chg="add mod">
          <ac:chgData name="Pascal Schirmer" userId="f215465b21b5e6e2" providerId="LiveId" clId="{7F443BAA-879F-47BE-8398-9588C93176B7}" dt="2025-05-18T11:39:26.051" v="6893" actId="20577"/>
          <ac:graphicFrameMkLst>
            <pc:docMk/>
            <pc:sldMk cId="3078594075" sldId="335"/>
            <ac:graphicFrameMk id="12" creationId="{DA743F52-0018-B65E-1D5D-7D91A34DC77C}"/>
          </ac:graphicFrameMkLst>
        </pc:graphicFrameChg>
        <pc:graphicFrameChg chg="add mod modGraphic">
          <ac:chgData name="Pascal Schirmer" userId="f215465b21b5e6e2" providerId="LiveId" clId="{7F443BAA-879F-47BE-8398-9588C93176B7}" dt="2025-05-18T09:40:42.639" v="5554"/>
          <ac:graphicFrameMkLst>
            <pc:docMk/>
            <pc:sldMk cId="3078594075" sldId="335"/>
            <ac:graphicFrameMk id="13" creationId="{3D1563F8-9AE8-082B-402E-CE6206636AA7}"/>
          </ac:graphicFrameMkLst>
        </pc:graphicFrameChg>
      </pc:sldChg>
      <pc:sldChg chg="addSp delSp modSp new mod modClrScheme chgLayout">
        <pc:chgData name="Pascal Schirmer" userId="f215465b21b5e6e2" providerId="LiveId" clId="{7F443BAA-879F-47BE-8398-9588C93176B7}" dt="2025-05-18T19:53:24.853" v="7232"/>
        <pc:sldMkLst>
          <pc:docMk/>
          <pc:sldMk cId="2811658536" sldId="336"/>
        </pc:sldMkLst>
        <pc:spChg chg="add mod">
          <ac:chgData name="Pascal Schirmer" userId="f215465b21b5e6e2" providerId="LiveId" clId="{7F443BAA-879F-47BE-8398-9588C93176B7}" dt="2025-05-18T19:53:24.853" v="7232"/>
          <ac:spMkLst>
            <pc:docMk/>
            <pc:sldMk cId="2811658536" sldId="336"/>
            <ac:spMk id="2" creationId="{E1F43A6F-20EF-7A10-7069-B388F8EAF0C0}"/>
          </ac:spMkLst>
        </pc:spChg>
        <pc:spChg chg="del mod ord">
          <ac:chgData name="Pascal Schirmer" userId="f215465b21b5e6e2" providerId="LiveId" clId="{7F443BAA-879F-47BE-8398-9588C93176B7}" dt="2025-05-18T09:41:27.600" v="5556" actId="700"/>
          <ac:spMkLst>
            <pc:docMk/>
            <pc:sldMk cId="2811658536" sldId="336"/>
            <ac:spMk id="2" creationId="{E39EE7FB-A182-8EE0-B206-B2B2ACC852A9}"/>
          </ac:spMkLst>
        </pc:spChg>
        <pc:spChg chg="del mod ord">
          <ac:chgData name="Pascal Schirmer" userId="f215465b21b5e6e2" providerId="LiveId" clId="{7F443BAA-879F-47BE-8398-9588C93176B7}" dt="2025-05-18T09:41:27.600" v="5556" actId="700"/>
          <ac:spMkLst>
            <pc:docMk/>
            <pc:sldMk cId="2811658536" sldId="336"/>
            <ac:spMk id="3" creationId="{8C83DA92-4CBE-800F-D7F6-20E102985E07}"/>
          </ac:spMkLst>
        </pc:spChg>
        <pc:spChg chg="mod ord">
          <ac:chgData name="Pascal Schirmer" userId="f215465b21b5e6e2" providerId="LiveId" clId="{7F443BAA-879F-47BE-8398-9588C93176B7}" dt="2025-05-18T09:41:27.600" v="5556" actId="700"/>
          <ac:spMkLst>
            <pc:docMk/>
            <pc:sldMk cId="2811658536" sldId="336"/>
            <ac:spMk id="4" creationId="{1823F710-86AD-8182-92FE-3D8F3E8851C7}"/>
          </ac:spMkLst>
        </pc:spChg>
        <pc:spChg chg="mod ord">
          <ac:chgData name="Pascal Schirmer" userId="f215465b21b5e6e2" providerId="LiveId" clId="{7F443BAA-879F-47BE-8398-9588C93176B7}" dt="2025-05-18T09:41:27.600" v="5556" actId="700"/>
          <ac:spMkLst>
            <pc:docMk/>
            <pc:sldMk cId="2811658536" sldId="336"/>
            <ac:spMk id="5" creationId="{D1D21FAE-52E1-2F94-2C09-B233EAC5D5D8}"/>
          </ac:spMkLst>
        </pc:spChg>
        <pc:spChg chg="mod ord">
          <ac:chgData name="Pascal Schirmer" userId="f215465b21b5e6e2" providerId="LiveId" clId="{7F443BAA-879F-47BE-8398-9588C93176B7}" dt="2025-05-18T09:41:27.600" v="5556" actId="700"/>
          <ac:spMkLst>
            <pc:docMk/>
            <pc:sldMk cId="2811658536" sldId="336"/>
            <ac:spMk id="6" creationId="{012F2907-F7B6-3EA5-1A06-DAC0994D1519}"/>
          </ac:spMkLst>
        </pc:spChg>
        <pc:spChg chg="add mod ord">
          <ac:chgData name="Pascal Schirmer" userId="f215465b21b5e6e2" providerId="LiveId" clId="{7F443BAA-879F-47BE-8398-9588C93176B7}" dt="2025-05-18T09:41:43.594" v="5601" actId="20577"/>
          <ac:spMkLst>
            <pc:docMk/>
            <pc:sldMk cId="2811658536" sldId="336"/>
            <ac:spMk id="7" creationId="{A4F1EB4B-1048-36E6-0D32-1CAA6B48A295}"/>
          </ac:spMkLst>
        </pc:spChg>
        <pc:spChg chg="add mod ord">
          <ac:chgData name="Pascal Schirmer" userId="f215465b21b5e6e2" providerId="LiveId" clId="{7F443BAA-879F-47BE-8398-9588C93176B7}" dt="2025-05-18T09:44:59.221" v="5620" actId="20577"/>
          <ac:spMkLst>
            <pc:docMk/>
            <pc:sldMk cId="2811658536" sldId="336"/>
            <ac:spMk id="8" creationId="{9901A315-69AC-5BDA-E1EF-24A7E1D317AA}"/>
          </ac:spMkLst>
        </pc:spChg>
        <pc:spChg chg="add del mod ord">
          <ac:chgData name="Pascal Schirmer" userId="f215465b21b5e6e2" providerId="LiveId" clId="{7F443BAA-879F-47BE-8398-9588C93176B7}" dt="2025-05-18T09:46:22.821" v="5625"/>
          <ac:spMkLst>
            <pc:docMk/>
            <pc:sldMk cId="2811658536" sldId="336"/>
            <ac:spMk id="9" creationId="{8550CC28-FACB-5478-78DC-AB979F41FB46}"/>
          </ac:spMkLst>
        </pc:spChg>
        <pc:spChg chg="add mod ord">
          <ac:chgData name="Pascal Schirmer" userId="f215465b21b5e6e2" providerId="LiveId" clId="{7F443BAA-879F-47BE-8398-9588C93176B7}" dt="2025-05-18T09:45:08.973" v="5622" actId="20577"/>
          <ac:spMkLst>
            <pc:docMk/>
            <pc:sldMk cId="2811658536" sldId="336"/>
            <ac:spMk id="10" creationId="{1ABE2A92-3896-11E9-1761-8694300252DE}"/>
          </ac:spMkLst>
        </pc:spChg>
        <pc:spChg chg="add mod ord">
          <ac:chgData name="Pascal Schirmer" userId="f215465b21b5e6e2" providerId="LiveId" clId="{7F443BAA-879F-47BE-8398-9588C93176B7}" dt="2025-05-18T09:54:28.701" v="5886" actId="20577"/>
          <ac:spMkLst>
            <pc:docMk/>
            <pc:sldMk cId="2811658536" sldId="336"/>
            <ac:spMk id="11" creationId="{D8AB52EE-294F-0C85-BB5B-5E19A24BF3C9}"/>
          </ac:spMkLst>
        </pc:spChg>
        <pc:graphicFrameChg chg="add mod">
          <ac:chgData name="Pascal Schirmer" userId="f215465b21b5e6e2" providerId="LiveId" clId="{7F443BAA-879F-47BE-8398-9588C93176B7}" dt="2025-05-18T09:46:58.172" v="5634" actId="14100"/>
          <ac:graphicFrameMkLst>
            <pc:docMk/>
            <pc:sldMk cId="2811658536" sldId="336"/>
            <ac:graphicFrameMk id="12" creationId="{DA743F52-0018-B65E-1D5D-7D91A34DC77C}"/>
          </ac:graphicFrameMkLst>
        </pc:graphicFrameChg>
        <pc:graphicFrameChg chg="add mod modGraphic">
          <ac:chgData name="Pascal Schirmer" userId="f215465b21b5e6e2" providerId="LiveId" clId="{7F443BAA-879F-47BE-8398-9588C93176B7}" dt="2025-05-18T09:47:23.881" v="5660" actId="20577"/>
          <ac:graphicFrameMkLst>
            <pc:docMk/>
            <pc:sldMk cId="2811658536" sldId="336"/>
            <ac:graphicFrameMk id="13" creationId="{FA085F39-CA0B-836E-D46A-379D93ACC4A6}"/>
          </ac:graphicFrameMkLst>
        </pc:graphicFrameChg>
        <pc:graphicFrameChg chg="add mod">
          <ac:chgData name="Pascal Schirmer" userId="f215465b21b5e6e2" providerId="LiveId" clId="{7F443BAA-879F-47BE-8398-9588C93176B7}" dt="2025-05-18T09:52:11.557" v="5662"/>
          <ac:graphicFrameMkLst>
            <pc:docMk/>
            <pc:sldMk cId="2811658536" sldId="336"/>
            <ac:graphicFrameMk id="14" creationId="{2BFD09EC-A3CC-4666-1DEB-ADD6ED3E002F}"/>
          </ac:graphicFrameMkLst>
        </pc:graphicFrameChg>
      </pc:sldChg>
      <pc:sldChg chg="add">
        <pc:chgData name="Pascal Schirmer" userId="f215465b21b5e6e2" providerId="LiveId" clId="{7F443BAA-879F-47BE-8398-9588C93176B7}" dt="2025-05-18T08:11:44.718" v="5316"/>
        <pc:sldMkLst>
          <pc:docMk/>
          <pc:sldMk cId="1268009451" sldId="337"/>
        </pc:sldMkLst>
      </pc:sldChg>
      <pc:sldChg chg="addSp delSp modSp add mod">
        <pc:chgData name="Pascal Schirmer" userId="f215465b21b5e6e2" providerId="LiveId" clId="{7F443BAA-879F-47BE-8398-9588C93176B7}" dt="2025-05-18T19:53:17.462" v="7230"/>
        <pc:sldMkLst>
          <pc:docMk/>
          <pc:sldMk cId="4240759772" sldId="338"/>
        </pc:sldMkLst>
        <pc:spChg chg="add mod">
          <ac:chgData name="Pascal Schirmer" userId="f215465b21b5e6e2" providerId="LiveId" clId="{7F443BAA-879F-47BE-8398-9588C93176B7}" dt="2025-05-18T19:53:17.462" v="7230"/>
          <ac:spMkLst>
            <pc:docMk/>
            <pc:sldMk cId="4240759772" sldId="338"/>
            <ac:spMk id="2" creationId="{FDD0BF72-1F9B-BBC6-337D-B83E3144A87E}"/>
          </ac:spMkLst>
        </pc:spChg>
        <pc:spChg chg="mod">
          <ac:chgData name="Pascal Schirmer" userId="f215465b21b5e6e2" providerId="LiveId" clId="{7F443BAA-879F-47BE-8398-9588C93176B7}" dt="2025-05-18T08:31:23.570" v="5425" actId="20577"/>
          <ac:spMkLst>
            <pc:docMk/>
            <pc:sldMk cId="4240759772" sldId="338"/>
            <ac:spMk id="7" creationId="{715C8F65-238E-97AA-5E8F-560D13930FAE}"/>
          </ac:spMkLst>
        </pc:spChg>
        <pc:spChg chg="mod">
          <ac:chgData name="Pascal Schirmer" userId="f215465b21b5e6e2" providerId="LiveId" clId="{7F443BAA-879F-47BE-8398-9588C93176B7}" dt="2025-05-18T11:34:33.376" v="6891" actId="20577"/>
          <ac:spMkLst>
            <pc:docMk/>
            <pc:sldMk cId="4240759772" sldId="338"/>
            <ac:spMk id="9" creationId="{54AD359C-0EED-50CC-663D-D4B8A9FD02BF}"/>
          </ac:spMkLst>
        </pc:spChg>
        <pc:spChg chg="add del mod">
          <ac:chgData name="Pascal Schirmer" userId="f215465b21b5e6e2" providerId="LiveId" clId="{7F443BAA-879F-47BE-8398-9588C93176B7}" dt="2025-05-18T08:57:30.545" v="5507"/>
          <ac:spMkLst>
            <pc:docMk/>
            <pc:sldMk cId="4240759772" sldId="338"/>
            <ac:spMk id="11" creationId="{C1491EB6-041E-74DE-57B4-5474B8C91D7D}"/>
          </ac:spMkLst>
        </pc:spChg>
        <pc:spChg chg="del mod">
          <ac:chgData name="Pascal Schirmer" userId="f215465b21b5e6e2" providerId="LiveId" clId="{7F443BAA-879F-47BE-8398-9588C93176B7}" dt="2025-05-18T08:51:09.206" v="5497"/>
          <ac:spMkLst>
            <pc:docMk/>
            <pc:sldMk cId="4240759772" sldId="338"/>
            <ac:spMk id="13" creationId="{EB645EC6-476E-FFED-1247-31CA27693B2D}"/>
          </ac:spMkLst>
        </pc:spChg>
        <pc:graphicFrameChg chg="add del mod">
          <ac:chgData name="Pascal Schirmer" userId="f215465b21b5e6e2" providerId="LiveId" clId="{7F443BAA-879F-47BE-8398-9588C93176B7}" dt="2025-05-18T08:57:18.174" v="5501" actId="21"/>
          <ac:graphicFrameMkLst>
            <pc:docMk/>
            <pc:sldMk cId="4240759772" sldId="338"/>
            <ac:graphicFrameMk id="2" creationId="{F81013BC-8D7C-F138-41B5-C6F01B33FCAF}"/>
          </ac:graphicFrameMkLst>
        </pc:graphicFrameChg>
        <pc:graphicFrameChg chg="modGraphic">
          <ac:chgData name="Pascal Schirmer" userId="f215465b21b5e6e2" providerId="LiveId" clId="{7F443BAA-879F-47BE-8398-9588C93176B7}" dt="2025-05-18T08:39:20.943" v="5493" actId="113"/>
          <ac:graphicFrameMkLst>
            <pc:docMk/>
            <pc:sldMk cId="4240759772" sldId="338"/>
            <ac:graphicFrameMk id="14" creationId="{817749C1-36C8-37F7-D9B9-D5574B7BD6D4}"/>
          </ac:graphicFrameMkLst>
        </pc:graphicFrameChg>
        <pc:graphicFrameChg chg="add mod">
          <ac:chgData name="Pascal Schirmer" userId="f215465b21b5e6e2" providerId="LiveId" clId="{7F443BAA-879F-47BE-8398-9588C93176B7}" dt="2025-05-18T08:57:48.713" v="5511" actId="207"/>
          <ac:graphicFrameMkLst>
            <pc:docMk/>
            <pc:sldMk cId="4240759772" sldId="338"/>
            <ac:graphicFrameMk id="15" creationId="{FCEFB198-4DBF-DBB7-9F8E-0390F2F548FD}"/>
          </ac:graphicFrameMkLst>
        </pc:graphicFrameChg>
      </pc:sldChg>
      <pc:sldChg chg="modSp add mod">
        <pc:chgData name="Pascal Schirmer" userId="f215465b21b5e6e2" providerId="LiveId" clId="{7F443BAA-879F-47BE-8398-9588C93176B7}" dt="2025-05-18T19:45:47.125" v="7189" actId="20577"/>
        <pc:sldMkLst>
          <pc:docMk/>
          <pc:sldMk cId="3190996537" sldId="339"/>
        </pc:sldMkLst>
        <pc:spChg chg="mod">
          <ac:chgData name="Pascal Schirmer" userId="f215465b21b5e6e2" providerId="LiveId" clId="{7F443BAA-879F-47BE-8398-9588C93176B7}" dt="2025-05-18T19:45:47.125" v="7189" actId="20577"/>
          <ac:spMkLst>
            <pc:docMk/>
            <pc:sldMk cId="3190996537" sldId="339"/>
            <ac:spMk id="7" creationId="{E77BFFD4-6BCC-DC9D-12F6-B26EF6AB35D6}"/>
          </ac:spMkLst>
        </pc:spChg>
        <pc:spChg chg="mod">
          <ac:chgData name="Pascal Schirmer" userId="f215465b21b5e6e2" providerId="LiveId" clId="{7F443BAA-879F-47BE-8398-9588C93176B7}" dt="2025-05-18T09:42:45.195" v="5618" actId="20577"/>
          <ac:spMkLst>
            <pc:docMk/>
            <pc:sldMk cId="3190996537" sldId="339"/>
            <ac:spMk id="8" creationId="{64558CDA-A5F6-3A1C-3321-E089B89996DC}"/>
          </ac:spMkLst>
        </pc:spChg>
      </pc:sldChg>
      <pc:sldChg chg="addSp delSp modSp add mod">
        <pc:chgData name="Pascal Schirmer" userId="f215465b21b5e6e2" providerId="LiveId" clId="{7F443BAA-879F-47BE-8398-9588C93176B7}" dt="2025-05-18T19:53:31.447" v="7235" actId="20577"/>
        <pc:sldMkLst>
          <pc:docMk/>
          <pc:sldMk cId="1747129927" sldId="340"/>
        </pc:sldMkLst>
        <pc:spChg chg="add mod">
          <ac:chgData name="Pascal Schirmer" userId="f215465b21b5e6e2" providerId="LiveId" clId="{7F443BAA-879F-47BE-8398-9588C93176B7}" dt="2025-05-18T19:53:26.756" v="7233"/>
          <ac:spMkLst>
            <pc:docMk/>
            <pc:sldMk cId="1747129927" sldId="340"/>
            <ac:spMk id="2" creationId="{225E6E82-D8B8-6397-5C89-00C09DF94B26}"/>
          </ac:spMkLst>
        </pc:spChg>
        <pc:spChg chg="add del mod">
          <ac:chgData name="Pascal Schirmer" userId="f215465b21b5e6e2" providerId="LiveId" clId="{7F443BAA-879F-47BE-8398-9588C93176B7}" dt="2025-05-18T09:58:47.837" v="5990"/>
          <ac:spMkLst>
            <pc:docMk/>
            <pc:sldMk cId="1747129927" sldId="340"/>
            <ac:spMk id="3" creationId="{ECC7AA62-2BC6-8471-31CE-E2F6A3AE0D51}"/>
          </ac:spMkLst>
        </pc:spChg>
        <pc:spChg chg="mod">
          <ac:chgData name="Pascal Schirmer" userId="f215465b21b5e6e2" providerId="LiveId" clId="{7F443BAA-879F-47BE-8398-9588C93176B7}" dt="2025-05-18T19:53:31.447" v="7235" actId="20577"/>
          <ac:spMkLst>
            <pc:docMk/>
            <pc:sldMk cId="1747129927" sldId="340"/>
            <ac:spMk id="7" creationId="{F0238C73-4AA7-402B-D3C8-A3FFCF13216E}"/>
          </ac:spMkLst>
        </pc:spChg>
        <pc:spChg chg="mod">
          <ac:chgData name="Pascal Schirmer" userId="f215465b21b5e6e2" providerId="LiveId" clId="{7F443BAA-879F-47BE-8398-9588C93176B7}" dt="2025-05-18T10:00:25.873" v="6125" actId="20577"/>
          <ac:spMkLst>
            <pc:docMk/>
            <pc:sldMk cId="1747129927" sldId="340"/>
            <ac:spMk id="11" creationId="{6A184987-3E80-E191-5344-2ADA3158EF6B}"/>
          </ac:spMkLst>
        </pc:spChg>
        <pc:spChg chg="add del mod">
          <ac:chgData name="Pascal Schirmer" userId="f215465b21b5e6e2" providerId="LiveId" clId="{7F443BAA-879F-47BE-8398-9588C93176B7}" dt="2025-05-18T09:59:23.556" v="5994"/>
          <ac:spMkLst>
            <pc:docMk/>
            <pc:sldMk cId="1747129927" sldId="340"/>
            <ac:spMk id="15" creationId="{F1081F35-E6C9-9A57-D8F1-1074D8BBCC4F}"/>
          </ac:spMkLst>
        </pc:spChg>
        <pc:graphicFrameChg chg="add del mod">
          <ac:chgData name="Pascal Schirmer" userId="f215465b21b5e6e2" providerId="LiveId" clId="{7F443BAA-879F-47BE-8398-9588C93176B7}" dt="2025-05-18T09:59:21.514" v="5991" actId="478"/>
          <ac:graphicFrameMkLst>
            <pc:docMk/>
            <pc:sldMk cId="1747129927" sldId="340"/>
            <ac:graphicFrameMk id="9" creationId="{DA743F52-0018-B65E-1D5D-7D91A34DC77C}"/>
          </ac:graphicFrameMkLst>
        </pc:graphicFrameChg>
        <pc:graphicFrameChg chg="del">
          <ac:chgData name="Pascal Schirmer" userId="f215465b21b5e6e2" providerId="LiveId" clId="{7F443BAA-879F-47BE-8398-9588C93176B7}" dt="2025-05-18T09:58:44.471" v="5987" actId="478"/>
          <ac:graphicFrameMkLst>
            <pc:docMk/>
            <pc:sldMk cId="1747129927" sldId="340"/>
            <ac:graphicFrameMk id="12" creationId="{23CF5D52-4006-6829-B62D-93D35A4417CD}"/>
          </ac:graphicFrameMkLst>
        </pc:graphicFrameChg>
        <pc:graphicFrameChg chg="mod modGraphic">
          <ac:chgData name="Pascal Schirmer" userId="f215465b21b5e6e2" providerId="LiveId" clId="{7F443BAA-879F-47BE-8398-9588C93176B7}" dt="2025-05-18T09:58:03.863" v="5986" actId="20577"/>
          <ac:graphicFrameMkLst>
            <pc:docMk/>
            <pc:sldMk cId="1747129927" sldId="340"/>
            <ac:graphicFrameMk id="13" creationId="{9EC7783D-EB63-CDD9-DF08-CA7C0A76F7A2}"/>
          </ac:graphicFrameMkLst>
        </pc:graphicFrameChg>
        <pc:graphicFrameChg chg="add mod">
          <ac:chgData name="Pascal Schirmer" userId="f215465b21b5e6e2" providerId="LiveId" clId="{7F443BAA-879F-47BE-8398-9588C93176B7}" dt="2025-05-18T11:30:45.458" v="6694" actId="692"/>
          <ac:graphicFrameMkLst>
            <pc:docMk/>
            <pc:sldMk cId="1747129927" sldId="340"/>
            <ac:graphicFrameMk id="16" creationId="{DA743F52-0018-B65E-1D5D-7D91A34DC77C}"/>
          </ac:graphicFrameMkLst>
        </pc:graphicFrameChg>
      </pc:sldChg>
      <pc:sldChg chg="addSp delSp modSp new mod modClrScheme chgLayout">
        <pc:chgData name="Pascal Schirmer" userId="f215465b21b5e6e2" providerId="LiveId" clId="{7F443BAA-879F-47BE-8398-9588C93176B7}" dt="2025-05-18T20:06:04.320" v="7624" actId="20577"/>
        <pc:sldMkLst>
          <pc:docMk/>
          <pc:sldMk cId="3848389169" sldId="341"/>
        </pc:sldMkLst>
        <pc:spChg chg="del mod ord">
          <ac:chgData name="Pascal Schirmer" userId="f215465b21b5e6e2" providerId="LiveId" clId="{7F443BAA-879F-47BE-8398-9588C93176B7}" dt="2025-05-18T19:05:05.765" v="7104" actId="700"/>
          <ac:spMkLst>
            <pc:docMk/>
            <pc:sldMk cId="3848389169" sldId="341"/>
            <ac:spMk id="2" creationId="{EF083645-FEC3-64DA-1AB4-8C9E55BD6A6A}"/>
          </ac:spMkLst>
        </pc:spChg>
        <pc:spChg chg="del mod ord">
          <ac:chgData name="Pascal Schirmer" userId="f215465b21b5e6e2" providerId="LiveId" clId="{7F443BAA-879F-47BE-8398-9588C93176B7}" dt="2025-05-18T19:05:05.765" v="7104" actId="700"/>
          <ac:spMkLst>
            <pc:docMk/>
            <pc:sldMk cId="3848389169" sldId="341"/>
            <ac:spMk id="3" creationId="{2EC8FF30-9427-2163-35DA-9CC1836EB40B}"/>
          </ac:spMkLst>
        </pc:spChg>
        <pc:spChg chg="mod ord">
          <ac:chgData name="Pascal Schirmer" userId="f215465b21b5e6e2" providerId="LiveId" clId="{7F443BAA-879F-47BE-8398-9588C93176B7}" dt="2025-05-18T19:05:05.765" v="7104" actId="700"/>
          <ac:spMkLst>
            <pc:docMk/>
            <pc:sldMk cId="3848389169" sldId="341"/>
            <ac:spMk id="4" creationId="{4FA6B4D6-F35E-8045-8092-CE41A082F5E2}"/>
          </ac:spMkLst>
        </pc:spChg>
        <pc:spChg chg="mod ord">
          <ac:chgData name="Pascal Schirmer" userId="f215465b21b5e6e2" providerId="LiveId" clId="{7F443BAA-879F-47BE-8398-9588C93176B7}" dt="2025-05-18T19:05:05.765" v="7104" actId="700"/>
          <ac:spMkLst>
            <pc:docMk/>
            <pc:sldMk cId="3848389169" sldId="341"/>
            <ac:spMk id="5" creationId="{82C81166-D12D-A1E7-24A2-78076DBEBC1F}"/>
          </ac:spMkLst>
        </pc:spChg>
        <pc:spChg chg="mod ord">
          <ac:chgData name="Pascal Schirmer" userId="f215465b21b5e6e2" providerId="LiveId" clId="{7F443BAA-879F-47BE-8398-9588C93176B7}" dt="2025-05-18T19:05:05.765" v="7104" actId="700"/>
          <ac:spMkLst>
            <pc:docMk/>
            <pc:sldMk cId="3848389169" sldId="341"/>
            <ac:spMk id="6" creationId="{F8F486E8-C308-3995-A08D-80982C5423F7}"/>
          </ac:spMkLst>
        </pc:spChg>
        <pc:spChg chg="add mod ord">
          <ac:chgData name="Pascal Schirmer" userId="f215465b21b5e6e2" providerId="LiveId" clId="{7F443BAA-879F-47BE-8398-9588C93176B7}" dt="2025-05-18T19:05:23.242" v="7155" actId="20577"/>
          <ac:spMkLst>
            <pc:docMk/>
            <pc:sldMk cId="3848389169" sldId="341"/>
            <ac:spMk id="7" creationId="{2C27AC2C-A746-CCFF-F490-68AA7DB6F50B}"/>
          </ac:spMkLst>
        </pc:spChg>
        <pc:spChg chg="add mod ord">
          <ac:chgData name="Pascal Schirmer" userId="f215465b21b5e6e2" providerId="LiveId" clId="{7F443BAA-879F-47BE-8398-9588C93176B7}" dt="2025-05-18T20:06:04.320" v="7624" actId="20577"/>
          <ac:spMkLst>
            <pc:docMk/>
            <pc:sldMk cId="3848389169" sldId="341"/>
            <ac:spMk id="8" creationId="{0803BC14-6C34-5A34-029A-D60401EE278D}"/>
          </ac:spMkLst>
        </pc:spChg>
        <pc:spChg chg="add del mod ord">
          <ac:chgData name="Pascal Schirmer" userId="f215465b21b5e6e2" providerId="LiveId" clId="{7F443BAA-879F-47BE-8398-9588C93176B7}" dt="2025-05-18T19:59:13.528" v="7237" actId="22"/>
          <ac:spMkLst>
            <pc:docMk/>
            <pc:sldMk cId="3848389169" sldId="341"/>
            <ac:spMk id="9" creationId="{68BE2710-093D-3A0C-F258-1D8CF75D803D}"/>
          </ac:spMkLst>
        </pc:spChg>
        <pc:spChg chg="add del mod ord">
          <ac:chgData name="Pascal Schirmer" userId="f215465b21b5e6e2" providerId="LiveId" clId="{7F443BAA-879F-47BE-8398-9588C93176B7}" dt="2025-05-18T19:59:58.521" v="7263"/>
          <ac:spMkLst>
            <pc:docMk/>
            <pc:sldMk cId="3848389169" sldId="341"/>
            <ac:spMk id="10" creationId="{D352E862-C06B-2C14-F0D0-84EDC6A63D75}"/>
          </ac:spMkLst>
        </pc:spChg>
        <pc:spChg chg="add mod">
          <ac:chgData name="Pascal Schirmer" userId="f215465b21b5e6e2" providerId="LiveId" clId="{7F443BAA-879F-47BE-8398-9588C93176B7}" dt="2025-05-18T19:53:10.910" v="7226"/>
          <ac:spMkLst>
            <pc:docMk/>
            <pc:sldMk cId="3848389169" sldId="341"/>
            <ac:spMk id="11" creationId="{F926A06E-63A9-64F4-CB08-434514172730}"/>
          </ac:spMkLst>
        </pc:spChg>
        <pc:spChg chg="add del mod">
          <ac:chgData name="Pascal Schirmer" userId="f215465b21b5e6e2" providerId="LiveId" clId="{7F443BAA-879F-47BE-8398-9588C93176B7}" dt="2025-05-18T20:02:00.359" v="7495" actId="22"/>
          <ac:spMkLst>
            <pc:docMk/>
            <pc:sldMk cId="3848389169" sldId="341"/>
            <ac:spMk id="17" creationId="{88084985-E1FA-0F52-05DB-C0E5EA3A6F4F}"/>
          </ac:spMkLst>
        </pc:spChg>
        <pc:picChg chg="add del mod ord">
          <ac:chgData name="Pascal Schirmer" userId="f215465b21b5e6e2" providerId="LiveId" clId="{7F443BAA-879F-47BE-8398-9588C93176B7}" dt="2025-05-18T19:59:56.549" v="7261" actId="21"/>
          <ac:picMkLst>
            <pc:docMk/>
            <pc:sldMk cId="3848389169" sldId="341"/>
            <ac:picMk id="13" creationId="{F80C5EFC-6B00-6E9B-BDCD-CD3D0C3DC899}"/>
          </ac:picMkLst>
        </pc:picChg>
        <pc:picChg chg="add mod">
          <ac:chgData name="Pascal Schirmer" userId="f215465b21b5e6e2" providerId="LiveId" clId="{7F443BAA-879F-47BE-8398-9588C93176B7}" dt="2025-05-18T20:03:38.294" v="7552" actId="1035"/>
          <ac:picMkLst>
            <pc:docMk/>
            <pc:sldMk cId="3848389169" sldId="341"/>
            <ac:picMk id="15" creationId="{30FBA239-3415-4C57-DB6A-9DD3CD47A079}"/>
          </ac:picMkLst>
        </pc:picChg>
        <pc:picChg chg="add mod">
          <ac:chgData name="Pascal Schirmer" userId="f215465b21b5e6e2" providerId="LiveId" clId="{7F443BAA-879F-47BE-8398-9588C93176B7}" dt="2025-05-18T20:03:38.294" v="7552" actId="1035"/>
          <ac:picMkLst>
            <pc:docMk/>
            <pc:sldMk cId="3848389169" sldId="341"/>
            <ac:picMk id="18" creationId="{F80C5EFC-6B00-6E9B-BDCD-CD3D0C3DC899}"/>
          </ac:picMkLst>
        </pc:picChg>
        <pc:picChg chg="add del mod ord">
          <ac:chgData name="Pascal Schirmer" userId="f215465b21b5e6e2" providerId="LiveId" clId="{7F443BAA-879F-47BE-8398-9588C93176B7}" dt="2025-05-18T20:00:41.428" v="7274" actId="22"/>
          <ac:picMkLst>
            <pc:docMk/>
            <pc:sldMk cId="3848389169" sldId="341"/>
            <ac:picMk id="20" creationId="{9C29A7F0-97C4-8C6A-5E1C-FBF7334C3722}"/>
          </ac:picMkLst>
        </pc:picChg>
        <pc:picChg chg="add del">
          <ac:chgData name="Pascal Schirmer" userId="f215465b21b5e6e2" providerId="LiveId" clId="{7F443BAA-879F-47BE-8398-9588C93176B7}" dt="2025-05-18T20:00:40.879" v="7273" actId="22"/>
          <ac:picMkLst>
            <pc:docMk/>
            <pc:sldMk cId="3848389169" sldId="341"/>
            <ac:picMk id="22" creationId="{DC3D06EC-AA77-F744-AE90-9334C4A00234}"/>
          </ac:picMkLst>
        </pc:picChg>
        <pc:picChg chg="add del">
          <ac:chgData name="Pascal Schirmer" userId="f215465b21b5e6e2" providerId="LiveId" clId="{7F443BAA-879F-47BE-8398-9588C93176B7}" dt="2025-05-18T20:00:40.343" v="7272" actId="22"/>
          <ac:picMkLst>
            <pc:docMk/>
            <pc:sldMk cId="3848389169" sldId="341"/>
            <ac:picMk id="24" creationId="{2F3906CC-551E-E8BA-23E4-80375BE9B1CE}"/>
          </ac:picMkLst>
        </pc:picChg>
        <pc:picChg chg="add mod ord">
          <ac:chgData name="Pascal Schirmer" userId="f215465b21b5e6e2" providerId="LiveId" clId="{7F443BAA-879F-47BE-8398-9588C93176B7}" dt="2025-05-18T20:04:49.499" v="7582" actId="1076"/>
          <ac:picMkLst>
            <pc:docMk/>
            <pc:sldMk cId="3848389169" sldId="341"/>
            <ac:picMk id="26" creationId="{406BCDA8-3BF5-FF8C-9405-6AB0D838DC6E}"/>
          </ac:picMkLst>
        </pc:picChg>
        <pc:picChg chg="add mod">
          <ac:chgData name="Pascal Schirmer" userId="f215465b21b5e6e2" providerId="LiveId" clId="{7F443BAA-879F-47BE-8398-9588C93176B7}" dt="2025-05-18T20:03:38.294" v="7552" actId="1035"/>
          <ac:picMkLst>
            <pc:docMk/>
            <pc:sldMk cId="3848389169" sldId="341"/>
            <ac:picMk id="28" creationId="{475C3A8A-55CD-DC83-3CE1-47FFB7F88FE7}"/>
          </ac:picMkLst>
        </pc:picChg>
        <pc:picChg chg="add mod">
          <ac:chgData name="Pascal Schirmer" userId="f215465b21b5e6e2" providerId="LiveId" clId="{7F443BAA-879F-47BE-8398-9588C93176B7}" dt="2025-05-18T20:04:42.807" v="7581" actId="1076"/>
          <ac:picMkLst>
            <pc:docMk/>
            <pc:sldMk cId="3848389169" sldId="341"/>
            <ac:picMk id="30" creationId="{52C2E68D-7EEB-C5C9-BD67-F4A503DE68EE}"/>
          </ac:picMkLst>
        </pc:picChg>
      </pc:sldChg>
      <pc:sldChg chg="addSp delSp modSp add mod">
        <pc:chgData name="Pascal Schirmer" userId="f215465b21b5e6e2" providerId="LiveId" clId="{7F443BAA-879F-47BE-8398-9588C93176B7}" dt="2025-05-18T20:34:36.359" v="8116" actId="20577"/>
        <pc:sldMkLst>
          <pc:docMk/>
          <pc:sldMk cId="1534060159" sldId="342"/>
        </pc:sldMkLst>
        <pc:spChg chg="add mod">
          <ac:chgData name="Pascal Schirmer" userId="f215465b21b5e6e2" providerId="LiveId" clId="{7F443BAA-879F-47BE-8398-9588C93176B7}" dt="2025-05-18T19:53:12.397" v="7227"/>
          <ac:spMkLst>
            <pc:docMk/>
            <pc:sldMk cId="1534060159" sldId="342"/>
            <ac:spMk id="2" creationId="{5683D036-4FE6-1E82-97B7-61FE921ADCF1}"/>
          </ac:spMkLst>
        </pc:spChg>
        <pc:spChg chg="mod">
          <ac:chgData name="Pascal Schirmer" userId="f215465b21b5e6e2" providerId="LiveId" clId="{7F443BAA-879F-47BE-8398-9588C93176B7}" dt="2025-05-18T20:06:45.924" v="7626" actId="20577"/>
          <ac:spMkLst>
            <pc:docMk/>
            <pc:sldMk cId="1534060159" sldId="342"/>
            <ac:spMk id="7" creationId="{43950D10-A789-16B7-E0B4-6A1BEC979473}"/>
          </ac:spMkLst>
        </pc:spChg>
        <pc:spChg chg="del mod">
          <ac:chgData name="Pascal Schirmer" userId="f215465b21b5e6e2" providerId="LiveId" clId="{7F443BAA-879F-47BE-8398-9588C93176B7}" dt="2025-05-18T20:07:24.858" v="7636"/>
          <ac:spMkLst>
            <pc:docMk/>
            <pc:sldMk cId="1534060159" sldId="342"/>
            <ac:spMk id="8" creationId="{8899BD77-85E2-D2D6-5BF0-B1C2CB6808A0}"/>
          </ac:spMkLst>
        </pc:spChg>
        <pc:spChg chg="del mod">
          <ac:chgData name="Pascal Schirmer" userId="f215465b21b5e6e2" providerId="LiveId" clId="{7F443BAA-879F-47BE-8398-9588C93176B7}" dt="2025-05-18T20:07:47.956" v="7638" actId="22"/>
          <ac:spMkLst>
            <pc:docMk/>
            <pc:sldMk cId="1534060159" sldId="342"/>
            <ac:spMk id="9" creationId="{4A2D98A9-602A-F317-B58C-C31927851743}"/>
          </ac:spMkLst>
        </pc:spChg>
        <pc:spChg chg="mod">
          <ac:chgData name="Pascal Schirmer" userId="f215465b21b5e6e2" providerId="LiveId" clId="{7F443BAA-879F-47BE-8398-9588C93176B7}" dt="2025-05-18T20:34:36.359" v="8116" actId="20577"/>
          <ac:spMkLst>
            <pc:docMk/>
            <pc:sldMk cId="1534060159" sldId="342"/>
            <ac:spMk id="10" creationId="{63032A31-AC12-38C2-F3A9-CF6F437DC1EC}"/>
          </ac:spMkLst>
        </pc:spChg>
        <pc:picChg chg="add mod">
          <ac:chgData name="Pascal Schirmer" userId="f215465b21b5e6e2" providerId="LiveId" clId="{7F443BAA-879F-47BE-8398-9588C93176B7}" dt="2025-05-18T20:07:24.858" v="7636"/>
          <ac:picMkLst>
            <pc:docMk/>
            <pc:sldMk cId="1534060159" sldId="342"/>
            <ac:picMk id="11" creationId="{83C1C862-E267-61BD-E276-2DEEA497302B}"/>
          </ac:picMkLst>
        </pc:picChg>
        <pc:picChg chg="add mod ord">
          <ac:chgData name="Pascal Schirmer" userId="f215465b21b5e6e2" providerId="LiveId" clId="{7F443BAA-879F-47BE-8398-9588C93176B7}" dt="2025-05-18T20:07:47.956" v="7638" actId="22"/>
          <ac:picMkLst>
            <pc:docMk/>
            <pc:sldMk cId="1534060159" sldId="342"/>
            <ac:picMk id="12" creationId="{2BEBD991-85BB-8F39-2A09-87AFCAAE3165}"/>
          </ac:picMkLst>
        </pc:picChg>
      </pc:sldChg>
      <pc:sldChg chg="addSp delSp modSp add mod">
        <pc:chgData name="Pascal Schirmer" userId="f215465b21b5e6e2" providerId="LiveId" clId="{7F443BAA-879F-47BE-8398-9588C93176B7}" dt="2025-05-18T20:40:48.256" v="8362" actId="20577"/>
        <pc:sldMkLst>
          <pc:docMk/>
          <pc:sldMk cId="803896948" sldId="343"/>
        </pc:sldMkLst>
        <pc:spChg chg="add mod">
          <ac:chgData name="Pascal Schirmer" userId="f215465b21b5e6e2" providerId="LiveId" clId="{7F443BAA-879F-47BE-8398-9588C93176B7}" dt="2025-05-18T19:53:13.344" v="7228"/>
          <ac:spMkLst>
            <pc:docMk/>
            <pc:sldMk cId="803896948" sldId="343"/>
            <ac:spMk id="2" creationId="{A2209247-0B07-BE0D-B87A-AEC38AB2D6F5}"/>
          </ac:spMkLst>
        </pc:spChg>
        <pc:spChg chg="mod">
          <ac:chgData name="Pascal Schirmer" userId="f215465b21b5e6e2" providerId="LiveId" clId="{7F443BAA-879F-47BE-8398-9588C93176B7}" dt="2025-05-18T19:06:04.561" v="7185" actId="20577"/>
          <ac:spMkLst>
            <pc:docMk/>
            <pc:sldMk cId="803896948" sldId="343"/>
            <ac:spMk id="7" creationId="{EAA7056A-C5FE-3D53-FA47-4CAC878E9433}"/>
          </ac:spMkLst>
        </pc:spChg>
        <pc:spChg chg="del mod">
          <ac:chgData name="Pascal Schirmer" userId="f215465b21b5e6e2" providerId="LiveId" clId="{7F443BAA-879F-47BE-8398-9588C93176B7}" dt="2025-05-18T20:11:08.640" v="7648" actId="22"/>
          <ac:spMkLst>
            <pc:docMk/>
            <pc:sldMk cId="803896948" sldId="343"/>
            <ac:spMk id="8" creationId="{DF75DEAA-5DDD-B207-C989-E1A625B8B0B5}"/>
          </ac:spMkLst>
        </pc:spChg>
        <pc:spChg chg="del mod">
          <ac:chgData name="Pascal Schirmer" userId="f215465b21b5e6e2" providerId="LiveId" clId="{7F443BAA-879F-47BE-8398-9588C93176B7}" dt="2025-05-18T20:11:24.465" v="7650" actId="22"/>
          <ac:spMkLst>
            <pc:docMk/>
            <pc:sldMk cId="803896948" sldId="343"/>
            <ac:spMk id="9" creationId="{86BCD61D-727D-F3EA-5E0F-94E0B53EB9DA}"/>
          </ac:spMkLst>
        </pc:spChg>
        <pc:spChg chg="mod">
          <ac:chgData name="Pascal Schirmer" userId="f215465b21b5e6e2" providerId="LiveId" clId="{7F443BAA-879F-47BE-8398-9588C93176B7}" dt="2025-05-18T20:40:48.256" v="8362" actId="20577"/>
          <ac:spMkLst>
            <pc:docMk/>
            <pc:sldMk cId="803896948" sldId="343"/>
            <ac:spMk id="10" creationId="{12A7FCF6-F03C-827C-30BF-701E2AE5B77E}"/>
          </ac:spMkLst>
        </pc:spChg>
        <pc:picChg chg="add mod ord">
          <ac:chgData name="Pascal Schirmer" userId="f215465b21b5e6e2" providerId="LiveId" clId="{7F443BAA-879F-47BE-8398-9588C93176B7}" dt="2025-05-18T20:11:08.640" v="7648" actId="22"/>
          <ac:picMkLst>
            <pc:docMk/>
            <pc:sldMk cId="803896948" sldId="343"/>
            <ac:picMk id="11" creationId="{ACE9BB7B-FF00-DCA0-4CF8-9A74215C207C}"/>
          </ac:picMkLst>
        </pc:picChg>
        <pc:picChg chg="add mod ord">
          <ac:chgData name="Pascal Schirmer" userId="f215465b21b5e6e2" providerId="LiveId" clId="{7F443BAA-879F-47BE-8398-9588C93176B7}" dt="2025-05-18T20:11:24.465" v="7650" actId="22"/>
          <ac:picMkLst>
            <pc:docMk/>
            <pc:sldMk cId="803896948" sldId="343"/>
            <ac:picMk id="13" creationId="{3B6A45E5-6924-7DF6-152D-22586499A415}"/>
          </ac:picMkLst>
        </pc:picChg>
      </pc:sldChg>
      <pc:sldChg chg="modSp add mod">
        <pc:chgData name="Pascal Schirmer" userId="f215465b21b5e6e2" providerId="LiveId" clId="{7F443BAA-879F-47BE-8398-9588C93176B7}" dt="2025-05-18T19:46:04.778" v="7219" actId="20577"/>
        <pc:sldMkLst>
          <pc:docMk/>
          <pc:sldMk cId="573356919" sldId="344"/>
        </pc:sldMkLst>
        <pc:spChg chg="mod">
          <ac:chgData name="Pascal Schirmer" userId="f215465b21b5e6e2" providerId="LiveId" clId="{7F443BAA-879F-47BE-8398-9588C93176B7}" dt="2025-05-18T19:45:53.404" v="7192" actId="20577"/>
          <ac:spMkLst>
            <pc:docMk/>
            <pc:sldMk cId="573356919" sldId="344"/>
            <ac:spMk id="7" creationId="{5CAF8D53-C8F1-823F-25C2-3E8FCA0EF906}"/>
          </ac:spMkLst>
        </pc:spChg>
        <pc:spChg chg="mod">
          <ac:chgData name="Pascal Schirmer" userId="f215465b21b5e6e2" providerId="LiveId" clId="{7F443BAA-879F-47BE-8398-9588C93176B7}" dt="2025-05-18T19:46:04.778" v="7219" actId="20577"/>
          <ac:spMkLst>
            <pc:docMk/>
            <pc:sldMk cId="573356919" sldId="344"/>
            <ac:spMk id="8" creationId="{D7818902-0103-B2ED-EA81-7BA8C21F6576}"/>
          </ac:spMkLst>
        </pc:spChg>
      </pc:sldChg>
      <pc:sldChg chg="addSp delSp modSp add mod">
        <pc:chgData name="Pascal Schirmer" userId="f215465b21b5e6e2" providerId="LiveId" clId="{7F443BAA-879F-47BE-8398-9588C93176B7}" dt="2025-05-18T20:38:10.224" v="8263" actId="20577"/>
        <pc:sldMkLst>
          <pc:docMk/>
          <pc:sldMk cId="515886467" sldId="345"/>
        </pc:sldMkLst>
        <pc:spChg chg="mod">
          <ac:chgData name="Pascal Schirmer" userId="f215465b21b5e6e2" providerId="LiveId" clId="{7F443BAA-879F-47BE-8398-9588C93176B7}" dt="2025-05-18T20:06:57.293" v="7631" actId="20577"/>
          <ac:spMkLst>
            <pc:docMk/>
            <pc:sldMk cId="515886467" sldId="345"/>
            <ac:spMk id="7" creationId="{3A074F97-C5BE-1601-49CC-B35DB4B32979}"/>
          </ac:spMkLst>
        </pc:spChg>
        <pc:spChg chg="del mod">
          <ac:chgData name="Pascal Schirmer" userId="f215465b21b5e6e2" providerId="LiveId" clId="{7F443BAA-879F-47BE-8398-9588C93176B7}" dt="2025-05-18T20:07:12.612" v="7633" actId="22"/>
          <ac:spMkLst>
            <pc:docMk/>
            <pc:sldMk cId="515886467" sldId="345"/>
            <ac:spMk id="8" creationId="{71A62B0C-1678-418E-5F07-62B36D2E8EA6}"/>
          </ac:spMkLst>
        </pc:spChg>
        <pc:spChg chg="add del mod">
          <ac:chgData name="Pascal Schirmer" userId="f215465b21b5e6e2" providerId="LiveId" clId="{7F443BAA-879F-47BE-8398-9588C93176B7}" dt="2025-05-18T20:09:40.040" v="7646" actId="22"/>
          <ac:spMkLst>
            <pc:docMk/>
            <pc:sldMk cId="515886467" sldId="345"/>
            <ac:spMk id="9" creationId="{A1CC2007-BD05-CD14-A61D-78ED8A7B6907}"/>
          </ac:spMkLst>
        </pc:spChg>
        <pc:spChg chg="mod">
          <ac:chgData name="Pascal Schirmer" userId="f215465b21b5e6e2" providerId="LiveId" clId="{7F443BAA-879F-47BE-8398-9588C93176B7}" dt="2025-05-18T20:38:10.224" v="8263" actId="20577"/>
          <ac:spMkLst>
            <pc:docMk/>
            <pc:sldMk cId="515886467" sldId="345"/>
            <ac:spMk id="10" creationId="{42A254C9-2E5B-7BBB-ED1A-1901E26DD1F1}"/>
          </ac:spMkLst>
        </pc:spChg>
        <pc:spChg chg="add del mod">
          <ac:chgData name="Pascal Schirmer" userId="f215465b21b5e6e2" providerId="LiveId" clId="{7F443BAA-879F-47BE-8398-9588C93176B7}" dt="2025-05-18T20:09:23.790" v="7640" actId="22"/>
          <ac:spMkLst>
            <pc:docMk/>
            <pc:sldMk cId="515886467" sldId="345"/>
            <ac:spMk id="13" creationId="{D6EC1DAB-B945-F7AF-4EEC-441AA7E27F47}"/>
          </ac:spMkLst>
        </pc:spChg>
        <pc:picChg chg="add del mod ord">
          <ac:chgData name="Pascal Schirmer" userId="f215465b21b5e6e2" providerId="LiveId" clId="{7F443BAA-879F-47BE-8398-9588C93176B7}" dt="2025-05-18T20:07:23.135" v="7634" actId="21"/>
          <ac:picMkLst>
            <pc:docMk/>
            <pc:sldMk cId="515886467" sldId="345"/>
            <ac:picMk id="11" creationId="{83C1C862-E267-61BD-E276-2DEEA497302B}"/>
          </ac:picMkLst>
        </pc:picChg>
        <pc:picChg chg="add mod ord">
          <ac:chgData name="Pascal Schirmer" userId="f215465b21b5e6e2" providerId="LiveId" clId="{7F443BAA-879F-47BE-8398-9588C93176B7}" dt="2025-05-18T20:09:23.790" v="7640" actId="22"/>
          <ac:picMkLst>
            <pc:docMk/>
            <pc:sldMk cId="515886467" sldId="345"/>
            <ac:picMk id="15" creationId="{6517DAE5-D0AD-6502-1B4D-4416A7041AA1}"/>
          </ac:picMkLst>
        </pc:picChg>
        <pc:picChg chg="add del mod ord">
          <ac:chgData name="Pascal Schirmer" userId="f215465b21b5e6e2" providerId="LiveId" clId="{7F443BAA-879F-47BE-8398-9588C93176B7}" dt="2025-05-18T20:09:38.381" v="7644" actId="34307"/>
          <ac:picMkLst>
            <pc:docMk/>
            <pc:sldMk cId="515886467" sldId="345"/>
            <ac:picMk id="16" creationId="{1B7E809E-0593-0577-B467-D7E159E2CCFF}"/>
          </ac:picMkLst>
        </pc:picChg>
        <pc:picChg chg="add del mod">
          <ac:chgData name="Pascal Schirmer" userId="f215465b21b5e6e2" providerId="LiveId" clId="{7F443BAA-879F-47BE-8398-9588C93176B7}" dt="2025-05-18T20:09:38.011" v="7643" actId="34307"/>
          <ac:picMkLst>
            <pc:docMk/>
            <pc:sldMk cId="515886467" sldId="345"/>
            <ac:picMk id="17" creationId="{05C957E1-8DB0-B9BC-EA5C-F7A7683C4246}"/>
          </ac:picMkLst>
        </pc:picChg>
        <pc:picChg chg="add mod ord">
          <ac:chgData name="Pascal Schirmer" userId="f215465b21b5e6e2" providerId="LiveId" clId="{7F443BAA-879F-47BE-8398-9588C93176B7}" dt="2025-05-18T20:09:40.040" v="7646" actId="22"/>
          <ac:picMkLst>
            <pc:docMk/>
            <pc:sldMk cId="515886467" sldId="345"/>
            <ac:picMk id="19" creationId="{21D56B13-F883-A4ED-C4F1-61093EDE6EC1}"/>
          </ac:picMkLst>
        </pc:picChg>
      </pc:sldChg>
      <pc:sldChg chg="addSp delSp modSp new mod modClrScheme chgLayout">
        <pc:chgData name="Pascal Schirmer" userId="f215465b21b5e6e2" providerId="LiveId" clId="{7F443BAA-879F-47BE-8398-9588C93176B7}" dt="2025-05-18T20:32:24.071" v="7946" actId="20577"/>
        <pc:sldMkLst>
          <pc:docMk/>
          <pc:sldMk cId="1264528109" sldId="346"/>
        </pc:sldMkLst>
        <pc:spChg chg="del mod ord">
          <ac:chgData name="Pascal Schirmer" userId="f215465b21b5e6e2" providerId="LiveId" clId="{7F443BAA-879F-47BE-8398-9588C93176B7}" dt="2025-05-18T20:17:35.894" v="7652" actId="700"/>
          <ac:spMkLst>
            <pc:docMk/>
            <pc:sldMk cId="1264528109" sldId="346"/>
            <ac:spMk id="2" creationId="{AE11B2E4-F401-55BA-DDD7-425AF8A7D570}"/>
          </ac:spMkLst>
        </pc:spChg>
        <pc:spChg chg="del mod ord">
          <ac:chgData name="Pascal Schirmer" userId="f215465b21b5e6e2" providerId="LiveId" clId="{7F443BAA-879F-47BE-8398-9588C93176B7}" dt="2025-05-18T20:17:35.894" v="7652" actId="700"/>
          <ac:spMkLst>
            <pc:docMk/>
            <pc:sldMk cId="1264528109" sldId="346"/>
            <ac:spMk id="3" creationId="{C7016A2C-79C8-7EB6-AB0B-AD932857EB20}"/>
          </ac:spMkLst>
        </pc:spChg>
        <pc:spChg chg="mod ord">
          <ac:chgData name="Pascal Schirmer" userId="f215465b21b5e6e2" providerId="LiveId" clId="{7F443BAA-879F-47BE-8398-9588C93176B7}" dt="2025-05-18T20:17:35.894" v="7652" actId="700"/>
          <ac:spMkLst>
            <pc:docMk/>
            <pc:sldMk cId="1264528109" sldId="346"/>
            <ac:spMk id="4" creationId="{510C6375-C42E-A44F-5FAA-57A6E67E28E7}"/>
          </ac:spMkLst>
        </pc:spChg>
        <pc:spChg chg="mod ord">
          <ac:chgData name="Pascal Schirmer" userId="f215465b21b5e6e2" providerId="LiveId" clId="{7F443BAA-879F-47BE-8398-9588C93176B7}" dt="2025-05-18T20:17:35.894" v="7652" actId="700"/>
          <ac:spMkLst>
            <pc:docMk/>
            <pc:sldMk cId="1264528109" sldId="346"/>
            <ac:spMk id="5" creationId="{C4735971-9F84-83EC-4D6E-6BCD64362BB0}"/>
          </ac:spMkLst>
        </pc:spChg>
        <pc:spChg chg="mod ord">
          <ac:chgData name="Pascal Schirmer" userId="f215465b21b5e6e2" providerId="LiveId" clId="{7F443BAA-879F-47BE-8398-9588C93176B7}" dt="2025-05-18T20:17:35.894" v="7652" actId="700"/>
          <ac:spMkLst>
            <pc:docMk/>
            <pc:sldMk cId="1264528109" sldId="346"/>
            <ac:spMk id="6" creationId="{79FF14EC-B343-242E-BB0B-39E6DD92C347}"/>
          </ac:spMkLst>
        </pc:spChg>
        <pc:spChg chg="add mod ord">
          <ac:chgData name="Pascal Schirmer" userId="f215465b21b5e6e2" providerId="LiveId" clId="{7F443BAA-879F-47BE-8398-9588C93176B7}" dt="2025-05-18T20:17:46.355" v="7666" actId="20577"/>
          <ac:spMkLst>
            <pc:docMk/>
            <pc:sldMk cId="1264528109" sldId="346"/>
            <ac:spMk id="7" creationId="{D806CC1C-0F61-DF2E-0F70-AEB93522D5AA}"/>
          </ac:spMkLst>
        </pc:spChg>
        <pc:spChg chg="add mod ord">
          <ac:chgData name="Pascal Schirmer" userId="f215465b21b5e6e2" providerId="LiveId" clId="{7F443BAA-879F-47BE-8398-9588C93176B7}" dt="2025-05-18T20:32:24.071" v="7946" actId="20577"/>
          <ac:spMkLst>
            <pc:docMk/>
            <pc:sldMk cId="1264528109" sldId="346"/>
            <ac:spMk id="8" creationId="{30EDA60A-F66D-5B67-7216-65B179CEF5BC}"/>
          </ac:spMkLst>
        </pc:spChg>
        <pc:spChg chg="add del mod ord">
          <ac:chgData name="Pascal Schirmer" userId="f215465b21b5e6e2" providerId="LiveId" clId="{7F443BAA-879F-47BE-8398-9588C93176B7}" dt="2025-05-18T20:18:19.438" v="7668" actId="22"/>
          <ac:spMkLst>
            <pc:docMk/>
            <pc:sldMk cId="1264528109" sldId="346"/>
            <ac:spMk id="9" creationId="{556784D3-9154-85E7-73A5-F04A3A9A8ABF}"/>
          </ac:spMkLst>
        </pc:spChg>
        <pc:spChg chg="add mod">
          <ac:chgData name="Pascal Schirmer" userId="f215465b21b5e6e2" providerId="LiveId" clId="{7F443BAA-879F-47BE-8398-9588C93176B7}" dt="2025-05-18T20:30:32.557" v="7676" actId="208"/>
          <ac:spMkLst>
            <pc:docMk/>
            <pc:sldMk cId="1264528109" sldId="346"/>
            <ac:spMk id="14" creationId="{C1E8434A-C8E3-98DE-B89E-00F316B86FFD}"/>
          </ac:spMkLst>
        </pc:spChg>
        <pc:spChg chg="add mod">
          <ac:chgData name="Pascal Schirmer" userId="f215465b21b5e6e2" providerId="LiveId" clId="{7F443BAA-879F-47BE-8398-9588C93176B7}" dt="2025-05-18T20:31:33.642" v="7820"/>
          <ac:spMkLst>
            <pc:docMk/>
            <pc:sldMk cId="1264528109" sldId="346"/>
            <ac:spMk id="15" creationId="{8DB9C9E4-F417-9B2E-C902-ED7D684EB37F}"/>
          </ac:spMkLst>
        </pc:spChg>
        <pc:picChg chg="add mod ord">
          <ac:chgData name="Pascal Schirmer" userId="f215465b21b5e6e2" providerId="LiveId" clId="{7F443BAA-879F-47BE-8398-9588C93176B7}" dt="2025-05-18T20:18:32.783" v="7669" actId="1076"/>
          <ac:picMkLst>
            <pc:docMk/>
            <pc:sldMk cId="1264528109" sldId="346"/>
            <ac:picMk id="11" creationId="{FEFA30F2-DC66-09C0-DA66-B89564D7E3A7}"/>
          </ac:picMkLst>
        </pc:picChg>
        <pc:picChg chg="add mod">
          <ac:chgData name="Pascal Schirmer" userId="f215465b21b5e6e2" providerId="LiveId" clId="{7F443BAA-879F-47BE-8398-9588C93176B7}" dt="2025-05-18T20:22:33.942" v="7671" actId="1076"/>
          <ac:picMkLst>
            <pc:docMk/>
            <pc:sldMk cId="1264528109" sldId="346"/>
            <ac:picMk id="13" creationId="{C2FEC703-F925-D47D-3F35-98966645A176}"/>
          </ac:picMkLst>
        </pc:picChg>
      </pc:sldChg>
    </pc:docChg>
  </pc:docChgLst>
  <pc:docChgLst>
    <pc:chgData name="Pascal Schirmer" userId="f215465b21b5e6e2" providerId="LiveId" clId="{62CA0B58-9845-4E33-BD97-71C30DA49E74}"/>
    <pc:docChg chg="undo custSel addSld delSld modSld">
      <pc:chgData name="Pascal Schirmer" userId="f215465b21b5e6e2" providerId="LiveId" clId="{62CA0B58-9845-4E33-BD97-71C30DA49E74}" dt="2024-02-09T22:11:15.300" v="1981" actId="20577"/>
      <pc:docMkLst>
        <pc:docMk/>
      </pc:docMkLst>
      <pc:sldChg chg="modSp mod">
        <pc:chgData name="Pascal Schirmer" userId="f215465b21b5e6e2" providerId="LiveId" clId="{62CA0B58-9845-4E33-BD97-71C30DA49E74}" dt="2024-02-09T20:28:38.846" v="1" actId="20577"/>
        <pc:sldMkLst>
          <pc:docMk/>
          <pc:sldMk cId="1332291891" sldId="257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4264977537" sldId="259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2672039197" sldId="261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397710800" sldId="262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1405850135" sldId="263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3480339974" sldId="265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1484811712" sldId="267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3529114326" sldId="268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2341911148" sldId="269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4123189245" sldId="270"/>
        </pc:sldMkLst>
      </pc:sldChg>
      <pc:sldChg chg="del">
        <pc:chgData name="Pascal Schirmer" userId="f215465b21b5e6e2" providerId="LiveId" clId="{62CA0B58-9845-4E33-BD97-71C30DA49E74}" dt="2024-02-09T20:29:01.070" v="4" actId="47"/>
        <pc:sldMkLst>
          <pc:docMk/>
          <pc:sldMk cId="2319046984" sldId="271"/>
        </pc:sldMkLst>
      </pc:sldChg>
      <pc:sldChg chg="addSp delSp modSp new mod modClrScheme addCm modCm chgLayout">
        <pc:chgData name="Pascal Schirmer" userId="f215465b21b5e6e2" providerId="LiveId" clId="{62CA0B58-9845-4E33-BD97-71C30DA49E74}" dt="2024-02-09T21:57:32.061" v="1564" actId="20577"/>
        <pc:sldMkLst>
          <pc:docMk/>
          <pc:sldMk cId="3305287272" sldId="27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scal Schirmer" userId="f215465b21b5e6e2" providerId="LiveId" clId="{62CA0B58-9845-4E33-BD97-71C30DA49E74}" dt="2024-02-09T21:10:30.154" v="825"/>
              <pc2:cmMkLst xmlns:pc2="http://schemas.microsoft.com/office/powerpoint/2019/9/main/command">
                <pc:docMk/>
                <pc:sldMk cId="3305287272" sldId="272"/>
                <pc2:cmMk id="{DA57946B-4C7D-4EA6-98CF-DEB1B3E3379B}"/>
              </pc2:cmMkLst>
            </pc226:cmChg>
            <pc226:cmChg xmlns:pc226="http://schemas.microsoft.com/office/powerpoint/2022/06/main/command" chg="add mod">
              <pc226:chgData name="Pascal Schirmer" userId="f215465b21b5e6e2" providerId="LiveId" clId="{62CA0B58-9845-4E33-BD97-71C30DA49E74}" dt="2024-02-09T21:36:14.094" v="1171"/>
              <pc2:cmMkLst xmlns:pc2="http://schemas.microsoft.com/office/powerpoint/2019/9/main/command">
                <pc:docMk/>
                <pc:sldMk cId="3305287272" sldId="272"/>
                <pc2:cmMk id="{26D6EA94-6034-4F29-AC8E-07B985F94783}"/>
              </pc2:cmMkLst>
            </pc226:cmChg>
          </p:ext>
        </pc:extLst>
      </pc:sldChg>
      <pc:sldChg chg="addSp delSp modSp new mod">
        <pc:chgData name="Pascal Schirmer" userId="f215465b21b5e6e2" providerId="LiveId" clId="{62CA0B58-9845-4E33-BD97-71C30DA49E74}" dt="2024-02-09T21:57:29.889" v="1563" actId="20577"/>
        <pc:sldMkLst>
          <pc:docMk/>
          <pc:sldMk cId="4134134138" sldId="273"/>
        </pc:sldMkLst>
      </pc:sldChg>
      <pc:sldChg chg="addSp modSp new del mod">
        <pc:chgData name="Pascal Schirmer" userId="f215465b21b5e6e2" providerId="LiveId" clId="{62CA0B58-9845-4E33-BD97-71C30DA49E74}" dt="2024-02-09T21:25:21.256" v="1060" actId="47"/>
        <pc:sldMkLst>
          <pc:docMk/>
          <pc:sldMk cId="146298947" sldId="274"/>
        </pc:sldMkLst>
      </pc:sldChg>
      <pc:sldChg chg="modSp add mod">
        <pc:chgData name="Pascal Schirmer" userId="f215465b21b5e6e2" providerId="LiveId" clId="{62CA0B58-9845-4E33-BD97-71C30DA49E74}" dt="2024-02-09T21:57:41.856" v="1565" actId="20577"/>
        <pc:sldMkLst>
          <pc:docMk/>
          <pc:sldMk cId="351873497" sldId="275"/>
        </pc:sldMkLst>
      </pc:sldChg>
      <pc:sldChg chg="delSp modSp add mod">
        <pc:chgData name="Pascal Schirmer" userId="f215465b21b5e6e2" providerId="LiveId" clId="{62CA0B58-9845-4E33-BD97-71C30DA49E74}" dt="2024-02-09T21:57:27.681" v="1562" actId="20577"/>
        <pc:sldMkLst>
          <pc:docMk/>
          <pc:sldMk cId="2205620483" sldId="276"/>
        </pc:sldMkLst>
      </pc:sldChg>
      <pc:sldChg chg="addSp modSp add mod">
        <pc:chgData name="Pascal Schirmer" userId="f215465b21b5e6e2" providerId="LiveId" clId="{62CA0B58-9845-4E33-BD97-71C30DA49E74}" dt="2024-02-09T21:57:25.070" v="1561" actId="20577"/>
        <pc:sldMkLst>
          <pc:docMk/>
          <pc:sldMk cId="2109860090" sldId="277"/>
        </pc:sldMkLst>
      </pc:sldChg>
      <pc:sldChg chg="addSp modSp add mod">
        <pc:chgData name="Pascal Schirmer" userId="f215465b21b5e6e2" providerId="LiveId" clId="{62CA0B58-9845-4E33-BD97-71C30DA49E74}" dt="2024-02-09T21:57:22.578" v="1560" actId="20577"/>
        <pc:sldMkLst>
          <pc:docMk/>
          <pc:sldMk cId="221631889" sldId="278"/>
        </pc:sldMkLst>
      </pc:sldChg>
      <pc:sldChg chg="addSp modSp add mod">
        <pc:chgData name="Pascal Schirmer" userId="f215465b21b5e6e2" providerId="LiveId" clId="{62CA0B58-9845-4E33-BD97-71C30DA49E74}" dt="2024-02-09T21:54:10.653" v="1441" actId="1076"/>
        <pc:sldMkLst>
          <pc:docMk/>
          <pc:sldMk cId="1048010045" sldId="279"/>
        </pc:sldMkLst>
      </pc:sldChg>
      <pc:sldChg chg="modSp add mod">
        <pc:chgData name="Pascal Schirmer" userId="f215465b21b5e6e2" providerId="LiveId" clId="{62CA0B58-9845-4E33-BD97-71C30DA49E74}" dt="2024-02-09T21:57:20.054" v="1559" actId="20577"/>
        <pc:sldMkLst>
          <pc:docMk/>
          <pc:sldMk cId="972664086" sldId="280"/>
        </pc:sldMkLst>
      </pc:sldChg>
      <pc:sldChg chg="modSp add mod">
        <pc:chgData name="Pascal Schirmer" userId="f215465b21b5e6e2" providerId="LiveId" clId="{62CA0B58-9845-4E33-BD97-71C30DA49E74}" dt="2024-02-09T21:57:17.828" v="1558" actId="20577"/>
        <pc:sldMkLst>
          <pc:docMk/>
          <pc:sldMk cId="2018686423" sldId="281"/>
        </pc:sldMkLst>
      </pc:sldChg>
      <pc:sldChg chg="addSp delSp modSp add mod">
        <pc:chgData name="Pascal Schirmer" userId="f215465b21b5e6e2" providerId="LiveId" clId="{62CA0B58-9845-4E33-BD97-71C30DA49E74}" dt="2024-02-09T22:01:21.303" v="1688" actId="1076"/>
        <pc:sldMkLst>
          <pc:docMk/>
          <pc:sldMk cId="657819207" sldId="282"/>
        </pc:sldMkLst>
      </pc:sldChg>
      <pc:sldChg chg="delSp modSp add mod">
        <pc:chgData name="Pascal Schirmer" userId="f215465b21b5e6e2" providerId="LiveId" clId="{62CA0B58-9845-4E33-BD97-71C30DA49E74}" dt="2024-02-09T22:07:16.654" v="1893" actId="20577"/>
        <pc:sldMkLst>
          <pc:docMk/>
          <pc:sldMk cId="636665672" sldId="283"/>
        </pc:sldMkLst>
      </pc:sldChg>
      <pc:sldChg chg="modSp add mod">
        <pc:chgData name="Pascal Schirmer" userId="f215465b21b5e6e2" providerId="LiveId" clId="{62CA0B58-9845-4E33-BD97-71C30DA49E74}" dt="2024-02-09T22:11:15.300" v="1981" actId="20577"/>
        <pc:sldMkLst>
          <pc:docMk/>
          <pc:sldMk cId="770763887" sldId="284"/>
        </pc:sldMkLst>
      </pc:sldChg>
    </pc:docChg>
  </pc:docChgLst>
  <pc:docChgLst>
    <pc:chgData name="Pascal Schirmer" userId="f215465b21b5e6e2" providerId="LiveId" clId="{20F4AE57-3F43-4AC7-B503-DBFEA33D79C0}"/>
    <pc:docChg chg="custSel addSld modSld">
      <pc:chgData name="Pascal Schirmer" userId="f215465b21b5e6e2" providerId="LiveId" clId="{20F4AE57-3F43-4AC7-B503-DBFEA33D79C0}" dt="2024-08-06T18:03:15.660" v="458" actId="20577"/>
      <pc:docMkLst>
        <pc:docMk/>
      </pc:docMkLst>
      <pc:sldChg chg="modSp mod">
        <pc:chgData name="Pascal Schirmer" userId="f215465b21b5e6e2" providerId="LiveId" clId="{20F4AE57-3F43-4AC7-B503-DBFEA33D79C0}" dt="2024-08-06T17:51:42.078" v="15" actId="20577"/>
        <pc:sldMkLst>
          <pc:docMk/>
          <pc:sldMk cId="1911576262" sldId="259"/>
        </pc:sldMkLst>
      </pc:sldChg>
      <pc:sldChg chg="modSp mod">
        <pc:chgData name="Pascal Schirmer" userId="f215465b21b5e6e2" providerId="LiveId" clId="{20F4AE57-3F43-4AC7-B503-DBFEA33D79C0}" dt="2024-08-06T17:51:51.498" v="22" actId="20577"/>
        <pc:sldMkLst>
          <pc:docMk/>
          <pc:sldMk cId="1190344214" sldId="262"/>
        </pc:sldMkLst>
      </pc:sldChg>
      <pc:sldChg chg="modSp add mod">
        <pc:chgData name="Pascal Schirmer" userId="f215465b21b5e6e2" providerId="LiveId" clId="{20F4AE57-3F43-4AC7-B503-DBFEA33D79C0}" dt="2024-08-06T17:52:05.295" v="35" actId="20577"/>
        <pc:sldMkLst>
          <pc:docMk/>
          <pc:sldMk cId="2085390260" sldId="277"/>
        </pc:sldMkLst>
      </pc:sldChg>
      <pc:sldChg chg="addSp delSp modSp new mod modClrScheme chgLayout">
        <pc:chgData name="Pascal Schirmer" userId="f215465b21b5e6e2" providerId="LiveId" clId="{20F4AE57-3F43-4AC7-B503-DBFEA33D79C0}" dt="2024-08-06T17:58:11.196" v="152" actId="20577"/>
        <pc:sldMkLst>
          <pc:docMk/>
          <pc:sldMk cId="3552019857" sldId="278"/>
        </pc:sldMkLst>
      </pc:sldChg>
      <pc:sldChg chg="addSp delSp modSp new mod modClrScheme chgLayout">
        <pc:chgData name="Pascal Schirmer" userId="f215465b21b5e6e2" providerId="LiveId" clId="{20F4AE57-3F43-4AC7-B503-DBFEA33D79C0}" dt="2024-08-06T17:56:58.623" v="70" actId="20577"/>
        <pc:sldMkLst>
          <pc:docMk/>
          <pc:sldMk cId="3089511972" sldId="279"/>
        </pc:sldMkLst>
      </pc:sldChg>
      <pc:sldChg chg="modSp add mod">
        <pc:chgData name="Pascal Schirmer" userId="f215465b21b5e6e2" providerId="LiveId" clId="{20F4AE57-3F43-4AC7-B503-DBFEA33D79C0}" dt="2024-08-06T17:57:23.162" v="81" actId="20577"/>
        <pc:sldMkLst>
          <pc:docMk/>
          <pc:sldMk cId="3156970649" sldId="280"/>
        </pc:sldMkLst>
      </pc:sldChg>
      <pc:sldChg chg="modSp add mod">
        <pc:chgData name="Pascal Schirmer" userId="f215465b21b5e6e2" providerId="LiveId" clId="{20F4AE57-3F43-4AC7-B503-DBFEA33D79C0}" dt="2024-08-06T17:57:31.078" v="95" actId="20577"/>
        <pc:sldMkLst>
          <pc:docMk/>
          <pc:sldMk cId="2374816081" sldId="281"/>
        </pc:sldMkLst>
      </pc:sldChg>
      <pc:sldChg chg="modSp add mod">
        <pc:chgData name="Pascal Schirmer" userId="f215465b21b5e6e2" providerId="LiveId" clId="{20F4AE57-3F43-4AC7-B503-DBFEA33D79C0}" dt="2024-08-06T17:57:40.972" v="105" actId="20577"/>
        <pc:sldMkLst>
          <pc:docMk/>
          <pc:sldMk cId="777737136" sldId="282"/>
        </pc:sldMkLst>
      </pc:sldChg>
      <pc:sldChg chg="modSp add mod">
        <pc:chgData name="Pascal Schirmer" userId="f215465b21b5e6e2" providerId="LiveId" clId="{20F4AE57-3F43-4AC7-B503-DBFEA33D79C0}" dt="2024-08-06T17:57:54.648" v="131" actId="20577"/>
        <pc:sldMkLst>
          <pc:docMk/>
          <pc:sldMk cId="3727853607" sldId="283"/>
        </pc:sldMkLst>
      </pc:sldChg>
      <pc:sldChg chg="modSp add mod">
        <pc:chgData name="Pascal Schirmer" userId="f215465b21b5e6e2" providerId="LiveId" clId="{20F4AE57-3F43-4AC7-B503-DBFEA33D79C0}" dt="2024-08-06T17:58:22.670" v="165" actId="20577"/>
        <pc:sldMkLst>
          <pc:docMk/>
          <pc:sldMk cId="138796717" sldId="284"/>
        </pc:sldMkLst>
      </pc:sldChg>
      <pc:sldChg chg="add">
        <pc:chgData name="Pascal Schirmer" userId="f215465b21b5e6e2" providerId="LiveId" clId="{20F4AE57-3F43-4AC7-B503-DBFEA33D79C0}" dt="2024-08-06T17:58:31.631" v="166"/>
        <pc:sldMkLst>
          <pc:docMk/>
          <pc:sldMk cId="3244389885" sldId="285"/>
        </pc:sldMkLst>
      </pc:sldChg>
      <pc:sldChg chg="addSp delSp modSp new mod modClrScheme chgLayout">
        <pc:chgData name="Pascal Schirmer" userId="f215465b21b5e6e2" providerId="LiveId" clId="{20F4AE57-3F43-4AC7-B503-DBFEA33D79C0}" dt="2024-08-06T17:59:09.186" v="188" actId="20577"/>
        <pc:sldMkLst>
          <pc:docMk/>
          <pc:sldMk cId="610522360" sldId="286"/>
        </pc:sldMkLst>
      </pc:sldChg>
      <pc:sldChg chg="modSp add mod">
        <pc:chgData name="Pascal Schirmer" userId="f215465b21b5e6e2" providerId="LiveId" clId="{20F4AE57-3F43-4AC7-B503-DBFEA33D79C0}" dt="2024-08-06T17:59:19.048" v="199" actId="20577"/>
        <pc:sldMkLst>
          <pc:docMk/>
          <pc:sldMk cId="2270270040" sldId="287"/>
        </pc:sldMkLst>
      </pc:sldChg>
      <pc:sldChg chg="modSp add mod">
        <pc:chgData name="Pascal Schirmer" userId="f215465b21b5e6e2" providerId="LiveId" clId="{20F4AE57-3F43-4AC7-B503-DBFEA33D79C0}" dt="2024-08-06T17:59:35.655" v="222" actId="20577"/>
        <pc:sldMkLst>
          <pc:docMk/>
          <pc:sldMk cId="3307342912" sldId="288"/>
        </pc:sldMkLst>
      </pc:sldChg>
      <pc:sldChg chg="addSp delSp modSp new mod modClrScheme chgLayout">
        <pc:chgData name="Pascal Schirmer" userId="f215465b21b5e6e2" providerId="LiveId" clId="{20F4AE57-3F43-4AC7-B503-DBFEA33D79C0}" dt="2024-08-06T18:00:04.525" v="257" actId="20577"/>
        <pc:sldMkLst>
          <pc:docMk/>
          <pc:sldMk cId="2692238591" sldId="289"/>
        </pc:sldMkLst>
      </pc:sldChg>
      <pc:sldChg chg="modSp add mod">
        <pc:chgData name="Pascal Schirmer" userId="f215465b21b5e6e2" providerId="LiveId" clId="{20F4AE57-3F43-4AC7-B503-DBFEA33D79C0}" dt="2024-08-06T18:00:12.614" v="275" actId="20577"/>
        <pc:sldMkLst>
          <pc:docMk/>
          <pc:sldMk cId="2524017223" sldId="290"/>
        </pc:sldMkLst>
      </pc:sldChg>
      <pc:sldChg chg="modSp add mod">
        <pc:chgData name="Pascal Schirmer" userId="f215465b21b5e6e2" providerId="LiveId" clId="{20F4AE57-3F43-4AC7-B503-DBFEA33D79C0}" dt="2024-08-06T18:00:23.850" v="304" actId="20577"/>
        <pc:sldMkLst>
          <pc:docMk/>
          <pc:sldMk cId="3315036825" sldId="291"/>
        </pc:sldMkLst>
      </pc:sldChg>
      <pc:sldChg chg="addSp delSp modSp new mod modClrScheme chgLayout">
        <pc:chgData name="Pascal Schirmer" userId="f215465b21b5e6e2" providerId="LiveId" clId="{20F4AE57-3F43-4AC7-B503-DBFEA33D79C0}" dt="2024-08-06T18:01:05.490" v="335" actId="20577"/>
        <pc:sldMkLst>
          <pc:docMk/>
          <pc:sldMk cId="2797410409" sldId="292"/>
        </pc:sldMkLst>
      </pc:sldChg>
      <pc:sldChg chg="modSp add mod">
        <pc:chgData name="Pascal Schirmer" userId="f215465b21b5e6e2" providerId="LiveId" clId="{20F4AE57-3F43-4AC7-B503-DBFEA33D79C0}" dt="2024-08-06T18:01:11.952" v="353" actId="20577"/>
        <pc:sldMkLst>
          <pc:docMk/>
          <pc:sldMk cId="4179181725" sldId="293"/>
        </pc:sldMkLst>
      </pc:sldChg>
      <pc:sldChg chg="modSp add mod">
        <pc:chgData name="Pascal Schirmer" userId="f215465b21b5e6e2" providerId="LiveId" clId="{20F4AE57-3F43-4AC7-B503-DBFEA33D79C0}" dt="2024-08-06T18:02:22.498" v="373" actId="20577"/>
        <pc:sldMkLst>
          <pc:docMk/>
          <pc:sldMk cId="3939719737" sldId="294"/>
        </pc:sldMkLst>
      </pc:sldChg>
      <pc:sldChg chg="modSp add mod">
        <pc:chgData name="Pascal Schirmer" userId="f215465b21b5e6e2" providerId="LiveId" clId="{20F4AE57-3F43-4AC7-B503-DBFEA33D79C0}" dt="2024-08-06T18:03:05.370" v="433" actId="20577"/>
        <pc:sldMkLst>
          <pc:docMk/>
          <pc:sldMk cId="2730381877" sldId="295"/>
        </pc:sldMkLst>
      </pc:sldChg>
      <pc:sldChg chg="modSp add mod">
        <pc:chgData name="Pascal Schirmer" userId="f215465b21b5e6e2" providerId="LiveId" clId="{20F4AE57-3F43-4AC7-B503-DBFEA33D79C0}" dt="2024-08-06T18:03:15.660" v="458" actId="20577"/>
        <pc:sldMkLst>
          <pc:docMk/>
          <pc:sldMk cId="2034810554" sldId="296"/>
        </pc:sldMkLst>
      </pc:sldChg>
    </pc:docChg>
  </pc:docChgLst>
  <pc:docChgLst>
    <pc:chgData name="Pascal Schirmer" userId="f215465b21b5e6e2" providerId="LiveId" clId="{26577E63-CB35-4AE9-A6AC-1B4D9EF34D8A}"/>
    <pc:docChg chg="undo redo custSel addSld delSld modSld sldOrd">
      <pc:chgData name="Pascal Schirmer" userId="f215465b21b5e6e2" providerId="LiveId" clId="{26577E63-CB35-4AE9-A6AC-1B4D9EF34D8A}" dt="2024-08-25T13:28:33.623" v="9941" actId="123"/>
      <pc:docMkLst>
        <pc:docMk/>
      </pc:docMkLst>
      <pc:sldChg chg="modSp del mod ord">
        <pc:chgData name="Pascal Schirmer" userId="f215465b21b5e6e2" providerId="LiveId" clId="{26577E63-CB35-4AE9-A6AC-1B4D9EF34D8A}" dt="2024-08-15T16:35:41.858" v="1583" actId="47"/>
        <pc:sldMkLst>
          <pc:docMk/>
          <pc:sldMk cId="3759019111" sldId="272"/>
        </pc:sldMkLst>
      </pc:sldChg>
      <pc:sldChg chg="del">
        <pc:chgData name="Pascal Schirmer" userId="f215465b21b5e6e2" providerId="LiveId" clId="{26577E63-CB35-4AE9-A6AC-1B4D9EF34D8A}" dt="2024-08-15T16:35:04.597" v="1523" actId="47"/>
        <pc:sldMkLst>
          <pc:docMk/>
          <pc:sldMk cId="4020311237" sldId="274"/>
        </pc:sldMkLst>
      </pc:sldChg>
      <pc:sldChg chg="del">
        <pc:chgData name="Pascal Schirmer" userId="f215465b21b5e6e2" providerId="LiveId" clId="{26577E63-CB35-4AE9-A6AC-1B4D9EF34D8A}" dt="2024-08-15T16:35:41.858" v="1583" actId="47"/>
        <pc:sldMkLst>
          <pc:docMk/>
          <pc:sldMk cId="1573799936" sldId="275"/>
        </pc:sldMkLst>
      </pc:sldChg>
      <pc:sldChg chg="del">
        <pc:chgData name="Pascal Schirmer" userId="f215465b21b5e6e2" providerId="LiveId" clId="{26577E63-CB35-4AE9-A6AC-1B4D9EF34D8A}" dt="2024-08-15T16:35:41.858" v="1583" actId="47"/>
        <pc:sldMkLst>
          <pc:docMk/>
          <pc:sldMk cId="985731025" sldId="276"/>
        </pc:sldMkLst>
      </pc:sldChg>
      <pc:sldChg chg="addSp delSp modSp mod modClrScheme chgLayout">
        <pc:chgData name="Pascal Schirmer" userId="f215465b21b5e6e2" providerId="LiveId" clId="{26577E63-CB35-4AE9-A6AC-1B4D9EF34D8A}" dt="2024-08-15T19:28:11.549" v="3904" actId="20577"/>
        <pc:sldMkLst>
          <pc:docMk/>
          <pc:sldMk cId="3552019857" sldId="278"/>
        </pc:sldMkLst>
      </pc:sldChg>
      <pc:sldChg chg="addSp delSp modSp mod modClrScheme chgLayout">
        <pc:chgData name="Pascal Schirmer" userId="f215465b21b5e6e2" providerId="LiveId" clId="{26577E63-CB35-4AE9-A6AC-1B4D9EF34D8A}" dt="2024-08-25T12:06:31.368" v="9520" actId="313"/>
        <pc:sldMkLst>
          <pc:docMk/>
          <pc:sldMk cId="3089511972" sldId="279"/>
        </pc:sldMkLst>
      </pc:sldChg>
      <pc:sldChg chg="addSp delSp modSp mod modClrScheme chgLayout">
        <pc:chgData name="Pascal Schirmer" userId="f215465b21b5e6e2" providerId="LiveId" clId="{26577E63-CB35-4AE9-A6AC-1B4D9EF34D8A}" dt="2024-08-25T12:06:29.177" v="9519" actId="313"/>
        <pc:sldMkLst>
          <pc:docMk/>
          <pc:sldMk cId="3156970649" sldId="280"/>
        </pc:sldMkLst>
      </pc:sldChg>
      <pc:sldChg chg="addSp delSp modSp mod modClrScheme chgLayout">
        <pc:chgData name="Pascal Schirmer" userId="f215465b21b5e6e2" providerId="LiveId" clId="{26577E63-CB35-4AE9-A6AC-1B4D9EF34D8A}" dt="2024-08-25T12:06:26.538" v="9518" actId="313"/>
        <pc:sldMkLst>
          <pc:docMk/>
          <pc:sldMk cId="2374816081" sldId="281"/>
        </pc:sldMkLst>
      </pc:sldChg>
      <pc:sldChg chg="addSp delSp modSp mod modClrScheme chgLayout">
        <pc:chgData name="Pascal Schirmer" userId="f215465b21b5e6e2" providerId="LiveId" clId="{26577E63-CB35-4AE9-A6AC-1B4D9EF34D8A}" dt="2024-08-25T12:06:39.652" v="9524" actId="313"/>
        <pc:sldMkLst>
          <pc:docMk/>
          <pc:sldMk cId="777737136" sldId="282"/>
        </pc:sldMkLst>
      </pc:sldChg>
      <pc:sldChg chg="addSp delSp modSp mod modClrScheme chgLayout">
        <pc:chgData name="Pascal Schirmer" userId="f215465b21b5e6e2" providerId="LiveId" clId="{26577E63-CB35-4AE9-A6AC-1B4D9EF34D8A}" dt="2024-08-25T12:06:18.914" v="9513"/>
        <pc:sldMkLst>
          <pc:docMk/>
          <pc:sldMk cId="3727853607" sldId="283"/>
        </pc:sldMkLst>
      </pc:sldChg>
      <pc:sldChg chg="addSp delSp modSp mod modClrScheme chgLayout">
        <pc:chgData name="Pascal Schirmer" userId="f215465b21b5e6e2" providerId="LiveId" clId="{26577E63-CB35-4AE9-A6AC-1B4D9EF34D8A}" dt="2024-08-15T20:03:38.244" v="4194" actId="404"/>
        <pc:sldMkLst>
          <pc:docMk/>
          <pc:sldMk cId="138796717" sldId="284"/>
        </pc:sldMkLst>
      </pc:sldChg>
      <pc:sldChg chg="addSp delSp modSp mod modClrScheme chgLayout">
        <pc:chgData name="Pascal Schirmer" userId="f215465b21b5e6e2" providerId="LiveId" clId="{26577E63-CB35-4AE9-A6AC-1B4D9EF34D8A}" dt="2024-08-15T20:04:22.689" v="4217" actId="20577"/>
        <pc:sldMkLst>
          <pc:docMk/>
          <pc:sldMk cId="3244389885" sldId="285"/>
        </pc:sldMkLst>
      </pc:sldChg>
      <pc:sldChg chg="addSp delSp modSp mod chgLayout">
        <pc:chgData name="Pascal Schirmer" userId="f215465b21b5e6e2" providerId="LiveId" clId="{26577E63-CB35-4AE9-A6AC-1B4D9EF34D8A}" dt="2024-08-25T11:54:54.550" v="9414" actId="20577"/>
        <pc:sldMkLst>
          <pc:docMk/>
          <pc:sldMk cId="610522360" sldId="286"/>
        </pc:sldMkLst>
      </pc:sldChg>
      <pc:sldChg chg="addSp delSp modSp mod">
        <pc:chgData name="Pascal Schirmer" userId="f215465b21b5e6e2" providerId="LiveId" clId="{26577E63-CB35-4AE9-A6AC-1B4D9EF34D8A}" dt="2024-08-25T11:55:03.541" v="9416"/>
        <pc:sldMkLst>
          <pc:docMk/>
          <pc:sldMk cId="2270270040" sldId="287"/>
        </pc:sldMkLst>
      </pc:sldChg>
      <pc:sldChg chg="addSp delSp modSp mod">
        <pc:chgData name="Pascal Schirmer" userId="f215465b21b5e6e2" providerId="LiveId" clId="{26577E63-CB35-4AE9-A6AC-1B4D9EF34D8A}" dt="2024-08-25T11:55:08.044" v="9418"/>
        <pc:sldMkLst>
          <pc:docMk/>
          <pc:sldMk cId="3307342912" sldId="288"/>
        </pc:sldMkLst>
      </pc:sldChg>
      <pc:sldChg chg="addSp delSp modSp mod">
        <pc:chgData name="Pascal Schirmer" userId="f215465b21b5e6e2" providerId="LiveId" clId="{26577E63-CB35-4AE9-A6AC-1B4D9EF34D8A}" dt="2024-08-25T11:55:20.155" v="9420"/>
        <pc:sldMkLst>
          <pc:docMk/>
          <pc:sldMk cId="2692238591" sldId="289"/>
        </pc:sldMkLst>
      </pc:sldChg>
      <pc:sldChg chg="addSp delSp modSp mod">
        <pc:chgData name="Pascal Schirmer" userId="f215465b21b5e6e2" providerId="LiveId" clId="{26577E63-CB35-4AE9-A6AC-1B4D9EF34D8A}" dt="2024-08-25T11:55:24.615" v="9422"/>
        <pc:sldMkLst>
          <pc:docMk/>
          <pc:sldMk cId="2524017223" sldId="290"/>
        </pc:sldMkLst>
      </pc:sldChg>
      <pc:sldChg chg="addSp delSp modSp mod">
        <pc:chgData name="Pascal Schirmer" userId="f215465b21b5e6e2" providerId="LiveId" clId="{26577E63-CB35-4AE9-A6AC-1B4D9EF34D8A}" dt="2024-08-25T11:55:28.072" v="9424"/>
        <pc:sldMkLst>
          <pc:docMk/>
          <pc:sldMk cId="3315036825" sldId="291"/>
        </pc:sldMkLst>
      </pc:sldChg>
      <pc:sldChg chg="addSp delSp modSp mod">
        <pc:chgData name="Pascal Schirmer" userId="f215465b21b5e6e2" providerId="LiveId" clId="{26577E63-CB35-4AE9-A6AC-1B4D9EF34D8A}" dt="2024-08-25T12:04:48.500" v="9456" actId="20577"/>
        <pc:sldMkLst>
          <pc:docMk/>
          <pc:sldMk cId="2797410409" sldId="292"/>
        </pc:sldMkLst>
      </pc:sldChg>
      <pc:sldChg chg="addSp delSp modSp mod">
        <pc:chgData name="Pascal Schirmer" userId="f215465b21b5e6e2" providerId="LiveId" clId="{26577E63-CB35-4AE9-A6AC-1B4D9EF34D8A}" dt="2024-08-25T12:04:57.593" v="9458"/>
        <pc:sldMkLst>
          <pc:docMk/>
          <pc:sldMk cId="4179181725" sldId="293"/>
        </pc:sldMkLst>
      </pc:sldChg>
      <pc:sldChg chg="addSp delSp modSp mod">
        <pc:chgData name="Pascal Schirmer" userId="f215465b21b5e6e2" providerId="LiveId" clId="{26577E63-CB35-4AE9-A6AC-1B4D9EF34D8A}" dt="2024-08-25T12:05:05.732" v="9460"/>
        <pc:sldMkLst>
          <pc:docMk/>
          <pc:sldMk cId="3939719737" sldId="294"/>
        </pc:sldMkLst>
      </pc:sldChg>
      <pc:sldChg chg="addSp delSp modSp mod">
        <pc:chgData name="Pascal Schirmer" userId="f215465b21b5e6e2" providerId="LiveId" clId="{26577E63-CB35-4AE9-A6AC-1B4D9EF34D8A}" dt="2024-08-25T12:05:20.059" v="9473" actId="20577"/>
        <pc:sldMkLst>
          <pc:docMk/>
          <pc:sldMk cId="2730381877" sldId="295"/>
        </pc:sldMkLst>
      </pc:sldChg>
      <pc:sldChg chg="addSp delSp modSp mod">
        <pc:chgData name="Pascal Schirmer" userId="f215465b21b5e6e2" providerId="LiveId" clId="{26577E63-CB35-4AE9-A6AC-1B4D9EF34D8A}" dt="2024-08-25T12:05:36.743" v="9474"/>
        <pc:sldMkLst>
          <pc:docMk/>
          <pc:sldMk cId="2034810554" sldId="296"/>
        </pc:sldMkLst>
      </pc:sldChg>
      <pc:sldChg chg="new del">
        <pc:chgData name="Pascal Schirmer" userId="f215465b21b5e6e2" providerId="LiveId" clId="{26577E63-CB35-4AE9-A6AC-1B4D9EF34D8A}" dt="2024-08-14T21:17:33.280" v="47" actId="47"/>
        <pc:sldMkLst>
          <pc:docMk/>
          <pc:sldMk cId="975068053" sldId="297"/>
        </pc:sldMkLst>
      </pc:sldChg>
      <pc:sldChg chg="modSp add del mod">
        <pc:chgData name="Pascal Schirmer" userId="f215465b21b5e6e2" providerId="LiveId" clId="{26577E63-CB35-4AE9-A6AC-1B4D9EF34D8A}" dt="2024-08-10T21:32:51.945" v="33" actId="47"/>
        <pc:sldMkLst>
          <pc:docMk/>
          <pc:sldMk cId="1993424080" sldId="297"/>
        </pc:sldMkLst>
      </pc:sldChg>
      <pc:sldChg chg="addSp delSp modSp add mod modClrScheme chgLayout">
        <pc:chgData name="Pascal Schirmer" userId="f215465b21b5e6e2" providerId="LiveId" clId="{26577E63-CB35-4AE9-A6AC-1B4D9EF34D8A}" dt="2024-08-25T12:06:33.665" v="9521" actId="313"/>
        <pc:sldMkLst>
          <pc:docMk/>
          <pc:sldMk cId="869027649" sldId="298"/>
        </pc:sldMkLst>
      </pc:sldChg>
      <pc:sldChg chg="addSp delSp modSp new mod modClrScheme chgLayout">
        <pc:chgData name="Pascal Schirmer" userId="f215465b21b5e6e2" providerId="LiveId" clId="{26577E63-CB35-4AE9-A6AC-1B4D9EF34D8A}" dt="2024-08-25T12:39:47.378" v="9605" actId="20577"/>
        <pc:sldMkLst>
          <pc:docMk/>
          <pc:sldMk cId="3238502638" sldId="299"/>
        </pc:sldMkLst>
      </pc:sldChg>
      <pc:sldChg chg="addSp delSp modSp add mod">
        <pc:chgData name="Pascal Schirmer" userId="f215465b21b5e6e2" providerId="LiveId" clId="{26577E63-CB35-4AE9-A6AC-1B4D9EF34D8A}" dt="2024-08-25T12:39:13.319" v="9599" actId="20577"/>
        <pc:sldMkLst>
          <pc:docMk/>
          <pc:sldMk cId="835529925" sldId="300"/>
        </pc:sldMkLst>
      </pc:sldChg>
      <pc:sldChg chg="addSp delSp modSp new mod">
        <pc:chgData name="Pascal Schirmer" userId="f215465b21b5e6e2" providerId="LiveId" clId="{26577E63-CB35-4AE9-A6AC-1B4D9EF34D8A}" dt="2024-08-25T12:39:29.414" v="9601" actId="20577"/>
        <pc:sldMkLst>
          <pc:docMk/>
          <pc:sldMk cId="307998757" sldId="301"/>
        </pc:sldMkLst>
      </pc:sldChg>
      <pc:sldChg chg="addSp delSp modSp add mod">
        <pc:chgData name="Pascal Schirmer" userId="f215465b21b5e6e2" providerId="LiveId" clId="{26577E63-CB35-4AE9-A6AC-1B4D9EF34D8A}" dt="2024-08-25T12:39:52.588" v="9607"/>
        <pc:sldMkLst>
          <pc:docMk/>
          <pc:sldMk cId="4232061228" sldId="302"/>
        </pc:sldMkLst>
      </pc:sldChg>
      <pc:sldChg chg="modSp add del mod">
        <pc:chgData name="Pascal Schirmer" userId="f215465b21b5e6e2" providerId="LiveId" clId="{26577E63-CB35-4AE9-A6AC-1B4D9EF34D8A}" dt="2024-08-15T16:35:41.858" v="1583" actId="47"/>
        <pc:sldMkLst>
          <pc:docMk/>
          <pc:sldMk cId="1350124790" sldId="303"/>
        </pc:sldMkLst>
      </pc:sldChg>
      <pc:sldChg chg="addSp delSp modSp add mod modClrScheme chgLayout">
        <pc:chgData name="Pascal Schirmer" userId="f215465b21b5e6e2" providerId="LiveId" clId="{26577E63-CB35-4AE9-A6AC-1B4D9EF34D8A}" dt="2024-08-25T12:40:14.995" v="9628" actId="20577"/>
        <pc:sldMkLst>
          <pc:docMk/>
          <pc:sldMk cId="2816833277" sldId="304"/>
        </pc:sldMkLst>
      </pc:sldChg>
      <pc:sldChg chg="add del">
        <pc:chgData name="Pascal Schirmer" userId="f215465b21b5e6e2" providerId="LiveId" clId="{26577E63-CB35-4AE9-A6AC-1B4D9EF34D8A}" dt="2024-08-15T09:54:19.556" v="671" actId="47"/>
        <pc:sldMkLst>
          <pc:docMk/>
          <pc:sldMk cId="3107799327" sldId="305"/>
        </pc:sldMkLst>
      </pc:sldChg>
      <pc:sldChg chg="addSp delSp modSp add mod modClrScheme chgLayout">
        <pc:chgData name="Pascal Schirmer" userId="f215465b21b5e6e2" providerId="LiveId" clId="{26577E63-CB35-4AE9-A6AC-1B4D9EF34D8A}" dt="2024-08-25T11:51:43.654" v="9371"/>
        <pc:sldMkLst>
          <pc:docMk/>
          <pc:sldMk cId="2333758186" sldId="306"/>
        </pc:sldMkLst>
      </pc:sldChg>
      <pc:sldChg chg="addSp delSp modSp add mod modClrScheme chgLayout">
        <pc:chgData name="Pascal Schirmer" userId="f215465b21b5e6e2" providerId="LiveId" clId="{26577E63-CB35-4AE9-A6AC-1B4D9EF34D8A}" dt="2024-08-25T12:41:54.956" v="9650"/>
        <pc:sldMkLst>
          <pc:docMk/>
          <pc:sldMk cId="2496147901" sldId="307"/>
        </pc:sldMkLst>
      </pc:sldChg>
      <pc:sldChg chg="addSp delSp modSp new mod modClrScheme chgLayout">
        <pc:chgData name="Pascal Schirmer" userId="f215465b21b5e6e2" providerId="LiveId" clId="{26577E63-CB35-4AE9-A6AC-1B4D9EF34D8A}" dt="2024-08-25T12:42:17.121" v="9664" actId="20577"/>
        <pc:sldMkLst>
          <pc:docMk/>
          <pc:sldMk cId="2259340440" sldId="308"/>
        </pc:sldMkLst>
      </pc:sldChg>
      <pc:sldChg chg="addSp delSp modSp add mod">
        <pc:chgData name="Pascal Schirmer" userId="f215465b21b5e6e2" providerId="LiveId" clId="{26577E63-CB35-4AE9-A6AC-1B4D9EF34D8A}" dt="2024-08-25T12:42:22.539" v="9666"/>
        <pc:sldMkLst>
          <pc:docMk/>
          <pc:sldMk cId="2423002704" sldId="309"/>
        </pc:sldMkLst>
      </pc:sldChg>
      <pc:sldChg chg="addSp delSp modSp add mod">
        <pc:chgData name="Pascal Schirmer" userId="f215465b21b5e6e2" providerId="LiveId" clId="{26577E63-CB35-4AE9-A6AC-1B4D9EF34D8A}" dt="2024-08-25T12:39:38.141" v="9603" actId="20577"/>
        <pc:sldMkLst>
          <pc:docMk/>
          <pc:sldMk cId="2229356615" sldId="310"/>
        </pc:sldMkLst>
      </pc:sldChg>
      <pc:sldChg chg="addSp delSp modSp add mod">
        <pc:chgData name="Pascal Schirmer" userId="f215465b21b5e6e2" providerId="LiveId" clId="{26577E63-CB35-4AE9-A6AC-1B4D9EF34D8A}" dt="2024-08-25T12:40:20.053" v="9630"/>
        <pc:sldMkLst>
          <pc:docMk/>
          <pc:sldMk cId="912862245" sldId="311"/>
        </pc:sldMkLst>
      </pc:sldChg>
      <pc:sldChg chg="addSp delSp modSp add mod">
        <pc:chgData name="Pascal Schirmer" userId="f215465b21b5e6e2" providerId="LiveId" clId="{26577E63-CB35-4AE9-A6AC-1B4D9EF34D8A}" dt="2024-08-25T12:40:23.500" v="9632"/>
        <pc:sldMkLst>
          <pc:docMk/>
          <pc:sldMk cId="145274049" sldId="312"/>
        </pc:sldMkLst>
      </pc:sldChg>
      <pc:sldChg chg="addSp delSp modSp add mod">
        <pc:chgData name="Pascal Schirmer" userId="f215465b21b5e6e2" providerId="LiveId" clId="{26577E63-CB35-4AE9-A6AC-1B4D9EF34D8A}" dt="2024-08-25T12:42:04.030" v="9656" actId="20577"/>
        <pc:sldMkLst>
          <pc:docMk/>
          <pc:sldMk cId="1218030265" sldId="313"/>
        </pc:sldMkLst>
      </pc:sldChg>
      <pc:sldChg chg="addSp delSp modSp add mod modClrScheme chgLayout">
        <pc:chgData name="Pascal Schirmer" userId="f215465b21b5e6e2" providerId="LiveId" clId="{26577E63-CB35-4AE9-A6AC-1B4D9EF34D8A}" dt="2024-08-25T12:42:08.525" v="9660" actId="20577"/>
        <pc:sldMkLst>
          <pc:docMk/>
          <pc:sldMk cId="4034172016" sldId="314"/>
        </pc:sldMkLst>
      </pc:sldChg>
      <pc:sldChg chg="addSp delSp modSp new mod modClrScheme chgLayout">
        <pc:chgData name="Pascal Schirmer" userId="f215465b21b5e6e2" providerId="LiveId" clId="{26577E63-CB35-4AE9-A6AC-1B4D9EF34D8A}" dt="2024-08-25T12:43:37.331" v="9697" actId="20577"/>
        <pc:sldMkLst>
          <pc:docMk/>
          <pc:sldMk cId="362244916" sldId="315"/>
        </pc:sldMkLst>
      </pc:sldChg>
      <pc:sldChg chg="addSp delSp modSp add mod">
        <pc:chgData name="Pascal Schirmer" userId="f215465b21b5e6e2" providerId="LiveId" clId="{26577E63-CB35-4AE9-A6AC-1B4D9EF34D8A}" dt="2024-08-25T12:44:06.031" v="9713" actId="20577"/>
        <pc:sldMkLst>
          <pc:docMk/>
          <pc:sldMk cId="2393529507" sldId="316"/>
        </pc:sldMkLst>
      </pc:sldChg>
      <pc:sldChg chg="addSp delSp modSp add mod modClrScheme chgLayout">
        <pc:chgData name="Pascal Schirmer" userId="f215465b21b5e6e2" providerId="LiveId" clId="{26577E63-CB35-4AE9-A6AC-1B4D9EF34D8A}" dt="2024-08-25T12:45:01.451" v="9728" actId="20577"/>
        <pc:sldMkLst>
          <pc:docMk/>
          <pc:sldMk cId="2662784248" sldId="317"/>
        </pc:sldMkLst>
      </pc:sldChg>
      <pc:sldChg chg="addSp delSp modSp add mod modClrScheme chgLayout">
        <pc:chgData name="Pascal Schirmer" userId="f215465b21b5e6e2" providerId="LiveId" clId="{26577E63-CB35-4AE9-A6AC-1B4D9EF34D8A}" dt="2024-08-25T12:45:27.521" v="9742" actId="20577"/>
        <pc:sldMkLst>
          <pc:docMk/>
          <pc:sldMk cId="3050083264" sldId="318"/>
        </pc:sldMkLst>
      </pc:sldChg>
      <pc:sldChg chg="addSp delSp modSp new mod">
        <pc:chgData name="Pascal Schirmer" userId="f215465b21b5e6e2" providerId="LiveId" clId="{26577E63-CB35-4AE9-A6AC-1B4D9EF34D8A}" dt="2024-08-25T11:13:08.287" v="8705"/>
        <pc:sldMkLst>
          <pc:docMk/>
          <pc:sldMk cId="2711656126" sldId="319"/>
        </pc:sldMkLst>
      </pc:sldChg>
      <pc:sldChg chg="addSp delSp modSp new mod modClrScheme chgLayout">
        <pc:chgData name="Pascal Schirmer" userId="f215465b21b5e6e2" providerId="LiveId" clId="{26577E63-CB35-4AE9-A6AC-1B4D9EF34D8A}" dt="2024-08-25T12:43:12.628" v="9683" actId="255"/>
        <pc:sldMkLst>
          <pc:docMk/>
          <pc:sldMk cId="3136230993" sldId="320"/>
        </pc:sldMkLst>
      </pc:sldChg>
      <pc:sldChg chg="modSp add del mod">
        <pc:chgData name="Pascal Schirmer" userId="f215465b21b5e6e2" providerId="LiveId" clId="{26577E63-CB35-4AE9-A6AC-1B4D9EF34D8A}" dt="2024-08-15T21:08:09.327" v="7475" actId="47"/>
        <pc:sldMkLst>
          <pc:docMk/>
          <pc:sldMk cId="386837392" sldId="321"/>
        </pc:sldMkLst>
      </pc:sldChg>
      <pc:sldChg chg="addSp delSp modSp new mod modClrScheme chgLayout">
        <pc:chgData name="Pascal Schirmer" userId="f215465b21b5e6e2" providerId="LiveId" clId="{26577E63-CB35-4AE9-A6AC-1B4D9EF34D8A}" dt="2024-08-15T19:30:37.761" v="3969" actId="123"/>
        <pc:sldMkLst>
          <pc:docMk/>
          <pc:sldMk cId="1175689424" sldId="322"/>
        </pc:sldMkLst>
      </pc:sldChg>
      <pc:sldChg chg="addSp delSp modSp new mod">
        <pc:chgData name="Pascal Schirmer" userId="f215465b21b5e6e2" providerId="LiveId" clId="{26577E63-CB35-4AE9-A6AC-1B4D9EF34D8A}" dt="2024-08-25T13:25:25.316" v="9879" actId="1076"/>
        <pc:sldMkLst>
          <pc:docMk/>
          <pc:sldMk cId="628882465" sldId="323"/>
        </pc:sldMkLst>
      </pc:sldChg>
      <pc:sldChg chg="addSp delSp modSp new del mod modClrScheme chgLayout">
        <pc:chgData name="Pascal Schirmer" userId="f215465b21b5e6e2" providerId="LiveId" clId="{26577E63-CB35-4AE9-A6AC-1B4D9EF34D8A}" dt="2024-08-15T21:08:16.488" v="7476" actId="47"/>
        <pc:sldMkLst>
          <pc:docMk/>
          <pc:sldMk cId="1160290026" sldId="323"/>
        </pc:sldMkLst>
      </pc:sldChg>
      <pc:sldChg chg="addSp delSp modSp new mod">
        <pc:chgData name="Pascal Schirmer" userId="f215465b21b5e6e2" providerId="LiveId" clId="{26577E63-CB35-4AE9-A6AC-1B4D9EF34D8A}" dt="2024-08-25T13:28:33.623" v="9941" actId="123"/>
        <pc:sldMkLst>
          <pc:docMk/>
          <pc:sldMk cId="2927301566" sldId="32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34_Github/PyPowerSim/para/templateSwi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f215465b21b5e6e2/Studium/11_Journals/06_MOR_Thermal/04_Simulation/02_Matlab/LIST_250515_Tutorial_Results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'RC-Model'!$D$1</c:f>
              <c:strCache>
                <c:ptCount val="1"/>
                <c:pt idx="0">
                  <c:v>T_err [°C]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'RC-Model'!$A$2:$A$15001</c:f>
              <c:numCache>
                <c:formatCode>General</c:formatCode>
                <c:ptCount val="15000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  <c:pt idx="201">
                  <c:v>20.100000000000001</c:v>
                </c:pt>
                <c:pt idx="202">
                  <c:v>20.2</c:v>
                </c:pt>
                <c:pt idx="203">
                  <c:v>20.3</c:v>
                </c:pt>
                <c:pt idx="204">
                  <c:v>20.399999999999999</c:v>
                </c:pt>
                <c:pt idx="205">
                  <c:v>20.5</c:v>
                </c:pt>
                <c:pt idx="206">
                  <c:v>20.6</c:v>
                </c:pt>
                <c:pt idx="207">
                  <c:v>20.7</c:v>
                </c:pt>
                <c:pt idx="208">
                  <c:v>20.8</c:v>
                </c:pt>
                <c:pt idx="209">
                  <c:v>20.9</c:v>
                </c:pt>
                <c:pt idx="210">
                  <c:v>21</c:v>
                </c:pt>
                <c:pt idx="211">
                  <c:v>21.1</c:v>
                </c:pt>
                <c:pt idx="212">
                  <c:v>21.2</c:v>
                </c:pt>
                <c:pt idx="213">
                  <c:v>21.3</c:v>
                </c:pt>
                <c:pt idx="214">
                  <c:v>21.4</c:v>
                </c:pt>
                <c:pt idx="215">
                  <c:v>21.5</c:v>
                </c:pt>
                <c:pt idx="216">
                  <c:v>21.6</c:v>
                </c:pt>
                <c:pt idx="217">
                  <c:v>21.7</c:v>
                </c:pt>
                <c:pt idx="218">
                  <c:v>21.8</c:v>
                </c:pt>
                <c:pt idx="219">
                  <c:v>21.9</c:v>
                </c:pt>
                <c:pt idx="220">
                  <c:v>22</c:v>
                </c:pt>
                <c:pt idx="221">
                  <c:v>22.1</c:v>
                </c:pt>
                <c:pt idx="222">
                  <c:v>22.2</c:v>
                </c:pt>
                <c:pt idx="223">
                  <c:v>22.3</c:v>
                </c:pt>
                <c:pt idx="224">
                  <c:v>22.4</c:v>
                </c:pt>
                <c:pt idx="225">
                  <c:v>22.5</c:v>
                </c:pt>
                <c:pt idx="226">
                  <c:v>22.6</c:v>
                </c:pt>
                <c:pt idx="227">
                  <c:v>22.7</c:v>
                </c:pt>
                <c:pt idx="228">
                  <c:v>22.8</c:v>
                </c:pt>
                <c:pt idx="229">
                  <c:v>22.9</c:v>
                </c:pt>
                <c:pt idx="230">
                  <c:v>23</c:v>
                </c:pt>
                <c:pt idx="231">
                  <c:v>23.1</c:v>
                </c:pt>
                <c:pt idx="232">
                  <c:v>23.2</c:v>
                </c:pt>
                <c:pt idx="233">
                  <c:v>23.3</c:v>
                </c:pt>
                <c:pt idx="234">
                  <c:v>23.4</c:v>
                </c:pt>
                <c:pt idx="235">
                  <c:v>23.5</c:v>
                </c:pt>
                <c:pt idx="236">
                  <c:v>23.6</c:v>
                </c:pt>
                <c:pt idx="237">
                  <c:v>23.7</c:v>
                </c:pt>
                <c:pt idx="238">
                  <c:v>23.8</c:v>
                </c:pt>
                <c:pt idx="239">
                  <c:v>23.9</c:v>
                </c:pt>
                <c:pt idx="240">
                  <c:v>24</c:v>
                </c:pt>
                <c:pt idx="241">
                  <c:v>24.1</c:v>
                </c:pt>
                <c:pt idx="242">
                  <c:v>24.2</c:v>
                </c:pt>
                <c:pt idx="243">
                  <c:v>24.3</c:v>
                </c:pt>
                <c:pt idx="244">
                  <c:v>24.4</c:v>
                </c:pt>
                <c:pt idx="245">
                  <c:v>24.5</c:v>
                </c:pt>
                <c:pt idx="246">
                  <c:v>24.6</c:v>
                </c:pt>
                <c:pt idx="247">
                  <c:v>24.7</c:v>
                </c:pt>
                <c:pt idx="248">
                  <c:v>24.8</c:v>
                </c:pt>
                <c:pt idx="249">
                  <c:v>24.9</c:v>
                </c:pt>
                <c:pt idx="250">
                  <c:v>25</c:v>
                </c:pt>
                <c:pt idx="251">
                  <c:v>25.1</c:v>
                </c:pt>
                <c:pt idx="252">
                  <c:v>25.2</c:v>
                </c:pt>
                <c:pt idx="253">
                  <c:v>25.3</c:v>
                </c:pt>
                <c:pt idx="254">
                  <c:v>25.4</c:v>
                </c:pt>
                <c:pt idx="255">
                  <c:v>25.5</c:v>
                </c:pt>
                <c:pt idx="256">
                  <c:v>25.6</c:v>
                </c:pt>
                <c:pt idx="257">
                  <c:v>25.7</c:v>
                </c:pt>
                <c:pt idx="258">
                  <c:v>25.8</c:v>
                </c:pt>
                <c:pt idx="259">
                  <c:v>25.9</c:v>
                </c:pt>
                <c:pt idx="260">
                  <c:v>26</c:v>
                </c:pt>
                <c:pt idx="261">
                  <c:v>26.1</c:v>
                </c:pt>
                <c:pt idx="262">
                  <c:v>26.2</c:v>
                </c:pt>
                <c:pt idx="263">
                  <c:v>26.3</c:v>
                </c:pt>
                <c:pt idx="264">
                  <c:v>26.4</c:v>
                </c:pt>
                <c:pt idx="265">
                  <c:v>26.5</c:v>
                </c:pt>
                <c:pt idx="266">
                  <c:v>26.6</c:v>
                </c:pt>
                <c:pt idx="267">
                  <c:v>26.7</c:v>
                </c:pt>
                <c:pt idx="268">
                  <c:v>26.8</c:v>
                </c:pt>
                <c:pt idx="269">
                  <c:v>26.9</c:v>
                </c:pt>
                <c:pt idx="270">
                  <c:v>27</c:v>
                </c:pt>
                <c:pt idx="271">
                  <c:v>27.1</c:v>
                </c:pt>
                <c:pt idx="272">
                  <c:v>27.2</c:v>
                </c:pt>
                <c:pt idx="273">
                  <c:v>27.3</c:v>
                </c:pt>
                <c:pt idx="274">
                  <c:v>27.4</c:v>
                </c:pt>
                <c:pt idx="275">
                  <c:v>27.5</c:v>
                </c:pt>
                <c:pt idx="276">
                  <c:v>27.6</c:v>
                </c:pt>
                <c:pt idx="277">
                  <c:v>27.7</c:v>
                </c:pt>
                <c:pt idx="278">
                  <c:v>27.8</c:v>
                </c:pt>
                <c:pt idx="279">
                  <c:v>27.9</c:v>
                </c:pt>
                <c:pt idx="280">
                  <c:v>28</c:v>
                </c:pt>
                <c:pt idx="281">
                  <c:v>28.1</c:v>
                </c:pt>
                <c:pt idx="282">
                  <c:v>28.2</c:v>
                </c:pt>
                <c:pt idx="283">
                  <c:v>28.3</c:v>
                </c:pt>
                <c:pt idx="284">
                  <c:v>28.4</c:v>
                </c:pt>
                <c:pt idx="285">
                  <c:v>28.5</c:v>
                </c:pt>
                <c:pt idx="286">
                  <c:v>28.6</c:v>
                </c:pt>
                <c:pt idx="287">
                  <c:v>28.7</c:v>
                </c:pt>
                <c:pt idx="288">
                  <c:v>28.8</c:v>
                </c:pt>
                <c:pt idx="289">
                  <c:v>28.9</c:v>
                </c:pt>
                <c:pt idx="290">
                  <c:v>29</c:v>
                </c:pt>
                <c:pt idx="291">
                  <c:v>29.1</c:v>
                </c:pt>
                <c:pt idx="292">
                  <c:v>29.2</c:v>
                </c:pt>
                <c:pt idx="293">
                  <c:v>29.3</c:v>
                </c:pt>
                <c:pt idx="294">
                  <c:v>29.4</c:v>
                </c:pt>
                <c:pt idx="295">
                  <c:v>29.5</c:v>
                </c:pt>
                <c:pt idx="296">
                  <c:v>29.6</c:v>
                </c:pt>
                <c:pt idx="297">
                  <c:v>29.7</c:v>
                </c:pt>
                <c:pt idx="298">
                  <c:v>29.8</c:v>
                </c:pt>
                <c:pt idx="299">
                  <c:v>29.9</c:v>
                </c:pt>
                <c:pt idx="300">
                  <c:v>30</c:v>
                </c:pt>
                <c:pt idx="301">
                  <c:v>30.1</c:v>
                </c:pt>
                <c:pt idx="302">
                  <c:v>30.2</c:v>
                </c:pt>
                <c:pt idx="303">
                  <c:v>30.3</c:v>
                </c:pt>
                <c:pt idx="304">
                  <c:v>30.4</c:v>
                </c:pt>
                <c:pt idx="305">
                  <c:v>30.5</c:v>
                </c:pt>
                <c:pt idx="306">
                  <c:v>30.6</c:v>
                </c:pt>
                <c:pt idx="307">
                  <c:v>30.7</c:v>
                </c:pt>
                <c:pt idx="308">
                  <c:v>30.8</c:v>
                </c:pt>
                <c:pt idx="309">
                  <c:v>30.9</c:v>
                </c:pt>
                <c:pt idx="310">
                  <c:v>31</c:v>
                </c:pt>
                <c:pt idx="311">
                  <c:v>31.1</c:v>
                </c:pt>
                <c:pt idx="312">
                  <c:v>31.2</c:v>
                </c:pt>
                <c:pt idx="313">
                  <c:v>31.3</c:v>
                </c:pt>
                <c:pt idx="314">
                  <c:v>31.4</c:v>
                </c:pt>
                <c:pt idx="315">
                  <c:v>31.5</c:v>
                </c:pt>
                <c:pt idx="316">
                  <c:v>31.6</c:v>
                </c:pt>
                <c:pt idx="317">
                  <c:v>31.7</c:v>
                </c:pt>
                <c:pt idx="318">
                  <c:v>31.8</c:v>
                </c:pt>
                <c:pt idx="319">
                  <c:v>31.9</c:v>
                </c:pt>
                <c:pt idx="320">
                  <c:v>32</c:v>
                </c:pt>
                <c:pt idx="321">
                  <c:v>32.1</c:v>
                </c:pt>
                <c:pt idx="322">
                  <c:v>32.200000000000003</c:v>
                </c:pt>
                <c:pt idx="323">
                  <c:v>32.299999999999997</c:v>
                </c:pt>
                <c:pt idx="324">
                  <c:v>32.4</c:v>
                </c:pt>
                <c:pt idx="325">
                  <c:v>32.5</c:v>
                </c:pt>
                <c:pt idx="326">
                  <c:v>32.6</c:v>
                </c:pt>
                <c:pt idx="327">
                  <c:v>32.700000000000003</c:v>
                </c:pt>
                <c:pt idx="328">
                  <c:v>32.799999999999997</c:v>
                </c:pt>
                <c:pt idx="329">
                  <c:v>32.9</c:v>
                </c:pt>
                <c:pt idx="330">
                  <c:v>33</c:v>
                </c:pt>
                <c:pt idx="331">
                  <c:v>33.1</c:v>
                </c:pt>
                <c:pt idx="332">
                  <c:v>33.200000000000003</c:v>
                </c:pt>
                <c:pt idx="333">
                  <c:v>33.299999999999997</c:v>
                </c:pt>
                <c:pt idx="334">
                  <c:v>33.4</c:v>
                </c:pt>
                <c:pt idx="335">
                  <c:v>33.5</c:v>
                </c:pt>
                <c:pt idx="336">
                  <c:v>33.6</c:v>
                </c:pt>
                <c:pt idx="337">
                  <c:v>33.700000000000003</c:v>
                </c:pt>
                <c:pt idx="338">
                  <c:v>33.799999999999997</c:v>
                </c:pt>
                <c:pt idx="339">
                  <c:v>33.9</c:v>
                </c:pt>
                <c:pt idx="340">
                  <c:v>34</c:v>
                </c:pt>
                <c:pt idx="341">
                  <c:v>34.1</c:v>
                </c:pt>
                <c:pt idx="342">
                  <c:v>34.200000000000003</c:v>
                </c:pt>
                <c:pt idx="343">
                  <c:v>34.299999999999997</c:v>
                </c:pt>
                <c:pt idx="344">
                  <c:v>34.4</c:v>
                </c:pt>
                <c:pt idx="345">
                  <c:v>34.5</c:v>
                </c:pt>
                <c:pt idx="346">
                  <c:v>34.6</c:v>
                </c:pt>
                <c:pt idx="347">
                  <c:v>34.700000000000003</c:v>
                </c:pt>
                <c:pt idx="348">
                  <c:v>34.799999999999997</c:v>
                </c:pt>
                <c:pt idx="349">
                  <c:v>34.9</c:v>
                </c:pt>
                <c:pt idx="350">
                  <c:v>35</c:v>
                </c:pt>
                <c:pt idx="351">
                  <c:v>35.1</c:v>
                </c:pt>
                <c:pt idx="352">
                  <c:v>35.200000000000003</c:v>
                </c:pt>
                <c:pt idx="353">
                  <c:v>35.299999999999997</c:v>
                </c:pt>
                <c:pt idx="354">
                  <c:v>35.4</c:v>
                </c:pt>
                <c:pt idx="355">
                  <c:v>35.5</c:v>
                </c:pt>
                <c:pt idx="356">
                  <c:v>35.6</c:v>
                </c:pt>
                <c:pt idx="357">
                  <c:v>35.700000000000003</c:v>
                </c:pt>
                <c:pt idx="358">
                  <c:v>35.799999999999997</c:v>
                </c:pt>
                <c:pt idx="359">
                  <c:v>35.9</c:v>
                </c:pt>
                <c:pt idx="360">
                  <c:v>36</c:v>
                </c:pt>
                <c:pt idx="361">
                  <c:v>36.1</c:v>
                </c:pt>
                <c:pt idx="362">
                  <c:v>36.200000000000003</c:v>
                </c:pt>
                <c:pt idx="363">
                  <c:v>36.299999999999997</c:v>
                </c:pt>
                <c:pt idx="364">
                  <c:v>36.4</c:v>
                </c:pt>
                <c:pt idx="365">
                  <c:v>36.5</c:v>
                </c:pt>
                <c:pt idx="366">
                  <c:v>36.6</c:v>
                </c:pt>
                <c:pt idx="367">
                  <c:v>36.700000000000003</c:v>
                </c:pt>
                <c:pt idx="368">
                  <c:v>36.799999999999997</c:v>
                </c:pt>
                <c:pt idx="369">
                  <c:v>36.9</c:v>
                </c:pt>
                <c:pt idx="370">
                  <c:v>37</c:v>
                </c:pt>
                <c:pt idx="371">
                  <c:v>37.1</c:v>
                </c:pt>
                <c:pt idx="372">
                  <c:v>37.200000000000003</c:v>
                </c:pt>
                <c:pt idx="373">
                  <c:v>37.299999999999997</c:v>
                </c:pt>
                <c:pt idx="374">
                  <c:v>37.4</c:v>
                </c:pt>
                <c:pt idx="375">
                  <c:v>37.5</c:v>
                </c:pt>
                <c:pt idx="376">
                  <c:v>37.6</c:v>
                </c:pt>
                <c:pt idx="377">
                  <c:v>37.700000000000003</c:v>
                </c:pt>
                <c:pt idx="378">
                  <c:v>37.799999999999997</c:v>
                </c:pt>
                <c:pt idx="379">
                  <c:v>37.9</c:v>
                </c:pt>
                <c:pt idx="380">
                  <c:v>38</c:v>
                </c:pt>
                <c:pt idx="381">
                  <c:v>38.1</c:v>
                </c:pt>
                <c:pt idx="382">
                  <c:v>38.200000000000003</c:v>
                </c:pt>
                <c:pt idx="383">
                  <c:v>38.299999999999997</c:v>
                </c:pt>
                <c:pt idx="384">
                  <c:v>38.4</c:v>
                </c:pt>
                <c:pt idx="385">
                  <c:v>38.5</c:v>
                </c:pt>
                <c:pt idx="386">
                  <c:v>38.6</c:v>
                </c:pt>
                <c:pt idx="387">
                  <c:v>38.700000000000003</c:v>
                </c:pt>
                <c:pt idx="388">
                  <c:v>38.799999999999997</c:v>
                </c:pt>
                <c:pt idx="389">
                  <c:v>38.9</c:v>
                </c:pt>
                <c:pt idx="390">
                  <c:v>39</c:v>
                </c:pt>
                <c:pt idx="391">
                  <c:v>39.1</c:v>
                </c:pt>
                <c:pt idx="392">
                  <c:v>39.200000000000003</c:v>
                </c:pt>
                <c:pt idx="393">
                  <c:v>39.299999999999997</c:v>
                </c:pt>
                <c:pt idx="394">
                  <c:v>39.4</c:v>
                </c:pt>
                <c:pt idx="395">
                  <c:v>39.5</c:v>
                </c:pt>
                <c:pt idx="396">
                  <c:v>39.6</c:v>
                </c:pt>
                <c:pt idx="397">
                  <c:v>39.700000000000003</c:v>
                </c:pt>
                <c:pt idx="398">
                  <c:v>39.799999999999997</c:v>
                </c:pt>
                <c:pt idx="399">
                  <c:v>39.9</c:v>
                </c:pt>
                <c:pt idx="400">
                  <c:v>40</c:v>
                </c:pt>
                <c:pt idx="401">
                  <c:v>40.1</c:v>
                </c:pt>
                <c:pt idx="402">
                  <c:v>40.200000000000003</c:v>
                </c:pt>
                <c:pt idx="403">
                  <c:v>40.299999999999997</c:v>
                </c:pt>
                <c:pt idx="404">
                  <c:v>40.4</c:v>
                </c:pt>
                <c:pt idx="405">
                  <c:v>40.5</c:v>
                </c:pt>
                <c:pt idx="406">
                  <c:v>40.6</c:v>
                </c:pt>
                <c:pt idx="407">
                  <c:v>40.700000000000003</c:v>
                </c:pt>
                <c:pt idx="408">
                  <c:v>40.799999999999997</c:v>
                </c:pt>
                <c:pt idx="409">
                  <c:v>40.9</c:v>
                </c:pt>
                <c:pt idx="410">
                  <c:v>41</c:v>
                </c:pt>
                <c:pt idx="411">
                  <c:v>41.1</c:v>
                </c:pt>
                <c:pt idx="412">
                  <c:v>41.2</c:v>
                </c:pt>
                <c:pt idx="413">
                  <c:v>41.3</c:v>
                </c:pt>
                <c:pt idx="414">
                  <c:v>41.4</c:v>
                </c:pt>
                <c:pt idx="415">
                  <c:v>41.5</c:v>
                </c:pt>
                <c:pt idx="416">
                  <c:v>41.6</c:v>
                </c:pt>
                <c:pt idx="417">
                  <c:v>41.7</c:v>
                </c:pt>
                <c:pt idx="418">
                  <c:v>41.8</c:v>
                </c:pt>
                <c:pt idx="419">
                  <c:v>41.9</c:v>
                </c:pt>
                <c:pt idx="420">
                  <c:v>42</c:v>
                </c:pt>
                <c:pt idx="421">
                  <c:v>42.1</c:v>
                </c:pt>
                <c:pt idx="422">
                  <c:v>42.2</c:v>
                </c:pt>
                <c:pt idx="423">
                  <c:v>42.3</c:v>
                </c:pt>
                <c:pt idx="424">
                  <c:v>42.4</c:v>
                </c:pt>
                <c:pt idx="425">
                  <c:v>42.5</c:v>
                </c:pt>
                <c:pt idx="426">
                  <c:v>42.6</c:v>
                </c:pt>
                <c:pt idx="427">
                  <c:v>42.7</c:v>
                </c:pt>
                <c:pt idx="428">
                  <c:v>42.8</c:v>
                </c:pt>
                <c:pt idx="429">
                  <c:v>42.9</c:v>
                </c:pt>
                <c:pt idx="430">
                  <c:v>43</c:v>
                </c:pt>
                <c:pt idx="431">
                  <c:v>43.1</c:v>
                </c:pt>
                <c:pt idx="432">
                  <c:v>43.2</c:v>
                </c:pt>
                <c:pt idx="433">
                  <c:v>43.3</c:v>
                </c:pt>
                <c:pt idx="434">
                  <c:v>43.4</c:v>
                </c:pt>
                <c:pt idx="435">
                  <c:v>43.5</c:v>
                </c:pt>
                <c:pt idx="436">
                  <c:v>43.6</c:v>
                </c:pt>
                <c:pt idx="437">
                  <c:v>43.7</c:v>
                </c:pt>
                <c:pt idx="438">
                  <c:v>43.8</c:v>
                </c:pt>
                <c:pt idx="439">
                  <c:v>43.9</c:v>
                </c:pt>
                <c:pt idx="440">
                  <c:v>44</c:v>
                </c:pt>
                <c:pt idx="441">
                  <c:v>44.1</c:v>
                </c:pt>
                <c:pt idx="442">
                  <c:v>44.2</c:v>
                </c:pt>
                <c:pt idx="443">
                  <c:v>44.3</c:v>
                </c:pt>
                <c:pt idx="444">
                  <c:v>44.4</c:v>
                </c:pt>
                <c:pt idx="445">
                  <c:v>44.5</c:v>
                </c:pt>
                <c:pt idx="446">
                  <c:v>44.6</c:v>
                </c:pt>
                <c:pt idx="447">
                  <c:v>44.7</c:v>
                </c:pt>
                <c:pt idx="448">
                  <c:v>44.8</c:v>
                </c:pt>
                <c:pt idx="449">
                  <c:v>44.9</c:v>
                </c:pt>
                <c:pt idx="450">
                  <c:v>45</c:v>
                </c:pt>
                <c:pt idx="451">
                  <c:v>45.1</c:v>
                </c:pt>
                <c:pt idx="452">
                  <c:v>45.2</c:v>
                </c:pt>
                <c:pt idx="453">
                  <c:v>45.3</c:v>
                </c:pt>
                <c:pt idx="454">
                  <c:v>45.4</c:v>
                </c:pt>
                <c:pt idx="455">
                  <c:v>45.5</c:v>
                </c:pt>
                <c:pt idx="456">
                  <c:v>45.6</c:v>
                </c:pt>
                <c:pt idx="457">
                  <c:v>45.7</c:v>
                </c:pt>
                <c:pt idx="458">
                  <c:v>45.8</c:v>
                </c:pt>
                <c:pt idx="459">
                  <c:v>45.9</c:v>
                </c:pt>
                <c:pt idx="460">
                  <c:v>46</c:v>
                </c:pt>
                <c:pt idx="461">
                  <c:v>46.1</c:v>
                </c:pt>
                <c:pt idx="462">
                  <c:v>46.2</c:v>
                </c:pt>
                <c:pt idx="463">
                  <c:v>46.3</c:v>
                </c:pt>
                <c:pt idx="464">
                  <c:v>46.4</c:v>
                </c:pt>
                <c:pt idx="465">
                  <c:v>46.5</c:v>
                </c:pt>
                <c:pt idx="466">
                  <c:v>46.6</c:v>
                </c:pt>
                <c:pt idx="467">
                  <c:v>46.7</c:v>
                </c:pt>
                <c:pt idx="468">
                  <c:v>46.8</c:v>
                </c:pt>
                <c:pt idx="469">
                  <c:v>46.9</c:v>
                </c:pt>
                <c:pt idx="470">
                  <c:v>47</c:v>
                </c:pt>
                <c:pt idx="471">
                  <c:v>47.1</c:v>
                </c:pt>
                <c:pt idx="472">
                  <c:v>47.2</c:v>
                </c:pt>
                <c:pt idx="473">
                  <c:v>47.3</c:v>
                </c:pt>
                <c:pt idx="474">
                  <c:v>47.4</c:v>
                </c:pt>
                <c:pt idx="475">
                  <c:v>47.5</c:v>
                </c:pt>
                <c:pt idx="476">
                  <c:v>47.6</c:v>
                </c:pt>
                <c:pt idx="477">
                  <c:v>47.7</c:v>
                </c:pt>
                <c:pt idx="478">
                  <c:v>47.8</c:v>
                </c:pt>
                <c:pt idx="479">
                  <c:v>47.9</c:v>
                </c:pt>
                <c:pt idx="480">
                  <c:v>48</c:v>
                </c:pt>
                <c:pt idx="481">
                  <c:v>48.1</c:v>
                </c:pt>
                <c:pt idx="482">
                  <c:v>48.2</c:v>
                </c:pt>
                <c:pt idx="483">
                  <c:v>48.3</c:v>
                </c:pt>
                <c:pt idx="484">
                  <c:v>48.4</c:v>
                </c:pt>
                <c:pt idx="485">
                  <c:v>48.5</c:v>
                </c:pt>
                <c:pt idx="486">
                  <c:v>48.6</c:v>
                </c:pt>
                <c:pt idx="487">
                  <c:v>48.7</c:v>
                </c:pt>
                <c:pt idx="488">
                  <c:v>48.8</c:v>
                </c:pt>
                <c:pt idx="489">
                  <c:v>48.9</c:v>
                </c:pt>
                <c:pt idx="490">
                  <c:v>49</c:v>
                </c:pt>
                <c:pt idx="491">
                  <c:v>49.1</c:v>
                </c:pt>
                <c:pt idx="492">
                  <c:v>49.2</c:v>
                </c:pt>
                <c:pt idx="493">
                  <c:v>49.3</c:v>
                </c:pt>
                <c:pt idx="494">
                  <c:v>49.4</c:v>
                </c:pt>
                <c:pt idx="495">
                  <c:v>49.5</c:v>
                </c:pt>
                <c:pt idx="496">
                  <c:v>49.6</c:v>
                </c:pt>
                <c:pt idx="497">
                  <c:v>49.7</c:v>
                </c:pt>
                <c:pt idx="498">
                  <c:v>49.8</c:v>
                </c:pt>
                <c:pt idx="499">
                  <c:v>49.9</c:v>
                </c:pt>
                <c:pt idx="500">
                  <c:v>50</c:v>
                </c:pt>
                <c:pt idx="501">
                  <c:v>50.1</c:v>
                </c:pt>
                <c:pt idx="502">
                  <c:v>50.2</c:v>
                </c:pt>
                <c:pt idx="503">
                  <c:v>50.3</c:v>
                </c:pt>
                <c:pt idx="504">
                  <c:v>50.4</c:v>
                </c:pt>
                <c:pt idx="505">
                  <c:v>50.5</c:v>
                </c:pt>
                <c:pt idx="506">
                  <c:v>50.6</c:v>
                </c:pt>
                <c:pt idx="507">
                  <c:v>50.7</c:v>
                </c:pt>
                <c:pt idx="508">
                  <c:v>50.8</c:v>
                </c:pt>
                <c:pt idx="509">
                  <c:v>50.9</c:v>
                </c:pt>
                <c:pt idx="510">
                  <c:v>51</c:v>
                </c:pt>
                <c:pt idx="511">
                  <c:v>51.1</c:v>
                </c:pt>
                <c:pt idx="512">
                  <c:v>51.2</c:v>
                </c:pt>
                <c:pt idx="513">
                  <c:v>51.3</c:v>
                </c:pt>
                <c:pt idx="514">
                  <c:v>51.4</c:v>
                </c:pt>
                <c:pt idx="515">
                  <c:v>51.5</c:v>
                </c:pt>
                <c:pt idx="516">
                  <c:v>51.6</c:v>
                </c:pt>
                <c:pt idx="517">
                  <c:v>51.7</c:v>
                </c:pt>
                <c:pt idx="518">
                  <c:v>51.8</c:v>
                </c:pt>
                <c:pt idx="519">
                  <c:v>51.9</c:v>
                </c:pt>
                <c:pt idx="520">
                  <c:v>52</c:v>
                </c:pt>
                <c:pt idx="521">
                  <c:v>52.1</c:v>
                </c:pt>
                <c:pt idx="522">
                  <c:v>52.2</c:v>
                </c:pt>
                <c:pt idx="523">
                  <c:v>52.3</c:v>
                </c:pt>
                <c:pt idx="524">
                  <c:v>52.4</c:v>
                </c:pt>
                <c:pt idx="525">
                  <c:v>52.5</c:v>
                </c:pt>
                <c:pt idx="526">
                  <c:v>52.6</c:v>
                </c:pt>
                <c:pt idx="527">
                  <c:v>52.7</c:v>
                </c:pt>
                <c:pt idx="528">
                  <c:v>52.8</c:v>
                </c:pt>
                <c:pt idx="529">
                  <c:v>52.9</c:v>
                </c:pt>
                <c:pt idx="530">
                  <c:v>53</c:v>
                </c:pt>
                <c:pt idx="531">
                  <c:v>53.1</c:v>
                </c:pt>
                <c:pt idx="532">
                  <c:v>53.2</c:v>
                </c:pt>
                <c:pt idx="533">
                  <c:v>53.3</c:v>
                </c:pt>
                <c:pt idx="534">
                  <c:v>53.4</c:v>
                </c:pt>
                <c:pt idx="535">
                  <c:v>53.5</c:v>
                </c:pt>
                <c:pt idx="536">
                  <c:v>53.6</c:v>
                </c:pt>
                <c:pt idx="537">
                  <c:v>53.7</c:v>
                </c:pt>
                <c:pt idx="538">
                  <c:v>53.8</c:v>
                </c:pt>
                <c:pt idx="539">
                  <c:v>53.9</c:v>
                </c:pt>
                <c:pt idx="540">
                  <c:v>54</c:v>
                </c:pt>
                <c:pt idx="541">
                  <c:v>54.1</c:v>
                </c:pt>
                <c:pt idx="542">
                  <c:v>54.2</c:v>
                </c:pt>
                <c:pt idx="543">
                  <c:v>54.3</c:v>
                </c:pt>
                <c:pt idx="544">
                  <c:v>54.4</c:v>
                </c:pt>
                <c:pt idx="545">
                  <c:v>54.5</c:v>
                </c:pt>
                <c:pt idx="546">
                  <c:v>54.6</c:v>
                </c:pt>
                <c:pt idx="547">
                  <c:v>54.7</c:v>
                </c:pt>
                <c:pt idx="548">
                  <c:v>54.8</c:v>
                </c:pt>
                <c:pt idx="549">
                  <c:v>54.9</c:v>
                </c:pt>
                <c:pt idx="550">
                  <c:v>55</c:v>
                </c:pt>
                <c:pt idx="551">
                  <c:v>55.1</c:v>
                </c:pt>
                <c:pt idx="552">
                  <c:v>55.2</c:v>
                </c:pt>
                <c:pt idx="553">
                  <c:v>55.3</c:v>
                </c:pt>
                <c:pt idx="554">
                  <c:v>55.4</c:v>
                </c:pt>
                <c:pt idx="555">
                  <c:v>55.5</c:v>
                </c:pt>
                <c:pt idx="556">
                  <c:v>55.6</c:v>
                </c:pt>
                <c:pt idx="557">
                  <c:v>55.7</c:v>
                </c:pt>
                <c:pt idx="558">
                  <c:v>55.8</c:v>
                </c:pt>
                <c:pt idx="559">
                  <c:v>55.9</c:v>
                </c:pt>
                <c:pt idx="560">
                  <c:v>56</c:v>
                </c:pt>
                <c:pt idx="561">
                  <c:v>56.1</c:v>
                </c:pt>
                <c:pt idx="562">
                  <c:v>56.2</c:v>
                </c:pt>
                <c:pt idx="563">
                  <c:v>56.3</c:v>
                </c:pt>
                <c:pt idx="564">
                  <c:v>56.4</c:v>
                </c:pt>
                <c:pt idx="565">
                  <c:v>56.5</c:v>
                </c:pt>
                <c:pt idx="566">
                  <c:v>56.6</c:v>
                </c:pt>
                <c:pt idx="567">
                  <c:v>56.7</c:v>
                </c:pt>
                <c:pt idx="568">
                  <c:v>56.8</c:v>
                </c:pt>
                <c:pt idx="569">
                  <c:v>56.9</c:v>
                </c:pt>
                <c:pt idx="570">
                  <c:v>57</c:v>
                </c:pt>
                <c:pt idx="571">
                  <c:v>57.1</c:v>
                </c:pt>
                <c:pt idx="572">
                  <c:v>57.2</c:v>
                </c:pt>
                <c:pt idx="573">
                  <c:v>57.3</c:v>
                </c:pt>
                <c:pt idx="574">
                  <c:v>57.4</c:v>
                </c:pt>
                <c:pt idx="575">
                  <c:v>57.5</c:v>
                </c:pt>
                <c:pt idx="576">
                  <c:v>57.6</c:v>
                </c:pt>
                <c:pt idx="577">
                  <c:v>57.7</c:v>
                </c:pt>
                <c:pt idx="578">
                  <c:v>57.8</c:v>
                </c:pt>
                <c:pt idx="579">
                  <c:v>57.9</c:v>
                </c:pt>
                <c:pt idx="580">
                  <c:v>58</c:v>
                </c:pt>
                <c:pt idx="581">
                  <c:v>58.1</c:v>
                </c:pt>
                <c:pt idx="582">
                  <c:v>58.2</c:v>
                </c:pt>
                <c:pt idx="583">
                  <c:v>58.3</c:v>
                </c:pt>
                <c:pt idx="584">
                  <c:v>58.4</c:v>
                </c:pt>
                <c:pt idx="585">
                  <c:v>58.5</c:v>
                </c:pt>
                <c:pt idx="586">
                  <c:v>58.6</c:v>
                </c:pt>
                <c:pt idx="587">
                  <c:v>58.7</c:v>
                </c:pt>
                <c:pt idx="588">
                  <c:v>58.8</c:v>
                </c:pt>
                <c:pt idx="589">
                  <c:v>58.9</c:v>
                </c:pt>
                <c:pt idx="590">
                  <c:v>59</c:v>
                </c:pt>
                <c:pt idx="591">
                  <c:v>59.1</c:v>
                </c:pt>
                <c:pt idx="592">
                  <c:v>59.2</c:v>
                </c:pt>
                <c:pt idx="593">
                  <c:v>59.3</c:v>
                </c:pt>
                <c:pt idx="594">
                  <c:v>59.4</c:v>
                </c:pt>
                <c:pt idx="595">
                  <c:v>59.5</c:v>
                </c:pt>
                <c:pt idx="596">
                  <c:v>59.6</c:v>
                </c:pt>
                <c:pt idx="597">
                  <c:v>59.7</c:v>
                </c:pt>
                <c:pt idx="598">
                  <c:v>59.8</c:v>
                </c:pt>
                <c:pt idx="599">
                  <c:v>59.9</c:v>
                </c:pt>
                <c:pt idx="600">
                  <c:v>60</c:v>
                </c:pt>
                <c:pt idx="601">
                  <c:v>60.1</c:v>
                </c:pt>
                <c:pt idx="602">
                  <c:v>60.2</c:v>
                </c:pt>
                <c:pt idx="603">
                  <c:v>60.3</c:v>
                </c:pt>
                <c:pt idx="604">
                  <c:v>60.4</c:v>
                </c:pt>
                <c:pt idx="605">
                  <c:v>60.5</c:v>
                </c:pt>
                <c:pt idx="606">
                  <c:v>60.6</c:v>
                </c:pt>
                <c:pt idx="607">
                  <c:v>60.7</c:v>
                </c:pt>
                <c:pt idx="608">
                  <c:v>60.8</c:v>
                </c:pt>
                <c:pt idx="609">
                  <c:v>60.9</c:v>
                </c:pt>
                <c:pt idx="610">
                  <c:v>61</c:v>
                </c:pt>
                <c:pt idx="611">
                  <c:v>61.1</c:v>
                </c:pt>
                <c:pt idx="612">
                  <c:v>61.2</c:v>
                </c:pt>
                <c:pt idx="613">
                  <c:v>61.3</c:v>
                </c:pt>
                <c:pt idx="614">
                  <c:v>61.4</c:v>
                </c:pt>
                <c:pt idx="615">
                  <c:v>61.5</c:v>
                </c:pt>
                <c:pt idx="616">
                  <c:v>61.6</c:v>
                </c:pt>
                <c:pt idx="617">
                  <c:v>61.7</c:v>
                </c:pt>
                <c:pt idx="618">
                  <c:v>61.8</c:v>
                </c:pt>
                <c:pt idx="619">
                  <c:v>61.9</c:v>
                </c:pt>
                <c:pt idx="620">
                  <c:v>62</c:v>
                </c:pt>
                <c:pt idx="621">
                  <c:v>62.1</c:v>
                </c:pt>
                <c:pt idx="622">
                  <c:v>62.2</c:v>
                </c:pt>
                <c:pt idx="623">
                  <c:v>62.3</c:v>
                </c:pt>
                <c:pt idx="624">
                  <c:v>62.4</c:v>
                </c:pt>
                <c:pt idx="625">
                  <c:v>62.5</c:v>
                </c:pt>
                <c:pt idx="626">
                  <c:v>62.6</c:v>
                </c:pt>
                <c:pt idx="627">
                  <c:v>62.7</c:v>
                </c:pt>
                <c:pt idx="628">
                  <c:v>62.8</c:v>
                </c:pt>
                <c:pt idx="629">
                  <c:v>62.9</c:v>
                </c:pt>
                <c:pt idx="630">
                  <c:v>63</c:v>
                </c:pt>
                <c:pt idx="631">
                  <c:v>63.1</c:v>
                </c:pt>
                <c:pt idx="632">
                  <c:v>63.2</c:v>
                </c:pt>
                <c:pt idx="633">
                  <c:v>63.3</c:v>
                </c:pt>
                <c:pt idx="634">
                  <c:v>63.4</c:v>
                </c:pt>
                <c:pt idx="635">
                  <c:v>63.5</c:v>
                </c:pt>
                <c:pt idx="636">
                  <c:v>63.6</c:v>
                </c:pt>
                <c:pt idx="637">
                  <c:v>63.7</c:v>
                </c:pt>
                <c:pt idx="638">
                  <c:v>63.8</c:v>
                </c:pt>
                <c:pt idx="639">
                  <c:v>63.9</c:v>
                </c:pt>
                <c:pt idx="640">
                  <c:v>64</c:v>
                </c:pt>
                <c:pt idx="641">
                  <c:v>64.099999999999994</c:v>
                </c:pt>
                <c:pt idx="642">
                  <c:v>64.2</c:v>
                </c:pt>
                <c:pt idx="643">
                  <c:v>64.3</c:v>
                </c:pt>
                <c:pt idx="644">
                  <c:v>64.400000000000006</c:v>
                </c:pt>
                <c:pt idx="645">
                  <c:v>64.5</c:v>
                </c:pt>
                <c:pt idx="646">
                  <c:v>64.599999999999994</c:v>
                </c:pt>
                <c:pt idx="647">
                  <c:v>64.7</c:v>
                </c:pt>
                <c:pt idx="648">
                  <c:v>64.8</c:v>
                </c:pt>
                <c:pt idx="649">
                  <c:v>64.900000000000006</c:v>
                </c:pt>
                <c:pt idx="650">
                  <c:v>65</c:v>
                </c:pt>
                <c:pt idx="651">
                  <c:v>65.099999999999994</c:v>
                </c:pt>
                <c:pt idx="652">
                  <c:v>65.2</c:v>
                </c:pt>
                <c:pt idx="653">
                  <c:v>65.3</c:v>
                </c:pt>
                <c:pt idx="654">
                  <c:v>65.400000000000006</c:v>
                </c:pt>
                <c:pt idx="655">
                  <c:v>65.5</c:v>
                </c:pt>
                <c:pt idx="656">
                  <c:v>65.599999999999994</c:v>
                </c:pt>
                <c:pt idx="657">
                  <c:v>65.7</c:v>
                </c:pt>
                <c:pt idx="658">
                  <c:v>65.8</c:v>
                </c:pt>
                <c:pt idx="659">
                  <c:v>65.900000000000006</c:v>
                </c:pt>
                <c:pt idx="660">
                  <c:v>66</c:v>
                </c:pt>
                <c:pt idx="661">
                  <c:v>66.099999999999994</c:v>
                </c:pt>
                <c:pt idx="662">
                  <c:v>66.2</c:v>
                </c:pt>
                <c:pt idx="663">
                  <c:v>66.3</c:v>
                </c:pt>
                <c:pt idx="664">
                  <c:v>66.400000000000006</c:v>
                </c:pt>
                <c:pt idx="665">
                  <c:v>66.5</c:v>
                </c:pt>
                <c:pt idx="666">
                  <c:v>66.599999999999994</c:v>
                </c:pt>
                <c:pt idx="667">
                  <c:v>66.7</c:v>
                </c:pt>
                <c:pt idx="668">
                  <c:v>66.8</c:v>
                </c:pt>
                <c:pt idx="669">
                  <c:v>66.900000000000006</c:v>
                </c:pt>
                <c:pt idx="670">
                  <c:v>67</c:v>
                </c:pt>
                <c:pt idx="671">
                  <c:v>67.099999999999994</c:v>
                </c:pt>
                <c:pt idx="672">
                  <c:v>67.2</c:v>
                </c:pt>
                <c:pt idx="673">
                  <c:v>67.3</c:v>
                </c:pt>
                <c:pt idx="674">
                  <c:v>67.400000000000006</c:v>
                </c:pt>
                <c:pt idx="675">
                  <c:v>67.5</c:v>
                </c:pt>
                <c:pt idx="676">
                  <c:v>67.599999999999994</c:v>
                </c:pt>
                <c:pt idx="677">
                  <c:v>67.7</c:v>
                </c:pt>
                <c:pt idx="678">
                  <c:v>67.8</c:v>
                </c:pt>
                <c:pt idx="679">
                  <c:v>67.900000000000006</c:v>
                </c:pt>
                <c:pt idx="680">
                  <c:v>68</c:v>
                </c:pt>
                <c:pt idx="681">
                  <c:v>68.099999999999994</c:v>
                </c:pt>
                <c:pt idx="682">
                  <c:v>68.2</c:v>
                </c:pt>
                <c:pt idx="683">
                  <c:v>68.3</c:v>
                </c:pt>
                <c:pt idx="684">
                  <c:v>68.400000000000006</c:v>
                </c:pt>
                <c:pt idx="685">
                  <c:v>68.5</c:v>
                </c:pt>
                <c:pt idx="686">
                  <c:v>68.599999999999994</c:v>
                </c:pt>
                <c:pt idx="687">
                  <c:v>68.7</c:v>
                </c:pt>
                <c:pt idx="688">
                  <c:v>68.8</c:v>
                </c:pt>
                <c:pt idx="689">
                  <c:v>68.900000000000006</c:v>
                </c:pt>
                <c:pt idx="690">
                  <c:v>69</c:v>
                </c:pt>
                <c:pt idx="691">
                  <c:v>69.099999999999994</c:v>
                </c:pt>
                <c:pt idx="692">
                  <c:v>69.2</c:v>
                </c:pt>
                <c:pt idx="693">
                  <c:v>69.3</c:v>
                </c:pt>
                <c:pt idx="694">
                  <c:v>69.400000000000006</c:v>
                </c:pt>
                <c:pt idx="695">
                  <c:v>69.5</c:v>
                </c:pt>
                <c:pt idx="696">
                  <c:v>69.599999999999994</c:v>
                </c:pt>
                <c:pt idx="697">
                  <c:v>69.7</c:v>
                </c:pt>
                <c:pt idx="698">
                  <c:v>69.8</c:v>
                </c:pt>
                <c:pt idx="699">
                  <c:v>69.900000000000006</c:v>
                </c:pt>
                <c:pt idx="700">
                  <c:v>70</c:v>
                </c:pt>
                <c:pt idx="701">
                  <c:v>70.099999999999994</c:v>
                </c:pt>
                <c:pt idx="702">
                  <c:v>70.2</c:v>
                </c:pt>
                <c:pt idx="703">
                  <c:v>70.3</c:v>
                </c:pt>
                <c:pt idx="704">
                  <c:v>70.400000000000006</c:v>
                </c:pt>
                <c:pt idx="705">
                  <c:v>70.5</c:v>
                </c:pt>
                <c:pt idx="706">
                  <c:v>70.599999999999994</c:v>
                </c:pt>
                <c:pt idx="707">
                  <c:v>70.7</c:v>
                </c:pt>
                <c:pt idx="708">
                  <c:v>70.8</c:v>
                </c:pt>
                <c:pt idx="709">
                  <c:v>70.900000000000006</c:v>
                </c:pt>
                <c:pt idx="710">
                  <c:v>71</c:v>
                </c:pt>
                <c:pt idx="711">
                  <c:v>71.099999999999994</c:v>
                </c:pt>
                <c:pt idx="712">
                  <c:v>71.2</c:v>
                </c:pt>
                <c:pt idx="713">
                  <c:v>71.3</c:v>
                </c:pt>
                <c:pt idx="714">
                  <c:v>71.400000000000006</c:v>
                </c:pt>
                <c:pt idx="715">
                  <c:v>71.5</c:v>
                </c:pt>
                <c:pt idx="716">
                  <c:v>71.599999999999994</c:v>
                </c:pt>
                <c:pt idx="717">
                  <c:v>71.7</c:v>
                </c:pt>
                <c:pt idx="718">
                  <c:v>71.8</c:v>
                </c:pt>
                <c:pt idx="719">
                  <c:v>71.900000000000006</c:v>
                </c:pt>
                <c:pt idx="720">
                  <c:v>72</c:v>
                </c:pt>
                <c:pt idx="721">
                  <c:v>72.099999999999994</c:v>
                </c:pt>
                <c:pt idx="722">
                  <c:v>72.2</c:v>
                </c:pt>
                <c:pt idx="723">
                  <c:v>72.3</c:v>
                </c:pt>
                <c:pt idx="724">
                  <c:v>72.400000000000006</c:v>
                </c:pt>
                <c:pt idx="725">
                  <c:v>72.5</c:v>
                </c:pt>
                <c:pt idx="726">
                  <c:v>72.599999999999994</c:v>
                </c:pt>
                <c:pt idx="727">
                  <c:v>72.7</c:v>
                </c:pt>
                <c:pt idx="728">
                  <c:v>72.8</c:v>
                </c:pt>
                <c:pt idx="729">
                  <c:v>72.900000000000006</c:v>
                </c:pt>
                <c:pt idx="730">
                  <c:v>73</c:v>
                </c:pt>
                <c:pt idx="731">
                  <c:v>73.099999999999994</c:v>
                </c:pt>
                <c:pt idx="732">
                  <c:v>73.2</c:v>
                </c:pt>
                <c:pt idx="733">
                  <c:v>73.3</c:v>
                </c:pt>
                <c:pt idx="734">
                  <c:v>73.400000000000006</c:v>
                </c:pt>
                <c:pt idx="735">
                  <c:v>73.5</c:v>
                </c:pt>
                <c:pt idx="736">
                  <c:v>73.599999999999994</c:v>
                </c:pt>
                <c:pt idx="737">
                  <c:v>73.7</c:v>
                </c:pt>
                <c:pt idx="738">
                  <c:v>73.8</c:v>
                </c:pt>
                <c:pt idx="739">
                  <c:v>73.900000000000006</c:v>
                </c:pt>
                <c:pt idx="740">
                  <c:v>74</c:v>
                </c:pt>
                <c:pt idx="741">
                  <c:v>74.099999999999994</c:v>
                </c:pt>
                <c:pt idx="742">
                  <c:v>74.2</c:v>
                </c:pt>
                <c:pt idx="743">
                  <c:v>74.3</c:v>
                </c:pt>
                <c:pt idx="744">
                  <c:v>74.400000000000006</c:v>
                </c:pt>
                <c:pt idx="745">
                  <c:v>74.5</c:v>
                </c:pt>
                <c:pt idx="746">
                  <c:v>74.599999999999994</c:v>
                </c:pt>
                <c:pt idx="747">
                  <c:v>74.7</c:v>
                </c:pt>
                <c:pt idx="748">
                  <c:v>74.8</c:v>
                </c:pt>
                <c:pt idx="749">
                  <c:v>74.900000000000006</c:v>
                </c:pt>
                <c:pt idx="750">
                  <c:v>75</c:v>
                </c:pt>
                <c:pt idx="751">
                  <c:v>75.099999999999994</c:v>
                </c:pt>
                <c:pt idx="752">
                  <c:v>75.2</c:v>
                </c:pt>
                <c:pt idx="753">
                  <c:v>75.3</c:v>
                </c:pt>
                <c:pt idx="754">
                  <c:v>75.400000000000006</c:v>
                </c:pt>
                <c:pt idx="755">
                  <c:v>75.5</c:v>
                </c:pt>
                <c:pt idx="756">
                  <c:v>75.599999999999994</c:v>
                </c:pt>
                <c:pt idx="757">
                  <c:v>75.7</c:v>
                </c:pt>
                <c:pt idx="758">
                  <c:v>75.8</c:v>
                </c:pt>
                <c:pt idx="759">
                  <c:v>75.900000000000006</c:v>
                </c:pt>
                <c:pt idx="760">
                  <c:v>76</c:v>
                </c:pt>
                <c:pt idx="761">
                  <c:v>76.099999999999994</c:v>
                </c:pt>
                <c:pt idx="762">
                  <c:v>76.2</c:v>
                </c:pt>
                <c:pt idx="763">
                  <c:v>76.3</c:v>
                </c:pt>
                <c:pt idx="764">
                  <c:v>76.400000000000006</c:v>
                </c:pt>
                <c:pt idx="765">
                  <c:v>76.5</c:v>
                </c:pt>
                <c:pt idx="766">
                  <c:v>76.599999999999994</c:v>
                </c:pt>
                <c:pt idx="767">
                  <c:v>76.7</c:v>
                </c:pt>
                <c:pt idx="768">
                  <c:v>76.8</c:v>
                </c:pt>
                <c:pt idx="769">
                  <c:v>76.900000000000006</c:v>
                </c:pt>
                <c:pt idx="770">
                  <c:v>77</c:v>
                </c:pt>
                <c:pt idx="771">
                  <c:v>77.099999999999994</c:v>
                </c:pt>
                <c:pt idx="772">
                  <c:v>77.2</c:v>
                </c:pt>
                <c:pt idx="773">
                  <c:v>77.3</c:v>
                </c:pt>
                <c:pt idx="774">
                  <c:v>77.400000000000006</c:v>
                </c:pt>
                <c:pt idx="775">
                  <c:v>77.5</c:v>
                </c:pt>
                <c:pt idx="776">
                  <c:v>77.599999999999994</c:v>
                </c:pt>
                <c:pt idx="777">
                  <c:v>77.7</c:v>
                </c:pt>
                <c:pt idx="778">
                  <c:v>77.8</c:v>
                </c:pt>
                <c:pt idx="779">
                  <c:v>77.900000000000006</c:v>
                </c:pt>
                <c:pt idx="780">
                  <c:v>78</c:v>
                </c:pt>
                <c:pt idx="781">
                  <c:v>78.099999999999994</c:v>
                </c:pt>
                <c:pt idx="782">
                  <c:v>78.2</c:v>
                </c:pt>
                <c:pt idx="783">
                  <c:v>78.3</c:v>
                </c:pt>
                <c:pt idx="784">
                  <c:v>78.400000000000006</c:v>
                </c:pt>
                <c:pt idx="785">
                  <c:v>78.5</c:v>
                </c:pt>
                <c:pt idx="786">
                  <c:v>78.599999999999994</c:v>
                </c:pt>
                <c:pt idx="787">
                  <c:v>78.7</c:v>
                </c:pt>
                <c:pt idx="788">
                  <c:v>78.8</c:v>
                </c:pt>
                <c:pt idx="789">
                  <c:v>78.900000000000006</c:v>
                </c:pt>
                <c:pt idx="790">
                  <c:v>79</c:v>
                </c:pt>
                <c:pt idx="791">
                  <c:v>79.099999999999994</c:v>
                </c:pt>
                <c:pt idx="792">
                  <c:v>79.2</c:v>
                </c:pt>
                <c:pt idx="793">
                  <c:v>79.3</c:v>
                </c:pt>
                <c:pt idx="794">
                  <c:v>79.400000000000006</c:v>
                </c:pt>
                <c:pt idx="795">
                  <c:v>79.5</c:v>
                </c:pt>
                <c:pt idx="796">
                  <c:v>79.599999999999994</c:v>
                </c:pt>
                <c:pt idx="797">
                  <c:v>79.7</c:v>
                </c:pt>
                <c:pt idx="798">
                  <c:v>79.8</c:v>
                </c:pt>
                <c:pt idx="799">
                  <c:v>79.900000000000006</c:v>
                </c:pt>
                <c:pt idx="800">
                  <c:v>80</c:v>
                </c:pt>
                <c:pt idx="801">
                  <c:v>80.099999999999994</c:v>
                </c:pt>
                <c:pt idx="802">
                  <c:v>80.2</c:v>
                </c:pt>
                <c:pt idx="803">
                  <c:v>80.3</c:v>
                </c:pt>
                <c:pt idx="804">
                  <c:v>80.400000000000006</c:v>
                </c:pt>
                <c:pt idx="805">
                  <c:v>80.5</c:v>
                </c:pt>
                <c:pt idx="806">
                  <c:v>80.599999999999994</c:v>
                </c:pt>
                <c:pt idx="807">
                  <c:v>80.7</c:v>
                </c:pt>
                <c:pt idx="808">
                  <c:v>80.8</c:v>
                </c:pt>
                <c:pt idx="809">
                  <c:v>80.900000000000006</c:v>
                </c:pt>
                <c:pt idx="810">
                  <c:v>81</c:v>
                </c:pt>
                <c:pt idx="811">
                  <c:v>81.099999999999994</c:v>
                </c:pt>
                <c:pt idx="812">
                  <c:v>81.2</c:v>
                </c:pt>
                <c:pt idx="813">
                  <c:v>81.3</c:v>
                </c:pt>
                <c:pt idx="814">
                  <c:v>81.400000000000006</c:v>
                </c:pt>
                <c:pt idx="815">
                  <c:v>81.5</c:v>
                </c:pt>
                <c:pt idx="816">
                  <c:v>81.599999999999994</c:v>
                </c:pt>
                <c:pt idx="817">
                  <c:v>81.7</c:v>
                </c:pt>
                <c:pt idx="818">
                  <c:v>81.8</c:v>
                </c:pt>
                <c:pt idx="819">
                  <c:v>81.900000000000006</c:v>
                </c:pt>
                <c:pt idx="820">
                  <c:v>82</c:v>
                </c:pt>
                <c:pt idx="821">
                  <c:v>82.1</c:v>
                </c:pt>
                <c:pt idx="822">
                  <c:v>82.2</c:v>
                </c:pt>
                <c:pt idx="823">
                  <c:v>82.3</c:v>
                </c:pt>
                <c:pt idx="824">
                  <c:v>82.4</c:v>
                </c:pt>
                <c:pt idx="825">
                  <c:v>82.5</c:v>
                </c:pt>
                <c:pt idx="826">
                  <c:v>82.6</c:v>
                </c:pt>
                <c:pt idx="827">
                  <c:v>82.7</c:v>
                </c:pt>
                <c:pt idx="828">
                  <c:v>82.8</c:v>
                </c:pt>
                <c:pt idx="829">
                  <c:v>82.9</c:v>
                </c:pt>
                <c:pt idx="830">
                  <c:v>83</c:v>
                </c:pt>
                <c:pt idx="831">
                  <c:v>83.1</c:v>
                </c:pt>
                <c:pt idx="832">
                  <c:v>83.2</c:v>
                </c:pt>
                <c:pt idx="833">
                  <c:v>83.3</c:v>
                </c:pt>
                <c:pt idx="834">
                  <c:v>83.4</c:v>
                </c:pt>
                <c:pt idx="835">
                  <c:v>83.5</c:v>
                </c:pt>
                <c:pt idx="836">
                  <c:v>83.6</c:v>
                </c:pt>
                <c:pt idx="837">
                  <c:v>83.7</c:v>
                </c:pt>
                <c:pt idx="838">
                  <c:v>83.8</c:v>
                </c:pt>
                <c:pt idx="839">
                  <c:v>83.9</c:v>
                </c:pt>
                <c:pt idx="840">
                  <c:v>84</c:v>
                </c:pt>
                <c:pt idx="841">
                  <c:v>84.1</c:v>
                </c:pt>
                <c:pt idx="842">
                  <c:v>84.2</c:v>
                </c:pt>
                <c:pt idx="843">
                  <c:v>84.3</c:v>
                </c:pt>
                <c:pt idx="844">
                  <c:v>84.4</c:v>
                </c:pt>
                <c:pt idx="845">
                  <c:v>84.5</c:v>
                </c:pt>
                <c:pt idx="846">
                  <c:v>84.6</c:v>
                </c:pt>
                <c:pt idx="847">
                  <c:v>84.7</c:v>
                </c:pt>
                <c:pt idx="848">
                  <c:v>84.8</c:v>
                </c:pt>
                <c:pt idx="849">
                  <c:v>84.9</c:v>
                </c:pt>
                <c:pt idx="850">
                  <c:v>85</c:v>
                </c:pt>
                <c:pt idx="851">
                  <c:v>85.1</c:v>
                </c:pt>
                <c:pt idx="852">
                  <c:v>85.2</c:v>
                </c:pt>
                <c:pt idx="853">
                  <c:v>85.3</c:v>
                </c:pt>
                <c:pt idx="854">
                  <c:v>85.4</c:v>
                </c:pt>
                <c:pt idx="855">
                  <c:v>85.5</c:v>
                </c:pt>
                <c:pt idx="856">
                  <c:v>85.6</c:v>
                </c:pt>
                <c:pt idx="857">
                  <c:v>85.7</c:v>
                </c:pt>
                <c:pt idx="858">
                  <c:v>85.8</c:v>
                </c:pt>
                <c:pt idx="859">
                  <c:v>85.9</c:v>
                </c:pt>
                <c:pt idx="860">
                  <c:v>86</c:v>
                </c:pt>
                <c:pt idx="861">
                  <c:v>86.1</c:v>
                </c:pt>
                <c:pt idx="862">
                  <c:v>86.2</c:v>
                </c:pt>
                <c:pt idx="863">
                  <c:v>86.3</c:v>
                </c:pt>
                <c:pt idx="864">
                  <c:v>86.4</c:v>
                </c:pt>
                <c:pt idx="865">
                  <c:v>86.5</c:v>
                </c:pt>
                <c:pt idx="866">
                  <c:v>86.6</c:v>
                </c:pt>
                <c:pt idx="867">
                  <c:v>86.7</c:v>
                </c:pt>
                <c:pt idx="868">
                  <c:v>86.8</c:v>
                </c:pt>
                <c:pt idx="869">
                  <c:v>86.9</c:v>
                </c:pt>
                <c:pt idx="870">
                  <c:v>87</c:v>
                </c:pt>
                <c:pt idx="871">
                  <c:v>87.1</c:v>
                </c:pt>
                <c:pt idx="872">
                  <c:v>87.2</c:v>
                </c:pt>
                <c:pt idx="873">
                  <c:v>87.3</c:v>
                </c:pt>
                <c:pt idx="874">
                  <c:v>87.4</c:v>
                </c:pt>
                <c:pt idx="875">
                  <c:v>87.5</c:v>
                </c:pt>
                <c:pt idx="876">
                  <c:v>87.6</c:v>
                </c:pt>
                <c:pt idx="877">
                  <c:v>87.7</c:v>
                </c:pt>
                <c:pt idx="878">
                  <c:v>87.8</c:v>
                </c:pt>
                <c:pt idx="879">
                  <c:v>87.9</c:v>
                </c:pt>
                <c:pt idx="880">
                  <c:v>88</c:v>
                </c:pt>
                <c:pt idx="881">
                  <c:v>88.1</c:v>
                </c:pt>
                <c:pt idx="882">
                  <c:v>88.2</c:v>
                </c:pt>
                <c:pt idx="883">
                  <c:v>88.3</c:v>
                </c:pt>
                <c:pt idx="884">
                  <c:v>88.4</c:v>
                </c:pt>
                <c:pt idx="885">
                  <c:v>88.5</c:v>
                </c:pt>
                <c:pt idx="886">
                  <c:v>88.6</c:v>
                </c:pt>
                <c:pt idx="887">
                  <c:v>88.7</c:v>
                </c:pt>
                <c:pt idx="888">
                  <c:v>88.8</c:v>
                </c:pt>
                <c:pt idx="889">
                  <c:v>88.9</c:v>
                </c:pt>
                <c:pt idx="890">
                  <c:v>89</c:v>
                </c:pt>
                <c:pt idx="891">
                  <c:v>89.1</c:v>
                </c:pt>
                <c:pt idx="892">
                  <c:v>89.2</c:v>
                </c:pt>
                <c:pt idx="893">
                  <c:v>89.3</c:v>
                </c:pt>
                <c:pt idx="894">
                  <c:v>89.4</c:v>
                </c:pt>
                <c:pt idx="895">
                  <c:v>89.5</c:v>
                </c:pt>
                <c:pt idx="896">
                  <c:v>89.6</c:v>
                </c:pt>
                <c:pt idx="897">
                  <c:v>89.7</c:v>
                </c:pt>
                <c:pt idx="898">
                  <c:v>89.8</c:v>
                </c:pt>
                <c:pt idx="899">
                  <c:v>89.9</c:v>
                </c:pt>
                <c:pt idx="900">
                  <c:v>90</c:v>
                </c:pt>
                <c:pt idx="901">
                  <c:v>90.1</c:v>
                </c:pt>
                <c:pt idx="902">
                  <c:v>90.2</c:v>
                </c:pt>
                <c:pt idx="903">
                  <c:v>90.3</c:v>
                </c:pt>
                <c:pt idx="904">
                  <c:v>90.4</c:v>
                </c:pt>
                <c:pt idx="905">
                  <c:v>90.5</c:v>
                </c:pt>
                <c:pt idx="906">
                  <c:v>90.6</c:v>
                </c:pt>
                <c:pt idx="907">
                  <c:v>90.7</c:v>
                </c:pt>
                <c:pt idx="908">
                  <c:v>90.8</c:v>
                </c:pt>
                <c:pt idx="909">
                  <c:v>90.9</c:v>
                </c:pt>
                <c:pt idx="910">
                  <c:v>91</c:v>
                </c:pt>
                <c:pt idx="911">
                  <c:v>91.1</c:v>
                </c:pt>
                <c:pt idx="912">
                  <c:v>91.2</c:v>
                </c:pt>
                <c:pt idx="913">
                  <c:v>91.3</c:v>
                </c:pt>
                <c:pt idx="914">
                  <c:v>91.4</c:v>
                </c:pt>
                <c:pt idx="915">
                  <c:v>91.5</c:v>
                </c:pt>
                <c:pt idx="916">
                  <c:v>91.6</c:v>
                </c:pt>
                <c:pt idx="917">
                  <c:v>91.7</c:v>
                </c:pt>
                <c:pt idx="918">
                  <c:v>91.8</c:v>
                </c:pt>
                <c:pt idx="919">
                  <c:v>91.9</c:v>
                </c:pt>
                <c:pt idx="920">
                  <c:v>92</c:v>
                </c:pt>
                <c:pt idx="921">
                  <c:v>92.1</c:v>
                </c:pt>
                <c:pt idx="922">
                  <c:v>92.2</c:v>
                </c:pt>
                <c:pt idx="923">
                  <c:v>92.3</c:v>
                </c:pt>
                <c:pt idx="924">
                  <c:v>92.4</c:v>
                </c:pt>
                <c:pt idx="925">
                  <c:v>92.5</c:v>
                </c:pt>
                <c:pt idx="926">
                  <c:v>92.6</c:v>
                </c:pt>
                <c:pt idx="927">
                  <c:v>92.7</c:v>
                </c:pt>
                <c:pt idx="928">
                  <c:v>92.8</c:v>
                </c:pt>
                <c:pt idx="929">
                  <c:v>92.9</c:v>
                </c:pt>
                <c:pt idx="930">
                  <c:v>93</c:v>
                </c:pt>
                <c:pt idx="931">
                  <c:v>93.1</c:v>
                </c:pt>
                <c:pt idx="932">
                  <c:v>93.2</c:v>
                </c:pt>
                <c:pt idx="933">
                  <c:v>93.3</c:v>
                </c:pt>
                <c:pt idx="934">
                  <c:v>93.4</c:v>
                </c:pt>
                <c:pt idx="935">
                  <c:v>93.5</c:v>
                </c:pt>
                <c:pt idx="936">
                  <c:v>93.6</c:v>
                </c:pt>
                <c:pt idx="937">
                  <c:v>93.7</c:v>
                </c:pt>
                <c:pt idx="938">
                  <c:v>93.8</c:v>
                </c:pt>
                <c:pt idx="939">
                  <c:v>93.9</c:v>
                </c:pt>
                <c:pt idx="940">
                  <c:v>94</c:v>
                </c:pt>
                <c:pt idx="941">
                  <c:v>94.1</c:v>
                </c:pt>
                <c:pt idx="942">
                  <c:v>94.2</c:v>
                </c:pt>
                <c:pt idx="943">
                  <c:v>94.3</c:v>
                </c:pt>
                <c:pt idx="944">
                  <c:v>94.4</c:v>
                </c:pt>
                <c:pt idx="945">
                  <c:v>94.5</c:v>
                </c:pt>
                <c:pt idx="946">
                  <c:v>94.6</c:v>
                </c:pt>
                <c:pt idx="947">
                  <c:v>94.7</c:v>
                </c:pt>
                <c:pt idx="948">
                  <c:v>94.8</c:v>
                </c:pt>
                <c:pt idx="949">
                  <c:v>94.9</c:v>
                </c:pt>
                <c:pt idx="950">
                  <c:v>95</c:v>
                </c:pt>
                <c:pt idx="951">
                  <c:v>95.1</c:v>
                </c:pt>
                <c:pt idx="952">
                  <c:v>95.2</c:v>
                </c:pt>
                <c:pt idx="953">
                  <c:v>95.3</c:v>
                </c:pt>
                <c:pt idx="954">
                  <c:v>95.4</c:v>
                </c:pt>
                <c:pt idx="955">
                  <c:v>95.5</c:v>
                </c:pt>
                <c:pt idx="956">
                  <c:v>95.6</c:v>
                </c:pt>
                <c:pt idx="957">
                  <c:v>95.7</c:v>
                </c:pt>
                <c:pt idx="958">
                  <c:v>95.8</c:v>
                </c:pt>
                <c:pt idx="959">
                  <c:v>95.9</c:v>
                </c:pt>
                <c:pt idx="960">
                  <c:v>96</c:v>
                </c:pt>
                <c:pt idx="961">
                  <c:v>96.1</c:v>
                </c:pt>
                <c:pt idx="962">
                  <c:v>96.2</c:v>
                </c:pt>
                <c:pt idx="963">
                  <c:v>96.3</c:v>
                </c:pt>
                <c:pt idx="964">
                  <c:v>96.4</c:v>
                </c:pt>
                <c:pt idx="965">
                  <c:v>96.5</c:v>
                </c:pt>
                <c:pt idx="966">
                  <c:v>96.6</c:v>
                </c:pt>
                <c:pt idx="967">
                  <c:v>96.7</c:v>
                </c:pt>
                <c:pt idx="968">
                  <c:v>96.8</c:v>
                </c:pt>
                <c:pt idx="969">
                  <c:v>96.9</c:v>
                </c:pt>
                <c:pt idx="970">
                  <c:v>97</c:v>
                </c:pt>
                <c:pt idx="971">
                  <c:v>97.1</c:v>
                </c:pt>
                <c:pt idx="972">
                  <c:v>97.2</c:v>
                </c:pt>
                <c:pt idx="973">
                  <c:v>97.3</c:v>
                </c:pt>
                <c:pt idx="974">
                  <c:v>97.4</c:v>
                </c:pt>
                <c:pt idx="975">
                  <c:v>97.5</c:v>
                </c:pt>
                <c:pt idx="976">
                  <c:v>97.6</c:v>
                </c:pt>
                <c:pt idx="977">
                  <c:v>97.7</c:v>
                </c:pt>
                <c:pt idx="978">
                  <c:v>97.8</c:v>
                </c:pt>
                <c:pt idx="979">
                  <c:v>97.9</c:v>
                </c:pt>
                <c:pt idx="980">
                  <c:v>98</c:v>
                </c:pt>
                <c:pt idx="981">
                  <c:v>98.1</c:v>
                </c:pt>
                <c:pt idx="982">
                  <c:v>98.2</c:v>
                </c:pt>
                <c:pt idx="983">
                  <c:v>98.3</c:v>
                </c:pt>
                <c:pt idx="984">
                  <c:v>98.4</c:v>
                </c:pt>
                <c:pt idx="985">
                  <c:v>98.5</c:v>
                </c:pt>
                <c:pt idx="986">
                  <c:v>98.6</c:v>
                </c:pt>
                <c:pt idx="987">
                  <c:v>98.7</c:v>
                </c:pt>
                <c:pt idx="988">
                  <c:v>98.8</c:v>
                </c:pt>
                <c:pt idx="989">
                  <c:v>98.9</c:v>
                </c:pt>
                <c:pt idx="990">
                  <c:v>99</c:v>
                </c:pt>
                <c:pt idx="991">
                  <c:v>99.1</c:v>
                </c:pt>
                <c:pt idx="992">
                  <c:v>99.2</c:v>
                </c:pt>
                <c:pt idx="993">
                  <c:v>99.3</c:v>
                </c:pt>
                <c:pt idx="994">
                  <c:v>99.4</c:v>
                </c:pt>
                <c:pt idx="995">
                  <c:v>99.5</c:v>
                </c:pt>
                <c:pt idx="996">
                  <c:v>99.6</c:v>
                </c:pt>
                <c:pt idx="997">
                  <c:v>99.7</c:v>
                </c:pt>
                <c:pt idx="998">
                  <c:v>99.8</c:v>
                </c:pt>
                <c:pt idx="999">
                  <c:v>99.9</c:v>
                </c:pt>
                <c:pt idx="1000">
                  <c:v>100</c:v>
                </c:pt>
                <c:pt idx="1001">
                  <c:v>100.1</c:v>
                </c:pt>
                <c:pt idx="1002">
                  <c:v>100.2</c:v>
                </c:pt>
                <c:pt idx="1003">
                  <c:v>100.3</c:v>
                </c:pt>
                <c:pt idx="1004">
                  <c:v>100.4</c:v>
                </c:pt>
                <c:pt idx="1005">
                  <c:v>100.5</c:v>
                </c:pt>
                <c:pt idx="1006">
                  <c:v>100.6</c:v>
                </c:pt>
                <c:pt idx="1007">
                  <c:v>100.7</c:v>
                </c:pt>
                <c:pt idx="1008">
                  <c:v>100.8</c:v>
                </c:pt>
                <c:pt idx="1009">
                  <c:v>100.9</c:v>
                </c:pt>
                <c:pt idx="1010">
                  <c:v>101</c:v>
                </c:pt>
                <c:pt idx="1011">
                  <c:v>101.1</c:v>
                </c:pt>
                <c:pt idx="1012">
                  <c:v>101.2</c:v>
                </c:pt>
                <c:pt idx="1013">
                  <c:v>101.3</c:v>
                </c:pt>
                <c:pt idx="1014">
                  <c:v>101.4</c:v>
                </c:pt>
                <c:pt idx="1015">
                  <c:v>101.5</c:v>
                </c:pt>
                <c:pt idx="1016">
                  <c:v>101.6</c:v>
                </c:pt>
                <c:pt idx="1017">
                  <c:v>101.7</c:v>
                </c:pt>
                <c:pt idx="1018">
                  <c:v>101.8</c:v>
                </c:pt>
                <c:pt idx="1019">
                  <c:v>101.9</c:v>
                </c:pt>
                <c:pt idx="1020">
                  <c:v>102</c:v>
                </c:pt>
                <c:pt idx="1021">
                  <c:v>102.1</c:v>
                </c:pt>
                <c:pt idx="1022">
                  <c:v>102.2</c:v>
                </c:pt>
                <c:pt idx="1023">
                  <c:v>102.3</c:v>
                </c:pt>
                <c:pt idx="1024">
                  <c:v>102.4</c:v>
                </c:pt>
                <c:pt idx="1025">
                  <c:v>102.5</c:v>
                </c:pt>
                <c:pt idx="1026">
                  <c:v>102.6</c:v>
                </c:pt>
                <c:pt idx="1027">
                  <c:v>102.7</c:v>
                </c:pt>
                <c:pt idx="1028">
                  <c:v>102.8</c:v>
                </c:pt>
                <c:pt idx="1029">
                  <c:v>102.9</c:v>
                </c:pt>
                <c:pt idx="1030">
                  <c:v>103</c:v>
                </c:pt>
                <c:pt idx="1031">
                  <c:v>103.1</c:v>
                </c:pt>
                <c:pt idx="1032">
                  <c:v>103.2</c:v>
                </c:pt>
                <c:pt idx="1033">
                  <c:v>103.3</c:v>
                </c:pt>
                <c:pt idx="1034">
                  <c:v>103.4</c:v>
                </c:pt>
                <c:pt idx="1035">
                  <c:v>103.5</c:v>
                </c:pt>
                <c:pt idx="1036">
                  <c:v>103.6</c:v>
                </c:pt>
                <c:pt idx="1037">
                  <c:v>103.7</c:v>
                </c:pt>
                <c:pt idx="1038">
                  <c:v>103.8</c:v>
                </c:pt>
                <c:pt idx="1039">
                  <c:v>103.9</c:v>
                </c:pt>
                <c:pt idx="1040">
                  <c:v>104</c:v>
                </c:pt>
                <c:pt idx="1041">
                  <c:v>104.1</c:v>
                </c:pt>
                <c:pt idx="1042">
                  <c:v>104.2</c:v>
                </c:pt>
                <c:pt idx="1043">
                  <c:v>104.3</c:v>
                </c:pt>
                <c:pt idx="1044">
                  <c:v>104.4</c:v>
                </c:pt>
                <c:pt idx="1045">
                  <c:v>104.5</c:v>
                </c:pt>
                <c:pt idx="1046">
                  <c:v>104.6</c:v>
                </c:pt>
                <c:pt idx="1047">
                  <c:v>104.7</c:v>
                </c:pt>
                <c:pt idx="1048">
                  <c:v>104.8</c:v>
                </c:pt>
                <c:pt idx="1049">
                  <c:v>104.9</c:v>
                </c:pt>
                <c:pt idx="1050">
                  <c:v>105</c:v>
                </c:pt>
                <c:pt idx="1051">
                  <c:v>105.1</c:v>
                </c:pt>
                <c:pt idx="1052">
                  <c:v>105.2</c:v>
                </c:pt>
                <c:pt idx="1053">
                  <c:v>105.3</c:v>
                </c:pt>
                <c:pt idx="1054">
                  <c:v>105.4</c:v>
                </c:pt>
                <c:pt idx="1055">
                  <c:v>105.5</c:v>
                </c:pt>
                <c:pt idx="1056">
                  <c:v>105.6</c:v>
                </c:pt>
                <c:pt idx="1057">
                  <c:v>105.7</c:v>
                </c:pt>
                <c:pt idx="1058">
                  <c:v>105.8</c:v>
                </c:pt>
                <c:pt idx="1059">
                  <c:v>105.9</c:v>
                </c:pt>
                <c:pt idx="1060">
                  <c:v>106</c:v>
                </c:pt>
                <c:pt idx="1061">
                  <c:v>106.1</c:v>
                </c:pt>
                <c:pt idx="1062">
                  <c:v>106.2</c:v>
                </c:pt>
                <c:pt idx="1063">
                  <c:v>106.3</c:v>
                </c:pt>
                <c:pt idx="1064">
                  <c:v>106.4</c:v>
                </c:pt>
                <c:pt idx="1065">
                  <c:v>106.5</c:v>
                </c:pt>
                <c:pt idx="1066">
                  <c:v>106.6</c:v>
                </c:pt>
                <c:pt idx="1067">
                  <c:v>106.7</c:v>
                </c:pt>
                <c:pt idx="1068">
                  <c:v>106.8</c:v>
                </c:pt>
                <c:pt idx="1069">
                  <c:v>106.9</c:v>
                </c:pt>
                <c:pt idx="1070">
                  <c:v>107</c:v>
                </c:pt>
                <c:pt idx="1071">
                  <c:v>107.1</c:v>
                </c:pt>
                <c:pt idx="1072">
                  <c:v>107.2</c:v>
                </c:pt>
                <c:pt idx="1073">
                  <c:v>107.3</c:v>
                </c:pt>
                <c:pt idx="1074">
                  <c:v>107.4</c:v>
                </c:pt>
                <c:pt idx="1075">
                  <c:v>107.5</c:v>
                </c:pt>
                <c:pt idx="1076">
                  <c:v>107.6</c:v>
                </c:pt>
                <c:pt idx="1077">
                  <c:v>107.7</c:v>
                </c:pt>
                <c:pt idx="1078">
                  <c:v>107.8</c:v>
                </c:pt>
                <c:pt idx="1079">
                  <c:v>107.9</c:v>
                </c:pt>
                <c:pt idx="1080">
                  <c:v>108</c:v>
                </c:pt>
                <c:pt idx="1081">
                  <c:v>108.1</c:v>
                </c:pt>
                <c:pt idx="1082">
                  <c:v>108.2</c:v>
                </c:pt>
                <c:pt idx="1083">
                  <c:v>108.3</c:v>
                </c:pt>
                <c:pt idx="1084">
                  <c:v>108.4</c:v>
                </c:pt>
                <c:pt idx="1085">
                  <c:v>108.5</c:v>
                </c:pt>
                <c:pt idx="1086">
                  <c:v>108.6</c:v>
                </c:pt>
                <c:pt idx="1087">
                  <c:v>108.7</c:v>
                </c:pt>
                <c:pt idx="1088">
                  <c:v>108.8</c:v>
                </c:pt>
                <c:pt idx="1089">
                  <c:v>108.9</c:v>
                </c:pt>
                <c:pt idx="1090">
                  <c:v>109</c:v>
                </c:pt>
                <c:pt idx="1091">
                  <c:v>109.1</c:v>
                </c:pt>
                <c:pt idx="1092">
                  <c:v>109.2</c:v>
                </c:pt>
                <c:pt idx="1093">
                  <c:v>109.3</c:v>
                </c:pt>
                <c:pt idx="1094">
                  <c:v>109.4</c:v>
                </c:pt>
                <c:pt idx="1095">
                  <c:v>109.5</c:v>
                </c:pt>
                <c:pt idx="1096">
                  <c:v>109.6</c:v>
                </c:pt>
                <c:pt idx="1097">
                  <c:v>109.7</c:v>
                </c:pt>
                <c:pt idx="1098">
                  <c:v>109.8</c:v>
                </c:pt>
                <c:pt idx="1099">
                  <c:v>109.9</c:v>
                </c:pt>
                <c:pt idx="1100">
                  <c:v>110</c:v>
                </c:pt>
                <c:pt idx="1101">
                  <c:v>110.1</c:v>
                </c:pt>
                <c:pt idx="1102">
                  <c:v>110.2</c:v>
                </c:pt>
                <c:pt idx="1103">
                  <c:v>110.3</c:v>
                </c:pt>
                <c:pt idx="1104">
                  <c:v>110.4</c:v>
                </c:pt>
                <c:pt idx="1105">
                  <c:v>110.5</c:v>
                </c:pt>
                <c:pt idx="1106">
                  <c:v>110.6</c:v>
                </c:pt>
                <c:pt idx="1107">
                  <c:v>110.7</c:v>
                </c:pt>
                <c:pt idx="1108">
                  <c:v>110.8</c:v>
                </c:pt>
                <c:pt idx="1109">
                  <c:v>110.9</c:v>
                </c:pt>
                <c:pt idx="1110">
                  <c:v>111</c:v>
                </c:pt>
                <c:pt idx="1111">
                  <c:v>111.1</c:v>
                </c:pt>
                <c:pt idx="1112">
                  <c:v>111.2</c:v>
                </c:pt>
                <c:pt idx="1113">
                  <c:v>111.3</c:v>
                </c:pt>
                <c:pt idx="1114">
                  <c:v>111.4</c:v>
                </c:pt>
                <c:pt idx="1115">
                  <c:v>111.5</c:v>
                </c:pt>
                <c:pt idx="1116">
                  <c:v>111.6</c:v>
                </c:pt>
                <c:pt idx="1117">
                  <c:v>111.7</c:v>
                </c:pt>
                <c:pt idx="1118">
                  <c:v>111.8</c:v>
                </c:pt>
                <c:pt idx="1119">
                  <c:v>111.9</c:v>
                </c:pt>
                <c:pt idx="1120">
                  <c:v>112</c:v>
                </c:pt>
                <c:pt idx="1121">
                  <c:v>112.1</c:v>
                </c:pt>
                <c:pt idx="1122">
                  <c:v>112.2</c:v>
                </c:pt>
                <c:pt idx="1123">
                  <c:v>112.3</c:v>
                </c:pt>
                <c:pt idx="1124">
                  <c:v>112.4</c:v>
                </c:pt>
                <c:pt idx="1125">
                  <c:v>112.5</c:v>
                </c:pt>
                <c:pt idx="1126">
                  <c:v>112.6</c:v>
                </c:pt>
                <c:pt idx="1127">
                  <c:v>112.7</c:v>
                </c:pt>
                <c:pt idx="1128">
                  <c:v>112.8</c:v>
                </c:pt>
                <c:pt idx="1129">
                  <c:v>112.9</c:v>
                </c:pt>
                <c:pt idx="1130">
                  <c:v>113</c:v>
                </c:pt>
                <c:pt idx="1131">
                  <c:v>113.1</c:v>
                </c:pt>
                <c:pt idx="1132">
                  <c:v>113.2</c:v>
                </c:pt>
                <c:pt idx="1133">
                  <c:v>113.3</c:v>
                </c:pt>
                <c:pt idx="1134">
                  <c:v>113.4</c:v>
                </c:pt>
                <c:pt idx="1135">
                  <c:v>113.5</c:v>
                </c:pt>
                <c:pt idx="1136">
                  <c:v>113.6</c:v>
                </c:pt>
                <c:pt idx="1137">
                  <c:v>113.7</c:v>
                </c:pt>
                <c:pt idx="1138">
                  <c:v>113.8</c:v>
                </c:pt>
                <c:pt idx="1139">
                  <c:v>113.9</c:v>
                </c:pt>
                <c:pt idx="1140">
                  <c:v>114</c:v>
                </c:pt>
                <c:pt idx="1141">
                  <c:v>114.1</c:v>
                </c:pt>
                <c:pt idx="1142">
                  <c:v>114.2</c:v>
                </c:pt>
                <c:pt idx="1143">
                  <c:v>114.3</c:v>
                </c:pt>
                <c:pt idx="1144">
                  <c:v>114.4</c:v>
                </c:pt>
                <c:pt idx="1145">
                  <c:v>114.5</c:v>
                </c:pt>
                <c:pt idx="1146">
                  <c:v>114.6</c:v>
                </c:pt>
                <c:pt idx="1147">
                  <c:v>114.7</c:v>
                </c:pt>
                <c:pt idx="1148">
                  <c:v>114.8</c:v>
                </c:pt>
                <c:pt idx="1149">
                  <c:v>114.9</c:v>
                </c:pt>
                <c:pt idx="1150">
                  <c:v>115</c:v>
                </c:pt>
                <c:pt idx="1151">
                  <c:v>115.1</c:v>
                </c:pt>
                <c:pt idx="1152">
                  <c:v>115.2</c:v>
                </c:pt>
                <c:pt idx="1153">
                  <c:v>115.3</c:v>
                </c:pt>
                <c:pt idx="1154">
                  <c:v>115.4</c:v>
                </c:pt>
                <c:pt idx="1155">
                  <c:v>115.5</c:v>
                </c:pt>
                <c:pt idx="1156">
                  <c:v>115.6</c:v>
                </c:pt>
                <c:pt idx="1157">
                  <c:v>115.7</c:v>
                </c:pt>
                <c:pt idx="1158">
                  <c:v>115.8</c:v>
                </c:pt>
                <c:pt idx="1159">
                  <c:v>115.9</c:v>
                </c:pt>
                <c:pt idx="1160">
                  <c:v>116</c:v>
                </c:pt>
                <c:pt idx="1161">
                  <c:v>116.1</c:v>
                </c:pt>
                <c:pt idx="1162">
                  <c:v>116.2</c:v>
                </c:pt>
                <c:pt idx="1163">
                  <c:v>116.3</c:v>
                </c:pt>
                <c:pt idx="1164">
                  <c:v>116.4</c:v>
                </c:pt>
                <c:pt idx="1165">
                  <c:v>116.5</c:v>
                </c:pt>
                <c:pt idx="1166">
                  <c:v>116.6</c:v>
                </c:pt>
                <c:pt idx="1167">
                  <c:v>116.7</c:v>
                </c:pt>
                <c:pt idx="1168">
                  <c:v>116.8</c:v>
                </c:pt>
                <c:pt idx="1169">
                  <c:v>116.9</c:v>
                </c:pt>
                <c:pt idx="1170">
                  <c:v>117</c:v>
                </c:pt>
                <c:pt idx="1171">
                  <c:v>117.1</c:v>
                </c:pt>
                <c:pt idx="1172">
                  <c:v>117.2</c:v>
                </c:pt>
                <c:pt idx="1173">
                  <c:v>117.3</c:v>
                </c:pt>
                <c:pt idx="1174">
                  <c:v>117.4</c:v>
                </c:pt>
                <c:pt idx="1175">
                  <c:v>117.5</c:v>
                </c:pt>
                <c:pt idx="1176">
                  <c:v>117.6</c:v>
                </c:pt>
                <c:pt idx="1177">
                  <c:v>117.7</c:v>
                </c:pt>
                <c:pt idx="1178">
                  <c:v>117.8</c:v>
                </c:pt>
                <c:pt idx="1179">
                  <c:v>117.9</c:v>
                </c:pt>
                <c:pt idx="1180">
                  <c:v>118</c:v>
                </c:pt>
                <c:pt idx="1181">
                  <c:v>118.1</c:v>
                </c:pt>
                <c:pt idx="1182">
                  <c:v>118.2</c:v>
                </c:pt>
                <c:pt idx="1183">
                  <c:v>118.3</c:v>
                </c:pt>
                <c:pt idx="1184">
                  <c:v>118.4</c:v>
                </c:pt>
                <c:pt idx="1185">
                  <c:v>118.5</c:v>
                </c:pt>
                <c:pt idx="1186">
                  <c:v>118.6</c:v>
                </c:pt>
                <c:pt idx="1187">
                  <c:v>118.7</c:v>
                </c:pt>
                <c:pt idx="1188">
                  <c:v>118.8</c:v>
                </c:pt>
                <c:pt idx="1189">
                  <c:v>118.9</c:v>
                </c:pt>
                <c:pt idx="1190">
                  <c:v>119</c:v>
                </c:pt>
                <c:pt idx="1191">
                  <c:v>119.1</c:v>
                </c:pt>
                <c:pt idx="1192">
                  <c:v>119.2</c:v>
                </c:pt>
                <c:pt idx="1193">
                  <c:v>119.3</c:v>
                </c:pt>
                <c:pt idx="1194">
                  <c:v>119.4</c:v>
                </c:pt>
                <c:pt idx="1195">
                  <c:v>119.5</c:v>
                </c:pt>
                <c:pt idx="1196">
                  <c:v>119.6</c:v>
                </c:pt>
                <c:pt idx="1197">
                  <c:v>119.7</c:v>
                </c:pt>
                <c:pt idx="1198">
                  <c:v>119.8</c:v>
                </c:pt>
                <c:pt idx="1199">
                  <c:v>119.9</c:v>
                </c:pt>
                <c:pt idx="1200">
                  <c:v>120</c:v>
                </c:pt>
                <c:pt idx="1201">
                  <c:v>120.1</c:v>
                </c:pt>
                <c:pt idx="1202">
                  <c:v>120.2</c:v>
                </c:pt>
                <c:pt idx="1203">
                  <c:v>120.3</c:v>
                </c:pt>
                <c:pt idx="1204">
                  <c:v>120.4</c:v>
                </c:pt>
                <c:pt idx="1205">
                  <c:v>120.5</c:v>
                </c:pt>
                <c:pt idx="1206">
                  <c:v>120.6</c:v>
                </c:pt>
                <c:pt idx="1207">
                  <c:v>120.7</c:v>
                </c:pt>
                <c:pt idx="1208">
                  <c:v>120.8</c:v>
                </c:pt>
                <c:pt idx="1209">
                  <c:v>120.9</c:v>
                </c:pt>
                <c:pt idx="1210">
                  <c:v>121</c:v>
                </c:pt>
                <c:pt idx="1211">
                  <c:v>121.1</c:v>
                </c:pt>
                <c:pt idx="1212">
                  <c:v>121.2</c:v>
                </c:pt>
                <c:pt idx="1213">
                  <c:v>121.3</c:v>
                </c:pt>
                <c:pt idx="1214">
                  <c:v>121.4</c:v>
                </c:pt>
                <c:pt idx="1215">
                  <c:v>121.5</c:v>
                </c:pt>
                <c:pt idx="1216">
                  <c:v>121.6</c:v>
                </c:pt>
                <c:pt idx="1217">
                  <c:v>121.7</c:v>
                </c:pt>
                <c:pt idx="1218">
                  <c:v>121.8</c:v>
                </c:pt>
                <c:pt idx="1219">
                  <c:v>121.9</c:v>
                </c:pt>
                <c:pt idx="1220">
                  <c:v>122</c:v>
                </c:pt>
                <c:pt idx="1221">
                  <c:v>122.1</c:v>
                </c:pt>
                <c:pt idx="1222">
                  <c:v>122.2</c:v>
                </c:pt>
                <c:pt idx="1223">
                  <c:v>122.3</c:v>
                </c:pt>
                <c:pt idx="1224">
                  <c:v>122.4</c:v>
                </c:pt>
                <c:pt idx="1225">
                  <c:v>122.5</c:v>
                </c:pt>
                <c:pt idx="1226">
                  <c:v>122.6</c:v>
                </c:pt>
                <c:pt idx="1227">
                  <c:v>122.7</c:v>
                </c:pt>
                <c:pt idx="1228">
                  <c:v>122.8</c:v>
                </c:pt>
                <c:pt idx="1229">
                  <c:v>122.9</c:v>
                </c:pt>
                <c:pt idx="1230">
                  <c:v>123</c:v>
                </c:pt>
                <c:pt idx="1231">
                  <c:v>123.1</c:v>
                </c:pt>
                <c:pt idx="1232">
                  <c:v>123.2</c:v>
                </c:pt>
                <c:pt idx="1233">
                  <c:v>123.3</c:v>
                </c:pt>
                <c:pt idx="1234">
                  <c:v>123.4</c:v>
                </c:pt>
                <c:pt idx="1235">
                  <c:v>123.5</c:v>
                </c:pt>
                <c:pt idx="1236">
                  <c:v>123.6</c:v>
                </c:pt>
                <c:pt idx="1237">
                  <c:v>123.7</c:v>
                </c:pt>
                <c:pt idx="1238">
                  <c:v>123.8</c:v>
                </c:pt>
                <c:pt idx="1239">
                  <c:v>123.9</c:v>
                </c:pt>
                <c:pt idx="1240">
                  <c:v>124</c:v>
                </c:pt>
                <c:pt idx="1241">
                  <c:v>124.1</c:v>
                </c:pt>
                <c:pt idx="1242">
                  <c:v>124.2</c:v>
                </c:pt>
                <c:pt idx="1243">
                  <c:v>124.3</c:v>
                </c:pt>
                <c:pt idx="1244">
                  <c:v>124.4</c:v>
                </c:pt>
                <c:pt idx="1245">
                  <c:v>124.5</c:v>
                </c:pt>
                <c:pt idx="1246">
                  <c:v>124.6</c:v>
                </c:pt>
                <c:pt idx="1247">
                  <c:v>124.7</c:v>
                </c:pt>
                <c:pt idx="1248">
                  <c:v>124.8</c:v>
                </c:pt>
                <c:pt idx="1249">
                  <c:v>124.9</c:v>
                </c:pt>
                <c:pt idx="1250">
                  <c:v>125</c:v>
                </c:pt>
                <c:pt idx="1251">
                  <c:v>125.1</c:v>
                </c:pt>
                <c:pt idx="1252">
                  <c:v>125.2</c:v>
                </c:pt>
                <c:pt idx="1253">
                  <c:v>125.3</c:v>
                </c:pt>
                <c:pt idx="1254">
                  <c:v>125.4</c:v>
                </c:pt>
                <c:pt idx="1255">
                  <c:v>125.5</c:v>
                </c:pt>
                <c:pt idx="1256">
                  <c:v>125.6</c:v>
                </c:pt>
                <c:pt idx="1257">
                  <c:v>125.7</c:v>
                </c:pt>
                <c:pt idx="1258">
                  <c:v>125.8</c:v>
                </c:pt>
                <c:pt idx="1259">
                  <c:v>125.9</c:v>
                </c:pt>
                <c:pt idx="1260">
                  <c:v>126</c:v>
                </c:pt>
                <c:pt idx="1261">
                  <c:v>126.1</c:v>
                </c:pt>
                <c:pt idx="1262">
                  <c:v>126.2</c:v>
                </c:pt>
                <c:pt idx="1263">
                  <c:v>126.3</c:v>
                </c:pt>
                <c:pt idx="1264">
                  <c:v>126.4</c:v>
                </c:pt>
                <c:pt idx="1265">
                  <c:v>126.5</c:v>
                </c:pt>
                <c:pt idx="1266">
                  <c:v>126.6</c:v>
                </c:pt>
                <c:pt idx="1267">
                  <c:v>126.7</c:v>
                </c:pt>
                <c:pt idx="1268">
                  <c:v>126.8</c:v>
                </c:pt>
                <c:pt idx="1269">
                  <c:v>126.9</c:v>
                </c:pt>
                <c:pt idx="1270">
                  <c:v>127</c:v>
                </c:pt>
                <c:pt idx="1271">
                  <c:v>127.1</c:v>
                </c:pt>
                <c:pt idx="1272">
                  <c:v>127.2</c:v>
                </c:pt>
                <c:pt idx="1273">
                  <c:v>127.3</c:v>
                </c:pt>
                <c:pt idx="1274">
                  <c:v>127.4</c:v>
                </c:pt>
                <c:pt idx="1275">
                  <c:v>127.5</c:v>
                </c:pt>
                <c:pt idx="1276">
                  <c:v>127.6</c:v>
                </c:pt>
                <c:pt idx="1277">
                  <c:v>127.7</c:v>
                </c:pt>
                <c:pt idx="1278">
                  <c:v>127.8</c:v>
                </c:pt>
                <c:pt idx="1279">
                  <c:v>127.9</c:v>
                </c:pt>
                <c:pt idx="1280">
                  <c:v>128</c:v>
                </c:pt>
                <c:pt idx="1281">
                  <c:v>128.1</c:v>
                </c:pt>
                <c:pt idx="1282">
                  <c:v>128.19999999999999</c:v>
                </c:pt>
                <c:pt idx="1283">
                  <c:v>128.30000000000001</c:v>
                </c:pt>
                <c:pt idx="1284">
                  <c:v>128.4</c:v>
                </c:pt>
                <c:pt idx="1285">
                  <c:v>128.5</c:v>
                </c:pt>
                <c:pt idx="1286">
                  <c:v>128.6</c:v>
                </c:pt>
                <c:pt idx="1287">
                  <c:v>128.69999999999999</c:v>
                </c:pt>
                <c:pt idx="1288">
                  <c:v>128.80000000000001</c:v>
                </c:pt>
                <c:pt idx="1289">
                  <c:v>128.9</c:v>
                </c:pt>
                <c:pt idx="1290">
                  <c:v>129</c:v>
                </c:pt>
                <c:pt idx="1291">
                  <c:v>129.1</c:v>
                </c:pt>
                <c:pt idx="1292">
                  <c:v>129.19999999999999</c:v>
                </c:pt>
                <c:pt idx="1293">
                  <c:v>129.30000000000001</c:v>
                </c:pt>
                <c:pt idx="1294">
                  <c:v>129.4</c:v>
                </c:pt>
                <c:pt idx="1295">
                  <c:v>129.5</c:v>
                </c:pt>
                <c:pt idx="1296">
                  <c:v>129.6</c:v>
                </c:pt>
                <c:pt idx="1297">
                  <c:v>129.69999999999999</c:v>
                </c:pt>
                <c:pt idx="1298">
                  <c:v>129.80000000000001</c:v>
                </c:pt>
                <c:pt idx="1299">
                  <c:v>129.9</c:v>
                </c:pt>
                <c:pt idx="1300">
                  <c:v>130</c:v>
                </c:pt>
                <c:pt idx="1301">
                  <c:v>130.1</c:v>
                </c:pt>
                <c:pt idx="1302">
                  <c:v>130.19999999999999</c:v>
                </c:pt>
                <c:pt idx="1303">
                  <c:v>130.30000000000001</c:v>
                </c:pt>
                <c:pt idx="1304">
                  <c:v>130.4</c:v>
                </c:pt>
                <c:pt idx="1305">
                  <c:v>130.5</c:v>
                </c:pt>
                <c:pt idx="1306">
                  <c:v>130.6</c:v>
                </c:pt>
                <c:pt idx="1307">
                  <c:v>130.69999999999999</c:v>
                </c:pt>
                <c:pt idx="1308">
                  <c:v>130.80000000000001</c:v>
                </c:pt>
                <c:pt idx="1309">
                  <c:v>130.9</c:v>
                </c:pt>
                <c:pt idx="1310">
                  <c:v>131</c:v>
                </c:pt>
                <c:pt idx="1311">
                  <c:v>131.1</c:v>
                </c:pt>
                <c:pt idx="1312">
                  <c:v>131.19999999999999</c:v>
                </c:pt>
                <c:pt idx="1313">
                  <c:v>131.30000000000001</c:v>
                </c:pt>
                <c:pt idx="1314">
                  <c:v>131.4</c:v>
                </c:pt>
                <c:pt idx="1315">
                  <c:v>131.5</c:v>
                </c:pt>
                <c:pt idx="1316">
                  <c:v>131.6</c:v>
                </c:pt>
                <c:pt idx="1317">
                  <c:v>131.69999999999999</c:v>
                </c:pt>
                <c:pt idx="1318">
                  <c:v>131.80000000000001</c:v>
                </c:pt>
                <c:pt idx="1319">
                  <c:v>131.9</c:v>
                </c:pt>
                <c:pt idx="1320">
                  <c:v>132</c:v>
                </c:pt>
                <c:pt idx="1321">
                  <c:v>132.1</c:v>
                </c:pt>
                <c:pt idx="1322">
                  <c:v>132.19999999999999</c:v>
                </c:pt>
                <c:pt idx="1323">
                  <c:v>132.30000000000001</c:v>
                </c:pt>
                <c:pt idx="1324">
                  <c:v>132.4</c:v>
                </c:pt>
                <c:pt idx="1325">
                  <c:v>132.5</c:v>
                </c:pt>
                <c:pt idx="1326">
                  <c:v>132.6</c:v>
                </c:pt>
                <c:pt idx="1327">
                  <c:v>132.69999999999999</c:v>
                </c:pt>
                <c:pt idx="1328">
                  <c:v>132.80000000000001</c:v>
                </c:pt>
                <c:pt idx="1329">
                  <c:v>132.9</c:v>
                </c:pt>
                <c:pt idx="1330">
                  <c:v>133</c:v>
                </c:pt>
                <c:pt idx="1331">
                  <c:v>133.1</c:v>
                </c:pt>
                <c:pt idx="1332">
                  <c:v>133.19999999999999</c:v>
                </c:pt>
                <c:pt idx="1333">
                  <c:v>133.30000000000001</c:v>
                </c:pt>
                <c:pt idx="1334">
                  <c:v>133.4</c:v>
                </c:pt>
                <c:pt idx="1335">
                  <c:v>133.5</c:v>
                </c:pt>
                <c:pt idx="1336">
                  <c:v>133.6</c:v>
                </c:pt>
                <c:pt idx="1337">
                  <c:v>133.69999999999999</c:v>
                </c:pt>
                <c:pt idx="1338">
                  <c:v>133.80000000000001</c:v>
                </c:pt>
                <c:pt idx="1339">
                  <c:v>133.9</c:v>
                </c:pt>
                <c:pt idx="1340">
                  <c:v>134</c:v>
                </c:pt>
                <c:pt idx="1341">
                  <c:v>134.1</c:v>
                </c:pt>
                <c:pt idx="1342">
                  <c:v>134.19999999999999</c:v>
                </c:pt>
                <c:pt idx="1343">
                  <c:v>134.30000000000001</c:v>
                </c:pt>
                <c:pt idx="1344">
                  <c:v>134.4</c:v>
                </c:pt>
                <c:pt idx="1345">
                  <c:v>134.5</c:v>
                </c:pt>
                <c:pt idx="1346">
                  <c:v>134.6</c:v>
                </c:pt>
                <c:pt idx="1347">
                  <c:v>134.69999999999999</c:v>
                </c:pt>
                <c:pt idx="1348">
                  <c:v>134.80000000000001</c:v>
                </c:pt>
                <c:pt idx="1349">
                  <c:v>134.9</c:v>
                </c:pt>
                <c:pt idx="1350">
                  <c:v>135</c:v>
                </c:pt>
                <c:pt idx="1351">
                  <c:v>135.1</c:v>
                </c:pt>
                <c:pt idx="1352">
                  <c:v>135.19999999999999</c:v>
                </c:pt>
                <c:pt idx="1353">
                  <c:v>135.30000000000001</c:v>
                </c:pt>
                <c:pt idx="1354">
                  <c:v>135.4</c:v>
                </c:pt>
                <c:pt idx="1355">
                  <c:v>135.5</c:v>
                </c:pt>
                <c:pt idx="1356">
                  <c:v>135.6</c:v>
                </c:pt>
                <c:pt idx="1357">
                  <c:v>135.69999999999999</c:v>
                </c:pt>
                <c:pt idx="1358">
                  <c:v>135.80000000000001</c:v>
                </c:pt>
                <c:pt idx="1359">
                  <c:v>135.9</c:v>
                </c:pt>
                <c:pt idx="1360">
                  <c:v>136</c:v>
                </c:pt>
                <c:pt idx="1361">
                  <c:v>136.1</c:v>
                </c:pt>
                <c:pt idx="1362">
                  <c:v>136.19999999999999</c:v>
                </c:pt>
                <c:pt idx="1363">
                  <c:v>136.30000000000001</c:v>
                </c:pt>
                <c:pt idx="1364">
                  <c:v>136.4</c:v>
                </c:pt>
                <c:pt idx="1365">
                  <c:v>136.5</c:v>
                </c:pt>
                <c:pt idx="1366">
                  <c:v>136.6</c:v>
                </c:pt>
                <c:pt idx="1367">
                  <c:v>136.69999999999999</c:v>
                </c:pt>
                <c:pt idx="1368">
                  <c:v>136.80000000000001</c:v>
                </c:pt>
                <c:pt idx="1369">
                  <c:v>136.9</c:v>
                </c:pt>
                <c:pt idx="1370">
                  <c:v>137</c:v>
                </c:pt>
                <c:pt idx="1371">
                  <c:v>137.1</c:v>
                </c:pt>
                <c:pt idx="1372">
                  <c:v>137.19999999999999</c:v>
                </c:pt>
                <c:pt idx="1373">
                  <c:v>137.30000000000001</c:v>
                </c:pt>
                <c:pt idx="1374">
                  <c:v>137.4</c:v>
                </c:pt>
                <c:pt idx="1375">
                  <c:v>137.5</c:v>
                </c:pt>
                <c:pt idx="1376">
                  <c:v>137.6</c:v>
                </c:pt>
                <c:pt idx="1377">
                  <c:v>137.69999999999999</c:v>
                </c:pt>
                <c:pt idx="1378">
                  <c:v>137.80000000000001</c:v>
                </c:pt>
                <c:pt idx="1379">
                  <c:v>137.9</c:v>
                </c:pt>
                <c:pt idx="1380">
                  <c:v>138</c:v>
                </c:pt>
                <c:pt idx="1381">
                  <c:v>138.1</c:v>
                </c:pt>
                <c:pt idx="1382">
                  <c:v>138.19999999999999</c:v>
                </c:pt>
                <c:pt idx="1383">
                  <c:v>138.30000000000001</c:v>
                </c:pt>
                <c:pt idx="1384">
                  <c:v>138.4</c:v>
                </c:pt>
                <c:pt idx="1385">
                  <c:v>138.5</c:v>
                </c:pt>
                <c:pt idx="1386">
                  <c:v>138.6</c:v>
                </c:pt>
                <c:pt idx="1387">
                  <c:v>138.69999999999999</c:v>
                </c:pt>
                <c:pt idx="1388">
                  <c:v>138.80000000000001</c:v>
                </c:pt>
                <c:pt idx="1389">
                  <c:v>138.9</c:v>
                </c:pt>
                <c:pt idx="1390">
                  <c:v>139</c:v>
                </c:pt>
                <c:pt idx="1391">
                  <c:v>139.1</c:v>
                </c:pt>
                <c:pt idx="1392">
                  <c:v>139.19999999999999</c:v>
                </c:pt>
                <c:pt idx="1393">
                  <c:v>139.30000000000001</c:v>
                </c:pt>
                <c:pt idx="1394">
                  <c:v>139.4</c:v>
                </c:pt>
                <c:pt idx="1395">
                  <c:v>139.5</c:v>
                </c:pt>
                <c:pt idx="1396">
                  <c:v>139.6</c:v>
                </c:pt>
                <c:pt idx="1397">
                  <c:v>139.69999999999999</c:v>
                </c:pt>
                <c:pt idx="1398">
                  <c:v>139.80000000000001</c:v>
                </c:pt>
                <c:pt idx="1399">
                  <c:v>139.9</c:v>
                </c:pt>
                <c:pt idx="1400">
                  <c:v>140</c:v>
                </c:pt>
                <c:pt idx="1401">
                  <c:v>140.1</c:v>
                </c:pt>
                <c:pt idx="1402">
                  <c:v>140.19999999999999</c:v>
                </c:pt>
                <c:pt idx="1403">
                  <c:v>140.30000000000001</c:v>
                </c:pt>
                <c:pt idx="1404">
                  <c:v>140.4</c:v>
                </c:pt>
                <c:pt idx="1405">
                  <c:v>140.5</c:v>
                </c:pt>
                <c:pt idx="1406">
                  <c:v>140.6</c:v>
                </c:pt>
                <c:pt idx="1407">
                  <c:v>140.69999999999999</c:v>
                </c:pt>
                <c:pt idx="1408">
                  <c:v>140.80000000000001</c:v>
                </c:pt>
                <c:pt idx="1409">
                  <c:v>140.9</c:v>
                </c:pt>
                <c:pt idx="1410">
                  <c:v>141</c:v>
                </c:pt>
                <c:pt idx="1411">
                  <c:v>141.1</c:v>
                </c:pt>
                <c:pt idx="1412">
                  <c:v>141.19999999999999</c:v>
                </c:pt>
                <c:pt idx="1413">
                  <c:v>141.30000000000001</c:v>
                </c:pt>
                <c:pt idx="1414">
                  <c:v>141.4</c:v>
                </c:pt>
                <c:pt idx="1415">
                  <c:v>141.5</c:v>
                </c:pt>
                <c:pt idx="1416">
                  <c:v>141.6</c:v>
                </c:pt>
                <c:pt idx="1417">
                  <c:v>141.69999999999999</c:v>
                </c:pt>
                <c:pt idx="1418">
                  <c:v>141.80000000000001</c:v>
                </c:pt>
                <c:pt idx="1419">
                  <c:v>141.9</c:v>
                </c:pt>
                <c:pt idx="1420">
                  <c:v>142</c:v>
                </c:pt>
                <c:pt idx="1421">
                  <c:v>142.1</c:v>
                </c:pt>
                <c:pt idx="1422">
                  <c:v>142.19999999999999</c:v>
                </c:pt>
                <c:pt idx="1423">
                  <c:v>142.30000000000001</c:v>
                </c:pt>
                <c:pt idx="1424">
                  <c:v>142.4</c:v>
                </c:pt>
                <c:pt idx="1425">
                  <c:v>142.5</c:v>
                </c:pt>
                <c:pt idx="1426">
                  <c:v>142.6</c:v>
                </c:pt>
                <c:pt idx="1427">
                  <c:v>142.69999999999999</c:v>
                </c:pt>
                <c:pt idx="1428">
                  <c:v>142.80000000000001</c:v>
                </c:pt>
                <c:pt idx="1429">
                  <c:v>142.9</c:v>
                </c:pt>
                <c:pt idx="1430">
                  <c:v>143</c:v>
                </c:pt>
                <c:pt idx="1431">
                  <c:v>143.1</c:v>
                </c:pt>
                <c:pt idx="1432">
                  <c:v>143.19999999999999</c:v>
                </c:pt>
                <c:pt idx="1433">
                  <c:v>143.30000000000001</c:v>
                </c:pt>
                <c:pt idx="1434">
                  <c:v>143.4</c:v>
                </c:pt>
                <c:pt idx="1435">
                  <c:v>143.5</c:v>
                </c:pt>
                <c:pt idx="1436">
                  <c:v>143.6</c:v>
                </c:pt>
                <c:pt idx="1437">
                  <c:v>143.69999999999999</c:v>
                </c:pt>
                <c:pt idx="1438">
                  <c:v>143.80000000000001</c:v>
                </c:pt>
                <c:pt idx="1439">
                  <c:v>143.9</c:v>
                </c:pt>
                <c:pt idx="1440">
                  <c:v>144</c:v>
                </c:pt>
                <c:pt idx="1441">
                  <c:v>144.1</c:v>
                </c:pt>
                <c:pt idx="1442">
                  <c:v>144.19999999999999</c:v>
                </c:pt>
                <c:pt idx="1443">
                  <c:v>144.30000000000001</c:v>
                </c:pt>
                <c:pt idx="1444">
                  <c:v>144.4</c:v>
                </c:pt>
                <c:pt idx="1445">
                  <c:v>144.5</c:v>
                </c:pt>
                <c:pt idx="1446">
                  <c:v>144.6</c:v>
                </c:pt>
                <c:pt idx="1447">
                  <c:v>144.69999999999999</c:v>
                </c:pt>
                <c:pt idx="1448">
                  <c:v>144.80000000000001</c:v>
                </c:pt>
                <c:pt idx="1449">
                  <c:v>144.9</c:v>
                </c:pt>
                <c:pt idx="1450">
                  <c:v>145</c:v>
                </c:pt>
                <c:pt idx="1451">
                  <c:v>145.1</c:v>
                </c:pt>
                <c:pt idx="1452">
                  <c:v>145.19999999999999</c:v>
                </c:pt>
                <c:pt idx="1453">
                  <c:v>145.30000000000001</c:v>
                </c:pt>
                <c:pt idx="1454">
                  <c:v>145.4</c:v>
                </c:pt>
                <c:pt idx="1455">
                  <c:v>145.5</c:v>
                </c:pt>
                <c:pt idx="1456">
                  <c:v>145.6</c:v>
                </c:pt>
                <c:pt idx="1457">
                  <c:v>145.69999999999999</c:v>
                </c:pt>
                <c:pt idx="1458">
                  <c:v>145.80000000000001</c:v>
                </c:pt>
                <c:pt idx="1459">
                  <c:v>145.9</c:v>
                </c:pt>
                <c:pt idx="1460">
                  <c:v>146</c:v>
                </c:pt>
                <c:pt idx="1461">
                  <c:v>146.1</c:v>
                </c:pt>
                <c:pt idx="1462">
                  <c:v>146.19999999999999</c:v>
                </c:pt>
                <c:pt idx="1463">
                  <c:v>146.30000000000001</c:v>
                </c:pt>
                <c:pt idx="1464">
                  <c:v>146.4</c:v>
                </c:pt>
                <c:pt idx="1465">
                  <c:v>146.5</c:v>
                </c:pt>
                <c:pt idx="1466">
                  <c:v>146.6</c:v>
                </c:pt>
                <c:pt idx="1467">
                  <c:v>146.69999999999999</c:v>
                </c:pt>
                <c:pt idx="1468">
                  <c:v>146.80000000000001</c:v>
                </c:pt>
                <c:pt idx="1469">
                  <c:v>146.9</c:v>
                </c:pt>
                <c:pt idx="1470">
                  <c:v>147</c:v>
                </c:pt>
                <c:pt idx="1471">
                  <c:v>147.1</c:v>
                </c:pt>
                <c:pt idx="1472">
                  <c:v>147.19999999999999</c:v>
                </c:pt>
                <c:pt idx="1473">
                  <c:v>147.30000000000001</c:v>
                </c:pt>
                <c:pt idx="1474">
                  <c:v>147.4</c:v>
                </c:pt>
                <c:pt idx="1475">
                  <c:v>147.5</c:v>
                </c:pt>
                <c:pt idx="1476">
                  <c:v>147.6</c:v>
                </c:pt>
                <c:pt idx="1477">
                  <c:v>147.69999999999999</c:v>
                </c:pt>
                <c:pt idx="1478">
                  <c:v>147.80000000000001</c:v>
                </c:pt>
                <c:pt idx="1479">
                  <c:v>147.9</c:v>
                </c:pt>
                <c:pt idx="1480">
                  <c:v>148</c:v>
                </c:pt>
                <c:pt idx="1481">
                  <c:v>148.1</c:v>
                </c:pt>
                <c:pt idx="1482">
                  <c:v>148.19999999999999</c:v>
                </c:pt>
                <c:pt idx="1483">
                  <c:v>148.30000000000001</c:v>
                </c:pt>
                <c:pt idx="1484">
                  <c:v>148.4</c:v>
                </c:pt>
                <c:pt idx="1485">
                  <c:v>148.5</c:v>
                </c:pt>
                <c:pt idx="1486">
                  <c:v>148.6</c:v>
                </c:pt>
                <c:pt idx="1487">
                  <c:v>148.69999999999999</c:v>
                </c:pt>
                <c:pt idx="1488">
                  <c:v>148.80000000000001</c:v>
                </c:pt>
                <c:pt idx="1489">
                  <c:v>148.9</c:v>
                </c:pt>
                <c:pt idx="1490">
                  <c:v>149</c:v>
                </c:pt>
                <c:pt idx="1491">
                  <c:v>149.1</c:v>
                </c:pt>
                <c:pt idx="1492">
                  <c:v>149.19999999999999</c:v>
                </c:pt>
                <c:pt idx="1493">
                  <c:v>149.30000000000001</c:v>
                </c:pt>
                <c:pt idx="1494">
                  <c:v>149.4</c:v>
                </c:pt>
                <c:pt idx="1495">
                  <c:v>149.5</c:v>
                </c:pt>
                <c:pt idx="1496">
                  <c:v>149.6</c:v>
                </c:pt>
                <c:pt idx="1497">
                  <c:v>149.69999999999999</c:v>
                </c:pt>
                <c:pt idx="1498">
                  <c:v>149.80000000000001</c:v>
                </c:pt>
                <c:pt idx="1499">
                  <c:v>149.9</c:v>
                </c:pt>
                <c:pt idx="1500">
                  <c:v>150</c:v>
                </c:pt>
                <c:pt idx="1501">
                  <c:v>150.1</c:v>
                </c:pt>
                <c:pt idx="1502">
                  <c:v>150.19999999999999</c:v>
                </c:pt>
                <c:pt idx="1503">
                  <c:v>150.30000000000001</c:v>
                </c:pt>
                <c:pt idx="1504">
                  <c:v>150.4</c:v>
                </c:pt>
                <c:pt idx="1505">
                  <c:v>150.5</c:v>
                </c:pt>
                <c:pt idx="1506">
                  <c:v>150.6</c:v>
                </c:pt>
                <c:pt idx="1507">
                  <c:v>150.69999999999999</c:v>
                </c:pt>
                <c:pt idx="1508">
                  <c:v>150.80000000000001</c:v>
                </c:pt>
                <c:pt idx="1509">
                  <c:v>150.9</c:v>
                </c:pt>
                <c:pt idx="1510">
                  <c:v>151</c:v>
                </c:pt>
                <c:pt idx="1511">
                  <c:v>151.1</c:v>
                </c:pt>
                <c:pt idx="1512">
                  <c:v>151.19999999999999</c:v>
                </c:pt>
                <c:pt idx="1513">
                  <c:v>151.30000000000001</c:v>
                </c:pt>
                <c:pt idx="1514">
                  <c:v>151.4</c:v>
                </c:pt>
                <c:pt idx="1515">
                  <c:v>151.5</c:v>
                </c:pt>
                <c:pt idx="1516">
                  <c:v>151.6</c:v>
                </c:pt>
                <c:pt idx="1517">
                  <c:v>151.69999999999999</c:v>
                </c:pt>
                <c:pt idx="1518">
                  <c:v>151.80000000000001</c:v>
                </c:pt>
                <c:pt idx="1519">
                  <c:v>151.9</c:v>
                </c:pt>
                <c:pt idx="1520">
                  <c:v>152</c:v>
                </c:pt>
                <c:pt idx="1521">
                  <c:v>152.1</c:v>
                </c:pt>
                <c:pt idx="1522">
                  <c:v>152.19999999999999</c:v>
                </c:pt>
                <c:pt idx="1523">
                  <c:v>152.30000000000001</c:v>
                </c:pt>
                <c:pt idx="1524">
                  <c:v>152.4</c:v>
                </c:pt>
                <c:pt idx="1525">
                  <c:v>152.5</c:v>
                </c:pt>
                <c:pt idx="1526">
                  <c:v>152.6</c:v>
                </c:pt>
                <c:pt idx="1527">
                  <c:v>152.69999999999999</c:v>
                </c:pt>
                <c:pt idx="1528">
                  <c:v>152.80000000000001</c:v>
                </c:pt>
                <c:pt idx="1529">
                  <c:v>152.9</c:v>
                </c:pt>
                <c:pt idx="1530">
                  <c:v>153</c:v>
                </c:pt>
                <c:pt idx="1531">
                  <c:v>153.1</c:v>
                </c:pt>
                <c:pt idx="1532">
                  <c:v>153.19999999999999</c:v>
                </c:pt>
                <c:pt idx="1533">
                  <c:v>153.30000000000001</c:v>
                </c:pt>
                <c:pt idx="1534">
                  <c:v>153.4</c:v>
                </c:pt>
                <c:pt idx="1535">
                  <c:v>153.5</c:v>
                </c:pt>
                <c:pt idx="1536">
                  <c:v>153.6</c:v>
                </c:pt>
                <c:pt idx="1537">
                  <c:v>153.69999999999999</c:v>
                </c:pt>
                <c:pt idx="1538">
                  <c:v>153.80000000000001</c:v>
                </c:pt>
                <c:pt idx="1539">
                  <c:v>153.9</c:v>
                </c:pt>
                <c:pt idx="1540">
                  <c:v>154</c:v>
                </c:pt>
                <c:pt idx="1541">
                  <c:v>154.1</c:v>
                </c:pt>
                <c:pt idx="1542">
                  <c:v>154.19999999999999</c:v>
                </c:pt>
                <c:pt idx="1543">
                  <c:v>154.30000000000001</c:v>
                </c:pt>
                <c:pt idx="1544">
                  <c:v>154.4</c:v>
                </c:pt>
                <c:pt idx="1545">
                  <c:v>154.5</c:v>
                </c:pt>
                <c:pt idx="1546">
                  <c:v>154.6</c:v>
                </c:pt>
                <c:pt idx="1547">
                  <c:v>154.69999999999999</c:v>
                </c:pt>
                <c:pt idx="1548">
                  <c:v>154.80000000000001</c:v>
                </c:pt>
                <c:pt idx="1549">
                  <c:v>154.9</c:v>
                </c:pt>
                <c:pt idx="1550">
                  <c:v>155</c:v>
                </c:pt>
                <c:pt idx="1551">
                  <c:v>155.1</c:v>
                </c:pt>
                <c:pt idx="1552">
                  <c:v>155.19999999999999</c:v>
                </c:pt>
                <c:pt idx="1553">
                  <c:v>155.30000000000001</c:v>
                </c:pt>
                <c:pt idx="1554">
                  <c:v>155.4</c:v>
                </c:pt>
                <c:pt idx="1555">
                  <c:v>155.5</c:v>
                </c:pt>
                <c:pt idx="1556">
                  <c:v>155.6</c:v>
                </c:pt>
                <c:pt idx="1557">
                  <c:v>155.69999999999999</c:v>
                </c:pt>
                <c:pt idx="1558">
                  <c:v>155.80000000000001</c:v>
                </c:pt>
                <c:pt idx="1559">
                  <c:v>155.9</c:v>
                </c:pt>
                <c:pt idx="1560">
                  <c:v>156</c:v>
                </c:pt>
                <c:pt idx="1561">
                  <c:v>156.1</c:v>
                </c:pt>
                <c:pt idx="1562">
                  <c:v>156.19999999999999</c:v>
                </c:pt>
                <c:pt idx="1563">
                  <c:v>156.30000000000001</c:v>
                </c:pt>
                <c:pt idx="1564">
                  <c:v>156.4</c:v>
                </c:pt>
                <c:pt idx="1565">
                  <c:v>156.5</c:v>
                </c:pt>
                <c:pt idx="1566">
                  <c:v>156.6</c:v>
                </c:pt>
                <c:pt idx="1567">
                  <c:v>156.69999999999999</c:v>
                </c:pt>
                <c:pt idx="1568">
                  <c:v>156.80000000000001</c:v>
                </c:pt>
                <c:pt idx="1569">
                  <c:v>156.9</c:v>
                </c:pt>
                <c:pt idx="1570">
                  <c:v>157</c:v>
                </c:pt>
                <c:pt idx="1571">
                  <c:v>157.1</c:v>
                </c:pt>
                <c:pt idx="1572">
                  <c:v>157.19999999999999</c:v>
                </c:pt>
                <c:pt idx="1573">
                  <c:v>157.30000000000001</c:v>
                </c:pt>
                <c:pt idx="1574">
                  <c:v>157.4</c:v>
                </c:pt>
                <c:pt idx="1575">
                  <c:v>157.5</c:v>
                </c:pt>
                <c:pt idx="1576">
                  <c:v>157.6</c:v>
                </c:pt>
                <c:pt idx="1577">
                  <c:v>157.69999999999999</c:v>
                </c:pt>
                <c:pt idx="1578">
                  <c:v>157.80000000000001</c:v>
                </c:pt>
                <c:pt idx="1579">
                  <c:v>157.9</c:v>
                </c:pt>
                <c:pt idx="1580">
                  <c:v>158</c:v>
                </c:pt>
                <c:pt idx="1581">
                  <c:v>158.1</c:v>
                </c:pt>
                <c:pt idx="1582">
                  <c:v>158.19999999999999</c:v>
                </c:pt>
                <c:pt idx="1583">
                  <c:v>158.30000000000001</c:v>
                </c:pt>
                <c:pt idx="1584">
                  <c:v>158.4</c:v>
                </c:pt>
                <c:pt idx="1585">
                  <c:v>158.5</c:v>
                </c:pt>
                <c:pt idx="1586">
                  <c:v>158.6</c:v>
                </c:pt>
                <c:pt idx="1587">
                  <c:v>158.69999999999999</c:v>
                </c:pt>
                <c:pt idx="1588">
                  <c:v>158.80000000000001</c:v>
                </c:pt>
                <c:pt idx="1589">
                  <c:v>158.9</c:v>
                </c:pt>
                <c:pt idx="1590">
                  <c:v>159</c:v>
                </c:pt>
                <c:pt idx="1591">
                  <c:v>159.1</c:v>
                </c:pt>
                <c:pt idx="1592">
                  <c:v>159.19999999999999</c:v>
                </c:pt>
                <c:pt idx="1593">
                  <c:v>159.30000000000001</c:v>
                </c:pt>
                <c:pt idx="1594">
                  <c:v>159.4</c:v>
                </c:pt>
                <c:pt idx="1595">
                  <c:v>159.5</c:v>
                </c:pt>
                <c:pt idx="1596">
                  <c:v>159.6</c:v>
                </c:pt>
                <c:pt idx="1597">
                  <c:v>159.69999999999999</c:v>
                </c:pt>
                <c:pt idx="1598">
                  <c:v>159.80000000000001</c:v>
                </c:pt>
                <c:pt idx="1599">
                  <c:v>159.9</c:v>
                </c:pt>
                <c:pt idx="1600">
                  <c:v>160</c:v>
                </c:pt>
                <c:pt idx="1601">
                  <c:v>160.1</c:v>
                </c:pt>
                <c:pt idx="1602">
                  <c:v>160.19999999999999</c:v>
                </c:pt>
                <c:pt idx="1603">
                  <c:v>160.30000000000001</c:v>
                </c:pt>
                <c:pt idx="1604">
                  <c:v>160.4</c:v>
                </c:pt>
                <c:pt idx="1605">
                  <c:v>160.5</c:v>
                </c:pt>
                <c:pt idx="1606">
                  <c:v>160.6</c:v>
                </c:pt>
                <c:pt idx="1607">
                  <c:v>160.69999999999999</c:v>
                </c:pt>
                <c:pt idx="1608">
                  <c:v>160.80000000000001</c:v>
                </c:pt>
                <c:pt idx="1609">
                  <c:v>160.9</c:v>
                </c:pt>
                <c:pt idx="1610">
                  <c:v>161</c:v>
                </c:pt>
                <c:pt idx="1611">
                  <c:v>161.1</c:v>
                </c:pt>
                <c:pt idx="1612">
                  <c:v>161.19999999999999</c:v>
                </c:pt>
                <c:pt idx="1613">
                  <c:v>161.30000000000001</c:v>
                </c:pt>
                <c:pt idx="1614">
                  <c:v>161.4</c:v>
                </c:pt>
                <c:pt idx="1615">
                  <c:v>161.5</c:v>
                </c:pt>
                <c:pt idx="1616">
                  <c:v>161.6</c:v>
                </c:pt>
                <c:pt idx="1617">
                  <c:v>161.69999999999999</c:v>
                </c:pt>
                <c:pt idx="1618">
                  <c:v>161.80000000000001</c:v>
                </c:pt>
                <c:pt idx="1619">
                  <c:v>161.9</c:v>
                </c:pt>
                <c:pt idx="1620">
                  <c:v>162</c:v>
                </c:pt>
                <c:pt idx="1621">
                  <c:v>162.1</c:v>
                </c:pt>
                <c:pt idx="1622">
                  <c:v>162.19999999999999</c:v>
                </c:pt>
                <c:pt idx="1623">
                  <c:v>162.30000000000001</c:v>
                </c:pt>
                <c:pt idx="1624">
                  <c:v>162.4</c:v>
                </c:pt>
                <c:pt idx="1625">
                  <c:v>162.5</c:v>
                </c:pt>
                <c:pt idx="1626">
                  <c:v>162.6</c:v>
                </c:pt>
                <c:pt idx="1627">
                  <c:v>162.69999999999999</c:v>
                </c:pt>
                <c:pt idx="1628">
                  <c:v>162.80000000000001</c:v>
                </c:pt>
                <c:pt idx="1629">
                  <c:v>162.9</c:v>
                </c:pt>
                <c:pt idx="1630">
                  <c:v>163</c:v>
                </c:pt>
                <c:pt idx="1631">
                  <c:v>163.1</c:v>
                </c:pt>
                <c:pt idx="1632">
                  <c:v>163.19999999999999</c:v>
                </c:pt>
                <c:pt idx="1633">
                  <c:v>163.30000000000001</c:v>
                </c:pt>
                <c:pt idx="1634">
                  <c:v>163.4</c:v>
                </c:pt>
                <c:pt idx="1635">
                  <c:v>163.5</c:v>
                </c:pt>
                <c:pt idx="1636">
                  <c:v>163.6</c:v>
                </c:pt>
                <c:pt idx="1637">
                  <c:v>163.69999999999999</c:v>
                </c:pt>
                <c:pt idx="1638">
                  <c:v>163.80000000000001</c:v>
                </c:pt>
                <c:pt idx="1639">
                  <c:v>163.9</c:v>
                </c:pt>
                <c:pt idx="1640">
                  <c:v>164</c:v>
                </c:pt>
                <c:pt idx="1641">
                  <c:v>164.1</c:v>
                </c:pt>
                <c:pt idx="1642">
                  <c:v>164.2</c:v>
                </c:pt>
                <c:pt idx="1643">
                  <c:v>164.3</c:v>
                </c:pt>
                <c:pt idx="1644">
                  <c:v>164.4</c:v>
                </c:pt>
                <c:pt idx="1645">
                  <c:v>164.5</c:v>
                </c:pt>
                <c:pt idx="1646">
                  <c:v>164.6</c:v>
                </c:pt>
                <c:pt idx="1647">
                  <c:v>164.7</c:v>
                </c:pt>
                <c:pt idx="1648">
                  <c:v>164.8</c:v>
                </c:pt>
                <c:pt idx="1649">
                  <c:v>164.9</c:v>
                </c:pt>
                <c:pt idx="1650">
                  <c:v>165</c:v>
                </c:pt>
                <c:pt idx="1651">
                  <c:v>165.1</c:v>
                </c:pt>
                <c:pt idx="1652">
                  <c:v>165.2</c:v>
                </c:pt>
                <c:pt idx="1653">
                  <c:v>165.3</c:v>
                </c:pt>
                <c:pt idx="1654">
                  <c:v>165.4</c:v>
                </c:pt>
                <c:pt idx="1655">
                  <c:v>165.5</c:v>
                </c:pt>
                <c:pt idx="1656">
                  <c:v>165.6</c:v>
                </c:pt>
                <c:pt idx="1657">
                  <c:v>165.7</c:v>
                </c:pt>
                <c:pt idx="1658">
                  <c:v>165.8</c:v>
                </c:pt>
                <c:pt idx="1659">
                  <c:v>165.9</c:v>
                </c:pt>
                <c:pt idx="1660">
                  <c:v>166</c:v>
                </c:pt>
                <c:pt idx="1661">
                  <c:v>166.1</c:v>
                </c:pt>
                <c:pt idx="1662">
                  <c:v>166.2</c:v>
                </c:pt>
                <c:pt idx="1663">
                  <c:v>166.3</c:v>
                </c:pt>
                <c:pt idx="1664">
                  <c:v>166.4</c:v>
                </c:pt>
                <c:pt idx="1665">
                  <c:v>166.5</c:v>
                </c:pt>
                <c:pt idx="1666">
                  <c:v>166.6</c:v>
                </c:pt>
                <c:pt idx="1667">
                  <c:v>166.7</c:v>
                </c:pt>
                <c:pt idx="1668">
                  <c:v>166.8</c:v>
                </c:pt>
                <c:pt idx="1669">
                  <c:v>166.9</c:v>
                </c:pt>
                <c:pt idx="1670">
                  <c:v>167</c:v>
                </c:pt>
                <c:pt idx="1671">
                  <c:v>167.1</c:v>
                </c:pt>
                <c:pt idx="1672">
                  <c:v>167.2</c:v>
                </c:pt>
                <c:pt idx="1673">
                  <c:v>167.3</c:v>
                </c:pt>
                <c:pt idx="1674">
                  <c:v>167.4</c:v>
                </c:pt>
                <c:pt idx="1675">
                  <c:v>167.5</c:v>
                </c:pt>
                <c:pt idx="1676">
                  <c:v>167.6</c:v>
                </c:pt>
                <c:pt idx="1677">
                  <c:v>167.7</c:v>
                </c:pt>
                <c:pt idx="1678">
                  <c:v>167.8</c:v>
                </c:pt>
                <c:pt idx="1679">
                  <c:v>167.9</c:v>
                </c:pt>
                <c:pt idx="1680">
                  <c:v>168</c:v>
                </c:pt>
                <c:pt idx="1681">
                  <c:v>168.1</c:v>
                </c:pt>
                <c:pt idx="1682">
                  <c:v>168.2</c:v>
                </c:pt>
                <c:pt idx="1683">
                  <c:v>168.3</c:v>
                </c:pt>
                <c:pt idx="1684">
                  <c:v>168.4</c:v>
                </c:pt>
                <c:pt idx="1685">
                  <c:v>168.5</c:v>
                </c:pt>
                <c:pt idx="1686">
                  <c:v>168.6</c:v>
                </c:pt>
                <c:pt idx="1687">
                  <c:v>168.7</c:v>
                </c:pt>
                <c:pt idx="1688">
                  <c:v>168.8</c:v>
                </c:pt>
                <c:pt idx="1689">
                  <c:v>168.9</c:v>
                </c:pt>
                <c:pt idx="1690">
                  <c:v>169</c:v>
                </c:pt>
                <c:pt idx="1691">
                  <c:v>169.1</c:v>
                </c:pt>
                <c:pt idx="1692">
                  <c:v>169.2</c:v>
                </c:pt>
                <c:pt idx="1693">
                  <c:v>169.3</c:v>
                </c:pt>
                <c:pt idx="1694">
                  <c:v>169.4</c:v>
                </c:pt>
                <c:pt idx="1695">
                  <c:v>169.5</c:v>
                </c:pt>
                <c:pt idx="1696">
                  <c:v>169.6</c:v>
                </c:pt>
                <c:pt idx="1697">
                  <c:v>169.7</c:v>
                </c:pt>
                <c:pt idx="1698">
                  <c:v>169.8</c:v>
                </c:pt>
                <c:pt idx="1699">
                  <c:v>169.9</c:v>
                </c:pt>
                <c:pt idx="1700">
                  <c:v>170</c:v>
                </c:pt>
                <c:pt idx="1701">
                  <c:v>170.1</c:v>
                </c:pt>
                <c:pt idx="1702">
                  <c:v>170.2</c:v>
                </c:pt>
                <c:pt idx="1703">
                  <c:v>170.3</c:v>
                </c:pt>
                <c:pt idx="1704">
                  <c:v>170.4</c:v>
                </c:pt>
                <c:pt idx="1705">
                  <c:v>170.5</c:v>
                </c:pt>
                <c:pt idx="1706">
                  <c:v>170.6</c:v>
                </c:pt>
                <c:pt idx="1707">
                  <c:v>170.7</c:v>
                </c:pt>
                <c:pt idx="1708">
                  <c:v>170.8</c:v>
                </c:pt>
                <c:pt idx="1709">
                  <c:v>170.9</c:v>
                </c:pt>
                <c:pt idx="1710">
                  <c:v>171</c:v>
                </c:pt>
                <c:pt idx="1711">
                  <c:v>171.1</c:v>
                </c:pt>
                <c:pt idx="1712">
                  <c:v>171.2</c:v>
                </c:pt>
                <c:pt idx="1713">
                  <c:v>171.3</c:v>
                </c:pt>
                <c:pt idx="1714">
                  <c:v>171.4</c:v>
                </c:pt>
                <c:pt idx="1715">
                  <c:v>171.5</c:v>
                </c:pt>
                <c:pt idx="1716">
                  <c:v>171.6</c:v>
                </c:pt>
                <c:pt idx="1717">
                  <c:v>171.7</c:v>
                </c:pt>
                <c:pt idx="1718">
                  <c:v>171.8</c:v>
                </c:pt>
                <c:pt idx="1719">
                  <c:v>171.9</c:v>
                </c:pt>
                <c:pt idx="1720">
                  <c:v>172</c:v>
                </c:pt>
                <c:pt idx="1721">
                  <c:v>172.1</c:v>
                </c:pt>
                <c:pt idx="1722">
                  <c:v>172.2</c:v>
                </c:pt>
                <c:pt idx="1723">
                  <c:v>172.3</c:v>
                </c:pt>
                <c:pt idx="1724">
                  <c:v>172.4</c:v>
                </c:pt>
                <c:pt idx="1725">
                  <c:v>172.5</c:v>
                </c:pt>
                <c:pt idx="1726">
                  <c:v>172.6</c:v>
                </c:pt>
                <c:pt idx="1727">
                  <c:v>172.7</c:v>
                </c:pt>
                <c:pt idx="1728">
                  <c:v>172.8</c:v>
                </c:pt>
                <c:pt idx="1729">
                  <c:v>172.9</c:v>
                </c:pt>
                <c:pt idx="1730">
                  <c:v>173</c:v>
                </c:pt>
                <c:pt idx="1731">
                  <c:v>173.1</c:v>
                </c:pt>
                <c:pt idx="1732">
                  <c:v>173.2</c:v>
                </c:pt>
                <c:pt idx="1733">
                  <c:v>173.3</c:v>
                </c:pt>
                <c:pt idx="1734">
                  <c:v>173.4</c:v>
                </c:pt>
                <c:pt idx="1735">
                  <c:v>173.5</c:v>
                </c:pt>
                <c:pt idx="1736">
                  <c:v>173.6</c:v>
                </c:pt>
                <c:pt idx="1737">
                  <c:v>173.7</c:v>
                </c:pt>
                <c:pt idx="1738">
                  <c:v>173.8</c:v>
                </c:pt>
                <c:pt idx="1739">
                  <c:v>173.9</c:v>
                </c:pt>
                <c:pt idx="1740">
                  <c:v>174</c:v>
                </c:pt>
                <c:pt idx="1741">
                  <c:v>174.1</c:v>
                </c:pt>
                <c:pt idx="1742">
                  <c:v>174.2</c:v>
                </c:pt>
                <c:pt idx="1743">
                  <c:v>174.3</c:v>
                </c:pt>
                <c:pt idx="1744">
                  <c:v>174.4</c:v>
                </c:pt>
                <c:pt idx="1745">
                  <c:v>174.5</c:v>
                </c:pt>
                <c:pt idx="1746">
                  <c:v>174.6</c:v>
                </c:pt>
                <c:pt idx="1747">
                  <c:v>174.7</c:v>
                </c:pt>
                <c:pt idx="1748">
                  <c:v>174.8</c:v>
                </c:pt>
                <c:pt idx="1749">
                  <c:v>174.9</c:v>
                </c:pt>
                <c:pt idx="1750">
                  <c:v>175</c:v>
                </c:pt>
                <c:pt idx="1751">
                  <c:v>175.1</c:v>
                </c:pt>
                <c:pt idx="1752">
                  <c:v>175.2</c:v>
                </c:pt>
                <c:pt idx="1753">
                  <c:v>175.3</c:v>
                </c:pt>
                <c:pt idx="1754">
                  <c:v>175.4</c:v>
                </c:pt>
                <c:pt idx="1755">
                  <c:v>175.5</c:v>
                </c:pt>
                <c:pt idx="1756">
                  <c:v>175.6</c:v>
                </c:pt>
                <c:pt idx="1757">
                  <c:v>175.7</c:v>
                </c:pt>
                <c:pt idx="1758">
                  <c:v>175.8</c:v>
                </c:pt>
                <c:pt idx="1759">
                  <c:v>175.9</c:v>
                </c:pt>
                <c:pt idx="1760">
                  <c:v>176</c:v>
                </c:pt>
                <c:pt idx="1761">
                  <c:v>176.1</c:v>
                </c:pt>
                <c:pt idx="1762">
                  <c:v>176.2</c:v>
                </c:pt>
                <c:pt idx="1763">
                  <c:v>176.3</c:v>
                </c:pt>
                <c:pt idx="1764">
                  <c:v>176.4</c:v>
                </c:pt>
                <c:pt idx="1765">
                  <c:v>176.5</c:v>
                </c:pt>
                <c:pt idx="1766">
                  <c:v>176.6</c:v>
                </c:pt>
                <c:pt idx="1767">
                  <c:v>176.7</c:v>
                </c:pt>
                <c:pt idx="1768">
                  <c:v>176.8</c:v>
                </c:pt>
                <c:pt idx="1769">
                  <c:v>176.9</c:v>
                </c:pt>
                <c:pt idx="1770">
                  <c:v>177</c:v>
                </c:pt>
                <c:pt idx="1771">
                  <c:v>177.1</c:v>
                </c:pt>
                <c:pt idx="1772">
                  <c:v>177.2</c:v>
                </c:pt>
                <c:pt idx="1773">
                  <c:v>177.3</c:v>
                </c:pt>
                <c:pt idx="1774">
                  <c:v>177.4</c:v>
                </c:pt>
                <c:pt idx="1775">
                  <c:v>177.5</c:v>
                </c:pt>
                <c:pt idx="1776">
                  <c:v>177.6</c:v>
                </c:pt>
                <c:pt idx="1777">
                  <c:v>177.7</c:v>
                </c:pt>
                <c:pt idx="1778">
                  <c:v>177.8</c:v>
                </c:pt>
                <c:pt idx="1779">
                  <c:v>177.9</c:v>
                </c:pt>
                <c:pt idx="1780">
                  <c:v>178</c:v>
                </c:pt>
                <c:pt idx="1781">
                  <c:v>178.1</c:v>
                </c:pt>
                <c:pt idx="1782">
                  <c:v>178.2</c:v>
                </c:pt>
                <c:pt idx="1783">
                  <c:v>178.3</c:v>
                </c:pt>
                <c:pt idx="1784">
                  <c:v>178.4</c:v>
                </c:pt>
                <c:pt idx="1785">
                  <c:v>178.5</c:v>
                </c:pt>
                <c:pt idx="1786">
                  <c:v>178.6</c:v>
                </c:pt>
                <c:pt idx="1787">
                  <c:v>178.7</c:v>
                </c:pt>
                <c:pt idx="1788">
                  <c:v>178.8</c:v>
                </c:pt>
                <c:pt idx="1789">
                  <c:v>178.9</c:v>
                </c:pt>
                <c:pt idx="1790">
                  <c:v>179</c:v>
                </c:pt>
                <c:pt idx="1791">
                  <c:v>179.1</c:v>
                </c:pt>
                <c:pt idx="1792">
                  <c:v>179.2</c:v>
                </c:pt>
                <c:pt idx="1793">
                  <c:v>179.3</c:v>
                </c:pt>
                <c:pt idx="1794">
                  <c:v>179.4</c:v>
                </c:pt>
                <c:pt idx="1795">
                  <c:v>179.5</c:v>
                </c:pt>
                <c:pt idx="1796">
                  <c:v>179.6</c:v>
                </c:pt>
                <c:pt idx="1797">
                  <c:v>179.7</c:v>
                </c:pt>
                <c:pt idx="1798">
                  <c:v>179.8</c:v>
                </c:pt>
                <c:pt idx="1799">
                  <c:v>179.9</c:v>
                </c:pt>
                <c:pt idx="1800">
                  <c:v>180</c:v>
                </c:pt>
                <c:pt idx="1801">
                  <c:v>180.1</c:v>
                </c:pt>
                <c:pt idx="1802">
                  <c:v>180.2</c:v>
                </c:pt>
                <c:pt idx="1803">
                  <c:v>180.3</c:v>
                </c:pt>
                <c:pt idx="1804">
                  <c:v>180.4</c:v>
                </c:pt>
                <c:pt idx="1805">
                  <c:v>180.5</c:v>
                </c:pt>
                <c:pt idx="1806">
                  <c:v>180.6</c:v>
                </c:pt>
                <c:pt idx="1807">
                  <c:v>180.7</c:v>
                </c:pt>
                <c:pt idx="1808">
                  <c:v>180.8</c:v>
                </c:pt>
                <c:pt idx="1809">
                  <c:v>180.9</c:v>
                </c:pt>
                <c:pt idx="1810">
                  <c:v>181</c:v>
                </c:pt>
                <c:pt idx="1811">
                  <c:v>181.1</c:v>
                </c:pt>
                <c:pt idx="1812">
                  <c:v>181.2</c:v>
                </c:pt>
                <c:pt idx="1813">
                  <c:v>181.3</c:v>
                </c:pt>
                <c:pt idx="1814">
                  <c:v>181.4</c:v>
                </c:pt>
                <c:pt idx="1815">
                  <c:v>181.5</c:v>
                </c:pt>
                <c:pt idx="1816">
                  <c:v>181.6</c:v>
                </c:pt>
                <c:pt idx="1817">
                  <c:v>181.7</c:v>
                </c:pt>
                <c:pt idx="1818">
                  <c:v>181.8</c:v>
                </c:pt>
                <c:pt idx="1819">
                  <c:v>181.9</c:v>
                </c:pt>
                <c:pt idx="1820">
                  <c:v>182</c:v>
                </c:pt>
                <c:pt idx="1821">
                  <c:v>182.1</c:v>
                </c:pt>
                <c:pt idx="1822">
                  <c:v>182.2</c:v>
                </c:pt>
                <c:pt idx="1823">
                  <c:v>182.3</c:v>
                </c:pt>
                <c:pt idx="1824">
                  <c:v>182.4</c:v>
                </c:pt>
                <c:pt idx="1825">
                  <c:v>182.5</c:v>
                </c:pt>
                <c:pt idx="1826">
                  <c:v>182.6</c:v>
                </c:pt>
                <c:pt idx="1827">
                  <c:v>182.7</c:v>
                </c:pt>
                <c:pt idx="1828">
                  <c:v>182.8</c:v>
                </c:pt>
                <c:pt idx="1829">
                  <c:v>182.9</c:v>
                </c:pt>
                <c:pt idx="1830">
                  <c:v>183</c:v>
                </c:pt>
                <c:pt idx="1831">
                  <c:v>183.1</c:v>
                </c:pt>
                <c:pt idx="1832">
                  <c:v>183.2</c:v>
                </c:pt>
                <c:pt idx="1833">
                  <c:v>183.3</c:v>
                </c:pt>
                <c:pt idx="1834">
                  <c:v>183.4</c:v>
                </c:pt>
                <c:pt idx="1835">
                  <c:v>183.5</c:v>
                </c:pt>
                <c:pt idx="1836">
                  <c:v>183.6</c:v>
                </c:pt>
                <c:pt idx="1837">
                  <c:v>183.7</c:v>
                </c:pt>
                <c:pt idx="1838">
                  <c:v>183.8</c:v>
                </c:pt>
                <c:pt idx="1839">
                  <c:v>183.9</c:v>
                </c:pt>
                <c:pt idx="1840">
                  <c:v>184</c:v>
                </c:pt>
                <c:pt idx="1841">
                  <c:v>184.1</c:v>
                </c:pt>
                <c:pt idx="1842">
                  <c:v>184.2</c:v>
                </c:pt>
                <c:pt idx="1843">
                  <c:v>184.3</c:v>
                </c:pt>
                <c:pt idx="1844">
                  <c:v>184.4</c:v>
                </c:pt>
                <c:pt idx="1845">
                  <c:v>184.5</c:v>
                </c:pt>
                <c:pt idx="1846">
                  <c:v>184.6</c:v>
                </c:pt>
                <c:pt idx="1847">
                  <c:v>184.7</c:v>
                </c:pt>
                <c:pt idx="1848">
                  <c:v>184.8</c:v>
                </c:pt>
                <c:pt idx="1849">
                  <c:v>184.9</c:v>
                </c:pt>
                <c:pt idx="1850">
                  <c:v>185</c:v>
                </c:pt>
                <c:pt idx="1851">
                  <c:v>185.1</c:v>
                </c:pt>
                <c:pt idx="1852">
                  <c:v>185.2</c:v>
                </c:pt>
                <c:pt idx="1853">
                  <c:v>185.3</c:v>
                </c:pt>
                <c:pt idx="1854">
                  <c:v>185.4</c:v>
                </c:pt>
                <c:pt idx="1855">
                  <c:v>185.5</c:v>
                </c:pt>
                <c:pt idx="1856">
                  <c:v>185.6</c:v>
                </c:pt>
                <c:pt idx="1857">
                  <c:v>185.7</c:v>
                </c:pt>
                <c:pt idx="1858">
                  <c:v>185.8</c:v>
                </c:pt>
                <c:pt idx="1859">
                  <c:v>185.9</c:v>
                </c:pt>
                <c:pt idx="1860">
                  <c:v>186</c:v>
                </c:pt>
                <c:pt idx="1861">
                  <c:v>186.1</c:v>
                </c:pt>
                <c:pt idx="1862">
                  <c:v>186.2</c:v>
                </c:pt>
                <c:pt idx="1863">
                  <c:v>186.3</c:v>
                </c:pt>
                <c:pt idx="1864">
                  <c:v>186.4</c:v>
                </c:pt>
                <c:pt idx="1865">
                  <c:v>186.5</c:v>
                </c:pt>
                <c:pt idx="1866">
                  <c:v>186.6</c:v>
                </c:pt>
                <c:pt idx="1867">
                  <c:v>186.7</c:v>
                </c:pt>
                <c:pt idx="1868">
                  <c:v>186.8</c:v>
                </c:pt>
                <c:pt idx="1869">
                  <c:v>186.9</c:v>
                </c:pt>
                <c:pt idx="1870">
                  <c:v>187</c:v>
                </c:pt>
                <c:pt idx="1871">
                  <c:v>187.1</c:v>
                </c:pt>
                <c:pt idx="1872">
                  <c:v>187.2</c:v>
                </c:pt>
                <c:pt idx="1873">
                  <c:v>187.3</c:v>
                </c:pt>
                <c:pt idx="1874">
                  <c:v>187.4</c:v>
                </c:pt>
                <c:pt idx="1875">
                  <c:v>187.5</c:v>
                </c:pt>
                <c:pt idx="1876">
                  <c:v>187.6</c:v>
                </c:pt>
                <c:pt idx="1877">
                  <c:v>187.7</c:v>
                </c:pt>
                <c:pt idx="1878">
                  <c:v>187.8</c:v>
                </c:pt>
                <c:pt idx="1879">
                  <c:v>187.9</c:v>
                </c:pt>
                <c:pt idx="1880">
                  <c:v>188</c:v>
                </c:pt>
                <c:pt idx="1881">
                  <c:v>188.1</c:v>
                </c:pt>
                <c:pt idx="1882">
                  <c:v>188.2</c:v>
                </c:pt>
                <c:pt idx="1883">
                  <c:v>188.3</c:v>
                </c:pt>
                <c:pt idx="1884">
                  <c:v>188.4</c:v>
                </c:pt>
                <c:pt idx="1885">
                  <c:v>188.5</c:v>
                </c:pt>
                <c:pt idx="1886">
                  <c:v>188.6</c:v>
                </c:pt>
                <c:pt idx="1887">
                  <c:v>188.7</c:v>
                </c:pt>
                <c:pt idx="1888">
                  <c:v>188.8</c:v>
                </c:pt>
                <c:pt idx="1889">
                  <c:v>188.9</c:v>
                </c:pt>
                <c:pt idx="1890">
                  <c:v>189</c:v>
                </c:pt>
                <c:pt idx="1891">
                  <c:v>189.1</c:v>
                </c:pt>
                <c:pt idx="1892">
                  <c:v>189.2</c:v>
                </c:pt>
                <c:pt idx="1893">
                  <c:v>189.3</c:v>
                </c:pt>
                <c:pt idx="1894">
                  <c:v>189.4</c:v>
                </c:pt>
                <c:pt idx="1895">
                  <c:v>189.5</c:v>
                </c:pt>
                <c:pt idx="1896">
                  <c:v>189.6</c:v>
                </c:pt>
                <c:pt idx="1897">
                  <c:v>189.7</c:v>
                </c:pt>
                <c:pt idx="1898">
                  <c:v>189.8</c:v>
                </c:pt>
                <c:pt idx="1899">
                  <c:v>189.9</c:v>
                </c:pt>
                <c:pt idx="1900">
                  <c:v>190</c:v>
                </c:pt>
                <c:pt idx="1901">
                  <c:v>190.1</c:v>
                </c:pt>
                <c:pt idx="1902">
                  <c:v>190.2</c:v>
                </c:pt>
                <c:pt idx="1903">
                  <c:v>190.3</c:v>
                </c:pt>
                <c:pt idx="1904">
                  <c:v>190.4</c:v>
                </c:pt>
                <c:pt idx="1905">
                  <c:v>190.5</c:v>
                </c:pt>
                <c:pt idx="1906">
                  <c:v>190.6</c:v>
                </c:pt>
                <c:pt idx="1907">
                  <c:v>190.7</c:v>
                </c:pt>
                <c:pt idx="1908">
                  <c:v>190.8</c:v>
                </c:pt>
                <c:pt idx="1909">
                  <c:v>190.9</c:v>
                </c:pt>
                <c:pt idx="1910">
                  <c:v>191</c:v>
                </c:pt>
                <c:pt idx="1911">
                  <c:v>191.1</c:v>
                </c:pt>
                <c:pt idx="1912">
                  <c:v>191.2</c:v>
                </c:pt>
                <c:pt idx="1913">
                  <c:v>191.3</c:v>
                </c:pt>
                <c:pt idx="1914">
                  <c:v>191.4</c:v>
                </c:pt>
                <c:pt idx="1915">
                  <c:v>191.5</c:v>
                </c:pt>
                <c:pt idx="1916">
                  <c:v>191.6</c:v>
                </c:pt>
                <c:pt idx="1917">
                  <c:v>191.7</c:v>
                </c:pt>
                <c:pt idx="1918">
                  <c:v>191.8</c:v>
                </c:pt>
                <c:pt idx="1919">
                  <c:v>191.9</c:v>
                </c:pt>
                <c:pt idx="1920">
                  <c:v>192</c:v>
                </c:pt>
                <c:pt idx="1921">
                  <c:v>192.1</c:v>
                </c:pt>
                <c:pt idx="1922">
                  <c:v>192.2</c:v>
                </c:pt>
                <c:pt idx="1923">
                  <c:v>192.3</c:v>
                </c:pt>
                <c:pt idx="1924">
                  <c:v>192.4</c:v>
                </c:pt>
                <c:pt idx="1925">
                  <c:v>192.5</c:v>
                </c:pt>
                <c:pt idx="1926">
                  <c:v>192.6</c:v>
                </c:pt>
                <c:pt idx="1927">
                  <c:v>192.7</c:v>
                </c:pt>
                <c:pt idx="1928">
                  <c:v>192.8</c:v>
                </c:pt>
                <c:pt idx="1929">
                  <c:v>192.9</c:v>
                </c:pt>
                <c:pt idx="1930">
                  <c:v>193</c:v>
                </c:pt>
                <c:pt idx="1931">
                  <c:v>193.1</c:v>
                </c:pt>
                <c:pt idx="1932">
                  <c:v>193.2</c:v>
                </c:pt>
                <c:pt idx="1933">
                  <c:v>193.3</c:v>
                </c:pt>
                <c:pt idx="1934">
                  <c:v>193.4</c:v>
                </c:pt>
                <c:pt idx="1935">
                  <c:v>193.5</c:v>
                </c:pt>
                <c:pt idx="1936">
                  <c:v>193.6</c:v>
                </c:pt>
                <c:pt idx="1937">
                  <c:v>193.7</c:v>
                </c:pt>
                <c:pt idx="1938">
                  <c:v>193.8</c:v>
                </c:pt>
                <c:pt idx="1939">
                  <c:v>193.9</c:v>
                </c:pt>
                <c:pt idx="1940">
                  <c:v>194</c:v>
                </c:pt>
                <c:pt idx="1941">
                  <c:v>194.1</c:v>
                </c:pt>
                <c:pt idx="1942">
                  <c:v>194.2</c:v>
                </c:pt>
                <c:pt idx="1943">
                  <c:v>194.3</c:v>
                </c:pt>
                <c:pt idx="1944">
                  <c:v>194.4</c:v>
                </c:pt>
                <c:pt idx="1945">
                  <c:v>194.5</c:v>
                </c:pt>
                <c:pt idx="1946">
                  <c:v>194.6</c:v>
                </c:pt>
                <c:pt idx="1947">
                  <c:v>194.7</c:v>
                </c:pt>
                <c:pt idx="1948">
                  <c:v>194.8</c:v>
                </c:pt>
                <c:pt idx="1949">
                  <c:v>194.9</c:v>
                </c:pt>
                <c:pt idx="1950">
                  <c:v>195</c:v>
                </c:pt>
                <c:pt idx="1951">
                  <c:v>195.1</c:v>
                </c:pt>
                <c:pt idx="1952">
                  <c:v>195.2</c:v>
                </c:pt>
                <c:pt idx="1953">
                  <c:v>195.3</c:v>
                </c:pt>
                <c:pt idx="1954">
                  <c:v>195.4</c:v>
                </c:pt>
                <c:pt idx="1955">
                  <c:v>195.5</c:v>
                </c:pt>
                <c:pt idx="1956">
                  <c:v>195.6</c:v>
                </c:pt>
                <c:pt idx="1957">
                  <c:v>195.7</c:v>
                </c:pt>
                <c:pt idx="1958">
                  <c:v>195.8</c:v>
                </c:pt>
                <c:pt idx="1959">
                  <c:v>195.9</c:v>
                </c:pt>
                <c:pt idx="1960">
                  <c:v>196</c:v>
                </c:pt>
                <c:pt idx="1961">
                  <c:v>196.1</c:v>
                </c:pt>
                <c:pt idx="1962">
                  <c:v>196.2</c:v>
                </c:pt>
                <c:pt idx="1963">
                  <c:v>196.3</c:v>
                </c:pt>
                <c:pt idx="1964">
                  <c:v>196.4</c:v>
                </c:pt>
                <c:pt idx="1965">
                  <c:v>196.5</c:v>
                </c:pt>
                <c:pt idx="1966">
                  <c:v>196.6</c:v>
                </c:pt>
                <c:pt idx="1967">
                  <c:v>196.7</c:v>
                </c:pt>
                <c:pt idx="1968">
                  <c:v>196.8</c:v>
                </c:pt>
                <c:pt idx="1969">
                  <c:v>196.9</c:v>
                </c:pt>
                <c:pt idx="1970">
                  <c:v>197</c:v>
                </c:pt>
                <c:pt idx="1971">
                  <c:v>197.1</c:v>
                </c:pt>
                <c:pt idx="1972">
                  <c:v>197.2</c:v>
                </c:pt>
                <c:pt idx="1973">
                  <c:v>197.3</c:v>
                </c:pt>
                <c:pt idx="1974">
                  <c:v>197.4</c:v>
                </c:pt>
                <c:pt idx="1975">
                  <c:v>197.5</c:v>
                </c:pt>
                <c:pt idx="1976">
                  <c:v>197.6</c:v>
                </c:pt>
                <c:pt idx="1977">
                  <c:v>197.7</c:v>
                </c:pt>
                <c:pt idx="1978">
                  <c:v>197.8</c:v>
                </c:pt>
                <c:pt idx="1979">
                  <c:v>197.9</c:v>
                </c:pt>
                <c:pt idx="1980">
                  <c:v>198</c:v>
                </c:pt>
                <c:pt idx="1981">
                  <c:v>198.1</c:v>
                </c:pt>
                <c:pt idx="1982">
                  <c:v>198.2</c:v>
                </c:pt>
                <c:pt idx="1983">
                  <c:v>198.3</c:v>
                </c:pt>
                <c:pt idx="1984">
                  <c:v>198.4</c:v>
                </c:pt>
                <c:pt idx="1985">
                  <c:v>198.5</c:v>
                </c:pt>
                <c:pt idx="1986">
                  <c:v>198.6</c:v>
                </c:pt>
                <c:pt idx="1987">
                  <c:v>198.7</c:v>
                </c:pt>
                <c:pt idx="1988">
                  <c:v>198.8</c:v>
                </c:pt>
                <c:pt idx="1989">
                  <c:v>198.9</c:v>
                </c:pt>
                <c:pt idx="1990">
                  <c:v>199</c:v>
                </c:pt>
                <c:pt idx="1991">
                  <c:v>199.1</c:v>
                </c:pt>
                <c:pt idx="1992">
                  <c:v>199.2</c:v>
                </c:pt>
                <c:pt idx="1993">
                  <c:v>199.3</c:v>
                </c:pt>
                <c:pt idx="1994">
                  <c:v>199.4</c:v>
                </c:pt>
                <c:pt idx="1995">
                  <c:v>199.5</c:v>
                </c:pt>
                <c:pt idx="1996">
                  <c:v>199.6</c:v>
                </c:pt>
                <c:pt idx="1997">
                  <c:v>199.7</c:v>
                </c:pt>
                <c:pt idx="1998">
                  <c:v>199.8</c:v>
                </c:pt>
                <c:pt idx="1999">
                  <c:v>199.9</c:v>
                </c:pt>
                <c:pt idx="2000">
                  <c:v>200</c:v>
                </c:pt>
                <c:pt idx="2001">
                  <c:v>200.1</c:v>
                </c:pt>
                <c:pt idx="2002">
                  <c:v>200.2</c:v>
                </c:pt>
                <c:pt idx="2003">
                  <c:v>200.3</c:v>
                </c:pt>
                <c:pt idx="2004">
                  <c:v>200.4</c:v>
                </c:pt>
                <c:pt idx="2005">
                  <c:v>200.5</c:v>
                </c:pt>
                <c:pt idx="2006">
                  <c:v>200.6</c:v>
                </c:pt>
                <c:pt idx="2007">
                  <c:v>200.7</c:v>
                </c:pt>
                <c:pt idx="2008">
                  <c:v>200.8</c:v>
                </c:pt>
                <c:pt idx="2009">
                  <c:v>200.9</c:v>
                </c:pt>
                <c:pt idx="2010">
                  <c:v>201</c:v>
                </c:pt>
                <c:pt idx="2011">
                  <c:v>201.1</c:v>
                </c:pt>
                <c:pt idx="2012">
                  <c:v>201.2</c:v>
                </c:pt>
                <c:pt idx="2013">
                  <c:v>201.3</c:v>
                </c:pt>
                <c:pt idx="2014">
                  <c:v>201.4</c:v>
                </c:pt>
                <c:pt idx="2015">
                  <c:v>201.5</c:v>
                </c:pt>
                <c:pt idx="2016">
                  <c:v>201.6</c:v>
                </c:pt>
                <c:pt idx="2017">
                  <c:v>201.7</c:v>
                </c:pt>
                <c:pt idx="2018">
                  <c:v>201.8</c:v>
                </c:pt>
                <c:pt idx="2019">
                  <c:v>201.9</c:v>
                </c:pt>
                <c:pt idx="2020">
                  <c:v>202</c:v>
                </c:pt>
                <c:pt idx="2021">
                  <c:v>202.1</c:v>
                </c:pt>
                <c:pt idx="2022">
                  <c:v>202.2</c:v>
                </c:pt>
                <c:pt idx="2023">
                  <c:v>202.3</c:v>
                </c:pt>
                <c:pt idx="2024">
                  <c:v>202.4</c:v>
                </c:pt>
                <c:pt idx="2025">
                  <c:v>202.5</c:v>
                </c:pt>
                <c:pt idx="2026">
                  <c:v>202.6</c:v>
                </c:pt>
                <c:pt idx="2027">
                  <c:v>202.7</c:v>
                </c:pt>
                <c:pt idx="2028">
                  <c:v>202.8</c:v>
                </c:pt>
                <c:pt idx="2029">
                  <c:v>202.9</c:v>
                </c:pt>
                <c:pt idx="2030">
                  <c:v>203</c:v>
                </c:pt>
                <c:pt idx="2031">
                  <c:v>203.1</c:v>
                </c:pt>
                <c:pt idx="2032">
                  <c:v>203.2</c:v>
                </c:pt>
                <c:pt idx="2033">
                  <c:v>203.3</c:v>
                </c:pt>
                <c:pt idx="2034">
                  <c:v>203.4</c:v>
                </c:pt>
                <c:pt idx="2035">
                  <c:v>203.5</c:v>
                </c:pt>
                <c:pt idx="2036">
                  <c:v>203.6</c:v>
                </c:pt>
                <c:pt idx="2037">
                  <c:v>203.7</c:v>
                </c:pt>
                <c:pt idx="2038">
                  <c:v>203.8</c:v>
                </c:pt>
                <c:pt idx="2039">
                  <c:v>203.9</c:v>
                </c:pt>
                <c:pt idx="2040">
                  <c:v>204</c:v>
                </c:pt>
                <c:pt idx="2041">
                  <c:v>204.1</c:v>
                </c:pt>
                <c:pt idx="2042">
                  <c:v>204.2</c:v>
                </c:pt>
                <c:pt idx="2043">
                  <c:v>204.3</c:v>
                </c:pt>
                <c:pt idx="2044">
                  <c:v>204.4</c:v>
                </c:pt>
                <c:pt idx="2045">
                  <c:v>204.5</c:v>
                </c:pt>
                <c:pt idx="2046">
                  <c:v>204.6</c:v>
                </c:pt>
                <c:pt idx="2047">
                  <c:v>204.7</c:v>
                </c:pt>
                <c:pt idx="2048">
                  <c:v>204.8</c:v>
                </c:pt>
                <c:pt idx="2049">
                  <c:v>204.9</c:v>
                </c:pt>
                <c:pt idx="2050">
                  <c:v>205</c:v>
                </c:pt>
                <c:pt idx="2051">
                  <c:v>205.1</c:v>
                </c:pt>
                <c:pt idx="2052">
                  <c:v>205.2</c:v>
                </c:pt>
                <c:pt idx="2053">
                  <c:v>205.3</c:v>
                </c:pt>
                <c:pt idx="2054">
                  <c:v>205.4</c:v>
                </c:pt>
                <c:pt idx="2055">
                  <c:v>205.5</c:v>
                </c:pt>
                <c:pt idx="2056">
                  <c:v>205.6</c:v>
                </c:pt>
                <c:pt idx="2057">
                  <c:v>205.7</c:v>
                </c:pt>
                <c:pt idx="2058">
                  <c:v>205.8</c:v>
                </c:pt>
                <c:pt idx="2059">
                  <c:v>205.9</c:v>
                </c:pt>
                <c:pt idx="2060">
                  <c:v>206</c:v>
                </c:pt>
                <c:pt idx="2061">
                  <c:v>206.1</c:v>
                </c:pt>
                <c:pt idx="2062">
                  <c:v>206.2</c:v>
                </c:pt>
                <c:pt idx="2063">
                  <c:v>206.3</c:v>
                </c:pt>
                <c:pt idx="2064">
                  <c:v>206.4</c:v>
                </c:pt>
                <c:pt idx="2065">
                  <c:v>206.5</c:v>
                </c:pt>
                <c:pt idx="2066">
                  <c:v>206.6</c:v>
                </c:pt>
                <c:pt idx="2067">
                  <c:v>206.7</c:v>
                </c:pt>
                <c:pt idx="2068">
                  <c:v>206.8</c:v>
                </c:pt>
                <c:pt idx="2069">
                  <c:v>206.9</c:v>
                </c:pt>
                <c:pt idx="2070">
                  <c:v>207</c:v>
                </c:pt>
                <c:pt idx="2071">
                  <c:v>207.1</c:v>
                </c:pt>
                <c:pt idx="2072">
                  <c:v>207.2</c:v>
                </c:pt>
                <c:pt idx="2073">
                  <c:v>207.3</c:v>
                </c:pt>
                <c:pt idx="2074">
                  <c:v>207.4</c:v>
                </c:pt>
                <c:pt idx="2075">
                  <c:v>207.5</c:v>
                </c:pt>
                <c:pt idx="2076">
                  <c:v>207.6</c:v>
                </c:pt>
                <c:pt idx="2077">
                  <c:v>207.7</c:v>
                </c:pt>
                <c:pt idx="2078">
                  <c:v>207.8</c:v>
                </c:pt>
                <c:pt idx="2079">
                  <c:v>207.9</c:v>
                </c:pt>
                <c:pt idx="2080">
                  <c:v>208</c:v>
                </c:pt>
                <c:pt idx="2081">
                  <c:v>208.1</c:v>
                </c:pt>
                <c:pt idx="2082">
                  <c:v>208.2</c:v>
                </c:pt>
                <c:pt idx="2083">
                  <c:v>208.3</c:v>
                </c:pt>
                <c:pt idx="2084">
                  <c:v>208.4</c:v>
                </c:pt>
                <c:pt idx="2085">
                  <c:v>208.5</c:v>
                </c:pt>
                <c:pt idx="2086">
                  <c:v>208.6</c:v>
                </c:pt>
                <c:pt idx="2087">
                  <c:v>208.7</c:v>
                </c:pt>
                <c:pt idx="2088">
                  <c:v>208.8</c:v>
                </c:pt>
                <c:pt idx="2089">
                  <c:v>208.9</c:v>
                </c:pt>
                <c:pt idx="2090">
                  <c:v>209</c:v>
                </c:pt>
                <c:pt idx="2091">
                  <c:v>209.1</c:v>
                </c:pt>
                <c:pt idx="2092">
                  <c:v>209.2</c:v>
                </c:pt>
                <c:pt idx="2093">
                  <c:v>209.3</c:v>
                </c:pt>
                <c:pt idx="2094">
                  <c:v>209.4</c:v>
                </c:pt>
                <c:pt idx="2095">
                  <c:v>209.5</c:v>
                </c:pt>
                <c:pt idx="2096">
                  <c:v>209.6</c:v>
                </c:pt>
                <c:pt idx="2097">
                  <c:v>209.7</c:v>
                </c:pt>
                <c:pt idx="2098">
                  <c:v>209.8</c:v>
                </c:pt>
                <c:pt idx="2099">
                  <c:v>209.9</c:v>
                </c:pt>
                <c:pt idx="2100">
                  <c:v>210</c:v>
                </c:pt>
                <c:pt idx="2101">
                  <c:v>210.1</c:v>
                </c:pt>
                <c:pt idx="2102">
                  <c:v>210.2</c:v>
                </c:pt>
                <c:pt idx="2103">
                  <c:v>210.3</c:v>
                </c:pt>
                <c:pt idx="2104">
                  <c:v>210.4</c:v>
                </c:pt>
                <c:pt idx="2105">
                  <c:v>210.5</c:v>
                </c:pt>
                <c:pt idx="2106">
                  <c:v>210.6</c:v>
                </c:pt>
                <c:pt idx="2107">
                  <c:v>210.7</c:v>
                </c:pt>
                <c:pt idx="2108">
                  <c:v>210.8</c:v>
                </c:pt>
                <c:pt idx="2109">
                  <c:v>210.9</c:v>
                </c:pt>
                <c:pt idx="2110">
                  <c:v>211</c:v>
                </c:pt>
                <c:pt idx="2111">
                  <c:v>211.1</c:v>
                </c:pt>
                <c:pt idx="2112">
                  <c:v>211.2</c:v>
                </c:pt>
                <c:pt idx="2113">
                  <c:v>211.3</c:v>
                </c:pt>
                <c:pt idx="2114">
                  <c:v>211.4</c:v>
                </c:pt>
                <c:pt idx="2115">
                  <c:v>211.5</c:v>
                </c:pt>
                <c:pt idx="2116">
                  <c:v>211.6</c:v>
                </c:pt>
                <c:pt idx="2117">
                  <c:v>211.7</c:v>
                </c:pt>
                <c:pt idx="2118">
                  <c:v>211.8</c:v>
                </c:pt>
                <c:pt idx="2119">
                  <c:v>211.9</c:v>
                </c:pt>
                <c:pt idx="2120">
                  <c:v>212</c:v>
                </c:pt>
                <c:pt idx="2121">
                  <c:v>212.1</c:v>
                </c:pt>
                <c:pt idx="2122">
                  <c:v>212.2</c:v>
                </c:pt>
                <c:pt idx="2123">
                  <c:v>212.3</c:v>
                </c:pt>
                <c:pt idx="2124">
                  <c:v>212.4</c:v>
                </c:pt>
                <c:pt idx="2125">
                  <c:v>212.5</c:v>
                </c:pt>
                <c:pt idx="2126">
                  <c:v>212.6</c:v>
                </c:pt>
                <c:pt idx="2127">
                  <c:v>212.7</c:v>
                </c:pt>
                <c:pt idx="2128">
                  <c:v>212.8</c:v>
                </c:pt>
                <c:pt idx="2129">
                  <c:v>212.9</c:v>
                </c:pt>
                <c:pt idx="2130">
                  <c:v>213</c:v>
                </c:pt>
                <c:pt idx="2131">
                  <c:v>213.1</c:v>
                </c:pt>
                <c:pt idx="2132">
                  <c:v>213.2</c:v>
                </c:pt>
                <c:pt idx="2133">
                  <c:v>213.3</c:v>
                </c:pt>
                <c:pt idx="2134">
                  <c:v>213.4</c:v>
                </c:pt>
                <c:pt idx="2135">
                  <c:v>213.5</c:v>
                </c:pt>
                <c:pt idx="2136">
                  <c:v>213.6</c:v>
                </c:pt>
                <c:pt idx="2137">
                  <c:v>213.7</c:v>
                </c:pt>
                <c:pt idx="2138">
                  <c:v>213.8</c:v>
                </c:pt>
                <c:pt idx="2139">
                  <c:v>213.9</c:v>
                </c:pt>
                <c:pt idx="2140">
                  <c:v>214</c:v>
                </c:pt>
                <c:pt idx="2141">
                  <c:v>214.1</c:v>
                </c:pt>
                <c:pt idx="2142">
                  <c:v>214.2</c:v>
                </c:pt>
                <c:pt idx="2143">
                  <c:v>214.3</c:v>
                </c:pt>
                <c:pt idx="2144">
                  <c:v>214.4</c:v>
                </c:pt>
                <c:pt idx="2145">
                  <c:v>214.5</c:v>
                </c:pt>
                <c:pt idx="2146">
                  <c:v>214.6</c:v>
                </c:pt>
                <c:pt idx="2147">
                  <c:v>214.7</c:v>
                </c:pt>
                <c:pt idx="2148">
                  <c:v>214.8</c:v>
                </c:pt>
                <c:pt idx="2149">
                  <c:v>214.9</c:v>
                </c:pt>
                <c:pt idx="2150">
                  <c:v>215</c:v>
                </c:pt>
                <c:pt idx="2151">
                  <c:v>215.1</c:v>
                </c:pt>
                <c:pt idx="2152">
                  <c:v>215.2</c:v>
                </c:pt>
                <c:pt idx="2153">
                  <c:v>215.3</c:v>
                </c:pt>
                <c:pt idx="2154">
                  <c:v>215.4</c:v>
                </c:pt>
                <c:pt idx="2155">
                  <c:v>215.5</c:v>
                </c:pt>
                <c:pt idx="2156">
                  <c:v>215.6</c:v>
                </c:pt>
                <c:pt idx="2157">
                  <c:v>215.7</c:v>
                </c:pt>
                <c:pt idx="2158">
                  <c:v>215.8</c:v>
                </c:pt>
                <c:pt idx="2159">
                  <c:v>215.9</c:v>
                </c:pt>
                <c:pt idx="2160">
                  <c:v>216</c:v>
                </c:pt>
                <c:pt idx="2161">
                  <c:v>216.1</c:v>
                </c:pt>
                <c:pt idx="2162">
                  <c:v>216.2</c:v>
                </c:pt>
                <c:pt idx="2163">
                  <c:v>216.3</c:v>
                </c:pt>
                <c:pt idx="2164">
                  <c:v>216.4</c:v>
                </c:pt>
                <c:pt idx="2165">
                  <c:v>216.5</c:v>
                </c:pt>
                <c:pt idx="2166">
                  <c:v>216.6</c:v>
                </c:pt>
                <c:pt idx="2167">
                  <c:v>216.7</c:v>
                </c:pt>
                <c:pt idx="2168">
                  <c:v>216.8</c:v>
                </c:pt>
                <c:pt idx="2169">
                  <c:v>216.9</c:v>
                </c:pt>
                <c:pt idx="2170">
                  <c:v>217</c:v>
                </c:pt>
                <c:pt idx="2171">
                  <c:v>217.1</c:v>
                </c:pt>
                <c:pt idx="2172">
                  <c:v>217.2</c:v>
                </c:pt>
                <c:pt idx="2173">
                  <c:v>217.3</c:v>
                </c:pt>
                <c:pt idx="2174">
                  <c:v>217.4</c:v>
                </c:pt>
                <c:pt idx="2175">
                  <c:v>217.5</c:v>
                </c:pt>
                <c:pt idx="2176">
                  <c:v>217.6</c:v>
                </c:pt>
                <c:pt idx="2177">
                  <c:v>217.7</c:v>
                </c:pt>
                <c:pt idx="2178">
                  <c:v>217.8</c:v>
                </c:pt>
                <c:pt idx="2179">
                  <c:v>217.9</c:v>
                </c:pt>
                <c:pt idx="2180">
                  <c:v>218</c:v>
                </c:pt>
                <c:pt idx="2181">
                  <c:v>218.1</c:v>
                </c:pt>
                <c:pt idx="2182">
                  <c:v>218.2</c:v>
                </c:pt>
                <c:pt idx="2183">
                  <c:v>218.3</c:v>
                </c:pt>
                <c:pt idx="2184">
                  <c:v>218.4</c:v>
                </c:pt>
                <c:pt idx="2185">
                  <c:v>218.5</c:v>
                </c:pt>
                <c:pt idx="2186">
                  <c:v>218.6</c:v>
                </c:pt>
                <c:pt idx="2187">
                  <c:v>218.7</c:v>
                </c:pt>
                <c:pt idx="2188">
                  <c:v>218.8</c:v>
                </c:pt>
                <c:pt idx="2189">
                  <c:v>218.9</c:v>
                </c:pt>
                <c:pt idx="2190">
                  <c:v>219</c:v>
                </c:pt>
                <c:pt idx="2191">
                  <c:v>219.1</c:v>
                </c:pt>
                <c:pt idx="2192">
                  <c:v>219.2</c:v>
                </c:pt>
                <c:pt idx="2193">
                  <c:v>219.3</c:v>
                </c:pt>
                <c:pt idx="2194">
                  <c:v>219.4</c:v>
                </c:pt>
                <c:pt idx="2195">
                  <c:v>219.5</c:v>
                </c:pt>
                <c:pt idx="2196">
                  <c:v>219.6</c:v>
                </c:pt>
                <c:pt idx="2197">
                  <c:v>219.7</c:v>
                </c:pt>
                <c:pt idx="2198">
                  <c:v>219.8</c:v>
                </c:pt>
                <c:pt idx="2199">
                  <c:v>219.9</c:v>
                </c:pt>
                <c:pt idx="2200">
                  <c:v>220</c:v>
                </c:pt>
                <c:pt idx="2201">
                  <c:v>220.1</c:v>
                </c:pt>
                <c:pt idx="2202">
                  <c:v>220.2</c:v>
                </c:pt>
                <c:pt idx="2203">
                  <c:v>220.3</c:v>
                </c:pt>
                <c:pt idx="2204">
                  <c:v>220.4</c:v>
                </c:pt>
                <c:pt idx="2205">
                  <c:v>220.5</c:v>
                </c:pt>
                <c:pt idx="2206">
                  <c:v>220.6</c:v>
                </c:pt>
                <c:pt idx="2207">
                  <c:v>220.7</c:v>
                </c:pt>
                <c:pt idx="2208">
                  <c:v>220.8</c:v>
                </c:pt>
                <c:pt idx="2209">
                  <c:v>220.9</c:v>
                </c:pt>
                <c:pt idx="2210">
                  <c:v>221</c:v>
                </c:pt>
                <c:pt idx="2211">
                  <c:v>221.1</c:v>
                </c:pt>
                <c:pt idx="2212">
                  <c:v>221.2</c:v>
                </c:pt>
                <c:pt idx="2213">
                  <c:v>221.3</c:v>
                </c:pt>
                <c:pt idx="2214">
                  <c:v>221.4</c:v>
                </c:pt>
                <c:pt idx="2215">
                  <c:v>221.5</c:v>
                </c:pt>
                <c:pt idx="2216">
                  <c:v>221.6</c:v>
                </c:pt>
                <c:pt idx="2217">
                  <c:v>221.7</c:v>
                </c:pt>
                <c:pt idx="2218">
                  <c:v>221.8</c:v>
                </c:pt>
                <c:pt idx="2219">
                  <c:v>221.9</c:v>
                </c:pt>
                <c:pt idx="2220">
                  <c:v>222</c:v>
                </c:pt>
                <c:pt idx="2221">
                  <c:v>222.1</c:v>
                </c:pt>
                <c:pt idx="2222">
                  <c:v>222.2</c:v>
                </c:pt>
                <c:pt idx="2223">
                  <c:v>222.3</c:v>
                </c:pt>
                <c:pt idx="2224">
                  <c:v>222.4</c:v>
                </c:pt>
                <c:pt idx="2225">
                  <c:v>222.5</c:v>
                </c:pt>
                <c:pt idx="2226">
                  <c:v>222.6</c:v>
                </c:pt>
                <c:pt idx="2227">
                  <c:v>222.7</c:v>
                </c:pt>
                <c:pt idx="2228">
                  <c:v>222.8</c:v>
                </c:pt>
                <c:pt idx="2229">
                  <c:v>222.9</c:v>
                </c:pt>
                <c:pt idx="2230">
                  <c:v>223</c:v>
                </c:pt>
                <c:pt idx="2231">
                  <c:v>223.1</c:v>
                </c:pt>
                <c:pt idx="2232">
                  <c:v>223.2</c:v>
                </c:pt>
                <c:pt idx="2233">
                  <c:v>223.3</c:v>
                </c:pt>
                <c:pt idx="2234">
                  <c:v>223.4</c:v>
                </c:pt>
                <c:pt idx="2235">
                  <c:v>223.5</c:v>
                </c:pt>
                <c:pt idx="2236">
                  <c:v>223.6</c:v>
                </c:pt>
                <c:pt idx="2237">
                  <c:v>223.7</c:v>
                </c:pt>
                <c:pt idx="2238">
                  <c:v>223.8</c:v>
                </c:pt>
                <c:pt idx="2239">
                  <c:v>223.9</c:v>
                </c:pt>
                <c:pt idx="2240">
                  <c:v>224</c:v>
                </c:pt>
                <c:pt idx="2241">
                  <c:v>224.1</c:v>
                </c:pt>
                <c:pt idx="2242">
                  <c:v>224.2</c:v>
                </c:pt>
                <c:pt idx="2243">
                  <c:v>224.3</c:v>
                </c:pt>
                <c:pt idx="2244">
                  <c:v>224.4</c:v>
                </c:pt>
                <c:pt idx="2245">
                  <c:v>224.5</c:v>
                </c:pt>
                <c:pt idx="2246">
                  <c:v>224.6</c:v>
                </c:pt>
                <c:pt idx="2247">
                  <c:v>224.7</c:v>
                </c:pt>
                <c:pt idx="2248">
                  <c:v>224.8</c:v>
                </c:pt>
                <c:pt idx="2249">
                  <c:v>224.9</c:v>
                </c:pt>
                <c:pt idx="2250">
                  <c:v>225</c:v>
                </c:pt>
                <c:pt idx="2251">
                  <c:v>225.1</c:v>
                </c:pt>
                <c:pt idx="2252">
                  <c:v>225.2</c:v>
                </c:pt>
                <c:pt idx="2253">
                  <c:v>225.3</c:v>
                </c:pt>
                <c:pt idx="2254">
                  <c:v>225.4</c:v>
                </c:pt>
                <c:pt idx="2255">
                  <c:v>225.5</c:v>
                </c:pt>
                <c:pt idx="2256">
                  <c:v>225.6</c:v>
                </c:pt>
                <c:pt idx="2257">
                  <c:v>225.7</c:v>
                </c:pt>
                <c:pt idx="2258">
                  <c:v>225.8</c:v>
                </c:pt>
                <c:pt idx="2259">
                  <c:v>225.9</c:v>
                </c:pt>
                <c:pt idx="2260">
                  <c:v>226</c:v>
                </c:pt>
                <c:pt idx="2261">
                  <c:v>226.1</c:v>
                </c:pt>
                <c:pt idx="2262">
                  <c:v>226.2</c:v>
                </c:pt>
                <c:pt idx="2263">
                  <c:v>226.3</c:v>
                </c:pt>
                <c:pt idx="2264">
                  <c:v>226.4</c:v>
                </c:pt>
                <c:pt idx="2265">
                  <c:v>226.5</c:v>
                </c:pt>
                <c:pt idx="2266">
                  <c:v>226.6</c:v>
                </c:pt>
                <c:pt idx="2267">
                  <c:v>226.7</c:v>
                </c:pt>
                <c:pt idx="2268">
                  <c:v>226.8</c:v>
                </c:pt>
                <c:pt idx="2269">
                  <c:v>226.9</c:v>
                </c:pt>
                <c:pt idx="2270">
                  <c:v>227</c:v>
                </c:pt>
                <c:pt idx="2271">
                  <c:v>227.1</c:v>
                </c:pt>
                <c:pt idx="2272">
                  <c:v>227.2</c:v>
                </c:pt>
                <c:pt idx="2273">
                  <c:v>227.3</c:v>
                </c:pt>
                <c:pt idx="2274">
                  <c:v>227.4</c:v>
                </c:pt>
                <c:pt idx="2275">
                  <c:v>227.5</c:v>
                </c:pt>
                <c:pt idx="2276">
                  <c:v>227.6</c:v>
                </c:pt>
                <c:pt idx="2277">
                  <c:v>227.7</c:v>
                </c:pt>
                <c:pt idx="2278">
                  <c:v>227.8</c:v>
                </c:pt>
                <c:pt idx="2279">
                  <c:v>227.9</c:v>
                </c:pt>
                <c:pt idx="2280">
                  <c:v>228</c:v>
                </c:pt>
                <c:pt idx="2281">
                  <c:v>228.1</c:v>
                </c:pt>
                <c:pt idx="2282">
                  <c:v>228.2</c:v>
                </c:pt>
                <c:pt idx="2283">
                  <c:v>228.3</c:v>
                </c:pt>
                <c:pt idx="2284">
                  <c:v>228.4</c:v>
                </c:pt>
                <c:pt idx="2285">
                  <c:v>228.5</c:v>
                </c:pt>
                <c:pt idx="2286">
                  <c:v>228.6</c:v>
                </c:pt>
                <c:pt idx="2287">
                  <c:v>228.7</c:v>
                </c:pt>
                <c:pt idx="2288">
                  <c:v>228.8</c:v>
                </c:pt>
                <c:pt idx="2289">
                  <c:v>228.9</c:v>
                </c:pt>
                <c:pt idx="2290">
                  <c:v>229</c:v>
                </c:pt>
                <c:pt idx="2291">
                  <c:v>229.1</c:v>
                </c:pt>
                <c:pt idx="2292">
                  <c:v>229.2</c:v>
                </c:pt>
                <c:pt idx="2293">
                  <c:v>229.3</c:v>
                </c:pt>
                <c:pt idx="2294">
                  <c:v>229.4</c:v>
                </c:pt>
                <c:pt idx="2295">
                  <c:v>229.5</c:v>
                </c:pt>
                <c:pt idx="2296">
                  <c:v>229.6</c:v>
                </c:pt>
                <c:pt idx="2297">
                  <c:v>229.7</c:v>
                </c:pt>
                <c:pt idx="2298">
                  <c:v>229.8</c:v>
                </c:pt>
                <c:pt idx="2299">
                  <c:v>229.9</c:v>
                </c:pt>
                <c:pt idx="2300">
                  <c:v>230</c:v>
                </c:pt>
                <c:pt idx="2301">
                  <c:v>230.1</c:v>
                </c:pt>
                <c:pt idx="2302">
                  <c:v>230.2</c:v>
                </c:pt>
                <c:pt idx="2303">
                  <c:v>230.3</c:v>
                </c:pt>
                <c:pt idx="2304">
                  <c:v>230.4</c:v>
                </c:pt>
                <c:pt idx="2305">
                  <c:v>230.5</c:v>
                </c:pt>
                <c:pt idx="2306">
                  <c:v>230.6</c:v>
                </c:pt>
                <c:pt idx="2307">
                  <c:v>230.7</c:v>
                </c:pt>
                <c:pt idx="2308">
                  <c:v>230.8</c:v>
                </c:pt>
                <c:pt idx="2309">
                  <c:v>230.9</c:v>
                </c:pt>
                <c:pt idx="2310">
                  <c:v>231</c:v>
                </c:pt>
                <c:pt idx="2311">
                  <c:v>231.1</c:v>
                </c:pt>
                <c:pt idx="2312">
                  <c:v>231.2</c:v>
                </c:pt>
                <c:pt idx="2313">
                  <c:v>231.3</c:v>
                </c:pt>
                <c:pt idx="2314">
                  <c:v>231.4</c:v>
                </c:pt>
                <c:pt idx="2315">
                  <c:v>231.5</c:v>
                </c:pt>
                <c:pt idx="2316">
                  <c:v>231.6</c:v>
                </c:pt>
                <c:pt idx="2317">
                  <c:v>231.7</c:v>
                </c:pt>
                <c:pt idx="2318">
                  <c:v>231.8</c:v>
                </c:pt>
                <c:pt idx="2319">
                  <c:v>231.9</c:v>
                </c:pt>
                <c:pt idx="2320">
                  <c:v>232</c:v>
                </c:pt>
                <c:pt idx="2321">
                  <c:v>232.1</c:v>
                </c:pt>
                <c:pt idx="2322">
                  <c:v>232.2</c:v>
                </c:pt>
                <c:pt idx="2323">
                  <c:v>232.3</c:v>
                </c:pt>
                <c:pt idx="2324">
                  <c:v>232.4</c:v>
                </c:pt>
                <c:pt idx="2325">
                  <c:v>232.5</c:v>
                </c:pt>
                <c:pt idx="2326">
                  <c:v>232.6</c:v>
                </c:pt>
                <c:pt idx="2327">
                  <c:v>232.7</c:v>
                </c:pt>
                <c:pt idx="2328">
                  <c:v>232.8</c:v>
                </c:pt>
                <c:pt idx="2329">
                  <c:v>232.9</c:v>
                </c:pt>
                <c:pt idx="2330">
                  <c:v>233</c:v>
                </c:pt>
                <c:pt idx="2331">
                  <c:v>233.1</c:v>
                </c:pt>
                <c:pt idx="2332">
                  <c:v>233.2</c:v>
                </c:pt>
                <c:pt idx="2333">
                  <c:v>233.3</c:v>
                </c:pt>
                <c:pt idx="2334">
                  <c:v>233.4</c:v>
                </c:pt>
                <c:pt idx="2335">
                  <c:v>233.5</c:v>
                </c:pt>
                <c:pt idx="2336">
                  <c:v>233.6</c:v>
                </c:pt>
                <c:pt idx="2337">
                  <c:v>233.7</c:v>
                </c:pt>
                <c:pt idx="2338">
                  <c:v>233.8</c:v>
                </c:pt>
                <c:pt idx="2339">
                  <c:v>233.9</c:v>
                </c:pt>
                <c:pt idx="2340">
                  <c:v>234</c:v>
                </c:pt>
                <c:pt idx="2341">
                  <c:v>234.1</c:v>
                </c:pt>
                <c:pt idx="2342">
                  <c:v>234.2</c:v>
                </c:pt>
                <c:pt idx="2343">
                  <c:v>234.3</c:v>
                </c:pt>
                <c:pt idx="2344">
                  <c:v>234.4</c:v>
                </c:pt>
                <c:pt idx="2345">
                  <c:v>234.5</c:v>
                </c:pt>
                <c:pt idx="2346">
                  <c:v>234.6</c:v>
                </c:pt>
                <c:pt idx="2347">
                  <c:v>234.7</c:v>
                </c:pt>
                <c:pt idx="2348">
                  <c:v>234.8</c:v>
                </c:pt>
                <c:pt idx="2349">
                  <c:v>234.9</c:v>
                </c:pt>
                <c:pt idx="2350">
                  <c:v>235</c:v>
                </c:pt>
                <c:pt idx="2351">
                  <c:v>235.1</c:v>
                </c:pt>
                <c:pt idx="2352">
                  <c:v>235.2</c:v>
                </c:pt>
                <c:pt idx="2353">
                  <c:v>235.3</c:v>
                </c:pt>
                <c:pt idx="2354">
                  <c:v>235.4</c:v>
                </c:pt>
                <c:pt idx="2355">
                  <c:v>235.5</c:v>
                </c:pt>
                <c:pt idx="2356">
                  <c:v>235.6</c:v>
                </c:pt>
                <c:pt idx="2357">
                  <c:v>235.7</c:v>
                </c:pt>
                <c:pt idx="2358">
                  <c:v>235.8</c:v>
                </c:pt>
                <c:pt idx="2359">
                  <c:v>235.9</c:v>
                </c:pt>
                <c:pt idx="2360">
                  <c:v>236</c:v>
                </c:pt>
                <c:pt idx="2361">
                  <c:v>236.1</c:v>
                </c:pt>
                <c:pt idx="2362">
                  <c:v>236.2</c:v>
                </c:pt>
                <c:pt idx="2363">
                  <c:v>236.3</c:v>
                </c:pt>
                <c:pt idx="2364">
                  <c:v>236.4</c:v>
                </c:pt>
                <c:pt idx="2365">
                  <c:v>236.5</c:v>
                </c:pt>
                <c:pt idx="2366">
                  <c:v>236.6</c:v>
                </c:pt>
                <c:pt idx="2367">
                  <c:v>236.7</c:v>
                </c:pt>
                <c:pt idx="2368">
                  <c:v>236.8</c:v>
                </c:pt>
                <c:pt idx="2369">
                  <c:v>236.9</c:v>
                </c:pt>
                <c:pt idx="2370">
                  <c:v>237</c:v>
                </c:pt>
                <c:pt idx="2371">
                  <c:v>237.1</c:v>
                </c:pt>
                <c:pt idx="2372">
                  <c:v>237.2</c:v>
                </c:pt>
                <c:pt idx="2373">
                  <c:v>237.3</c:v>
                </c:pt>
                <c:pt idx="2374">
                  <c:v>237.4</c:v>
                </c:pt>
                <c:pt idx="2375">
                  <c:v>237.5</c:v>
                </c:pt>
                <c:pt idx="2376">
                  <c:v>237.6</c:v>
                </c:pt>
                <c:pt idx="2377">
                  <c:v>237.7</c:v>
                </c:pt>
                <c:pt idx="2378">
                  <c:v>237.8</c:v>
                </c:pt>
                <c:pt idx="2379">
                  <c:v>237.9</c:v>
                </c:pt>
                <c:pt idx="2380">
                  <c:v>238</c:v>
                </c:pt>
                <c:pt idx="2381">
                  <c:v>238.1</c:v>
                </c:pt>
                <c:pt idx="2382">
                  <c:v>238.2</c:v>
                </c:pt>
                <c:pt idx="2383">
                  <c:v>238.3</c:v>
                </c:pt>
                <c:pt idx="2384">
                  <c:v>238.4</c:v>
                </c:pt>
                <c:pt idx="2385">
                  <c:v>238.5</c:v>
                </c:pt>
                <c:pt idx="2386">
                  <c:v>238.6</c:v>
                </c:pt>
                <c:pt idx="2387">
                  <c:v>238.7</c:v>
                </c:pt>
                <c:pt idx="2388">
                  <c:v>238.8</c:v>
                </c:pt>
                <c:pt idx="2389">
                  <c:v>238.9</c:v>
                </c:pt>
                <c:pt idx="2390">
                  <c:v>239</c:v>
                </c:pt>
                <c:pt idx="2391">
                  <c:v>239.1</c:v>
                </c:pt>
                <c:pt idx="2392">
                  <c:v>239.2</c:v>
                </c:pt>
                <c:pt idx="2393">
                  <c:v>239.3</c:v>
                </c:pt>
                <c:pt idx="2394">
                  <c:v>239.4</c:v>
                </c:pt>
                <c:pt idx="2395">
                  <c:v>239.5</c:v>
                </c:pt>
                <c:pt idx="2396">
                  <c:v>239.6</c:v>
                </c:pt>
                <c:pt idx="2397">
                  <c:v>239.7</c:v>
                </c:pt>
                <c:pt idx="2398">
                  <c:v>239.8</c:v>
                </c:pt>
                <c:pt idx="2399">
                  <c:v>239.9</c:v>
                </c:pt>
                <c:pt idx="2400">
                  <c:v>240</c:v>
                </c:pt>
                <c:pt idx="2401">
                  <c:v>240.1</c:v>
                </c:pt>
                <c:pt idx="2402">
                  <c:v>240.2</c:v>
                </c:pt>
                <c:pt idx="2403">
                  <c:v>240.3</c:v>
                </c:pt>
                <c:pt idx="2404">
                  <c:v>240.4</c:v>
                </c:pt>
                <c:pt idx="2405">
                  <c:v>240.5</c:v>
                </c:pt>
                <c:pt idx="2406">
                  <c:v>240.6</c:v>
                </c:pt>
                <c:pt idx="2407">
                  <c:v>240.7</c:v>
                </c:pt>
                <c:pt idx="2408">
                  <c:v>240.8</c:v>
                </c:pt>
                <c:pt idx="2409">
                  <c:v>240.9</c:v>
                </c:pt>
                <c:pt idx="2410">
                  <c:v>241</c:v>
                </c:pt>
                <c:pt idx="2411">
                  <c:v>241.1</c:v>
                </c:pt>
                <c:pt idx="2412">
                  <c:v>241.2</c:v>
                </c:pt>
                <c:pt idx="2413">
                  <c:v>241.3</c:v>
                </c:pt>
                <c:pt idx="2414">
                  <c:v>241.4</c:v>
                </c:pt>
                <c:pt idx="2415">
                  <c:v>241.5</c:v>
                </c:pt>
                <c:pt idx="2416">
                  <c:v>241.6</c:v>
                </c:pt>
                <c:pt idx="2417">
                  <c:v>241.7</c:v>
                </c:pt>
                <c:pt idx="2418">
                  <c:v>241.8</c:v>
                </c:pt>
                <c:pt idx="2419">
                  <c:v>241.9</c:v>
                </c:pt>
                <c:pt idx="2420">
                  <c:v>242</c:v>
                </c:pt>
                <c:pt idx="2421">
                  <c:v>242.1</c:v>
                </c:pt>
                <c:pt idx="2422">
                  <c:v>242.2</c:v>
                </c:pt>
                <c:pt idx="2423">
                  <c:v>242.3</c:v>
                </c:pt>
                <c:pt idx="2424">
                  <c:v>242.4</c:v>
                </c:pt>
                <c:pt idx="2425">
                  <c:v>242.5</c:v>
                </c:pt>
                <c:pt idx="2426">
                  <c:v>242.6</c:v>
                </c:pt>
                <c:pt idx="2427">
                  <c:v>242.7</c:v>
                </c:pt>
                <c:pt idx="2428">
                  <c:v>242.8</c:v>
                </c:pt>
                <c:pt idx="2429">
                  <c:v>242.9</c:v>
                </c:pt>
                <c:pt idx="2430">
                  <c:v>243</c:v>
                </c:pt>
                <c:pt idx="2431">
                  <c:v>243.1</c:v>
                </c:pt>
                <c:pt idx="2432">
                  <c:v>243.2</c:v>
                </c:pt>
                <c:pt idx="2433">
                  <c:v>243.3</c:v>
                </c:pt>
                <c:pt idx="2434">
                  <c:v>243.4</c:v>
                </c:pt>
                <c:pt idx="2435">
                  <c:v>243.5</c:v>
                </c:pt>
                <c:pt idx="2436">
                  <c:v>243.6</c:v>
                </c:pt>
                <c:pt idx="2437">
                  <c:v>243.7</c:v>
                </c:pt>
                <c:pt idx="2438">
                  <c:v>243.8</c:v>
                </c:pt>
                <c:pt idx="2439">
                  <c:v>243.9</c:v>
                </c:pt>
                <c:pt idx="2440">
                  <c:v>244</c:v>
                </c:pt>
                <c:pt idx="2441">
                  <c:v>244.1</c:v>
                </c:pt>
                <c:pt idx="2442">
                  <c:v>244.2</c:v>
                </c:pt>
                <c:pt idx="2443">
                  <c:v>244.3</c:v>
                </c:pt>
                <c:pt idx="2444">
                  <c:v>244.4</c:v>
                </c:pt>
                <c:pt idx="2445">
                  <c:v>244.5</c:v>
                </c:pt>
                <c:pt idx="2446">
                  <c:v>244.6</c:v>
                </c:pt>
                <c:pt idx="2447">
                  <c:v>244.7</c:v>
                </c:pt>
                <c:pt idx="2448">
                  <c:v>244.8</c:v>
                </c:pt>
                <c:pt idx="2449">
                  <c:v>244.9</c:v>
                </c:pt>
                <c:pt idx="2450">
                  <c:v>245</c:v>
                </c:pt>
                <c:pt idx="2451">
                  <c:v>245.1</c:v>
                </c:pt>
                <c:pt idx="2452">
                  <c:v>245.2</c:v>
                </c:pt>
                <c:pt idx="2453">
                  <c:v>245.3</c:v>
                </c:pt>
                <c:pt idx="2454">
                  <c:v>245.4</c:v>
                </c:pt>
                <c:pt idx="2455">
                  <c:v>245.5</c:v>
                </c:pt>
                <c:pt idx="2456">
                  <c:v>245.6</c:v>
                </c:pt>
                <c:pt idx="2457">
                  <c:v>245.7</c:v>
                </c:pt>
                <c:pt idx="2458">
                  <c:v>245.8</c:v>
                </c:pt>
                <c:pt idx="2459">
                  <c:v>245.9</c:v>
                </c:pt>
                <c:pt idx="2460">
                  <c:v>246</c:v>
                </c:pt>
                <c:pt idx="2461">
                  <c:v>246.1</c:v>
                </c:pt>
                <c:pt idx="2462">
                  <c:v>246.2</c:v>
                </c:pt>
                <c:pt idx="2463">
                  <c:v>246.3</c:v>
                </c:pt>
                <c:pt idx="2464">
                  <c:v>246.4</c:v>
                </c:pt>
                <c:pt idx="2465">
                  <c:v>246.5</c:v>
                </c:pt>
                <c:pt idx="2466">
                  <c:v>246.6</c:v>
                </c:pt>
                <c:pt idx="2467">
                  <c:v>246.7</c:v>
                </c:pt>
                <c:pt idx="2468">
                  <c:v>246.8</c:v>
                </c:pt>
                <c:pt idx="2469">
                  <c:v>246.9</c:v>
                </c:pt>
                <c:pt idx="2470">
                  <c:v>247</c:v>
                </c:pt>
                <c:pt idx="2471">
                  <c:v>247.1</c:v>
                </c:pt>
                <c:pt idx="2472">
                  <c:v>247.2</c:v>
                </c:pt>
                <c:pt idx="2473">
                  <c:v>247.3</c:v>
                </c:pt>
                <c:pt idx="2474">
                  <c:v>247.4</c:v>
                </c:pt>
                <c:pt idx="2475">
                  <c:v>247.5</c:v>
                </c:pt>
                <c:pt idx="2476">
                  <c:v>247.6</c:v>
                </c:pt>
                <c:pt idx="2477">
                  <c:v>247.7</c:v>
                </c:pt>
                <c:pt idx="2478">
                  <c:v>247.8</c:v>
                </c:pt>
                <c:pt idx="2479">
                  <c:v>247.9</c:v>
                </c:pt>
                <c:pt idx="2480">
                  <c:v>248</c:v>
                </c:pt>
                <c:pt idx="2481">
                  <c:v>248.1</c:v>
                </c:pt>
                <c:pt idx="2482">
                  <c:v>248.2</c:v>
                </c:pt>
                <c:pt idx="2483">
                  <c:v>248.3</c:v>
                </c:pt>
                <c:pt idx="2484">
                  <c:v>248.4</c:v>
                </c:pt>
                <c:pt idx="2485">
                  <c:v>248.5</c:v>
                </c:pt>
                <c:pt idx="2486">
                  <c:v>248.6</c:v>
                </c:pt>
                <c:pt idx="2487">
                  <c:v>248.7</c:v>
                </c:pt>
                <c:pt idx="2488">
                  <c:v>248.8</c:v>
                </c:pt>
                <c:pt idx="2489">
                  <c:v>248.9</c:v>
                </c:pt>
                <c:pt idx="2490">
                  <c:v>249</c:v>
                </c:pt>
                <c:pt idx="2491">
                  <c:v>249.1</c:v>
                </c:pt>
                <c:pt idx="2492">
                  <c:v>249.2</c:v>
                </c:pt>
                <c:pt idx="2493">
                  <c:v>249.3</c:v>
                </c:pt>
                <c:pt idx="2494">
                  <c:v>249.4</c:v>
                </c:pt>
                <c:pt idx="2495">
                  <c:v>249.5</c:v>
                </c:pt>
                <c:pt idx="2496">
                  <c:v>249.6</c:v>
                </c:pt>
                <c:pt idx="2497">
                  <c:v>249.7</c:v>
                </c:pt>
                <c:pt idx="2498">
                  <c:v>249.8</c:v>
                </c:pt>
                <c:pt idx="2499">
                  <c:v>249.9</c:v>
                </c:pt>
                <c:pt idx="2500">
                  <c:v>250</c:v>
                </c:pt>
                <c:pt idx="2501">
                  <c:v>250.1</c:v>
                </c:pt>
                <c:pt idx="2502">
                  <c:v>250.2</c:v>
                </c:pt>
                <c:pt idx="2503">
                  <c:v>250.3</c:v>
                </c:pt>
                <c:pt idx="2504">
                  <c:v>250.4</c:v>
                </c:pt>
                <c:pt idx="2505">
                  <c:v>250.5</c:v>
                </c:pt>
                <c:pt idx="2506">
                  <c:v>250.6</c:v>
                </c:pt>
                <c:pt idx="2507">
                  <c:v>250.7</c:v>
                </c:pt>
                <c:pt idx="2508">
                  <c:v>250.8</c:v>
                </c:pt>
                <c:pt idx="2509">
                  <c:v>250.9</c:v>
                </c:pt>
                <c:pt idx="2510">
                  <c:v>251</c:v>
                </c:pt>
                <c:pt idx="2511">
                  <c:v>251.1</c:v>
                </c:pt>
                <c:pt idx="2512">
                  <c:v>251.2</c:v>
                </c:pt>
                <c:pt idx="2513">
                  <c:v>251.3</c:v>
                </c:pt>
                <c:pt idx="2514">
                  <c:v>251.4</c:v>
                </c:pt>
                <c:pt idx="2515">
                  <c:v>251.5</c:v>
                </c:pt>
                <c:pt idx="2516">
                  <c:v>251.6</c:v>
                </c:pt>
                <c:pt idx="2517">
                  <c:v>251.7</c:v>
                </c:pt>
                <c:pt idx="2518">
                  <c:v>251.8</c:v>
                </c:pt>
                <c:pt idx="2519">
                  <c:v>251.9</c:v>
                </c:pt>
                <c:pt idx="2520">
                  <c:v>252</c:v>
                </c:pt>
                <c:pt idx="2521">
                  <c:v>252.1</c:v>
                </c:pt>
                <c:pt idx="2522">
                  <c:v>252.2</c:v>
                </c:pt>
                <c:pt idx="2523">
                  <c:v>252.3</c:v>
                </c:pt>
                <c:pt idx="2524">
                  <c:v>252.4</c:v>
                </c:pt>
                <c:pt idx="2525">
                  <c:v>252.5</c:v>
                </c:pt>
                <c:pt idx="2526">
                  <c:v>252.6</c:v>
                </c:pt>
                <c:pt idx="2527">
                  <c:v>252.7</c:v>
                </c:pt>
                <c:pt idx="2528">
                  <c:v>252.8</c:v>
                </c:pt>
                <c:pt idx="2529">
                  <c:v>252.9</c:v>
                </c:pt>
                <c:pt idx="2530">
                  <c:v>253</c:v>
                </c:pt>
                <c:pt idx="2531">
                  <c:v>253.1</c:v>
                </c:pt>
                <c:pt idx="2532">
                  <c:v>253.2</c:v>
                </c:pt>
                <c:pt idx="2533">
                  <c:v>253.3</c:v>
                </c:pt>
                <c:pt idx="2534">
                  <c:v>253.4</c:v>
                </c:pt>
                <c:pt idx="2535">
                  <c:v>253.5</c:v>
                </c:pt>
                <c:pt idx="2536">
                  <c:v>253.6</c:v>
                </c:pt>
                <c:pt idx="2537">
                  <c:v>253.7</c:v>
                </c:pt>
                <c:pt idx="2538">
                  <c:v>253.8</c:v>
                </c:pt>
                <c:pt idx="2539">
                  <c:v>253.9</c:v>
                </c:pt>
                <c:pt idx="2540">
                  <c:v>254</c:v>
                </c:pt>
                <c:pt idx="2541">
                  <c:v>254.1</c:v>
                </c:pt>
                <c:pt idx="2542">
                  <c:v>254.2</c:v>
                </c:pt>
                <c:pt idx="2543">
                  <c:v>254.3</c:v>
                </c:pt>
                <c:pt idx="2544">
                  <c:v>254.4</c:v>
                </c:pt>
                <c:pt idx="2545">
                  <c:v>254.5</c:v>
                </c:pt>
                <c:pt idx="2546">
                  <c:v>254.6</c:v>
                </c:pt>
                <c:pt idx="2547">
                  <c:v>254.7</c:v>
                </c:pt>
                <c:pt idx="2548">
                  <c:v>254.8</c:v>
                </c:pt>
                <c:pt idx="2549">
                  <c:v>254.9</c:v>
                </c:pt>
                <c:pt idx="2550">
                  <c:v>255</c:v>
                </c:pt>
                <c:pt idx="2551">
                  <c:v>255.1</c:v>
                </c:pt>
                <c:pt idx="2552">
                  <c:v>255.2</c:v>
                </c:pt>
                <c:pt idx="2553">
                  <c:v>255.3</c:v>
                </c:pt>
                <c:pt idx="2554">
                  <c:v>255.4</c:v>
                </c:pt>
                <c:pt idx="2555">
                  <c:v>255.5</c:v>
                </c:pt>
                <c:pt idx="2556">
                  <c:v>255.6</c:v>
                </c:pt>
                <c:pt idx="2557">
                  <c:v>255.7</c:v>
                </c:pt>
                <c:pt idx="2558">
                  <c:v>255.8</c:v>
                </c:pt>
                <c:pt idx="2559">
                  <c:v>255.9</c:v>
                </c:pt>
                <c:pt idx="2560">
                  <c:v>256</c:v>
                </c:pt>
                <c:pt idx="2561">
                  <c:v>256.10000000000002</c:v>
                </c:pt>
                <c:pt idx="2562">
                  <c:v>256.2</c:v>
                </c:pt>
                <c:pt idx="2563">
                  <c:v>256.3</c:v>
                </c:pt>
                <c:pt idx="2564">
                  <c:v>256.39999999999998</c:v>
                </c:pt>
                <c:pt idx="2565">
                  <c:v>256.5</c:v>
                </c:pt>
                <c:pt idx="2566">
                  <c:v>256.60000000000002</c:v>
                </c:pt>
                <c:pt idx="2567">
                  <c:v>256.7</c:v>
                </c:pt>
                <c:pt idx="2568">
                  <c:v>256.8</c:v>
                </c:pt>
                <c:pt idx="2569">
                  <c:v>256.89999999999998</c:v>
                </c:pt>
                <c:pt idx="2570">
                  <c:v>257</c:v>
                </c:pt>
                <c:pt idx="2571">
                  <c:v>257.10000000000002</c:v>
                </c:pt>
                <c:pt idx="2572">
                  <c:v>257.2</c:v>
                </c:pt>
                <c:pt idx="2573">
                  <c:v>257.3</c:v>
                </c:pt>
                <c:pt idx="2574">
                  <c:v>257.39999999999998</c:v>
                </c:pt>
                <c:pt idx="2575">
                  <c:v>257.5</c:v>
                </c:pt>
                <c:pt idx="2576">
                  <c:v>257.60000000000002</c:v>
                </c:pt>
                <c:pt idx="2577">
                  <c:v>257.7</c:v>
                </c:pt>
                <c:pt idx="2578">
                  <c:v>257.8</c:v>
                </c:pt>
                <c:pt idx="2579">
                  <c:v>257.89999999999998</c:v>
                </c:pt>
                <c:pt idx="2580">
                  <c:v>258</c:v>
                </c:pt>
                <c:pt idx="2581">
                  <c:v>258.10000000000002</c:v>
                </c:pt>
                <c:pt idx="2582">
                  <c:v>258.2</c:v>
                </c:pt>
                <c:pt idx="2583">
                  <c:v>258.3</c:v>
                </c:pt>
                <c:pt idx="2584">
                  <c:v>258.39999999999998</c:v>
                </c:pt>
                <c:pt idx="2585">
                  <c:v>258.5</c:v>
                </c:pt>
                <c:pt idx="2586">
                  <c:v>258.60000000000002</c:v>
                </c:pt>
                <c:pt idx="2587">
                  <c:v>258.7</c:v>
                </c:pt>
                <c:pt idx="2588">
                  <c:v>258.8</c:v>
                </c:pt>
                <c:pt idx="2589">
                  <c:v>258.89999999999998</c:v>
                </c:pt>
                <c:pt idx="2590">
                  <c:v>259</c:v>
                </c:pt>
                <c:pt idx="2591">
                  <c:v>259.10000000000002</c:v>
                </c:pt>
                <c:pt idx="2592">
                  <c:v>259.2</c:v>
                </c:pt>
                <c:pt idx="2593">
                  <c:v>259.3</c:v>
                </c:pt>
                <c:pt idx="2594">
                  <c:v>259.39999999999998</c:v>
                </c:pt>
                <c:pt idx="2595">
                  <c:v>259.5</c:v>
                </c:pt>
                <c:pt idx="2596">
                  <c:v>259.60000000000002</c:v>
                </c:pt>
                <c:pt idx="2597">
                  <c:v>259.7</c:v>
                </c:pt>
                <c:pt idx="2598">
                  <c:v>259.8</c:v>
                </c:pt>
                <c:pt idx="2599">
                  <c:v>259.89999999999998</c:v>
                </c:pt>
                <c:pt idx="2600">
                  <c:v>260</c:v>
                </c:pt>
                <c:pt idx="2601">
                  <c:v>260.10000000000002</c:v>
                </c:pt>
                <c:pt idx="2602">
                  <c:v>260.2</c:v>
                </c:pt>
                <c:pt idx="2603">
                  <c:v>260.3</c:v>
                </c:pt>
                <c:pt idx="2604">
                  <c:v>260.39999999999998</c:v>
                </c:pt>
                <c:pt idx="2605">
                  <c:v>260.5</c:v>
                </c:pt>
                <c:pt idx="2606">
                  <c:v>260.60000000000002</c:v>
                </c:pt>
                <c:pt idx="2607">
                  <c:v>260.7</c:v>
                </c:pt>
                <c:pt idx="2608">
                  <c:v>260.8</c:v>
                </c:pt>
                <c:pt idx="2609">
                  <c:v>260.89999999999998</c:v>
                </c:pt>
                <c:pt idx="2610">
                  <c:v>261</c:v>
                </c:pt>
                <c:pt idx="2611">
                  <c:v>261.10000000000002</c:v>
                </c:pt>
                <c:pt idx="2612">
                  <c:v>261.2</c:v>
                </c:pt>
                <c:pt idx="2613">
                  <c:v>261.3</c:v>
                </c:pt>
                <c:pt idx="2614">
                  <c:v>261.39999999999998</c:v>
                </c:pt>
                <c:pt idx="2615">
                  <c:v>261.5</c:v>
                </c:pt>
                <c:pt idx="2616">
                  <c:v>261.60000000000002</c:v>
                </c:pt>
                <c:pt idx="2617">
                  <c:v>261.7</c:v>
                </c:pt>
                <c:pt idx="2618">
                  <c:v>261.8</c:v>
                </c:pt>
                <c:pt idx="2619">
                  <c:v>261.89999999999998</c:v>
                </c:pt>
                <c:pt idx="2620">
                  <c:v>262</c:v>
                </c:pt>
                <c:pt idx="2621">
                  <c:v>262.10000000000002</c:v>
                </c:pt>
                <c:pt idx="2622">
                  <c:v>262.2</c:v>
                </c:pt>
                <c:pt idx="2623">
                  <c:v>262.3</c:v>
                </c:pt>
                <c:pt idx="2624">
                  <c:v>262.39999999999998</c:v>
                </c:pt>
                <c:pt idx="2625">
                  <c:v>262.5</c:v>
                </c:pt>
                <c:pt idx="2626">
                  <c:v>262.60000000000002</c:v>
                </c:pt>
                <c:pt idx="2627">
                  <c:v>262.7</c:v>
                </c:pt>
                <c:pt idx="2628">
                  <c:v>262.8</c:v>
                </c:pt>
                <c:pt idx="2629">
                  <c:v>262.89999999999998</c:v>
                </c:pt>
                <c:pt idx="2630">
                  <c:v>263</c:v>
                </c:pt>
                <c:pt idx="2631">
                  <c:v>263.10000000000002</c:v>
                </c:pt>
                <c:pt idx="2632">
                  <c:v>263.2</c:v>
                </c:pt>
                <c:pt idx="2633">
                  <c:v>263.3</c:v>
                </c:pt>
                <c:pt idx="2634">
                  <c:v>263.39999999999998</c:v>
                </c:pt>
                <c:pt idx="2635">
                  <c:v>263.5</c:v>
                </c:pt>
                <c:pt idx="2636">
                  <c:v>263.60000000000002</c:v>
                </c:pt>
                <c:pt idx="2637">
                  <c:v>263.7</c:v>
                </c:pt>
                <c:pt idx="2638">
                  <c:v>263.8</c:v>
                </c:pt>
                <c:pt idx="2639">
                  <c:v>263.89999999999998</c:v>
                </c:pt>
                <c:pt idx="2640">
                  <c:v>264</c:v>
                </c:pt>
                <c:pt idx="2641">
                  <c:v>264.10000000000002</c:v>
                </c:pt>
                <c:pt idx="2642">
                  <c:v>264.2</c:v>
                </c:pt>
                <c:pt idx="2643">
                  <c:v>264.3</c:v>
                </c:pt>
                <c:pt idx="2644">
                  <c:v>264.39999999999998</c:v>
                </c:pt>
                <c:pt idx="2645">
                  <c:v>264.5</c:v>
                </c:pt>
                <c:pt idx="2646">
                  <c:v>264.60000000000002</c:v>
                </c:pt>
                <c:pt idx="2647">
                  <c:v>264.7</c:v>
                </c:pt>
                <c:pt idx="2648">
                  <c:v>264.8</c:v>
                </c:pt>
                <c:pt idx="2649">
                  <c:v>264.89999999999998</c:v>
                </c:pt>
                <c:pt idx="2650">
                  <c:v>265</c:v>
                </c:pt>
                <c:pt idx="2651">
                  <c:v>265.10000000000002</c:v>
                </c:pt>
                <c:pt idx="2652">
                  <c:v>265.2</c:v>
                </c:pt>
                <c:pt idx="2653">
                  <c:v>265.3</c:v>
                </c:pt>
                <c:pt idx="2654">
                  <c:v>265.39999999999998</c:v>
                </c:pt>
                <c:pt idx="2655">
                  <c:v>265.5</c:v>
                </c:pt>
                <c:pt idx="2656">
                  <c:v>265.60000000000002</c:v>
                </c:pt>
                <c:pt idx="2657">
                  <c:v>265.7</c:v>
                </c:pt>
                <c:pt idx="2658">
                  <c:v>265.8</c:v>
                </c:pt>
                <c:pt idx="2659">
                  <c:v>265.89999999999998</c:v>
                </c:pt>
                <c:pt idx="2660">
                  <c:v>266</c:v>
                </c:pt>
                <c:pt idx="2661">
                  <c:v>266.10000000000002</c:v>
                </c:pt>
                <c:pt idx="2662">
                  <c:v>266.2</c:v>
                </c:pt>
                <c:pt idx="2663">
                  <c:v>266.3</c:v>
                </c:pt>
                <c:pt idx="2664">
                  <c:v>266.39999999999998</c:v>
                </c:pt>
                <c:pt idx="2665">
                  <c:v>266.5</c:v>
                </c:pt>
                <c:pt idx="2666">
                  <c:v>266.60000000000002</c:v>
                </c:pt>
                <c:pt idx="2667">
                  <c:v>266.7</c:v>
                </c:pt>
                <c:pt idx="2668">
                  <c:v>266.8</c:v>
                </c:pt>
                <c:pt idx="2669">
                  <c:v>266.89999999999998</c:v>
                </c:pt>
                <c:pt idx="2670">
                  <c:v>267</c:v>
                </c:pt>
                <c:pt idx="2671">
                  <c:v>267.10000000000002</c:v>
                </c:pt>
                <c:pt idx="2672">
                  <c:v>267.2</c:v>
                </c:pt>
                <c:pt idx="2673">
                  <c:v>267.3</c:v>
                </c:pt>
                <c:pt idx="2674">
                  <c:v>267.39999999999998</c:v>
                </c:pt>
                <c:pt idx="2675">
                  <c:v>267.5</c:v>
                </c:pt>
                <c:pt idx="2676">
                  <c:v>267.60000000000002</c:v>
                </c:pt>
                <c:pt idx="2677">
                  <c:v>267.7</c:v>
                </c:pt>
                <c:pt idx="2678">
                  <c:v>267.8</c:v>
                </c:pt>
                <c:pt idx="2679">
                  <c:v>267.89999999999998</c:v>
                </c:pt>
                <c:pt idx="2680">
                  <c:v>268</c:v>
                </c:pt>
                <c:pt idx="2681">
                  <c:v>268.10000000000002</c:v>
                </c:pt>
                <c:pt idx="2682">
                  <c:v>268.2</c:v>
                </c:pt>
                <c:pt idx="2683">
                  <c:v>268.3</c:v>
                </c:pt>
                <c:pt idx="2684">
                  <c:v>268.39999999999998</c:v>
                </c:pt>
                <c:pt idx="2685">
                  <c:v>268.5</c:v>
                </c:pt>
                <c:pt idx="2686">
                  <c:v>268.60000000000002</c:v>
                </c:pt>
                <c:pt idx="2687">
                  <c:v>268.7</c:v>
                </c:pt>
                <c:pt idx="2688">
                  <c:v>268.8</c:v>
                </c:pt>
                <c:pt idx="2689">
                  <c:v>268.89999999999998</c:v>
                </c:pt>
                <c:pt idx="2690">
                  <c:v>269</c:v>
                </c:pt>
                <c:pt idx="2691">
                  <c:v>269.10000000000002</c:v>
                </c:pt>
                <c:pt idx="2692">
                  <c:v>269.2</c:v>
                </c:pt>
                <c:pt idx="2693">
                  <c:v>269.3</c:v>
                </c:pt>
                <c:pt idx="2694">
                  <c:v>269.39999999999998</c:v>
                </c:pt>
                <c:pt idx="2695">
                  <c:v>269.5</c:v>
                </c:pt>
                <c:pt idx="2696">
                  <c:v>269.60000000000002</c:v>
                </c:pt>
                <c:pt idx="2697">
                  <c:v>269.7</c:v>
                </c:pt>
                <c:pt idx="2698">
                  <c:v>269.8</c:v>
                </c:pt>
                <c:pt idx="2699">
                  <c:v>269.89999999999998</c:v>
                </c:pt>
                <c:pt idx="2700">
                  <c:v>270</c:v>
                </c:pt>
                <c:pt idx="2701">
                  <c:v>270.10000000000002</c:v>
                </c:pt>
                <c:pt idx="2702">
                  <c:v>270.2</c:v>
                </c:pt>
                <c:pt idx="2703">
                  <c:v>270.3</c:v>
                </c:pt>
                <c:pt idx="2704">
                  <c:v>270.39999999999998</c:v>
                </c:pt>
                <c:pt idx="2705">
                  <c:v>270.5</c:v>
                </c:pt>
                <c:pt idx="2706">
                  <c:v>270.60000000000002</c:v>
                </c:pt>
                <c:pt idx="2707">
                  <c:v>270.7</c:v>
                </c:pt>
                <c:pt idx="2708">
                  <c:v>270.8</c:v>
                </c:pt>
                <c:pt idx="2709">
                  <c:v>270.89999999999998</c:v>
                </c:pt>
                <c:pt idx="2710">
                  <c:v>271</c:v>
                </c:pt>
                <c:pt idx="2711">
                  <c:v>271.10000000000002</c:v>
                </c:pt>
                <c:pt idx="2712">
                  <c:v>271.2</c:v>
                </c:pt>
                <c:pt idx="2713">
                  <c:v>271.3</c:v>
                </c:pt>
                <c:pt idx="2714">
                  <c:v>271.39999999999998</c:v>
                </c:pt>
                <c:pt idx="2715">
                  <c:v>271.5</c:v>
                </c:pt>
                <c:pt idx="2716">
                  <c:v>271.60000000000002</c:v>
                </c:pt>
                <c:pt idx="2717">
                  <c:v>271.7</c:v>
                </c:pt>
                <c:pt idx="2718">
                  <c:v>271.8</c:v>
                </c:pt>
                <c:pt idx="2719">
                  <c:v>271.89999999999998</c:v>
                </c:pt>
                <c:pt idx="2720">
                  <c:v>272</c:v>
                </c:pt>
                <c:pt idx="2721">
                  <c:v>272.10000000000002</c:v>
                </c:pt>
                <c:pt idx="2722">
                  <c:v>272.2</c:v>
                </c:pt>
                <c:pt idx="2723">
                  <c:v>272.3</c:v>
                </c:pt>
                <c:pt idx="2724">
                  <c:v>272.39999999999998</c:v>
                </c:pt>
                <c:pt idx="2725">
                  <c:v>272.5</c:v>
                </c:pt>
                <c:pt idx="2726">
                  <c:v>272.60000000000002</c:v>
                </c:pt>
                <c:pt idx="2727">
                  <c:v>272.7</c:v>
                </c:pt>
                <c:pt idx="2728">
                  <c:v>272.8</c:v>
                </c:pt>
                <c:pt idx="2729">
                  <c:v>272.89999999999998</c:v>
                </c:pt>
                <c:pt idx="2730">
                  <c:v>273</c:v>
                </c:pt>
                <c:pt idx="2731">
                  <c:v>273.10000000000002</c:v>
                </c:pt>
                <c:pt idx="2732">
                  <c:v>273.2</c:v>
                </c:pt>
                <c:pt idx="2733">
                  <c:v>273.3</c:v>
                </c:pt>
                <c:pt idx="2734">
                  <c:v>273.39999999999998</c:v>
                </c:pt>
                <c:pt idx="2735">
                  <c:v>273.5</c:v>
                </c:pt>
                <c:pt idx="2736">
                  <c:v>273.60000000000002</c:v>
                </c:pt>
                <c:pt idx="2737">
                  <c:v>273.7</c:v>
                </c:pt>
                <c:pt idx="2738">
                  <c:v>273.8</c:v>
                </c:pt>
                <c:pt idx="2739">
                  <c:v>273.89999999999998</c:v>
                </c:pt>
                <c:pt idx="2740">
                  <c:v>274</c:v>
                </c:pt>
                <c:pt idx="2741">
                  <c:v>274.10000000000002</c:v>
                </c:pt>
                <c:pt idx="2742">
                  <c:v>274.2</c:v>
                </c:pt>
                <c:pt idx="2743">
                  <c:v>274.3</c:v>
                </c:pt>
                <c:pt idx="2744">
                  <c:v>274.39999999999998</c:v>
                </c:pt>
                <c:pt idx="2745">
                  <c:v>274.5</c:v>
                </c:pt>
                <c:pt idx="2746">
                  <c:v>274.60000000000002</c:v>
                </c:pt>
                <c:pt idx="2747">
                  <c:v>274.7</c:v>
                </c:pt>
                <c:pt idx="2748">
                  <c:v>274.8</c:v>
                </c:pt>
                <c:pt idx="2749">
                  <c:v>274.89999999999998</c:v>
                </c:pt>
                <c:pt idx="2750">
                  <c:v>275</c:v>
                </c:pt>
                <c:pt idx="2751">
                  <c:v>275.10000000000002</c:v>
                </c:pt>
                <c:pt idx="2752">
                  <c:v>275.2</c:v>
                </c:pt>
                <c:pt idx="2753">
                  <c:v>275.3</c:v>
                </c:pt>
                <c:pt idx="2754">
                  <c:v>275.39999999999998</c:v>
                </c:pt>
                <c:pt idx="2755">
                  <c:v>275.5</c:v>
                </c:pt>
                <c:pt idx="2756">
                  <c:v>275.60000000000002</c:v>
                </c:pt>
                <c:pt idx="2757">
                  <c:v>275.7</c:v>
                </c:pt>
                <c:pt idx="2758">
                  <c:v>275.8</c:v>
                </c:pt>
                <c:pt idx="2759">
                  <c:v>275.89999999999998</c:v>
                </c:pt>
                <c:pt idx="2760">
                  <c:v>276</c:v>
                </c:pt>
                <c:pt idx="2761">
                  <c:v>276.10000000000002</c:v>
                </c:pt>
                <c:pt idx="2762">
                  <c:v>276.2</c:v>
                </c:pt>
                <c:pt idx="2763">
                  <c:v>276.3</c:v>
                </c:pt>
                <c:pt idx="2764">
                  <c:v>276.39999999999998</c:v>
                </c:pt>
                <c:pt idx="2765">
                  <c:v>276.5</c:v>
                </c:pt>
                <c:pt idx="2766">
                  <c:v>276.60000000000002</c:v>
                </c:pt>
                <c:pt idx="2767">
                  <c:v>276.7</c:v>
                </c:pt>
                <c:pt idx="2768">
                  <c:v>276.8</c:v>
                </c:pt>
                <c:pt idx="2769">
                  <c:v>276.89999999999998</c:v>
                </c:pt>
                <c:pt idx="2770">
                  <c:v>277</c:v>
                </c:pt>
                <c:pt idx="2771">
                  <c:v>277.10000000000002</c:v>
                </c:pt>
                <c:pt idx="2772">
                  <c:v>277.2</c:v>
                </c:pt>
                <c:pt idx="2773">
                  <c:v>277.3</c:v>
                </c:pt>
                <c:pt idx="2774">
                  <c:v>277.39999999999998</c:v>
                </c:pt>
                <c:pt idx="2775">
                  <c:v>277.5</c:v>
                </c:pt>
                <c:pt idx="2776">
                  <c:v>277.60000000000002</c:v>
                </c:pt>
                <c:pt idx="2777">
                  <c:v>277.7</c:v>
                </c:pt>
                <c:pt idx="2778">
                  <c:v>277.8</c:v>
                </c:pt>
                <c:pt idx="2779">
                  <c:v>277.89999999999998</c:v>
                </c:pt>
                <c:pt idx="2780">
                  <c:v>278</c:v>
                </c:pt>
                <c:pt idx="2781">
                  <c:v>278.10000000000002</c:v>
                </c:pt>
                <c:pt idx="2782">
                  <c:v>278.2</c:v>
                </c:pt>
                <c:pt idx="2783">
                  <c:v>278.3</c:v>
                </c:pt>
                <c:pt idx="2784">
                  <c:v>278.39999999999998</c:v>
                </c:pt>
                <c:pt idx="2785">
                  <c:v>278.5</c:v>
                </c:pt>
                <c:pt idx="2786">
                  <c:v>278.60000000000002</c:v>
                </c:pt>
                <c:pt idx="2787">
                  <c:v>278.7</c:v>
                </c:pt>
                <c:pt idx="2788">
                  <c:v>278.8</c:v>
                </c:pt>
                <c:pt idx="2789">
                  <c:v>278.89999999999998</c:v>
                </c:pt>
                <c:pt idx="2790">
                  <c:v>279</c:v>
                </c:pt>
                <c:pt idx="2791">
                  <c:v>279.10000000000002</c:v>
                </c:pt>
                <c:pt idx="2792">
                  <c:v>279.2</c:v>
                </c:pt>
                <c:pt idx="2793">
                  <c:v>279.3</c:v>
                </c:pt>
                <c:pt idx="2794">
                  <c:v>279.39999999999998</c:v>
                </c:pt>
                <c:pt idx="2795">
                  <c:v>279.5</c:v>
                </c:pt>
                <c:pt idx="2796">
                  <c:v>279.60000000000002</c:v>
                </c:pt>
                <c:pt idx="2797">
                  <c:v>279.7</c:v>
                </c:pt>
                <c:pt idx="2798">
                  <c:v>279.8</c:v>
                </c:pt>
                <c:pt idx="2799">
                  <c:v>279.89999999999998</c:v>
                </c:pt>
                <c:pt idx="2800">
                  <c:v>280</c:v>
                </c:pt>
                <c:pt idx="2801">
                  <c:v>280.10000000000002</c:v>
                </c:pt>
                <c:pt idx="2802">
                  <c:v>280.2</c:v>
                </c:pt>
                <c:pt idx="2803">
                  <c:v>280.3</c:v>
                </c:pt>
                <c:pt idx="2804">
                  <c:v>280.39999999999998</c:v>
                </c:pt>
                <c:pt idx="2805">
                  <c:v>280.5</c:v>
                </c:pt>
                <c:pt idx="2806">
                  <c:v>280.60000000000002</c:v>
                </c:pt>
                <c:pt idx="2807">
                  <c:v>280.7</c:v>
                </c:pt>
                <c:pt idx="2808">
                  <c:v>280.8</c:v>
                </c:pt>
                <c:pt idx="2809">
                  <c:v>280.89999999999998</c:v>
                </c:pt>
                <c:pt idx="2810">
                  <c:v>281</c:v>
                </c:pt>
                <c:pt idx="2811">
                  <c:v>281.10000000000002</c:v>
                </c:pt>
                <c:pt idx="2812">
                  <c:v>281.2</c:v>
                </c:pt>
                <c:pt idx="2813">
                  <c:v>281.3</c:v>
                </c:pt>
                <c:pt idx="2814">
                  <c:v>281.39999999999998</c:v>
                </c:pt>
                <c:pt idx="2815">
                  <c:v>281.5</c:v>
                </c:pt>
                <c:pt idx="2816">
                  <c:v>281.60000000000002</c:v>
                </c:pt>
                <c:pt idx="2817">
                  <c:v>281.7</c:v>
                </c:pt>
                <c:pt idx="2818">
                  <c:v>281.8</c:v>
                </c:pt>
                <c:pt idx="2819">
                  <c:v>281.89999999999998</c:v>
                </c:pt>
                <c:pt idx="2820">
                  <c:v>282</c:v>
                </c:pt>
                <c:pt idx="2821">
                  <c:v>282.10000000000002</c:v>
                </c:pt>
                <c:pt idx="2822">
                  <c:v>282.2</c:v>
                </c:pt>
                <c:pt idx="2823">
                  <c:v>282.3</c:v>
                </c:pt>
                <c:pt idx="2824">
                  <c:v>282.39999999999998</c:v>
                </c:pt>
                <c:pt idx="2825">
                  <c:v>282.5</c:v>
                </c:pt>
                <c:pt idx="2826">
                  <c:v>282.60000000000002</c:v>
                </c:pt>
                <c:pt idx="2827">
                  <c:v>282.7</c:v>
                </c:pt>
                <c:pt idx="2828">
                  <c:v>282.8</c:v>
                </c:pt>
                <c:pt idx="2829">
                  <c:v>282.89999999999998</c:v>
                </c:pt>
                <c:pt idx="2830">
                  <c:v>283</c:v>
                </c:pt>
                <c:pt idx="2831">
                  <c:v>283.10000000000002</c:v>
                </c:pt>
                <c:pt idx="2832">
                  <c:v>283.2</c:v>
                </c:pt>
                <c:pt idx="2833">
                  <c:v>283.3</c:v>
                </c:pt>
                <c:pt idx="2834">
                  <c:v>283.39999999999998</c:v>
                </c:pt>
                <c:pt idx="2835">
                  <c:v>283.5</c:v>
                </c:pt>
                <c:pt idx="2836">
                  <c:v>283.60000000000002</c:v>
                </c:pt>
                <c:pt idx="2837">
                  <c:v>283.7</c:v>
                </c:pt>
                <c:pt idx="2838">
                  <c:v>283.8</c:v>
                </c:pt>
                <c:pt idx="2839">
                  <c:v>283.89999999999998</c:v>
                </c:pt>
                <c:pt idx="2840">
                  <c:v>284</c:v>
                </c:pt>
                <c:pt idx="2841">
                  <c:v>284.10000000000002</c:v>
                </c:pt>
                <c:pt idx="2842">
                  <c:v>284.2</c:v>
                </c:pt>
                <c:pt idx="2843">
                  <c:v>284.3</c:v>
                </c:pt>
                <c:pt idx="2844">
                  <c:v>284.39999999999998</c:v>
                </c:pt>
                <c:pt idx="2845">
                  <c:v>284.5</c:v>
                </c:pt>
                <c:pt idx="2846">
                  <c:v>284.60000000000002</c:v>
                </c:pt>
                <c:pt idx="2847">
                  <c:v>284.7</c:v>
                </c:pt>
                <c:pt idx="2848">
                  <c:v>284.8</c:v>
                </c:pt>
                <c:pt idx="2849">
                  <c:v>284.89999999999998</c:v>
                </c:pt>
                <c:pt idx="2850">
                  <c:v>285</c:v>
                </c:pt>
                <c:pt idx="2851">
                  <c:v>285.10000000000002</c:v>
                </c:pt>
                <c:pt idx="2852">
                  <c:v>285.2</c:v>
                </c:pt>
                <c:pt idx="2853">
                  <c:v>285.3</c:v>
                </c:pt>
                <c:pt idx="2854">
                  <c:v>285.39999999999998</c:v>
                </c:pt>
                <c:pt idx="2855">
                  <c:v>285.5</c:v>
                </c:pt>
                <c:pt idx="2856">
                  <c:v>285.60000000000002</c:v>
                </c:pt>
                <c:pt idx="2857">
                  <c:v>285.7</c:v>
                </c:pt>
                <c:pt idx="2858">
                  <c:v>285.8</c:v>
                </c:pt>
                <c:pt idx="2859">
                  <c:v>285.89999999999998</c:v>
                </c:pt>
                <c:pt idx="2860">
                  <c:v>286</c:v>
                </c:pt>
                <c:pt idx="2861">
                  <c:v>286.10000000000002</c:v>
                </c:pt>
                <c:pt idx="2862">
                  <c:v>286.2</c:v>
                </c:pt>
                <c:pt idx="2863">
                  <c:v>286.3</c:v>
                </c:pt>
                <c:pt idx="2864">
                  <c:v>286.39999999999998</c:v>
                </c:pt>
                <c:pt idx="2865">
                  <c:v>286.5</c:v>
                </c:pt>
                <c:pt idx="2866">
                  <c:v>286.60000000000002</c:v>
                </c:pt>
                <c:pt idx="2867">
                  <c:v>286.7</c:v>
                </c:pt>
                <c:pt idx="2868">
                  <c:v>286.8</c:v>
                </c:pt>
                <c:pt idx="2869">
                  <c:v>286.89999999999998</c:v>
                </c:pt>
                <c:pt idx="2870">
                  <c:v>287</c:v>
                </c:pt>
                <c:pt idx="2871">
                  <c:v>287.10000000000002</c:v>
                </c:pt>
                <c:pt idx="2872">
                  <c:v>287.2</c:v>
                </c:pt>
                <c:pt idx="2873">
                  <c:v>287.3</c:v>
                </c:pt>
                <c:pt idx="2874">
                  <c:v>287.39999999999998</c:v>
                </c:pt>
                <c:pt idx="2875">
                  <c:v>287.5</c:v>
                </c:pt>
                <c:pt idx="2876">
                  <c:v>287.60000000000002</c:v>
                </c:pt>
                <c:pt idx="2877">
                  <c:v>287.7</c:v>
                </c:pt>
                <c:pt idx="2878">
                  <c:v>287.8</c:v>
                </c:pt>
                <c:pt idx="2879">
                  <c:v>287.89999999999998</c:v>
                </c:pt>
                <c:pt idx="2880">
                  <c:v>288</c:v>
                </c:pt>
                <c:pt idx="2881">
                  <c:v>288.10000000000002</c:v>
                </c:pt>
                <c:pt idx="2882">
                  <c:v>288.2</c:v>
                </c:pt>
                <c:pt idx="2883">
                  <c:v>288.3</c:v>
                </c:pt>
                <c:pt idx="2884">
                  <c:v>288.39999999999998</c:v>
                </c:pt>
                <c:pt idx="2885">
                  <c:v>288.5</c:v>
                </c:pt>
                <c:pt idx="2886">
                  <c:v>288.60000000000002</c:v>
                </c:pt>
                <c:pt idx="2887">
                  <c:v>288.7</c:v>
                </c:pt>
                <c:pt idx="2888">
                  <c:v>288.8</c:v>
                </c:pt>
                <c:pt idx="2889">
                  <c:v>288.89999999999998</c:v>
                </c:pt>
                <c:pt idx="2890">
                  <c:v>289</c:v>
                </c:pt>
                <c:pt idx="2891">
                  <c:v>289.10000000000002</c:v>
                </c:pt>
                <c:pt idx="2892">
                  <c:v>289.2</c:v>
                </c:pt>
                <c:pt idx="2893">
                  <c:v>289.3</c:v>
                </c:pt>
                <c:pt idx="2894">
                  <c:v>289.39999999999998</c:v>
                </c:pt>
                <c:pt idx="2895">
                  <c:v>289.5</c:v>
                </c:pt>
                <c:pt idx="2896">
                  <c:v>289.60000000000002</c:v>
                </c:pt>
                <c:pt idx="2897">
                  <c:v>289.7</c:v>
                </c:pt>
                <c:pt idx="2898">
                  <c:v>289.8</c:v>
                </c:pt>
                <c:pt idx="2899">
                  <c:v>289.89999999999998</c:v>
                </c:pt>
                <c:pt idx="2900">
                  <c:v>290</c:v>
                </c:pt>
                <c:pt idx="2901">
                  <c:v>290.10000000000002</c:v>
                </c:pt>
                <c:pt idx="2902">
                  <c:v>290.2</c:v>
                </c:pt>
                <c:pt idx="2903">
                  <c:v>290.3</c:v>
                </c:pt>
                <c:pt idx="2904">
                  <c:v>290.39999999999998</c:v>
                </c:pt>
                <c:pt idx="2905">
                  <c:v>290.5</c:v>
                </c:pt>
                <c:pt idx="2906">
                  <c:v>290.60000000000002</c:v>
                </c:pt>
                <c:pt idx="2907">
                  <c:v>290.7</c:v>
                </c:pt>
                <c:pt idx="2908">
                  <c:v>290.8</c:v>
                </c:pt>
                <c:pt idx="2909">
                  <c:v>290.89999999999998</c:v>
                </c:pt>
                <c:pt idx="2910">
                  <c:v>291</c:v>
                </c:pt>
                <c:pt idx="2911">
                  <c:v>291.10000000000002</c:v>
                </c:pt>
                <c:pt idx="2912">
                  <c:v>291.2</c:v>
                </c:pt>
                <c:pt idx="2913">
                  <c:v>291.3</c:v>
                </c:pt>
                <c:pt idx="2914">
                  <c:v>291.39999999999998</c:v>
                </c:pt>
                <c:pt idx="2915">
                  <c:v>291.5</c:v>
                </c:pt>
                <c:pt idx="2916">
                  <c:v>291.60000000000002</c:v>
                </c:pt>
                <c:pt idx="2917">
                  <c:v>291.7</c:v>
                </c:pt>
                <c:pt idx="2918">
                  <c:v>291.8</c:v>
                </c:pt>
                <c:pt idx="2919">
                  <c:v>291.89999999999998</c:v>
                </c:pt>
                <c:pt idx="2920">
                  <c:v>292</c:v>
                </c:pt>
                <c:pt idx="2921">
                  <c:v>292.10000000000002</c:v>
                </c:pt>
                <c:pt idx="2922">
                  <c:v>292.2</c:v>
                </c:pt>
                <c:pt idx="2923">
                  <c:v>292.3</c:v>
                </c:pt>
                <c:pt idx="2924">
                  <c:v>292.39999999999998</c:v>
                </c:pt>
                <c:pt idx="2925">
                  <c:v>292.5</c:v>
                </c:pt>
                <c:pt idx="2926">
                  <c:v>292.60000000000002</c:v>
                </c:pt>
                <c:pt idx="2927">
                  <c:v>292.7</c:v>
                </c:pt>
                <c:pt idx="2928">
                  <c:v>292.8</c:v>
                </c:pt>
                <c:pt idx="2929">
                  <c:v>292.89999999999998</c:v>
                </c:pt>
                <c:pt idx="2930">
                  <c:v>293</c:v>
                </c:pt>
                <c:pt idx="2931">
                  <c:v>293.10000000000002</c:v>
                </c:pt>
                <c:pt idx="2932">
                  <c:v>293.2</c:v>
                </c:pt>
                <c:pt idx="2933">
                  <c:v>293.3</c:v>
                </c:pt>
                <c:pt idx="2934">
                  <c:v>293.39999999999998</c:v>
                </c:pt>
                <c:pt idx="2935">
                  <c:v>293.5</c:v>
                </c:pt>
                <c:pt idx="2936">
                  <c:v>293.60000000000002</c:v>
                </c:pt>
                <c:pt idx="2937">
                  <c:v>293.7</c:v>
                </c:pt>
                <c:pt idx="2938">
                  <c:v>293.8</c:v>
                </c:pt>
                <c:pt idx="2939">
                  <c:v>293.89999999999998</c:v>
                </c:pt>
                <c:pt idx="2940">
                  <c:v>294</c:v>
                </c:pt>
                <c:pt idx="2941">
                  <c:v>294.10000000000002</c:v>
                </c:pt>
                <c:pt idx="2942">
                  <c:v>294.2</c:v>
                </c:pt>
                <c:pt idx="2943">
                  <c:v>294.3</c:v>
                </c:pt>
                <c:pt idx="2944">
                  <c:v>294.39999999999998</c:v>
                </c:pt>
                <c:pt idx="2945">
                  <c:v>294.5</c:v>
                </c:pt>
                <c:pt idx="2946">
                  <c:v>294.60000000000002</c:v>
                </c:pt>
                <c:pt idx="2947">
                  <c:v>294.7</c:v>
                </c:pt>
                <c:pt idx="2948">
                  <c:v>294.8</c:v>
                </c:pt>
                <c:pt idx="2949">
                  <c:v>294.89999999999998</c:v>
                </c:pt>
                <c:pt idx="2950">
                  <c:v>295</c:v>
                </c:pt>
                <c:pt idx="2951">
                  <c:v>295.10000000000002</c:v>
                </c:pt>
                <c:pt idx="2952">
                  <c:v>295.2</c:v>
                </c:pt>
                <c:pt idx="2953">
                  <c:v>295.3</c:v>
                </c:pt>
                <c:pt idx="2954">
                  <c:v>295.39999999999998</c:v>
                </c:pt>
                <c:pt idx="2955">
                  <c:v>295.5</c:v>
                </c:pt>
                <c:pt idx="2956">
                  <c:v>295.60000000000002</c:v>
                </c:pt>
                <c:pt idx="2957">
                  <c:v>295.7</c:v>
                </c:pt>
                <c:pt idx="2958">
                  <c:v>295.8</c:v>
                </c:pt>
                <c:pt idx="2959">
                  <c:v>295.89999999999998</c:v>
                </c:pt>
                <c:pt idx="2960">
                  <c:v>296</c:v>
                </c:pt>
                <c:pt idx="2961">
                  <c:v>296.10000000000002</c:v>
                </c:pt>
                <c:pt idx="2962">
                  <c:v>296.2</c:v>
                </c:pt>
                <c:pt idx="2963">
                  <c:v>296.3</c:v>
                </c:pt>
                <c:pt idx="2964">
                  <c:v>296.39999999999998</c:v>
                </c:pt>
                <c:pt idx="2965">
                  <c:v>296.5</c:v>
                </c:pt>
                <c:pt idx="2966">
                  <c:v>296.60000000000002</c:v>
                </c:pt>
                <c:pt idx="2967">
                  <c:v>296.7</c:v>
                </c:pt>
                <c:pt idx="2968">
                  <c:v>296.8</c:v>
                </c:pt>
                <c:pt idx="2969">
                  <c:v>296.89999999999998</c:v>
                </c:pt>
                <c:pt idx="2970">
                  <c:v>297</c:v>
                </c:pt>
                <c:pt idx="2971">
                  <c:v>297.10000000000002</c:v>
                </c:pt>
                <c:pt idx="2972">
                  <c:v>297.2</c:v>
                </c:pt>
                <c:pt idx="2973">
                  <c:v>297.3</c:v>
                </c:pt>
                <c:pt idx="2974">
                  <c:v>297.39999999999998</c:v>
                </c:pt>
                <c:pt idx="2975">
                  <c:v>297.5</c:v>
                </c:pt>
                <c:pt idx="2976">
                  <c:v>297.60000000000002</c:v>
                </c:pt>
                <c:pt idx="2977">
                  <c:v>297.7</c:v>
                </c:pt>
                <c:pt idx="2978">
                  <c:v>297.8</c:v>
                </c:pt>
                <c:pt idx="2979">
                  <c:v>297.89999999999998</c:v>
                </c:pt>
                <c:pt idx="2980">
                  <c:v>298</c:v>
                </c:pt>
                <c:pt idx="2981">
                  <c:v>298.10000000000002</c:v>
                </c:pt>
                <c:pt idx="2982">
                  <c:v>298.2</c:v>
                </c:pt>
                <c:pt idx="2983">
                  <c:v>298.3</c:v>
                </c:pt>
                <c:pt idx="2984">
                  <c:v>298.39999999999998</c:v>
                </c:pt>
                <c:pt idx="2985">
                  <c:v>298.5</c:v>
                </c:pt>
                <c:pt idx="2986">
                  <c:v>298.60000000000002</c:v>
                </c:pt>
                <c:pt idx="2987">
                  <c:v>298.7</c:v>
                </c:pt>
                <c:pt idx="2988">
                  <c:v>298.8</c:v>
                </c:pt>
                <c:pt idx="2989">
                  <c:v>298.89999999999998</c:v>
                </c:pt>
                <c:pt idx="2990">
                  <c:v>299</c:v>
                </c:pt>
                <c:pt idx="2991">
                  <c:v>299.10000000000002</c:v>
                </c:pt>
                <c:pt idx="2992">
                  <c:v>299.2</c:v>
                </c:pt>
                <c:pt idx="2993">
                  <c:v>299.3</c:v>
                </c:pt>
                <c:pt idx="2994">
                  <c:v>299.39999999999998</c:v>
                </c:pt>
                <c:pt idx="2995">
                  <c:v>299.5</c:v>
                </c:pt>
                <c:pt idx="2996">
                  <c:v>299.60000000000002</c:v>
                </c:pt>
                <c:pt idx="2997">
                  <c:v>299.7</c:v>
                </c:pt>
                <c:pt idx="2998">
                  <c:v>299.8</c:v>
                </c:pt>
                <c:pt idx="2999">
                  <c:v>299.89999999999998</c:v>
                </c:pt>
                <c:pt idx="3000">
                  <c:v>300</c:v>
                </c:pt>
                <c:pt idx="3001">
                  <c:v>300.10000000000002</c:v>
                </c:pt>
                <c:pt idx="3002">
                  <c:v>300.2</c:v>
                </c:pt>
                <c:pt idx="3003">
                  <c:v>300.3</c:v>
                </c:pt>
                <c:pt idx="3004">
                  <c:v>300.39999999999998</c:v>
                </c:pt>
                <c:pt idx="3005">
                  <c:v>300.5</c:v>
                </c:pt>
                <c:pt idx="3006">
                  <c:v>300.60000000000002</c:v>
                </c:pt>
                <c:pt idx="3007">
                  <c:v>300.7</c:v>
                </c:pt>
                <c:pt idx="3008">
                  <c:v>300.8</c:v>
                </c:pt>
                <c:pt idx="3009">
                  <c:v>300.89999999999998</c:v>
                </c:pt>
                <c:pt idx="3010">
                  <c:v>301</c:v>
                </c:pt>
                <c:pt idx="3011">
                  <c:v>301.10000000000002</c:v>
                </c:pt>
                <c:pt idx="3012">
                  <c:v>301.2</c:v>
                </c:pt>
                <c:pt idx="3013">
                  <c:v>301.3</c:v>
                </c:pt>
                <c:pt idx="3014">
                  <c:v>301.39999999999998</c:v>
                </c:pt>
                <c:pt idx="3015">
                  <c:v>301.5</c:v>
                </c:pt>
                <c:pt idx="3016">
                  <c:v>301.60000000000002</c:v>
                </c:pt>
                <c:pt idx="3017">
                  <c:v>301.7</c:v>
                </c:pt>
                <c:pt idx="3018">
                  <c:v>301.8</c:v>
                </c:pt>
                <c:pt idx="3019">
                  <c:v>301.89999999999998</c:v>
                </c:pt>
                <c:pt idx="3020">
                  <c:v>302</c:v>
                </c:pt>
                <c:pt idx="3021">
                  <c:v>302.10000000000002</c:v>
                </c:pt>
                <c:pt idx="3022">
                  <c:v>302.2</c:v>
                </c:pt>
                <c:pt idx="3023">
                  <c:v>302.3</c:v>
                </c:pt>
                <c:pt idx="3024">
                  <c:v>302.39999999999998</c:v>
                </c:pt>
                <c:pt idx="3025">
                  <c:v>302.5</c:v>
                </c:pt>
                <c:pt idx="3026">
                  <c:v>302.60000000000002</c:v>
                </c:pt>
                <c:pt idx="3027">
                  <c:v>302.7</c:v>
                </c:pt>
                <c:pt idx="3028">
                  <c:v>302.8</c:v>
                </c:pt>
                <c:pt idx="3029">
                  <c:v>302.89999999999998</c:v>
                </c:pt>
                <c:pt idx="3030">
                  <c:v>303</c:v>
                </c:pt>
                <c:pt idx="3031">
                  <c:v>303.10000000000002</c:v>
                </c:pt>
                <c:pt idx="3032">
                  <c:v>303.2</c:v>
                </c:pt>
                <c:pt idx="3033">
                  <c:v>303.3</c:v>
                </c:pt>
                <c:pt idx="3034">
                  <c:v>303.39999999999998</c:v>
                </c:pt>
                <c:pt idx="3035">
                  <c:v>303.5</c:v>
                </c:pt>
                <c:pt idx="3036">
                  <c:v>303.60000000000002</c:v>
                </c:pt>
                <c:pt idx="3037">
                  <c:v>303.7</c:v>
                </c:pt>
                <c:pt idx="3038">
                  <c:v>303.8</c:v>
                </c:pt>
                <c:pt idx="3039">
                  <c:v>303.89999999999998</c:v>
                </c:pt>
                <c:pt idx="3040">
                  <c:v>304</c:v>
                </c:pt>
                <c:pt idx="3041">
                  <c:v>304.10000000000002</c:v>
                </c:pt>
                <c:pt idx="3042">
                  <c:v>304.2</c:v>
                </c:pt>
                <c:pt idx="3043">
                  <c:v>304.3</c:v>
                </c:pt>
                <c:pt idx="3044">
                  <c:v>304.39999999999998</c:v>
                </c:pt>
                <c:pt idx="3045">
                  <c:v>304.5</c:v>
                </c:pt>
                <c:pt idx="3046">
                  <c:v>304.60000000000002</c:v>
                </c:pt>
                <c:pt idx="3047">
                  <c:v>304.7</c:v>
                </c:pt>
                <c:pt idx="3048">
                  <c:v>304.8</c:v>
                </c:pt>
                <c:pt idx="3049">
                  <c:v>304.89999999999998</c:v>
                </c:pt>
                <c:pt idx="3050">
                  <c:v>305</c:v>
                </c:pt>
                <c:pt idx="3051">
                  <c:v>305.10000000000002</c:v>
                </c:pt>
                <c:pt idx="3052">
                  <c:v>305.2</c:v>
                </c:pt>
                <c:pt idx="3053">
                  <c:v>305.3</c:v>
                </c:pt>
                <c:pt idx="3054">
                  <c:v>305.39999999999998</c:v>
                </c:pt>
                <c:pt idx="3055">
                  <c:v>305.5</c:v>
                </c:pt>
                <c:pt idx="3056">
                  <c:v>305.60000000000002</c:v>
                </c:pt>
                <c:pt idx="3057">
                  <c:v>305.7</c:v>
                </c:pt>
                <c:pt idx="3058">
                  <c:v>305.8</c:v>
                </c:pt>
                <c:pt idx="3059">
                  <c:v>305.89999999999998</c:v>
                </c:pt>
                <c:pt idx="3060">
                  <c:v>306</c:v>
                </c:pt>
                <c:pt idx="3061">
                  <c:v>306.10000000000002</c:v>
                </c:pt>
                <c:pt idx="3062">
                  <c:v>306.2</c:v>
                </c:pt>
                <c:pt idx="3063">
                  <c:v>306.3</c:v>
                </c:pt>
                <c:pt idx="3064">
                  <c:v>306.39999999999998</c:v>
                </c:pt>
                <c:pt idx="3065">
                  <c:v>306.5</c:v>
                </c:pt>
                <c:pt idx="3066">
                  <c:v>306.60000000000002</c:v>
                </c:pt>
                <c:pt idx="3067">
                  <c:v>306.7</c:v>
                </c:pt>
                <c:pt idx="3068">
                  <c:v>306.8</c:v>
                </c:pt>
                <c:pt idx="3069">
                  <c:v>306.89999999999998</c:v>
                </c:pt>
                <c:pt idx="3070">
                  <c:v>307</c:v>
                </c:pt>
                <c:pt idx="3071">
                  <c:v>307.10000000000002</c:v>
                </c:pt>
                <c:pt idx="3072">
                  <c:v>307.2</c:v>
                </c:pt>
                <c:pt idx="3073">
                  <c:v>307.3</c:v>
                </c:pt>
                <c:pt idx="3074">
                  <c:v>307.39999999999998</c:v>
                </c:pt>
                <c:pt idx="3075">
                  <c:v>307.5</c:v>
                </c:pt>
                <c:pt idx="3076">
                  <c:v>307.60000000000002</c:v>
                </c:pt>
                <c:pt idx="3077">
                  <c:v>307.7</c:v>
                </c:pt>
                <c:pt idx="3078">
                  <c:v>307.8</c:v>
                </c:pt>
                <c:pt idx="3079">
                  <c:v>307.89999999999998</c:v>
                </c:pt>
                <c:pt idx="3080">
                  <c:v>308</c:v>
                </c:pt>
                <c:pt idx="3081">
                  <c:v>308.10000000000002</c:v>
                </c:pt>
                <c:pt idx="3082">
                  <c:v>308.2</c:v>
                </c:pt>
                <c:pt idx="3083">
                  <c:v>308.3</c:v>
                </c:pt>
                <c:pt idx="3084">
                  <c:v>308.39999999999998</c:v>
                </c:pt>
                <c:pt idx="3085">
                  <c:v>308.5</c:v>
                </c:pt>
                <c:pt idx="3086">
                  <c:v>308.60000000000002</c:v>
                </c:pt>
                <c:pt idx="3087">
                  <c:v>308.7</c:v>
                </c:pt>
                <c:pt idx="3088">
                  <c:v>308.8</c:v>
                </c:pt>
                <c:pt idx="3089">
                  <c:v>308.89999999999998</c:v>
                </c:pt>
                <c:pt idx="3090">
                  <c:v>309</c:v>
                </c:pt>
                <c:pt idx="3091">
                  <c:v>309.10000000000002</c:v>
                </c:pt>
                <c:pt idx="3092">
                  <c:v>309.2</c:v>
                </c:pt>
                <c:pt idx="3093">
                  <c:v>309.3</c:v>
                </c:pt>
                <c:pt idx="3094">
                  <c:v>309.39999999999998</c:v>
                </c:pt>
                <c:pt idx="3095">
                  <c:v>309.5</c:v>
                </c:pt>
                <c:pt idx="3096">
                  <c:v>309.60000000000002</c:v>
                </c:pt>
                <c:pt idx="3097">
                  <c:v>309.7</c:v>
                </c:pt>
                <c:pt idx="3098">
                  <c:v>309.8</c:v>
                </c:pt>
                <c:pt idx="3099">
                  <c:v>309.89999999999998</c:v>
                </c:pt>
                <c:pt idx="3100">
                  <c:v>310</c:v>
                </c:pt>
                <c:pt idx="3101">
                  <c:v>310.10000000000002</c:v>
                </c:pt>
                <c:pt idx="3102">
                  <c:v>310.2</c:v>
                </c:pt>
                <c:pt idx="3103">
                  <c:v>310.3</c:v>
                </c:pt>
                <c:pt idx="3104">
                  <c:v>310.39999999999998</c:v>
                </c:pt>
                <c:pt idx="3105">
                  <c:v>310.5</c:v>
                </c:pt>
                <c:pt idx="3106">
                  <c:v>310.60000000000002</c:v>
                </c:pt>
                <c:pt idx="3107">
                  <c:v>310.7</c:v>
                </c:pt>
                <c:pt idx="3108">
                  <c:v>310.8</c:v>
                </c:pt>
                <c:pt idx="3109">
                  <c:v>310.89999999999998</c:v>
                </c:pt>
                <c:pt idx="3110">
                  <c:v>311</c:v>
                </c:pt>
                <c:pt idx="3111">
                  <c:v>311.10000000000002</c:v>
                </c:pt>
                <c:pt idx="3112">
                  <c:v>311.2</c:v>
                </c:pt>
                <c:pt idx="3113">
                  <c:v>311.3</c:v>
                </c:pt>
                <c:pt idx="3114">
                  <c:v>311.39999999999998</c:v>
                </c:pt>
                <c:pt idx="3115">
                  <c:v>311.5</c:v>
                </c:pt>
                <c:pt idx="3116">
                  <c:v>311.60000000000002</c:v>
                </c:pt>
                <c:pt idx="3117">
                  <c:v>311.7</c:v>
                </c:pt>
                <c:pt idx="3118">
                  <c:v>311.8</c:v>
                </c:pt>
                <c:pt idx="3119">
                  <c:v>311.89999999999998</c:v>
                </c:pt>
                <c:pt idx="3120">
                  <c:v>312</c:v>
                </c:pt>
                <c:pt idx="3121">
                  <c:v>312.10000000000002</c:v>
                </c:pt>
                <c:pt idx="3122">
                  <c:v>312.2</c:v>
                </c:pt>
                <c:pt idx="3123">
                  <c:v>312.3</c:v>
                </c:pt>
                <c:pt idx="3124">
                  <c:v>312.39999999999998</c:v>
                </c:pt>
                <c:pt idx="3125">
                  <c:v>312.5</c:v>
                </c:pt>
                <c:pt idx="3126">
                  <c:v>312.60000000000002</c:v>
                </c:pt>
                <c:pt idx="3127">
                  <c:v>312.7</c:v>
                </c:pt>
                <c:pt idx="3128">
                  <c:v>312.8</c:v>
                </c:pt>
                <c:pt idx="3129">
                  <c:v>312.89999999999998</c:v>
                </c:pt>
                <c:pt idx="3130">
                  <c:v>313</c:v>
                </c:pt>
                <c:pt idx="3131">
                  <c:v>313.10000000000002</c:v>
                </c:pt>
                <c:pt idx="3132">
                  <c:v>313.2</c:v>
                </c:pt>
                <c:pt idx="3133">
                  <c:v>313.3</c:v>
                </c:pt>
                <c:pt idx="3134">
                  <c:v>313.39999999999998</c:v>
                </c:pt>
                <c:pt idx="3135">
                  <c:v>313.5</c:v>
                </c:pt>
                <c:pt idx="3136">
                  <c:v>313.60000000000002</c:v>
                </c:pt>
                <c:pt idx="3137">
                  <c:v>313.7</c:v>
                </c:pt>
                <c:pt idx="3138">
                  <c:v>313.8</c:v>
                </c:pt>
                <c:pt idx="3139">
                  <c:v>313.89999999999998</c:v>
                </c:pt>
                <c:pt idx="3140">
                  <c:v>314</c:v>
                </c:pt>
                <c:pt idx="3141">
                  <c:v>314.10000000000002</c:v>
                </c:pt>
                <c:pt idx="3142">
                  <c:v>314.2</c:v>
                </c:pt>
                <c:pt idx="3143">
                  <c:v>314.3</c:v>
                </c:pt>
                <c:pt idx="3144">
                  <c:v>314.39999999999998</c:v>
                </c:pt>
                <c:pt idx="3145">
                  <c:v>314.5</c:v>
                </c:pt>
                <c:pt idx="3146">
                  <c:v>314.60000000000002</c:v>
                </c:pt>
                <c:pt idx="3147">
                  <c:v>314.7</c:v>
                </c:pt>
                <c:pt idx="3148">
                  <c:v>314.8</c:v>
                </c:pt>
                <c:pt idx="3149">
                  <c:v>314.89999999999998</c:v>
                </c:pt>
                <c:pt idx="3150">
                  <c:v>315</c:v>
                </c:pt>
                <c:pt idx="3151">
                  <c:v>315.10000000000002</c:v>
                </c:pt>
                <c:pt idx="3152">
                  <c:v>315.2</c:v>
                </c:pt>
                <c:pt idx="3153">
                  <c:v>315.3</c:v>
                </c:pt>
                <c:pt idx="3154">
                  <c:v>315.39999999999998</c:v>
                </c:pt>
                <c:pt idx="3155">
                  <c:v>315.5</c:v>
                </c:pt>
                <c:pt idx="3156">
                  <c:v>315.60000000000002</c:v>
                </c:pt>
                <c:pt idx="3157">
                  <c:v>315.7</c:v>
                </c:pt>
                <c:pt idx="3158">
                  <c:v>315.8</c:v>
                </c:pt>
                <c:pt idx="3159">
                  <c:v>315.89999999999998</c:v>
                </c:pt>
                <c:pt idx="3160">
                  <c:v>316</c:v>
                </c:pt>
                <c:pt idx="3161">
                  <c:v>316.10000000000002</c:v>
                </c:pt>
                <c:pt idx="3162">
                  <c:v>316.2</c:v>
                </c:pt>
                <c:pt idx="3163">
                  <c:v>316.3</c:v>
                </c:pt>
                <c:pt idx="3164">
                  <c:v>316.39999999999998</c:v>
                </c:pt>
                <c:pt idx="3165">
                  <c:v>316.5</c:v>
                </c:pt>
                <c:pt idx="3166">
                  <c:v>316.60000000000002</c:v>
                </c:pt>
                <c:pt idx="3167">
                  <c:v>316.7</c:v>
                </c:pt>
                <c:pt idx="3168">
                  <c:v>316.8</c:v>
                </c:pt>
                <c:pt idx="3169">
                  <c:v>316.89999999999998</c:v>
                </c:pt>
                <c:pt idx="3170">
                  <c:v>317</c:v>
                </c:pt>
                <c:pt idx="3171">
                  <c:v>317.10000000000002</c:v>
                </c:pt>
                <c:pt idx="3172">
                  <c:v>317.2</c:v>
                </c:pt>
                <c:pt idx="3173">
                  <c:v>317.3</c:v>
                </c:pt>
                <c:pt idx="3174">
                  <c:v>317.39999999999998</c:v>
                </c:pt>
                <c:pt idx="3175">
                  <c:v>317.5</c:v>
                </c:pt>
                <c:pt idx="3176">
                  <c:v>317.60000000000002</c:v>
                </c:pt>
                <c:pt idx="3177">
                  <c:v>317.7</c:v>
                </c:pt>
                <c:pt idx="3178">
                  <c:v>317.8</c:v>
                </c:pt>
                <c:pt idx="3179">
                  <c:v>317.89999999999998</c:v>
                </c:pt>
                <c:pt idx="3180">
                  <c:v>318</c:v>
                </c:pt>
                <c:pt idx="3181">
                  <c:v>318.10000000000002</c:v>
                </c:pt>
                <c:pt idx="3182">
                  <c:v>318.2</c:v>
                </c:pt>
                <c:pt idx="3183">
                  <c:v>318.3</c:v>
                </c:pt>
                <c:pt idx="3184">
                  <c:v>318.39999999999998</c:v>
                </c:pt>
                <c:pt idx="3185">
                  <c:v>318.5</c:v>
                </c:pt>
                <c:pt idx="3186">
                  <c:v>318.60000000000002</c:v>
                </c:pt>
                <c:pt idx="3187">
                  <c:v>318.7</c:v>
                </c:pt>
                <c:pt idx="3188">
                  <c:v>318.8</c:v>
                </c:pt>
                <c:pt idx="3189">
                  <c:v>318.89999999999998</c:v>
                </c:pt>
                <c:pt idx="3190">
                  <c:v>319</c:v>
                </c:pt>
                <c:pt idx="3191">
                  <c:v>319.10000000000002</c:v>
                </c:pt>
                <c:pt idx="3192">
                  <c:v>319.2</c:v>
                </c:pt>
                <c:pt idx="3193">
                  <c:v>319.3</c:v>
                </c:pt>
                <c:pt idx="3194">
                  <c:v>319.39999999999998</c:v>
                </c:pt>
                <c:pt idx="3195">
                  <c:v>319.5</c:v>
                </c:pt>
                <c:pt idx="3196">
                  <c:v>319.60000000000002</c:v>
                </c:pt>
                <c:pt idx="3197">
                  <c:v>319.7</c:v>
                </c:pt>
                <c:pt idx="3198">
                  <c:v>319.8</c:v>
                </c:pt>
                <c:pt idx="3199">
                  <c:v>319.89999999999998</c:v>
                </c:pt>
                <c:pt idx="3200">
                  <c:v>320</c:v>
                </c:pt>
                <c:pt idx="3201">
                  <c:v>320.10000000000002</c:v>
                </c:pt>
                <c:pt idx="3202">
                  <c:v>320.2</c:v>
                </c:pt>
                <c:pt idx="3203">
                  <c:v>320.3</c:v>
                </c:pt>
                <c:pt idx="3204">
                  <c:v>320.39999999999998</c:v>
                </c:pt>
                <c:pt idx="3205">
                  <c:v>320.5</c:v>
                </c:pt>
                <c:pt idx="3206">
                  <c:v>320.60000000000002</c:v>
                </c:pt>
                <c:pt idx="3207">
                  <c:v>320.7</c:v>
                </c:pt>
                <c:pt idx="3208">
                  <c:v>320.8</c:v>
                </c:pt>
                <c:pt idx="3209">
                  <c:v>320.89999999999998</c:v>
                </c:pt>
                <c:pt idx="3210">
                  <c:v>321</c:v>
                </c:pt>
                <c:pt idx="3211">
                  <c:v>321.10000000000002</c:v>
                </c:pt>
                <c:pt idx="3212">
                  <c:v>321.2</c:v>
                </c:pt>
                <c:pt idx="3213">
                  <c:v>321.3</c:v>
                </c:pt>
                <c:pt idx="3214">
                  <c:v>321.39999999999998</c:v>
                </c:pt>
                <c:pt idx="3215">
                  <c:v>321.5</c:v>
                </c:pt>
                <c:pt idx="3216">
                  <c:v>321.60000000000002</c:v>
                </c:pt>
                <c:pt idx="3217">
                  <c:v>321.7</c:v>
                </c:pt>
                <c:pt idx="3218">
                  <c:v>321.8</c:v>
                </c:pt>
                <c:pt idx="3219">
                  <c:v>321.89999999999998</c:v>
                </c:pt>
                <c:pt idx="3220">
                  <c:v>322</c:v>
                </c:pt>
                <c:pt idx="3221">
                  <c:v>322.10000000000002</c:v>
                </c:pt>
                <c:pt idx="3222">
                  <c:v>322.2</c:v>
                </c:pt>
                <c:pt idx="3223">
                  <c:v>322.3</c:v>
                </c:pt>
                <c:pt idx="3224">
                  <c:v>322.39999999999998</c:v>
                </c:pt>
                <c:pt idx="3225">
                  <c:v>322.5</c:v>
                </c:pt>
                <c:pt idx="3226">
                  <c:v>322.60000000000002</c:v>
                </c:pt>
                <c:pt idx="3227">
                  <c:v>322.7</c:v>
                </c:pt>
                <c:pt idx="3228">
                  <c:v>322.8</c:v>
                </c:pt>
                <c:pt idx="3229">
                  <c:v>322.89999999999998</c:v>
                </c:pt>
                <c:pt idx="3230">
                  <c:v>323</c:v>
                </c:pt>
                <c:pt idx="3231">
                  <c:v>323.10000000000002</c:v>
                </c:pt>
                <c:pt idx="3232">
                  <c:v>323.2</c:v>
                </c:pt>
                <c:pt idx="3233">
                  <c:v>323.3</c:v>
                </c:pt>
                <c:pt idx="3234">
                  <c:v>323.39999999999998</c:v>
                </c:pt>
                <c:pt idx="3235">
                  <c:v>323.5</c:v>
                </c:pt>
                <c:pt idx="3236">
                  <c:v>323.60000000000002</c:v>
                </c:pt>
                <c:pt idx="3237">
                  <c:v>323.7</c:v>
                </c:pt>
                <c:pt idx="3238">
                  <c:v>323.8</c:v>
                </c:pt>
                <c:pt idx="3239">
                  <c:v>323.89999999999998</c:v>
                </c:pt>
                <c:pt idx="3240">
                  <c:v>324</c:v>
                </c:pt>
                <c:pt idx="3241">
                  <c:v>324.10000000000002</c:v>
                </c:pt>
                <c:pt idx="3242">
                  <c:v>324.2</c:v>
                </c:pt>
                <c:pt idx="3243">
                  <c:v>324.3</c:v>
                </c:pt>
                <c:pt idx="3244">
                  <c:v>324.39999999999998</c:v>
                </c:pt>
                <c:pt idx="3245">
                  <c:v>324.5</c:v>
                </c:pt>
                <c:pt idx="3246">
                  <c:v>324.60000000000002</c:v>
                </c:pt>
                <c:pt idx="3247">
                  <c:v>324.7</c:v>
                </c:pt>
                <c:pt idx="3248">
                  <c:v>324.8</c:v>
                </c:pt>
                <c:pt idx="3249">
                  <c:v>324.89999999999998</c:v>
                </c:pt>
                <c:pt idx="3250">
                  <c:v>325</c:v>
                </c:pt>
                <c:pt idx="3251">
                  <c:v>325.10000000000002</c:v>
                </c:pt>
                <c:pt idx="3252">
                  <c:v>325.2</c:v>
                </c:pt>
                <c:pt idx="3253">
                  <c:v>325.3</c:v>
                </c:pt>
                <c:pt idx="3254">
                  <c:v>325.39999999999998</c:v>
                </c:pt>
                <c:pt idx="3255">
                  <c:v>325.5</c:v>
                </c:pt>
                <c:pt idx="3256">
                  <c:v>325.60000000000002</c:v>
                </c:pt>
                <c:pt idx="3257">
                  <c:v>325.7</c:v>
                </c:pt>
                <c:pt idx="3258">
                  <c:v>325.8</c:v>
                </c:pt>
                <c:pt idx="3259">
                  <c:v>325.89999999999998</c:v>
                </c:pt>
                <c:pt idx="3260">
                  <c:v>326</c:v>
                </c:pt>
                <c:pt idx="3261">
                  <c:v>326.10000000000002</c:v>
                </c:pt>
                <c:pt idx="3262">
                  <c:v>326.2</c:v>
                </c:pt>
                <c:pt idx="3263">
                  <c:v>326.3</c:v>
                </c:pt>
                <c:pt idx="3264">
                  <c:v>326.39999999999998</c:v>
                </c:pt>
                <c:pt idx="3265">
                  <c:v>326.5</c:v>
                </c:pt>
                <c:pt idx="3266">
                  <c:v>326.60000000000002</c:v>
                </c:pt>
                <c:pt idx="3267">
                  <c:v>326.7</c:v>
                </c:pt>
                <c:pt idx="3268">
                  <c:v>326.8</c:v>
                </c:pt>
                <c:pt idx="3269">
                  <c:v>326.89999999999998</c:v>
                </c:pt>
                <c:pt idx="3270">
                  <c:v>327</c:v>
                </c:pt>
                <c:pt idx="3271">
                  <c:v>327.10000000000002</c:v>
                </c:pt>
                <c:pt idx="3272">
                  <c:v>327.2</c:v>
                </c:pt>
                <c:pt idx="3273">
                  <c:v>327.3</c:v>
                </c:pt>
                <c:pt idx="3274">
                  <c:v>327.39999999999998</c:v>
                </c:pt>
                <c:pt idx="3275">
                  <c:v>327.5</c:v>
                </c:pt>
                <c:pt idx="3276">
                  <c:v>327.60000000000002</c:v>
                </c:pt>
                <c:pt idx="3277">
                  <c:v>327.7</c:v>
                </c:pt>
                <c:pt idx="3278">
                  <c:v>327.8</c:v>
                </c:pt>
                <c:pt idx="3279">
                  <c:v>327.9</c:v>
                </c:pt>
                <c:pt idx="3280">
                  <c:v>328</c:v>
                </c:pt>
                <c:pt idx="3281">
                  <c:v>328.1</c:v>
                </c:pt>
                <c:pt idx="3282">
                  <c:v>328.2</c:v>
                </c:pt>
                <c:pt idx="3283">
                  <c:v>328.3</c:v>
                </c:pt>
                <c:pt idx="3284">
                  <c:v>328.4</c:v>
                </c:pt>
                <c:pt idx="3285">
                  <c:v>328.5</c:v>
                </c:pt>
                <c:pt idx="3286">
                  <c:v>328.6</c:v>
                </c:pt>
                <c:pt idx="3287">
                  <c:v>328.7</c:v>
                </c:pt>
                <c:pt idx="3288">
                  <c:v>328.8</c:v>
                </c:pt>
                <c:pt idx="3289">
                  <c:v>328.9</c:v>
                </c:pt>
                <c:pt idx="3290">
                  <c:v>329</c:v>
                </c:pt>
                <c:pt idx="3291">
                  <c:v>329.1</c:v>
                </c:pt>
                <c:pt idx="3292">
                  <c:v>329.2</c:v>
                </c:pt>
                <c:pt idx="3293">
                  <c:v>329.3</c:v>
                </c:pt>
                <c:pt idx="3294">
                  <c:v>329.4</c:v>
                </c:pt>
                <c:pt idx="3295">
                  <c:v>329.5</c:v>
                </c:pt>
                <c:pt idx="3296">
                  <c:v>329.6</c:v>
                </c:pt>
                <c:pt idx="3297">
                  <c:v>329.7</c:v>
                </c:pt>
                <c:pt idx="3298">
                  <c:v>329.8</c:v>
                </c:pt>
                <c:pt idx="3299">
                  <c:v>329.9</c:v>
                </c:pt>
                <c:pt idx="3300">
                  <c:v>330</c:v>
                </c:pt>
                <c:pt idx="3301">
                  <c:v>330.1</c:v>
                </c:pt>
                <c:pt idx="3302">
                  <c:v>330.2</c:v>
                </c:pt>
                <c:pt idx="3303">
                  <c:v>330.3</c:v>
                </c:pt>
                <c:pt idx="3304">
                  <c:v>330.4</c:v>
                </c:pt>
                <c:pt idx="3305">
                  <c:v>330.5</c:v>
                </c:pt>
                <c:pt idx="3306">
                  <c:v>330.6</c:v>
                </c:pt>
                <c:pt idx="3307">
                  <c:v>330.7</c:v>
                </c:pt>
                <c:pt idx="3308">
                  <c:v>330.8</c:v>
                </c:pt>
                <c:pt idx="3309">
                  <c:v>330.9</c:v>
                </c:pt>
                <c:pt idx="3310">
                  <c:v>331</c:v>
                </c:pt>
                <c:pt idx="3311">
                  <c:v>331.1</c:v>
                </c:pt>
                <c:pt idx="3312">
                  <c:v>331.2</c:v>
                </c:pt>
                <c:pt idx="3313">
                  <c:v>331.3</c:v>
                </c:pt>
                <c:pt idx="3314">
                  <c:v>331.4</c:v>
                </c:pt>
                <c:pt idx="3315">
                  <c:v>331.5</c:v>
                </c:pt>
                <c:pt idx="3316">
                  <c:v>331.6</c:v>
                </c:pt>
                <c:pt idx="3317">
                  <c:v>331.7</c:v>
                </c:pt>
                <c:pt idx="3318">
                  <c:v>331.8</c:v>
                </c:pt>
                <c:pt idx="3319">
                  <c:v>331.9</c:v>
                </c:pt>
                <c:pt idx="3320">
                  <c:v>332</c:v>
                </c:pt>
                <c:pt idx="3321">
                  <c:v>332.1</c:v>
                </c:pt>
                <c:pt idx="3322">
                  <c:v>332.2</c:v>
                </c:pt>
                <c:pt idx="3323">
                  <c:v>332.3</c:v>
                </c:pt>
                <c:pt idx="3324">
                  <c:v>332.4</c:v>
                </c:pt>
                <c:pt idx="3325">
                  <c:v>332.5</c:v>
                </c:pt>
                <c:pt idx="3326">
                  <c:v>332.6</c:v>
                </c:pt>
                <c:pt idx="3327">
                  <c:v>332.7</c:v>
                </c:pt>
                <c:pt idx="3328">
                  <c:v>332.8</c:v>
                </c:pt>
                <c:pt idx="3329">
                  <c:v>332.9</c:v>
                </c:pt>
                <c:pt idx="3330">
                  <c:v>333</c:v>
                </c:pt>
                <c:pt idx="3331">
                  <c:v>333.1</c:v>
                </c:pt>
                <c:pt idx="3332">
                  <c:v>333.2</c:v>
                </c:pt>
                <c:pt idx="3333">
                  <c:v>333.3</c:v>
                </c:pt>
                <c:pt idx="3334">
                  <c:v>333.4</c:v>
                </c:pt>
                <c:pt idx="3335">
                  <c:v>333.5</c:v>
                </c:pt>
                <c:pt idx="3336">
                  <c:v>333.6</c:v>
                </c:pt>
                <c:pt idx="3337">
                  <c:v>333.7</c:v>
                </c:pt>
                <c:pt idx="3338">
                  <c:v>333.8</c:v>
                </c:pt>
                <c:pt idx="3339">
                  <c:v>333.9</c:v>
                </c:pt>
                <c:pt idx="3340">
                  <c:v>334</c:v>
                </c:pt>
                <c:pt idx="3341">
                  <c:v>334.1</c:v>
                </c:pt>
                <c:pt idx="3342">
                  <c:v>334.2</c:v>
                </c:pt>
                <c:pt idx="3343">
                  <c:v>334.3</c:v>
                </c:pt>
                <c:pt idx="3344">
                  <c:v>334.4</c:v>
                </c:pt>
                <c:pt idx="3345">
                  <c:v>334.5</c:v>
                </c:pt>
                <c:pt idx="3346">
                  <c:v>334.6</c:v>
                </c:pt>
                <c:pt idx="3347">
                  <c:v>334.7</c:v>
                </c:pt>
                <c:pt idx="3348">
                  <c:v>334.8</c:v>
                </c:pt>
                <c:pt idx="3349">
                  <c:v>334.9</c:v>
                </c:pt>
                <c:pt idx="3350">
                  <c:v>335</c:v>
                </c:pt>
                <c:pt idx="3351">
                  <c:v>335.1</c:v>
                </c:pt>
                <c:pt idx="3352">
                  <c:v>335.2</c:v>
                </c:pt>
                <c:pt idx="3353">
                  <c:v>335.3</c:v>
                </c:pt>
                <c:pt idx="3354">
                  <c:v>335.4</c:v>
                </c:pt>
                <c:pt idx="3355">
                  <c:v>335.5</c:v>
                </c:pt>
                <c:pt idx="3356">
                  <c:v>335.6</c:v>
                </c:pt>
                <c:pt idx="3357">
                  <c:v>335.7</c:v>
                </c:pt>
                <c:pt idx="3358">
                  <c:v>335.8</c:v>
                </c:pt>
                <c:pt idx="3359">
                  <c:v>335.9</c:v>
                </c:pt>
                <c:pt idx="3360">
                  <c:v>336</c:v>
                </c:pt>
                <c:pt idx="3361">
                  <c:v>336.1</c:v>
                </c:pt>
                <c:pt idx="3362">
                  <c:v>336.2</c:v>
                </c:pt>
                <c:pt idx="3363">
                  <c:v>336.3</c:v>
                </c:pt>
                <c:pt idx="3364">
                  <c:v>336.4</c:v>
                </c:pt>
                <c:pt idx="3365">
                  <c:v>336.5</c:v>
                </c:pt>
                <c:pt idx="3366">
                  <c:v>336.6</c:v>
                </c:pt>
                <c:pt idx="3367">
                  <c:v>336.7</c:v>
                </c:pt>
                <c:pt idx="3368">
                  <c:v>336.8</c:v>
                </c:pt>
                <c:pt idx="3369">
                  <c:v>336.9</c:v>
                </c:pt>
                <c:pt idx="3370">
                  <c:v>337</c:v>
                </c:pt>
                <c:pt idx="3371">
                  <c:v>337.1</c:v>
                </c:pt>
                <c:pt idx="3372">
                  <c:v>337.2</c:v>
                </c:pt>
                <c:pt idx="3373">
                  <c:v>337.3</c:v>
                </c:pt>
                <c:pt idx="3374">
                  <c:v>337.4</c:v>
                </c:pt>
                <c:pt idx="3375">
                  <c:v>337.5</c:v>
                </c:pt>
                <c:pt idx="3376">
                  <c:v>337.6</c:v>
                </c:pt>
                <c:pt idx="3377">
                  <c:v>337.7</c:v>
                </c:pt>
                <c:pt idx="3378">
                  <c:v>337.8</c:v>
                </c:pt>
                <c:pt idx="3379">
                  <c:v>337.9</c:v>
                </c:pt>
                <c:pt idx="3380">
                  <c:v>338</c:v>
                </c:pt>
                <c:pt idx="3381">
                  <c:v>338.1</c:v>
                </c:pt>
                <c:pt idx="3382">
                  <c:v>338.2</c:v>
                </c:pt>
                <c:pt idx="3383">
                  <c:v>338.3</c:v>
                </c:pt>
                <c:pt idx="3384">
                  <c:v>338.4</c:v>
                </c:pt>
                <c:pt idx="3385">
                  <c:v>338.5</c:v>
                </c:pt>
                <c:pt idx="3386">
                  <c:v>338.6</c:v>
                </c:pt>
                <c:pt idx="3387">
                  <c:v>338.7</c:v>
                </c:pt>
                <c:pt idx="3388">
                  <c:v>338.8</c:v>
                </c:pt>
                <c:pt idx="3389">
                  <c:v>338.9</c:v>
                </c:pt>
                <c:pt idx="3390">
                  <c:v>339</c:v>
                </c:pt>
                <c:pt idx="3391">
                  <c:v>339.1</c:v>
                </c:pt>
                <c:pt idx="3392">
                  <c:v>339.2</c:v>
                </c:pt>
                <c:pt idx="3393">
                  <c:v>339.3</c:v>
                </c:pt>
                <c:pt idx="3394">
                  <c:v>339.4</c:v>
                </c:pt>
                <c:pt idx="3395">
                  <c:v>339.5</c:v>
                </c:pt>
                <c:pt idx="3396">
                  <c:v>339.6</c:v>
                </c:pt>
                <c:pt idx="3397">
                  <c:v>339.7</c:v>
                </c:pt>
                <c:pt idx="3398">
                  <c:v>339.8</c:v>
                </c:pt>
                <c:pt idx="3399">
                  <c:v>339.9</c:v>
                </c:pt>
                <c:pt idx="3400">
                  <c:v>340</c:v>
                </c:pt>
                <c:pt idx="3401">
                  <c:v>340.1</c:v>
                </c:pt>
                <c:pt idx="3402">
                  <c:v>340.2</c:v>
                </c:pt>
                <c:pt idx="3403">
                  <c:v>340.3</c:v>
                </c:pt>
                <c:pt idx="3404">
                  <c:v>340.4</c:v>
                </c:pt>
                <c:pt idx="3405">
                  <c:v>340.5</c:v>
                </c:pt>
                <c:pt idx="3406">
                  <c:v>340.6</c:v>
                </c:pt>
                <c:pt idx="3407">
                  <c:v>340.7</c:v>
                </c:pt>
                <c:pt idx="3408">
                  <c:v>340.8</c:v>
                </c:pt>
                <c:pt idx="3409">
                  <c:v>340.9</c:v>
                </c:pt>
                <c:pt idx="3410">
                  <c:v>341</c:v>
                </c:pt>
                <c:pt idx="3411">
                  <c:v>341.1</c:v>
                </c:pt>
                <c:pt idx="3412">
                  <c:v>341.2</c:v>
                </c:pt>
                <c:pt idx="3413">
                  <c:v>341.3</c:v>
                </c:pt>
                <c:pt idx="3414">
                  <c:v>341.4</c:v>
                </c:pt>
                <c:pt idx="3415">
                  <c:v>341.5</c:v>
                </c:pt>
                <c:pt idx="3416">
                  <c:v>341.6</c:v>
                </c:pt>
                <c:pt idx="3417">
                  <c:v>341.7</c:v>
                </c:pt>
                <c:pt idx="3418">
                  <c:v>341.8</c:v>
                </c:pt>
                <c:pt idx="3419">
                  <c:v>341.9</c:v>
                </c:pt>
                <c:pt idx="3420">
                  <c:v>342</c:v>
                </c:pt>
                <c:pt idx="3421">
                  <c:v>342.1</c:v>
                </c:pt>
                <c:pt idx="3422">
                  <c:v>342.2</c:v>
                </c:pt>
                <c:pt idx="3423">
                  <c:v>342.3</c:v>
                </c:pt>
                <c:pt idx="3424">
                  <c:v>342.4</c:v>
                </c:pt>
                <c:pt idx="3425">
                  <c:v>342.5</c:v>
                </c:pt>
                <c:pt idx="3426">
                  <c:v>342.6</c:v>
                </c:pt>
                <c:pt idx="3427">
                  <c:v>342.7</c:v>
                </c:pt>
                <c:pt idx="3428">
                  <c:v>342.8</c:v>
                </c:pt>
                <c:pt idx="3429">
                  <c:v>342.9</c:v>
                </c:pt>
                <c:pt idx="3430">
                  <c:v>343</c:v>
                </c:pt>
                <c:pt idx="3431">
                  <c:v>343.1</c:v>
                </c:pt>
                <c:pt idx="3432">
                  <c:v>343.2</c:v>
                </c:pt>
                <c:pt idx="3433">
                  <c:v>343.3</c:v>
                </c:pt>
                <c:pt idx="3434">
                  <c:v>343.4</c:v>
                </c:pt>
                <c:pt idx="3435">
                  <c:v>343.5</c:v>
                </c:pt>
                <c:pt idx="3436">
                  <c:v>343.6</c:v>
                </c:pt>
                <c:pt idx="3437">
                  <c:v>343.7</c:v>
                </c:pt>
                <c:pt idx="3438">
                  <c:v>343.8</c:v>
                </c:pt>
                <c:pt idx="3439">
                  <c:v>343.9</c:v>
                </c:pt>
                <c:pt idx="3440">
                  <c:v>344</c:v>
                </c:pt>
                <c:pt idx="3441">
                  <c:v>344.1</c:v>
                </c:pt>
                <c:pt idx="3442">
                  <c:v>344.2</c:v>
                </c:pt>
                <c:pt idx="3443">
                  <c:v>344.3</c:v>
                </c:pt>
                <c:pt idx="3444">
                  <c:v>344.4</c:v>
                </c:pt>
                <c:pt idx="3445">
                  <c:v>344.5</c:v>
                </c:pt>
                <c:pt idx="3446">
                  <c:v>344.6</c:v>
                </c:pt>
                <c:pt idx="3447">
                  <c:v>344.7</c:v>
                </c:pt>
                <c:pt idx="3448">
                  <c:v>344.8</c:v>
                </c:pt>
                <c:pt idx="3449">
                  <c:v>344.9</c:v>
                </c:pt>
                <c:pt idx="3450">
                  <c:v>345</c:v>
                </c:pt>
                <c:pt idx="3451">
                  <c:v>345.1</c:v>
                </c:pt>
                <c:pt idx="3452">
                  <c:v>345.2</c:v>
                </c:pt>
                <c:pt idx="3453">
                  <c:v>345.3</c:v>
                </c:pt>
                <c:pt idx="3454">
                  <c:v>345.4</c:v>
                </c:pt>
                <c:pt idx="3455">
                  <c:v>345.5</c:v>
                </c:pt>
                <c:pt idx="3456">
                  <c:v>345.6</c:v>
                </c:pt>
                <c:pt idx="3457">
                  <c:v>345.7</c:v>
                </c:pt>
                <c:pt idx="3458">
                  <c:v>345.8</c:v>
                </c:pt>
                <c:pt idx="3459">
                  <c:v>345.9</c:v>
                </c:pt>
                <c:pt idx="3460">
                  <c:v>346</c:v>
                </c:pt>
                <c:pt idx="3461">
                  <c:v>346.1</c:v>
                </c:pt>
                <c:pt idx="3462">
                  <c:v>346.2</c:v>
                </c:pt>
                <c:pt idx="3463">
                  <c:v>346.3</c:v>
                </c:pt>
                <c:pt idx="3464">
                  <c:v>346.4</c:v>
                </c:pt>
                <c:pt idx="3465">
                  <c:v>346.5</c:v>
                </c:pt>
                <c:pt idx="3466">
                  <c:v>346.6</c:v>
                </c:pt>
                <c:pt idx="3467">
                  <c:v>346.7</c:v>
                </c:pt>
                <c:pt idx="3468">
                  <c:v>346.8</c:v>
                </c:pt>
                <c:pt idx="3469">
                  <c:v>346.9</c:v>
                </c:pt>
                <c:pt idx="3470">
                  <c:v>347</c:v>
                </c:pt>
                <c:pt idx="3471">
                  <c:v>347.1</c:v>
                </c:pt>
                <c:pt idx="3472">
                  <c:v>347.2</c:v>
                </c:pt>
                <c:pt idx="3473">
                  <c:v>347.3</c:v>
                </c:pt>
                <c:pt idx="3474">
                  <c:v>347.4</c:v>
                </c:pt>
                <c:pt idx="3475">
                  <c:v>347.5</c:v>
                </c:pt>
                <c:pt idx="3476">
                  <c:v>347.6</c:v>
                </c:pt>
                <c:pt idx="3477">
                  <c:v>347.7</c:v>
                </c:pt>
                <c:pt idx="3478">
                  <c:v>347.8</c:v>
                </c:pt>
                <c:pt idx="3479">
                  <c:v>347.9</c:v>
                </c:pt>
                <c:pt idx="3480">
                  <c:v>348</c:v>
                </c:pt>
                <c:pt idx="3481">
                  <c:v>348.1</c:v>
                </c:pt>
                <c:pt idx="3482">
                  <c:v>348.2</c:v>
                </c:pt>
                <c:pt idx="3483">
                  <c:v>348.3</c:v>
                </c:pt>
                <c:pt idx="3484">
                  <c:v>348.4</c:v>
                </c:pt>
                <c:pt idx="3485">
                  <c:v>348.5</c:v>
                </c:pt>
                <c:pt idx="3486">
                  <c:v>348.6</c:v>
                </c:pt>
                <c:pt idx="3487">
                  <c:v>348.7</c:v>
                </c:pt>
                <c:pt idx="3488">
                  <c:v>348.8</c:v>
                </c:pt>
                <c:pt idx="3489">
                  <c:v>348.9</c:v>
                </c:pt>
                <c:pt idx="3490">
                  <c:v>349</c:v>
                </c:pt>
                <c:pt idx="3491">
                  <c:v>349.1</c:v>
                </c:pt>
                <c:pt idx="3492">
                  <c:v>349.2</c:v>
                </c:pt>
                <c:pt idx="3493">
                  <c:v>349.3</c:v>
                </c:pt>
                <c:pt idx="3494">
                  <c:v>349.4</c:v>
                </c:pt>
                <c:pt idx="3495">
                  <c:v>349.5</c:v>
                </c:pt>
                <c:pt idx="3496">
                  <c:v>349.6</c:v>
                </c:pt>
                <c:pt idx="3497">
                  <c:v>349.7</c:v>
                </c:pt>
                <c:pt idx="3498">
                  <c:v>349.8</c:v>
                </c:pt>
                <c:pt idx="3499">
                  <c:v>349.9</c:v>
                </c:pt>
                <c:pt idx="3500">
                  <c:v>350</c:v>
                </c:pt>
                <c:pt idx="3501">
                  <c:v>350.1</c:v>
                </c:pt>
                <c:pt idx="3502">
                  <c:v>350.2</c:v>
                </c:pt>
                <c:pt idx="3503">
                  <c:v>350.3</c:v>
                </c:pt>
                <c:pt idx="3504">
                  <c:v>350.4</c:v>
                </c:pt>
                <c:pt idx="3505">
                  <c:v>350.5</c:v>
                </c:pt>
                <c:pt idx="3506">
                  <c:v>350.6</c:v>
                </c:pt>
                <c:pt idx="3507">
                  <c:v>350.7</c:v>
                </c:pt>
                <c:pt idx="3508">
                  <c:v>350.8</c:v>
                </c:pt>
                <c:pt idx="3509">
                  <c:v>350.9</c:v>
                </c:pt>
                <c:pt idx="3510">
                  <c:v>351</c:v>
                </c:pt>
                <c:pt idx="3511">
                  <c:v>351.1</c:v>
                </c:pt>
                <c:pt idx="3512">
                  <c:v>351.2</c:v>
                </c:pt>
                <c:pt idx="3513">
                  <c:v>351.3</c:v>
                </c:pt>
                <c:pt idx="3514">
                  <c:v>351.4</c:v>
                </c:pt>
                <c:pt idx="3515">
                  <c:v>351.5</c:v>
                </c:pt>
                <c:pt idx="3516">
                  <c:v>351.6</c:v>
                </c:pt>
                <c:pt idx="3517">
                  <c:v>351.7</c:v>
                </c:pt>
                <c:pt idx="3518">
                  <c:v>351.8</c:v>
                </c:pt>
                <c:pt idx="3519">
                  <c:v>351.9</c:v>
                </c:pt>
                <c:pt idx="3520">
                  <c:v>352</c:v>
                </c:pt>
                <c:pt idx="3521">
                  <c:v>352.1</c:v>
                </c:pt>
                <c:pt idx="3522">
                  <c:v>352.2</c:v>
                </c:pt>
                <c:pt idx="3523">
                  <c:v>352.3</c:v>
                </c:pt>
                <c:pt idx="3524">
                  <c:v>352.4</c:v>
                </c:pt>
                <c:pt idx="3525">
                  <c:v>352.5</c:v>
                </c:pt>
                <c:pt idx="3526">
                  <c:v>352.6</c:v>
                </c:pt>
                <c:pt idx="3527">
                  <c:v>352.7</c:v>
                </c:pt>
                <c:pt idx="3528">
                  <c:v>352.8</c:v>
                </c:pt>
                <c:pt idx="3529">
                  <c:v>352.9</c:v>
                </c:pt>
                <c:pt idx="3530">
                  <c:v>353</c:v>
                </c:pt>
                <c:pt idx="3531">
                  <c:v>353.1</c:v>
                </c:pt>
                <c:pt idx="3532">
                  <c:v>353.2</c:v>
                </c:pt>
                <c:pt idx="3533">
                  <c:v>353.3</c:v>
                </c:pt>
                <c:pt idx="3534">
                  <c:v>353.4</c:v>
                </c:pt>
                <c:pt idx="3535">
                  <c:v>353.5</c:v>
                </c:pt>
                <c:pt idx="3536">
                  <c:v>353.6</c:v>
                </c:pt>
                <c:pt idx="3537">
                  <c:v>353.7</c:v>
                </c:pt>
                <c:pt idx="3538">
                  <c:v>353.8</c:v>
                </c:pt>
                <c:pt idx="3539">
                  <c:v>353.9</c:v>
                </c:pt>
                <c:pt idx="3540">
                  <c:v>354</c:v>
                </c:pt>
                <c:pt idx="3541">
                  <c:v>354.1</c:v>
                </c:pt>
                <c:pt idx="3542">
                  <c:v>354.2</c:v>
                </c:pt>
                <c:pt idx="3543">
                  <c:v>354.3</c:v>
                </c:pt>
                <c:pt idx="3544">
                  <c:v>354.4</c:v>
                </c:pt>
                <c:pt idx="3545">
                  <c:v>354.5</c:v>
                </c:pt>
                <c:pt idx="3546">
                  <c:v>354.6</c:v>
                </c:pt>
                <c:pt idx="3547">
                  <c:v>354.7</c:v>
                </c:pt>
                <c:pt idx="3548">
                  <c:v>354.8</c:v>
                </c:pt>
                <c:pt idx="3549">
                  <c:v>354.9</c:v>
                </c:pt>
                <c:pt idx="3550">
                  <c:v>355</c:v>
                </c:pt>
                <c:pt idx="3551">
                  <c:v>355.1</c:v>
                </c:pt>
                <c:pt idx="3552">
                  <c:v>355.2</c:v>
                </c:pt>
                <c:pt idx="3553">
                  <c:v>355.3</c:v>
                </c:pt>
                <c:pt idx="3554">
                  <c:v>355.4</c:v>
                </c:pt>
                <c:pt idx="3555">
                  <c:v>355.5</c:v>
                </c:pt>
                <c:pt idx="3556">
                  <c:v>355.6</c:v>
                </c:pt>
                <c:pt idx="3557">
                  <c:v>355.7</c:v>
                </c:pt>
                <c:pt idx="3558">
                  <c:v>355.8</c:v>
                </c:pt>
                <c:pt idx="3559">
                  <c:v>355.9</c:v>
                </c:pt>
                <c:pt idx="3560">
                  <c:v>356</c:v>
                </c:pt>
                <c:pt idx="3561">
                  <c:v>356.1</c:v>
                </c:pt>
                <c:pt idx="3562">
                  <c:v>356.2</c:v>
                </c:pt>
                <c:pt idx="3563">
                  <c:v>356.3</c:v>
                </c:pt>
                <c:pt idx="3564">
                  <c:v>356.4</c:v>
                </c:pt>
                <c:pt idx="3565">
                  <c:v>356.5</c:v>
                </c:pt>
                <c:pt idx="3566">
                  <c:v>356.6</c:v>
                </c:pt>
                <c:pt idx="3567">
                  <c:v>356.7</c:v>
                </c:pt>
                <c:pt idx="3568">
                  <c:v>356.8</c:v>
                </c:pt>
                <c:pt idx="3569">
                  <c:v>356.9</c:v>
                </c:pt>
                <c:pt idx="3570">
                  <c:v>357</c:v>
                </c:pt>
                <c:pt idx="3571">
                  <c:v>357.1</c:v>
                </c:pt>
                <c:pt idx="3572">
                  <c:v>357.2</c:v>
                </c:pt>
                <c:pt idx="3573">
                  <c:v>357.3</c:v>
                </c:pt>
                <c:pt idx="3574">
                  <c:v>357.4</c:v>
                </c:pt>
                <c:pt idx="3575">
                  <c:v>357.5</c:v>
                </c:pt>
                <c:pt idx="3576">
                  <c:v>357.6</c:v>
                </c:pt>
                <c:pt idx="3577">
                  <c:v>357.7</c:v>
                </c:pt>
                <c:pt idx="3578">
                  <c:v>357.8</c:v>
                </c:pt>
                <c:pt idx="3579">
                  <c:v>357.9</c:v>
                </c:pt>
                <c:pt idx="3580">
                  <c:v>358</c:v>
                </c:pt>
                <c:pt idx="3581">
                  <c:v>358.1</c:v>
                </c:pt>
                <c:pt idx="3582">
                  <c:v>358.2</c:v>
                </c:pt>
                <c:pt idx="3583">
                  <c:v>358.3</c:v>
                </c:pt>
                <c:pt idx="3584">
                  <c:v>358.4</c:v>
                </c:pt>
                <c:pt idx="3585">
                  <c:v>358.5</c:v>
                </c:pt>
                <c:pt idx="3586">
                  <c:v>358.6</c:v>
                </c:pt>
                <c:pt idx="3587">
                  <c:v>358.7</c:v>
                </c:pt>
                <c:pt idx="3588">
                  <c:v>358.8</c:v>
                </c:pt>
                <c:pt idx="3589">
                  <c:v>358.9</c:v>
                </c:pt>
                <c:pt idx="3590">
                  <c:v>359</c:v>
                </c:pt>
                <c:pt idx="3591">
                  <c:v>359.1</c:v>
                </c:pt>
                <c:pt idx="3592">
                  <c:v>359.2</c:v>
                </c:pt>
                <c:pt idx="3593">
                  <c:v>359.3</c:v>
                </c:pt>
                <c:pt idx="3594">
                  <c:v>359.4</c:v>
                </c:pt>
                <c:pt idx="3595">
                  <c:v>359.5</c:v>
                </c:pt>
                <c:pt idx="3596">
                  <c:v>359.6</c:v>
                </c:pt>
                <c:pt idx="3597">
                  <c:v>359.7</c:v>
                </c:pt>
                <c:pt idx="3598">
                  <c:v>359.8</c:v>
                </c:pt>
                <c:pt idx="3599">
                  <c:v>359.9</c:v>
                </c:pt>
                <c:pt idx="3600">
                  <c:v>360</c:v>
                </c:pt>
                <c:pt idx="3601">
                  <c:v>360.1</c:v>
                </c:pt>
                <c:pt idx="3602">
                  <c:v>360.2</c:v>
                </c:pt>
                <c:pt idx="3603">
                  <c:v>360.3</c:v>
                </c:pt>
                <c:pt idx="3604">
                  <c:v>360.4</c:v>
                </c:pt>
                <c:pt idx="3605">
                  <c:v>360.5</c:v>
                </c:pt>
                <c:pt idx="3606">
                  <c:v>360.6</c:v>
                </c:pt>
                <c:pt idx="3607">
                  <c:v>360.7</c:v>
                </c:pt>
                <c:pt idx="3608">
                  <c:v>360.8</c:v>
                </c:pt>
                <c:pt idx="3609">
                  <c:v>360.9</c:v>
                </c:pt>
                <c:pt idx="3610">
                  <c:v>361</c:v>
                </c:pt>
                <c:pt idx="3611">
                  <c:v>361.1</c:v>
                </c:pt>
                <c:pt idx="3612">
                  <c:v>361.2</c:v>
                </c:pt>
                <c:pt idx="3613">
                  <c:v>361.3</c:v>
                </c:pt>
                <c:pt idx="3614">
                  <c:v>361.4</c:v>
                </c:pt>
                <c:pt idx="3615">
                  <c:v>361.5</c:v>
                </c:pt>
                <c:pt idx="3616">
                  <c:v>361.6</c:v>
                </c:pt>
                <c:pt idx="3617">
                  <c:v>361.7</c:v>
                </c:pt>
                <c:pt idx="3618">
                  <c:v>361.8</c:v>
                </c:pt>
                <c:pt idx="3619">
                  <c:v>361.9</c:v>
                </c:pt>
                <c:pt idx="3620">
                  <c:v>362</c:v>
                </c:pt>
                <c:pt idx="3621">
                  <c:v>362.1</c:v>
                </c:pt>
                <c:pt idx="3622">
                  <c:v>362.2</c:v>
                </c:pt>
                <c:pt idx="3623">
                  <c:v>362.3</c:v>
                </c:pt>
                <c:pt idx="3624">
                  <c:v>362.4</c:v>
                </c:pt>
                <c:pt idx="3625">
                  <c:v>362.5</c:v>
                </c:pt>
                <c:pt idx="3626">
                  <c:v>362.6</c:v>
                </c:pt>
                <c:pt idx="3627">
                  <c:v>362.7</c:v>
                </c:pt>
                <c:pt idx="3628">
                  <c:v>362.8</c:v>
                </c:pt>
                <c:pt idx="3629">
                  <c:v>362.9</c:v>
                </c:pt>
                <c:pt idx="3630">
                  <c:v>363</c:v>
                </c:pt>
                <c:pt idx="3631">
                  <c:v>363.1</c:v>
                </c:pt>
                <c:pt idx="3632">
                  <c:v>363.2</c:v>
                </c:pt>
                <c:pt idx="3633">
                  <c:v>363.3</c:v>
                </c:pt>
                <c:pt idx="3634">
                  <c:v>363.4</c:v>
                </c:pt>
                <c:pt idx="3635">
                  <c:v>363.5</c:v>
                </c:pt>
                <c:pt idx="3636">
                  <c:v>363.6</c:v>
                </c:pt>
                <c:pt idx="3637">
                  <c:v>363.7</c:v>
                </c:pt>
                <c:pt idx="3638">
                  <c:v>363.8</c:v>
                </c:pt>
                <c:pt idx="3639">
                  <c:v>363.9</c:v>
                </c:pt>
                <c:pt idx="3640">
                  <c:v>364</c:v>
                </c:pt>
                <c:pt idx="3641">
                  <c:v>364.1</c:v>
                </c:pt>
                <c:pt idx="3642">
                  <c:v>364.2</c:v>
                </c:pt>
                <c:pt idx="3643">
                  <c:v>364.3</c:v>
                </c:pt>
                <c:pt idx="3644">
                  <c:v>364.4</c:v>
                </c:pt>
                <c:pt idx="3645">
                  <c:v>364.5</c:v>
                </c:pt>
                <c:pt idx="3646">
                  <c:v>364.6</c:v>
                </c:pt>
                <c:pt idx="3647">
                  <c:v>364.7</c:v>
                </c:pt>
                <c:pt idx="3648">
                  <c:v>364.8</c:v>
                </c:pt>
                <c:pt idx="3649">
                  <c:v>364.9</c:v>
                </c:pt>
                <c:pt idx="3650">
                  <c:v>365</c:v>
                </c:pt>
                <c:pt idx="3651">
                  <c:v>365.1</c:v>
                </c:pt>
                <c:pt idx="3652">
                  <c:v>365.2</c:v>
                </c:pt>
                <c:pt idx="3653">
                  <c:v>365.3</c:v>
                </c:pt>
                <c:pt idx="3654">
                  <c:v>365.4</c:v>
                </c:pt>
                <c:pt idx="3655">
                  <c:v>365.5</c:v>
                </c:pt>
                <c:pt idx="3656">
                  <c:v>365.6</c:v>
                </c:pt>
                <c:pt idx="3657">
                  <c:v>365.7</c:v>
                </c:pt>
                <c:pt idx="3658">
                  <c:v>365.8</c:v>
                </c:pt>
                <c:pt idx="3659">
                  <c:v>365.9</c:v>
                </c:pt>
                <c:pt idx="3660">
                  <c:v>366</c:v>
                </c:pt>
                <c:pt idx="3661">
                  <c:v>366.1</c:v>
                </c:pt>
                <c:pt idx="3662">
                  <c:v>366.2</c:v>
                </c:pt>
                <c:pt idx="3663">
                  <c:v>366.3</c:v>
                </c:pt>
                <c:pt idx="3664">
                  <c:v>366.4</c:v>
                </c:pt>
                <c:pt idx="3665">
                  <c:v>366.5</c:v>
                </c:pt>
                <c:pt idx="3666">
                  <c:v>366.6</c:v>
                </c:pt>
                <c:pt idx="3667">
                  <c:v>366.7</c:v>
                </c:pt>
                <c:pt idx="3668">
                  <c:v>366.8</c:v>
                </c:pt>
                <c:pt idx="3669">
                  <c:v>366.9</c:v>
                </c:pt>
                <c:pt idx="3670">
                  <c:v>367</c:v>
                </c:pt>
                <c:pt idx="3671">
                  <c:v>367.1</c:v>
                </c:pt>
                <c:pt idx="3672">
                  <c:v>367.2</c:v>
                </c:pt>
                <c:pt idx="3673">
                  <c:v>367.3</c:v>
                </c:pt>
                <c:pt idx="3674">
                  <c:v>367.4</c:v>
                </c:pt>
                <c:pt idx="3675">
                  <c:v>367.5</c:v>
                </c:pt>
                <c:pt idx="3676">
                  <c:v>367.6</c:v>
                </c:pt>
                <c:pt idx="3677">
                  <c:v>367.7</c:v>
                </c:pt>
                <c:pt idx="3678">
                  <c:v>367.8</c:v>
                </c:pt>
                <c:pt idx="3679">
                  <c:v>367.9</c:v>
                </c:pt>
                <c:pt idx="3680">
                  <c:v>368</c:v>
                </c:pt>
                <c:pt idx="3681">
                  <c:v>368.1</c:v>
                </c:pt>
                <c:pt idx="3682">
                  <c:v>368.2</c:v>
                </c:pt>
                <c:pt idx="3683">
                  <c:v>368.3</c:v>
                </c:pt>
                <c:pt idx="3684">
                  <c:v>368.4</c:v>
                </c:pt>
                <c:pt idx="3685">
                  <c:v>368.5</c:v>
                </c:pt>
                <c:pt idx="3686">
                  <c:v>368.6</c:v>
                </c:pt>
                <c:pt idx="3687">
                  <c:v>368.7</c:v>
                </c:pt>
                <c:pt idx="3688">
                  <c:v>368.8</c:v>
                </c:pt>
                <c:pt idx="3689">
                  <c:v>368.9</c:v>
                </c:pt>
                <c:pt idx="3690">
                  <c:v>369</c:v>
                </c:pt>
                <c:pt idx="3691">
                  <c:v>369.1</c:v>
                </c:pt>
                <c:pt idx="3692">
                  <c:v>369.2</c:v>
                </c:pt>
                <c:pt idx="3693">
                  <c:v>369.3</c:v>
                </c:pt>
                <c:pt idx="3694">
                  <c:v>369.4</c:v>
                </c:pt>
                <c:pt idx="3695">
                  <c:v>369.5</c:v>
                </c:pt>
                <c:pt idx="3696">
                  <c:v>369.6</c:v>
                </c:pt>
                <c:pt idx="3697">
                  <c:v>369.7</c:v>
                </c:pt>
                <c:pt idx="3698">
                  <c:v>369.8</c:v>
                </c:pt>
                <c:pt idx="3699">
                  <c:v>369.9</c:v>
                </c:pt>
                <c:pt idx="3700">
                  <c:v>370</c:v>
                </c:pt>
                <c:pt idx="3701">
                  <c:v>370.1</c:v>
                </c:pt>
                <c:pt idx="3702">
                  <c:v>370.2</c:v>
                </c:pt>
                <c:pt idx="3703">
                  <c:v>370.3</c:v>
                </c:pt>
                <c:pt idx="3704">
                  <c:v>370.4</c:v>
                </c:pt>
                <c:pt idx="3705">
                  <c:v>370.5</c:v>
                </c:pt>
                <c:pt idx="3706">
                  <c:v>370.6</c:v>
                </c:pt>
                <c:pt idx="3707">
                  <c:v>370.7</c:v>
                </c:pt>
                <c:pt idx="3708">
                  <c:v>370.8</c:v>
                </c:pt>
                <c:pt idx="3709">
                  <c:v>370.9</c:v>
                </c:pt>
                <c:pt idx="3710">
                  <c:v>371</c:v>
                </c:pt>
                <c:pt idx="3711">
                  <c:v>371.1</c:v>
                </c:pt>
                <c:pt idx="3712">
                  <c:v>371.2</c:v>
                </c:pt>
                <c:pt idx="3713">
                  <c:v>371.3</c:v>
                </c:pt>
                <c:pt idx="3714">
                  <c:v>371.4</c:v>
                </c:pt>
                <c:pt idx="3715">
                  <c:v>371.5</c:v>
                </c:pt>
                <c:pt idx="3716">
                  <c:v>371.6</c:v>
                </c:pt>
                <c:pt idx="3717">
                  <c:v>371.7</c:v>
                </c:pt>
                <c:pt idx="3718">
                  <c:v>371.8</c:v>
                </c:pt>
                <c:pt idx="3719">
                  <c:v>371.9</c:v>
                </c:pt>
                <c:pt idx="3720">
                  <c:v>372</c:v>
                </c:pt>
                <c:pt idx="3721">
                  <c:v>372.1</c:v>
                </c:pt>
                <c:pt idx="3722">
                  <c:v>372.2</c:v>
                </c:pt>
                <c:pt idx="3723">
                  <c:v>372.3</c:v>
                </c:pt>
                <c:pt idx="3724">
                  <c:v>372.4</c:v>
                </c:pt>
                <c:pt idx="3725">
                  <c:v>372.5</c:v>
                </c:pt>
                <c:pt idx="3726">
                  <c:v>372.6</c:v>
                </c:pt>
                <c:pt idx="3727">
                  <c:v>372.7</c:v>
                </c:pt>
                <c:pt idx="3728">
                  <c:v>372.8</c:v>
                </c:pt>
                <c:pt idx="3729">
                  <c:v>372.9</c:v>
                </c:pt>
                <c:pt idx="3730">
                  <c:v>373</c:v>
                </c:pt>
                <c:pt idx="3731">
                  <c:v>373.1</c:v>
                </c:pt>
                <c:pt idx="3732">
                  <c:v>373.2</c:v>
                </c:pt>
                <c:pt idx="3733">
                  <c:v>373.3</c:v>
                </c:pt>
                <c:pt idx="3734">
                  <c:v>373.4</c:v>
                </c:pt>
                <c:pt idx="3735">
                  <c:v>373.5</c:v>
                </c:pt>
                <c:pt idx="3736">
                  <c:v>373.6</c:v>
                </c:pt>
                <c:pt idx="3737">
                  <c:v>373.7</c:v>
                </c:pt>
                <c:pt idx="3738">
                  <c:v>373.8</c:v>
                </c:pt>
                <c:pt idx="3739">
                  <c:v>373.9</c:v>
                </c:pt>
                <c:pt idx="3740">
                  <c:v>374</c:v>
                </c:pt>
                <c:pt idx="3741">
                  <c:v>374.1</c:v>
                </c:pt>
                <c:pt idx="3742">
                  <c:v>374.2</c:v>
                </c:pt>
                <c:pt idx="3743">
                  <c:v>374.3</c:v>
                </c:pt>
                <c:pt idx="3744">
                  <c:v>374.4</c:v>
                </c:pt>
                <c:pt idx="3745">
                  <c:v>374.5</c:v>
                </c:pt>
                <c:pt idx="3746">
                  <c:v>374.6</c:v>
                </c:pt>
                <c:pt idx="3747">
                  <c:v>374.7</c:v>
                </c:pt>
                <c:pt idx="3748">
                  <c:v>374.8</c:v>
                </c:pt>
                <c:pt idx="3749">
                  <c:v>374.9</c:v>
                </c:pt>
                <c:pt idx="3750">
                  <c:v>375</c:v>
                </c:pt>
                <c:pt idx="3751">
                  <c:v>375.1</c:v>
                </c:pt>
                <c:pt idx="3752">
                  <c:v>375.2</c:v>
                </c:pt>
                <c:pt idx="3753">
                  <c:v>375.3</c:v>
                </c:pt>
                <c:pt idx="3754">
                  <c:v>375.4</c:v>
                </c:pt>
                <c:pt idx="3755">
                  <c:v>375.5</c:v>
                </c:pt>
                <c:pt idx="3756">
                  <c:v>375.6</c:v>
                </c:pt>
                <c:pt idx="3757">
                  <c:v>375.7</c:v>
                </c:pt>
                <c:pt idx="3758">
                  <c:v>375.8</c:v>
                </c:pt>
                <c:pt idx="3759">
                  <c:v>375.9</c:v>
                </c:pt>
                <c:pt idx="3760">
                  <c:v>376</c:v>
                </c:pt>
                <c:pt idx="3761">
                  <c:v>376.1</c:v>
                </c:pt>
                <c:pt idx="3762">
                  <c:v>376.2</c:v>
                </c:pt>
                <c:pt idx="3763">
                  <c:v>376.3</c:v>
                </c:pt>
                <c:pt idx="3764">
                  <c:v>376.4</c:v>
                </c:pt>
                <c:pt idx="3765">
                  <c:v>376.5</c:v>
                </c:pt>
                <c:pt idx="3766">
                  <c:v>376.6</c:v>
                </c:pt>
                <c:pt idx="3767">
                  <c:v>376.7</c:v>
                </c:pt>
                <c:pt idx="3768">
                  <c:v>376.8</c:v>
                </c:pt>
                <c:pt idx="3769">
                  <c:v>376.9</c:v>
                </c:pt>
                <c:pt idx="3770">
                  <c:v>377</c:v>
                </c:pt>
                <c:pt idx="3771">
                  <c:v>377.1</c:v>
                </c:pt>
                <c:pt idx="3772">
                  <c:v>377.2</c:v>
                </c:pt>
                <c:pt idx="3773">
                  <c:v>377.3</c:v>
                </c:pt>
                <c:pt idx="3774">
                  <c:v>377.4</c:v>
                </c:pt>
                <c:pt idx="3775">
                  <c:v>377.5</c:v>
                </c:pt>
                <c:pt idx="3776">
                  <c:v>377.6</c:v>
                </c:pt>
                <c:pt idx="3777">
                  <c:v>377.7</c:v>
                </c:pt>
                <c:pt idx="3778">
                  <c:v>377.8</c:v>
                </c:pt>
                <c:pt idx="3779">
                  <c:v>377.9</c:v>
                </c:pt>
                <c:pt idx="3780">
                  <c:v>378</c:v>
                </c:pt>
                <c:pt idx="3781">
                  <c:v>378.1</c:v>
                </c:pt>
                <c:pt idx="3782">
                  <c:v>378.2</c:v>
                </c:pt>
                <c:pt idx="3783">
                  <c:v>378.3</c:v>
                </c:pt>
                <c:pt idx="3784">
                  <c:v>378.4</c:v>
                </c:pt>
                <c:pt idx="3785">
                  <c:v>378.5</c:v>
                </c:pt>
                <c:pt idx="3786">
                  <c:v>378.6</c:v>
                </c:pt>
                <c:pt idx="3787">
                  <c:v>378.7</c:v>
                </c:pt>
                <c:pt idx="3788">
                  <c:v>378.8</c:v>
                </c:pt>
                <c:pt idx="3789">
                  <c:v>378.9</c:v>
                </c:pt>
                <c:pt idx="3790">
                  <c:v>379</c:v>
                </c:pt>
                <c:pt idx="3791">
                  <c:v>379.1</c:v>
                </c:pt>
                <c:pt idx="3792">
                  <c:v>379.2</c:v>
                </c:pt>
                <c:pt idx="3793">
                  <c:v>379.3</c:v>
                </c:pt>
                <c:pt idx="3794">
                  <c:v>379.4</c:v>
                </c:pt>
                <c:pt idx="3795">
                  <c:v>379.5</c:v>
                </c:pt>
                <c:pt idx="3796">
                  <c:v>379.6</c:v>
                </c:pt>
                <c:pt idx="3797">
                  <c:v>379.7</c:v>
                </c:pt>
                <c:pt idx="3798">
                  <c:v>379.8</c:v>
                </c:pt>
                <c:pt idx="3799">
                  <c:v>379.9</c:v>
                </c:pt>
                <c:pt idx="3800">
                  <c:v>380</c:v>
                </c:pt>
                <c:pt idx="3801">
                  <c:v>380.1</c:v>
                </c:pt>
                <c:pt idx="3802">
                  <c:v>380.2</c:v>
                </c:pt>
                <c:pt idx="3803">
                  <c:v>380.3</c:v>
                </c:pt>
                <c:pt idx="3804">
                  <c:v>380.4</c:v>
                </c:pt>
                <c:pt idx="3805">
                  <c:v>380.5</c:v>
                </c:pt>
                <c:pt idx="3806">
                  <c:v>380.6</c:v>
                </c:pt>
                <c:pt idx="3807">
                  <c:v>380.7</c:v>
                </c:pt>
                <c:pt idx="3808">
                  <c:v>380.8</c:v>
                </c:pt>
                <c:pt idx="3809">
                  <c:v>380.9</c:v>
                </c:pt>
                <c:pt idx="3810">
                  <c:v>381</c:v>
                </c:pt>
                <c:pt idx="3811">
                  <c:v>381.1</c:v>
                </c:pt>
                <c:pt idx="3812">
                  <c:v>381.2</c:v>
                </c:pt>
                <c:pt idx="3813">
                  <c:v>381.3</c:v>
                </c:pt>
                <c:pt idx="3814">
                  <c:v>381.4</c:v>
                </c:pt>
                <c:pt idx="3815">
                  <c:v>381.5</c:v>
                </c:pt>
                <c:pt idx="3816">
                  <c:v>381.6</c:v>
                </c:pt>
                <c:pt idx="3817">
                  <c:v>381.7</c:v>
                </c:pt>
                <c:pt idx="3818">
                  <c:v>381.8</c:v>
                </c:pt>
                <c:pt idx="3819">
                  <c:v>381.9</c:v>
                </c:pt>
                <c:pt idx="3820">
                  <c:v>382</c:v>
                </c:pt>
                <c:pt idx="3821">
                  <c:v>382.1</c:v>
                </c:pt>
                <c:pt idx="3822">
                  <c:v>382.2</c:v>
                </c:pt>
                <c:pt idx="3823">
                  <c:v>382.3</c:v>
                </c:pt>
                <c:pt idx="3824">
                  <c:v>382.4</c:v>
                </c:pt>
                <c:pt idx="3825">
                  <c:v>382.5</c:v>
                </c:pt>
                <c:pt idx="3826">
                  <c:v>382.6</c:v>
                </c:pt>
                <c:pt idx="3827">
                  <c:v>382.7</c:v>
                </c:pt>
                <c:pt idx="3828">
                  <c:v>382.8</c:v>
                </c:pt>
                <c:pt idx="3829">
                  <c:v>382.9</c:v>
                </c:pt>
                <c:pt idx="3830">
                  <c:v>383</c:v>
                </c:pt>
                <c:pt idx="3831">
                  <c:v>383.1</c:v>
                </c:pt>
                <c:pt idx="3832">
                  <c:v>383.2</c:v>
                </c:pt>
                <c:pt idx="3833">
                  <c:v>383.3</c:v>
                </c:pt>
                <c:pt idx="3834">
                  <c:v>383.4</c:v>
                </c:pt>
                <c:pt idx="3835">
                  <c:v>383.5</c:v>
                </c:pt>
                <c:pt idx="3836">
                  <c:v>383.6</c:v>
                </c:pt>
                <c:pt idx="3837">
                  <c:v>383.7</c:v>
                </c:pt>
                <c:pt idx="3838">
                  <c:v>383.8</c:v>
                </c:pt>
                <c:pt idx="3839">
                  <c:v>383.9</c:v>
                </c:pt>
                <c:pt idx="3840">
                  <c:v>384</c:v>
                </c:pt>
                <c:pt idx="3841">
                  <c:v>384.1</c:v>
                </c:pt>
                <c:pt idx="3842">
                  <c:v>384.2</c:v>
                </c:pt>
                <c:pt idx="3843">
                  <c:v>384.3</c:v>
                </c:pt>
                <c:pt idx="3844">
                  <c:v>384.4</c:v>
                </c:pt>
                <c:pt idx="3845">
                  <c:v>384.5</c:v>
                </c:pt>
                <c:pt idx="3846">
                  <c:v>384.6</c:v>
                </c:pt>
                <c:pt idx="3847">
                  <c:v>384.7</c:v>
                </c:pt>
                <c:pt idx="3848">
                  <c:v>384.8</c:v>
                </c:pt>
                <c:pt idx="3849">
                  <c:v>384.9</c:v>
                </c:pt>
                <c:pt idx="3850">
                  <c:v>385</c:v>
                </c:pt>
                <c:pt idx="3851">
                  <c:v>385.1</c:v>
                </c:pt>
                <c:pt idx="3852">
                  <c:v>385.2</c:v>
                </c:pt>
                <c:pt idx="3853">
                  <c:v>385.3</c:v>
                </c:pt>
                <c:pt idx="3854">
                  <c:v>385.4</c:v>
                </c:pt>
                <c:pt idx="3855">
                  <c:v>385.5</c:v>
                </c:pt>
                <c:pt idx="3856">
                  <c:v>385.6</c:v>
                </c:pt>
                <c:pt idx="3857">
                  <c:v>385.7</c:v>
                </c:pt>
                <c:pt idx="3858">
                  <c:v>385.8</c:v>
                </c:pt>
                <c:pt idx="3859">
                  <c:v>385.9</c:v>
                </c:pt>
                <c:pt idx="3860">
                  <c:v>386</c:v>
                </c:pt>
                <c:pt idx="3861">
                  <c:v>386.1</c:v>
                </c:pt>
                <c:pt idx="3862">
                  <c:v>386.2</c:v>
                </c:pt>
                <c:pt idx="3863">
                  <c:v>386.3</c:v>
                </c:pt>
                <c:pt idx="3864">
                  <c:v>386.4</c:v>
                </c:pt>
                <c:pt idx="3865">
                  <c:v>386.5</c:v>
                </c:pt>
                <c:pt idx="3866">
                  <c:v>386.6</c:v>
                </c:pt>
                <c:pt idx="3867">
                  <c:v>386.7</c:v>
                </c:pt>
                <c:pt idx="3868">
                  <c:v>386.8</c:v>
                </c:pt>
                <c:pt idx="3869">
                  <c:v>386.9</c:v>
                </c:pt>
                <c:pt idx="3870">
                  <c:v>387</c:v>
                </c:pt>
                <c:pt idx="3871">
                  <c:v>387.1</c:v>
                </c:pt>
                <c:pt idx="3872">
                  <c:v>387.2</c:v>
                </c:pt>
                <c:pt idx="3873">
                  <c:v>387.3</c:v>
                </c:pt>
                <c:pt idx="3874">
                  <c:v>387.4</c:v>
                </c:pt>
                <c:pt idx="3875">
                  <c:v>387.5</c:v>
                </c:pt>
                <c:pt idx="3876">
                  <c:v>387.6</c:v>
                </c:pt>
                <c:pt idx="3877">
                  <c:v>387.7</c:v>
                </c:pt>
                <c:pt idx="3878">
                  <c:v>387.8</c:v>
                </c:pt>
                <c:pt idx="3879">
                  <c:v>387.9</c:v>
                </c:pt>
                <c:pt idx="3880">
                  <c:v>388</c:v>
                </c:pt>
                <c:pt idx="3881">
                  <c:v>388.1</c:v>
                </c:pt>
                <c:pt idx="3882">
                  <c:v>388.2</c:v>
                </c:pt>
                <c:pt idx="3883">
                  <c:v>388.3</c:v>
                </c:pt>
                <c:pt idx="3884">
                  <c:v>388.4</c:v>
                </c:pt>
                <c:pt idx="3885">
                  <c:v>388.5</c:v>
                </c:pt>
                <c:pt idx="3886">
                  <c:v>388.6</c:v>
                </c:pt>
                <c:pt idx="3887">
                  <c:v>388.7</c:v>
                </c:pt>
                <c:pt idx="3888">
                  <c:v>388.8</c:v>
                </c:pt>
                <c:pt idx="3889">
                  <c:v>388.9</c:v>
                </c:pt>
                <c:pt idx="3890">
                  <c:v>389</c:v>
                </c:pt>
                <c:pt idx="3891">
                  <c:v>389.1</c:v>
                </c:pt>
                <c:pt idx="3892">
                  <c:v>389.2</c:v>
                </c:pt>
                <c:pt idx="3893">
                  <c:v>389.3</c:v>
                </c:pt>
                <c:pt idx="3894">
                  <c:v>389.4</c:v>
                </c:pt>
                <c:pt idx="3895">
                  <c:v>389.5</c:v>
                </c:pt>
                <c:pt idx="3896">
                  <c:v>389.6</c:v>
                </c:pt>
                <c:pt idx="3897">
                  <c:v>389.7</c:v>
                </c:pt>
                <c:pt idx="3898">
                  <c:v>389.8</c:v>
                </c:pt>
                <c:pt idx="3899">
                  <c:v>389.9</c:v>
                </c:pt>
                <c:pt idx="3900">
                  <c:v>390</c:v>
                </c:pt>
                <c:pt idx="3901">
                  <c:v>390.1</c:v>
                </c:pt>
                <c:pt idx="3902">
                  <c:v>390.2</c:v>
                </c:pt>
                <c:pt idx="3903">
                  <c:v>390.3</c:v>
                </c:pt>
                <c:pt idx="3904">
                  <c:v>390.4</c:v>
                </c:pt>
                <c:pt idx="3905">
                  <c:v>390.5</c:v>
                </c:pt>
                <c:pt idx="3906">
                  <c:v>390.6</c:v>
                </c:pt>
                <c:pt idx="3907">
                  <c:v>390.7</c:v>
                </c:pt>
                <c:pt idx="3908">
                  <c:v>390.8</c:v>
                </c:pt>
                <c:pt idx="3909">
                  <c:v>390.9</c:v>
                </c:pt>
                <c:pt idx="3910">
                  <c:v>391</c:v>
                </c:pt>
                <c:pt idx="3911">
                  <c:v>391.1</c:v>
                </c:pt>
                <c:pt idx="3912">
                  <c:v>391.2</c:v>
                </c:pt>
                <c:pt idx="3913">
                  <c:v>391.3</c:v>
                </c:pt>
                <c:pt idx="3914">
                  <c:v>391.4</c:v>
                </c:pt>
                <c:pt idx="3915">
                  <c:v>391.5</c:v>
                </c:pt>
                <c:pt idx="3916">
                  <c:v>391.6</c:v>
                </c:pt>
                <c:pt idx="3917">
                  <c:v>391.7</c:v>
                </c:pt>
                <c:pt idx="3918">
                  <c:v>391.8</c:v>
                </c:pt>
                <c:pt idx="3919">
                  <c:v>391.9</c:v>
                </c:pt>
                <c:pt idx="3920">
                  <c:v>392</c:v>
                </c:pt>
                <c:pt idx="3921">
                  <c:v>392.1</c:v>
                </c:pt>
                <c:pt idx="3922">
                  <c:v>392.2</c:v>
                </c:pt>
                <c:pt idx="3923">
                  <c:v>392.3</c:v>
                </c:pt>
                <c:pt idx="3924">
                  <c:v>392.4</c:v>
                </c:pt>
                <c:pt idx="3925">
                  <c:v>392.5</c:v>
                </c:pt>
                <c:pt idx="3926">
                  <c:v>392.6</c:v>
                </c:pt>
                <c:pt idx="3927">
                  <c:v>392.7</c:v>
                </c:pt>
                <c:pt idx="3928">
                  <c:v>392.8</c:v>
                </c:pt>
                <c:pt idx="3929">
                  <c:v>392.9</c:v>
                </c:pt>
                <c:pt idx="3930">
                  <c:v>393</c:v>
                </c:pt>
                <c:pt idx="3931">
                  <c:v>393.1</c:v>
                </c:pt>
                <c:pt idx="3932">
                  <c:v>393.2</c:v>
                </c:pt>
                <c:pt idx="3933">
                  <c:v>393.3</c:v>
                </c:pt>
                <c:pt idx="3934">
                  <c:v>393.4</c:v>
                </c:pt>
                <c:pt idx="3935">
                  <c:v>393.5</c:v>
                </c:pt>
                <c:pt idx="3936">
                  <c:v>393.6</c:v>
                </c:pt>
                <c:pt idx="3937">
                  <c:v>393.7</c:v>
                </c:pt>
                <c:pt idx="3938">
                  <c:v>393.8</c:v>
                </c:pt>
                <c:pt idx="3939">
                  <c:v>393.9</c:v>
                </c:pt>
                <c:pt idx="3940">
                  <c:v>394</c:v>
                </c:pt>
                <c:pt idx="3941">
                  <c:v>394.1</c:v>
                </c:pt>
                <c:pt idx="3942">
                  <c:v>394.2</c:v>
                </c:pt>
                <c:pt idx="3943">
                  <c:v>394.3</c:v>
                </c:pt>
                <c:pt idx="3944">
                  <c:v>394.4</c:v>
                </c:pt>
                <c:pt idx="3945">
                  <c:v>394.5</c:v>
                </c:pt>
                <c:pt idx="3946">
                  <c:v>394.6</c:v>
                </c:pt>
                <c:pt idx="3947">
                  <c:v>394.7</c:v>
                </c:pt>
                <c:pt idx="3948">
                  <c:v>394.8</c:v>
                </c:pt>
                <c:pt idx="3949">
                  <c:v>394.9</c:v>
                </c:pt>
                <c:pt idx="3950">
                  <c:v>395</c:v>
                </c:pt>
                <c:pt idx="3951">
                  <c:v>395.1</c:v>
                </c:pt>
                <c:pt idx="3952">
                  <c:v>395.2</c:v>
                </c:pt>
                <c:pt idx="3953">
                  <c:v>395.3</c:v>
                </c:pt>
                <c:pt idx="3954">
                  <c:v>395.4</c:v>
                </c:pt>
                <c:pt idx="3955">
                  <c:v>395.5</c:v>
                </c:pt>
                <c:pt idx="3956">
                  <c:v>395.6</c:v>
                </c:pt>
                <c:pt idx="3957">
                  <c:v>395.7</c:v>
                </c:pt>
                <c:pt idx="3958">
                  <c:v>395.8</c:v>
                </c:pt>
                <c:pt idx="3959">
                  <c:v>395.9</c:v>
                </c:pt>
                <c:pt idx="3960">
                  <c:v>396</c:v>
                </c:pt>
                <c:pt idx="3961">
                  <c:v>396.1</c:v>
                </c:pt>
                <c:pt idx="3962">
                  <c:v>396.2</c:v>
                </c:pt>
                <c:pt idx="3963">
                  <c:v>396.3</c:v>
                </c:pt>
                <c:pt idx="3964">
                  <c:v>396.4</c:v>
                </c:pt>
                <c:pt idx="3965">
                  <c:v>396.5</c:v>
                </c:pt>
                <c:pt idx="3966">
                  <c:v>396.6</c:v>
                </c:pt>
                <c:pt idx="3967">
                  <c:v>396.7</c:v>
                </c:pt>
                <c:pt idx="3968">
                  <c:v>396.8</c:v>
                </c:pt>
                <c:pt idx="3969">
                  <c:v>396.9</c:v>
                </c:pt>
                <c:pt idx="3970">
                  <c:v>397</c:v>
                </c:pt>
                <c:pt idx="3971">
                  <c:v>397.1</c:v>
                </c:pt>
                <c:pt idx="3972">
                  <c:v>397.2</c:v>
                </c:pt>
                <c:pt idx="3973">
                  <c:v>397.3</c:v>
                </c:pt>
                <c:pt idx="3974">
                  <c:v>397.4</c:v>
                </c:pt>
                <c:pt idx="3975">
                  <c:v>397.5</c:v>
                </c:pt>
                <c:pt idx="3976">
                  <c:v>397.6</c:v>
                </c:pt>
                <c:pt idx="3977">
                  <c:v>397.7</c:v>
                </c:pt>
                <c:pt idx="3978">
                  <c:v>397.8</c:v>
                </c:pt>
                <c:pt idx="3979">
                  <c:v>397.9</c:v>
                </c:pt>
                <c:pt idx="3980">
                  <c:v>398</c:v>
                </c:pt>
                <c:pt idx="3981">
                  <c:v>398.1</c:v>
                </c:pt>
                <c:pt idx="3982">
                  <c:v>398.2</c:v>
                </c:pt>
                <c:pt idx="3983">
                  <c:v>398.3</c:v>
                </c:pt>
                <c:pt idx="3984">
                  <c:v>398.4</c:v>
                </c:pt>
                <c:pt idx="3985">
                  <c:v>398.5</c:v>
                </c:pt>
                <c:pt idx="3986">
                  <c:v>398.6</c:v>
                </c:pt>
                <c:pt idx="3987">
                  <c:v>398.7</c:v>
                </c:pt>
                <c:pt idx="3988">
                  <c:v>398.8</c:v>
                </c:pt>
                <c:pt idx="3989">
                  <c:v>398.9</c:v>
                </c:pt>
                <c:pt idx="3990">
                  <c:v>399</c:v>
                </c:pt>
                <c:pt idx="3991">
                  <c:v>399.1</c:v>
                </c:pt>
                <c:pt idx="3992">
                  <c:v>399.2</c:v>
                </c:pt>
                <c:pt idx="3993">
                  <c:v>399.3</c:v>
                </c:pt>
                <c:pt idx="3994">
                  <c:v>399.4</c:v>
                </c:pt>
                <c:pt idx="3995">
                  <c:v>399.5</c:v>
                </c:pt>
                <c:pt idx="3996">
                  <c:v>399.6</c:v>
                </c:pt>
                <c:pt idx="3997">
                  <c:v>399.7</c:v>
                </c:pt>
                <c:pt idx="3998">
                  <c:v>399.8</c:v>
                </c:pt>
                <c:pt idx="3999">
                  <c:v>399.9</c:v>
                </c:pt>
                <c:pt idx="4000">
                  <c:v>400</c:v>
                </c:pt>
                <c:pt idx="4001">
                  <c:v>400.1</c:v>
                </c:pt>
                <c:pt idx="4002">
                  <c:v>400.2</c:v>
                </c:pt>
                <c:pt idx="4003">
                  <c:v>400.3</c:v>
                </c:pt>
                <c:pt idx="4004">
                  <c:v>400.4</c:v>
                </c:pt>
                <c:pt idx="4005">
                  <c:v>400.5</c:v>
                </c:pt>
                <c:pt idx="4006">
                  <c:v>400.6</c:v>
                </c:pt>
                <c:pt idx="4007">
                  <c:v>400.7</c:v>
                </c:pt>
                <c:pt idx="4008">
                  <c:v>400.8</c:v>
                </c:pt>
                <c:pt idx="4009">
                  <c:v>400.9</c:v>
                </c:pt>
                <c:pt idx="4010">
                  <c:v>401</c:v>
                </c:pt>
                <c:pt idx="4011">
                  <c:v>401.1</c:v>
                </c:pt>
                <c:pt idx="4012">
                  <c:v>401.2</c:v>
                </c:pt>
                <c:pt idx="4013">
                  <c:v>401.3</c:v>
                </c:pt>
                <c:pt idx="4014">
                  <c:v>401.4</c:v>
                </c:pt>
                <c:pt idx="4015">
                  <c:v>401.5</c:v>
                </c:pt>
                <c:pt idx="4016">
                  <c:v>401.6</c:v>
                </c:pt>
                <c:pt idx="4017">
                  <c:v>401.7</c:v>
                </c:pt>
                <c:pt idx="4018">
                  <c:v>401.8</c:v>
                </c:pt>
                <c:pt idx="4019">
                  <c:v>401.9</c:v>
                </c:pt>
                <c:pt idx="4020">
                  <c:v>402</c:v>
                </c:pt>
                <c:pt idx="4021">
                  <c:v>402.1</c:v>
                </c:pt>
                <c:pt idx="4022">
                  <c:v>402.2</c:v>
                </c:pt>
                <c:pt idx="4023">
                  <c:v>402.3</c:v>
                </c:pt>
                <c:pt idx="4024">
                  <c:v>402.4</c:v>
                </c:pt>
                <c:pt idx="4025">
                  <c:v>402.5</c:v>
                </c:pt>
                <c:pt idx="4026">
                  <c:v>402.6</c:v>
                </c:pt>
                <c:pt idx="4027">
                  <c:v>402.7</c:v>
                </c:pt>
                <c:pt idx="4028">
                  <c:v>402.8</c:v>
                </c:pt>
                <c:pt idx="4029">
                  <c:v>402.9</c:v>
                </c:pt>
                <c:pt idx="4030">
                  <c:v>403</c:v>
                </c:pt>
                <c:pt idx="4031">
                  <c:v>403.1</c:v>
                </c:pt>
                <c:pt idx="4032">
                  <c:v>403.2</c:v>
                </c:pt>
                <c:pt idx="4033">
                  <c:v>403.3</c:v>
                </c:pt>
                <c:pt idx="4034">
                  <c:v>403.4</c:v>
                </c:pt>
                <c:pt idx="4035">
                  <c:v>403.5</c:v>
                </c:pt>
                <c:pt idx="4036">
                  <c:v>403.6</c:v>
                </c:pt>
                <c:pt idx="4037">
                  <c:v>403.7</c:v>
                </c:pt>
                <c:pt idx="4038">
                  <c:v>403.8</c:v>
                </c:pt>
                <c:pt idx="4039">
                  <c:v>403.9</c:v>
                </c:pt>
                <c:pt idx="4040">
                  <c:v>404</c:v>
                </c:pt>
                <c:pt idx="4041">
                  <c:v>404.1</c:v>
                </c:pt>
                <c:pt idx="4042">
                  <c:v>404.2</c:v>
                </c:pt>
                <c:pt idx="4043">
                  <c:v>404.3</c:v>
                </c:pt>
                <c:pt idx="4044">
                  <c:v>404.4</c:v>
                </c:pt>
                <c:pt idx="4045">
                  <c:v>404.5</c:v>
                </c:pt>
                <c:pt idx="4046">
                  <c:v>404.6</c:v>
                </c:pt>
                <c:pt idx="4047">
                  <c:v>404.7</c:v>
                </c:pt>
                <c:pt idx="4048">
                  <c:v>404.8</c:v>
                </c:pt>
                <c:pt idx="4049">
                  <c:v>404.9</c:v>
                </c:pt>
                <c:pt idx="4050">
                  <c:v>405</c:v>
                </c:pt>
                <c:pt idx="4051">
                  <c:v>405.1</c:v>
                </c:pt>
                <c:pt idx="4052">
                  <c:v>405.2</c:v>
                </c:pt>
                <c:pt idx="4053">
                  <c:v>405.3</c:v>
                </c:pt>
                <c:pt idx="4054">
                  <c:v>405.4</c:v>
                </c:pt>
                <c:pt idx="4055">
                  <c:v>405.5</c:v>
                </c:pt>
                <c:pt idx="4056">
                  <c:v>405.6</c:v>
                </c:pt>
                <c:pt idx="4057">
                  <c:v>405.7</c:v>
                </c:pt>
                <c:pt idx="4058">
                  <c:v>405.8</c:v>
                </c:pt>
                <c:pt idx="4059">
                  <c:v>405.9</c:v>
                </c:pt>
                <c:pt idx="4060">
                  <c:v>406</c:v>
                </c:pt>
                <c:pt idx="4061">
                  <c:v>406.1</c:v>
                </c:pt>
                <c:pt idx="4062">
                  <c:v>406.2</c:v>
                </c:pt>
                <c:pt idx="4063">
                  <c:v>406.3</c:v>
                </c:pt>
                <c:pt idx="4064">
                  <c:v>406.4</c:v>
                </c:pt>
                <c:pt idx="4065">
                  <c:v>406.5</c:v>
                </c:pt>
                <c:pt idx="4066">
                  <c:v>406.6</c:v>
                </c:pt>
                <c:pt idx="4067">
                  <c:v>406.7</c:v>
                </c:pt>
                <c:pt idx="4068">
                  <c:v>406.8</c:v>
                </c:pt>
                <c:pt idx="4069">
                  <c:v>406.9</c:v>
                </c:pt>
                <c:pt idx="4070">
                  <c:v>407</c:v>
                </c:pt>
                <c:pt idx="4071">
                  <c:v>407.1</c:v>
                </c:pt>
                <c:pt idx="4072">
                  <c:v>407.2</c:v>
                </c:pt>
                <c:pt idx="4073">
                  <c:v>407.3</c:v>
                </c:pt>
                <c:pt idx="4074">
                  <c:v>407.4</c:v>
                </c:pt>
                <c:pt idx="4075">
                  <c:v>407.5</c:v>
                </c:pt>
                <c:pt idx="4076">
                  <c:v>407.6</c:v>
                </c:pt>
                <c:pt idx="4077">
                  <c:v>407.7</c:v>
                </c:pt>
                <c:pt idx="4078">
                  <c:v>407.8</c:v>
                </c:pt>
                <c:pt idx="4079">
                  <c:v>407.9</c:v>
                </c:pt>
                <c:pt idx="4080">
                  <c:v>408</c:v>
                </c:pt>
                <c:pt idx="4081">
                  <c:v>408.1</c:v>
                </c:pt>
                <c:pt idx="4082">
                  <c:v>408.2</c:v>
                </c:pt>
                <c:pt idx="4083">
                  <c:v>408.3</c:v>
                </c:pt>
                <c:pt idx="4084">
                  <c:v>408.4</c:v>
                </c:pt>
                <c:pt idx="4085">
                  <c:v>408.5</c:v>
                </c:pt>
                <c:pt idx="4086">
                  <c:v>408.6</c:v>
                </c:pt>
                <c:pt idx="4087">
                  <c:v>408.7</c:v>
                </c:pt>
                <c:pt idx="4088">
                  <c:v>408.8</c:v>
                </c:pt>
                <c:pt idx="4089">
                  <c:v>408.9</c:v>
                </c:pt>
                <c:pt idx="4090">
                  <c:v>409</c:v>
                </c:pt>
                <c:pt idx="4091">
                  <c:v>409.1</c:v>
                </c:pt>
                <c:pt idx="4092">
                  <c:v>409.2</c:v>
                </c:pt>
                <c:pt idx="4093">
                  <c:v>409.3</c:v>
                </c:pt>
                <c:pt idx="4094">
                  <c:v>409.4</c:v>
                </c:pt>
                <c:pt idx="4095">
                  <c:v>409.5</c:v>
                </c:pt>
                <c:pt idx="4096">
                  <c:v>409.6</c:v>
                </c:pt>
                <c:pt idx="4097">
                  <c:v>409.7</c:v>
                </c:pt>
                <c:pt idx="4098">
                  <c:v>409.8</c:v>
                </c:pt>
                <c:pt idx="4099">
                  <c:v>409.9</c:v>
                </c:pt>
                <c:pt idx="4100">
                  <c:v>410</c:v>
                </c:pt>
                <c:pt idx="4101">
                  <c:v>410.1</c:v>
                </c:pt>
                <c:pt idx="4102">
                  <c:v>410.2</c:v>
                </c:pt>
                <c:pt idx="4103">
                  <c:v>410.3</c:v>
                </c:pt>
                <c:pt idx="4104">
                  <c:v>410.4</c:v>
                </c:pt>
                <c:pt idx="4105">
                  <c:v>410.5</c:v>
                </c:pt>
                <c:pt idx="4106">
                  <c:v>410.6</c:v>
                </c:pt>
                <c:pt idx="4107">
                  <c:v>410.7</c:v>
                </c:pt>
                <c:pt idx="4108">
                  <c:v>410.8</c:v>
                </c:pt>
                <c:pt idx="4109">
                  <c:v>410.9</c:v>
                </c:pt>
                <c:pt idx="4110">
                  <c:v>411</c:v>
                </c:pt>
                <c:pt idx="4111">
                  <c:v>411.1</c:v>
                </c:pt>
                <c:pt idx="4112">
                  <c:v>411.2</c:v>
                </c:pt>
                <c:pt idx="4113">
                  <c:v>411.3</c:v>
                </c:pt>
                <c:pt idx="4114">
                  <c:v>411.4</c:v>
                </c:pt>
                <c:pt idx="4115">
                  <c:v>411.5</c:v>
                </c:pt>
                <c:pt idx="4116">
                  <c:v>411.6</c:v>
                </c:pt>
                <c:pt idx="4117">
                  <c:v>411.7</c:v>
                </c:pt>
                <c:pt idx="4118">
                  <c:v>411.8</c:v>
                </c:pt>
                <c:pt idx="4119">
                  <c:v>411.9</c:v>
                </c:pt>
                <c:pt idx="4120">
                  <c:v>412</c:v>
                </c:pt>
                <c:pt idx="4121">
                  <c:v>412.1</c:v>
                </c:pt>
                <c:pt idx="4122">
                  <c:v>412.2</c:v>
                </c:pt>
                <c:pt idx="4123">
                  <c:v>412.3</c:v>
                </c:pt>
                <c:pt idx="4124">
                  <c:v>412.4</c:v>
                </c:pt>
                <c:pt idx="4125">
                  <c:v>412.5</c:v>
                </c:pt>
                <c:pt idx="4126">
                  <c:v>412.6</c:v>
                </c:pt>
                <c:pt idx="4127">
                  <c:v>412.7</c:v>
                </c:pt>
                <c:pt idx="4128">
                  <c:v>412.8</c:v>
                </c:pt>
                <c:pt idx="4129">
                  <c:v>412.9</c:v>
                </c:pt>
                <c:pt idx="4130">
                  <c:v>413</c:v>
                </c:pt>
                <c:pt idx="4131">
                  <c:v>413.1</c:v>
                </c:pt>
                <c:pt idx="4132">
                  <c:v>413.2</c:v>
                </c:pt>
                <c:pt idx="4133">
                  <c:v>413.3</c:v>
                </c:pt>
                <c:pt idx="4134">
                  <c:v>413.4</c:v>
                </c:pt>
                <c:pt idx="4135">
                  <c:v>413.5</c:v>
                </c:pt>
                <c:pt idx="4136">
                  <c:v>413.6</c:v>
                </c:pt>
                <c:pt idx="4137">
                  <c:v>413.7</c:v>
                </c:pt>
                <c:pt idx="4138">
                  <c:v>413.8</c:v>
                </c:pt>
                <c:pt idx="4139">
                  <c:v>413.9</c:v>
                </c:pt>
                <c:pt idx="4140">
                  <c:v>414</c:v>
                </c:pt>
                <c:pt idx="4141">
                  <c:v>414.1</c:v>
                </c:pt>
                <c:pt idx="4142">
                  <c:v>414.2</c:v>
                </c:pt>
                <c:pt idx="4143">
                  <c:v>414.3</c:v>
                </c:pt>
                <c:pt idx="4144">
                  <c:v>414.4</c:v>
                </c:pt>
                <c:pt idx="4145">
                  <c:v>414.5</c:v>
                </c:pt>
                <c:pt idx="4146">
                  <c:v>414.6</c:v>
                </c:pt>
                <c:pt idx="4147">
                  <c:v>414.7</c:v>
                </c:pt>
                <c:pt idx="4148">
                  <c:v>414.8</c:v>
                </c:pt>
                <c:pt idx="4149">
                  <c:v>414.9</c:v>
                </c:pt>
                <c:pt idx="4150">
                  <c:v>415</c:v>
                </c:pt>
                <c:pt idx="4151">
                  <c:v>415.1</c:v>
                </c:pt>
                <c:pt idx="4152">
                  <c:v>415.2</c:v>
                </c:pt>
                <c:pt idx="4153">
                  <c:v>415.3</c:v>
                </c:pt>
                <c:pt idx="4154">
                  <c:v>415.4</c:v>
                </c:pt>
                <c:pt idx="4155">
                  <c:v>415.5</c:v>
                </c:pt>
                <c:pt idx="4156">
                  <c:v>415.6</c:v>
                </c:pt>
                <c:pt idx="4157">
                  <c:v>415.7</c:v>
                </c:pt>
                <c:pt idx="4158">
                  <c:v>415.8</c:v>
                </c:pt>
                <c:pt idx="4159">
                  <c:v>415.9</c:v>
                </c:pt>
                <c:pt idx="4160">
                  <c:v>416</c:v>
                </c:pt>
                <c:pt idx="4161">
                  <c:v>416.1</c:v>
                </c:pt>
                <c:pt idx="4162">
                  <c:v>416.2</c:v>
                </c:pt>
                <c:pt idx="4163">
                  <c:v>416.3</c:v>
                </c:pt>
                <c:pt idx="4164">
                  <c:v>416.4</c:v>
                </c:pt>
                <c:pt idx="4165">
                  <c:v>416.5</c:v>
                </c:pt>
                <c:pt idx="4166">
                  <c:v>416.6</c:v>
                </c:pt>
                <c:pt idx="4167">
                  <c:v>416.7</c:v>
                </c:pt>
                <c:pt idx="4168">
                  <c:v>416.8</c:v>
                </c:pt>
                <c:pt idx="4169">
                  <c:v>416.9</c:v>
                </c:pt>
                <c:pt idx="4170">
                  <c:v>417</c:v>
                </c:pt>
                <c:pt idx="4171">
                  <c:v>417.1</c:v>
                </c:pt>
                <c:pt idx="4172">
                  <c:v>417.2</c:v>
                </c:pt>
                <c:pt idx="4173">
                  <c:v>417.3</c:v>
                </c:pt>
                <c:pt idx="4174">
                  <c:v>417.4</c:v>
                </c:pt>
                <c:pt idx="4175">
                  <c:v>417.5</c:v>
                </c:pt>
                <c:pt idx="4176">
                  <c:v>417.6</c:v>
                </c:pt>
                <c:pt idx="4177">
                  <c:v>417.7</c:v>
                </c:pt>
                <c:pt idx="4178">
                  <c:v>417.8</c:v>
                </c:pt>
                <c:pt idx="4179">
                  <c:v>417.9</c:v>
                </c:pt>
                <c:pt idx="4180">
                  <c:v>418</c:v>
                </c:pt>
                <c:pt idx="4181">
                  <c:v>418.1</c:v>
                </c:pt>
                <c:pt idx="4182">
                  <c:v>418.2</c:v>
                </c:pt>
                <c:pt idx="4183">
                  <c:v>418.3</c:v>
                </c:pt>
                <c:pt idx="4184">
                  <c:v>418.4</c:v>
                </c:pt>
                <c:pt idx="4185">
                  <c:v>418.5</c:v>
                </c:pt>
                <c:pt idx="4186">
                  <c:v>418.6</c:v>
                </c:pt>
                <c:pt idx="4187">
                  <c:v>418.7</c:v>
                </c:pt>
                <c:pt idx="4188">
                  <c:v>418.8</c:v>
                </c:pt>
                <c:pt idx="4189">
                  <c:v>418.9</c:v>
                </c:pt>
                <c:pt idx="4190">
                  <c:v>419</c:v>
                </c:pt>
                <c:pt idx="4191">
                  <c:v>419.1</c:v>
                </c:pt>
                <c:pt idx="4192">
                  <c:v>419.2</c:v>
                </c:pt>
                <c:pt idx="4193">
                  <c:v>419.3</c:v>
                </c:pt>
                <c:pt idx="4194">
                  <c:v>419.4</c:v>
                </c:pt>
                <c:pt idx="4195">
                  <c:v>419.5</c:v>
                </c:pt>
                <c:pt idx="4196">
                  <c:v>419.6</c:v>
                </c:pt>
                <c:pt idx="4197">
                  <c:v>419.7</c:v>
                </c:pt>
                <c:pt idx="4198">
                  <c:v>419.8</c:v>
                </c:pt>
                <c:pt idx="4199">
                  <c:v>419.9</c:v>
                </c:pt>
                <c:pt idx="4200">
                  <c:v>420</c:v>
                </c:pt>
                <c:pt idx="4201">
                  <c:v>420.1</c:v>
                </c:pt>
                <c:pt idx="4202">
                  <c:v>420.2</c:v>
                </c:pt>
                <c:pt idx="4203">
                  <c:v>420.3</c:v>
                </c:pt>
                <c:pt idx="4204">
                  <c:v>420.4</c:v>
                </c:pt>
                <c:pt idx="4205">
                  <c:v>420.5</c:v>
                </c:pt>
                <c:pt idx="4206">
                  <c:v>420.6</c:v>
                </c:pt>
                <c:pt idx="4207">
                  <c:v>420.7</c:v>
                </c:pt>
                <c:pt idx="4208">
                  <c:v>420.8</c:v>
                </c:pt>
                <c:pt idx="4209">
                  <c:v>420.9</c:v>
                </c:pt>
                <c:pt idx="4210">
                  <c:v>421</c:v>
                </c:pt>
                <c:pt idx="4211">
                  <c:v>421.1</c:v>
                </c:pt>
                <c:pt idx="4212">
                  <c:v>421.2</c:v>
                </c:pt>
                <c:pt idx="4213">
                  <c:v>421.3</c:v>
                </c:pt>
                <c:pt idx="4214">
                  <c:v>421.4</c:v>
                </c:pt>
                <c:pt idx="4215">
                  <c:v>421.5</c:v>
                </c:pt>
                <c:pt idx="4216">
                  <c:v>421.6</c:v>
                </c:pt>
                <c:pt idx="4217">
                  <c:v>421.7</c:v>
                </c:pt>
                <c:pt idx="4218">
                  <c:v>421.8</c:v>
                </c:pt>
                <c:pt idx="4219">
                  <c:v>421.9</c:v>
                </c:pt>
                <c:pt idx="4220">
                  <c:v>422</c:v>
                </c:pt>
                <c:pt idx="4221">
                  <c:v>422.1</c:v>
                </c:pt>
                <c:pt idx="4222">
                  <c:v>422.2</c:v>
                </c:pt>
                <c:pt idx="4223">
                  <c:v>422.3</c:v>
                </c:pt>
                <c:pt idx="4224">
                  <c:v>422.4</c:v>
                </c:pt>
                <c:pt idx="4225">
                  <c:v>422.5</c:v>
                </c:pt>
                <c:pt idx="4226">
                  <c:v>422.6</c:v>
                </c:pt>
                <c:pt idx="4227">
                  <c:v>422.7</c:v>
                </c:pt>
                <c:pt idx="4228">
                  <c:v>422.8</c:v>
                </c:pt>
                <c:pt idx="4229">
                  <c:v>422.9</c:v>
                </c:pt>
                <c:pt idx="4230">
                  <c:v>423</c:v>
                </c:pt>
                <c:pt idx="4231">
                  <c:v>423.1</c:v>
                </c:pt>
                <c:pt idx="4232">
                  <c:v>423.2</c:v>
                </c:pt>
                <c:pt idx="4233">
                  <c:v>423.3</c:v>
                </c:pt>
                <c:pt idx="4234">
                  <c:v>423.4</c:v>
                </c:pt>
                <c:pt idx="4235">
                  <c:v>423.5</c:v>
                </c:pt>
                <c:pt idx="4236">
                  <c:v>423.6</c:v>
                </c:pt>
                <c:pt idx="4237">
                  <c:v>423.7</c:v>
                </c:pt>
                <c:pt idx="4238">
                  <c:v>423.8</c:v>
                </c:pt>
                <c:pt idx="4239">
                  <c:v>423.9</c:v>
                </c:pt>
                <c:pt idx="4240">
                  <c:v>424</c:v>
                </c:pt>
                <c:pt idx="4241">
                  <c:v>424.1</c:v>
                </c:pt>
                <c:pt idx="4242">
                  <c:v>424.2</c:v>
                </c:pt>
                <c:pt idx="4243">
                  <c:v>424.3</c:v>
                </c:pt>
                <c:pt idx="4244">
                  <c:v>424.4</c:v>
                </c:pt>
                <c:pt idx="4245">
                  <c:v>424.5</c:v>
                </c:pt>
                <c:pt idx="4246">
                  <c:v>424.6</c:v>
                </c:pt>
                <c:pt idx="4247">
                  <c:v>424.7</c:v>
                </c:pt>
                <c:pt idx="4248">
                  <c:v>424.8</c:v>
                </c:pt>
                <c:pt idx="4249">
                  <c:v>424.9</c:v>
                </c:pt>
                <c:pt idx="4250">
                  <c:v>425</c:v>
                </c:pt>
                <c:pt idx="4251">
                  <c:v>425.1</c:v>
                </c:pt>
                <c:pt idx="4252">
                  <c:v>425.2</c:v>
                </c:pt>
                <c:pt idx="4253">
                  <c:v>425.3</c:v>
                </c:pt>
                <c:pt idx="4254">
                  <c:v>425.4</c:v>
                </c:pt>
                <c:pt idx="4255">
                  <c:v>425.5</c:v>
                </c:pt>
                <c:pt idx="4256">
                  <c:v>425.6</c:v>
                </c:pt>
                <c:pt idx="4257">
                  <c:v>425.7</c:v>
                </c:pt>
                <c:pt idx="4258">
                  <c:v>425.8</c:v>
                </c:pt>
                <c:pt idx="4259">
                  <c:v>425.9</c:v>
                </c:pt>
                <c:pt idx="4260">
                  <c:v>426</c:v>
                </c:pt>
                <c:pt idx="4261">
                  <c:v>426.1</c:v>
                </c:pt>
                <c:pt idx="4262">
                  <c:v>426.2</c:v>
                </c:pt>
                <c:pt idx="4263">
                  <c:v>426.3</c:v>
                </c:pt>
                <c:pt idx="4264">
                  <c:v>426.4</c:v>
                </c:pt>
                <c:pt idx="4265">
                  <c:v>426.5</c:v>
                </c:pt>
                <c:pt idx="4266">
                  <c:v>426.6</c:v>
                </c:pt>
                <c:pt idx="4267">
                  <c:v>426.7</c:v>
                </c:pt>
                <c:pt idx="4268">
                  <c:v>426.8</c:v>
                </c:pt>
                <c:pt idx="4269">
                  <c:v>426.9</c:v>
                </c:pt>
                <c:pt idx="4270">
                  <c:v>427</c:v>
                </c:pt>
                <c:pt idx="4271">
                  <c:v>427.1</c:v>
                </c:pt>
                <c:pt idx="4272">
                  <c:v>427.2</c:v>
                </c:pt>
                <c:pt idx="4273">
                  <c:v>427.3</c:v>
                </c:pt>
                <c:pt idx="4274">
                  <c:v>427.4</c:v>
                </c:pt>
                <c:pt idx="4275">
                  <c:v>427.5</c:v>
                </c:pt>
                <c:pt idx="4276">
                  <c:v>427.6</c:v>
                </c:pt>
                <c:pt idx="4277">
                  <c:v>427.7</c:v>
                </c:pt>
                <c:pt idx="4278">
                  <c:v>427.8</c:v>
                </c:pt>
                <c:pt idx="4279">
                  <c:v>427.9</c:v>
                </c:pt>
                <c:pt idx="4280">
                  <c:v>428</c:v>
                </c:pt>
                <c:pt idx="4281">
                  <c:v>428.1</c:v>
                </c:pt>
                <c:pt idx="4282">
                  <c:v>428.2</c:v>
                </c:pt>
                <c:pt idx="4283">
                  <c:v>428.3</c:v>
                </c:pt>
                <c:pt idx="4284">
                  <c:v>428.4</c:v>
                </c:pt>
                <c:pt idx="4285">
                  <c:v>428.5</c:v>
                </c:pt>
                <c:pt idx="4286">
                  <c:v>428.6</c:v>
                </c:pt>
                <c:pt idx="4287">
                  <c:v>428.7</c:v>
                </c:pt>
                <c:pt idx="4288">
                  <c:v>428.8</c:v>
                </c:pt>
                <c:pt idx="4289">
                  <c:v>428.9</c:v>
                </c:pt>
                <c:pt idx="4290">
                  <c:v>429</c:v>
                </c:pt>
                <c:pt idx="4291">
                  <c:v>429.1</c:v>
                </c:pt>
                <c:pt idx="4292">
                  <c:v>429.2</c:v>
                </c:pt>
                <c:pt idx="4293">
                  <c:v>429.3</c:v>
                </c:pt>
                <c:pt idx="4294">
                  <c:v>429.4</c:v>
                </c:pt>
                <c:pt idx="4295">
                  <c:v>429.5</c:v>
                </c:pt>
                <c:pt idx="4296">
                  <c:v>429.6</c:v>
                </c:pt>
                <c:pt idx="4297">
                  <c:v>429.7</c:v>
                </c:pt>
                <c:pt idx="4298">
                  <c:v>429.8</c:v>
                </c:pt>
                <c:pt idx="4299">
                  <c:v>429.9</c:v>
                </c:pt>
                <c:pt idx="4300">
                  <c:v>430</c:v>
                </c:pt>
                <c:pt idx="4301">
                  <c:v>430.1</c:v>
                </c:pt>
                <c:pt idx="4302">
                  <c:v>430.2</c:v>
                </c:pt>
                <c:pt idx="4303">
                  <c:v>430.3</c:v>
                </c:pt>
                <c:pt idx="4304">
                  <c:v>430.4</c:v>
                </c:pt>
                <c:pt idx="4305">
                  <c:v>430.5</c:v>
                </c:pt>
                <c:pt idx="4306">
                  <c:v>430.6</c:v>
                </c:pt>
                <c:pt idx="4307">
                  <c:v>430.7</c:v>
                </c:pt>
                <c:pt idx="4308">
                  <c:v>430.8</c:v>
                </c:pt>
                <c:pt idx="4309">
                  <c:v>430.9</c:v>
                </c:pt>
                <c:pt idx="4310">
                  <c:v>431</c:v>
                </c:pt>
                <c:pt idx="4311">
                  <c:v>431.1</c:v>
                </c:pt>
                <c:pt idx="4312">
                  <c:v>431.2</c:v>
                </c:pt>
                <c:pt idx="4313">
                  <c:v>431.3</c:v>
                </c:pt>
                <c:pt idx="4314">
                  <c:v>431.4</c:v>
                </c:pt>
                <c:pt idx="4315">
                  <c:v>431.5</c:v>
                </c:pt>
                <c:pt idx="4316">
                  <c:v>431.6</c:v>
                </c:pt>
                <c:pt idx="4317">
                  <c:v>431.7</c:v>
                </c:pt>
                <c:pt idx="4318">
                  <c:v>431.8</c:v>
                </c:pt>
                <c:pt idx="4319">
                  <c:v>431.9</c:v>
                </c:pt>
                <c:pt idx="4320">
                  <c:v>432</c:v>
                </c:pt>
                <c:pt idx="4321">
                  <c:v>432.1</c:v>
                </c:pt>
                <c:pt idx="4322">
                  <c:v>432.2</c:v>
                </c:pt>
                <c:pt idx="4323">
                  <c:v>432.3</c:v>
                </c:pt>
                <c:pt idx="4324">
                  <c:v>432.4</c:v>
                </c:pt>
                <c:pt idx="4325">
                  <c:v>432.5</c:v>
                </c:pt>
                <c:pt idx="4326">
                  <c:v>432.6</c:v>
                </c:pt>
                <c:pt idx="4327">
                  <c:v>432.7</c:v>
                </c:pt>
                <c:pt idx="4328">
                  <c:v>432.8</c:v>
                </c:pt>
                <c:pt idx="4329">
                  <c:v>432.9</c:v>
                </c:pt>
                <c:pt idx="4330">
                  <c:v>433</c:v>
                </c:pt>
                <c:pt idx="4331">
                  <c:v>433.1</c:v>
                </c:pt>
                <c:pt idx="4332">
                  <c:v>433.2</c:v>
                </c:pt>
                <c:pt idx="4333">
                  <c:v>433.3</c:v>
                </c:pt>
                <c:pt idx="4334">
                  <c:v>433.4</c:v>
                </c:pt>
                <c:pt idx="4335">
                  <c:v>433.5</c:v>
                </c:pt>
                <c:pt idx="4336">
                  <c:v>433.6</c:v>
                </c:pt>
                <c:pt idx="4337">
                  <c:v>433.7</c:v>
                </c:pt>
                <c:pt idx="4338">
                  <c:v>433.8</c:v>
                </c:pt>
                <c:pt idx="4339">
                  <c:v>433.9</c:v>
                </c:pt>
                <c:pt idx="4340">
                  <c:v>434</c:v>
                </c:pt>
                <c:pt idx="4341">
                  <c:v>434.1</c:v>
                </c:pt>
                <c:pt idx="4342">
                  <c:v>434.2</c:v>
                </c:pt>
                <c:pt idx="4343">
                  <c:v>434.3</c:v>
                </c:pt>
                <c:pt idx="4344">
                  <c:v>434.4</c:v>
                </c:pt>
                <c:pt idx="4345">
                  <c:v>434.5</c:v>
                </c:pt>
                <c:pt idx="4346">
                  <c:v>434.6</c:v>
                </c:pt>
                <c:pt idx="4347">
                  <c:v>434.7</c:v>
                </c:pt>
                <c:pt idx="4348">
                  <c:v>434.8</c:v>
                </c:pt>
                <c:pt idx="4349">
                  <c:v>434.9</c:v>
                </c:pt>
                <c:pt idx="4350">
                  <c:v>435</c:v>
                </c:pt>
                <c:pt idx="4351">
                  <c:v>435.1</c:v>
                </c:pt>
                <c:pt idx="4352">
                  <c:v>435.2</c:v>
                </c:pt>
                <c:pt idx="4353">
                  <c:v>435.3</c:v>
                </c:pt>
                <c:pt idx="4354">
                  <c:v>435.4</c:v>
                </c:pt>
                <c:pt idx="4355">
                  <c:v>435.5</c:v>
                </c:pt>
                <c:pt idx="4356">
                  <c:v>435.6</c:v>
                </c:pt>
                <c:pt idx="4357">
                  <c:v>435.7</c:v>
                </c:pt>
                <c:pt idx="4358">
                  <c:v>435.8</c:v>
                </c:pt>
                <c:pt idx="4359">
                  <c:v>435.9</c:v>
                </c:pt>
                <c:pt idx="4360">
                  <c:v>436</c:v>
                </c:pt>
                <c:pt idx="4361">
                  <c:v>436.1</c:v>
                </c:pt>
                <c:pt idx="4362">
                  <c:v>436.2</c:v>
                </c:pt>
                <c:pt idx="4363">
                  <c:v>436.3</c:v>
                </c:pt>
                <c:pt idx="4364">
                  <c:v>436.4</c:v>
                </c:pt>
                <c:pt idx="4365">
                  <c:v>436.5</c:v>
                </c:pt>
                <c:pt idx="4366">
                  <c:v>436.6</c:v>
                </c:pt>
                <c:pt idx="4367">
                  <c:v>436.7</c:v>
                </c:pt>
                <c:pt idx="4368">
                  <c:v>436.8</c:v>
                </c:pt>
                <c:pt idx="4369">
                  <c:v>436.9</c:v>
                </c:pt>
                <c:pt idx="4370">
                  <c:v>437</c:v>
                </c:pt>
                <c:pt idx="4371">
                  <c:v>437.1</c:v>
                </c:pt>
                <c:pt idx="4372">
                  <c:v>437.2</c:v>
                </c:pt>
                <c:pt idx="4373">
                  <c:v>437.3</c:v>
                </c:pt>
                <c:pt idx="4374">
                  <c:v>437.4</c:v>
                </c:pt>
                <c:pt idx="4375">
                  <c:v>437.5</c:v>
                </c:pt>
                <c:pt idx="4376">
                  <c:v>437.6</c:v>
                </c:pt>
                <c:pt idx="4377">
                  <c:v>437.7</c:v>
                </c:pt>
                <c:pt idx="4378">
                  <c:v>437.8</c:v>
                </c:pt>
                <c:pt idx="4379">
                  <c:v>437.9</c:v>
                </c:pt>
                <c:pt idx="4380">
                  <c:v>438</c:v>
                </c:pt>
                <c:pt idx="4381">
                  <c:v>438.1</c:v>
                </c:pt>
                <c:pt idx="4382">
                  <c:v>438.2</c:v>
                </c:pt>
                <c:pt idx="4383">
                  <c:v>438.3</c:v>
                </c:pt>
                <c:pt idx="4384">
                  <c:v>438.4</c:v>
                </c:pt>
                <c:pt idx="4385">
                  <c:v>438.5</c:v>
                </c:pt>
                <c:pt idx="4386">
                  <c:v>438.6</c:v>
                </c:pt>
                <c:pt idx="4387">
                  <c:v>438.7</c:v>
                </c:pt>
                <c:pt idx="4388">
                  <c:v>438.8</c:v>
                </c:pt>
                <c:pt idx="4389">
                  <c:v>438.9</c:v>
                </c:pt>
                <c:pt idx="4390">
                  <c:v>439</c:v>
                </c:pt>
                <c:pt idx="4391">
                  <c:v>439.1</c:v>
                </c:pt>
                <c:pt idx="4392">
                  <c:v>439.2</c:v>
                </c:pt>
                <c:pt idx="4393">
                  <c:v>439.3</c:v>
                </c:pt>
                <c:pt idx="4394">
                  <c:v>439.4</c:v>
                </c:pt>
                <c:pt idx="4395">
                  <c:v>439.5</c:v>
                </c:pt>
                <c:pt idx="4396">
                  <c:v>439.6</c:v>
                </c:pt>
                <c:pt idx="4397">
                  <c:v>439.7</c:v>
                </c:pt>
                <c:pt idx="4398">
                  <c:v>439.8</c:v>
                </c:pt>
                <c:pt idx="4399">
                  <c:v>439.9</c:v>
                </c:pt>
                <c:pt idx="4400">
                  <c:v>440</c:v>
                </c:pt>
                <c:pt idx="4401">
                  <c:v>440.1</c:v>
                </c:pt>
                <c:pt idx="4402">
                  <c:v>440.2</c:v>
                </c:pt>
                <c:pt idx="4403">
                  <c:v>440.3</c:v>
                </c:pt>
                <c:pt idx="4404">
                  <c:v>440.4</c:v>
                </c:pt>
                <c:pt idx="4405">
                  <c:v>440.5</c:v>
                </c:pt>
                <c:pt idx="4406">
                  <c:v>440.6</c:v>
                </c:pt>
                <c:pt idx="4407">
                  <c:v>440.7</c:v>
                </c:pt>
                <c:pt idx="4408">
                  <c:v>440.8</c:v>
                </c:pt>
                <c:pt idx="4409">
                  <c:v>440.9</c:v>
                </c:pt>
                <c:pt idx="4410">
                  <c:v>441</c:v>
                </c:pt>
                <c:pt idx="4411">
                  <c:v>441.1</c:v>
                </c:pt>
                <c:pt idx="4412">
                  <c:v>441.2</c:v>
                </c:pt>
                <c:pt idx="4413">
                  <c:v>441.3</c:v>
                </c:pt>
                <c:pt idx="4414">
                  <c:v>441.4</c:v>
                </c:pt>
                <c:pt idx="4415">
                  <c:v>441.5</c:v>
                </c:pt>
                <c:pt idx="4416">
                  <c:v>441.6</c:v>
                </c:pt>
                <c:pt idx="4417">
                  <c:v>441.7</c:v>
                </c:pt>
                <c:pt idx="4418">
                  <c:v>441.8</c:v>
                </c:pt>
                <c:pt idx="4419">
                  <c:v>441.9</c:v>
                </c:pt>
                <c:pt idx="4420">
                  <c:v>442</c:v>
                </c:pt>
                <c:pt idx="4421">
                  <c:v>442.1</c:v>
                </c:pt>
                <c:pt idx="4422">
                  <c:v>442.2</c:v>
                </c:pt>
                <c:pt idx="4423">
                  <c:v>442.3</c:v>
                </c:pt>
                <c:pt idx="4424">
                  <c:v>442.4</c:v>
                </c:pt>
                <c:pt idx="4425">
                  <c:v>442.5</c:v>
                </c:pt>
                <c:pt idx="4426">
                  <c:v>442.6</c:v>
                </c:pt>
                <c:pt idx="4427">
                  <c:v>442.7</c:v>
                </c:pt>
                <c:pt idx="4428">
                  <c:v>442.8</c:v>
                </c:pt>
                <c:pt idx="4429">
                  <c:v>442.9</c:v>
                </c:pt>
                <c:pt idx="4430">
                  <c:v>443</c:v>
                </c:pt>
                <c:pt idx="4431">
                  <c:v>443.1</c:v>
                </c:pt>
                <c:pt idx="4432">
                  <c:v>443.2</c:v>
                </c:pt>
                <c:pt idx="4433">
                  <c:v>443.3</c:v>
                </c:pt>
                <c:pt idx="4434">
                  <c:v>443.4</c:v>
                </c:pt>
                <c:pt idx="4435">
                  <c:v>443.5</c:v>
                </c:pt>
                <c:pt idx="4436">
                  <c:v>443.6</c:v>
                </c:pt>
                <c:pt idx="4437">
                  <c:v>443.7</c:v>
                </c:pt>
                <c:pt idx="4438">
                  <c:v>443.8</c:v>
                </c:pt>
                <c:pt idx="4439">
                  <c:v>443.9</c:v>
                </c:pt>
                <c:pt idx="4440">
                  <c:v>444</c:v>
                </c:pt>
                <c:pt idx="4441">
                  <c:v>444.1</c:v>
                </c:pt>
                <c:pt idx="4442">
                  <c:v>444.2</c:v>
                </c:pt>
                <c:pt idx="4443">
                  <c:v>444.3</c:v>
                </c:pt>
                <c:pt idx="4444">
                  <c:v>444.4</c:v>
                </c:pt>
                <c:pt idx="4445">
                  <c:v>444.5</c:v>
                </c:pt>
                <c:pt idx="4446">
                  <c:v>444.6</c:v>
                </c:pt>
                <c:pt idx="4447">
                  <c:v>444.7</c:v>
                </c:pt>
                <c:pt idx="4448">
                  <c:v>444.8</c:v>
                </c:pt>
                <c:pt idx="4449">
                  <c:v>444.9</c:v>
                </c:pt>
                <c:pt idx="4450">
                  <c:v>445</c:v>
                </c:pt>
                <c:pt idx="4451">
                  <c:v>445.1</c:v>
                </c:pt>
                <c:pt idx="4452">
                  <c:v>445.2</c:v>
                </c:pt>
                <c:pt idx="4453">
                  <c:v>445.3</c:v>
                </c:pt>
                <c:pt idx="4454">
                  <c:v>445.4</c:v>
                </c:pt>
                <c:pt idx="4455">
                  <c:v>445.5</c:v>
                </c:pt>
                <c:pt idx="4456">
                  <c:v>445.6</c:v>
                </c:pt>
                <c:pt idx="4457">
                  <c:v>445.7</c:v>
                </c:pt>
                <c:pt idx="4458">
                  <c:v>445.8</c:v>
                </c:pt>
                <c:pt idx="4459">
                  <c:v>445.9</c:v>
                </c:pt>
                <c:pt idx="4460">
                  <c:v>446</c:v>
                </c:pt>
                <c:pt idx="4461">
                  <c:v>446.1</c:v>
                </c:pt>
                <c:pt idx="4462">
                  <c:v>446.2</c:v>
                </c:pt>
                <c:pt idx="4463">
                  <c:v>446.3</c:v>
                </c:pt>
                <c:pt idx="4464">
                  <c:v>446.4</c:v>
                </c:pt>
                <c:pt idx="4465">
                  <c:v>446.5</c:v>
                </c:pt>
                <c:pt idx="4466">
                  <c:v>446.6</c:v>
                </c:pt>
                <c:pt idx="4467">
                  <c:v>446.7</c:v>
                </c:pt>
                <c:pt idx="4468">
                  <c:v>446.8</c:v>
                </c:pt>
                <c:pt idx="4469">
                  <c:v>446.9</c:v>
                </c:pt>
                <c:pt idx="4470">
                  <c:v>447</c:v>
                </c:pt>
                <c:pt idx="4471">
                  <c:v>447.1</c:v>
                </c:pt>
                <c:pt idx="4472">
                  <c:v>447.2</c:v>
                </c:pt>
                <c:pt idx="4473">
                  <c:v>447.3</c:v>
                </c:pt>
                <c:pt idx="4474">
                  <c:v>447.4</c:v>
                </c:pt>
                <c:pt idx="4475">
                  <c:v>447.5</c:v>
                </c:pt>
                <c:pt idx="4476">
                  <c:v>447.6</c:v>
                </c:pt>
                <c:pt idx="4477">
                  <c:v>447.7</c:v>
                </c:pt>
                <c:pt idx="4478">
                  <c:v>447.8</c:v>
                </c:pt>
                <c:pt idx="4479">
                  <c:v>447.9</c:v>
                </c:pt>
                <c:pt idx="4480">
                  <c:v>448</c:v>
                </c:pt>
                <c:pt idx="4481">
                  <c:v>448.1</c:v>
                </c:pt>
                <c:pt idx="4482">
                  <c:v>448.2</c:v>
                </c:pt>
                <c:pt idx="4483">
                  <c:v>448.3</c:v>
                </c:pt>
                <c:pt idx="4484">
                  <c:v>448.4</c:v>
                </c:pt>
                <c:pt idx="4485">
                  <c:v>448.5</c:v>
                </c:pt>
                <c:pt idx="4486">
                  <c:v>448.6</c:v>
                </c:pt>
                <c:pt idx="4487">
                  <c:v>448.7</c:v>
                </c:pt>
                <c:pt idx="4488">
                  <c:v>448.8</c:v>
                </c:pt>
                <c:pt idx="4489">
                  <c:v>448.9</c:v>
                </c:pt>
                <c:pt idx="4490">
                  <c:v>449</c:v>
                </c:pt>
                <c:pt idx="4491">
                  <c:v>449.1</c:v>
                </c:pt>
                <c:pt idx="4492">
                  <c:v>449.2</c:v>
                </c:pt>
                <c:pt idx="4493">
                  <c:v>449.3</c:v>
                </c:pt>
                <c:pt idx="4494">
                  <c:v>449.4</c:v>
                </c:pt>
                <c:pt idx="4495">
                  <c:v>449.5</c:v>
                </c:pt>
                <c:pt idx="4496">
                  <c:v>449.6</c:v>
                </c:pt>
                <c:pt idx="4497">
                  <c:v>449.7</c:v>
                </c:pt>
                <c:pt idx="4498">
                  <c:v>449.8</c:v>
                </c:pt>
                <c:pt idx="4499">
                  <c:v>449.9</c:v>
                </c:pt>
                <c:pt idx="4500">
                  <c:v>450</c:v>
                </c:pt>
                <c:pt idx="4501">
                  <c:v>450.1</c:v>
                </c:pt>
                <c:pt idx="4502">
                  <c:v>450.2</c:v>
                </c:pt>
                <c:pt idx="4503">
                  <c:v>450.3</c:v>
                </c:pt>
                <c:pt idx="4504">
                  <c:v>450.4</c:v>
                </c:pt>
                <c:pt idx="4505">
                  <c:v>450.5</c:v>
                </c:pt>
                <c:pt idx="4506">
                  <c:v>450.6</c:v>
                </c:pt>
                <c:pt idx="4507">
                  <c:v>450.7</c:v>
                </c:pt>
                <c:pt idx="4508">
                  <c:v>450.8</c:v>
                </c:pt>
                <c:pt idx="4509">
                  <c:v>450.9</c:v>
                </c:pt>
                <c:pt idx="4510">
                  <c:v>451</c:v>
                </c:pt>
                <c:pt idx="4511">
                  <c:v>451.1</c:v>
                </c:pt>
                <c:pt idx="4512">
                  <c:v>451.2</c:v>
                </c:pt>
                <c:pt idx="4513">
                  <c:v>451.3</c:v>
                </c:pt>
                <c:pt idx="4514">
                  <c:v>451.4</c:v>
                </c:pt>
                <c:pt idx="4515">
                  <c:v>451.5</c:v>
                </c:pt>
                <c:pt idx="4516">
                  <c:v>451.6</c:v>
                </c:pt>
                <c:pt idx="4517">
                  <c:v>451.7</c:v>
                </c:pt>
                <c:pt idx="4518">
                  <c:v>451.8</c:v>
                </c:pt>
                <c:pt idx="4519">
                  <c:v>451.9</c:v>
                </c:pt>
                <c:pt idx="4520">
                  <c:v>452</c:v>
                </c:pt>
                <c:pt idx="4521">
                  <c:v>452.1</c:v>
                </c:pt>
                <c:pt idx="4522">
                  <c:v>452.2</c:v>
                </c:pt>
                <c:pt idx="4523">
                  <c:v>452.3</c:v>
                </c:pt>
                <c:pt idx="4524">
                  <c:v>452.4</c:v>
                </c:pt>
                <c:pt idx="4525">
                  <c:v>452.5</c:v>
                </c:pt>
                <c:pt idx="4526">
                  <c:v>452.6</c:v>
                </c:pt>
                <c:pt idx="4527">
                  <c:v>452.7</c:v>
                </c:pt>
                <c:pt idx="4528">
                  <c:v>452.8</c:v>
                </c:pt>
                <c:pt idx="4529">
                  <c:v>452.9</c:v>
                </c:pt>
                <c:pt idx="4530">
                  <c:v>453</c:v>
                </c:pt>
                <c:pt idx="4531">
                  <c:v>453.1</c:v>
                </c:pt>
                <c:pt idx="4532">
                  <c:v>453.2</c:v>
                </c:pt>
                <c:pt idx="4533">
                  <c:v>453.3</c:v>
                </c:pt>
                <c:pt idx="4534">
                  <c:v>453.4</c:v>
                </c:pt>
                <c:pt idx="4535">
                  <c:v>453.5</c:v>
                </c:pt>
                <c:pt idx="4536">
                  <c:v>453.6</c:v>
                </c:pt>
                <c:pt idx="4537">
                  <c:v>453.7</c:v>
                </c:pt>
                <c:pt idx="4538">
                  <c:v>453.8</c:v>
                </c:pt>
                <c:pt idx="4539">
                  <c:v>453.9</c:v>
                </c:pt>
                <c:pt idx="4540">
                  <c:v>454</c:v>
                </c:pt>
                <c:pt idx="4541">
                  <c:v>454.1</c:v>
                </c:pt>
                <c:pt idx="4542">
                  <c:v>454.2</c:v>
                </c:pt>
                <c:pt idx="4543">
                  <c:v>454.3</c:v>
                </c:pt>
                <c:pt idx="4544">
                  <c:v>454.4</c:v>
                </c:pt>
                <c:pt idx="4545">
                  <c:v>454.5</c:v>
                </c:pt>
                <c:pt idx="4546">
                  <c:v>454.6</c:v>
                </c:pt>
                <c:pt idx="4547">
                  <c:v>454.7</c:v>
                </c:pt>
                <c:pt idx="4548">
                  <c:v>454.8</c:v>
                </c:pt>
                <c:pt idx="4549">
                  <c:v>454.9</c:v>
                </c:pt>
                <c:pt idx="4550">
                  <c:v>455</c:v>
                </c:pt>
                <c:pt idx="4551">
                  <c:v>455.1</c:v>
                </c:pt>
                <c:pt idx="4552">
                  <c:v>455.2</c:v>
                </c:pt>
                <c:pt idx="4553">
                  <c:v>455.3</c:v>
                </c:pt>
                <c:pt idx="4554">
                  <c:v>455.4</c:v>
                </c:pt>
                <c:pt idx="4555">
                  <c:v>455.5</c:v>
                </c:pt>
                <c:pt idx="4556">
                  <c:v>455.6</c:v>
                </c:pt>
                <c:pt idx="4557">
                  <c:v>455.7</c:v>
                </c:pt>
                <c:pt idx="4558">
                  <c:v>455.8</c:v>
                </c:pt>
                <c:pt idx="4559">
                  <c:v>455.9</c:v>
                </c:pt>
                <c:pt idx="4560">
                  <c:v>456</c:v>
                </c:pt>
                <c:pt idx="4561">
                  <c:v>456.1</c:v>
                </c:pt>
                <c:pt idx="4562">
                  <c:v>456.2</c:v>
                </c:pt>
                <c:pt idx="4563">
                  <c:v>456.3</c:v>
                </c:pt>
                <c:pt idx="4564">
                  <c:v>456.4</c:v>
                </c:pt>
                <c:pt idx="4565">
                  <c:v>456.5</c:v>
                </c:pt>
                <c:pt idx="4566">
                  <c:v>456.6</c:v>
                </c:pt>
                <c:pt idx="4567">
                  <c:v>456.7</c:v>
                </c:pt>
                <c:pt idx="4568">
                  <c:v>456.8</c:v>
                </c:pt>
                <c:pt idx="4569">
                  <c:v>456.9</c:v>
                </c:pt>
                <c:pt idx="4570">
                  <c:v>457</c:v>
                </c:pt>
                <c:pt idx="4571">
                  <c:v>457.1</c:v>
                </c:pt>
                <c:pt idx="4572">
                  <c:v>457.2</c:v>
                </c:pt>
                <c:pt idx="4573">
                  <c:v>457.3</c:v>
                </c:pt>
                <c:pt idx="4574">
                  <c:v>457.4</c:v>
                </c:pt>
                <c:pt idx="4575">
                  <c:v>457.5</c:v>
                </c:pt>
                <c:pt idx="4576">
                  <c:v>457.6</c:v>
                </c:pt>
                <c:pt idx="4577">
                  <c:v>457.7</c:v>
                </c:pt>
                <c:pt idx="4578">
                  <c:v>457.8</c:v>
                </c:pt>
                <c:pt idx="4579">
                  <c:v>457.9</c:v>
                </c:pt>
                <c:pt idx="4580">
                  <c:v>458</c:v>
                </c:pt>
                <c:pt idx="4581">
                  <c:v>458.1</c:v>
                </c:pt>
                <c:pt idx="4582">
                  <c:v>458.2</c:v>
                </c:pt>
                <c:pt idx="4583">
                  <c:v>458.3</c:v>
                </c:pt>
                <c:pt idx="4584">
                  <c:v>458.4</c:v>
                </c:pt>
                <c:pt idx="4585">
                  <c:v>458.5</c:v>
                </c:pt>
                <c:pt idx="4586">
                  <c:v>458.6</c:v>
                </c:pt>
                <c:pt idx="4587">
                  <c:v>458.7</c:v>
                </c:pt>
                <c:pt idx="4588">
                  <c:v>458.8</c:v>
                </c:pt>
                <c:pt idx="4589">
                  <c:v>458.9</c:v>
                </c:pt>
                <c:pt idx="4590">
                  <c:v>459</c:v>
                </c:pt>
                <c:pt idx="4591">
                  <c:v>459.1</c:v>
                </c:pt>
                <c:pt idx="4592">
                  <c:v>459.2</c:v>
                </c:pt>
                <c:pt idx="4593">
                  <c:v>459.3</c:v>
                </c:pt>
                <c:pt idx="4594">
                  <c:v>459.4</c:v>
                </c:pt>
                <c:pt idx="4595">
                  <c:v>459.5</c:v>
                </c:pt>
                <c:pt idx="4596">
                  <c:v>459.6</c:v>
                </c:pt>
                <c:pt idx="4597">
                  <c:v>459.7</c:v>
                </c:pt>
                <c:pt idx="4598">
                  <c:v>459.8</c:v>
                </c:pt>
                <c:pt idx="4599">
                  <c:v>459.9</c:v>
                </c:pt>
                <c:pt idx="4600">
                  <c:v>460</c:v>
                </c:pt>
                <c:pt idx="4601">
                  <c:v>460.1</c:v>
                </c:pt>
                <c:pt idx="4602">
                  <c:v>460.2</c:v>
                </c:pt>
                <c:pt idx="4603">
                  <c:v>460.3</c:v>
                </c:pt>
                <c:pt idx="4604">
                  <c:v>460.4</c:v>
                </c:pt>
                <c:pt idx="4605">
                  <c:v>460.5</c:v>
                </c:pt>
                <c:pt idx="4606">
                  <c:v>460.6</c:v>
                </c:pt>
                <c:pt idx="4607">
                  <c:v>460.7</c:v>
                </c:pt>
                <c:pt idx="4608">
                  <c:v>460.8</c:v>
                </c:pt>
                <c:pt idx="4609">
                  <c:v>460.9</c:v>
                </c:pt>
                <c:pt idx="4610">
                  <c:v>461</c:v>
                </c:pt>
                <c:pt idx="4611">
                  <c:v>461.1</c:v>
                </c:pt>
                <c:pt idx="4612">
                  <c:v>461.2</c:v>
                </c:pt>
                <c:pt idx="4613">
                  <c:v>461.3</c:v>
                </c:pt>
                <c:pt idx="4614">
                  <c:v>461.4</c:v>
                </c:pt>
                <c:pt idx="4615">
                  <c:v>461.5</c:v>
                </c:pt>
                <c:pt idx="4616">
                  <c:v>461.6</c:v>
                </c:pt>
                <c:pt idx="4617">
                  <c:v>461.7</c:v>
                </c:pt>
                <c:pt idx="4618">
                  <c:v>461.8</c:v>
                </c:pt>
                <c:pt idx="4619">
                  <c:v>461.9</c:v>
                </c:pt>
                <c:pt idx="4620">
                  <c:v>462</c:v>
                </c:pt>
                <c:pt idx="4621">
                  <c:v>462.1</c:v>
                </c:pt>
                <c:pt idx="4622">
                  <c:v>462.2</c:v>
                </c:pt>
                <c:pt idx="4623">
                  <c:v>462.3</c:v>
                </c:pt>
                <c:pt idx="4624">
                  <c:v>462.4</c:v>
                </c:pt>
                <c:pt idx="4625">
                  <c:v>462.5</c:v>
                </c:pt>
                <c:pt idx="4626">
                  <c:v>462.6</c:v>
                </c:pt>
                <c:pt idx="4627">
                  <c:v>462.7</c:v>
                </c:pt>
                <c:pt idx="4628">
                  <c:v>462.8</c:v>
                </c:pt>
                <c:pt idx="4629">
                  <c:v>462.9</c:v>
                </c:pt>
                <c:pt idx="4630">
                  <c:v>463</c:v>
                </c:pt>
                <c:pt idx="4631">
                  <c:v>463.1</c:v>
                </c:pt>
                <c:pt idx="4632">
                  <c:v>463.2</c:v>
                </c:pt>
                <c:pt idx="4633">
                  <c:v>463.3</c:v>
                </c:pt>
                <c:pt idx="4634">
                  <c:v>463.4</c:v>
                </c:pt>
                <c:pt idx="4635">
                  <c:v>463.5</c:v>
                </c:pt>
                <c:pt idx="4636">
                  <c:v>463.6</c:v>
                </c:pt>
                <c:pt idx="4637">
                  <c:v>463.7</c:v>
                </c:pt>
                <c:pt idx="4638">
                  <c:v>463.8</c:v>
                </c:pt>
                <c:pt idx="4639">
                  <c:v>463.9</c:v>
                </c:pt>
                <c:pt idx="4640">
                  <c:v>464</c:v>
                </c:pt>
                <c:pt idx="4641">
                  <c:v>464.1</c:v>
                </c:pt>
                <c:pt idx="4642">
                  <c:v>464.2</c:v>
                </c:pt>
                <c:pt idx="4643">
                  <c:v>464.3</c:v>
                </c:pt>
                <c:pt idx="4644">
                  <c:v>464.4</c:v>
                </c:pt>
                <c:pt idx="4645">
                  <c:v>464.5</c:v>
                </c:pt>
                <c:pt idx="4646">
                  <c:v>464.6</c:v>
                </c:pt>
                <c:pt idx="4647">
                  <c:v>464.7</c:v>
                </c:pt>
                <c:pt idx="4648">
                  <c:v>464.8</c:v>
                </c:pt>
                <c:pt idx="4649">
                  <c:v>464.9</c:v>
                </c:pt>
                <c:pt idx="4650">
                  <c:v>465</c:v>
                </c:pt>
                <c:pt idx="4651">
                  <c:v>465.1</c:v>
                </c:pt>
                <c:pt idx="4652">
                  <c:v>465.2</c:v>
                </c:pt>
                <c:pt idx="4653">
                  <c:v>465.3</c:v>
                </c:pt>
                <c:pt idx="4654">
                  <c:v>465.4</c:v>
                </c:pt>
                <c:pt idx="4655">
                  <c:v>465.5</c:v>
                </c:pt>
                <c:pt idx="4656">
                  <c:v>465.6</c:v>
                </c:pt>
                <c:pt idx="4657">
                  <c:v>465.7</c:v>
                </c:pt>
                <c:pt idx="4658">
                  <c:v>465.8</c:v>
                </c:pt>
                <c:pt idx="4659">
                  <c:v>465.9</c:v>
                </c:pt>
                <c:pt idx="4660">
                  <c:v>466</c:v>
                </c:pt>
                <c:pt idx="4661">
                  <c:v>466.1</c:v>
                </c:pt>
                <c:pt idx="4662">
                  <c:v>466.2</c:v>
                </c:pt>
                <c:pt idx="4663">
                  <c:v>466.3</c:v>
                </c:pt>
                <c:pt idx="4664">
                  <c:v>466.4</c:v>
                </c:pt>
                <c:pt idx="4665">
                  <c:v>466.5</c:v>
                </c:pt>
                <c:pt idx="4666">
                  <c:v>466.6</c:v>
                </c:pt>
                <c:pt idx="4667">
                  <c:v>466.7</c:v>
                </c:pt>
                <c:pt idx="4668">
                  <c:v>466.8</c:v>
                </c:pt>
                <c:pt idx="4669">
                  <c:v>466.9</c:v>
                </c:pt>
                <c:pt idx="4670">
                  <c:v>467</c:v>
                </c:pt>
                <c:pt idx="4671">
                  <c:v>467.1</c:v>
                </c:pt>
                <c:pt idx="4672">
                  <c:v>467.2</c:v>
                </c:pt>
                <c:pt idx="4673">
                  <c:v>467.3</c:v>
                </c:pt>
                <c:pt idx="4674">
                  <c:v>467.4</c:v>
                </c:pt>
                <c:pt idx="4675">
                  <c:v>467.5</c:v>
                </c:pt>
                <c:pt idx="4676">
                  <c:v>467.6</c:v>
                </c:pt>
                <c:pt idx="4677">
                  <c:v>467.7</c:v>
                </c:pt>
                <c:pt idx="4678">
                  <c:v>467.8</c:v>
                </c:pt>
                <c:pt idx="4679">
                  <c:v>467.9</c:v>
                </c:pt>
                <c:pt idx="4680">
                  <c:v>468</c:v>
                </c:pt>
                <c:pt idx="4681">
                  <c:v>468.1</c:v>
                </c:pt>
                <c:pt idx="4682">
                  <c:v>468.2</c:v>
                </c:pt>
                <c:pt idx="4683">
                  <c:v>468.3</c:v>
                </c:pt>
                <c:pt idx="4684">
                  <c:v>468.4</c:v>
                </c:pt>
                <c:pt idx="4685">
                  <c:v>468.5</c:v>
                </c:pt>
                <c:pt idx="4686">
                  <c:v>468.6</c:v>
                </c:pt>
                <c:pt idx="4687">
                  <c:v>468.7</c:v>
                </c:pt>
                <c:pt idx="4688">
                  <c:v>468.8</c:v>
                </c:pt>
                <c:pt idx="4689">
                  <c:v>468.9</c:v>
                </c:pt>
                <c:pt idx="4690">
                  <c:v>469</c:v>
                </c:pt>
                <c:pt idx="4691">
                  <c:v>469.1</c:v>
                </c:pt>
                <c:pt idx="4692">
                  <c:v>469.2</c:v>
                </c:pt>
                <c:pt idx="4693">
                  <c:v>469.3</c:v>
                </c:pt>
                <c:pt idx="4694">
                  <c:v>469.4</c:v>
                </c:pt>
                <c:pt idx="4695">
                  <c:v>469.5</c:v>
                </c:pt>
                <c:pt idx="4696">
                  <c:v>469.6</c:v>
                </c:pt>
                <c:pt idx="4697">
                  <c:v>469.7</c:v>
                </c:pt>
                <c:pt idx="4698">
                  <c:v>469.8</c:v>
                </c:pt>
                <c:pt idx="4699">
                  <c:v>469.9</c:v>
                </c:pt>
                <c:pt idx="4700">
                  <c:v>470</c:v>
                </c:pt>
                <c:pt idx="4701">
                  <c:v>470.1</c:v>
                </c:pt>
                <c:pt idx="4702">
                  <c:v>470.2</c:v>
                </c:pt>
                <c:pt idx="4703">
                  <c:v>470.3</c:v>
                </c:pt>
                <c:pt idx="4704">
                  <c:v>470.4</c:v>
                </c:pt>
                <c:pt idx="4705">
                  <c:v>470.5</c:v>
                </c:pt>
                <c:pt idx="4706">
                  <c:v>470.6</c:v>
                </c:pt>
                <c:pt idx="4707">
                  <c:v>470.7</c:v>
                </c:pt>
                <c:pt idx="4708">
                  <c:v>470.8</c:v>
                </c:pt>
                <c:pt idx="4709">
                  <c:v>470.9</c:v>
                </c:pt>
                <c:pt idx="4710">
                  <c:v>471</c:v>
                </c:pt>
                <c:pt idx="4711">
                  <c:v>471.1</c:v>
                </c:pt>
                <c:pt idx="4712">
                  <c:v>471.2</c:v>
                </c:pt>
                <c:pt idx="4713">
                  <c:v>471.3</c:v>
                </c:pt>
                <c:pt idx="4714">
                  <c:v>471.4</c:v>
                </c:pt>
                <c:pt idx="4715">
                  <c:v>471.5</c:v>
                </c:pt>
                <c:pt idx="4716">
                  <c:v>471.6</c:v>
                </c:pt>
                <c:pt idx="4717">
                  <c:v>471.7</c:v>
                </c:pt>
                <c:pt idx="4718">
                  <c:v>471.8</c:v>
                </c:pt>
                <c:pt idx="4719">
                  <c:v>471.9</c:v>
                </c:pt>
                <c:pt idx="4720">
                  <c:v>472</c:v>
                </c:pt>
                <c:pt idx="4721">
                  <c:v>472.1</c:v>
                </c:pt>
                <c:pt idx="4722">
                  <c:v>472.2</c:v>
                </c:pt>
                <c:pt idx="4723">
                  <c:v>472.3</c:v>
                </c:pt>
                <c:pt idx="4724">
                  <c:v>472.4</c:v>
                </c:pt>
                <c:pt idx="4725">
                  <c:v>472.5</c:v>
                </c:pt>
                <c:pt idx="4726">
                  <c:v>472.6</c:v>
                </c:pt>
                <c:pt idx="4727">
                  <c:v>472.7</c:v>
                </c:pt>
                <c:pt idx="4728">
                  <c:v>472.8</c:v>
                </c:pt>
                <c:pt idx="4729">
                  <c:v>472.9</c:v>
                </c:pt>
                <c:pt idx="4730">
                  <c:v>473</c:v>
                </c:pt>
                <c:pt idx="4731">
                  <c:v>473.1</c:v>
                </c:pt>
                <c:pt idx="4732">
                  <c:v>473.2</c:v>
                </c:pt>
                <c:pt idx="4733">
                  <c:v>473.3</c:v>
                </c:pt>
                <c:pt idx="4734">
                  <c:v>473.4</c:v>
                </c:pt>
                <c:pt idx="4735">
                  <c:v>473.5</c:v>
                </c:pt>
                <c:pt idx="4736">
                  <c:v>473.6</c:v>
                </c:pt>
                <c:pt idx="4737">
                  <c:v>473.7</c:v>
                </c:pt>
                <c:pt idx="4738">
                  <c:v>473.8</c:v>
                </c:pt>
                <c:pt idx="4739">
                  <c:v>473.9</c:v>
                </c:pt>
                <c:pt idx="4740">
                  <c:v>474</c:v>
                </c:pt>
                <c:pt idx="4741">
                  <c:v>474.1</c:v>
                </c:pt>
                <c:pt idx="4742">
                  <c:v>474.2</c:v>
                </c:pt>
                <c:pt idx="4743">
                  <c:v>474.3</c:v>
                </c:pt>
                <c:pt idx="4744">
                  <c:v>474.4</c:v>
                </c:pt>
                <c:pt idx="4745">
                  <c:v>474.5</c:v>
                </c:pt>
                <c:pt idx="4746">
                  <c:v>474.6</c:v>
                </c:pt>
                <c:pt idx="4747">
                  <c:v>474.7</c:v>
                </c:pt>
                <c:pt idx="4748">
                  <c:v>474.8</c:v>
                </c:pt>
                <c:pt idx="4749">
                  <c:v>474.9</c:v>
                </c:pt>
                <c:pt idx="4750">
                  <c:v>475</c:v>
                </c:pt>
                <c:pt idx="4751">
                  <c:v>475.1</c:v>
                </c:pt>
                <c:pt idx="4752">
                  <c:v>475.2</c:v>
                </c:pt>
                <c:pt idx="4753">
                  <c:v>475.3</c:v>
                </c:pt>
                <c:pt idx="4754">
                  <c:v>475.4</c:v>
                </c:pt>
                <c:pt idx="4755">
                  <c:v>475.5</c:v>
                </c:pt>
                <c:pt idx="4756">
                  <c:v>475.6</c:v>
                </c:pt>
                <c:pt idx="4757">
                  <c:v>475.7</c:v>
                </c:pt>
                <c:pt idx="4758">
                  <c:v>475.8</c:v>
                </c:pt>
                <c:pt idx="4759">
                  <c:v>475.9</c:v>
                </c:pt>
                <c:pt idx="4760">
                  <c:v>476</c:v>
                </c:pt>
                <c:pt idx="4761">
                  <c:v>476.1</c:v>
                </c:pt>
                <c:pt idx="4762">
                  <c:v>476.2</c:v>
                </c:pt>
                <c:pt idx="4763">
                  <c:v>476.3</c:v>
                </c:pt>
                <c:pt idx="4764">
                  <c:v>476.4</c:v>
                </c:pt>
                <c:pt idx="4765">
                  <c:v>476.5</c:v>
                </c:pt>
                <c:pt idx="4766">
                  <c:v>476.6</c:v>
                </c:pt>
                <c:pt idx="4767">
                  <c:v>476.7</c:v>
                </c:pt>
                <c:pt idx="4768">
                  <c:v>476.8</c:v>
                </c:pt>
                <c:pt idx="4769">
                  <c:v>476.9</c:v>
                </c:pt>
                <c:pt idx="4770">
                  <c:v>477</c:v>
                </c:pt>
                <c:pt idx="4771">
                  <c:v>477.1</c:v>
                </c:pt>
                <c:pt idx="4772">
                  <c:v>477.2</c:v>
                </c:pt>
                <c:pt idx="4773">
                  <c:v>477.3</c:v>
                </c:pt>
                <c:pt idx="4774">
                  <c:v>477.4</c:v>
                </c:pt>
                <c:pt idx="4775">
                  <c:v>477.5</c:v>
                </c:pt>
                <c:pt idx="4776">
                  <c:v>477.6</c:v>
                </c:pt>
                <c:pt idx="4777">
                  <c:v>477.7</c:v>
                </c:pt>
                <c:pt idx="4778">
                  <c:v>477.8</c:v>
                </c:pt>
                <c:pt idx="4779">
                  <c:v>477.9</c:v>
                </c:pt>
                <c:pt idx="4780">
                  <c:v>478</c:v>
                </c:pt>
                <c:pt idx="4781">
                  <c:v>478.1</c:v>
                </c:pt>
                <c:pt idx="4782">
                  <c:v>478.2</c:v>
                </c:pt>
                <c:pt idx="4783">
                  <c:v>478.3</c:v>
                </c:pt>
                <c:pt idx="4784">
                  <c:v>478.4</c:v>
                </c:pt>
                <c:pt idx="4785">
                  <c:v>478.5</c:v>
                </c:pt>
                <c:pt idx="4786">
                  <c:v>478.6</c:v>
                </c:pt>
                <c:pt idx="4787">
                  <c:v>478.7</c:v>
                </c:pt>
                <c:pt idx="4788">
                  <c:v>478.8</c:v>
                </c:pt>
                <c:pt idx="4789">
                  <c:v>478.9</c:v>
                </c:pt>
                <c:pt idx="4790">
                  <c:v>479</c:v>
                </c:pt>
                <c:pt idx="4791">
                  <c:v>479.1</c:v>
                </c:pt>
                <c:pt idx="4792">
                  <c:v>479.2</c:v>
                </c:pt>
                <c:pt idx="4793">
                  <c:v>479.3</c:v>
                </c:pt>
                <c:pt idx="4794">
                  <c:v>479.4</c:v>
                </c:pt>
                <c:pt idx="4795">
                  <c:v>479.5</c:v>
                </c:pt>
                <c:pt idx="4796">
                  <c:v>479.6</c:v>
                </c:pt>
                <c:pt idx="4797">
                  <c:v>479.7</c:v>
                </c:pt>
                <c:pt idx="4798">
                  <c:v>479.8</c:v>
                </c:pt>
                <c:pt idx="4799">
                  <c:v>479.9</c:v>
                </c:pt>
                <c:pt idx="4800">
                  <c:v>480</c:v>
                </c:pt>
                <c:pt idx="4801">
                  <c:v>480.1</c:v>
                </c:pt>
                <c:pt idx="4802">
                  <c:v>480.2</c:v>
                </c:pt>
                <c:pt idx="4803">
                  <c:v>480.3</c:v>
                </c:pt>
                <c:pt idx="4804">
                  <c:v>480.4</c:v>
                </c:pt>
                <c:pt idx="4805">
                  <c:v>480.5</c:v>
                </c:pt>
                <c:pt idx="4806">
                  <c:v>480.6</c:v>
                </c:pt>
                <c:pt idx="4807">
                  <c:v>480.7</c:v>
                </c:pt>
                <c:pt idx="4808">
                  <c:v>480.8</c:v>
                </c:pt>
                <c:pt idx="4809">
                  <c:v>480.9</c:v>
                </c:pt>
                <c:pt idx="4810">
                  <c:v>481</c:v>
                </c:pt>
                <c:pt idx="4811">
                  <c:v>481.1</c:v>
                </c:pt>
                <c:pt idx="4812">
                  <c:v>481.2</c:v>
                </c:pt>
                <c:pt idx="4813">
                  <c:v>481.3</c:v>
                </c:pt>
                <c:pt idx="4814">
                  <c:v>481.4</c:v>
                </c:pt>
                <c:pt idx="4815">
                  <c:v>481.5</c:v>
                </c:pt>
                <c:pt idx="4816">
                  <c:v>481.6</c:v>
                </c:pt>
                <c:pt idx="4817">
                  <c:v>481.7</c:v>
                </c:pt>
                <c:pt idx="4818">
                  <c:v>481.8</c:v>
                </c:pt>
                <c:pt idx="4819">
                  <c:v>481.9</c:v>
                </c:pt>
                <c:pt idx="4820">
                  <c:v>482</c:v>
                </c:pt>
                <c:pt idx="4821">
                  <c:v>482.1</c:v>
                </c:pt>
                <c:pt idx="4822">
                  <c:v>482.2</c:v>
                </c:pt>
                <c:pt idx="4823">
                  <c:v>482.3</c:v>
                </c:pt>
                <c:pt idx="4824">
                  <c:v>482.4</c:v>
                </c:pt>
                <c:pt idx="4825">
                  <c:v>482.5</c:v>
                </c:pt>
                <c:pt idx="4826">
                  <c:v>482.6</c:v>
                </c:pt>
                <c:pt idx="4827">
                  <c:v>482.7</c:v>
                </c:pt>
                <c:pt idx="4828">
                  <c:v>482.8</c:v>
                </c:pt>
                <c:pt idx="4829">
                  <c:v>482.9</c:v>
                </c:pt>
                <c:pt idx="4830">
                  <c:v>483</c:v>
                </c:pt>
                <c:pt idx="4831">
                  <c:v>483.1</c:v>
                </c:pt>
                <c:pt idx="4832">
                  <c:v>483.2</c:v>
                </c:pt>
                <c:pt idx="4833">
                  <c:v>483.3</c:v>
                </c:pt>
                <c:pt idx="4834">
                  <c:v>483.4</c:v>
                </c:pt>
                <c:pt idx="4835">
                  <c:v>483.5</c:v>
                </c:pt>
                <c:pt idx="4836">
                  <c:v>483.6</c:v>
                </c:pt>
                <c:pt idx="4837">
                  <c:v>483.7</c:v>
                </c:pt>
                <c:pt idx="4838">
                  <c:v>483.8</c:v>
                </c:pt>
                <c:pt idx="4839">
                  <c:v>483.9</c:v>
                </c:pt>
                <c:pt idx="4840">
                  <c:v>484</c:v>
                </c:pt>
                <c:pt idx="4841">
                  <c:v>484.1</c:v>
                </c:pt>
                <c:pt idx="4842">
                  <c:v>484.2</c:v>
                </c:pt>
                <c:pt idx="4843">
                  <c:v>484.3</c:v>
                </c:pt>
                <c:pt idx="4844">
                  <c:v>484.4</c:v>
                </c:pt>
                <c:pt idx="4845">
                  <c:v>484.5</c:v>
                </c:pt>
                <c:pt idx="4846">
                  <c:v>484.6</c:v>
                </c:pt>
                <c:pt idx="4847">
                  <c:v>484.7</c:v>
                </c:pt>
                <c:pt idx="4848">
                  <c:v>484.8</c:v>
                </c:pt>
                <c:pt idx="4849">
                  <c:v>484.9</c:v>
                </c:pt>
                <c:pt idx="4850">
                  <c:v>485</c:v>
                </c:pt>
                <c:pt idx="4851">
                  <c:v>485.1</c:v>
                </c:pt>
                <c:pt idx="4852">
                  <c:v>485.2</c:v>
                </c:pt>
                <c:pt idx="4853">
                  <c:v>485.3</c:v>
                </c:pt>
                <c:pt idx="4854">
                  <c:v>485.4</c:v>
                </c:pt>
                <c:pt idx="4855">
                  <c:v>485.5</c:v>
                </c:pt>
                <c:pt idx="4856">
                  <c:v>485.6</c:v>
                </c:pt>
                <c:pt idx="4857">
                  <c:v>485.7</c:v>
                </c:pt>
                <c:pt idx="4858">
                  <c:v>485.8</c:v>
                </c:pt>
                <c:pt idx="4859">
                  <c:v>485.9</c:v>
                </c:pt>
                <c:pt idx="4860">
                  <c:v>486</c:v>
                </c:pt>
                <c:pt idx="4861">
                  <c:v>486.1</c:v>
                </c:pt>
                <c:pt idx="4862">
                  <c:v>486.2</c:v>
                </c:pt>
                <c:pt idx="4863">
                  <c:v>486.3</c:v>
                </c:pt>
                <c:pt idx="4864">
                  <c:v>486.4</c:v>
                </c:pt>
                <c:pt idx="4865">
                  <c:v>486.5</c:v>
                </c:pt>
                <c:pt idx="4866">
                  <c:v>486.6</c:v>
                </c:pt>
                <c:pt idx="4867">
                  <c:v>486.7</c:v>
                </c:pt>
                <c:pt idx="4868">
                  <c:v>486.8</c:v>
                </c:pt>
                <c:pt idx="4869">
                  <c:v>486.9</c:v>
                </c:pt>
                <c:pt idx="4870">
                  <c:v>487</c:v>
                </c:pt>
                <c:pt idx="4871">
                  <c:v>487.1</c:v>
                </c:pt>
                <c:pt idx="4872">
                  <c:v>487.2</c:v>
                </c:pt>
                <c:pt idx="4873">
                  <c:v>487.3</c:v>
                </c:pt>
                <c:pt idx="4874">
                  <c:v>487.4</c:v>
                </c:pt>
                <c:pt idx="4875">
                  <c:v>487.5</c:v>
                </c:pt>
                <c:pt idx="4876">
                  <c:v>487.6</c:v>
                </c:pt>
                <c:pt idx="4877">
                  <c:v>487.7</c:v>
                </c:pt>
                <c:pt idx="4878">
                  <c:v>487.8</c:v>
                </c:pt>
                <c:pt idx="4879">
                  <c:v>487.9</c:v>
                </c:pt>
                <c:pt idx="4880">
                  <c:v>488</c:v>
                </c:pt>
                <c:pt idx="4881">
                  <c:v>488.1</c:v>
                </c:pt>
                <c:pt idx="4882">
                  <c:v>488.2</c:v>
                </c:pt>
                <c:pt idx="4883">
                  <c:v>488.3</c:v>
                </c:pt>
                <c:pt idx="4884">
                  <c:v>488.4</c:v>
                </c:pt>
                <c:pt idx="4885">
                  <c:v>488.5</c:v>
                </c:pt>
                <c:pt idx="4886">
                  <c:v>488.6</c:v>
                </c:pt>
                <c:pt idx="4887">
                  <c:v>488.7</c:v>
                </c:pt>
                <c:pt idx="4888">
                  <c:v>488.8</c:v>
                </c:pt>
                <c:pt idx="4889">
                  <c:v>488.9</c:v>
                </c:pt>
                <c:pt idx="4890">
                  <c:v>489</c:v>
                </c:pt>
                <c:pt idx="4891">
                  <c:v>489.1</c:v>
                </c:pt>
                <c:pt idx="4892">
                  <c:v>489.2</c:v>
                </c:pt>
                <c:pt idx="4893">
                  <c:v>489.3</c:v>
                </c:pt>
                <c:pt idx="4894">
                  <c:v>489.4</c:v>
                </c:pt>
                <c:pt idx="4895">
                  <c:v>489.5</c:v>
                </c:pt>
                <c:pt idx="4896">
                  <c:v>489.6</c:v>
                </c:pt>
                <c:pt idx="4897">
                  <c:v>489.7</c:v>
                </c:pt>
                <c:pt idx="4898">
                  <c:v>489.8</c:v>
                </c:pt>
                <c:pt idx="4899">
                  <c:v>489.9</c:v>
                </c:pt>
                <c:pt idx="4900">
                  <c:v>490</c:v>
                </c:pt>
                <c:pt idx="4901">
                  <c:v>490.1</c:v>
                </c:pt>
                <c:pt idx="4902">
                  <c:v>490.2</c:v>
                </c:pt>
                <c:pt idx="4903">
                  <c:v>490.3</c:v>
                </c:pt>
                <c:pt idx="4904">
                  <c:v>490.4</c:v>
                </c:pt>
                <c:pt idx="4905">
                  <c:v>490.5</c:v>
                </c:pt>
                <c:pt idx="4906">
                  <c:v>490.6</c:v>
                </c:pt>
                <c:pt idx="4907">
                  <c:v>490.7</c:v>
                </c:pt>
                <c:pt idx="4908">
                  <c:v>490.8</c:v>
                </c:pt>
                <c:pt idx="4909">
                  <c:v>490.9</c:v>
                </c:pt>
                <c:pt idx="4910">
                  <c:v>491</c:v>
                </c:pt>
                <c:pt idx="4911">
                  <c:v>491.1</c:v>
                </c:pt>
                <c:pt idx="4912">
                  <c:v>491.2</c:v>
                </c:pt>
                <c:pt idx="4913">
                  <c:v>491.3</c:v>
                </c:pt>
                <c:pt idx="4914">
                  <c:v>491.4</c:v>
                </c:pt>
                <c:pt idx="4915">
                  <c:v>491.5</c:v>
                </c:pt>
                <c:pt idx="4916">
                  <c:v>491.6</c:v>
                </c:pt>
                <c:pt idx="4917">
                  <c:v>491.7</c:v>
                </c:pt>
                <c:pt idx="4918">
                  <c:v>491.8</c:v>
                </c:pt>
                <c:pt idx="4919">
                  <c:v>491.9</c:v>
                </c:pt>
                <c:pt idx="4920">
                  <c:v>492</c:v>
                </c:pt>
                <c:pt idx="4921">
                  <c:v>492.1</c:v>
                </c:pt>
                <c:pt idx="4922">
                  <c:v>492.2</c:v>
                </c:pt>
                <c:pt idx="4923">
                  <c:v>492.3</c:v>
                </c:pt>
                <c:pt idx="4924">
                  <c:v>492.4</c:v>
                </c:pt>
                <c:pt idx="4925">
                  <c:v>492.5</c:v>
                </c:pt>
                <c:pt idx="4926">
                  <c:v>492.6</c:v>
                </c:pt>
                <c:pt idx="4927">
                  <c:v>492.7</c:v>
                </c:pt>
                <c:pt idx="4928">
                  <c:v>492.8</c:v>
                </c:pt>
                <c:pt idx="4929">
                  <c:v>492.9</c:v>
                </c:pt>
                <c:pt idx="4930">
                  <c:v>493</c:v>
                </c:pt>
                <c:pt idx="4931">
                  <c:v>493.1</c:v>
                </c:pt>
                <c:pt idx="4932">
                  <c:v>493.2</c:v>
                </c:pt>
                <c:pt idx="4933">
                  <c:v>493.3</c:v>
                </c:pt>
                <c:pt idx="4934">
                  <c:v>493.4</c:v>
                </c:pt>
                <c:pt idx="4935">
                  <c:v>493.5</c:v>
                </c:pt>
                <c:pt idx="4936">
                  <c:v>493.6</c:v>
                </c:pt>
                <c:pt idx="4937">
                  <c:v>493.7</c:v>
                </c:pt>
                <c:pt idx="4938">
                  <c:v>493.8</c:v>
                </c:pt>
                <c:pt idx="4939">
                  <c:v>493.9</c:v>
                </c:pt>
                <c:pt idx="4940">
                  <c:v>494</c:v>
                </c:pt>
                <c:pt idx="4941">
                  <c:v>494.1</c:v>
                </c:pt>
                <c:pt idx="4942">
                  <c:v>494.2</c:v>
                </c:pt>
                <c:pt idx="4943">
                  <c:v>494.3</c:v>
                </c:pt>
                <c:pt idx="4944">
                  <c:v>494.4</c:v>
                </c:pt>
                <c:pt idx="4945">
                  <c:v>494.5</c:v>
                </c:pt>
                <c:pt idx="4946">
                  <c:v>494.6</c:v>
                </c:pt>
                <c:pt idx="4947">
                  <c:v>494.7</c:v>
                </c:pt>
                <c:pt idx="4948">
                  <c:v>494.8</c:v>
                </c:pt>
                <c:pt idx="4949">
                  <c:v>494.9</c:v>
                </c:pt>
                <c:pt idx="4950">
                  <c:v>495</c:v>
                </c:pt>
                <c:pt idx="4951">
                  <c:v>495.1</c:v>
                </c:pt>
                <c:pt idx="4952">
                  <c:v>495.2</c:v>
                </c:pt>
                <c:pt idx="4953">
                  <c:v>495.3</c:v>
                </c:pt>
                <c:pt idx="4954">
                  <c:v>495.4</c:v>
                </c:pt>
                <c:pt idx="4955">
                  <c:v>495.5</c:v>
                </c:pt>
                <c:pt idx="4956">
                  <c:v>495.6</c:v>
                </c:pt>
                <c:pt idx="4957">
                  <c:v>495.7</c:v>
                </c:pt>
                <c:pt idx="4958">
                  <c:v>495.8</c:v>
                </c:pt>
                <c:pt idx="4959">
                  <c:v>495.9</c:v>
                </c:pt>
                <c:pt idx="4960">
                  <c:v>496</c:v>
                </c:pt>
                <c:pt idx="4961">
                  <c:v>496.1</c:v>
                </c:pt>
                <c:pt idx="4962">
                  <c:v>496.2</c:v>
                </c:pt>
                <c:pt idx="4963">
                  <c:v>496.3</c:v>
                </c:pt>
                <c:pt idx="4964">
                  <c:v>496.4</c:v>
                </c:pt>
                <c:pt idx="4965">
                  <c:v>496.5</c:v>
                </c:pt>
                <c:pt idx="4966">
                  <c:v>496.6</c:v>
                </c:pt>
                <c:pt idx="4967">
                  <c:v>496.7</c:v>
                </c:pt>
                <c:pt idx="4968">
                  <c:v>496.8</c:v>
                </c:pt>
                <c:pt idx="4969">
                  <c:v>496.9</c:v>
                </c:pt>
                <c:pt idx="4970">
                  <c:v>497</c:v>
                </c:pt>
                <c:pt idx="4971">
                  <c:v>497.1</c:v>
                </c:pt>
                <c:pt idx="4972">
                  <c:v>497.2</c:v>
                </c:pt>
                <c:pt idx="4973">
                  <c:v>497.3</c:v>
                </c:pt>
                <c:pt idx="4974">
                  <c:v>497.4</c:v>
                </c:pt>
                <c:pt idx="4975">
                  <c:v>497.5</c:v>
                </c:pt>
                <c:pt idx="4976">
                  <c:v>497.6</c:v>
                </c:pt>
                <c:pt idx="4977">
                  <c:v>497.7</c:v>
                </c:pt>
                <c:pt idx="4978">
                  <c:v>497.8</c:v>
                </c:pt>
                <c:pt idx="4979">
                  <c:v>497.9</c:v>
                </c:pt>
                <c:pt idx="4980">
                  <c:v>498</c:v>
                </c:pt>
                <c:pt idx="4981">
                  <c:v>498.1</c:v>
                </c:pt>
                <c:pt idx="4982">
                  <c:v>498.2</c:v>
                </c:pt>
                <c:pt idx="4983">
                  <c:v>498.3</c:v>
                </c:pt>
                <c:pt idx="4984">
                  <c:v>498.4</c:v>
                </c:pt>
                <c:pt idx="4985">
                  <c:v>498.5</c:v>
                </c:pt>
                <c:pt idx="4986">
                  <c:v>498.6</c:v>
                </c:pt>
                <c:pt idx="4987">
                  <c:v>498.7</c:v>
                </c:pt>
                <c:pt idx="4988">
                  <c:v>498.8</c:v>
                </c:pt>
                <c:pt idx="4989">
                  <c:v>498.9</c:v>
                </c:pt>
                <c:pt idx="4990">
                  <c:v>499</c:v>
                </c:pt>
                <c:pt idx="4991">
                  <c:v>499.1</c:v>
                </c:pt>
                <c:pt idx="4992">
                  <c:v>499.2</c:v>
                </c:pt>
                <c:pt idx="4993">
                  <c:v>499.3</c:v>
                </c:pt>
                <c:pt idx="4994">
                  <c:v>499.4</c:v>
                </c:pt>
                <c:pt idx="4995">
                  <c:v>499.5</c:v>
                </c:pt>
                <c:pt idx="4996">
                  <c:v>499.6</c:v>
                </c:pt>
                <c:pt idx="4997">
                  <c:v>499.7</c:v>
                </c:pt>
                <c:pt idx="4998">
                  <c:v>499.8</c:v>
                </c:pt>
                <c:pt idx="4999">
                  <c:v>499.9</c:v>
                </c:pt>
                <c:pt idx="5000">
                  <c:v>500</c:v>
                </c:pt>
                <c:pt idx="5001">
                  <c:v>500.1</c:v>
                </c:pt>
                <c:pt idx="5002">
                  <c:v>500.2</c:v>
                </c:pt>
                <c:pt idx="5003">
                  <c:v>500.3</c:v>
                </c:pt>
                <c:pt idx="5004">
                  <c:v>500.4</c:v>
                </c:pt>
                <c:pt idx="5005">
                  <c:v>500.5</c:v>
                </c:pt>
                <c:pt idx="5006">
                  <c:v>500.6</c:v>
                </c:pt>
                <c:pt idx="5007">
                  <c:v>500.7</c:v>
                </c:pt>
                <c:pt idx="5008">
                  <c:v>500.8</c:v>
                </c:pt>
                <c:pt idx="5009">
                  <c:v>500.9</c:v>
                </c:pt>
                <c:pt idx="5010">
                  <c:v>501</c:v>
                </c:pt>
                <c:pt idx="5011">
                  <c:v>501.1</c:v>
                </c:pt>
                <c:pt idx="5012">
                  <c:v>501.2</c:v>
                </c:pt>
                <c:pt idx="5013">
                  <c:v>501.3</c:v>
                </c:pt>
                <c:pt idx="5014">
                  <c:v>501.4</c:v>
                </c:pt>
                <c:pt idx="5015">
                  <c:v>501.5</c:v>
                </c:pt>
                <c:pt idx="5016">
                  <c:v>501.6</c:v>
                </c:pt>
                <c:pt idx="5017">
                  <c:v>501.7</c:v>
                </c:pt>
                <c:pt idx="5018">
                  <c:v>501.8</c:v>
                </c:pt>
                <c:pt idx="5019">
                  <c:v>501.9</c:v>
                </c:pt>
                <c:pt idx="5020">
                  <c:v>502</c:v>
                </c:pt>
                <c:pt idx="5021">
                  <c:v>502.1</c:v>
                </c:pt>
                <c:pt idx="5022">
                  <c:v>502.2</c:v>
                </c:pt>
                <c:pt idx="5023">
                  <c:v>502.3</c:v>
                </c:pt>
                <c:pt idx="5024">
                  <c:v>502.4</c:v>
                </c:pt>
                <c:pt idx="5025">
                  <c:v>502.5</c:v>
                </c:pt>
                <c:pt idx="5026">
                  <c:v>502.6</c:v>
                </c:pt>
                <c:pt idx="5027">
                  <c:v>502.7</c:v>
                </c:pt>
                <c:pt idx="5028">
                  <c:v>502.8</c:v>
                </c:pt>
                <c:pt idx="5029">
                  <c:v>502.9</c:v>
                </c:pt>
                <c:pt idx="5030">
                  <c:v>503</c:v>
                </c:pt>
                <c:pt idx="5031">
                  <c:v>503.1</c:v>
                </c:pt>
                <c:pt idx="5032">
                  <c:v>503.2</c:v>
                </c:pt>
                <c:pt idx="5033">
                  <c:v>503.3</c:v>
                </c:pt>
                <c:pt idx="5034">
                  <c:v>503.4</c:v>
                </c:pt>
                <c:pt idx="5035">
                  <c:v>503.5</c:v>
                </c:pt>
                <c:pt idx="5036">
                  <c:v>503.6</c:v>
                </c:pt>
                <c:pt idx="5037">
                  <c:v>503.7</c:v>
                </c:pt>
                <c:pt idx="5038">
                  <c:v>503.8</c:v>
                </c:pt>
                <c:pt idx="5039">
                  <c:v>503.9</c:v>
                </c:pt>
                <c:pt idx="5040">
                  <c:v>504</c:v>
                </c:pt>
                <c:pt idx="5041">
                  <c:v>504.1</c:v>
                </c:pt>
                <c:pt idx="5042">
                  <c:v>504.2</c:v>
                </c:pt>
                <c:pt idx="5043">
                  <c:v>504.3</c:v>
                </c:pt>
                <c:pt idx="5044">
                  <c:v>504.4</c:v>
                </c:pt>
                <c:pt idx="5045">
                  <c:v>504.5</c:v>
                </c:pt>
                <c:pt idx="5046">
                  <c:v>504.6</c:v>
                </c:pt>
                <c:pt idx="5047">
                  <c:v>504.7</c:v>
                </c:pt>
                <c:pt idx="5048">
                  <c:v>504.8</c:v>
                </c:pt>
                <c:pt idx="5049">
                  <c:v>504.9</c:v>
                </c:pt>
                <c:pt idx="5050">
                  <c:v>505</c:v>
                </c:pt>
                <c:pt idx="5051">
                  <c:v>505.1</c:v>
                </c:pt>
                <c:pt idx="5052">
                  <c:v>505.2</c:v>
                </c:pt>
                <c:pt idx="5053">
                  <c:v>505.3</c:v>
                </c:pt>
                <c:pt idx="5054">
                  <c:v>505.4</c:v>
                </c:pt>
                <c:pt idx="5055">
                  <c:v>505.5</c:v>
                </c:pt>
                <c:pt idx="5056">
                  <c:v>505.6</c:v>
                </c:pt>
                <c:pt idx="5057">
                  <c:v>505.7</c:v>
                </c:pt>
                <c:pt idx="5058">
                  <c:v>505.8</c:v>
                </c:pt>
                <c:pt idx="5059">
                  <c:v>505.9</c:v>
                </c:pt>
                <c:pt idx="5060">
                  <c:v>506</c:v>
                </c:pt>
                <c:pt idx="5061">
                  <c:v>506.1</c:v>
                </c:pt>
                <c:pt idx="5062">
                  <c:v>506.2</c:v>
                </c:pt>
                <c:pt idx="5063">
                  <c:v>506.3</c:v>
                </c:pt>
                <c:pt idx="5064">
                  <c:v>506.4</c:v>
                </c:pt>
                <c:pt idx="5065">
                  <c:v>506.5</c:v>
                </c:pt>
                <c:pt idx="5066">
                  <c:v>506.6</c:v>
                </c:pt>
                <c:pt idx="5067">
                  <c:v>506.7</c:v>
                </c:pt>
                <c:pt idx="5068">
                  <c:v>506.8</c:v>
                </c:pt>
                <c:pt idx="5069">
                  <c:v>506.9</c:v>
                </c:pt>
                <c:pt idx="5070">
                  <c:v>507</c:v>
                </c:pt>
                <c:pt idx="5071">
                  <c:v>507.1</c:v>
                </c:pt>
                <c:pt idx="5072">
                  <c:v>507.2</c:v>
                </c:pt>
                <c:pt idx="5073">
                  <c:v>507.3</c:v>
                </c:pt>
                <c:pt idx="5074">
                  <c:v>507.4</c:v>
                </c:pt>
                <c:pt idx="5075">
                  <c:v>507.5</c:v>
                </c:pt>
                <c:pt idx="5076">
                  <c:v>507.6</c:v>
                </c:pt>
                <c:pt idx="5077">
                  <c:v>507.7</c:v>
                </c:pt>
                <c:pt idx="5078">
                  <c:v>507.8</c:v>
                </c:pt>
                <c:pt idx="5079">
                  <c:v>507.9</c:v>
                </c:pt>
                <c:pt idx="5080">
                  <c:v>508</c:v>
                </c:pt>
                <c:pt idx="5081">
                  <c:v>508.1</c:v>
                </c:pt>
                <c:pt idx="5082">
                  <c:v>508.2</c:v>
                </c:pt>
                <c:pt idx="5083">
                  <c:v>508.3</c:v>
                </c:pt>
                <c:pt idx="5084">
                  <c:v>508.4</c:v>
                </c:pt>
                <c:pt idx="5085">
                  <c:v>508.5</c:v>
                </c:pt>
                <c:pt idx="5086">
                  <c:v>508.6</c:v>
                </c:pt>
                <c:pt idx="5087">
                  <c:v>508.7</c:v>
                </c:pt>
                <c:pt idx="5088">
                  <c:v>508.8</c:v>
                </c:pt>
                <c:pt idx="5089">
                  <c:v>508.9</c:v>
                </c:pt>
                <c:pt idx="5090">
                  <c:v>509</c:v>
                </c:pt>
                <c:pt idx="5091">
                  <c:v>509.1</c:v>
                </c:pt>
                <c:pt idx="5092">
                  <c:v>509.2</c:v>
                </c:pt>
                <c:pt idx="5093">
                  <c:v>509.3</c:v>
                </c:pt>
                <c:pt idx="5094">
                  <c:v>509.4</c:v>
                </c:pt>
                <c:pt idx="5095">
                  <c:v>509.5</c:v>
                </c:pt>
                <c:pt idx="5096">
                  <c:v>509.6</c:v>
                </c:pt>
                <c:pt idx="5097">
                  <c:v>509.7</c:v>
                </c:pt>
                <c:pt idx="5098">
                  <c:v>509.8</c:v>
                </c:pt>
                <c:pt idx="5099">
                  <c:v>509.9</c:v>
                </c:pt>
                <c:pt idx="5100">
                  <c:v>510</c:v>
                </c:pt>
                <c:pt idx="5101">
                  <c:v>510.1</c:v>
                </c:pt>
                <c:pt idx="5102">
                  <c:v>510.2</c:v>
                </c:pt>
                <c:pt idx="5103">
                  <c:v>510.3</c:v>
                </c:pt>
                <c:pt idx="5104">
                  <c:v>510.4</c:v>
                </c:pt>
                <c:pt idx="5105">
                  <c:v>510.5</c:v>
                </c:pt>
                <c:pt idx="5106">
                  <c:v>510.6</c:v>
                </c:pt>
                <c:pt idx="5107">
                  <c:v>510.7</c:v>
                </c:pt>
                <c:pt idx="5108">
                  <c:v>510.8</c:v>
                </c:pt>
                <c:pt idx="5109">
                  <c:v>510.9</c:v>
                </c:pt>
                <c:pt idx="5110">
                  <c:v>511</c:v>
                </c:pt>
                <c:pt idx="5111">
                  <c:v>511.1</c:v>
                </c:pt>
                <c:pt idx="5112">
                  <c:v>511.2</c:v>
                </c:pt>
                <c:pt idx="5113">
                  <c:v>511.3</c:v>
                </c:pt>
                <c:pt idx="5114">
                  <c:v>511.4</c:v>
                </c:pt>
                <c:pt idx="5115">
                  <c:v>511.5</c:v>
                </c:pt>
                <c:pt idx="5116">
                  <c:v>511.6</c:v>
                </c:pt>
                <c:pt idx="5117">
                  <c:v>511.7</c:v>
                </c:pt>
                <c:pt idx="5118">
                  <c:v>511.8</c:v>
                </c:pt>
                <c:pt idx="5119">
                  <c:v>511.9</c:v>
                </c:pt>
                <c:pt idx="5120">
                  <c:v>512</c:v>
                </c:pt>
                <c:pt idx="5121">
                  <c:v>512.1</c:v>
                </c:pt>
                <c:pt idx="5122">
                  <c:v>512.20000000000005</c:v>
                </c:pt>
                <c:pt idx="5123">
                  <c:v>512.29999999999995</c:v>
                </c:pt>
                <c:pt idx="5124">
                  <c:v>512.4</c:v>
                </c:pt>
                <c:pt idx="5125">
                  <c:v>512.5</c:v>
                </c:pt>
                <c:pt idx="5126">
                  <c:v>512.6</c:v>
                </c:pt>
                <c:pt idx="5127">
                  <c:v>512.70000000000005</c:v>
                </c:pt>
                <c:pt idx="5128">
                  <c:v>512.79999999999995</c:v>
                </c:pt>
                <c:pt idx="5129">
                  <c:v>512.9</c:v>
                </c:pt>
                <c:pt idx="5130">
                  <c:v>513</c:v>
                </c:pt>
                <c:pt idx="5131">
                  <c:v>513.1</c:v>
                </c:pt>
                <c:pt idx="5132">
                  <c:v>513.20000000000005</c:v>
                </c:pt>
                <c:pt idx="5133">
                  <c:v>513.29999999999995</c:v>
                </c:pt>
                <c:pt idx="5134">
                  <c:v>513.4</c:v>
                </c:pt>
                <c:pt idx="5135">
                  <c:v>513.5</c:v>
                </c:pt>
                <c:pt idx="5136">
                  <c:v>513.6</c:v>
                </c:pt>
                <c:pt idx="5137">
                  <c:v>513.70000000000005</c:v>
                </c:pt>
                <c:pt idx="5138">
                  <c:v>513.79999999999995</c:v>
                </c:pt>
                <c:pt idx="5139">
                  <c:v>513.9</c:v>
                </c:pt>
                <c:pt idx="5140">
                  <c:v>514</c:v>
                </c:pt>
                <c:pt idx="5141">
                  <c:v>514.1</c:v>
                </c:pt>
                <c:pt idx="5142">
                  <c:v>514.20000000000005</c:v>
                </c:pt>
                <c:pt idx="5143">
                  <c:v>514.29999999999995</c:v>
                </c:pt>
                <c:pt idx="5144">
                  <c:v>514.4</c:v>
                </c:pt>
                <c:pt idx="5145">
                  <c:v>514.5</c:v>
                </c:pt>
                <c:pt idx="5146">
                  <c:v>514.6</c:v>
                </c:pt>
                <c:pt idx="5147">
                  <c:v>514.70000000000005</c:v>
                </c:pt>
                <c:pt idx="5148">
                  <c:v>514.79999999999995</c:v>
                </c:pt>
                <c:pt idx="5149">
                  <c:v>514.9</c:v>
                </c:pt>
                <c:pt idx="5150">
                  <c:v>515</c:v>
                </c:pt>
                <c:pt idx="5151">
                  <c:v>515.1</c:v>
                </c:pt>
                <c:pt idx="5152">
                  <c:v>515.20000000000005</c:v>
                </c:pt>
                <c:pt idx="5153">
                  <c:v>515.29999999999995</c:v>
                </c:pt>
                <c:pt idx="5154">
                  <c:v>515.4</c:v>
                </c:pt>
                <c:pt idx="5155">
                  <c:v>515.5</c:v>
                </c:pt>
                <c:pt idx="5156">
                  <c:v>515.6</c:v>
                </c:pt>
                <c:pt idx="5157">
                  <c:v>515.70000000000005</c:v>
                </c:pt>
                <c:pt idx="5158">
                  <c:v>515.79999999999995</c:v>
                </c:pt>
                <c:pt idx="5159">
                  <c:v>515.9</c:v>
                </c:pt>
                <c:pt idx="5160">
                  <c:v>516</c:v>
                </c:pt>
                <c:pt idx="5161">
                  <c:v>516.1</c:v>
                </c:pt>
                <c:pt idx="5162">
                  <c:v>516.20000000000005</c:v>
                </c:pt>
                <c:pt idx="5163">
                  <c:v>516.29999999999995</c:v>
                </c:pt>
                <c:pt idx="5164">
                  <c:v>516.4</c:v>
                </c:pt>
                <c:pt idx="5165">
                  <c:v>516.5</c:v>
                </c:pt>
                <c:pt idx="5166">
                  <c:v>516.6</c:v>
                </c:pt>
                <c:pt idx="5167">
                  <c:v>516.70000000000005</c:v>
                </c:pt>
                <c:pt idx="5168">
                  <c:v>516.79999999999995</c:v>
                </c:pt>
                <c:pt idx="5169">
                  <c:v>516.9</c:v>
                </c:pt>
                <c:pt idx="5170">
                  <c:v>517</c:v>
                </c:pt>
                <c:pt idx="5171">
                  <c:v>517.1</c:v>
                </c:pt>
                <c:pt idx="5172">
                  <c:v>517.20000000000005</c:v>
                </c:pt>
                <c:pt idx="5173">
                  <c:v>517.29999999999995</c:v>
                </c:pt>
                <c:pt idx="5174">
                  <c:v>517.4</c:v>
                </c:pt>
                <c:pt idx="5175">
                  <c:v>517.5</c:v>
                </c:pt>
                <c:pt idx="5176">
                  <c:v>517.6</c:v>
                </c:pt>
                <c:pt idx="5177">
                  <c:v>517.70000000000005</c:v>
                </c:pt>
                <c:pt idx="5178">
                  <c:v>517.79999999999995</c:v>
                </c:pt>
                <c:pt idx="5179">
                  <c:v>517.9</c:v>
                </c:pt>
                <c:pt idx="5180">
                  <c:v>518</c:v>
                </c:pt>
                <c:pt idx="5181">
                  <c:v>518.1</c:v>
                </c:pt>
                <c:pt idx="5182">
                  <c:v>518.20000000000005</c:v>
                </c:pt>
                <c:pt idx="5183">
                  <c:v>518.29999999999995</c:v>
                </c:pt>
                <c:pt idx="5184">
                  <c:v>518.4</c:v>
                </c:pt>
                <c:pt idx="5185">
                  <c:v>518.5</c:v>
                </c:pt>
                <c:pt idx="5186">
                  <c:v>518.6</c:v>
                </c:pt>
                <c:pt idx="5187">
                  <c:v>518.70000000000005</c:v>
                </c:pt>
                <c:pt idx="5188">
                  <c:v>518.79999999999995</c:v>
                </c:pt>
                <c:pt idx="5189">
                  <c:v>518.9</c:v>
                </c:pt>
                <c:pt idx="5190">
                  <c:v>519</c:v>
                </c:pt>
                <c:pt idx="5191">
                  <c:v>519.1</c:v>
                </c:pt>
                <c:pt idx="5192">
                  <c:v>519.20000000000005</c:v>
                </c:pt>
                <c:pt idx="5193">
                  <c:v>519.29999999999995</c:v>
                </c:pt>
                <c:pt idx="5194">
                  <c:v>519.4</c:v>
                </c:pt>
                <c:pt idx="5195">
                  <c:v>519.5</c:v>
                </c:pt>
                <c:pt idx="5196">
                  <c:v>519.6</c:v>
                </c:pt>
                <c:pt idx="5197">
                  <c:v>519.70000000000005</c:v>
                </c:pt>
                <c:pt idx="5198">
                  <c:v>519.79999999999995</c:v>
                </c:pt>
                <c:pt idx="5199">
                  <c:v>519.9</c:v>
                </c:pt>
                <c:pt idx="5200">
                  <c:v>520</c:v>
                </c:pt>
                <c:pt idx="5201">
                  <c:v>520.1</c:v>
                </c:pt>
                <c:pt idx="5202">
                  <c:v>520.20000000000005</c:v>
                </c:pt>
                <c:pt idx="5203">
                  <c:v>520.29999999999995</c:v>
                </c:pt>
                <c:pt idx="5204">
                  <c:v>520.4</c:v>
                </c:pt>
                <c:pt idx="5205">
                  <c:v>520.5</c:v>
                </c:pt>
                <c:pt idx="5206">
                  <c:v>520.6</c:v>
                </c:pt>
                <c:pt idx="5207">
                  <c:v>520.70000000000005</c:v>
                </c:pt>
                <c:pt idx="5208">
                  <c:v>520.79999999999995</c:v>
                </c:pt>
                <c:pt idx="5209">
                  <c:v>520.9</c:v>
                </c:pt>
                <c:pt idx="5210">
                  <c:v>521</c:v>
                </c:pt>
                <c:pt idx="5211">
                  <c:v>521.1</c:v>
                </c:pt>
                <c:pt idx="5212">
                  <c:v>521.20000000000005</c:v>
                </c:pt>
                <c:pt idx="5213">
                  <c:v>521.29999999999995</c:v>
                </c:pt>
                <c:pt idx="5214">
                  <c:v>521.4</c:v>
                </c:pt>
                <c:pt idx="5215">
                  <c:v>521.5</c:v>
                </c:pt>
                <c:pt idx="5216">
                  <c:v>521.6</c:v>
                </c:pt>
                <c:pt idx="5217">
                  <c:v>521.70000000000005</c:v>
                </c:pt>
                <c:pt idx="5218">
                  <c:v>521.79999999999995</c:v>
                </c:pt>
                <c:pt idx="5219">
                  <c:v>521.9</c:v>
                </c:pt>
                <c:pt idx="5220">
                  <c:v>522</c:v>
                </c:pt>
                <c:pt idx="5221">
                  <c:v>522.1</c:v>
                </c:pt>
                <c:pt idx="5222">
                  <c:v>522.20000000000005</c:v>
                </c:pt>
                <c:pt idx="5223">
                  <c:v>522.29999999999995</c:v>
                </c:pt>
                <c:pt idx="5224">
                  <c:v>522.4</c:v>
                </c:pt>
                <c:pt idx="5225">
                  <c:v>522.5</c:v>
                </c:pt>
                <c:pt idx="5226">
                  <c:v>522.6</c:v>
                </c:pt>
                <c:pt idx="5227">
                  <c:v>522.70000000000005</c:v>
                </c:pt>
                <c:pt idx="5228">
                  <c:v>522.79999999999995</c:v>
                </c:pt>
                <c:pt idx="5229">
                  <c:v>522.9</c:v>
                </c:pt>
                <c:pt idx="5230">
                  <c:v>523</c:v>
                </c:pt>
                <c:pt idx="5231">
                  <c:v>523.1</c:v>
                </c:pt>
                <c:pt idx="5232">
                  <c:v>523.20000000000005</c:v>
                </c:pt>
                <c:pt idx="5233">
                  <c:v>523.29999999999995</c:v>
                </c:pt>
                <c:pt idx="5234">
                  <c:v>523.4</c:v>
                </c:pt>
                <c:pt idx="5235">
                  <c:v>523.5</c:v>
                </c:pt>
                <c:pt idx="5236">
                  <c:v>523.6</c:v>
                </c:pt>
                <c:pt idx="5237">
                  <c:v>523.70000000000005</c:v>
                </c:pt>
                <c:pt idx="5238">
                  <c:v>523.79999999999995</c:v>
                </c:pt>
                <c:pt idx="5239">
                  <c:v>523.9</c:v>
                </c:pt>
                <c:pt idx="5240">
                  <c:v>524</c:v>
                </c:pt>
                <c:pt idx="5241">
                  <c:v>524.1</c:v>
                </c:pt>
                <c:pt idx="5242">
                  <c:v>524.20000000000005</c:v>
                </c:pt>
                <c:pt idx="5243">
                  <c:v>524.29999999999995</c:v>
                </c:pt>
                <c:pt idx="5244">
                  <c:v>524.4</c:v>
                </c:pt>
                <c:pt idx="5245">
                  <c:v>524.5</c:v>
                </c:pt>
                <c:pt idx="5246">
                  <c:v>524.6</c:v>
                </c:pt>
                <c:pt idx="5247">
                  <c:v>524.70000000000005</c:v>
                </c:pt>
                <c:pt idx="5248">
                  <c:v>524.79999999999995</c:v>
                </c:pt>
                <c:pt idx="5249">
                  <c:v>524.9</c:v>
                </c:pt>
                <c:pt idx="5250">
                  <c:v>525</c:v>
                </c:pt>
                <c:pt idx="5251">
                  <c:v>525.1</c:v>
                </c:pt>
                <c:pt idx="5252">
                  <c:v>525.20000000000005</c:v>
                </c:pt>
                <c:pt idx="5253">
                  <c:v>525.29999999999995</c:v>
                </c:pt>
                <c:pt idx="5254">
                  <c:v>525.4</c:v>
                </c:pt>
                <c:pt idx="5255">
                  <c:v>525.5</c:v>
                </c:pt>
                <c:pt idx="5256">
                  <c:v>525.6</c:v>
                </c:pt>
                <c:pt idx="5257">
                  <c:v>525.70000000000005</c:v>
                </c:pt>
                <c:pt idx="5258">
                  <c:v>525.79999999999995</c:v>
                </c:pt>
                <c:pt idx="5259">
                  <c:v>525.9</c:v>
                </c:pt>
                <c:pt idx="5260">
                  <c:v>526</c:v>
                </c:pt>
                <c:pt idx="5261">
                  <c:v>526.1</c:v>
                </c:pt>
                <c:pt idx="5262">
                  <c:v>526.20000000000005</c:v>
                </c:pt>
                <c:pt idx="5263">
                  <c:v>526.29999999999995</c:v>
                </c:pt>
                <c:pt idx="5264">
                  <c:v>526.4</c:v>
                </c:pt>
                <c:pt idx="5265">
                  <c:v>526.5</c:v>
                </c:pt>
                <c:pt idx="5266">
                  <c:v>526.6</c:v>
                </c:pt>
                <c:pt idx="5267">
                  <c:v>526.70000000000005</c:v>
                </c:pt>
                <c:pt idx="5268">
                  <c:v>526.79999999999995</c:v>
                </c:pt>
                <c:pt idx="5269">
                  <c:v>526.9</c:v>
                </c:pt>
                <c:pt idx="5270">
                  <c:v>527</c:v>
                </c:pt>
                <c:pt idx="5271">
                  <c:v>527.1</c:v>
                </c:pt>
                <c:pt idx="5272">
                  <c:v>527.20000000000005</c:v>
                </c:pt>
                <c:pt idx="5273">
                  <c:v>527.29999999999995</c:v>
                </c:pt>
                <c:pt idx="5274">
                  <c:v>527.4</c:v>
                </c:pt>
                <c:pt idx="5275">
                  <c:v>527.5</c:v>
                </c:pt>
                <c:pt idx="5276">
                  <c:v>527.6</c:v>
                </c:pt>
                <c:pt idx="5277">
                  <c:v>527.70000000000005</c:v>
                </c:pt>
                <c:pt idx="5278">
                  <c:v>527.79999999999995</c:v>
                </c:pt>
                <c:pt idx="5279">
                  <c:v>527.9</c:v>
                </c:pt>
                <c:pt idx="5280">
                  <c:v>528</c:v>
                </c:pt>
                <c:pt idx="5281">
                  <c:v>528.1</c:v>
                </c:pt>
                <c:pt idx="5282">
                  <c:v>528.20000000000005</c:v>
                </c:pt>
                <c:pt idx="5283">
                  <c:v>528.29999999999995</c:v>
                </c:pt>
                <c:pt idx="5284">
                  <c:v>528.4</c:v>
                </c:pt>
                <c:pt idx="5285">
                  <c:v>528.5</c:v>
                </c:pt>
                <c:pt idx="5286">
                  <c:v>528.6</c:v>
                </c:pt>
                <c:pt idx="5287">
                  <c:v>528.70000000000005</c:v>
                </c:pt>
                <c:pt idx="5288">
                  <c:v>528.79999999999995</c:v>
                </c:pt>
                <c:pt idx="5289">
                  <c:v>528.9</c:v>
                </c:pt>
                <c:pt idx="5290">
                  <c:v>529</c:v>
                </c:pt>
                <c:pt idx="5291">
                  <c:v>529.1</c:v>
                </c:pt>
                <c:pt idx="5292">
                  <c:v>529.20000000000005</c:v>
                </c:pt>
                <c:pt idx="5293">
                  <c:v>529.29999999999995</c:v>
                </c:pt>
                <c:pt idx="5294">
                  <c:v>529.4</c:v>
                </c:pt>
                <c:pt idx="5295">
                  <c:v>529.5</c:v>
                </c:pt>
                <c:pt idx="5296">
                  <c:v>529.6</c:v>
                </c:pt>
                <c:pt idx="5297">
                  <c:v>529.70000000000005</c:v>
                </c:pt>
                <c:pt idx="5298">
                  <c:v>529.79999999999995</c:v>
                </c:pt>
                <c:pt idx="5299">
                  <c:v>529.9</c:v>
                </c:pt>
                <c:pt idx="5300">
                  <c:v>530</c:v>
                </c:pt>
                <c:pt idx="5301">
                  <c:v>530.1</c:v>
                </c:pt>
                <c:pt idx="5302">
                  <c:v>530.20000000000005</c:v>
                </c:pt>
                <c:pt idx="5303">
                  <c:v>530.29999999999995</c:v>
                </c:pt>
                <c:pt idx="5304">
                  <c:v>530.4</c:v>
                </c:pt>
                <c:pt idx="5305">
                  <c:v>530.5</c:v>
                </c:pt>
                <c:pt idx="5306">
                  <c:v>530.6</c:v>
                </c:pt>
                <c:pt idx="5307">
                  <c:v>530.70000000000005</c:v>
                </c:pt>
                <c:pt idx="5308">
                  <c:v>530.79999999999995</c:v>
                </c:pt>
                <c:pt idx="5309">
                  <c:v>530.9</c:v>
                </c:pt>
                <c:pt idx="5310">
                  <c:v>531</c:v>
                </c:pt>
                <c:pt idx="5311">
                  <c:v>531.1</c:v>
                </c:pt>
                <c:pt idx="5312">
                  <c:v>531.20000000000005</c:v>
                </c:pt>
                <c:pt idx="5313">
                  <c:v>531.29999999999995</c:v>
                </c:pt>
                <c:pt idx="5314">
                  <c:v>531.4</c:v>
                </c:pt>
                <c:pt idx="5315">
                  <c:v>531.5</c:v>
                </c:pt>
                <c:pt idx="5316">
                  <c:v>531.6</c:v>
                </c:pt>
                <c:pt idx="5317">
                  <c:v>531.70000000000005</c:v>
                </c:pt>
                <c:pt idx="5318">
                  <c:v>531.79999999999995</c:v>
                </c:pt>
                <c:pt idx="5319">
                  <c:v>531.9</c:v>
                </c:pt>
                <c:pt idx="5320">
                  <c:v>532</c:v>
                </c:pt>
                <c:pt idx="5321">
                  <c:v>532.1</c:v>
                </c:pt>
                <c:pt idx="5322">
                  <c:v>532.20000000000005</c:v>
                </c:pt>
                <c:pt idx="5323">
                  <c:v>532.29999999999995</c:v>
                </c:pt>
                <c:pt idx="5324">
                  <c:v>532.4</c:v>
                </c:pt>
                <c:pt idx="5325">
                  <c:v>532.5</c:v>
                </c:pt>
                <c:pt idx="5326">
                  <c:v>532.6</c:v>
                </c:pt>
                <c:pt idx="5327">
                  <c:v>532.70000000000005</c:v>
                </c:pt>
                <c:pt idx="5328">
                  <c:v>532.79999999999995</c:v>
                </c:pt>
                <c:pt idx="5329">
                  <c:v>532.9</c:v>
                </c:pt>
                <c:pt idx="5330">
                  <c:v>533</c:v>
                </c:pt>
                <c:pt idx="5331">
                  <c:v>533.1</c:v>
                </c:pt>
                <c:pt idx="5332">
                  <c:v>533.20000000000005</c:v>
                </c:pt>
                <c:pt idx="5333">
                  <c:v>533.29999999999995</c:v>
                </c:pt>
                <c:pt idx="5334">
                  <c:v>533.4</c:v>
                </c:pt>
                <c:pt idx="5335">
                  <c:v>533.5</c:v>
                </c:pt>
                <c:pt idx="5336">
                  <c:v>533.6</c:v>
                </c:pt>
                <c:pt idx="5337">
                  <c:v>533.70000000000005</c:v>
                </c:pt>
                <c:pt idx="5338">
                  <c:v>533.79999999999995</c:v>
                </c:pt>
                <c:pt idx="5339">
                  <c:v>533.9</c:v>
                </c:pt>
                <c:pt idx="5340">
                  <c:v>534</c:v>
                </c:pt>
                <c:pt idx="5341">
                  <c:v>534.1</c:v>
                </c:pt>
                <c:pt idx="5342">
                  <c:v>534.20000000000005</c:v>
                </c:pt>
                <c:pt idx="5343">
                  <c:v>534.29999999999995</c:v>
                </c:pt>
                <c:pt idx="5344">
                  <c:v>534.4</c:v>
                </c:pt>
                <c:pt idx="5345">
                  <c:v>534.5</c:v>
                </c:pt>
                <c:pt idx="5346">
                  <c:v>534.6</c:v>
                </c:pt>
                <c:pt idx="5347">
                  <c:v>534.70000000000005</c:v>
                </c:pt>
                <c:pt idx="5348">
                  <c:v>534.79999999999995</c:v>
                </c:pt>
                <c:pt idx="5349">
                  <c:v>534.9</c:v>
                </c:pt>
                <c:pt idx="5350">
                  <c:v>535</c:v>
                </c:pt>
                <c:pt idx="5351">
                  <c:v>535.1</c:v>
                </c:pt>
                <c:pt idx="5352">
                  <c:v>535.20000000000005</c:v>
                </c:pt>
                <c:pt idx="5353">
                  <c:v>535.29999999999995</c:v>
                </c:pt>
                <c:pt idx="5354">
                  <c:v>535.4</c:v>
                </c:pt>
                <c:pt idx="5355">
                  <c:v>535.5</c:v>
                </c:pt>
                <c:pt idx="5356">
                  <c:v>535.6</c:v>
                </c:pt>
                <c:pt idx="5357">
                  <c:v>535.70000000000005</c:v>
                </c:pt>
                <c:pt idx="5358">
                  <c:v>535.79999999999995</c:v>
                </c:pt>
                <c:pt idx="5359">
                  <c:v>535.9</c:v>
                </c:pt>
                <c:pt idx="5360">
                  <c:v>536</c:v>
                </c:pt>
                <c:pt idx="5361">
                  <c:v>536.1</c:v>
                </c:pt>
                <c:pt idx="5362">
                  <c:v>536.20000000000005</c:v>
                </c:pt>
                <c:pt idx="5363">
                  <c:v>536.29999999999995</c:v>
                </c:pt>
                <c:pt idx="5364">
                  <c:v>536.4</c:v>
                </c:pt>
                <c:pt idx="5365">
                  <c:v>536.5</c:v>
                </c:pt>
                <c:pt idx="5366">
                  <c:v>536.6</c:v>
                </c:pt>
                <c:pt idx="5367">
                  <c:v>536.70000000000005</c:v>
                </c:pt>
                <c:pt idx="5368">
                  <c:v>536.79999999999995</c:v>
                </c:pt>
                <c:pt idx="5369">
                  <c:v>536.9</c:v>
                </c:pt>
                <c:pt idx="5370">
                  <c:v>537</c:v>
                </c:pt>
                <c:pt idx="5371">
                  <c:v>537.1</c:v>
                </c:pt>
                <c:pt idx="5372">
                  <c:v>537.20000000000005</c:v>
                </c:pt>
                <c:pt idx="5373">
                  <c:v>537.29999999999995</c:v>
                </c:pt>
                <c:pt idx="5374">
                  <c:v>537.4</c:v>
                </c:pt>
                <c:pt idx="5375">
                  <c:v>537.5</c:v>
                </c:pt>
                <c:pt idx="5376">
                  <c:v>537.6</c:v>
                </c:pt>
                <c:pt idx="5377">
                  <c:v>537.70000000000005</c:v>
                </c:pt>
                <c:pt idx="5378">
                  <c:v>537.79999999999995</c:v>
                </c:pt>
                <c:pt idx="5379">
                  <c:v>537.9</c:v>
                </c:pt>
                <c:pt idx="5380">
                  <c:v>538</c:v>
                </c:pt>
                <c:pt idx="5381">
                  <c:v>538.1</c:v>
                </c:pt>
                <c:pt idx="5382">
                  <c:v>538.20000000000005</c:v>
                </c:pt>
                <c:pt idx="5383">
                  <c:v>538.29999999999995</c:v>
                </c:pt>
                <c:pt idx="5384">
                  <c:v>538.4</c:v>
                </c:pt>
                <c:pt idx="5385">
                  <c:v>538.5</c:v>
                </c:pt>
                <c:pt idx="5386">
                  <c:v>538.6</c:v>
                </c:pt>
                <c:pt idx="5387">
                  <c:v>538.70000000000005</c:v>
                </c:pt>
                <c:pt idx="5388">
                  <c:v>538.79999999999995</c:v>
                </c:pt>
                <c:pt idx="5389">
                  <c:v>538.9</c:v>
                </c:pt>
                <c:pt idx="5390">
                  <c:v>539</c:v>
                </c:pt>
                <c:pt idx="5391">
                  <c:v>539.1</c:v>
                </c:pt>
                <c:pt idx="5392">
                  <c:v>539.20000000000005</c:v>
                </c:pt>
                <c:pt idx="5393">
                  <c:v>539.29999999999995</c:v>
                </c:pt>
                <c:pt idx="5394">
                  <c:v>539.4</c:v>
                </c:pt>
                <c:pt idx="5395">
                  <c:v>539.5</c:v>
                </c:pt>
                <c:pt idx="5396">
                  <c:v>539.6</c:v>
                </c:pt>
                <c:pt idx="5397">
                  <c:v>539.70000000000005</c:v>
                </c:pt>
                <c:pt idx="5398">
                  <c:v>539.79999999999995</c:v>
                </c:pt>
                <c:pt idx="5399">
                  <c:v>539.9</c:v>
                </c:pt>
                <c:pt idx="5400">
                  <c:v>540</c:v>
                </c:pt>
                <c:pt idx="5401">
                  <c:v>540.1</c:v>
                </c:pt>
                <c:pt idx="5402">
                  <c:v>540.20000000000005</c:v>
                </c:pt>
                <c:pt idx="5403">
                  <c:v>540.29999999999995</c:v>
                </c:pt>
                <c:pt idx="5404">
                  <c:v>540.4</c:v>
                </c:pt>
                <c:pt idx="5405">
                  <c:v>540.5</c:v>
                </c:pt>
                <c:pt idx="5406">
                  <c:v>540.6</c:v>
                </c:pt>
                <c:pt idx="5407">
                  <c:v>540.70000000000005</c:v>
                </c:pt>
                <c:pt idx="5408">
                  <c:v>540.79999999999995</c:v>
                </c:pt>
                <c:pt idx="5409">
                  <c:v>540.9</c:v>
                </c:pt>
                <c:pt idx="5410">
                  <c:v>541</c:v>
                </c:pt>
                <c:pt idx="5411">
                  <c:v>541.1</c:v>
                </c:pt>
                <c:pt idx="5412">
                  <c:v>541.20000000000005</c:v>
                </c:pt>
                <c:pt idx="5413">
                  <c:v>541.29999999999995</c:v>
                </c:pt>
                <c:pt idx="5414">
                  <c:v>541.4</c:v>
                </c:pt>
                <c:pt idx="5415">
                  <c:v>541.5</c:v>
                </c:pt>
                <c:pt idx="5416">
                  <c:v>541.6</c:v>
                </c:pt>
                <c:pt idx="5417">
                  <c:v>541.70000000000005</c:v>
                </c:pt>
                <c:pt idx="5418">
                  <c:v>541.79999999999995</c:v>
                </c:pt>
                <c:pt idx="5419">
                  <c:v>541.9</c:v>
                </c:pt>
                <c:pt idx="5420">
                  <c:v>542</c:v>
                </c:pt>
                <c:pt idx="5421">
                  <c:v>542.1</c:v>
                </c:pt>
                <c:pt idx="5422">
                  <c:v>542.20000000000005</c:v>
                </c:pt>
                <c:pt idx="5423">
                  <c:v>542.29999999999995</c:v>
                </c:pt>
                <c:pt idx="5424">
                  <c:v>542.4</c:v>
                </c:pt>
                <c:pt idx="5425">
                  <c:v>542.5</c:v>
                </c:pt>
                <c:pt idx="5426">
                  <c:v>542.6</c:v>
                </c:pt>
                <c:pt idx="5427">
                  <c:v>542.70000000000005</c:v>
                </c:pt>
                <c:pt idx="5428">
                  <c:v>542.79999999999995</c:v>
                </c:pt>
                <c:pt idx="5429">
                  <c:v>542.9</c:v>
                </c:pt>
                <c:pt idx="5430">
                  <c:v>543</c:v>
                </c:pt>
                <c:pt idx="5431">
                  <c:v>543.1</c:v>
                </c:pt>
                <c:pt idx="5432">
                  <c:v>543.20000000000005</c:v>
                </c:pt>
                <c:pt idx="5433">
                  <c:v>543.29999999999995</c:v>
                </c:pt>
                <c:pt idx="5434">
                  <c:v>543.4</c:v>
                </c:pt>
                <c:pt idx="5435">
                  <c:v>543.5</c:v>
                </c:pt>
                <c:pt idx="5436">
                  <c:v>543.6</c:v>
                </c:pt>
                <c:pt idx="5437">
                  <c:v>543.70000000000005</c:v>
                </c:pt>
                <c:pt idx="5438">
                  <c:v>543.79999999999995</c:v>
                </c:pt>
                <c:pt idx="5439">
                  <c:v>543.9</c:v>
                </c:pt>
                <c:pt idx="5440">
                  <c:v>544</c:v>
                </c:pt>
                <c:pt idx="5441">
                  <c:v>544.1</c:v>
                </c:pt>
                <c:pt idx="5442">
                  <c:v>544.20000000000005</c:v>
                </c:pt>
                <c:pt idx="5443">
                  <c:v>544.29999999999995</c:v>
                </c:pt>
                <c:pt idx="5444">
                  <c:v>544.4</c:v>
                </c:pt>
                <c:pt idx="5445">
                  <c:v>544.5</c:v>
                </c:pt>
                <c:pt idx="5446">
                  <c:v>544.6</c:v>
                </c:pt>
                <c:pt idx="5447">
                  <c:v>544.70000000000005</c:v>
                </c:pt>
                <c:pt idx="5448">
                  <c:v>544.79999999999995</c:v>
                </c:pt>
                <c:pt idx="5449">
                  <c:v>544.9</c:v>
                </c:pt>
                <c:pt idx="5450">
                  <c:v>545</c:v>
                </c:pt>
                <c:pt idx="5451">
                  <c:v>545.1</c:v>
                </c:pt>
                <c:pt idx="5452">
                  <c:v>545.20000000000005</c:v>
                </c:pt>
                <c:pt idx="5453">
                  <c:v>545.29999999999995</c:v>
                </c:pt>
                <c:pt idx="5454">
                  <c:v>545.4</c:v>
                </c:pt>
                <c:pt idx="5455">
                  <c:v>545.5</c:v>
                </c:pt>
                <c:pt idx="5456">
                  <c:v>545.6</c:v>
                </c:pt>
                <c:pt idx="5457">
                  <c:v>545.70000000000005</c:v>
                </c:pt>
                <c:pt idx="5458">
                  <c:v>545.79999999999995</c:v>
                </c:pt>
                <c:pt idx="5459">
                  <c:v>545.9</c:v>
                </c:pt>
                <c:pt idx="5460">
                  <c:v>546</c:v>
                </c:pt>
                <c:pt idx="5461">
                  <c:v>546.1</c:v>
                </c:pt>
                <c:pt idx="5462">
                  <c:v>546.20000000000005</c:v>
                </c:pt>
                <c:pt idx="5463">
                  <c:v>546.29999999999995</c:v>
                </c:pt>
                <c:pt idx="5464">
                  <c:v>546.4</c:v>
                </c:pt>
                <c:pt idx="5465">
                  <c:v>546.5</c:v>
                </c:pt>
                <c:pt idx="5466">
                  <c:v>546.6</c:v>
                </c:pt>
                <c:pt idx="5467">
                  <c:v>546.70000000000005</c:v>
                </c:pt>
                <c:pt idx="5468">
                  <c:v>546.79999999999995</c:v>
                </c:pt>
                <c:pt idx="5469">
                  <c:v>546.9</c:v>
                </c:pt>
                <c:pt idx="5470">
                  <c:v>547</c:v>
                </c:pt>
                <c:pt idx="5471">
                  <c:v>547.1</c:v>
                </c:pt>
                <c:pt idx="5472">
                  <c:v>547.20000000000005</c:v>
                </c:pt>
                <c:pt idx="5473">
                  <c:v>547.29999999999995</c:v>
                </c:pt>
                <c:pt idx="5474">
                  <c:v>547.4</c:v>
                </c:pt>
                <c:pt idx="5475">
                  <c:v>547.5</c:v>
                </c:pt>
                <c:pt idx="5476">
                  <c:v>547.6</c:v>
                </c:pt>
                <c:pt idx="5477">
                  <c:v>547.70000000000005</c:v>
                </c:pt>
                <c:pt idx="5478">
                  <c:v>547.79999999999995</c:v>
                </c:pt>
                <c:pt idx="5479">
                  <c:v>547.9</c:v>
                </c:pt>
                <c:pt idx="5480">
                  <c:v>548</c:v>
                </c:pt>
                <c:pt idx="5481">
                  <c:v>548.1</c:v>
                </c:pt>
                <c:pt idx="5482">
                  <c:v>548.20000000000005</c:v>
                </c:pt>
                <c:pt idx="5483">
                  <c:v>548.29999999999995</c:v>
                </c:pt>
                <c:pt idx="5484">
                  <c:v>548.4</c:v>
                </c:pt>
                <c:pt idx="5485">
                  <c:v>548.5</c:v>
                </c:pt>
                <c:pt idx="5486">
                  <c:v>548.6</c:v>
                </c:pt>
                <c:pt idx="5487">
                  <c:v>548.70000000000005</c:v>
                </c:pt>
                <c:pt idx="5488">
                  <c:v>548.79999999999995</c:v>
                </c:pt>
                <c:pt idx="5489">
                  <c:v>548.9</c:v>
                </c:pt>
                <c:pt idx="5490">
                  <c:v>549</c:v>
                </c:pt>
                <c:pt idx="5491">
                  <c:v>549.1</c:v>
                </c:pt>
                <c:pt idx="5492">
                  <c:v>549.20000000000005</c:v>
                </c:pt>
                <c:pt idx="5493">
                  <c:v>549.29999999999995</c:v>
                </c:pt>
                <c:pt idx="5494">
                  <c:v>549.4</c:v>
                </c:pt>
                <c:pt idx="5495">
                  <c:v>549.5</c:v>
                </c:pt>
                <c:pt idx="5496">
                  <c:v>549.6</c:v>
                </c:pt>
                <c:pt idx="5497">
                  <c:v>549.70000000000005</c:v>
                </c:pt>
                <c:pt idx="5498">
                  <c:v>549.79999999999995</c:v>
                </c:pt>
                <c:pt idx="5499">
                  <c:v>549.9</c:v>
                </c:pt>
                <c:pt idx="5500">
                  <c:v>550</c:v>
                </c:pt>
                <c:pt idx="5501">
                  <c:v>550.1</c:v>
                </c:pt>
                <c:pt idx="5502">
                  <c:v>550.20000000000005</c:v>
                </c:pt>
                <c:pt idx="5503">
                  <c:v>550.29999999999995</c:v>
                </c:pt>
                <c:pt idx="5504">
                  <c:v>550.4</c:v>
                </c:pt>
                <c:pt idx="5505">
                  <c:v>550.5</c:v>
                </c:pt>
                <c:pt idx="5506">
                  <c:v>550.6</c:v>
                </c:pt>
                <c:pt idx="5507">
                  <c:v>550.70000000000005</c:v>
                </c:pt>
                <c:pt idx="5508">
                  <c:v>550.79999999999995</c:v>
                </c:pt>
                <c:pt idx="5509">
                  <c:v>550.9</c:v>
                </c:pt>
                <c:pt idx="5510">
                  <c:v>551</c:v>
                </c:pt>
                <c:pt idx="5511">
                  <c:v>551.1</c:v>
                </c:pt>
                <c:pt idx="5512">
                  <c:v>551.20000000000005</c:v>
                </c:pt>
                <c:pt idx="5513">
                  <c:v>551.29999999999995</c:v>
                </c:pt>
                <c:pt idx="5514">
                  <c:v>551.4</c:v>
                </c:pt>
                <c:pt idx="5515">
                  <c:v>551.5</c:v>
                </c:pt>
                <c:pt idx="5516">
                  <c:v>551.6</c:v>
                </c:pt>
                <c:pt idx="5517">
                  <c:v>551.70000000000005</c:v>
                </c:pt>
                <c:pt idx="5518">
                  <c:v>551.79999999999995</c:v>
                </c:pt>
                <c:pt idx="5519">
                  <c:v>551.9</c:v>
                </c:pt>
                <c:pt idx="5520">
                  <c:v>552</c:v>
                </c:pt>
                <c:pt idx="5521">
                  <c:v>552.1</c:v>
                </c:pt>
                <c:pt idx="5522">
                  <c:v>552.20000000000005</c:v>
                </c:pt>
                <c:pt idx="5523">
                  <c:v>552.29999999999995</c:v>
                </c:pt>
                <c:pt idx="5524">
                  <c:v>552.4</c:v>
                </c:pt>
                <c:pt idx="5525">
                  <c:v>552.5</c:v>
                </c:pt>
                <c:pt idx="5526">
                  <c:v>552.6</c:v>
                </c:pt>
                <c:pt idx="5527">
                  <c:v>552.70000000000005</c:v>
                </c:pt>
                <c:pt idx="5528">
                  <c:v>552.79999999999995</c:v>
                </c:pt>
                <c:pt idx="5529">
                  <c:v>552.9</c:v>
                </c:pt>
                <c:pt idx="5530">
                  <c:v>553</c:v>
                </c:pt>
                <c:pt idx="5531">
                  <c:v>553.1</c:v>
                </c:pt>
                <c:pt idx="5532">
                  <c:v>553.20000000000005</c:v>
                </c:pt>
                <c:pt idx="5533">
                  <c:v>553.29999999999995</c:v>
                </c:pt>
                <c:pt idx="5534">
                  <c:v>553.4</c:v>
                </c:pt>
                <c:pt idx="5535">
                  <c:v>553.5</c:v>
                </c:pt>
                <c:pt idx="5536">
                  <c:v>553.6</c:v>
                </c:pt>
                <c:pt idx="5537">
                  <c:v>553.70000000000005</c:v>
                </c:pt>
                <c:pt idx="5538">
                  <c:v>553.79999999999995</c:v>
                </c:pt>
                <c:pt idx="5539">
                  <c:v>553.9</c:v>
                </c:pt>
                <c:pt idx="5540">
                  <c:v>554</c:v>
                </c:pt>
                <c:pt idx="5541">
                  <c:v>554.1</c:v>
                </c:pt>
                <c:pt idx="5542">
                  <c:v>554.20000000000005</c:v>
                </c:pt>
                <c:pt idx="5543">
                  <c:v>554.29999999999995</c:v>
                </c:pt>
                <c:pt idx="5544">
                  <c:v>554.4</c:v>
                </c:pt>
                <c:pt idx="5545">
                  <c:v>554.5</c:v>
                </c:pt>
                <c:pt idx="5546">
                  <c:v>554.6</c:v>
                </c:pt>
                <c:pt idx="5547">
                  <c:v>554.70000000000005</c:v>
                </c:pt>
                <c:pt idx="5548">
                  <c:v>554.79999999999995</c:v>
                </c:pt>
                <c:pt idx="5549">
                  <c:v>554.9</c:v>
                </c:pt>
                <c:pt idx="5550">
                  <c:v>555</c:v>
                </c:pt>
                <c:pt idx="5551">
                  <c:v>555.1</c:v>
                </c:pt>
                <c:pt idx="5552">
                  <c:v>555.20000000000005</c:v>
                </c:pt>
                <c:pt idx="5553">
                  <c:v>555.29999999999995</c:v>
                </c:pt>
                <c:pt idx="5554">
                  <c:v>555.4</c:v>
                </c:pt>
                <c:pt idx="5555">
                  <c:v>555.5</c:v>
                </c:pt>
                <c:pt idx="5556">
                  <c:v>555.6</c:v>
                </c:pt>
                <c:pt idx="5557">
                  <c:v>555.70000000000005</c:v>
                </c:pt>
                <c:pt idx="5558">
                  <c:v>555.79999999999995</c:v>
                </c:pt>
                <c:pt idx="5559">
                  <c:v>555.9</c:v>
                </c:pt>
                <c:pt idx="5560">
                  <c:v>556</c:v>
                </c:pt>
                <c:pt idx="5561">
                  <c:v>556.1</c:v>
                </c:pt>
                <c:pt idx="5562">
                  <c:v>556.20000000000005</c:v>
                </c:pt>
                <c:pt idx="5563">
                  <c:v>556.29999999999995</c:v>
                </c:pt>
                <c:pt idx="5564">
                  <c:v>556.4</c:v>
                </c:pt>
                <c:pt idx="5565">
                  <c:v>556.5</c:v>
                </c:pt>
                <c:pt idx="5566">
                  <c:v>556.6</c:v>
                </c:pt>
                <c:pt idx="5567">
                  <c:v>556.70000000000005</c:v>
                </c:pt>
                <c:pt idx="5568">
                  <c:v>556.79999999999995</c:v>
                </c:pt>
                <c:pt idx="5569">
                  <c:v>556.9</c:v>
                </c:pt>
                <c:pt idx="5570">
                  <c:v>557</c:v>
                </c:pt>
                <c:pt idx="5571">
                  <c:v>557.1</c:v>
                </c:pt>
                <c:pt idx="5572">
                  <c:v>557.20000000000005</c:v>
                </c:pt>
                <c:pt idx="5573">
                  <c:v>557.29999999999995</c:v>
                </c:pt>
                <c:pt idx="5574">
                  <c:v>557.4</c:v>
                </c:pt>
                <c:pt idx="5575">
                  <c:v>557.5</c:v>
                </c:pt>
                <c:pt idx="5576">
                  <c:v>557.6</c:v>
                </c:pt>
                <c:pt idx="5577">
                  <c:v>557.70000000000005</c:v>
                </c:pt>
                <c:pt idx="5578">
                  <c:v>557.79999999999995</c:v>
                </c:pt>
                <c:pt idx="5579">
                  <c:v>557.9</c:v>
                </c:pt>
                <c:pt idx="5580">
                  <c:v>558</c:v>
                </c:pt>
                <c:pt idx="5581">
                  <c:v>558.1</c:v>
                </c:pt>
                <c:pt idx="5582">
                  <c:v>558.20000000000005</c:v>
                </c:pt>
                <c:pt idx="5583">
                  <c:v>558.29999999999995</c:v>
                </c:pt>
                <c:pt idx="5584">
                  <c:v>558.4</c:v>
                </c:pt>
                <c:pt idx="5585">
                  <c:v>558.5</c:v>
                </c:pt>
                <c:pt idx="5586">
                  <c:v>558.6</c:v>
                </c:pt>
                <c:pt idx="5587">
                  <c:v>558.70000000000005</c:v>
                </c:pt>
                <c:pt idx="5588">
                  <c:v>558.79999999999995</c:v>
                </c:pt>
                <c:pt idx="5589">
                  <c:v>558.9</c:v>
                </c:pt>
                <c:pt idx="5590">
                  <c:v>559</c:v>
                </c:pt>
                <c:pt idx="5591">
                  <c:v>559.1</c:v>
                </c:pt>
                <c:pt idx="5592">
                  <c:v>559.20000000000005</c:v>
                </c:pt>
                <c:pt idx="5593">
                  <c:v>559.29999999999995</c:v>
                </c:pt>
                <c:pt idx="5594">
                  <c:v>559.4</c:v>
                </c:pt>
                <c:pt idx="5595">
                  <c:v>559.5</c:v>
                </c:pt>
                <c:pt idx="5596">
                  <c:v>559.6</c:v>
                </c:pt>
                <c:pt idx="5597">
                  <c:v>559.70000000000005</c:v>
                </c:pt>
                <c:pt idx="5598">
                  <c:v>559.79999999999995</c:v>
                </c:pt>
                <c:pt idx="5599">
                  <c:v>559.9</c:v>
                </c:pt>
                <c:pt idx="5600">
                  <c:v>560</c:v>
                </c:pt>
                <c:pt idx="5601">
                  <c:v>560.1</c:v>
                </c:pt>
                <c:pt idx="5602">
                  <c:v>560.20000000000005</c:v>
                </c:pt>
                <c:pt idx="5603">
                  <c:v>560.29999999999995</c:v>
                </c:pt>
                <c:pt idx="5604">
                  <c:v>560.4</c:v>
                </c:pt>
                <c:pt idx="5605">
                  <c:v>560.5</c:v>
                </c:pt>
                <c:pt idx="5606">
                  <c:v>560.6</c:v>
                </c:pt>
                <c:pt idx="5607">
                  <c:v>560.70000000000005</c:v>
                </c:pt>
                <c:pt idx="5608">
                  <c:v>560.79999999999995</c:v>
                </c:pt>
                <c:pt idx="5609">
                  <c:v>560.9</c:v>
                </c:pt>
                <c:pt idx="5610">
                  <c:v>561</c:v>
                </c:pt>
                <c:pt idx="5611">
                  <c:v>561.1</c:v>
                </c:pt>
                <c:pt idx="5612">
                  <c:v>561.20000000000005</c:v>
                </c:pt>
                <c:pt idx="5613">
                  <c:v>561.29999999999995</c:v>
                </c:pt>
                <c:pt idx="5614">
                  <c:v>561.4</c:v>
                </c:pt>
                <c:pt idx="5615">
                  <c:v>561.5</c:v>
                </c:pt>
                <c:pt idx="5616">
                  <c:v>561.6</c:v>
                </c:pt>
                <c:pt idx="5617">
                  <c:v>561.70000000000005</c:v>
                </c:pt>
                <c:pt idx="5618">
                  <c:v>561.79999999999995</c:v>
                </c:pt>
                <c:pt idx="5619">
                  <c:v>561.9</c:v>
                </c:pt>
                <c:pt idx="5620">
                  <c:v>562</c:v>
                </c:pt>
                <c:pt idx="5621">
                  <c:v>562.1</c:v>
                </c:pt>
                <c:pt idx="5622">
                  <c:v>562.20000000000005</c:v>
                </c:pt>
                <c:pt idx="5623">
                  <c:v>562.29999999999995</c:v>
                </c:pt>
                <c:pt idx="5624">
                  <c:v>562.4</c:v>
                </c:pt>
                <c:pt idx="5625">
                  <c:v>562.5</c:v>
                </c:pt>
                <c:pt idx="5626">
                  <c:v>562.6</c:v>
                </c:pt>
                <c:pt idx="5627">
                  <c:v>562.70000000000005</c:v>
                </c:pt>
                <c:pt idx="5628">
                  <c:v>562.79999999999995</c:v>
                </c:pt>
                <c:pt idx="5629">
                  <c:v>562.9</c:v>
                </c:pt>
                <c:pt idx="5630">
                  <c:v>563</c:v>
                </c:pt>
                <c:pt idx="5631">
                  <c:v>563.1</c:v>
                </c:pt>
                <c:pt idx="5632">
                  <c:v>563.20000000000005</c:v>
                </c:pt>
                <c:pt idx="5633">
                  <c:v>563.29999999999995</c:v>
                </c:pt>
                <c:pt idx="5634">
                  <c:v>563.4</c:v>
                </c:pt>
                <c:pt idx="5635">
                  <c:v>563.5</c:v>
                </c:pt>
                <c:pt idx="5636">
                  <c:v>563.6</c:v>
                </c:pt>
                <c:pt idx="5637">
                  <c:v>563.70000000000005</c:v>
                </c:pt>
                <c:pt idx="5638">
                  <c:v>563.79999999999995</c:v>
                </c:pt>
                <c:pt idx="5639">
                  <c:v>563.9</c:v>
                </c:pt>
                <c:pt idx="5640">
                  <c:v>564</c:v>
                </c:pt>
                <c:pt idx="5641">
                  <c:v>564.1</c:v>
                </c:pt>
                <c:pt idx="5642">
                  <c:v>564.20000000000005</c:v>
                </c:pt>
                <c:pt idx="5643">
                  <c:v>564.29999999999995</c:v>
                </c:pt>
                <c:pt idx="5644">
                  <c:v>564.4</c:v>
                </c:pt>
                <c:pt idx="5645">
                  <c:v>564.5</c:v>
                </c:pt>
                <c:pt idx="5646">
                  <c:v>564.6</c:v>
                </c:pt>
                <c:pt idx="5647">
                  <c:v>564.70000000000005</c:v>
                </c:pt>
                <c:pt idx="5648">
                  <c:v>564.79999999999995</c:v>
                </c:pt>
                <c:pt idx="5649">
                  <c:v>564.9</c:v>
                </c:pt>
                <c:pt idx="5650">
                  <c:v>565</c:v>
                </c:pt>
                <c:pt idx="5651">
                  <c:v>565.1</c:v>
                </c:pt>
                <c:pt idx="5652">
                  <c:v>565.20000000000005</c:v>
                </c:pt>
                <c:pt idx="5653">
                  <c:v>565.29999999999995</c:v>
                </c:pt>
                <c:pt idx="5654">
                  <c:v>565.4</c:v>
                </c:pt>
                <c:pt idx="5655">
                  <c:v>565.5</c:v>
                </c:pt>
                <c:pt idx="5656">
                  <c:v>565.6</c:v>
                </c:pt>
                <c:pt idx="5657">
                  <c:v>565.70000000000005</c:v>
                </c:pt>
                <c:pt idx="5658">
                  <c:v>565.79999999999995</c:v>
                </c:pt>
                <c:pt idx="5659">
                  <c:v>565.9</c:v>
                </c:pt>
                <c:pt idx="5660">
                  <c:v>566</c:v>
                </c:pt>
                <c:pt idx="5661">
                  <c:v>566.1</c:v>
                </c:pt>
                <c:pt idx="5662">
                  <c:v>566.20000000000005</c:v>
                </c:pt>
                <c:pt idx="5663">
                  <c:v>566.29999999999995</c:v>
                </c:pt>
                <c:pt idx="5664">
                  <c:v>566.4</c:v>
                </c:pt>
                <c:pt idx="5665">
                  <c:v>566.5</c:v>
                </c:pt>
                <c:pt idx="5666">
                  <c:v>566.6</c:v>
                </c:pt>
                <c:pt idx="5667">
                  <c:v>566.70000000000005</c:v>
                </c:pt>
                <c:pt idx="5668">
                  <c:v>566.79999999999995</c:v>
                </c:pt>
                <c:pt idx="5669">
                  <c:v>566.9</c:v>
                </c:pt>
                <c:pt idx="5670">
                  <c:v>567</c:v>
                </c:pt>
                <c:pt idx="5671">
                  <c:v>567.1</c:v>
                </c:pt>
                <c:pt idx="5672">
                  <c:v>567.20000000000005</c:v>
                </c:pt>
                <c:pt idx="5673">
                  <c:v>567.29999999999995</c:v>
                </c:pt>
                <c:pt idx="5674">
                  <c:v>567.4</c:v>
                </c:pt>
                <c:pt idx="5675">
                  <c:v>567.5</c:v>
                </c:pt>
                <c:pt idx="5676">
                  <c:v>567.6</c:v>
                </c:pt>
                <c:pt idx="5677">
                  <c:v>567.70000000000005</c:v>
                </c:pt>
                <c:pt idx="5678">
                  <c:v>567.79999999999995</c:v>
                </c:pt>
                <c:pt idx="5679">
                  <c:v>567.9</c:v>
                </c:pt>
                <c:pt idx="5680">
                  <c:v>568</c:v>
                </c:pt>
                <c:pt idx="5681">
                  <c:v>568.1</c:v>
                </c:pt>
                <c:pt idx="5682">
                  <c:v>568.20000000000005</c:v>
                </c:pt>
                <c:pt idx="5683">
                  <c:v>568.29999999999995</c:v>
                </c:pt>
                <c:pt idx="5684">
                  <c:v>568.4</c:v>
                </c:pt>
                <c:pt idx="5685">
                  <c:v>568.5</c:v>
                </c:pt>
                <c:pt idx="5686">
                  <c:v>568.6</c:v>
                </c:pt>
                <c:pt idx="5687">
                  <c:v>568.70000000000005</c:v>
                </c:pt>
                <c:pt idx="5688">
                  <c:v>568.79999999999995</c:v>
                </c:pt>
                <c:pt idx="5689">
                  <c:v>568.9</c:v>
                </c:pt>
                <c:pt idx="5690">
                  <c:v>569</c:v>
                </c:pt>
                <c:pt idx="5691">
                  <c:v>569.1</c:v>
                </c:pt>
                <c:pt idx="5692">
                  <c:v>569.20000000000005</c:v>
                </c:pt>
                <c:pt idx="5693">
                  <c:v>569.29999999999995</c:v>
                </c:pt>
                <c:pt idx="5694">
                  <c:v>569.4</c:v>
                </c:pt>
                <c:pt idx="5695">
                  <c:v>569.5</c:v>
                </c:pt>
                <c:pt idx="5696">
                  <c:v>569.6</c:v>
                </c:pt>
                <c:pt idx="5697">
                  <c:v>569.70000000000005</c:v>
                </c:pt>
                <c:pt idx="5698">
                  <c:v>569.79999999999995</c:v>
                </c:pt>
                <c:pt idx="5699">
                  <c:v>569.9</c:v>
                </c:pt>
                <c:pt idx="5700">
                  <c:v>570</c:v>
                </c:pt>
                <c:pt idx="5701">
                  <c:v>570.1</c:v>
                </c:pt>
                <c:pt idx="5702">
                  <c:v>570.20000000000005</c:v>
                </c:pt>
                <c:pt idx="5703">
                  <c:v>570.29999999999995</c:v>
                </c:pt>
                <c:pt idx="5704">
                  <c:v>570.4</c:v>
                </c:pt>
                <c:pt idx="5705">
                  <c:v>570.5</c:v>
                </c:pt>
                <c:pt idx="5706">
                  <c:v>570.6</c:v>
                </c:pt>
                <c:pt idx="5707">
                  <c:v>570.70000000000005</c:v>
                </c:pt>
                <c:pt idx="5708">
                  <c:v>570.79999999999995</c:v>
                </c:pt>
                <c:pt idx="5709">
                  <c:v>570.9</c:v>
                </c:pt>
                <c:pt idx="5710">
                  <c:v>571</c:v>
                </c:pt>
                <c:pt idx="5711">
                  <c:v>571.1</c:v>
                </c:pt>
                <c:pt idx="5712">
                  <c:v>571.20000000000005</c:v>
                </c:pt>
                <c:pt idx="5713">
                  <c:v>571.29999999999995</c:v>
                </c:pt>
                <c:pt idx="5714">
                  <c:v>571.4</c:v>
                </c:pt>
                <c:pt idx="5715">
                  <c:v>571.5</c:v>
                </c:pt>
                <c:pt idx="5716">
                  <c:v>571.6</c:v>
                </c:pt>
                <c:pt idx="5717">
                  <c:v>571.70000000000005</c:v>
                </c:pt>
                <c:pt idx="5718">
                  <c:v>571.79999999999995</c:v>
                </c:pt>
                <c:pt idx="5719">
                  <c:v>571.9</c:v>
                </c:pt>
                <c:pt idx="5720">
                  <c:v>572</c:v>
                </c:pt>
                <c:pt idx="5721">
                  <c:v>572.1</c:v>
                </c:pt>
                <c:pt idx="5722">
                  <c:v>572.20000000000005</c:v>
                </c:pt>
                <c:pt idx="5723">
                  <c:v>572.29999999999995</c:v>
                </c:pt>
                <c:pt idx="5724">
                  <c:v>572.4</c:v>
                </c:pt>
                <c:pt idx="5725">
                  <c:v>572.5</c:v>
                </c:pt>
                <c:pt idx="5726">
                  <c:v>572.6</c:v>
                </c:pt>
                <c:pt idx="5727">
                  <c:v>572.70000000000005</c:v>
                </c:pt>
                <c:pt idx="5728">
                  <c:v>572.79999999999995</c:v>
                </c:pt>
                <c:pt idx="5729">
                  <c:v>572.9</c:v>
                </c:pt>
                <c:pt idx="5730">
                  <c:v>573</c:v>
                </c:pt>
                <c:pt idx="5731">
                  <c:v>573.1</c:v>
                </c:pt>
                <c:pt idx="5732">
                  <c:v>573.20000000000005</c:v>
                </c:pt>
                <c:pt idx="5733">
                  <c:v>573.29999999999995</c:v>
                </c:pt>
                <c:pt idx="5734">
                  <c:v>573.4</c:v>
                </c:pt>
                <c:pt idx="5735">
                  <c:v>573.5</c:v>
                </c:pt>
                <c:pt idx="5736">
                  <c:v>573.6</c:v>
                </c:pt>
                <c:pt idx="5737">
                  <c:v>573.70000000000005</c:v>
                </c:pt>
                <c:pt idx="5738">
                  <c:v>573.79999999999995</c:v>
                </c:pt>
                <c:pt idx="5739">
                  <c:v>573.9</c:v>
                </c:pt>
                <c:pt idx="5740">
                  <c:v>574</c:v>
                </c:pt>
                <c:pt idx="5741">
                  <c:v>574.1</c:v>
                </c:pt>
                <c:pt idx="5742">
                  <c:v>574.20000000000005</c:v>
                </c:pt>
                <c:pt idx="5743">
                  <c:v>574.29999999999995</c:v>
                </c:pt>
                <c:pt idx="5744">
                  <c:v>574.4</c:v>
                </c:pt>
                <c:pt idx="5745">
                  <c:v>574.5</c:v>
                </c:pt>
                <c:pt idx="5746">
                  <c:v>574.6</c:v>
                </c:pt>
                <c:pt idx="5747">
                  <c:v>574.70000000000005</c:v>
                </c:pt>
                <c:pt idx="5748">
                  <c:v>574.79999999999995</c:v>
                </c:pt>
                <c:pt idx="5749">
                  <c:v>574.9</c:v>
                </c:pt>
                <c:pt idx="5750">
                  <c:v>575</c:v>
                </c:pt>
                <c:pt idx="5751">
                  <c:v>575.1</c:v>
                </c:pt>
                <c:pt idx="5752">
                  <c:v>575.20000000000005</c:v>
                </c:pt>
                <c:pt idx="5753">
                  <c:v>575.29999999999995</c:v>
                </c:pt>
                <c:pt idx="5754">
                  <c:v>575.4</c:v>
                </c:pt>
                <c:pt idx="5755">
                  <c:v>575.5</c:v>
                </c:pt>
                <c:pt idx="5756">
                  <c:v>575.6</c:v>
                </c:pt>
                <c:pt idx="5757">
                  <c:v>575.70000000000005</c:v>
                </c:pt>
                <c:pt idx="5758">
                  <c:v>575.79999999999995</c:v>
                </c:pt>
                <c:pt idx="5759">
                  <c:v>575.9</c:v>
                </c:pt>
                <c:pt idx="5760">
                  <c:v>576</c:v>
                </c:pt>
                <c:pt idx="5761">
                  <c:v>576.1</c:v>
                </c:pt>
                <c:pt idx="5762">
                  <c:v>576.20000000000005</c:v>
                </c:pt>
                <c:pt idx="5763">
                  <c:v>576.29999999999995</c:v>
                </c:pt>
                <c:pt idx="5764">
                  <c:v>576.4</c:v>
                </c:pt>
                <c:pt idx="5765">
                  <c:v>576.5</c:v>
                </c:pt>
                <c:pt idx="5766">
                  <c:v>576.6</c:v>
                </c:pt>
                <c:pt idx="5767">
                  <c:v>576.70000000000005</c:v>
                </c:pt>
                <c:pt idx="5768">
                  <c:v>576.79999999999995</c:v>
                </c:pt>
                <c:pt idx="5769">
                  <c:v>576.9</c:v>
                </c:pt>
                <c:pt idx="5770">
                  <c:v>577</c:v>
                </c:pt>
                <c:pt idx="5771">
                  <c:v>577.1</c:v>
                </c:pt>
                <c:pt idx="5772">
                  <c:v>577.20000000000005</c:v>
                </c:pt>
                <c:pt idx="5773">
                  <c:v>577.29999999999995</c:v>
                </c:pt>
                <c:pt idx="5774">
                  <c:v>577.4</c:v>
                </c:pt>
                <c:pt idx="5775">
                  <c:v>577.5</c:v>
                </c:pt>
                <c:pt idx="5776">
                  <c:v>577.6</c:v>
                </c:pt>
                <c:pt idx="5777">
                  <c:v>577.70000000000005</c:v>
                </c:pt>
                <c:pt idx="5778">
                  <c:v>577.79999999999995</c:v>
                </c:pt>
                <c:pt idx="5779">
                  <c:v>577.9</c:v>
                </c:pt>
                <c:pt idx="5780">
                  <c:v>578</c:v>
                </c:pt>
                <c:pt idx="5781">
                  <c:v>578.1</c:v>
                </c:pt>
                <c:pt idx="5782">
                  <c:v>578.20000000000005</c:v>
                </c:pt>
                <c:pt idx="5783">
                  <c:v>578.29999999999995</c:v>
                </c:pt>
                <c:pt idx="5784">
                  <c:v>578.4</c:v>
                </c:pt>
                <c:pt idx="5785">
                  <c:v>578.5</c:v>
                </c:pt>
                <c:pt idx="5786">
                  <c:v>578.6</c:v>
                </c:pt>
                <c:pt idx="5787">
                  <c:v>578.70000000000005</c:v>
                </c:pt>
                <c:pt idx="5788">
                  <c:v>578.79999999999995</c:v>
                </c:pt>
                <c:pt idx="5789">
                  <c:v>578.9</c:v>
                </c:pt>
                <c:pt idx="5790">
                  <c:v>579</c:v>
                </c:pt>
                <c:pt idx="5791">
                  <c:v>579.1</c:v>
                </c:pt>
                <c:pt idx="5792">
                  <c:v>579.20000000000005</c:v>
                </c:pt>
                <c:pt idx="5793">
                  <c:v>579.29999999999995</c:v>
                </c:pt>
                <c:pt idx="5794">
                  <c:v>579.4</c:v>
                </c:pt>
                <c:pt idx="5795">
                  <c:v>579.5</c:v>
                </c:pt>
                <c:pt idx="5796">
                  <c:v>579.6</c:v>
                </c:pt>
                <c:pt idx="5797">
                  <c:v>579.70000000000005</c:v>
                </c:pt>
                <c:pt idx="5798">
                  <c:v>579.79999999999995</c:v>
                </c:pt>
                <c:pt idx="5799">
                  <c:v>579.9</c:v>
                </c:pt>
                <c:pt idx="5800">
                  <c:v>580</c:v>
                </c:pt>
                <c:pt idx="5801">
                  <c:v>580.1</c:v>
                </c:pt>
                <c:pt idx="5802">
                  <c:v>580.20000000000005</c:v>
                </c:pt>
                <c:pt idx="5803">
                  <c:v>580.29999999999995</c:v>
                </c:pt>
                <c:pt idx="5804">
                  <c:v>580.4</c:v>
                </c:pt>
                <c:pt idx="5805">
                  <c:v>580.5</c:v>
                </c:pt>
                <c:pt idx="5806">
                  <c:v>580.6</c:v>
                </c:pt>
                <c:pt idx="5807">
                  <c:v>580.70000000000005</c:v>
                </c:pt>
                <c:pt idx="5808">
                  <c:v>580.79999999999995</c:v>
                </c:pt>
                <c:pt idx="5809">
                  <c:v>580.9</c:v>
                </c:pt>
                <c:pt idx="5810">
                  <c:v>581</c:v>
                </c:pt>
                <c:pt idx="5811">
                  <c:v>581.1</c:v>
                </c:pt>
                <c:pt idx="5812">
                  <c:v>581.20000000000005</c:v>
                </c:pt>
                <c:pt idx="5813">
                  <c:v>581.29999999999995</c:v>
                </c:pt>
                <c:pt idx="5814">
                  <c:v>581.4</c:v>
                </c:pt>
                <c:pt idx="5815">
                  <c:v>581.5</c:v>
                </c:pt>
                <c:pt idx="5816">
                  <c:v>581.6</c:v>
                </c:pt>
                <c:pt idx="5817">
                  <c:v>581.70000000000005</c:v>
                </c:pt>
                <c:pt idx="5818">
                  <c:v>581.79999999999995</c:v>
                </c:pt>
                <c:pt idx="5819">
                  <c:v>581.9</c:v>
                </c:pt>
                <c:pt idx="5820">
                  <c:v>582</c:v>
                </c:pt>
                <c:pt idx="5821">
                  <c:v>582.1</c:v>
                </c:pt>
                <c:pt idx="5822">
                  <c:v>582.20000000000005</c:v>
                </c:pt>
                <c:pt idx="5823">
                  <c:v>582.29999999999995</c:v>
                </c:pt>
                <c:pt idx="5824">
                  <c:v>582.4</c:v>
                </c:pt>
                <c:pt idx="5825">
                  <c:v>582.5</c:v>
                </c:pt>
                <c:pt idx="5826">
                  <c:v>582.6</c:v>
                </c:pt>
                <c:pt idx="5827">
                  <c:v>582.70000000000005</c:v>
                </c:pt>
                <c:pt idx="5828">
                  <c:v>582.79999999999995</c:v>
                </c:pt>
                <c:pt idx="5829">
                  <c:v>582.9</c:v>
                </c:pt>
                <c:pt idx="5830">
                  <c:v>583</c:v>
                </c:pt>
                <c:pt idx="5831">
                  <c:v>583.1</c:v>
                </c:pt>
                <c:pt idx="5832">
                  <c:v>583.20000000000005</c:v>
                </c:pt>
                <c:pt idx="5833">
                  <c:v>583.29999999999995</c:v>
                </c:pt>
                <c:pt idx="5834">
                  <c:v>583.4</c:v>
                </c:pt>
                <c:pt idx="5835">
                  <c:v>583.5</c:v>
                </c:pt>
                <c:pt idx="5836">
                  <c:v>583.6</c:v>
                </c:pt>
                <c:pt idx="5837">
                  <c:v>583.70000000000005</c:v>
                </c:pt>
                <c:pt idx="5838">
                  <c:v>583.79999999999995</c:v>
                </c:pt>
                <c:pt idx="5839">
                  <c:v>583.9</c:v>
                </c:pt>
                <c:pt idx="5840">
                  <c:v>584</c:v>
                </c:pt>
                <c:pt idx="5841">
                  <c:v>584.1</c:v>
                </c:pt>
                <c:pt idx="5842">
                  <c:v>584.20000000000005</c:v>
                </c:pt>
                <c:pt idx="5843">
                  <c:v>584.29999999999995</c:v>
                </c:pt>
                <c:pt idx="5844">
                  <c:v>584.4</c:v>
                </c:pt>
                <c:pt idx="5845">
                  <c:v>584.5</c:v>
                </c:pt>
                <c:pt idx="5846">
                  <c:v>584.6</c:v>
                </c:pt>
                <c:pt idx="5847">
                  <c:v>584.70000000000005</c:v>
                </c:pt>
                <c:pt idx="5848">
                  <c:v>584.79999999999995</c:v>
                </c:pt>
                <c:pt idx="5849">
                  <c:v>584.9</c:v>
                </c:pt>
                <c:pt idx="5850">
                  <c:v>585</c:v>
                </c:pt>
                <c:pt idx="5851">
                  <c:v>585.1</c:v>
                </c:pt>
                <c:pt idx="5852">
                  <c:v>585.20000000000005</c:v>
                </c:pt>
                <c:pt idx="5853">
                  <c:v>585.29999999999995</c:v>
                </c:pt>
                <c:pt idx="5854">
                  <c:v>585.4</c:v>
                </c:pt>
                <c:pt idx="5855">
                  <c:v>585.5</c:v>
                </c:pt>
                <c:pt idx="5856">
                  <c:v>585.6</c:v>
                </c:pt>
                <c:pt idx="5857">
                  <c:v>585.70000000000005</c:v>
                </c:pt>
                <c:pt idx="5858">
                  <c:v>585.79999999999995</c:v>
                </c:pt>
                <c:pt idx="5859">
                  <c:v>585.9</c:v>
                </c:pt>
                <c:pt idx="5860">
                  <c:v>586</c:v>
                </c:pt>
                <c:pt idx="5861">
                  <c:v>586.1</c:v>
                </c:pt>
                <c:pt idx="5862">
                  <c:v>586.20000000000005</c:v>
                </c:pt>
                <c:pt idx="5863">
                  <c:v>586.29999999999995</c:v>
                </c:pt>
                <c:pt idx="5864">
                  <c:v>586.4</c:v>
                </c:pt>
                <c:pt idx="5865">
                  <c:v>586.5</c:v>
                </c:pt>
                <c:pt idx="5866">
                  <c:v>586.6</c:v>
                </c:pt>
                <c:pt idx="5867">
                  <c:v>586.70000000000005</c:v>
                </c:pt>
                <c:pt idx="5868">
                  <c:v>586.79999999999995</c:v>
                </c:pt>
                <c:pt idx="5869">
                  <c:v>586.9</c:v>
                </c:pt>
                <c:pt idx="5870">
                  <c:v>587</c:v>
                </c:pt>
                <c:pt idx="5871">
                  <c:v>587.1</c:v>
                </c:pt>
                <c:pt idx="5872">
                  <c:v>587.20000000000005</c:v>
                </c:pt>
                <c:pt idx="5873">
                  <c:v>587.29999999999995</c:v>
                </c:pt>
                <c:pt idx="5874">
                  <c:v>587.4</c:v>
                </c:pt>
                <c:pt idx="5875">
                  <c:v>587.5</c:v>
                </c:pt>
                <c:pt idx="5876">
                  <c:v>587.6</c:v>
                </c:pt>
                <c:pt idx="5877">
                  <c:v>587.70000000000005</c:v>
                </c:pt>
                <c:pt idx="5878">
                  <c:v>587.79999999999995</c:v>
                </c:pt>
                <c:pt idx="5879">
                  <c:v>587.9</c:v>
                </c:pt>
                <c:pt idx="5880">
                  <c:v>588</c:v>
                </c:pt>
                <c:pt idx="5881">
                  <c:v>588.1</c:v>
                </c:pt>
                <c:pt idx="5882">
                  <c:v>588.20000000000005</c:v>
                </c:pt>
                <c:pt idx="5883">
                  <c:v>588.29999999999995</c:v>
                </c:pt>
                <c:pt idx="5884">
                  <c:v>588.4</c:v>
                </c:pt>
                <c:pt idx="5885">
                  <c:v>588.5</c:v>
                </c:pt>
                <c:pt idx="5886">
                  <c:v>588.6</c:v>
                </c:pt>
                <c:pt idx="5887">
                  <c:v>588.70000000000005</c:v>
                </c:pt>
                <c:pt idx="5888">
                  <c:v>588.79999999999995</c:v>
                </c:pt>
                <c:pt idx="5889">
                  <c:v>588.9</c:v>
                </c:pt>
                <c:pt idx="5890">
                  <c:v>589</c:v>
                </c:pt>
                <c:pt idx="5891">
                  <c:v>589.1</c:v>
                </c:pt>
                <c:pt idx="5892">
                  <c:v>589.20000000000005</c:v>
                </c:pt>
                <c:pt idx="5893">
                  <c:v>589.29999999999995</c:v>
                </c:pt>
                <c:pt idx="5894">
                  <c:v>589.4</c:v>
                </c:pt>
                <c:pt idx="5895">
                  <c:v>589.5</c:v>
                </c:pt>
                <c:pt idx="5896">
                  <c:v>589.6</c:v>
                </c:pt>
                <c:pt idx="5897">
                  <c:v>589.70000000000005</c:v>
                </c:pt>
                <c:pt idx="5898">
                  <c:v>589.79999999999995</c:v>
                </c:pt>
                <c:pt idx="5899">
                  <c:v>589.9</c:v>
                </c:pt>
                <c:pt idx="5900">
                  <c:v>590</c:v>
                </c:pt>
                <c:pt idx="5901">
                  <c:v>590.1</c:v>
                </c:pt>
                <c:pt idx="5902">
                  <c:v>590.20000000000005</c:v>
                </c:pt>
                <c:pt idx="5903">
                  <c:v>590.29999999999995</c:v>
                </c:pt>
                <c:pt idx="5904">
                  <c:v>590.4</c:v>
                </c:pt>
                <c:pt idx="5905">
                  <c:v>590.5</c:v>
                </c:pt>
                <c:pt idx="5906">
                  <c:v>590.6</c:v>
                </c:pt>
                <c:pt idx="5907">
                  <c:v>590.70000000000005</c:v>
                </c:pt>
                <c:pt idx="5908">
                  <c:v>590.79999999999995</c:v>
                </c:pt>
                <c:pt idx="5909">
                  <c:v>590.9</c:v>
                </c:pt>
                <c:pt idx="5910">
                  <c:v>591</c:v>
                </c:pt>
                <c:pt idx="5911">
                  <c:v>591.1</c:v>
                </c:pt>
                <c:pt idx="5912">
                  <c:v>591.20000000000005</c:v>
                </c:pt>
                <c:pt idx="5913">
                  <c:v>591.29999999999995</c:v>
                </c:pt>
                <c:pt idx="5914">
                  <c:v>591.4</c:v>
                </c:pt>
                <c:pt idx="5915">
                  <c:v>591.5</c:v>
                </c:pt>
                <c:pt idx="5916">
                  <c:v>591.6</c:v>
                </c:pt>
                <c:pt idx="5917">
                  <c:v>591.70000000000005</c:v>
                </c:pt>
                <c:pt idx="5918">
                  <c:v>591.79999999999995</c:v>
                </c:pt>
                <c:pt idx="5919">
                  <c:v>591.9</c:v>
                </c:pt>
                <c:pt idx="5920">
                  <c:v>592</c:v>
                </c:pt>
                <c:pt idx="5921">
                  <c:v>592.1</c:v>
                </c:pt>
                <c:pt idx="5922">
                  <c:v>592.20000000000005</c:v>
                </c:pt>
                <c:pt idx="5923">
                  <c:v>592.29999999999995</c:v>
                </c:pt>
                <c:pt idx="5924">
                  <c:v>592.4</c:v>
                </c:pt>
                <c:pt idx="5925">
                  <c:v>592.5</c:v>
                </c:pt>
                <c:pt idx="5926">
                  <c:v>592.6</c:v>
                </c:pt>
                <c:pt idx="5927">
                  <c:v>592.70000000000005</c:v>
                </c:pt>
                <c:pt idx="5928">
                  <c:v>592.79999999999995</c:v>
                </c:pt>
                <c:pt idx="5929">
                  <c:v>592.9</c:v>
                </c:pt>
                <c:pt idx="5930">
                  <c:v>593</c:v>
                </c:pt>
                <c:pt idx="5931">
                  <c:v>593.1</c:v>
                </c:pt>
                <c:pt idx="5932">
                  <c:v>593.20000000000005</c:v>
                </c:pt>
                <c:pt idx="5933">
                  <c:v>593.29999999999995</c:v>
                </c:pt>
                <c:pt idx="5934">
                  <c:v>593.4</c:v>
                </c:pt>
                <c:pt idx="5935">
                  <c:v>593.5</c:v>
                </c:pt>
                <c:pt idx="5936">
                  <c:v>593.6</c:v>
                </c:pt>
                <c:pt idx="5937">
                  <c:v>593.70000000000005</c:v>
                </c:pt>
                <c:pt idx="5938">
                  <c:v>593.79999999999995</c:v>
                </c:pt>
                <c:pt idx="5939">
                  <c:v>593.9</c:v>
                </c:pt>
                <c:pt idx="5940">
                  <c:v>594</c:v>
                </c:pt>
                <c:pt idx="5941">
                  <c:v>594.1</c:v>
                </c:pt>
                <c:pt idx="5942">
                  <c:v>594.20000000000005</c:v>
                </c:pt>
                <c:pt idx="5943">
                  <c:v>594.29999999999995</c:v>
                </c:pt>
                <c:pt idx="5944">
                  <c:v>594.4</c:v>
                </c:pt>
                <c:pt idx="5945">
                  <c:v>594.5</c:v>
                </c:pt>
                <c:pt idx="5946">
                  <c:v>594.6</c:v>
                </c:pt>
                <c:pt idx="5947">
                  <c:v>594.70000000000005</c:v>
                </c:pt>
                <c:pt idx="5948">
                  <c:v>594.79999999999995</c:v>
                </c:pt>
                <c:pt idx="5949">
                  <c:v>594.9</c:v>
                </c:pt>
                <c:pt idx="5950">
                  <c:v>595</c:v>
                </c:pt>
                <c:pt idx="5951">
                  <c:v>595.1</c:v>
                </c:pt>
                <c:pt idx="5952">
                  <c:v>595.20000000000005</c:v>
                </c:pt>
                <c:pt idx="5953">
                  <c:v>595.29999999999995</c:v>
                </c:pt>
                <c:pt idx="5954">
                  <c:v>595.4</c:v>
                </c:pt>
                <c:pt idx="5955">
                  <c:v>595.5</c:v>
                </c:pt>
                <c:pt idx="5956">
                  <c:v>595.6</c:v>
                </c:pt>
                <c:pt idx="5957">
                  <c:v>595.70000000000005</c:v>
                </c:pt>
                <c:pt idx="5958">
                  <c:v>595.79999999999995</c:v>
                </c:pt>
                <c:pt idx="5959">
                  <c:v>595.9</c:v>
                </c:pt>
                <c:pt idx="5960">
                  <c:v>596</c:v>
                </c:pt>
                <c:pt idx="5961">
                  <c:v>596.1</c:v>
                </c:pt>
                <c:pt idx="5962">
                  <c:v>596.20000000000005</c:v>
                </c:pt>
                <c:pt idx="5963">
                  <c:v>596.29999999999995</c:v>
                </c:pt>
                <c:pt idx="5964">
                  <c:v>596.4</c:v>
                </c:pt>
                <c:pt idx="5965">
                  <c:v>596.5</c:v>
                </c:pt>
                <c:pt idx="5966">
                  <c:v>596.6</c:v>
                </c:pt>
                <c:pt idx="5967">
                  <c:v>596.70000000000005</c:v>
                </c:pt>
                <c:pt idx="5968">
                  <c:v>596.79999999999995</c:v>
                </c:pt>
                <c:pt idx="5969">
                  <c:v>596.9</c:v>
                </c:pt>
                <c:pt idx="5970">
                  <c:v>597</c:v>
                </c:pt>
                <c:pt idx="5971">
                  <c:v>597.1</c:v>
                </c:pt>
                <c:pt idx="5972">
                  <c:v>597.20000000000005</c:v>
                </c:pt>
                <c:pt idx="5973">
                  <c:v>597.29999999999995</c:v>
                </c:pt>
                <c:pt idx="5974">
                  <c:v>597.4</c:v>
                </c:pt>
                <c:pt idx="5975">
                  <c:v>597.5</c:v>
                </c:pt>
                <c:pt idx="5976">
                  <c:v>597.6</c:v>
                </c:pt>
                <c:pt idx="5977">
                  <c:v>597.70000000000005</c:v>
                </c:pt>
                <c:pt idx="5978">
                  <c:v>597.79999999999995</c:v>
                </c:pt>
                <c:pt idx="5979">
                  <c:v>597.9</c:v>
                </c:pt>
                <c:pt idx="5980">
                  <c:v>598</c:v>
                </c:pt>
                <c:pt idx="5981">
                  <c:v>598.1</c:v>
                </c:pt>
                <c:pt idx="5982">
                  <c:v>598.20000000000005</c:v>
                </c:pt>
                <c:pt idx="5983">
                  <c:v>598.29999999999995</c:v>
                </c:pt>
                <c:pt idx="5984">
                  <c:v>598.4</c:v>
                </c:pt>
                <c:pt idx="5985">
                  <c:v>598.5</c:v>
                </c:pt>
                <c:pt idx="5986">
                  <c:v>598.6</c:v>
                </c:pt>
                <c:pt idx="5987">
                  <c:v>598.70000000000005</c:v>
                </c:pt>
                <c:pt idx="5988">
                  <c:v>598.79999999999995</c:v>
                </c:pt>
                <c:pt idx="5989">
                  <c:v>598.9</c:v>
                </c:pt>
                <c:pt idx="5990">
                  <c:v>599</c:v>
                </c:pt>
                <c:pt idx="5991">
                  <c:v>599.1</c:v>
                </c:pt>
                <c:pt idx="5992">
                  <c:v>599.20000000000005</c:v>
                </c:pt>
                <c:pt idx="5993">
                  <c:v>599.29999999999995</c:v>
                </c:pt>
                <c:pt idx="5994">
                  <c:v>599.4</c:v>
                </c:pt>
                <c:pt idx="5995">
                  <c:v>599.5</c:v>
                </c:pt>
                <c:pt idx="5996">
                  <c:v>599.6</c:v>
                </c:pt>
                <c:pt idx="5997">
                  <c:v>599.70000000000005</c:v>
                </c:pt>
                <c:pt idx="5998">
                  <c:v>599.79999999999995</c:v>
                </c:pt>
                <c:pt idx="5999">
                  <c:v>599.9</c:v>
                </c:pt>
                <c:pt idx="6000">
                  <c:v>600</c:v>
                </c:pt>
                <c:pt idx="6001">
                  <c:v>600.1</c:v>
                </c:pt>
                <c:pt idx="6002">
                  <c:v>600.20000000000005</c:v>
                </c:pt>
                <c:pt idx="6003">
                  <c:v>600.29999999999995</c:v>
                </c:pt>
                <c:pt idx="6004">
                  <c:v>600.4</c:v>
                </c:pt>
                <c:pt idx="6005">
                  <c:v>600.5</c:v>
                </c:pt>
                <c:pt idx="6006">
                  <c:v>600.6</c:v>
                </c:pt>
                <c:pt idx="6007">
                  <c:v>600.70000000000005</c:v>
                </c:pt>
                <c:pt idx="6008">
                  <c:v>600.79999999999995</c:v>
                </c:pt>
                <c:pt idx="6009">
                  <c:v>600.9</c:v>
                </c:pt>
                <c:pt idx="6010">
                  <c:v>601</c:v>
                </c:pt>
                <c:pt idx="6011">
                  <c:v>601.1</c:v>
                </c:pt>
                <c:pt idx="6012">
                  <c:v>601.20000000000005</c:v>
                </c:pt>
                <c:pt idx="6013">
                  <c:v>601.29999999999995</c:v>
                </c:pt>
                <c:pt idx="6014">
                  <c:v>601.4</c:v>
                </c:pt>
                <c:pt idx="6015">
                  <c:v>601.5</c:v>
                </c:pt>
                <c:pt idx="6016">
                  <c:v>601.6</c:v>
                </c:pt>
                <c:pt idx="6017">
                  <c:v>601.70000000000005</c:v>
                </c:pt>
                <c:pt idx="6018">
                  <c:v>601.79999999999995</c:v>
                </c:pt>
                <c:pt idx="6019">
                  <c:v>601.9</c:v>
                </c:pt>
                <c:pt idx="6020">
                  <c:v>602</c:v>
                </c:pt>
                <c:pt idx="6021">
                  <c:v>602.1</c:v>
                </c:pt>
                <c:pt idx="6022">
                  <c:v>602.20000000000005</c:v>
                </c:pt>
                <c:pt idx="6023">
                  <c:v>602.29999999999995</c:v>
                </c:pt>
                <c:pt idx="6024">
                  <c:v>602.4</c:v>
                </c:pt>
                <c:pt idx="6025">
                  <c:v>602.5</c:v>
                </c:pt>
                <c:pt idx="6026">
                  <c:v>602.6</c:v>
                </c:pt>
                <c:pt idx="6027">
                  <c:v>602.70000000000005</c:v>
                </c:pt>
                <c:pt idx="6028">
                  <c:v>602.79999999999995</c:v>
                </c:pt>
                <c:pt idx="6029">
                  <c:v>602.9</c:v>
                </c:pt>
                <c:pt idx="6030">
                  <c:v>603</c:v>
                </c:pt>
                <c:pt idx="6031">
                  <c:v>603.1</c:v>
                </c:pt>
                <c:pt idx="6032">
                  <c:v>603.20000000000005</c:v>
                </c:pt>
                <c:pt idx="6033">
                  <c:v>603.29999999999995</c:v>
                </c:pt>
                <c:pt idx="6034">
                  <c:v>603.4</c:v>
                </c:pt>
                <c:pt idx="6035">
                  <c:v>603.5</c:v>
                </c:pt>
                <c:pt idx="6036">
                  <c:v>603.6</c:v>
                </c:pt>
                <c:pt idx="6037">
                  <c:v>603.70000000000005</c:v>
                </c:pt>
                <c:pt idx="6038">
                  <c:v>603.79999999999995</c:v>
                </c:pt>
                <c:pt idx="6039">
                  <c:v>603.9</c:v>
                </c:pt>
                <c:pt idx="6040">
                  <c:v>604</c:v>
                </c:pt>
                <c:pt idx="6041">
                  <c:v>604.1</c:v>
                </c:pt>
                <c:pt idx="6042">
                  <c:v>604.20000000000005</c:v>
                </c:pt>
                <c:pt idx="6043">
                  <c:v>604.29999999999995</c:v>
                </c:pt>
                <c:pt idx="6044">
                  <c:v>604.4</c:v>
                </c:pt>
                <c:pt idx="6045">
                  <c:v>604.5</c:v>
                </c:pt>
                <c:pt idx="6046">
                  <c:v>604.6</c:v>
                </c:pt>
                <c:pt idx="6047">
                  <c:v>604.70000000000005</c:v>
                </c:pt>
                <c:pt idx="6048">
                  <c:v>604.79999999999995</c:v>
                </c:pt>
                <c:pt idx="6049">
                  <c:v>604.9</c:v>
                </c:pt>
                <c:pt idx="6050">
                  <c:v>605</c:v>
                </c:pt>
                <c:pt idx="6051">
                  <c:v>605.1</c:v>
                </c:pt>
                <c:pt idx="6052">
                  <c:v>605.20000000000005</c:v>
                </c:pt>
                <c:pt idx="6053">
                  <c:v>605.29999999999995</c:v>
                </c:pt>
                <c:pt idx="6054">
                  <c:v>605.4</c:v>
                </c:pt>
                <c:pt idx="6055">
                  <c:v>605.5</c:v>
                </c:pt>
                <c:pt idx="6056">
                  <c:v>605.6</c:v>
                </c:pt>
                <c:pt idx="6057">
                  <c:v>605.70000000000005</c:v>
                </c:pt>
                <c:pt idx="6058">
                  <c:v>605.79999999999995</c:v>
                </c:pt>
                <c:pt idx="6059">
                  <c:v>605.9</c:v>
                </c:pt>
                <c:pt idx="6060">
                  <c:v>606</c:v>
                </c:pt>
                <c:pt idx="6061">
                  <c:v>606.1</c:v>
                </c:pt>
                <c:pt idx="6062">
                  <c:v>606.20000000000005</c:v>
                </c:pt>
                <c:pt idx="6063">
                  <c:v>606.29999999999995</c:v>
                </c:pt>
                <c:pt idx="6064">
                  <c:v>606.4</c:v>
                </c:pt>
                <c:pt idx="6065">
                  <c:v>606.5</c:v>
                </c:pt>
                <c:pt idx="6066">
                  <c:v>606.6</c:v>
                </c:pt>
                <c:pt idx="6067">
                  <c:v>606.70000000000005</c:v>
                </c:pt>
                <c:pt idx="6068">
                  <c:v>606.79999999999995</c:v>
                </c:pt>
                <c:pt idx="6069">
                  <c:v>606.9</c:v>
                </c:pt>
                <c:pt idx="6070">
                  <c:v>607</c:v>
                </c:pt>
                <c:pt idx="6071">
                  <c:v>607.1</c:v>
                </c:pt>
                <c:pt idx="6072">
                  <c:v>607.20000000000005</c:v>
                </c:pt>
                <c:pt idx="6073">
                  <c:v>607.29999999999995</c:v>
                </c:pt>
                <c:pt idx="6074">
                  <c:v>607.4</c:v>
                </c:pt>
                <c:pt idx="6075">
                  <c:v>607.5</c:v>
                </c:pt>
                <c:pt idx="6076">
                  <c:v>607.6</c:v>
                </c:pt>
                <c:pt idx="6077">
                  <c:v>607.70000000000005</c:v>
                </c:pt>
                <c:pt idx="6078">
                  <c:v>607.79999999999995</c:v>
                </c:pt>
                <c:pt idx="6079">
                  <c:v>607.9</c:v>
                </c:pt>
                <c:pt idx="6080">
                  <c:v>608</c:v>
                </c:pt>
                <c:pt idx="6081">
                  <c:v>608.1</c:v>
                </c:pt>
                <c:pt idx="6082">
                  <c:v>608.20000000000005</c:v>
                </c:pt>
                <c:pt idx="6083">
                  <c:v>608.29999999999995</c:v>
                </c:pt>
                <c:pt idx="6084">
                  <c:v>608.4</c:v>
                </c:pt>
                <c:pt idx="6085">
                  <c:v>608.5</c:v>
                </c:pt>
                <c:pt idx="6086">
                  <c:v>608.6</c:v>
                </c:pt>
                <c:pt idx="6087">
                  <c:v>608.70000000000005</c:v>
                </c:pt>
                <c:pt idx="6088">
                  <c:v>608.79999999999995</c:v>
                </c:pt>
                <c:pt idx="6089">
                  <c:v>608.9</c:v>
                </c:pt>
                <c:pt idx="6090">
                  <c:v>609</c:v>
                </c:pt>
                <c:pt idx="6091">
                  <c:v>609.1</c:v>
                </c:pt>
                <c:pt idx="6092">
                  <c:v>609.20000000000005</c:v>
                </c:pt>
                <c:pt idx="6093">
                  <c:v>609.29999999999995</c:v>
                </c:pt>
                <c:pt idx="6094">
                  <c:v>609.4</c:v>
                </c:pt>
                <c:pt idx="6095">
                  <c:v>609.5</c:v>
                </c:pt>
                <c:pt idx="6096">
                  <c:v>609.6</c:v>
                </c:pt>
                <c:pt idx="6097">
                  <c:v>609.70000000000005</c:v>
                </c:pt>
                <c:pt idx="6098">
                  <c:v>609.79999999999995</c:v>
                </c:pt>
                <c:pt idx="6099">
                  <c:v>609.9</c:v>
                </c:pt>
                <c:pt idx="6100">
                  <c:v>610</c:v>
                </c:pt>
                <c:pt idx="6101">
                  <c:v>610.1</c:v>
                </c:pt>
                <c:pt idx="6102">
                  <c:v>610.20000000000005</c:v>
                </c:pt>
                <c:pt idx="6103">
                  <c:v>610.29999999999995</c:v>
                </c:pt>
                <c:pt idx="6104">
                  <c:v>610.4</c:v>
                </c:pt>
                <c:pt idx="6105">
                  <c:v>610.5</c:v>
                </c:pt>
                <c:pt idx="6106">
                  <c:v>610.6</c:v>
                </c:pt>
                <c:pt idx="6107">
                  <c:v>610.70000000000005</c:v>
                </c:pt>
                <c:pt idx="6108">
                  <c:v>610.79999999999995</c:v>
                </c:pt>
                <c:pt idx="6109">
                  <c:v>610.9</c:v>
                </c:pt>
                <c:pt idx="6110">
                  <c:v>611</c:v>
                </c:pt>
                <c:pt idx="6111">
                  <c:v>611.1</c:v>
                </c:pt>
                <c:pt idx="6112">
                  <c:v>611.20000000000005</c:v>
                </c:pt>
                <c:pt idx="6113">
                  <c:v>611.29999999999995</c:v>
                </c:pt>
                <c:pt idx="6114">
                  <c:v>611.4</c:v>
                </c:pt>
                <c:pt idx="6115">
                  <c:v>611.5</c:v>
                </c:pt>
                <c:pt idx="6116">
                  <c:v>611.6</c:v>
                </c:pt>
                <c:pt idx="6117">
                  <c:v>611.70000000000005</c:v>
                </c:pt>
                <c:pt idx="6118">
                  <c:v>611.79999999999995</c:v>
                </c:pt>
                <c:pt idx="6119">
                  <c:v>611.9</c:v>
                </c:pt>
                <c:pt idx="6120">
                  <c:v>612</c:v>
                </c:pt>
                <c:pt idx="6121">
                  <c:v>612.1</c:v>
                </c:pt>
                <c:pt idx="6122">
                  <c:v>612.20000000000005</c:v>
                </c:pt>
                <c:pt idx="6123">
                  <c:v>612.29999999999995</c:v>
                </c:pt>
                <c:pt idx="6124">
                  <c:v>612.4</c:v>
                </c:pt>
                <c:pt idx="6125">
                  <c:v>612.5</c:v>
                </c:pt>
                <c:pt idx="6126">
                  <c:v>612.6</c:v>
                </c:pt>
                <c:pt idx="6127">
                  <c:v>612.70000000000005</c:v>
                </c:pt>
                <c:pt idx="6128">
                  <c:v>612.79999999999995</c:v>
                </c:pt>
                <c:pt idx="6129">
                  <c:v>612.9</c:v>
                </c:pt>
                <c:pt idx="6130">
                  <c:v>613</c:v>
                </c:pt>
                <c:pt idx="6131">
                  <c:v>613.1</c:v>
                </c:pt>
                <c:pt idx="6132">
                  <c:v>613.20000000000005</c:v>
                </c:pt>
                <c:pt idx="6133">
                  <c:v>613.29999999999995</c:v>
                </c:pt>
                <c:pt idx="6134">
                  <c:v>613.4</c:v>
                </c:pt>
                <c:pt idx="6135">
                  <c:v>613.5</c:v>
                </c:pt>
                <c:pt idx="6136">
                  <c:v>613.6</c:v>
                </c:pt>
                <c:pt idx="6137">
                  <c:v>613.70000000000005</c:v>
                </c:pt>
                <c:pt idx="6138">
                  <c:v>613.79999999999995</c:v>
                </c:pt>
                <c:pt idx="6139">
                  <c:v>613.9</c:v>
                </c:pt>
                <c:pt idx="6140">
                  <c:v>614</c:v>
                </c:pt>
                <c:pt idx="6141">
                  <c:v>614.1</c:v>
                </c:pt>
                <c:pt idx="6142">
                  <c:v>614.20000000000005</c:v>
                </c:pt>
                <c:pt idx="6143">
                  <c:v>614.29999999999995</c:v>
                </c:pt>
                <c:pt idx="6144">
                  <c:v>614.4</c:v>
                </c:pt>
                <c:pt idx="6145">
                  <c:v>614.5</c:v>
                </c:pt>
                <c:pt idx="6146">
                  <c:v>614.6</c:v>
                </c:pt>
                <c:pt idx="6147">
                  <c:v>614.70000000000005</c:v>
                </c:pt>
                <c:pt idx="6148">
                  <c:v>614.79999999999995</c:v>
                </c:pt>
                <c:pt idx="6149">
                  <c:v>614.9</c:v>
                </c:pt>
                <c:pt idx="6150">
                  <c:v>615</c:v>
                </c:pt>
                <c:pt idx="6151">
                  <c:v>615.1</c:v>
                </c:pt>
                <c:pt idx="6152">
                  <c:v>615.20000000000005</c:v>
                </c:pt>
                <c:pt idx="6153">
                  <c:v>615.29999999999995</c:v>
                </c:pt>
                <c:pt idx="6154">
                  <c:v>615.4</c:v>
                </c:pt>
                <c:pt idx="6155">
                  <c:v>615.5</c:v>
                </c:pt>
                <c:pt idx="6156">
                  <c:v>615.6</c:v>
                </c:pt>
                <c:pt idx="6157">
                  <c:v>615.70000000000005</c:v>
                </c:pt>
                <c:pt idx="6158">
                  <c:v>615.79999999999995</c:v>
                </c:pt>
                <c:pt idx="6159">
                  <c:v>615.9</c:v>
                </c:pt>
                <c:pt idx="6160">
                  <c:v>616</c:v>
                </c:pt>
                <c:pt idx="6161">
                  <c:v>616.1</c:v>
                </c:pt>
                <c:pt idx="6162">
                  <c:v>616.20000000000005</c:v>
                </c:pt>
                <c:pt idx="6163">
                  <c:v>616.29999999999995</c:v>
                </c:pt>
                <c:pt idx="6164">
                  <c:v>616.4</c:v>
                </c:pt>
                <c:pt idx="6165">
                  <c:v>616.5</c:v>
                </c:pt>
                <c:pt idx="6166">
                  <c:v>616.6</c:v>
                </c:pt>
                <c:pt idx="6167">
                  <c:v>616.70000000000005</c:v>
                </c:pt>
                <c:pt idx="6168">
                  <c:v>616.79999999999995</c:v>
                </c:pt>
                <c:pt idx="6169">
                  <c:v>616.9</c:v>
                </c:pt>
                <c:pt idx="6170">
                  <c:v>617</c:v>
                </c:pt>
                <c:pt idx="6171">
                  <c:v>617.1</c:v>
                </c:pt>
                <c:pt idx="6172">
                  <c:v>617.20000000000005</c:v>
                </c:pt>
                <c:pt idx="6173">
                  <c:v>617.29999999999995</c:v>
                </c:pt>
                <c:pt idx="6174">
                  <c:v>617.4</c:v>
                </c:pt>
                <c:pt idx="6175">
                  <c:v>617.5</c:v>
                </c:pt>
                <c:pt idx="6176">
                  <c:v>617.6</c:v>
                </c:pt>
                <c:pt idx="6177">
                  <c:v>617.70000000000005</c:v>
                </c:pt>
                <c:pt idx="6178">
                  <c:v>617.79999999999995</c:v>
                </c:pt>
                <c:pt idx="6179">
                  <c:v>617.9</c:v>
                </c:pt>
                <c:pt idx="6180">
                  <c:v>618</c:v>
                </c:pt>
                <c:pt idx="6181">
                  <c:v>618.1</c:v>
                </c:pt>
                <c:pt idx="6182">
                  <c:v>618.20000000000005</c:v>
                </c:pt>
                <c:pt idx="6183">
                  <c:v>618.29999999999995</c:v>
                </c:pt>
                <c:pt idx="6184">
                  <c:v>618.4</c:v>
                </c:pt>
                <c:pt idx="6185">
                  <c:v>618.5</c:v>
                </c:pt>
                <c:pt idx="6186">
                  <c:v>618.6</c:v>
                </c:pt>
                <c:pt idx="6187">
                  <c:v>618.70000000000005</c:v>
                </c:pt>
                <c:pt idx="6188">
                  <c:v>618.79999999999995</c:v>
                </c:pt>
                <c:pt idx="6189">
                  <c:v>618.9</c:v>
                </c:pt>
                <c:pt idx="6190">
                  <c:v>619</c:v>
                </c:pt>
                <c:pt idx="6191">
                  <c:v>619.1</c:v>
                </c:pt>
                <c:pt idx="6192">
                  <c:v>619.20000000000005</c:v>
                </c:pt>
                <c:pt idx="6193">
                  <c:v>619.29999999999995</c:v>
                </c:pt>
                <c:pt idx="6194">
                  <c:v>619.4</c:v>
                </c:pt>
                <c:pt idx="6195">
                  <c:v>619.5</c:v>
                </c:pt>
                <c:pt idx="6196">
                  <c:v>619.6</c:v>
                </c:pt>
                <c:pt idx="6197">
                  <c:v>619.70000000000005</c:v>
                </c:pt>
                <c:pt idx="6198">
                  <c:v>619.79999999999995</c:v>
                </c:pt>
                <c:pt idx="6199">
                  <c:v>619.9</c:v>
                </c:pt>
                <c:pt idx="6200">
                  <c:v>620</c:v>
                </c:pt>
                <c:pt idx="6201">
                  <c:v>620.1</c:v>
                </c:pt>
                <c:pt idx="6202">
                  <c:v>620.20000000000005</c:v>
                </c:pt>
                <c:pt idx="6203">
                  <c:v>620.29999999999995</c:v>
                </c:pt>
                <c:pt idx="6204">
                  <c:v>620.4</c:v>
                </c:pt>
                <c:pt idx="6205">
                  <c:v>620.5</c:v>
                </c:pt>
                <c:pt idx="6206">
                  <c:v>620.6</c:v>
                </c:pt>
                <c:pt idx="6207">
                  <c:v>620.70000000000005</c:v>
                </c:pt>
                <c:pt idx="6208">
                  <c:v>620.79999999999995</c:v>
                </c:pt>
                <c:pt idx="6209">
                  <c:v>620.9</c:v>
                </c:pt>
                <c:pt idx="6210">
                  <c:v>621</c:v>
                </c:pt>
                <c:pt idx="6211">
                  <c:v>621.1</c:v>
                </c:pt>
                <c:pt idx="6212">
                  <c:v>621.20000000000005</c:v>
                </c:pt>
                <c:pt idx="6213">
                  <c:v>621.29999999999995</c:v>
                </c:pt>
                <c:pt idx="6214">
                  <c:v>621.4</c:v>
                </c:pt>
                <c:pt idx="6215">
                  <c:v>621.5</c:v>
                </c:pt>
                <c:pt idx="6216">
                  <c:v>621.6</c:v>
                </c:pt>
                <c:pt idx="6217">
                  <c:v>621.70000000000005</c:v>
                </c:pt>
                <c:pt idx="6218">
                  <c:v>621.79999999999995</c:v>
                </c:pt>
                <c:pt idx="6219">
                  <c:v>621.9</c:v>
                </c:pt>
                <c:pt idx="6220">
                  <c:v>622</c:v>
                </c:pt>
                <c:pt idx="6221">
                  <c:v>622.1</c:v>
                </c:pt>
                <c:pt idx="6222">
                  <c:v>622.20000000000005</c:v>
                </c:pt>
                <c:pt idx="6223">
                  <c:v>622.29999999999995</c:v>
                </c:pt>
                <c:pt idx="6224">
                  <c:v>622.4</c:v>
                </c:pt>
                <c:pt idx="6225">
                  <c:v>622.5</c:v>
                </c:pt>
                <c:pt idx="6226">
                  <c:v>622.6</c:v>
                </c:pt>
                <c:pt idx="6227">
                  <c:v>622.70000000000005</c:v>
                </c:pt>
                <c:pt idx="6228">
                  <c:v>622.79999999999995</c:v>
                </c:pt>
                <c:pt idx="6229">
                  <c:v>622.9</c:v>
                </c:pt>
                <c:pt idx="6230">
                  <c:v>623</c:v>
                </c:pt>
                <c:pt idx="6231">
                  <c:v>623.1</c:v>
                </c:pt>
                <c:pt idx="6232">
                  <c:v>623.20000000000005</c:v>
                </c:pt>
                <c:pt idx="6233">
                  <c:v>623.29999999999995</c:v>
                </c:pt>
                <c:pt idx="6234">
                  <c:v>623.4</c:v>
                </c:pt>
                <c:pt idx="6235">
                  <c:v>623.5</c:v>
                </c:pt>
                <c:pt idx="6236">
                  <c:v>623.6</c:v>
                </c:pt>
                <c:pt idx="6237">
                  <c:v>623.70000000000005</c:v>
                </c:pt>
                <c:pt idx="6238">
                  <c:v>623.79999999999995</c:v>
                </c:pt>
                <c:pt idx="6239">
                  <c:v>623.9</c:v>
                </c:pt>
                <c:pt idx="6240">
                  <c:v>624</c:v>
                </c:pt>
                <c:pt idx="6241">
                  <c:v>624.1</c:v>
                </c:pt>
                <c:pt idx="6242">
                  <c:v>624.20000000000005</c:v>
                </c:pt>
                <c:pt idx="6243">
                  <c:v>624.29999999999995</c:v>
                </c:pt>
                <c:pt idx="6244">
                  <c:v>624.4</c:v>
                </c:pt>
                <c:pt idx="6245">
                  <c:v>624.5</c:v>
                </c:pt>
                <c:pt idx="6246">
                  <c:v>624.6</c:v>
                </c:pt>
                <c:pt idx="6247">
                  <c:v>624.70000000000005</c:v>
                </c:pt>
                <c:pt idx="6248">
                  <c:v>624.79999999999995</c:v>
                </c:pt>
                <c:pt idx="6249">
                  <c:v>624.9</c:v>
                </c:pt>
                <c:pt idx="6250">
                  <c:v>625</c:v>
                </c:pt>
                <c:pt idx="6251">
                  <c:v>625.1</c:v>
                </c:pt>
                <c:pt idx="6252">
                  <c:v>625.20000000000005</c:v>
                </c:pt>
                <c:pt idx="6253">
                  <c:v>625.29999999999995</c:v>
                </c:pt>
                <c:pt idx="6254">
                  <c:v>625.4</c:v>
                </c:pt>
                <c:pt idx="6255">
                  <c:v>625.5</c:v>
                </c:pt>
                <c:pt idx="6256">
                  <c:v>625.6</c:v>
                </c:pt>
                <c:pt idx="6257">
                  <c:v>625.70000000000005</c:v>
                </c:pt>
                <c:pt idx="6258">
                  <c:v>625.79999999999995</c:v>
                </c:pt>
                <c:pt idx="6259">
                  <c:v>625.9</c:v>
                </c:pt>
                <c:pt idx="6260">
                  <c:v>626</c:v>
                </c:pt>
                <c:pt idx="6261">
                  <c:v>626.1</c:v>
                </c:pt>
                <c:pt idx="6262">
                  <c:v>626.20000000000005</c:v>
                </c:pt>
                <c:pt idx="6263">
                  <c:v>626.29999999999995</c:v>
                </c:pt>
                <c:pt idx="6264">
                  <c:v>626.4</c:v>
                </c:pt>
                <c:pt idx="6265">
                  <c:v>626.5</c:v>
                </c:pt>
                <c:pt idx="6266">
                  <c:v>626.6</c:v>
                </c:pt>
                <c:pt idx="6267">
                  <c:v>626.70000000000005</c:v>
                </c:pt>
                <c:pt idx="6268">
                  <c:v>626.79999999999995</c:v>
                </c:pt>
                <c:pt idx="6269">
                  <c:v>626.9</c:v>
                </c:pt>
                <c:pt idx="6270">
                  <c:v>627</c:v>
                </c:pt>
                <c:pt idx="6271">
                  <c:v>627.1</c:v>
                </c:pt>
                <c:pt idx="6272">
                  <c:v>627.20000000000005</c:v>
                </c:pt>
                <c:pt idx="6273">
                  <c:v>627.29999999999995</c:v>
                </c:pt>
                <c:pt idx="6274">
                  <c:v>627.4</c:v>
                </c:pt>
                <c:pt idx="6275">
                  <c:v>627.5</c:v>
                </c:pt>
                <c:pt idx="6276">
                  <c:v>627.6</c:v>
                </c:pt>
                <c:pt idx="6277">
                  <c:v>627.70000000000005</c:v>
                </c:pt>
                <c:pt idx="6278">
                  <c:v>627.79999999999995</c:v>
                </c:pt>
                <c:pt idx="6279">
                  <c:v>627.9</c:v>
                </c:pt>
                <c:pt idx="6280">
                  <c:v>628</c:v>
                </c:pt>
                <c:pt idx="6281">
                  <c:v>628.1</c:v>
                </c:pt>
                <c:pt idx="6282">
                  <c:v>628.20000000000005</c:v>
                </c:pt>
                <c:pt idx="6283">
                  <c:v>628.29999999999995</c:v>
                </c:pt>
                <c:pt idx="6284">
                  <c:v>628.4</c:v>
                </c:pt>
                <c:pt idx="6285">
                  <c:v>628.5</c:v>
                </c:pt>
                <c:pt idx="6286">
                  <c:v>628.6</c:v>
                </c:pt>
                <c:pt idx="6287">
                  <c:v>628.70000000000005</c:v>
                </c:pt>
                <c:pt idx="6288">
                  <c:v>628.79999999999995</c:v>
                </c:pt>
                <c:pt idx="6289">
                  <c:v>628.9</c:v>
                </c:pt>
                <c:pt idx="6290">
                  <c:v>629</c:v>
                </c:pt>
                <c:pt idx="6291">
                  <c:v>629.1</c:v>
                </c:pt>
                <c:pt idx="6292">
                  <c:v>629.20000000000005</c:v>
                </c:pt>
                <c:pt idx="6293">
                  <c:v>629.29999999999995</c:v>
                </c:pt>
                <c:pt idx="6294">
                  <c:v>629.4</c:v>
                </c:pt>
                <c:pt idx="6295">
                  <c:v>629.5</c:v>
                </c:pt>
                <c:pt idx="6296">
                  <c:v>629.6</c:v>
                </c:pt>
                <c:pt idx="6297">
                  <c:v>629.70000000000005</c:v>
                </c:pt>
                <c:pt idx="6298">
                  <c:v>629.79999999999995</c:v>
                </c:pt>
                <c:pt idx="6299">
                  <c:v>629.9</c:v>
                </c:pt>
                <c:pt idx="6300">
                  <c:v>630</c:v>
                </c:pt>
                <c:pt idx="6301">
                  <c:v>630.1</c:v>
                </c:pt>
                <c:pt idx="6302">
                  <c:v>630.20000000000005</c:v>
                </c:pt>
                <c:pt idx="6303">
                  <c:v>630.29999999999995</c:v>
                </c:pt>
                <c:pt idx="6304">
                  <c:v>630.4</c:v>
                </c:pt>
                <c:pt idx="6305">
                  <c:v>630.5</c:v>
                </c:pt>
                <c:pt idx="6306">
                  <c:v>630.6</c:v>
                </c:pt>
                <c:pt idx="6307">
                  <c:v>630.70000000000005</c:v>
                </c:pt>
                <c:pt idx="6308">
                  <c:v>630.79999999999995</c:v>
                </c:pt>
                <c:pt idx="6309">
                  <c:v>630.9</c:v>
                </c:pt>
                <c:pt idx="6310">
                  <c:v>631</c:v>
                </c:pt>
                <c:pt idx="6311">
                  <c:v>631.1</c:v>
                </c:pt>
                <c:pt idx="6312">
                  <c:v>631.20000000000005</c:v>
                </c:pt>
                <c:pt idx="6313">
                  <c:v>631.29999999999995</c:v>
                </c:pt>
                <c:pt idx="6314">
                  <c:v>631.4</c:v>
                </c:pt>
                <c:pt idx="6315">
                  <c:v>631.5</c:v>
                </c:pt>
                <c:pt idx="6316">
                  <c:v>631.6</c:v>
                </c:pt>
                <c:pt idx="6317">
                  <c:v>631.70000000000005</c:v>
                </c:pt>
                <c:pt idx="6318">
                  <c:v>631.79999999999995</c:v>
                </c:pt>
                <c:pt idx="6319">
                  <c:v>631.9</c:v>
                </c:pt>
                <c:pt idx="6320">
                  <c:v>632</c:v>
                </c:pt>
                <c:pt idx="6321">
                  <c:v>632.1</c:v>
                </c:pt>
                <c:pt idx="6322">
                  <c:v>632.20000000000005</c:v>
                </c:pt>
                <c:pt idx="6323">
                  <c:v>632.29999999999995</c:v>
                </c:pt>
                <c:pt idx="6324">
                  <c:v>632.4</c:v>
                </c:pt>
                <c:pt idx="6325">
                  <c:v>632.5</c:v>
                </c:pt>
                <c:pt idx="6326">
                  <c:v>632.6</c:v>
                </c:pt>
                <c:pt idx="6327">
                  <c:v>632.70000000000005</c:v>
                </c:pt>
                <c:pt idx="6328">
                  <c:v>632.79999999999995</c:v>
                </c:pt>
                <c:pt idx="6329">
                  <c:v>632.9</c:v>
                </c:pt>
                <c:pt idx="6330">
                  <c:v>633</c:v>
                </c:pt>
                <c:pt idx="6331">
                  <c:v>633.1</c:v>
                </c:pt>
                <c:pt idx="6332">
                  <c:v>633.20000000000005</c:v>
                </c:pt>
                <c:pt idx="6333">
                  <c:v>633.29999999999995</c:v>
                </c:pt>
                <c:pt idx="6334">
                  <c:v>633.4</c:v>
                </c:pt>
                <c:pt idx="6335">
                  <c:v>633.5</c:v>
                </c:pt>
                <c:pt idx="6336">
                  <c:v>633.6</c:v>
                </c:pt>
                <c:pt idx="6337">
                  <c:v>633.70000000000005</c:v>
                </c:pt>
                <c:pt idx="6338">
                  <c:v>633.79999999999995</c:v>
                </c:pt>
                <c:pt idx="6339">
                  <c:v>633.9</c:v>
                </c:pt>
                <c:pt idx="6340">
                  <c:v>634</c:v>
                </c:pt>
                <c:pt idx="6341">
                  <c:v>634.1</c:v>
                </c:pt>
                <c:pt idx="6342">
                  <c:v>634.20000000000005</c:v>
                </c:pt>
                <c:pt idx="6343">
                  <c:v>634.29999999999995</c:v>
                </c:pt>
                <c:pt idx="6344">
                  <c:v>634.4</c:v>
                </c:pt>
                <c:pt idx="6345">
                  <c:v>634.5</c:v>
                </c:pt>
                <c:pt idx="6346">
                  <c:v>634.6</c:v>
                </c:pt>
                <c:pt idx="6347">
                  <c:v>634.70000000000005</c:v>
                </c:pt>
                <c:pt idx="6348">
                  <c:v>634.79999999999995</c:v>
                </c:pt>
                <c:pt idx="6349">
                  <c:v>634.9</c:v>
                </c:pt>
                <c:pt idx="6350">
                  <c:v>635</c:v>
                </c:pt>
                <c:pt idx="6351">
                  <c:v>635.1</c:v>
                </c:pt>
                <c:pt idx="6352">
                  <c:v>635.20000000000005</c:v>
                </c:pt>
                <c:pt idx="6353">
                  <c:v>635.29999999999995</c:v>
                </c:pt>
                <c:pt idx="6354">
                  <c:v>635.4</c:v>
                </c:pt>
                <c:pt idx="6355">
                  <c:v>635.5</c:v>
                </c:pt>
                <c:pt idx="6356">
                  <c:v>635.6</c:v>
                </c:pt>
                <c:pt idx="6357">
                  <c:v>635.70000000000005</c:v>
                </c:pt>
                <c:pt idx="6358">
                  <c:v>635.79999999999995</c:v>
                </c:pt>
                <c:pt idx="6359">
                  <c:v>635.9</c:v>
                </c:pt>
                <c:pt idx="6360">
                  <c:v>636</c:v>
                </c:pt>
                <c:pt idx="6361">
                  <c:v>636.1</c:v>
                </c:pt>
                <c:pt idx="6362">
                  <c:v>636.20000000000005</c:v>
                </c:pt>
                <c:pt idx="6363">
                  <c:v>636.29999999999995</c:v>
                </c:pt>
                <c:pt idx="6364">
                  <c:v>636.4</c:v>
                </c:pt>
                <c:pt idx="6365">
                  <c:v>636.5</c:v>
                </c:pt>
                <c:pt idx="6366">
                  <c:v>636.6</c:v>
                </c:pt>
                <c:pt idx="6367">
                  <c:v>636.70000000000005</c:v>
                </c:pt>
                <c:pt idx="6368">
                  <c:v>636.79999999999995</c:v>
                </c:pt>
                <c:pt idx="6369">
                  <c:v>636.9</c:v>
                </c:pt>
                <c:pt idx="6370">
                  <c:v>637</c:v>
                </c:pt>
                <c:pt idx="6371">
                  <c:v>637.1</c:v>
                </c:pt>
                <c:pt idx="6372">
                  <c:v>637.20000000000005</c:v>
                </c:pt>
                <c:pt idx="6373">
                  <c:v>637.29999999999995</c:v>
                </c:pt>
                <c:pt idx="6374">
                  <c:v>637.4</c:v>
                </c:pt>
                <c:pt idx="6375">
                  <c:v>637.5</c:v>
                </c:pt>
                <c:pt idx="6376">
                  <c:v>637.6</c:v>
                </c:pt>
                <c:pt idx="6377">
                  <c:v>637.70000000000005</c:v>
                </c:pt>
                <c:pt idx="6378">
                  <c:v>637.79999999999995</c:v>
                </c:pt>
                <c:pt idx="6379">
                  <c:v>637.9</c:v>
                </c:pt>
                <c:pt idx="6380">
                  <c:v>638</c:v>
                </c:pt>
                <c:pt idx="6381">
                  <c:v>638.1</c:v>
                </c:pt>
                <c:pt idx="6382">
                  <c:v>638.20000000000005</c:v>
                </c:pt>
                <c:pt idx="6383">
                  <c:v>638.29999999999995</c:v>
                </c:pt>
                <c:pt idx="6384">
                  <c:v>638.4</c:v>
                </c:pt>
                <c:pt idx="6385">
                  <c:v>638.5</c:v>
                </c:pt>
                <c:pt idx="6386">
                  <c:v>638.6</c:v>
                </c:pt>
                <c:pt idx="6387">
                  <c:v>638.70000000000005</c:v>
                </c:pt>
                <c:pt idx="6388">
                  <c:v>638.79999999999995</c:v>
                </c:pt>
                <c:pt idx="6389">
                  <c:v>638.9</c:v>
                </c:pt>
                <c:pt idx="6390">
                  <c:v>639</c:v>
                </c:pt>
                <c:pt idx="6391">
                  <c:v>639.1</c:v>
                </c:pt>
                <c:pt idx="6392">
                  <c:v>639.20000000000005</c:v>
                </c:pt>
                <c:pt idx="6393">
                  <c:v>639.29999999999995</c:v>
                </c:pt>
                <c:pt idx="6394">
                  <c:v>639.4</c:v>
                </c:pt>
                <c:pt idx="6395">
                  <c:v>639.5</c:v>
                </c:pt>
                <c:pt idx="6396">
                  <c:v>639.6</c:v>
                </c:pt>
                <c:pt idx="6397">
                  <c:v>639.70000000000005</c:v>
                </c:pt>
                <c:pt idx="6398">
                  <c:v>639.79999999999995</c:v>
                </c:pt>
                <c:pt idx="6399">
                  <c:v>639.9</c:v>
                </c:pt>
                <c:pt idx="6400">
                  <c:v>640</c:v>
                </c:pt>
                <c:pt idx="6401">
                  <c:v>640.1</c:v>
                </c:pt>
                <c:pt idx="6402">
                  <c:v>640.20000000000005</c:v>
                </c:pt>
                <c:pt idx="6403">
                  <c:v>640.29999999999995</c:v>
                </c:pt>
                <c:pt idx="6404">
                  <c:v>640.4</c:v>
                </c:pt>
                <c:pt idx="6405">
                  <c:v>640.5</c:v>
                </c:pt>
                <c:pt idx="6406">
                  <c:v>640.6</c:v>
                </c:pt>
                <c:pt idx="6407">
                  <c:v>640.70000000000005</c:v>
                </c:pt>
                <c:pt idx="6408">
                  <c:v>640.79999999999995</c:v>
                </c:pt>
                <c:pt idx="6409">
                  <c:v>640.9</c:v>
                </c:pt>
                <c:pt idx="6410">
                  <c:v>641</c:v>
                </c:pt>
                <c:pt idx="6411">
                  <c:v>641.1</c:v>
                </c:pt>
                <c:pt idx="6412">
                  <c:v>641.20000000000005</c:v>
                </c:pt>
                <c:pt idx="6413">
                  <c:v>641.29999999999995</c:v>
                </c:pt>
                <c:pt idx="6414">
                  <c:v>641.4</c:v>
                </c:pt>
                <c:pt idx="6415">
                  <c:v>641.5</c:v>
                </c:pt>
                <c:pt idx="6416">
                  <c:v>641.6</c:v>
                </c:pt>
                <c:pt idx="6417">
                  <c:v>641.70000000000005</c:v>
                </c:pt>
                <c:pt idx="6418">
                  <c:v>641.79999999999995</c:v>
                </c:pt>
                <c:pt idx="6419">
                  <c:v>641.9</c:v>
                </c:pt>
                <c:pt idx="6420">
                  <c:v>642</c:v>
                </c:pt>
                <c:pt idx="6421">
                  <c:v>642.1</c:v>
                </c:pt>
                <c:pt idx="6422">
                  <c:v>642.20000000000005</c:v>
                </c:pt>
                <c:pt idx="6423">
                  <c:v>642.29999999999995</c:v>
                </c:pt>
                <c:pt idx="6424">
                  <c:v>642.4</c:v>
                </c:pt>
                <c:pt idx="6425">
                  <c:v>642.5</c:v>
                </c:pt>
                <c:pt idx="6426">
                  <c:v>642.6</c:v>
                </c:pt>
                <c:pt idx="6427">
                  <c:v>642.70000000000005</c:v>
                </c:pt>
                <c:pt idx="6428">
                  <c:v>642.79999999999995</c:v>
                </c:pt>
                <c:pt idx="6429">
                  <c:v>642.9</c:v>
                </c:pt>
                <c:pt idx="6430">
                  <c:v>643</c:v>
                </c:pt>
                <c:pt idx="6431">
                  <c:v>643.1</c:v>
                </c:pt>
                <c:pt idx="6432">
                  <c:v>643.20000000000005</c:v>
                </c:pt>
                <c:pt idx="6433">
                  <c:v>643.29999999999995</c:v>
                </c:pt>
                <c:pt idx="6434">
                  <c:v>643.4</c:v>
                </c:pt>
                <c:pt idx="6435">
                  <c:v>643.5</c:v>
                </c:pt>
                <c:pt idx="6436">
                  <c:v>643.6</c:v>
                </c:pt>
                <c:pt idx="6437">
                  <c:v>643.70000000000005</c:v>
                </c:pt>
                <c:pt idx="6438">
                  <c:v>643.79999999999995</c:v>
                </c:pt>
                <c:pt idx="6439">
                  <c:v>643.9</c:v>
                </c:pt>
                <c:pt idx="6440">
                  <c:v>644</c:v>
                </c:pt>
                <c:pt idx="6441">
                  <c:v>644.1</c:v>
                </c:pt>
                <c:pt idx="6442">
                  <c:v>644.20000000000005</c:v>
                </c:pt>
                <c:pt idx="6443">
                  <c:v>644.29999999999995</c:v>
                </c:pt>
                <c:pt idx="6444">
                  <c:v>644.4</c:v>
                </c:pt>
                <c:pt idx="6445">
                  <c:v>644.5</c:v>
                </c:pt>
                <c:pt idx="6446">
                  <c:v>644.6</c:v>
                </c:pt>
                <c:pt idx="6447">
                  <c:v>644.70000000000005</c:v>
                </c:pt>
                <c:pt idx="6448">
                  <c:v>644.79999999999995</c:v>
                </c:pt>
                <c:pt idx="6449">
                  <c:v>644.9</c:v>
                </c:pt>
                <c:pt idx="6450">
                  <c:v>645</c:v>
                </c:pt>
                <c:pt idx="6451">
                  <c:v>645.1</c:v>
                </c:pt>
                <c:pt idx="6452">
                  <c:v>645.20000000000005</c:v>
                </c:pt>
                <c:pt idx="6453">
                  <c:v>645.29999999999995</c:v>
                </c:pt>
                <c:pt idx="6454">
                  <c:v>645.4</c:v>
                </c:pt>
                <c:pt idx="6455">
                  <c:v>645.5</c:v>
                </c:pt>
                <c:pt idx="6456">
                  <c:v>645.6</c:v>
                </c:pt>
                <c:pt idx="6457">
                  <c:v>645.70000000000005</c:v>
                </c:pt>
                <c:pt idx="6458">
                  <c:v>645.79999999999995</c:v>
                </c:pt>
                <c:pt idx="6459">
                  <c:v>645.9</c:v>
                </c:pt>
                <c:pt idx="6460">
                  <c:v>646</c:v>
                </c:pt>
                <c:pt idx="6461">
                  <c:v>646.1</c:v>
                </c:pt>
                <c:pt idx="6462">
                  <c:v>646.20000000000005</c:v>
                </c:pt>
                <c:pt idx="6463">
                  <c:v>646.29999999999995</c:v>
                </c:pt>
                <c:pt idx="6464">
                  <c:v>646.4</c:v>
                </c:pt>
                <c:pt idx="6465">
                  <c:v>646.5</c:v>
                </c:pt>
                <c:pt idx="6466">
                  <c:v>646.6</c:v>
                </c:pt>
                <c:pt idx="6467">
                  <c:v>646.70000000000005</c:v>
                </c:pt>
                <c:pt idx="6468">
                  <c:v>646.79999999999995</c:v>
                </c:pt>
                <c:pt idx="6469">
                  <c:v>646.9</c:v>
                </c:pt>
                <c:pt idx="6470">
                  <c:v>647</c:v>
                </c:pt>
                <c:pt idx="6471">
                  <c:v>647.1</c:v>
                </c:pt>
                <c:pt idx="6472">
                  <c:v>647.20000000000005</c:v>
                </c:pt>
                <c:pt idx="6473">
                  <c:v>647.29999999999995</c:v>
                </c:pt>
                <c:pt idx="6474">
                  <c:v>647.4</c:v>
                </c:pt>
                <c:pt idx="6475">
                  <c:v>647.5</c:v>
                </c:pt>
                <c:pt idx="6476">
                  <c:v>647.6</c:v>
                </c:pt>
                <c:pt idx="6477">
                  <c:v>647.70000000000005</c:v>
                </c:pt>
                <c:pt idx="6478">
                  <c:v>647.79999999999995</c:v>
                </c:pt>
                <c:pt idx="6479">
                  <c:v>647.9</c:v>
                </c:pt>
                <c:pt idx="6480">
                  <c:v>648</c:v>
                </c:pt>
                <c:pt idx="6481">
                  <c:v>648.1</c:v>
                </c:pt>
                <c:pt idx="6482">
                  <c:v>648.20000000000005</c:v>
                </c:pt>
                <c:pt idx="6483">
                  <c:v>648.29999999999995</c:v>
                </c:pt>
                <c:pt idx="6484">
                  <c:v>648.4</c:v>
                </c:pt>
                <c:pt idx="6485">
                  <c:v>648.5</c:v>
                </c:pt>
                <c:pt idx="6486">
                  <c:v>648.6</c:v>
                </c:pt>
                <c:pt idx="6487">
                  <c:v>648.70000000000005</c:v>
                </c:pt>
                <c:pt idx="6488">
                  <c:v>648.79999999999995</c:v>
                </c:pt>
                <c:pt idx="6489">
                  <c:v>648.9</c:v>
                </c:pt>
                <c:pt idx="6490">
                  <c:v>649</c:v>
                </c:pt>
                <c:pt idx="6491">
                  <c:v>649.1</c:v>
                </c:pt>
                <c:pt idx="6492">
                  <c:v>649.20000000000005</c:v>
                </c:pt>
                <c:pt idx="6493">
                  <c:v>649.29999999999995</c:v>
                </c:pt>
                <c:pt idx="6494">
                  <c:v>649.4</c:v>
                </c:pt>
                <c:pt idx="6495">
                  <c:v>649.5</c:v>
                </c:pt>
                <c:pt idx="6496">
                  <c:v>649.6</c:v>
                </c:pt>
                <c:pt idx="6497">
                  <c:v>649.70000000000005</c:v>
                </c:pt>
                <c:pt idx="6498">
                  <c:v>649.79999999999995</c:v>
                </c:pt>
                <c:pt idx="6499">
                  <c:v>649.9</c:v>
                </c:pt>
                <c:pt idx="6500">
                  <c:v>650</c:v>
                </c:pt>
                <c:pt idx="6501">
                  <c:v>650.1</c:v>
                </c:pt>
                <c:pt idx="6502">
                  <c:v>650.20000000000005</c:v>
                </c:pt>
                <c:pt idx="6503">
                  <c:v>650.29999999999995</c:v>
                </c:pt>
                <c:pt idx="6504">
                  <c:v>650.4</c:v>
                </c:pt>
                <c:pt idx="6505">
                  <c:v>650.5</c:v>
                </c:pt>
                <c:pt idx="6506">
                  <c:v>650.6</c:v>
                </c:pt>
                <c:pt idx="6507">
                  <c:v>650.70000000000005</c:v>
                </c:pt>
                <c:pt idx="6508">
                  <c:v>650.79999999999995</c:v>
                </c:pt>
                <c:pt idx="6509">
                  <c:v>650.9</c:v>
                </c:pt>
                <c:pt idx="6510">
                  <c:v>651</c:v>
                </c:pt>
                <c:pt idx="6511">
                  <c:v>651.1</c:v>
                </c:pt>
                <c:pt idx="6512">
                  <c:v>651.20000000000005</c:v>
                </c:pt>
                <c:pt idx="6513">
                  <c:v>651.29999999999995</c:v>
                </c:pt>
                <c:pt idx="6514">
                  <c:v>651.4</c:v>
                </c:pt>
                <c:pt idx="6515">
                  <c:v>651.5</c:v>
                </c:pt>
                <c:pt idx="6516">
                  <c:v>651.6</c:v>
                </c:pt>
                <c:pt idx="6517">
                  <c:v>651.70000000000005</c:v>
                </c:pt>
                <c:pt idx="6518">
                  <c:v>651.79999999999995</c:v>
                </c:pt>
                <c:pt idx="6519">
                  <c:v>651.9</c:v>
                </c:pt>
                <c:pt idx="6520">
                  <c:v>652</c:v>
                </c:pt>
                <c:pt idx="6521">
                  <c:v>652.1</c:v>
                </c:pt>
                <c:pt idx="6522">
                  <c:v>652.20000000000005</c:v>
                </c:pt>
                <c:pt idx="6523">
                  <c:v>652.29999999999995</c:v>
                </c:pt>
                <c:pt idx="6524">
                  <c:v>652.4</c:v>
                </c:pt>
                <c:pt idx="6525">
                  <c:v>652.5</c:v>
                </c:pt>
                <c:pt idx="6526">
                  <c:v>652.6</c:v>
                </c:pt>
                <c:pt idx="6527">
                  <c:v>652.70000000000005</c:v>
                </c:pt>
                <c:pt idx="6528">
                  <c:v>652.79999999999995</c:v>
                </c:pt>
                <c:pt idx="6529">
                  <c:v>652.9</c:v>
                </c:pt>
                <c:pt idx="6530">
                  <c:v>653</c:v>
                </c:pt>
                <c:pt idx="6531">
                  <c:v>653.1</c:v>
                </c:pt>
                <c:pt idx="6532">
                  <c:v>653.20000000000005</c:v>
                </c:pt>
                <c:pt idx="6533">
                  <c:v>653.29999999999995</c:v>
                </c:pt>
                <c:pt idx="6534">
                  <c:v>653.4</c:v>
                </c:pt>
                <c:pt idx="6535">
                  <c:v>653.5</c:v>
                </c:pt>
                <c:pt idx="6536">
                  <c:v>653.6</c:v>
                </c:pt>
                <c:pt idx="6537">
                  <c:v>653.70000000000005</c:v>
                </c:pt>
                <c:pt idx="6538">
                  <c:v>653.79999999999995</c:v>
                </c:pt>
                <c:pt idx="6539">
                  <c:v>653.9</c:v>
                </c:pt>
                <c:pt idx="6540">
                  <c:v>654</c:v>
                </c:pt>
                <c:pt idx="6541">
                  <c:v>654.1</c:v>
                </c:pt>
                <c:pt idx="6542">
                  <c:v>654.20000000000005</c:v>
                </c:pt>
                <c:pt idx="6543">
                  <c:v>654.29999999999995</c:v>
                </c:pt>
                <c:pt idx="6544">
                  <c:v>654.4</c:v>
                </c:pt>
                <c:pt idx="6545">
                  <c:v>654.5</c:v>
                </c:pt>
                <c:pt idx="6546">
                  <c:v>654.6</c:v>
                </c:pt>
                <c:pt idx="6547">
                  <c:v>654.70000000000005</c:v>
                </c:pt>
                <c:pt idx="6548">
                  <c:v>654.79999999999995</c:v>
                </c:pt>
                <c:pt idx="6549">
                  <c:v>654.9</c:v>
                </c:pt>
                <c:pt idx="6550">
                  <c:v>655</c:v>
                </c:pt>
                <c:pt idx="6551">
                  <c:v>655.1</c:v>
                </c:pt>
                <c:pt idx="6552">
                  <c:v>655.20000000000005</c:v>
                </c:pt>
                <c:pt idx="6553">
                  <c:v>655.29999999999995</c:v>
                </c:pt>
                <c:pt idx="6554">
                  <c:v>655.4</c:v>
                </c:pt>
                <c:pt idx="6555">
                  <c:v>655.5</c:v>
                </c:pt>
                <c:pt idx="6556">
                  <c:v>655.6</c:v>
                </c:pt>
                <c:pt idx="6557">
                  <c:v>655.7</c:v>
                </c:pt>
                <c:pt idx="6558">
                  <c:v>655.8</c:v>
                </c:pt>
                <c:pt idx="6559">
                  <c:v>655.9</c:v>
                </c:pt>
                <c:pt idx="6560">
                  <c:v>656</c:v>
                </c:pt>
                <c:pt idx="6561">
                  <c:v>656.1</c:v>
                </c:pt>
                <c:pt idx="6562">
                  <c:v>656.2</c:v>
                </c:pt>
                <c:pt idx="6563">
                  <c:v>656.3</c:v>
                </c:pt>
                <c:pt idx="6564">
                  <c:v>656.4</c:v>
                </c:pt>
                <c:pt idx="6565">
                  <c:v>656.5</c:v>
                </c:pt>
                <c:pt idx="6566">
                  <c:v>656.6</c:v>
                </c:pt>
                <c:pt idx="6567">
                  <c:v>656.7</c:v>
                </c:pt>
                <c:pt idx="6568">
                  <c:v>656.8</c:v>
                </c:pt>
                <c:pt idx="6569">
                  <c:v>656.9</c:v>
                </c:pt>
                <c:pt idx="6570">
                  <c:v>657</c:v>
                </c:pt>
                <c:pt idx="6571">
                  <c:v>657.1</c:v>
                </c:pt>
                <c:pt idx="6572">
                  <c:v>657.2</c:v>
                </c:pt>
                <c:pt idx="6573">
                  <c:v>657.3</c:v>
                </c:pt>
                <c:pt idx="6574">
                  <c:v>657.4</c:v>
                </c:pt>
                <c:pt idx="6575">
                  <c:v>657.5</c:v>
                </c:pt>
                <c:pt idx="6576">
                  <c:v>657.6</c:v>
                </c:pt>
                <c:pt idx="6577">
                  <c:v>657.7</c:v>
                </c:pt>
                <c:pt idx="6578">
                  <c:v>657.8</c:v>
                </c:pt>
                <c:pt idx="6579">
                  <c:v>657.9</c:v>
                </c:pt>
                <c:pt idx="6580">
                  <c:v>658</c:v>
                </c:pt>
                <c:pt idx="6581">
                  <c:v>658.1</c:v>
                </c:pt>
                <c:pt idx="6582">
                  <c:v>658.2</c:v>
                </c:pt>
                <c:pt idx="6583">
                  <c:v>658.3</c:v>
                </c:pt>
                <c:pt idx="6584">
                  <c:v>658.4</c:v>
                </c:pt>
                <c:pt idx="6585">
                  <c:v>658.5</c:v>
                </c:pt>
                <c:pt idx="6586">
                  <c:v>658.6</c:v>
                </c:pt>
                <c:pt idx="6587">
                  <c:v>658.7</c:v>
                </c:pt>
                <c:pt idx="6588">
                  <c:v>658.8</c:v>
                </c:pt>
                <c:pt idx="6589">
                  <c:v>658.9</c:v>
                </c:pt>
                <c:pt idx="6590">
                  <c:v>659</c:v>
                </c:pt>
                <c:pt idx="6591">
                  <c:v>659.1</c:v>
                </c:pt>
                <c:pt idx="6592">
                  <c:v>659.2</c:v>
                </c:pt>
                <c:pt idx="6593">
                  <c:v>659.3</c:v>
                </c:pt>
                <c:pt idx="6594">
                  <c:v>659.4</c:v>
                </c:pt>
                <c:pt idx="6595">
                  <c:v>659.5</c:v>
                </c:pt>
                <c:pt idx="6596">
                  <c:v>659.6</c:v>
                </c:pt>
                <c:pt idx="6597">
                  <c:v>659.7</c:v>
                </c:pt>
                <c:pt idx="6598">
                  <c:v>659.8</c:v>
                </c:pt>
                <c:pt idx="6599">
                  <c:v>659.9</c:v>
                </c:pt>
                <c:pt idx="6600">
                  <c:v>660</c:v>
                </c:pt>
                <c:pt idx="6601">
                  <c:v>660.1</c:v>
                </c:pt>
                <c:pt idx="6602">
                  <c:v>660.2</c:v>
                </c:pt>
                <c:pt idx="6603">
                  <c:v>660.3</c:v>
                </c:pt>
                <c:pt idx="6604">
                  <c:v>660.4</c:v>
                </c:pt>
                <c:pt idx="6605">
                  <c:v>660.5</c:v>
                </c:pt>
                <c:pt idx="6606">
                  <c:v>660.6</c:v>
                </c:pt>
                <c:pt idx="6607">
                  <c:v>660.7</c:v>
                </c:pt>
                <c:pt idx="6608">
                  <c:v>660.8</c:v>
                </c:pt>
                <c:pt idx="6609">
                  <c:v>660.9</c:v>
                </c:pt>
                <c:pt idx="6610">
                  <c:v>661</c:v>
                </c:pt>
                <c:pt idx="6611">
                  <c:v>661.1</c:v>
                </c:pt>
                <c:pt idx="6612">
                  <c:v>661.2</c:v>
                </c:pt>
                <c:pt idx="6613">
                  <c:v>661.3</c:v>
                </c:pt>
                <c:pt idx="6614">
                  <c:v>661.4</c:v>
                </c:pt>
                <c:pt idx="6615">
                  <c:v>661.5</c:v>
                </c:pt>
                <c:pt idx="6616">
                  <c:v>661.6</c:v>
                </c:pt>
                <c:pt idx="6617">
                  <c:v>661.7</c:v>
                </c:pt>
                <c:pt idx="6618">
                  <c:v>661.8</c:v>
                </c:pt>
                <c:pt idx="6619">
                  <c:v>661.9</c:v>
                </c:pt>
                <c:pt idx="6620">
                  <c:v>662</c:v>
                </c:pt>
                <c:pt idx="6621">
                  <c:v>662.1</c:v>
                </c:pt>
                <c:pt idx="6622">
                  <c:v>662.2</c:v>
                </c:pt>
                <c:pt idx="6623">
                  <c:v>662.3</c:v>
                </c:pt>
                <c:pt idx="6624">
                  <c:v>662.4</c:v>
                </c:pt>
                <c:pt idx="6625">
                  <c:v>662.5</c:v>
                </c:pt>
                <c:pt idx="6626">
                  <c:v>662.6</c:v>
                </c:pt>
                <c:pt idx="6627">
                  <c:v>662.7</c:v>
                </c:pt>
                <c:pt idx="6628">
                  <c:v>662.8</c:v>
                </c:pt>
                <c:pt idx="6629">
                  <c:v>662.9</c:v>
                </c:pt>
                <c:pt idx="6630">
                  <c:v>663</c:v>
                </c:pt>
                <c:pt idx="6631">
                  <c:v>663.1</c:v>
                </c:pt>
                <c:pt idx="6632">
                  <c:v>663.2</c:v>
                </c:pt>
                <c:pt idx="6633">
                  <c:v>663.3</c:v>
                </c:pt>
                <c:pt idx="6634">
                  <c:v>663.4</c:v>
                </c:pt>
                <c:pt idx="6635">
                  <c:v>663.5</c:v>
                </c:pt>
                <c:pt idx="6636">
                  <c:v>663.6</c:v>
                </c:pt>
                <c:pt idx="6637">
                  <c:v>663.7</c:v>
                </c:pt>
                <c:pt idx="6638">
                  <c:v>663.8</c:v>
                </c:pt>
                <c:pt idx="6639">
                  <c:v>663.9</c:v>
                </c:pt>
                <c:pt idx="6640">
                  <c:v>664</c:v>
                </c:pt>
                <c:pt idx="6641">
                  <c:v>664.1</c:v>
                </c:pt>
                <c:pt idx="6642">
                  <c:v>664.2</c:v>
                </c:pt>
                <c:pt idx="6643">
                  <c:v>664.3</c:v>
                </c:pt>
                <c:pt idx="6644">
                  <c:v>664.4</c:v>
                </c:pt>
                <c:pt idx="6645">
                  <c:v>664.5</c:v>
                </c:pt>
                <c:pt idx="6646">
                  <c:v>664.6</c:v>
                </c:pt>
                <c:pt idx="6647">
                  <c:v>664.7</c:v>
                </c:pt>
                <c:pt idx="6648">
                  <c:v>664.8</c:v>
                </c:pt>
                <c:pt idx="6649">
                  <c:v>664.9</c:v>
                </c:pt>
                <c:pt idx="6650">
                  <c:v>665</c:v>
                </c:pt>
                <c:pt idx="6651">
                  <c:v>665.1</c:v>
                </c:pt>
                <c:pt idx="6652">
                  <c:v>665.2</c:v>
                </c:pt>
                <c:pt idx="6653">
                  <c:v>665.3</c:v>
                </c:pt>
                <c:pt idx="6654">
                  <c:v>665.4</c:v>
                </c:pt>
                <c:pt idx="6655">
                  <c:v>665.5</c:v>
                </c:pt>
                <c:pt idx="6656">
                  <c:v>665.6</c:v>
                </c:pt>
                <c:pt idx="6657">
                  <c:v>665.7</c:v>
                </c:pt>
                <c:pt idx="6658">
                  <c:v>665.8</c:v>
                </c:pt>
                <c:pt idx="6659">
                  <c:v>665.9</c:v>
                </c:pt>
                <c:pt idx="6660">
                  <c:v>666</c:v>
                </c:pt>
                <c:pt idx="6661">
                  <c:v>666.1</c:v>
                </c:pt>
                <c:pt idx="6662">
                  <c:v>666.2</c:v>
                </c:pt>
                <c:pt idx="6663">
                  <c:v>666.3</c:v>
                </c:pt>
                <c:pt idx="6664">
                  <c:v>666.4</c:v>
                </c:pt>
                <c:pt idx="6665">
                  <c:v>666.5</c:v>
                </c:pt>
                <c:pt idx="6666">
                  <c:v>666.6</c:v>
                </c:pt>
                <c:pt idx="6667">
                  <c:v>666.7</c:v>
                </c:pt>
                <c:pt idx="6668">
                  <c:v>666.8</c:v>
                </c:pt>
                <c:pt idx="6669">
                  <c:v>666.9</c:v>
                </c:pt>
                <c:pt idx="6670">
                  <c:v>667</c:v>
                </c:pt>
                <c:pt idx="6671">
                  <c:v>667.1</c:v>
                </c:pt>
                <c:pt idx="6672">
                  <c:v>667.2</c:v>
                </c:pt>
                <c:pt idx="6673">
                  <c:v>667.3</c:v>
                </c:pt>
                <c:pt idx="6674">
                  <c:v>667.4</c:v>
                </c:pt>
                <c:pt idx="6675">
                  <c:v>667.5</c:v>
                </c:pt>
                <c:pt idx="6676">
                  <c:v>667.6</c:v>
                </c:pt>
                <c:pt idx="6677">
                  <c:v>667.7</c:v>
                </c:pt>
                <c:pt idx="6678">
                  <c:v>667.8</c:v>
                </c:pt>
                <c:pt idx="6679">
                  <c:v>667.9</c:v>
                </c:pt>
                <c:pt idx="6680">
                  <c:v>668</c:v>
                </c:pt>
                <c:pt idx="6681">
                  <c:v>668.1</c:v>
                </c:pt>
                <c:pt idx="6682">
                  <c:v>668.2</c:v>
                </c:pt>
                <c:pt idx="6683">
                  <c:v>668.3</c:v>
                </c:pt>
                <c:pt idx="6684">
                  <c:v>668.4</c:v>
                </c:pt>
                <c:pt idx="6685">
                  <c:v>668.5</c:v>
                </c:pt>
                <c:pt idx="6686">
                  <c:v>668.6</c:v>
                </c:pt>
                <c:pt idx="6687">
                  <c:v>668.7</c:v>
                </c:pt>
                <c:pt idx="6688">
                  <c:v>668.8</c:v>
                </c:pt>
                <c:pt idx="6689">
                  <c:v>668.9</c:v>
                </c:pt>
                <c:pt idx="6690">
                  <c:v>669</c:v>
                </c:pt>
                <c:pt idx="6691">
                  <c:v>669.1</c:v>
                </c:pt>
                <c:pt idx="6692">
                  <c:v>669.2</c:v>
                </c:pt>
                <c:pt idx="6693">
                  <c:v>669.3</c:v>
                </c:pt>
                <c:pt idx="6694">
                  <c:v>669.4</c:v>
                </c:pt>
                <c:pt idx="6695">
                  <c:v>669.5</c:v>
                </c:pt>
                <c:pt idx="6696">
                  <c:v>669.6</c:v>
                </c:pt>
                <c:pt idx="6697">
                  <c:v>669.7</c:v>
                </c:pt>
                <c:pt idx="6698">
                  <c:v>669.8</c:v>
                </c:pt>
                <c:pt idx="6699">
                  <c:v>669.9</c:v>
                </c:pt>
                <c:pt idx="6700">
                  <c:v>670</c:v>
                </c:pt>
                <c:pt idx="6701">
                  <c:v>670.1</c:v>
                </c:pt>
                <c:pt idx="6702">
                  <c:v>670.2</c:v>
                </c:pt>
                <c:pt idx="6703">
                  <c:v>670.3</c:v>
                </c:pt>
                <c:pt idx="6704">
                  <c:v>670.4</c:v>
                </c:pt>
                <c:pt idx="6705">
                  <c:v>670.5</c:v>
                </c:pt>
                <c:pt idx="6706">
                  <c:v>670.6</c:v>
                </c:pt>
                <c:pt idx="6707">
                  <c:v>670.7</c:v>
                </c:pt>
                <c:pt idx="6708">
                  <c:v>670.8</c:v>
                </c:pt>
                <c:pt idx="6709">
                  <c:v>670.9</c:v>
                </c:pt>
                <c:pt idx="6710">
                  <c:v>671</c:v>
                </c:pt>
                <c:pt idx="6711">
                  <c:v>671.1</c:v>
                </c:pt>
                <c:pt idx="6712">
                  <c:v>671.2</c:v>
                </c:pt>
                <c:pt idx="6713">
                  <c:v>671.3</c:v>
                </c:pt>
                <c:pt idx="6714">
                  <c:v>671.4</c:v>
                </c:pt>
                <c:pt idx="6715">
                  <c:v>671.5</c:v>
                </c:pt>
                <c:pt idx="6716">
                  <c:v>671.6</c:v>
                </c:pt>
                <c:pt idx="6717">
                  <c:v>671.7</c:v>
                </c:pt>
                <c:pt idx="6718">
                  <c:v>671.8</c:v>
                </c:pt>
                <c:pt idx="6719">
                  <c:v>671.9</c:v>
                </c:pt>
                <c:pt idx="6720">
                  <c:v>672</c:v>
                </c:pt>
                <c:pt idx="6721">
                  <c:v>672.1</c:v>
                </c:pt>
                <c:pt idx="6722">
                  <c:v>672.2</c:v>
                </c:pt>
                <c:pt idx="6723">
                  <c:v>672.3</c:v>
                </c:pt>
                <c:pt idx="6724">
                  <c:v>672.4</c:v>
                </c:pt>
                <c:pt idx="6725">
                  <c:v>672.5</c:v>
                </c:pt>
                <c:pt idx="6726">
                  <c:v>672.6</c:v>
                </c:pt>
                <c:pt idx="6727">
                  <c:v>672.7</c:v>
                </c:pt>
                <c:pt idx="6728">
                  <c:v>672.8</c:v>
                </c:pt>
                <c:pt idx="6729">
                  <c:v>672.9</c:v>
                </c:pt>
                <c:pt idx="6730">
                  <c:v>673</c:v>
                </c:pt>
                <c:pt idx="6731">
                  <c:v>673.1</c:v>
                </c:pt>
                <c:pt idx="6732">
                  <c:v>673.2</c:v>
                </c:pt>
                <c:pt idx="6733">
                  <c:v>673.3</c:v>
                </c:pt>
                <c:pt idx="6734">
                  <c:v>673.4</c:v>
                </c:pt>
                <c:pt idx="6735">
                  <c:v>673.5</c:v>
                </c:pt>
                <c:pt idx="6736">
                  <c:v>673.6</c:v>
                </c:pt>
                <c:pt idx="6737">
                  <c:v>673.7</c:v>
                </c:pt>
                <c:pt idx="6738">
                  <c:v>673.8</c:v>
                </c:pt>
                <c:pt idx="6739">
                  <c:v>673.9</c:v>
                </c:pt>
                <c:pt idx="6740">
                  <c:v>674</c:v>
                </c:pt>
                <c:pt idx="6741">
                  <c:v>674.1</c:v>
                </c:pt>
                <c:pt idx="6742">
                  <c:v>674.2</c:v>
                </c:pt>
                <c:pt idx="6743">
                  <c:v>674.3</c:v>
                </c:pt>
                <c:pt idx="6744">
                  <c:v>674.4</c:v>
                </c:pt>
                <c:pt idx="6745">
                  <c:v>674.5</c:v>
                </c:pt>
                <c:pt idx="6746">
                  <c:v>674.6</c:v>
                </c:pt>
                <c:pt idx="6747">
                  <c:v>674.7</c:v>
                </c:pt>
                <c:pt idx="6748">
                  <c:v>674.8</c:v>
                </c:pt>
                <c:pt idx="6749">
                  <c:v>674.9</c:v>
                </c:pt>
                <c:pt idx="6750">
                  <c:v>675</c:v>
                </c:pt>
                <c:pt idx="6751">
                  <c:v>675.1</c:v>
                </c:pt>
                <c:pt idx="6752">
                  <c:v>675.2</c:v>
                </c:pt>
                <c:pt idx="6753">
                  <c:v>675.3</c:v>
                </c:pt>
                <c:pt idx="6754">
                  <c:v>675.4</c:v>
                </c:pt>
                <c:pt idx="6755">
                  <c:v>675.5</c:v>
                </c:pt>
                <c:pt idx="6756">
                  <c:v>675.6</c:v>
                </c:pt>
                <c:pt idx="6757">
                  <c:v>675.7</c:v>
                </c:pt>
                <c:pt idx="6758">
                  <c:v>675.8</c:v>
                </c:pt>
                <c:pt idx="6759">
                  <c:v>675.9</c:v>
                </c:pt>
                <c:pt idx="6760">
                  <c:v>676</c:v>
                </c:pt>
                <c:pt idx="6761">
                  <c:v>676.1</c:v>
                </c:pt>
                <c:pt idx="6762">
                  <c:v>676.2</c:v>
                </c:pt>
                <c:pt idx="6763">
                  <c:v>676.3</c:v>
                </c:pt>
                <c:pt idx="6764">
                  <c:v>676.4</c:v>
                </c:pt>
                <c:pt idx="6765">
                  <c:v>676.5</c:v>
                </c:pt>
                <c:pt idx="6766">
                  <c:v>676.6</c:v>
                </c:pt>
                <c:pt idx="6767">
                  <c:v>676.7</c:v>
                </c:pt>
                <c:pt idx="6768">
                  <c:v>676.8</c:v>
                </c:pt>
                <c:pt idx="6769">
                  <c:v>676.9</c:v>
                </c:pt>
                <c:pt idx="6770">
                  <c:v>677</c:v>
                </c:pt>
                <c:pt idx="6771">
                  <c:v>677.1</c:v>
                </c:pt>
                <c:pt idx="6772">
                  <c:v>677.2</c:v>
                </c:pt>
                <c:pt idx="6773">
                  <c:v>677.3</c:v>
                </c:pt>
                <c:pt idx="6774">
                  <c:v>677.4</c:v>
                </c:pt>
                <c:pt idx="6775">
                  <c:v>677.5</c:v>
                </c:pt>
                <c:pt idx="6776">
                  <c:v>677.6</c:v>
                </c:pt>
                <c:pt idx="6777">
                  <c:v>677.7</c:v>
                </c:pt>
                <c:pt idx="6778">
                  <c:v>677.8</c:v>
                </c:pt>
                <c:pt idx="6779">
                  <c:v>677.9</c:v>
                </c:pt>
                <c:pt idx="6780">
                  <c:v>678</c:v>
                </c:pt>
                <c:pt idx="6781">
                  <c:v>678.1</c:v>
                </c:pt>
                <c:pt idx="6782">
                  <c:v>678.2</c:v>
                </c:pt>
                <c:pt idx="6783">
                  <c:v>678.3</c:v>
                </c:pt>
                <c:pt idx="6784">
                  <c:v>678.4</c:v>
                </c:pt>
                <c:pt idx="6785">
                  <c:v>678.5</c:v>
                </c:pt>
                <c:pt idx="6786">
                  <c:v>678.6</c:v>
                </c:pt>
                <c:pt idx="6787">
                  <c:v>678.7</c:v>
                </c:pt>
                <c:pt idx="6788">
                  <c:v>678.8</c:v>
                </c:pt>
                <c:pt idx="6789">
                  <c:v>678.9</c:v>
                </c:pt>
                <c:pt idx="6790">
                  <c:v>679</c:v>
                </c:pt>
                <c:pt idx="6791">
                  <c:v>679.1</c:v>
                </c:pt>
                <c:pt idx="6792">
                  <c:v>679.2</c:v>
                </c:pt>
                <c:pt idx="6793">
                  <c:v>679.3</c:v>
                </c:pt>
                <c:pt idx="6794">
                  <c:v>679.4</c:v>
                </c:pt>
                <c:pt idx="6795">
                  <c:v>679.5</c:v>
                </c:pt>
                <c:pt idx="6796">
                  <c:v>679.6</c:v>
                </c:pt>
                <c:pt idx="6797">
                  <c:v>679.7</c:v>
                </c:pt>
                <c:pt idx="6798">
                  <c:v>679.8</c:v>
                </c:pt>
                <c:pt idx="6799">
                  <c:v>679.9</c:v>
                </c:pt>
                <c:pt idx="6800">
                  <c:v>680</c:v>
                </c:pt>
                <c:pt idx="6801">
                  <c:v>680.1</c:v>
                </c:pt>
                <c:pt idx="6802">
                  <c:v>680.2</c:v>
                </c:pt>
                <c:pt idx="6803">
                  <c:v>680.3</c:v>
                </c:pt>
                <c:pt idx="6804">
                  <c:v>680.4</c:v>
                </c:pt>
                <c:pt idx="6805">
                  <c:v>680.5</c:v>
                </c:pt>
                <c:pt idx="6806">
                  <c:v>680.6</c:v>
                </c:pt>
                <c:pt idx="6807">
                  <c:v>680.7</c:v>
                </c:pt>
                <c:pt idx="6808">
                  <c:v>680.8</c:v>
                </c:pt>
                <c:pt idx="6809">
                  <c:v>680.9</c:v>
                </c:pt>
                <c:pt idx="6810">
                  <c:v>681</c:v>
                </c:pt>
                <c:pt idx="6811">
                  <c:v>681.1</c:v>
                </c:pt>
                <c:pt idx="6812">
                  <c:v>681.2</c:v>
                </c:pt>
                <c:pt idx="6813">
                  <c:v>681.3</c:v>
                </c:pt>
                <c:pt idx="6814">
                  <c:v>681.4</c:v>
                </c:pt>
                <c:pt idx="6815">
                  <c:v>681.5</c:v>
                </c:pt>
                <c:pt idx="6816">
                  <c:v>681.6</c:v>
                </c:pt>
                <c:pt idx="6817">
                  <c:v>681.7</c:v>
                </c:pt>
                <c:pt idx="6818">
                  <c:v>681.8</c:v>
                </c:pt>
                <c:pt idx="6819">
                  <c:v>681.9</c:v>
                </c:pt>
                <c:pt idx="6820">
                  <c:v>682</c:v>
                </c:pt>
                <c:pt idx="6821">
                  <c:v>682.1</c:v>
                </c:pt>
                <c:pt idx="6822">
                  <c:v>682.2</c:v>
                </c:pt>
                <c:pt idx="6823">
                  <c:v>682.3</c:v>
                </c:pt>
                <c:pt idx="6824">
                  <c:v>682.4</c:v>
                </c:pt>
                <c:pt idx="6825">
                  <c:v>682.5</c:v>
                </c:pt>
                <c:pt idx="6826">
                  <c:v>682.6</c:v>
                </c:pt>
                <c:pt idx="6827">
                  <c:v>682.7</c:v>
                </c:pt>
                <c:pt idx="6828">
                  <c:v>682.8</c:v>
                </c:pt>
                <c:pt idx="6829">
                  <c:v>682.9</c:v>
                </c:pt>
                <c:pt idx="6830">
                  <c:v>683</c:v>
                </c:pt>
                <c:pt idx="6831">
                  <c:v>683.1</c:v>
                </c:pt>
                <c:pt idx="6832">
                  <c:v>683.2</c:v>
                </c:pt>
                <c:pt idx="6833">
                  <c:v>683.3</c:v>
                </c:pt>
                <c:pt idx="6834">
                  <c:v>683.4</c:v>
                </c:pt>
                <c:pt idx="6835">
                  <c:v>683.5</c:v>
                </c:pt>
                <c:pt idx="6836">
                  <c:v>683.6</c:v>
                </c:pt>
                <c:pt idx="6837">
                  <c:v>683.7</c:v>
                </c:pt>
                <c:pt idx="6838">
                  <c:v>683.8</c:v>
                </c:pt>
                <c:pt idx="6839">
                  <c:v>683.9</c:v>
                </c:pt>
                <c:pt idx="6840">
                  <c:v>684</c:v>
                </c:pt>
                <c:pt idx="6841">
                  <c:v>684.1</c:v>
                </c:pt>
                <c:pt idx="6842">
                  <c:v>684.2</c:v>
                </c:pt>
                <c:pt idx="6843">
                  <c:v>684.3</c:v>
                </c:pt>
                <c:pt idx="6844">
                  <c:v>684.4</c:v>
                </c:pt>
                <c:pt idx="6845">
                  <c:v>684.5</c:v>
                </c:pt>
                <c:pt idx="6846">
                  <c:v>684.6</c:v>
                </c:pt>
                <c:pt idx="6847">
                  <c:v>684.7</c:v>
                </c:pt>
                <c:pt idx="6848">
                  <c:v>684.8</c:v>
                </c:pt>
                <c:pt idx="6849">
                  <c:v>684.9</c:v>
                </c:pt>
                <c:pt idx="6850">
                  <c:v>685</c:v>
                </c:pt>
                <c:pt idx="6851">
                  <c:v>685.1</c:v>
                </c:pt>
                <c:pt idx="6852">
                  <c:v>685.2</c:v>
                </c:pt>
                <c:pt idx="6853">
                  <c:v>685.3</c:v>
                </c:pt>
                <c:pt idx="6854">
                  <c:v>685.4</c:v>
                </c:pt>
                <c:pt idx="6855">
                  <c:v>685.5</c:v>
                </c:pt>
                <c:pt idx="6856">
                  <c:v>685.6</c:v>
                </c:pt>
                <c:pt idx="6857">
                  <c:v>685.7</c:v>
                </c:pt>
                <c:pt idx="6858">
                  <c:v>685.8</c:v>
                </c:pt>
                <c:pt idx="6859">
                  <c:v>685.9</c:v>
                </c:pt>
                <c:pt idx="6860">
                  <c:v>686</c:v>
                </c:pt>
                <c:pt idx="6861">
                  <c:v>686.1</c:v>
                </c:pt>
                <c:pt idx="6862">
                  <c:v>686.2</c:v>
                </c:pt>
                <c:pt idx="6863">
                  <c:v>686.3</c:v>
                </c:pt>
                <c:pt idx="6864">
                  <c:v>686.4</c:v>
                </c:pt>
                <c:pt idx="6865">
                  <c:v>686.5</c:v>
                </c:pt>
                <c:pt idx="6866">
                  <c:v>686.6</c:v>
                </c:pt>
                <c:pt idx="6867">
                  <c:v>686.7</c:v>
                </c:pt>
                <c:pt idx="6868">
                  <c:v>686.8</c:v>
                </c:pt>
                <c:pt idx="6869">
                  <c:v>686.9</c:v>
                </c:pt>
                <c:pt idx="6870">
                  <c:v>687</c:v>
                </c:pt>
                <c:pt idx="6871">
                  <c:v>687.1</c:v>
                </c:pt>
                <c:pt idx="6872">
                  <c:v>687.2</c:v>
                </c:pt>
                <c:pt idx="6873">
                  <c:v>687.3</c:v>
                </c:pt>
                <c:pt idx="6874">
                  <c:v>687.4</c:v>
                </c:pt>
                <c:pt idx="6875">
                  <c:v>687.5</c:v>
                </c:pt>
                <c:pt idx="6876">
                  <c:v>687.6</c:v>
                </c:pt>
                <c:pt idx="6877">
                  <c:v>687.7</c:v>
                </c:pt>
                <c:pt idx="6878">
                  <c:v>687.8</c:v>
                </c:pt>
                <c:pt idx="6879">
                  <c:v>687.9</c:v>
                </c:pt>
                <c:pt idx="6880">
                  <c:v>688</c:v>
                </c:pt>
                <c:pt idx="6881">
                  <c:v>688.1</c:v>
                </c:pt>
                <c:pt idx="6882">
                  <c:v>688.2</c:v>
                </c:pt>
                <c:pt idx="6883">
                  <c:v>688.3</c:v>
                </c:pt>
                <c:pt idx="6884">
                  <c:v>688.4</c:v>
                </c:pt>
                <c:pt idx="6885">
                  <c:v>688.5</c:v>
                </c:pt>
                <c:pt idx="6886">
                  <c:v>688.6</c:v>
                </c:pt>
                <c:pt idx="6887">
                  <c:v>688.7</c:v>
                </c:pt>
                <c:pt idx="6888">
                  <c:v>688.8</c:v>
                </c:pt>
                <c:pt idx="6889">
                  <c:v>688.9</c:v>
                </c:pt>
                <c:pt idx="6890">
                  <c:v>689</c:v>
                </c:pt>
                <c:pt idx="6891">
                  <c:v>689.1</c:v>
                </c:pt>
                <c:pt idx="6892">
                  <c:v>689.2</c:v>
                </c:pt>
                <c:pt idx="6893">
                  <c:v>689.3</c:v>
                </c:pt>
                <c:pt idx="6894">
                  <c:v>689.4</c:v>
                </c:pt>
                <c:pt idx="6895">
                  <c:v>689.5</c:v>
                </c:pt>
                <c:pt idx="6896">
                  <c:v>689.6</c:v>
                </c:pt>
                <c:pt idx="6897">
                  <c:v>689.7</c:v>
                </c:pt>
                <c:pt idx="6898">
                  <c:v>689.8</c:v>
                </c:pt>
                <c:pt idx="6899">
                  <c:v>689.9</c:v>
                </c:pt>
                <c:pt idx="6900">
                  <c:v>690</c:v>
                </c:pt>
                <c:pt idx="6901">
                  <c:v>690.1</c:v>
                </c:pt>
                <c:pt idx="6902">
                  <c:v>690.2</c:v>
                </c:pt>
                <c:pt idx="6903">
                  <c:v>690.3</c:v>
                </c:pt>
                <c:pt idx="6904">
                  <c:v>690.4</c:v>
                </c:pt>
                <c:pt idx="6905">
                  <c:v>690.5</c:v>
                </c:pt>
                <c:pt idx="6906">
                  <c:v>690.6</c:v>
                </c:pt>
                <c:pt idx="6907">
                  <c:v>690.7</c:v>
                </c:pt>
                <c:pt idx="6908">
                  <c:v>690.8</c:v>
                </c:pt>
                <c:pt idx="6909">
                  <c:v>690.9</c:v>
                </c:pt>
                <c:pt idx="6910">
                  <c:v>691</c:v>
                </c:pt>
                <c:pt idx="6911">
                  <c:v>691.1</c:v>
                </c:pt>
                <c:pt idx="6912">
                  <c:v>691.2</c:v>
                </c:pt>
                <c:pt idx="6913">
                  <c:v>691.3</c:v>
                </c:pt>
                <c:pt idx="6914">
                  <c:v>691.4</c:v>
                </c:pt>
                <c:pt idx="6915">
                  <c:v>691.5</c:v>
                </c:pt>
                <c:pt idx="6916">
                  <c:v>691.6</c:v>
                </c:pt>
                <c:pt idx="6917">
                  <c:v>691.7</c:v>
                </c:pt>
                <c:pt idx="6918">
                  <c:v>691.8</c:v>
                </c:pt>
                <c:pt idx="6919">
                  <c:v>691.9</c:v>
                </c:pt>
                <c:pt idx="6920">
                  <c:v>692</c:v>
                </c:pt>
                <c:pt idx="6921">
                  <c:v>692.1</c:v>
                </c:pt>
                <c:pt idx="6922">
                  <c:v>692.2</c:v>
                </c:pt>
                <c:pt idx="6923">
                  <c:v>692.3</c:v>
                </c:pt>
                <c:pt idx="6924">
                  <c:v>692.4</c:v>
                </c:pt>
                <c:pt idx="6925">
                  <c:v>692.5</c:v>
                </c:pt>
                <c:pt idx="6926">
                  <c:v>692.6</c:v>
                </c:pt>
                <c:pt idx="6927">
                  <c:v>692.7</c:v>
                </c:pt>
                <c:pt idx="6928">
                  <c:v>692.8</c:v>
                </c:pt>
                <c:pt idx="6929">
                  <c:v>692.9</c:v>
                </c:pt>
                <c:pt idx="6930">
                  <c:v>693</c:v>
                </c:pt>
                <c:pt idx="6931">
                  <c:v>693.1</c:v>
                </c:pt>
                <c:pt idx="6932">
                  <c:v>693.2</c:v>
                </c:pt>
                <c:pt idx="6933">
                  <c:v>693.3</c:v>
                </c:pt>
                <c:pt idx="6934">
                  <c:v>693.4</c:v>
                </c:pt>
                <c:pt idx="6935">
                  <c:v>693.5</c:v>
                </c:pt>
                <c:pt idx="6936">
                  <c:v>693.6</c:v>
                </c:pt>
                <c:pt idx="6937">
                  <c:v>693.7</c:v>
                </c:pt>
                <c:pt idx="6938">
                  <c:v>693.8</c:v>
                </c:pt>
                <c:pt idx="6939">
                  <c:v>693.9</c:v>
                </c:pt>
                <c:pt idx="6940">
                  <c:v>694</c:v>
                </c:pt>
                <c:pt idx="6941">
                  <c:v>694.1</c:v>
                </c:pt>
                <c:pt idx="6942">
                  <c:v>694.2</c:v>
                </c:pt>
                <c:pt idx="6943">
                  <c:v>694.3</c:v>
                </c:pt>
                <c:pt idx="6944">
                  <c:v>694.4</c:v>
                </c:pt>
                <c:pt idx="6945">
                  <c:v>694.5</c:v>
                </c:pt>
                <c:pt idx="6946">
                  <c:v>694.6</c:v>
                </c:pt>
                <c:pt idx="6947">
                  <c:v>694.7</c:v>
                </c:pt>
                <c:pt idx="6948">
                  <c:v>694.8</c:v>
                </c:pt>
                <c:pt idx="6949">
                  <c:v>694.9</c:v>
                </c:pt>
                <c:pt idx="6950">
                  <c:v>695</c:v>
                </c:pt>
                <c:pt idx="6951">
                  <c:v>695.1</c:v>
                </c:pt>
                <c:pt idx="6952">
                  <c:v>695.2</c:v>
                </c:pt>
                <c:pt idx="6953">
                  <c:v>695.3</c:v>
                </c:pt>
                <c:pt idx="6954">
                  <c:v>695.4</c:v>
                </c:pt>
                <c:pt idx="6955">
                  <c:v>695.5</c:v>
                </c:pt>
                <c:pt idx="6956">
                  <c:v>695.6</c:v>
                </c:pt>
                <c:pt idx="6957">
                  <c:v>695.7</c:v>
                </c:pt>
                <c:pt idx="6958">
                  <c:v>695.8</c:v>
                </c:pt>
                <c:pt idx="6959">
                  <c:v>695.9</c:v>
                </c:pt>
                <c:pt idx="6960">
                  <c:v>696</c:v>
                </c:pt>
                <c:pt idx="6961">
                  <c:v>696.1</c:v>
                </c:pt>
                <c:pt idx="6962">
                  <c:v>696.2</c:v>
                </c:pt>
                <c:pt idx="6963">
                  <c:v>696.3</c:v>
                </c:pt>
                <c:pt idx="6964">
                  <c:v>696.4</c:v>
                </c:pt>
                <c:pt idx="6965">
                  <c:v>696.5</c:v>
                </c:pt>
                <c:pt idx="6966">
                  <c:v>696.6</c:v>
                </c:pt>
                <c:pt idx="6967">
                  <c:v>696.7</c:v>
                </c:pt>
                <c:pt idx="6968">
                  <c:v>696.8</c:v>
                </c:pt>
                <c:pt idx="6969">
                  <c:v>696.9</c:v>
                </c:pt>
                <c:pt idx="6970">
                  <c:v>697</c:v>
                </c:pt>
                <c:pt idx="6971">
                  <c:v>697.1</c:v>
                </c:pt>
                <c:pt idx="6972">
                  <c:v>697.2</c:v>
                </c:pt>
                <c:pt idx="6973">
                  <c:v>697.3</c:v>
                </c:pt>
                <c:pt idx="6974">
                  <c:v>697.4</c:v>
                </c:pt>
                <c:pt idx="6975">
                  <c:v>697.5</c:v>
                </c:pt>
                <c:pt idx="6976">
                  <c:v>697.6</c:v>
                </c:pt>
                <c:pt idx="6977">
                  <c:v>697.7</c:v>
                </c:pt>
                <c:pt idx="6978">
                  <c:v>697.8</c:v>
                </c:pt>
                <c:pt idx="6979">
                  <c:v>697.9</c:v>
                </c:pt>
                <c:pt idx="6980">
                  <c:v>698</c:v>
                </c:pt>
                <c:pt idx="6981">
                  <c:v>698.1</c:v>
                </c:pt>
                <c:pt idx="6982">
                  <c:v>698.2</c:v>
                </c:pt>
                <c:pt idx="6983">
                  <c:v>698.3</c:v>
                </c:pt>
                <c:pt idx="6984">
                  <c:v>698.4</c:v>
                </c:pt>
                <c:pt idx="6985">
                  <c:v>698.5</c:v>
                </c:pt>
                <c:pt idx="6986">
                  <c:v>698.6</c:v>
                </c:pt>
                <c:pt idx="6987">
                  <c:v>698.7</c:v>
                </c:pt>
                <c:pt idx="6988">
                  <c:v>698.8</c:v>
                </c:pt>
                <c:pt idx="6989">
                  <c:v>698.9</c:v>
                </c:pt>
                <c:pt idx="6990">
                  <c:v>699</c:v>
                </c:pt>
                <c:pt idx="6991">
                  <c:v>699.1</c:v>
                </c:pt>
                <c:pt idx="6992">
                  <c:v>699.2</c:v>
                </c:pt>
                <c:pt idx="6993">
                  <c:v>699.3</c:v>
                </c:pt>
                <c:pt idx="6994">
                  <c:v>699.4</c:v>
                </c:pt>
                <c:pt idx="6995">
                  <c:v>699.5</c:v>
                </c:pt>
                <c:pt idx="6996">
                  <c:v>699.6</c:v>
                </c:pt>
                <c:pt idx="6997">
                  <c:v>699.7</c:v>
                </c:pt>
                <c:pt idx="6998">
                  <c:v>699.8</c:v>
                </c:pt>
                <c:pt idx="6999">
                  <c:v>699.9</c:v>
                </c:pt>
                <c:pt idx="7000">
                  <c:v>700</c:v>
                </c:pt>
                <c:pt idx="7001">
                  <c:v>700.1</c:v>
                </c:pt>
                <c:pt idx="7002">
                  <c:v>700.2</c:v>
                </c:pt>
                <c:pt idx="7003">
                  <c:v>700.3</c:v>
                </c:pt>
                <c:pt idx="7004">
                  <c:v>700.4</c:v>
                </c:pt>
                <c:pt idx="7005">
                  <c:v>700.5</c:v>
                </c:pt>
                <c:pt idx="7006">
                  <c:v>700.6</c:v>
                </c:pt>
                <c:pt idx="7007">
                  <c:v>700.7</c:v>
                </c:pt>
                <c:pt idx="7008">
                  <c:v>700.8</c:v>
                </c:pt>
                <c:pt idx="7009">
                  <c:v>700.9</c:v>
                </c:pt>
                <c:pt idx="7010">
                  <c:v>701</c:v>
                </c:pt>
                <c:pt idx="7011">
                  <c:v>701.1</c:v>
                </c:pt>
                <c:pt idx="7012">
                  <c:v>701.2</c:v>
                </c:pt>
                <c:pt idx="7013">
                  <c:v>701.3</c:v>
                </c:pt>
                <c:pt idx="7014">
                  <c:v>701.4</c:v>
                </c:pt>
                <c:pt idx="7015">
                  <c:v>701.5</c:v>
                </c:pt>
                <c:pt idx="7016">
                  <c:v>701.6</c:v>
                </c:pt>
                <c:pt idx="7017">
                  <c:v>701.7</c:v>
                </c:pt>
                <c:pt idx="7018">
                  <c:v>701.8</c:v>
                </c:pt>
                <c:pt idx="7019">
                  <c:v>701.9</c:v>
                </c:pt>
                <c:pt idx="7020">
                  <c:v>702</c:v>
                </c:pt>
                <c:pt idx="7021">
                  <c:v>702.1</c:v>
                </c:pt>
                <c:pt idx="7022">
                  <c:v>702.2</c:v>
                </c:pt>
                <c:pt idx="7023">
                  <c:v>702.3</c:v>
                </c:pt>
                <c:pt idx="7024">
                  <c:v>702.4</c:v>
                </c:pt>
                <c:pt idx="7025">
                  <c:v>702.5</c:v>
                </c:pt>
                <c:pt idx="7026">
                  <c:v>702.6</c:v>
                </c:pt>
                <c:pt idx="7027">
                  <c:v>702.7</c:v>
                </c:pt>
                <c:pt idx="7028">
                  <c:v>702.8</c:v>
                </c:pt>
                <c:pt idx="7029">
                  <c:v>702.9</c:v>
                </c:pt>
                <c:pt idx="7030">
                  <c:v>703</c:v>
                </c:pt>
                <c:pt idx="7031">
                  <c:v>703.1</c:v>
                </c:pt>
                <c:pt idx="7032">
                  <c:v>703.2</c:v>
                </c:pt>
                <c:pt idx="7033">
                  <c:v>703.3</c:v>
                </c:pt>
                <c:pt idx="7034">
                  <c:v>703.4</c:v>
                </c:pt>
                <c:pt idx="7035">
                  <c:v>703.5</c:v>
                </c:pt>
                <c:pt idx="7036">
                  <c:v>703.6</c:v>
                </c:pt>
                <c:pt idx="7037">
                  <c:v>703.7</c:v>
                </c:pt>
                <c:pt idx="7038">
                  <c:v>703.8</c:v>
                </c:pt>
                <c:pt idx="7039">
                  <c:v>703.9</c:v>
                </c:pt>
                <c:pt idx="7040">
                  <c:v>704</c:v>
                </c:pt>
                <c:pt idx="7041">
                  <c:v>704.1</c:v>
                </c:pt>
                <c:pt idx="7042">
                  <c:v>704.2</c:v>
                </c:pt>
                <c:pt idx="7043">
                  <c:v>704.3</c:v>
                </c:pt>
                <c:pt idx="7044">
                  <c:v>704.4</c:v>
                </c:pt>
                <c:pt idx="7045">
                  <c:v>704.5</c:v>
                </c:pt>
                <c:pt idx="7046">
                  <c:v>704.6</c:v>
                </c:pt>
                <c:pt idx="7047">
                  <c:v>704.7</c:v>
                </c:pt>
                <c:pt idx="7048">
                  <c:v>704.8</c:v>
                </c:pt>
                <c:pt idx="7049">
                  <c:v>704.9</c:v>
                </c:pt>
                <c:pt idx="7050">
                  <c:v>705</c:v>
                </c:pt>
                <c:pt idx="7051">
                  <c:v>705.1</c:v>
                </c:pt>
                <c:pt idx="7052">
                  <c:v>705.2</c:v>
                </c:pt>
                <c:pt idx="7053">
                  <c:v>705.3</c:v>
                </c:pt>
                <c:pt idx="7054">
                  <c:v>705.4</c:v>
                </c:pt>
                <c:pt idx="7055">
                  <c:v>705.5</c:v>
                </c:pt>
                <c:pt idx="7056">
                  <c:v>705.6</c:v>
                </c:pt>
                <c:pt idx="7057">
                  <c:v>705.7</c:v>
                </c:pt>
                <c:pt idx="7058">
                  <c:v>705.8</c:v>
                </c:pt>
                <c:pt idx="7059">
                  <c:v>705.9</c:v>
                </c:pt>
                <c:pt idx="7060">
                  <c:v>706</c:v>
                </c:pt>
                <c:pt idx="7061">
                  <c:v>706.1</c:v>
                </c:pt>
                <c:pt idx="7062">
                  <c:v>706.2</c:v>
                </c:pt>
                <c:pt idx="7063">
                  <c:v>706.3</c:v>
                </c:pt>
                <c:pt idx="7064">
                  <c:v>706.4</c:v>
                </c:pt>
                <c:pt idx="7065">
                  <c:v>706.5</c:v>
                </c:pt>
                <c:pt idx="7066">
                  <c:v>706.6</c:v>
                </c:pt>
                <c:pt idx="7067">
                  <c:v>706.7</c:v>
                </c:pt>
                <c:pt idx="7068">
                  <c:v>706.8</c:v>
                </c:pt>
                <c:pt idx="7069">
                  <c:v>706.9</c:v>
                </c:pt>
                <c:pt idx="7070">
                  <c:v>707</c:v>
                </c:pt>
                <c:pt idx="7071">
                  <c:v>707.1</c:v>
                </c:pt>
                <c:pt idx="7072">
                  <c:v>707.2</c:v>
                </c:pt>
                <c:pt idx="7073">
                  <c:v>707.3</c:v>
                </c:pt>
                <c:pt idx="7074">
                  <c:v>707.4</c:v>
                </c:pt>
                <c:pt idx="7075">
                  <c:v>707.5</c:v>
                </c:pt>
                <c:pt idx="7076">
                  <c:v>707.6</c:v>
                </c:pt>
                <c:pt idx="7077">
                  <c:v>707.7</c:v>
                </c:pt>
                <c:pt idx="7078">
                  <c:v>707.8</c:v>
                </c:pt>
                <c:pt idx="7079">
                  <c:v>707.9</c:v>
                </c:pt>
                <c:pt idx="7080">
                  <c:v>708</c:v>
                </c:pt>
                <c:pt idx="7081">
                  <c:v>708.1</c:v>
                </c:pt>
                <c:pt idx="7082">
                  <c:v>708.2</c:v>
                </c:pt>
                <c:pt idx="7083">
                  <c:v>708.3</c:v>
                </c:pt>
                <c:pt idx="7084">
                  <c:v>708.4</c:v>
                </c:pt>
                <c:pt idx="7085">
                  <c:v>708.5</c:v>
                </c:pt>
                <c:pt idx="7086">
                  <c:v>708.6</c:v>
                </c:pt>
                <c:pt idx="7087">
                  <c:v>708.7</c:v>
                </c:pt>
                <c:pt idx="7088">
                  <c:v>708.8</c:v>
                </c:pt>
                <c:pt idx="7089">
                  <c:v>708.9</c:v>
                </c:pt>
                <c:pt idx="7090">
                  <c:v>709</c:v>
                </c:pt>
                <c:pt idx="7091">
                  <c:v>709.1</c:v>
                </c:pt>
                <c:pt idx="7092">
                  <c:v>709.2</c:v>
                </c:pt>
                <c:pt idx="7093">
                  <c:v>709.3</c:v>
                </c:pt>
                <c:pt idx="7094">
                  <c:v>709.4</c:v>
                </c:pt>
                <c:pt idx="7095">
                  <c:v>709.5</c:v>
                </c:pt>
                <c:pt idx="7096">
                  <c:v>709.6</c:v>
                </c:pt>
                <c:pt idx="7097">
                  <c:v>709.7</c:v>
                </c:pt>
                <c:pt idx="7098">
                  <c:v>709.8</c:v>
                </c:pt>
                <c:pt idx="7099">
                  <c:v>709.9</c:v>
                </c:pt>
                <c:pt idx="7100">
                  <c:v>710</c:v>
                </c:pt>
                <c:pt idx="7101">
                  <c:v>710.1</c:v>
                </c:pt>
                <c:pt idx="7102">
                  <c:v>710.2</c:v>
                </c:pt>
                <c:pt idx="7103">
                  <c:v>710.3</c:v>
                </c:pt>
                <c:pt idx="7104">
                  <c:v>710.4</c:v>
                </c:pt>
                <c:pt idx="7105">
                  <c:v>710.5</c:v>
                </c:pt>
                <c:pt idx="7106">
                  <c:v>710.6</c:v>
                </c:pt>
                <c:pt idx="7107">
                  <c:v>710.7</c:v>
                </c:pt>
                <c:pt idx="7108">
                  <c:v>710.8</c:v>
                </c:pt>
                <c:pt idx="7109">
                  <c:v>710.9</c:v>
                </c:pt>
                <c:pt idx="7110">
                  <c:v>711</c:v>
                </c:pt>
                <c:pt idx="7111">
                  <c:v>711.1</c:v>
                </c:pt>
                <c:pt idx="7112">
                  <c:v>711.2</c:v>
                </c:pt>
                <c:pt idx="7113">
                  <c:v>711.3</c:v>
                </c:pt>
                <c:pt idx="7114">
                  <c:v>711.4</c:v>
                </c:pt>
                <c:pt idx="7115">
                  <c:v>711.5</c:v>
                </c:pt>
                <c:pt idx="7116">
                  <c:v>711.6</c:v>
                </c:pt>
                <c:pt idx="7117">
                  <c:v>711.7</c:v>
                </c:pt>
                <c:pt idx="7118">
                  <c:v>711.8</c:v>
                </c:pt>
                <c:pt idx="7119">
                  <c:v>711.9</c:v>
                </c:pt>
                <c:pt idx="7120">
                  <c:v>712</c:v>
                </c:pt>
                <c:pt idx="7121">
                  <c:v>712.1</c:v>
                </c:pt>
                <c:pt idx="7122">
                  <c:v>712.2</c:v>
                </c:pt>
                <c:pt idx="7123">
                  <c:v>712.3</c:v>
                </c:pt>
                <c:pt idx="7124">
                  <c:v>712.4</c:v>
                </c:pt>
                <c:pt idx="7125">
                  <c:v>712.5</c:v>
                </c:pt>
                <c:pt idx="7126">
                  <c:v>712.6</c:v>
                </c:pt>
                <c:pt idx="7127">
                  <c:v>712.7</c:v>
                </c:pt>
                <c:pt idx="7128">
                  <c:v>712.8</c:v>
                </c:pt>
                <c:pt idx="7129">
                  <c:v>712.9</c:v>
                </c:pt>
                <c:pt idx="7130">
                  <c:v>713</c:v>
                </c:pt>
                <c:pt idx="7131">
                  <c:v>713.1</c:v>
                </c:pt>
                <c:pt idx="7132">
                  <c:v>713.2</c:v>
                </c:pt>
                <c:pt idx="7133">
                  <c:v>713.3</c:v>
                </c:pt>
                <c:pt idx="7134">
                  <c:v>713.4</c:v>
                </c:pt>
                <c:pt idx="7135">
                  <c:v>713.5</c:v>
                </c:pt>
                <c:pt idx="7136">
                  <c:v>713.6</c:v>
                </c:pt>
                <c:pt idx="7137">
                  <c:v>713.7</c:v>
                </c:pt>
                <c:pt idx="7138">
                  <c:v>713.8</c:v>
                </c:pt>
                <c:pt idx="7139">
                  <c:v>713.9</c:v>
                </c:pt>
                <c:pt idx="7140">
                  <c:v>714</c:v>
                </c:pt>
                <c:pt idx="7141">
                  <c:v>714.1</c:v>
                </c:pt>
                <c:pt idx="7142">
                  <c:v>714.2</c:v>
                </c:pt>
                <c:pt idx="7143">
                  <c:v>714.3</c:v>
                </c:pt>
                <c:pt idx="7144">
                  <c:v>714.4</c:v>
                </c:pt>
                <c:pt idx="7145">
                  <c:v>714.5</c:v>
                </c:pt>
                <c:pt idx="7146">
                  <c:v>714.6</c:v>
                </c:pt>
                <c:pt idx="7147">
                  <c:v>714.7</c:v>
                </c:pt>
                <c:pt idx="7148">
                  <c:v>714.8</c:v>
                </c:pt>
                <c:pt idx="7149">
                  <c:v>714.9</c:v>
                </c:pt>
                <c:pt idx="7150">
                  <c:v>715</c:v>
                </c:pt>
                <c:pt idx="7151">
                  <c:v>715.1</c:v>
                </c:pt>
                <c:pt idx="7152">
                  <c:v>715.2</c:v>
                </c:pt>
                <c:pt idx="7153">
                  <c:v>715.3</c:v>
                </c:pt>
                <c:pt idx="7154">
                  <c:v>715.4</c:v>
                </c:pt>
                <c:pt idx="7155">
                  <c:v>715.5</c:v>
                </c:pt>
                <c:pt idx="7156">
                  <c:v>715.6</c:v>
                </c:pt>
                <c:pt idx="7157">
                  <c:v>715.7</c:v>
                </c:pt>
                <c:pt idx="7158">
                  <c:v>715.8</c:v>
                </c:pt>
                <c:pt idx="7159">
                  <c:v>715.9</c:v>
                </c:pt>
                <c:pt idx="7160">
                  <c:v>716</c:v>
                </c:pt>
                <c:pt idx="7161">
                  <c:v>716.1</c:v>
                </c:pt>
                <c:pt idx="7162">
                  <c:v>716.2</c:v>
                </c:pt>
                <c:pt idx="7163">
                  <c:v>716.3</c:v>
                </c:pt>
                <c:pt idx="7164">
                  <c:v>716.4</c:v>
                </c:pt>
                <c:pt idx="7165">
                  <c:v>716.5</c:v>
                </c:pt>
                <c:pt idx="7166">
                  <c:v>716.6</c:v>
                </c:pt>
                <c:pt idx="7167">
                  <c:v>716.7</c:v>
                </c:pt>
                <c:pt idx="7168">
                  <c:v>716.8</c:v>
                </c:pt>
                <c:pt idx="7169">
                  <c:v>716.9</c:v>
                </c:pt>
                <c:pt idx="7170">
                  <c:v>717</c:v>
                </c:pt>
                <c:pt idx="7171">
                  <c:v>717.1</c:v>
                </c:pt>
                <c:pt idx="7172">
                  <c:v>717.2</c:v>
                </c:pt>
                <c:pt idx="7173">
                  <c:v>717.3</c:v>
                </c:pt>
                <c:pt idx="7174">
                  <c:v>717.4</c:v>
                </c:pt>
                <c:pt idx="7175">
                  <c:v>717.5</c:v>
                </c:pt>
                <c:pt idx="7176">
                  <c:v>717.6</c:v>
                </c:pt>
                <c:pt idx="7177">
                  <c:v>717.7</c:v>
                </c:pt>
                <c:pt idx="7178">
                  <c:v>717.8</c:v>
                </c:pt>
                <c:pt idx="7179">
                  <c:v>717.9</c:v>
                </c:pt>
                <c:pt idx="7180">
                  <c:v>718</c:v>
                </c:pt>
                <c:pt idx="7181">
                  <c:v>718.1</c:v>
                </c:pt>
                <c:pt idx="7182">
                  <c:v>718.2</c:v>
                </c:pt>
                <c:pt idx="7183">
                  <c:v>718.3</c:v>
                </c:pt>
                <c:pt idx="7184">
                  <c:v>718.4</c:v>
                </c:pt>
                <c:pt idx="7185">
                  <c:v>718.5</c:v>
                </c:pt>
                <c:pt idx="7186">
                  <c:v>718.6</c:v>
                </c:pt>
                <c:pt idx="7187">
                  <c:v>718.7</c:v>
                </c:pt>
                <c:pt idx="7188">
                  <c:v>718.8</c:v>
                </c:pt>
                <c:pt idx="7189">
                  <c:v>718.9</c:v>
                </c:pt>
                <c:pt idx="7190">
                  <c:v>719</c:v>
                </c:pt>
                <c:pt idx="7191">
                  <c:v>719.1</c:v>
                </c:pt>
                <c:pt idx="7192">
                  <c:v>719.2</c:v>
                </c:pt>
                <c:pt idx="7193">
                  <c:v>719.3</c:v>
                </c:pt>
                <c:pt idx="7194">
                  <c:v>719.4</c:v>
                </c:pt>
                <c:pt idx="7195">
                  <c:v>719.5</c:v>
                </c:pt>
                <c:pt idx="7196">
                  <c:v>719.6</c:v>
                </c:pt>
                <c:pt idx="7197">
                  <c:v>719.7</c:v>
                </c:pt>
                <c:pt idx="7198">
                  <c:v>719.8</c:v>
                </c:pt>
                <c:pt idx="7199">
                  <c:v>719.9</c:v>
                </c:pt>
                <c:pt idx="7200">
                  <c:v>720</c:v>
                </c:pt>
                <c:pt idx="7201">
                  <c:v>720.1</c:v>
                </c:pt>
                <c:pt idx="7202">
                  <c:v>720.2</c:v>
                </c:pt>
                <c:pt idx="7203">
                  <c:v>720.3</c:v>
                </c:pt>
                <c:pt idx="7204">
                  <c:v>720.4</c:v>
                </c:pt>
                <c:pt idx="7205">
                  <c:v>720.5</c:v>
                </c:pt>
                <c:pt idx="7206">
                  <c:v>720.6</c:v>
                </c:pt>
                <c:pt idx="7207">
                  <c:v>720.7</c:v>
                </c:pt>
                <c:pt idx="7208">
                  <c:v>720.8</c:v>
                </c:pt>
                <c:pt idx="7209">
                  <c:v>720.9</c:v>
                </c:pt>
                <c:pt idx="7210">
                  <c:v>721</c:v>
                </c:pt>
                <c:pt idx="7211">
                  <c:v>721.1</c:v>
                </c:pt>
                <c:pt idx="7212">
                  <c:v>721.2</c:v>
                </c:pt>
                <c:pt idx="7213">
                  <c:v>721.3</c:v>
                </c:pt>
                <c:pt idx="7214">
                  <c:v>721.4</c:v>
                </c:pt>
                <c:pt idx="7215">
                  <c:v>721.5</c:v>
                </c:pt>
                <c:pt idx="7216">
                  <c:v>721.6</c:v>
                </c:pt>
                <c:pt idx="7217">
                  <c:v>721.7</c:v>
                </c:pt>
                <c:pt idx="7218">
                  <c:v>721.8</c:v>
                </c:pt>
                <c:pt idx="7219">
                  <c:v>721.9</c:v>
                </c:pt>
                <c:pt idx="7220">
                  <c:v>722</c:v>
                </c:pt>
                <c:pt idx="7221">
                  <c:v>722.1</c:v>
                </c:pt>
                <c:pt idx="7222">
                  <c:v>722.2</c:v>
                </c:pt>
                <c:pt idx="7223">
                  <c:v>722.3</c:v>
                </c:pt>
                <c:pt idx="7224">
                  <c:v>722.4</c:v>
                </c:pt>
                <c:pt idx="7225">
                  <c:v>722.5</c:v>
                </c:pt>
                <c:pt idx="7226">
                  <c:v>722.6</c:v>
                </c:pt>
                <c:pt idx="7227">
                  <c:v>722.7</c:v>
                </c:pt>
                <c:pt idx="7228">
                  <c:v>722.8</c:v>
                </c:pt>
                <c:pt idx="7229">
                  <c:v>722.9</c:v>
                </c:pt>
                <c:pt idx="7230">
                  <c:v>723</c:v>
                </c:pt>
                <c:pt idx="7231">
                  <c:v>723.1</c:v>
                </c:pt>
                <c:pt idx="7232">
                  <c:v>723.2</c:v>
                </c:pt>
                <c:pt idx="7233">
                  <c:v>723.3</c:v>
                </c:pt>
                <c:pt idx="7234">
                  <c:v>723.4</c:v>
                </c:pt>
                <c:pt idx="7235">
                  <c:v>723.5</c:v>
                </c:pt>
                <c:pt idx="7236">
                  <c:v>723.6</c:v>
                </c:pt>
                <c:pt idx="7237">
                  <c:v>723.7</c:v>
                </c:pt>
                <c:pt idx="7238">
                  <c:v>723.8</c:v>
                </c:pt>
                <c:pt idx="7239">
                  <c:v>723.9</c:v>
                </c:pt>
                <c:pt idx="7240">
                  <c:v>724</c:v>
                </c:pt>
                <c:pt idx="7241">
                  <c:v>724.1</c:v>
                </c:pt>
                <c:pt idx="7242">
                  <c:v>724.2</c:v>
                </c:pt>
                <c:pt idx="7243">
                  <c:v>724.3</c:v>
                </c:pt>
                <c:pt idx="7244">
                  <c:v>724.4</c:v>
                </c:pt>
                <c:pt idx="7245">
                  <c:v>724.5</c:v>
                </c:pt>
                <c:pt idx="7246">
                  <c:v>724.6</c:v>
                </c:pt>
                <c:pt idx="7247">
                  <c:v>724.7</c:v>
                </c:pt>
                <c:pt idx="7248">
                  <c:v>724.8</c:v>
                </c:pt>
                <c:pt idx="7249">
                  <c:v>724.9</c:v>
                </c:pt>
                <c:pt idx="7250">
                  <c:v>725</c:v>
                </c:pt>
                <c:pt idx="7251">
                  <c:v>725.1</c:v>
                </c:pt>
                <c:pt idx="7252">
                  <c:v>725.2</c:v>
                </c:pt>
                <c:pt idx="7253">
                  <c:v>725.3</c:v>
                </c:pt>
                <c:pt idx="7254">
                  <c:v>725.4</c:v>
                </c:pt>
                <c:pt idx="7255">
                  <c:v>725.5</c:v>
                </c:pt>
                <c:pt idx="7256">
                  <c:v>725.6</c:v>
                </c:pt>
                <c:pt idx="7257">
                  <c:v>725.7</c:v>
                </c:pt>
                <c:pt idx="7258">
                  <c:v>725.8</c:v>
                </c:pt>
                <c:pt idx="7259">
                  <c:v>725.9</c:v>
                </c:pt>
                <c:pt idx="7260">
                  <c:v>726</c:v>
                </c:pt>
                <c:pt idx="7261">
                  <c:v>726.1</c:v>
                </c:pt>
                <c:pt idx="7262">
                  <c:v>726.2</c:v>
                </c:pt>
                <c:pt idx="7263">
                  <c:v>726.3</c:v>
                </c:pt>
                <c:pt idx="7264">
                  <c:v>726.4</c:v>
                </c:pt>
                <c:pt idx="7265">
                  <c:v>726.5</c:v>
                </c:pt>
                <c:pt idx="7266">
                  <c:v>726.6</c:v>
                </c:pt>
                <c:pt idx="7267">
                  <c:v>726.7</c:v>
                </c:pt>
                <c:pt idx="7268">
                  <c:v>726.8</c:v>
                </c:pt>
                <c:pt idx="7269">
                  <c:v>726.9</c:v>
                </c:pt>
                <c:pt idx="7270">
                  <c:v>727</c:v>
                </c:pt>
                <c:pt idx="7271">
                  <c:v>727.1</c:v>
                </c:pt>
                <c:pt idx="7272">
                  <c:v>727.2</c:v>
                </c:pt>
                <c:pt idx="7273">
                  <c:v>727.3</c:v>
                </c:pt>
                <c:pt idx="7274">
                  <c:v>727.4</c:v>
                </c:pt>
                <c:pt idx="7275">
                  <c:v>727.5</c:v>
                </c:pt>
                <c:pt idx="7276">
                  <c:v>727.6</c:v>
                </c:pt>
                <c:pt idx="7277">
                  <c:v>727.7</c:v>
                </c:pt>
                <c:pt idx="7278">
                  <c:v>727.8</c:v>
                </c:pt>
                <c:pt idx="7279">
                  <c:v>727.9</c:v>
                </c:pt>
                <c:pt idx="7280">
                  <c:v>728</c:v>
                </c:pt>
                <c:pt idx="7281">
                  <c:v>728.1</c:v>
                </c:pt>
                <c:pt idx="7282">
                  <c:v>728.2</c:v>
                </c:pt>
                <c:pt idx="7283">
                  <c:v>728.3</c:v>
                </c:pt>
                <c:pt idx="7284">
                  <c:v>728.4</c:v>
                </c:pt>
                <c:pt idx="7285">
                  <c:v>728.5</c:v>
                </c:pt>
                <c:pt idx="7286">
                  <c:v>728.6</c:v>
                </c:pt>
                <c:pt idx="7287">
                  <c:v>728.7</c:v>
                </c:pt>
                <c:pt idx="7288">
                  <c:v>728.8</c:v>
                </c:pt>
                <c:pt idx="7289">
                  <c:v>728.9</c:v>
                </c:pt>
                <c:pt idx="7290">
                  <c:v>729</c:v>
                </c:pt>
                <c:pt idx="7291">
                  <c:v>729.1</c:v>
                </c:pt>
                <c:pt idx="7292">
                  <c:v>729.2</c:v>
                </c:pt>
                <c:pt idx="7293">
                  <c:v>729.3</c:v>
                </c:pt>
                <c:pt idx="7294">
                  <c:v>729.4</c:v>
                </c:pt>
                <c:pt idx="7295">
                  <c:v>729.5</c:v>
                </c:pt>
                <c:pt idx="7296">
                  <c:v>729.6</c:v>
                </c:pt>
                <c:pt idx="7297">
                  <c:v>729.7</c:v>
                </c:pt>
                <c:pt idx="7298">
                  <c:v>729.8</c:v>
                </c:pt>
                <c:pt idx="7299">
                  <c:v>729.9</c:v>
                </c:pt>
                <c:pt idx="7300">
                  <c:v>730</c:v>
                </c:pt>
                <c:pt idx="7301">
                  <c:v>730.1</c:v>
                </c:pt>
                <c:pt idx="7302">
                  <c:v>730.2</c:v>
                </c:pt>
                <c:pt idx="7303">
                  <c:v>730.3</c:v>
                </c:pt>
                <c:pt idx="7304">
                  <c:v>730.4</c:v>
                </c:pt>
                <c:pt idx="7305">
                  <c:v>730.5</c:v>
                </c:pt>
                <c:pt idx="7306">
                  <c:v>730.6</c:v>
                </c:pt>
                <c:pt idx="7307">
                  <c:v>730.7</c:v>
                </c:pt>
                <c:pt idx="7308">
                  <c:v>730.8</c:v>
                </c:pt>
                <c:pt idx="7309">
                  <c:v>730.9</c:v>
                </c:pt>
                <c:pt idx="7310">
                  <c:v>731</c:v>
                </c:pt>
                <c:pt idx="7311">
                  <c:v>731.1</c:v>
                </c:pt>
                <c:pt idx="7312">
                  <c:v>731.2</c:v>
                </c:pt>
                <c:pt idx="7313">
                  <c:v>731.3</c:v>
                </c:pt>
                <c:pt idx="7314">
                  <c:v>731.4</c:v>
                </c:pt>
                <c:pt idx="7315">
                  <c:v>731.5</c:v>
                </c:pt>
                <c:pt idx="7316">
                  <c:v>731.6</c:v>
                </c:pt>
                <c:pt idx="7317">
                  <c:v>731.7</c:v>
                </c:pt>
                <c:pt idx="7318">
                  <c:v>731.8</c:v>
                </c:pt>
                <c:pt idx="7319">
                  <c:v>731.9</c:v>
                </c:pt>
                <c:pt idx="7320">
                  <c:v>732</c:v>
                </c:pt>
                <c:pt idx="7321">
                  <c:v>732.1</c:v>
                </c:pt>
                <c:pt idx="7322">
                  <c:v>732.2</c:v>
                </c:pt>
                <c:pt idx="7323">
                  <c:v>732.3</c:v>
                </c:pt>
                <c:pt idx="7324">
                  <c:v>732.4</c:v>
                </c:pt>
                <c:pt idx="7325">
                  <c:v>732.5</c:v>
                </c:pt>
                <c:pt idx="7326">
                  <c:v>732.6</c:v>
                </c:pt>
                <c:pt idx="7327">
                  <c:v>732.7</c:v>
                </c:pt>
                <c:pt idx="7328">
                  <c:v>732.8</c:v>
                </c:pt>
                <c:pt idx="7329">
                  <c:v>732.9</c:v>
                </c:pt>
                <c:pt idx="7330">
                  <c:v>733</c:v>
                </c:pt>
                <c:pt idx="7331">
                  <c:v>733.1</c:v>
                </c:pt>
                <c:pt idx="7332">
                  <c:v>733.2</c:v>
                </c:pt>
                <c:pt idx="7333">
                  <c:v>733.3</c:v>
                </c:pt>
                <c:pt idx="7334">
                  <c:v>733.4</c:v>
                </c:pt>
                <c:pt idx="7335">
                  <c:v>733.5</c:v>
                </c:pt>
                <c:pt idx="7336">
                  <c:v>733.6</c:v>
                </c:pt>
                <c:pt idx="7337">
                  <c:v>733.7</c:v>
                </c:pt>
                <c:pt idx="7338">
                  <c:v>733.8</c:v>
                </c:pt>
                <c:pt idx="7339">
                  <c:v>733.9</c:v>
                </c:pt>
                <c:pt idx="7340">
                  <c:v>734</c:v>
                </c:pt>
                <c:pt idx="7341">
                  <c:v>734.1</c:v>
                </c:pt>
                <c:pt idx="7342">
                  <c:v>734.2</c:v>
                </c:pt>
                <c:pt idx="7343">
                  <c:v>734.3</c:v>
                </c:pt>
                <c:pt idx="7344">
                  <c:v>734.4</c:v>
                </c:pt>
                <c:pt idx="7345">
                  <c:v>734.5</c:v>
                </c:pt>
                <c:pt idx="7346">
                  <c:v>734.6</c:v>
                </c:pt>
                <c:pt idx="7347">
                  <c:v>734.7</c:v>
                </c:pt>
                <c:pt idx="7348">
                  <c:v>734.8</c:v>
                </c:pt>
                <c:pt idx="7349">
                  <c:v>734.9</c:v>
                </c:pt>
                <c:pt idx="7350">
                  <c:v>735</c:v>
                </c:pt>
                <c:pt idx="7351">
                  <c:v>735.1</c:v>
                </c:pt>
                <c:pt idx="7352">
                  <c:v>735.2</c:v>
                </c:pt>
                <c:pt idx="7353">
                  <c:v>735.3</c:v>
                </c:pt>
                <c:pt idx="7354">
                  <c:v>735.4</c:v>
                </c:pt>
                <c:pt idx="7355">
                  <c:v>735.5</c:v>
                </c:pt>
                <c:pt idx="7356">
                  <c:v>735.6</c:v>
                </c:pt>
                <c:pt idx="7357">
                  <c:v>735.7</c:v>
                </c:pt>
                <c:pt idx="7358">
                  <c:v>735.8</c:v>
                </c:pt>
                <c:pt idx="7359">
                  <c:v>735.9</c:v>
                </c:pt>
                <c:pt idx="7360">
                  <c:v>736</c:v>
                </c:pt>
                <c:pt idx="7361">
                  <c:v>736.1</c:v>
                </c:pt>
                <c:pt idx="7362">
                  <c:v>736.2</c:v>
                </c:pt>
                <c:pt idx="7363">
                  <c:v>736.3</c:v>
                </c:pt>
                <c:pt idx="7364">
                  <c:v>736.4</c:v>
                </c:pt>
                <c:pt idx="7365">
                  <c:v>736.5</c:v>
                </c:pt>
                <c:pt idx="7366">
                  <c:v>736.6</c:v>
                </c:pt>
                <c:pt idx="7367">
                  <c:v>736.7</c:v>
                </c:pt>
                <c:pt idx="7368">
                  <c:v>736.8</c:v>
                </c:pt>
                <c:pt idx="7369">
                  <c:v>736.9</c:v>
                </c:pt>
                <c:pt idx="7370">
                  <c:v>737</c:v>
                </c:pt>
                <c:pt idx="7371">
                  <c:v>737.1</c:v>
                </c:pt>
                <c:pt idx="7372">
                  <c:v>737.2</c:v>
                </c:pt>
                <c:pt idx="7373">
                  <c:v>737.3</c:v>
                </c:pt>
                <c:pt idx="7374">
                  <c:v>737.4</c:v>
                </c:pt>
                <c:pt idx="7375">
                  <c:v>737.5</c:v>
                </c:pt>
                <c:pt idx="7376">
                  <c:v>737.6</c:v>
                </c:pt>
                <c:pt idx="7377">
                  <c:v>737.7</c:v>
                </c:pt>
                <c:pt idx="7378">
                  <c:v>737.8</c:v>
                </c:pt>
                <c:pt idx="7379">
                  <c:v>737.9</c:v>
                </c:pt>
                <c:pt idx="7380">
                  <c:v>738</c:v>
                </c:pt>
                <c:pt idx="7381">
                  <c:v>738.1</c:v>
                </c:pt>
                <c:pt idx="7382">
                  <c:v>738.2</c:v>
                </c:pt>
                <c:pt idx="7383">
                  <c:v>738.3</c:v>
                </c:pt>
                <c:pt idx="7384">
                  <c:v>738.4</c:v>
                </c:pt>
                <c:pt idx="7385">
                  <c:v>738.5</c:v>
                </c:pt>
                <c:pt idx="7386">
                  <c:v>738.6</c:v>
                </c:pt>
                <c:pt idx="7387">
                  <c:v>738.7</c:v>
                </c:pt>
                <c:pt idx="7388">
                  <c:v>738.8</c:v>
                </c:pt>
                <c:pt idx="7389">
                  <c:v>738.9</c:v>
                </c:pt>
                <c:pt idx="7390">
                  <c:v>739</c:v>
                </c:pt>
                <c:pt idx="7391">
                  <c:v>739.1</c:v>
                </c:pt>
                <c:pt idx="7392">
                  <c:v>739.2</c:v>
                </c:pt>
                <c:pt idx="7393">
                  <c:v>739.3</c:v>
                </c:pt>
                <c:pt idx="7394">
                  <c:v>739.4</c:v>
                </c:pt>
                <c:pt idx="7395">
                  <c:v>739.5</c:v>
                </c:pt>
                <c:pt idx="7396">
                  <c:v>739.6</c:v>
                </c:pt>
                <c:pt idx="7397">
                  <c:v>739.7</c:v>
                </c:pt>
                <c:pt idx="7398">
                  <c:v>739.8</c:v>
                </c:pt>
                <c:pt idx="7399">
                  <c:v>739.9</c:v>
                </c:pt>
                <c:pt idx="7400">
                  <c:v>740</c:v>
                </c:pt>
                <c:pt idx="7401">
                  <c:v>740.1</c:v>
                </c:pt>
                <c:pt idx="7402">
                  <c:v>740.2</c:v>
                </c:pt>
                <c:pt idx="7403">
                  <c:v>740.3</c:v>
                </c:pt>
                <c:pt idx="7404">
                  <c:v>740.4</c:v>
                </c:pt>
                <c:pt idx="7405">
                  <c:v>740.5</c:v>
                </c:pt>
                <c:pt idx="7406">
                  <c:v>740.6</c:v>
                </c:pt>
                <c:pt idx="7407">
                  <c:v>740.7</c:v>
                </c:pt>
                <c:pt idx="7408">
                  <c:v>740.8</c:v>
                </c:pt>
                <c:pt idx="7409">
                  <c:v>740.9</c:v>
                </c:pt>
                <c:pt idx="7410">
                  <c:v>741</c:v>
                </c:pt>
                <c:pt idx="7411">
                  <c:v>741.1</c:v>
                </c:pt>
                <c:pt idx="7412">
                  <c:v>741.2</c:v>
                </c:pt>
                <c:pt idx="7413">
                  <c:v>741.3</c:v>
                </c:pt>
                <c:pt idx="7414">
                  <c:v>741.4</c:v>
                </c:pt>
                <c:pt idx="7415">
                  <c:v>741.5</c:v>
                </c:pt>
                <c:pt idx="7416">
                  <c:v>741.6</c:v>
                </c:pt>
                <c:pt idx="7417">
                  <c:v>741.7</c:v>
                </c:pt>
                <c:pt idx="7418">
                  <c:v>741.8</c:v>
                </c:pt>
                <c:pt idx="7419">
                  <c:v>741.9</c:v>
                </c:pt>
                <c:pt idx="7420">
                  <c:v>742</c:v>
                </c:pt>
                <c:pt idx="7421">
                  <c:v>742.1</c:v>
                </c:pt>
                <c:pt idx="7422">
                  <c:v>742.2</c:v>
                </c:pt>
                <c:pt idx="7423">
                  <c:v>742.3</c:v>
                </c:pt>
                <c:pt idx="7424">
                  <c:v>742.4</c:v>
                </c:pt>
                <c:pt idx="7425">
                  <c:v>742.5</c:v>
                </c:pt>
                <c:pt idx="7426">
                  <c:v>742.6</c:v>
                </c:pt>
                <c:pt idx="7427">
                  <c:v>742.7</c:v>
                </c:pt>
                <c:pt idx="7428">
                  <c:v>742.8</c:v>
                </c:pt>
                <c:pt idx="7429">
                  <c:v>742.9</c:v>
                </c:pt>
                <c:pt idx="7430">
                  <c:v>743</c:v>
                </c:pt>
                <c:pt idx="7431">
                  <c:v>743.1</c:v>
                </c:pt>
                <c:pt idx="7432">
                  <c:v>743.2</c:v>
                </c:pt>
                <c:pt idx="7433">
                  <c:v>743.3</c:v>
                </c:pt>
                <c:pt idx="7434">
                  <c:v>743.4</c:v>
                </c:pt>
                <c:pt idx="7435">
                  <c:v>743.5</c:v>
                </c:pt>
                <c:pt idx="7436">
                  <c:v>743.6</c:v>
                </c:pt>
                <c:pt idx="7437">
                  <c:v>743.7</c:v>
                </c:pt>
                <c:pt idx="7438">
                  <c:v>743.8</c:v>
                </c:pt>
                <c:pt idx="7439">
                  <c:v>743.9</c:v>
                </c:pt>
                <c:pt idx="7440">
                  <c:v>744</c:v>
                </c:pt>
                <c:pt idx="7441">
                  <c:v>744.1</c:v>
                </c:pt>
                <c:pt idx="7442">
                  <c:v>744.2</c:v>
                </c:pt>
                <c:pt idx="7443">
                  <c:v>744.3</c:v>
                </c:pt>
                <c:pt idx="7444">
                  <c:v>744.4</c:v>
                </c:pt>
                <c:pt idx="7445">
                  <c:v>744.5</c:v>
                </c:pt>
                <c:pt idx="7446">
                  <c:v>744.6</c:v>
                </c:pt>
                <c:pt idx="7447">
                  <c:v>744.7</c:v>
                </c:pt>
                <c:pt idx="7448">
                  <c:v>744.8</c:v>
                </c:pt>
                <c:pt idx="7449">
                  <c:v>744.9</c:v>
                </c:pt>
                <c:pt idx="7450">
                  <c:v>745</c:v>
                </c:pt>
                <c:pt idx="7451">
                  <c:v>745.1</c:v>
                </c:pt>
                <c:pt idx="7452">
                  <c:v>745.2</c:v>
                </c:pt>
                <c:pt idx="7453">
                  <c:v>745.3</c:v>
                </c:pt>
                <c:pt idx="7454">
                  <c:v>745.4</c:v>
                </c:pt>
                <c:pt idx="7455">
                  <c:v>745.5</c:v>
                </c:pt>
                <c:pt idx="7456">
                  <c:v>745.6</c:v>
                </c:pt>
                <c:pt idx="7457">
                  <c:v>745.7</c:v>
                </c:pt>
                <c:pt idx="7458">
                  <c:v>745.8</c:v>
                </c:pt>
                <c:pt idx="7459">
                  <c:v>745.9</c:v>
                </c:pt>
                <c:pt idx="7460">
                  <c:v>746</c:v>
                </c:pt>
                <c:pt idx="7461">
                  <c:v>746.1</c:v>
                </c:pt>
                <c:pt idx="7462">
                  <c:v>746.2</c:v>
                </c:pt>
                <c:pt idx="7463">
                  <c:v>746.3</c:v>
                </c:pt>
                <c:pt idx="7464">
                  <c:v>746.4</c:v>
                </c:pt>
                <c:pt idx="7465">
                  <c:v>746.5</c:v>
                </c:pt>
                <c:pt idx="7466">
                  <c:v>746.6</c:v>
                </c:pt>
                <c:pt idx="7467">
                  <c:v>746.7</c:v>
                </c:pt>
                <c:pt idx="7468">
                  <c:v>746.8</c:v>
                </c:pt>
                <c:pt idx="7469">
                  <c:v>746.9</c:v>
                </c:pt>
                <c:pt idx="7470">
                  <c:v>747</c:v>
                </c:pt>
                <c:pt idx="7471">
                  <c:v>747.1</c:v>
                </c:pt>
                <c:pt idx="7472">
                  <c:v>747.2</c:v>
                </c:pt>
                <c:pt idx="7473">
                  <c:v>747.3</c:v>
                </c:pt>
                <c:pt idx="7474">
                  <c:v>747.4</c:v>
                </c:pt>
                <c:pt idx="7475">
                  <c:v>747.5</c:v>
                </c:pt>
                <c:pt idx="7476">
                  <c:v>747.6</c:v>
                </c:pt>
                <c:pt idx="7477">
                  <c:v>747.7</c:v>
                </c:pt>
                <c:pt idx="7478">
                  <c:v>747.8</c:v>
                </c:pt>
                <c:pt idx="7479">
                  <c:v>747.9</c:v>
                </c:pt>
                <c:pt idx="7480">
                  <c:v>748</c:v>
                </c:pt>
                <c:pt idx="7481">
                  <c:v>748.1</c:v>
                </c:pt>
                <c:pt idx="7482">
                  <c:v>748.2</c:v>
                </c:pt>
                <c:pt idx="7483">
                  <c:v>748.3</c:v>
                </c:pt>
                <c:pt idx="7484">
                  <c:v>748.4</c:v>
                </c:pt>
                <c:pt idx="7485">
                  <c:v>748.5</c:v>
                </c:pt>
                <c:pt idx="7486">
                  <c:v>748.6</c:v>
                </c:pt>
                <c:pt idx="7487">
                  <c:v>748.7</c:v>
                </c:pt>
                <c:pt idx="7488">
                  <c:v>748.8</c:v>
                </c:pt>
                <c:pt idx="7489">
                  <c:v>748.9</c:v>
                </c:pt>
                <c:pt idx="7490">
                  <c:v>749</c:v>
                </c:pt>
                <c:pt idx="7491">
                  <c:v>749.1</c:v>
                </c:pt>
                <c:pt idx="7492">
                  <c:v>749.2</c:v>
                </c:pt>
                <c:pt idx="7493">
                  <c:v>749.3</c:v>
                </c:pt>
                <c:pt idx="7494">
                  <c:v>749.4</c:v>
                </c:pt>
                <c:pt idx="7495">
                  <c:v>749.5</c:v>
                </c:pt>
                <c:pt idx="7496">
                  <c:v>749.6</c:v>
                </c:pt>
                <c:pt idx="7497">
                  <c:v>749.7</c:v>
                </c:pt>
                <c:pt idx="7498">
                  <c:v>749.8</c:v>
                </c:pt>
                <c:pt idx="7499">
                  <c:v>749.9</c:v>
                </c:pt>
                <c:pt idx="7500">
                  <c:v>750</c:v>
                </c:pt>
                <c:pt idx="7501">
                  <c:v>750.1</c:v>
                </c:pt>
                <c:pt idx="7502">
                  <c:v>750.2</c:v>
                </c:pt>
                <c:pt idx="7503">
                  <c:v>750.3</c:v>
                </c:pt>
                <c:pt idx="7504">
                  <c:v>750.4</c:v>
                </c:pt>
                <c:pt idx="7505">
                  <c:v>750.5</c:v>
                </c:pt>
                <c:pt idx="7506">
                  <c:v>750.6</c:v>
                </c:pt>
                <c:pt idx="7507">
                  <c:v>750.7</c:v>
                </c:pt>
                <c:pt idx="7508">
                  <c:v>750.8</c:v>
                </c:pt>
                <c:pt idx="7509">
                  <c:v>750.9</c:v>
                </c:pt>
                <c:pt idx="7510">
                  <c:v>751</c:v>
                </c:pt>
                <c:pt idx="7511">
                  <c:v>751.1</c:v>
                </c:pt>
                <c:pt idx="7512">
                  <c:v>751.2</c:v>
                </c:pt>
                <c:pt idx="7513">
                  <c:v>751.3</c:v>
                </c:pt>
                <c:pt idx="7514">
                  <c:v>751.4</c:v>
                </c:pt>
                <c:pt idx="7515">
                  <c:v>751.5</c:v>
                </c:pt>
                <c:pt idx="7516">
                  <c:v>751.6</c:v>
                </c:pt>
                <c:pt idx="7517">
                  <c:v>751.7</c:v>
                </c:pt>
                <c:pt idx="7518">
                  <c:v>751.8</c:v>
                </c:pt>
                <c:pt idx="7519">
                  <c:v>751.9</c:v>
                </c:pt>
                <c:pt idx="7520">
                  <c:v>752</c:v>
                </c:pt>
                <c:pt idx="7521">
                  <c:v>752.1</c:v>
                </c:pt>
                <c:pt idx="7522">
                  <c:v>752.2</c:v>
                </c:pt>
                <c:pt idx="7523">
                  <c:v>752.3</c:v>
                </c:pt>
                <c:pt idx="7524">
                  <c:v>752.4</c:v>
                </c:pt>
                <c:pt idx="7525">
                  <c:v>752.5</c:v>
                </c:pt>
                <c:pt idx="7526">
                  <c:v>752.6</c:v>
                </c:pt>
                <c:pt idx="7527">
                  <c:v>752.7</c:v>
                </c:pt>
                <c:pt idx="7528">
                  <c:v>752.8</c:v>
                </c:pt>
                <c:pt idx="7529">
                  <c:v>752.9</c:v>
                </c:pt>
                <c:pt idx="7530">
                  <c:v>753</c:v>
                </c:pt>
                <c:pt idx="7531">
                  <c:v>753.1</c:v>
                </c:pt>
                <c:pt idx="7532">
                  <c:v>753.2</c:v>
                </c:pt>
                <c:pt idx="7533">
                  <c:v>753.3</c:v>
                </c:pt>
                <c:pt idx="7534">
                  <c:v>753.4</c:v>
                </c:pt>
                <c:pt idx="7535">
                  <c:v>753.5</c:v>
                </c:pt>
                <c:pt idx="7536">
                  <c:v>753.6</c:v>
                </c:pt>
                <c:pt idx="7537">
                  <c:v>753.7</c:v>
                </c:pt>
                <c:pt idx="7538">
                  <c:v>753.8</c:v>
                </c:pt>
                <c:pt idx="7539">
                  <c:v>753.9</c:v>
                </c:pt>
                <c:pt idx="7540">
                  <c:v>754</c:v>
                </c:pt>
                <c:pt idx="7541">
                  <c:v>754.1</c:v>
                </c:pt>
                <c:pt idx="7542">
                  <c:v>754.2</c:v>
                </c:pt>
                <c:pt idx="7543">
                  <c:v>754.3</c:v>
                </c:pt>
                <c:pt idx="7544">
                  <c:v>754.4</c:v>
                </c:pt>
                <c:pt idx="7545">
                  <c:v>754.5</c:v>
                </c:pt>
                <c:pt idx="7546">
                  <c:v>754.6</c:v>
                </c:pt>
                <c:pt idx="7547">
                  <c:v>754.7</c:v>
                </c:pt>
                <c:pt idx="7548">
                  <c:v>754.8</c:v>
                </c:pt>
                <c:pt idx="7549">
                  <c:v>754.9</c:v>
                </c:pt>
                <c:pt idx="7550">
                  <c:v>755</c:v>
                </c:pt>
                <c:pt idx="7551">
                  <c:v>755.1</c:v>
                </c:pt>
                <c:pt idx="7552">
                  <c:v>755.2</c:v>
                </c:pt>
                <c:pt idx="7553">
                  <c:v>755.3</c:v>
                </c:pt>
                <c:pt idx="7554">
                  <c:v>755.4</c:v>
                </c:pt>
                <c:pt idx="7555">
                  <c:v>755.5</c:v>
                </c:pt>
                <c:pt idx="7556">
                  <c:v>755.6</c:v>
                </c:pt>
                <c:pt idx="7557">
                  <c:v>755.7</c:v>
                </c:pt>
                <c:pt idx="7558">
                  <c:v>755.8</c:v>
                </c:pt>
                <c:pt idx="7559">
                  <c:v>755.9</c:v>
                </c:pt>
                <c:pt idx="7560">
                  <c:v>756</c:v>
                </c:pt>
                <c:pt idx="7561">
                  <c:v>756.1</c:v>
                </c:pt>
                <c:pt idx="7562">
                  <c:v>756.2</c:v>
                </c:pt>
                <c:pt idx="7563">
                  <c:v>756.3</c:v>
                </c:pt>
                <c:pt idx="7564">
                  <c:v>756.4</c:v>
                </c:pt>
                <c:pt idx="7565">
                  <c:v>756.5</c:v>
                </c:pt>
                <c:pt idx="7566">
                  <c:v>756.6</c:v>
                </c:pt>
                <c:pt idx="7567">
                  <c:v>756.7</c:v>
                </c:pt>
                <c:pt idx="7568">
                  <c:v>756.8</c:v>
                </c:pt>
                <c:pt idx="7569">
                  <c:v>756.9</c:v>
                </c:pt>
                <c:pt idx="7570">
                  <c:v>757</c:v>
                </c:pt>
                <c:pt idx="7571">
                  <c:v>757.1</c:v>
                </c:pt>
                <c:pt idx="7572">
                  <c:v>757.2</c:v>
                </c:pt>
                <c:pt idx="7573">
                  <c:v>757.3</c:v>
                </c:pt>
                <c:pt idx="7574">
                  <c:v>757.4</c:v>
                </c:pt>
                <c:pt idx="7575">
                  <c:v>757.5</c:v>
                </c:pt>
                <c:pt idx="7576">
                  <c:v>757.6</c:v>
                </c:pt>
                <c:pt idx="7577">
                  <c:v>757.7</c:v>
                </c:pt>
                <c:pt idx="7578">
                  <c:v>757.8</c:v>
                </c:pt>
                <c:pt idx="7579">
                  <c:v>757.9</c:v>
                </c:pt>
                <c:pt idx="7580">
                  <c:v>758</c:v>
                </c:pt>
                <c:pt idx="7581">
                  <c:v>758.1</c:v>
                </c:pt>
                <c:pt idx="7582">
                  <c:v>758.2</c:v>
                </c:pt>
                <c:pt idx="7583">
                  <c:v>758.3</c:v>
                </c:pt>
                <c:pt idx="7584">
                  <c:v>758.4</c:v>
                </c:pt>
                <c:pt idx="7585">
                  <c:v>758.5</c:v>
                </c:pt>
                <c:pt idx="7586">
                  <c:v>758.6</c:v>
                </c:pt>
                <c:pt idx="7587">
                  <c:v>758.7</c:v>
                </c:pt>
                <c:pt idx="7588">
                  <c:v>758.8</c:v>
                </c:pt>
                <c:pt idx="7589">
                  <c:v>758.9</c:v>
                </c:pt>
                <c:pt idx="7590">
                  <c:v>759</c:v>
                </c:pt>
                <c:pt idx="7591">
                  <c:v>759.1</c:v>
                </c:pt>
                <c:pt idx="7592">
                  <c:v>759.2</c:v>
                </c:pt>
                <c:pt idx="7593">
                  <c:v>759.3</c:v>
                </c:pt>
                <c:pt idx="7594">
                  <c:v>759.4</c:v>
                </c:pt>
                <c:pt idx="7595">
                  <c:v>759.5</c:v>
                </c:pt>
                <c:pt idx="7596">
                  <c:v>759.6</c:v>
                </c:pt>
                <c:pt idx="7597">
                  <c:v>759.7</c:v>
                </c:pt>
                <c:pt idx="7598">
                  <c:v>759.8</c:v>
                </c:pt>
                <c:pt idx="7599">
                  <c:v>759.9</c:v>
                </c:pt>
                <c:pt idx="7600">
                  <c:v>760</c:v>
                </c:pt>
                <c:pt idx="7601">
                  <c:v>760.1</c:v>
                </c:pt>
                <c:pt idx="7602">
                  <c:v>760.2</c:v>
                </c:pt>
                <c:pt idx="7603">
                  <c:v>760.3</c:v>
                </c:pt>
                <c:pt idx="7604">
                  <c:v>760.4</c:v>
                </c:pt>
                <c:pt idx="7605">
                  <c:v>760.5</c:v>
                </c:pt>
                <c:pt idx="7606">
                  <c:v>760.6</c:v>
                </c:pt>
                <c:pt idx="7607">
                  <c:v>760.7</c:v>
                </c:pt>
                <c:pt idx="7608">
                  <c:v>760.8</c:v>
                </c:pt>
                <c:pt idx="7609">
                  <c:v>760.9</c:v>
                </c:pt>
                <c:pt idx="7610">
                  <c:v>761</c:v>
                </c:pt>
                <c:pt idx="7611">
                  <c:v>761.1</c:v>
                </c:pt>
                <c:pt idx="7612">
                  <c:v>761.2</c:v>
                </c:pt>
                <c:pt idx="7613">
                  <c:v>761.3</c:v>
                </c:pt>
                <c:pt idx="7614">
                  <c:v>761.4</c:v>
                </c:pt>
                <c:pt idx="7615">
                  <c:v>761.5</c:v>
                </c:pt>
                <c:pt idx="7616">
                  <c:v>761.6</c:v>
                </c:pt>
                <c:pt idx="7617">
                  <c:v>761.7</c:v>
                </c:pt>
                <c:pt idx="7618">
                  <c:v>761.8</c:v>
                </c:pt>
                <c:pt idx="7619">
                  <c:v>761.9</c:v>
                </c:pt>
                <c:pt idx="7620">
                  <c:v>762</c:v>
                </c:pt>
                <c:pt idx="7621">
                  <c:v>762.1</c:v>
                </c:pt>
                <c:pt idx="7622">
                  <c:v>762.2</c:v>
                </c:pt>
                <c:pt idx="7623">
                  <c:v>762.3</c:v>
                </c:pt>
                <c:pt idx="7624">
                  <c:v>762.4</c:v>
                </c:pt>
                <c:pt idx="7625">
                  <c:v>762.5</c:v>
                </c:pt>
                <c:pt idx="7626">
                  <c:v>762.6</c:v>
                </c:pt>
                <c:pt idx="7627">
                  <c:v>762.7</c:v>
                </c:pt>
                <c:pt idx="7628">
                  <c:v>762.8</c:v>
                </c:pt>
                <c:pt idx="7629">
                  <c:v>762.9</c:v>
                </c:pt>
                <c:pt idx="7630">
                  <c:v>763</c:v>
                </c:pt>
                <c:pt idx="7631">
                  <c:v>763.1</c:v>
                </c:pt>
                <c:pt idx="7632">
                  <c:v>763.2</c:v>
                </c:pt>
                <c:pt idx="7633">
                  <c:v>763.3</c:v>
                </c:pt>
                <c:pt idx="7634">
                  <c:v>763.4</c:v>
                </c:pt>
                <c:pt idx="7635">
                  <c:v>763.5</c:v>
                </c:pt>
                <c:pt idx="7636">
                  <c:v>763.6</c:v>
                </c:pt>
                <c:pt idx="7637">
                  <c:v>763.7</c:v>
                </c:pt>
                <c:pt idx="7638">
                  <c:v>763.8</c:v>
                </c:pt>
                <c:pt idx="7639">
                  <c:v>763.9</c:v>
                </c:pt>
                <c:pt idx="7640">
                  <c:v>764</c:v>
                </c:pt>
                <c:pt idx="7641">
                  <c:v>764.1</c:v>
                </c:pt>
                <c:pt idx="7642">
                  <c:v>764.2</c:v>
                </c:pt>
                <c:pt idx="7643">
                  <c:v>764.3</c:v>
                </c:pt>
                <c:pt idx="7644">
                  <c:v>764.4</c:v>
                </c:pt>
                <c:pt idx="7645">
                  <c:v>764.5</c:v>
                </c:pt>
                <c:pt idx="7646">
                  <c:v>764.6</c:v>
                </c:pt>
                <c:pt idx="7647">
                  <c:v>764.7</c:v>
                </c:pt>
                <c:pt idx="7648">
                  <c:v>764.8</c:v>
                </c:pt>
                <c:pt idx="7649">
                  <c:v>764.9</c:v>
                </c:pt>
                <c:pt idx="7650">
                  <c:v>765</c:v>
                </c:pt>
                <c:pt idx="7651">
                  <c:v>765.1</c:v>
                </c:pt>
                <c:pt idx="7652">
                  <c:v>765.2</c:v>
                </c:pt>
                <c:pt idx="7653">
                  <c:v>765.3</c:v>
                </c:pt>
                <c:pt idx="7654">
                  <c:v>765.4</c:v>
                </c:pt>
                <c:pt idx="7655">
                  <c:v>765.5</c:v>
                </c:pt>
                <c:pt idx="7656">
                  <c:v>765.6</c:v>
                </c:pt>
                <c:pt idx="7657">
                  <c:v>765.7</c:v>
                </c:pt>
                <c:pt idx="7658">
                  <c:v>765.8</c:v>
                </c:pt>
                <c:pt idx="7659">
                  <c:v>765.9</c:v>
                </c:pt>
                <c:pt idx="7660">
                  <c:v>766</c:v>
                </c:pt>
                <c:pt idx="7661">
                  <c:v>766.1</c:v>
                </c:pt>
                <c:pt idx="7662">
                  <c:v>766.2</c:v>
                </c:pt>
                <c:pt idx="7663">
                  <c:v>766.3</c:v>
                </c:pt>
                <c:pt idx="7664">
                  <c:v>766.4</c:v>
                </c:pt>
                <c:pt idx="7665">
                  <c:v>766.5</c:v>
                </c:pt>
                <c:pt idx="7666">
                  <c:v>766.6</c:v>
                </c:pt>
                <c:pt idx="7667">
                  <c:v>766.7</c:v>
                </c:pt>
                <c:pt idx="7668">
                  <c:v>766.8</c:v>
                </c:pt>
                <c:pt idx="7669">
                  <c:v>766.9</c:v>
                </c:pt>
                <c:pt idx="7670">
                  <c:v>767</c:v>
                </c:pt>
                <c:pt idx="7671">
                  <c:v>767.1</c:v>
                </c:pt>
                <c:pt idx="7672">
                  <c:v>767.2</c:v>
                </c:pt>
                <c:pt idx="7673">
                  <c:v>767.3</c:v>
                </c:pt>
                <c:pt idx="7674">
                  <c:v>767.4</c:v>
                </c:pt>
                <c:pt idx="7675">
                  <c:v>767.5</c:v>
                </c:pt>
                <c:pt idx="7676">
                  <c:v>767.6</c:v>
                </c:pt>
                <c:pt idx="7677">
                  <c:v>767.7</c:v>
                </c:pt>
                <c:pt idx="7678">
                  <c:v>767.8</c:v>
                </c:pt>
                <c:pt idx="7679">
                  <c:v>767.9</c:v>
                </c:pt>
                <c:pt idx="7680">
                  <c:v>768</c:v>
                </c:pt>
                <c:pt idx="7681">
                  <c:v>768.1</c:v>
                </c:pt>
                <c:pt idx="7682">
                  <c:v>768.2</c:v>
                </c:pt>
                <c:pt idx="7683">
                  <c:v>768.3</c:v>
                </c:pt>
                <c:pt idx="7684">
                  <c:v>768.4</c:v>
                </c:pt>
                <c:pt idx="7685">
                  <c:v>768.5</c:v>
                </c:pt>
                <c:pt idx="7686">
                  <c:v>768.6</c:v>
                </c:pt>
                <c:pt idx="7687">
                  <c:v>768.7</c:v>
                </c:pt>
                <c:pt idx="7688">
                  <c:v>768.8</c:v>
                </c:pt>
                <c:pt idx="7689">
                  <c:v>768.9</c:v>
                </c:pt>
                <c:pt idx="7690">
                  <c:v>769</c:v>
                </c:pt>
                <c:pt idx="7691">
                  <c:v>769.1</c:v>
                </c:pt>
                <c:pt idx="7692">
                  <c:v>769.2</c:v>
                </c:pt>
                <c:pt idx="7693">
                  <c:v>769.3</c:v>
                </c:pt>
                <c:pt idx="7694">
                  <c:v>769.4</c:v>
                </c:pt>
                <c:pt idx="7695">
                  <c:v>769.5</c:v>
                </c:pt>
                <c:pt idx="7696">
                  <c:v>769.6</c:v>
                </c:pt>
                <c:pt idx="7697">
                  <c:v>769.7</c:v>
                </c:pt>
                <c:pt idx="7698">
                  <c:v>769.8</c:v>
                </c:pt>
                <c:pt idx="7699">
                  <c:v>769.9</c:v>
                </c:pt>
                <c:pt idx="7700">
                  <c:v>770</c:v>
                </c:pt>
                <c:pt idx="7701">
                  <c:v>770.1</c:v>
                </c:pt>
                <c:pt idx="7702">
                  <c:v>770.2</c:v>
                </c:pt>
                <c:pt idx="7703">
                  <c:v>770.3</c:v>
                </c:pt>
                <c:pt idx="7704">
                  <c:v>770.4</c:v>
                </c:pt>
                <c:pt idx="7705">
                  <c:v>770.5</c:v>
                </c:pt>
                <c:pt idx="7706">
                  <c:v>770.6</c:v>
                </c:pt>
                <c:pt idx="7707">
                  <c:v>770.7</c:v>
                </c:pt>
                <c:pt idx="7708">
                  <c:v>770.8</c:v>
                </c:pt>
                <c:pt idx="7709">
                  <c:v>770.9</c:v>
                </c:pt>
                <c:pt idx="7710">
                  <c:v>771</c:v>
                </c:pt>
                <c:pt idx="7711">
                  <c:v>771.1</c:v>
                </c:pt>
                <c:pt idx="7712">
                  <c:v>771.2</c:v>
                </c:pt>
                <c:pt idx="7713">
                  <c:v>771.3</c:v>
                </c:pt>
                <c:pt idx="7714">
                  <c:v>771.4</c:v>
                </c:pt>
                <c:pt idx="7715">
                  <c:v>771.5</c:v>
                </c:pt>
                <c:pt idx="7716">
                  <c:v>771.6</c:v>
                </c:pt>
                <c:pt idx="7717">
                  <c:v>771.7</c:v>
                </c:pt>
                <c:pt idx="7718">
                  <c:v>771.8</c:v>
                </c:pt>
                <c:pt idx="7719">
                  <c:v>771.9</c:v>
                </c:pt>
                <c:pt idx="7720">
                  <c:v>772</c:v>
                </c:pt>
                <c:pt idx="7721">
                  <c:v>772.1</c:v>
                </c:pt>
                <c:pt idx="7722">
                  <c:v>772.2</c:v>
                </c:pt>
                <c:pt idx="7723">
                  <c:v>772.3</c:v>
                </c:pt>
                <c:pt idx="7724">
                  <c:v>772.4</c:v>
                </c:pt>
                <c:pt idx="7725">
                  <c:v>772.5</c:v>
                </c:pt>
                <c:pt idx="7726">
                  <c:v>772.6</c:v>
                </c:pt>
                <c:pt idx="7727">
                  <c:v>772.7</c:v>
                </c:pt>
                <c:pt idx="7728">
                  <c:v>772.8</c:v>
                </c:pt>
                <c:pt idx="7729">
                  <c:v>772.9</c:v>
                </c:pt>
                <c:pt idx="7730">
                  <c:v>773</c:v>
                </c:pt>
                <c:pt idx="7731">
                  <c:v>773.1</c:v>
                </c:pt>
                <c:pt idx="7732">
                  <c:v>773.2</c:v>
                </c:pt>
                <c:pt idx="7733">
                  <c:v>773.3</c:v>
                </c:pt>
                <c:pt idx="7734">
                  <c:v>773.4</c:v>
                </c:pt>
                <c:pt idx="7735">
                  <c:v>773.5</c:v>
                </c:pt>
                <c:pt idx="7736">
                  <c:v>773.6</c:v>
                </c:pt>
                <c:pt idx="7737">
                  <c:v>773.7</c:v>
                </c:pt>
                <c:pt idx="7738">
                  <c:v>773.8</c:v>
                </c:pt>
                <c:pt idx="7739">
                  <c:v>773.9</c:v>
                </c:pt>
                <c:pt idx="7740">
                  <c:v>774</c:v>
                </c:pt>
                <c:pt idx="7741">
                  <c:v>774.1</c:v>
                </c:pt>
                <c:pt idx="7742">
                  <c:v>774.2</c:v>
                </c:pt>
                <c:pt idx="7743">
                  <c:v>774.3</c:v>
                </c:pt>
                <c:pt idx="7744">
                  <c:v>774.4</c:v>
                </c:pt>
                <c:pt idx="7745">
                  <c:v>774.5</c:v>
                </c:pt>
                <c:pt idx="7746">
                  <c:v>774.6</c:v>
                </c:pt>
                <c:pt idx="7747">
                  <c:v>774.7</c:v>
                </c:pt>
                <c:pt idx="7748">
                  <c:v>774.8</c:v>
                </c:pt>
                <c:pt idx="7749">
                  <c:v>774.9</c:v>
                </c:pt>
                <c:pt idx="7750">
                  <c:v>775</c:v>
                </c:pt>
                <c:pt idx="7751">
                  <c:v>775.1</c:v>
                </c:pt>
                <c:pt idx="7752">
                  <c:v>775.2</c:v>
                </c:pt>
                <c:pt idx="7753">
                  <c:v>775.3</c:v>
                </c:pt>
                <c:pt idx="7754">
                  <c:v>775.4</c:v>
                </c:pt>
                <c:pt idx="7755">
                  <c:v>775.5</c:v>
                </c:pt>
                <c:pt idx="7756">
                  <c:v>775.6</c:v>
                </c:pt>
                <c:pt idx="7757">
                  <c:v>775.7</c:v>
                </c:pt>
                <c:pt idx="7758">
                  <c:v>775.8</c:v>
                </c:pt>
                <c:pt idx="7759">
                  <c:v>775.9</c:v>
                </c:pt>
                <c:pt idx="7760">
                  <c:v>776</c:v>
                </c:pt>
                <c:pt idx="7761">
                  <c:v>776.1</c:v>
                </c:pt>
                <c:pt idx="7762">
                  <c:v>776.2</c:v>
                </c:pt>
                <c:pt idx="7763">
                  <c:v>776.3</c:v>
                </c:pt>
                <c:pt idx="7764">
                  <c:v>776.4</c:v>
                </c:pt>
                <c:pt idx="7765">
                  <c:v>776.5</c:v>
                </c:pt>
                <c:pt idx="7766">
                  <c:v>776.6</c:v>
                </c:pt>
                <c:pt idx="7767">
                  <c:v>776.7</c:v>
                </c:pt>
                <c:pt idx="7768">
                  <c:v>776.8</c:v>
                </c:pt>
                <c:pt idx="7769">
                  <c:v>776.9</c:v>
                </c:pt>
                <c:pt idx="7770">
                  <c:v>777</c:v>
                </c:pt>
                <c:pt idx="7771">
                  <c:v>777.1</c:v>
                </c:pt>
                <c:pt idx="7772">
                  <c:v>777.2</c:v>
                </c:pt>
                <c:pt idx="7773">
                  <c:v>777.3</c:v>
                </c:pt>
                <c:pt idx="7774">
                  <c:v>777.4</c:v>
                </c:pt>
                <c:pt idx="7775">
                  <c:v>777.5</c:v>
                </c:pt>
                <c:pt idx="7776">
                  <c:v>777.6</c:v>
                </c:pt>
                <c:pt idx="7777">
                  <c:v>777.7</c:v>
                </c:pt>
                <c:pt idx="7778">
                  <c:v>777.8</c:v>
                </c:pt>
                <c:pt idx="7779">
                  <c:v>777.9</c:v>
                </c:pt>
                <c:pt idx="7780">
                  <c:v>778</c:v>
                </c:pt>
                <c:pt idx="7781">
                  <c:v>778.1</c:v>
                </c:pt>
                <c:pt idx="7782">
                  <c:v>778.2</c:v>
                </c:pt>
                <c:pt idx="7783">
                  <c:v>778.3</c:v>
                </c:pt>
                <c:pt idx="7784">
                  <c:v>778.4</c:v>
                </c:pt>
                <c:pt idx="7785">
                  <c:v>778.5</c:v>
                </c:pt>
                <c:pt idx="7786">
                  <c:v>778.6</c:v>
                </c:pt>
                <c:pt idx="7787">
                  <c:v>778.7</c:v>
                </c:pt>
                <c:pt idx="7788">
                  <c:v>778.8</c:v>
                </c:pt>
                <c:pt idx="7789">
                  <c:v>778.9</c:v>
                </c:pt>
                <c:pt idx="7790">
                  <c:v>779</c:v>
                </c:pt>
                <c:pt idx="7791">
                  <c:v>779.1</c:v>
                </c:pt>
                <c:pt idx="7792">
                  <c:v>779.2</c:v>
                </c:pt>
                <c:pt idx="7793">
                  <c:v>779.3</c:v>
                </c:pt>
                <c:pt idx="7794">
                  <c:v>779.4</c:v>
                </c:pt>
                <c:pt idx="7795">
                  <c:v>779.5</c:v>
                </c:pt>
                <c:pt idx="7796">
                  <c:v>779.6</c:v>
                </c:pt>
                <c:pt idx="7797">
                  <c:v>779.7</c:v>
                </c:pt>
                <c:pt idx="7798">
                  <c:v>779.8</c:v>
                </c:pt>
                <c:pt idx="7799">
                  <c:v>779.9</c:v>
                </c:pt>
                <c:pt idx="7800">
                  <c:v>780</c:v>
                </c:pt>
                <c:pt idx="7801">
                  <c:v>780.1</c:v>
                </c:pt>
                <c:pt idx="7802">
                  <c:v>780.2</c:v>
                </c:pt>
                <c:pt idx="7803">
                  <c:v>780.3</c:v>
                </c:pt>
                <c:pt idx="7804">
                  <c:v>780.4</c:v>
                </c:pt>
                <c:pt idx="7805">
                  <c:v>780.5</c:v>
                </c:pt>
                <c:pt idx="7806">
                  <c:v>780.6</c:v>
                </c:pt>
                <c:pt idx="7807">
                  <c:v>780.7</c:v>
                </c:pt>
                <c:pt idx="7808">
                  <c:v>780.8</c:v>
                </c:pt>
                <c:pt idx="7809">
                  <c:v>780.9</c:v>
                </c:pt>
                <c:pt idx="7810">
                  <c:v>781</c:v>
                </c:pt>
                <c:pt idx="7811">
                  <c:v>781.1</c:v>
                </c:pt>
                <c:pt idx="7812">
                  <c:v>781.2</c:v>
                </c:pt>
                <c:pt idx="7813">
                  <c:v>781.3</c:v>
                </c:pt>
                <c:pt idx="7814">
                  <c:v>781.4</c:v>
                </c:pt>
                <c:pt idx="7815">
                  <c:v>781.5</c:v>
                </c:pt>
                <c:pt idx="7816">
                  <c:v>781.6</c:v>
                </c:pt>
                <c:pt idx="7817">
                  <c:v>781.7</c:v>
                </c:pt>
                <c:pt idx="7818">
                  <c:v>781.8</c:v>
                </c:pt>
                <c:pt idx="7819">
                  <c:v>781.9</c:v>
                </c:pt>
                <c:pt idx="7820">
                  <c:v>782</c:v>
                </c:pt>
                <c:pt idx="7821">
                  <c:v>782.1</c:v>
                </c:pt>
                <c:pt idx="7822">
                  <c:v>782.2</c:v>
                </c:pt>
                <c:pt idx="7823">
                  <c:v>782.3</c:v>
                </c:pt>
                <c:pt idx="7824">
                  <c:v>782.4</c:v>
                </c:pt>
                <c:pt idx="7825">
                  <c:v>782.5</c:v>
                </c:pt>
                <c:pt idx="7826">
                  <c:v>782.6</c:v>
                </c:pt>
                <c:pt idx="7827">
                  <c:v>782.7</c:v>
                </c:pt>
                <c:pt idx="7828">
                  <c:v>782.8</c:v>
                </c:pt>
                <c:pt idx="7829">
                  <c:v>782.9</c:v>
                </c:pt>
                <c:pt idx="7830">
                  <c:v>783</c:v>
                </c:pt>
                <c:pt idx="7831">
                  <c:v>783.1</c:v>
                </c:pt>
                <c:pt idx="7832">
                  <c:v>783.2</c:v>
                </c:pt>
                <c:pt idx="7833">
                  <c:v>783.3</c:v>
                </c:pt>
                <c:pt idx="7834">
                  <c:v>783.4</c:v>
                </c:pt>
                <c:pt idx="7835">
                  <c:v>783.5</c:v>
                </c:pt>
                <c:pt idx="7836">
                  <c:v>783.6</c:v>
                </c:pt>
                <c:pt idx="7837">
                  <c:v>783.7</c:v>
                </c:pt>
                <c:pt idx="7838">
                  <c:v>783.8</c:v>
                </c:pt>
                <c:pt idx="7839">
                  <c:v>783.9</c:v>
                </c:pt>
                <c:pt idx="7840">
                  <c:v>784</c:v>
                </c:pt>
                <c:pt idx="7841">
                  <c:v>784.1</c:v>
                </c:pt>
                <c:pt idx="7842">
                  <c:v>784.2</c:v>
                </c:pt>
                <c:pt idx="7843">
                  <c:v>784.3</c:v>
                </c:pt>
                <c:pt idx="7844">
                  <c:v>784.4</c:v>
                </c:pt>
                <c:pt idx="7845">
                  <c:v>784.5</c:v>
                </c:pt>
                <c:pt idx="7846">
                  <c:v>784.6</c:v>
                </c:pt>
                <c:pt idx="7847">
                  <c:v>784.7</c:v>
                </c:pt>
                <c:pt idx="7848">
                  <c:v>784.8</c:v>
                </c:pt>
                <c:pt idx="7849">
                  <c:v>784.9</c:v>
                </c:pt>
                <c:pt idx="7850">
                  <c:v>785</c:v>
                </c:pt>
                <c:pt idx="7851">
                  <c:v>785.1</c:v>
                </c:pt>
                <c:pt idx="7852">
                  <c:v>785.2</c:v>
                </c:pt>
                <c:pt idx="7853">
                  <c:v>785.3</c:v>
                </c:pt>
                <c:pt idx="7854">
                  <c:v>785.4</c:v>
                </c:pt>
                <c:pt idx="7855">
                  <c:v>785.5</c:v>
                </c:pt>
                <c:pt idx="7856">
                  <c:v>785.6</c:v>
                </c:pt>
                <c:pt idx="7857">
                  <c:v>785.7</c:v>
                </c:pt>
                <c:pt idx="7858">
                  <c:v>785.8</c:v>
                </c:pt>
                <c:pt idx="7859">
                  <c:v>785.9</c:v>
                </c:pt>
                <c:pt idx="7860">
                  <c:v>786</c:v>
                </c:pt>
                <c:pt idx="7861">
                  <c:v>786.1</c:v>
                </c:pt>
                <c:pt idx="7862">
                  <c:v>786.2</c:v>
                </c:pt>
                <c:pt idx="7863">
                  <c:v>786.3</c:v>
                </c:pt>
                <c:pt idx="7864">
                  <c:v>786.4</c:v>
                </c:pt>
                <c:pt idx="7865">
                  <c:v>786.5</c:v>
                </c:pt>
                <c:pt idx="7866">
                  <c:v>786.6</c:v>
                </c:pt>
                <c:pt idx="7867">
                  <c:v>786.7</c:v>
                </c:pt>
                <c:pt idx="7868">
                  <c:v>786.8</c:v>
                </c:pt>
                <c:pt idx="7869">
                  <c:v>786.9</c:v>
                </c:pt>
                <c:pt idx="7870">
                  <c:v>787</c:v>
                </c:pt>
                <c:pt idx="7871">
                  <c:v>787.1</c:v>
                </c:pt>
                <c:pt idx="7872">
                  <c:v>787.2</c:v>
                </c:pt>
                <c:pt idx="7873">
                  <c:v>787.3</c:v>
                </c:pt>
                <c:pt idx="7874">
                  <c:v>787.4</c:v>
                </c:pt>
                <c:pt idx="7875">
                  <c:v>787.5</c:v>
                </c:pt>
                <c:pt idx="7876">
                  <c:v>787.6</c:v>
                </c:pt>
                <c:pt idx="7877">
                  <c:v>787.7</c:v>
                </c:pt>
                <c:pt idx="7878">
                  <c:v>787.8</c:v>
                </c:pt>
                <c:pt idx="7879">
                  <c:v>787.9</c:v>
                </c:pt>
                <c:pt idx="7880">
                  <c:v>788</c:v>
                </c:pt>
                <c:pt idx="7881">
                  <c:v>788.1</c:v>
                </c:pt>
                <c:pt idx="7882">
                  <c:v>788.2</c:v>
                </c:pt>
                <c:pt idx="7883">
                  <c:v>788.3</c:v>
                </c:pt>
                <c:pt idx="7884">
                  <c:v>788.4</c:v>
                </c:pt>
                <c:pt idx="7885">
                  <c:v>788.5</c:v>
                </c:pt>
                <c:pt idx="7886">
                  <c:v>788.6</c:v>
                </c:pt>
                <c:pt idx="7887">
                  <c:v>788.7</c:v>
                </c:pt>
                <c:pt idx="7888">
                  <c:v>788.8</c:v>
                </c:pt>
                <c:pt idx="7889">
                  <c:v>788.9</c:v>
                </c:pt>
                <c:pt idx="7890">
                  <c:v>789</c:v>
                </c:pt>
                <c:pt idx="7891">
                  <c:v>789.1</c:v>
                </c:pt>
                <c:pt idx="7892">
                  <c:v>789.2</c:v>
                </c:pt>
                <c:pt idx="7893">
                  <c:v>789.3</c:v>
                </c:pt>
                <c:pt idx="7894">
                  <c:v>789.4</c:v>
                </c:pt>
                <c:pt idx="7895">
                  <c:v>789.5</c:v>
                </c:pt>
                <c:pt idx="7896">
                  <c:v>789.6</c:v>
                </c:pt>
                <c:pt idx="7897">
                  <c:v>789.7</c:v>
                </c:pt>
                <c:pt idx="7898">
                  <c:v>789.8</c:v>
                </c:pt>
                <c:pt idx="7899">
                  <c:v>789.9</c:v>
                </c:pt>
                <c:pt idx="7900">
                  <c:v>790</c:v>
                </c:pt>
                <c:pt idx="7901">
                  <c:v>790.1</c:v>
                </c:pt>
                <c:pt idx="7902">
                  <c:v>790.2</c:v>
                </c:pt>
                <c:pt idx="7903">
                  <c:v>790.3</c:v>
                </c:pt>
                <c:pt idx="7904">
                  <c:v>790.4</c:v>
                </c:pt>
                <c:pt idx="7905">
                  <c:v>790.5</c:v>
                </c:pt>
                <c:pt idx="7906">
                  <c:v>790.6</c:v>
                </c:pt>
                <c:pt idx="7907">
                  <c:v>790.7</c:v>
                </c:pt>
                <c:pt idx="7908">
                  <c:v>790.8</c:v>
                </c:pt>
                <c:pt idx="7909">
                  <c:v>790.9</c:v>
                </c:pt>
                <c:pt idx="7910">
                  <c:v>791</c:v>
                </c:pt>
                <c:pt idx="7911">
                  <c:v>791.1</c:v>
                </c:pt>
                <c:pt idx="7912">
                  <c:v>791.2</c:v>
                </c:pt>
                <c:pt idx="7913">
                  <c:v>791.3</c:v>
                </c:pt>
                <c:pt idx="7914">
                  <c:v>791.4</c:v>
                </c:pt>
                <c:pt idx="7915">
                  <c:v>791.5</c:v>
                </c:pt>
                <c:pt idx="7916">
                  <c:v>791.6</c:v>
                </c:pt>
                <c:pt idx="7917">
                  <c:v>791.7</c:v>
                </c:pt>
                <c:pt idx="7918">
                  <c:v>791.8</c:v>
                </c:pt>
                <c:pt idx="7919">
                  <c:v>791.9</c:v>
                </c:pt>
                <c:pt idx="7920">
                  <c:v>792</c:v>
                </c:pt>
                <c:pt idx="7921">
                  <c:v>792.1</c:v>
                </c:pt>
                <c:pt idx="7922">
                  <c:v>792.2</c:v>
                </c:pt>
                <c:pt idx="7923">
                  <c:v>792.3</c:v>
                </c:pt>
                <c:pt idx="7924">
                  <c:v>792.4</c:v>
                </c:pt>
                <c:pt idx="7925">
                  <c:v>792.5</c:v>
                </c:pt>
                <c:pt idx="7926">
                  <c:v>792.6</c:v>
                </c:pt>
                <c:pt idx="7927">
                  <c:v>792.7</c:v>
                </c:pt>
                <c:pt idx="7928">
                  <c:v>792.8</c:v>
                </c:pt>
                <c:pt idx="7929">
                  <c:v>792.9</c:v>
                </c:pt>
                <c:pt idx="7930">
                  <c:v>793</c:v>
                </c:pt>
                <c:pt idx="7931">
                  <c:v>793.1</c:v>
                </c:pt>
                <c:pt idx="7932">
                  <c:v>793.2</c:v>
                </c:pt>
                <c:pt idx="7933">
                  <c:v>793.3</c:v>
                </c:pt>
                <c:pt idx="7934">
                  <c:v>793.4</c:v>
                </c:pt>
                <c:pt idx="7935">
                  <c:v>793.5</c:v>
                </c:pt>
                <c:pt idx="7936">
                  <c:v>793.6</c:v>
                </c:pt>
                <c:pt idx="7937">
                  <c:v>793.7</c:v>
                </c:pt>
                <c:pt idx="7938">
                  <c:v>793.8</c:v>
                </c:pt>
                <c:pt idx="7939">
                  <c:v>793.9</c:v>
                </c:pt>
                <c:pt idx="7940">
                  <c:v>794</c:v>
                </c:pt>
                <c:pt idx="7941">
                  <c:v>794.1</c:v>
                </c:pt>
                <c:pt idx="7942">
                  <c:v>794.2</c:v>
                </c:pt>
                <c:pt idx="7943">
                  <c:v>794.3</c:v>
                </c:pt>
                <c:pt idx="7944">
                  <c:v>794.4</c:v>
                </c:pt>
                <c:pt idx="7945">
                  <c:v>794.5</c:v>
                </c:pt>
                <c:pt idx="7946">
                  <c:v>794.6</c:v>
                </c:pt>
                <c:pt idx="7947">
                  <c:v>794.7</c:v>
                </c:pt>
                <c:pt idx="7948">
                  <c:v>794.8</c:v>
                </c:pt>
                <c:pt idx="7949">
                  <c:v>794.9</c:v>
                </c:pt>
                <c:pt idx="7950">
                  <c:v>795</c:v>
                </c:pt>
                <c:pt idx="7951">
                  <c:v>795.1</c:v>
                </c:pt>
                <c:pt idx="7952">
                  <c:v>795.2</c:v>
                </c:pt>
                <c:pt idx="7953">
                  <c:v>795.3</c:v>
                </c:pt>
                <c:pt idx="7954">
                  <c:v>795.4</c:v>
                </c:pt>
                <c:pt idx="7955">
                  <c:v>795.5</c:v>
                </c:pt>
                <c:pt idx="7956">
                  <c:v>795.6</c:v>
                </c:pt>
                <c:pt idx="7957">
                  <c:v>795.7</c:v>
                </c:pt>
                <c:pt idx="7958">
                  <c:v>795.8</c:v>
                </c:pt>
                <c:pt idx="7959">
                  <c:v>795.9</c:v>
                </c:pt>
                <c:pt idx="7960">
                  <c:v>796</c:v>
                </c:pt>
                <c:pt idx="7961">
                  <c:v>796.1</c:v>
                </c:pt>
                <c:pt idx="7962">
                  <c:v>796.2</c:v>
                </c:pt>
                <c:pt idx="7963">
                  <c:v>796.3</c:v>
                </c:pt>
                <c:pt idx="7964">
                  <c:v>796.4</c:v>
                </c:pt>
                <c:pt idx="7965">
                  <c:v>796.5</c:v>
                </c:pt>
                <c:pt idx="7966">
                  <c:v>796.6</c:v>
                </c:pt>
                <c:pt idx="7967">
                  <c:v>796.7</c:v>
                </c:pt>
                <c:pt idx="7968">
                  <c:v>796.8</c:v>
                </c:pt>
                <c:pt idx="7969">
                  <c:v>796.9</c:v>
                </c:pt>
                <c:pt idx="7970">
                  <c:v>797</c:v>
                </c:pt>
                <c:pt idx="7971">
                  <c:v>797.1</c:v>
                </c:pt>
                <c:pt idx="7972">
                  <c:v>797.2</c:v>
                </c:pt>
                <c:pt idx="7973">
                  <c:v>797.3</c:v>
                </c:pt>
                <c:pt idx="7974">
                  <c:v>797.4</c:v>
                </c:pt>
                <c:pt idx="7975">
                  <c:v>797.5</c:v>
                </c:pt>
                <c:pt idx="7976">
                  <c:v>797.6</c:v>
                </c:pt>
                <c:pt idx="7977">
                  <c:v>797.7</c:v>
                </c:pt>
                <c:pt idx="7978">
                  <c:v>797.8</c:v>
                </c:pt>
                <c:pt idx="7979">
                  <c:v>797.9</c:v>
                </c:pt>
                <c:pt idx="7980">
                  <c:v>798</c:v>
                </c:pt>
                <c:pt idx="7981">
                  <c:v>798.1</c:v>
                </c:pt>
                <c:pt idx="7982">
                  <c:v>798.2</c:v>
                </c:pt>
                <c:pt idx="7983">
                  <c:v>798.3</c:v>
                </c:pt>
                <c:pt idx="7984">
                  <c:v>798.4</c:v>
                </c:pt>
                <c:pt idx="7985">
                  <c:v>798.5</c:v>
                </c:pt>
                <c:pt idx="7986">
                  <c:v>798.6</c:v>
                </c:pt>
                <c:pt idx="7987">
                  <c:v>798.7</c:v>
                </c:pt>
                <c:pt idx="7988">
                  <c:v>798.8</c:v>
                </c:pt>
                <c:pt idx="7989">
                  <c:v>798.9</c:v>
                </c:pt>
                <c:pt idx="7990">
                  <c:v>799</c:v>
                </c:pt>
                <c:pt idx="7991">
                  <c:v>799.1</c:v>
                </c:pt>
                <c:pt idx="7992">
                  <c:v>799.2</c:v>
                </c:pt>
                <c:pt idx="7993">
                  <c:v>799.3</c:v>
                </c:pt>
                <c:pt idx="7994">
                  <c:v>799.4</c:v>
                </c:pt>
                <c:pt idx="7995">
                  <c:v>799.5</c:v>
                </c:pt>
                <c:pt idx="7996">
                  <c:v>799.6</c:v>
                </c:pt>
                <c:pt idx="7997">
                  <c:v>799.7</c:v>
                </c:pt>
                <c:pt idx="7998">
                  <c:v>799.8</c:v>
                </c:pt>
                <c:pt idx="7999">
                  <c:v>799.9</c:v>
                </c:pt>
                <c:pt idx="8000">
                  <c:v>800</c:v>
                </c:pt>
                <c:pt idx="8001">
                  <c:v>800.1</c:v>
                </c:pt>
                <c:pt idx="8002">
                  <c:v>800.2</c:v>
                </c:pt>
                <c:pt idx="8003">
                  <c:v>800.3</c:v>
                </c:pt>
                <c:pt idx="8004">
                  <c:v>800.4</c:v>
                </c:pt>
                <c:pt idx="8005">
                  <c:v>800.5</c:v>
                </c:pt>
                <c:pt idx="8006">
                  <c:v>800.6</c:v>
                </c:pt>
                <c:pt idx="8007">
                  <c:v>800.7</c:v>
                </c:pt>
                <c:pt idx="8008">
                  <c:v>800.8</c:v>
                </c:pt>
                <c:pt idx="8009">
                  <c:v>800.9</c:v>
                </c:pt>
                <c:pt idx="8010">
                  <c:v>801</c:v>
                </c:pt>
                <c:pt idx="8011">
                  <c:v>801.1</c:v>
                </c:pt>
                <c:pt idx="8012">
                  <c:v>801.2</c:v>
                </c:pt>
                <c:pt idx="8013">
                  <c:v>801.3</c:v>
                </c:pt>
                <c:pt idx="8014">
                  <c:v>801.4</c:v>
                </c:pt>
                <c:pt idx="8015">
                  <c:v>801.5</c:v>
                </c:pt>
                <c:pt idx="8016">
                  <c:v>801.6</c:v>
                </c:pt>
                <c:pt idx="8017">
                  <c:v>801.7</c:v>
                </c:pt>
                <c:pt idx="8018">
                  <c:v>801.8</c:v>
                </c:pt>
                <c:pt idx="8019">
                  <c:v>801.9</c:v>
                </c:pt>
                <c:pt idx="8020">
                  <c:v>802</c:v>
                </c:pt>
                <c:pt idx="8021">
                  <c:v>802.1</c:v>
                </c:pt>
                <c:pt idx="8022">
                  <c:v>802.2</c:v>
                </c:pt>
                <c:pt idx="8023">
                  <c:v>802.3</c:v>
                </c:pt>
                <c:pt idx="8024">
                  <c:v>802.4</c:v>
                </c:pt>
                <c:pt idx="8025">
                  <c:v>802.5</c:v>
                </c:pt>
                <c:pt idx="8026">
                  <c:v>802.6</c:v>
                </c:pt>
                <c:pt idx="8027">
                  <c:v>802.7</c:v>
                </c:pt>
                <c:pt idx="8028">
                  <c:v>802.8</c:v>
                </c:pt>
                <c:pt idx="8029">
                  <c:v>802.9</c:v>
                </c:pt>
                <c:pt idx="8030">
                  <c:v>803</c:v>
                </c:pt>
                <c:pt idx="8031">
                  <c:v>803.1</c:v>
                </c:pt>
                <c:pt idx="8032">
                  <c:v>803.2</c:v>
                </c:pt>
                <c:pt idx="8033">
                  <c:v>803.3</c:v>
                </c:pt>
                <c:pt idx="8034">
                  <c:v>803.4</c:v>
                </c:pt>
                <c:pt idx="8035">
                  <c:v>803.5</c:v>
                </c:pt>
                <c:pt idx="8036">
                  <c:v>803.6</c:v>
                </c:pt>
                <c:pt idx="8037">
                  <c:v>803.7</c:v>
                </c:pt>
                <c:pt idx="8038">
                  <c:v>803.8</c:v>
                </c:pt>
                <c:pt idx="8039">
                  <c:v>803.9</c:v>
                </c:pt>
                <c:pt idx="8040">
                  <c:v>804</c:v>
                </c:pt>
                <c:pt idx="8041">
                  <c:v>804.1</c:v>
                </c:pt>
                <c:pt idx="8042">
                  <c:v>804.2</c:v>
                </c:pt>
                <c:pt idx="8043">
                  <c:v>804.3</c:v>
                </c:pt>
                <c:pt idx="8044">
                  <c:v>804.4</c:v>
                </c:pt>
                <c:pt idx="8045">
                  <c:v>804.5</c:v>
                </c:pt>
                <c:pt idx="8046">
                  <c:v>804.6</c:v>
                </c:pt>
                <c:pt idx="8047">
                  <c:v>804.7</c:v>
                </c:pt>
                <c:pt idx="8048">
                  <c:v>804.8</c:v>
                </c:pt>
                <c:pt idx="8049">
                  <c:v>804.9</c:v>
                </c:pt>
                <c:pt idx="8050">
                  <c:v>805</c:v>
                </c:pt>
                <c:pt idx="8051">
                  <c:v>805.1</c:v>
                </c:pt>
                <c:pt idx="8052">
                  <c:v>805.2</c:v>
                </c:pt>
                <c:pt idx="8053">
                  <c:v>805.3</c:v>
                </c:pt>
                <c:pt idx="8054">
                  <c:v>805.4</c:v>
                </c:pt>
                <c:pt idx="8055">
                  <c:v>805.5</c:v>
                </c:pt>
                <c:pt idx="8056">
                  <c:v>805.6</c:v>
                </c:pt>
                <c:pt idx="8057">
                  <c:v>805.7</c:v>
                </c:pt>
                <c:pt idx="8058">
                  <c:v>805.8</c:v>
                </c:pt>
                <c:pt idx="8059">
                  <c:v>805.9</c:v>
                </c:pt>
                <c:pt idx="8060">
                  <c:v>806</c:v>
                </c:pt>
                <c:pt idx="8061">
                  <c:v>806.1</c:v>
                </c:pt>
                <c:pt idx="8062">
                  <c:v>806.2</c:v>
                </c:pt>
                <c:pt idx="8063">
                  <c:v>806.3</c:v>
                </c:pt>
                <c:pt idx="8064">
                  <c:v>806.4</c:v>
                </c:pt>
                <c:pt idx="8065">
                  <c:v>806.5</c:v>
                </c:pt>
                <c:pt idx="8066">
                  <c:v>806.6</c:v>
                </c:pt>
                <c:pt idx="8067">
                  <c:v>806.7</c:v>
                </c:pt>
                <c:pt idx="8068">
                  <c:v>806.8</c:v>
                </c:pt>
                <c:pt idx="8069">
                  <c:v>806.9</c:v>
                </c:pt>
                <c:pt idx="8070">
                  <c:v>807</c:v>
                </c:pt>
                <c:pt idx="8071">
                  <c:v>807.1</c:v>
                </c:pt>
                <c:pt idx="8072">
                  <c:v>807.2</c:v>
                </c:pt>
                <c:pt idx="8073">
                  <c:v>807.3</c:v>
                </c:pt>
                <c:pt idx="8074">
                  <c:v>807.4</c:v>
                </c:pt>
                <c:pt idx="8075">
                  <c:v>807.5</c:v>
                </c:pt>
                <c:pt idx="8076">
                  <c:v>807.6</c:v>
                </c:pt>
                <c:pt idx="8077">
                  <c:v>807.7</c:v>
                </c:pt>
                <c:pt idx="8078">
                  <c:v>807.8</c:v>
                </c:pt>
                <c:pt idx="8079">
                  <c:v>807.9</c:v>
                </c:pt>
                <c:pt idx="8080">
                  <c:v>808</c:v>
                </c:pt>
                <c:pt idx="8081">
                  <c:v>808.1</c:v>
                </c:pt>
                <c:pt idx="8082">
                  <c:v>808.2</c:v>
                </c:pt>
                <c:pt idx="8083">
                  <c:v>808.3</c:v>
                </c:pt>
                <c:pt idx="8084">
                  <c:v>808.4</c:v>
                </c:pt>
                <c:pt idx="8085">
                  <c:v>808.5</c:v>
                </c:pt>
                <c:pt idx="8086">
                  <c:v>808.6</c:v>
                </c:pt>
                <c:pt idx="8087">
                  <c:v>808.7</c:v>
                </c:pt>
                <c:pt idx="8088">
                  <c:v>808.8</c:v>
                </c:pt>
                <c:pt idx="8089">
                  <c:v>808.9</c:v>
                </c:pt>
                <c:pt idx="8090">
                  <c:v>809</c:v>
                </c:pt>
                <c:pt idx="8091">
                  <c:v>809.1</c:v>
                </c:pt>
                <c:pt idx="8092">
                  <c:v>809.2</c:v>
                </c:pt>
                <c:pt idx="8093">
                  <c:v>809.3</c:v>
                </c:pt>
                <c:pt idx="8094">
                  <c:v>809.4</c:v>
                </c:pt>
                <c:pt idx="8095">
                  <c:v>809.5</c:v>
                </c:pt>
                <c:pt idx="8096">
                  <c:v>809.6</c:v>
                </c:pt>
                <c:pt idx="8097">
                  <c:v>809.7</c:v>
                </c:pt>
                <c:pt idx="8098">
                  <c:v>809.8</c:v>
                </c:pt>
                <c:pt idx="8099">
                  <c:v>809.9</c:v>
                </c:pt>
                <c:pt idx="8100">
                  <c:v>810</c:v>
                </c:pt>
                <c:pt idx="8101">
                  <c:v>810.1</c:v>
                </c:pt>
                <c:pt idx="8102">
                  <c:v>810.2</c:v>
                </c:pt>
                <c:pt idx="8103">
                  <c:v>810.3</c:v>
                </c:pt>
                <c:pt idx="8104">
                  <c:v>810.4</c:v>
                </c:pt>
                <c:pt idx="8105">
                  <c:v>810.5</c:v>
                </c:pt>
                <c:pt idx="8106">
                  <c:v>810.6</c:v>
                </c:pt>
                <c:pt idx="8107">
                  <c:v>810.7</c:v>
                </c:pt>
                <c:pt idx="8108">
                  <c:v>810.8</c:v>
                </c:pt>
                <c:pt idx="8109">
                  <c:v>810.9</c:v>
                </c:pt>
                <c:pt idx="8110">
                  <c:v>811</c:v>
                </c:pt>
                <c:pt idx="8111">
                  <c:v>811.1</c:v>
                </c:pt>
                <c:pt idx="8112">
                  <c:v>811.2</c:v>
                </c:pt>
                <c:pt idx="8113">
                  <c:v>811.3</c:v>
                </c:pt>
                <c:pt idx="8114">
                  <c:v>811.4</c:v>
                </c:pt>
                <c:pt idx="8115">
                  <c:v>811.5</c:v>
                </c:pt>
                <c:pt idx="8116">
                  <c:v>811.6</c:v>
                </c:pt>
                <c:pt idx="8117">
                  <c:v>811.7</c:v>
                </c:pt>
                <c:pt idx="8118">
                  <c:v>811.8</c:v>
                </c:pt>
                <c:pt idx="8119">
                  <c:v>811.9</c:v>
                </c:pt>
                <c:pt idx="8120">
                  <c:v>812</c:v>
                </c:pt>
                <c:pt idx="8121">
                  <c:v>812.1</c:v>
                </c:pt>
                <c:pt idx="8122">
                  <c:v>812.2</c:v>
                </c:pt>
                <c:pt idx="8123">
                  <c:v>812.3</c:v>
                </c:pt>
                <c:pt idx="8124">
                  <c:v>812.4</c:v>
                </c:pt>
                <c:pt idx="8125">
                  <c:v>812.5</c:v>
                </c:pt>
                <c:pt idx="8126">
                  <c:v>812.6</c:v>
                </c:pt>
                <c:pt idx="8127">
                  <c:v>812.7</c:v>
                </c:pt>
                <c:pt idx="8128">
                  <c:v>812.8</c:v>
                </c:pt>
                <c:pt idx="8129">
                  <c:v>812.9</c:v>
                </c:pt>
                <c:pt idx="8130">
                  <c:v>813</c:v>
                </c:pt>
                <c:pt idx="8131">
                  <c:v>813.1</c:v>
                </c:pt>
                <c:pt idx="8132">
                  <c:v>813.2</c:v>
                </c:pt>
                <c:pt idx="8133">
                  <c:v>813.3</c:v>
                </c:pt>
                <c:pt idx="8134">
                  <c:v>813.4</c:v>
                </c:pt>
                <c:pt idx="8135">
                  <c:v>813.5</c:v>
                </c:pt>
                <c:pt idx="8136">
                  <c:v>813.6</c:v>
                </c:pt>
                <c:pt idx="8137">
                  <c:v>813.7</c:v>
                </c:pt>
                <c:pt idx="8138">
                  <c:v>813.8</c:v>
                </c:pt>
                <c:pt idx="8139">
                  <c:v>813.9</c:v>
                </c:pt>
                <c:pt idx="8140">
                  <c:v>814</c:v>
                </c:pt>
                <c:pt idx="8141">
                  <c:v>814.1</c:v>
                </c:pt>
                <c:pt idx="8142">
                  <c:v>814.2</c:v>
                </c:pt>
                <c:pt idx="8143">
                  <c:v>814.3</c:v>
                </c:pt>
                <c:pt idx="8144">
                  <c:v>814.4</c:v>
                </c:pt>
                <c:pt idx="8145">
                  <c:v>814.5</c:v>
                </c:pt>
                <c:pt idx="8146">
                  <c:v>814.6</c:v>
                </c:pt>
                <c:pt idx="8147">
                  <c:v>814.7</c:v>
                </c:pt>
                <c:pt idx="8148">
                  <c:v>814.8</c:v>
                </c:pt>
                <c:pt idx="8149">
                  <c:v>814.9</c:v>
                </c:pt>
                <c:pt idx="8150">
                  <c:v>815</c:v>
                </c:pt>
                <c:pt idx="8151">
                  <c:v>815.1</c:v>
                </c:pt>
                <c:pt idx="8152">
                  <c:v>815.2</c:v>
                </c:pt>
                <c:pt idx="8153">
                  <c:v>815.3</c:v>
                </c:pt>
                <c:pt idx="8154">
                  <c:v>815.4</c:v>
                </c:pt>
                <c:pt idx="8155">
                  <c:v>815.5</c:v>
                </c:pt>
                <c:pt idx="8156">
                  <c:v>815.6</c:v>
                </c:pt>
                <c:pt idx="8157">
                  <c:v>815.7</c:v>
                </c:pt>
                <c:pt idx="8158">
                  <c:v>815.8</c:v>
                </c:pt>
                <c:pt idx="8159">
                  <c:v>815.9</c:v>
                </c:pt>
                <c:pt idx="8160">
                  <c:v>816</c:v>
                </c:pt>
                <c:pt idx="8161">
                  <c:v>816.1</c:v>
                </c:pt>
                <c:pt idx="8162">
                  <c:v>816.2</c:v>
                </c:pt>
                <c:pt idx="8163">
                  <c:v>816.3</c:v>
                </c:pt>
                <c:pt idx="8164">
                  <c:v>816.4</c:v>
                </c:pt>
                <c:pt idx="8165">
                  <c:v>816.5</c:v>
                </c:pt>
                <c:pt idx="8166">
                  <c:v>816.6</c:v>
                </c:pt>
                <c:pt idx="8167">
                  <c:v>816.7</c:v>
                </c:pt>
                <c:pt idx="8168">
                  <c:v>816.8</c:v>
                </c:pt>
                <c:pt idx="8169">
                  <c:v>816.9</c:v>
                </c:pt>
                <c:pt idx="8170">
                  <c:v>817</c:v>
                </c:pt>
                <c:pt idx="8171">
                  <c:v>817.1</c:v>
                </c:pt>
                <c:pt idx="8172">
                  <c:v>817.2</c:v>
                </c:pt>
                <c:pt idx="8173">
                  <c:v>817.3</c:v>
                </c:pt>
                <c:pt idx="8174">
                  <c:v>817.4</c:v>
                </c:pt>
                <c:pt idx="8175">
                  <c:v>817.5</c:v>
                </c:pt>
                <c:pt idx="8176">
                  <c:v>817.6</c:v>
                </c:pt>
                <c:pt idx="8177">
                  <c:v>817.7</c:v>
                </c:pt>
                <c:pt idx="8178">
                  <c:v>817.8</c:v>
                </c:pt>
                <c:pt idx="8179">
                  <c:v>817.9</c:v>
                </c:pt>
                <c:pt idx="8180">
                  <c:v>818</c:v>
                </c:pt>
                <c:pt idx="8181">
                  <c:v>818.1</c:v>
                </c:pt>
                <c:pt idx="8182">
                  <c:v>818.2</c:v>
                </c:pt>
                <c:pt idx="8183">
                  <c:v>818.3</c:v>
                </c:pt>
                <c:pt idx="8184">
                  <c:v>818.4</c:v>
                </c:pt>
                <c:pt idx="8185">
                  <c:v>818.5</c:v>
                </c:pt>
                <c:pt idx="8186">
                  <c:v>818.6</c:v>
                </c:pt>
                <c:pt idx="8187">
                  <c:v>818.7</c:v>
                </c:pt>
                <c:pt idx="8188">
                  <c:v>818.8</c:v>
                </c:pt>
                <c:pt idx="8189">
                  <c:v>818.9</c:v>
                </c:pt>
                <c:pt idx="8190">
                  <c:v>819</c:v>
                </c:pt>
                <c:pt idx="8191">
                  <c:v>819.1</c:v>
                </c:pt>
                <c:pt idx="8192">
                  <c:v>819.2</c:v>
                </c:pt>
                <c:pt idx="8193">
                  <c:v>819.3</c:v>
                </c:pt>
                <c:pt idx="8194">
                  <c:v>819.4</c:v>
                </c:pt>
                <c:pt idx="8195">
                  <c:v>819.5</c:v>
                </c:pt>
                <c:pt idx="8196">
                  <c:v>819.6</c:v>
                </c:pt>
                <c:pt idx="8197">
                  <c:v>819.7</c:v>
                </c:pt>
                <c:pt idx="8198">
                  <c:v>819.8</c:v>
                </c:pt>
                <c:pt idx="8199">
                  <c:v>819.9</c:v>
                </c:pt>
                <c:pt idx="8200">
                  <c:v>820</c:v>
                </c:pt>
                <c:pt idx="8201">
                  <c:v>820.1</c:v>
                </c:pt>
                <c:pt idx="8202">
                  <c:v>820.2</c:v>
                </c:pt>
                <c:pt idx="8203">
                  <c:v>820.3</c:v>
                </c:pt>
                <c:pt idx="8204">
                  <c:v>820.4</c:v>
                </c:pt>
                <c:pt idx="8205">
                  <c:v>820.5</c:v>
                </c:pt>
                <c:pt idx="8206">
                  <c:v>820.6</c:v>
                </c:pt>
                <c:pt idx="8207">
                  <c:v>820.7</c:v>
                </c:pt>
                <c:pt idx="8208">
                  <c:v>820.8</c:v>
                </c:pt>
                <c:pt idx="8209">
                  <c:v>820.9</c:v>
                </c:pt>
                <c:pt idx="8210">
                  <c:v>821</c:v>
                </c:pt>
                <c:pt idx="8211">
                  <c:v>821.1</c:v>
                </c:pt>
                <c:pt idx="8212">
                  <c:v>821.2</c:v>
                </c:pt>
                <c:pt idx="8213">
                  <c:v>821.3</c:v>
                </c:pt>
                <c:pt idx="8214">
                  <c:v>821.4</c:v>
                </c:pt>
                <c:pt idx="8215">
                  <c:v>821.5</c:v>
                </c:pt>
                <c:pt idx="8216">
                  <c:v>821.6</c:v>
                </c:pt>
                <c:pt idx="8217">
                  <c:v>821.7</c:v>
                </c:pt>
                <c:pt idx="8218">
                  <c:v>821.8</c:v>
                </c:pt>
                <c:pt idx="8219">
                  <c:v>821.9</c:v>
                </c:pt>
                <c:pt idx="8220">
                  <c:v>822</c:v>
                </c:pt>
                <c:pt idx="8221">
                  <c:v>822.1</c:v>
                </c:pt>
                <c:pt idx="8222">
                  <c:v>822.2</c:v>
                </c:pt>
                <c:pt idx="8223">
                  <c:v>822.3</c:v>
                </c:pt>
                <c:pt idx="8224">
                  <c:v>822.4</c:v>
                </c:pt>
                <c:pt idx="8225">
                  <c:v>822.5</c:v>
                </c:pt>
                <c:pt idx="8226">
                  <c:v>822.6</c:v>
                </c:pt>
                <c:pt idx="8227">
                  <c:v>822.7</c:v>
                </c:pt>
                <c:pt idx="8228">
                  <c:v>822.8</c:v>
                </c:pt>
                <c:pt idx="8229">
                  <c:v>822.9</c:v>
                </c:pt>
                <c:pt idx="8230">
                  <c:v>823</c:v>
                </c:pt>
                <c:pt idx="8231">
                  <c:v>823.1</c:v>
                </c:pt>
                <c:pt idx="8232">
                  <c:v>823.2</c:v>
                </c:pt>
                <c:pt idx="8233">
                  <c:v>823.3</c:v>
                </c:pt>
                <c:pt idx="8234">
                  <c:v>823.4</c:v>
                </c:pt>
                <c:pt idx="8235">
                  <c:v>823.5</c:v>
                </c:pt>
                <c:pt idx="8236">
                  <c:v>823.6</c:v>
                </c:pt>
                <c:pt idx="8237">
                  <c:v>823.7</c:v>
                </c:pt>
                <c:pt idx="8238">
                  <c:v>823.8</c:v>
                </c:pt>
                <c:pt idx="8239">
                  <c:v>823.9</c:v>
                </c:pt>
                <c:pt idx="8240">
                  <c:v>824</c:v>
                </c:pt>
                <c:pt idx="8241">
                  <c:v>824.1</c:v>
                </c:pt>
                <c:pt idx="8242">
                  <c:v>824.2</c:v>
                </c:pt>
                <c:pt idx="8243">
                  <c:v>824.3</c:v>
                </c:pt>
                <c:pt idx="8244">
                  <c:v>824.4</c:v>
                </c:pt>
                <c:pt idx="8245">
                  <c:v>824.5</c:v>
                </c:pt>
                <c:pt idx="8246">
                  <c:v>824.6</c:v>
                </c:pt>
                <c:pt idx="8247">
                  <c:v>824.7</c:v>
                </c:pt>
                <c:pt idx="8248">
                  <c:v>824.8</c:v>
                </c:pt>
                <c:pt idx="8249">
                  <c:v>824.9</c:v>
                </c:pt>
                <c:pt idx="8250">
                  <c:v>825</c:v>
                </c:pt>
                <c:pt idx="8251">
                  <c:v>825.1</c:v>
                </c:pt>
                <c:pt idx="8252">
                  <c:v>825.2</c:v>
                </c:pt>
                <c:pt idx="8253">
                  <c:v>825.3</c:v>
                </c:pt>
                <c:pt idx="8254">
                  <c:v>825.4</c:v>
                </c:pt>
                <c:pt idx="8255">
                  <c:v>825.5</c:v>
                </c:pt>
                <c:pt idx="8256">
                  <c:v>825.6</c:v>
                </c:pt>
                <c:pt idx="8257">
                  <c:v>825.7</c:v>
                </c:pt>
                <c:pt idx="8258">
                  <c:v>825.8</c:v>
                </c:pt>
                <c:pt idx="8259">
                  <c:v>825.9</c:v>
                </c:pt>
                <c:pt idx="8260">
                  <c:v>826</c:v>
                </c:pt>
                <c:pt idx="8261">
                  <c:v>826.1</c:v>
                </c:pt>
                <c:pt idx="8262">
                  <c:v>826.2</c:v>
                </c:pt>
                <c:pt idx="8263">
                  <c:v>826.3</c:v>
                </c:pt>
                <c:pt idx="8264">
                  <c:v>826.4</c:v>
                </c:pt>
                <c:pt idx="8265">
                  <c:v>826.5</c:v>
                </c:pt>
                <c:pt idx="8266">
                  <c:v>826.6</c:v>
                </c:pt>
                <c:pt idx="8267">
                  <c:v>826.7</c:v>
                </c:pt>
                <c:pt idx="8268">
                  <c:v>826.8</c:v>
                </c:pt>
                <c:pt idx="8269">
                  <c:v>826.9</c:v>
                </c:pt>
                <c:pt idx="8270">
                  <c:v>827</c:v>
                </c:pt>
                <c:pt idx="8271">
                  <c:v>827.1</c:v>
                </c:pt>
                <c:pt idx="8272">
                  <c:v>827.2</c:v>
                </c:pt>
                <c:pt idx="8273">
                  <c:v>827.3</c:v>
                </c:pt>
                <c:pt idx="8274">
                  <c:v>827.4</c:v>
                </c:pt>
                <c:pt idx="8275">
                  <c:v>827.5</c:v>
                </c:pt>
                <c:pt idx="8276">
                  <c:v>827.6</c:v>
                </c:pt>
                <c:pt idx="8277">
                  <c:v>827.7</c:v>
                </c:pt>
                <c:pt idx="8278">
                  <c:v>827.8</c:v>
                </c:pt>
                <c:pt idx="8279">
                  <c:v>827.9</c:v>
                </c:pt>
                <c:pt idx="8280">
                  <c:v>828</c:v>
                </c:pt>
                <c:pt idx="8281">
                  <c:v>828.1</c:v>
                </c:pt>
                <c:pt idx="8282">
                  <c:v>828.2</c:v>
                </c:pt>
                <c:pt idx="8283">
                  <c:v>828.3</c:v>
                </c:pt>
                <c:pt idx="8284">
                  <c:v>828.4</c:v>
                </c:pt>
                <c:pt idx="8285">
                  <c:v>828.5</c:v>
                </c:pt>
                <c:pt idx="8286">
                  <c:v>828.6</c:v>
                </c:pt>
                <c:pt idx="8287">
                  <c:v>828.7</c:v>
                </c:pt>
                <c:pt idx="8288">
                  <c:v>828.8</c:v>
                </c:pt>
                <c:pt idx="8289">
                  <c:v>828.9</c:v>
                </c:pt>
                <c:pt idx="8290">
                  <c:v>829</c:v>
                </c:pt>
                <c:pt idx="8291">
                  <c:v>829.1</c:v>
                </c:pt>
                <c:pt idx="8292">
                  <c:v>829.2</c:v>
                </c:pt>
                <c:pt idx="8293">
                  <c:v>829.3</c:v>
                </c:pt>
                <c:pt idx="8294">
                  <c:v>829.4</c:v>
                </c:pt>
                <c:pt idx="8295">
                  <c:v>829.5</c:v>
                </c:pt>
                <c:pt idx="8296">
                  <c:v>829.6</c:v>
                </c:pt>
                <c:pt idx="8297">
                  <c:v>829.7</c:v>
                </c:pt>
                <c:pt idx="8298">
                  <c:v>829.8</c:v>
                </c:pt>
                <c:pt idx="8299">
                  <c:v>829.9</c:v>
                </c:pt>
                <c:pt idx="8300">
                  <c:v>830</c:v>
                </c:pt>
                <c:pt idx="8301">
                  <c:v>830.1</c:v>
                </c:pt>
                <c:pt idx="8302">
                  <c:v>830.2</c:v>
                </c:pt>
                <c:pt idx="8303">
                  <c:v>830.3</c:v>
                </c:pt>
                <c:pt idx="8304">
                  <c:v>830.4</c:v>
                </c:pt>
                <c:pt idx="8305">
                  <c:v>830.5</c:v>
                </c:pt>
                <c:pt idx="8306">
                  <c:v>830.6</c:v>
                </c:pt>
                <c:pt idx="8307">
                  <c:v>830.7</c:v>
                </c:pt>
                <c:pt idx="8308">
                  <c:v>830.8</c:v>
                </c:pt>
                <c:pt idx="8309">
                  <c:v>830.9</c:v>
                </c:pt>
                <c:pt idx="8310">
                  <c:v>831</c:v>
                </c:pt>
                <c:pt idx="8311">
                  <c:v>831.1</c:v>
                </c:pt>
                <c:pt idx="8312">
                  <c:v>831.2</c:v>
                </c:pt>
                <c:pt idx="8313">
                  <c:v>831.3</c:v>
                </c:pt>
                <c:pt idx="8314">
                  <c:v>831.4</c:v>
                </c:pt>
                <c:pt idx="8315">
                  <c:v>831.5</c:v>
                </c:pt>
                <c:pt idx="8316">
                  <c:v>831.6</c:v>
                </c:pt>
                <c:pt idx="8317">
                  <c:v>831.7</c:v>
                </c:pt>
                <c:pt idx="8318">
                  <c:v>831.8</c:v>
                </c:pt>
                <c:pt idx="8319">
                  <c:v>831.9</c:v>
                </c:pt>
                <c:pt idx="8320">
                  <c:v>832</c:v>
                </c:pt>
                <c:pt idx="8321">
                  <c:v>832.1</c:v>
                </c:pt>
                <c:pt idx="8322">
                  <c:v>832.2</c:v>
                </c:pt>
                <c:pt idx="8323">
                  <c:v>832.3</c:v>
                </c:pt>
                <c:pt idx="8324">
                  <c:v>832.4</c:v>
                </c:pt>
                <c:pt idx="8325">
                  <c:v>832.5</c:v>
                </c:pt>
                <c:pt idx="8326">
                  <c:v>832.6</c:v>
                </c:pt>
                <c:pt idx="8327">
                  <c:v>832.7</c:v>
                </c:pt>
                <c:pt idx="8328">
                  <c:v>832.8</c:v>
                </c:pt>
                <c:pt idx="8329">
                  <c:v>832.9</c:v>
                </c:pt>
                <c:pt idx="8330">
                  <c:v>833</c:v>
                </c:pt>
                <c:pt idx="8331">
                  <c:v>833.1</c:v>
                </c:pt>
                <c:pt idx="8332">
                  <c:v>833.2</c:v>
                </c:pt>
                <c:pt idx="8333">
                  <c:v>833.3</c:v>
                </c:pt>
                <c:pt idx="8334">
                  <c:v>833.4</c:v>
                </c:pt>
                <c:pt idx="8335">
                  <c:v>833.5</c:v>
                </c:pt>
                <c:pt idx="8336">
                  <c:v>833.6</c:v>
                </c:pt>
                <c:pt idx="8337">
                  <c:v>833.7</c:v>
                </c:pt>
                <c:pt idx="8338">
                  <c:v>833.8</c:v>
                </c:pt>
                <c:pt idx="8339">
                  <c:v>833.9</c:v>
                </c:pt>
                <c:pt idx="8340">
                  <c:v>834</c:v>
                </c:pt>
                <c:pt idx="8341">
                  <c:v>834.1</c:v>
                </c:pt>
                <c:pt idx="8342">
                  <c:v>834.2</c:v>
                </c:pt>
                <c:pt idx="8343">
                  <c:v>834.3</c:v>
                </c:pt>
                <c:pt idx="8344">
                  <c:v>834.4</c:v>
                </c:pt>
                <c:pt idx="8345">
                  <c:v>834.5</c:v>
                </c:pt>
                <c:pt idx="8346">
                  <c:v>834.6</c:v>
                </c:pt>
                <c:pt idx="8347">
                  <c:v>834.7</c:v>
                </c:pt>
                <c:pt idx="8348">
                  <c:v>834.8</c:v>
                </c:pt>
                <c:pt idx="8349">
                  <c:v>834.9</c:v>
                </c:pt>
                <c:pt idx="8350">
                  <c:v>835</c:v>
                </c:pt>
                <c:pt idx="8351">
                  <c:v>835.1</c:v>
                </c:pt>
                <c:pt idx="8352">
                  <c:v>835.2</c:v>
                </c:pt>
                <c:pt idx="8353">
                  <c:v>835.3</c:v>
                </c:pt>
                <c:pt idx="8354">
                  <c:v>835.4</c:v>
                </c:pt>
                <c:pt idx="8355">
                  <c:v>835.5</c:v>
                </c:pt>
                <c:pt idx="8356">
                  <c:v>835.6</c:v>
                </c:pt>
                <c:pt idx="8357">
                  <c:v>835.7</c:v>
                </c:pt>
                <c:pt idx="8358">
                  <c:v>835.8</c:v>
                </c:pt>
                <c:pt idx="8359">
                  <c:v>835.9</c:v>
                </c:pt>
                <c:pt idx="8360">
                  <c:v>836</c:v>
                </c:pt>
                <c:pt idx="8361">
                  <c:v>836.1</c:v>
                </c:pt>
                <c:pt idx="8362">
                  <c:v>836.2</c:v>
                </c:pt>
                <c:pt idx="8363">
                  <c:v>836.3</c:v>
                </c:pt>
                <c:pt idx="8364">
                  <c:v>836.4</c:v>
                </c:pt>
                <c:pt idx="8365">
                  <c:v>836.5</c:v>
                </c:pt>
                <c:pt idx="8366">
                  <c:v>836.6</c:v>
                </c:pt>
                <c:pt idx="8367">
                  <c:v>836.7</c:v>
                </c:pt>
                <c:pt idx="8368">
                  <c:v>836.8</c:v>
                </c:pt>
                <c:pt idx="8369">
                  <c:v>836.9</c:v>
                </c:pt>
                <c:pt idx="8370">
                  <c:v>837</c:v>
                </c:pt>
                <c:pt idx="8371">
                  <c:v>837.1</c:v>
                </c:pt>
                <c:pt idx="8372">
                  <c:v>837.2</c:v>
                </c:pt>
                <c:pt idx="8373">
                  <c:v>837.3</c:v>
                </c:pt>
                <c:pt idx="8374">
                  <c:v>837.4</c:v>
                </c:pt>
                <c:pt idx="8375">
                  <c:v>837.5</c:v>
                </c:pt>
                <c:pt idx="8376">
                  <c:v>837.6</c:v>
                </c:pt>
                <c:pt idx="8377">
                  <c:v>837.7</c:v>
                </c:pt>
                <c:pt idx="8378">
                  <c:v>837.8</c:v>
                </c:pt>
                <c:pt idx="8379">
                  <c:v>837.9</c:v>
                </c:pt>
                <c:pt idx="8380">
                  <c:v>838</c:v>
                </c:pt>
                <c:pt idx="8381">
                  <c:v>838.1</c:v>
                </c:pt>
                <c:pt idx="8382">
                  <c:v>838.2</c:v>
                </c:pt>
                <c:pt idx="8383">
                  <c:v>838.3</c:v>
                </c:pt>
                <c:pt idx="8384">
                  <c:v>838.4</c:v>
                </c:pt>
                <c:pt idx="8385">
                  <c:v>838.5</c:v>
                </c:pt>
                <c:pt idx="8386">
                  <c:v>838.6</c:v>
                </c:pt>
                <c:pt idx="8387">
                  <c:v>838.7</c:v>
                </c:pt>
                <c:pt idx="8388">
                  <c:v>838.8</c:v>
                </c:pt>
                <c:pt idx="8389">
                  <c:v>838.9</c:v>
                </c:pt>
                <c:pt idx="8390">
                  <c:v>839</c:v>
                </c:pt>
                <c:pt idx="8391">
                  <c:v>839.1</c:v>
                </c:pt>
                <c:pt idx="8392">
                  <c:v>839.2</c:v>
                </c:pt>
                <c:pt idx="8393">
                  <c:v>839.3</c:v>
                </c:pt>
                <c:pt idx="8394">
                  <c:v>839.4</c:v>
                </c:pt>
                <c:pt idx="8395">
                  <c:v>839.5</c:v>
                </c:pt>
                <c:pt idx="8396">
                  <c:v>839.6</c:v>
                </c:pt>
                <c:pt idx="8397">
                  <c:v>839.7</c:v>
                </c:pt>
                <c:pt idx="8398">
                  <c:v>839.8</c:v>
                </c:pt>
                <c:pt idx="8399">
                  <c:v>839.9</c:v>
                </c:pt>
                <c:pt idx="8400">
                  <c:v>840</c:v>
                </c:pt>
                <c:pt idx="8401">
                  <c:v>840.1</c:v>
                </c:pt>
                <c:pt idx="8402">
                  <c:v>840.2</c:v>
                </c:pt>
                <c:pt idx="8403">
                  <c:v>840.3</c:v>
                </c:pt>
                <c:pt idx="8404">
                  <c:v>840.4</c:v>
                </c:pt>
                <c:pt idx="8405">
                  <c:v>840.5</c:v>
                </c:pt>
                <c:pt idx="8406">
                  <c:v>840.6</c:v>
                </c:pt>
                <c:pt idx="8407">
                  <c:v>840.7</c:v>
                </c:pt>
                <c:pt idx="8408">
                  <c:v>840.8</c:v>
                </c:pt>
                <c:pt idx="8409">
                  <c:v>840.9</c:v>
                </c:pt>
                <c:pt idx="8410">
                  <c:v>841</c:v>
                </c:pt>
                <c:pt idx="8411">
                  <c:v>841.1</c:v>
                </c:pt>
                <c:pt idx="8412">
                  <c:v>841.2</c:v>
                </c:pt>
                <c:pt idx="8413">
                  <c:v>841.3</c:v>
                </c:pt>
                <c:pt idx="8414">
                  <c:v>841.4</c:v>
                </c:pt>
                <c:pt idx="8415">
                  <c:v>841.5</c:v>
                </c:pt>
                <c:pt idx="8416">
                  <c:v>841.6</c:v>
                </c:pt>
                <c:pt idx="8417">
                  <c:v>841.7</c:v>
                </c:pt>
                <c:pt idx="8418">
                  <c:v>841.8</c:v>
                </c:pt>
                <c:pt idx="8419">
                  <c:v>841.9</c:v>
                </c:pt>
                <c:pt idx="8420">
                  <c:v>842</c:v>
                </c:pt>
                <c:pt idx="8421">
                  <c:v>842.1</c:v>
                </c:pt>
                <c:pt idx="8422">
                  <c:v>842.2</c:v>
                </c:pt>
                <c:pt idx="8423">
                  <c:v>842.3</c:v>
                </c:pt>
                <c:pt idx="8424">
                  <c:v>842.4</c:v>
                </c:pt>
                <c:pt idx="8425">
                  <c:v>842.5</c:v>
                </c:pt>
                <c:pt idx="8426">
                  <c:v>842.6</c:v>
                </c:pt>
                <c:pt idx="8427">
                  <c:v>842.7</c:v>
                </c:pt>
                <c:pt idx="8428">
                  <c:v>842.8</c:v>
                </c:pt>
                <c:pt idx="8429">
                  <c:v>842.9</c:v>
                </c:pt>
                <c:pt idx="8430">
                  <c:v>843</c:v>
                </c:pt>
                <c:pt idx="8431">
                  <c:v>843.1</c:v>
                </c:pt>
                <c:pt idx="8432">
                  <c:v>843.2</c:v>
                </c:pt>
                <c:pt idx="8433">
                  <c:v>843.3</c:v>
                </c:pt>
                <c:pt idx="8434">
                  <c:v>843.4</c:v>
                </c:pt>
                <c:pt idx="8435">
                  <c:v>843.5</c:v>
                </c:pt>
                <c:pt idx="8436">
                  <c:v>843.6</c:v>
                </c:pt>
                <c:pt idx="8437">
                  <c:v>843.7</c:v>
                </c:pt>
                <c:pt idx="8438">
                  <c:v>843.8</c:v>
                </c:pt>
                <c:pt idx="8439">
                  <c:v>843.9</c:v>
                </c:pt>
                <c:pt idx="8440">
                  <c:v>844</c:v>
                </c:pt>
                <c:pt idx="8441">
                  <c:v>844.1</c:v>
                </c:pt>
                <c:pt idx="8442">
                  <c:v>844.2</c:v>
                </c:pt>
                <c:pt idx="8443">
                  <c:v>844.3</c:v>
                </c:pt>
                <c:pt idx="8444">
                  <c:v>844.4</c:v>
                </c:pt>
                <c:pt idx="8445">
                  <c:v>844.5</c:v>
                </c:pt>
                <c:pt idx="8446">
                  <c:v>844.6</c:v>
                </c:pt>
                <c:pt idx="8447">
                  <c:v>844.7</c:v>
                </c:pt>
                <c:pt idx="8448">
                  <c:v>844.8</c:v>
                </c:pt>
                <c:pt idx="8449">
                  <c:v>844.9</c:v>
                </c:pt>
                <c:pt idx="8450">
                  <c:v>845</c:v>
                </c:pt>
                <c:pt idx="8451">
                  <c:v>845.1</c:v>
                </c:pt>
                <c:pt idx="8452">
                  <c:v>845.2</c:v>
                </c:pt>
                <c:pt idx="8453">
                  <c:v>845.3</c:v>
                </c:pt>
                <c:pt idx="8454">
                  <c:v>845.4</c:v>
                </c:pt>
                <c:pt idx="8455">
                  <c:v>845.5</c:v>
                </c:pt>
                <c:pt idx="8456">
                  <c:v>845.6</c:v>
                </c:pt>
                <c:pt idx="8457">
                  <c:v>845.7</c:v>
                </c:pt>
                <c:pt idx="8458">
                  <c:v>845.8</c:v>
                </c:pt>
                <c:pt idx="8459">
                  <c:v>845.9</c:v>
                </c:pt>
                <c:pt idx="8460">
                  <c:v>846</c:v>
                </c:pt>
                <c:pt idx="8461">
                  <c:v>846.1</c:v>
                </c:pt>
                <c:pt idx="8462">
                  <c:v>846.2</c:v>
                </c:pt>
                <c:pt idx="8463">
                  <c:v>846.3</c:v>
                </c:pt>
                <c:pt idx="8464">
                  <c:v>846.4</c:v>
                </c:pt>
                <c:pt idx="8465">
                  <c:v>846.5</c:v>
                </c:pt>
                <c:pt idx="8466">
                  <c:v>846.6</c:v>
                </c:pt>
                <c:pt idx="8467">
                  <c:v>846.7</c:v>
                </c:pt>
                <c:pt idx="8468">
                  <c:v>846.8</c:v>
                </c:pt>
                <c:pt idx="8469">
                  <c:v>846.9</c:v>
                </c:pt>
                <c:pt idx="8470">
                  <c:v>847</c:v>
                </c:pt>
                <c:pt idx="8471">
                  <c:v>847.1</c:v>
                </c:pt>
                <c:pt idx="8472">
                  <c:v>847.2</c:v>
                </c:pt>
                <c:pt idx="8473">
                  <c:v>847.3</c:v>
                </c:pt>
                <c:pt idx="8474">
                  <c:v>847.4</c:v>
                </c:pt>
                <c:pt idx="8475">
                  <c:v>847.5</c:v>
                </c:pt>
                <c:pt idx="8476">
                  <c:v>847.6</c:v>
                </c:pt>
                <c:pt idx="8477">
                  <c:v>847.7</c:v>
                </c:pt>
                <c:pt idx="8478">
                  <c:v>847.8</c:v>
                </c:pt>
                <c:pt idx="8479">
                  <c:v>847.9</c:v>
                </c:pt>
                <c:pt idx="8480">
                  <c:v>848</c:v>
                </c:pt>
                <c:pt idx="8481">
                  <c:v>848.1</c:v>
                </c:pt>
                <c:pt idx="8482">
                  <c:v>848.2</c:v>
                </c:pt>
                <c:pt idx="8483">
                  <c:v>848.3</c:v>
                </c:pt>
                <c:pt idx="8484">
                  <c:v>848.4</c:v>
                </c:pt>
                <c:pt idx="8485">
                  <c:v>848.5</c:v>
                </c:pt>
                <c:pt idx="8486">
                  <c:v>848.6</c:v>
                </c:pt>
                <c:pt idx="8487">
                  <c:v>848.7</c:v>
                </c:pt>
                <c:pt idx="8488">
                  <c:v>848.8</c:v>
                </c:pt>
                <c:pt idx="8489">
                  <c:v>848.9</c:v>
                </c:pt>
                <c:pt idx="8490">
                  <c:v>849</c:v>
                </c:pt>
                <c:pt idx="8491">
                  <c:v>849.1</c:v>
                </c:pt>
                <c:pt idx="8492">
                  <c:v>849.2</c:v>
                </c:pt>
                <c:pt idx="8493">
                  <c:v>849.3</c:v>
                </c:pt>
                <c:pt idx="8494">
                  <c:v>849.4</c:v>
                </c:pt>
                <c:pt idx="8495">
                  <c:v>849.5</c:v>
                </c:pt>
                <c:pt idx="8496">
                  <c:v>849.6</c:v>
                </c:pt>
                <c:pt idx="8497">
                  <c:v>849.7</c:v>
                </c:pt>
                <c:pt idx="8498">
                  <c:v>849.8</c:v>
                </c:pt>
                <c:pt idx="8499">
                  <c:v>849.9</c:v>
                </c:pt>
                <c:pt idx="8500">
                  <c:v>850</c:v>
                </c:pt>
                <c:pt idx="8501">
                  <c:v>850.1</c:v>
                </c:pt>
                <c:pt idx="8502">
                  <c:v>850.2</c:v>
                </c:pt>
                <c:pt idx="8503">
                  <c:v>850.3</c:v>
                </c:pt>
                <c:pt idx="8504">
                  <c:v>850.4</c:v>
                </c:pt>
                <c:pt idx="8505">
                  <c:v>850.5</c:v>
                </c:pt>
                <c:pt idx="8506">
                  <c:v>850.6</c:v>
                </c:pt>
                <c:pt idx="8507">
                  <c:v>850.7</c:v>
                </c:pt>
                <c:pt idx="8508">
                  <c:v>850.8</c:v>
                </c:pt>
                <c:pt idx="8509">
                  <c:v>850.9</c:v>
                </c:pt>
                <c:pt idx="8510">
                  <c:v>851</c:v>
                </c:pt>
                <c:pt idx="8511">
                  <c:v>851.1</c:v>
                </c:pt>
                <c:pt idx="8512">
                  <c:v>851.2</c:v>
                </c:pt>
                <c:pt idx="8513">
                  <c:v>851.3</c:v>
                </c:pt>
                <c:pt idx="8514">
                  <c:v>851.4</c:v>
                </c:pt>
                <c:pt idx="8515">
                  <c:v>851.5</c:v>
                </c:pt>
                <c:pt idx="8516">
                  <c:v>851.6</c:v>
                </c:pt>
                <c:pt idx="8517">
                  <c:v>851.7</c:v>
                </c:pt>
                <c:pt idx="8518">
                  <c:v>851.8</c:v>
                </c:pt>
                <c:pt idx="8519">
                  <c:v>851.9</c:v>
                </c:pt>
                <c:pt idx="8520">
                  <c:v>852</c:v>
                </c:pt>
                <c:pt idx="8521">
                  <c:v>852.1</c:v>
                </c:pt>
                <c:pt idx="8522">
                  <c:v>852.2</c:v>
                </c:pt>
                <c:pt idx="8523">
                  <c:v>852.3</c:v>
                </c:pt>
                <c:pt idx="8524">
                  <c:v>852.4</c:v>
                </c:pt>
                <c:pt idx="8525">
                  <c:v>852.5</c:v>
                </c:pt>
                <c:pt idx="8526">
                  <c:v>852.6</c:v>
                </c:pt>
                <c:pt idx="8527">
                  <c:v>852.7</c:v>
                </c:pt>
                <c:pt idx="8528">
                  <c:v>852.8</c:v>
                </c:pt>
                <c:pt idx="8529">
                  <c:v>852.9</c:v>
                </c:pt>
                <c:pt idx="8530">
                  <c:v>853</c:v>
                </c:pt>
                <c:pt idx="8531">
                  <c:v>853.1</c:v>
                </c:pt>
                <c:pt idx="8532">
                  <c:v>853.2</c:v>
                </c:pt>
                <c:pt idx="8533">
                  <c:v>853.3</c:v>
                </c:pt>
                <c:pt idx="8534">
                  <c:v>853.4</c:v>
                </c:pt>
                <c:pt idx="8535">
                  <c:v>853.5</c:v>
                </c:pt>
                <c:pt idx="8536">
                  <c:v>853.6</c:v>
                </c:pt>
                <c:pt idx="8537">
                  <c:v>853.7</c:v>
                </c:pt>
                <c:pt idx="8538">
                  <c:v>853.8</c:v>
                </c:pt>
                <c:pt idx="8539">
                  <c:v>853.9</c:v>
                </c:pt>
                <c:pt idx="8540">
                  <c:v>854</c:v>
                </c:pt>
                <c:pt idx="8541">
                  <c:v>854.1</c:v>
                </c:pt>
                <c:pt idx="8542">
                  <c:v>854.2</c:v>
                </c:pt>
                <c:pt idx="8543">
                  <c:v>854.3</c:v>
                </c:pt>
                <c:pt idx="8544">
                  <c:v>854.4</c:v>
                </c:pt>
                <c:pt idx="8545">
                  <c:v>854.5</c:v>
                </c:pt>
                <c:pt idx="8546">
                  <c:v>854.6</c:v>
                </c:pt>
                <c:pt idx="8547">
                  <c:v>854.7</c:v>
                </c:pt>
                <c:pt idx="8548">
                  <c:v>854.8</c:v>
                </c:pt>
                <c:pt idx="8549">
                  <c:v>854.9</c:v>
                </c:pt>
                <c:pt idx="8550">
                  <c:v>855</c:v>
                </c:pt>
                <c:pt idx="8551">
                  <c:v>855.1</c:v>
                </c:pt>
                <c:pt idx="8552">
                  <c:v>855.2</c:v>
                </c:pt>
                <c:pt idx="8553">
                  <c:v>855.3</c:v>
                </c:pt>
                <c:pt idx="8554">
                  <c:v>855.4</c:v>
                </c:pt>
                <c:pt idx="8555">
                  <c:v>855.5</c:v>
                </c:pt>
                <c:pt idx="8556">
                  <c:v>855.6</c:v>
                </c:pt>
                <c:pt idx="8557">
                  <c:v>855.7</c:v>
                </c:pt>
                <c:pt idx="8558">
                  <c:v>855.8</c:v>
                </c:pt>
                <c:pt idx="8559">
                  <c:v>855.9</c:v>
                </c:pt>
                <c:pt idx="8560">
                  <c:v>856</c:v>
                </c:pt>
                <c:pt idx="8561">
                  <c:v>856.1</c:v>
                </c:pt>
                <c:pt idx="8562">
                  <c:v>856.2</c:v>
                </c:pt>
                <c:pt idx="8563">
                  <c:v>856.3</c:v>
                </c:pt>
                <c:pt idx="8564">
                  <c:v>856.4</c:v>
                </c:pt>
                <c:pt idx="8565">
                  <c:v>856.5</c:v>
                </c:pt>
                <c:pt idx="8566">
                  <c:v>856.6</c:v>
                </c:pt>
                <c:pt idx="8567">
                  <c:v>856.7</c:v>
                </c:pt>
                <c:pt idx="8568">
                  <c:v>856.8</c:v>
                </c:pt>
                <c:pt idx="8569">
                  <c:v>856.9</c:v>
                </c:pt>
                <c:pt idx="8570">
                  <c:v>857</c:v>
                </c:pt>
                <c:pt idx="8571">
                  <c:v>857.1</c:v>
                </c:pt>
                <c:pt idx="8572">
                  <c:v>857.2</c:v>
                </c:pt>
                <c:pt idx="8573">
                  <c:v>857.3</c:v>
                </c:pt>
                <c:pt idx="8574">
                  <c:v>857.4</c:v>
                </c:pt>
                <c:pt idx="8575">
                  <c:v>857.5</c:v>
                </c:pt>
                <c:pt idx="8576">
                  <c:v>857.6</c:v>
                </c:pt>
                <c:pt idx="8577">
                  <c:v>857.7</c:v>
                </c:pt>
                <c:pt idx="8578">
                  <c:v>857.8</c:v>
                </c:pt>
                <c:pt idx="8579">
                  <c:v>857.9</c:v>
                </c:pt>
                <c:pt idx="8580">
                  <c:v>858</c:v>
                </c:pt>
                <c:pt idx="8581">
                  <c:v>858.1</c:v>
                </c:pt>
                <c:pt idx="8582">
                  <c:v>858.2</c:v>
                </c:pt>
                <c:pt idx="8583">
                  <c:v>858.3</c:v>
                </c:pt>
                <c:pt idx="8584">
                  <c:v>858.4</c:v>
                </c:pt>
                <c:pt idx="8585">
                  <c:v>858.5</c:v>
                </c:pt>
                <c:pt idx="8586">
                  <c:v>858.6</c:v>
                </c:pt>
                <c:pt idx="8587">
                  <c:v>858.7</c:v>
                </c:pt>
                <c:pt idx="8588">
                  <c:v>858.8</c:v>
                </c:pt>
                <c:pt idx="8589">
                  <c:v>858.9</c:v>
                </c:pt>
                <c:pt idx="8590">
                  <c:v>859</c:v>
                </c:pt>
                <c:pt idx="8591">
                  <c:v>859.1</c:v>
                </c:pt>
                <c:pt idx="8592">
                  <c:v>859.2</c:v>
                </c:pt>
                <c:pt idx="8593">
                  <c:v>859.3</c:v>
                </c:pt>
                <c:pt idx="8594">
                  <c:v>859.4</c:v>
                </c:pt>
                <c:pt idx="8595">
                  <c:v>859.5</c:v>
                </c:pt>
                <c:pt idx="8596">
                  <c:v>859.6</c:v>
                </c:pt>
                <c:pt idx="8597">
                  <c:v>859.7</c:v>
                </c:pt>
                <c:pt idx="8598">
                  <c:v>859.8</c:v>
                </c:pt>
                <c:pt idx="8599">
                  <c:v>859.9</c:v>
                </c:pt>
                <c:pt idx="8600">
                  <c:v>860</c:v>
                </c:pt>
                <c:pt idx="8601">
                  <c:v>860.1</c:v>
                </c:pt>
                <c:pt idx="8602">
                  <c:v>860.2</c:v>
                </c:pt>
                <c:pt idx="8603">
                  <c:v>860.3</c:v>
                </c:pt>
                <c:pt idx="8604">
                  <c:v>860.4</c:v>
                </c:pt>
                <c:pt idx="8605">
                  <c:v>860.5</c:v>
                </c:pt>
                <c:pt idx="8606">
                  <c:v>860.6</c:v>
                </c:pt>
                <c:pt idx="8607">
                  <c:v>860.7</c:v>
                </c:pt>
                <c:pt idx="8608">
                  <c:v>860.8</c:v>
                </c:pt>
                <c:pt idx="8609">
                  <c:v>860.9</c:v>
                </c:pt>
                <c:pt idx="8610">
                  <c:v>861</c:v>
                </c:pt>
                <c:pt idx="8611">
                  <c:v>861.1</c:v>
                </c:pt>
                <c:pt idx="8612">
                  <c:v>861.2</c:v>
                </c:pt>
                <c:pt idx="8613">
                  <c:v>861.3</c:v>
                </c:pt>
                <c:pt idx="8614">
                  <c:v>861.4</c:v>
                </c:pt>
                <c:pt idx="8615">
                  <c:v>861.5</c:v>
                </c:pt>
                <c:pt idx="8616">
                  <c:v>861.6</c:v>
                </c:pt>
                <c:pt idx="8617">
                  <c:v>861.7</c:v>
                </c:pt>
                <c:pt idx="8618">
                  <c:v>861.8</c:v>
                </c:pt>
                <c:pt idx="8619">
                  <c:v>861.9</c:v>
                </c:pt>
                <c:pt idx="8620">
                  <c:v>862</c:v>
                </c:pt>
                <c:pt idx="8621">
                  <c:v>862.1</c:v>
                </c:pt>
                <c:pt idx="8622">
                  <c:v>862.2</c:v>
                </c:pt>
                <c:pt idx="8623">
                  <c:v>862.3</c:v>
                </c:pt>
                <c:pt idx="8624">
                  <c:v>862.4</c:v>
                </c:pt>
                <c:pt idx="8625">
                  <c:v>862.5</c:v>
                </c:pt>
                <c:pt idx="8626">
                  <c:v>862.6</c:v>
                </c:pt>
                <c:pt idx="8627">
                  <c:v>862.7</c:v>
                </c:pt>
                <c:pt idx="8628">
                  <c:v>862.8</c:v>
                </c:pt>
                <c:pt idx="8629">
                  <c:v>862.9</c:v>
                </c:pt>
                <c:pt idx="8630">
                  <c:v>863</c:v>
                </c:pt>
                <c:pt idx="8631">
                  <c:v>863.1</c:v>
                </c:pt>
                <c:pt idx="8632">
                  <c:v>863.2</c:v>
                </c:pt>
                <c:pt idx="8633">
                  <c:v>863.3</c:v>
                </c:pt>
                <c:pt idx="8634">
                  <c:v>863.4</c:v>
                </c:pt>
                <c:pt idx="8635">
                  <c:v>863.5</c:v>
                </c:pt>
                <c:pt idx="8636">
                  <c:v>863.6</c:v>
                </c:pt>
                <c:pt idx="8637">
                  <c:v>863.7</c:v>
                </c:pt>
                <c:pt idx="8638">
                  <c:v>863.8</c:v>
                </c:pt>
                <c:pt idx="8639">
                  <c:v>863.9</c:v>
                </c:pt>
                <c:pt idx="8640">
                  <c:v>864</c:v>
                </c:pt>
                <c:pt idx="8641">
                  <c:v>864.1</c:v>
                </c:pt>
                <c:pt idx="8642">
                  <c:v>864.2</c:v>
                </c:pt>
                <c:pt idx="8643">
                  <c:v>864.3</c:v>
                </c:pt>
                <c:pt idx="8644">
                  <c:v>864.4</c:v>
                </c:pt>
                <c:pt idx="8645">
                  <c:v>864.5</c:v>
                </c:pt>
                <c:pt idx="8646">
                  <c:v>864.6</c:v>
                </c:pt>
                <c:pt idx="8647">
                  <c:v>864.7</c:v>
                </c:pt>
                <c:pt idx="8648">
                  <c:v>864.8</c:v>
                </c:pt>
                <c:pt idx="8649">
                  <c:v>864.9</c:v>
                </c:pt>
                <c:pt idx="8650">
                  <c:v>865</c:v>
                </c:pt>
                <c:pt idx="8651">
                  <c:v>865.1</c:v>
                </c:pt>
                <c:pt idx="8652">
                  <c:v>865.2</c:v>
                </c:pt>
                <c:pt idx="8653">
                  <c:v>865.3</c:v>
                </c:pt>
                <c:pt idx="8654">
                  <c:v>865.4</c:v>
                </c:pt>
                <c:pt idx="8655">
                  <c:v>865.5</c:v>
                </c:pt>
                <c:pt idx="8656">
                  <c:v>865.6</c:v>
                </c:pt>
                <c:pt idx="8657">
                  <c:v>865.7</c:v>
                </c:pt>
                <c:pt idx="8658">
                  <c:v>865.8</c:v>
                </c:pt>
                <c:pt idx="8659">
                  <c:v>865.9</c:v>
                </c:pt>
                <c:pt idx="8660">
                  <c:v>866</c:v>
                </c:pt>
                <c:pt idx="8661">
                  <c:v>866.1</c:v>
                </c:pt>
                <c:pt idx="8662">
                  <c:v>866.2</c:v>
                </c:pt>
                <c:pt idx="8663">
                  <c:v>866.3</c:v>
                </c:pt>
                <c:pt idx="8664">
                  <c:v>866.4</c:v>
                </c:pt>
                <c:pt idx="8665">
                  <c:v>866.5</c:v>
                </c:pt>
                <c:pt idx="8666">
                  <c:v>866.6</c:v>
                </c:pt>
                <c:pt idx="8667">
                  <c:v>866.7</c:v>
                </c:pt>
                <c:pt idx="8668">
                  <c:v>866.8</c:v>
                </c:pt>
                <c:pt idx="8669">
                  <c:v>866.9</c:v>
                </c:pt>
                <c:pt idx="8670">
                  <c:v>867</c:v>
                </c:pt>
                <c:pt idx="8671">
                  <c:v>867.1</c:v>
                </c:pt>
                <c:pt idx="8672">
                  <c:v>867.2</c:v>
                </c:pt>
                <c:pt idx="8673">
                  <c:v>867.3</c:v>
                </c:pt>
                <c:pt idx="8674">
                  <c:v>867.4</c:v>
                </c:pt>
                <c:pt idx="8675">
                  <c:v>867.5</c:v>
                </c:pt>
                <c:pt idx="8676">
                  <c:v>867.6</c:v>
                </c:pt>
                <c:pt idx="8677">
                  <c:v>867.7</c:v>
                </c:pt>
                <c:pt idx="8678">
                  <c:v>867.8</c:v>
                </c:pt>
                <c:pt idx="8679">
                  <c:v>867.9</c:v>
                </c:pt>
                <c:pt idx="8680">
                  <c:v>868</c:v>
                </c:pt>
                <c:pt idx="8681">
                  <c:v>868.1</c:v>
                </c:pt>
                <c:pt idx="8682">
                  <c:v>868.2</c:v>
                </c:pt>
                <c:pt idx="8683">
                  <c:v>868.3</c:v>
                </c:pt>
                <c:pt idx="8684">
                  <c:v>868.4</c:v>
                </c:pt>
                <c:pt idx="8685">
                  <c:v>868.5</c:v>
                </c:pt>
                <c:pt idx="8686">
                  <c:v>868.6</c:v>
                </c:pt>
                <c:pt idx="8687">
                  <c:v>868.7</c:v>
                </c:pt>
                <c:pt idx="8688">
                  <c:v>868.8</c:v>
                </c:pt>
                <c:pt idx="8689">
                  <c:v>868.9</c:v>
                </c:pt>
                <c:pt idx="8690">
                  <c:v>869</c:v>
                </c:pt>
                <c:pt idx="8691">
                  <c:v>869.1</c:v>
                </c:pt>
                <c:pt idx="8692">
                  <c:v>869.2</c:v>
                </c:pt>
                <c:pt idx="8693">
                  <c:v>869.3</c:v>
                </c:pt>
                <c:pt idx="8694">
                  <c:v>869.4</c:v>
                </c:pt>
                <c:pt idx="8695">
                  <c:v>869.5</c:v>
                </c:pt>
                <c:pt idx="8696">
                  <c:v>869.6</c:v>
                </c:pt>
                <c:pt idx="8697">
                  <c:v>869.7</c:v>
                </c:pt>
                <c:pt idx="8698">
                  <c:v>869.8</c:v>
                </c:pt>
                <c:pt idx="8699">
                  <c:v>869.9</c:v>
                </c:pt>
                <c:pt idx="8700">
                  <c:v>870</c:v>
                </c:pt>
                <c:pt idx="8701">
                  <c:v>870.1</c:v>
                </c:pt>
                <c:pt idx="8702">
                  <c:v>870.2</c:v>
                </c:pt>
                <c:pt idx="8703">
                  <c:v>870.3</c:v>
                </c:pt>
                <c:pt idx="8704">
                  <c:v>870.4</c:v>
                </c:pt>
                <c:pt idx="8705">
                  <c:v>870.5</c:v>
                </c:pt>
                <c:pt idx="8706">
                  <c:v>870.6</c:v>
                </c:pt>
                <c:pt idx="8707">
                  <c:v>870.7</c:v>
                </c:pt>
                <c:pt idx="8708">
                  <c:v>870.8</c:v>
                </c:pt>
                <c:pt idx="8709">
                  <c:v>870.9</c:v>
                </c:pt>
                <c:pt idx="8710">
                  <c:v>871</c:v>
                </c:pt>
                <c:pt idx="8711">
                  <c:v>871.1</c:v>
                </c:pt>
                <c:pt idx="8712">
                  <c:v>871.2</c:v>
                </c:pt>
                <c:pt idx="8713">
                  <c:v>871.3</c:v>
                </c:pt>
                <c:pt idx="8714">
                  <c:v>871.4</c:v>
                </c:pt>
                <c:pt idx="8715">
                  <c:v>871.5</c:v>
                </c:pt>
                <c:pt idx="8716">
                  <c:v>871.6</c:v>
                </c:pt>
                <c:pt idx="8717">
                  <c:v>871.7</c:v>
                </c:pt>
                <c:pt idx="8718">
                  <c:v>871.8</c:v>
                </c:pt>
                <c:pt idx="8719">
                  <c:v>871.9</c:v>
                </c:pt>
                <c:pt idx="8720">
                  <c:v>872</c:v>
                </c:pt>
                <c:pt idx="8721">
                  <c:v>872.1</c:v>
                </c:pt>
                <c:pt idx="8722">
                  <c:v>872.2</c:v>
                </c:pt>
                <c:pt idx="8723">
                  <c:v>872.3</c:v>
                </c:pt>
                <c:pt idx="8724">
                  <c:v>872.4</c:v>
                </c:pt>
                <c:pt idx="8725">
                  <c:v>872.5</c:v>
                </c:pt>
                <c:pt idx="8726">
                  <c:v>872.6</c:v>
                </c:pt>
                <c:pt idx="8727">
                  <c:v>872.7</c:v>
                </c:pt>
                <c:pt idx="8728">
                  <c:v>872.8</c:v>
                </c:pt>
                <c:pt idx="8729">
                  <c:v>872.9</c:v>
                </c:pt>
                <c:pt idx="8730">
                  <c:v>873</c:v>
                </c:pt>
                <c:pt idx="8731">
                  <c:v>873.1</c:v>
                </c:pt>
                <c:pt idx="8732">
                  <c:v>873.2</c:v>
                </c:pt>
                <c:pt idx="8733">
                  <c:v>873.3</c:v>
                </c:pt>
                <c:pt idx="8734">
                  <c:v>873.4</c:v>
                </c:pt>
                <c:pt idx="8735">
                  <c:v>873.5</c:v>
                </c:pt>
                <c:pt idx="8736">
                  <c:v>873.6</c:v>
                </c:pt>
                <c:pt idx="8737">
                  <c:v>873.7</c:v>
                </c:pt>
                <c:pt idx="8738">
                  <c:v>873.8</c:v>
                </c:pt>
                <c:pt idx="8739">
                  <c:v>873.9</c:v>
                </c:pt>
                <c:pt idx="8740">
                  <c:v>874</c:v>
                </c:pt>
                <c:pt idx="8741">
                  <c:v>874.1</c:v>
                </c:pt>
                <c:pt idx="8742">
                  <c:v>874.2</c:v>
                </c:pt>
                <c:pt idx="8743">
                  <c:v>874.3</c:v>
                </c:pt>
                <c:pt idx="8744">
                  <c:v>874.4</c:v>
                </c:pt>
                <c:pt idx="8745">
                  <c:v>874.5</c:v>
                </c:pt>
                <c:pt idx="8746">
                  <c:v>874.6</c:v>
                </c:pt>
                <c:pt idx="8747">
                  <c:v>874.7</c:v>
                </c:pt>
                <c:pt idx="8748">
                  <c:v>874.8</c:v>
                </c:pt>
                <c:pt idx="8749">
                  <c:v>874.9</c:v>
                </c:pt>
                <c:pt idx="8750">
                  <c:v>875</c:v>
                </c:pt>
                <c:pt idx="8751">
                  <c:v>875.1</c:v>
                </c:pt>
                <c:pt idx="8752">
                  <c:v>875.2</c:v>
                </c:pt>
                <c:pt idx="8753">
                  <c:v>875.3</c:v>
                </c:pt>
                <c:pt idx="8754">
                  <c:v>875.4</c:v>
                </c:pt>
                <c:pt idx="8755">
                  <c:v>875.5</c:v>
                </c:pt>
                <c:pt idx="8756">
                  <c:v>875.6</c:v>
                </c:pt>
                <c:pt idx="8757">
                  <c:v>875.7</c:v>
                </c:pt>
                <c:pt idx="8758">
                  <c:v>875.8</c:v>
                </c:pt>
                <c:pt idx="8759">
                  <c:v>875.9</c:v>
                </c:pt>
                <c:pt idx="8760">
                  <c:v>876</c:v>
                </c:pt>
                <c:pt idx="8761">
                  <c:v>876.1</c:v>
                </c:pt>
                <c:pt idx="8762">
                  <c:v>876.2</c:v>
                </c:pt>
                <c:pt idx="8763">
                  <c:v>876.3</c:v>
                </c:pt>
                <c:pt idx="8764">
                  <c:v>876.4</c:v>
                </c:pt>
                <c:pt idx="8765">
                  <c:v>876.5</c:v>
                </c:pt>
                <c:pt idx="8766">
                  <c:v>876.6</c:v>
                </c:pt>
                <c:pt idx="8767">
                  <c:v>876.7</c:v>
                </c:pt>
                <c:pt idx="8768">
                  <c:v>876.8</c:v>
                </c:pt>
                <c:pt idx="8769">
                  <c:v>876.9</c:v>
                </c:pt>
                <c:pt idx="8770">
                  <c:v>877</c:v>
                </c:pt>
                <c:pt idx="8771">
                  <c:v>877.1</c:v>
                </c:pt>
                <c:pt idx="8772">
                  <c:v>877.2</c:v>
                </c:pt>
                <c:pt idx="8773">
                  <c:v>877.3</c:v>
                </c:pt>
                <c:pt idx="8774">
                  <c:v>877.4</c:v>
                </c:pt>
                <c:pt idx="8775">
                  <c:v>877.5</c:v>
                </c:pt>
                <c:pt idx="8776">
                  <c:v>877.6</c:v>
                </c:pt>
                <c:pt idx="8777">
                  <c:v>877.7</c:v>
                </c:pt>
                <c:pt idx="8778">
                  <c:v>877.8</c:v>
                </c:pt>
                <c:pt idx="8779">
                  <c:v>877.9</c:v>
                </c:pt>
                <c:pt idx="8780">
                  <c:v>878</c:v>
                </c:pt>
                <c:pt idx="8781">
                  <c:v>878.1</c:v>
                </c:pt>
                <c:pt idx="8782">
                  <c:v>878.2</c:v>
                </c:pt>
                <c:pt idx="8783">
                  <c:v>878.3</c:v>
                </c:pt>
                <c:pt idx="8784">
                  <c:v>878.4</c:v>
                </c:pt>
                <c:pt idx="8785">
                  <c:v>878.5</c:v>
                </c:pt>
                <c:pt idx="8786">
                  <c:v>878.6</c:v>
                </c:pt>
                <c:pt idx="8787">
                  <c:v>878.7</c:v>
                </c:pt>
                <c:pt idx="8788">
                  <c:v>878.8</c:v>
                </c:pt>
                <c:pt idx="8789">
                  <c:v>878.9</c:v>
                </c:pt>
                <c:pt idx="8790">
                  <c:v>879</c:v>
                </c:pt>
                <c:pt idx="8791">
                  <c:v>879.1</c:v>
                </c:pt>
                <c:pt idx="8792">
                  <c:v>879.2</c:v>
                </c:pt>
                <c:pt idx="8793">
                  <c:v>879.3</c:v>
                </c:pt>
                <c:pt idx="8794">
                  <c:v>879.4</c:v>
                </c:pt>
                <c:pt idx="8795">
                  <c:v>879.5</c:v>
                </c:pt>
                <c:pt idx="8796">
                  <c:v>879.6</c:v>
                </c:pt>
                <c:pt idx="8797">
                  <c:v>879.7</c:v>
                </c:pt>
                <c:pt idx="8798">
                  <c:v>879.8</c:v>
                </c:pt>
                <c:pt idx="8799">
                  <c:v>879.9</c:v>
                </c:pt>
                <c:pt idx="8800">
                  <c:v>880</c:v>
                </c:pt>
                <c:pt idx="8801">
                  <c:v>880.1</c:v>
                </c:pt>
                <c:pt idx="8802">
                  <c:v>880.2</c:v>
                </c:pt>
                <c:pt idx="8803">
                  <c:v>880.3</c:v>
                </c:pt>
                <c:pt idx="8804">
                  <c:v>880.4</c:v>
                </c:pt>
                <c:pt idx="8805">
                  <c:v>880.5</c:v>
                </c:pt>
                <c:pt idx="8806">
                  <c:v>880.6</c:v>
                </c:pt>
                <c:pt idx="8807">
                  <c:v>880.7</c:v>
                </c:pt>
                <c:pt idx="8808">
                  <c:v>880.8</c:v>
                </c:pt>
                <c:pt idx="8809">
                  <c:v>880.9</c:v>
                </c:pt>
                <c:pt idx="8810">
                  <c:v>881</c:v>
                </c:pt>
                <c:pt idx="8811">
                  <c:v>881.1</c:v>
                </c:pt>
                <c:pt idx="8812">
                  <c:v>881.2</c:v>
                </c:pt>
                <c:pt idx="8813">
                  <c:v>881.3</c:v>
                </c:pt>
                <c:pt idx="8814">
                  <c:v>881.4</c:v>
                </c:pt>
                <c:pt idx="8815">
                  <c:v>881.5</c:v>
                </c:pt>
                <c:pt idx="8816">
                  <c:v>881.6</c:v>
                </c:pt>
                <c:pt idx="8817">
                  <c:v>881.7</c:v>
                </c:pt>
                <c:pt idx="8818">
                  <c:v>881.8</c:v>
                </c:pt>
                <c:pt idx="8819">
                  <c:v>881.9</c:v>
                </c:pt>
                <c:pt idx="8820">
                  <c:v>882</c:v>
                </c:pt>
                <c:pt idx="8821">
                  <c:v>882.1</c:v>
                </c:pt>
                <c:pt idx="8822">
                  <c:v>882.2</c:v>
                </c:pt>
                <c:pt idx="8823">
                  <c:v>882.3</c:v>
                </c:pt>
                <c:pt idx="8824">
                  <c:v>882.4</c:v>
                </c:pt>
                <c:pt idx="8825">
                  <c:v>882.5</c:v>
                </c:pt>
                <c:pt idx="8826">
                  <c:v>882.6</c:v>
                </c:pt>
                <c:pt idx="8827">
                  <c:v>882.7</c:v>
                </c:pt>
                <c:pt idx="8828">
                  <c:v>882.8</c:v>
                </c:pt>
                <c:pt idx="8829">
                  <c:v>882.9</c:v>
                </c:pt>
                <c:pt idx="8830">
                  <c:v>883</c:v>
                </c:pt>
                <c:pt idx="8831">
                  <c:v>883.1</c:v>
                </c:pt>
                <c:pt idx="8832">
                  <c:v>883.2</c:v>
                </c:pt>
                <c:pt idx="8833">
                  <c:v>883.3</c:v>
                </c:pt>
                <c:pt idx="8834">
                  <c:v>883.4</c:v>
                </c:pt>
                <c:pt idx="8835">
                  <c:v>883.5</c:v>
                </c:pt>
                <c:pt idx="8836">
                  <c:v>883.6</c:v>
                </c:pt>
                <c:pt idx="8837">
                  <c:v>883.7</c:v>
                </c:pt>
                <c:pt idx="8838">
                  <c:v>883.8</c:v>
                </c:pt>
                <c:pt idx="8839">
                  <c:v>883.9</c:v>
                </c:pt>
                <c:pt idx="8840">
                  <c:v>884</c:v>
                </c:pt>
                <c:pt idx="8841">
                  <c:v>884.1</c:v>
                </c:pt>
                <c:pt idx="8842">
                  <c:v>884.2</c:v>
                </c:pt>
                <c:pt idx="8843">
                  <c:v>884.3</c:v>
                </c:pt>
                <c:pt idx="8844">
                  <c:v>884.4</c:v>
                </c:pt>
                <c:pt idx="8845">
                  <c:v>884.5</c:v>
                </c:pt>
                <c:pt idx="8846">
                  <c:v>884.6</c:v>
                </c:pt>
                <c:pt idx="8847">
                  <c:v>884.7</c:v>
                </c:pt>
                <c:pt idx="8848">
                  <c:v>884.8</c:v>
                </c:pt>
                <c:pt idx="8849">
                  <c:v>884.9</c:v>
                </c:pt>
                <c:pt idx="8850">
                  <c:v>885</c:v>
                </c:pt>
                <c:pt idx="8851">
                  <c:v>885.1</c:v>
                </c:pt>
                <c:pt idx="8852">
                  <c:v>885.2</c:v>
                </c:pt>
                <c:pt idx="8853">
                  <c:v>885.3</c:v>
                </c:pt>
                <c:pt idx="8854">
                  <c:v>885.4</c:v>
                </c:pt>
                <c:pt idx="8855">
                  <c:v>885.5</c:v>
                </c:pt>
                <c:pt idx="8856">
                  <c:v>885.6</c:v>
                </c:pt>
                <c:pt idx="8857">
                  <c:v>885.7</c:v>
                </c:pt>
                <c:pt idx="8858">
                  <c:v>885.8</c:v>
                </c:pt>
                <c:pt idx="8859">
                  <c:v>885.9</c:v>
                </c:pt>
                <c:pt idx="8860">
                  <c:v>886</c:v>
                </c:pt>
                <c:pt idx="8861">
                  <c:v>886.1</c:v>
                </c:pt>
                <c:pt idx="8862">
                  <c:v>886.2</c:v>
                </c:pt>
                <c:pt idx="8863">
                  <c:v>886.3</c:v>
                </c:pt>
                <c:pt idx="8864">
                  <c:v>886.4</c:v>
                </c:pt>
                <c:pt idx="8865">
                  <c:v>886.5</c:v>
                </c:pt>
                <c:pt idx="8866">
                  <c:v>886.6</c:v>
                </c:pt>
                <c:pt idx="8867">
                  <c:v>886.7</c:v>
                </c:pt>
                <c:pt idx="8868">
                  <c:v>886.8</c:v>
                </c:pt>
                <c:pt idx="8869">
                  <c:v>886.9</c:v>
                </c:pt>
                <c:pt idx="8870">
                  <c:v>887</c:v>
                </c:pt>
                <c:pt idx="8871">
                  <c:v>887.1</c:v>
                </c:pt>
                <c:pt idx="8872">
                  <c:v>887.2</c:v>
                </c:pt>
                <c:pt idx="8873">
                  <c:v>887.3</c:v>
                </c:pt>
                <c:pt idx="8874">
                  <c:v>887.4</c:v>
                </c:pt>
                <c:pt idx="8875">
                  <c:v>887.5</c:v>
                </c:pt>
                <c:pt idx="8876">
                  <c:v>887.6</c:v>
                </c:pt>
                <c:pt idx="8877">
                  <c:v>887.7</c:v>
                </c:pt>
                <c:pt idx="8878">
                  <c:v>887.8</c:v>
                </c:pt>
                <c:pt idx="8879">
                  <c:v>887.9</c:v>
                </c:pt>
                <c:pt idx="8880">
                  <c:v>888</c:v>
                </c:pt>
                <c:pt idx="8881">
                  <c:v>888.1</c:v>
                </c:pt>
                <c:pt idx="8882">
                  <c:v>888.2</c:v>
                </c:pt>
                <c:pt idx="8883">
                  <c:v>888.3</c:v>
                </c:pt>
                <c:pt idx="8884">
                  <c:v>888.4</c:v>
                </c:pt>
                <c:pt idx="8885">
                  <c:v>888.5</c:v>
                </c:pt>
                <c:pt idx="8886">
                  <c:v>888.6</c:v>
                </c:pt>
                <c:pt idx="8887">
                  <c:v>888.7</c:v>
                </c:pt>
                <c:pt idx="8888">
                  <c:v>888.8</c:v>
                </c:pt>
                <c:pt idx="8889">
                  <c:v>888.9</c:v>
                </c:pt>
                <c:pt idx="8890">
                  <c:v>889</c:v>
                </c:pt>
                <c:pt idx="8891">
                  <c:v>889.1</c:v>
                </c:pt>
                <c:pt idx="8892">
                  <c:v>889.2</c:v>
                </c:pt>
                <c:pt idx="8893">
                  <c:v>889.3</c:v>
                </c:pt>
                <c:pt idx="8894">
                  <c:v>889.4</c:v>
                </c:pt>
                <c:pt idx="8895">
                  <c:v>889.5</c:v>
                </c:pt>
                <c:pt idx="8896">
                  <c:v>889.6</c:v>
                </c:pt>
                <c:pt idx="8897">
                  <c:v>889.7</c:v>
                </c:pt>
                <c:pt idx="8898">
                  <c:v>889.8</c:v>
                </c:pt>
                <c:pt idx="8899">
                  <c:v>889.9</c:v>
                </c:pt>
                <c:pt idx="8900">
                  <c:v>890</c:v>
                </c:pt>
                <c:pt idx="8901">
                  <c:v>890.1</c:v>
                </c:pt>
                <c:pt idx="8902">
                  <c:v>890.2</c:v>
                </c:pt>
                <c:pt idx="8903">
                  <c:v>890.3</c:v>
                </c:pt>
                <c:pt idx="8904">
                  <c:v>890.4</c:v>
                </c:pt>
                <c:pt idx="8905">
                  <c:v>890.5</c:v>
                </c:pt>
                <c:pt idx="8906">
                  <c:v>890.6</c:v>
                </c:pt>
                <c:pt idx="8907">
                  <c:v>890.7</c:v>
                </c:pt>
                <c:pt idx="8908">
                  <c:v>890.8</c:v>
                </c:pt>
                <c:pt idx="8909">
                  <c:v>890.9</c:v>
                </c:pt>
                <c:pt idx="8910">
                  <c:v>891</c:v>
                </c:pt>
                <c:pt idx="8911">
                  <c:v>891.1</c:v>
                </c:pt>
                <c:pt idx="8912">
                  <c:v>891.2</c:v>
                </c:pt>
                <c:pt idx="8913">
                  <c:v>891.3</c:v>
                </c:pt>
                <c:pt idx="8914">
                  <c:v>891.4</c:v>
                </c:pt>
                <c:pt idx="8915">
                  <c:v>891.5</c:v>
                </c:pt>
                <c:pt idx="8916">
                  <c:v>891.6</c:v>
                </c:pt>
                <c:pt idx="8917">
                  <c:v>891.7</c:v>
                </c:pt>
                <c:pt idx="8918">
                  <c:v>891.8</c:v>
                </c:pt>
                <c:pt idx="8919">
                  <c:v>891.9</c:v>
                </c:pt>
                <c:pt idx="8920">
                  <c:v>892</c:v>
                </c:pt>
                <c:pt idx="8921">
                  <c:v>892.1</c:v>
                </c:pt>
                <c:pt idx="8922">
                  <c:v>892.2</c:v>
                </c:pt>
                <c:pt idx="8923">
                  <c:v>892.3</c:v>
                </c:pt>
                <c:pt idx="8924">
                  <c:v>892.4</c:v>
                </c:pt>
                <c:pt idx="8925">
                  <c:v>892.5</c:v>
                </c:pt>
                <c:pt idx="8926">
                  <c:v>892.6</c:v>
                </c:pt>
                <c:pt idx="8927">
                  <c:v>892.7</c:v>
                </c:pt>
                <c:pt idx="8928">
                  <c:v>892.8</c:v>
                </c:pt>
                <c:pt idx="8929">
                  <c:v>892.9</c:v>
                </c:pt>
                <c:pt idx="8930">
                  <c:v>893</c:v>
                </c:pt>
                <c:pt idx="8931">
                  <c:v>893.1</c:v>
                </c:pt>
                <c:pt idx="8932">
                  <c:v>893.2</c:v>
                </c:pt>
                <c:pt idx="8933">
                  <c:v>893.3</c:v>
                </c:pt>
                <c:pt idx="8934">
                  <c:v>893.4</c:v>
                </c:pt>
                <c:pt idx="8935">
                  <c:v>893.5</c:v>
                </c:pt>
                <c:pt idx="8936">
                  <c:v>893.6</c:v>
                </c:pt>
                <c:pt idx="8937">
                  <c:v>893.7</c:v>
                </c:pt>
                <c:pt idx="8938">
                  <c:v>893.8</c:v>
                </c:pt>
                <c:pt idx="8939">
                  <c:v>893.9</c:v>
                </c:pt>
                <c:pt idx="8940">
                  <c:v>894</c:v>
                </c:pt>
                <c:pt idx="8941">
                  <c:v>894.1</c:v>
                </c:pt>
                <c:pt idx="8942">
                  <c:v>894.2</c:v>
                </c:pt>
                <c:pt idx="8943">
                  <c:v>894.3</c:v>
                </c:pt>
                <c:pt idx="8944">
                  <c:v>894.4</c:v>
                </c:pt>
                <c:pt idx="8945">
                  <c:v>894.5</c:v>
                </c:pt>
                <c:pt idx="8946">
                  <c:v>894.6</c:v>
                </c:pt>
                <c:pt idx="8947">
                  <c:v>894.7</c:v>
                </c:pt>
                <c:pt idx="8948">
                  <c:v>894.8</c:v>
                </c:pt>
                <c:pt idx="8949">
                  <c:v>894.9</c:v>
                </c:pt>
                <c:pt idx="8950">
                  <c:v>895</c:v>
                </c:pt>
                <c:pt idx="8951">
                  <c:v>895.1</c:v>
                </c:pt>
                <c:pt idx="8952">
                  <c:v>895.2</c:v>
                </c:pt>
                <c:pt idx="8953">
                  <c:v>895.3</c:v>
                </c:pt>
                <c:pt idx="8954">
                  <c:v>895.4</c:v>
                </c:pt>
                <c:pt idx="8955">
                  <c:v>895.5</c:v>
                </c:pt>
                <c:pt idx="8956">
                  <c:v>895.6</c:v>
                </c:pt>
                <c:pt idx="8957">
                  <c:v>895.7</c:v>
                </c:pt>
                <c:pt idx="8958">
                  <c:v>895.8</c:v>
                </c:pt>
                <c:pt idx="8959">
                  <c:v>895.9</c:v>
                </c:pt>
                <c:pt idx="8960">
                  <c:v>896</c:v>
                </c:pt>
                <c:pt idx="8961">
                  <c:v>896.1</c:v>
                </c:pt>
                <c:pt idx="8962">
                  <c:v>896.2</c:v>
                </c:pt>
                <c:pt idx="8963">
                  <c:v>896.3</c:v>
                </c:pt>
                <c:pt idx="8964">
                  <c:v>896.4</c:v>
                </c:pt>
                <c:pt idx="8965">
                  <c:v>896.5</c:v>
                </c:pt>
                <c:pt idx="8966">
                  <c:v>896.6</c:v>
                </c:pt>
                <c:pt idx="8967">
                  <c:v>896.7</c:v>
                </c:pt>
                <c:pt idx="8968">
                  <c:v>896.8</c:v>
                </c:pt>
                <c:pt idx="8969">
                  <c:v>896.9</c:v>
                </c:pt>
                <c:pt idx="8970">
                  <c:v>897</c:v>
                </c:pt>
                <c:pt idx="8971">
                  <c:v>897.1</c:v>
                </c:pt>
                <c:pt idx="8972">
                  <c:v>897.2</c:v>
                </c:pt>
                <c:pt idx="8973">
                  <c:v>897.3</c:v>
                </c:pt>
                <c:pt idx="8974">
                  <c:v>897.4</c:v>
                </c:pt>
                <c:pt idx="8975">
                  <c:v>897.5</c:v>
                </c:pt>
                <c:pt idx="8976">
                  <c:v>897.6</c:v>
                </c:pt>
                <c:pt idx="8977">
                  <c:v>897.7</c:v>
                </c:pt>
                <c:pt idx="8978">
                  <c:v>897.8</c:v>
                </c:pt>
                <c:pt idx="8979">
                  <c:v>897.9</c:v>
                </c:pt>
                <c:pt idx="8980">
                  <c:v>898</c:v>
                </c:pt>
                <c:pt idx="8981">
                  <c:v>898.1</c:v>
                </c:pt>
                <c:pt idx="8982">
                  <c:v>898.2</c:v>
                </c:pt>
                <c:pt idx="8983">
                  <c:v>898.3</c:v>
                </c:pt>
                <c:pt idx="8984">
                  <c:v>898.4</c:v>
                </c:pt>
                <c:pt idx="8985">
                  <c:v>898.5</c:v>
                </c:pt>
                <c:pt idx="8986">
                  <c:v>898.6</c:v>
                </c:pt>
                <c:pt idx="8987">
                  <c:v>898.7</c:v>
                </c:pt>
                <c:pt idx="8988">
                  <c:v>898.8</c:v>
                </c:pt>
                <c:pt idx="8989">
                  <c:v>898.9</c:v>
                </c:pt>
                <c:pt idx="8990">
                  <c:v>899</c:v>
                </c:pt>
                <c:pt idx="8991">
                  <c:v>899.1</c:v>
                </c:pt>
                <c:pt idx="8992">
                  <c:v>899.2</c:v>
                </c:pt>
                <c:pt idx="8993">
                  <c:v>899.3</c:v>
                </c:pt>
                <c:pt idx="8994">
                  <c:v>899.4</c:v>
                </c:pt>
                <c:pt idx="8995">
                  <c:v>899.5</c:v>
                </c:pt>
                <c:pt idx="8996">
                  <c:v>899.6</c:v>
                </c:pt>
                <c:pt idx="8997">
                  <c:v>899.7</c:v>
                </c:pt>
                <c:pt idx="8998">
                  <c:v>899.8</c:v>
                </c:pt>
                <c:pt idx="8999">
                  <c:v>899.9</c:v>
                </c:pt>
                <c:pt idx="9000">
                  <c:v>900</c:v>
                </c:pt>
                <c:pt idx="9001">
                  <c:v>900.1</c:v>
                </c:pt>
                <c:pt idx="9002">
                  <c:v>900.2</c:v>
                </c:pt>
                <c:pt idx="9003">
                  <c:v>900.3</c:v>
                </c:pt>
                <c:pt idx="9004">
                  <c:v>900.4</c:v>
                </c:pt>
                <c:pt idx="9005">
                  <c:v>900.5</c:v>
                </c:pt>
                <c:pt idx="9006">
                  <c:v>900.6</c:v>
                </c:pt>
                <c:pt idx="9007">
                  <c:v>900.7</c:v>
                </c:pt>
                <c:pt idx="9008">
                  <c:v>900.8</c:v>
                </c:pt>
                <c:pt idx="9009">
                  <c:v>900.9</c:v>
                </c:pt>
                <c:pt idx="9010">
                  <c:v>901</c:v>
                </c:pt>
                <c:pt idx="9011">
                  <c:v>901.1</c:v>
                </c:pt>
                <c:pt idx="9012">
                  <c:v>901.2</c:v>
                </c:pt>
                <c:pt idx="9013">
                  <c:v>901.3</c:v>
                </c:pt>
                <c:pt idx="9014">
                  <c:v>901.4</c:v>
                </c:pt>
                <c:pt idx="9015">
                  <c:v>901.5</c:v>
                </c:pt>
                <c:pt idx="9016">
                  <c:v>901.6</c:v>
                </c:pt>
                <c:pt idx="9017">
                  <c:v>901.7</c:v>
                </c:pt>
                <c:pt idx="9018">
                  <c:v>901.8</c:v>
                </c:pt>
                <c:pt idx="9019">
                  <c:v>901.9</c:v>
                </c:pt>
                <c:pt idx="9020">
                  <c:v>902</c:v>
                </c:pt>
                <c:pt idx="9021">
                  <c:v>902.1</c:v>
                </c:pt>
                <c:pt idx="9022">
                  <c:v>902.2</c:v>
                </c:pt>
                <c:pt idx="9023">
                  <c:v>902.3</c:v>
                </c:pt>
                <c:pt idx="9024">
                  <c:v>902.4</c:v>
                </c:pt>
                <c:pt idx="9025">
                  <c:v>902.5</c:v>
                </c:pt>
                <c:pt idx="9026">
                  <c:v>902.6</c:v>
                </c:pt>
                <c:pt idx="9027">
                  <c:v>902.7</c:v>
                </c:pt>
                <c:pt idx="9028">
                  <c:v>902.8</c:v>
                </c:pt>
                <c:pt idx="9029">
                  <c:v>902.9</c:v>
                </c:pt>
                <c:pt idx="9030">
                  <c:v>903</c:v>
                </c:pt>
                <c:pt idx="9031">
                  <c:v>903.1</c:v>
                </c:pt>
                <c:pt idx="9032">
                  <c:v>903.2</c:v>
                </c:pt>
                <c:pt idx="9033">
                  <c:v>903.3</c:v>
                </c:pt>
                <c:pt idx="9034">
                  <c:v>903.4</c:v>
                </c:pt>
                <c:pt idx="9035">
                  <c:v>903.5</c:v>
                </c:pt>
                <c:pt idx="9036">
                  <c:v>903.6</c:v>
                </c:pt>
                <c:pt idx="9037">
                  <c:v>903.7</c:v>
                </c:pt>
                <c:pt idx="9038">
                  <c:v>903.8</c:v>
                </c:pt>
                <c:pt idx="9039">
                  <c:v>903.9</c:v>
                </c:pt>
                <c:pt idx="9040">
                  <c:v>904</c:v>
                </c:pt>
                <c:pt idx="9041">
                  <c:v>904.1</c:v>
                </c:pt>
                <c:pt idx="9042">
                  <c:v>904.2</c:v>
                </c:pt>
                <c:pt idx="9043">
                  <c:v>904.3</c:v>
                </c:pt>
                <c:pt idx="9044">
                  <c:v>904.4</c:v>
                </c:pt>
                <c:pt idx="9045">
                  <c:v>904.5</c:v>
                </c:pt>
                <c:pt idx="9046">
                  <c:v>904.6</c:v>
                </c:pt>
                <c:pt idx="9047">
                  <c:v>904.7</c:v>
                </c:pt>
                <c:pt idx="9048">
                  <c:v>904.8</c:v>
                </c:pt>
                <c:pt idx="9049">
                  <c:v>904.9</c:v>
                </c:pt>
                <c:pt idx="9050">
                  <c:v>905</c:v>
                </c:pt>
                <c:pt idx="9051">
                  <c:v>905.1</c:v>
                </c:pt>
                <c:pt idx="9052">
                  <c:v>905.2</c:v>
                </c:pt>
                <c:pt idx="9053">
                  <c:v>905.3</c:v>
                </c:pt>
                <c:pt idx="9054">
                  <c:v>905.4</c:v>
                </c:pt>
                <c:pt idx="9055">
                  <c:v>905.5</c:v>
                </c:pt>
                <c:pt idx="9056">
                  <c:v>905.6</c:v>
                </c:pt>
                <c:pt idx="9057">
                  <c:v>905.7</c:v>
                </c:pt>
                <c:pt idx="9058">
                  <c:v>905.8</c:v>
                </c:pt>
                <c:pt idx="9059">
                  <c:v>905.9</c:v>
                </c:pt>
                <c:pt idx="9060">
                  <c:v>906</c:v>
                </c:pt>
                <c:pt idx="9061">
                  <c:v>906.1</c:v>
                </c:pt>
                <c:pt idx="9062">
                  <c:v>906.2</c:v>
                </c:pt>
                <c:pt idx="9063">
                  <c:v>906.3</c:v>
                </c:pt>
                <c:pt idx="9064">
                  <c:v>906.4</c:v>
                </c:pt>
                <c:pt idx="9065">
                  <c:v>906.5</c:v>
                </c:pt>
                <c:pt idx="9066">
                  <c:v>906.6</c:v>
                </c:pt>
                <c:pt idx="9067">
                  <c:v>906.7</c:v>
                </c:pt>
                <c:pt idx="9068">
                  <c:v>906.8</c:v>
                </c:pt>
                <c:pt idx="9069">
                  <c:v>906.9</c:v>
                </c:pt>
                <c:pt idx="9070">
                  <c:v>907</c:v>
                </c:pt>
                <c:pt idx="9071">
                  <c:v>907.1</c:v>
                </c:pt>
                <c:pt idx="9072">
                  <c:v>907.2</c:v>
                </c:pt>
                <c:pt idx="9073">
                  <c:v>907.3</c:v>
                </c:pt>
                <c:pt idx="9074">
                  <c:v>907.4</c:v>
                </c:pt>
                <c:pt idx="9075">
                  <c:v>907.5</c:v>
                </c:pt>
                <c:pt idx="9076">
                  <c:v>907.6</c:v>
                </c:pt>
                <c:pt idx="9077">
                  <c:v>907.7</c:v>
                </c:pt>
                <c:pt idx="9078">
                  <c:v>907.8</c:v>
                </c:pt>
                <c:pt idx="9079">
                  <c:v>907.9</c:v>
                </c:pt>
                <c:pt idx="9080">
                  <c:v>908</c:v>
                </c:pt>
                <c:pt idx="9081">
                  <c:v>908.1</c:v>
                </c:pt>
                <c:pt idx="9082">
                  <c:v>908.2</c:v>
                </c:pt>
                <c:pt idx="9083">
                  <c:v>908.3</c:v>
                </c:pt>
                <c:pt idx="9084">
                  <c:v>908.4</c:v>
                </c:pt>
                <c:pt idx="9085">
                  <c:v>908.5</c:v>
                </c:pt>
                <c:pt idx="9086">
                  <c:v>908.6</c:v>
                </c:pt>
                <c:pt idx="9087">
                  <c:v>908.7</c:v>
                </c:pt>
                <c:pt idx="9088">
                  <c:v>908.8</c:v>
                </c:pt>
                <c:pt idx="9089">
                  <c:v>908.9</c:v>
                </c:pt>
                <c:pt idx="9090">
                  <c:v>909</c:v>
                </c:pt>
                <c:pt idx="9091">
                  <c:v>909.1</c:v>
                </c:pt>
                <c:pt idx="9092">
                  <c:v>909.2</c:v>
                </c:pt>
                <c:pt idx="9093">
                  <c:v>909.3</c:v>
                </c:pt>
                <c:pt idx="9094">
                  <c:v>909.4</c:v>
                </c:pt>
                <c:pt idx="9095">
                  <c:v>909.5</c:v>
                </c:pt>
                <c:pt idx="9096">
                  <c:v>909.6</c:v>
                </c:pt>
                <c:pt idx="9097">
                  <c:v>909.7</c:v>
                </c:pt>
                <c:pt idx="9098">
                  <c:v>909.8</c:v>
                </c:pt>
                <c:pt idx="9099">
                  <c:v>909.9</c:v>
                </c:pt>
                <c:pt idx="9100">
                  <c:v>910</c:v>
                </c:pt>
                <c:pt idx="9101">
                  <c:v>910.1</c:v>
                </c:pt>
                <c:pt idx="9102">
                  <c:v>910.2</c:v>
                </c:pt>
                <c:pt idx="9103">
                  <c:v>910.3</c:v>
                </c:pt>
                <c:pt idx="9104">
                  <c:v>910.4</c:v>
                </c:pt>
                <c:pt idx="9105">
                  <c:v>910.5</c:v>
                </c:pt>
                <c:pt idx="9106">
                  <c:v>910.6</c:v>
                </c:pt>
                <c:pt idx="9107">
                  <c:v>910.7</c:v>
                </c:pt>
                <c:pt idx="9108">
                  <c:v>910.8</c:v>
                </c:pt>
                <c:pt idx="9109">
                  <c:v>910.9</c:v>
                </c:pt>
                <c:pt idx="9110">
                  <c:v>911</c:v>
                </c:pt>
                <c:pt idx="9111">
                  <c:v>911.1</c:v>
                </c:pt>
                <c:pt idx="9112">
                  <c:v>911.2</c:v>
                </c:pt>
                <c:pt idx="9113">
                  <c:v>911.3</c:v>
                </c:pt>
                <c:pt idx="9114">
                  <c:v>911.4</c:v>
                </c:pt>
                <c:pt idx="9115">
                  <c:v>911.5</c:v>
                </c:pt>
                <c:pt idx="9116">
                  <c:v>911.6</c:v>
                </c:pt>
                <c:pt idx="9117">
                  <c:v>911.7</c:v>
                </c:pt>
                <c:pt idx="9118">
                  <c:v>911.8</c:v>
                </c:pt>
                <c:pt idx="9119">
                  <c:v>911.9</c:v>
                </c:pt>
                <c:pt idx="9120">
                  <c:v>912</c:v>
                </c:pt>
                <c:pt idx="9121">
                  <c:v>912.1</c:v>
                </c:pt>
                <c:pt idx="9122">
                  <c:v>912.2</c:v>
                </c:pt>
                <c:pt idx="9123">
                  <c:v>912.3</c:v>
                </c:pt>
                <c:pt idx="9124">
                  <c:v>912.4</c:v>
                </c:pt>
                <c:pt idx="9125">
                  <c:v>912.5</c:v>
                </c:pt>
                <c:pt idx="9126">
                  <c:v>912.6</c:v>
                </c:pt>
                <c:pt idx="9127">
                  <c:v>912.7</c:v>
                </c:pt>
                <c:pt idx="9128">
                  <c:v>912.8</c:v>
                </c:pt>
                <c:pt idx="9129">
                  <c:v>912.9</c:v>
                </c:pt>
                <c:pt idx="9130">
                  <c:v>913</c:v>
                </c:pt>
                <c:pt idx="9131">
                  <c:v>913.1</c:v>
                </c:pt>
                <c:pt idx="9132">
                  <c:v>913.2</c:v>
                </c:pt>
                <c:pt idx="9133">
                  <c:v>913.3</c:v>
                </c:pt>
                <c:pt idx="9134">
                  <c:v>913.4</c:v>
                </c:pt>
                <c:pt idx="9135">
                  <c:v>913.5</c:v>
                </c:pt>
                <c:pt idx="9136">
                  <c:v>913.6</c:v>
                </c:pt>
                <c:pt idx="9137">
                  <c:v>913.7</c:v>
                </c:pt>
                <c:pt idx="9138">
                  <c:v>913.8</c:v>
                </c:pt>
                <c:pt idx="9139">
                  <c:v>913.9</c:v>
                </c:pt>
                <c:pt idx="9140">
                  <c:v>914</c:v>
                </c:pt>
                <c:pt idx="9141">
                  <c:v>914.1</c:v>
                </c:pt>
                <c:pt idx="9142">
                  <c:v>914.2</c:v>
                </c:pt>
                <c:pt idx="9143">
                  <c:v>914.3</c:v>
                </c:pt>
                <c:pt idx="9144">
                  <c:v>914.4</c:v>
                </c:pt>
                <c:pt idx="9145">
                  <c:v>914.5</c:v>
                </c:pt>
                <c:pt idx="9146">
                  <c:v>914.6</c:v>
                </c:pt>
                <c:pt idx="9147">
                  <c:v>914.7</c:v>
                </c:pt>
                <c:pt idx="9148">
                  <c:v>914.8</c:v>
                </c:pt>
                <c:pt idx="9149">
                  <c:v>914.9</c:v>
                </c:pt>
                <c:pt idx="9150">
                  <c:v>915</c:v>
                </c:pt>
                <c:pt idx="9151">
                  <c:v>915.1</c:v>
                </c:pt>
                <c:pt idx="9152">
                  <c:v>915.2</c:v>
                </c:pt>
                <c:pt idx="9153">
                  <c:v>915.3</c:v>
                </c:pt>
                <c:pt idx="9154">
                  <c:v>915.4</c:v>
                </c:pt>
                <c:pt idx="9155">
                  <c:v>915.5</c:v>
                </c:pt>
                <c:pt idx="9156">
                  <c:v>915.6</c:v>
                </c:pt>
                <c:pt idx="9157">
                  <c:v>915.7</c:v>
                </c:pt>
                <c:pt idx="9158">
                  <c:v>915.8</c:v>
                </c:pt>
                <c:pt idx="9159">
                  <c:v>915.9</c:v>
                </c:pt>
                <c:pt idx="9160">
                  <c:v>916</c:v>
                </c:pt>
                <c:pt idx="9161">
                  <c:v>916.1</c:v>
                </c:pt>
                <c:pt idx="9162">
                  <c:v>916.2</c:v>
                </c:pt>
                <c:pt idx="9163">
                  <c:v>916.3</c:v>
                </c:pt>
                <c:pt idx="9164">
                  <c:v>916.4</c:v>
                </c:pt>
                <c:pt idx="9165">
                  <c:v>916.5</c:v>
                </c:pt>
                <c:pt idx="9166">
                  <c:v>916.6</c:v>
                </c:pt>
                <c:pt idx="9167">
                  <c:v>916.7</c:v>
                </c:pt>
                <c:pt idx="9168">
                  <c:v>916.8</c:v>
                </c:pt>
                <c:pt idx="9169">
                  <c:v>916.9</c:v>
                </c:pt>
                <c:pt idx="9170">
                  <c:v>917</c:v>
                </c:pt>
                <c:pt idx="9171">
                  <c:v>917.1</c:v>
                </c:pt>
                <c:pt idx="9172">
                  <c:v>917.2</c:v>
                </c:pt>
                <c:pt idx="9173">
                  <c:v>917.3</c:v>
                </c:pt>
                <c:pt idx="9174">
                  <c:v>917.4</c:v>
                </c:pt>
                <c:pt idx="9175">
                  <c:v>917.5</c:v>
                </c:pt>
                <c:pt idx="9176">
                  <c:v>917.6</c:v>
                </c:pt>
                <c:pt idx="9177">
                  <c:v>917.7</c:v>
                </c:pt>
                <c:pt idx="9178">
                  <c:v>917.8</c:v>
                </c:pt>
                <c:pt idx="9179">
                  <c:v>917.9</c:v>
                </c:pt>
                <c:pt idx="9180">
                  <c:v>918</c:v>
                </c:pt>
                <c:pt idx="9181">
                  <c:v>918.1</c:v>
                </c:pt>
                <c:pt idx="9182">
                  <c:v>918.2</c:v>
                </c:pt>
                <c:pt idx="9183">
                  <c:v>918.3</c:v>
                </c:pt>
                <c:pt idx="9184">
                  <c:v>918.4</c:v>
                </c:pt>
                <c:pt idx="9185">
                  <c:v>918.5</c:v>
                </c:pt>
                <c:pt idx="9186">
                  <c:v>918.6</c:v>
                </c:pt>
                <c:pt idx="9187">
                  <c:v>918.7</c:v>
                </c:pt>
                <c:pt idx="9188">
                  <c:v>918.8</c:v>
                </c:pt>
                <c:pt idx="9189">
                  <c:v>918.9</c:v>
                </c:pt>
                <c:pt idx="9190">
                  <c:v>919</c:v>
                </c:pt>
                <c:pt idx="9191">
                  <c:v>919.1</c:v>
                </c:pt>
                <c:pt idx="9192">
                  <c:v>919.2</c:v>
                </c:pt>
                <c:pt idx="9193">
                  <c:v>919.3</c:v>
                </c:pt>
                <c:pt idx="9194">
                  <c:v>919.4</c:v>
                </c:pt>
                <c:pt idx="9195">
                  <c:v>919.5</c:v>
                </c:pt>
                <c:pt idx="9196">
                  <c:v>919.6</c:v>
                </c:pt>
                <c:pt idx="9197">
                  <c:v>919.7</c:v>
                </c:pt>
                <c:pt idx="9198">
                  <c:v>919.8</c:v>
                </c:pt>
                <c:pt idx="9199">
                  <c:v>919.9</c:v>
                </c:pt>
                <c:pt idx="9200">
                  <c:v>920</c:v>
                </c:pt>
                <c:pt idx="9201">
                  <c:v>920.1</c:v>
                </c:pt>
                <c:pt idx="9202">
                  <c:v>920.2</c:v>
                </c:pt>
                <c:pt idx="9203">
                  <c:v>920.3</c:v>
                </c:pt>
                <c:pt idx="9204">
                  <c:v>920.4</c:v>
                </c:pt>
                <c:pt idx="9205">
                  <c:v>920.5</c:v>
                </c:pt>
                <c:pt idx="9206">
                  <c:v>920.6</c:v>
                </c:pt>
                <c:pt idx="9207">
                  <c:v>920.7</c:v>
                </c:pt>
                <c:pt idx="9208">
                  <c:v>920.8</c:v>
                </c:pt>
                <c:pt idx="9209">
                  <c:v>920.9</c:v>
                </c:pt>
                <c:pt idx="9210">
                  <c:v>921</c:v>
                </c:pt>
                <c:pt idx="9211">
                  <c:v>921.1</c:v>
                </c:pt>
                <c:pt idx="9212">
                  <c:v>921.2</c:v>
                </c:pt>
                <c:pt idx="9213">
                  <c:v>921.3</c:v>
                </c:pt>
                <c:pt idx="9214">
                  <c:v>921.4</c:v>
                </c:pt>
                <c:pt idx="9215">
                  <c:v>921.5</c:v>
                </c:pt>
                <c:pt idx="9216">
                  <c:v>921.6</c:v>
                </c:pt>
                <c:pt idx="9217">
                  <c:v>921.7</c:v>
                </c:pt>
                <c:pt idx="9218">
                  <c:v>921.8</c:v>
                </c:pt>
                <c:pt idx="9219">
                  <c:v>921.9</c:v>
                </c:pt>
                <c:pt idx="9220">
                  <c:v>922</c:v>
                </c:pt>
                <c:pt idx="9221">
                  <c:v>922.1</c:v>
                </c:pt>
                <c:pt idx="9222">
                  <c:v>922.2</c:v>
                </c:pt>
                <c:pt idx="9223">
                  <c:v>922.3</c:v>
                </c:pt>
                <c:pt idx="9224">
                  <c:v>922.4</c:v>
                </c:pt>
                <c:pt idx="9225">
                  <c:v>922.5</c:v>
                </c:pt>
                <c:pt idx="9226">
                  <c:v>922.6</c:v>
                </c:pt>
                <c:pt idx="9227">
                  <c:v>922.7</c:v>
                </c:pt>
                <c:pt idx="9228">
                  <c:v>922.8</c:v>
                </c:pt>
                <c:pt idx="9229">
                  <c:v>922.9</c:v>
                </c:pt>
                <c:pt idx="9230">
                  <c:v>923</c:v>
                </c:pt>
                <c:pt idx="9231">
                  <c:v>923.1</c:v>
                </c:pt>
                <c:pt idx="9232">
                  <c:v>923.2</c:v>
                </c:pt>
                <c:pt idx="9233">
                  <c:v>923.3</c:v>
                </c:pt>
                <c:pt idx="9234">
                  <c:v>923.4</c:v>
                </c:pt>
                <c:pt idx="9235">
                  <c:v>923.5</c:v>
                </c:pt>
                <c:pt idx="9236">
                  <c:v>923.6</c:v>
                </c:pt>
                <c:pt idx="9237">
                  <c:v>923.7</c:v>
                </c:pt>
                <c:pt idx="9238">
                  <c:v>923.8</c:v>
                </c:pt>
                <c:pt idx="9239">
                  <c:v>923.9</c:v>
                </c:pt>
                <c:pt idx="9240">
                  <c:v>924</c:v>
                </c:pt>
                <c:pt idx="9241">
                  <c:v>924.1</c:v>
                </c:pt>
                <c:pt idx="9242">
                  <c:v>924.2</c:v>
                </c:pt>
                <c:pt idx="9243">
                  <c:v>924.3</c:v>
                </c:pt>
                <c:pt idx="9244">
                  <c:v>924.4</c:v>
                </c:pt>
                <c:pt idx="9245">
                  <c:v>924.5</c:v>
                </c:pt>
                <c:pt idx="9246">
                  <c:v>924.6</c:v>
                </c:pt>
                <c:pt idx="9247">
                  <c:v>924.7</c:v>
                </c:pt>
                <c:pt idx="9248">
                  <c:v>924.8</c:v>
                </c:pt>
                <c:pt idx="9249">
                  <c:v>924.9</c:v>
                </c:pt>
                <c:pt idx="9250">
                  <c:v>925</c:v>
                </c:pt>
                <c:pt idx="9251">
                  <c:v>925.1</c:v>
                </c:pt>
                <c:pt idx="9252">
                  <c:v>925.2</c:v>
                </c:pt>
                <c:pt idx="9253">
                  <c:v>925.3</c:v>
                </c:pt>
                <c:pt idx="9254">
                  <c:v>925.4</c:v>
                </c:pt>
                <c:pt idx="9255">
                  <c:v>925.5</c:v>
                </c:pt>
                <c:pt idx="9256">
                  <c:v>925.6</c:v>
                </c:pt>
                <c:pt idx="9257">
                  <c:v>925.7</c:v>
                </c:pt>
                <c:pt idx="9258">
                  <c:v>925.8</c:v>
                </c:pt>
                <c:pt idx="9259">
                  <c:v>925.9</c:v>
                </c:pt>
                <c:pt idx="9260">
                  <c:v>926</c:v>
                </c:pt>
                <c:pt idx="9261">
                  <c:v>926.1</c:v>
                </c:pt>
                <c:pt idx="9262">
                  <c:v>926.2</c:v>
                </c:pt>
                <c:pt idx="9263">
                  <c:v>926.3</c:v>
                </c:pt>
                <c:pt idx="9264">
                  <c:v>926.4</c:v>
                </c:pt>
                <c:pt idx="9265">
                  <c:v>926.5</c:v>
                </c:pt>
                <c:pt idx="9266">
                  <c:v>926.6</c:v>
                </c:pt>
                <c:pt idx="9267">
                  <c:v>926.7</c:v>
                </c:pt>
                <c:pt idx="9268">
                  <c:v>926.8</c:v>
                </c:pt>
                <c:pt idx="9269">
                  <c:v>926.9</c:v>
                </c:pt>
                <c:pt idx="9270">
                  <c:v>927</c:v>
                </c:pt>
                <c:pt idx="9271">
                  <c:v>927.1</c:v>
                </c:pt>
                <c:pt idx="9272">
                  <c:v>927.2</c:v>
                </c:pt>
                <c:pt idx="9273">
                  <c:v>927.3</c:v>
                </c:pt>
                <c:pt idx="9274">
                  <c:v>927.4</c:v>
                </c:pt>
                <c:pt idx="9275">
                  <c:v>927.5</c:v>
                </c:pt>
                <c:pt idx="9276">
                  <c:v>927.6</c:v>
                </c:pt>
                <c:pt idx="9277">
                  <c:v>927.7</c:v>
                </c:pt>
                <c:pt idx="9278">
                  <c:v>927.8</c:v>
                </c:pt>
                <c:pt idx="9279">
                  <c:v>927.9</c:v>
                </c:pt>
                <c:pt idx="9280">
                  <c:v>928</c:v>
                </c:pt>
                <c:pt idx="9281">
                  <c:v>928.1</c:v>
                </c:pt>
                <c:pt idx="9282">
                  <c:v>928.2</c:v>
                </c:pt>
                <c:pt idx="9283">
                  <c:v>928.3</c:v>
                </c:pt>
                <c:pt idx="9284">
                  <c:v>928.4</c:v>
                </c:pt>
                <c:pt idx="9285">
                  <c:v>928.5</c:v>
                </c:pt>
                <c:pt idx="9286">
                  <c:v>928.6</c:v>
                </c:pt>
                <c:pt idx="9287">
                  <c:v>928.7</c:v>
                </c:pt>
                <c:pt idx="9288">
                  <c:v>928.8</c:v>
                </c:pt>
                <c:pt idx="9289">
                  <c:v>928.9</c:v>
                </c:pt>
                <c:pt idx="9290">
                  <c:v>929</c:v>
                </c:pt>
                <c:pt idx="9291">
                  <c:v>929.1</c:v>
                </c:pt>
                <c:pt idx="9292">
                  <c:v>929.2</c:v>
                </c:pt>
                <c:pt idx="9293">
                  <c:v>929.3</c:v>
                </c:pt>
                <c:pt idx="9294">
                  <c:v>929.4</c:v>
                </c:pt>
                <c:pt idx="9295">
                  <c:v>929.5</c:v>
                </c:pt>
                <c:pt idx="9296">
                  <c:v>929.6</c:v>
                </c:pt>
                <c:pt idx="9297">
                  <c:v>929.7</c:v>
                </c:pt>
                <c:pt idx="9298">
                  <c:v>929.8</c:v>
                </c:pt>
                <c:pt idx="9299">
                  <c:v>929.9</c:v>
                </c:pt>
                <c:pt idx="9300">
                  <c:v>930</c:v>
                </c:pt>
                <c:pt idx="9301">
                  <c:v>930.1</c:v>
                </c:pt>
                <c:pt idx="9302">
                  <c:v>930.2</c:v>
                </c:pt>
                <c:pt idx="9303">
                  <c:v>930.3</c:v>
                </c:pt>
                <c:pt idx="9304">
                  <c:v>930.4</c:v>
                </c:pt>
                <c:pt idx="9305">
                  <c:v>930.5</c:v>
                </c:pt>
                <c:pt idx="9306">
                  <c:v>930.6</c:v>
                </c:pt>
                <c:pt idx="9307">
                  <c:v>930.7</c:v>
                </c:pt>
                <c:pt idx="9308">
                  <c:v>930.8</c:v>
                </c:pt>
                <c:pt idx="9309">
                  <c:v>930.9</c:v>
                </c:pt>
                <c:pt idx="9310">
                  <c:v>931</c:v>
                </c:pt>
                <c:pt idx="9311">
                  <c:v>931.1</c:v>
                </c:pt>
                <c:pt idx="9312">
                  <c:v>931.2</c:v>
                </c:pt>
                <c:pt idx="9313">
                  <c:v>931.3</c:v>
                </c:pt>
                <c:pt idx="9314">
                  <c:v>931.4</c:v>
                </c:pt>
                <c:pt idx="9315">
                  <c:v>931.5</c:v>
                </c:pt>
                <c:pt idx="9316">
                  <c:v>931.6</c:v>
                </c:pt>
                <c:pt idx="9317">
                  <c:v>931.7</c:v>
                </c:pt>
                <c:pt idx="9318">
                  <c:v>931.8</c:v>
                </c:pt>
                <c:pt idx="9319">
                  <c:v>931.9</c:v>
                </c:pt>
                <c:pt idx="9320">
                  <c:v>932</c:v>
                </c:pt>
                <c:pt idx="9321">
                  <c:v>932.1</c:v>
                </c:pt>
                <c:pt idx="9322">
                  <c:v>932.2</c:v>
                </c:pt>
                <c:pt idx="9323">
                  <c:v>932.3</c:v>
                </c:pt>
                <c:pt idx="9324">
                  <c:v>932.4</c:v>
                </c:pt>
                <c:pt idx="9325">
                  <c:v>932.5</c:v>
                </c:pt>
                <c:pt idx="9326">
                  <c:v>932.6</c:v>
                </c:pt>
                <c:pt idx="9327">
                  <c:v>932.7</c:v>
                </c:pt>
                <c:pt idx="9328">
                  <c:v>932.8</c:v>
                </c:pt>
                <c:pt idx="9329">
                  <c:v>932.9</c:v>
                </c:pt>
                <c:pt idx="9330">
                  <c:v>933</c:v>
                </c:pt>
                <c:pt idx="9331">
                  <c:v>933.1</c:v>
                </c:pt>
                <c:pt idx="9332">
                  <c:v>933.2</c:v>
                </c:pt>
                <c:pt idx="9333">
                  <c:v>933.3</c:v>
                </c:pt>
                <c:pt idx="9334">
                  <c:v>933.4</c:v>
                </c:pt>
                <c:pt idx="9335">
                  <c:v>933.5</c:v>
                </c:pt>
                <c:pt idx="9336">
                  <c:v>933.6</c:v>
                </c:pt>
                <c:pt idx="9337">
                  <c:v>933.7</c:v>
                </c:pt>
                <c:pt idx="9338">
                  <c:v>933.8</c:v>
                </c:pt>
                <c:pt idx="9339">
                  <c:v>933.9</c:v>
                </c:pt>
                <c:pt idx="9340">
                  <c:v>934</c:v>
                </c:pt>
                <c:pt idx="9341">
                  <c:v>934.1</c:v>
                </c:pt>
                <c:pt idx="9342">
                  <c:v>934.2</c:v>
                </c:pt>
                <c:pt idx="9343">
                  <c:v>934.3</c:v>
                </c:pt>
                <c:pt idx="9344">
                  <c:v>934.4</c:v>
                </c:pt>
                <c:pt idx="9345">
                  <c:v>934.5</c:v>
                </c:pt>
                <c:pt idx="9346">
                  <c:v>934.6</c:v>
                </c:pt>
                <c:pt idx="9347">
                  <c:v>934.7</c:v>
                </c:pt>
                <c:pt idx="9348">
                  <c:v>934.8</c:v>
                </c:pt>
                <c:pt idx="9349">
                  <c:v>934.9</c:v>
                </c:pt>
                <c:pt idx="9350">
                  <c:v>935</c:v>
                </c:pt>
                <c:pt idx="9351">
                  <c:v>935.1</c:v>
                </c:pt>
                <c:pt idx="9352">
                  <c:v>935.2</c:v>
                </c:pt>
                <c:pt idx="9353">
                  <c:v>935.3</c:v>
                </c:pt>
                <c:pt idx="9354">
                  <c:v>935.4</c:v>
                </c:pt>
                <c:pt idx="9355">
                  <c:v>935.5</c:v>
                </c:pt>
                <c:pt idx="9356">
                  <c:v>935.6</c:v>
                </c:pt>
                <c:pt idx="9357">
                  <c:v>935.7</c:v>
                </c:pt>
                <c:pt idx="9358">
                  <c:v>935.8</c:v>
                </c:pt>
                <c:pt idx="9359">
                  <c:v>935.9</c:v>
                </c:pt>
                <c:pt idx="9360">
                  <c:v>936</c:v>
                </c:pt>
                <c:pt idx="9361">
                  <c:v>936.1</c:v>
                </c:pt>
                <c:pt idx="9362">
                  <c:v>936.2</c:v>
                </c:pt>
                <c:pt idx="9363">
                  <c:v>936.3</c:v>
                </c:pt>
                <c:pt idx="9364">
                  <c:v>936.4</c:v>
                </c:pt>
                <c:pt idx="9365">
                  <c:v>936.5</c:v>
                </c:pt>
                <c:pt idx="9366">
                  <c:v>936.6</c:v>
                </c:pt>
                <c:pt idx="9367">
                  <c:v>936.7</c:v>
                </c:pt>
                <c:pt idx="9368">
                  <c:v>936.8</c:v>
                </c:pt>
                <c:pt idx="9369">
                  <c:v>936.9</c:v>
                </c:pt>
                <c:pt idx="9370">
                  <c:v>937</c:v>
                </c:pt>
                <c:pt idx="9371">
                  <c:v>937.1</c:v>
                </c:pt>
                <c:pt idx="9372">
                  <c:v>937.2</c:v>
                </c:pt>
                <c:pt idx="9373">
                  <c:v>937.3</c:v>
                </c:pt>
                <c:pt idx="9374">
                  <c:v>937.4</c:v>
                </c:pt>
                <c:pt idx="9375">
                  <c:v>937.5</c:v>
                </c:pt>
                <c:pt idx="9376">
                  <c:v>937.6</c:v>
                </c:pt>
                <c:pt idx="9377">
                  <c:v>937.7</c:v>
                </c:pt>
                <c:pt idx="9378">
                  <c:v>937.8</c:v>
                </c:pt>
                <c:pt idx="9379">
                  <c:v>937.9</c:v>
                </c:pt>
                <c:pt idx="9380">
                  <c:v>938</c:v>
                </c:pt>
                <c:pt idx="9381">
                  <c:v>938.1</c:v>
                </c:pt>
                <c:pt idx="9382">
                  <c:v>938.2</c:v>
                </c:pt>
                <c:pt idx="9383">
                  <c:v>938.3</c:v>
                </c:pt>
                <c:pt idx="9384">
                  <c:v>938.4</c:v>
                </c:pt>
                <c:pt idx="9385">
                  <c:v>938.5</c:v>
                </c:pt>
                <c:pt idx="9386">
                  <c:v>938.6</c:v>
                </c:pt>
                <c:pt idx="9387">
                  <c:v>938.7</c:v>
                </c:pt>
                <c:pt idx="9388">
                  <c:v>938.8</c:v>
                </c:pt>
                <c:pt idx="9389">
                  <c:v>938.9</c:v>
                </c:pt>
                <c:pt idx="9390">
                  <c:v>939</c:v>
                </c:pt>
                <c:pt idx="9391">
                  <c:v>939.1</c:v>
                </c:pt>
                <c:pt idx="9392">
                  <c:v>939.2</c:v>
                </c:pt>
                <c:pt idx="9393">
                  <c:v>939.3</c:v>
                </c:pt>
                <c:pt idx="9394">
                  <c:v>939.4</c:v>
                </c:pt>
                <c:pt idx="9395">
                  <c:v>939.5</c:v>
                </c:pt>
                <c:pt idx="9396">
                  <c:v>939.6</c:v>
                </c:pt>
                <c:pt idx="9397">
                  <c:v>939.7</c:v>
                </c:pt>
                <c:pt idx="9398">
                  <c:v>939.8</c:v>
                </c:pt>
                <c:pt idx="9399">
                  <c:v>939.9</c:v>
                </c:pt>
                <c:pt idx="9400">
                  <c:v>940</c:v>
                </c:pt>
                <c:pt idx="9401">
                  <c:v>940.1</c:v>
                </c:pt>
                <c:pt idx="9402">
                  <c:v>940.2</c:v>
                </c:pt>
                <c:pt idx="9403">
                  <c:v>940.3</c:v>
                </c:pt>
                <c:pt idx="9404">
                  <c:v>940.4</c:v>
                </c:pt>
                <c:pt idx="9405">
                  <c:v>940.5</c:v>
                </c:pt>
                <c:pt idx="9406">
                  <c:v>940.6</c:v>
                </c:pt>
                <c:pt idx="9407">
                  <c:v>940.7</c:v>
                </c:pt>
                <c:pt idx="9408">
                  <c:v>940.8</c:v>
                </c:pt>
                <c:pt idx="9409">
                  <c:v>940.9</c:v>
                </c:pt>
                <c:pt idx="9410">
                  <c:v>941</c:v>
                </c:pt>
                <c:pt idx="9411">
                  <c:v>941.1</c:v>
                </c:pt>
                <c:pt idx="9412">
                  <c:v>941.2</c:v>
                </c:pt>
                <c:pt idx="9413">
                  <c:v>941.3</c:v>
                </c:pt>
                <c:pt idx="9414">
                  <c:v>941.4</c:v>
                </c:pt>
                <c:pt idx="9415">
                  <c:v>941.5</c:v>
                </c:pt>
                <c:pt idx="9416">
                  <c:v>941.6</c:v>
                </c:pt>
                <c:pt idx="9417">
                  <c:v>941.7</c:v>
                </c:pt>
                <c:pt idx="9418">
                  <c:v>941.8</c:v>
                </c:pt>
                <c:pt idx="9419">
                  <c:v>941.9</c:v>
                </c:pt>
                <c:pt idx="9420">
                  <c:v>942</c:v>
                </c:pt>
                <c:pt idx="9421">
                  <c:v>942.1</c:v>
                </c:pt>
                <c:pt idx="9422">
                  <c:v>942.2</c:v>
                </c:pt>
                <c:pt idx="9423">
                  <c:v>942.3</c:v>
                </c:pt>
                <c:pt idx="9424">
                  <c:v>942.4</c:v>
                </c:pt>
                <c:pt idx="9425">
                  <c:v>942.5</c:v>
                </c:pt>
                <c:pt idx="9426">
                  <c:v>942.6</c:v>
                </c:pt>
                <c:pt idx="9427">
                  <c:v>942.7</c:v>
                </c:pt>
                <c:pt idx="9428">
                  <c:v>942.8</c:v>
                </c:pt>
                <c:pt idx="9429">
                  <c:v>942.9</c:v>
                </c:pt>
                <c:pt idx="9430">
                  <c:v>943</c:v>
                </c:pt>
                <c:pt idx="9431">
                  <c:v>943.1</c:v>
                </c:pt>
                <c:pt idx="9432">
                  <c:v>943.2</c:v>
                </c:pt>
                <c:pt idx="9433">
                  <c:v>943.3</c:v>
                </c:pt>
                <c:pt idx="9434">
                  <c:v>943.4</c:v>
                </c:pt>
                <c:pt idx="9435">
                  <c:v>943.5</c:v>
                </c:pt>
                <c:pt idx="9436">
                  <c:v>943.6</c:v>
                </c:pt>
                <c:pt idx="9437">
                  <c:v>943.7</c:v>
                </c:pt>
                <c:pt idx="9438">
                  <c:v>943.8</c:v>
                </c:pt>
                <c:pt idx="9439">
                  <c:v>943.9</c:v>
                </c:pt>
                <c:pt idx="9440">
                  <c:v>944</c:v>
                </c:pt>
                <c:pt idx="9441">
                  <c:v>944.1</c:v>
                </c:pt>
                <c:pt idx="9442">
                  <c:v>944.2</c:v>
                </c:pt>
                <c:pt idx="9443">
                  <c:v>944.3</c:v>
                </c:pt>
                <c:pt idx="9444">
                  <c:v>944.4</c:v>
                </c:pt>
                <c:pt idx="9445">
                  <c:v>944.5</c:v>
                </c:pt>
                <c:pt idx="9446">
                  <c:v>944.6</c:v>
                </c:pt>
                <c:pt idx="9447">
                  <c:v>944.7</c:v>
                </c:pt>
                <c:pt idx="9448">
                  <c:v>944.8</c:v>
                </c:pt>
                <c:pt idx="9449">
                  <c:v>944.9</c:v>
                </c:pt>
                <c:pt idx="9450">
                  <c:v>945</c:v>
                </c:pt>
                <c:pt idx="9451">
                  <c:v>945.1</c:v>
                </c:pt>
                <c:pt idx="9452">
                  <c:v>945.2</c:v>
                </c:pt>
                <c:pt idx="9453">
                  <c:v>945.3</c:v>
                </c:pt>
                <c:pt idx="9454">
                  <c:v>945.4</c:v>
                </c:pt>
                <c:pt idx="9455">
                  <c:v>945.5</c:v>
                </c:pt>
                <c:pt idx="9456">
                  <c:v>945.6</c:v>
                </c:pt>
                <c:pt idx="9457">
                  <c:v>945.7</c:v>
                </c:pt>
                <c:pt idx="9458">
                  <c:v>945.8</c:v>
                </c:pt>
                <c:pt idx="9459">
                  <c:v>945.9</c:v>
                </c:pt>
                <c:pt idx="9460">
                  <c:v>946</c:v>
                </c:pt>
                <c:pt idx="9461">
                  <c:v>946.1</c:v>
                </c:pt>
                <c:pt idx="9462">
                  <c:v>946.2</c:v>
                </c:pt>
                <c:pt idx="9463">
                  <c:v>946.3</c:v>
                </c:pt>
                <c:pt idx="9464">
                  <c:v>946.4</c:v>
                </c:pt>
                <c:pt idx="9465">
                  <c:v>946.5</c:v>
                </c:pt>
                <c:pt idx="9466">
                  <c:v>946.6</c:v>
                </c:pt>
                <c:pt idx="9467">
                  <c:v>946.7</c:v>
                </c:pt>
                <c:pt idx="9468">
                  <c:v>946.8</c:v>
                </c:pt>
                <c:pt idx="9469">
                  <c:v>946.9</c:v>
                </c:pt>
                <c:pt idx="9470">
                  <c:v>947</c:v>
                </c:pt>
                <c:pt idx="9471">
                  <c:v>947.1</c:v>
                </c:pt>
                <c:pt idx="9472">
                  <c:v>947.2</c:v>
                </c:pt>
                <c:pt idx="9473">
                  <c:v>947.3</c:v>
                </c:pt>
                <c:pt idx="9474">
                  <c:v>947.4</c:v>
                </c:pt>
                <c:pt idx="9475">
                  <c:v>947.5</c:v>
                </c:pt>
                <c:pt idx="9476">
                  <c:v>947.6</c:v>
                </c:pt>
                <c:pt idx="9477">
                  <c:v>947.7</c:v>
                </c:pt>
                <c:pt idx="9478">
                  <c:v>947.8</c:v>
                </c:pt>
                <c:pt idx="9479">
                  <c:v>947.9</c:v>
                </c:pt>
                <c:pt idx="9480">
                  <c:v>948</c:v>
                </c:pt>
                <c:pt idx="9481">
                  <c:v>948.1</c:v>
                </c:pt>
                <c:pt idx="9482">
                  <c:v>948.2</c:v>
                </c:pt>
                <c:pt idx="9483">
                  <c:v>948.3</c:v>
                </c:pt>
                <c:pt idx="9484">
                  <c:v>948.4</c:v>
                </c:pt>
                <c:pt idx="9485">
                  <c:v>948.5</c:v>
                </c:pt>
                <c:pt idx="9486">
                  <c:v>948.6</c:v>
                </c:pt>
                <c:pt idx="9487">
                  <c:v>948.7</c:v>
                </c:pt>
                <c:pt idx="9488">
                  <c:v>948.8</c:v>
                </c:pt>
                <c:pt idx="9489">
                  <c:v>948.9</c:v>
                </c:pt>
                <c:pt idx="9490">
                  <c:v>949</c:v>
                </c:pt>
                <c:pt idx="9491">
                  <c:v>949.1</c:v>
                </c:pt>
                <c:pt idx="9492">
                  <c:v>949.2</c:v>
                </c:pt>
                <c:pt idx="9493">
                  <c:v>949.3</c:v>
                </c:pt>
                <c:pt idx="9494">
                  <c:v>949.4</c:v>
                </c:pt>
                <c:pt idx="9495">
                  <c:v>949.5</c:v>
                </c:pt>
                <c:pt idx="9496">
                  <c:v>949.6</c:v>
                </c:pt>
                <c:pt idx="9497">
                  <c:v>949.7</c:v>
                </c:pt>
                <c:pt idx="9498">
                  <c:v>949.8</c:v>
                </c:pt>
                <c:pt idx="9499">
                  <c:v>949.9</c:v>
                </c:pt>
                <c:pt idx="9500">
                  <c:v>950</c:v>
                </c:pt>
                <c:pt idx="9501">
                  <c:v>950.1</c:v>
                </c:pt>
                <c:pt idx="9502">
                  <c:v>950.2</c:v>
                </c:pt>
                <c:pt idx="9503">
                  <c:v>950.3</c:v>
                </c:pt>
                <c:pt idx="9504">
                  <c:v>950.4</c:v>
                </c:pt>
                <c:pt idx="9505">
                  <c:v>950.5</c:v>
                </c:pt>
                <c:pt idx="9506">
                  <c:v>950.6</c:v>
                </c:pt>
                <c:pt idx="9507">
                  <c:v>950.7</c:v>
                </c:pt>
                <c:pt idx="9508">
                  <c:v>950.8</c:v>
                </c:pt>
                <c:pt idx="9509">
                  <c:v>950.9</c:v>
                </c:pt>
                <c:pt idx="9510">
                  <c:v>951</c:v>
                </c:pt>
                <c:pt idx="9511">
                  <c:v>951.1</c:v>
                </c:pt>
                <c:pt idx="9512">
                  <c:v>951.2</c:v>
                </c:pt>
                <c:pt idx="9513">
                  <c:v>951.3</c:v>
                </c:pt>
                <c:pt idx="9514">
                  <c:v>951.4</c:v>
                </c:pt>
                <c:pt idx="9515">
                  <c:v>951.5</c:v>
                </c:pt>
                <c:pt idx="9516">
                  <c:v>951.6</c:v>
                </c:pt>
                <c:pt idx="9517">
                  <c:v>951.7</c:v>
                </c:pt>
                <c:pt idx="9518">
                  <c:v>951.8</c:v>
                </c:pt>
                <c:pt idx="9519">
                  <c:v>951.9</c:v>
                </c:pt>
                <c:pt idx="9520">
                  <c:v>952</c:v>
                </c:pt>
                <c:pt idx="9521">
                  <c:v>952.1</c:v>
                </c:pt>
                <c:pt idx="9522">
                  <c:v>952.2</c:v>
                </c:pt>
                <c:pt idx="9523">
                  <c:v>952.3</c:v>
                </c:pt>
                <c:pt idx="9524">
                  <c:v>952.4</c:v>
                </c:pt>
                <c:pt idx="9525">
                  <c:v>952.5</c:v>
                </c:pt>
                <c:pt idx="9526">
                  <c:v>952.6</c:v>
                </c:pt>
                <c:pt idx="9527">
                  <c:v>952.7</c:v>
                </c:pt>
                <c:pt idx="9528">
                  <c:v>952.8</c:v>
                </c:pt>
                <c:pt idx="9529">
                  <c:v>952.9</c:v>
                </c:pt>
                <c:pt idx="9530">
                  <c:v>953</c:v>
                </c:pt>
                <c:pt idx="9531">
                  <c:v>953.1</c:v>
                </c:pt>
                <c:pt idx="9532">
                  <c:v>953.2</c:v>
                </c:pt>
                <c:pt idx="9533">
                  <c:v>953.3</c:v>
                </c:pt>
                <c:pt idx="9534">
                  <c:v>953.4</c:v>
                </c:pt>
                <c:pt idx="9535">
                  <c:v>953.5</c:v>
                </c:pt>
                <c:pt idx="9536">
                  <c:v>953.6</c:v>
                </c:pt>
                <c:pt idx="9537">
                  <c:v>953.7</c:v>
                </c:pt>
                <c:pt idx="9538">
                  <c:v>953.8</c:v>
                </c:pt>
                <c:pt idx="9539">
                  <c:v>953.9</c:v>
                </c:pt>
                <c:pt idx="9540">
                  <c:v>954</c:v>
                </c:pt>
                <c:pt idx="9541">
                  <c:v>954.1</c:v>
                </c:pt>
                <c:pt idx="9542">
                  <c:v>954.2</c:v>
                </c:pt>
                <c:pt idx="9543">
                  <c:v>954.3</c:v>
                </c:pt>
                <c:pt idx="9544">
                  <c:v>954.4</c:v>
                </c:pt>
                <c:pt idx="9545">
                  <c:v>954.5</c:v>
                </c:pt>
                <c:pt idx="9546">
                  <c:v>954.6</c:v>
                </c:pt>
                <c:pt idx="9547">
                  <c:v>954.7</c:v>
                </c:pt>
                <c:pt idx="9548">
                  <c:v>954.8</c:v>
                </c:pt>
                <c:pt idx="9549">
                  <c:v>954.9</c:v>
                </c:pt>
                <c:pt idx="9550">
                  <c:v>955</c:v>
                </c:pt>
                <c:pt idx="9551">
                  <c:v>955.1</c:v>
                </c:pt>
                <c:pt idx="9552">
                  <c:v>955.2</c:v>
                </c:pt>
                <c:pt idx="9553">
                  <c:v>955.3</c:v>
                </c:pt>
                <c:pt idx="9554">
                  <c:v>955.4</c:v>
                </c:pt>
                <c:pt idx="9555">
                  <c:v>955.5</c:v>
                </c:pt>
                <c:pt idx="9556">
                  <c:v>955.6</c:v>
                </c:pt>
                <c:pt idx="9557">
                  <c:v>955.7</c:v>
                </c:pt>
                <c:pt idx="9558">
                  <c:v>955.8</c:v>
                </c:pt>
                <c:pt idx="9559">
                  <c:v>955.9</c:v>
                </c:pt>
                <c:pt idx="9560">
                  <c:v>956</c:v>
                </c:pt>
                <c:pt idx="9561">
                  <c:v>956.1</c:v>
                </c:pt>
                <c:pt idx="9562">
                  <c:v>956.2</c:v>
                </c:pt>
                <c:pt idx="9563">
                  <c:v>956.3</c:v>
                </c:pt>
                <c:pt idx="9564">
                  <c:v>956.4</c:v>
                </c:pt>
                <c:pt idx="9565">
                  <c:v>956.5</c:v>
                </c:pt>
                <c:pt idx="9566">
                  <c:v>956.6</c:v>
                </c:pt>
                <c:pt idx="9567">
                  <c:v>956.7</c:v>
                </c:pt>
                <c:pt idx="9568">
                  <c:v>956.8</c:v>
                </c:pt>
                <c:pt idx="9569">
                  <c:v>956.9</c:v>
                </c:pt>
                <c:pt idx="9570">
                  <c:v>957</c:v>
                </c:pt>
                <c:pt idx="9571">
                  <c:v>957.1</c:v>
                </c:pt>
                <c:pt idx="9572">
                  <c:v>957.2</c:v>
                </c:pt>
                <c:pt idx="9573">
                  <c:v>957.3</c:v>
                </c:pt>
                <c:pt idx="9574">
                  <c:v>957.4</c:v>
                </c:pt>
                <c:pt idx="9575">
                  <c:v>957.5</c:v>
                </c:pt>
                <c:pt idx="9576">
                  <c:v>957.6</c:v>
                </c:pt>
                <c:pt idx="9577">
                  <c:v>957.7</c:v>
                </c:pt>
                <c:pt idx="9578">
                  <c:v>957.8</c:v>
                </c:pt>
                <c:pt idx="9579">
                  <c:v>957.9</c:v>
                </c:pt>
                <c:pt idx="9580">
                  <c:v>958</c:v>
                </c:pt>
                <c:pt idx="9581">
                  <c:v>958.1</c:v>
                </c:pt>
                <c:pt idx="9582">
                  <c:v>958.2</c:v>
                </c:pt>
                <c:pt idx="9583">
                  <c:v>958.3</c:v>
                </c:pt>
                <c:pt idx="9584">
                  <c:v>958.4</c:v>
                </c:pt>
                <c:pt idx="9585">
                  <c:v>958.5</c:v>
                </c:pt>
                <c:pt idx="9586">
                  <c:v>958.6</c:v>
                </c:pt>
                <c:pt idx="9587">
                  <c:v>958.7</c:v>
                </c:pt>
                <c:pt idx="9588">
                  <c:v>958.8</c:v>
                </c:pt>
                <c:pt idx="9589">
                  <c:v>958.9</c:v>
                </c:pt>
                <c:pt idx="9590">
                  <c:v>959</c:v>
                </c:pt>
                <c:pt idx="9591">
                  <c:v>959.1</c:v>
                </c:pt>
                <c:pt idx="9592">
                  <c:v>959.2</c:v>
                </c:pt>
                <c:pt idx="9593">
                  <c:v>959.3</c:v>
                </c:pt>
                <c:pt idx="9594">
                  <c:v>959.4</c:v>
                </c:pt>
                <c:pt idx="9595">
                  <c:v>959.5</c:v>
                </c:pt>
                <c:pt idx="9596">
                  <c:v>959.6</c:v>
                </c:pt>
                <c:pt idx="9597">
                  <c:v>959.7</c:v>
                </c:pt>
                <c:pt idx="9598">
                  <c:v>959.8</c:v>
                </c:pt>
                <c:pt idx="9599">
                  <c:v>959.9</c:v>
                </c:pt>
                <c:pt idx="9600">
                  <c:v>960</c:v>
                </c:pt>
                <c:pt idx="9601">
                  <c:v>960.1</c:v>
                </c:pt>
                <c:pt idx="9602">
                  <c:v>960.2</c:v>
                </c:pt>
                <c:pt idx="9603">
                  <c:v>960.3</c:v>
                </c:pt>
                <c:pt idx="9604">
                  <c:v>960.4</c:v>
                </c:pt>
                <c:pt idx="9605">
                  <c:v>960.5</c:v>
                </c:pt>
                <c:pt idx="9606">
                  <c:v>960.6</c:v>
                </c:pt>
                <c:pt idx="9607">
                  <c:v>960.7</c:v>
                </c:pt>
                <c:pt idx="9608">
                  <c:v>960.8</c:v>
                </c:pt>
                <c:pt idx="9609">
                  <c:v>960.9</c:v>
                </c:pt>
                <c:pt idx="9610">
                  <c:v>961</c:v>
                </c:pt>
                <c:pt idx="9611">
                  <c:v>961.1</c:v>
                </c:pt>
                <c:pt idx="9612">
                  <c:v>961.2</c:v>
                </c:pt>
                <c:pt idx="9613">
                  <c:v>961.3</c:v>
                </c:pt>
                <c:pt idx="9614">
                  <c:v>961.4</c:v>
                </c:pt>
                <c:pt idx="9615">
                  <c:v>961.5</c:v>
                </c:pt>
                <c:pt idx="9616">
                  <c:v>961.6</c:v>
                </c:pt>
                <c:pt idx="9617">
                  <c:v>961.7</c:v>
                </c:pt>
                <c:pt idx="9618">
                  <c:v>961.8</c:v>
                </c:pt>
                <c:pt idx="9619">
                  <c:v>961.9</c:v>
                </c:pt>
                <c:pt idx="9620">
                  <c:v>962</c:v>
                </c:pt>
                <c:pt idx="9621">
                  <c:v>962.1</c:v>
                </c:pt>
                <c:pt idx="9622">
                  <c:v>962.2</c:v>
                </c:pt>
                <c:pt idx="9623">
                  <c:v>962.3</c:v>
                </c:pt>
                <c:pt idx="9624">
                  <c:v>962.4</c:v>
                </c:pt>
                <c:pt idx="9625">
                  <c:v>962.5</c:v>
                </c:pt>
                <c:pt idx="9626">
                  <c:v>962.6</c:v>
                </c:pt>
                <c:pt idx="9627">
                  <c:v>962.7</c:v>
                </c:pt>
                <c:pt idx="9628">
                  <c:v>962.8</c:v>
                </c:pt>
                <c:pt idx="9629">
                  <c:v>962.9</c:v>
                </c:pt>
                <c:pt idx="9630">
                  <c:v>963</c:v>
                </c:pt>
                <c:pt idx="9631">
                  <c:v>963.1</c:v>
                </c:pt>
                <c:pt idx="9632">
                  <c:v>963.2</c:v>
                </c:pt>
                <c:pt idx="9633">
                  <c:v>963.3</c:v>
                </c:pt>
                <c:pt idx="9634">
                  <c:v>963.4</c:v>
                </c:pt>
                <c:pt idx="9635">
                  <c:v>963.5</c:v>
                </c:pt>
                <c:pt idx="9636">
                  <c:v>963.6</c:v>
                </c:pt>
                <c:pt idx="9637">
                  <c:v>963.7</c:v>
                </c:pt>
                <c:pt idx="9638">
                  <c:v>963.8</c:v>
                </c:pt>
                <c:pt idx="9639">
                  <c:v>963.9</c:v>
                </c:pt>
                <c:pt idx="9640">
                  <c:v>964</c:v>
                </c:pt>
                <c:pt idx="9641">
                  <c:v>964.1</c:v>
                </c:pt>
                <c:pt idx="9642">
                  <c:v>964.2</c:v>
                </c:pt>
                <c:pt idx="9643">
                  <c:v>964.3</c:v>
                </c:pt>
                <c:pt idx="9644">
                  <c:v>964.4</c:v>
                </c:pt>
                <c:pt idx="9645">
                  <c:v>964.5</c:v>
                </c:pt>
                <c:pt idx="9646">
                  <c:v>964.6</c:v>
                </c:pt>
                <c:pt idx="9647">
                  <c:v>964.7</c:v>
                </c:pt>
                <c:pt idx="9648">
                  <c:v>964.8</c:v>
                </c:pt>
                <c:pt idx="9649">
                  <c:v>964.9</c:v>
                </c:pt>
                <c:pt idx="9650">
                  <c:v>965</c:v>
                </c:pt>
                <c:pt idx="9651">
                  <c:v>965.1</c:v>
                </c:pt>
                <c:pt idx="9652">
                  <c:v>965.2</c:v>
                </c:pt>
                <c:pt idx="9653">
                  <c:v>965.3</c:v>
                </c:pt>
                <c:pt idx="9654">
                  <c:v>965.4</c:v>
                </c:pt>
                <c:pt idx="9655">
                  <c:v>965.5</c:v>
                </c:pt>
                <c:pt idx="9656">
                  <c:v>965.6</c:v>
                </c:pt>
                <c:pt idx="9657">
                  <c:v>965.7</c:v>
                </c:pt>
                <c:pt idx="9658">
                  <c:v>965.8</c:v>
                </c:pt>
                <c:pt idx="9659">
                  <c:v>965.9</c:v>
                </c:pt>
                <c:pt idx="9660">
                  <c:v>966</c:v>
                </c:pt>
                <c:pt idx="9661">
                  <c:v>966.1</c:v>
                </c:pt>
                <c:pt idx="9662">
                  <c:v>966.2</c:v>
                </c:pt>
                <c:pt idx="9663">
                  <c:v>966.3</c:v>
                </c:pt>
                <c:pt idx="9664">
                  <c:v>966.4</c:v>
                </c:pt>
                <c:pt idx="9665">
                  <c:v>966.5</c:v>
                </c:pt>
                <c:pt idx="9666">
                  <c:v>966.6</c:v>
                </c:pt>
                <c:pt idx="9667">
                  <c:v>966.7</c:v>
                </c:pt>
                <c:pt idx="9668">
                  <c:v>966.8</c:v>
                </c:pt>
                <c:pt idx="9669">
                  <c:v>966.9</c:v>
                </c:pt>
                <c:pt idx="9670">
                  <c:v>967</c:v>
                </c:pt>
                <c:pt idx="9671">
                  <c:v>967.1</c:v>
                </c:pt>
                <c:pt idx="9672">
                  <c:v>967.2</c:v>
                </c:pt>
                <c:pt idx="9673">
                  <c:v>967.3</c:v>
                </c:pt>
                <c:pt idx="9674">
                  <c:v>967.4</c:v>
                </c:pt>
                <c:pt idx="9675">
                  <c:v>967.5</c:v>
                </c:pt>
                <c:pt idx="9676">
                  <c:v>967.6</c:v>
                </c:pt>
                <c:pt idx="9677">
                  <c:v>967.7</c:v>
                </c:pt>
                <c:pt idx="9678">
                  <c:v>967.8</c:v>
                </c:pt>
                <c:pt idx="9679">
                  <c:v>967.9</c:v>
                </c:pt>
                <c:pt idx="9680">
                  <c:v>968</c:v>
                </c:pt>
                <c:pt idx="9681">
                  <c:v>968.1</c:v>
                </c:pt>
                <c:pt idx="9682">
                  <c:v>968.2</c:v>
                </c:pt>
                <c:pt idx="9683">
                  <c:v>968.3</c:v>
                </c:pt>
                <c:pt idx="9684">
                  <c:v>968.4</c:v>
                </c:pt>
                <c:pt idx="9685">
                  <c:v>968.5</c:v>
                </c:pt>
                <c:pt idx="9686">
                  <c:v>968.6</c:v>
                </c:pt>
                <c:pt idx="9687">
                  <c:v>968.7</c:v>
                </c:pt>
                <c:pt idx="9688">
                  <c:v>968.8</c:v>
                </c:pt>
                <c:pt idx="9689">
                  <c:v>968.9</c:v>
                </c:pt>
                <c:pt idx="9690">
                  <c:v>969</c:v>
                </c:pt>
                <c:pt idx="9691">
                  <c:v>969.1</c:v>
                </c:pt>
                <c:pt idx="9692">
                  <c:v>969.2</c:v>
                </c:pt>
                <c:pt idx="9693">
                  <c:v>969.3</c:v>
                </c:pt>
                <c:pt idx="9694">
                  <c:v>969.4</c:v>
                </c:pt>
                <c:pt idx="9695">
                  <c:v>969.5</c:v>
                </c:pt>
                <c:pt idx="9696">
                  <c:v>969.6</c:v>
                </c:pt>
                <c:pt idx="9697">
                  <c:v>969.7</c:v>
                </c:pt>
                <c:pt idx="9698">
                  <c:v>969.8</c:v>
                </c:pt>
                <c:pt idx="9699">
                  <c:v>969.9</c:v>
                </c:pt>
                <c:pt idx="9700">
                  <c:v>970</c:v>
                </c:pt>
                <c:pt idx="9701">
                  <c:v>970.1</c:v>
                </c:pt>
                <c:pt idx="9702">
                  <c:v>970.2</c:v>
                </c:pt>
                <c:pt idx="9703">
                  <c:v>970.3</c:v>
                </c:pt>
                <c:pt idx="9704">
                  <c:v>970.4</c:v>
                </c:pt>
                <c:pt idx="9705">
                  <c:v>970.5</c:v>
                </c:pt>
                <c:pt idx="9706">
                  <c:v>970.6</c:v>
                </c:pt>
                <c:pt idx="9707">
                  <c:v>970.7</c:v>
                </c:pt>
                <c:pt idx="9708">
                  <c:v>970.8</c:v>
                </c:pt>
                <c:pt idx="9709">
                  <c:v>970.9</c:v>
                </c:pt>
                <c:pt idx="9710">
                  <c:v>971</c:v>
                </c:pt>
                <c:pt idx="9711">
                  <c:v>971.1</c:v>
                </c:pt>
                <c:pt idx="9712">
                  <c:v>971.2</c:v>
                </c:pt>
                <c:pt idx="9713">
                  <c:v>971.3</c:v>
                </c:pt>
                <c:pt idx="9714">
                  <c:v>971.4</c:v>
                </c:pt>
                <c:pt idx="9715">
                  <c:v>971.5</c:v>
                </c:pt>
                <c:pt idx="9716">
                  <c:v>971.6</c:v>
                </c:pt>
                <c:pt idx="9717">
                  <c:v>971.7</c:v>
                </c:pt>
                <c:pt idx="9718">
                  <c:v>971.8</c:v>
                </c:pt>
                <c:pt idx="9719">
                  <c:v>971.9</c:v>
                </c:pt>
                <c:pt idx="9720">
                  <c:v>972</c:v>
                </c:pt>
                <c:pt idx="9721">
                  <c:v>972.1</c:v>
                </c:pt>
                <c:pt idx="9722">
                  <c:v>972.2</c:v>
                </c:pt>
                <c:pt idx="9723">
                  <c:v>972.3</c:v>
                </c:pt>
                <c:pt idx="9724">
                  <c:v>972.4</c:v>
                </c:pt>
                <c:pt idx="9725">
                  <c:v>972.5</c:v>
                </c:pt>
                <c:pt idx="9726">
                  <c:v>972.6</c:v>
                </c:pt>
                <c:pt idx="9727">
                  <c:v>972.7</c:v>
                </c:pt>
                <c:pt idx="9728">
                  <c:v>972.8</c:v>
                </c:pt>
                <c:pt idx="9729">
                  <c:v>972.9</c:v>
                </c:pt>
                <c:pt idx="9730">
                  <c:v>973</c:v>
                </c:pt>
                <c:pt idx="9731">
                  <c:v>973.1</c:v>
                </c:pt>
                <c:pt idx="9732">
                  <c:v>973.2</c:v>
                </c:pt>
                <c:pt idx="9733">
                  <c:v>973.3</c:v>
                </c:pt>
                <c:pt idx="9734">
                  <c:v>973.4</c:v>
                </c:pt>
                <c:pt idx="9735">
                  <c:v>973.5</c:v>
                </c:pt>
                <c:pt idx="9736">
                  <c:v>973.6</c:v>
                </c:pt>
                <c:pt idx="9737">
                  <c:v>973.7</c:v>
                </c:pt>
                <c:pt idx="9738">
                  <c:v>973.8</c:v>
                </c:pt>
                <c:pt idx="9739">
                  <c:v>973.9</c:v>
                </c:pt>
                <c:pt idx="9740">
                  <c:v>974</c:v>
                </c:pt>
                <c:pt idx="9741">
                  <c:v>974.1</c:v>
                </c:pt>
                <c:pt idx="9742">
                  <c:v>974.2</c:v>
                </c:pt>
                <c:pt idx="9743">
                  <c:v>974.3</c:v>
                </c:pt>
                <c:pt idx="9744">
                  <c:v>974.4</c:v>
                </c:pt>
                <c:pt idx="9745">
                  <c:v>974.5</c:v>
                </c:pt>
                <c:pt idx="9746">
                  <c:v>974.6</c:v>
                </c:pt>
                <c:pt idx="9747">
                  <c:v>974.7</c:v>
                </c:pt>
                <c:pt idx="9748">
                  <c:v>974.8</c:v>
                </c:pt>
                <c:pt idx="9749">
                  <c:v>974.9</c:v>
                </c:pt>
                <c:pt idx="9750">
                  <c:v>975</c:v>
                </c:pt>
                <c:pt idx="9751">
                  <c:v>975.1</c:v>
                </c:pt>
                <c:pt idx="9752">
                  <c:v>975.2</c:v>
                </c:pt>
                <c:pt idx="9753">
                  <c:v>975.3</c:v>
                </c:pt>
                <c:pt idx="9754">
                  <c:v>975.4</c:v>
                </c:pt>
                <c:pt idx="9755">
                  <c:v>975.5</c:v>
                </c:pt>
                <c:pt idx="9756">
                  <c:v>975.6</c:v>
                </c:pt>
                <c:pt idx="9757">
                  <c:v>975.7</c:v>
                </c:pt>
                <c:pt idx="9758">
                  <c:v>975.8</c:v>
                </c:pt>
                <c:pt idx="9759">
                  <c:v>975.9</c:v>
                </c:pt>
                <c:pt idx="9760">
                  <c:v>976</c:v>
                </c:pt>
                <c:pt idx="9761">
                  <c:v>976.1</c:v>
                </c:pt>
                <c:pt idx="9762">
                  <c:v>976.2</c:v>
                </c:pt>
                <c:pt idx="9763">
                  <c:v>976.3</c:v>
                </c:pt>
                <c:pt idx="9764">
                  <c:v>976.4</c:v>
                </c:pt>
                <c:pt idx="9765">
                  <c:v>976.5</c:v>
                </c:pt>
                <c:pt idx="9766">
                  <c:v>976.6</c:v>
                </c:pt>
                <c:pt idx="9767">
                  <c:v>976.7</c:v>
                </c:pt>
                <c:pt idx="9768">
                  <c:v>976.8</c:v>
                </c:pt>
                <c:pt idx="9769">
                  <c:v>976.9</c:v>
                </c:pt>
                <c:pt idx="9770">
                  <c:v>977</c:v>
                </c:pt>
                <c:pt idx="9771">
                  <c:v>977.1</c:v>
                </c:pt>
                <c:pt idx="9772">
                  <c:v>977.2</c:v>
                </c:pt>
                <c:pt idx="9773">
                  <c:v>977.3</c:v>
                </c:pt>
                <c:pt idx="9774">
                  <c:v>977.4</c:v>
                </c:pt>
                <c:pt idx="9775">
                  <c:v>977.5</c:v>
                </c:pt>
                <c:pt idx="9776">
                  <c:v>977.6</c:v>
                </c:pt>
                <c:pt idx="9777">
                  <c:v>977.7</c:v>
                </c:pt>
                <c:pt idx="9778">
                  <c:v>977.8</c:v>
                </c:pt>
                <c:pt idx="9779">
                  <c:v>977.9</c:v>
                </c:pt>
                <c:pt idx="9780">
                  <c:v>978</c:v>
                </c:pt>
                <c:pt idx="9781">
                  <c:v>978.1</c:v>
                </c:pt>
                <c:pt idx="9782">
                  <c:v>978.2</c:v>
                </c:pt>
                <c:pt idx="9783">
                  <c:v>978.3</c:v>
                </c:pt>
                <c:pt idx="9784">
                  <c:v>978.4</c:v>
                </c:pt>
                <c:pt idx="9785">
                  <c:v>978.5</c:v>
                </c:pt>
                <c:pt idx="9786">
                  <c:v>978.6</c:v>
                </c:pt>
                <c:pt idx="9787">
                  <c:v>978.7</c:v>
                </c:pt>
                <c:pt idx="9788">
                  <c:v>978.8</c:v>
                </c:pt>
                <c:pt idx="9789">
                  <c:v>978.9</c:v>
                </c:pt>
                <c:pt idx="9790">
                  <c:v>979</c:v>
                </c:pt>
                <c:pt idx="9791">
                  <c:v>979.1</c:v>
                </c:pt>
                <c:pt idx="9792">
                  <c:v>979.2</c:v>
                </c:pt>
                <c:pt idx="9793">
                  <c:v>979.3</c:v>
                </c:pt>
                <c:pt idx="9794">
                  <c:v>979.4</c:v>
                </c:pt>
                <c:pt idx="9795">
                  <c:v>979.5</c:v>
                </c:pt>
                <c:pt idx="9796">
                  <c:v>979.6</c:v>
                </c:pt>
                <c:pt idx="9797">
                  <c:v>979.7</c:v>
                </c:pt>
                <c:pt idx="9798">
                  <c:v>979.8</c:v>
                </c:pt>
                <c:pt idx="9799">
                  <c:v>979.9</c:v>
                </c:pt>
                <c:pt idx="9800">
                  <c:v>980</c:v>
                </c:pt>
                <c:pt idx="9801">
                  <c:v>980.1</c:v>
                </c:pt>
                <c:pt idx="9802">
                  <c:v>980.2</c:v>
                </c:pt>
                <c:pt idx="9803">
                  <c:v>980.3</c:v>
                </c:pt>
                <c:pt idx="9804">
                  <c:v>980.4</c:v>
                </c:pt>
                <c:pt idx="9805">
                  <c:v>980.5</c:v>
                </c:pt>
                <c:pt idx="9806">
                  <c:v>980.6</c:v>
                </c:pt>
                <c:pt idx="9807">
                  <c:v>980.7</c:v>
                </c:pt>
                <c:pt idx="9808">
                  <c:v>980.8</c:v>
                </c:pt>
                <c:pt idx="9809">
                  <c:v>980.9</c:v>
                </c:pt>
                <c:pt idx="9810">
                  <c:v>981</c:v>
                </c:pt>
                <c:pt idx="9811">
                  <c:v>981.1</c:v>
                </c:pt>
                <c:pt idx="9812">
                  <c:v>981.2</c:v>
                </c:pt>
                <c:pt idx="9813">
                  <c:v>981.3</c:v>
                </c:pt>
                <c:pt idx="9814">
                  <c:v>981.4</c:v>
                </c:pt>
                <c:pt idx="9815">
                  <c:v>981.5</c:v>
                </c:pt>
                <c:pt idx="9816">
                  <c:v>981.6</c:v>
                </c:pt>
                <c:pt idx="9817">
                  <c:v>981.7</c:v>
                </c:pt>
                <c:pt idx="9818">
                  <c:v>981.8</c:v>
                </c:pt>
                <c:pt idx="9819">
                  <c:v>981.9</c:v>
                </c:pt>
                <c:pt idx="9820">
                  <c:v>982</c:v>
                </c:pt>
                <c:pt idx="9821">
                  <c:v>982.1</c:v>
                </c:pt>
                <c:pt idx="9822">
                  <c:v>982.2</c:v>
                </c:pt>
                <c:pt idx="9823">
                  <c:v>982.3</c:v>
                </c:pt>
                <c:pt idx="9824">
                  <c:v>982.4</c:v>
                </c:pt>
                <c:pt idx="9825">
                  <c:v>982.5</c:v>
                </c:pt>
                <c:pt idx="9826">
                  <c:v>982.6</c:v>
                </c:pt>
                <c:pt idx="9827">
                  <c:v>982.7</c:v>
                </c:pt>
                <c:pt idx="9828">
                  <c:v>982.8</c:v>
                </c:pt>
                <c:pt idx="9829">
                  <c:v>982.9</c:v>
                </c:pt>
                <c:pt idx="9830">
                  <c:v>983</c:v>
                </c:pt>
                <c:pt idx="9831">
                  <c:v>983.1</c:v>
                </c:pt>
                <c:pt idx="9832">
                  <c:v>983.2</c:v>
                </c:pt>
                <c:pt idx="9833">
                  <c:v>983.3</c:v>
                </c:pt>
                <c:pt idx="9834">
                  <c:v>983.4</c:v>
                </c:pt>
                <c:pt idx="9835">
                  <c:v>983.5</c:v>
                </c:pt>
                <c:pt idx="9836">
                  <c:v>983.6</c:v>
                </c:pt>
                <c:pt idx="9837">
                  <c:v>983.7</c:v>
                </c:pt>
                <c:pt idx="9838">
                  <c:v>983.8</c:v>
                </c:pt>
                <c:pt idx="9839">
                  <c:v>983.9</c:v>
                </c:pt>
                <c:pt idx="9840">
                  <c:v>984</c:v>
                </c:pt>
                <c:pt idx="9841">
                  <c:v>984.1</c:v>
                </c:pt>
                <c:pt idx="9842">
                  <c:v>984.2</c:v>
                </c:pt>
                <c:pt idx="9843">
                  <c:v>984.3</c:v>
                </c:pt>
                <c:pt idx="9844">
                  <c:v>984.4</c:v>
                </c:pt>
                <c:pt idx="9845">
                  <c:v>984.5</c:v>
                </c:pt>
                <c:pt idx="9846">
                  <c:v>984.6</c:v>
                </c:pt>
                <c:pt idx="9847">
                  <c:v>984.7</c:v>
                </c:pt>
                <c:pt idx="9848">
                  <c:v>984.8</c:v>
                </c:pt>
                <c:pt idx="9849">
                  <c:v>984.9</c:v>
                </c:pt>
                <c:pt idx="9850">
                  <c:v>985</c:v>
                </c:pt>
                <c:pt idx="9851">
                  <c:v>985.1</c:v>
                </c:pt>
                <c:pt idx="9852">
                  <c:v>985.2</c:v>
                </c:pt>
                <c:pt idx="9853">
                  <c:v>985.3</c:v>
                </c:pt>
                <c:pt idx="9854">
                  <c:v>985.4</c:v>
                </c:pt>
                <c:pt idx="9855">
                  <c:v>985.5</c:v>
                </c:pt>
                <c:pt idx="9856">
                  <c:v>985.6</c:v>
                </c:pt>
                <c:pt idx="9857">
                  <c:v>985.7</c:v>
                </c:pt>
                <c:pt idx="9858">
                  <c:v>985.8</c:v>
                </c:pt>
                <c:pt idx="9859">
                  <c:v>985.9</c:v>
                </c:pt>
                <c:pt idx="9860">
                  <c:v>986</c:v>
                </c:pt>
                <c:pt idx="9861">
                  <c:v>986.1</c:v>
                </c:pt>
                <c:pt idx="9862">
                  <c:v>986.2</c:v>
                </c:pt>
                <c:pt idx="9863">
                  <c:v>986.3</c:v>
                </c:pt>
                <c:pt idx="9864">
                  <c:v>986.4</c:v>
                </c:pt>
                <c:pt idx="9865">
                  <c:v>986.5</c:v>
                </c:pt>
                <c:pt idx="9866">
                  <c:v>986.6</c:v>
                </c:pt>
                <c:pt idx="9867">
                  <c:v>986.7</c:v>
                </c:pt>
                <c:pt idx="9868">
                  <c:v>986.8</c:v>
                </c:pt>
                <c:pt idx="9869">
                  <c:v>986.9</c:v>
                </c:pt>
                <c:pt idx="9870">
                  <c:v>987</c:v>
                </c:pt>
                <c:pt idx="9871">
                  <c:v>987.1</c:v>
                </c:pt>
                <c:pt idx="9872">
                  <c:v>987.2</c:v>
                </c:pt>
                <c:pt idx="9873">
                  <c:v>987.3</c:v>
                </c:pt>
                <c:pt idx="9874">
                  <c:v>987.4</c:v>
                </c:pt>
                <c:pt idx="9875">
                  <c:v>987.5</c:v>
                </c:pt>
                <c:pt idx="9876">
                  <c:v>987.6</c:v>
                </c:pt>
                <c:pt idx="9877">
                  <c:v>987.7</c:v>
                </c:pt>
                <c:pt idx="9878">
                  <c:v>987.8</c:v>
                </c:pt>
                <c:pt idx="9879">
                  <c:v>987.9</c:v>
                </c:pt>
                <c:pt idx="9880">
                  <c:v>988</c:v>
                </c:pt>
                <c:pt idx="9881">
                  <c:v>988.1</c:v>
                </c:pt>
                <c:pt idx="9882">
                  <c:v>988.2</c:v>
                </c:pt>
                <c:pt idx="9883">
                  <c:v>988.3</c:v>
                </c:pt>
                <c:pt idx="9884">
                  <c:v>988.4</c:v>
                </c:pt>
                <c:pt idx="9885">
                  <c:v>988.5</c:v>
                </c:pt>
                <c:pt idx="9886">
                  <c:v>988.6</c:v>
                </c:pt>
                <c:pt idx="9887">
                  <c:v>988.7</c:v>
                </c:pt>
                <c:pt idx="9888">
                  <c:v>988.8</c:v>
                </c:pt>
                <c:pt idx="9889">
                  <c:v>988.9</c:v>
                </c:pt>
                <c:pt idx="9890">
                  <c:v>989</c:v>
                </c:pt>
                <c:pt idx="9891">
                  <c:v>989.1</c:v>
                </c:pt>
                <c:pt idx="9892">
                  <c:v>989.2</c:v>
                </c:pt>
                <c:pt idx="9893">
                  <c:v>989.3</c:v>
                </c:pt>
                <c:pt idx="9894">
                  <c:v>989.4</c:v>
                </c:pt>
                <c:pt idx="9895">
                  <c:v>989.5</c:v>
                </c:pt>
                <c:pt idx="9896">
                  <c:v>989.6</c:v>
                </c:pt>
                <c:pt idx="9897">
                  <c:v>989.7</c:v>
                </c:pt>
                <c:pt idx="9898">
                  <c:v>989.8</c:v>
                </c:pt>
                <c:pt idx="9899">
                  <c:v>989.9</c:v>
                </c:pt>
                <c:pt idx="9900">
                  <c:v>990</c:v>
                </c:pt>
                <c:pt idx="9901">
                  <c:v>990.1</c:v>
                </c:pt>
                <c:pt idx="9902">
                  <c:v>990.2</c:v>
                </c:pt>
                <c:pt idx="9903">
                  <c:v>990.3</c:v>
                </c:pt>
                <c:pt idx="9904">
                  <c:v>990.4</c:v>
                </c:pt>
                <c:pt idx="9905">
                  <c:v>990.5</c:v>
                </c:pt>
                <c:pt idx="9906">
                  <c:v>990.6</c:v>
                </c:pt>
                <c:pt idx="9907">
                  <c:v>990.7</c:v>
                </c:pt>
                <c:pt idx="9908">
                  <c:v>990.8</c:v>
                </c:pt>
                <c:pt idx="9909">
                  <c:v>990.9</c:v>
                </c:pt>
                <c:pt idx="9910">
                  <c:v>991</c:v>
                </c:pt>
                <c:pt idx="9911">
                  <c:v>991.1</c:v>
                </c:pt>
                <c:pt idx="9912">
                  <c:v>991.2</c:v>
                </c:pt>
                <c:pt idx="9913">
                  <c:v>991.3</c:v>
                </c:pt>
                <c:pt idx="9914">
                  <c:v>991.4</c:v>
                </c:pt>
                <c:pt idx="9915">
                  <c:v>991.5</c:v>
                </c:pt>
                <c:pt idx="9916">
                  <c:v>991.6</c:v>
                </c:pt>
                <c:pt idx="9917">
                  <c:v>991.7</c:v>
                </c:pt>
                <c:pt idx="9918">
                  <c:v>991.8</c:v>
                </c:pt>
                <c:pt idx="9919">
                  <c:v>991.9</c:v>
                </c:pt>
                <c:pt idx="9920">
                  <c:v>992</c:v>
                </c:pt>
                <c:pt idx="9921">
                  <c:v>992.1</c:v>
                </c:pt>
                <c:pt idx="9922">
                  <c:v>992.2</c:v>
                </c:pt>
                <c:pt idx="9923">
                  <c:v>992.3</c:v>
                </c:pt>
                <c:pt idx="9924">
                  <c:v>992.4</c:v>
                </c:pt>
                <c:pt idx="9925">
                  <c:v>992.5</c:v>
                </c:pt>
                <c:pt idx="9926">
                  <c:v>992.6</c:v>
                </c:pt>
                <c:pt idx="9927">
                  <c:v>992.7</c:v>
                </c:pt>
                <c:pt idx="9928">
                  <c:v>992.8</c:v>
                </c:pt>
                <c:pt idx="9929">
                  <c:v>992.9</c:v>
                </c:pt>
                <c:pt idx="9930">
                  <c:v>993</c:v>
                </c:pt>
                <c:pt idx="9931">
                  <c:v>993.1</c:v>
                </c:pt>
                <c:pt idx="9932">
                  <c:v>993.2</c:v>
                </c:pt>
                <c:pt idx="9933">
                  <c:v>993.3</c:v>
                </c:pt>
                <c:pt idx="9934">
                  <c:v>993.4</c:v>
                </c:pt>
                <c:pt idx="9935">
                  <c:v>993.5</c:v>
                </c:pt>
                <c:pt idx="9936">
                  <c:v>993.6</c:v>
                </c:pt>
                <c:pt idx="9937">
                  <c:v>993.7</c:v>
                </c:pt>
                <c:pt idx="9938">
                  <c:v>993.8</c:v>
                </c:pt>
                <c:pt idx="9939">
                  <c:v>993.9</c:v>
                </c:pt>
                <c:pt idx="9940">
                  <c:v>994</c:v>
                </c:pt>
                <c:pt idx="9941">
                  <c:v>994.1</c:v>
                </c:pt>
                <c:pt idx="9942">
                  <c:v>994.2</c:v>
                </c:pt>
                <c:pt idx="9943">
                  <c:v>994.3</c:v>
                </c:pt>
                <c:pt idx="9944">
                  <c:v>994.4</c:v>
                </c:pt>
                <c:pt idx="9945">
                  <c:v>994.5</c:v>
                </c:pt>
                <c:pt idx="9946">
                  <c:v>994.6</c:v>
                </c:pt>
                <c:pt idx="9947">
                  <c:v>994.7</c:v>
                </c:pt>
                <c:pt idx="9948">
                  <c:v>994.8</c:v>
                </c:pt>
                <c:pt idx="9949">
                  <c:v>994.9</c:v>
                </c:pt>
                <c:pt idx="9950">
                  <c:v>995</c:v>
                </c:pt>
                <c:pt idx="9951">
                  <c:v>995.1</c:v>
                </c:pt>
                <c:pt idx="9952">
                  <c:v>995.2</c:v>
                </c:pt>
                <c:pt idx="9953">
                  <c:v>995.3</c:v>
                </c:pt>
                <c:pt idx="9954">
                  <c:v>995.4</c:v>
                </c:pt>
                <c:pt idx="9955">
                  <c:v>995.5</c:v>
                </c:pt>
                <c:pt idx="9956">
                  <c:v>995.6</c:v>
                </c:pt>
                <c:pt idx="9957">
                  <c:v>995.7</c:v>
                </c:pt>
                <c:pt idx="9958">
                  <c:v>995.8</c:v>
                </c:pt>
                <c:pt idx="9959">
                  <c:v>995.9</c:v>
                </c:pt>
                <c:pt idx="9960">
                  <c:v>996</c:v>
                </c:pt>
                <c:pt idx="9961">
                  <c:v>996.1</c:v>
                </c:pt>
                <c:pt idx="9962">
                  <c:v>996.2</c:v>
                </c:pt>
                <c:pt idx="9963">
                  <c:v>996.3</c:v>
                </c:pt>
                <c:pt idx="9964">
                  <c:v>996.4</c:v>
                </c:pt>
                <c:pt idx="9965">
                  <c:v>996.5</c:v>
                </c:pt>
                <c:pt idx="9966">
                  <c:v>996.6</c:v>
                </c:pt>
                <c:pt idx="9967">
                  <c:v>996.7</c:v>
                </c:pt>
                <c:pt idx="9968">
                  <c:v>996.8</c:v>
                </c:pt>
                <c:pt idx="9969">
                  <c:v>996.9</c:v>
                </c:pt>
                <c:pt idx="9970">
                  <c:v>997</c:v>
                </c:pt>
                <c:pt idx="9971">
                  <c:v>997.1</c:v>
                </c:pt>
                <c:pt idx="9972">
                  <c:v>997.2</c:v>
                </c:pt>
                <c:pt idx="9973">
                  <c:v>997.3</c:v>
                </c:pt>
                <c:pt idx="9974">
                  <c:v>997.4</c:v>
                </c:pt>
                <c:pt idx="9975">
                  <c:v>997.5</c:v>
                </c:pt>
                <c:pt idx="9976">
                  <c:v>997.6</c:v>
                </c:pt>
                <c:pt idx="9977">
                  <c:v>997.7</c:v>
                </c:pt>
                <c:pt idx="9978">
                  <c:v>997.8</c:v>
                </c:pt>
                <c:pt idx="9979">
                  <c:v>997.9</c:v>
                </c:pt>
                <c:pt idx="9980">
                  <c:v>998</c:v>
                </c:pt>
                <c:pt idx="9981">
                  <c:v>998.1</c:v>
                </c:pt>
                <c:pt idx="9982">
                  <c:v>998.2</c:v>
                </c:pt>
                <c:pt idx="9983">
                  <c:v>998.3</c:v>
                </c:pt>
                <c:pt idx="9984">
                  <c:v>998.4</c:v>
                </c:pt>
                <c:pt idx="9985">
                  <c:v>998.5</c:v>
                </c:pt>
                <c:pt idx="9986">
                  <c:v>998.6</c:v>
                </c:pt>
                <c:pt idx="9987">
                  <c:v>998.7</c:v>
                </c:pt>
                <c:pt idx="9988">
                  <c:v>998.8</c:v>
                </c:pt>
                <c:pt idx="9989">
                  <c:v>998.9</c:v>
                </c:pt>
                <c:pt idx="9990">
                  <c:v>999</c:v>
                </c:pt>
                <c:pt idx="9991">
                  <c:v>999.1</c:v>
                </c:pt>
                <c:pt idx="9992">
                  <c:v>999.2</c:v>
                </c:pt>
                <c:pt idx="9993">
                  <c:v>999.3</c:v>
                </c:pt>
                <c:pt idx="9994">
                  <c:v>999.4</c:v>
                </c:pt>
                <c:pt idx="9995">
                  <c:v>999.5</c:v>
                </c:pt>
                <c:pt idx="9996">
                  <c:v>999.6</c:v>
                </c:pt>
                <c:pt idx="9997">
                  <c:v>999.7</c:v>
                </c:pt>
                <c:pt idx="9998">
                  <c:v>999.8</c:v>
                </c:pt>
                <c:pt idx="9999">
                  <c:v>999.9</c:v>
                </c:pt>
                <c:pt idx="10000">
                  <c:v>1000</c:v>
                </c:pt>
                <c:pt idx="10001">
                  <c:v>1000.1</c:v>
                </c:pt>
                <c:pt idx="10002">
                  <c:v>1000.2</c:v>
                </c:pt>
                <c:pt idx="10003">
                  <c:v>1000.3</c:v>
                </c:pt>
                <c:pt idx="10004">
                  <c:v>1000.4</c:v>
                </c:pt>
                <c:pt idx="10005">
                  <c:v>1000.5</c:v>
                </c:pt>
                <c:pt idx="10006">
                  <c:v>1000.6</c:v>
                </c:pt>
                <c:pt idx="10007">
                  <c:v>1000.7</c:v>
                </c:pt>
                <c:pt idx="10008">
                  <c:v>1000.8</c:v>
                </c:pt>
                <c:pt idx="10009">
                  <c:v>1000.9</c:v>
                </c:pt>
                <c:pt idx="10010">
                  <c:v>1001</c:v>
                </c:pt>
                <c:pt idx="10011">
                  <c:v>1001.1</c:v>
                </c:pt>
                <c:pt idx="10012">
                  <c:v>1001.2</c:v>
                </c:pt>
                <c:pt idx="10013">
                  <c:v>1001.3</c:v>
                </c:pt>
                <c:pt idx="10014">
                  <c:v>1001.4</c:v>
                </c:pt>
                <c:pt idx="10015">
                  <c:v>1001.5</c:v>
                </c:pt>
                <c:pt idx="10016">
                  <c:v>1001.6</c:v>
                </c:pt>
                <c:pt idx="10017">
                  <c:v>1001.7</c:v>
                </c:pt>
                <c:pt idx="10018">
                  <c:v>1001.8</c:v>
                </c:pt>
                <c:pt idx="10019">
                  <c:v>1001.9</c:v>
                </c:pt>
                <c:pt idx="10020">
                  <c:v>1002</c:v>
                </c:pt>
                <c:pt idx="10021">
                  <c:v>1002.1</c:v>
                </c:pt>
                <c:pt idx="10022">
                  <c:v>1002.2</c:v>
                </c:pt>
                <c:pt idx="10023">
                  <c:v>1002.3</c:v>
                </c:pt>
                <c:pt idx="10024">
                  <c:v>1002.4</c:v>
                </c:pt>
                <c:pt idx="10025">
                  <c:v>1002.5</c:v>
                </c:pt>
                <c:pt idx="10026">
                  <c:v>1002.6</c:v>
                </c:pt>
                <c:pt idx="10027">
                  <c:v>1002.7</c:v>
                </c:pt>
                <c:pt idx="10028">
                  <c:v>1002.8</c:v>
                </c:pt>
                <c:pt idx="10029">
                  <c:v>1002.9</c:v>
                </c:pt>
                <c:pt idx="10030">
                  <c:v>1003</c:v>
                </c:pt>
                <c:pt idx="10031">
                  <c:v>1003.1</c:v>
                </c:pt>
                <c:pt idx="10032">
                  <c:v>1003.2</c:v>
                </c:pt>
                <c:pt idx="10033">
                  <c:v>1003.3</c:v>
                </c:pt>
                <c:pt idx="10034">
                  <c:v>1003.4</c:v>
                </c:pt>
                <c:pt idx="10035">
                  <c:v>1003.5</c:v>
                </c:pt>
                <c:pt idx="10036">
                  <c:v>1003.6</c:v>
                </c:pt>
                <c:pt idx="10037">
                  <c:v>1003.7</c:v>
                </c:pt>
                <c:pt idx="10038">
                  <c:v>1003.8</c:v>
                </c:pt>
                <c:pt idx="10039">
                  <c:v>1003.9</c:v>
                </c:pt>
                <c:pt idx="10040">
                  <c:v>1004</c:v>
                </c:pt>
                <c:pt idx="10041">
                  <c:v>1004.1</c:v>
                </c:pt>
                <c:pt idx="10042">
                  <c:v>1004.2</c:v>
                </c:pt>
                <c:pt idx="10043">
                  <c:v>1004.3</c:v>
                </c:pt>
                <c:pt idx="10044">
                  <c:v>1004.4</c:v>
                </c:pt>
                <c:pt idx="10045">
                  <c:v>1004.5</c:v>
                </c:pt>
                <c:pt idx="10046">
                  <c:v>1004.6</c:v>
                </c:pt>
                <c:pt idx="10047">
                  <c:v>1004.7</c:v>
                </c:pt>
                <c:pt idx="10048">
                  <c:v>1004.8</c:v>
                </c:pt>
                <c:pt idx="10049">
                  <c:v>1004.9</c:v>
                </c:pt>
                <c:pt idx="10050">
                  <c:v>1005</c:v>
                </c:pt>
                <c:pt idx="10051">
                  <c:v>1005.1</c:v>
                </c:pt>
                <c:pt idx="10052">
                  <c:v>1005.2</c:v>
                </c:pt>
                <c:pt idx="10053">
                  <c:v>1005.3</c:v>
                </c:pt>
                <c:pt idx="10054">
                  <c:v>1005.4</c:v>
                </c:pt>
                <c:pt idx="10055">
                  <c:v>1005.5</c:v>
                </c:pt>
                <c:pt idx="10056">
                  <c:v>1005.6</c:v>
                </c:pt>
                <c:pt idx="10057">
                  <c:v>1005.7</c:v>
                </c:pt>
                <c:pt idx="10058">
                  <c:v>1005.8</c:v>
                </c:pt>
                <c:pt idx="10059">
                  <c:v>1005.9</c:v>
                </c:pt>
                <c:pt idx="10060">
                  <c:v>1006</c:v>
                </c:pt>
                <c:pt idx="10061">
                  <c:v>1006.1</c:v>
                </c:pt>
                <c:pt idx="10062">
                  <c:v>1006.2</c:v>
                </c:pt>
                <c:pt idx="10063">
                  <c:v>1006.3</c:v>
                </c:pt>
                <c:pt idx="10064">
                  <c:v>1006.4</c:v>
                </c:pt>
                <c:pt idx="10065">
                  <c:v>1006.5</c:v>
                </c:pt>
                <c:pt idx="10066">
                  <c:v>1006.6</c:v>
                </c:pt>
                <c:pt idx="10067">
                  <c:v>1006.7</c:v>
                </c:pt>
                <c:pt idx="10068">
                  <c:v>1006.8</c:v>
                </c:pt>
                <c:pt idx="10069">
                  <c:v>1006.9</c:v>
                </c:pt>
                <c:pt idx="10070">
                  <c:v>1007</c:v>
                </c:pt>
                <c:pt idx="10071">
                  <c:v>1007.1</c:v>
                </c:pt>
                <c:pt idx="10072">
                  <c:v>1007.2</c:v>
                </c:pt>
                <c:pt idx="10073">
                  <c:v>1007.3</c:v>
                </c:pt>
                <c:pt idx="10074">
                  <c:v>1007.4</c:v>
                </c:pt>
                <c:pt idx="10075">
                  <c:v>1007.5</c:v>
                </c:pt>
                <c:pt idx="10076">
                  <c:v>1007.6</c:v>
                </c:pt>
                <c:pt idx="10077">
                  <c:v>1007.7</c:v>
                </c:pt>
                <c:pt idx="10078">
                  <c:v>1007.8</c:v>
                </c:pt>
                <c:pt idx="10079">
                  <c:v>1007.9</c:v>
                </c:pt>
                <c:pt idx="10080">
                  <c:v>1008</c:v>
                </c:pt>
                <c:pt idx="10081">
                  <c:v>1008.1</c:v>
                </c:pt>
                <c:pt idx="10082">
                  <c:v>1008.2</c:v>
                </c:pt>
                <c:pt idx="10083">
                  <c:v>1008.3</c:v>
                </c:pt>
                <c:pt idx="10084">
                  <c:v>1008.4</c:v>
                </c:pt>
                <c:pt idx="10085">
                  <c:v>1008.5</c:v>
                </c:pt>
                <c:pt idx="10086">
                  <c:v>1008.6</c:v>
                </c:pt>
                <c:pt idx="10087">
                  <c:v>1008.7</c:v>
                </c:pt>
                <c:pt idx="10088">
                  <c:v>1008.8</c:v>
                </c:pt>
                <c:pt idx="10089">
                  <c:v>1008.9</c:v>
                </c:pt>
                <c:pt idx="10090">
                  <c:v>1009</c:v>
                </c:pt>
                <c:pt idx="10091">
                  <c:v>1009.1</c:v>
                </c:pt>
                <c:pt idx="10092">
                  <c:v>1009.2</c:v>
                </c:pt>
                <c:pt idx="10093">
                  <c:v>1009.3</c:v>
                </c:pt>
                <c:pt idx="10094">
                  <c:v>1009.4</c:v>
                </c:pt>
                <c:pt idx="10095">
                  <c:v>1009.5</c:v>
                </c:pt>
                <c:pt idx="10096">
                  <c:v>1009.6</c:v>
                </c:pt>
                <c:pt idx="10097">
                  <c:v>1009.7</c:v>
                </c:pt>
                <c:pt idx="10098">
                  <c:v>1009.8</c:v>
                </c:pt>
                <c:pt idx="10099">
                  <c:v>1009.9</c:v>
                </c:pt>
                <c:pt idx="10100">
                  <c:v>1010</c:v>
                </c:pt>
                <c:pt idx="10101">
                  <c:v>1010.1</c:v>
                </c:pt>
                <c:pt idx="10102">
                  <c:v>1010.2</c:v>
                </c:pt>
                <c:pt idx="10103">
                  <c:v>1010.3</c:v>
                </c:pt>
                <c:pt idx="10104">
                  <c:v>1010.4</c:v>
                </c:pt>
                <c:pt idx="10105">
                  <c:v>1010.5</c:v>
                </c:pt>
                <c:pt idx="10106">
                  <c:v>1010.6</c:v>
                </c:pt>
                <c:pt idx="10107">
                  <c:v>1010.7</c:v>
                </c:pt>
                <c:pt idx="10108">
                  <c:v>1010.8</c:v>
                </c:pt>
                <c:pt idx="10109">
                  <c:v>1010.9</c:v>
                </c:pt>
                <c:pt idx="10110">
                  <c:v>1011</c:v>
                </c:pt>
                <c:pt idx="10111">
                  <c:v>1011.1</c:v>
                </c:pt>
                <c:pt idx="10112">
                  <c:v>1011.2</c:v>
                </c:pt>
                <c:pt idx="10113">
                  <c:v>1011.3</c:v>
                </c:pt>
                <c:pt idx="10114">
                  <c:v>1011.4</c:v>
                </c:pt>
                <c:pt idx="10115">
                  <c:v>1011.5</c:v>
                </c:pt>
                <c:pt idx="10116">
                  <c:v>1011.6</c:v>
                </c:pt>
                <c:pt idx="10117">
                  <c:v>1011.7</c:v>
                </c:pt>
                <c:pt idx="10118">
                  <c:v>1011.8</c:v>
                </c:pt>
                <c:pt idx="10119">
                  <c:v>1011.9</c:v>
                </c:pt>
                <c:pt idx="10120">
                  <c:v>1012</c:v>
                </c:pt>
                <c:pt idx="10121">
                  <c:v>1012.1</c:v>
                </c:pt>
                <c:pt idx="10122">
                  <c:v>1012.2</c:v>
                </c:pt>
                <c:pt idx="10123">
                  <c:v>1012.3</c:v>
                </c:pt>
                <c:pt idx="10124">
                  <c:v>1012.4</c:v>
                </c:pt>
                <c:pt idx="10125">
                  <c:v>1012.5</c:v>
                </c:pt>
                <c:pt idx="10126">
                  <c:v>1012.6</c:v>
                </c:pt>
                <c:pt idx="10127">
                  <c:v>1012.7</c:v>
                </c:pt>
                <c:pt idx="10128">
                  <c:v>1012.8</c:v>
                </c:pt>
                <c:pt idx="10129">
                  <c:v>1012.9</c:v>
                </c:pt>
                <c:pt idx="10130">
                  <c:v>1013</c:v>
                </c:pt>
                <c:pt idx="10131">
                  <c:v>1013.1</c:v>
                </c:pt>
                <c:pt idx="10132">
                  <c:v>1013.2</c:v>
                </c:pt>
                <c:pt idx="10133">
                  <c:v>1013.3</c:v>
                </c:pt>
                <c:pt idx="10134">
                  <c:v>1013.4</c:v>
                </c:pt>
                <c:pt idx="10135">
                  <c:v>1013.5</c:v>
                </c:pt>
                <c:pt idx="10136">
                  <c:v>1013.6</c:v>
                </c:pt>
                <c:pt idx="10137">
                  <c:v>1013.7</c:v>
                </c:pt>
                <c:pt idx="10138">
                  <c:v>1013.8</c:v>
                </c:pt>
                <c:pt idx="10139">
                  <c:v>1013.9</c:v>
                </c:pt>
                <c:pt idx="10140">
                  <c:v>1014</c:v>
                </c:pt>
                <c:pt idx="10141">
                  <c:v>1014.1</c:v>
                </c:pt>
                <c:pt idx="10142">
                  <c:v>1014.2</c:v>
                </c:pt>
                <c:pt idx="10143">
                  <c:v>1014.3</c:v>
                </c:pt>
                <c:pt idx="10144">
                  <c:v>1014.4</c:v>
                </c:pt>
                <c:pt idx="10145">
                  <c:v>1014.5</c:v>
                </c:pt>
                <c:pt idx="10146">
                  <c:v>1014.6</c:v>
                </c:pt>
                <c:pt idx="10147">
                  <c:v>1014.7</c:v>
                </c:pt>
                <c:pt idx="10148">
                  <c:v>1014.8</c:v>
                </c:pt>
                <c:pt idx="10149">
                  <c:v>1014.9</c:v>
                </c:pt>
                <c:pt idx="10150">
                  <c:v>1015</c:v>
                </c:pt>
                <c:pt idx="10151">
                  <c:v>1015.1</c:v>
                </c:pt>
                <c:pt idx="10152">
                  <c:v>1015.2</c:v>
                </c:pt>
                <c:pt idx="10153">
                  <c:v>1015.3</c:v>
                </c:pt>
                <c:pt idx="10154">
                  <c:v>1015.4</c:v>
                </c:pt>
                <c:pt idx="10155">
                  <c:v>1015.5</c:v>
                </c:pt>
                <c:pt idx="10156">
                  <c:v>1015.6</c:v>
                </c:pt>
                <c:pt idx="10157">
                  <c:v>1015.7</c:v>
                </c:pt>
                <c:pt idx="10158">
                  <c:v>1015.8</c:v>
                </c:pt>
                <c:pt idx="10159">
                  <c:v>1015.9</c:v>
                </c:pt>
                <c:pt idx="10160">
                  <c:v>1016</c:v>
                </c:pt>
                <c:pt idx="10161">
                  <c:v>1016.1</c:v>
                </c:pt>
                <c:pt idx="10162">
                  <c:v>1016.2</c:v>
                </c:pt>
                <c:pt idx="10163">
                  <c:v>1016.3</c:v>
                </c:pt>
                <c:pt idx="10164">
                  <c:v>1016.4</c:v>
                </c:pt>
                <c:pt idx="10165">
                  <c:v>1016.5</c:v>
                </c:pt>
                <c:pt idx="10166">
                  <c:v>1016.6</c:v>
                </c:pt>
                <c:pt idx="10167">
                  <c:v>1016.7</c:v>
                </c:pt>
                <c:pt idx="10168">
                  <c:v>1016.8</c:v>
                </c:pt>
                <c:pt idx="10169">
                  <c:v>1016.9</c:v>
                </c:pt>
                <c:pt idx="10170">
                  <c:v>1017</c:v>
                </c:pt>
                <c:pt idx="10171">
                  <c:v>1017.1</c:v>
                </c:pt>
                <c:pt idx="10172">
                  <c:v>1017.2</c:v>
                </c:pt>
                <c:pt idx="10173">
                  <c:v>1017.3</c:v>
                </c:pt>
                <c:pt idx="10174">
                  <c:v>1017.4</c:v>
                </c:pt>
                <c:pt idx="10175">
                  <c:v>1017.5</c:v>
                </c:pt>
                <c:pt idx="10176">
                  <c:v>1017.6</c:v>
                </c:pt>
                <c:pt idx="10177">
                  <c:v>1017.7</c:v>
                </c:pt>
                <c:pt idx="10178">
                  <c:v>1017.8</c:v>
                </c:pt>
                <c:pt idx="10179">
                  <c:v>1017.9</c:v>
                </c:pt>
                <c:pt idx="10180">
                  <c:v>1018</c:v>
                </c:pt>
                <c:pt idx="10181">
                  <c:v>1018.1</c:v>
                </c:pt>
                <c:pt idx="10182">
                  <c:v>1018.2</c:v>
                </c:pt>
                <c:pt idx="10183">
                  <c:v>1018.3</c:v>
                </c:pt>
                <c:pt idx="10184">
                  <c:v>1018.4</c:v>
                </c:pt>
                <c:pt idx="10185">
                  <c:v>1018.5</c:v>
                </c:pt>
                <c:pt idx="10186">
                  <c:v>1018.6</c:v>
                </c:pt>
                <c:pt idx="10187">
                  <c:v>1018.7</c:v>
                </c:pt>
                <c:pt idx="10188">
                  <c:v>1018.8</c:v>
                </c:pt>
                <c:pt idx="10189">
                  <c:v>1018.9</c:v>
                </c:pt>
                <c:pt idx="10190">
                  <c:v>1019</c:v>
                </c:pt>
                <c:pt idx="10191">
                  <c:v>1019.1</c:v>
                </c:pt>
                <c:pt idx="10192">
                  <c:v>1019.2</c:v>
                </c:pt>
                <c:pt idx="10193">
                  <c:v>1019.3</c:v>
                </c:pt>
                <c:pt idx="10194">
                  <c:v>1019.4</c:v>
                </c:pt>
                <c:pt idx="10195">
                  <c:v>1019.5</c:v>
                </c:pt>
                <c:pt idx="10196">
                  <c:v>1019.6</c:v>
                </c:pt>
                <c:pt idx="10197">
                  <c:v>1019.7</c:v>
                </c:pt>
                <c:pt idx="10198">
                  <c:v>1019.8</c:v>
                </c:pt>
                <c:pt idx="10199">
                  <c:v>1019.9</c:v>
                </c:pt>
                <c:pt idx="10200">
                  <c:v>1020</c:v>
                </c:pt>
                <c:pt idx="10201">
                  <c:v>1020.1</c:v>
                </c:pt>
                <c:pt idx="10202">
                  <c:v>1020.2</c:v>
                </c:pt>
                <c:pt idx="10203">
                  <c:v>1020.3</c:v>
                </c:pt>
                <c:pt idx="10204">
                  <c:v>1020.4</c:v>
                </c:pt>
                <c:pt idx="10205">
                  <c:v>1020.5</c:v>
                </c:pt>
                <c:pt idx="10206">
                  <c:v>1020.6</c:v>
                </c:pt>
                <c:pt idx="10207">
                  <c:v>1020.7</c:v>
                </c:pt>
                <c:pt idx="10208">
                  <c:v>1020.8</c:v>
                </c:pt>
                <c:pt idx="10209">
                  <c:v>1020.9</c:v>
                </c:pt>
                <c:pt idx="10210">
                  <c:v>1021</c:v>
                </c:pt>
                <c:pt idx="10211">
                  <c:v>1021.1</c:v>
                </c:pt>
                <c:pt idx="10212">
                  <c:v>1021.2</c:v>
                </c:pt>
                <c:pt idx="10213">
                  <c:v>1021.3</c:v>
                </c:pt>
                <c:pt idx="10214">
                  <c:v>1021.4</c:v>
                </c:pt>
                <c:pt idx="10215">
                  <c:v>1021.5</c:v>
                </c:pt>
                <c:pt idx="10216">
                  <c:v>1021.6</c:v>
                </c:pt>
                <c:pt idx="10217">
                  <c:v>1021.7</c:v>
                </c:pt>
                <c:pt idx="10218">
                  <c:v>1021.8</c:v>
                </c:pt>
                <c:pt idx="10219">
                  <c:v>1021.9</c:v>
                </c:pt>
                <c:pt idx="10220">
                  <c:v>1022</c:v>
                </c:pt>
                <c:pt idx="10221">
                  <c:v>1022.1</c:v>
                </c:pt>
                <c:pt idx="10222">
                  <c:v>1022.2</c:v>
                </c:pt>
                <c:pt idx="10223">
                  <c:v>1022.3</c:v>
                </c:pt>
                <c:pt idx="10224">
                  <c:v>1022.4</c:v>
                </c:pt>
                <c:pt idx="10225">
                  <c:v>1022.5</c:v>
                </c:pt>
                <c:pt idx="10226">
                  <c:v>1022.6</c:v>
                </c:pt>
                <c:pt idx="10227">
                  <c:v>1022.7</c:v>
                </c:pt>
                <c:pt idx="10228">
                  <c:v>1022.8</c:v>
                </c:pt>
                <c:pt idx="10229">
                  <c:v>1022.9</c:v>
                </c:pt>
                <c:pt idx="10230">
                  <c:v>1023</c:v>
                </c:pt>
                <c:pt idx="10231">
                  <c:v>1023.1</c:v>
                </c:pt>
                <c:pt idx="10232">
                  <c:v>1023.2</c:v>
                </c:pt>
                <c:pt idx="10233">
                  <c:v>1023.3</c:v>
                </c:pt>
                <c:pt idx="10234">
                  <c:v>1023.4</c:v>
                </c:pt>
                <c:pt idx="10235">
                  <c:v>1023.5</c:v>
                </c:pt>
                <c:pt idx="10236">
                  <c:v>1023.6</c:v>
                </c:pt>
                <c:pt idx="10237">
                  <c:v>1023.7</c:v>
                </c:pt>
                <c:pt idx="10238">
                  <c:v>1023.8</c:v>
                </c:pt>
                <c:pt idx="10239">
                  <c:v>1023.9</c:v>
                </c:pt>
                <c:pt idx="10240">
                  <c:v>1024</c:v>
                </c:pt>
                <c:pt idx="10241">
                  <c:v>1024.0999999999999</c:v>
                </c:pt>
                <c:pt idx="10242">
                  <c:v>1024.2</c:v>
                </c:pt>
                <c:pt idx="10243">
                  <c:v>1024.3</c:v>
                </c:pt>
                <c:pt idx="10244">
                  <c:v>1024.4000000000001</c:v>
                </c:pt>
                <c:pt idx="10245">
                  <c:v>1024.5</c:v>
                </c:pt>
                <c:pt idx="10246">
                  <c:v>1024.5999999999999</c:v>
                </c:pt>
                <c:pt idx="10247">
                  <c:v>1024.7</c:v>
                </c:pt>
                <c:pt idx="10248">
                  <c:v>1024.8</c:v>
                </c:pt>
                <c:pt idx="10249">
                  <c:v>1024.9000000000001</c:v>
                </c:pt>
                <c:pt idx="10250">
                  <c:v>1025</c:v>
                </c:pt>
                <c:pt idx="10251">
                  <c:v>1025.0999999999999</c:v>
                </c:pt>
                <c:pt idx="10252">
                  <c:v>1025.2</c:v>
                </c:pt>
                <c:pt idx="10253">
                  <c:v>1025.3</c:v>
                </c:pt>
                <c:pt idx="10254">
                  <c:v>1025.4000000000001</c:v>
                </c:pt>
                <c:pt idx="10255">
                  <c:v>1025.5</c:v>
                </c:pt>
                <c:pt idx="10256">
                  <c:v>1025.5999999999999</c:v>
                </c:pt>
                <c:pt idx="10257">
                  <c:v>1025.7</c:v>
                </c:pt>
                <c:pt idx="10258">
                  <c:v>1025.8</c:v>
                </c:pt>
                <c:pt idx="10259">
                  <c:v>1025.9000000000001</c:v>
                </c:pt>
                <c:pt idx="10260">
                  <c:v>1026</c:v>
                </c:pt>
                <c:pt idx="10261">
                  <c:v>1026.0999999999999</c:v>
                </c:pt>
                <c:pt idx="10262">
                  <c:v>1026.2</c:v>
                </c:pt>
                <c:pt idx="10263">
                  <c:v>1026.3</c:v>
                </c:pt>
                <c:pt idx="10264">
                  <c:v>1026.4000000000001</c:v>
                </c:pt>
                <c:pt idx="10265">
                  <c:v>1026.5</c:v>
                </c:pt>
                <c:pt idx="10266">
                  <c:v>1026.5999999999999</c:v>
                </c:pt>
                <c:pt idx="10267">
                  <c:v>1026.7</c:v>
                </c:pt>
                <c:pt idx="10268">
                  <c:v>1026.8</c:v>
                </c:pt>
                <c:pt idx="10269">
                  <c:v>1026.9000000000001</c:v>
                </c:pt>
                <c:pt idx="10270">
                  <c:v>1027</c:v>
                </c:pt>
                <c:pt idx="10271">
                  <c:v>1027.0999999999999</c:v>
                </c:pt>
                <c:pt idx="10272">
                  <c:v>1027.2</c:v>
                </c:pt>
                <c:pt idx="10273">
                  <c:v>1027.3</c:v>
                </c:pt>
                <c:pt idx="10274">
                  <c:v>1027.4000000000001</c:v>
                </c:pt>
                <c:pt idx="10275">
                  <c:v>1027.5</c:v>
                </c:pt>
                <c:pt idx="10276">
                  <c:v>1027.5999999999999</c:v>
                </c:pt>
                <c:pt idx="10277">
                  <c:v>1027.7</c:v>
                </c:pt>
                <c:pt idx="10278">
                  <c:v>1027.8</c:v>
                </c:pt>
                <c:pt idx="10279">
                  <c:v>1027.9000000000001</c:v>
                </c:pt>
                <c:pt idx="10280">
                  <c:v>1028</c:v>
                </c:pt>
                <c:pt idx="10281">
                  <c:v>1028.0999999999999</c:v>
                </c:pt>
                <c:pt idx="10282">
                  <c:v>1028.2</c:v>
                </c:pt>
                <c:pt idx="10283">
                  <c:v>1028.3</c:v>
                </c:pt>
                <c:pt idx="10284">
                  <c:v>1028.4000000000001</c:v>
                </c:pt>
                <c:pt idx="10285">
                  <c:v>1028.5</c:v>
                </c:pt>
                <c:pt idx="10286">
                  <c:v>1028.5999999999999</c:v>
                </c:pt>
                <c:pt idx="10287">
                  <c:v>1028.7</c:v>
                </c:pt>
                <c:pt idx="10288">
                  <c:v>1028.8</c:v>
                </c:pt>
                <c:pt idx="10289">
                  <c:v>1028.9000000000001</c:v>
                </c:pt>
                <c:pt idx="10290">
                  <c:v>1029</c:v>
                </c:pt>
                <c:pt idx="10291">
                  <c:v>1029.0999999999999</c:v>
                </c:pt>
                <c:pt idx="10292">
                  <c:v>1029.2</c:v>
                </c:pt>
                <c:pt idx="10293">
                  <c:v>1029.3</c:v>
                </c:pt>
                <c:pt idx="10294">
                  <c:v>1029.4000000000001</c:v>
                </c:pt>
                <c:pt idx="10295">
                  <c:v>1029.5</c:v>
                </c:pt>
                <c:pt idx="10296">
                  <c:v>1029.5999999999999</c:v>
                </c:pt>
                <c:pt idx="10297">
                  <c:v>1029.7</c:v>
                </c:pt>
                <c:pt idx="10298">
                  <c:v>1029.8</c:v>
                </c:pt>
                <c:pt idx="10299">
                  <c:v>1029.9000000000001</c:v>
                </c:pt>
                <c:pt idx="10300">
                  <c:v>1030</c:v>
                </c:pt>
                <c:pt idx="10301">
                  <c:v>1030.0999999999999</c:v>
                </c:pt>
                <c:pt idx="10302">
                  <c:v>1030.2</c:v>
                </c:pt>
                <c:pt idx="10303">
                  <c:v>1030.3</c:v>
                </c:pt>
                <c:pt idx="10304">
                  <c:v>1030.4000000000001</c:v>
                </c:pt>
                <c:pt idx="10305">
                  <c:v>1030.5</c:v>
                </c:pt>
                <c:pt idx="10306">
                  <c:v>1030.5999999999999</c:v>
                </c:pt>
                <c:pt idx="10307">
                  <c:v>1030.7</c:v>
                </c:pt>
                <c:pt idx="10308">
                  <c:v>1030.8</c:v>
                </c:pt>
                <c:pt idx="10309">
                  <c:v>1030.9000000000001</c:v>
                </c:pt>
                <c:pt idx="10310">
                  <c:v>1031</c:v>
                </c:pt>
                <c:pt idx="10311">
                  <c:v>1031.0999999999999</c:v>
                </c:pt>
                <c:pt idx="10312">
                  <c:v>1031.2</c:v>
                </c:pt>
                <c:pt idx="10313">
                  <c:v>1031.3</c:v>
                </c:pt>
                <c:pt idx="10314">
                  <c:v>1031.4000000000001</c:v>
                </c:pt>
                <c:pt idx="10315">
                  <c:v>1031.5</c:v>
                </c:pt>
                <c:pt idx="10316">
                  <c:v>1031.5999999999999</c:v>
                </c:pt>
                <c:pt idx="10317">
                  <c:v>1031.7</c:v>
                </c:pt>
                <c:pt idx="10318">
                  <c:v>1031.8</c:v>
                </c:pt>
                <c:pt idx="10319">
                  <c:v>1031.9000000000001</c:v>
                </c:pt>
                <c:pt idx="10320">
                  <c:v>1032</c:v>
                </c:pt>
                <c:pt idx="10321">
                  <c:v>1032.0999999999999</c:v>
                </c:pt>
                <c:pt idx="10322">
                  <c:v>1032.2</c:v>
                </c:pt>
                <c:pt idx="10323">
                  <c:v>1032.3</c:v>
                </c:pt>
                <c:pt idx="10324">
                  <c:v>1032.4000000000001</c:v>
                </c:pt>
                <c:pt idx="10325">
                  <c:v>1032.5</c:v>
                </c:pt>
                <c:pt idx="10326">
                  <c:v>1032.5999999999999</c:v>
                </c:pt>
                <c:pt idx="10327">
                  <c:v>1032.7</c:v>
                </c:pt>
                <c:pt idx="10328">
                  <c:v>1032.8</c:v>
                </c:pt>
                <c:pt idx="10329">
                  <c:v>1032.9000000000001</c:v>
                </c:pt>
                <c:pt idx="10330">
                  <c:v>1033</c:v>
                </c:pt>
                <c:pt idx="10331">
                  <c:v>1033.0999999999999</c:v>
                </c:pt>
                <c:pt idx="10332">
                  <c:v>1033.2</c:v>
                </c:pt>
                <c:pt idx="10333">
                  <c:v>1033.3</c:v>
                </c:pt>
                <c:pt idx="10334">
                  <c:v>1033.4000000000001</c:v>
                </c:pt>
                <c:pt idx="10335">
                  <c:v>1033.5</c:v>
                </c:pt>
                <c:pt idx="10336">
                  <c:v>1033.5999999999999</c:v>
                </c:pt>
                <c:pt idx="10337">
                  <c:v>1033.7</c:v>
                </c:pt>
                <c:pt idx="10338">
                  <c:v>1033.8</c:v>
                </c:pt>
                <c:pt idx="10339">
                  <c:v>1033.9000000000001</c:v>
                </c:pt>
                <c:pt idx="10340">
                  <c:v>1034</c:v>
                </c:pt>
                <c:pt idx="10341">
                  <c:v>1034.0999999999999</c:v>
                </c:pt>
                <c:pt idx="10342">
                  <c:v>1034.2</c:v>
                </c:pt>
                <c:pt idx="10343">
                  <c:v>1034.3</c:v>
                </c:pt>
                <c:pt idx="10344">
                  <c:v>1034.4000000000001</c:v>
                </c:pt>
                <c:pt idx="10345">
                  <c:v>1034.5</c:v>
                </c:pt>
                <c:pt idx="10346">
                  <c:v>1034.5999999999999</c:v>
                </c:pt>
                <c:pt idx="10347">
                  <c:v>1034.7</c:v>
                </c:pt>
                <c:pt idx="10348">
                  <c:v>1034.8</c:v>
                </c:pt>
                <c:pt idx="10349">
                  <c:v>1034.9000000000001</c:v>
                </c:pt>
                <c:pt idx="10350">
                  <c:v>1035</c:v>
                </c:pt>
                <c:pt idx="10351">
                  <c:v>1035.0999999999999</c:v>
                </c:pt>
                <c:pt idx="10352">
                  <c:v>1035.2</c:v>
                </c:pt>
                <c:pt idx="10353">
                  <c:v>1035.3</c:v>
                </c:pt>
                <c:pt idx="10354">
                  <c:v>1035.4000000000001</c:v>
                </c:pt>
                <c:pt idx="10355">
                  <c:v>1035.5</c:v>
                </c:pt>
                <c:pt idx="10356">
                  <c:v>1035.5999999999999</c:v>
                </c:pt>
                <c:pt idx="10357">
                  <c:v>1035.7</c:v>
                </c:pt>
                <c:pt idx="10358">
                  <c:v>1035.8</c:v>
                </c:pt>
                <c:pt idx="10359">
                  <c:v>1035.9000000000001</c:v>
                </c:pt>
                <c:pt idx="10360">
                  <c:v>1036</c:v>
                </c:pt>
                <c:pt idx="10361">
                  <c:v>1036.0999999999999</c:v>
                </c:pt>
                <c:pt idx="10362">
                  <c:v>1036.2</c:v>
                </c:pt>
                <c:pt idx="10363">
                  <c:v>1036.3</c:v>
                </c:pt>
                <c:pt idx="10364">
                  <c:v>1036.4000000000001</c:v>
                </c:pt>
                <c:pt idx="10365">
                  <c:v>1036.5</c:v>
                </c:pt>
                <c:pt idx="10366">
                  <c:v>1036.5999999999999</c:v>
                </c:pt>
                <c:pt idx="10367">
                  <c:v>1036.7</c:v>
                </c:pt>
                <c:pt idx="10368">
                  <c:v>1036.8</c:v>
                </c:pt>
                <c:pt idx="10369">
                  <c:v>1036.9000000000001</c:v>
                </c:pt>
                <c:pt idx="10370">
                  <c:v>1037</c:v>
                </c:pt>
                <c:pt idx="10371">
                  <c:v>1037.0999999999999</c:v>
                </c:pt>
                <c:pt idx="10372">
                  <c:v>1037.2</c:v>
                </c:pt>
                <c:pt idx="10373">
                  <c:v>1037.3</c:v>
                </c:pt>
                <c:pt idx="10374">
                  <c:v>1037.4000000000001</c:v>
                </c:pt>
                <c:pt idx="10375">
                  <c:v>1037.5</c:v>
                </c:pt>
                <c:pt idx="10376">
                  <c:v>1037.5999999999999</c:v>
                </c:pt>
                <c:pt idx="10377">
                  <c:v>1037.7</c:v>
                </c:pt>
                <c:pt idx="10378">
                  <c:v>1037.8</c:v>
                </c:pt>
                <c:pt idx="10379">
                  <c:v>1037.9000000000001</c:v>
                </c:pt>
                <c:pt idx="10380">
                  <c:v>1038</c:v>
                </c:pt>
                <c:pt idx="10381">
                  <c:v>1038.0999999999999</c:v>
                </c:pt>
                <c:pt idx="10382">
                  <c:v>1038.2</c:v>
                </c:pt>
                <c:pt idx="10383">
                  <c:v>1038.3</c:v>
                </c:pt>
                <c:pt idx="10384">
                  <c:v>1038.4000000000001</c:v>
                </c:pt>
                <c:pt idx="10385">
                  <c:v>1038.5</c:v>
                </c:pt>
                <c:pt idx="10386">
                  <c:v>1038.5999999999999</c:v>
                </c:pt>
                <c:pt idx="10387">
                  <c:v>1038.7</c:v>
                </c:pt>
                <c:pt idx="10388">
                  <c:v>1038.8</c:v>
                </c:pt>
                <c:pt idx="10389">
                  <c:v>1038.9000000000001</c:v>
                </c:pt>
                <c:pt idx="10390">
                  <c:v>1039</c:v>
                </c:pt>
                <c:pt idx="10391">
                  <c:v>1039.0999999999999</c:v>
                </c:pt>
                <c:pt idx="10392">
                  <c:v>1039.2</c:v>
                </c:pt>
                <c:pt idx="10393">
                  <c:v>1039.3</c:v>
                </c:pt>
                <c:pt idx="10394">
                  <c:v>1039.4000000000001</c:v>
                </c:pt>
                <c:pt idx="10395">
                  <c:v>1039.5</c:v>
                </c:pt>
                <c:pt idx="10396">
                  <c:v>1039.5999999999999</c:v>
                </c:pt>
                <c:pt idx="10397">
                  <c:v>1039.7</c:v>
                </c:pt>
                <c:pt idx="10398">
                  <c:v>1039.8</c:v>
                </c:pt>
                <c:pt idx="10399">
                  <c:v>1039.9000000000001</c:v>
                </c:pt>
                <c:pt idx="10400">
                  <c:v>1040</c:v>
                </c:pt>
                <c:pt idx="10401">
                  <c:v>1040.0999999999999</c:v>
                </c:pt>
                <c:pt idx="10402">
                  <c:v>1040.2</c:v>
                </c:pt>
                <c:pt idx="10403">
                  <c:v>1040.3</c:v>
                </c:pt>
                <c:pt idx="10404">
                  <c:v>1040.4000000000001</c:v>
                </c:pt>
                <c:pt idx="10405">
                  <c:v>1040.5</c:v>
                </c:pt>
                <c:pt idx="10406">
                  <c:v>1040.5999999999999</c:v>
                </c:pt>
                <c:pt idx="10407">
                  <c:v>1040.7</c:v>
                </c:pt>
                <c:pt idx="10408">
                  <c:v>1040.8</c:v>
                </c:pt>
                <c:pt idx="10409">
                  <c:v>1040.9000000000001</c:v>
                </c:pt>
                <c:pt idx="10410">
                  <c:v>1041</c:v>
                </c:pt>
                <c:pt idx="10411">
                  <c:v>1041.0999999999999</c:v>
                </c:pt>
                <c:pt idx="10412">
                  <c:v>1041.2</c:v>
                </c:pt>
                <c:pt idx="10413">
                  <c:v>1041.3</c:v>
                </c:pt>
                <c:pt idx="10414">
                  <c:v>1041.4000000000001</c:v>
                </c:pt>
                <c:pt idx="10415">
                  <c:v>1041.5</c:v>
                </c:pt>
                <c:pt idx="10416">
                  <c:v>1041.5999999999999</c:v>
                </c:pt>
                <c:pt idx="10417">
                  <c:v>1041.7</c:v>
                </c:pt>
                <c:pt idx="10418">
                  <c:v>1041.8</c:v>
                </c:pt>
                <c:pt idx="10419">
                  <c:v>1041.9000000000001</c:v>
                </c:pt>
                <c:pt idx="10420">
                  <c:v>1042</c:v>
                </c:pt>
                <c:pt idx="10421">
                  <c:v>1042.0999999999999</c:v>
                </c:pt>
                <c:pt idx="10422">
                  <c:v>1042.2</c:v>
                </c:pt>
                <c:pt idx="10423">
                  <c:v>1042.3</c:v>
                </c:pt>
                <c:pt idx="10424">
                  <c:v>1042.4000000000001</c:v>
                </c:pt>
                <c:pt idx="10425">
                  <c:v>1042.5</c:v>
                </c:pt>
                <c:pt idx="10426">
                  <c:v>1042.5999999999999</c:v>
                </c:pt>
                <c:pt idx="10427">
                  <c:v>1042.7</c:v>
                </c:pt>
                <c:pt idx="10428">
                  <c:v>1042.8</c:v>
                </c:pt>
                <c:pt idx="10429">
                  <c:v>1042.9000000000001</c:v>
                </c:pt>
                <c:pt idx="10430">
                  <c:v>1043</c:v>
                </c:pt>
                <c:pt idx="10431">
                  <c:v>1043.0999999999999</c:v>
                </c:pt>
                <c:pt idx="10432">
                  <c:v>1043.2</c:v>
                </c:pt>
                <c:pt idx="10433">
                  <c:v>1043.3</c:v>
                </c:pt>
                <c:pt idx="10434">
                  <c:v>1043.4000000000001</c:v>
                </c:pt>
                <c:pt idx="10435">
                  <c:v>1043.5</c:v>
                </c:pt>
                <c:pt idx="10436">
                  <c:v>1043.5999999999999</c:v>
                </c:pt>
                <c:pt idx="10437">
                  <c:v>1043.7</c:v>
                </c:pt>
                <c:pt idx="10438">
                  <c:v>1043.8</c:v>
                </c:pt>
                <c:pt idx="10439">
                  <c:v>1043.9000000000001</c:v>
                </c:pt>
                <c:pt idx="10440">
                  <c:v>1044</c:v>
                </c:pt>
                <c:pt idx="10441">
                  <c:v>1044.0999999999999</c:v>
                </c:pt>
                <c:pt idx="10442">
                  <c:v>1044.2</c:v>
                </c:pt>
                <c:pt idx="10443">
                  <c:v>1044.3</c:v>
                </c:pt>
                <c:pt idx="10444">
                  <c:v>1044.4000000000001</c:v>
                </c:pt>
                <c:pt idx="10445">
                  <c:v>1044.5</c:v>
                </c:pt>
                <c:pt idx="10446">
                  <c:v>1044.5999999999999</c:v>
                </c:pt>
                <c:pt idx="10447">
                  <c:v>1044.7</c:v>
                </c:pt>
                <c:pt idx="10448">
                  <c:v>1044.8</c:v>
                </c:pt>
                <c:pt idx="10449">
                  <c:v>1044.9000000000001</c:v>
                </c:pt>
                <c:pt idx="10450">
                  <c:v>1045</c:v>
                </c:pt>
                <c:pt idx="10451">
                  <c:v>1045.0999999999999</c:v>
                </c:pt>
                <c:pt idx="10452">
                  <c:v>1045.2</c:v>
                </c:pt>
                <c:pt idx="10453">
                  <c:v>1045.3</c:v>
                </c:pt>
                <c:pt idx="10454">
                  <c:v>1045.4000000000001</c:v>
                </c:pt>
                <c:pt idx="10455">
                  <c:v>1045.5</c:v>
                </c:pt>
                <c:pt idx="10456">
                  <c:v>1045.5999999999999</c:v>
                </c:pt>
                <c:pt idx="10457">
                  <c:v>1045.7</c:v>
                </c:pt>
                <c:pt idx="10458">
                  <c:v>1045.8</c:v>
                </c:pt>
                <c:pt idx="10459">
                  <c:v>1045.9000000000001</c:v>
                </c:pt>
                <c:pt idx="10460">
                  <c:v>1046</c:v>
                </c:pt>
                <c:pt idx="10461">
                  <c:v>1046.0999999999999</c:v>
                </c:pt>
                <c:pt idx="10462">
                  <c:v>1046.2</c:v>
                </c:pt>
                <c:pt idx="10463">
                  <c:v>1046.3</c:v>
                </c:pt>
                <c:pt idx="10464">
                  <c:v>1046.4000000000001</c:v>
                </c:pt>
                <c:pt idx="10465">
                  <c:v>1046.5</c:v>
                </c:pt>
                <c:pt idx="10466">
                  <c:v>1046.5999999999999</c:v>
                </c:pt>
                <c:pt idx="10467">
                  <c:v>1046.7</c:v>
                </c:pt>
                <c:pt idx="10468">
                  <c:v>1046.8</c:v>
                </c:pt>
                <c:pt idx="10469">
                  <c:v>1046.9000000000001</c:v>
                </c:pt>
                <c:pt idx="10470">
                  <c:v>1047</c:v>
                </c:pt>
                <c:pt idx="10471">
                  <c:v>1047.0999999999999</c:v>
                </c:pt>
                <c:pt idx="10472">
                  <c:v>1047.2</c:v>
                </c:pt>
                <c:pt idx="10473">
                  <c:v>1047.3</c:v>
                </c:pt>
                <c:pt idx="10474">
                  <c:v>1047.4000000000001</c:v>
                </c:pt>
                <c:pt idx="10475">
                  <c:v>1047.5</c:v>
                </c:pt>
                <c:pt idx="10476">
                  <c:v>1047.5999999999999</c:v>
                </c:pt>
                <c:pt idx="10477">
                  <c:v>1047.7</c:v>
                </c:pt>
                <c:pt idx="10478">
                  <c:v>1047.8</c:v>
                </c:pt>
                <c:pt idx="10479">
                  <c:v>1047.9000000000001</c:v>
                </c:pt>
                <c:pt idx="10480">
                  <c:v>1048</c:v>
                </c:pt>
                <c:pt idx="10481">
                  <c:v>1048.0999999999999</c:v>
                </c:pt>
                <c:pt idx="10482">
                  <c:v>1048.2</c:v>
                </c:pt>
                <c:pt idx="10483">
                  <c:v>1048.3</c:v>
                </c:pt>
                <c:pt idx="10484">
                  <c:v>1048.4000000000001</c:v>
                </c:pt>
                <c:pt idx="10485">
                  <c:v>1048.5</c:v>
                </c:pt>
                <c:pt idx="10486">
                  <c:v>1048.5999999999999</c:v>
                </c:pt>
                <c:pt idx="10487">
                  <c:v>1048.7</c:v>
                </c:pt>
                <c:pt idx="10488">
                  <c:v>1048.8</c:v>
                </c:pt>
                <c:pt idx="10489">
                  <c:v>1048.9000000000001</c:v>
                </c:pt>
                <c:pt idx="10490">
                  <c:v>1049</c:v>
                </c:pt>
                <c:pt idx="10491">
                  <c:v>1049.0999999999999</c:v>
                </c:pt>
                <c:pt idx="10492">
                  <c:v>1049.2</c:v>
                </c:pt>
                <c:pt idx="10493">
                  <c:v>1049.3</c:v>
                </c:pt>
                <c:pt idx="10494">
                  <c:v>1049.4000000000001</c:v>
                </c:pt>
                <c:pt idx="10495">
                  <c:v>1049.5</c:v>
                </c:pt>
                <c:pt idx="10496">
                  <c:v>1049.5999999999999</c:v>
                </c:pt>
                <c:pt idx="10497">
                  <c:v>1049.7</c:v>
                </c:pt>
                <c:pt idx="10498">
                  <c:v>1049.8</c:v>
                </c:pt>
                <c:pt idx="10499">
                  <c:v>1049.9000000000001</c:v>
                </c:pt>
                <c:pt idx="10500">
                  <c:v>1050</c:v>
                </c:pt>
                <c:pt idx="10501">
                  <c:v>1050.0999999999999</c:v>
                </c:pt>
                <c:pt idx="10502">
                  <c:v>1050.2</c:v>
                </c:pt>
                <c:pt idx="10503">
                  <c:v>1050.3</c:v>
                </c:pt>
                <c:pt idx="10504">
                  <c:v>1050.4000000000001</c:v>
                </c:pt>
                <c:pt idx="10505">
                  <c:v>1050.5</c:v>
                </c:pt>
                <c:pt idx="10506">
                  <c:v>1050.5999999999999</c:v>
                </c:pt>
                <c:pt idx="10507">
                  <c:v>1050.7</c:v>
                </c:pt>
                <c:pt idx="10508">
                  <c:v>1050.8</c:v>
                </c:pt>
                <c:pt idx="10509">
                  <c:v>1050.9000000000001</c:v>
                </c:pt>
                <c:pt idx="10510">
                  <c:v>1051</c:v>
                </c:pt>
                <c:pt idx="10511">
                  <c:v>1051.0999999999999</c:v>
                </c:pt>
                <c:pt idx="10512">
                  <c:v>1051.2</c:v>
                </c:pt>
                <c:pt idx="10513">
                  <c:v>1051.3</c:v>
                </c:pt>
                <c:pt idx="10514">
                  <c:v>1051.4000000000001</c:v>
                </c:pt>
                <c:pt idx="10515">
                  <c:v>1051.5</c:v>
                </c:pt>
                <c:pt idx="10516">
                  <c:v>1051.5999999999999</c:v>
                </c:pt>
                <c:pt idx="10517">
                  <c:v>1051.7</c:v>
                </c:pt>
                <c:pt idx="10518">
                  <c:v>1051.8</c:v>
                </c:pt>
                <c:pt idx="10519">
                  <c:v>1051.9000000000001</c:v>
                </c:pt>
                <c:pt idx="10520">
                  <c:v>1052</c:v>
                </c:pt>
                <c:pt idx="10521">
                  <c:v>1052.0999999999999</c:v>
                </c:pt>
                <c:pt idx="10522">
                  <c:v>1052.2</c:v>
                </c:pt>
                <c:pt idx="10523">
                  <c:v>1052.3</c:v>
                </c:pt>
                <c:pt idx="10524">
                  <c:v>1052.4000000000001</c:v>
                </c:pt>
                <c:pt idx="10525">
                  <c:v>1052.5</c:v>
                </c:pt>
                <c:pt idx="10526">
                  <c:v>1052.5999999999999</c:v>
                </c:pt>
                <c:pt idx="10527">
                  <c:v>1052.7</c:v>
                </c:pt>
                <c:pt idx="10528">
                  <c:v>1052.8</c:v>
                </c:pt>
                <c:pt idx="10529">
                  <c:v>1052.9000000000001</c:v>
                </c:pt>
                <c:pt idx="10530">
                  <c:v>1053</c:v>
                </c:pt>
                <c:pt idx="10531">
                  <c:v>1053.0999999999999</c:v>
                </c:pt>
                <c:pt idx="10532">
                  <c:v>1053.2</c:v>
                </c:pt>
                <c:pt idx="10533">
                  <c:v>1053.3</c:v>
                </c:pt>
                <c:pt idx="10534">
                  <c:v>1053.4000000000001</c:v>
                </c:pt>
                <c:pt idx="10535">
                  <c:v>1053.5</c:v>
                </c:pt>
                <c:pt idx="10536">
                  <c:v>1053.5999999999999</c:v>
                </c:pt>
                <c:pt idx="10537">
                  <c:v>1053.7</c:v>
                </c:pt>
                <c:pt idx="10538">
                  <c:v>1053.8</c:v>
                </c:pt>
                <c:pt idx="10539">
                  <c:v>1053.9000000000001</c:v>
                </c:pt>
                <c:pt idx="10540">
                  <c:v>1054</c:v>
                </c:pt>
                <c:pt idx="10541">
                  <c:v>1054.0999999999999</c:v>
                </c:pt>
                <c:pt idx="10542">
                  <c:v>1054.2</c:v>
                </c:pt>
                <c:pt idx="10543">
                  <c:v>1054.3</c:v>
                </c:pt>
                <c:pt idx="10544">
                  <c:v>1054.4000000000001</c:v>
                </c:pt>
                <c:pt idx="10545">
                  <c:v>1054.5</c:v>
                </c:pt>
                <c:pt idx="10546">
                  <c:v>1054.5999999999999</c:v>
                </c:pt>
                <c:pt idx="10547">
                  <c:v>1054.7</c:v>
                </c:pt>
                <c:pt idx="10548">
                  <c:v>1054.8</c:v>
                </c:pt>
                <c:pt idx="10549">
                  <c:v>1054.9000000000001</c:v>
                </c:pt>
                <c:pt idx="10550">
                  <c:v>1055</c:v>
                </c:pt>
                <c:pt idx="10551">
                  <c:v>1055.0999999999999</c:v>
                </c:pt>
                <c:pt idx="10552">
                  <c:v>1055.2</c:v>
                </c:pt>
                <c:pt idx="10553">
                  <c:v>1055.3</c:v>
                </c:pt>
                <c:pt idx="10554">
                  <c:v>1055.4000000000001</c:v>
                </c:pt>
                <c:pt idx="10555">
                  <c:v>1055.5</c:v>
                </c:pt>
                <c:pt idx="10556">
                  <c:v>1055.5999999999999</c:v>
                </c:pt>
                <c:pt idx="10557">
                  <c:v>1055.7</c:v>
                </c:pt>
                <c:pt idx="10558">
                  <c:v>1055.8</c:v>
                </c:pt>
                <c:pt idx="10559">
                  <c:v>1055.9000000000001</c:v>
                </c:pt>
                <c:pt idx="10560">
                  <c:v>1056</c:v>
                </c:pt>
                <c:pt idx="10561">
                  <c:v>1056.0999999999999</c:v>
                </c:pt>
                <c:pt idx="10562">
                  <c:v>1056.2</c:v>
                </c:pt>
                <c:pt idx="10563">
                  <c:v>1056.3</c:v>
                </c:pt>
                <c:pt idx="10564">
                  <c:v>1056.4000000000001</c:v>
                </c:pt>
                <c:pt idx="10565">
                  <c:v>1056.5</c:v>
                </c:pt>
                <c:pt idx="10566">
                  <c:v>1056.5999999999999</c:v>
                </c:pt>
                <c:pt idx="10567">
                  <c:v>1056.7</c:v>
                </c:pt>
                <c:pt idx="10568">
                  <c:v>1056.8</c:v>
                </c:pt>
                <c:pt idx="10569">
                  <c:v>1056.9000000000001</c:v>
                </c:pt>
                <c:pt idx="10570">
                  <c:v>1057</c:v>
                </c:pt>
                <c:pt idx="10571">
                  <c:v>1057.0999999999999</c:v>
                </c:pt>
                <c:pt idx="10572">
                  <c:v>1057.2</c:v>
                </c:pt>
                <c:pt idx="10573">
                  <c:v>1057.3</c:v>
                </c:pt>
                <c:pt idx="10574">
                  <c:v>1057.4000000000001</c:v>
                </c:pt>
                <c:pt idx="10575">
                  <c:v>1057.5</c:v>
                </c:pt>
                <c:pt idx="10576">
                  <c:v>1057.5999999999999</c:v>
                </c:pt>
                <c:pt idx="10577">
                  <c:v>1057.7</c:v>
                </c:pt>
                <c:pt idx="10578">
                  <c:v>1057.8</c:v>
                </c:pt>
                <c:pt idx="10579">
                  <c:v>1057.9000000000001</c:v>
                </c:pt>
                <c:pt idx="10580">
                  <c:v>1058</c:v>
                </c:pt>
                <c:pt idx="10581">
                  <c:v>1058.0999999999999</c:v>
                </c:pt>
                <c:pt idx="10582">
                  <c:v>1058.2</c:v>
                </c:pt>
                <c:pt idx="10583">
                  <c:v>1058.3</c:v>
                </c:pt>
                <c:pt idx="10584">
                  <c:v>1058.4000000000001</c:v>
                </c:pt>
                <c:pt idx="10585">
                  <c:v>1058.5</c:v>
                </c:pt>
                <c:pt idx="10586">
                  <c:v>1058.5999999999999</c:v>
                </c:pt>
                <c:pt idx="10587">
                  <c:v>1058.7</c:v>
                </c:pt>
                <c:pt idx="10588">
                  <c:v>1058.8</c:v>
                </c:pt>
                <c:pt idx="10589">
                  <c:v>1058.9000000000001</c:v>
                </c:pt>
                <c:pt idx="10590">
                  <c:v>1059</c:v>
                </c:pt>
                <c:pt idx="10591">
                  <c:v>1059.0999999999999</c:v>
                </c:pt>
                <c:pt idx="10592">
                  <c:v>1059.2</c:v>
                </c:pt>
                <c:pt idx="10593">
                  <c:v>1059.3</c:v>
                </c:pt>
                <c:pt idx="10594">
                  <c:v>1059.4000000000001</c:v>
                </c:pt>
                <c:pt idx="10595">
                  <c:v>1059.5</c:v>
                </c:pt>
                <c:pt idx="10596">
                  <c:v>1059.5999999999999</c:v>
                </c:pt>
                <c:pt idx="10597">
                  <c:v>1059.7</c:v>
                </c:pt>
                <c:pt idx="10598">
                  <c:v>1059.8</c:v>
                </c:pt>
                <c:pt idx="10599">
                  <c:v>1059.9000000000001</c:v>
                </c:pt>
                <c:pt idx="10600">
                  <c:v>1060</c:v>
                </c:pt>
                <c:pt idx="10601">
                  <c:v>1060.0999999999999</c:v>
                </c:pt>
                <c:pt idx="10602">
                  <c:v>1060.2</c:v>
                </c:pt>
                <c:pt idx="10603">
                  <c:v>1060.3</c:v>
                </c:pt>
                <c:pt idx="10604">
                  <c:v>1060.4000000000001</c:v>
                </c:pt>
                <c:pt idx="10605">
                  <c:v>1060.5</c:v>
                </c:pt>
                <c:pt idx="10606">
                  <c:v>1060.5999999999999</c:v>
                </c:pt>
                <c:pt idx="10607">
                  <c:v>1060.7</c:v>
                </c:pt>
                <c:pt idx="10608">
                  <c:v>1060.8</c:v>
                </c:pt>
                <c:pt idx="10609">
                  <c:v>1060.9000000000001</c:v>
                </c:pt>
                <c:pt idx="10610">
                  <c:v>1061</c:v>
                </c:pt>
                <c:pt idx="10611">
                  <c:v>1061.0999999999999</c:v>
                </c:pt>
                <c:pt idx="10612">
                  <c:v>1061.2</c:v>
                </c:pt>
                <c:pt idx="10613">
                  <c:v>1061.3</c:v>
                </c:pt>
                <c:pt idx="10614">
                  <c:v>1061.4000000000001</c:v>
                </c:pt>
                <c:pt idx="10615">
                  <c:v>1061.5</c:v>
                </c:pt>
                <c:pt idx="10616">
                  <c:v>1061.5999999999999</c:v>
                </c:pt>
                <c:pt idx="10617">
                  <c:v>1061.7</c:v>
                </c:pt>
                <c:pt idx="10618">
                  <c:v>1061.8</c:v>
                </c:pt>
                <c:pt idx="10619">
                  <c:v>1061.9000000000001</c:v>
                </c:pt>
                <c:pt idx="10620">
                  <c:v>1062</c:v>
                </c:pt>
                <c:pt idx="10621">
                  <c:v>1062.0999999999999</c:v>
                </c:pt>
                <c:pt idx="10622">
                  <c:v>1062.2</c:v>
                </c:pt>
                <c:pt idx="10623">
                  <c:v>1062.3</c:v>
                </c:pt>
                <c:pt idx="10624">
                  <c:v>1062.4000000000001</c:v>
                </c:pt>
                <c:pt idx="10625">
                  <c:v>1062.5</c:v>
                </c:pt>
                <c:pt idx="10626">
                  <c:v>1062.5999999999999</c:v>
                </c:pt>
                <c:pt idx="10627">
                  <c:v>1062.7</c:v>
                </c:pt>
                <c:pt idx="10628">
                  <c:v>1062.8</c:v>
                </c:pt>
                <c:pt idx="10629">
                  <c:v>1062.9000000000001</c:v>
                </c:pt>
                <c:pt idx="10630">
                  <c:v>1063</c:v>
                </c:pt>
                <c:pt idx="10631">
                  <c:v>1063.0999999999999</c:v>
                </c:pt>
                <c:pt idx="10632">
                  <c:v>1063.2</c:v>
                </c:pt>
                <c:pt idx="10633">
                  <c:v>1063.3</c:v>
                </c:pt>
                <c:pt idx="10634">
                  <c:v>1063.4000000000001</c:v>
                </c:pt>
                <c:pt idx="10635">
                  <c:v>1063.5</c:v>
                </c:pt>
                <c:pt idx="10636">
                  <c:v>1063.5999999999999</c:v>
                </c:pt>
                <c:pt idx="10637">
                  <c:v>1063.7</c:v>
                </c:pt>
                <c:pt idx="10638">
                  <c:v>1063.8</c:v>
                </c:pt>
                <c:pt idx="10639">
                  <c:v>1063.9000000000001</c:v>
                </c:pt>
                <c:pt idx="10640">
                  <c:v>1064</c:v>
                </c:pt>
                <c:pt idx="10641">
                  <c:v>1064.0999999999999</c:v>
                </c:pt>
                <c:pt idx="10642">
                  <c:v>1064.2</c:v>
                </c:pt>
                <c:pt idx="10643">
                  <c:v>1064.3</c:v>
                </c:pt>
                <c:pt idx="10644">
                  <c:v>1064.4000000000001</c:v>
                </c:pt>
                <c:pt idx="10645">
                  <c:v>1064.5</c:v>
                </c:pt>
                <c:pt idx="10646">
                  <c:v>1064.5999999999999</c:v>
                </c:pt>
                <c:pt idx="10647">
                  <c:v>1064.7</c:v>
                </c:pt>
                <c:pt idx="10648">
                  <c:v>1064.8</c:v>
                </c:pt>
                <c:pt idx="10649">
                  <c:v>1064.9000000000001</c:v>
                </c:pt>
                <c:pt idx="10650">
                  <c:v>1065</c:v>
                </c:pt>
                <c:pt idx="10651">
                  <c:v>1065.0999999999999</c:v>
                </c:pt>
                <c:pt idx="10652">
                  <c:v>1065.2</c:v>
                </c:pt>
                <c:pt idx="10653">
                  <c:v>1065.3</c:v>
                </c:pt>
                <c:pt idx="10654">
                  <c:v>1065.4000000000001</c:v>
                </c:pt>
                <c:pt idx="10655">
                  <c:v>1065.5</c:v>
                </c:pt>
                <c:pt idx="10656">
                  <c:v>1065.5999999999999</c:v>
                </c:pt>
                <c:pt idx="10657">
                  <c:v>1065.7</c:v>
                </c:pt>
                <c:pt idx="10658">
                  <c:v>1065.8</c:v>
                </c:pt>
                <c:pt idx="10659">
                  <c:v>1065.9000000000001</c:v>
                </c:pt>
                <c:pt idx="10660">
                  <c:v>1066</c:v>
                </c:pt>
                <c:pt idx="10661">
                  <c:v>1066.0999999999999</c:v>
                </c:pt>
                <c:pt idx="10662">
                  <c:v>1066.2</c:v>
                </c:pt>
                <c:pt idx="10663">
                  <c:v>1066.3</c:v>
                </c:pt>
                <c:pt idx="10664">
                  <c:v>1066.4000000000001</c:v>
                </c:pt>
                <c:pt idx="10665">
                  <c:v>1066.5</c:v>
                </c:pt>
                <c:pt idx="10666">
                  <c:v>1066.5999999999999</c:v>
                </c:pt>
                <c:pt idx="10667">
                  <c:v>1066.7</c:v>
                </c:pt>
                <c:pt idx="10668">
                  <c:v>1066.8</c:v>
                </c:pt>
                <c:pt idx="10669">
                  <c:v>1066.9000000000001</c:v>
                </c:pt>
                <c:pt idx="10670">
                  <c:v>1067</c:v>
                </c:pt>
                <c:pt idx="10671">
                  <c:v>1067.0999999999999</c:v>
                </c:pt>
                <c:pt idx="10672">
                  <c:v>1067.2</c:v>
                </c:pt>
                <c:pt idx="10673">
                  <c:v>1067.3</c:v>
                </c:pt>
                <c:pt idx="10674">
                  <c:v>1067.4000000000001</c:v>
                </c:pt>
                <c:pt idx="10675">
                  <c:v>1067.5</c:v>
                </c:pt>
                <c:pt idx="10676">
                  <c:v>1067.5999999999999</c:v>
                </c:pt>
                <c:pt idx="10677">
                  <c:v>1067.7</c:v>
                </c:pt>
                <c:pt idx="10678">
                  <c:v>1067.8</c:v>
                </c:pt>
                <c:pt idx="10679">
                  <c:v>1067.9000000000001</c:v>
                </c:pt>
                <c:pt idx="10680">
                  <c:v>1068</c:v>
                </c:pt>
                <c:pt idx="10681">
                  <c:v>1068.0999999999999</c:v>
                </c:pt>
                <c:pt idx="10682">
                  <c:v>1068.2</c:v>
                </c:pt>
                <c:pt idx="10683">
                  <c:v>1068.3</c:v>
                </c:pt>
                <c:pt idx="10684">
                  <c:v>1068.4000000000001</c:v>
                </c:pt>
                <c:pt idx="10685">
                  <c:v>1068.5</c:v>
                </c:pt>
                <c:pt idx="10686">
                  <c:v>1068.5999999999999</c:v>
                </c:pt>
                <c:pt idx="10687">
                  <c:v>1068.7</c:v>
                </c:pt>
                <c:pt idx="10688">
                  <c:v>1068.8</c:v>
                </c:pt>
                <c:pt idx="10689">
                  <c:v>1068.9000000000001</c:v>
                </c:pt>
                <c:pt idx="10690">
                  <c:v>1069</c:v>
                </c:pt>
                <c:pt idx="10691">
                  <c:v>1069.0999999999999</c:v>
                </c:pt>
                <c:pt idx="10692">
                  <c:v>1069.2</c:v>
                </c:pt>
                <c:pt idx="10693">
                  <c:v>1069.3</c:v>
                </c:pt>
                <c:pt idx="10694">
                  <c:v>1069.4000000000001</c:v>
                </c:pt>
                <c:pt idx="10695">
                  <c:v>1069.5</c:v>
                </c:pt>
                <c:pt idx="10696">
                  <c:v>1069.5999999999999</c:v>
                </c:pt>
                <c:pt idx="10697">
                  <c:v>1069.7</c:v>
                </c:pt>
                <c:pt idx="10698">
                  <c:v>1069.8</c:v>
                </c:pt>
                <c:pt idx="10699">
                  <c:v>1069.9000000000001</c:v>
                </c:pt>
                <c:pt idx="10700">
                  <c:v>1070</c:v>
                </c:pt>
                <c:pt idx="10701">
                  <c:v>1070.0999999999999</c:v>
                </c:pt>
                <c:pt idx="10702">
                  <c:v>1070.2</c:v>
                </c:pt>
                <c:pt idx="10703">
                  <c:v>1070.3</c:v>
                </c:pt>
                <c:pt idx="10704">
                  <c:v>1070.4000000000001</c:v>
                </c:pt>
                <c:pt idx="10705">
                  <c:v>1070.5</c:v>
                </c:pt>
                <c:pt idx="10706">
                  <c:v>1070.5999999999999</c:v>
                </c:pt>
                <c:pt idx="10707">
                  <c:v>1070.7</c:v>
                </c:pt>
                <c:pt idx="10708">
                  <c:v>1070.8</c:v>
                </c:pt>
                <c:pt idx="10709">
                  <c:v>1070.9000000000001</c:v>
                </c:pt>
                <c:pt idx="10710">
                  <c:v>1071</c:v>
                </c:pt>
                <c:pt idx="10711">
                  <c:v>1071.0999999999999</c:v>
                </c:pt>
                <c:pt idx="10712">
                  <c:v>1071.2</c:v>
                </c:pt>
                <c:pt idx="10713">
                  <c:v>1071.3</c:v>
                </c:pt>
                <c:pt idx="10714">
                  <c:v>1071.4000000000001</c:v>
                </c:pt>
                <c:pt idx="10715">
                  <c:v>1071.5</c:v>
                </c:pt>
                <c:pt idx="10716">
                  <c:v>1071.5999999999999</c:v>
                </c:pt>
                <c:pt idx="10717">
                  <c:v>1071.7</c:v>
                </c:pt>
                <c:pt idx="10718">
                  <c:v>1071.8</c:v>
                </c:pt>
                <c:pt idx="10719">
                  <c:v>1071.9000000000001</c:v>
                </c:pt>
                <c:pt idx="10720">
                  <c:v>1072</c:v>
                </c:pt>
                <c:pt idx="10721">
                  <c:v>1072.0999999999999</c:v>
                </c:pt>
                <c:pt idx="10722">
                  <c:v>1072.2</c:v>
                </c:pt>
                <c:pt idx="10723">
                  <c:v>1072.3</c:v>
                </c:pt>
                <c:pt idx="10724">
                  <c:v>1072.4000000000001</c:v>
                </c:pt>
                <c:pt idx="10725">
                  <c:v>1072.5</c:v>
                </c:pt>
                <c:pt idx="10726">
                  <c:v>1072.5999999999999</c:v>
                </c:pt>
                <c:pt idx="10727">
                  <c:v>1072.7</c:v>
                </c:pt>
                <c:pt idx="10728">
                  <c:v>1072.8</c:v>
                </c:pt>
                <c:pt idx="10729">
                  <c:v>1072.9000000000001</c:v>
                </c:pt>
                <c:pt idx="10730">
                  <c:v>1073</c:v>
                </c:pt>
                <c:pt idx="10731">
                  <c:v>1073.0999999999999</c:v>
                </c:pt>
                <c:pt idx="10732">
                  <c:v>1073.2</c:v>
                </c:pt>
                <c:pt idx="10733">
                  <c:v>1073.3</c:v>
                </c:pt>
                <c:pt idx="10734">
                  <c:v>1073.4000000000001</c:v>
                </c:pt>
                <c:pt idx="10735">
                  <c:v>1073.5</c:v>
                </c:pt>
                <c:pt idx="10736">
                  <c:v>1073.5999999999999</c:v>
                </c:pt>
                <c:pt idx="10737">
                  <c:v>1073.7</c:v>
                </c:pt>
                <c:pt idx="10738">
                  <c:v>1073.8</c:v>
                </c:pt>
                <c:pt idx="10739">
                  <c:v>1073.9000000000001</c:v>
                </c:pt>
                <c:pt idx="10740">
                  <c:v>1074</c:v>
                </c:pt>
                <c:pt idx="10741">
                  <c:v>1074.0999999999999</c:v>
                </c:pt>
                <c:pt idx="10742">
                  <c:v>1074.2</c:v>
                </c:pt>
                <c:pt idx="10743">
                  <c:v>1074.3</c:v>
                </c:pt>
                <c:pt idx="10744">
                  <c:v>1074.4000000000001</c:v>
                </c:pt>
                <c:pt idx="10745">
                  <c:v>1074.5</c:v>
                </c:pt>
                <c:pt idx="10746">
                  <c:v>1074.5999999999999</c:v>
                </c:pt>
                <c:pt idx="10747">
                  <c:v>1074.7</c:v>
                </c:pt>
                <c:pt idx="10748">
                  <c:v>1074.8</c:v>
                </c:pt>
                <c:pt idx="10749">
                  <c:v>1074.9000000000001</c:v>
                </c:pt>
                <c:pt idx="10750">
                  <c:v>1075</c:v>
                </c:pt>
                <c:pt idx="10751">
                  <c:v>1075.0999999999999</c:v>
                </c:pt>
                <c:pt idx="10752">
                  <c:v>1075.2</c:v>
                </c:pt>
                <c:pt idx="10753">
                  <c:v>1075.3</c:v>
                </c:pt>
                <c:pt idx="10754">
                  <c:v>1075.4000000000001</c:v>
                </c:pt>
                <c:pt idx="10755">
                  <c:v>1075.5</c:v>
                </c:pt>
                <c:pt idx="10756">
                  <c:v>1075.5999999999999</c:v>
                </c:pt>
                <c:pt idx="10757">
                  <c:v>1075.7</c:v>
                </c:pt>
                <c:pt idx="10758">
                  <c:v>1075.8</c:v>
                </c:pt>
                <c:pt idx="10759">
                  <c:v>1075.9000000000001</c:v>
                </c:pt>
                <c:pt idx="10760">
                  <c:v>1076</c:v>
                </c:pt>
                <c:pt idx="10761">
                  <c:v>1076.0999999999999</c:v>
                </c:pt>
                <c:pt idx="10762">
                  <c:v>1076.2</c:v>
                </c:pt>
                <c:pt idx="10763">
                  <c:v>1076.3</c:v>
                </c:pt>
                <c:pt idx="10764">
                  <c:v>1076.4000000000001</c:v>
                </c:pt>
                <c:pt idx="10765">
                  <c:v>1076.5</c:v>
                </c:pt>
                <c:pt idx="10766">
                  <c:v>1076.5999999999999</c:v>
                </c:pt>
                <c:pt idx="10767">
                  <c:v>1076.7</c:v>
                </c:pt>
                <c:pt idx="10768">
                  <c:v>1076.8</c:v>
                </c:pt>
                <c:pt idx="10769">
                  <c:v>1076.9000000000001</c:v>
                </c:pt>
                <c:pt idx="10770">
                  <c:v>1077</c:v>
                </c:pt>
                <c:pt idx="10771">
                  <c:v>1077.0999999999999</c:v>
                </c:pt>
                <c:pt idx="10772">
                  <c:v>1077.2</c:v>
                </c:pt>
                <c:pt idx="10773">
                  <c:v>1077.3</c:v>
                </c:pt>
                <c:pt idx="10774">
                  <c:v>1077.4000000000001</c:v>
                </c:pt>
                <c:pt idx="10775">
                  <c:v>1077.5</c:v>
                </c:pt>
                <c:pt idx="10776">
                  <c:v>1077.5999999999999</c:v>
                </c:pt>
                <c:pt idx="10777">
                  <c:v>1077.7</c:v>
                </c:pt>
                <c:pt idx="10778">
                  <c:v>1077.8</c:v>
                </c:pt>
                <c:pt idx="10779">
                  <c:v>1077.9000000000001</c:v>
                </c:pt>
                <c:pt idx="10780">
                  <c:v>1078</c:v>
                </c:pt>
                <c:pt idx="10781">
                  <c:v>1078.0999999999999</c:v>
                </c:pt>
                <c:pt idx="10782">
                  <c:v>1078.2</c:v>
                </c:pt>
                <c:pt idx="10783">
                  <c:v>1078.3</c:v>
                </c:pt>
                <c:pt idx="10784">
                  <c:v>1078.4000000000001</c:v>
                </c:pt>
                <c:pt idx="10785">
                  <c:v>1078.5</c:v>
                </c:pt>
                <c:pt idx="10786">
                  <c:v>1078.5999999999999</c:v>
                </c:pt>
                <c:pt idx="10787">
                  <c:v>1078.7</c:v>
                </c:pt>
                <c:pt idx="10788">
                  <c:v>1078.8</c:v>
                </c:pt>
                <c:pt idx="10789">
                  <c:v>1078.9000000000001</c:v>
                </c:pt>
                <c:pt idx="10790">
                  <c:v>1079</c:v>
                </c:pt>
                <c:pt idx="10791">
                  <c:v>1079.0999999999999</c:v>
                </c:pt>
                <c:pt idx="10792">
                  <c:v>1079.2</c:v>
                </c:pt>
                <c:pt idx="10793">
                  <c:v>1079.3</c:v>
                </c:pt>
                <c:pt idx="10794">
                  <c:v>1079.4000000000001</c:v>
                </c:pt>
                <c:pt idx="10795">
                  <c:v>1079.5</c:v>
                </c:pt>
                <c:pt idx="10796">
                  <c:v>1079.5999999999999</c:v>
                </c:pt>
                <c:pt idx="10797">
                  <c:v>1079.7</c:v>
                </c:pt>
                <c:pt idx="10798">
                  <c:v>1079.8</c:v>
                </c:pt>
                <c:pt idx="10799">
                  <c:v>1079.9000000000001</c:v>
                </c:pt>
                <c:pt idx="10800">
                  <c:v>1080</c:v>
                </c:pt>
                <c:pt idx="10801">
                  <c:v>1080.0999999999999</c:v>
                </c:pt>
                <c:pt idx="10802">
                  <c:v>1080.2</c:v>
                </c:pt>
                <c:pt idx="10803">
                  <c:v>1080.3</c:v>
                </c:pt>
                <c:pt idx="10804">
                  <c:v>1080.4000000000001</c:v>
                </c:pt>
                <c:pt idx="10805">
                  <c:v>1080.5</c:v>
                </c:pt>
                <c:pt idx="10806">
                  <c:v>1080.5999999999999</c:v>
                </c:pt>
                <c:pt idx="10807">
                  <c:v>1080.7</c:v>
                </c:pt>
                <c:pt idx="10808">
                  <c:v>1080.8</c:v>
                </c:pt>
                <c:pt idx="10809">
                  <c:v>1080.9000000000001</c:v>
                </c:pt>
                <c:pt idx="10810">
                  <c:v>1081</c:v>
                </c:pt>
                <c:pt idx="10811">
                  <c:v>1081.0999999999999</c:v>
                </c:pt>
                <c:pt idx="10812">
                  <c:v>1081.2</c:v>
                </c:pt>
                <c:pt idx="10813">
                  <c:v>1081.3</c:v>
                </c:pt>
                <c:pt idx="10814">
                  <c:v>1081.4000000000001</c:v>
                </c:pt>
                <c:pt idx="10815">
                  <c:v>1081.5</c:v>
                </c:pt>
                <c:pt idx="10816">
                  <c:v>1081.5999999999999</c:v>
                </c:pt>
                <c:pt idx="10817">
                  <c:v>1081.7</c:v>
                </c:pt>
                <c:pt idx="10818">
                  <c:v>1081.8</c:v>
                </c:pt>
                <c:pt idx="10819">
                  <c:v>1081.9000000000001</c:v>
                </c:pt>
                <c:pt idx="10820">
                  <c:v>1082</c:v>
                </c:pt>
                <c:pt idx="10821">
                  <c:v>1082.0999999999999</c:v>
                </c:pt>
                <c:pt idx="10822">
                  <c:v>1082.2</c:v>
                </c:pt>
                <c:pt idx="10823">
                  <c:v>1082.3</c:v>
                </c:pt>
                <c:pt idx="10824">
                  <c:v>1082.4000000000001</c:v>
                </c:pt>
                <c:pt idx="10825">
                  <c:v>1082.5</c:v>
                </c:pt>
                <c:pt idx="10826">
                  <c:v>1082.5999999999999</c:v>
                </c:pt>
                <c:pt idx="10827">
                  <c:v>1082.7</c:v>
                </c:pt>
                <c:pt idx="10828">
                  <c:v>1082.8</c:v>
                </c:pt>
                <c:pt idx="10829">
                  <c:v>1082.9000000000001</c:v>
                </c:pt>
                <c:pt idx="10830">
                  <c:v>1083</c:v>
                </c:pt>
                <c:pt idx="10831">
                  <c:v>1083.0999999999999</c:v>
                </c:pt>
                <c:pt idx="10832">
                  <c:v>1083.2</c:v>
                </c:pt>
                <c:pt idx="10833">
                  <c:v>1083.3</c:v>
                </c:pt>
                <c:pt idx="10834">
                  <c:v>1083.4000000000001</c:v>
                </c:pt>
                <c:pt idx="10835">
                  <c:v>1083.5</c:v>
                </c:pt>
                <c:pt idx="10836">
                  <c:v>1083.5999999999999</c:v>
                </c:pt>
                <c:pt idx="10837">
                  <c:v>1083.7</c:v>
                </c:pt>
                <c:pt idx="10838">
                  <c:v>1083.8</c:v>
                </c:pt>
                <c:pt idx="10839">
                  <c:v>1083.9000000000001</c:v>
                </c:pt>
                <c:pt idx="10840">
                  <c:v>1084</c:v>
                </c:pt>
                <c:pt idx="10841">
                  <c:v>1084.0999999999999</c:v>
                </c:pt>
                <c:pt idx="10842">
                  <c:v>1084.2</c:v>
                </c:pt>
                <c:pt idx="10843">
                  <c:v>1084.3</c:v>
                </c:pt>
                <c:pt idx="10844">
                  <c:v>1084.4000000000001</c:v>
                </c:pt>
                <c:pt idx="10845">
                  <c:v>1084.5</c:v>
                </c:pt>
                <c:pt idx="10846">
                  <c:v>1084.5999999999999</c:v>
                </c:pt>
                <c:pt idx="10847">
                  <c:v>1084.7</c:v>
                </c:pt>
                <c:pt idx="10848">
                  <c:v>1084.8</c:v>
                </c:pt>
                <c:pt idx="10849">
                  <c:v>1084.9000000000001</c:v>
                </c:pt>
                <c:pt idx="10850">
                  <c:v>1085</c:v>
                </c:pt>
                <c:pt idx="10851">
                  <c:v>1085.0999999999999</c:v>
                </c:pt>
                <c:pt idx="10852">
                  <c:v>1085.2</c:v>
                </c:pt>
                <c:pt idx="10853">
                  <c:v>1085.3</c:v>
                </c:pt>
                <c:pt idx="10854">
                  <c:v>1085.4000000000001</c:v>
                </c:pt>
                <c:pt idx="10855">
                  <c:v>1085.5</c:v>
                </c:pt>
                <c:pt idx="10856">
                  <c:v>1085.5999999999999</c:v>
                </c:pt>
                <c:pt idx="10857">
                  <c:v>1085.7</c:v>
                </c:pt>
                <c:pt idx="10858">
                  <c:v>1085.8</c:v>
                </c:pt>
                <c:pt idx="10859">
                  <c:v>1085.9000000000001</c:v>
                </c:pt>
                <c:pt idx="10860">
                  <c:v>1086</c:v>
                </c:pt>
                <c:pt idx="10861">
                  <c:v>1086.0999999999999</c:v>
                </c:pt>
                <c:pt idx="10862">
                  <c:v>1086.2</c:v>
                </c:pt>
                <c:pt idx="10863">
                  <c:v>1086.3</c:v>
                </c:pt>
                <c:pt idx="10864">
                  <c:v>1086.4000000000001</c:v>
                </c:pt>
                <c:pt idx="10865">
                  <c:v>1086.5</c:v>
                </c:pt>
                <c:pt idx="10866">
                  <c:v>1086.5999999999999</c:v>
                </c:pt>
                <c:pt idx="10867">
                  <c:v>1086.7</c:v>
                </c:pt>
                <c:pt idx="10868">
                  <c:v>1086.8</c:v>
                </c:pt>
                <c:pt idx="10869">
                  <c:v>1086.9000000000001</c:v>
                </c:pt>
                <c:pt idx="10870">
                  <c:v>1087</c:v>
                </c:pt>
                <c:pt idx="10871">
                  <c:v>1087.0999999999999</c:v>
                </c:pt>
                <c:pt idx="10872">
                  <c:v>1087.2</c:v>
                </c:pt>
                <c:pt idx="10873">
                  <c:v>1087.3</c:v>
                </c:pt>
                <c:pt idx="10874">
                  <c:v>1087.4000000000001</c:v>
                </c:pt>
                <c:pt idx="10875">
                  <c:v>1087.5</c:v>
                </c:pt>
                <c:pt idx="10876">
                  <c:v>1087.5999999999999</c:v>
                </c:pt>
                <c:pt idx="10877">
                  <c:v>1087.7</c:v>
                </c:pt>
                <c:pt idx="10878">
                  <c:v>1087.8</c:v>
                </c:pt>
                <c:pt idx="10879">
                  <c:v>1087.9000000000001</c:v>
                </c:pt>
                <c:pt idx="10880">
                  <c:v>1088</c:v>
                </c:pt>
                <c:pt idx="10881">
                  <c:v>1088.0999999999999</c:v>
                </c:pt>
                <c:pt idx="10882">
                  <c:v>1088.2</c:v>
                </c:pt>
                <c:pt idx="10883">
                  <c:v>1088.3</c:v>
                </c:pt>
                <c:pt idx="10884">
                  <c:v>1088.4000000000001</c:v>
                </c:pt>
                <c:pt idx="10885">
                  <c:v>1088.5</c:v>
                </c:pt>
                <c:pt idx="10886">
                  <c:v>1088.5999999999999</c:v>
                </c:pt>
                <c:pt idx="10887">
                  <c:v>1088.7</c:v>
                </c:pt>
                <c:pt idx="10888">
                  <c:v>1088.8</c:v>
                </c:pt>
                <c:pt idx="10889">
                  <c:v>1088.9000000000001</c:v>
                </c:pt>
                <c:pt idx="10890">
                  <c:v>1089</c:v>
                </c:pt>
                <c:pt idx="10891">
                  <c:v>1089.0999999999999</c:v>
                </c:pt>
                <c:pt idx="10892">
                  <c:v>1089.2</c:v>
                </c:pt>
                <c:pt idx="10893">
                  <c:v>1089.3</c:v>
                </c:pt>
                <c:pt idx="10894">
                  <c:v>1089.4000000000001</c:v>
                </c:pt>
                <c:pt idx="10895">
                  <c:v>1089.5</c:v>
                </c:pt>
                <c:pt idx="10896">
                  <c:v>1089.5999999999999</c:v>
                </c:pt>
                <c:pt idx="10897">
                  <c:v>1089.7</c:v>
                </c:pt>
                <c:pt idx="10898">
                  <c:v>1089.8</c:v>
                </c:pt>
                <c:pt idx="10899">
                  <c:v>1089.9000000000001</c:v>
                </c:pt>
                <c:pt idx="10900">
                  <c:v>1090</c:v>
                </c:pt>
                <c:pt idx="10901">
                  <c:v>1090.0999999999999</c:v>
                </c:pt>
                <c:pt idx="10902">
                  <c:v>1090.2</c:v>
                </c:pt>
                <c:pt idx="10903">
                  <c:v>1090.3</c:v>
                </c:pt>
                <c:pt idx="10904">
                  <c:v>1090.4000000000001</c:v>
                </c:pt>
                <c:pt idx="10905">
                  <c:v>1090.5</c:v>
                </c:pt>
                <c:pt idx="10906">
                  <c:v>1090.5999999999999</c:v>
                </c:pt>
                <c:pt idx="10907">
                  <c:v>1090.7</c:v>
                </c:pt>
                <c:pt idx="10908">
                  <c:v>1090.8</c:v>
                </c:pt>
                <c:pt idx="10909">
                  <c:v>1090.9000000000001</c:v>
                </c:pt>
                <c:pt idx="10910">
                  <c:v>1091</c:v>
                </c:pt>
                <c:pt idx="10911">
                  <c:v>1091.0999999999999</c:v>
                </c:pt>
                <c:pt idx="10912">
                  <c:v>1091.2</c:v>
                </c:pt>
                <c:pt idx="10913">
                  <c:v>1091.3</c:v>
                </c:pt>
                <c:pt idx="10914">
                  <c:v>1091.4000000000001</c:v>
                </c:pt>
                <c:pt idx="10915">
                  <c:v>1091.5</c:v>
                </c:pt>
                <c:pt idx="10916">
                  <c:v>1091.5999999999999</c:v>
                </c:pt>
                <c:pt idx="10917">
                  <c:v>1091.7</c:v>
                </c:pt>
                <c:pt idx="10918">
                  <c:v>1091.8</c:v>
                </c:pt>
                <c:pt idx="10919">
                  <c:v>1091.9000000000001</c:v>
                </c:pt>
                <c:pt idx="10920">
                  <c:v>1092</c:v>
                </c:pt>
                <c:pt idx="10921">
                  <c:v>1092.0999999999999</c:v>
                </c:pt>
                <c:pt idx="10922">
                  <c:v>1092.2</c:v>
                </c:pt>
                <c:pt idx="10923">
                  <c:v>1092.3</c:v>
                </c:pt>
                <c:pt idx="10924">
                  <c:v>1092.4000000000001</c:v>
                </c:pt>
                <c:pt idx="10925">
                  <c:v>1092.5</c:v>
                </c:pt>
                <c:pt idx="10926">
                  <c:v>1092.5999999999999</c:v>
                </c:pt>
                <c:pt idx="10927">
                  <c:v>1092.7</c:v>
                </c:pt>
                <c:pt idx="10928">
                  <c:v>1092.8</c:v>
                </c:pt>
                <c:pt idx="10929">
                  <c:v>1092.9000000000001</c:v>
                </c:pt>
                <c:pt idx="10930">
                  <c:v>1093</c:v>
                </c:pt>
                <c:pt idx="10931">
                  <c:v>1093.0999999999999</c:v>
                </c:pt>
                <c:pt idx="10932">
                  <c:v>1093.2</c:v>
                </c:pt>
                <c:pt idx="10933">
                  <c:v>1093.3</c:v>
                </c:pt>
                <c:pt idx="10934">
                  <c:v>1093.4000000000001</c:v>
                </c:pt>
                <c:pt idx="10935">
                  <c:v>1093.5</c:v>
                </c:pt>
                <c:pt idx="10936">
                  <c:v>1093.5999999999999</c:v>
                </c:pt>
                <c:pt idx="10937">
                  <c:v>1093.7</c:v>
                </c:pt>
                <c:pt idx="10938">
                  <c:v>1093.8</c:v>
                </c:pt>
                <c:pt idx="10939">
                  <c:v>1093.9000000000001</c:v>
                </c:pt>
                <c:pt idx="10940">
                  <c:v>1094</c:v>
                </c:pt>
                <c:pt idx="10941">
                  <c:v>1094.0999999999999</c:v>
                </c:pt>
                <c:pt idx="10942">
                  <c:v>1094.2</c:v>
                </c:pt>
                <c:pt idx="10943">
                  <c:v>1094.3</c:v>
                </c:pt>
                <c:pt idx="10944">
                  <c:v>1094.4000000000001</c:v>
                </c:pt>
                <c:pt idx="10945">
                  <c:v>1094.5</c:v>
                </c:pt>
                <c:pt idx="10946">
                  <c:v>1094.5999999999999</c:v>
                </c:pt>
                <c:pt idx="10947">
                  <c:v>1094.7</c:v>
                </c:pt>
                <c:pt idx="10948">
                  <c:v>1094.8</c:v>
                </c:pt>
                <c:pt idx="10949">
                  <c:v>1094.9000000000001</c:v>
                </c:pt>
                <c:pt idx="10950">
                  <c:v>1095</c:v>
                </c:pt>
                <c:pt idx="10951">
                  <c:v>1095.0999999999999</c:v>
                </c:pt>
                <c:pt idx="10952">
                  <c:v>1095.2</c:v>
                </c:pt>
                <c:pt idx="10953">
                  <c:v>1095.3</c:v>
                </c:pt>
                <c:pt idx="10954">
                  <c:v>1095.4000000000001</c:v>
                </c:pt>
                <c:pt idx="10955">
                  <c:v>1095.5</c:v>
                </c:pt>
                <c:pt idx="10956">
                  <c:v>1095.5999999999999</c:v>
                </c:pt>
                <c:pt idx="10957">
                  <c:v>1095.7</c:v>
                </c:pt>
                <c:pt idx="10958">
                  <c:v>1095.8</c:v>
                </c:pt>
                <c:pt idx="10959">
                  <c:v>1095.9000000000001</c:v>
                </c:pt>
                <c:pt idx="10960">
                  <c:v>1096</c:v>
                </c:pt>
                <c:pt idx="10961">
                  <c:v>1096.0999999999999</c:v>
                </c:pt>
                <c:pt idx="10962">
                  <c:v>1096.2</c:v>
                </c:pt>
                <c:pt idx="10963">
                  <c:v>1096.3</c:v>
                </c:pt>
                <c:pt idx="10964">
                  <c:v>1096.4000000000001</c:v>
                </c:pt>
                <c:pt idx="10965">
                  <c:v>1096.5</c:v>
                </c:pt>
                <c:pt idx="10966">
                  <c:v>1096.5999999999999</c:v>
                </c:pt>
                <c:pt idx="10967">
                  <c:v>1096.7</c:v>
                </c:pt>
                <c:pt idx="10968">
                  <c:v>1096.8</c:v>
                </c:pt>
                <c:pt idx="10969">
                  <c:v>1096.9000000000001</c:v>
                </c:pt>
                <c:pt idx="10970">
                  <c:v>1097</c:v>
                </c:pt>
                <c:pt idx="10971">
                  <c:v>1097.0999999999999</c:v>
                </c:pt>
                <c:pt idx="10972">
                  <c:v>1097.2</c:v>
                </c:pt>
                <c:pt idx="10973">
                  <c:v>1097.3</c:v>
                </c:pt>
                <c:pt idx="10974">
                  <c:v>1097.4000000000001</c:v>
                </c:pt>
                <c:pt idx="10975">
                  <c:v>1097.5</c:v>
                </c:pt>
                <c:pt idx="10976">
                  <c:v>1097.5999999999999</c:v>
                </c:pt>
                <c:pt idx="10977">
                  <c:v>1097.7</c:v>
                </c:pt>
                <c:pt idx="10978">
                  <c:v>1097.8</c:v>
                </c:pt>
                <c:pt idx="10979">
                  <c:v>1097.9000000000001</c:v>
                </c:pt>
                <c:pt idx="10980">
                  <c:v>1098</c:v>
                </c:pt>
                <c:pt idx="10981">
                  <c:v>1098.0999999999999</c:v>
                </c:pt>
                <c:pt idx="10982">
                  <c:v>1098.2</c:v>
                </c:pt>
                <c:pt idx="10983">
                  <c:v>1098.3</c:v>
                </c:pt>
                <c:pt idx="10984">
                  <c:v>1098.4000000000001</c:v>
                </c:pt>
                <c:pt idx="10985">
                  <c:v>1098.5</c:v>
                </c:pt>
                <c:pt idx="10986">
                  <c:v>1098.5999999999999</c:v>
                </c:pt>
                <c:pt idx="10987">
                  <c:v>1098.7</c:v>
                </c:pt>
                <c:pt idx="10988">
                  <c:v>1098.8</c:v>
                </c:pt>
                <c:pt idx="10989">
                  <c:v>1098.9000000000001</c:v>
                </c:pt>
                <c:pt idx="10990">
                  <c:v>1099</c:v>
                </c:pt>
                <c:pt idx="10991">
                  <c:v>1099.0999999999999</c:v>
                </c:pt>
                <c:pt idx="10992">
                  <c:v>1099.2</c:v>
                </c:pt>
                <c:pt idx="10993">
                  <c:v>1099.3</c:v>
                </c:pt>
                <c:pt idx="10994">
                  <c:v>1099.4000000000001</c:v>
                </c:pt>
                <c:pt idx="10995">
                  <c:v>1099.5</c:v>
                </c:pt>
                <c:pt idx="10996">
                  <c:v>1099.5999999999999</c:v>
                </c:pt>
                <c:pt idx="10997">
                  <c:v>1099.7</c:v>
                </c:pt>
                <c:pt idx="10998">
                  <c:v>1099.8</c:v>
                </c:pt>
                <c:pt idx="10999">
                  <c:v>1099.9000000000001</c:v>
                </c:pt>
                <c:pt idx="11000">
                  <c:v>1100</c:v>
                </c:pt>
                <c:pt idx="11001">
                  <c:v>1100.0999999999999</c:v>
                </c:pt>
                <c:pt idx="11002">
                  <c:v>1100.2</c:v>
                </c:pt>
                <c:pt idx="11003">
                  <c:v>1100.3</c:v>
                </c:pt>
                <c:pt idx="11004">
                  <c:v>1100.4000000000001</c:v>
                </c:pt>
                <c:pt idx="11005">
                  <c:v>1100.5</c:v>
                </c:pt>
                <c:pt idx="11006">
                  <c:v>1100.5999999999999</c:v>
                </c:pt>
                <c:pt idx="11007">
                  <c:v>1100.7</c:v>
                </c:pt>
                <c:pt idx="11008">
                  <c:v>1100.8</c:v>
                </c:pt>
                <c:pt idx="11009">
                  <c:v>1100.9000000000001</c:v>
                </c:pt>
                <c:pt idx="11010">
                  <c:v>1101</c:v>
                </c:pt>
                <c:pt idx="11011">
                  <c:v>1101.0999999999999</c:v>
                </c:pt>
                <c:pt idx="11012">
                  <c:v>1101.2</c:v>
                </c:pt>
                <c:pt idx="11013">
                  <c:v>1101.3</c:v>
                </c:pt>
                <c:pt idx="11014">
                  <c:v>1101.4000000000001</c:v>
                </c:pt>
                <c:pt idx="11015">
                  <c:v>1101.5</c:v>
                </c:pt>
                <c:pt idx="11016">
                  <c:v>1101.5999999999999</c:v>
                </c:pt>
                <c:pt idx="11017">
                  <c:v>1101.7</c:v>
                </c:pt>
                <c:pt idx="11018">
                  <c:v>1101.8</c:v>
                </c:pt>
                <c:pt idx="11019">
                  <c:v>1101.9000000000001</c:v>
                </c:pt>
                <c:pt idx="11020">
                  <c:v>1102</c:v>
                </c:pt>
                <c:pt idx="11021">
                  <c:v>1102.0999999999999</c:v>
                </c:pt>
                <c:pt idx="11022">
                  <c:v>1102.2</c:v>
                </c:pt>
                <c:pt idx="11023">
                  <c:v>1102.3</c:v>
                </c:pt>
                <c:pt idx="11024">
                  <c:v>1102.4000000000001</c:v>
                </c:pt>
                <c:pt idx="11025">
                  <c:v>1102.5</c:v>
                </c:pt>
                <c:pt idx="11026">
                  <c:v>1102.5999999999999</c:v>
                </c:pt>
                <c:pt idx="11027">
                  <c:v>1102.7</c:v>
                </c:pt>
                <c:pt idx="11028">
                  <c:v>1102.8</c:v>
                </c:pt>
                <c:pt idx="11029">
                  <c:v>1102.9000000000001</c:v>
                </c:pt>
                <c:pt idx="11030">
                  <c:v>1103</c:v>
                </c:pt>
                <c:pt idx="11031">
                  <c:v>1103.0999999999999</c:v>
                </c:pt>
                <c:pt idx="11032">
                  <c:v>1103.2</c:v>
                </c:pt>
                <c:pt idx="11033">
                  <c:v>1103.3</c:v>
                </c:pt>
                <c:pt idx="11034">
                  <c:v>1103.4000000000001</c:v>
                </c:pt>
                <c:pt idx="11035">
                  <c:v>1103.5</c:v>
                </c:pt>
                <c:pt idx="11036">
                  <c:v>1103.5999999999999</c:v>
                </c:pt>
                <c:pt idx="11037">
                  <c:v>1103.7</c:v>
                </c:pt>
                <c:pt idx="11038">
                  <c:v>1103.8</c:v>
                </c:pt>
                <c:pt idx="11039">
                  <c:v>1103.9000000000001</c:v>
                </c:pt>
                <c:pt idx="11040">
                  <c:v>1104</c:v>
                </c:pt>
                <c:pt idx="11041">
                  <c:v>1104.0999999999999</c:v>
                </c:pt>
                <c:pt idx="11042">
                  <c:v>1104.2</c:v>
                </c:pt>
                <c:pt idx="11043">
                  <c:v>1104.3</c:v>
                </c:pt>
                <c:pt idx="11044">
                  <c:v>1104.4000000000001</c:v>
                </c:pt>
                <c:pt idx="11045">
                  <c:v>1104.5</c:v>
                </c:pt>
                <c:pt idx="11046">
                  <c:v>1104.5999999999999</c:v>
                </c:pt>
                <c:pt idx="11047">
                  <c:v>1104.7</c:v>
                </c:pt>
                <c:pt idx="11048">
                  <c:v>1104.8</c:v>
                </c:pt>
                <c:pt idx="11049">
                  <c:v>1104.9000000000001</c:v>
                </c:pt>
                <c:pt idx="11050">
                  <c:v>1105</c:v>
                </c:pt>
                <c:pt idx="11051">
                  <c:v>1105.0999999999999</c:v>
                </c:pt>
                <c:pt idx="11052">
                  <c:v>1105.2</c:v>
                </c:pt>
                <c:pt idx="11053">
                  <c:v>1105.3</c:v>
                </c:pt>
                <c:pt idx="11054">
                  <c:v>1105.4000000000001</c:v>
                </c:pt>
                <c:pt idx="11055">
                  <c:v>1105.5</c:v>
                </c:pt>
                <c:pt idx="11056">
                  <c:v>1105.5999999999999</c:v>
                </c:pt>
                <c:pt idx="11057">
                  <c:v>1105.7</c:v>
                </c:pt>
                <c:pt idx="11058">
                  <c:v>1105.8</c:v>
                </c:pt>
                <c:pt idx="11059">
                  <c:v>1105.9000000000001</c:v>
                </c:pt>
                <c:pt idx="11060">
                  <c:v>1106</c:v>
                </c:pt>
                <c:pt idx="11061">
                  <c:v>1106.0999999999999</c:v>
                </c:pt>
                <c:pt idx="11062">
                  <c:v>1106.2</c:v>
                </c:pt>
                <c:pt idx="11063">
                  <c:v>1106.3</c:v>
                </c:pt>
                <c:pt idx="11064">
                  <c:v>1106.4000000000001</c:v>
                </c:pt>
                <c:pt idx="11065">
                  <c:v>1106.5</c:v>
                </c:pt>
                <c:pt idx="11066">
                  <c:v>1106.5999999999999</c:v>
                </c:pt>
                <c:pt idx="11067">
                  <c:v>1106.7</c:v>
                </c:pt>
                <c:pt idx="11068">
                  <c:v>1106.8</c:v>
                </c:pt>
                <c:pt idx="11069">
                  <c:v>1106.9000000000001</c:v>
                </c:pt>
                <c:pt idx="11070">
                  <c:v>1107</c:v>
                </c:pt>
                <c:pt idx="11071">
                  <c:v>1107.0999999999999</c:v>
                </c:pt>
                <c:pt idx="11072">
                  <c:v>1107.2</c:v>
                </c:pt>
                <c:pt idx="11073">
                  <c:v>1107.3</c:v>
                </c:pt>
                <c:pt idx="11074">
                  <c:v>1107.4000000000001</c:v>
                </c:pt>
                <c:pt idx="11075">
                  <c:v>1107.5</c:v>
                </c:pt>
                <c:pt idx="11076">
                  <c:v>1107.5999999999999</c:v>
                </c:pt>
                <c:pt idx="11077">
                  <c:v>1107.7</c:v>
                </c:pt>
                <c:pt idx="11078">
                  <c:v>1107.8</c:v>
                </c:pt>
                <c:pt idx="11079">
                  <c:v>1107.9000000000001</c:v>
                </c:pt>
                <c:pt idx="11080">
                  <c:v>1108</c:v>
                </c:pt>
                <c:pt idx="11081">
                  <c:v>1108.0999999999999</c:v>
                </c:pt>
                <c:pt idx="11082">
                  <c:v>1108.2</c:v>
                </c:pt>
                <c:pt idx="11083">
                  <c:v>1108.3</c:v>
                </c:pt>
                <c:pt idx="11084">
                  <c:v>1108.4000000000001</c:v>
                </c:pt>
                <c:pt idx="11085">
                  <c:v>1108.5</c:v>
                </c:pt>
                <c:pt idx="11086">
                  <c:v>1108.5999999999999</c:v>
                </c:pt>
                <c:pt idx="11087">
                  <c:v>1108.7</c:v>
                </c:pt>
                <c:pt idx="11088">
                  <c:v>1108.8</c:v>
                </c:pt>
                <c:pt idx="11089">
                  <c:v>1108.9000000000001</c:v>
                </c:pt>
                <c:pt idx="11090">
                  <c:v>1109</c:v>
                </c:pt>
                <c:pt idx="11091">
                  <c:v>1109.0999999999999</c:v>
                </c:pt>
                <c:pt idx="11092">
                  <c:v>1109.2</c:v>
                </c:pt>
                <c:pt idx="11093">
                  <c:v>1109.3</c:v>
                </c:pt>
                <c:pt idx="11094">
                  <c:v>1109.4000000000001</c:v>
                </c:pt>
                <c:pt idx="11095">
                  <c:v>1109.5</c:v>
                </c:pt>
                <c:pt idx="11096">
                  <c:v>1109.5999999999999</c:v>
                </c:pt>
                <c:pt idx="11097">
                  <c:v>1109.7</c:v>
                </c:pt>
                <c:pt idx="11098">
                  <c:v>1109.8</c:v>
                </c:pt>
                <c:pt idx="11099">
                  <c:v>1109.9000000000001</c:v>
                </c:pt>
                <c:pt idx="11100">
                  <c:v>1110</c:v>
                </c:pt>
                <c:pt idx="11101">
                  <c:v>1110.0999999999999</c:v>
                </c:pt>
                <c:pt idx="11102">
                  <c:v>1110.2</c:v>
                </c:pt>
                <c:pt idx="11103">
                  <c:v>1110.3</c:v>
                </c:pt>
                <c:pt idx="11104">
                  <c:v>1110.4000000000001</c:v>
                </c:pt>
                <c:pt idx="11105">
                  <c:v>1110.5</c:v>
                </c:pt>
                <c:pt idx="11106">
                  <c:v>1110.5999999999999</c:v>
                </c:pt>
                <c:pt idx="11107">
                  <c:v>1110.7</c:v>
                </c:pt>
                <c:pt idx="11108">
                  <c:v>1110.8</c:v>
                </c:pt>
                <c:pt idx="11109">
                  <c:v>1110.9000000000001</c:v>
                </c:pt>
                <c:pt idx="11110">
                  <c:v>1111</c:v>
                </c:pt>
                <c:pt idx="11111">
                  <c:v>1111.0999999999999</c:v>
                </c:pt>
                <c:pt idx="11112">
                  <c:v>1111.2</c:v>
                </c:pt>
                <c:pt idx="11113">
                  <c:v>1111.3</c:v>
                </c:pt>
                <c:pt idx="11114">
                  <c:v>1111.4000000000001</c:v>
                </c:pt>
                <c:pt idx="11115">
                  <c:v>1111.5</c:v>
                </c:pt>
                <c:pt idx="11116">
                  <c:v>1111.5999999999999</c:v>
                </c:pt>
                <c:pt idx="11117">
                  <c:v>1111.7</c:v>
                </c:pt>
                <c:pt idx="11118">
                  <c:v>1111.8</c:v>
                </c:pt>
                <c:pt idx="11119">
                  <c:v>1111.9000000000001</c:v>
                </c:pt>
                <c:pt idx="11120">
                  <c:v>1112</c:v>
                </c:pt>
                <c:pt idx="11121">
                  <c:v>1112.0999999999999</c:v>
                </c:pt>
                <c:pt idx="11122">
                  <c:v>1112.2</c:v>
                </c:pt>
                <c:pt idx="11123">
                  <c:v>1112.3</c:v>
                </c:pt>
                <c:pt idx="11124">
                  <c:v>1112.4000000000001</c:v>
                </c:pt>
                <c:pt idx="11125">
                  <c:v>1112.5</c:v>
                </c:pt>
                <c:pt idx="11126">
                  <c:v>1112.5999999999999</c:v>
                </c:pt>
                <c:pt idx="11127">
                  <c:v>1112.7</c:v>
                </c:pt>
                <c:pt idx="11128">
                  <c:v>1112.8</c:v>
                </c:pt>
                <c:pt idx="11129">
                  <c:v>1112.9000000000001</c:v>
                </c:pt>
                <c:pt idx="11130">
                  <c:v>1113</c:v>
                </c:pt>
                <c:pt idx="11131">
                  <c:v>1113.0999999999999</c:v>
                </c:pt>
                <c:pt idx="11132">
                  <c:v>1113.2</c:v>
                </c:pt>
                <c:pt idx="11133">
                  <c:v>1113.3</c:v>
                </c:pt>
                <c:pt idx="11134">
                  <c:v>1113.4000000000001</c:v>
                </c:pt>
                <c:pt idx="11135">
                  <c:v>1113.5</c:v>
                </c:pt>
                <c:pt idx="11136">
                  <c:v>1113.5999999999999</c:v>
                </c:pt>
                <c:pt idx="11137">
                  <c:v>1113.7</c:v>
                </c:pt>
                <c:pt idx="11138">
                  <c:v>1113.8</c:v>
                </c:pt>
                <c:pt idx="11139">
                  <c:v>1113.9000000000001</c:v>
                </c:pt>
                <c:pt idx="11140">
                  <c:v>1114</c:v>
                </c:pt>
                <c:pt idx="11141">
                  <c:v>1114.0999999999999</c:v>
                </c:pt>
                <c:pt idx="11142">
                  <c:v>1114.2</c:v>
                </c:pt>
                <c:pt idx="11143">
                  <c:v>1114.3</c:v>
                </c:pt>
                <c:pt idx="11144">
                  <c:v>1114.4000000000001</c:v>
                </c:pt>
                <c:pt idx="11145">
                  <c:v>1114.5</c:v>
                </c:pt>
                <c:pt idx="11146">
                  <c:v>1114.5999999999999</c:v>
                </c:pt>
                <c:pt idx="11147">
                  <c:v>1114.7</c:v>
                </c:pt>
                <c:pt idx="11148">
                  <c:v>1114.8</c:v>
                </c:pt>
                <c:pt idx="11149">
                  <c:v>1114.9000000000001</c:v>
                </c:pt>
                <c:pt idx="11150">
                  <c:v>1115</c:v>
                </c:pt>
                <c:pt idx="11151">
                  <c:v>1115.0999999999999</c:v>
                </c:pt>
                <c:pt idx="11152">
                  <c:v>1115.2</c:v>
                </c:pt>
                <c:pt idx="11153">
                  <c:v>1115.3</c:v>
                </c:pt>
                <c:pt idx="11154">
                  <c:v>1115.4000000000001</c:v>
                </c:pt>
                <c:pt idx="11155">
                  <c:v>1115.5</c:v>
                </c:pt>
                <c:pt idx="11156">
                  <c:v>1115.5999999999999</c:v>
                </c:pt>
                <c:pt idx="11157">
                  <c:v>1115.7</c:v>
                </c:pt>
                <c:pt idx="11158">
                  <c:v>1115.8</c:v>
                </c:pt>
                <c:pt idx="11159">
                  <c:v>1115.9000000000001</c:v>
                </c:pt>
                <c:pt idx="11160">
                  <c:v>1116</c:v>
                </c:pt>
                <c:pt idx="11161">
                  <c:v>1116.0999999999999</c:v>
                </c:pt>
                <c:pt idx="11162">
                  <c:v>1116.2</c:v>
                </c:pt>
                <c:pt idx="11163">
                  <c:v>1116.3</c:v>
                </c:pt>
                <c:pt idx="11164">
                  <c:v>1116.4000000000001</c:v>
                </c:pt>
                <c:pt idx="11165">
                  <c:v>1116.5</c:v>
                </c:pt>
                <c:pt idx="11166">
                  <c:v>1116.5999999999999</c:v>
                </c:pt>
                <c:pt idx="11167">
                  <c:v>1116.7</c:v>
                </c:pt>
                <c:pt idx="11168">
                  <c:v>1116.8</c:v>
                </c:pt>
                <c:pt idx="11169">
                  <c:v>1116.9000000000001</c:v>
                </c:pt>
                <c:pt idx="11170">
                  <c:v>1117</c:v>
                </c:pt>
                <c:pt idx="11171">
                  <c:v>1117.0999999999999</c:v>
                </c:pt>
                <c:pt idx="11172">
                  <c:v>1117.2</c:v>
                </c:pt>
                <c:pt idx="11173">
                  <c:v>1117.3</c:v>
                </c:pt>
                <c:pt idx="11174">
                  <c:v>1117.4000000000001</c:v>
                </c:pt>
                <c:pt idx="11175">
                  <c:v>1117.5</c:v>
                </c:pt>
                <c:pt idx="11176">
                  <c:v>1117.5999999999999</c:v>
                </c:pt>
                <c:pt idx="11177">
                  <c:v>1117.7</c:v>
                </c:pt>
                <c:pt idx="11178">
                  <c:v>1117.8</c:v>
                </c:pt>
                <c:pt idx="11179">
                  <c:v>1117.9000000000001</c:v>
                </c:pt>
                <c:pt idx="11180">
                  <c:v>1118</c:v>
                </c:pt>
                <c:pt idx="11181">
                  <c:v>1118.0999999999999</c:v>
                </c:pt>
                <c:pt idx="11182">
                  <c:v>1118.2</c:v>
                </c:pt>
                <c:pt idx="11183">
                  <c:v>1118.3</c:v>
                </c:pt>
                <c:pt idx="11184">
                  <c:v>1118.4000000000001</c:v>
                </c:pt>
                <c:pt idx="11185">
                  <c:v>1118.5</c:v>
                </c:pt>
                <c:pt idx="11186">
                  <c:v>1118.5999999999999</c:v>
                </c:pt>
                <c:pt idx="11187">
                  <c:v>1118.7</c:v>
                </c:pt>
                <c:pt idx="11188">
                  <c:v>1118.8</c:v>
                </c:pt>
                <c:pt idx="11189">
                  <c:v>1118.9000000000001</c:v>
                </c:pt>
                <c:pt idx="11190">
                  <c:v>1119</c:v>
                </c:pt>
                <c:pt idx="11191">
                  <c:v>1119.0999999999999</c:v>
                </c:pt>
                <c:pt idx="11192">
                  <c:v>1119.2</c:v>
                </c:pt>
                <c:pt idx="11193">
                  <c:v>1119.3</c:v>
                </c:pt>
                <c:pt idx="11194">
                  <c:v>1119.4000000000001</c:v>
                </c:pt>
                <c:pt idx="11195">
                  <c:v>1119.5</c:v>
                </c:pt>
                <c:pt idx="11196">
                  <c:v>1119.5999999999999</c:v>
                </c:pt>
                <c:pt idx="11197">
                  <c:v>1119.7</c:v>
                </c:pt>
                <c:pt idx="11198">
                  <c:v>1119.8</c:v>
                </c:pt>
                <c:pt idx="11199">
                  <c:v>1119.9000000000001</c:v>
                </c:pt>
                <c:pt idx="11200">
                  <c:v>1120</c:v>
                </c:pt>
                <c:pt idx="11201">
                  <c:v>1120.0999999999999</c:v>
                </c:pt>
                <c:pt idx="11202">
                  <c:v>1120.2</c:v>
                </c:pt>
                <c:pt idx="11203">
                  <c:v>1120.3</c:v>
                </c:pt>
                <c:pt idx="11204">
                  <c:v>1120.4000000000001</c:v>
                </c:pt>
                <c:pt idx="11205">
                  <c:v>1120.5</c:v>
                </c:pt>
                <c:pt idx="11206">
                  <c:v>1120.5999999999999</c:v>
                </c:pt>
                <c:pt idx="11207">
                  <c:v>1120.7</c:v>
                </c:pt>
                <c:pt idx="11208">
                  <c:v>1120.8</c:v>
                </c:pt>
                <c:pt idx="11209">
                  <c:v>1120.9000000000001</c:v>
                </c:pt>
                <c:pt idx="11210">
                  <c:v>1121</c:v>
                </c:pt>
                <c:pt idx="11211">
                  <c:v>1121.0999999999999</c:v>
                </c:pt>
                <c:pt idx="11212">
                  <c:v>1121.2</c:v>
                </c:pt>
                <c:pt idx="11213">
                  <c:v>1121.3</c:v>
                </c:pt>
                <c:pt idx="11214">
                  <c:v>1121.4000000000001</c:v>
                </c:pt>
                <c:pt idx="11215">
                  <c:v>1121.5</c:v>
                </c:pt>
                <c:pt idx="11216">
                  <c:v>1121.5999999999999</c:v>
                </c:pt>
                <c:pt idx="11217">
                  <c:v>1121.7</c:v>
                </c:pt>
                <c:pt idx="11218">
                  <c:v>1121.8</c:v>
                </c:pt>
                <c:pt idx="11219">
                  <c:v>1121.9000000000001</c:v>
                </c:pt>
                <c:pt idx="11220">
                  <c:v>1122</c:v>
                </c:pt>
                <c:pt idx="11221">
                  <c:v>1122.0999999999999</c:v>
                </c:pt>
                <c:pt idx="11222">
                  <c:v>1122.2</c:v>
                </c:pt>
                <c:pt idx="11223">
                  <c:v>1122.3</c:v>
                </c:pt>
                <c:pt idx="11224">
                  <c:v>1122.4000000000001</c:v>
                </c:pt>
                <c:pt idx="11225">
                  <c:v>1122.5</c:v>
                </c:pt>
                <c:pt idx="11226">
                  <c:v>1122.5999999999999</c:v>
                </c:pt>
                <c:pt idx="11227">
                  <c:v>1122.7</c:v>
                </c:pt>
                <c:pt idx="11228">
                  <c:v>1122.8</c:v>
                </c:pt>
                <c:pt idx="11229">
                  <c:v>1122.9000000000001</c:v>
                </c:pt>
                <c:pt idx="11230">
                  <c:v>1123</c:v>
                </c:pt>
                <c:pt idx="11231">
                  <c:v>1123.0999999999999</c:v>
                </c:pt>
                <c:pt idx="11232">
                  <c:v>1123.2</c:v>
                </c:pt>
                <c:pt idx="11233">
                  <c:v>1123.3</c:v>
                </c:pt>
                <c:pt idx="11234">
                  <c:v>1123.4000000000001</c:v>
                </c:pt>
                <c:pt idx="11235">
                  <c:v>1123.5</c:v>
                </c:pt>
                <c:pt idx="11236">
                  <c:v>1123.5999999999999</c:v>
                </c:pt>
                <c:pt idx="11237">
                  <c:v>1123.7</c:v>
                </c:pt>
                <c:pt idx="11238">
                  <c:v>1123.8</c:v>
                </c:pt>
                <c:pt idx="11239">
                  <c:v>1123.9000000000001</c:v>
                </c:pt>
                <c:pt idx="11240">
                  <c:v>1124</c:v>
                </c:pt>
                <c:pt idx="11241">
                  <c:v>1124.0999999999999</c:v>
                </c:pt>
                <c:pt idx="11242">
                  <c:v>1124.2</c:v>
                </c:pt>
                <c:pt idx="11243">
                  <c:v>1124.3</c:v>
                </c:pt>
                <c:pt idx="11244">
                  <c:v>1124.4000000000001</c:v>
                </c:pt>
                <c:pt idx="11245">
                  <c:v>1124.5</c:v>
                </c:pt>
                <c:pt idx="11246">
                  <c:v>1124.5999999999999</c:v>
                </c:pt>
                <c:pt idx="11247">
                  <c:v>1124.7</c:v>
                </c:pt>
                <c:pt idx="11248">
                  <c:v>1124.8</c:v>
                </c:pt>
                <c:pt idx="11249">
                  <c:v>1124.9000000000001</c:v>
                </c:pt>
                <c:pt idx="11250">
                  <c:v>1125</c:v>
                </c:pt>
                <c:pt idx="11251">
                  <c:v>1125.0999999999999</c:v>
                </c:pt>
                <c:pt idx="11252">
                  <c:v>1125.2</c:v>
                </c:pt>
                <c:pt idx="11253">
                  <c:v>1125.3</c:v>
                </c:pt>
                <c:pt idx="11254">
                  <c:v>1125.4000000000001</c:v>
                </c:pt>
                <c:pt idx="11255">
                  <c:v>1125.5</c:v>
                </c:pt>
                <c:pt idx="11256">
                  <c:v>1125.5999999999999</c:v>
                </c:pt>
                <c:pt idx="11257">
                  <c:v>1125.7</c:v>
                </c:pt>
                <c:pt idx="11258">
                  <c:v>1125.8</c:v>
                </c:pt>
                <c:pt idx="11259">
                  <c:v>1125.9000000000001</c:v>
                </c:pt>
                <c:pt idx="11260">
                  <c:v>1126</c:v>
                </c:pt>
                <c:pt idx="11261">
                  <c:v>1126.0999999999999</c:v>
                </c:pt>
                <c:pt idx="11262">
                  <c:v>1126.2</c:v>
                </c:pt>
                <c:pt idx="11263">
                  <c:v>1126.3</c:v>
                </c:pt>
                <c:pt idx="11264">
                  <c:v>1126.4000000000001</c:v>
                </c:pt>
                <c:pt idx="11265">
                  <c:v>1126.5</c:v>
                </c:pt>
                <c:pt idx="11266">
                  <c:v>1126.5999999999999</c:v>
                </c:pt>
                <c:pt idx="11267">
                  <c:v>1126.7</c:v>
                </c:pt>
                <c:pt idx="11268">
                  <c:v>1126.8</c:v>
                </c:pt>
                <c:pt idx="11269">
                  <c:v>1126.9000000000001</c:v>
                </c:pt>
                <c:pt idx="11270">
                  <c:v>1127</c:v>
                </c:pt>
                <c:pt idx="11271">
                  <c:v>1127.0999999999999</c:v>
                </c:pt>
                <c:pt idx="11272">
                  <c:v>1127.2</c:v>
                </c:pt>
                <c:pt idx="11273">
                  <c:v>1127.3</c:v>
                </c:pt>
                <c:pt idx="11274">
                  <c:v>1127.4000000000001</c:v>
                </c:pt>
                <c:pt idx="11275">
                  <c:v>1127.5</c:v>
                </c:pt>
                <c:pt idx="11276">
                  <c:v>1127.5999999999999</c:v>
                </c:pt>
                <c:pt idx="11277">
                  <c:v>1127.7</c:v>
                </c:pt>
                <c:pt idx="11278">
                  <c:v>1127.8</c:v>
                </c:pt>
                <c:pt idx="11279">
                  <c:v>1127.9000000000001</c:v>
                </c:pt>
                <c:pt idx="11280">
                  <c:v>1128</c:v>
                </c:pt>
                <c:pt idx="11281">
                  <c:v>1128.0999999999999</c:v>
                </c:pt>
                <c:pt idx="11282">
                  <c:v>1128.2</c:v>
                </c:pt>
                <c:pt idx="11283">
                  <c:v>1128.3</c:v>
                </c:pt>
                <c:pt idx="11284">
                  <c:v>1128.4000000000001</c:v>
                </c:pt>
                <c:pt idx="11285">
                  <c:v>1128.5</c:v>
                </c:pt>
                <c:pt idx="11286">
                  <c:v>1128.5999999999999</c:v>
                </c:pt>
                <c:pt idx="11287">
                  <c:v>1128.7</c:v>
                </c:pt>
                <c:pt idx="11288">
                  <c:v>1128.8</c:v>
                </c:pt>
                <c:pt idx="11289">
                  <c:v>1128.9000000000001</c:v>
                </c:pt>
                <c:pt idx="11290">
                  <c:v>1129</c:v>
                </c:pt>
                <c:pt idx="11291">
                  <c:v>1129.0999999999999</c:v>
                </c:pt>
                <c:pt idx="11292">
                  <c:v>1129.2</c:v>
                </c:pt>
                <c:pt idx="11293">
                  <c:v>1129.3</c:v>
                </c:pt>
                <c:pt idx="11294">
                  <c:v>1129.4000000000001</c:v>
                </c:pt>
                <c:pt idx="11295">
                  <c:v>1129.5</c:v>
                </c:pt>
                <c:pt idx="11296">
                  <c:v>1129.5999999999999</c:v>
                </c:pt>
                <c:pt idx="11297">
                  <c:v>1129.7</c:v>
                </c:pt>
                <c:pt idx="11298">
                  <c:v>1129.8</c:v>
                </c:pt>
                <c:pt idx="11299">
                  <c:v>1129.9000000000001</c:v>
                </c:pt>
                <c:pt idx="11300">
                  <c:v>1130</c:v>
                </c:pt>
                <c:pt idx="11301">
                  <c:v>1130.0999999999999</c:v>
                </c:pt>
                <c:pt idx="11302">
                  <c:v>1130.2</c:v>
                </c:pt>
                <c:pt idx="11303">
                  <c:v>1130.3</c:v>
                </c:pt>
                <c:pt idx="11304">
                  <c:v>1130.4000000000001</c:v>
                </c:pt>
                <c:pt idx="11305">
                  <c:v>1130.5</c:v>
                </c:pt>
                <c:pt idx="11306">
                  <c:v>1130.5999999999999</c:v>
                </c:pt>
                <c:pt idx="11307">
                  <c:v>1130.7</c:v>
                </c:pt>
                <c:pt idx="11308">
                  <c:v>1130.8</c:v>
                </c:pt>
                <c:pt idx="11309">
                  <c:v>1130.9000000000001</c:v>
                </c:pt>
                <c:pt idx="11310">
                  <c:v>1131</c:v>
                </c:pt>
                <c:pt idx="11311">
                  <c:v>1131.0999999999999</c:v>
                </c:pt>
                <c:pt idx="11312">
                  <c:v>1131.2</c:v>
                </c:pt>
                <c:pt idx="11313">
                  <c:v>1131.3</c:v>
                </c:pt>
                <c:pt idx="11314">
                  <c:v>1131.4000000000001</c:v>
                </c:pt>
                <c:pt idx="11315">
                  <c:v>1131.5</c:v>
                </c:pt>
                <c:pt idx="11316">
                  <c:v>1131.5999999999999</c:v>
                </c:pt>
                <c:pt idx="11317">
                  <c:v>1131.7</c:v>
                </c:pt>
                <c:pt idx="11318">
                  <c:v>1131.8</c:v>
                </c:pt>
                <c:pt idx="11319">
                  <c:v>1131.9000000000001</c:v>
                </c:pt>
                <c:pt idx="11320">
                  <c:v>1132</c:v>
                </c:pt>
                <c:pt idx="11321">
                  <c:v>1132.0999999999999</c:v>
                </c:pt>
                <c:pt idx="11322">
                  <c:v>1132.2</c:v>
                </c:pt>
                <c:pt idx="11323">
                  <c:v>1132.3</c:v>
                </c:pt>
                <c:pt idx="11324">
                  <c:v>1132.4000000000001</c:v>
                </c:pt>
                <c:pt idx="11325">
                  <c:v>1132.5</c:v>
                </c:pt>
                <c:pt idx="11326">
                  <c:v>1132.5999999999999</c:v>
                </c:pt>
                <c:pt idx="11327">
                  <c:v>1132.7</c:v>
                </c:pt>
                <c:pt idx="11328">
                  <c:v>1132.8</c:v>
                </c:pt>
                <c:pt idx="11329">
                  <c:v>1132.9000000000001</c:v>
                </c:pt>
                <c:pt idx="11330">
                  <c:v>1133</c:v>
                </c:pt>
                <c:pt idx="11331">
                  <c:v>1133.0999999999999</c:v>
                </c:pt>
                <c:pt idx="11332">
                  <c:v>1133.2</c:v>
                </c:pt>
                <c:pt idx="11333">
                  <c:v>1133.3</c:v>
                </c:pt>
                <c:pt idx="11334">
                  <c:v>1133.4000000000001</c:v>
                </c:pt>
                <c:pt idx="11335">
                  <c:v>1133.5</c:v>
                </c:pt>
                <c:pt idx="11336">
                  <c:v>1133.5999999999999</c:v>
                </c:pt>
                <c:pt idx="11337">
                  <c:v>1133.7</c:v>
                </c:pt>
                <c:pt idx="11338">
                  <c:v>1133.8</c:v>
                </c:pt>
                <c:pt idx="11339">
                  <c:v>1133.9000000000001</c:v>
                </c:pt>
                <c:pt idx="11340">
                  <c:v>1134</c:v>
                </c:pt>
                <c:pt idx="11341">
                  <c:v>1134.0999999999999</c:v>
                </c:pt>
                <c:pt idx="11342">
                  <c:v>1134.2</c:v>
                </c:pt>
                <c:pt idx="11343">
                  <c:v>1134.3</c:v>
                </c:pt>
                <c:pt idx="11344">
                  <c:v>1134.4000000000001</c:v>
                </c:pt>
                <c:pt idx="11345">
                  <c:v>1134.5</c:v>
                </c:pt>
                <c:pt idx="11346">
                  <c:v>1134.5999999999999</c:v>
                </c:pt>
                <c:pt idx="11347">
                  <c:v>1134.7</c:v>
                </c:pt>
                <c:pt idx="11348">
                  <c:v>1134.8</c:v>
                </c:pt>
                <c:pt idx="11349">
                  <c:v>1134.9000000000001</c:v>
                </c:pt>
                <c:pt idx="11350">
                  <c:v>1135</c:v>
                </c:pt>
                <c:pt idx="11351">
                  <c:v>1135.0999999999999</c:v>
                </c:pt>
                <c:pt idx="11352">
                  <c:v>1135.2</c:v>
                </c:pt>
                <c:pt idx="11353">
                  <c:v>1135.3</c:v>
                </c:pt>
                <c:pt idx="11354">
                  <c:v>1135.4000000000001</c:v>
                </c:pt>
                <c:pt idx="11355">
                  <c:v>1135.5</c:v>
                </c:pt>
                <c:pt idx="11356">
                  <c:v>1135.5999999999999</c:v>
                </c:pt>
                <c:pt idx="11357">
                  <c:v>1135.7</c:v>
                </c:pt>
                <c:pt idx="11358">
                  <c:v>1135.8</c:v>
                </c:pt>
                <c:pt idx="11359">
                  <c:v>1135.9000000000001</c:v>
                </c:pt>
                <c:pt idx="11360">
                  <c:v>1136</c:v>
                </c:pt>
                <c:pt idx="11361">
                  <c:v>1136.0999999999999</c:v>
                </c:pt>
                <c:pt idx="11362">
                  <c:v>1136.2</c:v>
                </c:pt>
                <c:pt idx="11363">
                  <c:v>1136.3</c:v>
                </c:pt>
                <c:pt idx="11364">
                  <c:v>1136.4000000000001</c:v>
                </c:pt>
                <c:pt idx="11365">
                  <c:v>1136.5</c:v>
                </c:pt>
                <c:pt idx="11366">
                  <c:v>1136.5999999999999</c:v>
                </c:pt>
                <c:pt idx="11367">
                  <c:v>1136.7</c:v>
                </c:pt>
                <c:pt idx="11368">
                  <c:v>1136.8</c:v>
                </c:pt>
                <c:pt idx="11369">
                  <c:v>1136.9000000000001</c:v>
                </c:pt>
                <c:pt idx="11370">
                  <c:v>1137</c:v>
                </c:pt>
                <c:pt idx="11371">
                  <c:v>1137.0999999999999</c:v>
                </c:pt>
                <c:pt idx="11372">
                  <c:v>1137.2</c:v>
                </c:pt>
                <c:pt idx="11373">
                  <c:v>1137.3</c:v>
                </c:pt>
                <c:pt idx="11374">
                  <c:v>1137.4000000000001</c:v>
                </c:pt>
                <c:pt idx="11375">
                  <c:v>1137.5</c:v>
                </c:pt>
                <c:pt idx="11376">
                  <c:v>1137.5999999999999</c:v>
                </c:pt>
                <c:pt idx="11377">
                  <c:v>1137.7</c:v>
                </c:pt>
                <c:pt idx="11378">
                  <c:v>1137.8</c:v>
                </c:pt>
                <c:pt idx="11379">
                  <c:v>1137.9000000000001</c:v>
                </c:pt>
                <c:pt idx="11380">
                  <c:v>1138</c:v>
                </c:pt>
                <c:pt idx="11381">
                  <c:v>1138.0999999999999</c:v>
                </c:pt>
                <c:pt idx="11382">
                  <c:v>1138.2</c:v>
                </c:pt>
                <c:pt idx="11383">
                  <c:v>1138.3</c:v>
                </c:pt>
                <c:pt idx="11384">
                  <c:v>1138.4000000000001</c:v>
                </c:pt>
                <c:pt idx="11385">
                  <c:v>1138.5</c:v>
                </c:pt>
                <c:pt idx="11386">
                  <c:v>1138.5999999999999</c:v>
                </c:pt>
                <c:pt idx="11387">
                  <c:v>1138.7</c:v>
                </c:pt>
                <c:pt idx="11388">
                  <c:v>1138.8</c:v>
                </c:pt>
                <c:pt idx="11389">
                  <c:v>1138.9000000000001</c:v>
                </c:pt>
                <c:pt idx="11390">
                  <c:v>1139</c:v>
                </c:pt>
                <c:pt idx="11391">
                  <c:v>1139.0999999999999</c:v>
                </c:pt>
                <c:pt idx="11392">
                  <c:v>1139.2</c:v>
                </c:pt>
                <c:pt idx="11393">
                  <c:v>1139.3</c:v>
                </c:pt>
                <c:pt idx="11394">
                  <c:v>1139.4000000000001</c:v>
                </c:pt>
                <c:pt idx="11395">
                  <c:v>1139.5</c:v>
                </c:pt>
                <c:pt idx="11396">
                  <c:v>1139.5999999999999</c:v>
                </c:pt>
                <c:pt idx="11397">
                  <c:v>1139.7</c:v>
                </c:pt>
                <c:pt idx="11398">
                  <c:v>1139.8</c:v>
                </c:pt>
                <c:pt idx="11399">
                  <c:v>1139.9000000000001</c:v>
                </c:pt>
                <c:pt idx="11400">
                  <c:v>1140</c:v>
                </c:pt>
                <c:pt idx="11401">
                  <c:v>1140.0999999999999</c:v>
                </c:pt>
                <c:pt idx="11402">
                  <c:v>1140.2</c:v>
                </c:pt>
                <c:pt idx="11403">
                  <c:v>1140.3</c:v>
                </c:pt>
                <c:pt idx="11404">
                  <c:v>1140.4000000000001</c:v>
                </c:pt>
                <c:pt idx="11405">
                  <c:v>1140.5</c:v>
                </c:pt>
                <c:pt idx="11406">
                  <c:v>1140.5999999999999</c:v>
                </c:pt>
                <c:pt idx="11407">
                  <c:v>1140.7</c:v>
                </c:pt>
                <c:pt idx="11408">
                  <c:v>1140.8</c:v>
                </c:pt>
                <c:pt idx="11409">
                  <c:v>1140.9000000000001</c:v>
                </c:pt>
                <c:pt idx="11410">
                  <c:v>1141</c:v>
                </c:pt>
                <c:pt idx="11411">
                  <c:v>1141.0999999999999</c:v>
                </c:pt>
                <c:pt idx="11412">
                  <c:v>1141.2</c:v>
                </c:pt>
                <c:pt idx="11413">
                  <c:v>1141.3</c:v>
                </c:pt>
                <c:pt idx="11414">
                  <c:v>1141.4000000000001</c:v>
                </c:pt>
                <c:pt idx="11415">
                  <c:v>1141.5</c:v>
                </c:pt>
                <c:pt idx="11416">
                  <c:v>1141.5999999999999</c:v>
                </c:pt>
                <c:pt idx="11417">
                  <c:v>1141.7</c:v>
                </c:pt>
                <c:pt idx="11418">
                  <c:v>1141.8</c:v>
                </c:pt>
                <c:pt idx="11419">
                  <c:v>1141.9000000000001</c:v>
                </c:pt>
                <c:pt idx="11420">
                  <c:v>1142</c:v>
                </c:pt>
                <c:pt idx="11421">
                  <c:v>1142.0999999999999</c:v>
                </c:pt>
                <c:pt idx="11422">
                  <c:v>1142.2</c:v>
                </c:pt>
                <c:pt idx="11423">
                  <c:v>1142.3</c:v>
                </c:pt>
                <c:pt idx="11424">
                  <c:v>1142.4000000000001</c:v>
                </c:pt>
                <c:pt idx="11425">
                  <c:v>1142.5</c:v>
                </c:pt>
                <c:pt idx="11426">
                  <c:v>1142.5999999999999</c:v>
                </c:pt>
                <c:pt idx="11427">
                  <c:v>1142.7</c:v>
                </c:pt>
                <c:pt idx="11428">
                  <c:v>1142.8</c:v>
                </c:pt>
                <c:pt idx="11429">
                  <c:v>1142.9000000000001</c:v>
                </c:pt>
                <c:pt idx="11430">
                  <c:v>1143</c:v>
                </c:pt>
                <c:pt idx="11431">
                  <c:v>1143.0999999999999</c:v>
                </c:pt>
                <c:pt idx="11432">
                  <c:v>1143.2</c:v>
                </c:pt>
                <c:pt idx="11433">
                  <c:v>1143.3</c:v>
                </c:pt>
                <c:pt idx="11434">
                  <c:v>1143.4000000000001</c:v>
                </c:pt>
                <c:pt idx="11435">
                  <c:v>1143.5</c:v>
                </c:pt>
                <c:pt idx="11436">
                  <c:v>1143.5999999999999</c:v>
                </c:pt>
                <c:pt idx="11437">
                  <c:v>1143.7</c:v>
                </c:pt>
                <c:pt idx="11438">
                  <c:v>1143.8</c:v>
                </c:pt>
                <c:pt idx="11439">
                  <c:v>1143.9000000000001</c:v>
                </c:pt>
                <c:pt idx="11440">
                  <c:v>1144</c:v>
                </c:pt>
                <c:pt idx="11441">
                  <c:v>1144.0999999999999</c:v>
                </c:pt>
                <c:pt idx="11442">
                  <c:v>1144.2</c:v>
                </c:pt>
                <c:pt idx="11443">
                  <c:v>1144.3</c:v>
                </c:pt>
                <c:pt idx="11444">
                  <c:v>1144.4000000000001</c:v>
                </c:pt>
                <c:pt idx="11445">
                  <c:v>1144.5</c:v>
                </c:pt>
                <c:pt idx="11446">
                  <c:v>1144.5999999999999</c:v>
                </c:pt>
                <c:pt idx="11447">
                  <c:v>1144.7</c:v>
                </c:pt>
                <c:pt idx="11448">
                  <c:v>1144.8</c:v>
                </c:pt>
                <c:pt idx="11449">
                  <c:v>1144.9000000000001</c:v>
                </c:pt>
                <c:pt idx="11450">
                  <c:v>1145</c:v>
                </c:pt>
                <c:pt idx="11451">
                  <c:v>1145.0999999999999</c:v>
                </c:pt>
                <c:pt idx="11452">
                  <c:v>1145.2</c:v>
                </c:pt>
                <c:pt idx="11453">
                  <c:v>1145.3</c:v>
                </c:pt>
                <c:pt idx="11454">
                  <c:v>1145.4000000000001</c:v>
                </c:pt>
                <c:pt idx="11455">
                  <c:v>1145.5</c:v>
                </c:pt>
                <c:pt idx="11456">
                  <c:v>1145.5999999999999</c:v>
                </c:pt>
                <c:pt idx="11457">
                  <c:v>1145.7</c:v>
                </c:pt>
                <c:pt idx="11458">
                  <c:v>1145.8</c:v>
                </c:pt>
                <c:pt idx="11459">
                  <c:v>1145.9000000000001</c:v>
                </c:pt>
                <c:pt idx="11460">
                  <c:v>1146</c:v>
                </c:pt>
                <c:pt idx="11461">
                  <c:v>1146.0999999999999</c:v>
                </c:pt>
                <c:pt idx="11462">
                  <c:v>1146.2</c:v>
                </c:pt>
                <c:pt idx="11463">
                  <c:v>1146.3</c:v>
                </c:pt>
                <c:pt idx="11464">
                  <c:v>1146.4000000000001</c:v>
                </c:pt>
                <c:pt idx="11465">
                  <c:v>1146.5</c:v>
                </c:pt>
                <c:pt idx="11466">
                  <c:v>1146.5999999999999</c:v>
                </c:pt>
                <c:pt idx="11467">
                  <c:v>1146.7</c:v>
                </c:pt>
                <c:pt idx="11468">
                  <c:v>1146.8</c:v>
                </c:pt>
                <c:pt idx="11469">
                  <c:v>1146.9000000000001</c:v>
                </c:pt>
                <c:pt idx="11470">
                  <c:v>1147</c:v>
                </c:pt>
                <c:pt idx="11471">
                  <c:v>1147.0999999999999</c:v>
                </c:pt>
                <c:pt idx="11472">
                  <c:v>1147.2</c:v>
                </c:pt>
                <c:pt idx="11473">
                  <c:v>1147.3</c:v>
                </c:pt>
                <c:pt idx="11474">
                  <c:v>1147.4000000000001</c:v>
                </c:pt>
                <c:pt idx="11475">
                  <c:v>1147.5</c:v>
                </c:pt>
                <c:pt idx="11476">
                  <c:v>1147.5999999999999</c:v>
                </c:pt>
                <c:pt idx="11477">
                  <c:v>1147.7</c:v>
                </c:pt>
                <c:pt idx="11478">
                  <c:v>1147.8</c:v>
                </c:pt>
                <c:pt idx="11479">
                  <c:v>1147.9000000000001</c:v>
                </c:pt>
                <c:pt idx="11480">
                  <c:v>1148</c:v>
                </c:pt>
                <c:pt idx="11481">
                  <c:v>1148.0999999999999</c:v>
                </c:pt>
                <c:pt idx="11482">
                  <c:v>1148.2</c:v>
                </c:pt>
                <c:pt idx="11483">
                  <c:v>1148.3</c:v>
                </c:pt>
                <c:pt idx="11484">
                  <c:v>1148.4000000000001</c:v>
                </c:pt>
                <c:pt idx="11485">
                  <c:v>1148.5</c:v>
                </c:pt>
                <c:pt idx="11486">
                  <c:v>1148.5999999999999</c:v>
                </c:pt>
                <c:pt idx="11487">
                  <c:v>1148.7</c:v>
                </c:pt>
                <c:pt idx="11488">
                  <c:v>1148.8</c:v>
                </c:pt>
                <c:pt idx="11489">
                  <c:v>1148.9000000000001</c:v>
                </c:pt>
                <c:pt idx="11490">
                  <c:v>1149</c:v>
                </c:pt>
                <c:pt idx="11491">
                  <c:v>1149.0999999999999</c:v>
                </c:pt>
                <c:pt idx="11492">
                  <c:v>1149.2</c:v>
                </c:pt>
                <c:pt idx="11493">
                  <c:v>1149.3</c:v>
                </c:pt>
                <c:pt idx="11494">
                  <c:v>1149.4000000000001</c:v>
                </c:pt>
                <c:pt idx="11495">
                  <c:v>1149.5</c:v>
                </c:pt>
                <c:pt idx="11496">
                  <c:v>1149.5999999999999</c:v>
                </c:pt>
                <c:pt idx="11497">
                  <c:v>1149.7</c:v>
                </c:pt>
                <c:pt idx="11498">
                  <c:v>1149.8</c:v>
                </c:pt>
                <c:pt idx="11499">
                  <c:v>1149.9000000000001</c:v>
                </c:pt>
                <c:pt idx="11500">
                  <c:v>1150</c:v>
                </c:pt>
                <c:pt idx="11501">
                  <c:v>1150.0999999999999</c:v>
                </c:pt>
                <c:pt idx="11502">
                  <c:v>1150.2</c:v>
                </c:pt>
                <c:pt idx="11503">
                  <c:v>1150.3</c:v>
                </c:pt>
                <c:pt idx="11504">
                  <c:v>1150.4000000000001</c:v>
                </c:pt>
                <c:pt idx="11505">
                  <c:v>1150.5</c:v>
                </c:pt>
                <c:pt idx="11506">
                  <c:v>1150.5999999999999</c:v>
                </c:pt>
                <c:pt idx="11507">
                  <c:v>1150.7</c:v>
                </c:pt>
                <c:pt idx="11508">
                  <c:v>1150.8</c:v>
                </c:pt>
                <c:pt idx="11509">
                  <c:v>1150.9000000000001</c:v>
                </c:pt>
                <c:pt idx="11510">
                  <c:v>1151</c:v>
                </c:pt>
                <c:pt idx="11511">
                  <c:v>1151.0999999999999</c:v>
                </c:pt>
                <c:pt idx="11512">
                  <c:v>1151.2</c:v>
                </c:pt>
                <c:pt idx="11513">
                  <c:v>1151.3</c:v>
                </c:pt>
                <c:pt idx="11514">
                  <c:v>1151.4000000000001</c:v>
                </c:pt>
                <c:pt idx="11515">
                  <c:v>1151.5</c:v>
                </c:pt>
                <c:pt idx="11516">
                  <c:v>1151.5999999999999</c:v>
                </c:pt>
                <c:pt idx="11517">
                  <c:v>1151.7</c:v>
                </c:pt>
                <c:pt idx="11518">
                  <c:v>1151.8</c:v>
                </c:pt>
                <c:pt idx="11519">
                  <c:v>1151.9000000000001</c:v>
                </c:pt>
                <c:pt idx="11520">
                  <c:v>1152</c:v>
                </c:pt>
                <c:pt idx="11521">
                  <c:v>1152.0999999999999</c:v>
                </c:pt>
                <c:pt idx="11522">
                  <c:v>1152.2</c:v>
                </c:pt>
                <c:pt idx="11523">
                  <c:v>1152.3</c:v>
                </c:pt>
                <c:pt idx="11524">
                  <c:v>1152.4000000000001</c:v>
                </c:pt>
                <c:pt idx="11525">
                  <c:v>1152.5</c:v>
                </c:pt>
                <c:pt idx="11526">
                  <c:v>1152.5999999999999</c:v>
                </c:pt>
                <c:pt idx="11527">
                  <c:v>1152.7</c:v>
                </c:pt>
                <c:pt idx="11528">
                  <c:v>1152.8</c:v>
                </c:pt>
                <c:pt idx="11529">
                  <c:v>1152.9000000000001</c:v>
                </c:pt>
                <c:pt idx="11530">
                  <c:v>1153</c:v>
                </c:pt>
                <c:pt idx="11531">
                  <c:v>1153.0999999999999</c:v>
                </c:pt>
                <c:pt idx="11532">
                  <c:v>1153.2</c:v>
                </c:pt>
                <c:pt idx="11533">
                  <c:v>1153.3</c:v>
                </c:pt>
                <c:pt idx="11534">
                  <c:v>1153.4000000000001</c:v>
                </c:pt>
                <c:pt idx="11535">
                  <c:v>1153.5</c:v>
                </c:pt>
                <c:pt idx="11536">
                  <c:v>1153.5999999999999</c:v>
                </c:pt>
                <c:pt idx="11537">
                  <c:v>1153.7</c:v>
                </c:pt>
                <c:pt idx="11538">
                  <c:v>1153.8</c:v>
                </c:pt>
                <c:pt idx="11539">
                  <c:v>1153.9000000000001</c:v>
                </c:pt>
                <c:pt idx="11540">
                  <c:v>1154</c:v>
                </c:pt>
                <c:pt idx="11541">
                  <c:v>1154.0999999999999</c:v>
                </c:pt>
                <c:pt idx="11542">
                  <c:v>1154.2</c:v>
                </c:pt>
                <c:pt idx="11543">
                  <c:v>1154.3</c:v>
                </c:pt>
                <c:pt idx="11544">
                  <c:v>1154.4000000000001</c:v>
                </c:pt>
                <c:pt idx="11545">
                  <c:v>1154.5</c:v>
                </c:pt>
                <c:pt idx="11546">
                  <c:v>1154.5999999999999</c:v>
                </c:pt>
                <c:pt idx="11547">
                  <c:v>1154.7</c:v>
                </c:pt>
                <c:pt idx="11548">
                  <c:v>1154.8</c:v>
                </c:pt>
                <c:pt idx="11549">
                  <c:v>1154.9000000000001</c:v>
                </c:pt>
                <c:pt idx="11550">
                  <c:v>1155</c:v>
                </c:pt>
                <c:pt idx="11551">
                  <c:v>1155.0999999999999</c:v>
                </c:pt>
                <c:pt idx="11552">
                  <c:v>1155.2</c:v>
                </c:pt>
                <c:pt idx="11553">
                  <c:v>1155.3</c:v>
                </c:pt>
                <c:pt idx="11554">
                  <c:v>1155.4000000000001</c:v>
                </c:pt>
                <c:pt idx="11555">
                  <c:v>1155.5</c:v>
                </c:pt>
                <c:pt idx="11556">
                  <c:v>1155.5999999999999</c:v>
                </c:pt>
                <c:pt idx="11557">
                  <c:v>1155.7</c:v>
                </c:pt>
                <c:pt idx="11558">
                  <c:v>1155.8</c:v>
                </c:pt>
                <c:pt idx="11559">
                  <c:v>1155.9000000000001</c:v>
                </c:pt>
                <c:pt idx="11560">
                  <c:v>1156</c:v>
                </c:pt>
                <c:pt idx="11561">
                  <c:v>1156.0999999999999</c:v>
                </c:pt>
                <c:pt idx="11562">
                  <c:v>1156.2</c:v>
                </c:pt>
                <c:pt idx="11563">
                  <c:v>1156.3</c:v>
                </c:pt>
                <c:pt idx="11564">
                  <c:v>1156.4000000000001</c:v>
                </c:pt>
                <c:pt idx="11565">
                  <c:v>1156.5</c:v>
                </c:pt>
                <c:pt idx="11566">
                  <c:v>1156.5999999999999</c:v>
                </c:pt>
                <c:pt idx="11567">
                  <c:v>1156.7</c:v>
                </c:pt>
                <c:pt idx="11568">
                  <c:v>1156.8</c:v>
                </c:pt>
                <c:pt idx="11569">
                  <c:v>1156.9000000000001</c:v>
                </c:pt>
                <c:pt idx="11570">
                  <c:v>1157</c:v>
                </c:pt>
                <c:pt idx="11571">
                  <c:v>1157.0999999999999</c:v>
                </c:pt>
                <c:pt idx="11572">
                  <c:v>1157.2</c:v>
                </c:pt>
                <c:pt idx="11573">
                  <c:v>1157.3</c:v>
                </c:pt>
                <c:pt idx="11574">
                  <c:v>1157.4000000000001</c:v>
                </c:pt>
                <c:pt idx="11575">
                  <c:v>1157.5</c:v>
                </c:pt>
                <c:pt idx="11576">
                  <c:v>1157.5999999999999</c:v>
                </c:pt>
                <c:pt idx="11577">
                  <c:v>1157.7</c:v>
                </c:pt>
                <c:pt idx="11578">
                  <c:v>1157.8</c:v>
                </c:pt>
                <c:pt idx="11579">
                  <c:v>1157.9000000000001</c:v>
                </c:pt>
                <c:pt idx="11580">
                  <c:v>1158</c:v>
                </c:pt>
                <c:pt idx="11581">
                  <c:v>1158.0999999999999</c:v>
                </c:pt>
                <c:pt idx="11582">
                  <c:v>1158.2</c:v>
                </c:pt>
                <c:pt idx="11583">
                  <c:v>1158.3</c:v>
                </c:pt>
                <c:pt idx="11584">
                  <c:v>1158.4000000000001</c:v>
                </c:pt>
                <c:pt idx="11585">
                  <c:v>1158.5</c:v>
                </c:pt>
                <c:pt idx="11586">
                  <c:v>1158.5999999999999</c:v>
                </c:pt>
                <c:pt idx="11587">
                  <c:v>1158.7</c:v>
                </c:pt>
                <c:pt idx="11588">
                  <c:v>1158.8</c:v>
                </c:pt>
                <c:pt idx="11589">
                  <c:v>1158.9000000000001</c:v>
                </c:pt>
                <c:pt idx="11590">
                  <c:v>1159</c:v>
                </c:pt>
                <c:pt idx="11591">
                  <c:v>1159.0999999999999</c:v>
                </c:pt>
                <c:pt idx="11592">
                  <c:v>1159.2</c:v>
                </c:pt>
                <c:pt idx="11593">
                  <c:v>1159.3</c:v>
                </c:pt>
                <c:pt idx="11594">
                  <c:v>1159.4000000000001</c:v>
                </c:pt>
                <c:pt idx="11595">
                  <c:v>1159.5</c:v>
                </c:pt>
                <c:pt idx="11596">
                  <c:v>1159.5999999999999</c:v>
                </c:pt>
                <c:pt idx="11597">
                  <c:v>1159.7</c:v>
                </c:pt>
                <c:pt idx="11598">
                  <c:v>1159.8</c:v>
                </c:pt>
                <c:pt idx="11599">
                  <c:v>1159.9000000000001</c:v>
                </c:pt>
                <c:pt idx="11600">
                  <c:v>1160</c:v>
                </c:pt>
                <c:pt idx="11601">
                  <c:v>1160.0999999999999</c:v>
                </c:pt>
                <c:pt idx="11602">
                  <c:v>1160.2</c:v>
                </c:pt>
                <c:pt idx="11603">
                  <c:v>1160.3</c:v>
                </c:pt>
                <c:pt idx="11604">
                  <c:v>1160.4000000000001</c:v>
                </c:pt>
                <c:pt idx="11605">
                  <c:v>1160.5</c:v>
                </c:pt>
                <c:pt idx="11606">
                  <c:v>1160.5999999999999</c:v>
                </c:pt>
                <c:pt idx="11607">
                  <c:v>1160.7</c:v>
                </c:pt>
                <c:pt idx="11608">
                  <c:v>1160.8</c:v>
                </c:pt>
                <c:pt idx="11609">
                  <c:v>1160.9000000000001</c:v>
                </c:pt>
                <c:pt idx="11610">
                  <c:v>1161</c:v>
                </c:pt>
                <c:pt idx="11611">
                  <c:v>1161.0999999999999</c:v>
                </c:pt>
                <c:pt idx="11612">
                  <c:v>1161.2</c:v>
                </c:pt>
                <c:pt idx="11613">
                  <c:v>1161.3</c:v>
                </c:pt>
                <c:pt idx="11614">
                  <c:v>1161.4000000000001</c:v>
                </c:pt>
                <c:pt idx="11615">
                  <c:v>1161.5</c:v>
                </c:pt>
                <c:pt idx="11616">
                  <c:v>1161.5999999999999</c:v>
                </c:pt>
                <c:pt idx="11617">
                  <c:v>1161.7</c:v>
                </c:pt>
                <c:pt idx="11618">
                  <c:v>1161.8</c:v>
                </c:pt>
                <c:pt idx="11619">
                  <c:v>1161.9000000000001</c:v>
                </c:pt>
                <c:pt idx="11620">
                  <c:v>1162</c:v>
                </c:pt>
                <c:pt idx="11621">
                  <c:v>1162.0999999999999</c:v>
                </c:pt>
                <c:pt idx="11622">
                  <c:v>1162.2</c:v>
                </c:pt>
                <c:pt idx="11623">
                  <c:v>1162.3</c:v>
                </c:pt>
                <c:pt idx="11624">
                  <c:v>1162.4000000000001</c:v>
                </c:pt>
                <c:pt idx="11625">
                  <c:v>1162.5</c:v>
                </c:pt>
                <c:pt idx="11626">
                  <c:v>1162.5999999999999</c:v>
                </c:pt>
                <c:pt idx="11627">
                  <c:v>1162.7</c:v>
                </c:pt>
                <c:pt idx="11628">
                  <c:v>1162.8</c:v>
                </c:pt>
                <c:pt idx="11629">
                  <c:v>1162.9000000000001</c:v>
                </c:pt>
                <c:pt idx="11630">
                  <c:v>1163</c:v>
                </c:pt>
                <c:pt idx="11631">
                  <c:v>1163.0999999999999</c:v>
                </c:pt>
                <c:pt idx="11632">
                  <c:v>1163.2</c:v>
                </c:pt>
                <c:pt idx="11633">
                  <c:v>1163.3</c:v>
                </c:pt>
                <c:pt idx="11634">
                  <c:v>1163.4000000000001</c:v>
                </c:pt>
                <c:pt idx="11635">
                  <c:v>1163.5</c:v>
                </c:pt>
                <c:pt idx="11636">
                  <c:v>1163.5999999999999</c:v>
                </c:pt>
                <c:pt idx="11637">
                  <c:v>1163.7</c:v>
                </c:pt>
                <c:pt idx="11638">
                  <c:v>1163.8</c:v>
                </c:pt>
                <c:pt idx="11639">
                  <c:v>1163.9000000000001</c:v>
                </c:pt>
                <c:pt idx="11640">
                  <c:v>1164</c:v>
                </c:pt>
                <c:pt idx="11641">
                  <c:v>1164.0999999999999</c:v>
                </c:pt>
                <c:pt idx="11642">
                  <c:v>1164.2</c:v>
                </c:pt>
                <c:pt idx="11643">
                  <c:v>1164.3</c:v>
                </c:pt>
                <c:pt idx="11644">
                  <c:v>1164.4000000000001</c:v>
                </c:pt>
                <c:pt idx="11645">
                  <c:v>1164.5</c:v>
                </c:pt>
                <c:pt idx="11646">
                  <c:v>1164.5999999999999</c:v>
                </c:pt>
                <c:pt idx="11647">
                  <c:v>1164.7</c:v>
                </c:pt>
                <c:pt idx="11648">
                  <c:v>1164.8</c:v>
                </c:pt>
                <c:pt idx="11649">
                  <c:v>1164.9000000000001</c:v>
                </c:pt>
                <c:pt idx="11650">
                  <c:v>1165</c:v>
                </c:pt>
                <c:pt idx="11651">
                  <c:v>1165.0999999999999</c:v>
                </c:pt>
                <c:pt idx="11652">
                  <c:v>1165.2</c:v>
                </c:pt>
                <c:pt idx="11653">
                  <c:v>1165.3</c:v>
                </c:pt>
                <c:pt idx="11654">
                  <c:v>1165.4000000000001</c:v>
                </c:pt>
                <c:pt idx="11655">
                  <c:v>1165.5</c:v>
                </c:pt>
                <c:pt idx="11656">
                  <c:v>1165.5999999999999</c:v>
                </c:pt>
                <c:pt idx="11657">
                  <c:v>1165.7</c:v>
                </c:pt>
                <c:pt idx="11658">
                  <c:v>1165.8</c:v>
                </c:pt>
                <c:pt idx="11659">
                  <c:v>1165.9000000000001</c:v>
                </c:pt>
                <c:pt idx="11660">
                  <c:v>1166</c:v>
                </c:pt>
                <c:pt idx="11661">
                  <c:v>1166.0999999999999</c:v>
                </c:pt>
                <c:pt idx="11662">
                  <c:v>1166.2</c:v>
                </c:pt>
                <c:pt idx="11663">
                  <c:v>1166.3</c:v>
                </c:pt>
                <c:pt idx="11664">
                  <c:v>1166.4000000000001</c:v>
                </c:pt>
                <c:pt idx="11665">
                  <c:v>1166.5</c:v>
                </c:pt>
                <c:pt idx="11666">
                  <c:v>1166.5999999999999</c:v>
                </c:pt>
                <c:pt idx="11667">
                  <c:v>1166.7</c:v>
                </c:pt>
                <c:pt idx="11668">
                  <c:v>1166.8</c:v>
                </c:pt>
                <c:pt idx="11669">
                  <c:v>1166.9000000000001</c:v>
                </c:pt>
                <c:pt idx="11670">
                  <c:v>1167</c:v>
                </c:pt>
                <c:pt idx="11671">
                  <c:v>1167.0999999999999</c:v>
                </c:pt>
                <c:pt idx="11672">
                  <c:v>1167.2</c:v>
                </c:pt>
                <c:pt idx="11673">
                  <c:v>1167.3</c:v>
                </c:pt>
                <c:pt idx="11674">
                  <c:v>1167.4000000000001</c:v>
                </c:pt>
                <c:pt idx="11675">
                  <c:v>1167.5</c:v>
                </c:pt>
                <c:pt idx="11676">
                  <c:v>1167.5999999999999</c:v>
                </c:pt>
                <c:pt idx="11677">
                  <c:v>1167.7</c:v>
                </c:pt>
                <c:pt idx="11678">
                  <c:v>1167.8</c:v>
                </c:pt>
                <c:pt idx="11679">
                  <c:v>1167.9000000000001</c:v>
                </c:pt>
                <c:pt idx="11680">
                  <c:v>1168</c:v>
                </c:pt>
                <c:pt idx="11681">
                  <c:v>1168.0999999999999</c:v>
                </c:pt>
                <c:pt idx="11682">
                  <c:v>1168.2</c:v>
                </c:pt>
                <c:pt idx="11683">
                  <c:v>1168.3</c:v>
                </c:pt>
                <c:pt idx="11684">
                  <c:v>1168.4000000000001</c:v>
                </c:pt>
                <c:pt idx="11685">
                  <c:v>1168.5</c:v>
                </c:pt>
                <c:pt idx="11686">
                  <c:v>1168.5999999999999</c:v>
                </c:pt>
                <c:pt idx="11687">
                  <c:v>1168.7</c:v>
                </c:pt>
                <c:pt idx="11688">
                  <c:v>1168.8</c:v>
                </c:pt>
                <c:pt idx="11689">
                  <c:v>1168.9000000000001</c:v>
                </c:pt>
                <c:pt idx="11690">
                  <c:v>1169</c:v>
                </c:pt>
                <c:pt idx="11691">
                  <c:v>1169.0999999999999</c:v>
                </c:pt>
                <c:pt idx="11692">
                  <c:v>1169.2</c:v>
                </c:pt>
                <c:pt idx="11693">
                  <c:v>1169.3</c:v>
                </c:pt>
                <c:pt idx="11694">
                  <c:v>1169.4000000000001</c:v>
                </c:pt>
                <c:pt idx="11695">
                  <c:v>1169.5</c:v>
                </c:pt>
                <c:pt idx="11696">
                  <c:v>1169.5999999999999</c:v>
                </c:pt>
                <c:pt idx="11697">
                  <c:v>1169.7</c:v>
                </c:pt>
                <c:pt idx="11698">
                  <c:v>1169.8</c:v>
                </c:pt>
                <c:pt idx="11699">
                  <c:v>1169.9000000000001</c:v>
                </c:pt>
                <c:pt idx="11700">
                  <c:v>1170</c:v>
                </c:pt>
                <c:pt idx="11701">
                  <c:v>1170.0999999999999</c:v>
                </c:pt>
                <c:pt idx="11702">
                  <c:v>1170.2</c:v>
                </c:pt>
                <c:pt idx="11703">
                  <c:v>1170.3</c:v>
                </c:pt>
                <c:pt idx="11704">
                  <c:v>1170.4000000000001</c:v>
                </c:pt>
                <c:pt idx="11705">
                  <c:v>1170.5</c:v>
                </c:pt>
                <c:pt idx="11706">
                  <c:v>1170.5999999999999</c:v>
                </c:pt>
                <c:pt idx="11707">
                  <c:v>1170.7</c:v>
                </c:pt>
                <c:pt idx="11708">
                  <c:v>1170.8</c:v>
                </c:pt>
                <c:pt idx="11709">
                  <c:v>1170.9000000000001</c:v>
                </c:pt>
                <c:pt idx="11710">
                  <c:v>1171</c:v>
                </c:pt>
                <c:pt idx="11711">
                  <c:v>1171.0999999999999</c:v>
                </c:pt>
                <c:pt idx="11712">
                  <c:v>1171.2</c:v>
                </c:pt>
                <c:pt idx="11713">
                  <c:v>1171.3</c:v>
                </c:pt>
                <c:pt idx="11714">
                  <c:v>1171.4000000000001</c:v>
                </c:pt>
                <c:pt idx="11715">
                  <c:v>1171.5</c:v>
                </c:pt>
                <c:pt idx="11716">
                  <c:v>1171.5999999999999</c:v>
                </c:pt>
                <c:pt idx="11717">
                  <c:v>1171.7</c:v>
                </c:pt>
                <c:pt idx="11718">
                  <c:v>1171.8</c:v>
                </c:pt>
                <c:pt idx="11719">
                  <c:v>1171.9000000000001</c:v>
                </c:pt>
                <c:pt idx="11720">
                  <c:v>1172</c:v>
                </c:pt>
                <c:pt idx="11721">
                  <c:v>1172.0999999999999</c:v>
                </c:pt>
                <c:pt idx="11722">
                  <c:v>1172.2</c:v>
                </c:pt>
                <c:pt idx="11723">
                  <c:v>1172.3</c:v>
                </c:pt>
                <c:pt idx="11724">
                  <c:v>1172.4000000000001</c:v>
                </c:pt>
                <c:pt idx="11725">
                  <c:v>1172.5</c:v>
                </c:pt>
                <c:pt idx="11726">
                  <c:v>1172.5999999999999</c:v>
                </c:pt>
                <c:pt idx="11727">
                  <c:v>1172.7</c:v>
                </c:pt>
                <c:pt idx="11728">
                  <c:v>1172.8</c:v>
                </c:pt>
                <c:pt idx="11729">
                  <c:v>1172.9000000000001</c:v>
                </c:pt>
                <c:pt idx="11730">
                  <c:v>1173</c:v>
                </c:pt>
                <c:pt idx="11731">
                  <c:v>1173.0999999999999</c:v>
                </c:pt>
                <c:pt idx="11732">
                  <c:v>1173.2</c:v>
                </c:pt>
                <c:pt idx="11733">
                  <c:v>1173.3</c:v>
                </c:pt>
                <c:pt idx="11734">
                  <c:v>1173.4000000000001</c:v>
                </c:pt>
                <c:pt idx="11735">
                  <c:v>1173.5</c:v>
                </c:pt>
                <c:pt idx="11736">
                  <c:v>1173.5999999999999</c:v>
                </c:pt>
                <c:pt idx="11737">
                  <c:v>1173.7</c:v>
                </c:pt>
                <c:pt idx="11738">
                  <c:v>1173.8</c:v>
                </c:pt>
                <c:pt idx="11739">
                  <c:v>1173.9000000000001</c:v>
                </c:pt>
                <c:pt idx="11740">
                  <c:v>1174</c:v>
                </c:pt>
                <c:pt idx="11741">
                  <c:v>1174.0999999999999</c:v>
                </c:pt>
                <c:pt idx="11742">
                  <c:v>1174.2</c:v>
                </c:pt>
                <c:pt idx="11743">
                  <c:v>1174.3</c:v>
                </c:pt>
                <c:pt idx="11744">
                  <c:v>1174.4000000000001</c:v>
                </c:pt>
                <c:pt idx="11745">
                  <c:v>1174.5</c:v>
                </c:pt>
                <c:pt idx="11746">
                  <c:v>1174.5999999999999</c:v>
                </c:pt>
                <c:pt idx="11747">
                  <c:v>1174.7</c:v>
                </c:pt>
                <c:pt idx="11748">
                  <c:v>1174.8</c:v>
                </c:pt>
                <c:pt idx="11749">
                  <c:v>1174.9000000000001</c:v>
                </c:pt>
                <c:pt idx="11750">
                  <c:v>1175</c:v>
                </c:pt>
                <c:pt idx="11751">
                  <c:v>1175.0999999999999</c:v>
                </c:pt>
                <c:pt idx="11752">
                  <c:v>1175.2</c:v>
                </c:pt>
                <c:pt idx="11753">
                  <c:v>1175.3</c:v>
                </c:pt>
                <c:pt idx="11754">
                  <c:v>1175.4000000000001</c:v>
                </c:pt>
                <c:pt idx="11755">
                  <c:v>1175.5</c:v>
                </c:pt>
                <c:pt idx="11756">
                  <c:v>1175.5999999999999</c:v>
                </c:pt>
                <c:pt idx="11757">
                  <c:v>1175.7</c:v>
                </c:pt>
                <c:pt idx="11758">
                  <c:v>1175.8</c:v>
                </c:pt>
                <c:pt idx="11759">
                  <c:v>1175.9000000000001</c:v>
                </c:pt>
                <c:pt idx="11760">
                  <c:v>1176</c:v>
                </c:pt>
                <c:pt idx="11761">
                  <c:v>1176.0999999999999</c:v>
                </c:pt>
                <c:pt idx="11762">
                  <c:v>1176.2</c:v>
                </c:pt>
                <c:pt idx="11763">
                  <c:v>1176.3</c:v>
                </c:pt>
                <c:pt idx="11764">
                  <c:v>1176.4000000000001</c:v>
                </c:pt>
                <c:pt idx="11765">
                  <c:v>1176.5</c:v>
                </c:pt>
                <c:pt idx="11766">
                  <c:v>1176.5999999999999</c:v>
                </c:pt>
                <c:pt idx="11767">
                  <c:v>1176.7</c:v>
                </c:pt>
                <c:pt idx="11768">
                  <c:v>1176.8</c:v>
                </c:pt>
                <c:pt idx="11769">
                  <c:v>1176.9000000000001</c:v>
                </c:pt>
                <c:pt idx="11770">
                  <c:v>1177</c:v>
                </c:pt>
                <c:pt idx="11771">
                  <c:v>1177.0999999999999</c:v>
                </c:pt>
                <c:pt idx="11772">
                  <c:v>1177.2</c:v>
                </c:pt>
                <c:pt idx="11773">
                  <c:v>1177.3</c:v>
                </c:pt>
                <c:pt idx="11774">
                  <c:v>1177.4000000000001</c:v>
                </c:pt>
                <c:pt idx="11775">
                  <c:v>1177.5</c:v>
                </c:pt>
                <c:pt idx="11776">
                  <c:v>1177.5999999999999</c:v>
                </c:pt>
                <c:pt idx="11777">
                  <c:v>1177.7</c:v>
                </c:pt>
                <c:pt idx="11778">
                  <c:v>1177.8</c:v>
                </c:pt>
                <c:pt idx="11779">
                  <c:v>1177.9000000000001</c:v>
                </c:pt>
                <c:pt idx="11780">
                  <c:v>1178</c:v>
                </c:pt>
                <c:pt idx="11781">
                  <c:v>1178.0999999999999</c:v>
                </c:pt>
                <c:pt idx="11782">
                  <c:v>1178.2</c:v>
                </c:pt>
                <c:pt idx="11783">
                  <c:v>1178.3</c:v>
                </c:pt>
                <c:pt idx="11784">
                  <c:v>1178.4000000000001</c:v>
                </c:pt>
                <c:pt idx="11785">
                  <c:v>1178.5</c:v>
                </c:pt>
                <c:pt idx="11786">
                  <c:v>1178.5999999999999</c:v>
                </c:pt>
                <c:pt idx="11787">
                  <c:v>1178.7</c:v>
                </c:pt>
                <c:pt idx="11788">
                  <c:v>1178.8</c:v>
                </c:pt>
                <c:pt idx="11789">
                  <c:v>1178.9000000000001</c:v>
                </c:pt>
                <c:pt idx="11790">
                  <c:v>1179</c:v>
                </c:pt>
                <c:pt idx="11791">
                  <c:v>1179.0999999999999</c:v>
                </c:pt>
                <c:pt idx="11792">
                  <c:v>1179.2</c:v>
                </c:pt>
                <c:pt idx="11793">
                  <c:v>1179.3</c:v>
                </c:pt>
                <c:pt idx="11794">
                  <c:v>1179.4000000000001</c:v>
                </c:pt>
                <c:pt idx="11795">
                  <c:v>1179.5</c:v>
                </c:pt>
                <c:pt idx="11796">
                  <c:v>1179.5999999999999</c:v>
                </c:pt>
                <c:pt idx="11797">
                  <c:v>1179.7</c:v>
                </c:pt>
                <c:pt idx="11798">
                  <c:v>1179.8</c:v>
                </c:pt>
                <c:pt idx="11799">
                  <c:v>1179.9000000000001</c:v>
                </c:pt>
                <c:pt idx="11800">
                  <c:v>1180</c:v>
                </c:pt>
                <c:pt idx="11801">
                  <c:v>1180.0999999999999</c:v>
                </c:pt>
                <c:pt idx="11802">
                  <c:v>1180.2</c:v>
                </c:pt>
                <c:pt idx="11803">
                  <c:v>1180.3</c:v>
                </c:pt>
                <c:pt idx="11804">
                  <c:v>1180.4000000000001</c:v>
                </c:pt>
                <c:pt idx="11805">
                  <c:v>1180.5</c:v>
                </c:pt>
                <c:pt idx="11806">
                  <c:v>1180.5999999999999</c:v>
                </c:pt>
                <c:pt idx="11807">
                  <c:v>1180.7</c:v>
                </c:pt>
                <c:pt idx="11808">
                  <c:v>1180.8</c:v>
                </c:pt>
                <c:pt idx="11809">
                  <c:v>1180.9000000000001</c:v>
                </c:pt>
                <c:pt idx="11810">
                  <c:v>1181</c:v>
                </c:pt>
                <c:pt idx="11811">
                  <c:v>1181.0999999999999</c:v>
                </c:pt>
                <c:pt idx="11812">
                  <c:v>1181.2</c:v>
                </c:pt>
                <c:pt idx="11813">
                  <c:v>1181.3</c:v>
                </c:pt>
                <c:pt idx="11814">
                  <c:v>1181.4000000000001</c:v>
                </c:pt>
                <c:pt idx="11815">
                  <c:v>1181.5</c:v>
                </c:pt>
                <c:pt idx="11816">
                  <c:v>1181.5999999999999</c:v>
                </c:pt>
                <c:pt idx="11817">
                  <c:v>1181.7</c:v>
                </c:pt>
                <c:pt idx="11818">
                  <c:v>1181.8</c:v>
                </c:pt>
                <c:pt idx="11819">
                  <c:v>1181.9000000000001</c:v>
                </c:pt>
                <c:pt idx="11820">
                  <c:v>1182</c:v>
                </c:pt>
                <c:pt idx="11821">
                  <c:v>1182.0999999999999</c:v>
                </c:pt>
                <c:pt idx="11822">
                  <c:v>1182.2</c:v>
                </c:pt>
                <c:pt idx="11823">
                  <c:v>1182.3</c:v>
                </c:pt>
                <c:pt idx="11824">
                  <c:v>1182.4000000000001</c:v>
                </c:pt>
                <c:pt idx="11825">
                  <c:v>1182.5</c:v>
                </c:pt>
                <c:pt idx="11826">
                  <c:v>1182.5999999999999</c:v>
                </c:pt>
                <c:pt idx="11827">
                  <c:v>1182.7</c:v>
                </c:pt>
                <c:pt idx="11828">
                  <c:v>1182.8</c:v>
                </c:pt>
                <c:pt idx="11829">
                  <c:v>1182.9000000000001</c:v>
                </c:pt>
                <c:pt idx="11830">
                  <c:v>1183</c:v>
                </c:pt>
                <c:pt idx="11831">
                  <c:v>1183.0999999999999</c:v>
                </c:pt>
                <c:pt idx="11832">
                  <c:v>1183.2</c:v>
                </c:pt>
                <c:pt idx="11833">
                  <c:v>1183.3</c:v>
                </c:pt>
                <c:pt idx="11834">
                  <c:v>1183.4000000000001</c:v>
                </c:pt>
                <c:pt idx="11835">
                  <c:v>1183.5</c:v>
                </c:pt>
                <c:pt idx="11836">
                  <c:v>1183.5999999999999</c:v>
                </c:pt>
                <c:pt idx="11837">
                  <c:v>1183.7</c:v>
                </c:pt>
                <c:pt idx="11838">
                  <c:v>1183.8</c:v>
                </c:pt>
                <c:pt idx="11839">
                  <c:v>1183.9000000000001</c:v>
                </c:pt>
                <c:pt idx="11840">
                  <c:v>1184</c:v>
                </c:pt>
                <c:pt idx="11841">
                  <c:v>1184.0999999999999</c:v>
                </c:pt>
                <c:pt idx="11842">
                  <c:v>1184.2</c:v>
                </c:pt>
                <c:pt idx="11843">
                  <c:v>1184.3</c:v>
                </c:pt>
                <c:pt idx="11844">
                  <c:v>1184.4000000000001</c:v>
                </c:pt>
                <c:pt idx="11845">
                  <c:v>1184.5</c:v>
                </c:pt>
                <c:pt idx="11846">
                  <c:v>1184.5999999999999</c:v>
                </c:pt>
                <c:pt idx="11847">
                  <c:v>1184.7</c:v>
                </c:pt>
                <c:pt idx="11848">
                  <c:v>1184.8</c:v>
                </c:pt>
                <c:pt idx="11849">
                  <c:v>1184.9000000000001</c:v>
                </c:pt>
                <c:pt idx="11850">
                  <c:v>1185</c:v>
                </c:pt>
                <c:pt idx="11851">
                  <c:v>1185.0999999999999</c:v>
                </c:pt>
                <c:pt idx="11852">
                  <c:v>1185.2</c:v>
                </c:pt>
                <c:pt idx="11853">
                  <c:v>1185.3</c:v>
                </c:pt>
                <c:pt idx="11854">
                  <c:v>1185.4000000000001</c:v>
                </c:pt>
                <c:pt idx="11855">
                  <c:v>1185.5</c:v>
                </c:pt>
                <c:pt idx="11856">
                  <c:v>1185.5999999999999</c:v>
                </c:pt>
                <c:pt idx="11857">
                  <c:v>1185.7</c:v>
                </c:pt>
                <c:pt idx="11858">
                  <c:v>1185.8</c:v>
                </c:pt>
                <c:pt idx="11859">
                  <c:v>1185.9000000000001</c:v>
                </c:pt>
                <c:pt idx="11860">
                  <c:v>1186</c:v>
                </c:pt>
                <c:pt idx="11861">
                  <c:v>1186.0999999999999</c:v>
                </c:pt>
                <c:pt idx="11862">
                  <c:v>1186.2</c:v>
                </c:pt>
                <c:pt idx="11863">
                  <c:v>1186.3</c:v>
                </c:pt>
                <c:pt idx="11864">
                  <c:v>1186.4000000000001</c:v>
                </c:pt>
                <c:pt idx="11865">
                  <c:v>1186.5</c:v>
                </c:pt>
                <c:pt idx="11866">
                  <c:v>1186.5999999999999</c:v>
                </c:pt>
                <c:pt idx="11867">
                  <c:v>1186.7</c:v>
                </c:pt>
                <c:pt idx="11868">
                  <c:v>1186.8</c:v>
                </c:pt>
                <c:pt idx="11869">
                  <c:v>1186.9000000000001</c:v>
                </c:pt>
                <c:pt idx="11870">
                  <c:v>1187</c:v>
                </c:pt>
                <c:pt idx="11871">
                  <c:v>1187.0999999999999</c:v>
                </c:pt>
                <c:pt idx="11872">
                  <c:v>1187.2</c:v>
                </c:pt>
                <c:pt idx="11873">
                  <c:v>1187.3</c:v>
                </c:pt>
                <c:pt idx="11874">
                  <c:v>1187.4000000000001</c:v>
                </c:pt>
                <c:pt idx="11875">
                  <c:v>1187.5</c:v>
                </c:pt>
                <c:pt idx="11876">
                  <c:v>1187.5999999999999</c:v>
                </c:pt>
                <c:pt idx="11877">
                  <c:v>1187.7</c:v>
                </c:pt>
                <c:pt idx="11878">
                  <c:v>1187.8</c:v>
                </c:pt>
                <c:pt idx="11879">
                  <c:v>1187.9000000000001</c:v>
                </c:pt>
                <c:pt idx="11880">
                  <c:v>1188</c:v>
                </c:pt>
                <c:pt idx="11881">
                  <c:v>1188.0999999999999</c:v>
                </c:pt>
                <c:pt idx="11882">
                  <c:v>1188.2</c:v>
                </c:pt>
                <c:pt idx="11883">
                  <c:v>1188.3</c:v>
                </c:pt>
                <c:pt idx="11884">
                  <c:v>1188.4000000000001</c:v>
                </c:pt>
                <c:pt idx="11885">
                  <c:v>1188.5</c:v>
                </c:pt>
                <c:pt idx="11886">
                  <c:v>1188.5999999999999</c:v>
                </c:pt>
                <c:pt idx="11887">
                  <c:v>1188.7</c:v>
                </c:pt>
                <c:pt idx="11888">
                  <c:v>1188.8</c:v>
                </c:pt>
                <c:pt idx="11889">
                  <c:v>1188.9000000000001</c:v>
                </c:pt>
                <c:pt idx="11890">
                  <c:v>1189</c:v>
                </c:pt>
                <c:pt idx="11891">
                  <c:v>1189.0999999999999</c:v>
                </c:pt>
                <c:pt idx="11892">
                  <c:v>1189.2</c:v>
                </c:pt>
                <c:pt idx="11893">
                  <c:v>1189.3</c:v>
                </c:pt>
                <c:pt idx="11894">
                  <c:v>1189.4000000000001</c:v>
                </c:pt>
                <c:pt idx="11895">
                  <c:v>1189.5</c:v>
                </c:pt>
                <c:pt idx="11896">
                  <c:v>1189.5999999999999</c:v>
                </c:pt>
                <c:pt idx="11897">
                  <c:v>1189.7</c:v>
                </c:pt>
                <c:pt idx="11898">
                  <c:v>1189.8</c:v>
                </c:pt>
                <c:pt idx="11899">
                  <c:v>1189.9000000000001</c:v>
                </c:pt>
                <c:pt idx="11900">
                  <c:v>1190</c:v>
                </c:pt>
                <c:pt idx="11901">
                  <c:v>1190.0999999999999</c:v>
                </c:pt>
                <c:pt idx="11902">
                  <c:v>1190.2</c:v>
                </c:pt>
                <c:pt idx="11903">
                  <c:v>1190.3</c:v>
                </c:pt>
                <c:pt idx="11904">
                  <c:v>1190.4000000000001</c:v>
                </c:pt>
                <c:pt idx="11905">
                  <c:v>1190.5</c:v>
                </c:pt>
                <c:pt idx="11906">
                  <c:v>1190.5999999999999</c:v>
                </c:pt>
                <c:pt idx="11907">
                  <c:v>1190.7</c:v>
                </c:pt>
                <c:pt idx="11908">
                  <c:v>1190.8</c:v>
                </c:pt>
                <c:pt idx="11909">
                  <c:v>1190.9000000000001</c:v>
                </c:pt>
                <c:pt idx="11910">
                  <c:v>1191</c:v>
                </c:pt>
                <c:pt idx="11911">
                  <c:v>1191.0999999999999</c:v>
                </c:pt>
                <c:pt idx="11912">
                  <c:v>1191.2</c:v>
                </c:pt>
                <c:pt idx="11913">
                  <c:v>1191.3</c:v>
                </c:pt>
                <c:pt idx="11914">
                  <c:v>1191.4000000000001</c:v>
                </c:pt>
                <c:pt idx="11915">
                  <c:v>1191.5</c:v>
                </c:pt>
                <c:pt idx="11916">
                  <c:v>1191.5999999999999</c:v>
                </c:pt>
                <c:pt idx="11917">
                  <c:v>1191.7</c:v>
                </c:pt>
                <c:pt idx="11918">
                  <c:v>1191.8</c:v>
                </c:pt>
                <c:pt idx="11919">
                  <c:v>1191.9000000000001</c:v>
                </c:pt>
                <c:pt idx="11920">
                  <c:v>1192</c:v>
                </c:pt>
                <c:pt idx="11921">
                  <c:v>1192.0999999999999</c:v>
                </c:pt>
                <c:pt idx="11922">
                  <c:v>1192.2</c:v>
                </c:pt>
                <c:pt idx="11923">
                  <c:v>1192.3</c:v>
                </c:pt>
                <c:pt idx="11924">
                  <c:v>1192.4000000000001</c:v>
                </c:pt>
                <c:pt idx="11925">
                  <c:v>1192.5</c:v>
                </c:pt>
                <c:pt idx="11926">
                  <c:v>1192.5999999999999</c:v>
                </c:pt>
                <c:pt idx="11927">
                  <c:v>1192.7</c:v>
                </c:pt>
                <c:pt idx="11928">
                  <c:v>1192.8</c:v>
                </c:pt>
                <c:pt idx="11929">
                  <c:v>1192.9000000000001</c:v>
                </c:pt>
                <c:pt idx="11930">
                  <c:v>1193</c:v>
                </c:pt>
                <c:pt idx="11931">
                  <c:v>1193.0999999999999</c:v>
                </c:pt>
                <c:pt idx="11932">
                  <c:v>1193.2</c:v>
                </c:pt>
                <c:pt idx="11933">
                  <c:v>1193.3</c:v>
                </c:pt>
                <c:pt idx="11934">
                  <c:v>1193.4000000000001</c:v>
                </c:pt>
                <c:pt idx="11935">
                  <c:v>1193.5</c:v>
                </c:pt>
                <c:pt idx="11936">
                  <c:v>1193.5999999999999</c:v>
                </c:pt>
                <c:pt idx="11937">
                  <c:v>1193.7</c:v>
                </c:pt>
                <c:pt idx="11938">
                  <c:v>1193.8</c:v>
                </c:pt>
                <c:pt idx="11939">
                  <c:v>1193.9000000000001</c:v>
                </c:pt>
                <c:pt idx="11940">
                  <c:v>1194</c:v>
                </c:pt>
                <c:pt idx="11941">
                  <c:v>1194.0999999999999</c:v>
                </c:pt>
                <c:pt idx="11942">
                  <c:v>1194.2</c:v>
                </c:pt>
                <c:pt idx="11943">
                  <c:v>1194.3</c:v>
                </c:pt>
                <c:pt idx="11944">
                  <c:v>1194.4000000000001</c:v>
                </c:pt>
                <c:pt idx="11945">
                  <c:v>1194.5</c:v>
                </c:pt>
                <c:pt idx="11946">
                  <c:v>1194.5999999999999</c:v>
                </c:pt>
                <c:pt idx="11947">
                  <c:v>1194.7</c:v>
                </c:pt>
                <c:pt idx="11948">
                  <c:v>1194.8</c:v>
                </c:pt>
                <c:pt idx="11949">
                  <c:v>1194.9000000000001</c:v>
                </c:pt>
                <c:pt idx="11950">
                  <c:v>1195</c:v>
                </c:pt>
                <c:pt idx="11951">
                  <c:v>1195.0999999999999</c:v>
                </c:pt>
                <c:pt idx="11952">
                  <c:v>1195.2</c:v>
                </c:pt>
                <c:pt idx="11953">
                  <c:v>1195.3</c:v>
                </c:pt>
                <c:pt idx="11954">
                  <c:v>1195.4000000000001</c:v>
                </c:pt>
                <c:pt idx="11955">
                  <c:v>1195.5</c:v>
                </c:pt>
                <c:pt idx="11956">
                  <c:v>1195.5999999999999</c:v>
                </c:pt>
                <c:pt idx="11957">
                  <c:v>1195.7</c:v>
                </c:pt>
                <c:pt idx="11958">
                  <c:v>1195.8</c:v>
                </c:pt>
                <c:pt idx="11959">
                  <c:v>1195.9000000000001</c:v>
                </c:pt>
                <c:pt idx="11960">
                  <c:v>1196</c:v>
                </c:pt>
                <c:pt idx="11961">
                  <c:v>1196.0999999999999</c:v>
                </c:pt>
                <c:pt idx="11962">
                  <c:v>1196.2</c:v>
                </c:pt>
                <c:pt idx="11963">
                  <c:v>1196.3</c:v>
                </c:pt>
                <c:pt idx="11964">
                  <c:v>1196.4000000000001</c:v>
                </c:pt>
                <c:pt idx="11965">
                  <c:v>1196.5</c:v>
                </c:pt>
                <c:pt idx="11966">
                  <c:v>1196.5999999999999</c:v>
                </c:pt>
                <c:pt idx="11967">
                  <c:v>1196.7</c:v>
                </c:pt>
                <c:pt idx="11968">
                  <c:v>1196.8</c:v>
                </c:pt>
                <c:pt idx="11969">
                  <c:v>1196.9000000000001</c:v>
                </c:pt>
                <c:pt idx="11970">
                  <c:v>1197</c:v>
                </c:pt>
                <c:pt idx="11971">
                  <c:v>1197.0999999999999</c:v>
                </c:pt>
                <c:pt idx="11972">
                  <c:v>1197.2</c:v>
                </c:pt>
                <c:pt idx="11973">
                  <c:v>1197.3</c:v>
                </c:pt>
                <c:pt idx="11974">
                  <c:v>1197.4000000000001</c:v>
                </c:pt>
                <c:pt idx="11975">
                  <c:v>1197.5</c:v>
                </c:pt>
                <c:pt idx="11976">
                  <c:v>1197.5999999999999</c:v>
                </c:pt>
                <c:pt idx="11977">
                  <c:v>1197.7</c:v>
                </c:pt>
                <c:pt idx="11978">
                  <c:v>1197.8</c:v>
                </c:pt>
                <c:pt idx="11979">
                  <c:v>1197.9000000000001</c:v>
                </c:pt>
                <c:pt idx="11980">
                  <c:v>1198</c:v>
                </c:pt>
                <c:pt idx="11981">
                  <c:v>1198.0999999999999</c:v>
                </c:pt>
                <c:pt idx="11982">
                  <c:v>1198.2</c:v>
                </c:pt>
                <c:pt idx="11983">
                  <c:v>1198.3</c:v>
                </c:pt>
                <c:pt idx="11984">
                  <c:v>1198.4000000000001</c:v>
                </c:pt>
                <c:pt idx="11985">
                  <c:v>1198.5</c:v>
                </c:pt>
                <c:pt idx="11986">
                  <c:v>1198.5999999999999</c:v>
                </c:pt>
                <c:pt idx="11987">
                  <c:v>1198.7</c:v>
                </c:pt>
                <c:pt idx="11988">
                  <c:v>1198.8</c:v>
                </c:pt>
                <c:pt idx="11989">
                  <c:v>1198.9000000000001</c:v>
                </c:pt>
                <c:pt idx="11990">
                  <c:v>1199</c:v>
                </c:pt>
                <c:pt idx="11991">
                  <c:v>1199.0999999999999</c:v>
                </c:pt>
                <c:pt idx="11992">
                  <c:v>1199.2</c:v>
                </c:pt>
                <c:pt idx="11993">
                  <c:v>1199.3</c:v>
                </c:pt>
                <c:pt idx="11994">
                  <c:v>1199.4000000000001</c:v>
                </c:pt>
                <c:pt idx="11995">
                  <c:v>1199.5</c:v>
                </c:pt>
                <c:pt idx="11996">
                  <c:v>1199.5999999999999</c:v>
                </c:pt>
                <c:pt idx="11997">
                  <c:v>1199.7</c:v>
                </c:pt>
                <c:pt idx="11998">
                  <c:v>1199.8</c:v>
                </c:pt>
                <c:pt idx="11999">
                  <c:v>1199.9000000000001</c:v>
                </c:pt>
                <c:pt idx="12000">
                  <c:v>1200</c:v>
                </c:pt>
                <c:pt idx="12001">
                  <c:v>1200.0999999999999</c:v>
                </c:pt>
                <c:pt idx="12002">
                  <c:v>1200.2</c:v>
                </c:pt>
                <c:pt idx="12003">
                  <c:v>1200.3</c:v>
                </c:pt>
                <c:pt idx="12004">
                  <c:v>1200.4000000000001</c:v>
                </c:pt>
                <c:pt idx="12005">
                  <c:v>1200.5</c:v>
                </c:pt>
                <c:pt idx="12006">
                  <c:v>1200.5999999999999</c:v>
                </c:pt>
                <c:pt idx="12007">
                  <c:v>1200.7</c:v>
                </c:pt>
                <c:pt idx="12008">
                  <c:v>1200.8</c:v>
                </c:pt>
                <c:pt idx="12009">
                  <c:v>1200.9000000000001</c:v>
                </c:pt>
                <c:pt idx="12010">
                  <c:v>1201</c:v>
                </c:pt>
                <c:pt idx="12011">
                  <c:v>1201.0999999999999</c:v>
                </c:pt>
                <c:pt idx="12012">
                  <c:v>1201.2</c:v>
                </c:pt>
                <c:pt idx="12013">
                  <c:v>1201.3</c:v>
                </c:pt>
                <c:pt idx="12014">
                  <c:v>1201.4000000000001</c:v>
                </c:pt>
                <c:pt idx="12015">
                  <c:v>1201.5</c:v>
                </c:pt>
                <c:pt idx="12016">
                  <c:v>1201.5999999999999</c:v>
                </c:pt>
                <c:pt idx="12017">
                  <c:v>1201.7</c:v>
                </c:pt>
                <c:pt idx="12018">
                  <c:v>1201.8</c:v>
                </c:pt>
                <c:pt idx="12019">
                  <c:v>1201.9000000000001</c:v>
                </c:pt>
                <c:pt idx="12020">
                  <c:v>1202</c:v>
                </c:pt>
                <c:pt idx="12021">
                  <c:v>1202.0999999999999</c:v>
                </c:pt>
                <c:pt idx="12022">
                  <c:v>1202.2</c:v>
                </c:pt>
                <c:pt idx="12023">
                  <c:v>1202.3</c:v>
                </c:pt>
                <c:pt idx="12024">
                  <c:v>1202.4000000000001</c:v>
                </c:pt>
                <c:pt idx="12025">
                  <c:v>1202.5</c:v>
                </c:pt>
                <c:pt idx="12026">
                  <c:v>1202.5999999999999</c:v>
                </c:pt>
                <c:pt idx="12027">
                  <c:v>1202.7</c:v>
                </c:pt>
                <c:pt idx="12028">
                  <c:v>1202.8</c:v>
                </c:pt>
                <c:pt idx="12029">
                  <c:v>1202.9000000000001</c:v>
                </c:pt>
                <c:pt idx="12030">
                  <c:v>1203</c:v>
                </c:pt>
                <c:pt idx="12031">
                  <c:v>1203.0999999999999</c:v>
                </c:pt>
                <c:pt idx="12032">
                  <c:v>1203.2</c:v>
                </c:pt>
                <c:pt idx="12033">
                  <c:v>1203.3</c:v>
                </c:pt>
                <c:pt idx="12034">
                  <c:v>1203.4000000000001</c:v>
                </c:pt>
                <c:pt idx="12035">
                  <c:v>1203.5</c:v>
                </c:pt>
                <c:pt idx="12036">
                  <c:v>1203.5999999999999</c:v>
                </c:pt>
                <c:pt idx="12037">
                  <c:v>1203.7</c:v>
                </c:pt>
                <c:pt idx="12038">
                  <c:v>1203.8</c:v>
                </c:pt>
                <c:pt idx="12039">
                  <c:v>1203.9000000000001</c:v>
                </c:pt>
                <c:pt idx="12040">
                  <c:v>1204</c:v>
                </c:pt>
                <c:pt idx="12041">
                  <c:v>1204.0999999999999</c:v>
                </c:pt>
                <c:pt idx="12042">
                  <c:v>1204.2</c:v>
                </c:pt>
                <c:pt idx="12043">
                  <c:v>1204.3</c:v>
                </c:pt>
                <c:pt idx="12044">
                  <c:v>1204.4000000000001</c:v>
                </c:pt>
                <c:pt idx="12045">
                  <c:v>1204.5</c:v>
                </c:pt>
                <c:pt idx="12046">
                  <c:v>1204.5999999999999</c:v>
                </c:pt>
                <c:pt idx="12047">
                  <c:v>1204.7</c:v>
                </c:pt>
                <c:pt idx="12048">
                  <c:v>1204.8</c:v>
                </c:pt>
                <c:pt idx="12049">
                  <c:v>1204.9000000000001</c:v>
                </c:pt>
                <c:pt idx="12050">
                  <c:v>1205</c:v>
                </c:pt>
                <c:pt idx="12051">
                  <c:v>1205.0999999999999</c:v>
                </c:pt>
                <c:pt idx="12052">
                  <c:v>1205.2</c:v>
                </c:pt>
                <c:pt idx="12053">
                  <c:v>1205.3</c:v>
                </c:pt>
                <c:pt idx="12054">
                  <c:v>1205.4000000000001</c:v>
                </c:pt>
                <c:pt idx="12055">
                  <c:v>1205.5</c:v>
                </c:pt>
                <c:pt idx="12056">
                  <c:v>1205.5999999999999</c:v>
                </c:pt>
                <c:pt idx="12057">
                  <c:v>1205.7</c:v>
                </c:pt>
                <c:pt idx="12058">
                  <c:v>1205.8</c:v>
                </c:pt>
                <c:pt idx="12059">
                  <c:v>1205.9000000000001</c:v>
                </c:pt>
                <c:pt idx="12060">
                  <c:v>1206</c:v>
                </c:pt>
                <c:pt idx="12061">
                  <c:v>1206.0999999999999</c:v>
                </c:pt>
                <c:pt idx="12062">
                  <c:v>1206.2</c:v>
                </c:pt>
                <c:pt idx="12063">
                  <c:v>1206.3</c:v>
                </c:pt>
                <c:pt idx="12064">
                  <c:v>1206.4000000000001</c:v>
                </c:pt>
                <c:pt idx="12065">
                  <c:v>1206.5</c:v>
                </c:pt>
                <c:pt idx="12066">
                  <c:v>1206.5999999999999</c:v>
                </c:pt>
                <c:pt idx="12067">
                  <c:v>1206.7</c:v>
                </c:pt>
                <c:pt idx="12068">
                  <c:v>1206.8</c:v>
                </c:pt>
                <c:pt idx="12069">
                  <c:v>1206.9000000000001</c:v>
                </c:pt>
                <c:pt idx="12070">
                  <c:v>1207</c:v>
                </c:pt>
                <c:pt idx="12071">
                  <c:v>1207.0999999999999</c:v>
                </c:pt>
                <c:pt idx="12072">
                  <c:v>1207.2</c:v>
                </c:pt>
                <c:pt idx="12073">
                  <c:v>1207.3</c:v>
                </c:pt>
                <c:pt idx="12074">
                  <c:v>1207.4000000000001</c:v>
                </c:pt>
                <c:pt idx="12075">
                  <c:v>1207.5</c:v>
                </c:pt>
                <c:pt idx="12076">
                  <c:v>1207.5999999999999</c:v>
                </c:pt>
                <c:pt idx="12077">
                  <c:v>1207.7</c:v>
                </c:pt>
                <c:pt idx="12078">
                  <c:v>1207.8</c:v>
                </c:pt>
                <c:pt idx="12079">
                  <c:v>1207.9000000000001</c:v>
                </c:pt>
                <c:pt idx="12080">
                  <c:v>1208</c:v>
                </c:pt>
                <c:pt idx="12081">
                  <c:v>1208.0999999999999</c:v>
                </c:pt>
                <c:pt idx="12082">
                  <c:v>1208.2</c:v>
                </c:pt>
                <c:pt idx="12083">
                  <c:v>1208.3</c:v>
                </c:pt>
                <c:pt idx="12084">
                  <c:v>1208.4000000000001</c:v>
                </c:pt>
                <c:pt idx="12085">
                  <c:v>1208.5</c:v>
                </c:pt>
                <c:pt idx="12086">
                  <c:v>1208.5999999999999</c:v>
                </c:pt>
                <c:pt idx="12087">
                  <c:v>1208.7</c:v>
                </c:pt>
                <c:pt idx="12088">
                  <c:v>1208.8</c:v>
                </c:pt>
                <c:pt idx="12089">
                  <c:v>1208.9000000000001</c:v>
                </c:pt>
                <c:pt idx="12090">
                  <c:v>1209</c:v>
                </c:pt>
                <c:pt idx="12091">
                  <c:v>1209.0999999999999</c:v>
                </c:pt>
                <c:pt idx="12092">
                  <c:v>1209.2</c:v>
                </c:pt>
                <c:pt idx="12093">
                  <c:v>1209.3</c:v>
                </c:pt>
                <c:pt idx="12094">
                  <c:v>1209.4000000000001</c:v>
                </c:pt>
                <c:pt idx="12095">
                  <c:v>1209.5</c:v>
                </c:pt>
                <c:pt idx="12096">
                  <c:v>1209.5999999999999</c:v>
                </c:pt>
                <c:pt idx="12097">
                  <c:v>1209.7</c:v>
                </c:pt>
                <c:pt idx="12098">
                  <c:v>1209.8</c:v>
                </c:pt>
                <c:pt idx="12099">
                  <c:v>1209.9000000000001</c:v>
                </c:pt>
                <c:pt idx="12100">
                  <c:v>1210</c:v>
                </c:pt>
                <c:pt idx="12101">
                  <c:v>1210.0999999999999</c:v>
                </c:pt>
                <c:pt idx="12102">
                  <c:v>1210.2</c:v>
                </c:pt>
                <c:pt idx="12103">
                  <c:v>1210.3</c:v>
                </c:pt>
                <c:pt idx="12104">
                  <c:v>1210.4000000000001</c:v>
                </c:pt>
                <c:pt idx="12105">
                  <c:v>1210.5</c:v>
                </c:pt>
                <c:pt idx="12106">
                  <c:v>1210.5999999999999</c:v>
                </c:pt>
                <c:pt idx="12107">
                  <c:v>1210.7</c:v>
                </c:pt>
                <c:pt idx="12108">
                  <c:v>1210.8</c:v>
                </c:pt>
                <c:pt idx="12109">
                  <c:v>1210.9000000000001</c:v>
                </c:pt>
                <c:pt idx="12110">
                  <c:v>1211</c:v>
                </c:pt>
                <c:pt idx="12111">
                  <c:v>1211.0999999999999</c:v>
                </c:pt>
                <c:pt idx="12112">
                  <c:v>1211.2</c:v>
                </c:pt>
                <c:pt idx="12113">
                  <c:v>1211.3</c:v>
                </c:pt>
                <c:pt idx="12114">
                  <c:v>1211.4000000000001</c:v>
                </c:pt>
                <c:pt idx="12115">
                  <c:v>1211.5</c:v>
                </c:pt>
                <c:pt idx="12116">
                  <c:v>1211.5999999999999</c:v>
                </c:pt>
                <c:pt idx="12117">
                  <c:v>1211.7</c:v>
                </c:pt>
                <c:pt idx="12118">
                  <c:v>1211.8</c:v>
                </c:pt>
                <c:pt idx="12119">
                  <c:v>1211.9000000000001</c:v>
                </c:pt>
                <c:pt idx="12120">
                  <c:v>1212</c:v>
                </c:pt>
                <c:pt idx="12121">
                  <c:v>1212.0999999999999</c:v>
                </c:pt>
                <c:pt idx="12122">
                  <c:v>1212.2</c:v>
                </c:pt>
                <c:pt idx="12123">
                  <c:v>1212.3</c:v>
                </c:pt>
                <c:pt idx="12124">
                  <c:v>1212.4000000000001</c:v>
                </c:pt>
                <c:pt idx="12125">
                  <c:v>1212.5</c:v>
                </c:pt>
                <c:pt idx="12126">
                  <c:v>1212.5999999999999</c:v>
                </c:pt>
                <c:pt idx="12127">
                  <c:v>1212.7</c:v>
                </c:pt>
                <c:pt idx="12128">
                  <c:v>1212.8</c:v>
                </c:pt>
                <c:pt idx="12129">
                  <c:v>1212.9000000000001</c:v>
                </c:pt>
                <c:pt idx="12130">
                  <c:v>1213</c:v>
                </c:pt>
                <c:pt idx="12131">
                  <c:v>1213.0999999999999</c:v>
                </c:pt>
                <c:pt idx="12132">
                  <c:v>1213.2</c:v>
                </c:pt>
                <c:pt idx="12133">
                  <c:v>1213.3</c:v>
                </c:pt>
                <c:pt idx="12134">
                  <c:v>1213.4000000000001</c:v>
                </c:pt>
                <c:pt idx="12135">
                  <c:v>1213.5</c:v>
                </c:pt>
                <c:pt idx="12136">
                  <c:v>1213.5999999999999</c:v>
                </c:pt>
                <c:pt idx="12137">
                  <c:v>1213.7</c:v>
                </c:pt>
                <c:pt idx="12138">
                  <c:v>1213.8</c:v>
                </c:pt>
                <c:pt idx="12139">
                  <c:v>1213.9000000000001</c:v>
                </c:pt>
                <c:pt idx="12140">
                  <c:v>1214</c:v>
                </c:pt>
                <c:pt idx="12141">
                  <c:v>1214.0999999999999</c:v>
                </c:pt>
                <c:pt idx="12142">
                  <c:v>1214.2</c:v>
                </c:pt>
                <c:pt idx="12143">
                  <c:v>1214.3</c:v>
                </c:pt>
                <c:pt idx="12144">
                  <c:v>1214.4000000000001</c:v>
                </c:pt>
                <c:pt idx="12145">
                  <c:v>1214.5</c:v>
                </c:pt>
                <c:pt idx="12146">
                  <c:v>1214.5999999999999</c:v>
                </c:pt>
                <c:pt idx="12147">
                  <c:v>1214.7</c:v>
                </c:pt>
                <c:pt idx="12148">
                  <c:v>1214.8</c:v>
                </c:pt>
                <c:pt idx="12149">
                  <c:v>1214.9000000000001</c:v>
                </c:pt>
                <c:pt idx="12150">
                  <c:v>1215</c:v>
                </c:pt>
                <c:pt idx="12151">
                  <c:v>1215.0999999999999</c:v>
                </c:pt>
                <c:pt idx="12152">
                  <c:v>1215.2</c:v>
                </c:pt>
                <c:pt idx="12153">
                  <c:v>1215.3</c:v>
                </c:pt>
                <c:pt idx="12154">
                  <c:v>1215.4000000000001</c:v>
                </c:pt>
                <c:pt idx="12155">
                  <c:v>1215.5</c:v>
                </c:pt>
                <c:pt idx="12156">
                  <c:v>1215.5999999999999</c:v>
                </c:pt>
                <c:pt idx="12157">
                  <c:v>1215.7</c:v>
                </c:pt>
                <c:pt idx="12158">
                  <c:v>1215.8</c:v>
                </c:pt>
                <c:pt idx="12159">
                  <c:v>1215.9000000000001</c:v>
                </c:pt>
                <c:pt idx="12160">
                  <c:v>1216</c:v>
                </c:pt>
                <c:pt idx="12161">
                  <c:v>1216.0999999999999</c:v>
                </c:pt>
                <c:pt idx="12162">
                  <c:v>1216.2</c:v>
                </c:pt>
                <c:pt idx="12163">
                  <c:v>1216.3</c:v>
                </c:pt>
                <c:pt idx="12164">
                  <c:v>1216.4000000000001</c:v>
                </c:pt>
                <c:pt idx="12165">
                  <c:v>1216.5</c:v>
                </c:pt>
                <c:pt idx="12166">
                  <c:v>1216.5999999999999</c:v>
                </c:pt>
                <c:pt idx="12167">
                  <c:v>1216.7</c:v>
                </c:pt>
                <c:pt idx="12168">
                  <c:v>1216.8</c:v>
                </c:pt>
                <c:pt idx="12169">
                  <c:v>1216.9000000000001</c:v>
                </c:pt>
                <c:pt idx="12170">
                  <c:v>1217</c:v>
                </c:pt>
                <c:pt idx="12171">
                  <c:v>1217.0999999999999</c:v>
                </c:pt>
                <c:pt idx="12172">
                  <c:v>1217.2</c:v>
                </c:pt>
                <c:pt idx="12173">
                  <c:v>1217.3</c:v>
                </c:pt>
                <c:pt idx="12174">
                  <c:v>1217.4000000000001</c:v>
                </c:pt>
                <c:pt idx="12175">
                  <c:v>1217.5</c:v>
                </c:pt>
                <c:pt idx="12176">
                  <c:v>1217.5999999999999</c:v>
                </c:pt>
                <c:pt idx="12177">
                  <c:v>1217.7</c:v>
                </c:pt>
                <c:pt idx="12178">
                  <c:v>1217.8</c:v>
                </c:pt>
                <c:pt idx="12179">
                  <c:v>1217.9000000000001</c:v>
                </c:pt>
                <c:pt idx="12180">
                  <c:v>1218</c:v>
                </c:pt>
                <c:pt idx="12181">
                  <c:v>1218.0999999999999</c:v>
                </c:pt>
                <c:pt idx="12182">
                  <c:v>1218.2</c:v>
                </c:pt>
                <c:pt idx="12183">
                  <c:v>1218.3</c:v>
                </c:pt>
                <c:pt idx="12184">
                  <c:v>1218.4000000000001</c:v>
                </c:pt>
                <c:pt idx="12185">
                  <c:v>1218.5</c:v>
                </c:pt>
                <c:pt idx="12186">
                  <c:v>1218.5999999999999</c:v>
                </c:pt>
                <c:pt idx="12187">
                  <c:v>1218.7</c:v>
                </c:pt>
                <c:pt idx="12188">
                  <c:v>1218.8</c:v>
                </c:pt>
                <c:pt idx="12189">
                  <c:v>1218.9000000000001</c:v>
                </c:pt>
                <c:pt idx="12190">
                  <c:v>1219</c:v>
                </c:pt>
                <c:pt idx="12191">
                  <c:v>1219.0999999999999</c:v>
                </c:pt>
                <c:pt idx="12192">
                  <c:v>1219.2</c:v>
                </c:pt>
                <c:pt idx="12193">
                  <c:v>1219.3</c:v>
                </c:pt>
                <c:pt idx="12194">
                  <c:v>1219.4000000000001</c:v>
                </c:pt>
                <c:pt idx="12195">
                  <c:v>1219.5</c:v>
                </c:pt>
                <c:pt idx="12196">
                  <c:v>1219.5999999999999</c:v>
                </c:pt>
                <c:pt idx="12197">
                  <c:v>1219.7</c:v>
                </c:pt>
                <c:pt idx="12198">
                  <c:v>1219.8</c:v>
                </c:pt>
                <c:pt idx="12199">
                  <c:v>1219.9000000000001</c:v>
                </c:pt>
                <c:pt idx="12200">
                  <c:v>1220</c:v>
                </c:pt>
                <c:pt idx="12201">
                  <c:v>1220.0999999999999</c:v>
                </c:pt>
                <c:pt idx="12202">
                  <c:v>1220.2</c:v>
                </c:pt>
                <c:pt idx="12203">
                  <c:v>1220.3</c:v>
                </c:pt>
                <c:pt idx="12204">
                  <c:v>1220.4000000000001</c:v>
                </c:pt>
                <c:pt idx="12205">
                  <c:v>1220.5</c:v>
                </c:pt>
                <c:pt idx="12206">
                  <c:v>1220.5999999999999</c:v>
                </c:pt>
                <c:pt idx="12207">
                  <c:v>1220.7</c:v>
                </c:pt>
                <c:pt idx="12208">
                  <c:v>1220.8</c:v>
                </c:pt>
                <c:pt idx="12209">
                  <c:v>1220.9000000000001</c:v>
                </c:pt>
                <c:pt idx="12210">
                  <c:v>1221</c:v>
                </c:pt>
                <c:pt idx="12211">
                  <c:v>1221.0999999999999</c:v>
                </c:pt>
                <c:pt idx="12212">
                  <c:v>1221.2</c:v>
                </c:pt>
                <c:pt idx="12213">
                  <c:v>1221.3</c:v>
                </c:pt>
                <c:pt idx="12214">
                  <c:v>1221.4000000000001</c:v>
                </c:pt>
                <c:pt idx="12215">
                  <c:v>1221.5</c:v>
                </c:pt>
                <c:pt idx="12216">
                  <c:v>1221.5999999999999</c:v>
                </c:pt>
                <c:pt idx="12217">
                  <c:v>1221.7</c:v>
                </c:pt>
                <c:pt idx="12218">
                  <c:v>1221.8</c:v>
                </c:pt>
                <c:pt idx="12219">
                  <c:v>1221.9000000000001</c:v>
                </c:pt>
                <c:pt idx="12220">
                  <c:v>1222</c:v>
                </c:pt>
                <c:pt idx="12221">
                  <c:v>1222.0999999999999</c:v>
                </c:pt>
                <c:pt idx="12222">
                  <c:v>1222.2</c:v>
                </c:pt>
                <c:pt idx="12223">
                  <c:v>1222.3</c:v>
                </c:pt>
                <c:pt idx="12224">
                  <c:v>1222.4000000000001</c:v>
                </c:pt>
                <c:pt idx="12225">
                  <c:v>1222.5</c:v>
                </c:pt>
                <c:pt idx="12226">
                  <c:v>1222.5999999999999</c:v>
                </c:pt>
                <c:pt idx="12227">
                  <c:v>1222.7</c:v>
                </c:pt>
                <c:pt idx="12228">
                  <c:v>1222.8</c:v>
                </c:pt>
                <c:pt idx="12229">
                  <c:v>1222.9000000000001</c:v>
                </c:pt>
                <c:pt idx="12230">
                  <c:v>1223</c:v>
                </c:pt>
                <c:pt idx="12231">
                  <c:v>1223.0999999999999</c:v>
                </c:pt>
                <c:pt idx="12232">
                  <c:v>1223.2</c:v>
                </c:pt>
                <c:pt idx="12233">
                  <c:v>1223.3</c:v>
                </c:pt>
                <c:pt idx="12234">
                  <c:v>1223.4000000000001</c:v>
                </c:pt>
                <c:pt idx="12235">
                  <c:v>1223.5</c:v>
                </c:pt>
                <c:pt idx="12236">
                  <c:v>1223.5999999999999</c:v>
                </c:pt>
                <c:pt idx="12237">
                  <c:v>1223.7</c:v>
                </c:pt>
                <c:pt idx="12238">
                  <c:v>1223.8</c:v>
                </c:pt>
                <c:pt idx="12239">
                  <c:v>1223.9000000000001</c:v>
                </c:pt>
                <c:pt idx="12240">
                  <c:v>1224</c:v>
                </c:pt>
                <c:pt idx="12241">
                  <c:v>1224.0999999999999</c:v>
                </c:pt>
                <c:pt idx="12242">
                  <c:v>1224.2</c:v>
                </c:pt>
                <c:pt idx="12243">
                  <c:v>1224.3</c:v>
                </c:pt>
                <c:pt idx="12244">
                  <c:v>1224.4000000000001</c:v>
                </c:pt>
                <c:pt idx="12245">
                  <c:v>1224.5</c:v>
                </c:pt>
                <c:pt idx="12246">
                  <c:v>1224.5999999999999</c:v>
                </c:pt>
                <c:pt idx="12247">
                  <c:v>1224.7</c:v>
                </c:pt>
                <c:pt idx="12248">
                  <c:v>1224.8</c:v>
                </c:pt>
                <c:pt idx="12249">
                  <c:v>1224.9000000000001</c:v>
                </c:pt>
                <c:pt idx="12250">
                  <c:v>1225</c:v>
                </c:pt>
                <c:pt idx="12251">
                  <c:v>1225.0999999999999</c:v>
                </c:pt>
                <c:pt idx="12252">
                  <c:v>1225.2</c:v>
                </c:pt>
                <c:pt idx="12253">
                  <c:v>1225.3</c:v>
                </c:pt>
                <c:pt idx="12254">
                  <c:v>1225.4000000000001</c:v>
                </c:pt>
                <c:pt idx="12255">
                  <c:v>1225.5</c:v>
                </c:pt>
                <c:pt idx="12256">
                  <c:v>1225.5999999999999</c:v>
                </c:pt>
                <c:pt idx="12257">
                  <c:v>1225.7</c:v>
                </c:pt>
                <c:pt idx="12258">
                  <c:v>1225.8</c:v>
                </c:pt>
                <c:pt idx="12259">
                  <c:v>1225.9000000000001</c:v>
                </c:pt>
                <c:pt idx="12260">
                  <c:v>1226</c:v>
                </c:pt>
                <c:pt idx="12261">
                  <c:v>1226.0999999999999</c:v>
                </c:pt>
                <c:pt idx="12262">
                  <c:v>1226.2</c:v>
                </c:pt>
                <c:pt idx="12263">
                  <c:v>1226.3</c:v>
                </c:pt>
                <c:pt idx="12264">
                  <c:v>1226.4000000000001</c:v>
                </c:pt>
                <c:pt idx="12265">
                  <c:v>1226.5</c:v>
                </c:pt>
                <c:pt idx="12266">
                  <c:v>1226.5999999999999</c:v>
                </c:pt>
                <c:pt idx="12267">
                  <c:v>1226.7</c:v>
                </c:pt>
                <c:pt idx="12268">
                  <c:v>1226.8</c:v>
                </c:pt>
                <c:pt idx="12269">
                  <c:v>1226.9000000000001</c:v>
                </c:pt>
                <c:pt idx="12270">
                  <c:v>1227</c:v>
                </c:pt>
                <c:pt idx="12271">
                  <c:v>1227.0999999999999</c:v>
                </c:pt>
                <c:pt idx="12272">
                  <c:v>1227.2</c:v>
                </c:pt>
                <c:pt idx="12273">
                  <c:v>1227.3</c:v>
                </c:pt>
                <c:pt idx="12274">
                  <c:v>1227.4000000000001</c:v>
                </c:pt>
                <c:pt idx="12275">
                  <c:v>1227.5</c:v>
                </c:pt>
                <c:pt idx="12276">
                  <c:v>1227.5999999999999</c:v>
                </c:pt>
                <c:pt idx="12277">
                  <c:v>1227.7</c:v>
                </c:pt>
                <c:pt idx="12278">
                  <c:v>1227.8</c:v>
                </c:pt>
                <c:pt idx="12279">
                  <c:v>1227.9000000000001</c:v>
                </c:pt>
                <c:pt idx="12280">
                  <c:v>1228</c:v>
                </c:pt>
                <c:pt idx="12281">
                  <c:v>1228.0999999999999</c:v>
                </c:pt>
                <c:pt idx="12282">
                  <c:v>1228.2</c:v>
                </c:pt>
                <c:pt idx="12283">
                  <c:v>1228.3</c:v>
                </c:pt>
                <c:pt idx="12284">
                  <c:v>1228.4000000000001</c:v>
                </c:pt>
                <c:pt idx="12285">
                  <c:v>1228.5</c:v>
                </c:pt>
                <c:pt idx="12286">
                  <c:v>1228.5999999999999</c:v>
                </c:pt>
                <c:pt idx="12287">
                  <c:v>1228.7</c:v>
                </c:pt>
                <c:pt idx="12288">
                  <c:v>1228.8</c:v>
                </c:pt>
                <c:pt idx="12289">
                  <c:v>1228.9000000000001</c:v>
                </c:pt>
                <c:pt idx="12290">
                  <c:v>1229</c:v>
                </c:pt>
                <c:pt idx="12291">
                  <c:v>1229.0999999999999</c:v>
                </c:pt>
                <c:pt idx="12292">
                  <c:v>1229.2</c:v>
                </c:pt>
                <c:pt idx="12293">
                  <c:v>1229.3</c:v>
                </c:pt>
                <c:pt idx="12294">
                  <c:v>1229.4000000000001</c:v>
                </c:pt>
                <c:pt idx="12295">
                  <c:v>1229.5</c:v>
                </c:pt>
                <c:pt idx="12296">
                  <c:v>1229.5999999999999</c:v>
                </c:pt>
                <c:pt idx="12297">
                  <c:v>1229.7</c:v>
                </c:pt>
                <c:pt idx="12298">
                  <c:v>1229.8</c:v>
                </c:pt>
                <c:pt idx="12299">
                  <c:v>1229.9000000000001</c:v>
                </c:pt>
                <c:pt idx="12300">
                  <c:v>1230</c:v>
                </c:pt>
                <c:pt idx="12301">
                  <c:v>1230.0999999999999</c:v>
                </c:pt>
                <c:pt idx="12302">
                  <c:v>1230.2</c:v>
                </c:pt>
                <c:pt idx="12303">
                  <c:v>1230.3</c:v>
                </c:pt>
                <c:pt idx="12304">
                  <c:v>1230.4000000000001</c:v>
                </c:pt>
                <c:pt idx="12305">
                  <c:v>1230.5</c:v>
                </c:pt>
                <c:pt idx="12306">
                  <c:v>1230.5999999999999</c:v>
                </c:pt>
                <c:pt idx="12307">
                  <c:v>1230.7</c:v>
                </c:pt>
                <c:pt idx="12308">
                  <c:v>1230.8</c:v>
                </c:pt>
                <c:pt idx="12309">
                  <c:v>1230.9000000000001</c:v>
                </c:pt>
                <c:pt idx="12310">
                  <c:v>1231</c:v>
                </c:pt>
                <c:pt idx="12311">
                  <c:v>1231.0999999999999</c:v>
                </c:pt>
                <c:pt idx="12312">
                  <c:v>1231.2</c:v>
                </c:pt>
                <c:pt idx="12313">
                  <c:v>1231.3</c:v>
                </c:pt>
                <c:pt idx="12314">
                  <c:v>1231.4000000000001</c:v>
                </c:pt>
                <c:pt idx="12315">
                  <c:v>1231.5</c:v>
                </c:pt>
                <c:pt idx="12316">
                  <c:v>1231.5999999999999</c:v>
                </c:pt>
                <c:pt idx="12317">
                  <c:v>1231.7</c:v>
                </c:pt>
                <c:pt idx="12318">
                  <c:v>1231.8</c:v>
                </c:pt>
                <c:pt idx="12319">
                  <c:v>1231.9000000000001</c:v>
                </c:pt>
                <c:pt idx="12320">
                  <c:v>1232</c:v>
                </c:pt>
                <c:pt idx="12321">
                  <c:v>1232.0999999999999</c:v>
                </c:pt>
                <c:pt idx="12322">
                  <c:v>1232.2</c:v>
                </c:pt>
                <c:pt idx="12323">
                  <c:v>1232.3</c:v>
                </c:pt>
                <c:pt idx="12324">
                  <c:v>1232.4000000000001</c:v>
                </c:pt>
                <c:pt idx="12325">
                  <c:v>1232.5</c:v>
                </c:pt>
                <c:pt idx="12326">
                  <c:v>1232.5999999999999</c:v>
                </c:pt>
                <c:pt idx="12327">
                  <c:v>1232.7</c:v>
                </c:pt>
                <c:pt idx="12328">
                  <c:v>1232.8</c:v>
                </c:pt>
                <c:pt idx="12329">
                  <c:v>1232.9000000000001</c:v>
                </c:pt>
                <c:pt idx="12330">
                  <c:v>1233</c:v>
                </c:pt>
                <c:pt idx="12331">
                  <c:v>1233.0999999999999</c:v>
                </c:pt>
                <c:pt idx="12332">
                  <c:v>1233.2</c:v>
                </c:pt>
                <c:pt idx="12333">
                  <c:v>1233.3</c:v>
                </c:pt>
                <c:pt idx="12334">
                  <c:v>1233.4000000000001</c:v>
                </c:pt>
                <c:pt idx="12335">
                  <c:v>1233.5</c:v>
                </c:pt>
                <c:pt idx="12336">
                  <c:v>1233.5999999999999</c:v>
                </c:pt>
                <c:pt idx="12337">
                  <c:v>1233.7</c:v>
                </c:pt>
                <c:pt idx="12338">
                  <c:v>1233.8</c:v>
                </c:pt>
                <c:pt idx="12339">
                  <c:v>1233.9000000000001</c:v>
                </c:pt>
                <c:pt idx="12340">
                  <c:v>1234</c:v>
                </c:pt>
                <c:pt idx="12341">
                  <c:v>1234.0999999999999</c:v>
                </c:pt>
                <c:pt idx="12342">
                  <c:v>1234.2</c:v>
                </c:pt>
                <c:pt idx="12343">
                  <c:v>1234.3</c:v>
                </c:pt>
                <c:pt idx="12344">
                  <c:v>1234.4000000000001</c:v>
                </c:pt>
                <c:pt idx="12345">
                  <c:v>1234.5</c:v>
                </c:pt>
                <c:pt idx="12346">
                  <c:v>1234.5999999999999</c:v>
                </c:pt>
                <c:pt idx="12347">
                  <c:v>1234.7</c:v>
                </c:pt>
                <c:pt idx="12348">
                  <c:v>1234.8</c:v>
                </c:pt>
                <c:pt idx="12349">
                  <c:v>1234.9000000000001</c:v>
                </c:pt>
                <c:pt idx="12350">
                  <c:v>1235</c:v>
                </c:pt>
                <c:pt idx="12351">
                  <c:v>1235.0999999999999</c:v>
                </c:pt>
                <c:pt idx="12352">
                  <c:v>1235.2</c:v>
                </c:pt>
                <c:pt idx="12353">
                  <c:v>1235.3</c:v>
                </c:pt>
                <c:pt idx="12354">
                  <c:v>1235.4000000000001</c:v>
                </c:pt>
                <c:pt idx="12355">
                  <c:v>1235.5</c:v>
                </c:pt>
                <c:pt idx="12356">
                  <c:v>1235.5999999999999</c:v>
                </c:pt>
                <c:pt idx="12357">
                  <c:v>1235.7</c:v>
                </c:pt>
                <c:pt idx="12358">
                  <c:v>1235.8</c:v>
                </c:pt>
                <c:pt idx="12359">
                  <c:v>1235.9000000000001</c:v>
                </c:pt>
                <c:pt idx="12360">
                  <c:v>1236</c:v>
                </c:pt>
                <c:pt idx="12361">
                  <c:v>1236.0999999999999</c:v>
                </c:pt>
                <c:pt idx="12362">
                  <c:v>1236.2</c:v>
                </c:pt>
                <c:pt idx="12363">
                  <c:v>1236.3</c:v>
                </c:pt>
                <c:pt idx="12364">
                  <c:v>1236.4000000000001</c:v>
                </c:pt>
                <c:pt idx="12365">
                  <c:v>1236.5</c:v>
                </c:pt>
                <c:pt idx="12366">
                  <c:v>1236.5999999999999</c:v>
                </c:pt>
                <c:pt idx="12367">
                  <c:v>1236.7</c:v>
                </c:pt>
                <c:pt idx="12368">
                  <c:v>1236.8</c:v>
                </c:pt>
                <c:pt idx="12369">
                  <c:v>1236.9000000000001</c:v>
                </c:pt>
                <c:pt idx="12370">
                  <c:v>1237</c:v>
                </c:pt>
                <c:pt idx="12371">
                  <c:v>1237.0999999999999</c:v>
                </c:pt>
                <c:pt idx="12372">
                  <c:v>1237.2</c:v>
                </c:pt>
                <c:pt idx="12373">
                  <c:v>1237.3</c:v>
                </c:pt>
                <c:pt idx="12374">
                  <c:v>1237.4000000000001</c:v>
                </c:pt>
                <c:pt idx="12375">
                  <c:v>1237.5</c:v>
                </c:pt>
                <c:pt idx="12376">
                  <c:v>1237.5999999999999</c:v>
                </c:pt>
                <c:pt idx="12377">
                  <c:v>1237.7</c:v>
                </c:pt>
                <c:pt idx="12378">
                  <c:v>1237.8</c:v>
                </c:pt>
                <c:pt idx="12379">
                  <c:v>1237.9000000000001</c:v>
                </c:pt>
                <c:pt idx="12380">
                  <c:v>1238</c:v>
                </c:pt>
                <c:pt idx="12381">
                  <c:v>1238.0999999999999</c:v>
                </c:pt>
                <c:pt idx="12382">
                  <c:v>1238.2</c:v>
                </c:pt>
                <c:pt idx="12383">
                  <c:v>1238.3</c:v>
                </c:pt>
                <c:pt idx="12384">
                  <c:v>1238.4000000000001</c:v>
                </c:pt>
                <c:pt idx="12385">
                  <c:v>1238.5</c:v>
                </c:pt>
                <c:pt idx="12386">
                  <c:v>1238.5999999999999</c:v>
                </c:pt>
                <c:pt idx="12387">
                  <c:v>1238.7</c:v>
                </c:pt>
                <c:pt idx="12388">
                  <c:v>1238.8</c:v>
                </c:pt>
                <c:pt idx="12389">
                  <c:v>1238.9000000000001</c:v>
                </c:pt>
                <c:pt idx="12390">
                  <c:v>1239</c:v>
                </c:pt>
                <c:pt idx="12391">
                  <c:v>1239.0999999999999</c:v>
                </c:pt>
                <c:pt idx="12392">
                  <c:v>1239.2</c:v>
                </c:pt>
                <c:pt idx="12393">
                  <c:v>1239.3</c:v>
                </c:pt>
                <c:pt idx="12394">
                  <c:v>1239.4000000000001</c:v>
                </c:pt>
                <c:pt idx="12395">
                  <c:v>1239.5</c:v>
                </c:pt>
                <c:pt idx="12396">
                  <c:v>1239.5999999999999</c:v>
                </c:pt>
                <c:pt idx="12397">
                  <c:v>1239.7</c:v>
                </c:pt>
                <c:pt idx="12398">
                  <c:v>1239.8</c:v>
                </c:pt>
                <c:pt idx="12399">
                  <c:v>1239.9000000000001</c:v>
                </c:pt>
                <c:pt idx="12400">
                  <c:v>1240</c:v>
                </c:pt>
                <c:pt idx="12401">
                  <c:v>1240.0999999999999</c:v>
                </c:pt>
                <c:pt idx="12402">
                  <c:v>1240.2</c:v>
                </c:pt>
                <c:pt idx="12403">
                  <c:v>1240.3</c:v>
                </c:pt>
                <c:pt idx="12404">
                  <c:v>1240.4000000000001</c:v>
                </c:pt>
                <c:pt idx="12405">
                  <c:v>1240.5</c:v>
                </c:pt>
                <c:pt idx="12406">
                  <c:v>1240.5999999999999</c:v>
                </c:pt>
                <c:pt idx="12407">
                  <c:v>1240.7</c:v>
                </c:pt>
                <c:pt idx="12408">
                  <c:v>1240.8</c:v>
                </c:pt>
                <c:pt idx="12409">
                  <c:v>1240.9000000000001</c:v>
                </c:pt>
                <c:pt idx="12410">
                  <c:v>1241</c:v>
                </c:pt>
                <c:pt idx="12411">
                  <c:v>1241.0999999999999</c:v>
                </c:pt>
                <c:pt idx="12412">
                  <c:v>1241.2</c:v>
                </c:pt>
                <c:pt idx="12413">
                  <c:v>1241.3</c:v>
                </c:pt>
                <c:pt idx="12414">
                  <c:v>1241.4000000000001</c:v>
                </c:pt>
                <c:pt idx="12415">
                  <c:v>1241.5</c:v>
                </c:pt>
                <c:pt idx="12416">
                  <c:v>1241.5999999999999</c:v>
                </c:pt>
                <c:pt idx="12417">
                  <c:v>1241.7</c:v>
                </c:pt>
                <c:pt idx="12418">
                  <c:v>1241.8</c:v>
                </c:pt>
                <c:pt idx="12419">
                  <c:v>1241.9000000000001</c:v>
                </c:pt>
                <c:pt idx="12420">
                  <c:v>1242</c:v>
                </c:pt>
                <c:pt idx="12421">
                  <c:v>1242.0999999999999</c:v>
                </c:pt>
                <c:pt idx="12422">
                  <c:v>1242.2</c:v>
                </c:pt>
                <c:pt idx="12423">
                  <c:v>1242.3</c:v>
                </c:pt>
                <c:pt idx="12424">
                  <c:v>1242.4000000000001</c:v>
                </c:pt>
                <c:pt idx="12425">
                  <c:v>1242.5</c:v>
                </c:pt>
                <c:pt idx="12426">
                  <c:v>1242.5999999999999</c:v>
                </c:pt>
                <c:pt idx="12427">
                  <c:v>1242.7</c:v>
                </c:pt>
                <c:pt idx="12428">
                  <c:v>1242.8</c:v>
                </c:pt>
                <c:pt idx="12429">
                  <c:v>1242.9000000000001</c:v>
                </c:pt>
                <c:pt idx="12430">
                  <c:v>1243</c:v>
                </c:pt>
                <c:pt idx="12431">
                  <c:v>1243.0999999999999</c:v>
                </c:pt>
                <c:pt idx="12432">
                  <c:v>1243.2</c:v>
                </c:pt>
                <c:pt idx="12433">
                  <c:v>1243.3</c:v>
                </c:pt>
                <c:pt idx="12434">
                  <c:v>1243.4000000000001</c:v>
                </c:pt>
                <c:pt idx="12435">
                  <c:v>1243.5</c:v>
                </c:pt>
                <c:pt idx="12436">
                  <c:v>1243.5999999999999</c:v>
                </c:pt>
                <c:pt idx="12437">
                  <c:v>1243.7</c:v>
                </c:pt>
                <c:pt idx="12438">
                  <c:v>1243.8</c:v>
                </c:pt>
                <c:pt idx="12439">
                  <c:v>1243.9000000000001</c:v>
                </c:pt>
                <c:pt idx="12440">
                  <c:v>1244</c:v>
                </c:pt>
                <c:pt idx="12441">
                  <c:v>1244.0999999999999</c:v>
                </c:pt>
                <c:pt idx="12442">
                  <c:v>1244.2</c:v>
                </c:pt>
                <c:pt idx="12443">
                  <c:v>1244.3</c:v>
                </c:pt>
                <c:pt idx="12444">
                  <c:v>1244.4000000000001</c:v>
                </c:pt>
                <c:pt idx="12445">
                  <c:v>1244.5</c:v>
                </c:pt>
                <c:pt idx="12446">
                  <c:v>1244.5999999999999</c:v>
                </c:pt>
                <c:pt idx="12447">
                  <c:v>1244.7</c:v>
                </c:pt>
                <c:pt idx="12448">
                  <c:v>1244.8</c:v>
                </c:pt>
                <c:pt idx="12449">
                  <c:v>1244.9000000000001</c:v>
                </c:pt>
                <c:pt idx="12450">
                  <c:v>1245</c:v>
                </c:pt>
                <c:pt idx="12451">
                  <c:v>1245.0999999999999</c:v>
                </c:pt>
                <c:pt idx="12452">
                  <c:v>1245.2</c:v>
                </c:pt>
                <c:pt idx="12453">
                  <c:v>1245.3</c:v>
                </c:pt>
                <c:pt idx="12454">
                  <c:v>1245.4000000000001</c:v>
                </c:pt>
                <c:pt idx="12455">
                  <c:v>1245.5</c:v>
                </c:pt>
                <c:pt idx="12456">
                  <c:v>1245.5999999999999</c:v>
                </c:pt>
                <c:pt idx="12457">
                  <c:v>1245.7</c:v>
                </c:pt>
                <c:pt idx="12458">
                  <c:v>1245.8</c:v>
                </c:pt>
                <c:pt idx="12459">
                  <c:v>1245.9000000000001</c:v>
                </c:pt>
                <c:pt idx="12460">
                  <c:v>1246</c:v>
                </c:pt>
                <c:pt idx="12461">
                  <c:v>1246.0999999999999</c:v>
                </c:pt>
                <c:pt idx="12462">
                  <c:v>1246.2</c:v>
                </c:pt>
                <c:pt idx="12463">
                  <c:v>1246.3</c:v>
                </c:pt>
                <c:pt idx="12464">
                  <c:v>1246.4000000000001</c:v>
                </c:pt>
                <c:pt idx="12465">
                  <c:v>1246.5</c:v>
                </c:pt>
                <c:pt idx="12466">
                  <c:v>1246.5999999999999</c:v>
                </c:pt>
                <c:pt idx="12467">
                  <c:v>1246.7</c:v>
                </c:pt>
                <c:pt idx="12468">
                  <c:v>1246.8</c:v>
                </c:pt>
                <c:pt idx="12469">
                  <c:v>1246.9000000000001</c:v>
                </c:pt>
                <c:pt idx="12470">
                  <c:v>1247</c:v>
                </c:pt>
                <c:pt idx="12471">
                  <c:v>1247.0999999999999</c:v>
                </c:pt>
                <c:pt idx="12472">
                  <c:v>1247.2</c:v>
                </c:pt>
                <c:pt idx="12473">
                  <c:v>1247.3</c:v>
                </c:pt>
                <c:pt idx="12474">
                  <c:v>1247.4000000000001</c:v>
                </c:pt>
                <c:pt idx="12475">
                  <c:v>1247.5</c:v>
                </c:pt>
                <c:pt idx="12476">
                  <c:v>1247.5999999999999</c:v>
                </c:pt>
                <c:pt idx="12477">
                  <c:v>1247.7</c:v>
                </c:pt>
                <c:pt idx="12478">
                  <c:v>1247.8</c:v>
                </c:pt>
                <c:pt idx="12479">
                  <c:v>1247.9000000000001</c:v>
                </c:pt>
                <c:pt idx="12480">
                  <c:v>1248</c:v>
                </c:pt>
                <c:pt idx="12481">
                  <c:v>1248.0999999999999</c:v>
                </c:pt>
                <c:pt idx="12482">
                  <c:v>1248.2</c:v>
                </c:pt>
                <c:pt idx="12483">
                  <c:v>1248.3</c:v>
                </c:pt>
                <c:pt idx="12484">
                  <c:v>1248.4000000000001</c:v>
                </c:pt>
                <c:pt idx="12485">
                  <c:v>1248.5</c:v>
                </c:pt>
                <c:pt idx="12486">
                  <c:v>1248.5999999999999</c:v>
                </c:pt>
                <c:pt idx="12487">
                  <c:v>1248.7</c:v>
                </c:pt>
                <c:pt idx="12488">
                  <c:v>1248.8</c:v>
                </c:pt>
                <c:pt idx="12489">
                  <c:v>1248.9000000000001</c:v>
                </c:pt>
                <c:pt idx="12490">
                  <c:v>1249</c:v>
                </c:pt>
                <c:pt idx="12491">
                  <c:v>1249.0999999999999</c:v>
                </c:pt>
                <c:pt idx="12492">
                  <c:v>1249.2</c:v>
                </c:pt>
                <c:pt idx="12493">
                  <c:v>1249.3</c:v>
                </c:pt>
                <c:pt idx="12494">
                  <c:v>1249.4000000000001</c:v>
                </c:pt>
                <c:pt idx="12495">
                  <c:v>1249.5</c:v>
                </c:pt>
                <c:pt idx="12496">
                  <c:v>1249.5999999999999</c:v>
                </c:pt>
                <c:pt idx="12497">
                  <c:v>1249.7</c:v>
                </c:pt>
                <c:pt idx="12498">
                  <c:v>1249.8</c:v>
                </c:pt>
                <c:pt idx="12499">
                  <c:v>1249.9000000000001</c:v>
                </c:pt>
                <c:pt idx="12500">
                  <c:v>1250</c:v>
                </c:pt>
                <c:pt idx="12501">
                  <c:v>1250.0999999999999</c:v>
                </c:pt>
                <c:pt idx="12502">
                  <c:v>1250.2</c:v>
                </c:pt>
                <c:pt idx="12503">
                  <c:v>1250.3</c:v>
                </c:pt>
                <c:pt idx="12504">
                  <c:v>1250.4000000000001</c:v>
                </c:pt>
                <c:pt idx="12505">
                  <c:v>1250.5</c:v>
                </c:pt>
                <c:pt idx="12506">
                  <c:v>1250.5999999999999</c:v>
                </c:pt>
                <c:pt idx="12507">
                  <c:v>1250.7</c:v>
                </c:pt>
                <c:pt idx="12508">
                  <c:v>1250.8</c:v>
                </c:pt>
                <c:pt idx="12509">
                  <c:v>1250.9000000000001</c:v>
                </c:pt>
                <c:pt idx="12510">
                  <c:v>1251</c:v>
                </c:pt>
                <c:pt idx="12511">
                  <c:v>1251.0999999999999</c:v>
                </c:pt>
                <c:pt idx="12512">
                  <c:v>1251.2</c:v>
                </c:pt>
                <c:pt idx="12513">
                  <c:v>1251.3</c:v>
                </c:pt>
                <c:pt idx="12514">
                  <c:v>1251.4000000000001</c:v>
                </c:pt>
                <c:pt idx="12515">
                  <c:v>1251.5</c:v>
                </c:pt>
                <c:pt idx="12516">
                  <c:v>1251.5999999999999</c:v>
                </c:pt>
                <c:pt idx="12517">
                  <c:v>1251.7</c:v>
                </c:pt>
                <c:pt idx="12518">
                  <c:v>1251.8</c:v>
                </c:pt>
                <c:pt idx="12519">
                  <c:v>1251.9000000000001</c:v>
                </c:pt>
                <c:pt idx="12520">
                  <c:v>1252</c:v>
                </c:pt>
                <c:pt idx="12521">
                  <c:v>1252.0999999999999</c:v>
                </c:pt>
                <c:pt idx="12522">
                  <c:v>1252.2</c:v>
                </c:pt>
                <c:pt idx="12523">
                  <c:v>1252.3</c:v>
                </c:pt>
                <c:pt idx="12524">
                  <c:v>1252.4000000000001</c:v>
                </c:pt>
                <c:pt idx="12525">
                  <c:v>1252.5</c:v>
                </c:pt>
                <c:pt idx="12526">
                  <c:v>1252.5999999999999</c:v>
                </c:pt>
                <c:pt idx="12527">
                  <c:v>1252.7</c:v>
                </c:pt>
                <c:pt idx="12528">
                  <c:v>1252.8</c:v>
                </c:pt>
                <c:pt idx="12529">
                  <c:v>1252.9000000000001</c:v>
                </c:pt>
                <c:pt idx="12530">
                  <c:v>1253</c:v>
                </c:pt>
                <c:pt idx="12531">
                  <c:v>1253.0999999999999</c:v>
                </c:pt>
                <c:pt idx="12532">
                  <c:v>1253.2</c:v>
                </c:pt>
                <c:pt idx="12533">
                  <c:v>1253.3</c:v>
                </c:pt>
                <c:pt idx="12534">
                  <c:v>1253.4000000000001</c:v>
                </c:pt>
                <c:pt idx="12535">
                  <c:v>1253.5</c:v>
                </c:pt>
                <c:pt idx="12536">
                  <c:v>1253.5999999999999</c:v>
                </c:pt>
                <c:pt idx="12537">
                  <c:v>1253.7</c:v>
                </c:pt>
                <c:pt idx="12538">
                  <c:v>1253.8</c:v>
                </c:pt>
                <c:pt idx="12539">
                  <c:v>1253.9000000000001</c:v>
                </c:pt>
                <c:pt idx="12540">
                  <c:v>1254</c:v>
                </c:pt>
                <c:pt idx="12541">
                  <c:v>1254.0999999999999</c:v>
                </c:pt>
                <c:pt idx="12542">
                  <c:v>1254.2</c:v>
                </c:pt>
                <c:pt idx="12543">
                  <c:v>1254.3</c:v>
                </c:pt>
                <c:pt idx="12544">
                  <c:v>1254.4000000000001</c:v>
                </c:pt>
                <c:pt idx="12545">
                  <c:v>1254.5</c:v>
                </c:pt>
                <c:pt idx="12546">
                  <c:v>1254.5999999999999</c:v>
                </c:pt>
                <c:pt idx="12547">
                  <c:v>1254.7</c:v>
                </c:pt>
                <c:pt idx="12548">
                  <c:v>1254.8</c:v>
                </c:pt>
                <c:pt idx="12549">
                  <c:v>1254.9000000000001</c:v>
                </c:pt>
                <c:pt idx="12550">
                  <c:v>1255</c:v>
                </c:pt>
                <c:pt idx="12551">
                  <c:v>1255.0999999999999</c:v>
                </c:pt>
                <c:pt idx="12552">
                  <c:v>1255.2</c:v>
                </c:pt>
                <c:pt idx="12553">
                  <c:v>1255.3</c:v>
                </c:pt>
                <c:pt idx="12554">
                  <c:v>1255.4000000000001</c:v>
                </c:pt>
                <c:pt idx="12555">
                  <c:v>1255.5</c:v>
                </c:pt>
                <c:pt idx="12556">
                  <c:v>1255.5999999999999</c:v>
                </c:pt>
                <c:pt idx="12557">
                  <c:v>1255.7</c:v>
                </c:pt>
                <c:pt idx="12558">
                  <c:v>1255.8</c:v>
                </c:pt>
                <c:pt idx="12559">
                  <c:v>1255.9000000000001</c:v>
                </c:pt>
                <c:pt idx="12560">
                  <c:v>1256</c:v>
                </c:pt>
                <c:pt idx="12561">
                  <c:v>1256.0999999999999</c:v>
                </c:pt>
                <c:pt idx="12562">
                  <c:v>1256.2</c:v>
                </c:pt>
                <c:pt idx="12563">
                  <c:v>1256.3</c:v>
                </c:pt>
                <c:pt idx="12564">
                  <c:v>1256.4000000000001</c:v>
                </c:pt>
                <c:pt idx="12565">
                  <c:v>1256.5</c:v>
                </c:pt>
                <c:pt idx="12566">
                  <c:v>1256.5999999999999</c:v>
                </c:pt>
                <c:pt idx="12567">
                  <c:v>1256.7</c:v>
                </c:pt>
                <c:pt idx="12568">
                  <c:v>1256.8</c:v>
                </c:pt>
                <c:pt idx="12569">
                  <c:v>1256.9000000000001</c:v>
                </c:pt>
                <c:pt idx="12570">
                  <c:v>1257</c:v>
                </c:pt>
                <c:pt idx="12571">
                  <c:v>1257.0999999999999</c:v>
                </c:pt>
                <c:pt idx="12572">
                  <c:v>1257.2</c:v>
                </c:pt>
                <c:pt idx="12573">
                  <c:v>1257.3</c:v>
                </c:pt>
                <c:pt idx="12574">
                  <c:v>1257.4000000000001</c:v>
                </c:pt>
                <c:pt idx="12575">
                  <c:v>1257.5</c:v>
                </c:pt>
                <c:pt idx="12576">
                  <c:v>1257.5999999999999</c:v>
                </c:pt>
                <c:pt idx="12577">
                  <c:v>1257.7</c:v>
                </c:pt>
                <c:pt idx="12578">
                  <c:v>1257.8</c:v>
                </c:pt>
                <c:pt idx="12579">
                  <c:v>1257.9000000000001</c:v>
                </c:pt>
                <c:pt idx="12580">
                  <c:v>1258</c:v>
                </c:pt>
                <c:pt idx="12581">
                  <c:v>1258.0999999999999</c:v>
                </c:pt>
                <c:pt idx="12582">
                  <c:v>1258.2</c:v>
                </c:pt>
                <c:pt idx="12583">
                  <c:v>1258.3</c:v>
                </c:pt>
                <c:pt idx="12584">
                  <c:v>1258.4000000000001</c:v>
                </c:pt>
                <c:pt idx="12585">
                  <c:v>1258.5</c:v>
                </c:pt>
                <c:pt idx="12586">
                  <c:v>1258.5999999999999</c:v>
                </c:pt>
                <c:pt idx="12587">
                  <c:v>1258.7</c:v>
                </c:pt>
                <c:pt idx="12588">
                  <c:v>1258.8</c:v>
                </c:pt>
                <c:pt idx="12589">
                  <c:v>1258.9000000000001</c:v>
                </c:pt>
                <c:pt idx="12590">
                  <c:v>1259</c:v>
                </c:pt>
                <c:pt idx="12591">
                  <c:v>1259.0999999999999</c:v>
                </c:pt>
                <c:pt idx="12592">
                  <c:v>1259.2</c:v>
                </c:pt>
                <c:pt idx="12593">
                  <c:v>1259.3</c:v>
                </c:pt>
                <c:pt idx="12594">
                  <c:v>1259.4000000000001</c:v>
                </c:pt>
                <c:pt idx="12595">
                  <c:v>1259.5</c:v>
                </c:pt>
                <c:pt idx="12596">
                  <c:v>1259.5999999999999</c:v>
                </c:pt>
                <c:pt idx="12597">
                  <c:v>1259.7</c:v>
                </c:pt>
                <c:pt idx="12598">
                  <c:v>1259.8</c:v>
                </c:pt>
                <c:pt idx="12599">
                  <c:v>1259.9000000000001</c:v>
                </c:pt>
                <c:pt idx="12600">
                  <c:v>1260</c:v>
                </c:pt>
                <c:pt idx="12601">
                  <c:v>1260.0999999999999</c:v>
                </c:pt>
                <c:pt idx="12602">
                  <c:v>1260.2</c:v>
                </c:pt>
                <c:pt idx="12603">
                  <c:v>1260.3</c:v>
                </c:pt>
                <c:pt idx="12604">
                  <c:v>1260.4000000000001</c:v>
                </c:pt>
                <c:pt idx="12605">
                  <c:v>1260.5</c:v>
                </c:pt>
                <c:pt idx="12606">
                  <c:v>1260.5999999999999</c:v>
                </c:pt>
                <c:pt idx="12607">
                  <c:v>1260.7</c:v>
                </c:pt>
                <c:pt idx="12608">
                  <c:v>1260.8</c:v>
                </c:pt>
                <c:pt idx="12609">
                  <c:v>1260.9000000000001</c:v>
                </c:pt>
                <c:pt idx="12610">
                  <c:v>1261</c:v>
                </c:pt>
                <c:pt idx="12611">
                  <c:v>1261.0999999999999</c:v>
                </c:pt>
                <c:pt idx="12612">
                  <c:v>1261.2</c:v>
                </c:pt>
                <c:pt idx="12613">
                  <c:v>1261.3</c:v>
                </c:pt>
                <c:pt idx="12614">
                  <c:v>1261.4000000000001</c:v>
                </c:pt>
                <c:pt idx="12615">
                  <c:v>1261.5</c:v>
                </c:pt>
                <c:pt idx="12616">
                  <c:v>1261.5999999999999</c:v>
                </c:pt>
                <c:pt idx="12617">
                  <c:v>1261.7</c:v>
                </c:pt>
                <c:pt idx="12618">
                  <c:v>1261.8</c:v>
                </c:pt>
                <c:pt idx="12619">
                  <c:v>1261.9000000000001</c:v>
                </c:pt>
                <c:pt idx="12620">
                  <c:v>1262</c:v>
                </c:pt>
                <c:pt idx="12621">
                  <c:v>1262.0999999999999</c:v>
                </c:pt>
                <c:pt idx="12622">
                  <c:v>1262.2</c:v>
                </c:pt>
                <c:pt idx="12623">
                  <c:v>1262.3</c:v>
                </c:pt>
                <c:pt idx="12624">
                  <c:v>1262.4000000000001</c:v>
                </c:pt>
                <c:pt idx="12625">
                  <c:v>1262.5</c:v>
                </c:pt>
                <c:pt idx="12626">
                  <c:v>1262.5999999999999</c:v>
                </c:pt>
                <c:pt idx="12627">
                  <c:v>1262.7</c:v>
                </c:pt>
                <c:pt idx="12628">
                  <c:v>1262.8</c:v>
                </c:pt>
                <c:pt idx="12629">
                  <c:v>1262.9000000000001</c:v>
                </c:pt>
                <c:pt idx="12630">
                  <c:v>1263</c:v>
                </c:pt>
                <c:pt idx="12631">
                  <c:v>1263.0999999999999</c:v>
                </c:pt>
                <c:pt idx="12632">
                  <c:v>1263.2</c:v>
                </c:pt>
                <c:pt idx="12633">
                  <c:v>1263.3</c:v>
                </c:pt>
                <c:pt idx="12634">
                  <c:v>1263.4000000000001</c:v>
                </c:pt>
                <c:pt idx="12635">
                  <c:v>1263.5</c:v>
                </c:pt>
                <c:pt idx="12636">
                  <c:v>1263.5999999999999</c:v>
                </c:pt>
                <c:pt idx="12637">
                  <c:v>1263.7</c:v>
                </c:pt>
                <c:pt idx="12638">
                  <c:v>1263.8</c:v>
                </c:pt>
                <c:pt idx="12639">
                  <c:v>1263.9000000000001</c:v>
                </c:pt>
                <c:pt idx="12640">
                  <c:v>1264</c:v>
                </c:pt>
                <c:pt idx="12641">
                  <c:v>1264.0999999999999</c:v>
                </c:pt>
                <c:pt idx="12642">
                  <c:v>1264.2</c:v>
                </c:pt>
                <c:pt idx="12643">
                  <c:v>1264.3</c:v>
                </c:pt>
                <c:pt idx="12644">
                  <c:v>1264.4000000000001</c:v>
                </c:pt>
                <c:pt idx="12645">
                  <c:v>1264.5</c:v>
                </c:pt>
                <c:pt idx="12646">
                  <c:v>1264.5999999999999</c:v>
                </c:pt>
                <c:pt idx="12647">
                  <c:v>1264.7</c:v>
                </c:pt>
                <c:pt idx="12648">
                  <c:v>1264.8</c:v>
                </c:pt>
                <c:pt idx="12649">
                  <c:v>1264.9000000000001</c:v>
                </c:pt>
                <c:pt idx="12650">
                  <c:v>1265</c:v>
                </c:pt>
                <c:pt idx="12651">
                  <c:v>1265.0999999999999</c:v>
                </c:pt>
                <c:pt idx="12652">
                  <c:v>1265.2</c:v>
                </c:pt>
                <c:pt idx="12653">
                  <c:v>1265.3</c:v>
                </c:pt>
                <c:pt idx="12654">
                  <c:v>1265.4000000000001</c:v>
                </c:pt>
                <c:pt idx="12655">
                  <c:v>1265.5</c:v>
                </c:pt>
                <c:pt idx="12656">
                  <c:v>1265.5999999999999</c:v>
                </c:pt>
                <c:pt idx="12657">
                  <c:v>1265.7</c:v>
                </c:pt>
                <c:pt idx="12658">
                  <c:v>1265.8</c:v>
                </c:pt>
                <c:pt idx="12659">
                  <c:v>1265.9000000000001</c:v>
                </c:pt>
                <c:pt idx="12660">
                  <c:v>1266</c:v>
                </c:pt>
                <c:pt idx="12661">
                  <c:v>1266.0999999999999</c:v>
                </c:pt>
                <c:pt idx="12662">
                  <c:v>1266.2</c:v>
                </c:pt>
                <c:pt idx="12663">
                  <c:v>1266.3</c:v>
                </c:pt>
                <c:pt idx="12664">
                  <c:v>1266.4000000000001</c:v>
                </c:pt>
                <c:pt idx="12665">
                  <c:v>1266.5</c:v>
                </c:pt>
                <c:pt idx="12666">
                  <c:v>1266.5999999999999</c:v>
                </c:pt>
                <c:pt idx="12667">
                  <c:v>1266.7</c:v>
                </c:pt>
                <c:pt idx="12668">
                  <c:v>1266.8</c:v>
                </c:pt>
                <c:pt idx="12669">
                  <c:v>1266.9000000000001</c:v>
                </c:pt>
                <c:pt idx="12670">
                  <c:v>1267</c:v>
                </c:pt>
                <c:pt idx="12671">
                  <c:v>1267.0999999999999</c:v>
                </c:pt>
                <c:pt idx="12672">
                  <c:v>1267.2</c:v>
                </c:pt>
                <c:pt idx="12673">
                  <c:v>1267.3</c:v>
                </c:pt>
                <c:pt idx="12674">
                  <c:v>1267.4000000000001</c:v>
                </c:pt>
                <c:pt idx="12675">
                  <c:v>1267.5</c:v>
                </c:pt>
                <c:pt idx="12676">
                  <c:v>1267.5999999999999</c:v>
                </c:pt>
                <c:pt idx="12677">
                  <c:v>1267.7</c:v>
                </c:pt>
                <c:pt idx="12678">
                  <c:v>1267.8</c:v>
                </c:pt>
                <c:pt idx="12679">
                  <c:v>1267.9000000000001</c:v>
                </c:pt>
                <c:pt idx="12680">
                  <c:v>1268</c:v>
                </c:pt>
                <c:pt idx="12681">
                  <c:v>1268.0999999999999</c:v>
                </c:pt>
                <c:pt idx="12682">
                  <c:v>1268.2</c:v>
                </c:pt>
                <c:pt idx="12683">
                  <c:v>1268.3</c:v>
                </c:pt>
                <c:pt idx="12684">
                  <c:v>1268.4000000000001</c:v>
                </c:pt>
                <c:pt idx="12685">
                  <c:v>1268.5</c:v>
                </c:pt>
                <c:pt idx="12686">
                  <c:v>1268.5999999999999</c:v>
                </c:pt>
                <c:pt idx="12687">
                  <c:v>1268.7</c:v>
                </c:pt>
                <c:pt idx="12688">
                  <c:v>1268.8</c:v>
                </c:pt>
                <c:pt idx="12689">
                  <c:v>1268.9000000000001</c:v>
                </c:pt>
                <c:pt idx="12690">
                  <c:v>1269</c:v>
                </c:pt>
                <c:pt idx="12691">
                  <c:v>1269.0999999999999</c:v>
                </c:pt>
                <c:pt idx="12692">
                  <c:v>1269.2</c:v>
                </c:pt>
                <c:pt idx="12693">
                  <c:v>1269.3</c:v>
                </c:pt>
                <c:pt idx="12694">
                  <c:v>1269.4000000000001</c:v>
                </c:pt>
                <c:pt idx="12695">
                  <c:v>1269.5</c:v>
                </c:pt>
                <c:pt idx="12696">
                  <c:v>1269.5999999999999</c:v>
                </c:pt>
                <c:pt idx="12697">
                  <c:v>1269.7</c:v>
                </c:pt>
                <c:pt idx="12698">
                  <c:v>1269.8</c:v>
                </c:pt>
                <c:pt idx="12699">
                  <c:v>1269.9000000000001</c:v>
                </c:pt>
                <c:pt idx="12700">
                  <c:v>1270</c:v>
                </c:pt>
                <c:pt idx="12701">
                  <c:v>1270.0999999999999</c:v>
                </c:pt>
                <c:pt idx="12702">
                  <c:v>1270.2</c:v>
                </c:pt>
                <c:pt idx="12703">
                  <c:v>1270.3</c:v>
                </c:pt>
                <c:pt idx="12704">
                  <c:v>1270.4000000000001</c:v>
                </c:pt>
                <c:pt idx="12705">
                  <c:v>1270.5</c:v>
                </c:pt>
                <c:pt idx="12706">
                  <c:v>1270.5999999999999</c:v>
                </c:pt>
                <c:pt idx="12707">
                  <c:v>1270.7</c:v>
                </c:pt>
                <c:pt idx="12708">
                  <c:v>1270.8</c:v>
                </c:pt>
                <c:pt idx="12709">
                  <c:v>1270.9000000000001</c:v>
                </c:pt>
                <c:pt idx="12710">
                  <c:v>1271</c:v>
                </c:pt>
                <c:pt idx="12711">
                  <c:v>1271.0999999999999</c:v>
                </c:pt>
                <c:pt idx="12712">
                  <c:v>1271.2</c:v>
                </c:pt>
                <c:pt idx="12713">
                  <c:v>1271.3</c:v>
                </c:pt>
                <c:pt idx="12714">
                  <c:v>1271.4000000000001</c:v>
                </c:pt>
                <c:pt idx="12715">
                  <c:v>1271.5</c:v>
                </c:pt>
                <c:pt idx="12716">
                  <c:v>1271.5999999999999</c:v>
                </c:pt>
                <c:pt idx="12717">
                  <c:v>1271.7</c:v>
                </c:pt>
                <c:pt idx="12718">
                  <c:v>1271.8</c:v>
                </c:pt>
                <c:pt idx="12719">
                  <c:v>1271.9000000000001</c:v>
                </c:pt>
                <c:pt idx="12720">
                  <c:v>1272</c:v>
                </c:pt>
                <c:pt idx="12721">
                  <c:v>1272.0999999999999</c:v>
                </c:pt>
                <c:pt idx="12722">
                  <c:v>1272.2</c:v>
                </c:pt>
                <c:pt idx="12723">
                  <c:v>1272.3</c:v>
                </c:pt>
                <c:pt idx="12724">
                  <c:v>1272.4000000000001</c:v>
                </c:pt>
                <c:pt idx="12725">
                  <c:v>1272.5</c:v>
                </c:pt>
                <c:pt idx="12726">
                  <c:v>1272.5999999999999</c:v>
                </c:pt>
                <c:pt idx="12727">
                  <c:v>1272.7</c:v>
                </c:pt>
                <c:pt idx="12728">
                  <c:v>1272.8</c:v>
                </c:pt>
                <c:pt idx="12729">
                  <c:v>1272.9000000000001</c:v>
                </c:pt>
                <c:pt idx="12730">
                  <c:v>1273</c:v>
                </c:pt>
                <c:pt idx="12731">
                  <c:v>1273.0999999999999</c:v>
                </c:pt>
                <c:pt idx="12732">
                  <c:v>1273.2</c:v>
                </c:pt>
                <c:pt idx="12733">
                  <c:v>1273.3</c:v>
                </c:pt>
                <c:pt idx="12734">
                  <c:v>1273.4000000000001</c:v>
                </c:pt>
                <c:pt idx="12735">
                  <c:v>1273.5</c:v>
                </c:pt>
                <c:pt idx="12736">
                  <c:v>1273.5999999999999</c:v>
                </c:pt>
                <c:pt idx="12737">
                  <c:v>1273.7</c:v>
                </c:pt>
                <c:pt idx="12738">
                  <c:v>1273.8</c:v>
                </c:pt>
                <c:pt idx="12739">
                  <c:v>1273.9000000000001</c:v>
                </c:pt>
                <c:pt idx="12740">
                  <c:v>1274</c:v>
                </c:pt>
                <c:pt idx="12741">
                  <c:v>1274.0999999999999</c:v>
                </c:pt>
                <c:pt idx="12742">
                  <c:v>1274.2</c:v>
                </c:pt>
                <c:pt idx="12743">
                  <c:v>1274.3</c:v>
                </c:pt>
                <c:pt idx="12744">
                  <c:v>1274.4000000000001</c:v>
                </c:pt>
                <c:pt idx="12745">
                  <c:v>1274.5</c:v>
                </c:pt>
                <c:pt idx="12746">
                  <c:v>1274.5999999999999</c:v>
                </c:pt>
                <c:pt idx="12747">
                  <c:v>1274.7</c:v>
                </c:pt>
                <c:pt idx="12748">
                  <c:v>1274.8</c:v>
                </c:pt>
                <c:pt idx="12749">
                  <c:v>1274.9000000000001</c:v>
                </c:pt>
                <c:pt idx="12750">
                  <c:v>1275</c:v>
                </c:pt>
                <c:pt idx="12751">
                  <c:v>1275.0999999999999</c:v>
                </c:pt>
                <c:pt idx="12752">
                  <c:v>1275.2</c:v>
                </c:pt>
                <c:pt idx="12753">
                  <c:v>1275.3</c:v>
                </c:pt>
                <c:pt idx="12754">
                  <c:v>1275.4000000000001</c:v>
                </c:pt>
                <c:pt idx="12755">
                  <c:v>1275.5</c:v>
                </c:pt>
                <c:pt idx="12756">
                  <c:v>1275.5999999999999</c:v>
                </c:pt>
                <c:pt idx="12757">
                  <c:v>1275.7</c:v>
                </c:pt>
                <c:pt idx="12758">
                  <c:v>1275.8</c:v>
                </c:pt>
                <c:pt idx="12759">
                  <c:v>1275.9000000000001</c:v>
                </c:pt>
                <c:pt idx="12760">
                  <c:v>1276</c:v>
                </c:pt>
                <c:pt idx="12761">
                  <c:v>1276.0999999999999</c:v>
                </c:pt>
                <c:pt idx="12762">
                  <c:v>1276.2</c:v>
                </c:pt>
                <c:pt idx="12763">
                  <c:v>1276.3</c:v>
                </c:pt>
                <c:pt idx="12764">
                  <c:v>1276.4000000000001</c:v>
                </c:pt>
                <c:pt idx="12765">
                  <c:v>1276.5</c:v>
                </c:pt>
                <c:pt idx="12766">
                  <c:v>1276.5999999999999</c:v>
                </c:pt>
                <c:pt idx="12767">
                  <c:v>1276.7</c:v>
                </c:pt>
                <c:pt idx="12768">
                  <c:v>1276.8</c:v>
                </c:pt>
                <c:pt idx="12769">
                  <c:v>1276.9000000000001</c:v>
                </c:pt>
                <c:pt idx="12770">
                  <c:v>1277</c:v>
                </c:pt>
                <c:pt idx="12771">
                  <c:v>1277.0999999999999</c:v>
                </c:pt>
                <c:pt idx="12772">
                  <c:v>1277.2</c:v>
                </c:pt>
                <c:pt idx="12773">
                  <c:v>1277.3</c:v>
                </c:pt>
                <c:pt idx="12774">
                  <c:v>1277.4000000000001</c:v>
                </c:pt>
                <c:pt idx="12775">
                  <c:v>1277.5</c:v>
                </c:pt>
                <c:pt idx="12776">
                  <c:v>1277.5999999999999</c:v>
                </c:pt>
                <c:pt idx="12777">
                  <c:v>1277.7</c:v>
                </c:pt>
                <c:pt idx="12778">
                  <c:v>1277.8</c:v>
                </c:pt>
                <c:pt idx="12779">
                  <c:v>1277.9000000000001</c:v>
                </c:pt>
                <c:pt idx="12780">
                  <c:v>1278</c:v>
                </c:pt>
                <c:pt idx="12781">
                  <c:v>1278.0999999999999</c:v>
                </c:pt>
                <c:pt idx="12782">
                  <c:v>1278.2</c:v>
                </c:pt>
                <c:pt idx="12783">
                  <c:v>1278.3</c:v>
                </c:pt>
                <c:pt idx="12784">
                  <c:v>1278.4000000000001</c:v>
                </c:pt>
                <c:pt idx="12785">
                  <c:v>1278.5</c:v>
                </c:pt>
                <c:pt idx="12786">
                  <c:v>1278.5999999999999</c:v>
                </c:pt>
                <c:pt idx="12787">
                  <c:v>1278.7</c:v>
                </c:pt>
                <c:pt idx="12788">
                  <c:v>1278.8</c:v>
                </c:pt>
                <c:pt idx="12789">
                  <c:v>1278.9000000000001</c:v>
                </c:pt>
                <c:pt idx="12790">
                  <c:v>1279</c:v>
                </c:pt>
                <c:pt idx="12791">
                  <c:v>1279.0999999999999</c:v>
                </c:pt>
                <c:pt idx="12792">
                  <c:v>1279.2</c:v>
                </c:pt>
                <c:pt idx="12793">
                  <c:v>1279.3</c:v>
                </c:pt>
                <c:pt idx="12794">
                  <c:v>1279.4000000000001</c:v>
                </c:pt>
                <c:pt idx="12795">
                  <c:v>1279.5</c:v>
                </c:pt>
                <c:pt idx="12796">
                  <c:v>1279.5999999999999</c:v>
                </c:pt>
                <c:pt idx="12797">
                  <c:v>1279.7</c:v>
                </c:pt>
                <c:pt idx="12798">
                  <c:v>1279.8</c:v>
                </c:pt>
                <c:pt idx="12799">
                  <c:v>1279.9000000000001</c:v>
                </c:pt>
                <c:pt idx="12800">
                  <c:v>1280</c:v>
                </c:pt>
                <c:pt idx="12801">
                  <c:v>1280.0999999999999</c:v>
                </c:pt>
                <c:pt idx="12802">
                  <c:v>1280.2</c:v>
                </c:pt>
                <c:pt idx="12803">
                  <c:v>1280.3</c:v>
                </c:pt>
                <c:pt idx="12804">
                  <c:v>1280.4000000000001</c:v>
                </c:pt>
                <c:pt idx="12805">
                  <c:v>1280.5</c:v>
                </c:pt>
                <c:pt idx="12806">
                  <c:v>1280.5999999999999</c:v>
                </c:pt>
                <c:pt idx="12807">
                  <c:v>1280.7</c:v>
                </c:pt>
                <c:pt idx="12808">
                  <c:v>1280.8</c:v>
                </c:pt>
                <c:pt idx="12809">
                  <c:v>1280.9000000000001</c:v>
                </c:pt>
                <c:pt idx="12810">
                  <c:v>1281</c:v>
                </c:pt>
                <c:pt idx="12811">
                  <c:v>1281.0999999999999</c:v>
                </c:pt>
                <c:pt idx="12812">
                  <c:v>1281.2</c:v>
                </c:pt>
                <c:pt idx="12813">
                  <c:v>1281.3</c:v>
                </c:pt>
                <c:pt idx="12814">
                  <c:v>1281.4000000000001</c:v>
                </c:pt>
                <c:pt idx="12815">
                  <c:v>1281.5</c:v>
                </c:pt>
                <c:pt idx="12816">
                  <c:v>1281.5999999999999</c:v>
                </c:pt>
                <c:pt idx="12817">
                  <c:v>1281.7</c:v>
                </c:pt>
                <c:pt idx="12818">
                  <c:v>1281.8</c:v>
                </c:pt>
                <c:pt idx="12819">
                  <c:v>1281.9000000000001</c:v>
                </c:pt>
                <c:pt idx="12820">
                  <c:v>1282</c:v>
                </c:pt>
                <c:pt idx="12821">
                  <c:v>1282.0999999999999</c:v>
                </c:pt>
                <c:pt idx="12822">
                  <c:v>1282.2</c:v>
                </c:pt>
                <c:pt idx="12823">
                  <c:v>1282.3</c:v>
                </c:pt>
                <c:pt idx="12824">
                  <c:v>1282.4000000000001</c:v>
                </c:pt>
                <c:pt idx="12825">
                  <c:v>1282.5</c:v>
                </c:pt>
                <c:pt idx="12826">
                  <c:v>1282.5999999999999</c:v>
                </c:pt>
                <c:pt idx="12827">
                  <c:v>1282.7</c:v>
                </c:pt>
                <c:pt idx="12828">
                  <c:v>1282.8</c:v>
                </c:pt>
                <c:pt idx="12829">
                  <c:v>1282.9000000000001</c:v>
                </c:pt>
                <c:pt idx="12830">
                  <c:v>1283</c:v>
                </c:pt>
                <c:pt idx="12831">
                  <c:v>1283.0999999999999</c:v>
                </c:pt>
                <c:pt idx="12832">
                  <c:v>1283.2</c:v>
                </c:pt>
                <c:pt idx="12833">
                  <c:v>1283.3</c:v>
                </c:pt>
                <c:pt idx="12834">
                  <c:v>1283.4000000000001</c:v>
                </c:pt>
                <c:pt idx="12835">
                  <c:v>1283.5</c:v>
                </c:pt>
                <c:pt idx="12836">
                  <c:v>1283.5999999999999</c:v>
                </c:pt>
                <c:pt idx="12837">
                  <c:v>1283.7</c:v>
                </c:pt>
                <c:pt idx="12838">
                  <c:v>1283.8</c:v>
                </c:pt>
                <c:pt idx="12839">
                  <c:v>1283.9000000000001</c:v>
                </c:pt>
                <c:pt idx="12840">
                  <c:v>1284</c:v>
                </c:pt>
                <c:pt idx="12841">
                  <c:v>1284.0999999999999</c:v>
                </c:pt>
                <c:pt idx="12842">
                  <c:v>1284.2</c:v>
                </c:pt>
                <c:pt idx="12843">
                  <c:v>1284.3</c:v>
                </c:pt>
                <c:pt idx="12844">
                  <c:v>1284.4000000000001</c:v>
                </c:pt>
                <c:pt idx="12845">
                  <c:v>1284.5</c:v>
                </c:pt>
                <c:pt idx="12846">
                  <c:v>1284.5999999999999</c:v>
                </c:pt>
                <c:pt idx="12847">
                  <c:v>1284.7</c:v>
                </c:pt>
                <c:pt idx="12848">
                  <c:v>1284.8</c:v>
                </c:pt>
                <c:pt idx="12849">
                  <c:v>1284.9000000000001</c:v>
                </c:pt>
                <c:pt idx="12850">
                  <c:v>1285</c:v>
                </c:pt>
                <c:pt idx="12851">
                  <c:v>1285.0999999999999</c:v>
                </c:pt>
                <c:pt idx="12852">
                  <c:v>1285.2</c:v>
                </c:pt>
                <c:pt idx="12853">
                  <c:v>1285.3</c:v>
                </c:pt>
                <c:pt idx="12854">
                  <c:v>1285.4000000000001</c:v>
                </c:pt>
                <c:pt idx="12855">
                  <c:v>1285.5</c:v>
                </c:pt>
                <c:pt idx="12856">
                  <c:v>1285.5999999999999</c:v>
                </c:pt>
                <c:pt idx="12857">
                  <c:v>1285.7</c:v>
                </c:pt>
                <c:pt idx="12858">
                  <c:v>1285.8</c:v>
                </c:pt>
                <c:pt idx="12859">
                  <c:v>1285.9000000000001</c:v>
                </c:pt>
                <c:pt idx="12860">
                  <c:v>1286</c:v>
                </c:pt>
                <c:pt idx="12861">
                  <c:v>1286.0999999999999</c:v>
                </c:pt>
                <c:pt idx="12862">
                  <c:v>1286.2</c:v>
                </c:pt>
                <c:pt idx="12863">
                  <c:v>1286.3</c:v>
                </c:pt>
                <c:pt idx="12864">
                  <c:v>1286.4000000000001</c:v>
                </c:pt>
                <c:pt idx="12865">
                  <c:v>1286.5</c:v>
                </c:pt>
                <c:pt idx="12866">
                  <c:v>1286.5999999999999</c:v>
                </c:pt>
                <c:pt idx="12867">
                  <c:v>1286.7</c:v>
                </c:pt>
                <c:pt idx="12868">
                  <c:v>1286.8</c:v>
                </c:pt>
                <c:pt idx="12869">
                  <c:v>1286.9000000000001</c:v>
                </c:pt>
                <c:pt idx="12870">
                  <c:v>1287</c:v>
                </c:pt>
                <c:pt idx="12871">
                  <c:v>1287.0999999999999</c:v>
                </c:pt>
                <c:pt idx="12872">
                  <c:v>1287.2</c:v>
                </c:pt>
                <c:pt idx="12873">
                  <c:v>1287.3</c:v>
                </c:pt>
                <c:pt idx="12874">
                  <c:v>1287.4000000000001</c:v>
                </c:pt>
                <c:pt idx="12875">
                  <c:v>1287.5</c:v>
                </c:pt>
                <c:pt idx="12876">
                  <c:v>1287.5999999999999</c:v>
                </c:pt>
                <c:pt idx="12877">
                  <c:v>1287.7</c:v>
                </c:pt>
                <c:pt idx="12878">
                  <c:v>1287.8</c:v>
                </c:pt>
                <c:pt idx="12879">
                  <c:v>1287.9000000000001</c:v>
                </c:pt>
                <c:pt idx="12880">
                  <c:v>1288</c:v>
                </c:pt>
                <c:pt idx="12881">
                  <c:v>1288.0999999999999</c:v>
                </c:pt>
                <c:pt idx="12882">
                  <c:v>1288.2</c:v>
                </c:pt>
                <c:pt idx="12883">
                  <c:v>1288.3</c:v>
                </c:pt>
                <c:pt idx="12884">
                  <c:v>1288.4000000000001</c:v>
                </c:pt>
                <c:pt idx="12885">
                  <c:v>1288.5</c:v>
                </c:pt>
                <c:pt idx="12886">
                  <c:v>1288.5999999999999</c:v>
                </c:pt>
                <c:pt idx="12887">
                  <c:v>1288.7</c:v>
                </c:pt>
                <c:pt idx="12888">
                  <c:v>1288.8</c:v>
                </c:pt>
                <c:pt idx="12889">
                  <c:v>1288.9000000000001</c:v>
                </c:pt>
                <c:pt idx="12890">
                  <c:v>1289</c:v>
                </c:pt>
                <c:pt idx="12891">
                  <c:v>1289.0999999999999</c:v>
                </c:pt>
                <c:pt idx="12892">
                  <c:v>1289.2</c:v>
                </c:pt>
                <c:pt idx="12893">
                  <c:v>1289.3</c:v>
                </c:pt>
                <c:pt idx="12894">
                  <c:v>1289.4000000000001</c:v>
                </c:pt>
                <c:pt idx="12895">
                  <c:v>1289.5</c:v>
                </c:pt>
                <c:pt idx="12896">
                  <c:v>1289.5999999999999</c:v>
                </c:pt>
                <c:pt idx="12897">
                  <c:v>1289.7</c:v>
                </c:pt>
                <c:pt idx="12898">
                  <c:v>1289.8</c:v>
                </c:pt>
                <c:pt idx="12899">
                  <c:v>1289.9000000000001</c:v>
                </c:pt>
                <c:pt idx="12900">
                  <c:v>1290</c:v>
                </c:pt>
                <c:pt idx="12901">
                  <c:v>1290.0999999999999</c:v>
                </c:pt>
                <c:pt idx="12902">
                  <c:v>1290.2</c:v>
                </c:pt>
                <c:pt idx="12903">
                  <c:v>1290.3</c:v>
                </c:pt>
                <c:pt idx="12904">
                  <c:v>1290.4000000000001</c:v>
                </c:pt>
                <c:pt idx="12905">
                  <c:v>1290.5</c:v>
                </c:pt>
                <c:pt idx="12906">
                  <c:v>1290.5999999999999</c:v>
                </c:pt>
                <c:pt idx="12907">
                  <c:v>1290.7</c:v>
                </c:pt>
                <c:pt idx="12908">
                  <c:v>1290.8</c:v>
                </c:pt>
                <c:pt idx="12909">
                  <c:v>1290.9000000000001</c:v>
                </c:pt>
                <c:pt idx="12910">
                  <c:v>1291</c:v>
                </c:pt>
                <c:pt idx="12911">
                  <c:v>1291.0999999999999</c:v>
                </c:pt>
                <c:pt idx="12912">
                  <c:v>1291.2</c:v>
                </c:pt>
                <c:pt idx="12913">
                  <c:v>1291.3</c:v>
                </c:pt>
                <c:pt idx="12914">
                  <c:v>1291.4000000000001</c:v>
                </c:pt>
                <c:pt idx="12915">
                  <c:v>1291.5</c:v>
                </c:pt>
                <c:pt idx="12916">
                  <c:v>1291.5999999999999</c:v>
                </c:pt>
                <c:pt idx="12917">
                  <c:v>1291.7</c:v>
                </c:pt>
                <c:pt idx="12918">
                  <c:v>1291.8</c:v>
                </c:pt>
                <c:pt idx="12919">
                  <c:v>1291.9000000000001</c:v>
                </c:pt>
                <c:pt idx="12920">
                  <c:v>1292</c:v>
                </c:pt>
                <c:pt idx="12921">
                  <c:v>1292.0999999999999</c:v>
                </c:pt>
                <c:pt idx="12922">
                  <c:v>1292.2</c:v>
                </c:pt>
                <c:pt idx="12923">
                  <c:v>1292.3</c:v>
                </c:pt>
                <c:pt idx="12924">
                  <c:v>1292.4000000000001</c:v>
                </c:pt>
                <c:pt idx="12925">
                  <c:v>1292.5</c:v>
                </c:pt>
                <c:pt idx="12926">
                  <c:v>1292.5999999999999</c:v>
                </c:pt>
                <c:pt idx="12927">
                  <c:v>1292.7</c:v>
                </c:pt>
                <c:pt idx="12928">
                  <c:v>1292.8</c:v>
                </c:pt>
                <c:pt idx="12929">
                  <c:v>1292.9000000000001</c:v>
                </c:pt>
                <c:pt idx="12930">
                  <c:v>1293</c:v>
                </c:pt>
                <c:pt idx="12931">
                  <c:v>1293.0999999999999</c:v>
                </c:pt>
                <c:pt idx="12932">
                  <c:v>1293.2</c:v>
                </c:pt>
                <c:pt idx="12933">
                  <c:v>1293.3</c:v>
                </c:pt>
                <c:pt idx="12934">
                  <c:v>1293.4000000000001</c:v>
                </c:pt>
                <c:pt idx="12935">
                  <c:v>1293.5</c:v>
                </c:pt>
                <c:pt idx="12936">
                  <c:v>1293.5999999999999</c:v>
                </c:pt>
                <c:pt idx="12937">
                  <c:v>1293.7</c:v>
                </c:pt>
                <c:pt idx="12938">
                  <c:v>1293.8</c:v>
                </c:pt>
                <c:pt idx="12939">
                  <c:v>1293.9000000000001</c:v>
                </c:pt>
                <c:pt idx="12940">
                  <c:v>1294</c:v>
                </c:pt>
                <c:pt idx="12941">
                  <c:v>1294.0999999999999</c:v>
                </c:pt>
                <c:pt idx="12942">
                  <c:v>1294.2</c:v>
                </c:pt>
                <c:pt idx="12943">
                  <c:v>1294.3</c:v>
                </c:pt>
                <c:pt idx="12944">
                  <c:v>1294.4000000000001</c:v>
                </c:pt>
                <c:pt idx="12945">
                  <c:v>1294.5</c:v>
                </c:pt>
                <c:pt idx="12946">
                  <c:v>1294.5999999999999</c:v>
                </c:pt>
                <c:pt idx="12947">
                  <c:v>1294.7</c:v>
                </c:pt>
                <c:pt idx="12948">
                  <c:v>1294.8</c:v>
                </c:pt>
                <c:pt idx="12949">
                  <c:v>1294.9000000000001</c:v>
                </c:pt>
                <c:pt idx="12950">
                  <c:v>1295</c:v>
                </c:pt>
                <c:pt idx="12951">
                  <c:v>1295.0999999999999</c:v>
                </c:pt>
                <c:pt idx="12952">
                  <c:v>1295.2</c:v>
                </c:pt>
                <c:pt idx="12953">
                  <c:v>1295.3</c:v>
                </c:pt>
                <c:pt idx="12954">
                  <c:v>1295.4000000000001</c:v>
                </c:pt>
                <c:pt idx="12955">
                  <c:v>1295.5</c:v>
                </c:pt>
                <c:pt idx="12956">
                  <c:v>1295.5999999999999</c:v>
                </c:pt>
                <c:pt idx="12957">
                  <c:v>1295.7</c:v>
                </c:pt>
                <c:pt idx="12958">
                  <c:v>1295.8</c:v>
                </c:pt>
                <c:pt idx="12959">
                  <c:v>1295.9000000000001</c:v>
                </c:pt>
                <c:pt idx="12960">
                  <c:v>1296</c:v>
                </c:pt>
                <c:pt idx="12961">
                  <c:v>1296.0999999999999</c:v>
                </c:pt>
                <c:pt idx="12962">
                  <c:v>1296.2</c:v>
                </c:pt>
                <c:pt idx="12963">
                  <c:v>1296.3</c:v>
                </c:pt>
                <c:pt idx="12964">
                  <c:v>1296.4000000000001</c:v>
                </c:pt>
                <c:pt idx="12965">
                  <c:v>1296.5</c:v>
                </c:pt>
                <c:pt idx="12966">
                  <c:v>1296.5999999999999</c:v>
                </c:pt>
                <c:pt idx="12967">
                  <c:v>1296.7</c:v>
                </c:pt>
                <c:pt idx="12968">
                  <c:v>1296.8</c:v>
                </c:pt>
                <c:pt idx="12969">
                  <c:v>1296.9000000000001</c:v>
                </c:pt>
                <c:pt idx="12970">
                  <c:v>1297</c:v>
                </c:pt>
                <c:pt idx="12971">
                  <c:v>1297.0999999999999</c:v>
                </c:pt>
                <c:pt idx="12972">
                  <c:v>1297.2</c:v>
                </c:pt>
                <c:pt idx="12973">
                  <c:v>1297.3</c:v>
                </c:pt>
                <c:pt idx="12974">
                  <c:v>1297.4000000000001</c:v>
                </c:pt>
                <c:pt idx="12975">
                  <c:v>1297.5</c:v>
                </c:pt>
                <c:pt idx="12976">
                  <c:v>1297.5999999999999</c:v>
                </c:pt>
                <c:pt idx="12977">
                  <c:v>1297.7</c:v>
                </c:pt>
                <c:pt idx="12978">
                  <c:v>1297.8</c:v>
                </c:pt>
                <c:pt idx="12979">
                  <c:v>1297.9000000000001</c:v>
                </c:pt>
                <c:pt idx="12980">
                  <c:v>1298</c:v>
                </c:pt>
                <c:pt idx="12981">
                  <c:v>1298.0999999999999</c:v>
                </c:pt>
                <c:pt idx="12982">
                  <c:v>1298.2</c:v>
                </c:pt>
                <c:pt idx="12983">
                  <c:v>1298.3</c:v>
                </c:pt>
                <c:pt idx="12984">
                  <c:v>1298.4000000000001</c:v>
                </c:pt>
                <c:pt idx="12985">
                  <c:v>1298.5</c:v>
                </c:pt>
                <c:pt idx="12986">
                  <c:v>1298.5999999999999</c:v>
                </c:pt>
                <c:pt idx="12987">
                  <c:v>1298.7</c:v>
                </c:pt>
                <c:pt idx="12988">
                  <c:v>1298.8</c:v>
                </c:pt>
                <c:pt idx="12989">
                  <c:v>1298.9000000000001</c:v>
                </c:pt>
                <c:pt idx="12990">
                  <c:v>1299</c:v>
                </c:pt>
                <c:pt idx="12991">
                  <c:v>1299.0999999999999</c:v>
                </c:pt>
                <c:pt idx="12992">
                  <c:v>1299.2</c:v>
                </c:pt>
                <c:pt idx="12993">
                  <c:v>1299.3</c:v>
                </c:pt>
                <c:pt idx="12994">
                  <c:v>1299.4000000000001</c:v>
                </c:pt>
                <c:pt idx="12995">
                  <c:v>1299.5</c:v>
                </c:pt>
                <c:pt idx="12996">
                  <c:v>1299.5999999999999</c:v>
                </c:pt>
                <c:pt idx="12997">
                  <c:v>1299.7</c:v>
                </c:pt>
                <c:pt idx="12998">
                  <c:v>1299.8</c:v>
                </c:pt>
                <c:pt idx="12999">
                  <c:v>1299.9000000000001</c:v>
                </c:pt>
                <c:pt idx="13000">
                  <c:v>1300</c:v>
                </c:pt>
                <c:pt idx="13001">
                  <c:v>1300.0999999999999</c:v>
                </c:pt>
                <c:pt idx="13002">
                  <c:v>1300.2</c:v>
                </c:pt>
                <c:pt idx="13003">
                  <c:v>1300.3</c:v>
                </c:pt>
                <c:pt idx="13004">
                  <c:v>1300.4000000000001</c:v>
                </c:pt>
                <c:pt idx="13005">
                  <c:v>1300.5</c:v>
                </c:pt>
                <c:pt idx="13006">
                  <c:v>1300.5999999999999</c:v>
                </c:pt>
                <c:pt idx="13007">
                  <c:v>1300.7</c:v>
                </c:pt>
                <c:pt idx="13008">
                  <c:v>1300.8</c:v>
                </c:pt>
                <c:pt idx="13009">
                  <c:v>1300.9000000000001</c:v>
                </c:pt>
                <c:pt idx="13010">
                  <c:v>1301</c:v>
                </c:pt>
                <c:pt idx="13011">
                  <c:v>1301.0999999999999</c:v>
                </c:pt>
                <c:pt idx="13012">
                  <c:v>1301.2</c:v>
                </c:pt>
                <c:pt idx="13013">
                  <c:v>1301.3</c:v>
                </c:pt>
                <c:pt idx="13014">
                  <c:v>1301.4000000000001</c:v>
                </c:pt>
                <c:pt idx="13015">
                  <c:v>1301.5</c:v>
                </c:pt>
                <c:pt idx="13016">
                  <c:v>1301.5999999999999</c:v>
                </c:pt>
                <c:pt idx="13017">
                  <c:v>1301.7</c:v>
                </c:pt>
                <c:pt idx="13018">
                  <c:v>1301.8</c:v>
                </c:pt>
                <c:pt idx="13019">
                  <c:v>1301.9000000000001</c:v>
                </c:pt>
                <c:pt idx="13020">
                  <c:v>1302</c:v>
                </c:pt>
                <c:pt idx="13021">
                  <c:v>1302.0999999999999</c:v>
                </c:pt>
                <c:pt idx="13022">
                  <c:v>1302.2</c:v>
                </c:pt>
                <c:pt idx="13023">
                  <c:v>1302.3</c:v>
                </c:pt>
                <c:pt idx="13024">
                  <c:v>1302.4000000000001</c:v>
                </c:pt>
                <c:pt idx="13025">
                  <c:v>1302.5</c:v>
                </c:pt>
                <c:pt idx="13026">
                  <c:v>1302.5999999999999</c:v>
                </c:pt>
                <c:pt idx="13027">
                  <c:v>1302.7</c:v>
                </c:pt>
                <c:pt idx="13028">
                  <c:v>1302.8</c:v>
                </c:pt>
                <c:pt idx="13029">
                  <c:v>1302.9000000000001</c:v>
                </c:pt>
                <c:pt idx="13030">
                  <c:v>1303</c:v>
                </c:pt>
                <c:pt idx="13031">
                  <c:v>1303.0999999999999</c:v>
                </c:pt>
                <c:pt idx="13032">
                  <c:v>1303.2</c:v>
                </c:pt>
                <c:pt idx="13033">
                  <c:v>1303.3</c:v>
                </c:pt>
                <c:pt idx="13034">
                  <c:v>1303.4000000000001</c:v>
                </c:pt>
                <c:pt idx="13035">
                  <c:v>1303.5</c:v>
                </c:pt>
                <c:pt idx="13036">
                  <c:v>1303.5999999999999</c:v>
                </c:pt>
                <c:pt idx="13037">
                  <c:v>1303.7</c:v>
                </c:pt>
                <c:pt idx="13038">
                  <c:v>1303.8</c:v>
                </c:pt>
                <c:pt idx="13039">
                  <c:v>1303.9000000000001</c:v>
                </c:pt>
                <c:pt idx="13040">
                  <c:v>1304</c:v>
                </c:pt>
                <c:pt idx="13041">
                  <c:v>1304.0999999999999</c:v>
                </c:pt>
                <c:pt idx="13042">
                  <c:v>1304.2</c:v>
                </c:pt>
                <c:pt idx="13043">
                  <c:v>1304.3</c:v>
                </c:pt>
                <c:pt idx="13044">
                  <c:v>1304.4000000000001</c:v>
                </c:pt>
                <c:pt idx="13045">
                  <c:v>1304.5</c:v>
                </c:pt>
                <c:pt idx="13046">
                  <c:v>1304.5999999999999</c:v>
                </c:pt>
                <c:pt idx="13047">
                  <c:v>1304.7</c:v>
                </c:pt>
                <c:pt idx="13048">
                  <c:v>1304.8</c:v>
                </c:pt>
                <c:pt idx="13049">
                  <c:v>1304.9000000000001</c:v>
                </c:pt>
                <c:pt idx="13050">
                  <c:v>1305</c:v>
                </c:pt>
                <c:pt idx="13051">
                  <c:v>1305.0999999999999</c:v>
                </c:pt>
                <c:pt idx="13052">
                  <c:v>1305.2</c:v>
                </c:pt>
                <c:pt idx="13053">
                  <c:v>1305.3</c:v>
                </c:pt>
                <c:pt idx="13054">
                  <c:v>1305.4000000000001</c:v>
                </c:pt>
                <c:pt idx="13055">
                  <c:v>1305.5</c:v>
                </c:pt>
                <c:pt idx="13056">
                  <c:v>1305.5999999999999</c:v>
                </c:pt>
                <c:pt idx="13057">
                  <c:v>1305.7</c:v>
                </c:pt>
                <c:pt idx="13058">
                  <c:v>1305.8</c:v>
                </c:pt>
                <c:pt idx="13059">
                  <c:v>1305.9000000000001</c:v>
                </c:pt>
                <c:pt idx="13060">
                  <c:v>1306</c:v>
                </c:pt>
                <c:pt idx="13061">
                  <c:v>1306.0999999999999</c:v>
                </c:pt>
                <c:pt idx="13062">
                  <c:v>1306.2</c:v>
                </c:pt>
                <c:pt idx="13063">
                  <c:v>1306.3</c:v>
                </c:pt>
                <c:pt idx="13064">
                  <c:v>1306.4000000000001</c:v>
                </c:pt>
                <c:pt idx="13065">
                  <c:v>1306.5</c:v>
                </c:pt>
                <c:pt idx="13066">
                  <c:v>1306.5999999999999</c:v>
                </c:pt>
                <c:pt idx="13067">
                  <c:v>1306.7</c:v>
                </c:pt>
                <c:pt idx="13068">
                  <c:v>1306.8</c:v>
                </c:pt>
                <c:pt idx="13069">
                  <c:v>1306.9000000000001</c:v>
                </c:pt>
                <c:pt idx="13070">
                  <c:v>1307</c:v>
                </c:pt>
                <c:pt idx="13071">
                  <c:v>1307.0999999999999</c:v>
                </c:pt>
                <c:pt idx="13072">
                  <c:v>1307.2</c:v>
                </c:pt>
                <c:pt idx="13073">
                  <c:v>1307.3</c:v>
                </c:pt>
                <c:pt idx="13074">
                  <c:v>1307.4000000000001</c:v>
                </c:pt>
                <c:pt idx="13075">
                  <c:v>1307.5</c:v>
                </c:pt>
                <c:pt idx="13076">
                  <c:v>1307.5999999999999</c:v>
                </c:pt>
                <c:pt idx="13077">
                  <c:v>1307.7</c:v>
                </c:pt>
                <c:pt idx="13078">
                  <c:v>1307.8</c:v>
                </c:pt>
                <c:pt idx="13079">
                  <c:v>1307.9000000000001</c:v>
                </c:pt>
                <c:pt idx="13080">
                  <c:v>1308</c:v>
                </c:pt>
                <c:pt idx="13081">
                  <c:v>1308.0999999999999</c:v>
                </c:pt>
                <c:pt idx="13082">
                  <c:v>1308.2</c:v>
                </c:pt>
                <c:pt idx="13083">
                  <c:v>1308.3</c:v>
                </c:pt>
                <c:pt idx="13084">
                  <c:v>1308.4000000000001</c:v>
                </c:pt>
                <c:pt idx="13085">
                  <c:v>1308.5</c:v>
                </c:pt>
                <c:pt idx="13086">
                  <c:v>1308.5999999999999</c:v>
                </c:pt>
                <c:pt idx="13087">
                  <c:v>1308.7</c:v>
                </c:pt>
                <c:pt idx="13088">
                  <c:v>1308.8</c:v>
                </c:pt>
                <c:pt idx="13089">
                  <c:v>1308.9000000000001</c:v>
                </c:pt>
                <c:pt idx="13090">
                  <c:v>1309</c:v>
                </c:pt>
                <c:pt idx="13091">
                  <c:v>1309.0999999999999</c:v>
                </c:pt>
                <c:pt idx="13092">
                  <c:v>1309.2</c:v>
                </c:pt>
                <c:pt idx="13093">
                  <c:v>1309.3</c:v>
                </c:pt>
                <c:pt idx="13094">
                  <c:v>1309.4000000000001</c:v>
                </c:pt>
                <c:pt idx="13095">
                  <c:v>1309.5</c:v>
                </c:pt>
                <c:pt idx="13096">
                  <c:v>1309.5999999999999</c:v>
                </c:pt>
                <c:pt idx="13097">
                  <c:v>1309.7</c:v>
                </c:pt>
                <c:pt idx="13098">
                  <c:v>1309.8</c:v>
                </c:pt>
                <c:pt idx="13099">
                  <c:v>1309.9000000000001</c:v>
                </c:pt>
                <c:pt idx="13100">
                  <c:v>1310</c:v>
                </c:pt>
                <c:pt idx="13101">
                  <c:v>1310.0999999999999</c:v>
                </c:pt>
                <c:pt idx="13102">
                  <c:v>1310.2</c:v>
                </c:pt>
                <c:pt idx="13103">
                  <c:v>1310.3</c:v>
                </c:pt>
                <c:pt idx="13104">
                  <c:v>1310.4000000000001</c:v>
                </c:pt>
                <c:pt idx="13105">
                  <c:v>1310.5</c:v>
                </c:pt>
                <c:pt idx="13106">
                  <c:v>1310.5999999999999</c:v>
                </c:pt>
                <c:pt idx="13107">
                  <c:v>1310.7</c:v>
                </c:pt>
                <c:pt idx="13108">
                  <c:v>1310.8</c:v>
                </c:pt>
                <c:pt idx="13109">
                  <c:v>1310.9</c:v>
                </c:pt>
                <c:pt idx="13110">
                  <c:v>1311</c:v>
                </c:pt>
                <c:pt idx="13111">
                  <c:v>1311.1</c:v>
                </c:pt>
                <c:pt idx="13112">
                  <c:v>1311.2</c:v>
                </c:pt>
                <c:pt idx="13113">
                  <c:v>1311.3</c:v>
                </c:pt>
                <c:pt idx="13114">
                  <c:v>1311.4</c:v>
                </c:pt>
                <c:pt idx="13115">
                  <c:v>1311.5</c:v>
                </c:pt>
                <c:pt idx="13116">
                  <c:v>1311.6</c:v>
                </c:pt>
                <c:pt idx="13117">
                  <c:v>1311.7</c:v>
                </c:pt>
                <c:pt idx="13118">
                  <c:v>1311.8</c:v>
                </c:pt>
                <c:pt idx="13119">
                  <c:v>1311.9</c:v>
                </c:pt>
                <c:pt idx="13120">
                  <c:v>1312</c:v>
                </c:pt>
                <c:pt idx="13121">
                  <c:v>1312.1</c:v>
                </c:pt>
                <c:pt idx="13122">
                  <c:v>1312.2</c:v>
                </c:pt>
                <c:pt idx="13123">
                  <c:v>1312.3</c:v>
                </c:pt>
                <c:pt idx="13124">
                  <c:v>1312.4</c:v>
                </c:pt>
                <c:pt idx="13125">
                  <c:v>1312.5</c:v>
                </c:pt>
                <c:pt idx="13126">
                  <c:v>1312.6</c:v>
                </c:pt>
                <c:pt idx="13127">
                  <c:v>1312.7</c:v>
                </c:pt>
                <c:pt idx="13128">
                  <c:v>1312.8</c:v>
                </c:pt>
                <c:pt idx="13129">
                  <c:v>1312.9</c:v>
                </c:pt>
                <c:pt idx="13130">
                  <c:v>1313</c:v>
                </c:pt>
                <c:pt idx="13131">
                  <c:v>1313.1</c:v>
                </c:pt>
                <c:pt idx="13132">
                  <c:v>1313.2</c:v>
                </c:pt>
                <c:pt idx="13133">
                  <c:v>1313.3</c:v>
                </c:pt>
                <c:pt idx="13134">
                  <c:v>1313.4</c:v>
                </c:pt>
                <c:pt idx="13135">
                  <c:v>1313.5</c:v>
                </c:pt>
                <c:pt idx="13136">
                  <c:v>1313.6</c:v>
                </c:pt>
                <c:pt idx="13137">
                  <c:v>1313.7</c:v>
                </c:pt>
                <c:pt idx="13138">
                  <c:v>1313.8</c:v>
                </c:pt>
                <c:pt idx="13139">
                  <c:v>1313.9</c:v>
                </c:pt>
                <c:pt idx="13140">
                  <c:v>1314</c:v>
                </c:pt>
                <c:pt idx="13141">
                  <c:v>1314.1</c:v>
                </c:pt>
                <c:pt idx="13142">
                  <c:v>1314.2</c:v>
                </c:pt>
                <c:pt idx="13143">
                  <c:v>1314.3</c:v>
                </c:pt>
                <c:pt idx="13144">
                  <c:v>1314.4</c:v>
                </c:pt>
                <c:pt idx="13145">
                  <c:v>1314.5</c:v>
                </c:pt>
                <c:pt idx="13146">
                  <c:v>1314.6</c:v>
                </c:pt>
                <c:pt idx="13147">
                  <c:v>1314.7</c:v>
                </c:pt>
                <c:pt idx="13148">
                  <c:v>1314.8</c:v>
                </c:pt>
                <c:pt idx="13149">
                  <c:v>1314.9</c:v>
                </c:pt>
                <c:pt idx="13150">
                  <c:v>1315</c:v>
                </c:pt>
                <c:pt idx="13151">
                  <c:v>1315.1</c:v>
                </c:pt>
                <c:pt idx="13152">
                  <c:v>1315.2</c:v>
                </c:pt>
                <c:pt idx="13153">
                  <c:v>1315.3</c:v>
                </c:pt>
                <c:pt idx="13154">
                  <c:v>1315.4</c:v>
                </c:pt>
                <c:pt idx="13155">
                  <c:v>1315.5</c:v>
                </c:pt>
                <c:pt idx="13156">
                  <c:v>1315.6</c:v>
                </c:pt>
                <c:pt idx="13157">
                  <c:v>1315.7</c:v>
                </c:pt>
                <c:pt idx="13158">
                  <c:v>1315.8</c:v>
                </c:pt>
                <c:pt idx="13159">
                  <c:v>1315.9</c:v>
                </c:pt>
                <c:pt idx="13160">
                  <c:v>1316</c:v>
                </c:pt>
                <c:pt idx="13161">
                  <c:v>1316.1</c:v>
                </c:pt>
                <c:pt idx="13162">
                  <c:v>1316.2</c:v>
                </c:pt>
                <c:pt idx="13163">
                  <c:v>1316.3</c:v>
                </c:pt>
                <c:pt idx="13164">
                  <c:v>1316.4</c:v>
                </c:pt>
                <c:pt idx="13165">
                  <c:v>1316.5</c:v>
                </c:pt>
                <c:pt idx="13166">
                  <c:v>1316.6</c:v>
                </c:pt>
                <c:pt idx="13167">
                  <c:v>1316.7</c:v>
                </c:pt>
                <c:pt idx="13168">
                  <c:v>1316.8</c:v>
                </c:pt>
                <c:pt idx="13169">
                  <c:v>1316.9</c:v>
                </c:pt>
                <c:pt idx="13170">
                  <c:v>1317</c:v>
                </c:pt>
                <c:pt idx="13171">
                  <c:v>1317.1</c:v>
                </c:pt>
                <c:pt idx="13172">
                  <c:v>1317.2</c:v>
                </c:pt>
                <c:pt idx="13173">
                  <c:v>1317.3</c:v>
                </c:pt>
                <c:pt idx="13174">
                  <c:v>1317.4</c:v>
                </c:pt>
                <c:pt idx="13175">
                  <c:v>1317.5</c:v>
                </c:pt>
                <c:pt idx="13176">
                  <c:v>1317.6</c:v>
                </c:pt>
                <c:pt idx="13177">
                  <c:v>1317.7</c:v>
                </c:pt>
                <c:pt idx="13178">
                  <c:v>1317.8</c:v>
                </c:pt>
                <c:pt idx="13179">
                  <c:v>1317.9</c:v>
                </c:pt>
                <c:pt idx="13180">
                  <c:v>1318</c:v>
                </c:pt>
                <c:pt idx="13181">
                  <c:v>1318.1</c:v>
                </c:pt>
                <c:pt idx="13182">
                  <c:v>1318.2</c:v>
                </c:pt>
                <c:pt idx="13183">
                  <c:v>1318.3</c:v>
                </c:pt>
                <c:pt idx="13184">
                  <c:v>1318.4</c:v>
                </c:pt>
                <c:pt idx="13185">
                  <c:v>1318.5</c:v>
                </c:pt>
                <c:pt idx="13186">
                  <c:v>1318.6</c:v>
                </c:pt>
                <c:pt idx="13187">
                  <c:v>1318.7</c:v>
                </c:pt>
                <c:pt idx="13188">
                  <c:v>1318.8</c:v>
                </c:pt>
                <c:pt idx="13189">
                  <c:v>1318.9</c:v>
                </c:pt>
                <c:pt idx="13190">
                  <c:v>1319</c:v>
                </c:pt>
                <c:pt idx="13191">
                  <c:v>1319.1</c:v>
                </c:pt>
                <c:pt idx="13192">
                  <c:v>1319.2</c:v>
                </c:pt>
                <c:pt idx="13193">
                  <c:v>1319.3</c:v>
                </c:pt>
                <c:pt idx="13194">
                  <c:v>1319.4</c:v>
                </c:pt>
                <c:pt idx="13195">
                  <c:v>1319.5</c:v>
                </c:pt>
                <c:pt idx="13196">
                  <c:v>1319.6</c:v>
                </c:pt>
                <c:pt idx="13197">
                  <c:v>1319.7</c:v>
                </c:pt>
                <c:pt idx="13198">
                  <c:v>1319.8</c:v>
                </c:pt>
                <c:pt idx="13199">
                  <c:v>1319.9</c:v>
                </c:pt>
                <c:pt idx="13200">
                  <c:v>1320</c:v>
                </c:pt>
                <c:pt idx="13201">
                  <c:v>1320.1</c:v>
                </c:pt>
                <c:pt idx="13202">
                  <c:v>1320.2</c:v>
                </c:pt>
                <c:pt idx="13203">
                  <c:v>1320.3</c:v>
                </c:pt>
                <c:pt idx="13204">
                  <c:v>1320.4</c:v>
                </c:pt>
                <c:pt idx="13205">
                  <c:v>1320.5</c:v>
                </c:pt>
                <c:pt idx="13206">
                  <c:v>1320.6</c:v>
                </c:pt>
                <c:pt idx="13207">
                  <c:v>1320.7</c:v>
                </c:pt>
                <c:pt idx="13208">
                  <c:v>1320.8</c:v>
                </c:pt>
                <c:pt idx="13209">
                  <c:v>1320.9</c:v>
                </c:pt>
                <c:pt idx="13210">
                  <c:v>1321</c:v>
                </c:pt>
                <c:pt idx="13211">
                  <c:v>1321.1</c:v>
                </c:pt>
                <c:pt idx="13212">
                  <c:v>1321.2</c:v>
                </c:pt>
                <c:pt idx="13213">
                  <c:v>1321.3</c:v>
                </c:pt>
                <c:pt idx="13214">
                  <c:v>1321.4</c:v>
                </c:pt>
                <c:pt idx="13215">
                  <c:v>1321.5</c:v>
                </c:pt>
                <c:pt idx="13216">
                  <c:v>1321.6</c:v>
                </c:pt>
                <c:pt idx="13217">
                  <c:v>1321.7</c:v>
                </c:pt>
                <c:pt idx="13218">
                  <c:v>1321.8</c:v>
                </c:pt>
                <c:pt idx="13219">
                  <c:v>1321.9</c:v>
                </c:pt>
                <c:pt idx="13220">
                  <c:v>1322</c:v>
                </c:pt>
                <c:pt idx="13221">
                  <c:v>1322.1</c:v>
                </c:pt>
                <c:pt idx="13222">
                  <c:v>1322.2</c:v>
                </c:pt>
                <c:pt idx="13223">
                  <c:v>1322.3</c:v>
                </c:pt>
                <c:pt idx="13224">
                  <c:v>1322.4</c:v>
                </c:pt>
                <c:pt idx="13225">
                  <c:v>1322.5</c:v>
                </c:pt>
                <c:pt idx="13226">
                  <c:v>1322.6</c:v>
                </c:pt>
                <c:pt idx="13227">
                  <c:v>1322.7</c:v>
                </c:pt>
                <c:pt idx="13228">
                  <c:v>1322.8</c:v>
                </c:pt>
                <c:pt idx="13229">
                  <c:v>1322.9</c:v>
                </c:pt>
                <c:pt idx="13230">
                  <c:v>1323</c:v>
                </c:pt>
                <c:pt idx="13231">
                  <c:v>1323.1</c:v>
                </c:pt>
                <c:pt idx="13232">
                  <c:v>1323.2</c:v>
                </c:pt>
                <c:pt idx="13233">
                  <c:v>1323.3</c:v>
                </c:pt>
                <c:pt idx="13234">
                  <c:v>1323.4</c:v>
                </c:pt>
                <c:pt idx="13235">
                  <c:v>1323.5</c:v>
                </c:pt>
                <c:pt idx="13236">
                  <c:v>1323.6</c:v>
                </c:pt>
                <c:pt idx="13237">
                  <c:v>1323.7</c:v>
                </c:pt>
                <c:pt idx="13238">
                  <c:v>1323.8</c:v>
                </c:pt>
                <c:pt idx="13239">
                  <c:v>1323.9</c:v>
                </c:pt>
                <c:pt idx="13240">
                  <c:v>1324</c:v>
                </c:pt>
                <c:pt idx="13241">
                  <c:v>1324.1</c:v>
                </c:pt>
                <c:pt idx="13242">
                  <c:v>1324.2</c:v>
                </c:pt>
                <c:pt idx="13243">
                  <c:v>1324.3</c:v>
                </c:pt>
                <c:pt idx="13244">
                  <c:v>1324.4</c:v>
                </c:pt>
                <c:pt idx="13245">
                  <c:v>1324.5</c:v>
                </c:pt>
                <c:pt idx="13246">
                  <c:v>1324.6</c:v>
                </c:pt>
                <c:pt idx="13247">
                  <c:v>1324.7</c:v>
                </c:pt>
                <c:pt idx="13248">
                  <c:v>1324.8</c:v>
                </c:pt>
                <c:pt idx="13249">
                  <c:v>1324.9</c:v>
                </c:pt>
                <c:pt idx="13250">
                  <c:v>1325</c:v>
                </c:pt>
                <c:pt idx="13251">
                  <c:v>1325.1</c:v>
                </c:pt>
                <c:pt idx="13252">
                  <c:v>1325.2</c:v>
                </c:pt>
                <c:pt idx="13253">
                  <c:v>1325.3</c:v>
                </c:pt>
                <c:pt idx="13254">
                  <c:v>1325.4</c:v>
                </c:pt>
                <c:pt idx="13255">
                  <c:v>1325.5</c:v>
                </c:pt>
                <c:pt idx="13256">
                  <c:v>1325.6</c:v>
                </c:pt>
                <c:pt idx="13257">
                  <c:v>1325.7</c:v>
                </c:pt>
                <c:pt idx="13258">
                  <c:v>1325.8</c:v>
                </c:pt>
                <c:pt idx="13259">
                  <c:v>1325.9</c:v>
                </c:pt>
                <c:pt idx="13260">
                  <c:v>1326</c:v>
                </c:pt>
                <c:pt idx="13261">
                  <c:v>1326.1</c:v>
                </c:pt>
                <c:pt idx="13262">
                  <c:v>1326.2</c:v>
                </c:pt>
                <c:pt idx="13263">
                  <c:v>1326.3</c:v>
                </c:pt>
                <c:pt idx="13264">
                  <c:v>1326.4</c:v>
                </c:pt>
                <c:pt idx="13265">
                  <c:v>1326.5</c:v>
                </c:pt>
                <c:pt idx="13266">
                  <c:v>1326.6</c:v>
                </c:pt>
                <c:pt idx="13267">
                  <c:v>1326.7</c:v>
                </c:pt>
                <c:pt idx="13268">
                  <c:v>1326.8</c:v>
                </c:pt>
                <c:pt idx="13269">
                  <c:v>1326.9</c:v>
                </c:pt>
                <c:pt idx="13270">
                  <c:v>1327</c:v>
                </c:pt>
                <c:pt idx="13271">
                  <c:v>1327.1</c:v>
                </c:pt>
                <c:pt idx="13272">
                  <c:v>1327.2</c:v>
                </c:pt>
                <c:pt idx="13273">
                  <c:v>1327.3</c:v>
                </c:pt>
                <c:pt idx="13274">
                  <c:v>1327.4</c:v>
                </c:pt>
                <c:pt idx="13275">
                  <c:v>1327.5</c:v>
                </c:pt>
                <c:pt idx="13276">
                  <c:v>1327.6</c:v>
                </c:pt>
                <c:pt idx="13277">
                  <c:v>1327.7</c:v>
                </c:pt>
                <c:pt idx="13278">
                  <c:v>1327.8</c:v>
                </c:pt>
                <c:pt idx="13279">
                  <c:v>1327.9</c:v>
                </c:pt>
                <c:pt idx="13280">
                  <c:v>1328</c:v>
                </c:pt>
                <c:pt idx="13281">
                  <c:v>1328.1</c:v>
                </c:pt>
                <c:pt idx="13282">
                  <c:v>1328.2</c:v>
                </c:pt>
                <c:pt idx="13283">
                  <c:v>1328.3</c:v>
                </c:pt>
                <c:pt idx="13284">
                  <c:v>1328.4</c:v>
                </c:pt>
                <c:pt idx="13285">
                  <c:v>1328.5</c:v>
                </c:pt>
                <c:pt idx="13286">
                  <c:v>1328.6</c:v>
                </c:pt>
                <c:pt idx="13287">
                  <c:v>1328.7</c:v>
                </c:pt>
                <c:pt idx="13288">
                  <c:v>1328.8</c:v>
                </c:pt>
                <c:pt idx="13289">
                  <c:v>1328.9</c:v>
                </c:pt>
                <c:pt idx="13290">
                  <c:v>1329</c:v>
                </c:pt>
                <c:pt idx="13291">
                  <c:v>1329.1</c:v>
                </c:pt>
                <c:pt idx="13292">
                  <c:v>1329.2</c:v>
                </c:pt>
                <c:pt idx="13293">
                  <c:v>1329.3</c:v>
                </c:pt>
                <c:pt idx="13294">
                  <c:v>1329.4</c:v>
                </c:pt>
                <c:pt idx="13295">
                  <c:v>1329.5</c:v>
                </c:pt>
                <c:pt idx="13296">
                  <c:v>1329.6</c:v>
                </c:pt>
                <c:pt idx="13297">
                  <c:v>1329.7</c:v>
                </c:pt>
                <c:pt idx="13298">
                  <c:v>1329.8</c:v>
                </c:pt>
                <c:pt idx="13299">
                  <c:v>1329.9</c:v>
                </c:pt>
                <c:pt idx="13300">
                  <c:v>1330</c:v>
                </c:pt>
                <c:pt idx="13301">
                  <c:v>1330.1</c:v>
                </c:pt>
                <c:pt idx="13302">
                  <c:v>1330.2</c:v>
                </c:pt>
                <c:pt idx="13303">
                  <c:v>1330.3</c:v>
                </c:pt>
                <c:pt idx="13304">
                  <c:v>1330.4</c:v>
                </c:pt>
                <c:pt idx="13305">
                  <c:v>1330.5</c:v>
                </c:pt>
                <c:pt idx="13306">
                  <c:v>1330.6</c:v>
                </c:pt>
                <c:pt idx="13307">
                  <c:v>1330.7</c:v>
                </c:pt>
                <c:pt idx="13308">
                  <c:v>1330.8</c:v>
                </c:pt>
                <c:pt idx="13309">
                  <c:v>1330.9</c:v>
                </c:pt>
                <c:pt idx="13310">
                  <c:v>1331</c:v>
                </c:pt>
                <c:pt idx="13311">
                  <c:v>1331.1</c:v>
                </c:pt>
                <c:pt idx="13312">
                  <c:v>1331.2</c:v>
                </c:pt>
                <c:pt idx="13313">
                  <c:v>1331.3</c:v>
                </c:pt>
                <c:pt idx="13314">
                  <c:v>1331.4</c:v>
                </c:pt>
                <c:pt idx="13315">
                  <c:v>1331.5</c:v>
                </c:pt>
                <c:pt idx="13316">
                  <c:v>1331.6</c:v>
                </c:pt>
                <c:pt idx="13317">
                  <c:v>1331.7</c:v>
                </c:pt>
                <c:pt idx="13318">
                  <c:v>1331.8</c:v>
                </c:pt>
                <c:pt idx="13319">
                  <c:v>1331.9</c:v>
                </c:pt>
                <c:pt idx="13320">
                  <c:v>1332</c:v>
                </c:pt>
                <c:pt idx="13321">
                  <c:v>1332.1</c:v>
                </c:pt>
                <c:pt idx="13322">
                  <c:v>1332.2</c:v>
                </c:pt>
                <c:pt idx="13323">
                  <c:v>1332.3</c:v>
                </c:pt>
                <c:pt idx="13324">
                  <c:v>1332.4</c:v>
                </c:pt>
                <c:pt idx="13325">
                  <c:v>1332.5</c:v>
                </c:pt>
                <c:pt idx="13326">
                  <c:v>1332.6</c:v>
                </c:pt>
                <c:pt idx="13327">
                  <c:v>1332.7</c:v>
                </c:pt>
                <c:pt idx="13328">
                  <c:v>1332.8</c:v>
                </c:pt>
                <c:pt idx="13329">
                  <c:v>1332.9</c:v>
                </c:pt>
                <c:pt idx="13330">
                  <c:v>1333</c:v>
                </c:pt>
                <c:pt idx="13331">
                  <c:v>1333.1</c:v>
                </c:pt>
                <c:pt idx="13332">
                  <c:v>1333.2</c:v>
                </c:pt>
                <c:pt idx="13333">
                  <c:v>1333.3</c:v>
                </c:pt>
                <c:pt idx="13334">
                  <c:v>1333.4</c:v>
                </c:pt>
                <c:pt idx="13335">
                  <c:v>1333.5</c:v>
                </c:pt>
                <c:pt idx="13336">
                  <c:v>1333.6</c:v>
                </c:pt>
                <c:pt idx="13337">
                  <c:v>1333.7</c:v>
                </c:pt>
                <c:pt idx="13338">
                  <c:v>1333.8</c:v>
                </c:pt>
                <c:pt idx="13339">
                  <c:v>1333.9</c:v>
                </c:pt>
                <c:pt idx="13340">
                  <c:v>1334</c:v>
                </c:pt>
                <c:pt idx="13341">
                  <c:v>1334.1</c:v>
                </c:pt>
                <c:pt idx="13342">
                  <c:v>1334.2</c:v>
                </c:pt>
                <c:pt idx="13343">
                  <c:v>1334.3</c:v>
                </c:pt>
                <c:pt idx="13344">
                  <c:v>1334.4</c:v>
                </c:pt>
                <c:pt idx="13345">
                  <c:v>1334.5</c:v>
                </c:pt>
                <c:pt idx="13346">
                  <c:v>1334.6</c:v>
                </c:pt>
                <c:pt idx="13347">
                  <c:v>1334.7</c:v>
                </c:pt>
                <c:pt idx="13348">
                  <c:v>1334.8</c:v>
                </c:pt>
                <c:pt idx="13349">
                  <c:v>1334.9</c:v>
                </c:pt>
                <c:pt idx="13350">
                  <c:v>1335</c:v>
                </c:pt>
                <c:pt idx="13351">
                  <c:v>1335.1</c:v>
                </c:pt>
                <c:pt idx="13352">
                  <c:v>1335.2</c:v>
                </c:pt>
                <c:pt idx="13353">
                  <c:v>1335.3</c:v>
                </c:pt>
                <c:pt idx="13354">
                  <c:v>1335.4</c:v>
                </c:pt>
                <c:pt idx="13355">
                  <c:v>1335.5</c:v>
                </c:pt>
                <c:pt idx="13356">
                  <c:v>1335.6</c:v>
                </c:pt>
                <c:pt idx="13357">
                  <c:v>1335.7</c:v>
                </c:pt>
                <c:pt idx="13358">
                  <c:v>1335.8</c:v>
                </c:pt>
                <c:pt idx="13359">
                  <c:v>1335.9</c:v>
                </c:pt>
                <c:pt idx="13360">
                  <c:v>1336</c:v>
                </c:pt>
                <c:pt idx="13361">
                  <c:v>1336.1</c:v>
                </c:pt>
                <c:pt idx="13362">
                  <c:v>1336.2</c:v>
                </c:pt>
                <c:pt idx="13363">
                  <c:v>1336.3</c:v>
                </c:pt>
                <c:pt idx="13364">
                  <c:v>1336.4</c:v>
                </c:pt>
                <c:pt idx="13365">
                  <c:v>1336.5</c:v>
                </c:pt>
                <c:pt idx="13366">
                  <c:v>1336.6</c:v>
                </c:pt>
                <c:pt idx="13367">
                  <c:v>1336.7</c:v>
                </c:pt>
                <c:pt idx="13368">
                  <c:v>1336.8</c:v>
                </c:pt>
                <c:pt idx="13369">
                  <c:v>1336.9</c:v>
                </c:pt>
                <c:pt idx="13370">
                  <c:v>1337</c:v>
                </c:pt>
                <c:pt idx="13371">
                  <c:v>1337.1</c:v>
                </c:pt>
                <c:pt idx="13372">
                  <c:v>1337.2</c:v>
                </c:pt>
                <c:pt idx="13373">
                  <c:v>1337.3</c:v>
                </c:pt>
                <c:pt idx="13374">
                  <c:v>1337.4</c:v>
                </c:pt>
                <c:pt idx="13375">
                  <c:v>1337.5</c:v>
                </c:pt>
                <c:pt idx="13376">
                  <c:v>1337.6</c:v>
                </c:pt>
                <c:pt idx="13377">
                  <c:v>1337.7</c:v>
                </c:pt>
                <c:pt idx="13378">
                  <c:v>1337.8</c:v>
                </c:pt>
                <c:pt idx="13379">
                  <c:v>1337.9</c:v>
                </c:pt>
                <c:pt idx="13380">
                  <c:v>1338</c:v>
                </c:pt>
                <c:pt idx="13381">
                  <c:v>1338.1</c:v>
                </c:pt>
                <c:pt idx="13382">
                  <c:v>1338.2</c:v>
                </c:pt>
                <c:pt idx="13383">
                  <c:v>1338.3</c:v>
                </c:pt>
                <c:pt idx="13384">
                  <c:v>1338.4</c:v>
                </c:pt>
                <c:pt idx="13385">
                  <c:v>1338.5</c:v>
                </c:pt>
                <c:pt idx="13386">
                  <c:v>1338.6</c:v>
                </c:pt>
                <c:pt idx="13387">
                  <c:v>1338.7</c:v>
                </c:pt>
                <c:pt idx="13388">
                  <c:v>1338.8</c:v>
                </c:pt>
                <c:pt idx="13389">
                  <c:v>1338.9</c:v>
                </c:pt>
                <c:pt idx="13390">
                  <c:v>1339</c:v>
                </c:pt>
                <c:pt idx="13391">
                  <c:v>1339.1</c:v>
                </c:pt>
                <c:pt idx="13392">
                  <c:v>1339.2</c:v>
                </c:pt>
                <c:pt idx="13393">
                  <c:v>1339.3</c:v>
                </c:pt>
                <c:pt idx="13394">
                  <c:v>1339.4</c:v>
                </c:pt>
                <c:pt idx="13395">
                  <c:v>1339.5</c:v>
                </c:pt>
                <c:pt idx="13396">
                  <c:v>1339.6</c:v>
                </c:pt>
                <c:pt idx="13397">
                  <c:v>1339.7</c:v>
                </c:pt>
                <c:pt idx="13398">
                  <c:v>1339.8</c:v>
                </c:pt>
                <c:pt idx="13399">
                  <c:v>1339.9</c:v>
                </c:pt>
                <c:pt idx="13400">
                  <c:v>1340</c:v>
                </c:pt>
                <c:pt idx="13401">
                  <c:v>1340.1</c:v>
                </c:pt>
                <c:pt idx="13402">
                  <c:v>1340.2</c:v>
                </c:pt>
                <c:pt idx="13403">
                  <c:v>1340.3</c:v>
                </c:pt>
                <c:pt idx="13404">
                  <c:v>1340.4</c:v>
                </c:pt>
                <c:pt idx="13405">
                  <c:v>1340.5</c:v>
                </c:pt>
                <c:pt idx="13406">
                  <c:v>1340.6</c:v>
                </c:pt>
                <c:pt idx="13407">
                  <c:v>1340.7</c:v>
                </c:pt>
                <c:pt idx="13408">
                  <c:v>1340.8</c:v>
                </c:pt>
                <c:pt idx="13409">
                  <c:v>1340.9</c:v>
                </c:pt>
                <c:pt idx="13410">
                  <c:v>1341</c:v>
                </c:pt>
                <c:pt idx="13411">
                  <c:v>1341.1</c:v>
                </c:pt>
                <c:pt idx="13412">
                  <c:v>1341.2</c:v>
                </c:pt>
                <c:pt idx="13413">
                  <c:v>1341.3</c:v>
                </c:pt>
                <c:pt idx="13414">
                  <c:v>1341.4</c:v>
                </c:pt>
                <c:pt idx="13415">
                  <c:v>1341.5</c:v>
                </c:pt>
                <c:pt idx="13416">
                  <c:v>1341.6</c:v>
                </c:pt>
                <c:pt idx="13417">
                  <c:v>1341.7</c:v>
                </c:pt>
                <c:pt idx="13418">
                  <c:v>1341.8</c:v>
                </c:pt>
                <c:pt idx="13419">
                  <c:v>1341.9</c:v>
                </c:pt>
                <c:pt idx="13420">
                  <c:v>1342</c:v>
                </c:pt>
                <c:pt idx="13421">
                  <c:v>1342.1</c:v>
                </c:pt>
                <c:pt idx="13422">
                  <c:v>1342.2</c:v>
                </c:pt>
                <c:pt idx="13423">
                  <c:v>1342.3</c:v>
                </c:pt>
                <c:pt idx="13424">
                  <c:v>1342.4</c:v>
                </c:pt>
                <c:pt idx="13425">
                  <c:v>1342.5</c:v>
                </c:pt>
                <c:pt idx="13426">
                  <c:v>1342.6</c:v>
                </c:pt>
                <c:pt idx="13427">
                  <c:v>1342.7</c:v>
                </c:pt>
                <c:pt idx="13428">
                  <c:v>1342.8</c:v>
                </c:pt>
                <c:pt idx="13429">
                  <c:v>1342.9</c:v>
                </c:pt>
                <c:pt idx="13430">
                  <c:v>1343</c:v>
                </c:pt>
                <c:pt idx="13431">
                  <c:v>1343.1</c:v>
                </c:pt>
                <c:pt idx="13432">
                  <c:v>1343.2</c:v>
                </c:pt>
                <c:pt idx="13433">
                  <c:v>1343.3</c:v>
                </c:pt>
                <c:pt idx="13434">
                  <c:v>1343.4</c:v>
                </c:pt>
                <c:pt idx="13435">
                  <c:v>1343.5</c:v>
                </c:pt>
                <c:pt idx="13436">
                  <c:v>1343.6</c:v>
                </c:pt>
                <c:pt idx="13437">
                  <c:v>1343.7</c:v>
                </c:pt>
                <c:pt idx="13438">
                  <c:v>1343.8</c:v>
                </c:pt>
                <c:pt idx="13439">
                  <c:v>1343.9</c:v>
                </c:pt>
                <c:pt idx="13440">
                  <c:v>1344</c:v>
                </c:pt>
                <c:pt idx="13441">
                  <c:v>1344.1</c:v>
                </c:pt>
                <c:pt idx="13442">
                  <c:v>1344.2</c:v>
                </c:pt>
                <c:pt idx="13443">
                  <c:v>1344.3</c:v>
                </c:pt>
                <c:pt idx="13444">
                  <c:v>1344.4</c:v>
                </c:pt>
                <c:pt idx="13445">
                  <c:v>1344.5</c:v>
                </c:pt>
                <c:pt idx="13446">
                  <c:v>1344.6</c:v>
                </c:pt>
                <c:pt idx="13447">
                  <c:v>1344.7</c:v>
                </c:pt>
                <c:pt idx="13448">
                  <c:v>1344.8</c:v>
                </c:pt>
                <c:pt idx="13449">
                  <c:v>1344.9</c:v>
                </c:pt>
                <c:pt idx="13450">
                  <c:v>1345</c:v>
                </c:pt>
                <c:pt idx="13451">
                  <c:v>1345.1</c:v>
                </c:pt>
                <c:pt idx="13452">
                  <c:v>1345.2</c:v>
                </c:pt>
                <c:pt idx="13453">
                  <c:v>1345.3</c:v>
                </c:pt>
                <c:pt idx="13454">
                  <c:v>1345.4</c:v>
                </c:pt>
                <c:pt idx="13455">
                  <c:v>1345.5</c:v>
                </c:pt>
                <c:pt idx="13456">
                  <c:v>1345.6</c:v>
                </c:pt>
                <c:pt idx="13457">
                  <c:v>1345.7</c:v>
                </c:pt>
                <c:pt idx="13458">
                  <c:v>1345.8</c:v>
                </c:pt>
                <c:pt idx="13459">
                  <c:v>1345.9</c:v>
                </c:pt>
                <c:pt idx="13460">
                  <c:v>1346</c:v>
                </c:pt>
                <c:pt idx="13461">
                  <c:v>1346.1</c:v>
                </c:pt>
                <c:pt idx="13462">
                  <c:v>1346.2</c:v>
                </c:pt>
                <c:pt idx="13463">
                  <c:v>1346.3</c:v>
                </c:pt>
                <c:pt idx="13464">
                  <c:v>1346.4</c:v>
                </c:pt>
                <c:pt idx="13465">
                  <c:v>1346.5</c:v>
                </c:pt>
                <c:pt idx="13466">
                  <c:v>1346.6</c:v>
                </c:pt>
                <c:pt idx="13467">
                  <c:v>1346.7</c:v>
                </c:pt>
                <c:pt idx="13468">
                  <c:v>1346.8</c:v>
                </c:pt>
                <c:pt idx="13469">
                  <c:v>1346.9</c:v>
                </c:pt>
                <c:pt idx="13470">
                  <c:v>1347</c:v>
                </c:pt>
                <c:pt idx="13471">
                  <c:v>1347.1</c:v>
                </c:pt>
                <c:pt idx="13472">
                  <c:v>1347.2</c:v>
                </c:pt>
                <c:pt idx="13473">
                  <c:v>1347.3</c:v>
                </c:pt>
                <c:pt idx="13474">
                  <c:v>1347.4</c:v>
                </c:pt>
                <c:pt idx="13475">
                  <c:v>1347.5</c:v>
                </c:pt>
                <c:pt idx="13476">
                  <c:v>1347.6</c:v>
                </c:pt>
                <c:pt idx="13477">
                  <c:v>1347.7</c:v>
                </c:pt>
                <c:pt idx="13478">
                  <c:v>1347.8</c:v>
                </c:pt>
                <c:pt idx="13479">
                  <c:v>1347.9</c:v>
                </c:pt>
                <c:pt idx="13480">
                  <c:v>1348</c:v>
                </c:pt>
                <c:pt idx="13481">
                  <c:v>1348.1</c:v>
                </c:pt>
                <c:pt idx="13482">
                  <c:v>1348.2</c:v>
                </c:pt>
                <c:pt idx="13483">
                  <c:v>1348.3</c:v>
                </c:pt>
                <c:pt idx="13484">
                  <c:v>1348.4</c:v>
                </c:pt>
                <c:pt idx="13485">
                  <c:v>1348.5</c:v>
                </c:pt>
                <c:pt idx="13486">
                  <c:v>1348.6</c:v>
                </c:pt>
                <c:pt idx="13487">
                  <c:v>1348.7</c:v>
                </c:pt>
                <c:pt idx="13488">
                  <c:v>1348.8</c:v>
                </c:pt>
                <c:pt idx="13489">
                  <c:v>1348.9</c:v>
                </c:pt>
                <c:pt idx="13490">
                  <c:v>1349</c:v>
                </c:pt>
                <c:pt idx="13491">
                  <c:v>1349.1</c:v>
                </c:pt>
                <c:pt idx="13492">
                  <c:v>1349.2</c:v>
                </c:pt>
                <c:pt idx="13493">
                  <c:v>1349.3</c:v>
                </c:pt>
                <c:pt idx="13494">
                  <c:v>1349.4</c:v>
                </c:pt>
                <c:pt idx="13495">
                  <c:v>1349.5</c:v>
                </c:pt>
                <c:pt idx="13496">
                  <c:v>1349.6</c:v>
                </c:pt>
                <c:pt idx="13497">
                  <c:v>1349.7</c:v>
                </c:pt>
                <c:pt idx="13498">
                  <c:v>1349.8</c:v>
                </c:pt>
                <c:pt idx="13499">
                  <c:v>1349.9</c:v>
                </c:pt>
                <c:pt idx="13500">
                  <c:v>1350</c:v>
                </c:pt>
                <c:pt idx="13501">
                  <c:v>1350.1</c:v>
                </c:pt>
                <c:pt idx="13502">
                  <c:v>1350.2</c:v>
                </c:pt>
                <c:pt idx="13503">
                  <c:v>1350.3</c:v>
                </c:pt>
                <c:pt idx="13504">
                  <c:v>1350.4</c:v>
                </c:pt>
                <c:pt idx="13505">
                  <c:v>1350.5</c:v>
                </c:pt>
                <c:pt idx="13506">
                  <c:v>1350.6</c:v>
                </c:pt>
                <c:pt idx="13507">
                  <c:v>1350.7</c:v>
                </c:pt>
                <c:pt idx="13508">
                  <c:v>1350.8</c:v>
                </c:pt>
                <c:pt idx="13509">
                  <c:v>1350.9</c:v>
                </c:pt>
                <c:pt idx="13510">
                  <c:v>1351</c:v>
                </c:pt>
                <c:pt idx="13511">
                  <c:v>1351.1</c:v>
                </c:pt>
                <c:pt idx="13512">
                  <c:v>1351.2</c:v>
                </c:pt>
                <c:pt idx="13513">
                  <c:v>1351.3</c:v>
                </c:pt>
                <c:pt idx="13514">
                  <c:v>1351.4</c:v>
                </c:pt>
                <c:pt idx="13515">
                  <c:v>1351.5</c:v>
                </c:pt>
                <c:pt idx="13516">
                  <c:v>1351.6</c:v>
                </c:pt>
                <c:pt idx="13517">
                  <c:v>1351.7</c:v>
                </c:pt>
                <c:pt idx="13518">
                  <c:v>1351.8</c:v>
                </c:pt>
                <c:pt idx="13519">
                  <c:v>1351.9</c:v>
                </c:pt>
                <c:pt idx="13520">
                  <c:v>1352</c:v>
                </c:pt>
                <c:pt idx="13521">
                  <c:v>1352.1</c:v>
                </c:pt>
                <c:pt idx="13522">
                  <c:v>1352.2</c:v>
                </c:pt>
                <c:pt idx="13523">
                  <c:v>1352.3</c:v>
                </c:pt>
                <c:pt idx="13524">
                  <c:v>1352.4</c:v>
                </c:pt>
                <c:pt idx="13525">
                  <c:v>1352.5</c:v>
                </c:pt>
                <c:pt idx="13526">
                  <c:v>1352.6</c:v>
                </c:pt>
                <c:pt idx="13527">
                  <c:v>1352.7</c:v>
                </c:pt>
                <c:pt idx="13528">
                  <c:v>1352.8</c:v>
                </c:pt>
                <c:pt idx="13529">
                  <c:v>1352.9</c:v>
                </c:pt>
                <c:pt idx="13530">
                  <c:v>1353</c:v>
                </c:pt>
                <c:pt idx="13531">
                  <c:v>1353.1</c:v>
                </c:pt>
                <c:pt idx="13532">
                  <c:v>1353.2</c:v>
                </c:pt>
                <c:pt idx="13533">
                  <c:v>1353.3</c:v>
                </c:pt>
                <c:pt idx="13534">
                  <c:v>1353.4</c:v>
                </c:pt>
                <c:pt idx="13535">
                  <c:v>1353.5</c:v>
                </c:pt>
                <c:pt idx="13536">
                  <c:v>1353.6</c:v>
                </c:pt>
                <c:pt idx="13537">
                  <c:v>1353.7</c:v>
                </c:pt>
                <c:pt idx="13538">
                  <c:v>1353.8</c:v>
                </c:pt>
                <c:pt idx="13539">
                  <c:v>1353.9</c:v>
                </c:pt>
                <c:pt idx="13540">
                  <c:v>1354</c:v>
                </c:pt>
                <c:pt idx="13541">
                  <c:v>1354.1</c:v>
                </c:pt>
                <c:pt idx="13542">
                  <c:v>1354.2</c:v>
                </c:pt>
                <c:pt idx="13543">
                  <c:v>1354.3</c:v>
                </c:pt>
                <c:pt idx="13544">
                  <c:v>1354.4</c:v>
                </c:pt>
                <c:pt idx="13545">
                  <c:v>1354.5</c:v>
                </c:pt>
                <c:pt idx="13546">
                  <c:v>1354.6</c:v>
                </c:pt>
                <c:pt idx="13547">
                  <c:v>1354.7</c:v>
                </c:pt>
                <c:pt idx="13548">
                  <c:v>1354.8</c:v>
                </c:pt>
                <c:pt idx="13549">
                  <c:v>1354.9</c:v>
                </c:pt>
                <c:pt idx="13550">
                  <c:v>1355</c:v>
                </c:pt>
                <c:pt idx="13551">
                  <c:v>1355.1</c:v>
                </c:pt>
                <c:pt idx="13552">
                  <c:v>1355.2</c:v>
                </c:pt>
                <c:pt idx="13553">
                  <c:v>1355.3</c:v>
                </c:pt>
                <c:pt idx="13554">
                  <c:v>1355.4</c:v>
                </c:pt>
                <c:pt idx="13555">
                  <c:v>1355.5</c:v>
                </c:pt>
                <c:pt idx="13556">
                  <c:v>1355.6</c:v>
                </c:pt>
                <c:pt idx="13557">
                  <c:v>1355.7</c:v>
                </c:pt>
                <c:pt idx="13558">
                  <c:v>1355.8</c:v>
                </c:pt>
                <c:pt idx="13559">
                  <c:v>1355.9</c:v>
                </c:pt>
                <c:pt idx="13560">
                  <c:v>1356</c:v>
                </c:pt>
                <c:pt idx="13561">
                  <c:v>1356.1</c:v>
                </c:pt>
                <c:pt idx="13562">
                  <c:v>1356.2</c:v>
                </c:pt>
                <c:pt idx="13563">
                  <c:v>1356.3</c:v>
                </c:pt>
                <c:pt idx="13564">
                  <c:v>1356.4</c:v>
                </c:pt>
                <c:pt idx="13565">
                  <c:v>1356.5</c:v>
                </c:pt>
                <c:pt idx="13566">
                  <c:v>1356.6</c:v>
                </c:pt>
                <c:pt idx="13567">
                  <c:v>1356.7</c:v>
                </c:pt>
                <c:pt idx="13568">
                  <c:v>1356.8</c:v>
                </c:pt>
                <c:pt idx="13569">
                  <c:v>1356.9</c:v>
                </c:pt>
                <c:pt idx="13570">
                  <c:v>1357</c:v>
                </c:pt>
                <c:pt idx="13571">
                  <c:v>1357.1</c:v>
                </c:pt>
                <c:pt idx="13572">
                  <c:v>1357.2</c:v>
                </c:pt>
                <c:pt idx="13573">
                  <c:v>1357.3</c:v>
                </c:pt>
                <c:pt idx="13574">
                  <c:v>1357.4</c:v>
                </c:pt>
                <c:pt idx="13575">
                  <c:v>1357.5</c:v>
                </c:pt>
                <c:pt idx="13576">
                  <c:v>1357.6</c:v>
                </c:pt>
                <c:pt idx="13577">
                  <c:v>1357.7</c:v>
                </c:pt>
                <c:pt idx="13578">
                  <c:v>1357.8</c:v>
                </c:pt>
                <c:pt idx="13579">
                  <c:v>1357.9</c:v>
                </c:pt>
                <c:pt idx="13580">
                  <c:v>1358</c:v>
                </c:pt>
                <c:pt idx="13581">
                  <c:v>1358.1</c:v>
                </c:pt>
                <c:pt idx="13582">
                  <c:v>1358.2</c:v>
                </c:pt>
                <c:pt idx="13583">
                  <c:v>1358.3</c:v>
                </c:pt>
                <c:pt idx="13584">
                  <c:v>1358.4</c:v>
                </c:pt>
                <c:pt idx="13585">
                  <c:v>1358.5</c:v>
                </c:pt>
                <c:pt idx="13586">
                  <c:v>1358.6</c:v>
                </c:pt>
                <c:pt idx="13587">
                  <c:v>1358.7</c:v>
                </c:pt>
                <c:pt idx="13588">
                  <c:v>1358.8</c:v>
                </c:pt>
                <c:pt idx="13589">
                  <c:v>1358.9</c:v>
                </c:pt>
                <c:pt idx="13590">
                  <c:v>1359</c:v>
                </c:pt>
                <c:pt idx="13591">
                  <c:v>1359.1</c:v>
                </c:pt>
                <c:pt idx="13592">
                  <c:v>1359.2</c:v>
                </c:pt>
                <c:pt idx="13593">
                  <c:v>1359.3</c:v>
                </c:pt>
                <c:pt idx="13594">
                  <c:v>1359.4</c:v>
                </c:pt>
                <c:pt idx="13595">
                  <c:v>1359.5</c:v>
                </c:pt>
                <c:pt idx="13596">
                  <c:v>1359.6</c:v>
                </c:pt>
                <c:pt idx="13597">
                  <c:v>1359.7</c:v>
                </c:pt>
                <c:pt idx="13598">
                  <c:v>1359.8</c:v>
                </c:pt>
                <c:pt idx="13599">
                  <c:v>1359.9</c:v>
                </c:pt>
                <c:pt idx="13600">
                  <c:v>1360</c:v>
                </c:pt>
                <c:pt idx="13601">
                  <c:v>1360.1</c:v>
                </c:pt>
                <c:pt idx="13602">
                  <c:v>1360.2</c:v>
                </c:pt>
                <c:pt idx="13603">
                  <c:v>1360.3</c:v>
                </c:pt>
                <c:pt idx="13604">
                  <c:v>1360.4</c:v>
                </c:pt>
                <c:pt idx="13605">
                  <c:v>1360.5</c:v>
                </c:pt>
                <c:pt idx="13606">
                  <c:v>1360.6</c:v>
                </c:pt>
                <c:pt idx="13607">
                  <c:v>1360.7</c:v>
                </c:pt>
                <c:pt idx="13608">
                  <c:v>1360.8</c:v>
                </c:pt>
                <c:pt idx="13609">
                  <c:v>1360.9</c:v>
                </c:pt>
                <c:pt idx="13610">
                  <c:v>1361</c:v>
                </c:pt>
                <c:pt idx="13611">
                  <c:v>1361.1</c:v>
                </c:pt>
                <c:pt idx="13612">
                  <c:v>1361.2</c:v>
                </c:pt>
                <c:pt idx="13613">
                  <c:v>1361.3</c:v>
                </c:pt>
                <c:pt idx="13614">
                  <c:v>1361.4</c:v>
                </c:pt>
                <c:pt idx="13615">
                  <c:v>1361.5</c:v>
                </c:pt>
                <c:pt idx="13616">
                  <c:v>1361.6</c:v>
                </c:pt>
                <c:pt idx="13617">
                  <c:v>1361.7</c:v>
                </c:pt>
                <c:pt idx="13618">
                  <c:v>1361.8</c:v>
                </c:pt>
                <c:pt idx="13619">
                  <c:v>1361.9</c:v>
                </c:pt>
                <c:pt idx="13620">
                  <c:v>1362</c:v>
                </c:pt>
                <c:pt idx="13621">
                  <c:v>1362.1</c:v>
                </c:pt>
                <c:pt idx="13622">
                  <c:v>1362.2</c:v>
                </c:pt>
                <c:pt idx="13623">
                  <c:v>1362.3</c:v>
                </c:pt>
                <c:pt idx="13624">
                  <c:v>1362.4</c:v>
                </c:pt>
                <c:pt idx="13625">
                  <c:v>1362.5</c:v>
                </c:pt>
                <c:pt idx="13626">
                  <c:v>1362.6</c:v>
                </c:pt>
                <c:pt idx="13627">
                  <c:v>1362.7</c:v>
                </c:pt>
                <c:pt idx="13628">
                  <c:v>1362.8</c:v>
                </c:pt>
                <c:pt idx="13629">
                  <c:v>1362.9</c:v>
                </c:pt>
                <c:pt idx="13630">
                  <c:v>1363</c:v>
                </c:pt>
                <c:pt idx="13631">
                  <c:v>1363.1</c:v>
                </c:pt>
                <c:pt idx="13632">
                  <c:v>1363.2</c:v>
                </c:pt>
                <c:pt idx="13633">
                  <c:v>1363.3</c:v>
                </c:pt>
                <c:pt idx="13634">
                  <c:v>1363.4</c:v>
                </c:pt>
                <c:pt idx="13635">
                  <c:v>1363.5</c:v>
                </c:pt>
                <c:pt idx="13636">
                  <c:v>1363.6</c:v>
                </c:pt>
                <c:pt idx="13637">
                  <c:v>1363.7</c:v>
                </c:pt>
                <c:pt idx="13638">
                  <c:v>1363.8</c:v>
                </c:pt>
                <c:pt idx="13639">
                  <c:v>1363.9</c:v>
                </c:pt>
                <c:pt idx="13640">
                  <c:v>1364</c:v>
                </c:pt>
                <c:pt idx="13641">
                  <c:v>1364.1</c:v>
                </c:pt>
                <c:pt idx="13642">
                  <c:v>1364.2</c:v>
                </c:pt>
                <c:pt idx="13643">
                  <c:v>1364.3</c:v>
                </c:pt>
                <c:pt idx="13644">
                  <c:v>1364.4</c:v>
                </c:pt>
                <c:pt idx="13645">
                  <c:v>1364.5</c:v>
                </c:pt>
                <c:pt idx="13646">
                  <c:v>1364.6</c:v>
                </c:pt>
                <c:pt idx="13647">
                  <c:v>1364.7</c:v>
                </c:pt>
                <c:pt idx="13648">
                  <c:v>1364.8</c:v>
                </c:pt>
                <c:pt idx="13649">
                  <c:v>1364.9</c:v>
                </c:pt>
                <c:pt idx="13650">
                  <c:v>1365</c:v>
                </c:pt>
                <c:pt idx="13651">
                  <c:v>1365.1</c:v>
                </c:pt>
                <c:pt idx="13652">
                  <c:v>1365.2</c:v>
                </c:pt>
                <c:pt idx="13653">
                  <c:v>1365.3</c:v>
                </c:pt>
                <c:pt idx="13654">
                  <c:v>1365.4</c:v>
                </c:pt>
                <c:pt idx="13655">
                  <c:v>1365.5</c:v>
                </c:pt>
                <c:pt idx="13656">
                  <c:v>1365.6</c:v>
                </c:pt>
                <c:pt idx="13657">
                  <c:v>1365.7</c:v>
                </c:pt>
                <c:pt idx="13658">
                  <c:v>1365.8</c:v>
                </c:pt>
                <c:pt idx="13659">
                  <c:v>1365.9</c:v>
                </c:pt>
                <c:pt idx="13660">
                  <c:v>1366</c:v>
                </c:pt>
                <c:pt idx="13661">
                  <c:v>1366.1</c:v>
                </c:pt>
                <c:pt idx="13662">
                  <c:v>1366.2</c:v>
                </c:pt>
                <c:pt idx="13663">
                  <c:v>1366.3</c:v>
                </c:pt>
                <c:pt idx="13664">
                  <c:v>1366.4</c:v>
                </c:pt>
                <c:pt idx="13665">
                  <c:v>1366.5</c:v>
                </c:pt>
                <c:pt idx="13666">
                  <c:v>1366.6</c:v>
                </c:pt>
                <c:pt idx="13667">
                  <c:v>1366.7</c:v>
                </c:pt>
                <c:pt idx="13668">
                  <c:v>1366.8</c:v>
                </c:pt>
                <c:pt idx="13669">
                  <c:v>1366.9</c:v>
                </c:pt>
                <c:pt idx="13670">
                  <c:v>1367</c:v>
                </c:pt>
                <c:pt idx="13671">
                  <c:v>1367.1</c:v>
                </c:pt>
                <c:pt idx="13672">
                  <c:v>1367.2</c:v>
                </c:pt>
                <c:pt idx="13673">
                  <c:v>1367.3</c:v>
                </c:pt>
                <c:pt idx="13674">
                  <c:v>1367.4</c:v>
                </c:pt>
                <c:pt idx="13675">
                  <c:v>1367.5</c:v>
                </c:pt>
                <c:pt idx="13676">
                  <c:v>1367.6</c:v>
                </c:pt>
                <c:pt idx="13677">
                  <c:v>1367.7</c:v>
                </c:pt>
                <c:pt idx="13678">
                  <c:v>1367.8</c:v>
                </c:pt>
                <c:pt idx="13679">
                  <c:v>1367.9</c:v>
                </c:pt>
                <c:pt idx="13680">
                  <c:v>1368</c:v>
                </c:pt>
                <c:pt idx="13681">
                  <c:v>1368.1</c:v>
                </c:pt>
                <c:pt idx="13682">
                  <c:v>1368.2</c:v>
                </c:pt>
                <c:pt idx="13683">
                  <c:v>1368.3</c:v>
                </c:pt>
                <c:pt idx="13684">
                  <c:v>1368.4</c:v>
                </c:pt>
                <c:pt idx="13685">
                  <c:v>1368.5</c:v>
                </c:pt>
                <c:pt idx="13686">
                  <c:v>1368.6</c:v>
                </c:pt>
                <c:pt idx="13687">
                  <c:v>1368.7</c:v>
                </c:pt>
                <c:pt idx="13688">
                  <c:v>1368.8</c:v>
                </c:pt>
                <c:pt idx="13689">
                  <c:v>1368.9</c:v>
                </c:pt>
                <c:pt idx="13690">
                  <c:v>1369</c:v>
                </c:pt>
                <c:pt idx="13691">
                  <c:v>1369.1</c:v>
                </c:pt>
                <c:pt idx="13692">
                  <c:v>1369.2</c:v>
                </c:pt>
                <c:pt idx="13693">
                  <c:v>1369.3</c:v>
                </c:pt>
                <c:pt idx="13694">
                  <c:v>1369.4</c:v>
                </c:pt>
                <c:pt idx="13695">
                  <c:v>1369.5</c:v>
                </c:pt>
                <c:pt idx="13696">
                  <c:v>1369.6</c:v>
                </c:pt>
                <c:pt idx="13697">
                  <c:v>1369.7</c:v>
                </c:pt>
                <c:pt idx="13698">
                  <c:v>1369.8</c:v>
                </c:pt>
                <c:pt idx="13699">
                  <c:v>1369.9</c:v>
                </c:pt>
                <c:pt idx="13700">
                  <c:v>1370</c:v>
                </c:pt>
                <c:pt idx="13701">
                  <c:v>1370.1</c:v>
                </c:pt>
                <c:pt idx="13702">
                  <c:v>1370.2</c:v>
                </c:pt>
                <c:pt idx="13703">
                  <c:v>1370.3</c:v>
                </c:pt>
                <c:pt idx="13704">
                  <c:v>1370.4</c:v>
                </c:pt>
                <c:pt idx="13705">
                  <c:v>1370.5</c:v>
                </c:pt>
                <c:pt idx="13706">
                  <c:v>1370.6</c:v>
                </c:pt>
                <c:pt idx="13707">
                  <c:v>1370.7</c:v>
                </c:pt>
                <c:pt idx="13708">
                  <c:v>1370.8</c:v>
                </c:pt>
                <c:pt idx="13709">
                  <c:v>1370.9</c:v>
                </c:pt>
                <c:pt idx="13710">
                  <c:v>1371</c:v>
                </c:pt>
                <c:pt idx="13711">
                  <c:v>1371.1</c:v>
                </c:pt>
                <c:pt idx="13712">
                  <c:v>1371.2</c:v>
                </c:pt>
                <c:pt idx="13713">
                  <c:v>1371.3</c:v>
                </c:pt>
                <c:pt idx="13714">
                  <c:v>1371.4</c:v>
                </c:pt>
                <c:pt idx="13715">
                  <c:v>1371.5</c:v>
                </c:pt>
                <c:pt idx="13716">
                  <c:v>1371.6</c:v>
                </c:pt>
                <c:pt idx="13717">
                  <c:v>1371.7</c:v>
                </c:pt>
                <c:pt idx="13718">
                  <c:v>1371.8</c:v>
                </c:pt>
                <c:pt idx="13719">
                  <c:v>1371.9</c:v>
                </c:pt>
                <c:pt idx="13720">
                  <c:v>1372</c:v>
                </c:pt>
                <c:pt idx="13721">
                  <c:v>1372.1</c:v>
                </c:pt>
                <c:pt idx="13722">
                  <c:v>1372.2</c:v>
                </c:pt>
                <c:pt idx="13723">
                  <c:v>1372.3</c:v>
                </c:pt>
                <c:pt idx="13724">
                  <c:v>1372.4</c:v>
                </c:pt>
                <c:pt idx="13725">
                  <c:v>1372.5</c:v>
                </c:pt>
                <c:pt idx="13726">
                  <c:v>1372.6</c:v>
                </c:pt>
                <c:pt idx="13727">
                  <c:v>1372.7</c:v>
                </c:pt>
                <c:pt idx="13728">
                  <c:v>1372.8</c:v>
                </c:pt>
                <c:pt idx="13729">
                  <c:v>1372.9</c:v>
                </c:pt>
                <c:pt idx="13730">
                  <c:v>1373</c:v>
                </c:pt>
                <c:pt idx="13731">
                  <c:v>1373.1</c:v>
                </c:pt>
                <c:pt idx="13732">
                  <c:v>1373.2</c:v>
                </c:pt>
                <c:pt idx="13733">
                  <c:v>1373.3</c:v>
                </c:pt>
                <c:pt idx="13734">
                  <c:v>1373.4</c:v>
                </c:pt>
                <c:pt idx="13735">
                  <c:v>1373.5</c:v>
                </c:pt>
                <c:pt idx="13736">
                  <c:v>1373.6</c:v>
                </c:pt>
                <c:pt idx="13737">
                  <c:v>1373.7</c:v>
                </c:pt>
                <c:pt idx="13738">
                  <c:v>1373.8</c:v>
                </c:pt>
                <c:pt idx="13739">
                  <c:v>1373.9</c:v>
                </c:pt>
                <c:pt idx="13740">
                  <c:v>1374</c:v>
                </c:pt>
                <c:pt idx="13741">
                  <c:v>1374.1</c:v>
                </c:pt>
                <c:pt idx="13742">
                  <c:v>1374.2</c:v>
                </c:pt>
                <c:pt idx="13743">
                  <c:v>1374.3</c:v>
                </c:pt>
                <c:pt idx="13744">
                  <c:v>1374.4</c:v>
                </c:pt>
                <c:pt idx="13745">
                  <c:v>1374.5</c:v>
                </c:pt>
                <c:pt idx="13746">
                  <c:v>1374.6</c:v>
                </c:pt>
                <c:pt idx="13747">
                  <c:v>1374.7</c:v>
                </c:pt>
                <c:pt idx="13748">
                  <c:v>1374.8</c:v>
                </c:pt>
                <c:pt idx="13749">
                  <c:v>1374.9</c:v>
                </c:pt>
                <c:pt idx="13750">
                  <c:v>1375</c:v>
                </c:pt>
                <c:pt idx="13751">
                  <c:v>1375.1</c:v>
                </c:pt>
                <c:pt idx="13752">
                  <c:v>1375.2</c:v>
                </c:pt>
                <c:pt idx="13753">
                  <c:v>1375.3</c:v>
                </c:pt>
                <c:pt idx="13754">
                  <c:v>1375.4</c:v>
                </c:pt>
                <c:pt idx="13755">
                  <c:v>1375.5</c:v>
                </c:pt>
                <c:pt idx="13756">
                  <c:v>1375.6</c:v>
                </c:pt>
                <c:pt idx="13757">
                  <c:v>1375.7</c:v>
                </c:pt>
                <c:pt idx="13758">
                  <c:v>1375.8</c:v>
                </c:pt>
                <c:pt idx="13759">
                  <c:v>1375.9</c:v>
                </c:pt>
                <c:pt idx="13760">
                  <c:v>1376</c:v>
                </c:pt>
                <c:pt idx="13761">
                  <c:v>1376.1</c:v>
                </c:pt>
                <c:pt idx="13762">
                  <c:v>1376.2</c:v>
                </c:pt>
                <c:pt idx="13763">
                  <c:v>1376.3</c:v>
                </c:pt>
                <c:pt idx="13764">
                  <c:v>1376.4</c:v>
                </c:pt>
                <c:pt idx="13765">
                  <c:v>1376.5</c:v>
                </c:pt>
                <c:pt idx="13766">
                  <c:v>1376.6</c:v>
                </c:pt>
                <c:pt idx="13767">
                  <c:v>1376.7</c:v>
                </c:pt>
                <c:pt idx="13768">
                  <c:v>1376.8</c:v>
                </c:pt>
                <c:pt idx="13769">
                  <c:v>1376.9</c:v>
                </c:pt>
                <c:pt idx="13770">
                  <c:v>1377</c:v>
                </c:pt>
                <c:pt idx="13771">
                  <c:v>1377.1</c:v>
                </c:pt>
                <c:pt idx="13772">
                  <c:v>1377.2</c:v>
                </c:pt>
                <c:pt idx="13773">
                  <c:v>1377.3</c:v>
                </c:pt>
                <c:pt idx="13774">
                  <c:v>1377.4</c:v>
                </c:pt>
                <c:pt idx="13775">
                  <c:v>1377.5</c:v>
                </c:pt>
                <c:pt idx="13776">
                  <c:v>1377.6</c:v>
                </c:pt>
                <c:pt idx="13777">
                  <c:v>1377.7</c:v>
                </c:pt>
                <c:pt idx="13778">
                  <c:v>1377.8</c:v>
                </c:pt>
                <c:pt idx="13779">
                  <c:v>1377.9</c:v>
                </c:pt>
                <c:pt idx="13780">
                  <c:v>1378</c:v>
                </c:pt>
                <c:pt idx="13781">
                  <c:v>1378.1</c:v>
                </c:pt>
                <c:pt idx="13782">
                  <c:v>1378.2</c:v>
                </c:pt>
                <c:pt idx="13783">
                  <c:v>1378.3</c:v>
                </c:pt>
                <c:pt idx="13784">
                  <c:v>1378.4</c:v>
                </c:pt>
                <c:pt idx="13785">
                  <c:v>1378.5</c:v>
                </c:pt>
                <c:pt idx="13786">
                  <c:v>1378.6</c:v>
                </c:pt>
                <c:pt idx="13787">
                  <c:v>1378.7</c:v>
                </c:pt>
                <c:pt idx="13788">
                  <c:v>1378.8</c:v>
                </c:pt>
                <c:pt idx="13789">
                  <c:v>1378.9</c:v>
                </c:pt>
                <c:pt idx="13790">
                  <c:v>1379</c:v>
                </c:pt>
                <c:pt idx="13791">
                  <c:v>1379.1</c:v>
                </c:pt>
                <c:pt idx="13792">
                  <c:v>1379.2</c:v>
                </c:pt>
                <c:pt idx="13793">
                  <c:v>1379.3</c:v>
                </c:pt>
                <c:pt idx="13794">
                  <c:v>1379.4</c:v>
                </c:pt>
                <c:pt idx="13795">
                  <c:v>1379.5</c:v>
                </c:pt>
                <c:pt idx="13796">
                  <c:v>1379.6</c:v>
                </c:pt>
                <c:pt idx="13797">
                  <c:v>1379.7</c:v>
                </c:pt>
                <c:pt idx="13798">
                  <c:v>1379.8</c:v>
                </c:pt>
                <c:pt idx="13799">
                  <c:v>1379.9</c:v>
                </c:pt>
                <c:pt idx="13800">
                  <c:v>1380</c:v>
                </c:pt>
                <c:pt idx="13801">
                  <c:v>1380.1</c:v>
                </c:pt>
                <c:pt idx="13802">
                  <c:v>1380.2</c:v>
                </c:pt>
                <c:pt idx="13803">
                  <c:v>1380.3</c:v>
                </c:pt>
                <c:pt idx="13804">
                  <c:v>1380.4</c:v>
                </c:pt>
                <c:pt idx="13805">
                  <c:v>1380.5</c:v>
                </c:pt>
                <c:pt idx="13806">
                  <c:v>1380.6</c:v>
                </c:pt>
                <c:pt idx="13807">
                  <c:v>1380.7</c:v>
                </c:pt>
                <c:pt idx="13808">
                  <c:v>1380.8</c:v>
                </c:pt>
                <c:pt idx="13809">
                  <c:v>1380.9</c:v>
                </c:pt>
                <c:pt idx="13810">
                  <c:v>1381</c:v>
                </c:pt>
                <c:pt idx="13811">
                  <c:v>1381.1</c:v>
                </c:pt>
                <c:pt idx="13812">
                  <c:v>1381.2</c:v>
                </c:pt>
                <c:pt idx="13813">
                  <c:v>1381.3</c:v>
                </c:pt>
                <c:pt idx="13814">
                  <c:v>1381.4</c:v>
                </c:pt>
                <c:pt idx="13815">
                  <c:v>1381.5</c:v>
                </c:pt>
                <c:pt idx="13816">
                  <c:v>1381.6</c:v>
                </c:pt>
                <c:pt idx="13817">
                  <c:v>1381.7</c:v>
                </c:pt>
                <c:pt idx="13818">
                  <c:v>1381.8</c:v>
                </c:pt>
                <c:pt idx="13819">
                  <c:v>1381.9</c:v>
                </c:pt>
                <c:pt idx="13820">
                  <c:v>1382</c:v>
                </c:pt>
                <c:pt idx="13821">
                  <c:v>1382.1</c:v>
                </c:pt>
                <c:pt idx="13822">
                  <c:v>1382.2</c:v>
                </c:pt>
                <c:pt idx="13823">
                  <c:v>1382.3</c:v>
                </c:pt>
                <c:pt idx="13824">
                  <c:v>1382.4</c:v>
                </c:pt>
                <c:pt idx="13825">
                  <c:v>1382.5</c:v>
                </c:pt>
                <c:pt idx="13826">
                  <c:v>1382.6</c:v>
                </c:pt>
                <c:pt idx="13827">
                  <c:v>1382.7</c:v>
                </c:pt>
                <c:pt idx="13828">
                  <c:v>1382.8</c:v>
                </c:pt>
                <c:pt idx="13829">
                  <c:v>1382.9</c:v>
                </c:pt>
                <c:pt idx="13830">
                  <c:v>1383</c:v>
                </c:pt>
                <c:pt idx="13831">
                  <c:v>1383.1</c:v>
                </c:pt>
                <c:pt idx="13832">
                  <c:v>1383.2</c:v>
                </c:pt>
                <c:pt idx="13833">
                  <c:v>1383.3</c:v>
                </c:pt>
                <c:pt idx="13834">
                  <c:v>1383.4</c:v>
                </c:pt>
                <c:pt idx="13835">
                  <c:v>1383.5</c:v>
                </c:pt>
                <c:pt idx="13836">
                  <c:v>1383.6</c:v>
                </c:pt>
                <c:pt idx="13837">
                  <c:v>1383.7</c:v>
                </c:pt>
                <c:pt idx="13838">
                  <c:v>1383.8</c:v>
                </c:pt>
                <c:pt idx="13839">
                  <c:v>1383.9</c:v>
                </c:pt>
                <c:pt idx="13840">
                  <c:v>1384</c:v>
                </c:pt>
                <c:pt idx="13841">
                  <c:v>1384.1</c:v>
                </c:pt>
                <c:pt idx="13842">
                  <c:v>1384.2</c:v>
                </c:pt>
                <c:pt idx="13843">
                  <c:v>1384.3</c:v>
                </c:pt>
                <c:pt idx="13844">
                  <c:v>1384.4</c:v>
                </c:pt>
                <c:pt idx="13845">
                  <c:v>1384.5</c:v>
                </c:pt>
                <c:pt idx="13846">
                  <c:v>1384.6</c:v>
                </c:pt>
                <c:pt idx="13847">
                  <c:v>1384.7</c:v>
                </c:pt>
                <c:pt idx="13848">
                  <c:v>1384.8</c:v>
                </c:pt>
                <c:pt idx="13849">
                  <c:v>1384.9</c:v>
                </c:pt>
                <c:pt idx="13850">
                  <c:v>1385</c:v>
                </c:pt>
                <c:pt idx="13851">
                  <c:v>1385.1</c:v>
                </c:pt>
                <c:pt idx="13852">
                  <c:v>1385.2</c:v>
                </c:pt>
                <c:pt idx="13853">
                  <c:v>1385.3</c:v>
                </c:pt>
                <c:pt idx="13854">
                  <c:v>1385.4</c:v>
                </c:pt>
                <c:pt idx="13855">
                  <c:v>1385.5</c:v>
                </c:pt>
                <c:pt idx="13856">
                  <c:v>1385.6</c:v>
                </c:pt>
                <c:pt idx="13857">
                  <c:v>1385.7</c:v>
                </c:pt>
                <c:pt idx="13858">
                  <c:v>1385.8</c:v>
                </c:pt>
                <c:pt idx="13859">
                  <c:v>1385.9</c:v>
                </c:pt>
                <c:pt idx="13860">
                  <c:v>1386</c:v>
                </c:pt>
                <c:pt idx="13861">
                  <c:v>1386.1</c:v>
                </c:pt>
                <c:pt idx="13862">
                  <c:v>1386.2</c:v>
                </c:pt>
                <c:pt idx="13863">
                  <c:v>1386.3</c:v>
                </c:pt>
                <c:pt idx="13864">
                  <c:v>1386.4</c:v>
                </c:pt>
                <c:pt idx="13865">
                  <c:v>1386.5</c:v>
                </c:pt>
                <c:pt idx="13866">
                  <c:v>1386.6</c:v>
                </c:pt>
                <c:pt idx="13867">
                  <c:v>1386.7</c:v>
                </c:pt>
                <c:pt idx="13868">
                  <c:v>1386.8</c:v>
                </c:pt>
                <c:pt idx="13869">
                  <c:v>1386.9</c:v>
                </c:pt>
                <c:pt idx="13870">
                  <c:v>1387</c:v>
                </c:pt>
                <c:pt idx="13871">
                  <c:v>1387.1</c:v>
                </c:pt>
                <c:pt idx="13872">
                  <c:v>1387.2</c:v>
                </c:pt>
                <c:pt idx="13873">
                  <c:v>1387.3</c:v>
                </c:pt>
                <c:pt idx="13874">
                  <c:v>1387.4</c:v>
                </c:pt>
                <c:pt idx="13875">
                  <c:v>1387.5</c:v>
                </c:pt>
                <c:pt idx="13876">
                  <c:v>1387.6</c:v>
                </c:pt>
                <c:pt idx="13877">
                  <c:v>1387.7</c:v>
                </c:pt>
                <c:pt idx="13878">
                  <c:v>1387.8</c:v>
                </c:pt>
                <c:pt idx="13879">
                  <c:v>1387.9</c:v>
                </c:pt>
                <c:pt idx="13880">
                  <c:v>1388</c:v>
                </c:pt>
                <c:pt idx="13881">
                  <c:v>1388.1</c:v>
                </c:pt>
                <c:pt idx="13882">
                  <c:v>1388.2</c:v>
                </c:pt>
                <c:pt idx="13883">
                  <c:v>1388.3</c:v>
                </c:pt>
                <c:pt idx="13884">
                  <c:v>1388.4</c:v>
                </c:pt>
                <c:pt idx="13885">
                  <c:v>1388.5</c:v>
                </c:pt>
                <c:pt idx="13886">
                  <c:v>1388.6</c:v>
                </c:pt>
                <c:pt idx="13887">
                  <c:v>1388.7</c:v>
                </c:pt>
                <c:pt idx="13888">
                  <c:v>1388.8</c:v>
                </c:pt>
                <c:pt idx="13889">
                  <c:v>1388.9</c:v>
                </c:pt>
                <c:pt idx="13890">
                  <c:v>1389</c:v>
                </c:pt>
                <c:pt idx="13891">
                  <c:v>1389.1</c:v>
                </c:pt>
                <c:pt idx="13892">
                  <c:v>1389.2</c:v>
                </c:pt>
                <c:pt idx="13893">
                  <c:v>1389.3</c:v>
                </c:pt>
                <c:pt idx="13894">
                  <c:v>1389.4</c:v>
                </c:pt>
                <c:pt idx="13895">
                  <c:v>1389.5</c:v>
                </c:pt>
                <c:pt idx="13896">
                  <c:v>1389.6</c:v>
                </c:pt>
                <c:pt idx="13897">
                  <c:v>1389.7</c:v>
                </c:pt>
                <c:pt idx="13898">
                  <c:v>1389.8</c:v>
                </c:pt>
                <c:pt idx="13899">
                  <c:v>1389.9</c:v>
                </c:pt>
                <c:pt idx="13900">
                  <c:v>1390</c:v>
                </c:pt>
                <c:pt idx="13901">
                  <c:v>1390.1</c:v>
                </c:pt>
                <c:pt idx="13902">
                  <c:v>1390.2</c:v>
                </c:pt>
                <c:pt idx="13903">
                  <c:v>1390.3</c:v>
                </c:pt>
                <c:pt idx="13904">
                  <c:v>1390.4</c:v>
                </c:pt>
                <c:pt idx="13905">
                  <c:v>1390.5</c:v>
                </c:pt>
                <c:pt idx="13906">
                  <c:v>1390.6</c:v>
                </c:pt>
                <c:pt idx="13907">
                  <c:v>1390.7</c:v>
                </c:pt>
                <c:pt idx="13908">
                  <c:v>1390.8</c:v>
                </c:pt>
                <c:pt idx="13909">
                  <c:v>1390.9</c:v>
                </c:pt>
                <c:pt idx="13910">
                  <c:v>1391</c:v>
                </c:pt>
                <c:pt idx="13911">
                  <c:v>1391.1</c:v>
                </c:pt>
                <c:pt idx="13912">
                  <c:v>1391.2</c:v>
                </c:pt>
                <c:pt idx="13913">
                  <c:v>1391.3</c:v>
                </c:pt>
                <c:pt idx="13914">
                  <c:v>1391.4</c:v>
                </c:pt>
                <c:pt idx="13915">
                  <c:v>1391.5</c:v>
                </c:pt>
                <c:pt idx="13916">
                  <c:v>1391.6</c:v>
                </c:pt>
                <c:pt idx="13917">
                  <c:v>1391.7</c:v>
                </c:pt>
                <c:pt idx="13918">
                  <c:v>1391.8</c:v>
                </c:pt>
                <c:pt idx="13919">
                  <c:v>1391.9</c:v>
                </c:pt>
                <c:pt idx="13920">
                  <c:v>1392</c:v>
                </c:pt>
                <c:pt idx="13921">
                  <c:v>1392.1</c:v>
                </c:pt>
                <c:pt idx="13922">
                  <c:v>1392.2</c:v>
                </c:pt>
                <c:pt idx="13923">
                  <c:v>1392.3</c:v>
                </c:pt>
                <c:pt idx="13924">
                  <c:v>1392.4</c:v>
                </c:pt>
                <c:pt idx="13925">
                  <c:v>1392.5</c:v>
                </c:pt>
                <c:pt idx="13926">
                  <c:v>1392.6</c:v>
                </c:pt>
                <c:pt idx="13927">
                  <c:v>1392.7</c:v>
                </c:pt>
                <c:pt idx="13928">
                  <c:v>1392.8</c:v>
                </c:pt>
                <c:pt idx="13929">
                  <c:v>1392.9</c:v>
                </c:pt>
                <c:pt idx="13930">
                  <c:v>1393</c:v>
                </c:pt>
                <c:pt idx="13931">
                  <c:v>1393.1</c:v>
                </c:pt>
                <c:pt idx="13932">
                  <c:v>1393.2</c:v>
                </c:pt>
                <c:pt idx="13933">
                  <c:v>1393.3</c:v>
                </c:pt>
                <c:pt idx="13934">
                  <c:v>1393.4</c:v>
                </c:pt>
                <c:pt idx="13935">
                  <c:v>1393.5</c:v>
                </c:pt>
                <c:pt idx="13936">
                  <c:v>1393.6</c:v>
                </c:pt>
                <c:pt idx="13937">
                  <c:v>1393.7</c:v>
                </c:pt>
                <c:pt idx="13938">
                  <c:v>1393.8</c:v>
                </c:pt>
                <c:pt idx="13939">
                  <c:v>1393.9</c:v>
                </c:pt>
                <c:pt idx="13940">
                  <c:v>1394</c:v>
                </c:pt>
                <c:pt idx="13941">
                  <c:v>1394.1</c:v>
                </c:pt>
                <c:pt idx="13942">
                  <c:v>1394.2</c:v>
                </c:pt>
                <c:pt idx="13943">
                  <c:v>1394.3</c:v>
                </c:pt>
                <c:pt idx="13944">
                  <c:v>1394.4</c:v>
                </c:pt>
                <c:pt idx="13945">
                  <c:v>1394.5</c:v>
                </c:pt>
                <c:pt idx="13946">
                  <c:v>1394.6</c:v>
                </c:pt>
                <c:pt idx="13947">
                  <c:v>1394.7</c:v>
                </c:pt>
                <c:pt idx="13948">
                  <c:v>1394.8</c:v>
                </c:pt>
                <c:pt idx="13949">
                  <c:v>1394.9</c:v>
                </c:pt>
                <c:pt idx="13950">
                  <c:v>1395</c:v>
                </c:pt>
                <c:pt idx="13951">
                  <c:v>1395.1</c:v>
                </c:pt>
                <c:pt idx="13952">
                  <c:v>1395.2</c:v>
                </c:pt>
                <c:pt idx="13953">
                  <c:v>1395.3</c:v>
                </c:pt>
                <c:pt idx="13954">
                  <c:v>1395.4</c:v>
                </c:pt>
                <c:pt idx="13955">
                  <c:v>1395.5</c:v>
                </c:pt>
                <c:pt idx="13956">
                  <c:v>1395.6</c:v>
                </c:pt>
                <c:pt idx="13957">
                  <c:v>1395.7</c:v>
                </c:pt>
                <c:pt idx="13958">
                  <c:v>1395.8</c:v>
                </c:pt>
                <c:pt idx="13959">
                  <c:v>1395.9</c:v>
                </c:pt>
                <c:pt idx="13960">
                  <c:v>1396</c:v>
                </c:pt>
                <c:pt idx="13961">
                  <c:v>1396.1</c:v>
                </c:pt>
                <c:pt idx="13962">
                  <c:v>1396.2</c:v>
                </c:pt>
                <c:pt idx="13963">
                  <c:v>1396.3</c:v>
                </c:pt>
                <c:pt idx="13964">
                  <c:v>1396.4</c:v>
                </c:pt>
                <c:pt idx="13965">
                  <c:v>1396.5</c:v>
                </c:pt>
                <c:pt idx="13966">
                  <c:v>1396.6</c:v>
                </c:pt>
                <c:pt idx="13967">
                  <c:v>1396.7</c:v>
                </c:pt>
                <c:pt idx="13968">
                  <c:v>1396.8</c:v>
                </c:pt>
                <c:pt idx="13969">
                  <c:v>1396.9</c:v>
                </c:pt>
                <c:pt idx="13970">
                  <c:v>1397</c:v>
                </c:pt>
                <c:pt idx="13971">
                  <c:v>1397.1</c:v>
                </c:pt>
                <c:pt idx="13972">
                  <c:v>1397.2</c:v>
                </c:pt>
                <c:pt idx="13973">
                  <c:v>1397.3</c:v>
                </c:pt>
                <c:pt idx="13974">
                  <c:v>1397.4</c:v>
                </c:pt>
                <c:pt idx="13975">
                  <c:v>1397.5</c:v>
                </c:pt>
                <c:pt idx="13976">
                  <c:v>1397.6</c:v>
                </c:pt>
                <c:pt idx="13977">
                  <c:v>1397.7</c:v>
                </c:pt>
                <c:pt idx="13978">
                  <c:v>1397.8</c:v>
                </c:pt>
                <c:pt idx="13979">
                  <c:v>1397.9</c:v>
                </c:pt>
                <c:pt idx="13980">
                  <c:v>1398</c:v>
                </c:pt>
                <c:pt idx="13981">
                  <c:v>1398.1</c:v>
                </c:pt>
                <c:pt idx="13982">
                  <c:v>1398.2</c:v>
                </c:pt>
                <c:pt idx="13983">
                  <c:v>1398.3</c:v>
                </c:pt>
                <c:pt idx="13984">
                  <c:v>1398.4</c:v>
                </c:pt>
                <c:pt idx="13985">
                  <c:v>1398.5</c:v>
                </c:pt>
                <c:pt idx="13986">
                  <c:v>1398.6</c:v>
                </c:pt>
                <c:pt idx="13987">
                  <c:v>1398.7</c:v>
                </c:pt>
                <c:pt idx="13988">
                  <c:v>1398.8</c:v>
                </c:pt>
                <c:pt idx="13989">
                  <c:v>1398.9</c:v>
                </c:pt>
                <c:pt idx="13990">
                  <c:v>1399</c:v>
                </c:pt>
                <c:pt idx="13991">
                  <c:v>1399.1</c:v>
                </c:pt>
                <c:pt idx="13992">
                  <c:v>1399.2</c:v>
                </c:pt>
                <c:pt idx="13993">
                  <c:v>1399.3</c:v>
                </c:pt>
                <c:pt idx="13994">
                  <c:v>1399.4</c:v>
                </c:pt>
                <c:pt idx="13995">
                  <c:v>1399.5</c:v>
                </c:pt>
                <c:pt idx="13996">
                  <c:v>1399.6</c:v>
                </c:pt>
                <c:pt idx="13997">
                  <c:v>1399.7</c:v>
                </c:pt>
                <c:pt idx="13998">
                  <c:v>1399.8</c:v>
                </c:pt>
                <c:pt idx="13999">
                  <c:v>1399.9</c:v>
                </c:pt>
                <c:pt idx="14000">
                  <c:v>1400</c:v>
                </c:pt>
                <c:pt idx="14001">
                  <c:v>1400.1</c:v>
                </c:pt>
                <c:pt idx="14002">
                  <c:v>1400.2</c:v>
                </c:pt>
                <c:pt idx="14003">
                  <c:v>1400.3</c:v>
                </c:pt>
                <c:pt idx="14004">
                  <c:v>1400.4</c:v>
                </c:pt>
                <c:pt idx="14005">
                  <c:v>1400.5</c:v>
                </c:pt>
                <c:pt idx="14006">
                  <c:v>1400.6</c:v>
                </c:pt>
                <c:pt idx="14007">
                  <c:v>1400.7</c:v>
                </c:pt>
                <c:pt idx="14008">
                  <c:v>1400.8</c:v>
                </c:pt>
                <c:pt idx="14009">
                  <c:v>1400.9</c:v>
                </c:pt>
                <c:pt idx="14010">
                  <c:v>1401</c:v>
                </c:pt>
                <c:pt idx="14011">
                  <c:v>1401.1</c:v>
                </c:pt>
                <c:pt idx="14012">
                  <c:v>1401.2</c:v>
                </c:pt>
                <c:pt idx="14013">
                  <c:v>1401.3</c:v>
                </c:pt>
                <c:pt idx="14014">
                  <c:v>1401.4</c:v>
                </c:pt>
                <c:pt idx="14015">
                  <c:v>1401.5</c:v>
                </c:pt>
                <c:pt idx="14016">
                  <c:v>1401.6</c:v>
                </c:pt>
                <c:pt idx="14017">
                  <c:v>1401.7</c:v>
                </c:pt>
                <c:pt idx="14018">
                  <c:v>1401.8</c:v>
                </c:pt>
                <c:pt idx="14019">
                  <c:v>1401.9</c:v>
                </c:pt>
                <c:pt idx="14020">
                  <c:v>1402</c:v>
                </c:pt>
                <c:pt idx="14021">
                  <c:v>1402.1</c:v>
                </c:pt>
                <c:pt idx="14022">
                  <c:v>1402.2</c:v>
                </c:pt>
                <c:pt idx="14023">
                  <c:v>1402.3</c:v>
                </c:pt>
                <c:pt idx="14024">
                  <c:v>1402.4</c:v>
                </c:pt>
                <c:pt idx="14025">
                  <c:v>1402.5</c:v>
                </c:pt>
                <c:pt idx="14026">
                  <c:v>1402.6</c:v>
                </c:pt>
                <c:pt idx="14027">
                  <c:v>1402.7</c:v>
                </c:pt>
                <c:pt idx="14028">
                  <c:v>1402.8</c:v>
                </c:pt>
                <c:pt idx="14029">
                  <c:v>1402.9</c:v>
                </c:pt>
                <c:pt idx="14030">
                  <c:v>1403</c:v>
                </c:pt>
                <c:pt idx="14031">
                  <c:v>1403.1</c:v>
                </c:pt>
                <c:pt idx="14032">
                  <c:v>1403.2</c:v>
                </c:pt>
                <c:pt idx="14033">
                  <c:v>1403.3</c:v>
                </c:pt>
                <c:pt idx="14034">
                  <c:v>1403.4</c:v>
                </c:pt>
                <c:pt idx="14035">
                  <c:v>1403.5</c:v>
                </c:pt>
                <c:pt idx="14036">
                  <c:v>1403.6</c:v>
                </c:pt>
                <c:pt idx="14037">
                  <c:v>1403.7</c:v>
                </c:pt>
                <c:pt idx="14038">
                  <c:v>1403.8</c:v>
                </c:pt>
                <c:pt idx="14039">
                  <c:v>1403.9</c:v>
                </c:pt>
                <c:pt idx="14040">
                  <c:v>1404</c:v>
                </c:pt>
                <c:pt idx="14041">
                  <c:v>1404.1</c:v>
                </c:pt>
                <c:pt idx="14042">
                  <c:v>1404.2</c:v>
                </c:pt>
                <c:pt idx="14043">
                  <c:v>1404.3</c:v>
                </c:pt>
                <c:pt idx="14044">
                  <c:v>1404.4</c:v>
                </c:pt>
                <c:pt idx="14045">
                  <c:v>1404.5</c:v>
                </c:pt>
                <c:pt idx="14046">
                  <c:v>1404.6</c:v>
                </c:pt>
                <c:pt idx="14047">
                  <c:v>1404.7</c:v>
                </c:pt>
                <c:pt idx="14048">
                  <c:v>1404.8</c:v>
                </c:pt>
                <c:pt idx="14049">
                  <c:v>1404.9</c:v>
                </c:pt>
                <c:pt idx="14050">
                  <c:v>1405</c:v>
                </c:pt>
                <c:pt idx="14051">
                  <c:v>1405.1</c:v>
                </c:pt>
                <c:pt idx="14052">
                  <c:v>1405.2</c:v>
                </c:pt>
                <c:pt idx="14053">
                  <c:v>1405.3</c:v>
                </c:pt>
                <c:pt idx="14054">
                  <c:v>1405.4</c:v>
                </c:pt>
                <c:pt idx="14055">
                  <c:v>1405.5</c:v>
                </c:pt>
                <c:pt idx="14056">
                  <c:v>1405.6</c:v>
                </c:pt>
                <c:pt idx="14057">
                  <c:v>1405.7</c:v>
                </c:pt>
                <c:pt idx="14058">
                  <c:v>1405.8</c:v>
                </c:pt>
                <c:pt idx="14059">
                  <c:v>1405.9</c:v>
                </c:pt>
                <c:pt idx="14060">
                  <c:v>1406</c:v>
                </c:pt>
                <c:pt idx="14061">
                  <c:v>1406.1</c:v>
                </c:pt>
                <c:pt idx="14062">
                  <c:v>1406.2</c:v>
                </c:pt>
                <c:pt idx="14063">
                  <c:v>1406.3</c:v>
                </c:pt>
                <c:pt idx="14064">
                  <c:v>1406.4</c:v>
                </c:pt>
                <c:pt idx="14065">
                  <c:v>1406.5</c:v>
                </c:pt>
                <c:pt idx="14066">
                  <c:v>1406.6</c:v>
                </c:pt>
                <c:pt idx="14067">
                  <c:v>1406.7</c:v>
                </c:pt>
                <c:pt idx="14068">
                  <c:v>1406.8</c:v>
                </c:pt>
                <c:pt idx="14069">
                  <c:v>1406.9</c:v>
                </c:pt>
                <c:pt idx="14070">
                  <c:v>1407</c:v>
                </c:pt>
                <c:pt idx="14071">
                  <c:v>1407.1</c:v>
                </c:pt>
                <c:pt idx="14072">
                  <c:v>1407.2</c:v>
                </c:pt>
                <c:pt idx="14073">
                  <c:v>1407.3</c:v>
                </c:pt>
                <c:pt idx="14074">
                  <c:v>1407.4</c:v>
                </c:pt>
                <c:pt idx="14075">
                  <c:v>1407.5</c:v>
                </c:pt>
                <c:pt idx="14076">
                  <c:v>1407.6</c:v>
                </c:pt>
                <c:pt idx="14077">
                  <c:v>1407.7</c:v>
                </c:pt>
                <c:pt idx="14078">
                  <c:v>1407.8</c:v>
                </c:pt>
                <c:pt idx="14079">
                  <c:v>1407.9</c:v>
                </c:pt>
                <c:pt idx="14080">
                  <c:v>1408</c:v>
                </c:pt>
                <c:pt idx="14081">
                  <c:v>1408.1</c:v>
                </c:pt>
                <c:pt idx="14082">
                  <c:v>1408.2</c:v>
                </c:pt>
                <c:pt idx="14083">
                  <c:v>1408.3</c:v>
                </c:pt>
                <c:pt idx="14084">
                  <c:v>1408.4</c:v>
                </c:pt>
                <c:pt idx="14085">
                  <c:v>1408.5</c:v>
                </c:pt>
                <c:pt idx="14086">
                  <c:v>1408.6</c:v>
                </c:pt>
                <c:pt idx="14087">
                  <c:v>1408.7</c:v>
                </c:pt>
                <c:pt idx="14088">
                  <c:v>1408.8</c:v>
                </c:pt>
                <c:pt idx="14089">
                  <c:v>1408.9</c:v>
                </c:pt>
                <c:pt idx="14090">
                  <c:v>1409</c:v>
                </c:pt>
                <c:pt idx="14091">
                  <c:v>1409.1</c:v>
                </c:pt>
                <c:pt idx="14092">
                  <c:v>1409.2</c:v>
                </c:pt>
                <c:pt idx="14093">
                  <c:v>1409.3</c:v>
                </c:pt>
                <c:pt idx="14094">
                  <c:v>1409.4</c:v>
                </c:pt>
                <c:pt idx="14095">
                  <c:v>1409.5</c:v>
                </c:pt>
                <c:pt idx="14096">
                  <c:v>1409.6</c:v>
                </c:pt>
                <c:pt idx="14097">
                  <c:v>1409.7</c:v>
                </c:pt>
                <c:pt idx="14098">
                  <c:v>1409.8</c:v>
                </c:pt>
                <c:pt idx="14099">
                  <c:v>1409.9</c:v>
                </c:pt>
                <c:pt idx="14100">
                  <c:v>1410</c:v>
                </c:pt>
                <c:pt idx="14101">
                  <c:v>1410.1</c:v>
                </c:pt>
                <c:pt idx="14102">
                  <c:v>1410.2</c:v>
                </c:pt>
                <c:pt idx="14103">
                  <c:v>1410.3</c:v>
                </c:pt>
                <c:pt idx="14104">
                  <c:v>1410.4</c:v>
                </c:pt>
                <c:pt idx="14105">
                  <c:v>1410.5</c:v>
                </c:pt>
                <c:pt idx="14106">
                  <c:v>1410.6</c:v>
                </c:pt>
                <c:pt idx="14107">
                  <c:v>1410.7</c:v>
                </c:pt>
                <c:pt idx="14108">
                  <c:v>1410.8</c:v>
                </c:pt>
                <c:pt idx="14109">
                  <c:v>1410.9</c:v>
                </c:pt>
                <c:pt idx="14110">
                  <c:v>1411</c:v>
                </c:pt>
                <c:pt idx="14111">
                  <c:v>1411.1</c:v>
                </c:pt>
                <c:pt idx="14112">
                  <c:v>1411.2</c:v>
                </c:pt>
                <c:pt idx="14113">
                  <c:v>1411.3</c:v>
                </c:pt>
                <c:pt idx="14114">
                  <c:v>1411.4</c:v>
                </c:pt>
                <c:pt idx="14115">
                  <c:v>1411.5</c:v>
                </c:pt>
                <c:pt idx="14116">
                  <c:v>1411.6</c:v>
                </c:pt>
                <c:pt idx="14117">
                  <c:v>1411.7</c:v>
                </c:pt>
                <c:pt idx="14118">
                  <c:v>1411.8</c:v>
                </c:pt>
                <c:pt idx="14119">
                  <c:v>1411.9</c:v>
                </c:pt>
                <c:pt idx="14120">
                  <c:v>1412</c:v>
                </c:pt>
                <c:pt idx="14121">
                  <c:v>1412.1</c:v>
                </c:pt>
                <c:pt idx="14122">
                  <c:v>1412.2</c:v>
                </c:pt>
                <c:pt idx="14123">
                  <c:v>1412.3</c:v>
                </c:pt>
                <c:pt idx="14124">
                  <c:v>1412.4</c:v>
                </c:pt>
                <c:pt idx="14125">
                  <c:v>1412.5</c:v>
                </c:pt>
                <c:pt idx="14126">
                  <c:v>1412.6</c:v>
                </c:pt>
                <c:pt idx="14127">
                  <c:v>1412.7</c:v>
                </c:pt>
                <c:pt idx="14128">
                  <c:v>1412.8</c:v>
                </c:pt>
                <c:pt idx="14129">
                  <c:v>1412.9</c:v>
                </c:pt>
                <c:pt idx="14130">
                  <c:v>1413</c:v>
                </c:pt>
                <c:pt idx="14131">
                  <c:v>1413.1</c:v>
                </c:pt>
                <c:pt idx="14132">
                  <c:v>1413.2</c:v>
                </c:pt>
                <c:pt idx="14133">
                  <c:v>1413.3</c:v>
                </c:pt>
                <c:pt idx="14134">
                  <c:v>1413.4</c:v>
                </c:pt>
                <c:pt idx="14135">
                  <c:v>1413.5</c:v>
                </c:pt>
                <c:pt idx="14136">
                  <c:v>1413.6</c:v>
                </c:pt>
                <c:pt idx="14137">
                  <c:v>1413.7</c:v>
                </c:pt>
                <c:pt idx="14138">
                  <c:v>1413.8</c:v>
                </c:pt>
                <c:pt idx="14139">
                  <c:v>1413.9</c:v>
                </c:pt>
                <c:pt idx="14140">
                  <c:v>1414</c:v>
                </c:pt>
                <c:pt idx="14141">
                  <c:v>1414.1</c:v>
                </c:pt>
                <c:pt idx="14142">
                  <c:v>1414.2</c:v>
                </c:pt>
                <c:pt idx="14143">
                  <c:v>1414.3</c:v>
                </c:pt>
                <c:pt idx="14144">
                  <c:v>1414.4</c:v>
                </c:pt>
                <c:pt idx="14145">
                  <c:v>1414.5</c:v>
                </c:pt>
                <c:pt idx="14146">
                  <c:v>1414.6</c:v>
                </c:pt>
                <c:pt idx="14147">
                  <c:v>1414.7</c:v>
                </c:pt>
                <c:pt idx="14148">
                  <c:v>1414.8</c:v>
                </c:pt>
                <c:pt idx="14149">
                  <c:v>1414.9</c:v>
                </c:pt>
                <c:pt idx="14150">
                  <c:v>1415</c:v>
                </c:pt>
                <c:pt idx="14151">
                  <c:v>1415.1</c:v>
                </c:pt>
                <c:pt idx="14152">
                  <c:v>1415.2</c:v>
                </c:pt>
                <c:pt idx="14153">
                  <c:v>1415.3</c:v>
                </c:pt>
                <c:pt idx="14154">
                  <c:v>1415.4</c:v>
                </c:pt>
                <c:pt idx="14155">
                  <c:v>1415.5</c:v>
                </c:pt>
                <c:pt idx="14156">
                  <c:v>1415.6</c:v>
                </c:pt>
                <c:pt idx="14157">
                  <c:v>1415.7</c:v>
                </c:pt>
                <c:pt idx="14158">
                  <c:v>1415.8</c:v>
                </c:pt>
                <c:pt idx="14159">
                  <c:v>1415.9</c:v>
                </c:pt>
                <c:pt idx="14160">
                  <c:v>1416</c:v>
                </c:pt>
                <c:pt idx="14161">
                  <c:v>1416.1</c:v>
                </c:pt>
                <c:pt idx="14162">
                  <c:v>1416.2</c:v>
                </c:pt>
                <c:pt idx="14163">
                  <c:v>1416.3</c:v>
                </c:pt>
                <c:pt idx="14164">
                  <c:v>1416.4</c:v>
                </c:pt>
                <c:pt idx="14165">
                  <c:v>1416.5</c:v>
                </c:pt>
                <c:pt idx="14166">
                  <c:v>1416.6</c:v>
                </c:pt>
                <c:pt idx="14167">
                  <c:v>1416.7</c:v>
                </c:pt>
                <c:pt idx="14168">
                  <c:v>1416.8</c:v>
                </c:pt>
                <c:pt idx="14169">
                  <c:v>1416.9</c:v>
                </c:pt>
                <c:pt idx="14170">
                  <c:v>1417</c:v>
                </c:pt>
                <c:pt idx="14171">
                  <c:v>1417.1</c:v>
                </c:pt>
                <c:pt idx="14172">
                  <c:v>1417.2</c:v>
                </c:pt>
                <c:pt idx="14173">
                  <c:v>1417.3</c:v>
                </c:pt>
                <c:pt idx="14174">
                  <c:v>1417.4</c:v>
                </c:pt>
                <c:pt idx="14175">
                  <c:v>1417.5</c:v>
                </c:pt>
                <c:pt idx="14176">
                  <c:v>1417.6</c:v>
                </c:pt>
                <c:pt idx="14177">
                  <c:v>1417.7</c:v>
                </c:pt>
                <c:pt idx="14178">
                  <c:v>1417.8</c:v>
                </c:pt>
                <c:pt idx="14179">
                  <c:v>1417.9</c:v>
                </c:pt>
                <c:pt idx="14180">
                  <c:v>1418</c:v>
                </c:pt>
                <c:pt idx="14181">
                  <c:v>1418.1</c:v>
                </c:pt>
                <c:pt idx="14182">
                  <c:v>1418.2</c:v>
                </c:pt>
                <c:pt idx="14183">
                  <c:v>1418.3</c:v>
                </c:pt>
                <c:pt idx="14184">
                  <c:v>1418.4</c:v>
                </c:pt>
                <c:pt idx="14185">
                  <c:v>1418.5</c:v>
                </c:pt>
                <c:pt idx="14186">
                  <c:v>1418.6</c:v>
                </c:pt>
                <c:pt idx="14187">
                  <c:v>1418.7</c:v>
                </c:pt>
                <c:pt idx="14188">
                  <c:v>1418.8</c:v>
                </c:pt>
                <c:pt idx="14189">
                  <c:v>1418.9</c:v>
                </c:pt>
                <c:pt idx="14190">
                  <c:v>1419</c:v>
                </c:pt>
                <c:pt idx="14191">
                  <c:v>1419.1</c:v>
                </c:pt>
                <c:pt idx="14192">
                  <c:v>1419.2</c:v>
                </c:pt>
                <c:pt idx="14193">
                  <c:v>1419.3</c:v>
                </c:pt>
                <c:pt idx="14194">
                  <c:v>1419.4</c:v>
                </c:pt>
                <c:pt idx="14195">
                  <c:v>1419.5</c:v>
                </c:pt>
                <c:pt idx="14196">
                  <c:v>1419.6</c:v>
                </c:pt>
                <c:pt idx="14197">
                  <c:v>1419.7</c:v>
                </c:pt>
                <c:pt idx="14198">
                  <c:v>1419.8</c:v>
                </c:pt>
                <c:pt idx="14199">
                  <c:v>1419.9</c:v>
                </c:pt>
                <c:pt idx="14200">
                  <c:v>1420</c:v>
                </c:pt>
                <c:pt idx="14201">
                  <c:v>1420.1</c:v>
                </c:pt>
                <c:pt idx="14202">
                  <c:v>1420.2</c:v>
                </c:pt>
                <c:pt idx="14203">
                  <c:v>1420.3</c:v>
                </c:pt>
                <c:pt idx="14204">
                  <c:v>1420.4</c:v>
                </c:pt>
                <c:pt idx="14205">
                  <c:v>1420.5</c:v>
                </c:pt>
                <c:pt idx="14206">
                  <c:v>1420.6</c:v>
                </c:pt>
                <c:pt idx="14207">
                  <c:v>1420.7</c:v>
                </c:pt>
                <c:pt idx="14208">
                  <c:v>1420.8</c:v>
                </c:pt>
                <c:pt idx="14209">
                  <c:v>1420.9</c:v>
                </c:pt>
                <c:pt idx="14210">
                  <c:v>1421</c:v>
                </c:pt>
                <c:pt idx="14211">
                  <c:v>1421.1</c:v>
                </c:pt>
                <c:pt idx="14212">
                  <c:v>1421.2</c:v>
                </c:pt>
                <c:pt idx="14213">
                  <c:v>1421.3</c:v>
                </c:pt>
                <c:pt idx="14214">
                  <c:v>1421.4</c:v>
                </c:pt>
                <c:pt idx="14215">
                  <c:v>1421.5</c:v>
                </c:pt>
                <c:pt idx="14216">
                  <c:v>1421.6</c:v>
                </c:pt>
                <c:pt idx="14217">
                  <c:v>1421.7</c:v>
                </c:pt>
                <c:pt idx="14218">
                  <c:v>1421.8</c:v>
                </c:pt>
                <c:pt idx="14219">
                  <c:v>1421.9</c:v>
                </c:pt>
                <c:pt idx="14220">
                  <c:v>1422</c:v>
                </c:pt>
                <c:pt idx="14221">
                  <c:v>1422.1</c:v>
                </c:pt>
                <c:pt idx="14222">
                  <c:v>1422.2</c:v>
                </c:pt>
                <c:pt idx="14223">
                  <c:v>1422.3</c:v>
                </c:pt>
                <c:pt idx="14224">
                  <c:v>1422.4</c:v>
                </c:pt>
                <c:pt idx="14225">
                  <c:v>1422.5</c:v>
                </c:pt>
                <c:pt idx="14226">
                  <c:v>1422.6</c:v>
                </c:pt>
                <c:pt idx="14227">
                  <c:v>1422.7</c:v>
                </c:pt>
                <c:pt idx="14228">
                  <c:v>1422.8</c:v>
                </c:pt>
                <c:pt idx="14229">
                  <c:v>1422.9</c:v>
                </c:pt>
                <c:pt idx="14230">
                  <c:v>1423</c:v>
                </c:pt>
                <c:pt idx="14231">
                  <c:v>1423.1</c:v>
                </c:pt>
                <c:pt idx="14232">
                  <c:v>1423.2</c:v>
                </c:pt>
                <c:pt idx="14233">
                  <c:v>1423.3</c:v>
                </c:pt>
                <c:pt idx="14234">
                  <c:v>1423.4</c:v>
                </c:pt>
                <c:pt idx="14235">
                  <c:v>1423.5</c:v>
                </c:pt>
                <c:pt idx="14236">
                  <c:v>1423.6</c:v>
                </c:pt>
                <c:pt idx="14237">
                  <c:v>1423.7</c:v>
                </c:pt>
                <c:pt idx="14238">
                  <c:v>1423.8</c:v>
                </c:pt>
                <c:pt idx="14239">
                  <c:v>1423.9</c:v>
                </c:pt>
                <c:pt idx="14240">
                  <c:v>1424</c:v>
                </c:pt>
                <c:pt idx="14241">
                  <c:v>1424.1</c:v>
                </c:pt>
                <c:pt idx="14242">
                  <c:v>1424.2</c:v>
                </c:pt>
                <c:pt idx="14243">
                  <c:v>1424.3</c:v>
                </c:pt>
                <c:pt idx="14244">
                  <c:v>1424.4</c:v>
                </c:pt>
                <c:pt idx="14245">
                  <c:v>1424.5</c:v>
                </c:pt>
                <c:pt idx="14246">
                  <c:v>1424.6</c:v>
                </c:pt>
                <c:pt idx="14247">
                  <c:v>1424.7</c:v>
                </c:pt>
                <c:pt idx="14248">
                  <c:v>1424.8</c:v>
                </c:pt>
                <c:pt idx="14249">
                  <c:v>1424.9</c:v>
                </c:pt>
                <c:pt idx="14250">
                  <c:v>1425</c:v>
                </c:pt>
                <c:pt idx="14251">
                  <c:v>1425.1</c:v>
                </c:pt>
                <c:pt idx="14252">
                  <c:v>1425.2</c:v>
                </c:pt>
                <c:pt idx="14253">
                  <c:v>1425.3</c:v>
                </c:pt>
                <c:pt idx="14254">
                  <c:v>1425.4</c:v>
                </c:pt>
                <c:pt idx="14255">
                  <c:v>1425.5</c:v>
                </c:pt>
                <c:pt idx="14256">
                  <c:v>1425.6</c:v>
                </c:pt>
                <c:pt idx="14257">
                  <c:v>1425.7</c:v>
                </c:pt>
                <c:pt idx="14258">
                  <c:v>1425.8</c:v>
                </c:pt>
                <c:pt idx="14259">
                  <c:v>1425.9</c:v>
                </c:pt>
                <c:pt idx="14260">
                  <c:v>1426</c:v>
                </c:pt>
                <c:pt idx="14261">
                  <c:v>1426.1</c:v>
                </c:pt>
                <c:pt idx="14262">
                  <c:v>1426.2</c:v>
                </c:pt>
                <c:pt idx="14263">
                  <c:v>1426.3</c:v>
                </c:pt>
                <c:pt idx="14264">
                  <c:v>1426.4</c:v>
                </c:pt>
                <c:pt idx="14265">
                  <c:v>1426.5</c:v>
                </c:pt>
                <c:pt idx="14266">
                  <c:v>1426.6</c:v>
                </c:pt>
                <c:pt idx="14267">
                  <c:v>1426.7</c:v>
                </c:pt>
                <c:pt idx="14268">
                  <c:v>1426.8</c:v>
                </c:pt>
                <c:pt idx="14269">
                  <c:v>1426.9</c:v>
                </c:pt>
                <c:pt idx="14270">
                  <c:v>1427</c:v>
                </c:pt>
                <c:pt idx="14271">
                  <c:v>1427.1</c:v>
                </c:pt>
                <c:pt idx="14272">
                  <c:v>1427.2</c:v>
                </c:pt>
                <c:pt idx="14273">
                  <c:v>1427.3</c:v>
                </c:pt>
                <c:pt idx="14274">
                  <c:v>1427.4</c:v>
                </c:pt>
                <c:pt idx="14275">
                  <c:v>1427.5</c:v>
                </c:pt>
                <c:pt idx="14276">
                  <c:v>1427.6</c:v>
                </c:pt>
                <c:pt idx="14277">
                  <c:v>1427.7</c:v>
                </c:pt>
                <c:pt idx="14278">
                  <c:v>1427.8</c:v>
                </c:pt>
                <c:pt idx="14279">
                  <c:v>1427.9</c:v>
                </c:pt>
                <c:pt idx="14280">
                  <c:v>1428</c:v>
                </c:pt>
                <c:pt idx="14281">
                  <c:v>1428.1</c:v>
                </c:pt>
                <c:pt idx="14282">
                  <c:v>1428.2</c:v>
                </c:pt>
                <c:pt idx="14283">
                  <c:v>1428.3</c:v>
                </c:pt>
                <c:pt idx="14284">
                  <c:v>1428.4</c:v>
                </c:pt>
                <c:pt idx="14285">
                  <c:v>1428.5</c:v>
                </c:pt>
                <c:pt idx="14286">
                  <c:v>1428.6</c:v>
                </c:pt>
                <c:pt idx="14287">
                  <c:v>1428.7</c:v>
                </c:pt>
                <c:pt idx="14288">
                  <c:v>1428.8</c:v>
                </c:pt>
                <c:pt idx="14289">
                  <c:v>1428.9</c:v>
                </c:pt>
                <c:pt idx="14290">
                  <c:v>1429</c:v>
                </c:pt>
                <c:pt idx="14291">
                  <c:v>1429.1</c:v>
                </c:pt>
                <c:pt idx="14292">
                  <c:v>1429.2</c:v>
                </c:pt>
                <c:pt idx="14293">
                  <c:v>1429.3</c:v>
                </c:pt>
                <c:pt idx="14294">
                  <c:v>1429.4</c:v>
                </c:pt>
                <c:pt idx="14295">
                  <c:v>1429.5</c:v>
                </c:pt>
                <c:pt idx="14296">
                  <c:v>1429.6</c:v>
                </c:pt>
                <c:pt idx="14297">
                  <c:v>1429.7</c:v>
                </c:pt>
                <c:pt idx="14298">
                  <c:v>1429.8</c:v>
                </c:pt>
                <c:pt idx="14299">
                  <c:v>1429.9</c:v>
                </c:pt>
                <c:pt idx="14300">
                  <c:v>1430</c:v>
                </c:pt>
                <c:pt idx="14301">
                  <c:v>1430.1</c:v>
                </c:pt>
                <c:pt idx="14302">
                  <c:v>1430.2</c:v>
                </c:pt>
                <c:pt idx="14303">
                  <c:v>1430.3</c:v>
                </c:pt>
                <c:pt idx="14304">
                  <c:v>1430.4</c:v>
                </c:pt>
                <c:pt idx="14305">
                  <c:v>1430.5</c:v>
                </c:pt>
                <c:pt idx="14306">
                  <c:v>1430.6</c:v>
                </c:pt>
                <c:pt idx="14307">
                  <c:v>1430.7</c:v>
                </c:pt>
                <c:pt idx="14308">
                  <c:v>1430.8</c:v>
                </c:pt>
                <c:pt idx="14309">
                  <c:v>1430.9</c:v>
                </c:pt>
                <c:pt idx="14310">
                  <c:v>1431</c:v>
                </c:pt>
                <c:pt idx="14311">
                  <c:v>1431.1</c:v>
                </c:pt>
                <c:pt idx="14312">
                  <c:v>1431.2</c:v>
                </c:pt>
                <c:pt idx="14313">
                  <c:v>1431.3</c:v>
                </c:pt>
                <c:pt idx="14314">
                  <c:v>1431.4</c:v>
                </c:pt>
                <c:pt idx="14315">
                  <c:v>1431.5</c:v>
                </c:pt>
                <c:pt idx="14316">
                  <c:v>1431.6</c:v>
                </c:pt>
                <c:pt idx="14317">
                  <c:v>1431.7</c:v>
                </c:pt>
                <c:pt idx="14318">
                  <c:v>1431.8</c:v>
                </c:pt>
                <c:pt idx="14319">
                  <c:v>1431.9</c:v>
                </c:pt>
                <c:pt idx="14320">
                  <c:v>1432</c:v>
                </c:pt>
                <c:pt idx="14321">
                  <c:v>1432.1</c:v>
                </c:pt>
                <c:pt idx="14322">
                  <c:v>1432.2</c:v>
                </c:pt>
                <c:pt idx="14323">
                  <c:v>1432.3</c:v>
                </c:pt>
                <c:pt idx="14324">
                  <c:v>1432.4</c:v>
                </c:pt>
                <c:pt idx="14325">
                  <c:v>1432.5</c:v>
                </c:pt>
                <c:pt idx="14326">
                  <c:v>1432.6</c:v>
                </c:pt>
                <c:pt idx="14327">
                  <c:v>1432.7</c:v>
                </c:pt>
                <c:pt idx="14328">
                  <c:v>1432.8</c:v>
                </c:pt>
                <c:pt idx="14329">
                  <c:v>1432.9</c:v>
                </c:pt>
                <c:pt idx="14330">
                  <c:v>1433</c:v>
                </c:pt>
                <c:pt idx="14331">
                  <c:v>1433.1</c:v>
                </c:pt>
                <c:pt idx="14332">
                  <c:v>1433.2</c:v>
                </c:pt>
                <c:pt idx="14333">
                  <c:v>1433.3</c:v>
                </c:pt>
                <c:pt idx="14334">
                  <c:v>1433.4</c:v>
                </c:pt>
                <c:pt idx="14335">
                  <c:v>1433.5</c:v>
                </c:pt>
                <c:pt idx="14336">
                  <c:v>1433.6</c:v>
                </c:pt>
                <c:pt idx="14337">
                  <c:v>1433.7</c:v>
                </c:pt>
                <c:pt idx="14338">
                  <c:v>1433.8</c:v>
                </c:pt>
                <c:pt idx="14339">
                  <c:v>1433.9</c:v>
                </c:pt>
                <c:pt idx="14340">
                  <c:v>1434</c:v>
                </c:pt>
                <c:pt idx="14341">
                  <c:v>1434.1</c:v>
                </c:pt>
                <c:pt idx="14342">
                  <c:v>1434.2</c:v>
                </c:pt>
                <c:pt idx="14343">
                  <c:v>1434.3</c:v>
                </c:pt>
                <c:pt idx="14344">
                  <c:v>1434.4</c:v>
                </c:pt>
                <c:pt idx="14345">
                  <c:v>1434.5</c:v>
                </c:pt>
                <c:pt idx="14346">
                  <c:v>1434.6</c:v>
                </c:pt>
                <c:pt idx="14347">
                  <c:v>1434.7</c:v>
                </c:pt>
                <c:pt idx="14348">
                  <c:v>1434.8</c:v>
                </c:pt>
                <c:pt idx="14349">
                  <c:v>1434.9</c:v>
                </c:pt>
                <c:pt idx="14350">
                  <c:v>1435</c:v>
                </c:pt>
                <c:pt idx="14351">
                  <c:v>1435.1</c:v>
                </c:pt>
                <c:pt idx="14352">
                  <c:v>1435.2</c:v>
                </c:pt>
                <c:pt idx="14353">
                  <c:v>1435.3</c:v>
                </c:pt>
                <c:pt idx="14354">
                  <c:v>1435.4</c:v>
                </c:pt>
                <c:pt idx="14355">
                  <c:v>1435.5</c:v>
                </c:pt>
                <c:pt idx="14356">
                  <c:v>1435.6</c:v>
                </c:pt>
                <c:pt idx="14357">
                  <c:v>1435.7</c:v>
                </c:pt>
                <c:pt idx="14358">
                  <c:v>1435.8</c:v>
                </c:pt>
                <c:pt idx="14359">
                  <c:v>1435.9</c:v>
                </c:pt>
                <c:pt idx="14360">
                  <c:v>1436</c:v>
                </c:pt>
                <c:pt idx="14361">
                  <c:v>1436.1</c:v>
                </c:pt>
                <c:pt idx="14362">
                  <c:v>1436.2</c:v>
                </c:pt>
                <c:pt idx="14363">
                  <c:v>1436.3</c:v>
                </c:pt>
                <c:pt idx="14364">
                  <c:v>1436.4</c:v>
                </c:pt>
                <c:pt idx="14365">
                  <c:v>1436.5</c:v>
                </c:pt>
                <c:pt idx="14366">
                  <c:v>1436.6</c:v>
                </c:pt>
                <c:pt idx="14367">
                  <c:v>1436.7</c:v>
                </c:pt>
                <c:pt idx="14368">
                  <c:v>1436.8</c:v>
                </c:pt>
                <c:pt idx="14369">
                  <c:v>1436.9</c:v>
                </c:pt>
                <c:pt idx="14370">
                  <c:v>1437</c:v>
                </c:pt>
                <c:pt idx="14371">
                  <c:v>1437.1</c:v>
                </c:pt>
                <c:pt idx="14372">
                  <c:v>1437.2</c:v>
                </c:pt>
                <c:pt idx="14373">
                  <c:v>1437.3</c:v>
                </c:pt>
                <c:pt idx="14374">
                  <c:v>1437.4</c:v>
                </c:pt>
                <c:pt idx="14375">
                  <c:v>1437.5</c:v>
                </c:pt>
                <c:pt idx="14376">
                  <c:v>1437.6</c:v>
                </c:pt>
                <c:pt idx="14377">
                  <c:v>1437.7</c:v>
                </c:pt>
                <c:pt idx="14378">
                  <c:v>1437.8</c:v>
                </c:pt>
                <c:pt idx="14379">
                  <c:v>1437.9</c:v>
                </c:pt>
                <c:pt idx="14380">
                  <c:v>1438</c:v>
                </c:pt>
                <c:pt idx="14381">
                  <c:v>1438.1</c:v>
                </c:pt>
                <c:pt idx="14382">
                  <c:v>1438.2</c:v>
                </c:pt>
                <c:pt idx="14383">
                  <c:v>1438.3</c:v>
                </c:pt>
                <c:pt idx="14384">
                  <c:v>1438.4</c:v>
                </c:pt>
                <c:pt idx="14385">
                  <c:v>1438.5</c:v>
                </c:pt>
                <c:pt idx="14386">
                  <c:v>1438.6</c:v>
                </c:pt>
                <c:pt idx="14387">
                  <c:v>1438.7</c:v>
                </c:pt>
                <c:pt idx="14388">
                  <c:v>1438.8</c:v>
                </c:pt>
                <c:pt idx="14389">
                  <c:v>1438.9</c:v>
                </c:pt>
                <c:pt idx="14390">
                  <c:v>1439</c:v>
                </c:pt>
                <c:pt idx="14391">
                  <c:v>1439.1</c:v>
                </c:pt>
                <c:pt idx="14392">
                  <c:v>1439.2</c:v>
                </c:pt>
                <c:pt idx="14393">
                  <c:v>1439.3</c:v>
                </c:pt>
                <c:pt idx="14394">
                  <c:v>1439.4</c:v>
                </c:pt>
                <c:pt idx="14395">
                  <c:v>1439.5</c:v>
                </c:pt>
                <c:pt idx="14396">
                  <c:v>1439.6</c:v>
                </c:pt>
                <c:pt idx="14397">
                  <c:v>1439.7</c:v>
                </c:pt>
                <c:pt idx="14398">
                  <c:v>1439.8</c:v>
                </c:pt>
                <c:pt idx="14399">
                  <c:v>1439.9</c:v>
                </c:pt>
                <c:pt idx="14400">
                  <c:v>1440</c:v>
                </c:pt>
                <c:pt idx="14401">
                  <c:v>1440.1</c:v>
                </c:pt>
                <c:pt idx="14402">
                  <c:v>1440.2</c:v>
                </c:pt>
                <c:pt idx="14403">
                  <c:v>1440.3</c:v>
                </c:pt>
                <c:pt idx="14404">
                  <c:v>1440.4</c:v>
                </c:pt>
                <c:pt idx="14405">
                  <c:v>1440.5</c:v>
                </c:pt>
                <c:pt idx="14406">
                  <c:v>1440.6</c:v>
                </c:pt>
                <c:pt idx="14407">
                  <c:v>1440.7</c:v>
                </c:pt>
                <c:pt idx="14408">
                  <c:v>1440.8</c:v>
                </c:pt>
                <c:pt idx="14409">
                  <c:v>1440.9</c:v>
                </c:pt>
                <c:pt idx="14410">
                  <c:v>1441</c:v>
                </c:pt>
                <c:pt idx="14411">
                  <c:v>1441.1</c:v>
                </c:pt>
                <c:pt idx="14412">
                  <c:v>1441.2</c:v>
                </c:pt>
                <c:pt idx="14413">
                  <c:v>1441.3</c:v>
                </c:pt>
                <c:pt idx="14414">
                  <c:v>1441.4</c:v>
                </c:pt>
                <c:pt idx="14415">
                  <c:v>1441.5</c:v>
                </c:pt>
                <c:pt idx="14416">
                  <c:v>1441.6</c:v>
                </c:pt>
                <c:pt idx="14417">
                  <c:v>1441.7</c:v>
                </c:pt>
                <c:pt idx="14418">
                  <c:v>1441.8</c:v>
                </c:pt>
                <c:pt idx="14419">
                  <c:v>1441.9</c:v>
                </c:pt>
                <c:pt idx="14420">
                  <c:v>1442</c:v>
                </c:pt>
                <c:pt idx="14421">
                  <c:v>1442.1</c:v>
                </c:pt>
                <c:pt idx="14422">
                  <c:v>1442.2</c:v>
                </c:pt>
                <c:pt idx="14423">
                  <c:v>1442.3</c:v>
                </c:pt>
                <c:pt idx="14424">
                  <c:v>1442.4</c:v>
                </c:pt>
                <c:pt idx="14425">
                  <c:v>1442.5</c:v>
                </c:pt>
                <c:pt idx="14426">
                  <c:v>1442.6</c:v>
                </c:pt>
                <c:pt idx="14427">
                  <c:v>1442.7</c:v>
                </c:pt>
                <c:pt idx="14428">
                  <c:v>1442.8</c:v>
                </c:pt>
                <c:pt idx="14429">
                  <c:v>1442.9</c:v>
                </c:pt>
                <c:pt idx="14430">
                  <c:v>1443</c:v>
                </c:pt>
                <c:pt idx="14431">
                  <c:v>1443.1</c:v>
                </c:pt>
                <c:pt idx="14432">
                  <c:v>1443.2</c:v>
                </c:pt>
                <c:pt idx="14433">
                  <c:v>1443.3</c:v>
                </c:pt>
                <c:pt idx="14434">
                  <c:v>1443.4</c:v>
                </c:pt>
                <c:pt idx="14435">
                  <c:v>1443.5</c:v>
                </c:pt>
                <c:pt idx="14436">
                  <c:v>1443.6</c:v>
                </c:pt>
                <c:pt idx="14437">
                  <c:v>1443.7</c:v>
                </c:pt>
                <c:pt idx="14438">
                  <c:v>1443.8</c:v>
                </c:pt>
                <c:pt idx="14439">
                  <c:v>1443.9</c:v>
                </c:pt>
                <c:pt idx="14440">
                  <c:v>1444</c:v>
                </c:pt>
                <c:pt idx="14441">
                  <c:v>1444.1</c:v>
                </c:pt>
                <c:pt idx="14442">
                  <c:v>1444.2</c:v>
                </c:pt>
                <c:pt idx="14443">
                  <c:v>1444.3</c:v>
                </c:pt>
                <c:pt idx="14444">
                  <c:v>1444.4</c:v>
                </c:pt>
                <c:pt idx="14445">
                  <c:v>1444.5</c:v>
                </c:pt>
                <c:pt idx="14446">
                  <c:v>1444.6</c:v>
                </c:pt>
                <c:pt idx="14447">
                  <c:v>1444.7</c:v>
                </c:pt>
                <c:pt idx="14448">
                  <c:v>1444.8</c:v>
                </c:pt>
                <c:pt idx="14449">
                  <c:v>1444.9</c:v>
                </c:pt>
                <c:pt idx="14450">
                  <c:v>1445</c:v>
                </c:pt>
                <c:pt idx="14451">
                  <c:v>1445.1</c:v>
                </c:pt>
                <c:pt idx="14452">
                  <c:v>1445.2</c:v>
                </c:pt>
                <c:pt idx="14453">
                  <c:v>1445.3</c:v>
                </c:pt>
                <c:pt idx="14454">
                  <c:v>1445.4</c:v>
                </c:pt>
                <c:pt idx="14455">
                  <c:v>1445.5</c:v>
                </c:pt>
                <c:pt idx="14456">
                  <c:v>1445.6</c:v>
                </c:pt>
                <c:pt idx="14457">
                  <c:v>1445.7</c:v>
                </c:pt>
                <c:pt idx="14458">
                  <c:v>1445.8</c:v>
                </c:pt>
                <c:pt idx="14459">
                  <c:v>1445.9</c:v>
                </c:pt>
                <c:pt idx="14460">
                  <c:v>1446</c:v>
                </c:pt>
                <c:pt idx="14461">
                  <c:v>1446.1</c:v>
                </c:pt>
                <c:pt idx="14462">
                  <c:v>1446.2</c:v>
                </c:pt>
                <c:pt idx="14463">
                  <c:v>1446.3</c:v>
                </c:pt>
                <c:pt idx="14464">
                  <c:v>1446.4</c:v>
                </c:pt>
                <c:pt idx="14465">
                  <c:v>1446.5</c:v>
                </c:pt>
                <c:pt idx="14466">
                  <c:v>1446.6</c:v>
                </c:pt>
                <c:pt idx="14467">
                  <c:v>1446.7</c:v>
                </c:pt>
                <c:pt idx="14468">
                  <c:v>1446.8</c:v>
                </c:pt>
                <c:pt idx="14469">
                  <c:v>1446.9</c:v>
                </c:pt>
                <c:pt idx="14470">
                  <c:v>1447</c:v>
                </c:pt>
                <c:pt idx="14471">
                  <c:v>1447.1</c:v>
                </c:pt>
                <c:pt idx="14472">
                  <c:v>1447.2</c:v>
                </c:pt>
                <c:pt idx="14473">
                  <c:v>1447.3</c:v>
                </c:pt>
                <c:pt idx="14474">
                  <c:v>1447.4</c:v>
                </c:pt>
                <c:pt idx="14475">
                  <c:v>1447.5</c:v>
                </c:pt>
                <c:pt idx="14476">
                  <c:v>1447.6</c:v>
                </c:pt>
                <c:pt idx="14477">
                  <c:v>1447.7</c:v>
                </c:pt>
                <c:pt idx="14478">
                  <c:v>1447.8</c:v>
                </c:pt>
                <c:pt idx="14479">
                  <c:v>1447.9</c:v>
                </c:pt>
                <c:pt idx="14480">
                  <c:v>1448</c:v>
                </c:pt>
                <c:pt idx="14481">
                  <c:v>1448.1</c:v>
                </c:pt>
                <c:pt idx="14482">
                  <c:v>1448.2</c:v>
                </c:pt>
                <c:pt idx="14483">
                  <c:v>1448.3</c:v>
                </c:pt>
                <c:pt idx="14484">
                  <c:v>1448.4</c:v>
                </c:pt>
                <c:pt idx="14485">
                  <c:v>1448.5</c:v>
                </c:pt>
                <c:pt idx="14486">
                  <c:v>1448.6</c:v>
                </c:pt>
                <c:pt idx="14487">
                  <c:v>1448.7</c:v>
                </c:pt>
                <c:pt idx="14488">
                  <c:v>1448.8</c:v>
                </c:pt>
                <c:pt idx="14489">
                  <c:v>1448.9</c:v>
                </c:pt>
                <c:pt idx="14490">
                  <c:v>1449</c:v>
                </c:pt>
                <c:pt idx="14491">
                  <c:v>1449.1</c:v>
                </c:pt>
                <c:pt idx="14492">
                  <c:v>1449.2</c:v>
                </c:pt>
                <c:pt idx="14493">
                  <c:v>1449.3</c:v>
                </c:pt>
                <c:pt idx="14494">
                  <c:v>1449.4</c:v>
                </c:pt>
                <c:pt idx="14495">
                  <c:v>1449.5</c:v>
                </c:pt>
                <c:pt idx="14496">
                  <c:v>1449.6</c:v>
                </c:pt>
                <c:pt idx="14497">
                  <c:v>1449.7</c:v>
                </c:pt>
                <c:pt idx="14498">
                  <c:v>1449.8</c:v>
                </c:pt>
                <c:pt idx="14499">
                  <c:v>1449.9</c:v>
                </c:pt>
                <c:pt idx="14500">
                  <c:v>1450</c:v>
                </c:pt>
                <c:pt idx="14501">
                  <c:v>1450.1</c:v>
                </c:pt>
                <c:pt idx="14502">
                  <c:v>1450.2</c:v>
                </c:pt>
                <c:pt idx="14503">
                  <c:v>1450.3</c:v>
                </c:pt>
                <c:pt idx="14504">
                  <c:v>1450.4</c:v>
                </c:pt>
                <c:pt idx="14505">
                  <c:v>1450.5</c:v>
                </c:pt>
                <c:pt idx="14506">
                  <c:v>1450.6</c:v>
                </c:pt>
                <c:pt idx="14507">
                  <c:v>1450.7</c:v>
                </c:pt>
                <c:pt idx="14508">
                  <c:v>1450.8</c:v>
                </c:pt>
                <c:pt idx="14509">
                  <c:v>1450.9</c:v>
                </c:pt>
                <c:pt idx="14510">
                  <c:v>1451</c:v>
                </c:pt>
                <c:pt idx="14511">
                  <c:v>1451.1</c:v>
                </c:pt>
                <c:pt idx="14512">
                  <c:v>1451.2</c:v>
                </c:pt>
                <c:pt idx="14513">
                  <c:v>1451.3</c:v>
                </c:pt>
                <c:pt idx="14514">
                  <c:v>1451.4</c:v>
                </c:pt>
                <c:pt idx="14515">
                  <c:v>1451.5</c:v>
                </c:pt>
                <c:pt idx="14516">
                  <c:v>1451.6</c:v>
                </c:pt>
                <c:pt idx="14517">
                  <c:v>1451.7</c:v>
                </c:pt>
                <c:pt idx="14518">
                  <c:v>1451.8</c:v>
                </c:pt>
                <c:pt idx="14519">
                  <c:v>1451.9</c:v>
                </c:pt>
                <c:pt idx="14520">
                  <c:v>1452</c:v>
                </c:pt>
                <c:pt idx="14521">
                  <c:v>1452.1</c:v>
                </c:pt>
                <c:pt idx="14522">
                  <c:v>1452.2</c:v>
                </c:pt>
                <c:pt idx="14523">
                  <c:v>1452.3</c:v>
                </c:pt>
                <c:pt idx="14524">
                  <c:v>1452.4</c:v>
                </c:pt>
                <c:pt idx="14525">
                  <c:v>1452.5</c:v>
                </c:pt>
                <c:pt idx="14526">
                  <c:v>1452.6</c:v>
                </c:pt>
                <c:pt idx="14527">
                  <c:v>1452.7</c:v>
                </c:pt>
                <c:pt idx="14528">
                  <c:v>1452.8</c:v>
                </c:pt>
                <c:pt idx="14529">
                  <c:v>1452.9</c:v>
                </c:pt>
                <c:pt idx="14530">
                  <c:v>1453</c:v>
                </c:pt>
                <c:pt idx="14531">
                  <c:v>1453.1</c:v>
                </c:pt>
                <c:pt idx="14532">
                  <c:v>1453.2</c:v>
                </c:pt>
                <c:pt idx="14533">
                  <c:v>1453.3</c:v>
                </c:pt>
                <c:pt idx="14534">
                  <c:v>1453.4</c:v>
                </c:pt>
                <c:pt idx="14535">
                  <c:v>1453.5</c:v>
                </c:pt>
                <c:pt idx="14536">
                  <c:v>1453.6</c:v>
                </c:pt>
                <c:pt idx="14537">
                  <c:v>1453.7</c:v>
                </c:pt>
                <c:pt idx="14538">
                  <c:v>1453.8</c:v>
                </c:pt>
                <c:pt idx="14539">
                  <c:v>1453.9</c:v>
                </c:pt>
                <c:pt idx="14540">
                  <c:v>1454</c:v>
                </c:pt>
                <c:pt idx="14541">
                  <c:v>1454.1</c:v>
                </c:pt>
                <c:pt idx="14542">
                  <c:v>1454.2</c:v>
                </c:pt>
                <c:pt idx="14543">
                  <c:v>1454.3</c:v>
                </c:pt>
                <c:pt idx="14544">
                  <c:v>1454.4</c:v>
                </c:pt>
                <c:pt idx="14545">
                  <c:v>1454.5</c:v>
                </c:pt>
                <c:pt idx="14546">
                  <c:v>1454.6</c:v>
                </c:pt>
                <c:pt idx="14547">
                  <c:v>1454.7</c:v>
                </c:pt>
                <c:pt idx="14548">
                  <c:v>1454.8</c:v>
                </c:pt>
                <c:pt idx="14549">
                  <c:v>1454.9</c:v>
                </c:pt>
                <c:pt idx="14550">
                  <c:v>1455</c:v>
                </c:pt>
                <c:pt idx="14551">
                  <c:v>1455.1</c:v>
                </c:pt>
                <c:pt idx="14552">
                  <c:v>1455.2</c:v>
                </c:pt>
                <c:pt idx="14553">
                  <c:v>1455.3</c:v>
                </c:pt>
                <c:pt idx="14554">
                  <c:v>1455.4</c:v>
                </c:pt>
                <c:pt idx="14555">
                  <c:v>1455.5</c:v>
                </c:pt>
                <c:pt idx="14556">
                  <c:v>1455.6</c:v>
                </c:pt>
                <c:pt idx="14557">
                  <c:v>1455.7</c:v>
                </c:pt>
                <c:pt idx="14558">
                  <c:v>1455.8</c:v>
                </c:pt>
                <c:pt idx="14559">
                  <c:v>1455.9</c:v>
                </c:pt>
                <c:pt idx="14560">
                  <c:v>1456</c:v>
                </c:pt>
                <c:pt idx="14561">
                  <c:v>1456.1</c:v>
                </c:pt>
                <c:pt idx="14562">
                  <c:v>1456.2</c:v>
                </c:pt>
                <c:pt idx="14563">
                  <c:v>1456.3</c:v>
                </c:pt>
                <c:pt idx="14564">
                  <c:v>1456.4</c:v>
                </c:pt>
                <c:pt idx="14565">
                  <c:v>1456.5</c:v>
                </c:pt>
                <c:pt idx="14566">
                  <c:v>1456.6</c:v>
                </c:pt>
                <c:pt idx="14567">
                  <c:v>1456.7</c:v>
                </c:pt>
                <c:pt idx="14568">
                  <c:v>1456.8</c:v>
                </c:pt>
                <c:pt idx="14569">
                  <c:v>1456.9</c:v>
                </c:pt>
                <c:pt idx="14570">
                  <c:v>1457</c:v>
                </c:pt>
                <c:pt idx="14571">
                  <c:v>1457.1</c:v>
                </c:pt>
                <c:pt idx="14572">
                  <c:v>1457.2</c:v>
                </c:pt>
                <c:pt idx="14573">
                  <c:v>1457.3</c:v>
                </c:pt>
                <c:pt idx="14574">
                  <c:v>1457.4</c:v>
                </c:pt>
                <c:pt idx="14575">
                  <c:v>1457.5</c:v>
                </c:pt>
                <c:pt idx="14576">
                  <c:v>1457.6</c:v>
                </c:pt>
                <c:pt idx="14577">
                  <c:v>1457.7</c:v>
                </c:pt>
                <c:pt idx="14578">
                  <c:v>1457.8</c:v>
                </c:pt>
                <c:pt idx="14579">
                  <c:v>1457.9</c:v>
                </c:pt>
                <c:pt idx="14580">
                  <c:v>1458</c:v>
                </c:pt>
                <c:pt idx="14581">
                  <c:v>1458.1</c:v>
                </c:pt>
                <c:pt idx="14582">
                  <c:v>1458.2</c:v>
                </c:pt>
                <c:pt idx="14583">
                  <c:v>1458.3</c:v>
                </c:pt>
                <c:pt idx="14584">
                  <c:v>1458.4</c:v>
                </c:pt>
                <c:pt idx="14585">
                  <c:v>1458.5</c:v>
                </c:pt>
                <c:pt idx="14586">
                  <c:v>1458.6</c:v>
                </c:pt>
                <c:pt idx="14587">
                  <c:v>1458.7</c:v>
                </c:pt>
                <c:pt idx="14588">
                  <c:v>1458.8</c:v>
                </c:pt>
                <c:pt idx="14589">
                  <c:v>1458.9</c:v>
                </c:pt>
                <c:pt idx="14590">
                  <c:v>1459</c:v>
                </c:pt>
                <c:pt idx="14591">
                  <c:v>1459.1</c:v>
                </c:pt>
                <c:pt idx="14592">
                  <c:v>1459.2</c:v>
                </c:pt>
                <c:pt idx="14593">
                  <c:v>1459.3</c:v>
                </c:pt>
                <c:pt idx="14594">
                  <c:v>1459.4</c:v>
                </c:pt>
                <c:pt idx="14595">
                  <c:v>1459.5</c:v>
                </c:pt>
                <c:pt idx="14596">
                  <c:v>1459.6</c:v>
                </c:pt>
                <c:pt idx="14597">
                  <c:v>1459.7</c:v>
                </c:pt>
                <c:pt idx="14598">
                  <c:v>1459.8</c:v>
                </c:pt>
                <c:pt idx="14599">
                  <c:v>1459.9</c:v>
                </c:pt>
                <c:pt idx="14600">
                  <c:v>1460</c:v>
                </c:pt>
                <c:pt idx="14601">
                  <c:v>1460.1</c:v>
                </c:pt>
                <c:pt idx="14602">
                  <c:v>1460.2</c:v>
                </c:pt>
                <c:pt idx="14603">
                  <c:v>1460.3</c:v>
                </c:pt>
                <c:pt idx="14604">
                  <c:v>1460.4</c:v>
                </c:pt>
                <c:pt idx="14605">
                  <c:v>1460.5</c:v>
                </c:pt>
                <c:pt idx="14606">
                  <c:v>1460.6</c:v>
                </c:pt>
                <c:pt idx="14607">
                  <c:v>1460.7</c:v>
                </c:pt>
                <c:pt idx="14608">
                  <c:v>1460.8</c:v>
                </c:pt>
                <c:pt idx="14609">
                  <c:v>1460.9</c:v>
                </c:pt>
                <c:pt idx="14610">
                  <c:v>1461</c:v>
                </c:pt>
                <c:pt idx="14611">
                  <c:v>1461.1</c:v>
                </c:pt>
                <c:pt idx="14612">
                  <c:v>1461.2</c:v>
                </c:pt>
                <c:pt idx="14613">
                  <c:v>1461.3</c:v>
                </c:pt>
                <c:pt idx="14614">
                  <c:v>1461.4</c:v>
                </c:pt>
                <c:pt idx="14615">
                  <c:v>1461.5</c:v>
                </c:pt>
                <c:pt idx="14616">
                  <c:v>1461.6</c:v>
                </c:pt>
                <c:pt idx="14617">
                  <c:v>1461.7</c:v>
                </c:pt>
                <c:pt idx="14618">
                  <c:v>1461.8</c:v>
                </c:pt>
                <c:pt idx="14619">
                  <c:v>1461.9</c:v>
                </c:pt>
                <c:pt idx="14620">
                  <c:v>1462</c:v>
                </c:pt>
                <c:pt idx="14621">
                  <c:v>1462.1</c:v>
                </c:pt>
                <c:pt idx="14622">
                  <c:v>1462.2</c:v>
                </c:pt>
                <c:pt idx="14623">
                  <c:v>1462.3</c:v>
                </c:pt>
                <c:pt idx="14624">
                  <c:v>1462.4</c:v>
                </c:pt>
                <c:pt idx="14625">
                  <c:v>1462.5</c:v>
                </c:pt>
                <c:pt idx="14626">
                  <c:v>1462.6</c:v>
                </c:pt>
                <c:pt idx="14627">
                  <c:v>1462.7</c:v>
                </c:pt>
                <c:pt idx="14628">
                  <c:v>1462.8</c:v>
                </c:pt>
                <c:pt idx="14629">
                  <c:v>1462.9</c:v>
                </c:pt>
                <c:pt idx="14630">
                  <c:v>1463</c:v>
                </c:pt>
                <c:pt idx="14631">
                  <c:v>1463.1</c:v>
                </c:pt>
                <c:pt idx="14632">
                  <c:v>1463.2</c:v>
                </c:pt>
                <c:pt idx="14633">
                  <c:v>1463.3</c:v>
                </c:pt>
                <c:pt idx="14634">
                  <c:v>1463.4</c:v>
                </c:pt>
                <c:pt idx="14635">
                  <c:v>1463.5</c:v>
                </c:pt>
                <c:pt idx="14636">
                  <c:v>1463.6</c:v>
                </c:pt>
                <c:pt idx="14637">
                  <c:v>1463.7</c:v>
                </c:pt>
                <c:pt idx="14638">
                  <c:v>1463.8</c:v>
                </c:pt>
                <c:pt idx="14639">
                  <c:v>1463.9</c:v>
                </c:pt>
                <c:pt idx="14640">
                  <c:v>1464</c:v>
                </c:pt>
                <c:pt idx="14641">
                  <c:v>1464.1</c:v>
                </c:pt>
                <c:pt idx="14642">
                  <c:v>1464.2</c:v>
                </c:pt>
                <c:pt idx="14643">
                  <c:v>1464.3</c:v>
                </c:pt>
                <c:pt idx="14644">
                  <c:v>1464.4</c:v>
                </c:pt>
                <c:pt idx="14645">
                  <c:v>1464.5</c:v>
                </c:pt>
                <c:pt idx="14646">
                  <c:v>1464.6</c:v>
                </c:pt>
                <c:pt idx="14647">
                  <c:v>1464.7</c:v>
                </c:pt>
                <c:pt idx="14648">
                  <c:v>1464.8</c:v>
                </c:pt>
                <c:pt idx="14649">
                  <c:v>1464.9</c:v>
                </c:pt>
                <c:pt idx="14650">
                  <c:v>1465</c:v>
                </c:pt>
                <c:pt idx="14651">
                  <c:v>1465.1</c:v>
                </c:pt>
                <c:pt idx="14652">
                  <c:v>1465.2</c:v>
                </c:pt>
                <c:pt idx="14653">
                  <c:v>1465.3</c:v>
                </c:pt>
                <c:pt idx="14654">
                  <c:v>1465.4</c:v>
                </c:pt>
                <c:pt idx="14655">
                  <c:v>1465.5</c:v>
                </c:pt>
                <c:pt idx="14656">
                  <c:v>1465.6</c:v>
                </c:pt>
                <c:pt idx="14657">
                  <c:v>1465.7</c:v>
                </c:pt>
                <c:pt idx="14658">
                  <c:v>1465.8</c:v>
                </c:pt>
                <c:pt idx="14659">
                  <c:v>1465.9</c:v>
                </c:pt>
                <c:pt idx="14660">
                  <c:v>1466</c:v>
                </c:pt>
                <c:pt idx="14661">
                  <c:v>1466.1</c:v>
                </c:pt>
                <c:pt idx="14662">
                  <c:v>1466.2</c:v>
                </c:pt>
                <c:pt idx="14663">
                  <c:v>1466.3</c:v>
                </c:pt>
                <c:pt idx="14664">
                  <c:v>1466.4</c:v>
                </c:pt>
                <c:pt idx="14665">
                  <c:v>1466.5</c:v>
                </c:pt>
                <c:pt idx="14666">
                  <c:v>1466.6</c:v>
                </c:pt>
                <c:pt idx="14667">
                  <c:v>1466.7</c:v>
                </c:pt>
                <c:pt idx="14668">
                  <c:v>1466.8</c:v>
                </c:pt>
                <c:pt idx="14669">
                  <c:v>1466.9</c:v>
                </c:pt>
                <c:pt idx="14670">
                  <c:v>1467</c:v>
                </c:pt>
                <c:pt idx="14671">
                  <c:v>1467.1</c:v>
                </c:pt>
                <c:pt idx="14672">
                  <c:v>1467.2</c:v>
                </c:pt>
                <c:pt idx="14673">
                  <c:v>1467.3</c:v>
                </c:pt>
                <c:pt idx="14674">
                  <c:v>1467.4</c:v>
                </c:pt>
                <c:pt idx="14675">
                  <c:v>1467.5</c:v>
                </c:pt>
                <c:pt idx="14676">
                  <c:v>1467.6</c:v>
                </c:pt>
                <c:pt idx="14677">
                  <c:v>1467.7</c:v>
                </c:pt>
                <c:pt idx="14678">
                  <c:v>1467.8</c:v>
                </c:pt>
                <c:pt idx="14679">
                  <c:v>1467.9</c:v>
                </c:pt>
                <c:pt idx="14680">
                  <c:v>1468</c:v>
                </c:pt>
                <c:pt idx="14681">
                  <c:v>1468.1</c:v>
                </c:pt>
                <c:pt idx="14682">
                  <c:v>1468.2</c:v>
                </c:pt>
                <c:pt idx="14683">
                  <c:v>1468.3</c:v>
                </c:pt>
                <c:pt idx="14684">
                  <c:v>1468.4</c:v>
                </c:pt>
                <c:pt idx="14685">
                  <c:v>1468.5</c:v>
                </c:pt>
                <c:pt idx="14686">
                  <c:v>1468.6</c:v>
                </c:pt>
                <c:pt idx="14687">
                  <c:v>1468.7</c:v>
                </c:pt>
                <c:pt idx="14688">
                  <c:v>1468.8</c:v>
                </c:pt>
                <c:pt idx="14689">
                  <c:v>1468.9</c:v>
                </c:pt>
                <c:pt idx="14690">
                  <c:v>1469</c:v>
                </c:pt>
                <c:pt idx="14691">
                  <c:v>1469.1</c:v>
                </c:pt>
                <c:pt idx="14692">
                  <c:v>1469.2</c:v>
                </c:pt>
                <c:pt idx="14693">
                  <c:v>1469.3</c:v>
                </c:pt>
                <c:pt idx="14694">
                  <c:v>1469.4</c:v>
                </c:pt>
                <c:pt idx="14695">
                  <c:v>1469.5</c:v>
                </c:pt>
                <c:pt idx="14696">
                  <c:v>1469.6</c:v>
                </c:pt>
                <c:pt idx="14697">
                  <c:v>1469.7</c:v>
                </c:pt>
                <c:pt idx="14698">
                  <c:v>1469.8</c:v>
                </c:pt>
                <c:pt idx="14699">
                  <c:v>1469.9</c:v>
                </c:pt>
                <c:pt idx="14700">
                  <c:v>1470</c:v>
                </c:pt>
                <c:pt idx="14701">
                  <c:v>1470.1</c:v>
                </c:pt>
                <c:pt idx="14702">
                  <c:v>1470.2</c:v>
                </c:pt>
                <c:pt idx="14703">
                  <c:v>1470.3</c:v>
                </c:pt>
                <c:pt idx="14704">
                  <c:v>1470.4</c:v>
                </c:pt>
                <c:pt idx="14705">
                  <c:v>1470.5</c:v>
                </c:pt>
                <c:pt idx="14706">
                  <c:v>1470.6</c:v>
                </c:pt>
                <c:pt idx="14707">
                  <c:v>1470.7</c:v>
                </c:pt>
                <c:pt idx="14708">
                  <c:v>1470.8</c:v>
                </c:pt>
                <c:pt idx="14709">
                  <c:v>1470.9</c:v>
                </c:pt>
                <c:pt idx="14710">
                  <c:v>1471</c:v>
                </c:pt>
                <c:pt idx="14711">
                  <c:v>1471.1</c:v>
                </c:pt>
                <c:pt idx="14712">
                  <c:v>1471.2</c:v>
                </c:pt>
                <c:pt idx="14713">
                  <c:v>1471.3</c:v>
                </c:pt>
                <c:pt idx="14714">
                  <c:v>1471.4</c:v>
                </c:pt>
                <c:pt idx="14715">
                  <c:v>1471.5</c:v>
                </c:pt>
                <c:pt idx="14716">
                  <c:v>1471.6</c:v>
                </c:pt>
                <c:pt idx="14717">
                  <c:v>1471.7</c:v>
                </c:pt>
                <c:pt idx="14718">
                  <c:v>1471.8</c:v>
                </c:pt>
                <c:pt idx="14719">
                  <c:v>1471.9</c:v>
                </c:pt>
                <c:pt idx="14720">
                  <c:v>1472</c:v>
                </c:pt>
                <c:pt idx="14721">
                  <c:v>1472.1</c:v>
                </c:pt>
                <c:pt idx="14722">
                  <c:v>1472.2</c:v>
                </c:pt>
                <c:pt idx="14723">
                  <c:v>1472.3</c:v>
                </c:pt>
                <c:pt idx="14724">
                  <c:v>1472.4</c:v>
                </c:pt>
                <c:pt idx="14725">
                  <c:v>1472.5</c:v>
                </c:pt>
                <c:pt idx="14726">
                  <c:v>1472.6</c:v>
                </c:pt>
                <c:pt idx="14727">
                  <c:v>1472.7</c:v>
                </c:pt>
                <c:pt idx="14728">
                  <c:v>1472.8</c:v>
                </c:pt>
                <c:pt idx="14729">
                  <c:v>1472.9</c:v>
                </c:pt>
                <c:pt idx="14730">
                  <c:v>1473</c:v>
                </c:pt>
                <c:pt idx="14731">
                  <c:v>1473.1</c:v>
                </c:pt>
                <c:pt idx="14732">
                  <c:v>1473.2</c:v>
                </c:pt>
                <c:pt idx="14733">
                  <c:v>1473.3</c:v>
                </c:pt>
                <c:pt idx="14734">
                  <c:v>1473.4</c:v>
                </c:pt>
                <c:pt idx="14735">
                  <c:v>1473.5</c:v>
                </c:pt>
                <c:pt idx="14736">
                  <c:v>1473.6</c:v>
                </c:pt>
                <c:pt idx="14737">
                  <c:v>1473.7</c:v>
                </c:pt>
                <c:pt idx="14738">
                  <c:v>1473.8</c:v>
                </c:pt>
                <c:pt idx="14739">
                  <c:v>1473.9</c:v>
                </c:pt>
                <c:pt idx="14740">
                  <c:v>1474</c:v>
                </c:pt>
                <c:pt idx="14741">
                  <c:v>1474.1</c:v>
                </c:pt>
                <c:pt idx="14742">
                  <c:v>1474.2</c:v>
                </c:pt>
                <c:pt idx="14743">
                  <c:v>1474.3</c:v>
                </c:pt>
                <c:pt idx="14744">
                  <c:v>1474.4</c:v>
                </c:pt>
                <c:pt idx="14745">
                  <c:v>1474.5</c:v>
                </c:pt>
                <c:pt idx="14746">
                  <c:v>1474.6</c:v>
                </c:pt>
                <c:pt idx="14747">
                  <c:v>1474.7</c:v>
                </c:pt>
                <c:pt idx="14748">
                  <c:v>1474.8</c:v>
                </c:pt>
                <c:pt idx="14749">
                  <c:v>1474.9</c:v>
                </c:pt>
                <c:pt idx="14750">
                  <c:v>1475</c:v>
                </c:pt>
                <c:pt idx="14751">
                  <c:v>1475.1</c:v>
                </c:pt>
                <c:pt idx="14752">
                  <c:v>1475.2</c:v>
                </c:pt>
                <c:pt idx="14753">
                  <c:v>1475.3</c:v>
                </c:pt>
                <c:pt idx="14754">
                  <c:v>1475.4</c:v>
                </c:pt>
                <c:pt idx="14755">
                  <c:v>1475.5</c:v>
                </c:pt>
                <c:pt idx="14756">
                  <c:v>1475.6</c:v>
                </c:pt>
                <c:pt idx="14757">
                  <c:v>1475.7</c:v>
                </c:pt>
                <c:pt idx="14758">
                  <c:v>1475.8</c:v>
                </c:pt>
                <c:pt idx="14759">
                  <c:v>1475.9</c:v>
                </c:pt>
                <c:pt idx="14760">
                  <c:v>1476</c:v>
                </c:pt>
                <c:pt idx="14761">
                  <c:v>1476.1</c:v>
                </c:pt>
                <c:pt idx="14762">
                  <c:v>1476.2</c:v>
                </c:pt>
                <c:pt idx="14763">
                  <c:v>1476.3</c:v>
                </c:pt>
                <c:pt idx="14764">
                  <c:v>1476.4</c:v>
                </c:pt>
                <c:pt idx="14765">
                  <c:v>1476.5</c:v>
                </c:pt>
                <c:pt idx="14766">
                  <c:v>1476.6</c:v>
                </c:pt>
                <c:pt idx="14767">
                  <c:v>1476.7</c:v>
                </c:pt>
                <c:pt idx="14768">
                  <c:v>1476.8</c:v>
                </c:pt>
                <c:pt idx="14769">
                  <c:v>1476.9</c:v>
                </c:pt>
                <c:pt idx="14770">
                  <c:v>1477</c:v>
                </c:pt>
                <c:pt idx="14771">
                  <c:v>1477.1</c:v>
                </c:pt>
                <c:pt idx="14772">
                  <c:v>1477.2</c:v>
                </c:pt>
                <c:pt idx="14773">
                  <c:v>1477.3</c:v>
                </c:pt>
                <c:pt idx="14774">
                  <c:v>1477.4</c:v>
                </c:pt>
                <c:pt idx="14775">
                  <c:v>1477.5</c:v>
                </c:pt>
                <c:pt idx="14776">
                  <c:v>1477.6</c:v>
                </c:pt>
                <c:pt idx="14777">
                  <c:v>1477.7</c:v>
                </c:pt>
                <c:pt idx="14778">
                  <c:v>1477.8</c:v>
                </c:pt>
                <c:pt idx="14779">
                  <c:v>1477.9</c:v>
                </c:pt>
                <c:pt idx="14780">
                  <c:v>1478</c:v>
                </c:pt>
                <c:pt idx="14781">
                  <c:v>1478.1</c:v>
                </c:pt>
                <c:pt idx="14782">
                  <c:v>1478.2</c:v>
                </c:pt>
                <c:pt idx="14783">
                  <c:v>1478.3</c:v>
                </c:pt>
                <c:pt idx="14784">
                  <c:v>1478.4</c:v>
                </c:pt>
                <c:pt idx="14785">
                  <c:v>1478.5</c:v>
                </c:pt>
                <c:pt idx="14786">
                  <c:v>1478.6</c:v>
                </c:pt>
                <c:pt idx="14787">
                  <c:v>1478.7</c:v>
                </c:pt>
                <c:pt idx="14788">
                  <c:v>1478.8</c:v>
                </c:pt>
                <c:pt idx="14789">
                  <c:v>1478.9</c:v>
                </c:pt>
                <c:pt idx="14790">
                  <c:v>1479</c:v>
                </c:pt>
                <c:pt idx="14791">
                  <c:v>1479.1</c:v>
                </c:pt>
                <c:pt idx="14792">
                  <c:v>1479.2</c:v>
                </c:pt>
                <c:pt idx="14793">
                  <c:v>1479.3</c:v>
                </c:pt>
                <c:pt idx="14794">
                  <c:v>1479.4</c:v>
                </c:pt>
                <c:pt idx="14795">
                  <c:v>1479.5</c:v>
                </c:pt>
                <c:pt idx="14796">
                  <c:v>1479.6</c:v>
                </c:pt>
                <c:pt idx="14797">
                  <c:v>1479.7</c:v>
                </c:pt>
                <c:pt idx="14798">
                  <c:v>1479.8</c:v>
                </c:pt>
                <c:pt idx="14799">
                  <c:v>1479.9</c:v>
                </c:pt>
                <c:pt idx="14800">
                  <c:v>1480</c:v>
                </c:pt>
                <c:pt idx="14801">
                  <c:v>1480.1</c:v>
                </c:pt>
                <c:pt idx="14802">
                  <c:v>1480.2</c:v>
                </c:pt>
                <c:pt idx="14803">
                  <c:v>1480.3</c:v>
                </c:pt>
                <c:pt idx="14804">
                  <c:v>1480.4</c:v>
                </c:pt>
                <c:pt idx="14805">
                  <c:v>1480.5</c:v>
                </c:pt>
                <c:pt idx="14806">
                  <c:v>1480.6</c:v>
                </c:pt>
                <c:pt idx="14807">
                  <c:v>1480.7</c:v>
                </c:pt>
                <c:pt idx="14808">
                  <c:v>1480.8</c:v>
                </c:pt>
                <c:pt idx="14809">
                  <c:v>1480.9</c:v>
                </c:pt>
                <c:pt idx="14810">
                  <c:v>1481</c:v>
                </c:pt>
                <c:pt idx="14811">
                  <c:v>1481.1</c:v>
                </c:pt>
                <c:pt idx="14812">
                  <c:v>1481.2</c:v>
                </c:pt>
                <c:pt idx="14813">
                  <c:v>1481.3</c:v>
                </c:pt>
                <c:pt idx="14814">
                  <c:v>1481.4</c:v>
                </c:pt>
                <c:pt idx="14815">
                  <c:v>1481.5</c:v>
                </c:pt>
                <c:pt idx="14816">
                  <c:v>1481.6</c:v>
                </c:pt>
                <c:pt idx="14817">
                  <c:v>1481.7</c:v>
                </c:pt>
                <c:pt idx="14818">
                  <c:v>1481.8</c:v>
                </c:pt>
                <c:pt idx="14819">
                  <c:v>1481.9</c:v>
                </c:pt>
                <c:pt idx="14820">
                  <c:v>1482</c:v>
                </c:pt>
                <c:pt idx="14821">
                  <c:v>1482.1</c:v>
                </c:pt>
                <c:pt idx="14822">
                  <c:v>1482.2</c:v>
                </c:pt>
                <c:pt idx="14823">
                  <c:v>1482.3</c:v>
                </c:pt>
                <c:pt idx="14824">
                  <c:v>1482.4</c:v>
                </c:pt>
                <c:pt idx="14825">
                  <c:v>1482.5</c:v>
                </c:pt>
                <c:pt idx="14826">
                  <c:v>1482.6</c:v>
                </c:pt>
                <c:pt idx="14827">
                  <c:v>1482.7</c:v>
                </c:pt>
                <c:pt idx="14828">
                  <c:v>1482.8</c:v>
                </c:pt>
                <c:pt idx="14829">
                  <c:v>1482.9</c:v>
                </c:pt>
                <c:pt idx="14830">
                  <c:v>1483</c:v>
                </c:pt>
                <c:pt idx="14831">
                  <c:v>1483.1</c:v>
                </c:pt>
                <c:pt idx="14832">
                  <c:v>1483.2</c:v>
                </c:pt>
                <c:pt idx="14833">
                  <c:v>1483.3</c:v>
                </c:pt>
                <c:pt idx="14834">
                  <c:v>1483.4</c:v>
                </c:pt>
                <c:pt idx="14835">
                  <c:v>1483.5</c:v>
                </c:pt>
                <c:pt idx="14836">
                  <c:v>1483.6</c:v>
                </c:pt>
                <c:pt idx="14837">
                  <c:v>1483.7</c:v>
                </c:pt>
                <c:pt idx="14838">
                  <c:v>1483.8</c:v>
                </c:pt>
                <c:pt idx="14839">
                  <c:v>1483.9</c:v>
                </c:pt>
                <c:pt idx="14840">
                  <c:v>1484</c:v>
                </c:pt>
                <c:pt idx="14841">
                  <c:v>1484.1</c:v>
                </c:pt>
                <c:pt idx="14842">
                  <c:v>1484.2</c:v>
                </c:pt>
                <c:pt idx="14843">
                  <c:v>1484.3</c:v>
                </c:pt>
                <c:pt idx="14844">
                  <c:v>1484.4</c:v>
                </c:pt>
                <c:pt idx="14845">
                  <c:v>1484.5</c:v>
                </c:pt>
                <c:pt idx="14846">
                  <c:v>1484.6</c:v>
                </c:pt>
                <c:pt idx="14847">
                  <c:v>1484.7</c:v>
                </c:pt>
                <c:pt idx="14848">
                  <c:v>1484.8</c:v>
                </c:pt>
                <c:pt idx="14849">
                  <c:v>1484.9</c:v>
                </c:pt>
                <c:pt idx="14850">
                  <c:v>1485</c:v>
                </c:pt>
                <c:pt idx="14851">
                  <c:v>1485.1</c:v>
                </c:pt>
                <c:pt idx="14852">
                  <c:v>1485.2</c:v>
                </c:pt>
                <c:pt idx="14853">
                  <c:v>1485.3</c:v>
                </c:pt>
                <c:pt idx="14854">
                  <c:v>1485.4</c:v>
                </c:pt>
                <c:pt idx="14855">
                  <c:v>1485.5</c:v>
                </c:pt>
                <c:pt idx="14856">
                  <c:v>1485.6</c:v>
                </c:pt>
                <c:pt idx="14857">
                  <c:v>1485.7</c:v>
                </c:pt>
                <c:pt idx="14858">
                  <c:v>1485.8</c:v>
                </c:pt>
                <c:pt idx="14859">
                  <c:v>1485.9</c:v>
                </c:pt>
                <c:pt idx="14860">
                  <c:v>1486</c:v>
                </c:pt>
                <c:pt idx="14861">
                  <c:v>1486.1</c:v>
                </c:pt>
                <c:pt idx="14862">
                  <c:v>1486.2</c:v>
                </c:pt>
                <c:pt idx="14863">
                  <c:v>1486.3</c:v>
                </c:pt>
                <c:pt idx="14864">
                  <c:v>1486.4</c:v>
                </c:pt>
                <c:pt idx="14865">
                  <c:v>1486.5</c:v>
                </c:pt>
                <c:pt idx="14866">
                  <c:v>1486.6</c:v>
                </c:pt>
                <c:pt idx="14867">
                  <c:v>1486.7</c:v>
                </c:pt>
                <c:pt idx="14868">
                  <c:v>1486.8</c:v>
                </c:pt>
                <c:pt idx="14869">
                  <c:v>1486.9</c:v>
                </c:pt>
                <c:pt idx="14870">
                  <c:v>1487</c:v>
                </c:pt>
                <c:pt idx="14871">
                  <c:v>1487.1</c:v>
                </c:pt>
                <c:pt idx="14872">
                  <c:v>1487.2</c:v>
                </c:pt>
                <c:pt idx="14873">
                  <c:v>1487.3</c:v>
                </c:pt>
                <c:pt idx="14874">
                  <c:v>1487.4</c:v>
                </c:pt>
                <c:pt idx="14875">
                  <c:v>1487.5</c:v>
                </c:pt>
                <c:pt idx="14876">
                  <c:v>1487.6</c:v>
                </c:pt>
                <c:pt idx="14877">
                  <c:v>1487.7</c:v>
                </c:pt>
                <c:pt idx="14878">
                  <c:v>1487.8</c:v>
                </c:pt>
                <c:pt idx="14879">
                  <c:v>1487.9</c:v>
                </c:pt>
                <c:pt idx="14880">
                  <c:v>1488</c:v>
                </c:pt>
                <c:pt idx="14881">
                  <c:v>1488.1</c:v>
                </c:pt>
                <c:pt idx="14882">
                  <c:v>1488.2</c:v>
                </c:pt>
                <c:pt idx="14883">
                  <c:v>1488.3</c:v>
                </c:pt>
                <c:pt idx="14884">
                  <c:v>1488.4</c:v>
                </c:pt>
                <c:pt idx="14885">
                  <c:v>1488.5</c:v>
                </c:pt>
                <c:pt idx="14886">
                  <c:v>1488.6</c:v>
                </c:pt>
                <c:pt idx="14887">
                  <c:v>1488.7</c:v>
                </c:pt>
                <c:pt idx="14888">
                  <c:v>1488.8</c:v>
                </c:pt>
                <c:pt idx="14889">
                  <c:v>1488.9</c:v>
                </c:pt>
                <c:pt idx="14890">
                  <c:v>1489</c:v>
                </c:pt>
                <c:pt idx="14891">
                  <c:v>1489.1</c:v>
                </c:pt>
                <c:pt idx="14892">
                  <c:v>1489.2</c:v>
                </c:pt>
                <c:pt idx="14893">
                  <c:v>1489.3</c:v>
                </c:pt>
                <c:pt idx="14894">
                  <c:v>1489.4</c:v>
                </c:pt>
                <c:pt idx="14895">
                  <c:v>1489.5</c:v>
                </c:pt>
                <c:pt idx="14896">
                  <c:v>1489.6</c:v>
                </c:pt>
                <c:pt idx="14897">
                  <c:v>1489.7</c:v>
                </c:pt>
                <c:pt idx="14898">
                  <c:v>1489.8</c:v>
                </c:pt>
                <c:pt idx="14899">
                  <c:v>1489.9</c:v>
                </c:pt>
                <c:pt idx="14900">
                  <c:v>1490</c:v>
                </c:pt>
                <c:pt idx="14901">
                  <c:v>1490.1</c:v>
                </c:pt>
                <c:pt idx="14902">
                  <c:v>1490.2</c:v>
                </c:pt>
                <c:pt idx="14903">
                  <c:v>1490.3</c:v>
                </c:pt>
                <c:pt idx="14904">
                  <c:v>1490.4</c:v>
                </c:pt>
                <c:pt idx="14905">
                  <c:v>1490.5</c:v>
                </c:pt>
                <c:pt idx="14906">
                  <c:v>1490.6</c:v>
                </c:pt>
                <c:pt idx="14907">
                  <c:v>1490.7</c:v>
                </c:pt>
                <c:pt idx="14908">
                  <c:v>1490.8</c:v>
                </c:pt>
                <c:pt idx="14909">
                  <c:v>1490.9</c:v>
                </c:pt>
                <c:pt idx="14910">
                  <c:v>1491</c:v>
                </c:pt>
                <c:pt idx="14911">
                  <c:v>1491.1</c:v>
                </c:pt>
                <c:pt idx="14912">
                  <c:v>1491.2</c:v>
                </c:pt>
                <c:pt idx="14913">
                  <c:v>1491.3</c:v>
                </c:pt>
                <c:pt idx="14914">
                  <c:v>1491.4</c:v>
                </c:pt>
                <c:pt idx="14915">
                  <c:v>1491.5</c:v>
                </c:pt>
                <c:pt idx="14916">
                  <c:v>1491.6</c:v>
                </c:pt>
                <c:pt idx="14917">
                  <c:v>1491.7</c:v>
                </c:pt>
                <c:pt idx="14918">
                  <c:v>1491.8</c:v>
                </c:pt>
                <c:pt idx="14919">
                  <c:v>1491.9</c:v>
                </c:pt>
                <c:pt idx="14920">
                  <c:v>1492</c:v>
                </c:pt>
                <c:pt idx="14921">
                  <c:v>1492.1</c:v>
                </c:pt>
                <c:pt idx="14922">
                  <c:v>1492.2</c:v>
                </c:pt>
                <c:pt idx="14923">
                  <c:v>1492.3</c:v>
                </c:pt>
                <c:pt idx="14924">
                  <c:v>1492.4</c:v>
                </c:pt>
                <c:pt idx="14925">
                  <c:v>1492.5</c:v>
                </c:pt>
                <c:pt idx="14926">
                  <c:v>1492.6</c:v>
                </c:pt>
                <c:pt idx="14927">
                  <c:v>1492.7</c:v>
                </c:pt>
                <c:pt idx="14928">
                  <c:v>1492.8</c:v>
                </c:pt>
                <c:pt idx="14929">
                  <c:v>1492.9</c:v>
                </c:pt>
                <c:pt idx="14930">
                  <c:v>1493</c:v>
                </c:pt>
                <c:pt idx="14931">
                  <c:v>1493.1</c:v>
                </c:pt>
                <c:pt idx="14932">
                  <c:v>1493.2</c:v>
                </c:pt>
                <c:pt idx="14933">
                  <c:v>1493.3</c:v>
                </c:pt>
                <c:pt idx="14934">
                  <c:v>1493.4</c:v>
                </c:pt>
                <c:pt idx="14935">
                  <c:v>1493.5</c:v>
                </c:pt>
                <c:pt idx="14936">
                  <c:v>1493.6</c:v>
                </c:pt>
                <c:pt idx="14937">
                  <c:v>1493.7</c:v>
                </c:pt>
                <c:pt idx="14938">
                  <c:v>1493.8</c:v>
                </c:pt>
                <c:pt idx="14939">
                  <c:v>1493.9</c:v>
                </c:pt>
                <c:pt idx="14940">
                  <c:v>1494</c:v>
                </c:pt>
                <c:pt idx="14941">
                  <c:v>1494.1</c:v>
                </c:pt>
                <c:pt idx="14942">
                  <c:v>1494.2</c:v>
                </c:pt>
                <c:pt idx="14943">
                  <c:v>1494.3</c:v>
                </c:pt>
                <c:pt idx="14944">
                  <c:v>1494.4</c:v>
                </c:pt>
                <c:pt idx="14945">
                  <c:v>1494.5</c:v>
                </c:pt>
                <c:pt idx="14946">
                  <c:v>1494.6</c:v>
                </c:pt>
                <c:pt idx="14947">
                  <c:v>1494.7</c:v>
                </c:pt>
                <c:pt idx="14948">
                  <c:v>1494.8</c:v>
                </c:pt>
                <c:pt idx="14949">
                  <c:v>1494.9</c:v>
                </c:pt>
                <c:pt idx="14950">
                  <c:v>1495</c:v>
                </c:pt>
                <c:pt idx="14951">
                  <c:v>1495.1</c:v>
                </c:pt>
                <c:pt idx="14952">
                  <c:v>1495.2</c:v>
                </c:pt>
                <c:pt idx="14953">
                  <c:v>1495.3</c:v>
                </c:pt>
                <c:pt idx="14954">
                  <c:v>1495.4</c:v>
                </c:pt>
                <c:pt idx="14955">
                  <c:v>1495.5</c:v>
                </c:pt>
                <c:pt idx="14956">
                  <c:v>1495.6</c:v>
                </c:pt>
                <c:pt idx="14957">
                  <c:v>1495.7</c:v>
                </c:pt>
                <c:pt idx="14958">
                  <c:v>1495.8</c:v>
                </c:pt>
                <c:pt idx="14959">
                  <c:v>1495.9</c:v>
                </c:pt>
                <c:pt idx="14960">
                  <c:v>1496</c:v>
                </c:pt>
                <c:pt idx="14961">
                  <c:v>1496.1</c:v>
                </c:pt>
                <c:pt idx="14962">
                  <c:v>1496.2</c:v>
                </c:pt>
                <c:pt idx="14963">
                  <c:v>1496.3</c:v>
                </c:pt>
                <c:pt idx="14964">
                  <c:v>1496.4</c:v>
                </c:pt>
                <c:pt idx="14965">
                  <c:v>1496.5</c:v>
                </c:pt>
                <c:pt idx="14966">
                  <c:v>1496.6</c:v>
                </c:pt>
                <c:pt idx="14967">
                  <c:v>1496.7</c:v>
                </c:pt>
                <c:pt idx="14968">
                  <c:v>1496.8</c:v>
                </c:pt>
                <c:pt idx="14969">
                  <c:v>1496.9</c:v>
                </c:pt>
                <c:pt idx="14970">
                  <c:v>1497</c:v>
                </c:pt>
                <c:pt idx="14971">
                  <c:v>1497.1</c:v>
                </c:pt>
                <c:pt idx="14972">
                  <c:v>1497.2</c:v>
                </c:pt>
                <c:pt idx="14973">
                  <c:v>1497.3</c:v>
                </c:pt>
                <c:pt idx="14974">
                  <c:v>1497.4</c:v>
                </c:pt>
                <c:pt idx="14975">
                  <c:v>1497.5</c:v>
                </c:pt>
                <c:pt idx="14976">
                  <c:v>1497.6</c:v>
                </c:pt>
                <c:pt idx="14977">
                  <c:v>1497.7</c:v>
                </c:pt>
                <c:pt idx="14978">
                  <c:v>1497.8</c:v>
                </c:pt>
                <c:pt idx="14979">
                  <c:v>1497.9</c:v>
                </c:pt>
                <c:pt idx="14980">
                  <c:v>1498</c:v>
                </c:pt>
                <c:pt idx="14981">
                  <c:v>1498.1</c:v>
                </c:pt>
                <c:pt idx="14982">
                  <c:v>1498.2</c:v>
                </c:pt>
                <c:pt idx="14983">
                  <c:v>1498.3</c:v>
                </c:pt>
                <c:pt idx="14984">
                  <c:v>1498.4</c:v>
                </c:pt>
                <c:pt idx="14985">
                  <c:v>1498.5</c:v>
                </c:pt>
                <c:pt idx="14986">
                  <c:v>1498.6</c:v>
                </c:pt>
                <c:pt idx="14987">
                  <c:v>1498.7</c:v>
                </c:pt>
                <c:pt idx="14988">
                  <c:v>1498.8</c:v>
                </c:pt>
                <c:pt idx="14989">
                  <c:v>1498.9</c:v>
                </c:pt>
                <c:pt idx="14990">
                  <c:v>1499</c:v>
                </c:pt>
                <c:pt idx="14991">
                  <c:v>1499.1</c:v>
                </c:pt>
                <c:pt idx="14992">
                  <c:v>1499.2</c:v>
                </c:pt>
                <c:pt idx="14993">
                  <c:v>1499.3</c:v>
                </c:pt>
                <c:pt idx="14994">
                  <c:v>1499.4</c:v>
                </c:pt>
                <c:pt idx="14995">
                  <c:v>1499.5</c:v>
                </c:pt>
                <c:pt idx="14996">
                  <c:v>1499.6</c:v>
                </c:pt>
                <c:pt idx="14997">
                  <c:v>1499.7</c:v>
                </c:pt>
                <c:pt idx="14998">
                  <c:v>1499.8</c:v>
                </c:pt>
                <c:pt idx="14999">
                  <c:v>1499.9</c:v>
                </c:pt>
              </c:numCache>
            </c:numRef>
          </c:xVal>
          <c:yVal>
            <c:numRef>
              <c:f>'RC-Model'!$D$2:$D$15001</c:f>
              <c:numCache>
                <c:formatCode>General</c:formatCode>
                <c:ptCount val="15000"/>
                <c:pt idx="0">
                  <c:v>0</c:v>
                </c:pt>
                <c:pt idx="1">
                  <c:v>2.981821237750637E-2</c:v>
                </c:pt>
                <c:pt idx="2">
                  <c:v>6.0613084870908551E-2</c:v>
                </c:pt>
                <c:pt idx="3">
                  <c:v>9.2373837649290635E-2</c:v>
                </c:pt>
                <c:pt idx="4">
                  <c:v>0.1250898140435055</c:v>
                </c:pt>
                <c:pt idx="5">
                  <c:v>0.15875047913570484</c:v>
                </c:pt>
                <c:pt idx="6">
                  <c:v>0.1840253500041058</c:v>
                </c:pt>
                <c:pt idx="7">
                  <c:v>0.21022419942241299</c:v>
                </c:pt>
                <c:pt idx="8">
                  <c:v>0.23733684941869626</c:v>
                </c:pt>
                <c:pt idx="9">
                  <c:v>0.26535323828649382</c:v>
                </c:pt>
                <c:pt idx="10">
                  <c:v>0.29426341925339727</c:v>
                </c:pt>
                <c:pt idx="11">
                  <c:v>0.31539514461270812</c:v>
                </c:pt>
                <c:pt idx="12">
                  <c:v>0.33740110807408996</c:v>
                </c:pt>
                <c:pt idx="13">
                  <c:v>0.36027169982479279</c:v>
                </c:pt>
                <c:pt idx="14">
                  <c:v>0.38399741980769875</c:v>
                </c:pt>
                <c:pt idx="15">
                  <c:v>0.408568876464102</c:v>
                </c:pt>
                <c:pt idx="16">
                  <c:v>0.42609714681820776</c:v>
                </c:pt>
                <c:pt idx="17">
                  <c:v>0.44445269126450171</c:v>
                </c:pt>
                <c:pt idx="18">
                  <c:v>0.46362643633690936</c:v>
                </c:pt>
                <c:pt idx="19">
                  <c:v>0.48360941217980269</c:v>
                </c:pt>
                <c:pt idx="20">
                  <c:v>0.50439275136089634</c:v>
                </c:pt>
                <c:pt idx="21">
                  <c:v>0.51876401338130051</c:v>
                </c:pt>
                <c:pt idx="22">
                  <c:v>0.53391820646470478</c:v>
                </c:pt>
                <c:pt idx="23">
                  <c:v>0.54984676346100514</c:v>
                </c:pt>
                <c:pt idx="24">
                  <c:v>0.56654121502990051</c:v>
                </c:pt>
                <c:pt idx="25">
                  <c:v>0.58399318851930104</c:v>
                </c:pt>
                <c:pt idx="26">
                  <c:v>0.59558277355729672</c:v>
                </c:pt>
                <c:pt idx="27">
                  <c:v>0.60791342085920519</c:v>
                </c:pt>
                <c:pt idx="28">
                  <c:v>0.62097704124289521</c:v>
                </c:pt>
                <c:pt idx="29">
                  <c:v>0.63476563785880558</c:v>
                </c:pt>
                <c:pt idx="30">
                  <c:v>0.6492713051328991</c:v>
                </c:pt>
                <c:pt idx="31">
                  <c:v>0.65840102264219524</c:v>
                </c:pt>
                <c:pt idx="32">
                  <c:v>0.66823226931551005</c:v>
                </c:pt>
                <c:pt idx="33">
                  <c:v>0.67875740717710187</c:v>
                </c:pt>
                <c:pt idx="34">
                  <c:v>0.68996888541479962</c:v>
                </c:pt>
                <c:pt idx="35">
                  <c:v>0.70185923938089445</c:v>
                </c:pt>
                <c:pt idx="36">
                  <c:v>0.70881195874639502</c:v>
                </c:pt>
                <c:pt idx="37">
                  <c:v>0.7164288791022102</c:v>
                </c:pt>
                <c:pt idx="38">
                  <c:v>0.72470278841730362</c:v>
                </c:pt>
                <c:pt idx="39">
                  <c:v>0.73362655694359091</c:v>
                </c:pt>
                <c:pt idx="40">
                  <c:v>0.7431931362740869</c:v>
                </c:pt>
                <c:pt idx="41">
                  <c:v>0.72537031274370634</c:v>
                </c:pt>
                <c:pt idx="42">
                  <c:v>0.70817644350810838</c:v>
                </c:pt>
                <c:pt idx="43">
                  <c:v>0.69160471863320083</c:v>
                </c:pt>
                <c:pt idx="44">
                  <c:v>0.67564840586149444</c:v>
                </c:pt>
                <c:pt idx="45">
                  <c:v>0.66030084972238967</c:v>
                </c:pt>
                <c:pt idx="46">
                  <c:v>0.64555547065209851</c:v>
                </c:pt>
                <c:pt idx="47">
                  <c:v>0.6314057641243096</c:v>
                </c:pt>
                <c:pt idx="48">
                  <c:v>0.61784529979030367</c:v>
                </c:pt>
                <c:pt idx="49">
                  <c:v>0.60486772062959915</c:v>
                </c:pt>
                <c:pt idx="50">
                  <c:v>0.59246674210909589</c:v>
                </c:pt>
                <c:pt idx="51">
                  <c:v>0.58063615135350233</c:v>
                </c:pt>
                <c:pt idx="52">
                  <c:v>0.56936980632369227</c:v>
                </c:pt>
                <c:pt idx="53">
                  <c:v>0.5586616350059046</c:v>
                </c:pt>
                <c:pt idx="54">
                  <c:v>0.54850563460840362</c:v>
                </c:pt>
                <c:pt idx="55">
                  <c:v>0.53889587076980661</c:v>
                </c:pt>
                <c:pt idx="56">
                  <c:v>0.52982647677420402</c:v>
                </c:pt>
                <c:pt idx="57">
                  <c:v>0.5212916527767959</c:v>
                </c:pt>
                <c:pt idx="58">
                  <c:v>0.51328566503730144</c:v>
                </c:pt>
                <c:pt idx="59">
                  <c:v>0.50580284516308893</c:v>
                </c:pt>
                <c:pt idx="60">
                  <c:v>0.49883758936030631</c:v>
                </c:pt>
                <c:pt idx="61">
                  <c:v>0.49238435769380828</c:v>
                </c:pt>
                <c:pt idx="62">
                  <c:v>0.48643767335599364</c:v>
                </c:pt>
                <c:pt idx="63">
                  <c:v>0.48099212194350116</c:v>
                </c:pt>
                <c:pt idx="64">
                  <c:v>0.47604235074199153</c:v>
                </c:pt>
                <c:pt idx="65">
                  <c:v>0.47158306801969729</c:v>
                </c:pt>
                <c:pt idx="66">
                  <c:v>0.46760904232920097</c:v>
                </c:pt>
                <c:pt idx="67">
                  <c:v>0.46411510181610538</c:v>
                </c:pt>
                <c:pt idx="68">
                  <c:v>0.46109613353709733</c:v>
                </c:pt>
                <c:pt idx="69">
                  <c:v>0.45854708278450573</c:v>
                </c:pt>
                <c:pt idx="70">
                  <c:v>0.45646295241989776</c:v>
                </c:pt>
                <c:pt idx="71">
                  <c:v>0.45483880221379991</c:v>
                </c:pt>
                <c:pt idx="72">
                  <c:v>0.45366974819459926</c:v>
                </c:pt>
                <c:pt idx="73">
                  <c:v>0.4529509620034986</c:v>
                </c:pt>
                <c:pt idx="74">
                  <c:v>0.45267767025779904</c:v>
                </c:pt>
                <c:pt idx="75">
                  <c:v>0.45284515392110336</c:v>
                </c:pt>
                <c:pt idx="76">
                  <c:v>0.45344874768069587</c:v>
                </c:pt>
                <c:pt idx="77">
                  <c:v>0.45448383933229763</c:v>
                </c:pt>
                <c:pt idx="78">
                  <c:v>0.45594586917150082</c:v>
                </c:pt>
                <c:pt idx="79">
                  <c:v>0.45783032939280588</c:v>
                </c:pt>
                <c:pt idx="80">
                  <c:v>0.46013276349469834</c:v>
                </c:pt>
                <c:pt idx="81">
                  <c:v>0.4444964478824005</c:v>
                </c:pt>
                <c:pt idx="82">
                  <c:v>0.42926934471650213</c:v>
                </c:pt>
                <c:pt idx="83">
                  <c:v>0.41444714790929993</c:v>
                </c:pt>
                <c:pt idx="84">
                  <c:v>0.40002560036640489</c:v>
                </c:pt>
                <c:pt idx="85">
                  <c:v>0.38600049342599618</c:v>
                </c:pt>
                <c:pt idx="86">
                  <c:v>0.37236766630419993</c:v>
                </c:pt>
                <c:pt idx="87">
                  <c:v>0.35912300554629439</c:v>
                </c:pt>
                <c:pt idx="88">
                  <c:v>0.34626244448479326</c:v>
                </c:pt>
                <c:pt idx="89">
                  <c:v>0.33378196270369642</c:v>
                </c:pt>
                <c:pt idx="90">
                  <c:v>0.32167758550869507</c:v>
                </c:pt>
                <c:pt idx="91">
                  <c:v>0.30994538340300437</c:v>
                </c:pt>
                <c:pt idx="92">
                  <c:v>0.29858147157059989</c:v>
                </c:pt>
                <c:pt idx="93">
                  <c:v>0.28758200936380263</c:v>
                </c:pt>
                <c:pt idx="94">
                  <c:v>0.27694319979720206</c:v>
                </c:pt>
                <c:pt idx="95">
                  <c:v>0.26666128904869879</c:v>
                </c:pt>
                <c:pt idx="96">
                  <c:v>0.25673256596360261</c:v>
                </c:pt>
                <c:pt idx="97">
                  <c:v>0.24715336156749856</c:v>
                </c:pt>
                <c:pt idx="98">
                  <c:v>0.23792004858169946</c:v>
                </c:pt>
                <c:pt idx="99">
                  <c:v>0.2290290409469975</c:v>
                </c:pt>
                <c:pt idx="100">
                  <c:v>0.22047679335079806</c:v>
                </c:pt>
                <c:pt idx="101">
                  <c:v>0.21225980076049211</c:v>
                </c:pt>
                <c:pt idx="102">
                  <c:v>0.20437459796269764</c:v>
                </c:pt>
                <c:pt idx="103">
                  <c:v>0.19681775910649435</c:v>
                </c:pt>
                <c:pt idx="104">
                  <c:v>0.18958589725329489</c:v>
                </c:pt>
                <c:pt idx="105">
                  <c:v>0.18267566393059553</c:v>
                </c:pt>
                <c:pt idx="106">
                  <c:v>0.17608374869209342</c:v>
                </c:pt>
                <c:pt idx="107">
                  <c:v>0.16980687868161226</c:v>
                </c:pt>
                <c:pt idx="108">
                  <c:v>0.16384181820281185</c:v>
                </c:pt>
                <c:pt idx="109">
                  <c:v>0.15818536829409879</c:v>
                </c:pt>
                <c:pt idx="110">
                  <c:v>0.15283436630700464</c:v>
                </c:pt>
                <c:pt idx="111">
                  <c:v>0.14778568549139948</c:v>
                </c:pt>
                <c:pt idx="112">
                  <c:v>0.14303623458340553</c:v>
                </c:pt>
                <c:pt idx="113">
                  <c:v>0.13858295739990467</c:v>
                </c:pt>
                <c:pt idx="114">
                  <c:v>0.1344228324361012</c:v>
                </c:pt>
                <c:pt idx="115">
                  <c:v>0.13055287246869796</c:v>
                </c:pt>
                <c:pt idx="116">
                  <c:v>0.12697012416370512</c:v>
                </c:pt>
                <c:pt idx="117">
                  <c:v>0.12367166768750337</c:v>
                </c:pt>
                <c:pt idx="118">
                  <c:v>0.1206546163241029</c:v>
                </c:pt>
                <c:pt idx="119">
                  <c:v>0.1179161160953015</c:v>
                </c:pt>
                <c:pt idx="120">
                  <c:v>0.11545334538620011</c:v>
                </c:pt>
                <c:pt idx="121">
                  <c:v>0.10068550401550169</c:v>
                </c:pt>
                <c:pt idx="122">
                  <c:v>8.6187844545804637E-2</c:v>
                </c:pt>
                <c:pt idx="123">
                  <c:v>7.1957640245400967E-2</c:v>
                </c:pt>
                <c:pt idx="124">
                  <c:v>5.7992195288306903E-2</c:v>
                </c:pt>
                <c:pt idx="125">
                  <c:v>4.4288844400796279E-2</c:v>
                </c:pt>
                <c:pt idx="126">
                  <c:v>3.0844952511500878E-2</c:v>
                </c:pt>
                <c:pt idx="127">
                  <c:v>1.765791440590192E-2</c:v>
                </c:pt>
                <c:pt idx="128">
                  <c:v>4.7251543841042576E-3</c:v>
                </c:pt>
                <c:pt idx="129">
                  <c:v>-7.9558740769982705E-3</c:v>
                </c:pt>
                <c:pt idx="130">
                  <c:v>-2.0387688658004777E-2</c:v>
                </c:pt>
                <c:pt idx="131">
                  <c:v>-3.2572778526699153E-2</c:v>
                </c:pt>
                <c:pt idx="132">
                  <c:v>-4.4513604664800255E-2</c:v>
                </c:pt>
                <c:pt idx="133">
                  <c:v>-5.6212600191003048E-2</c:v>
                </c:pt>
                <c:pt idx="134">
                  <c:v>-6.7672170679188071E-2</c:v>
                </c:pt>
                <c:pt idx="135">
                  <c:v>-7.8894694474811899E-2</c:v>
                </c:pt>
                <c:pt idx="136">
                  <c:v>-8.9882523005599069E-2</c:v>
                </c:pt>
                <c:pt idx="137">
                  <c:v>-0.10063798109050026</c:v>
                </c:pt>
                <c:pt idx="138">
                  <c:v>-0.11116336724390408</c:v>
                </c:pt>
                <c:pt idx="139">
                  <c:v>-0.12146095397709189</c:v>
                </c:pt>
                <c:pt idx="140">
                  <c:v>-0.13153298809540104</c:v>
                </c:pt>
                <c:pt idx="141">
                  <c:v>-0.14138169099319953</c:v>
                </c:pt>
                <c:pt idx="142">
                  <c:v>-0.15100925894429906</c:v>
                </c:pt>
                <c:pt idx="143">
                  <c:v>-0.16041786338959696</c:v>
                </c:pt>
                <c:pt idx="144">
                  <c:v>-0.16960965122169114</c:v>
                </c:pt>
                <c:pt idx="145">
                  <c:v>-0.1785867450654024</c:v>
                </c:pt>
                <c:pt idx="146">
                  <c:v>-0.18735124355590926</c:v>
                </c:pt>
                <c:pt idx="147">
                  <c:v>-0.19590522161350066</c:v>
                </c:pt>
                <c:pt idx="148">
                  <c:v>-0.20425073071439215</c:v>
                </c:pt>
                <c:pt idx="149">
                  <c:v>-0.21238979915999323</c:v>
                </c:pt>
                <c:pt idx="150">
                  <c:v>-0.22032443234130028</c:v>
                </c:pt>
                <c:pt idx="151">
                  <c:v>-0.22805661300201052</c:v>
                </c:pt>
                <c:pt idx="152">
                  <c:v>-0.23558830149680432</c:v>
                </c:pt>
                <c:pt idx="153">
                  <c:v>-0.2429214360485048</c:v>
                </c:pt>
                <c:pt idx="154">
                  <c:v>-0.25005793300078949</c:v>
                </c:pt>
                <c:pt idx="155">
                  <c:v>-0.25699968706919663</c:v>
                </c:pt>
                <c:pt idx="156">
                  <c:v>-0.26374857158791087</c:v>
                </c:pt>
                <c:pt idx="157">
                  <c:v>-0.270306438755199</c:v>
                </c:pt>
                <c:pt idx="158">
                  <c:v>-0.27667511987479543</c:v>
                </c:pt>
                <c:pt idx="159">
                  <c:v>-0.28285642559569624</c:v>
                </c:pt>
                <c:pt idx="160">
                  <c:v>-0.28885214614778931</c:v>
                </c:pt>
                <c:pt idx="161">
                  <c:v>-0.30362496618769796</c:v>
                </c:pt>
                <c:pt idx="162">
                  <c:v>-0.31821572119480379</c:v>
                </c:pt>
                <c:pt idx="163">
                  <c:v>-0.332626141534206</c:v>
                </c:pt>
                <c:pt idx="164">
                  <c:v>-0.34685793807129528</c:v>
                </c:pt>
                <c:pt idx="165">
                  <c:v>-0.36091280239460843</c:v>
                </c:pt>
                <c:pt idx="166">
                  <c:v>-0.37479240703670769</c:v>
                </c:pt>
                <c:pt idx="167">
                  <c:v>-0.38849840569199046</c:v>
                </c:pt>
                <c:pt idx="168">
                  <c:v>-0.40203243343229644</c:v>
                </c:pt>
                <c:pt idx="169">
                  <c:v>-0.4153961069203973</c:v>
                </c:pt>
                <c:pt idx="170">
                  <c:v>-0.42859102461990517</c:v>
                </c:pt>
                <c:pt idx="171">
                  <c:v>-0.44161876700430014</c:v>
                </c:pt>
                <c:pt idx="172">
                  <c:v>-0.45448089676230552</c:v>
                </c:pt>
                <c:pt idx="173">
                  <c:v>-0.4671789590017994</c:v>
                </c:pt>
                <c:pt idx="174">
                  <c:v>-0.47971448145059981</c:v>
                </c:pt>
                <c:pt idx="175">
                  <c:v>-0.49208897465530299</c:v>
                </c:pt>
                <c:pt idx="176">
                  <c:v>-0.50430393217850167</c:v>
                </c:pt>
                <c:pt idx="177">
                  <c:v>-0.51636083079210948</c:v>
                </c:pt>
                <c:pt idx="178">
                  <c:v>-0.52826113067069969</c:v>
                </c:pt>
                <c:pt idx="179">
                  <c:v>-0.54000627558031056</c:v>
                </c:pt>
                <c:pt idx="180">
                  <c:v>-0.55159769306649764</c:v>
                </c:pt>
                <c:pt idx="181">
                  <c:v>-0.56303679464069489</c:v>
                </c:pt>
                <c:pt idx="182">
                  <c:v>-0.57432497596219889</c:v>
                </c:pt>
                <c:pt idx="183">
                  <c:v>-0.58546361702110516</c:v>
                </c:pt>
                <c:pt idx="184">
                  <c:v>-0.59645408231600072</c:v>
                </c:pt>
                <c:pt idx="185">
                  <c:v>-0.60729772103280766</c:v>
                </c:pt>
                <c:pt idx="186">
                  <c:v>-0.61799586721869559</c:v>
                </c:pt>
                <c:pt idx="187">
                  <c:v>-0.62854983995579516</c:v>
                </c:pt>
                <c:pt idx="188">
                  <c:v>-0.63896094353239619</c:v>
                </c:pt>
                <c:pt idx="189">
                  <c:v>-0.64923046761199998</c:v>
                </c:pt>
                <c:pt idx="190">
                  <c:v>-0.65935968740100748</c:v>
                </c:pt>
                <c:pt idx="191">
                  <c:v>-0.66934986381340877</c:v>
                </c:pt>
                <c:pt idx="192">
                  <c:v>-0.67920224363500381</c:v>
                </c:pt>
                <c:pt idx="193">
                  <c:v>-0.6889180596844966</c:v>
                </c:pt>
                <c:pt idx="194">
                  <c:v>-0.69849853097359471</c:v>
                </c:pt>
                <c:pt idx="195">
                  <c:v>-0.70794486286469294</c:v>
                </c:pt>
                <c:pt idx="196">
                  <c:v>-0.7172582472271074</c:v>
                </c:pt>
                <c:pt idx="197">
                  <c:v>-0.726439862591306</c:v>
                </c:pt>
                <c:pt idx="198">
                  <c:v>-0.73549087430160398</c:v>
                </c:pt>
                <c:pt idx="199">
                  <c:v>-0.74441243466699802</c:v>
                </c:pt>
                <c:pt idx="200">
                  <c:v>-0.75320568310999647</c:v>
                </c:pt>
                <c:pt idx="201">
                  <c:v>-0.7740905268317988</c:v>
                </c:pt>
                <c:pt idx="202">
                  <c:v>-0.79484929940520033</c:v>
                </c:pt>
                <c:pt idx="203">
                  <c:v>-0.81548310247150368</c:v>
                </c:pt>
                <c:pt idx="204">
                  <c:v>-0.83599302536470077</c:v>
                </c:pt>
                <c:pt idx="205">
                  <c:v>-0.85638014525299866</c:v>
                </c:pt>
                <c:pt idx="206">
                  <c:v>-0.87664552727738965</c:v>
                </c:pt>
                <c:pt idx="207">
                  <c:v>-0.89679022468969549</c:v>
                </c:pt>
                <c:pt idx="208">
                  <c:v>-0.91681527898789739</c:v>
                </c:pt>
                <c:pt idx="209">
                  <c:v>-0.93672172005079801</c:v>
                </c:pt>
                <c:pt idx="210">
                  <c:v>-0.9565105662711062</c:v>
                </c:pt>
                <c:pt idx="211">
                  <c:v>-0.97618282468630468</c:v>
                </c:pt>
                <c:pt idx="212">
                  <c:v>-0.99573949110930471</c:v>
                </c:pt>
                <c:pt idx="213">
                  <c:v>-1.0151815502553916</c:v>
                </c:pt>
                <c:pt idx="214">
                  <c:v>-1.0345099758705913</c:v>
                </c:pt>
                <c:pt idx="215">
                  <c:v>-1.053725730856101</c:v>
                </c:pt>
                <c:pt idx="216">
                  <c:v>-1.072829767392804</c:v>
                </c:pt>
                <c:pt idx="217">
                  <c:v>-1.0918230270633984</c:v>
                </c:pt>
                <c:pt idx="218">
                  <c:v>-1.1107064409739991</c:v>
                </c:pt>
                <c:pt idx="219">
                  <c:v>-1.1294809298732105</c:v>
                </c:pt>
                <c:pt idx="220">
                  <c:v>-1.1481474042714979</c:v>
                </c:pt>
                <c:pt idx="221">
                  <c:v>-1.1667067645573894</c:v>
                </c:pt>
                <c:pt idx="222">
                  <c:v>-1.1851599011135932</c:v>
                </c:pt>
                <c:pt idx="223">
                  <c:v>-1.2035076944312948</c:v>
                </c:pt>
                <c:pt idx="224">
                  <c:v>-1.2217510152228073</c:v>
                </c:pt>
                <c:pt idx="225">
                  <c:v>-1.2398907245342059</c:v>
                </c:pt>
                <c:pt idx="226">
                  <c:v>-1.2579276738549083</c:v>
                </c:pt>
                <c:pt idx="227">
                  <c:v>-1.2758627052275955</c:v>
                </c:pt>
                <c:pt idx="228">
                  <c:v>-1.2936966513558019</c:v>
                </c:pt>
                <c:pt idx="229">
                  <c:v>-1.3114303357103978</c:v>
                </c:pt>
                <c:pt idx="230">
                  <c:v>-1.3290645726356018</c:v>
                </c:pt>
                <c:pt idx="231">
                  <c:v>-1.3466001674532038</c:v>
                </c:pt>
                <c:pt idx="232">
                  <c:v>-1.3640379165656071</c:v>
                </c:pt>
                <c:pt idx="233">
                  <c:v>-1.3813786075571102</c:v>
                </c:pt>
                <c:pt idx="234">
                  <c:v>-1.3986230192957976</c:v>
                </c:pt>
                <c:pt idx="235">
                  <c:v>-1.4157719220323912</c:v>
                </c:pt>
                <c:pt idx="236">
                  <c:v>-1.4328260774990014</c:v>
                </c:pt>
                <c:pt idx="237">
                  <c:v>-1.4497862390060021</c:v>
                </c:pt>
                <c:pt idx="238">
                  <c:v>-1.4666531515389067</c:v>
                </c:pt>
                <c:pt idx="239">
                  <c:v>-1.4834275518528983</c:v>
                </c:pt>
                <c:pt idx="240">
                  <c:v>-1.5001101685673035</c:v>
                </c:pt>
                <c:pt idx="241">
                  <c:v>-1.5167017222583041</c:v>
                </c:pt>
                <c:pt idx="242">
                  <c:v>-1.5332029255505972</c:v>
                </c:pt>
                <c:pt idx="243">
                  <c:v>-1.5496144832087992</c:v>
                </c:pt>
                <c:pt idx="244">
                  <c:v>-1.5659370922266049</c:v>
                </c:pt>
                <c:pt idx="245">
                  <c:v>-1.5821714419161026</c:v>
                </c:pt>
                <c:pt idx="246">
                  <c:v>-1.5983182139951992</c:v>
                </c:pt>
                <c:pt idx="247">
                  <c:v>-1.6143780826741079</c:v>
                </c:pt>
                <c:pt idx="248">
                  <c:v>-1.6303517147416073</c:v>
                </c:pt>
                <c:pt idx="249">
                  <c:v>-1.646239769649597</c:v>
                </c:pt>
                <c:pt idx="250">
                  <c:v>-1.6620428995967984</c:v>
                </c:pt>
                <c:pt idx="251">
                  <c:v>-1.677761749611804</c:v>
                </c:pt>
                <c:pt idx="252">
                  <c:v>-1.693396957634306</c:v>
                </c:pt>
                <c:pt idx="253">
                  <c:v>-1.7089491545971072</c:v>
                </c:pt>
                <c:pt idx="254">
                  <c:v>-1.7244189645051051</c:v>
                </c:pt>
                <c:pt idx="255">
                  <c:v>-1.7398070045152139</c:v>
                </c:pt>
                <c:pt idx="256">
                  <c:v>-1.7551138850137988</c:v>
                </c:pt>
                <c:pt idx="257">
                  <c:v>-1.770340209694595</c:v>
                </c:pt>
                <c:pt idx="258">
                  <c:v>-1.785486575634593</c:v>
                </c:pt>
                <c:pt idx="259">
                  <c:v>-1.8005535733701947</c:v>
                </c:pt>
                <c:pt idx="260">
                  <c:v>-1.8155417869713091</c:v>
                </c:pt>
                <c:pt idx="261">
                  <c:v>-1.8304517941153051</c:v>
                </c:pt>
                <c:pt idx="262">
                  <c:v>-1.8452841661601127</c:v>
                </c:pt>
                <c:pt idx="263">
                  <c:v>-1.8600394682163</c:v>
                </c:pt>
                <c:pt idx="264">
                  <c:v>-1.8747182592183975</c:v>
                </c:pt>
                <c:pt idx="265">
                  <c:v>-1.8893210919954981</c:v>
                </c:pt>
                <c:pt idx="266">
                  <c:v>-1.9038485133404066</c:v>
                </c:pt>
                <c:pt idx="267">
                  <c:v>-1.918301064079003</c:v>
                </c:pt>
                <c:pt idx="268">
                  <c:v>-1.9326792791384975</c:v>
                </c:pt>
                <c:pt idx="269">
                  <c:v>-1.9469836876142068</c:v>
                </c:pt>
                <c:pt idx="270">
                  <c:v>-1.9612148128367011</c:v>
                </c:pt>
                <c:pt idx="271">
                  <c:v>-1.9753731724365906</c:v>
                </c:pt>
                <c:pt idx="272">
                  <c:v>-1.9894592784107914</c:v>
                </c:pt>
                <c:pt idx="273">
                  <c:v>-2.0034736371862039</c:v>
                </c:pt>
                <c:pt idx="274">
                  <c:v>-2.0174167496827096</c:v>
                </c:pt>
                <c:pt idx="275">
                  <c:v>-2.0312891113773048</c:v>
                </c:pt>
                <c:pt idx="276">
                  <c:v>-2.0450912123648095</c:v>
                </c:pt>
                <c:pt idx="277">
                  <c:v>-2.0588235374200963</c:v>
                </c:pt>
                <c:pt idx="278">
                  <c:v>-2.0724865660587</c:v>
                </c:pt>
                <c:pt idx="279">
                  <c:v>-2.0860807725965032</c:v>
                </c:pt>
                <c:pt idx="280">
                  <c:v>-2.0996066262088959</c:v>
                </c:pt>
                <c:pt idx="281">
                  <c:v>-2.1130645909902057</c:v>
                </c:pt>
                <c:pt idx="282">
                  <c:v>-2.1264551260109101</c:v>
                </c:pt>
                <c:pt idx="283">
                  <c:v>-2.1397786853749068</c:v>
                </c:pt>
                <c:pt idx="284">
                  <c:v>-2.1530357182766977</c:v>
                </c:pt>
                <c:pt idx="285">
                  <c:v>-2.1662266690569965</c:v>
                </c:pt>
                <c:pt idx="286">
                  <c:v>-2.1793519772575962</c:v>
                </c:pt>
                <c:pt idx="287">
                  <c:v>-2.1924120776773037</c:v>
                </c:pt>
                <c:pt idx="288">
                  <c:v>-2.2054074004247042</c:v>
                </c:pt>
                <c:pt idx="289">
                  <c:v>-2.2183383709727025</c:v>
                </c:pt>
                <c:pt idx="290">
                  <c:v>-2.2312054102103076</c:v>
                </c:pt>
                <c:pt idx="291">
                  <c:v>-2.2440089344957954</c:v>
                </c:pt>
                <c:pt idx="292">
                  <c:v>-2.2567493557080951</c:v>
                </c:pt>
                <c:pt idx="293">
                  <c:v>-2.2694270812972945</c:v>
                </c:pt>
                <c:pt idx="294">
                  <c:v>-2.2820425143359984</c:v>
                </c:pt>
                <c:pt idx="295">
                  <c:v>-2.294596053568398</c:v>
                </c:pt>
                <c:pt idx="296">
                  <c:v>-2.3070880934600098</c:v>
                </c:pt>
                <c:pt idx="297">
                  <c:v>-2.3195190242465031</c:v>
                </c:pt>
                <c:pt idx="298">
                  <c:v>-2.3318892319816911</c:v>
                </c:pt>
                <c:pt idx="299">
                  <c:v>-2.3441990985852925</c:v>
                </c:pt>
                <c:pt idx="300">
                  <c:v>-2.3564490018896009</c:v>
                </c:pt>
                <c:pt idx="301">
                  <c:v>-2.3604599943977007</c:v>
                </c:pt>
                <c:pt idx="302">
                  <c:v>-2.3644117671962022</c:v>
                </c:pt>
                <c:pt idx="303">
                  <c:v>-2.3683046861336976</c:v>
                </c:pt>
                <c:pt idx="304">
                  <c:v>-2.3721391131545033</c:v>
                </c:pt>
                <c:pt idx="305">
                  <c:v>-2.3759154063436085</c:v>
                </c:pt>
                <c:pt idx="306">
                  <c:v>-2.3796339199703027</c:v>
                </c:pt>
                <c:pt idx="307">
                  <c:v>-2.3832950045319024</c:v>
                </c:pt>
                <c:pt idx="308">
                  <c:v>-2.3868990067959004</c:v>
                </c:pt>
                <c:pt idx="309">
                  <c:v>-2.3904462698437072</c:v>
                </c:pt>
                <c:pt idx="310">
                  <c:v>-2.3939371331116064</c:v>
                </c:pt>
                <c:pt idx="311">
                  <c:v>-2.3973719324322929</c:v>
                </c:pt>
                <c:pt idx="312">
                  <c:v>-2.4007510000767951</c:v>
                </c:pt>
                <c:pt idx="313">
                  <c:v>-2.4040746647935975</c:v>
                </c:pt>
                <c:pt idx="314">
                  <c:v>-2.4073432518503068</c:v>
                </c:pt>
                <c:pt idx="315">
                  <c:v>-2.4105570830716943</c:v>
                </c:pt>
                <c:pt idx="316">
                  <c:v>-2.4137164768803103</c:v>
                </c:pt>
                <c:pt idx="317">
                  <c:v>-2.416821748334101</c:v>
                </c:pt>
                <c:pt idx="318">
                  <c:v>-2.4198732091650044</c:v>
                </c:pt>
                <c:pt idx="319">
                  <c:v>-2.4228711678171919</c:v>
                </c:pt>
                <c:pt idx="320">
                  <c:v>-2.4258159294841022</c:v>
                </c:pt>
                <c:pt idx="321">
                  <c:v>-2.4287077961455026</c:v>
                </c:pt>
                <c:pt idx="322">
                  <c:v>-2.4315470666035992</c:v>
                </c:pt>
                <c:pt idx="323">
                  <c:v>-2.4343340365202977</c:v>
                </c:pt>
                <c:pt idx="324">
                  <c:v>-2.4370689984515082</c:v>
                </c:pt>
                <c:pt idx="325">
                  <c:v>-2.4397522418834967</c:v>
                </c:pt>
                <c:pt idx="326">
                  <c:v>-2.442384053267503</c:v>
                </c:pt>
                <c:pt idx="327">
                  <c:v>-2.444964716053903</c:v>
                </c:pt>
                <c:pt idx="328">
                  <c:v>-2.4474945107268979</c:v>
                </c:pt>
                <c:pt idx="329">
                  <c:v>-2.4499737148376965</c:v>
                </c:pt>
                <c:pt idx="330">
                  <c:v>-2.4524026030381947</c:v>
                </c:pt>
                <c:pt idx="331">
                  <c:v>-2.454781447113902</c:v>
                </c:pt>
                <c:pt idx="332">
                  <c:v>-2.4571105160161011</c:v>
                </c:pt>
                <c:pt idx="333">
                  <c:v>-2.4593900758948024</c:v>
                </c:pt>
                <c:pt idx="334">
                  <c:v>-2.4616203901296956</c:v>
                </c:pt>
                <c:pt idx="335">
                  <c:v>-2.4638017193626069</c:v>
                </c:pt>
                <c:pt idx="336">
                  <c:v>-2.4659343215274987</c:v>
                </c:pt>
                <c:pt idx="337">
                  <c:v>-2.4680184518822017</c:v>
                </c:pt>
                <c:pt idx="338">
                  <c:v>-2.4700543630383009</c:v>
                </c:pt>
                <c:pt idx="339">
                  <c:v>-2.4720423049910067</c:v>
                </c:pt>
                <c:pt idx="340">
                  <c:v>-2.4739825251495944</c:v>
                </c:pt>
                <c:pt idx="341">
                  <c:v>-2.4758752683657974</c:v>
                </c:pt>
                <c:pt idx="342">
                  <c:v>-2.4777207769640057</c:v>
                </c:pt>
                <c:pt idx="343">
                  <c:v>-2.4795192907686072</c:v>
                </c:pt>
                <c:pt idx="344">
                  <c:v>-2.4812710471337027</c:v>
                </c:pt>
                <c:pt idx="345">
                  <c:v>-2.4829762809697939</c:v>
                </c:pt>
                <c:pt idx="346">
                  <c:v>-2.484635224773001</c:v>
                </c:pt>
                <c:pt idx="347">
                  <c:v>-2.4862481086510968</c:v>
                </c:pt>
                <c:pt idx="348">
                  <c:v>-2.4878151603513032</c:v>
                </c:pt>
                <c:pt idx="349">
                  <c:v>-2.4893366052872068</c:v>
                </c:pt>
                <c:pt idx="350">
                  <c:v>-2.4908126665647075</c:v>
                </c:pt>
                <c:pt idx="351">
                  <c:v>-2.4922435650084935</c:v>
                </c:pt>
                <c:pt idx="352">
                  <c:v>-2.4936295191880902</c:v>
                </c:pt>
                <c:pt idx="353">
                  <c:v>-2.4949707454428989</c:v>
                </c:pt>
                <c:pt idx="354">
                  <c:v>-2.4962674579082034</c:v>
                </c:pt>
                <c:pt idx="355">
                  <c:v>-2.4975198685392996</c:v>
                </c:pt>
                <c:pt idx="356">
                  <c:v>-2.4987281871369902</c:v>
                </c:pt>
                <c:pt idx="357">
                  <c:v>-2.4998926213716004</c:v>
                </c:pt>
                <c:pt idx="358">
                  <c:v>-2.501013376807407</c:v>
                </c:pt>
                <c:pt idx="359">
                  <c:v>-2.5020906569258017</c:v>
                </c:pt>
                <c:pt idx="360">
                  <c:v>-2.5031246631497055</c:v>
                </c:pt>
                <c:pt idx="361">
                  <c:v>-2.5041155948668035</c:v>
                </c:pt>
                <c:pt idx="362">
                  <c:v>-2.5050636494519978</c:v>
                </c:pt>
                <c:pt idx="363">
                  <c:v>-2.5059690222906994</c:v>
                </c:pt>
                <c:pt idx="364">
                  <c:v>-2.5068319068012102</c:v>
                </c:pt>
                <c:pt idx="365">
                  <c:v>-2.5076524944573038</c:v>
                </c:pt>
                <c:pt idx="366">
                  <c:v>-2.5084309748094</c:v>
                </c:pt>
                <c:pt idx="367">
                  <c:v>-2.5091675355073875</c:v>
                </c:pt>
                <c:pt idx="368">
                  <c:v>-2.5098623623215985</c:v>
                </c:pt>
                <c:pt idx="369">
                  <c:v>-2.5105156391638985</c:v>
                </c:pt>
                <c:pt idx="370">
                  <c:v>-2.5111275481091013</c:v>
                </c:pt>
                <c:pt idx="371">
                  <c:v>-2.5116982694156036</c:v>
                </c:pt>
                <c:pt idx="372">
                  <c:v>-2.5122279815460047</c:v>
                </c:pt>
                <c:pt idx="373">
                  <c:v>-2.5127168611871014</c:v>
                </c:pt>
                <c:pt idx="374">
                  <c:v>-2.513165083270394</c:v>
                </c:pt>
                <c:pt idx="375">
                  <c:v>-2.5135728209920103</c:v>
                </c:pt>
                <c:pt idx="376">
                  <c:v>-2.5139402458315061</c:v>
                </c:pt>
                <c:pt idx="377">
                  <c:v>-2.5142675275723008</c:v>
                </c:pt>
                <c:pt idx="378">
                  <c:v>-2.5145548343201938</c:v>
                </c:pt>
                <c:pt idx="379">
                  <c:v>-2.5148023325228053</c:v>
                </c:pt>
                <c:pt idx="380">
                  <c:v>-2.5150101869876949</c:v>
                </c:pt>
                <c:pt idx="381">
                  <c:v>-2.515178560901191</c:v>
                </c:pt>
                <c:pt idx="382">
                  <c:v>-2.5153076158472061</c:v>
                </c:pt>
                <c:pt idx="383">
                  <c:v>-2.5153975118242045</c:v>
                </c:pt>
                <c:pt idx="384">
                  <c:v>-2.5154484072646</c:v>
                </c:pt>
                <c:pt idx="385">
                  <c:v>-2.5154604590508995</c:v>
                </c:pt>
                <c:pt idx="386">
                  <c:v>-2.5154338225342059</c:v>
                </c:pt>
                <c:pt idx="387">
                  <c:v>-2.5153686515512987</c:v>
                </c:pt>
                <c:pt idx="388">
                  <c:v>-2.5152650984416027</c:v>
                </c:pt>
                <c:pt idx="389">
                  <c:v>-2.5151233140640983</c:v>
                </c:pt>
                <c:pt idx="390">
                  <c:v>-2.5149434478138062</c:v>
                </c:pt>
                <c:pt idx="391">
                  <c:v>-2.514725647638997</c:v>
                </c:pt>
                <c:pt idx="392">
                  <c:v>-2.5144700600567944</c:v>
                </c:pt>
                <c:pt idx="393">
                  <c:v>-2.5141768301698022</c:v>
                </c:pt>
                <c:pt idx="394">
                  <c:v>-2.5138461016815086</c:v>
                </c:pt>
                <c:pt idx="395">
                  <c:v>-2.5134780169125008</c:v>
                </c:pt>
                <c:pt idx="396">
                  <c:v>-2.5130727168161968</c:v>
                </c:pt>
                <c:pt idx="397">
                  <c:v>-2.5126303409936099</c:v>
                </c:pt>
                <c:pt idx="398">
                  <c:v>-2.512151027709308</c:v>
                </c:pt>
                <c:pt idx="399">
                  <c:v>-2.5116349139057945</c:v>
                </c:pt>
                <c:pt idx="400">
                  <c:v>-2.5110821352190982</c:v>
                </c:pt>
                <c:pt idx="401">
                  <c:v>-2.5142331366617015</c:v>
                </c:pt>
                <c:pt idx="402">
                  <c:v>-2.5173477406310099</c:v>
                </c:pt>
                <c:pt idx="403">
                  <c:v>-2.5204260789297024</c:v>
                </c:pt>
                <c:pt idx="404">
                  <c:v>-2.523468282112006</c:v>
                </c:pt>
                <c:pt idx="405">
                  <c:v>-2.5264744794967982</c:v>
                </c:pt>
                <c:pt idx="406">
                  <c:v>-2.5294447991823006</c:v>
                </c:pt>
                <c:pt idx="407">
                  <c:v>-2.5323793680589972</c:v>
                </c:pt>
                <c:pt idx="408">
                  <c:v>-2.5352783118241007</c:v>
                </c:pt>
                <c:pt idx="409">
                  <c:v>-2.5381417549942</c:v>
                </c:pt>
                <c:pt idx="410">
                  <c:v>-2.5409698209190879</c:v>
                </c:pt>
                <c:pt idx="411">
                  <c:v>-2.5437626317946069</c:v>
                </c:pt>
                <c:pt idx="412">
                  <c:v>-2.5465203086754116</c:v>
                </c:pt>
                <c:pt idx="413">
                  <c:v>-2.5492429714883968</c:v>
                </c:pt>
                <c:pt idx="414">
                  <c:v>-2.5519307390448063</c:v>
                </c:pt>
                <c:pt idx="415">
                  <c:v>-2.5545837290531068</c:v>
                </c:pt>
                <c:pt idx="416">
                  <c:v>-2.5572020581306987</c:v>
                </c:pt>
                <c:pt idx="417">
                  <c:v>-2.5597858418176003</c:v>
                </c:pt>
                <c:pt idx="418">
                  <c:v>-2.5623351945868933</c:v>
                </c:pt>
                <c:pt idx="419">
                  <c:v>-2.5648502298576972</c:v>
                </c:pt>
                <c:pt idx="420">
                  <c:v>-2.5673310600066941</c:v>
                </c:pt>
                <c:pt idx="421">
                  <c:v>-2.5697777963800092</c:v>
                </c:pt>
                <c:pt idx="422">
                  <c:v>-2.5721905493041106</c:v>
                </c:pt>
                <c:pt idx="423">
                  <c:v>-2.5745694280983002</c:v>
                </c:pt>
                <c:pt idx="424">
                  <c:v>-2.5769145410852019</c:v>
                </c:pt>
                <c:pt idx="425">
                  <c:v>-2.5792259956021013</c:v>
                </c:pt>
                <c:pt idx="426">
                  <c:v>-2.5815038980122011</c:v>
                </c:pt>
                <c:pt idx="427">
                  <c:v>-2.5837483537152934</c:v>
                </c:pt>
                <c:pt idx="428">
                  <c:v>-2.5859594671587018</c:v>
                </c:pt>
                <c:pt idx="429">
                  <c:v>-2.5881373418476983</c:v>
                </c:pt>
                <c:pt idx="430">
                  <c:v>-2.5902820803563884</c:v>
                </c:pt>
                <c:pt idx="431">
                  <c:v>-2.5923937843380003</c:v>
                </c:pt>
                <c:pt idx="432">
                  <c:v>-2.5944725545351019</c:v>
                </c:pt>
                <c:pt idx="433">
                  <c:v>-2.5965184907896059</c:v>
                </c:pt>
                <c:pt idx="434">
                  <c:v>-2.598531692053399</c:v>
                </c:pt>
                <c:pt idx="435">
                  <c:v>-2.6005122563979057</c:v>
                </c:pt>
                <c:pt idx="436">
                  <c:v>-2.6024602810237951</c:v>
                </c:pt>
                <c:pt idx="437">
                  <c:v>-2.6043758622710982</c:v>
                </c:pt>
                <c:pt idx="438">
                  <c:v>-2.6062590956282889</c:v>
                </c:pt>
                <c:pt idx="439">
                  <c:v>-2.6081100757424878</c:v>
                </c:pt>
                <c:pt idx="440">
                  <c:v>-2.6099288964286984</c:v>
                </c:pt>
                <c:pt idx="441">
                  <c:v>-2.6117156506779082</c:v>
                </c:pt>
                <c:pt idx="442">
                  <c:v>-2.6134704306691106</c:v>
                </c:pt>
                <c:pt idx="443">
                  <c:v>-2.6151933277732979</c:v>
                </c:pt>
                <c:pt idx="444">
                  <c:v>-2.6168844325695062</c:v>
                </c:pt>
                <c:pt idx="445">
                  <c:v>-2.6185438348467045</c:v>
                </c:pt>
                <c:pt idx="446">
                  <c:v>-2.6201716236178925</c:v>
                </c:pt>
                <c:pt idx="447">
                  <c:v>-2.6217678871240935</c:v>
                </c:pt>
                <c:pt idx="448">
                  <c:v>-2.6233327128492903</c:v>
                </c:pt>
                <c:pt idx="449">
                  <c:v>-2.6248661875214907</c:v>
                </c:pt>
                <c:pt idx="450">
                  <c:v>-2.6263683971256881</c:v>
                </c:pt>
                <c:pt idx="451">
                  <c:v>-2.6278394269119048</c:v>
                </c:pt>
                <c:pt idx="452">
                  <c:v>-2.6292793614001084</c:v>
                </c:pt>
                <c:pt idx="453">
                  <c:v>-2.6306882843954043</c:v>
                </c:pt>
                <c:pt idx="454">
                  <c:v>-2.6320662789856044</c:v>
                </c:pt>
                <c:pt idx="455">
                  <c:v>-2.6334134275598018</c:v>
                </c:pt>
                <c:pt idx="456">
                  <c:v>-2.6347298118069915</c:v>
                </c:pt>
                <c:pt idx="457">
                  <c:v>-2.636015512733195</c:v>
                </c:pt>
                <c:pt idx="458">
                  <c:v>-2.6372706106593995</c:v>
                </c:pt>
                <c:pt idx="459">
                  <c:v>-2.6384951852355982</c:v>
                </c:pt>
                <c:pt idx="460">
                  <c:v>-2.6396893154468017</c:v>
                </c:pt>
                <c:pt idx="461">
                  <c:v>-2.6408530796200012</c:v>
                </c:pt>
                <c:pt idx="462">
                  <c:v>-2.6419865554291988</c:v>
                </c:pt>
                <c:pt idx="463">
                  <c:v>-2.6430898199074022</c:v>
                </c:pt>
                <c:pt idx="464">
                  <c:v>-2.6441629494506032</c:v>
                </c:pt>
                <c:pt idx="465">
                  <c:v>-2.6452060198258067</c:v>
                </c:pt>
                <c:pt idx="466">
                  <c:v>-2.6462191061760052</c:v>
                </c:pt>
                <c:pt idx="467">
                  <c:v>-2.6472022830301967</c:v>
                </c:pt>
                <c:pt idx="468">
                  <c:v>-2.6481556243084015</c:v>
                </c:pt>
                <c:pt idx="469">
                  <c:v>-2.6490792033275881</c:v>
                </c:pt>
                <c:pt idx="470">
                  <c:v>-2.6499730928128002</c:v>
                </c:pt>
                <c:pt idx="471">
                  <c:v>-2.650837364896006</c:v>
                </c:pt>
                <c:pt idx="472">
                  <c:v>-2.6516720911291998</c:v>
                </c:pt>
                <c:pt idx="473">
                  <c:v>-2.6524773424883961</c:v>
                </c:pt>
                <c:pt idx="474">
                  <c:v>-2.6532531893816014</c:v>
                </c:pt>
                <c:pt idx="475">
                  <c:v>-2.6539997016508039</c:v>
                </c:pt>
                <c:pt idx="476">
                  <c:v>-2.6547169485819921</c:v>
                </c:pt>
                <c:pt idx="477">
                  <c:v>-2.6554049989131983</c:v>
                </c:pt>
                <c:pt idx="478">
                  <c:v>-2.6560639208333896</c:v>
                </c:pt>
                <c:pt idx="479">
                  <c:v>-2.6566937819955996</c:v>
                </c:pt>
                <c:pt idx="480">
                  <c:v>-2.6572946495188035</c:v>
                </c:pt>
                <c:pt idx="481">
                  <c:v>-2.6578665899969991</c:v>
                </c:pt>
                <c:pt idx="482">
                  <c:v>-2.6584096695003012</c:v>
                </c:pt>
                <c:pt idx="483">
                  <c:v>-2.6589239535854006</c:v>
                </c:pt>
                <c:pt idx="484">
                  <c:v>-2.6594095072987045</c:v>
                </c:pt>
                <c:pt idx="485">
                  <c:v>-2.6598663951829025</c:v>
                </c:pt>
                <c:pt idx="486">
                  <c:v>-2.660294681282096</c:v>
                </c:pt>
                <c:pt idx="487">
                  <c:v>-2.6606944291452947</c:v>
                </c:pt>
                <c:pt idx="488">
                  <c:v>-2.6610657018364918</c:v>
                </c:pt>
                <c:pt idx="489">
                  <c:v>-2.6614085619366961</c:v>
                </c:pt>
                <c:pt idx="490">
                  <c:v>-2.6617230715489058</c:v>
                </c:pt>
                <c:pt idx="491">
                  <c:v>-2.6620092923051004</c:v>
                </c:pt>
                <c:pt idx="492">
                  <c:v>-2.6622672853703051</c:v>
                </c:pt>
                <c:pt idx="493">
                  <c:v>-2.6624971114485021</c:v>
                </c:pt>
                <c:pt idx="494">
                  <c:v>-2.6626988307866952</c:v>
                </c:pt>
                <c:pt idx="495">
                  <c:v>-2.6628725031798979</c:v>
                </c:pt>
                <c:pt idx="496">
                  <c:v>-2.6630181879771015</c:v>
                </c:pt>
                <c:pt idx="497">
                  <c:v>-2.6631359440862923</c:v>
                </c:pt>
                <c:pt idx="498">
                  <c:v>-2.6632258299785008</c:v>
                </c:pt>
                <c:pt idx="499">
                  <c:v>-2.6632879036916961</c:v>
                </c:pt>
                <c:pt idx="500">
                  <c:v>-2.6633222228359017</c:v>
                </c:pt>
                <c:pt idx="501">
                  <c:v>-2.6670735040249127</c:v>
                </c:pt>
                <c:pt idx="502">
                  <c:v>-2.6707971446050038</c:v>
                </c:pt>
                <c:pt idx="503">
                  <c:v>-2.6744932009319911</c:v>
                </c:pt>
                <c:pt idx="504">
                  <c:v>-2.6781617289540947</c:v>
                </c:pt>
                <c:pt idx="505">
                  <c:v>-2.681802784215094</c:v>
                </c:pt>
                <c:pt idx="506">
                  <c:v>-2.6854164218570986</c:v>
                </c:pt>
                <c:pt idx="507">
                  <c:v>-2.6890026966281937</c:v>
                </c:pt>
                <c:pt idx="508">
                  <c:v>-2.6925616628831932</c:v>
                </c:pt>
                <c:pt idx="509">
                  <c:v>-2.6960933745912996</c:v>
                </c:pt>
                <c:pt idx="510">
                  <c:v>-2.6995978853372975</c:v>
                </c:pt>
                <c:pt idx="511">
                  <c:v>-2.7030752483272948</c:v>
                </c:pt>
                <c:pt idx="512">
                  <c:v>-2.7065255163933983</c:v>
                </c:pt>
                <c:pt idx="513">
                  <c:v>-2.709948741997394</c:v>
                </c:pt>
                <c:pt idx="514">
                  <c:v>-2.7133449772324951</c:v>
                </c:pt>
                <c:pt idx="515">
                  <c:v>-2.7167142738294956</c:v>
                </c:pt>
                <c:pt idx="516">
                  <c:v>-2.7200566831615021</c:v>
                </c:pt>
                <c:pt idx="517">
                  <c:v>-2.7233722562479983</c:v>
                </c:pt>
                <c:pt idx="518">
                  <c:v>-2.7266610437529977</c:v>
                </c:pt>
                <c:pt idx="519">
                  <c:v>-2.7299230959959999</c:v>
                </c:pt>
                <c:pt idx="520">
                  <c:v>-2.7331584629550036</c:v>
                </c:pt>
                <c:pt idx="521">
                  <c:v>-2.7363671942629963</c:v>
                </c:pt>
                <c:pt idx="522">
                  <c:v>-2.7395493392219947</c:v>
                </c:pt>
                <c:pt idx="523">
                  <c:v>-2.7427049467970051</c:v>
                </c:pt>
                <c:pt idx="524">
                  <c:v>-2.7458340656269939</c:v>
                </c:pt>
                <c:pt idx="525">
                  <c:v>-2.7489367440259969</c:v>
                </c:pt>
                <c:pt idx="526">
                  <c:v>-2.7520130299819954</c:v>
                </c:pt>
                <c:pt idx="527">
                  <c:v>-2.7550629711689965</c:v>
                </c:pt>
                <c:pt idx="528">
                  <c:v>-2.7580866149440055</c:v>
                </c:pt>
                <c:pt idx="529">
                  <c:v>-2.7610840083530093</c:v>
                </c:pt>
                <c:pt idx="530">
                  <c:v>-2.764055198131004</c:v>
                </c:pt>
                <c:pt idx="531">
                  <c:v>-2.7670002307120001</c:v>
                </c:pt>
                <c:pt idx="532">
                  <c:v>-2.7699191522250004</c:v>
                </c:pt>
                <c:pt idx="533">
                  <c:v>-2.7728120085020009</c:v>
                </c:pt>
                <c:pt idx="534">
                  <c:v>-2.7756788450810035</c:v>
                </c:pt>
                <c:pt idx="535">
                  <c:v>-2.778519707204012</c:v>
                </c:pt>
                <c:pt idx="536">
                  <c:v>-2.7813346398270085</c:v>
                </c:pt>
                <c:pt idx="537">
                  <c:v>-2.7841236876200099</c:v>
                </c:pt>
                <c:pt idx="538">
                  <c:v>-2.7868868949679921</c:v>
                </c:pt>
                <c:pt idx="539">
                  <c:v>-2.7896243059770001</c:v>
                </c:pt>
                <c:pt idx="540">
                  <c:v>-2.7923359644790082</c:v>
                </c:pt>
                <c:pt idx="541">
                  <c:v>-2.7950219140260089</c:v>
                </c:pt>
                <c:pt idx="542">
                  <c:v>-2.7976821979040096</c:v>
                </c:pt>
                <c:pt idx="543">
                  <c:v>-2.800316859129012</c:v>
                </c:pt>
                <c:pt idx="544">
                  <c:v>-2.8029259404510043</c:v>
                </c:pt>
                <c:pt idx="545">
                  <c:v>-2.8055094843590069</c:v>
                </c:pt>
                <c:pt idx="546">
                  <c:v>-2.80806753308201</c:v>
                </c:pt>
                <c:pt idx="547">
                  <c:v>-2.8106001285900106</c:v>
                </c:pt>
                <c:pt idx="548">
                  <c:v>-2.8131073126009909</c:v>
                </c:pt>
                <c:pt idx="549">
                  <c:v>-2.8155891265809885</c:v>
                </c:pt>
                <c:pt idx="550">
                  <c:v>-2.8180456117460011</c:v>
                </c:pt>
                <c:pt idx="551">
                  <c:v>-2.8204768090669887</c:v>
                </c:pt>
                <c:pt idx="552">
                  <c:v>-2.8228827592700014</c:v>
                </c:pt>
                <c:pt idx="553">
                  <c:v>-2.8252635028409969</c:v>
                </c:pt>
                <c:pt idx="554">
                  <c:v>-2.8276190800269916</c:v>
                </c:pt>
                <c:pt idx="555">
                  <c:v>-2.8299495308379932</c:v>
                </c:pt>
                <c:pt idx="556">
                  <c:v>-2.8322548950529978</c:v>
                </c:pt>
                <c:pt idx="557">
                  <c:v>-2.8345352122169913</c:v>
                </c:pt>
                <c:pt idx="558">
                  <c:v>-2.8367905216479983</c:v>
                </c:pt>
                <c:pt idx="559">
                  <c:v>-2.8390208624360014</c:v>
                </c:pt>
                <c:pt idx="560">
                  <c:v>-2.8412262734500047</c:v>
                </c:pt>
                <c:pt idx="561">
                  <c:v>-2.8434067933339975</c:v>
                </c:pt>
                <c:pt idx="562">
                  <c:v>-2.8455624605149978</c:v>
                </c:pt>
                <c:pt idx="563">
                  <c:v>-2.8476933132020008</c:v>
                </c:pt>
                <c:pt idx="564">
                  <c:v>-2.849799389390995</c:v>
                </c:pt>
                <c:pt idx="565">
                  <c:v>-2.8518807268609976</c:v>
                </c:pt>
                <c:pt idx="566">
                  <c:v>-2.8539373631859917</c:v>
                </c:pt>
                <c:pt idx="567">
                  <c:v>-2.8559693357299949</c:v>
                </c:pt>
                <c:pt idx="568">
                  <c:v>-2.8579766816500012</c:v>
                </c:pt>
                <c:pt idx="569">
                  <c:v>-2.8599594379000024</c:v>
                </c:pt>
                <c:pt idx="570">
                  <c:v>-2.8619176412319973</c:v>
                </c:pt>
                <c:pt idx="571">
                  <c:v>-2.8638513282009939</c:v>
                </c:pt>
                <c:pt idx="572">
                  <c:v>-2.8657605351589979</c:v>
                </c:pt>
                <c:pt idx="573">
                  <c:v>-2.8676452982689966</c:v>
                </c:pt>
                <c:pt idx="574">
                  <c:v>-2.8695056534960059</c:v>
                </c:pt>
                <c:pt idx="575">
                  <c:v>-2.8713416366140052</c:v>
                </c:pt>
                <c:pt idx="576">
                  <c:v>-2.8731532832100015</c:v>
                </c:pt>
                <c:pt idx="577">
                  <c:v>-2.8749406286819976</c:v>
                </c:pt>
                <c:pt idx="578">
                  <c:v>-2.8767037082410098</c:v>
                </c:pt>
                <c:pt idx="579">
                  <c:v>-2.878442556918003</c:v>
                </c:pt>
                <c:pt idx="580">
                  <c:v>-2.880157209558007</c:v>
                </c:pt>
                <c:pt idx="581">
                  <c:v>-2.8818477008280041</c:v>
                </c:pt>
                <c:pt idx="582">
                  <c:v>-2.8835140652190034</c:v>
                </c:pt>
                <c:pt idx="583">
                  <c:v>-2.885156337041991</c:v>
                </c:pt>
                <c:pt idx="584">
                  <c:v>-2.8867745504359874</c:v>
                </c:pt>
                <c:pt idx="585">
                  <c:v>-2.8883687393660011</c:v>
                </c:pt>
                <c:pt idx="586">
                  <c:v>-2.8899389376269937</c:v>
                </c:pt>
                <c:pt idx="587">
                  <c:v>-2.8914851788450022</c:v>
                </c:pt>
                <c:pt idx="588">
                  <c:v>-2.8930074964780061</c:v>
                </c:pt>
                <c:pt idx="589">
                  <c:v>-2.8945059238180022</c:v>
                </c:pt>
                <c:pt idx="590">
                  <c:v>-2.8959804939930081</c:v>
                </c:pt>
                <c:pt idx="591">
                  <c:v>-2.897431239970004</c:v>
                </c:pt>
                <c:pt idx="592">
                  <c:v>-2.8988581945539948</c:v>
                </c:pt>
                <c:pt idx="593">
                  <c:v>-2.9002613903899999</c:v>
                </c:pt>
                <c:pt idx="594">
                  <c:v>-2.9016408599679977</c:v>
                </c:pt>
                <c:pt idx="595">
                  <c:v>-2.9029966356199992</c:v>
                </c:pt>
                <c:pt idx="596">
                  <c:v>-2.9043287495249928</c:v>
                </c:pt>
                <c:pt idx="597">
                  <c:v>-2.9056372337079921</c:v>
                </c:pt>
                <c:pt idx="598">
                  <c:v>-2.9069221200440012</c:v>
                </c:pt>
                <c:pt idx="599">
                  <c:v>-2.908183440256991</c:v>
                </c:pt>
                <c:pt idx="600">
                  <c:v>-2.9094212259229977</c:v>
                </c:pt>
                <c:pt idx="601">
                  <c:v>-2.9177832084640016</c:v>
                </c:pt>
                <c:pt idx="602">
                  <c:v>-2.9261217191730111</c:v>
                </c:pt>
                <c:pt idx="603">
                  <c:v>-2.9344367891909968</c:v>
                </c:pt>
                <c:pt idx="604">
                  <c:v>-2.9427284495140071</c:v>
                </c:pt>
                <c:pt idx="605">
                  <c:v>-2.9509967310009984</c:v>
                </c:pt>
                <c:pt idx="606">
                  <c:v>-2.9592416643699977</c:v>
                </c:pt>
                <c:pt idx="607">
                  <c:v>-2.9674632801989986</c:v>
                </c:pt>
                <c:pt idx="608">
                  <c:v>-2.9756616089320005</c:v>
                </c:pt>
                <c:pt idx="609">
                  <c:v>-2.9838366808759957</c:v>
                </c:pt>
                <c:pt idx="610">
                  <c:v>-2.9919885262039969</c:v>
                </c:pt>
                <c:pt idx="611">
                  <c:v>-3.0001171749570119</c:v>
                </c:pt>
                <c:pt idx="612">
                  <c:v>-3.0082226570419976</c:v>
                </c:pt>
                <c:pt idx="613">
                  <c:v>-3.0163050022400029</c:v>
                </c:pt>
                <c:pt idx="614">
                  <c:v>-3.0243642401989916</c:v>
                </c:pt>
                <c:pt idx="615">
                  <c:v>-3.0324004004429952</c:v>
                </c:pt>
                <c:pt idx="616">
                  <c:v>-3.0404135123680049</c:v>
                </c:pt>
                <c:pt idx="617">
                  <c:v>-3.0484036052429957</c:v>
                </c:pt>
                <c:pt idx="618">
                  <c:v>-3.0563707082170026</c:v>
                </c:pt>
                <c:pt idx="619">
                  <c:v>-3.0643148503120017</c:v>
                </c:pt>
                <c:pt idx="620">
                  <c:v>-3.0722360604319903</c:v>
                </c:pt>
                <c:pt idx="621">
                  <c:v>-3.080134367358994</c:v>
                </c:pt>
                <c:pt idx="622">
                  <c:v>-3.0880097997570033</c:v>
                </c:pt>
                <c:pt idx="623">
                  <c:v>-3.0958623861690029</c:v>
                </c:pt>
                <c:pt idx="624">
                  <c:v>-3.1036921550259962</c:v>
                </c:pt>
                <c:pt idx="625">
                  <c:v>-3.1114991346410079</c:v>
                </c:pt>
                <c:pt idx="626">
                  <c:v>-3.1192833532089992</c:v>
                </c:pt>
                <c:pt idx="627">
                  <c:v>-3.1270448388179943</c:v>
                </c:pt>
                <c:pt idx="628">
                  <c:v>-3.1347836194380108</c:v>
                </c:pt>
                <c:pt idx="629">
                  <c:v>-3.1424997229309923</c:v>
                </c:pt>
                <c:pt idx="630">
                  <c:v>-3.1501931770479956</c:v>
                </c:pt>
                <c:pt idx="631">
                  <c:v>-3.1578640094290051</c:v>
                </c:pt>
                <c:pt idx="632">
                  <c:v>-3.1655122476079924</c:v>
                </c:pt>
                <c:pt idx="633">
                  <c:v>-3.1731379190120066</c:v>
                </c:pt>
                <c:pt idx="634">
                  <c:v>-3.1807410509609895</c:v>
                </c:pt>
                <c:pt idx="635">
                  <c:v>-3.1883216706699926</c:v>
                </c:pt>
                <c:pt idx="636">
                  <c:v>-3.1958798052500015</c:v>
                </c:pt>
                <c:pt idx="637">
                  <c:v>-3.2034154817090013</c:v>
                </c:pt>
                <c:pt idx="638">
                  <c:v>-3.210928726953</c:v>
                </c:pt>
                <c:pt idx="639">
                  <c:v>-3.2184195677860004</c:v>
                </c:pt>
                <c:pt idx="640">
                  <c:v>-3.2258880309129978</c:v>
                </c:pt>
                <c:pt idx="641">
                  <c:v>-3.2333341429380056</c:v>
                </c:pt>
                <c:pt idx="642">
                  <c:v>-3.2407579303710037</c:v>
                </c:pt>
                <c:pt idx="643">
                  <c:v>-3.2481594196190002</c:v>
                </c:pt>
                <c:pt idx="644">
                  <c:v>-3.2555386369949986</c:v>
                </c:pt>
                <c:pt idx="645">
                  <c:v>-3.2628956087179972</c:v>
                </c:pt>
                <c:pt idx="646">
                  <c:v>-3.2702303609100056</c:v>
                </c:pt>
                <c:pt idx="647">
                  <c:v>-3.2775429195999948</c:v>
                </c:pt>
                <c:pt idx="648">
                  <c:v>-3.2848333107239966</c:v>
                </c:pt>
                <c:pt idx="649">
                  <c:v>-3.2921015601270085</c:v>
                </c:pt>
                <c:pt idx="650">
                  <c:v>-3.2993476935589996</c:v>
                </c:pt>
                <c:pt idx="651">
                  <c:v>-3.3065717366850009</c:v>
                </c:pt>
                <c:pt idx="652">
                  <c:v>-3.3137737150769908</c:v>
                </c:pt>
                <c:pt idx="653">
                  <c:v>-3.3209536542200055</c:v>
                </c:pt>
                <c:pt idx="654">
                  <c:v>-3.3281115795089988</c:v>
                </c:pt>
                <c:pt idx="655">
                  <c:v>-3.3352475162540003</c:v>
                </c:pt>
                <c:pt idx="656">
                  <c:v>-3.3423614896770033</c:v>
                </c:pt>
                <c:pt idx="657">
                  <c:v>-3.3494535249160009</c:v>
                </c:pt>
                <c:pt idx="658">
                  <c:v>-3.3565236470230104</c:v>
                </c:pt>
                <c:pt idx="659">
                  <c:v>-3.3635718809679958</c:v>
                </c:pt>
                <c:pt idx="660">
                  <c:v>-3.3705982516340072</c:v>
                </c:pt>
                <c:pt idx="661">
                  <c:v>-3.3776027838259921</c:v>
                </c:pt>
                <c:pt idx="662">
                  <c:v>-3.3845855022649971</c:v>
                </c:pt>
                <c:pt idx="663">
                  <c:v>-3.39154643159101</c:v>
                </c:pt>
                <c:pt idx="664">
                  <c:v>-3.3984855963639973</c:v>
                </c:pt>
                <c:pt idx="665">
                  <c:v>-3.4054030210649984</c:v>
                </c:pt>
                <c:pt idx="666">
                  <c:v>-3.412298730095003</c:v>
                </c:pt>
                <c:pt idx="667">
                  <c:v>-3.4191727477779921</c:v>
                </c:pt>
                <c:pt idx="668">
                  <c:v>-3.426025098360995</c:v>
                </c:pt>
                <c:pt idx="669">
                  <c:v>-3.4328558060110055</c:v>
                </c:pt>
                <c:pt idx="670">
                  <c:v>-3.4396648948250004</c:v>
                </c:pt>
                <c:pt idx="671">
                  <c:v>-3.4464523888189973</c:v>
                </c:pt>
                <c:pt idx="672">
                  <c:v>-3.4532183119370075</c:v>
                </c:pt>
                <c:pt idx="673">
                  <c:v>-3.4599626880479946</c:v>
                </c:pt>
                <c:pt idx="674">
                  <c:v>-3.4666855409480064</c:v>
                </c:pt>
                <c:pt idx="675">
                  <c:v>-3.4733868943600044</c:v>
                </c:pt>
                <c:pt idx="676">
                  <c:v>-3.4800667719369898</c:v>
                </c:pt>
                <c:pt idx="677">
                  <c:v>-3.4867251972559927</c:v>
                </c:pt>
                <c:pt idx="678">
                  <c:v>-3.4933621938259876</c:v>
                </c:pt>
                <c:pt idx="679">
                  <c:v>-3.4999777850879923</c:v>
                </c:pt>
                <c:pt idx="680">
                  <c:v>-3.5065719944090006</c:v>
                </c:pt>
                <c:pt idx="681">
                  <c:v>-3.5131448450900109</c:v>
                </c:pt>
                <c:pt idx="682">
                  <c:v>-3.5196963603609959</c:v>
                </c:pt>
                <c:pt idx="683">
                  <c:v>-3.5262265633869987</c:v>
                </c:pt>
                <c:pt idx="684">
                  <c:v>-3.5327354772630031</c:v>
                </c:pt>
                <c:pt idx="685">
                  <c:v>-3.5392231250200012</c:v>
                </c:pt>
                <c:pt idx="686">
                  <c:v>-3.5456895296200059</c:v>
                </c:pt>
                <c:pt idx="687">
                  <c:v>-3.5521347139609958</c:v>
                </c:pt>
                <c:pt idx="688">
                  <c:v>-3.5585587008770005</c:v>
                </c:pt>
                <c:pt idx="689">
                  <c:v>-3.5649615131370069</c:v>
                </c:pt>
                <c:pt idx="690">
                  <c:v>-3.5713431734439922</c:v>
                </c:pt>
                <c:pt idx="691">
                  <c:v>-3.5777037044409923</c:v>
                </c:pt>
                <c:pt idx="692">
                  <c:v>-3.5840431287039962</c:v>
                </c:pt>
                <c:pt idx="693">
                  <c:v>-3.5903614687510128</c:v>
                </c:pt>
                <c:pt idx="694">
                  <c:v>-3.5966587470349936</c:v>
                </c:pt>
                <c:pt idx="695">
                  <c:v>-3.6029349859490054</c:v>
                </c:pt>
                <c:pt idx="696">
                  <c:v>-3.6091902078259892</c:v>
                </c:pt>
                <c:pt idx="697">
                  <c:v>-3.6154244349380065</c:v>
                </c:pt>
                <c:pt idx="698">
                  <c:v>-3.6216376894959978</c:v>
                </c:pt>
                <c:pt idx="699">
                  <c:v>-3.6278299936539895</c:v>
                </c:pt>
                <c:pt idx="700">
                  <c:v>-3.6340013695059952</c:v>
                </c:pt>
                <c:pt idx="701">
                  <c:v>-3.6401518390880057</c:v>
                </c:pt>
                <c:pt idx="702">
                  <c:v>-3.6462814243770083</c:v>
                </c:pt>
                <c:pt idx="703">
                  <c:v>-3.6523901472929907</c:v>
                </c:pt>
                <c:pt idx="704">
                  <c:v>-3.6584780297019961</c:v>
                </c:pt>
                <c:pt idx="705">
                  <c:v>-3.6645450934090036</c:v>
                </c:pt>
                <c:pt idx="706">
                  <c:v>-3.6705913601669948</c:v>
                </c:pt>
                <c:pt idx="707">
                  <c:v>-3.6766168516700048</c:v>
                </c:pt>
                <c:pt idx="708">
                  <c:v>-3.6826215895609948</c:v>
                </c:pt>
                <c:pt idx="709">
                  <c:v>-3.6886055954239936</c:v>
                </c:pt>
                <c:pt idx="710">
                  <c:v>-3.6945688907910039</c:v>
                </c:pt>
                <c:pt idx="711">
                  <c:v>-3.7005114971409938</c:v>
                </c:pt>
                <c:pt idx="712">
                  <c:v>-3.706433435897992</c:v>
                </c:pt>
                <c:pt idx="713">
                  <c:v>-3.7123347284340014</c:v>
                </c:pt>
                <c:pt idx="714">
                  <c:v>-3.718215396068004</c:v>
                </c:pt>
                <c:pt idx="715">
                  <c:v>-3.7240754600669987</c:v>
                </c:pt>
                <c:pt idx="716">
                  <c:v>-3.7299149416470101</c:v>
                </c:pt>
                <c:pt idx="717">
                  <c:v>-3.735733861971994</c:v>
                </c:pt>
                <c:pt idx="718">
                  <c:v>-3.741532242153994</c:v>
                </c:pt>
                <c:pt idx="719">
                  <c:v>-3.7473101032580018</c:v>
                </c:pt>
                <c:pt idx="720">
                  <c:v>-3.7530674662949934</c:v>
                </c:pt>
                <c:pt idx="721">
                  <c:v>-3.7588043522279975</c:v>
                </c:pt>
                <c:pt idx="722">
                  <c:v>-3.7645207819710009</c:v>
                </c:pt>
                <c:pt idx="723">
                  <c:v>-3.770216776387997</c:v>
                </c:pt>
                <c:pt idx="724">
                  <c:v>-3.7758923562959978</c:v>
                </c:pt>
                <c:pt idx="725">
                  <c:v>-3.7815475424630023</c:v>
                </c:pt>
                <c:pt idx="726">
                  <c:v>-3.787182355607996</c:v>
                </c:pt>
                <c:pt idx="727">
                  <c:v>-3.7927968164029977</c:v>
                </c:pt>
                <c:pt idx="728">
                  <c:v>-3.7983909454750062</c:v>
                </c:pt>
                <c:pt idx="729">
                  <c:v>-3.8039647634009981</c:v>
                </c:pt>
                <c:pt idx="730">
                  <c:v>-3.8095182907139957</c:v>
                </c:pt>
                <c:pt idx="731">
                  <c:v>-3.815051547899003</c:v>
                </c:pt>
                <c:pt idx="732">
                  <c:v>-3.8205645553969987</c:v>
                </c:pt>
                <c:pt idx="733">
                  <c:v>-3.8260573336030035</c:v>
                </c:pt>
                <c:pt idx="734">
                  <c:v>-3.831529902865995</c:v>
                </c:pt>
                <c:pt idx="735">
                  <c:v>-3.8369822834930005</c:v>
                </c:pt>
                <c:pt idx="736">
                  <c:v>-3.8424144957420054</c:v>
                </c:pt>
                <c:pt idx="737">
                  <c:v>-3.847826559831006</c:v>
                </c:pt>
                <c:pt idx="738">
                  <c:v>-3.8532184959319977</c:v>
                </c:pt>
                <c:pt idx="739">
                  <c:v>-3.8585903241749975</c:v>
                </c:pt>
                <c:pt idx="740">
                  <c:v>-3.863942064646011</c:v>
                </c:pt>
                <c:pt idx="741">
                  <c:v>-3.8692737373859956</c:v>
                </c:pt>
                <c:pt idx="742">
                  <c:v>-3.8745853623999977</c:v>
                </c:pt>
                <c:pt idx="743">
                  <c:v>-3.8798769596439939</c:v>
                </c:pt>
                <c:pt idx="744">
                  <c:v>-3.8851485490349944</c:v>
                </c:pt>
                <c:pt idx="745">
                  <c:v>-3.8904001504480021</c:v>
                </c:pt>
                <c:pt idx="746">
                  <c:v>-3.8956317837169934</c:v>
                </c:pt>
                <c:pt idx="747">
                  <c:v>-3.9008434686339939</c:v>
                </c:pt>
                <c:pt idx="748">
                  <c:v>-3.9060352249509975</c:v>
                </c:pt>
                <c:pt idx="749">
                  <c:v>-3.9112070723800088</c:v>
                </c:pt>
                <c:pt idx="750">
                  <c:v>-3.9163590305900016</c:v>
                </c:pt>
                <c:pt idx="751">
                  <c:v>-3.9214911192160002</c:v>
                </c:pt>
                <c:pt idx="752">
                  <c:v>-3.9266033578470001</c:v>
                </c:pt>
                <c:pt idx="753">
                  <c:v>-3.9316957660350056</c:v>
                </c:pt>
                <c:pt idx="754">
                  <c:v>-3.9367683632950019</c:v>
                </c:pt>
                <c:pt idx="755">
                  <c:v>-3.9418211690999954</c:v>
                </c:pt>
                <c:pt idx="756">
                  <c:v>-3.9468542028860014</c:v>
                </c:pt>
                <c:pt idx="757">
                  <c:v>-3.9518674840510073</c:v>
                </c:pt>
                <c:pt idx="758">
                  <c:v>-3.9568610319540056</c:v>
                </c:pt>
                <c:pt idx="759">
                  <c:v>-3.9618348659160034</c:v>
                </c:pt>
                <c:pt idx="760">
                  <c:v>-3.9667890052200079</c:v>
                </c:pt>
                <c:pt idx="761">
                  <c:v>-3.9717234691160002</c:v>
                </c:pt>
                <c:pt idx="762">
                  <c:v>-3.9766382768119968</c:v>
                </c:pt>
                <c:pt idx="763">
                  <c:v>-3.9815334474809987</c:v>
                </c:pt>
                <c:pt idx="764">
                  <c:v>-3.9864090002590018</c:v>
                </c:pt>
                <c:pt idx="765">
                  <c:v>-3.9912649542460059</c:v>
                </c:pt>
                <c:pt idx="766">
                  <c:v>-3.9961013285060005</c:v>
                </c:pt>
                <c:pt idx="767">
                  <c:v>-4.0009181420669933</c:v>
                </c:pt>
                <c:pt idx="768">
                  <c:v>-4.0057154139220046</c:v>
                </c:pt>
                <c:pt idx="769">
                  <c:v>-4.0104931630259983</c:v>
                </c:pt>
                <c:pt idx="770">
                  <c:v>-4.0152514083039961</c:v>
                </c:pt>
                <c:pt idx="771">
                  <c:v>-4.0199901686410016</c:v>
                </c:pt>
                <c:pt idx="772">
                  <c:v>-4.0247094628900015</c:v>
                </c:pt>
                <c:pt idx="773">
                  <c:v>-4.0294093098680008</c:v>
                </c:pt>
                <c:pt idx="774">
                  <c:v>-4.0340897283579977</c:v>
                </c:pt>
                <c:pt idx="775">
                  <c:v>-4.0387507371110019</c:v>
                </c:pt>
                <c:pt idx="776">
                  <c:v>-4.0433923548399946</c:v>
                </c:pt>
                <c:pt idx="777">
                  <c:v>-4.0480146002289956</c:v>
                </c:pt>
                <c:pt idx="778">
                  <c:v>-4.0526174919249911</c:v>
                </c:pt>
                <c:pt idx="779">
                  <c:v>-4.0572010485440018</c:v>
                </c:pt>
                <c:pt idx="780">
                  <c:v>-4.0617652886679991</c:v>
                </c:pt>
                <c:pt idx="781">
                  <c:v>-4.0663102308459997</c:v>
                </c:pt>
                <c:pt idx="782">
                  <c:v>-4.0708358935939941</c:v>
                </c:pt>
                <c:pt idx="783">
                  <c:v>-4.0753422953980021</c:v>
                </c:pt>
                <c:pt idx="784">
                  <c:v>-4.0798294547080047</c:v>
                </c:pt>
                <c:pt idx="785">
                  <c:v>-4.0842973899439983</c:v>
                </c:pt>
                <c:pt idx="786">
                  <c:v>-4.088746119495994</c:v>
                </c:pt>
                <c:pt idx="787">
                  <c:v>-4.0931756617169981</c:v>
                </c:pt>
                <c:pt idx="788">
                  <c:v>-4.0975860349350057</c:v>
                </c:pt>
                <c:pt idx="789">
                  <c:v>-4.1019772574430107</c:v>
                </c:pt>
                <c:pt idx="790">
                  <c:v>-4.1063493475029986</c:v>
                </c:pt>
                <c:pt idx="791">
                  <c:v>-4.1107023233460041</c:v>
                </c:pt>
                <c:pt idx="792">
                  <c:v>-4.1150362031730054</c:v>
                </c:pt>
                <c:pt idx="793">
                  <c:v>-4.1193510051550106</c:v>
                </c:pt>
                <c:pt idx="794">
                  <c:v>-4.1236467474309961</c:v>
                </c:pt>
                <c:pt idx="795">
                  <c:v>-4.1279234481110052</c:v>
                </c:pt>
                <c:pt idx="796">
                  <c:v>-4.132181125272993</c:v>
                </c:pt>
                <c:pt idx="797">
                  <c:v>-4.136419796968994</c:v>
                </c:pt>
                <c:pt idx="798">
                  <c:v>-4.1406394812180025</c:v>
                </c:pt>
                <c:pt idx="799">
                  <c:v>-4.1448401960099943</c:v>
                </c:pt>
                <c:pt idx="800">
                  <c:v>-4.1490219593059976</c:v>
                </c:pt>
                <c:pt idx="801">
                  <c:v>-4.1531847890380078</c:v>
                </c:pt>
                <c:pt idx="802">
                  <c:v>-4.1573287031079929</c:v>
                </c:pt>
                <c:pt idx="803">
                  <c:v>-4.1614537193909911</c:v>
                </c:pt>
                <c:pt idx="804">
                  <c:v>-4.1655598557310043</c:v>
                </c:pt>
                <c:pt idx="805">
                  <c:v>-4.1696471299439963</c:v>
                </c:pt>
                <c:pt idx="806">
                  <c:v>-4.1737155598199962</c:v>
                </c:pt>
                <c:pt idx="807">
                  <c:v>-4.1777651631170016</c:v>
                </c:pt>
                <c:pt idx="808">
                  <c:v>-4.1817959575669903</c:v>
                </c:pt>
                <c:pt idx="809">
                  <c:v>-4.1858079608740013</c:v>
                </c:pt>
                <c:pt idx="810">
                  <c:v>-4.1898011907140074</c:v>
                </c:pt>
                <c:pt idx="811">
                  <c:v>-4.193775664733991</c:v>
                </c:pt>
                <c:pt idx="812">
                  <c:v>-4.1977314005549999</c:v>
                </c:pt>
                <c:pt idx="813">
                  <c:v>-4.201668415770996</c:v>
                </c:pt>
                <c:pt idx="814">
                  <c:v>-4.2055867279459989</c:v>
                </c:pt>
                <c:pt idx="815">
                  <c:v>-4.2094863546210064</c:v>
                </c:pt>
                <c:pt idx="816">
                  <c:v>-4.2133673133070033</c:v>
                </c:pt>
                <c:pt idx="817">
                  <c:v>-4.2172296214880021</c:v>
                </c:pt>
                <c:pt idx="818">
                  <c:v>-4.2210732966239988</c:v>
                </c:pt>
                <c:pt idx="819">
                  <c:v>-4.2248983561459994</c:v>
                </c:pt>
                <c:pt idx="820">
                  <c:v>-4.2287048174589899</c:v>
                </c:pt>
                <c:pt idx="821">
                  <c:v>-4.2324926979419928</c:v>
                </c:pt>
                <c:pt idx="822">
                  <c:v>-4.2362620149490056</c:v>
                </c:pt>
                <c:pt idx="823">
                  <c:v>-4.240012785803998</c:v>
                </c:pt>
                <c:pt idx="824">
                  <c:v>-4.243745027811002</c:v>
                </c:pt>
                <c:pt idx="825">
                  <c:v>-4.2474587582439938</c:v>
                </c:pt>
                <c:pt idx="826">
                  <c:v>-4.2511539943530039</c:v>
                </c:pt>
                <c:pt idx="827">
                  <c:v>-4.2548307533610057</c:v>
                </c:pt>
                <c:pt idx="828">
                  <c:v>-4.2584890524670129</c:v>
                </c:pt>
                <c:pt idx="829">
                  <c:v>-4.2621289088439909</c:v>
                </c:pt>
                <c:pt idx="830">
                  <c:v>-4.2657503396410021</c:v>
                </c:pt>
                <c:pt idx="831">
                  <c:v>-4.269353361981004</c:v>
                </c:pt>
                <c:pt idx="832">
                  <c:v>-4.272937992959001</c:v>
                </c:pt>
                <c:pt idx="833">
                  <c:v>-4.2765042496530015</c:v>
                </c:pt>
                <c:pt idx="834">
                  <c:v>-4.2800521491099914</c:v>
                </c:pt>
                <c:pt idx="835">
                  <c:v>-4.2835817083529975</c:v>
                </c:pt>
                <c:pt idx="836">
                  <c:v>-4.287092944383005</c:v>
                </c:pt>
                <c:pt idx="837">
                  <c:v>-4.2905858741749938</c:v>
                </c:pt>
                <c:pt idx="838">
                  <c:v>-4.2940605146790034</c:v>
                </c:pt>
                <c:pt idx="839">
                  <c:v>-4.2975168828230039</c:v>
                </c:pt>
                <c:pt idx="840">
                  <c:v>-4.3009549955090023</c:v>
                </c:pt>
                <c:pt idx="841">
                  <c:v>-4.304374869615998</c:v>
                </c:pt>
                <c:pt idx="842">
                  <c:v>-4.3077765220010065</c:v>
                </c:pt>
                <c:pt idx="843">
                  <c:v>-4.3111599694949945</c:v>
                </c:pt>
                <c:pt idx="844">
                  <c:v>-4.314525228904003</c:v>
                </c:pt>
                <c:pt idx="845">
                  <c:v>-4.3178723170150022</c:v>
                </c:pt>
                <c:pt idx="846">
                  <c:v>-4.321201250586995</c:v>
                </c:pt>
                <c:pt idx="847">
                  <c:v>-4.3245120463590041</c:v>
                </c:pt>
                <c:pt idx="848">
                  <c:v>-4.3278047210449984</c:v>
                </c:pt>
                <c:pt idx="849">
                  <c:v>-4.3310792913360103</c:v>
                </c:pt>
                <c:pt idx="850">
                  <c:v>-4.3343357739019979</c:v>
                </c:pt>
                <c:pt idx="851">
                  <c:v>-4.3375741853880072</c:v>
                </c:pt>
                <c:pt idx="852">
                  <c:v>-4.3407945424170009</c:v>
                </c:pt>
                <c:pt idx="853">
                  <c:v>-4.34399686159</c:v>
                </c:pt>
                <c:pt idx="854">
                  <c:v>-4.3471811594830001</c:v>
                </c:pt>
                <c:pt idx="855">
                  <c:v>-4.3503474526519881</c:v>
                </c:pt>
                <c:pt idx="856">
                  <c:v>-4.3534957576300002</c:v>
                </c:pt>
                <c:pt idx="857">
                  <c:v>-4.3566260909270085</c:v>
                </c:pt>
                <c:pt idx="858">
                  <c:v>-4.3597384690309866</c:v>
                </c:pt>
                <c:pt idx="859">
                  <c:v>-4.3628329084080093</c:v>
                </c:pt>
                <c:pt idx="860">
                  <c:v>-4.3659094255029913</c:v>
                </c:pt>
                <c:pt idx="861">
                  <c:v>-4.3689680367379964</c:v>
                </c:pt>
                <c:pt idx="862">
                  <c:v>-4.3720087585130045</c:v>
                </c:pt>
                <c:pt idx="863">
                  <c:v>-4.3750316072060116</c:v>
                </c:pt>
                <c:pt idx="864">
                  <c:v>-4.3780365991739956</c:v>
                </c:pt>
                <c:pt idx="865">
                  <c:v>-4.3810237507520071</c:v>
                </c:pt>
                <c:pt idx="866">
                  <c:v>-4.383993078254008</c:v>
                </c:pt>
                <c:pt idx="867">
                  <c:v>-4.3869445979729988</c:v>
                </c:pt>
                <c:pt idx="868">
                  <c:v>-4.3898783261779926</c:v>
                </c:pt>
                <c:pt idx="869">
                  <c:v>-4.3927942791199968</c:v>
                </c:pt>
                <c:pt idx="870">
                  <c:v>-4.3956924730269975</c:v>
                </c:pt>
                <c:pt idx="871">
                  <c:v>-4.3985729241070004</c:v>
                </c:pt>
                <c:pt idx="872">
                  <c:v>-4.4014356485450037</c:v>
                </c:pt>
                <c:pt idx="873">
                  <c:v>-4.4042806625080004</c:v>
                </c:pt>
                <c:pt idx="874">
                  <c:v>-4.4071079821400048</c:v>
                </c:pt>
                <c:pt idx="875">
                  <c:v>-4.4099176235639987</c:v>
                </c:pt>
                <c:pt idx="876">
                  <c:v>-4.4127096028829982</c:v>
                </c:pt>
                <c:pt idx="877">
                  <c:v>-4.4154839361799958</c:v>
                </c:pt>
                <c:pt idx="878">
                  <c:v>-4.4182406395160001</c:v>
                </c:pt>
                <c:pt idx="879">
                  <c:v>-4.4209797289340003</c:v>
                </c:pt>
                <c:pt idx="880">
                  <c:v>-4.4237012204540065</c:v>
                </c:pt>
                <c:pt idx="881">
                  <c:v>-4.4264051300770006</c:v>
                </c:pt>
                <c:pt idx="882">
                  <c:v>-4.4290914737830036</c:v>
                </c:pt>
                <c:pt idx="883">
                  <c:v>-4.4317602675319989</c:v>
                </c:pt>
                <c:pt idx="884">
                  <c:v>-4.4344115272640039</c:v>
                </c:pt>
                <c:pt idx="885">
                  <c:v>-4.4370452688989985</c:v>
                </c:pt>
                <c:pt idx="886">
                  <c:v>-4.4396615083369966</c:v>
                </c:pt>
                <c:pt idx="887">
                  <c:v>-4.4422602614580029</c:v>
                </c:pt>
                <c:pt idx="888">
                  <c:v>-4.444841544124003</c:v>
                </c:pt>
                <c:pt idx="889">
                  <c:v>-4.4474053721730087</c:v>
                </c:pt>
                <c:pt idx="890">
                  <c:v>-4.4499517614279966</c:v>
                </c:pt>
                <c:pt idx="891">
                  <c:v>-4.4524807276889931</c:v>
                </c:pt>
                <c:pt idx="892">
                  <c:v>-4.4549922867380047</c:v>
                </c:pt>
                <c:pt idx="893">
                  <c:v>-4.457486454336987</c:v>
                </c:pt>
                <c:pt idx="894">
                  <c:v>-4.4599632462279999</c:v>
                </c:pt>
                <c:pt idx="895">
                  <c:v>-4.4624226781360079</c:v>
                </c:pt>
                <c:pt idx="896">
                  <c:v>-4.4648647657620018</c:v>
                </c:pt>
                <c:pt idx="897">
                  <c:v>-4.4672895247950066</c:v>
                </c:pt>
                <c:pt idx="898">
                  <c:v>-4.4696969708979992</c:v>
                </c:pt>
                <c:pt idx="899">
                  <c:v>-4.4720871197179974</c:v>
                </c:pt>
                <c:pt idx="900">
                  <c:v>-4.4744599868819961</c:v>
                </c:pt>
                <c:pt idx="901">
                  <c:v>-4.4817854010279916</c:v>
                </c:pt>
                <c:pt idx="902">
                  <c:v>-4.4890935647160006</c:v>
                </c:pt>
                <c:pt idx="903">
                  <c:v>-4.4963844935180077</c:v>
                </c:pt>
                <c:pt idx="904">
                  <c:v>-4.5036582029830043</c:v>
                </c:pt>
                <c:pt idx="905">
                  <c:v>-4.5109147086480021</c:v>
                </c:pt>
                <c:pt idx="906">
                  <c:v>-4.518154026024007</c:v>
                </c:pt>
                <c:pt idx="907">
                  <c:v>-4.5253761706089932</c:v>
                </c:pt>
                <c:pt idx="908">
                  <c:v>-4.5325811578789938</c:v>
                </c:pt>
                <c:pt idx="909">
                  <c:v>-4.5397690032930029</c:v>
                </c:pt>
                <c:pt idx="910">
                  <c:v>-4.5469397222910004</c:v>
                </c:pt>
                <c:pt idx="911">
                  <c:v>-4.5540933302950037</c:v>
                </c:pt>
                <c:pt idx="912">
                  <c:v>-4.5612298427070073</c:v>
                </c:pt>
                <c:pt idx="913">
                  <c:v>-4.5683492749149934</c:v>
                </c:pt>
                <c:pt idx="914">
                  <c:v>-4.5754516422839941</c:v>
                </c:pt>
                <c:pt idx="915">
                  <c:v>-4.5825369601630115</c:v>
                </c:pt>
                <c:pt idx="916">
                  <c:v>-4.5896052438829997</c:v>
                </c:pt>
                <c:pt idx="917">
                  <c:v>-4.5966565087569933</c:v>
                </c:pt>
                <c:pt idx="918">
                  <c:v>-4.6036907700779892</c:v>
                </c:pt>
                <c:pt idx="919">
                  <c:v>-4.6107080431220027</c:v>
                </c:pt>
                <c:pt idx="920">
                  <c:v>-4.6177083431499995</c:v>
                </c:pt>
                <c:pt idx="921">
                  <c:v>-4.6246916854020128</c:v>
                </c:pt>
                <c:pt idx="922">
                  <c:v>-4.6316580850999998</c:v>
                </c:pt>
                <c:pt idx="923">
                  <c:v>-4.6386075574500012</c:v>
                </c:pt>
                <c:pt idx="924">
                  <c:v>-4.6455401176390012</c:v>
                </c:pt>
                <c:pt idx="925">
                  <c:v>-4.6524557808369877</c:v>
                </c:pt>
                <c:pt idx="926">
                  <c:v>-4.6593545621950057</c:v>
                </c:pt>
                <c:pt idx="927">
                  <c:v>-4.6662364768480131</c:v>
                </c:pt>
                <c:pt idx="928">
                  <c:v>-4.6731015399150095</c:v>
                </c:pt>
                <c:pt idx="929">
                  <c:v>-4.6799497664929959</c:v>
                </c:pt>
                <c:pt idx="930">
                  <c:v>-4.6867811716659986</c:v>
                </c:pt>
                <c:pt idx="931">
                  <c:v>-4.6935957704979927</c:v>
                </c:pt>
                <c:pt idx="932">
                  <c:v>-4.7003935780359996</c:v>
                </c:pt>
                <c:pt idx="933">
                  <c:v>-4.7071746093109965</c:v>
                </c:pt>
                <c:pt idx="934">
                  <c:v>-4.7139388793340089</c:v>
                </c:pt>
                <c:pt idx="935">
                  <c:v>-4.720686403103997</c:v>
                </c:pt>
                <c:pt idx="936">
                  <c:v>-4.7274171955979938</c:v>
                </c:pt>
                <c:pt idx="937">
                  <c:v>-4.7341312717769881</c:v>
                </c:pt>
                <c:pt idx="938">
                  <c:v>-4.7408286465850011</c:v>
                </c:pt>
                <c:pt idx="939">
                  <c:v>-4.7475093349510047</c:v>
                </c:pt>
                <c:pt idx="940">
                  <c:v>-4.7541733517849991</c:v>
                </c:pt>
                <c:pt idx="941">
                  <c:v>-4.7608207119789938</c:v>
                </c:pt>
                <c:pt idx="942">
                  <c:v>-4.7674514304110005</c:v>
                </c:pt>
                <c:pt idx="943">
                  <c:v>-4.7740655219419921</c:v>
                </c:pt>
                <c:pt idx="944">
                  <c:v>-4.7806630014130036</c:v>
                </c:pt>
                <c:pt idx="945">
                  <c:v>-4.7872438836510014</c:v>
                </c:pt>
                <c:pt idx="946">
                  <c:v>-4.7938081834650035</c:v>
                </c:pt>
                <c:pt idx="947">
                  <c:v>-4.8003559156489928</c:v>
                </c:pt>
                <c:pt idx="948">
                  <c:v>-4.8068870949789897</c:v>
                </c:pt>
                <c:pt idx="949">
                  <c:v>-4.81340173621399</c:v>
                </c:pt>
                <c:pt idx="950">
                  <c:v>-4.8198998540980114</c:v>
                </c:pt>
                <c:pt idx="951">
                  <c:v>-4.8263814633570092</c:v>
                </c:pt>
                <c:pt idx="952">
                  <c:v>-4.8328465787020036</c:v>
                </c:pt>
                <c:pt idx="953">
                  <c:v>-4.8392952148250004</c:v>
                </c:pt>
                <c:pt idx="954">
                  <c:v>-4.8457273864059971</c:v>
                </c:pt>
                <c:pt idx="955">
                  <c:v>-4.8521431081040021</c:v>
                </c:pt>
                <c:pt idx="956">
                  <c:v>-4.8585423945639974</c:v>
                </c:pt>
                <c:pt idx="957">
                  <c:v>-4.8649252604150064</c:v>
                </c:pt>
                <c:pt idx="958">
                  <c:v>-4.8712917202689994</c:v>
                </c:pt>
                <c:pt idx="959">
                  <c:v>-4.8776417887229968</c:v>
                </c:pt>
                <c:pt idx="960">
                  <c:v>-4.8839754803549909</c:v>
                </c:pt>
                <c:pt idx="961">
                  <c:v>-4.8902928097299991</c:v>
                </c:pt>
                <c:pt idx="962">
                  <c:v>-4.8965937913960005</c:v>
                </c:pt>
                <c:pt idx="963">
                  <c:v>-4.902878439884006</c:v>
                </c:pt>
                <c:pt idx="964">
                  <c:v>-4.9091467697089968</c:v>
                </c:pt>
                <c:pt idx="965">
                  <c:v>-4.9153987953719991</c:v>
                </c:pt>
                <c:pt idx="966">
                  <c:v>-4.9216345313559913</c:v>
                </c:pt>
                <c:pt idx="967">
                  <c:v>-4.9278539921300109</c:v>
                </c:pt>
                <c:pt idx="968">
                  <c:v>-4.934057192143996</c:v>
                </c:pt>
                <c:pt idx="969">
                  <c:v>-4.9402441458360045</c:v>
                </c:pt>
                <c:pt idx="970">
                  <c:v>-4.9464148676259896</c:v>
                </c:pt>
                <c:pt idx="971">
                  <c:v>-4.9525693719179884</c:v>
                </c:pt>
                <c:pt idx="972">
                  <c:v>-4.9587076730999939</c:v>
                </c:pt>
                <c:pt idx="973">
                  <c:v>-4.9648297855480052</c:v>
                </c:pt>
                <c:pt idx="974">
                  <c:v>-4.9709357236179983</c:v>
                </c:pt>
                <c:pt idx="975">
                  <c:v>-4.9770255016509992</c:v>
                </c:pt>
                <c:pt idx="976">
                  <c:v>-4.9830991339759976</c:v>
                </c:pt>
                <c:pt idx="977">
                  <c:v>-4.9891566349009935</c:v>
                </c:pt>
                <c:pt idx="978">
                  <c:v>-4.9951980187230021</c:v>
                </c:pt>
                <c:pt idx="979">
                  <c:v>-5.0012232997200101</c:v>
                </c:pt>
                <c:pt idx="980">
                  <c:v>-5.0072324921590052</c:v>
                </c:pt>
                <c:pt idx="981">
                  <c:v>-5.0132256102869945</c:v>
                </c:pt>
                <c:pt idx="982">
                  <c:v>-5.0192026683389912</c:v>
                </c:pt>
                <c:pt idx="983">
                  <c:v>-5.025163680531989</c:v>
                </c:pt>
                <c:pt idx="984">
                  <c:v>-5.0311086610700073</c:v>
                </c:pt>
                <c:pt idx="985">
                  <c:v>-5.0370376241390034</c:v>
                </c:pt>
                <c:pt idx="986">
                  <c:v>-5.0429505839129973</c:v>
                </c:pt>
                <c:pt idx="987">
                  <c:v>-5.0488475545469953</c:v>
                </c:pt>
                <c:pt idx="988">
                  <c:v>-5.0547285501850041</c:v>
                </c:pt>
                <c:pt idx="989">
                  <c:v>-5.060593584952997</c:v>
                </c:pt>
                <c:pt idx="990">
                  <c:v>-5.0664426729630065</c:v>
                </c:pt>
                <c:pt idx="991">
                  <c:v>-5.0722758283110068</c:v>
                </c:pt>
                <c:pt idx="992">
                  <c:v>-5.0780930650779936</c:v>
                </c:pt>
                <c:pt idx="993">
                  <c:v>-5.0838943973309938</c:v>
                </c:pt>
                <c:pt idx="994">
                  <c:v>-5.0896798391210041</c:v>
                </c:pt>
                <c:pt idx="995">
                  <c:v>-5.0954494044840004</c:v>
                </c:pt>
                <c:pt idx="996">
                  <c:v>-5.1012031074430126</c:v>
                </c:pt>
                <c:pt idx="997">
                  <c:v>-5.1069409620030086</c:v>
                </c:pt>
                <c:pt idx="998">
                  <c:v>-5.1126629821570049</c:v>
                </c:pt>
                <c:pt idx="999">
                  <c:v>-5.1183691818799986</c:v>
                </c:pt>
                <c:pt idx="1000">
                  <c:v>-5.1240595751339981</c:v>
                </c:pt>
                <c:pt idx="1001">
                  <c:v>-5.1297341758670001</c:v>
                </c:pt>
                <c:pt idx="1002">
                  <c:v>-5.1353929980100048</c:v>
                </c:pt>
                <c:pt idx="1003">
                  <c:v>-5.1410360554820045</c:v>
                </c:pt>
                <c:pt idx="1004">
                  <c:v>-5.1466633621860041</c:v>
                </c:pt>
                <c:pt idx="1005">
                  <c:v>-5.1522749320079981</c:v>
                </c:pt>
                <c:pt idx="1006">
                  <c:v>-5.1578707788229963</c:v>
                </c:pt>
                <c:pt idx="1007">
                  <c:v>-5.1634509164900066</c:v>
                </c:pt>
                <c:pt idx="1008">
                  <c:v>-5.1690153588520076</c:v>
                </c:pt>
                <c:pt idx="1009">
                  <c:v>-5.1745641197369991</c:v>
                </c:pt>
                <c:pt idx="1010">
                  <c:v>-5.1800972129640002</c:v>
                </c:pt>
                <c:pt idx="1011">
                  <c:v>-5.1856146523309974</c:v>
                </c:pt>
                <c:pt idx="1012">
                  <c:v>-5.1911164516239978</c:v>
                </c:pt>
                <c:pt idx="1013">
                  <c:v>-5.1966026246150108</c:v>
                </c:pt>
                <c:pt idx="1014">
                  <c:v>-5.2020731850609963</c:v>
                </c:pt>
                <c:pt idx="1015">
                  <c:v>-5.2075281467029981</c:v>
                </c:pt>
                <c:pt idx="1016">
                  <c:v>-5.21296752327099</c:v>
                </c:pt>
                <c:pt idx="1017">
                  <c:v>-5.2183913284769972</c:v>
                </c:pt>
                <c:pt idx="1018">
                  <c:v>-5.2237995760219889</c:v>
                </c:pt>
                <c:pt idx="1019">
                  <c:v>-5.2291922795900092</c:v>
                </c:pt>
                <c:pt idx="1020">
                  <c:v>-5.2345694528530089</c:v>
                </c:pt>
                <c:pt idx="1021">
                  <c:v>-5.2399311094659993</c:v>
                </c:pt>
                <c:pt idx="1022">
                  <c:v>-5.2452772630719977</c:v>
                </c:pt>
                <c:pt idx="1023">
                  <c:v>-5.2506079272979918</c:v>
                </c:pt>
                <c:pt idx="1024">
                  <c:v>-5.2559231157579944</c:v>
                </c:pt>
                <c:pt idx="1025">
                  <c:v>-5.2612228420520069</c:v>
                </c:pt>
                <c:pt idx="1026">
                  <c:v>-5.2665071197660041</c:v>
                </c:pt>
                <c:pt idx="1027">
                  <c:v>-5.271775962470997</c:v>
                </c:pt>
                <c:pt idx="1028">
                  <c:v>-5.27702938372299</c:v>
                </c:pt>
                <c:pt idx="1029">
                  <c:v>-5.2822673970659935</c:v>
                </c:pt>
                <c:pt idx="1030">
                  <c:v>-5.287490016029011</c:v>
                </c:pt>
                <c:pt idx="1031">
                  <c:v>-5.2926972541270061</c:v>
                </c:pt>
                <c:pt idx="1032">
                  <c:v>-5.2978891248600064</c:v>
                </c:pt>
                <c:pt idx="1033">
                  <c:v>-5.3030656417160031</c:v>
                </c:pt>
                <c:pt idx="1034">
                  <c:v>-5.308226818167995</c:v>
                </c:pt>
                <c:pt idx="1035">
                  <c:v>-5.3133726676739883</c:v>
                </c:pt>
                <c:pt idx="1036">
                  <c:v>-5.3185032036810043</c:v>
                </c:pt>
                <c:pt idx="1037">
                  <c:v>-5.3236184396180022</c:v>
                </c:pt>
                <c:pt idx="1038">
                  <c:v>-5.3287183889039937</c:v>
                </c:pt>
                <c:pt idx="1039">
                  <c:v>-5.3338030649409944</c:v>
                </c:pt>
                <c:pt idx="1040">
                  <c:v>-5.3388724811199921</c:v>
                </c:pt>
                <c:pt idx="1041">
                  <c:v>-5.3439266508169965</c:v>
                </c:pt>
                <c:pt idx="1042">
                  <c:v>-5.3489655873930104</c:v>
                </c:pt>
                <c:pt idx="1043">
                  <c:v>-5.3539893041970004</c:v>
                </c:pt>
                <c:pt idx="1044">
                  <c:v>-5.3589978145629971</c:v>
                </c:pt>
                <c:pt idx="1045">
                  <c:v>-5.3639911318129947</c:v>
                </c:pt>
                <c:pt idx="1046">
                  <c:v>-5.3689692692519912</c:v>
                </c:pt>
                <c:pt idx="1047">
                  <c:v>-5.3739322401739997</c:v>
                </c:pt>
                <c:pt idx="1048">
                  <c:v>-5.3788800578610108</c:v>
                </c:pt>
                <c:pt idx="1049">
                  <c:v>-5.3838127355770098</c:v>
                </c:pt>
                <c:pt idx="1050">
                  <c:v>-5.3887302865760063</c:v>
                </c:pt>
                <c:pt idx="1051">
                  <c:v>-5.393632724095994</c:v>
                </c:pt>
                <c:pt idx="1052">
                  <c:v>-5.3985200613619924</c:v>
                </c:pt>
                <c:pt idx="1053">
                  <c:v>-5.4033923115869982</c:v>
                </c:pt>
                <c:pt idx="1054">
                  <c:v>-5.4082494879670122</c:v>
                </c:pt>
                <c:pt idx="1055">
                  <c:v>-5.4130916036900061</c:v>
                </c:pt>
                <c:pt idx="1056">
                  <c:v>-5.4179186719249941</c:v>
                </c:pt>
                <c:pt idx="1057">
                  <c:v>-5.4227307058319951</c:v>
                </c:pt>
                <c:pt idx="1058">
                  <c:v>-5.4275277185529944</c:v>
                </c:pt>
                <c:pt idx="1059">
                  <c:v>-5.4323097232210102</c:v>
                </c:pt>
                <c:pt idx="1060">
                  <c:v>-5.4370767329520078</c:v>
                </c:pt>
                <c:pt idx="1061">
                  <c:v>-5.4418287608509956</c:v>
                </c:pt>
                <c:pt idx="1062">
                  <c:v>-5.4465658200069953</c:v>
                </c:pt>
                <c:pt idx="1063">
                  <c:v>-5.451287923500999</c:v>
                </c:pt>
                <c:pt idx="1064">
                  <c:v>-5.4559950843949991</c:v>
                </c:pt>
                <c:pt idx="1065">
                  <c:v>-5.4606873157400031</c:v>
                </c:pt>
                <c:pt idx="1066">
                  <c:v>-5.4653646305740011</c:v>
                </c:pt>
                <c:pt idx="1067">
                  <c:v>-5.470027041921</c:v>
                </c:pt>
                <c:pt idx="1068">
                  <c:v>-5.4746745627929982</c:v>
                </c:pt>
                <c:pt idx="1069">
                  <c:v>-5.4793072061849983</c:v>
                </c:pt>
                <c:pt idx="1070">
                  <c:v>-5.4839249850849967</c:v>
                </c:pt>
                <c:pt idx="1071">
                  <c:v>-5.4885279124620041</c:v>
                </c:pt>
                <c:pt idx="1072">
                  <c:v>-5.4931160012760074</c:v>
                </c:pt>
                <c:pt idx="1073">
                  <c:v>-5.497689264472001</c:v>
                </c:pt>
                <c:pt idx="1074">
                  <c:v>-5.5022477149809959</c:v>
                </c:pt>
                <c:pt idx="1075">
                  <c:v>-5.5067913657229894</c:v>
                </c:pt>
                <c:pt idx="1076">
                  <c:v>-5.5113202296020063</c:v>
                </c:pt>
                <c:pt idx="1077">
                  <c:v>-5.5158343195120096</c:v>
                </c:pt>
                <c:pt idx="1078">
                  <c:v>-5.5203336483330077</c:v>
                </c:pt>
                <c:pt idx="1079">
                  <c:v>-5.5248182289309966</c:v>
                </c:pt>
                <c:pt idx="1080">
                  <c:v>-5.529288074159993</c:v>
                </c:pt>
                <c:pt idx="1081">
                  <c:v>-5.5337431968609962</c:v>
                </c:pt>
                <c:pt idx="1082">
                  <c:v>-5.538183609861008</c:v>
                </c:pt>
                <c:pt idx="1083">
                  <c:v>-5.5426093259750076</c:v>
                </c:pt>
                <c:pt idx="1084">
                  <c:v>-5.5470203580030102</c:v>
                </c:pt>
                <c:pt idx="1085">
                  <c:v>-5.551416718737002</c:v>
                </c:pt>
                <c:pt idx="1086">
                  <c:v>-5.5557984209509925</c:v>
                </c:pt>
                <c:pt idx="1087">
                  <c:v>-5.5601654774079918</c:v>
                </c:pt>
                <c:pt idx="1088">
                  <c:v>-5.564517900859002</c:v>
                </c:pt>
                <c:pt idx="1089">
                  <c:v>-5.5688557040409989</c:v>
                </c:pt>
                <c:pt idx="1090">
                  <c:v>-5.5731788996779983</c:v>
                </c:pt>
                <c:pt idx="1091">
                  <c:v>-5.5774875004819933</c:v>
                </c:pt>
                <c:pt idx="1092">
                  <c:v>-5.5817815191509936</c:v>
                </c:pt>
                <c:pt idx="1093">
                  <c:v>-5.5860609683719957</c:v>
                </c:pt>
                <c:pt idx="1094">
                  <c:v>-5.5903258608190072</c:v>
                </c:pt>
                <c:pt idx="1095">
                  <c:v>-5.5945762091520095</c:v>
                </c:pt>
                <c:pt idx="1096">
                  <c:v>-5.5988120260190044</c:v>
                </c:pt>
                <c:pt idx="1097">
                  <c:v>-5.603033324053996</c:v>
                </c:pt>
                <c:pt idx="1098">
                  <c:v>-5.6072401158799892</c:v>
                </c:pt>
                <c:pt idx="1099">
                  <c:v>-5.611432414107</c:v>
                </c:pt>
                <c:pt idx="1100">
                  <c:v>-5.6156102313320133</c:v>
                </c:pt>
                <c:pt idx="1101">
                  <c:v>-5.6197735801400057</c:v>
                </c:pt>
                <c:pt idx="1102">
                  <c:v>-5.6239224731019988</c:v>
                </c:pt>
                <c:pt idx="1103">
                  <c:v>-5.6280569227780006</c:v>
                </c:pt>
                <c:pt idx="1104">
                  <c:v>-5.6321769417139933</c:v>
                </c:pt>
                <c:pt idx="1105">
                  <c:v>-5.6362825424450023</c:v>
                </c:pt>
                <c:pt idx="1106">
                  <c:v>-5.6403737374910037</c:v>
                </c:pt>
                <c:pt idx="1107">
                  <c:v>-5.6444505393600082</c:v>
                </c:pt>
                <c:pt idx="1108">
                  <c:v>-5.6485129605519973</c:v>
                </c:pt>
                <c:pt idx="1109">
                  <c:v>-5.6525610135490041</c:v>
                </c:pt>
                <c:pt idx="1110">
                  <c:v>-5.6565947108230006</c:v>
                </c:pt>
                <c:pt idx="1111">
                  <c:v>-5.6606140648310088</c:v>
                </c:pt>
                <c:pt idx="1112">
                  <c:v>-5.6646190880220075</c:v>
                </c:pt>
                <c:pt idx="1113">
                  <c:v>-5.6686097928290025</c:v>
                </c:pt>
                <c:pt idx="1114">
                  <c:v>-5.6725861916719964</c:v>
                </c:pt>
                <c:pt idx="1115">
                  <c:v>-5.6765482969629915</c:v>
                </c:pt>
                <c:pt idx="1116">
                  <c:v>-5.6804961210979883</c:v>
                </c:pt>
                <c:pt idx="1117">
                  <c:v>-5.6844296764610078</c:v>
                </c:pt>
                <c:pt idx="1118">
                  <c:v>-5.688348975424006</c:v>
                </c:pt>
                <c:pt idx="1119">
                  <c:v>-5.6922540303470015</c:v>
                </c:pt>
                <c:pt idx="1120">
                  <c:v>-5.6961448535769961</c:v>
                </c:pt>
                <c:pt idx="1121">
                  <c:v>-5.7000214574489974</c:v>
                </c:pt>
                <c:pt idx="1122">
                  <c:v>-5.7038838542859907</c:v>
                </c:pt>
                <c:pt idx="1123">
                  <c:v>-5.7077320563990099</c:v>
                </c:pt>
                <c:pt idx="1124">
                  <c:v>-5.711566076086001</c:v>
                </c:pt>
                <c:pt idx="1125">
                  <c:v>-5.7153859256330009</c:v>
                </c:pt>
                <c:pt idx="1126">
                  <c:v>-5.7191916173139958</c:v>
                </c:pt>
                <c:pt idx="1127">
                  <c:v>-5.7229831633899977</c:v>
                </c:pt>
                <c:pt idx="1128">
                  <c:v>-5.72676057611001</c:v>
                </c:pt>
                <c:pt idx="1129">
                  <c:v>-5.730523867711014</c:v>
                </c:pt>
                <c:pt idx="1130">
                  <c:v>-5.7342730504200006</c:v>
                </c:pt>
                <c:pt idx="1131">
                  <c:v>-5.738008136448002</c:v>
                </c:pt>
                <c:pt idx="1132">
                  <c:v>-5.7417291379960034</c:v>
                </c:pt>
                <c:pt idx="1133">
                  <c:v>-5.7454360672520011</c:v>
                </c:pt>
                <c:pt idx="1134">
                  <c:v>-5.7491289363940012</c:v>
                </c:pt>
                <c:pt idx="1135">
                  <c:v>-5.7528077575850034</c:v>
                </c:pt>
                <c:pt idx="1136">
                  <c:v>-5.7564725429769936</c:v>
                </c:pt>
                <c:pt idx="1137">
                  <c:v>-5.7601233047100067</c:v>
                </c:pt>
                <c:pt idx="1138">
                  <c:v>-5.7637600549140018</c:v>
                </c:pt>
                <c:pt idx="1139">
                  <c:v>-5.7673828057049974</c:v>
                </c:pt>
                <c:pt idx="1140">
                  <c:v>-5.770991569185</c:v>
                </c:pt>
                <c:pt idx="1141">
                  <c:v>-5.7745863574470064</c:v>
                </c:pt>
                <c:pt idx="1142">
                  <c:v>-5.7781671825709964</c:v>
                </c:pt>
                <c:pt idx="1143">
                  <c:v>-5.7817340566249982</c:v>
                </c:pt>
                <c:pt idx="1144">
                  <c:v>-5.7852869916650036</c:v>
                </c:pt>
                <c:pt idx="1145">
                  <c:v>-5.788825999735991</c:v>
                </c:pt>
                <c:pt idx="1146">
                  <c:v>-5.7923510928700068</c:v>
                </c:pt>
                <c:pt idx="1147">
                  <c:v>-5.7958622830860094</c:v>
                </c:pt>
                <c:pt idx="1148">
                  <c:v>-5.7993595823949988</c:v>
                </c:pt>
                <c:pt idx="1149">
                  <c:v>-5.8028430027909934</c:v>
                </c:pt>
                <c:pt idx="1150">
                  <c:v>-5.8063125562589875</c:v>
                </c:pt>
                <c:pt idx="1151">
                  <c:v>-5.8097682547730045</c:v>
                </c:pt>
                <c:pt idx="1152">
                  <c:v>-5.8132101102930136</c:v>
                </c:pt>
                <c:pt idx="1153">
                  <c:v>-5.8166381347679987</c:v>
                </c:pt>
                <c:pt idx="1154">
                  <c:v>-5.8200523401369963</c:v>
                </c:pt>
                <c:pt idx="1155">
                  <c:v>-5.8234527383229988</c:v>
                </c:pt>
                <c:pt idx="1156">
                  <c:v>-5.8268393412409978</c:v>
                </c:pt>
                <c:pt idx="1157">
                  <c:v>-5.8302121607930104</c:v>
                </c:pt>
                <c:pt idx="1158">
                  <c:v>-5.833571208869003</c:v>
                </c:pt>
                <c:pt idx="1159">
                  <c:v>-5.8369164973460101</c:v>
                </c:pt>
                <c:pt idx="1160">
                  <c:v>-5.8402480380929944</c:v>
                </c:pt>
                <c:pt idx="1161">
                  <c:v>-5.8435658429639972</c:v>
                </c:pt>
                <c:pt idx="1162">
                  <c:v>-5.8468699238019894</c:v>
                </c:pt>
                <c:pt idx="1163">
                  <c:v>-5.8501602924380052</c:v>
                </c:pt>
                <c:pt idx="1164">
                  <c:v>-5.8534369606930028</c:v>
                </c:pt>
                <c:pt idx="1165">
                  <c:v>-5.8566999403749946</c:v>
                </c:pt>
                <c:pt idx="1166">
                  <c:v>-5.8599492432799991</c:v>
                </c:pt>
                <c:pt idx="1167">
                  <c:v>-5.863184881191998</c:v>
                </c:pt>
                <c:pt idx="1168">
                  <c:v>-5.8664068658870008</c:v>
                </c:pt>
                <c:pt idx="1169">
                  <c:v>-5.8696152091250013</c:v>
                </c:pt>
                <c:pt idx="1170">
                  <c:v>-5.8728099226560033</c:v>
                </c:pt>
                <c:pt idx="1171">
                  <c:v>-5.8759910182189969</c:v>
                </c:pt>
                <c:pt idx="1172">
                  <c:v>-5.8791585075409927</c:v>
                </c:pt>
                <c:pt idx="1173">
                  <c:v>-5.8823124023369928</c:v>
                </c:pt>
                <c:pt idx="1174">
                  <c:v>-5.8854527143089967</c:v>
                </c:pt>
                <c:pt idx="1175">
                  <c:v>-5.8885794551530068</c:v>
                </c:pt>
                <c:pt idx="1176">
                  <c:v>-5.8916926365480009</c:v>
                </c:pt>
                <c:pt idx="1177">
                  <c:v>-5.8947922701640039</c:v>
                </c:pt>
                <c:pt idx="1178">
                  <c:v>-5.8978783676570004</c:v>
                </c:pt>
                <c:pt idx="1179">
                  <c:v>-5.9009509406759975</c:v>
                </c:pt>
                <c:pt idx="1180">
                  <c:v>-5.9040100008530061</c:v>
                </c:pt>
                <c:pt idx="1181">
                  <c:v>-5.9070555598139975</c:v>
                </c:pt>
                <c:pt idx="1182">
                  <c:v>-5.9100876291680038</c:v>
                </c:pt>
                <c:pt idx="1183">
                  <c:v>-5.9131062205189977</c:v>
                </c:pt>
                <c:pt idx="1184">
                  <c:v>-5.9161113454539986</c:v>
                </c:pt>
                <c:pt idx="1185">
                  <c:v>-5.9191030155519968</c:v>
                </c:pt>
                <c:pt idx="1186">
                  <c:v>-5.9220812423790079</c:v>
                </c:pt>
                <c:pt idx="1187">
                  <c:v>-5.9250460374889968</c:v>
                </c:pt>
                <c:pt idx="1188">
                  <c:v>-5.9279974124270041</c:v>
                </c:pt>
                <c:pt idx="1189">
                  <c:v>-5.9309353787240013</c:v>
                </c:pt>
                <c:pt idx="1190">
                  <c:v>-5.9338599479019933</c:v>
                </c:pt>
                <c:pt idx="1191">
                  <c:v>-5.9367711314709908</c:v>
                </c:pt>
                <c:pt idx="1192">
                  <c:v>-5.9396689409290104</c:v>
                </c:pt>
                <c:pt idx="1193">
                  <c:v>-5.9425533877640078</c:v>
                </c:pt>
                <c:pt idx="1194">
                  <c:v>-5.9454244834499974</c:v>
                </c:pt>
                <c:pt idx="1195">
                  <c:v>-5.9482822394519985</c:v>
                </c:pt>
                <c:pt idx="1196">
                  <c:v>-5.9511266672239884</c:v>
                </c:pt>
                <c:pt idx="1197">
                  <c:v>-5.9539577782069983</c:v>
                </c:pt>
                <c:pt idx="1198">
                  <c:v>-5.9567755838330072</c:v>
                </c:pt>
                <c:pt idx="1199">
                  <c:v>-5.959580095522</c:v>
                </c:pt>
                <c:pt idx="1200">
                  <c:v>-5.9623713246810013</c:v>
                </c:pt>
                <c:pt idx="1201">
                  <c:v>-5.968714320753989</c:v>
                </c:pt>
                <c:pt idx="1202">
                  <c:v>-5.9750440570799981</c:v>
                </c:pt>
                <c:pt idx="1203">
                  <c:v>-5.9813605450349883</c:v>
                </c:pt>
                <c:pt idx="1204">
                  <c:v>-5.9876637959829964</c:v>
                </c:pt>
                <c:pt idx="1205">
                  <c:v>-5.9939538212779979</c:v>
                </c:pt>
                <c:pt idx="1206">
                  <c:v>-6.0002306322570007</c:v>
                </c:pt>
                <c:pt idx="1207">
                  <c:v>-6.0064942402550088</c:v>
                </c:pt>
                <c:pt idx="1208">
                  <c:v>-6.0127446565879978</c:v>
                </c:pt>
                <c:pt idx="1209">
                  <c:v>-6.0189818925660035</c:v>
                </c:pt>
                <c:pt idx="1210">
                  <c:v>-6.0252059594860015</c:v>
                </c:pt>
                <c:pt idx="1211">
                  <c:v>-6.0314168686339968</c:v>
                </c:pt>
                <c:pt idx="1212">
                  <c:v>-6.0376146312840007</c:v>
                </c:pt>
                <c:pt idx="1213">
                  <c:v>-6.0437992587019949</c:v>
                </c:pt>
                <c:pt idx="1214">
                  <c:v>-6.0499707621399921</c:v>
                </c:pt>
                <c:pt idx="1215">
                  <c:v>-6.0561291528390058</c:v>
                </c:pt>
                <c:pt idx="1216">
                  <c:v>-6.0622744420300023</c:v>
                </c:pt>
                <c:pt idx="1217">
                  <c:v>-6.0684066409340005</c:v>
                </c:pt>
                <c:pt idx="1218">
                  <c:v>-6.0745257607599967</c:v>
                </c:pt>
                <c:pt idx="1219">
                  <c:v>-6.0806318127050076</c:v>
                </c:pt>
                <c:pt idx="1220">
                  <c:v>-6.0867248079560028</c:v>
                </c:pt>
                <c:pt idx="1221">
                  <c:v>-6.0928047576910132</c:v>
                </c:pt>
                <c:pt idx="1222">
                  <c:v>-6.0988716730730061</c:v>
                </c:pt>
                <c:pt idx="1223">
                  <c:v>-6.1049255652590091</c:v>
                </c:pt>
                <c:pt idx="1224">
                  <c:v>-6.1109664453889962</c:v>
                </c:pt>
                <c:pt idx="1225">
                  <c:v>-6.1169943245970018</c:v>
                </c:pt>
                <c:pt idx="1226">
                  <c:v>-6.1230092140049948</c:v>
                </c:pt>
                <c:pt idx="1227">
                  <c:v>-6.1290111247230072</c:v>
                </c:pt>
                <c:pt idx="1228">
                  <c:v>-6.1350000678509957</c:v>
                </c:pt>
                <c:pt idx="1229">
                  <c:v>-6.1409760544790117</c:v>
                </c:pt>
                <c:pt idx="1230">
                  <c:v>-6.1469390956840044</c:v>
                </c:pt>
                <c:pt idx="1231">
                  <c:v>-6.1528892025350075</c:v>
                </c:pt>
                <c:pt idx="1232">
                  <c:v>-6.1588263860870001</c:v>
                </c:pt>
                <c:pt idx="1233">
                  <c:v>-6.1647506573860085</c:v>
                </c:pt>
                <c:pt idx="1234">
                  <c:v>-6.1706620274679977</c:v>
                </c:pt>
                <c:pt idx="1235">
                  <c:v>-6.176560507356001</c:v>
                </c:pt>
                <c:pt idx="1236">
                  <c:v>-6.1824461080629902</c:v>
                </c:pt>
                <c:pt idx="1237">
                  <c:v>-6.1883188405940075</c:v>
                </c:pt>
                <c:pt idx="1238">
                  <c:v>-6.1941787159390032</c:v>
                </c:pt>
                <c:pt idx="1239">
                  <c:v>-6.2000257450810068</c:v>
                </c:pt>
                <c:pt idx="1240">
                  <c:v>-6.2058599389889935</c:v>
                </c:pt>
                <c:pt idx="1241">
                  <c:v>-6.2116813086229996</c:v>
                </c:pt>
                <c:pt idx="1242">
                  <c:v>-6.2174898649339951</c:v>
                </c:pt>
                <c:pt idx="1243">
                  <c:v>-6.2232856188580001</c:v>
                </c:pt>
                <c:pt idx="1244">
                  <c:v>-6.2290685813229913</c:v>
                </c:pt>
                <c:pt idx="1245">
                  <c:v>-6.2348387632480069</c:v>
                </c:pt>
                <c:pt idx="1246">
                  <c:v>-6.2405961755389967</c:v>
                </c:pt>
                <c:pt idx="1247">
                  <c:v>-6.2463408290909967</c:v>
                </c:pt>
                <c:pt idx="1248">
                  <c:v>-6.2520727347889959</c:v>
                </c:pt>
                <c:pt idx="1249">
                  <c:v>-6.2577919035100109</c:v>
                </c:pt>
                <c:pt idx="1250">
                  <c:v>-6.263498346115</c:v>
                </c:pt>
                <c:pt idx="1251">
                  <c:v>-6.2691920734609994</c:v>
                </c:pt>
                <c:pt idx="1252">
                  <c:v>-6.2748730963869974</c:v>
                </c:pt>
                <c:pt idx="1253">
                  <c:v>-6.2805414257280034</c:v>
                </c:pt>
                <c:pt idx="1254">
                  <c:v>-6.2861970723050007</c:v>
                </c:pt>
                <c:pt idx="1255">
                  <c:v>-6.2918400469289963</c:v>
                </c:pt>
                <c:pt idx="1256">
                  <c:v>-6.2974703604009932</c:v>
                </c:pt>
                <c:pt idx="1257">
                  <c:v>-6.3030880235110089</c:v>
                </c:pt>
                <c:pt idx="1258">
                  <c:v>-6.3086930470390001</c:v>
                </c:pt>
                <c:pt idx="1259">
                  <c:v>-6.3142854417550041</c:v>
                </c:pt>
                <c:pt idx="1260">
                  <c:v>-6.3198652184170072</c:v>
                </c:pt>
                <c:pt idx="1261">
                  <c:v>-6.3254323877730059</c:v>
                </c:pt>
                <c:pt idx="1262">
                  <c:v>-6.3309869605610061</c:v>
                </c:pt>
                <c:pt idx="1263">
                  <c:v>-6.3365289475080004</c:v>
                </c:pt>
                <c:pt idx="1264">
                  <c:v>-6.3420583593309914</c:v>
                </c:pt>
                <c:pt idx="1265">
                  <c:v>-6.3475752067370053</c:v>
                </c:pt>
                <c:pt idx="1266">
                  <c:v>-6.3530795004219982</c:v>
                </c:pt>
                <c:pt idx="1267">
                  <c:v>-6.3585712510720072</c:v>
                </c:pt>
                <c:pt idx="1268">
                  <c:v>-6.3640504693609898</c:v>
                </c:pt>
                <c:pt idx="1269">
                  <c:v>-6.3695171659559975</c:v>
                </c:pt>
                <c:pt idx="1270">
                  <c:v>-6.3749713515100126</c:v>
                </c:pt>
                <c:pt idx="1271">
                  <c:v>-6.380413036665999</c:v>
                </c:pt>
                <c:pt idx="1272">
                  <c:v>-6.3858422320610089</c:v>
                </c:pt>
                <c:pt idx="1273">
                  <c:v>-6.3912589483149986</c:v>
                </c:pt>
                <c:pt idx="1274">
                  <c:v>-6.3966631960439884</c:v>
                </c:pt>
                <c:pt idx="1275">
                  <c:v>-6.4020549858500004</c:v>
                </c:pt>
                <c:pt idx="1276">
                  <c:v>-6.4074343283249959</c:v>
                </c:pt>
                <c:pt idx="1277">
                  <c:v>-6.4128012340510026</c:v>
                </c:pt>
                <c:pt idx="1278">
                  <c:v>-6.4181557136020047</c:v>
                </c:pt>
                <c:pt idx="1279">
                  <c:v>-6.4234977775369941</c:v>
                </c:pt>
                <c:pt idx="1280">
                  <c:v>-6.4288274364090086</c:v>
                </c:pt>
                <c:pt idx="1281">
                  <c:v>-6.434144700758992</c:v>
                </c:pt>
                <c:pt idx="1282">
                  <c:v>-6.4394495811180121</c:v>
                </c:pt>
                <c:pt idx="1283">
                  <c:v>-6.4447420880059951</c:v>
                </c:pt>
                <c:pt idx="1284">
                  <c:v>-6.4500222319340139</c:v>
                </c:pt>
                <c:pt idx="1285">
                  <c:v>-6.4552900234029948</c:v>
                </c:pt>
                <c:pt idx="1286">
                  <c:v>-6.4605454729019982</c:v>
                </c:pt>
                <c:pt idx="1287">
                  <c:v>-6.4657885909119983</c:v>
                </c:pt>
                <c:pt idx="1288">
                  <c:v>-6.4710193879020039</c:v>
                </c:pt>
                <c:pt idx="1289">
                  <c:v>-6.4762378743319999</c:v>
                </c:pt>
                <c:pt idx="1290">
                  <c:v>-6.4814440606500057</c:v>
                </c:pt>
                <c:pt idx="1291">
                  <c:v>-6.4866379572980009</c:v>
                </c:pt>
                <c:pt idx="1292">
                  <c:v>-6.4918195747020064</c:v>
                </c:pt>
                <c:pt idx="1293">
                  <c:v>-6.4969889232839932</c:v>
                </c:pt>
                <c:pt idx="1294">
                  <c:v>-6.5021460134510107</c:v>
                </c:pt>
                <c:pt idx="1295">
                  <c:v>-6.5072908556030029</c:v>
                </c:pt>
                <c:pt idx="1296">
                  <c:v>-6.5124234601289999</c:v>
                </c:pt>
                <c:pt idx="1297">
                  <c:v>-6.5175438374059951</c:v>
                </c:pt>
                <c:pt idx="1298">
                  <c:v>-6.5226519978040045</c:v>
                </c:pt>
                <c:pt idx="1299">
                  <c:v>-6.5277479516809933</c:v>
                </c:pt>
                <c:pt idx="1300">
                  <c:v>-6.5328317093850075</c:v>
                </c:pt>
                <c:pt idx="1301">
                  <c:v>-6.5379032812559927</c:v>
                </c:pt>
                <c:pt idx="1302">
                  <c:v>-6.5429626776210057</c:v>
                </c:pt>
                <c:pt idx="1303">
                  <c:v>-6.5480099087999974</c:v>
                </c:pt>
                <c:pt idx="1304">
                  <c:v>-6.5530449851000014</c:v>
                </c:pt>
                <c:pt idx="1305">
                  <c:v>-6.5580679168199936</c:v>
                </c:pt>
                <c:pt idx="1306">
                  <c:v>-6.5630787142490021</c:v>
                </c:pt>
                <c:pt idx="1307">
                  <c:v>-6.5680773876639904</c:v>
                </c:pt>
                <c:pt idx="1308">
                  <c:v>-6.5730639473340062</c:v>
                </c:pt>
                <c:pt idx="1309">
                  <c:v>-6.5780384035190025</c:v>
                </c:pt>
                <c:pt idx="1310">
                  <c:v>-6.5830007664670092</c:v>
                </c:pt>
                <c:pt idx="1311">
                  <c:v>-6.5879510464159949</c:v>
                </c:pt>
                <c:pt idx="1312">
                  <c:v>-6.5928892535950041</c:v>
                </c:pt>
                <c:pt idx="1313">
                  <c:v>-6.5978153982229912</c:v>
                </c:pt>
                <c:pt idx="1314">
                  <c:v>-6.6027294905109954</c:v>
                </c:pt>
                <c:pt idx="1315">
                  <c:v>-6.6076315406549924</c:v>
                </c:pt>
                <c:pt idx="1316">
                  <c:v>-6.6125215588450033</c:v>
                </c:pt>
                <c:pt idx="1317">
                  <c:v>-6.6173995552619971</c:v>
                </c:pt>
                <c:pt idx="1318">
                  <c:v>-6.6222655400739967</c:v>
                </c:pt>
                <c:pt idx="1319">
                  <c:v>-6.6271195234409959</c:v>
                </c:pt>
                <c:pt idx="1320">
                  <c:v>-6.6319615155120033</c:v>
                </c:pt>
                <c:pt idx="1321">
                  <c:v>-6.6367915264289934</c:v>
                </c:pt>
                <c:pt idx="1322">
                  <c:v>-6.6416095663210086</c:v>
                </c:pt>
                <c:pt idx="1323">
                  <c:v>-6.6464156453100003</c:v>
                </c:pt>
                <c:pt idx="1324">
                  <c:v>-6.651209773503993</c:v>
                </c:pt>
                <c:pt idx="1325">
                  <c:v>-6.6559919610039913</c:v>
                </c:pt>
                <c:pt idx="1326">
                  <c:v>-6.6607622179029988</c:v>
                </c:pt>
                <c:pt idx="1327">
                  <c:v>-6.6655205542809881</c:v>
                </c:pt>
                <c:pt idx="1328">
                  <c:v>-6.6702669802100019</c:v>
                </c:pt>
                <c:pt idx="1329">
                  <c:v>-6.6750015057509984</c:v>
                </c:pt>
                <c:pt idx="1330">
                  <c:v>-6.6797241409570063</c:v>
                </c:pt>
                <c:pt idx="1331">
                  <c:v>-6.6844348958699982</c:v>
                </c:pt>
                <c:pt idx="1332">
                  <c:v>-6.6891337805240028</c:v>
                </c:pt>
                <c:pt idx="1333">
                  <c:v>-6.6938208049390084</c:v>
                </c:pt>
                <c:pt idx="1334">
                  <c:v>-6.6984959791300014</c:v>
                </c:pt>
                <c:pt idx="1335">
                  <c:v>-6.7031593131000022</c:v>
                </c:pt>
                <c:pt idx="1336">
                  <c:v>-6.7078108168429935</c:v>
                </c:pt>
                <c:pt idx="1337">
                  <c:v>-6.7124505003439907</c:v>
                </c:pt>
                <c:pt idx="1338">
                  <c:v>-6.7170783735760011</c:v>
                </c:pt>
                <c:pt idx="1339">
                  <c:v>-6.7216944465059925</c:v>
                </c:pt>
                <c:pt idx="1340">
                  <c:v>-6.7262987290870058</c:v>
                </c:pt>
                <c:pt idx="1341">
                  <c:v>-6.7308912312659999</c:v>
                </c:pt>
                <c:pt idx="1342">
                  <c:v>-6.7354719629800002</c:v>
                </c:pt>
                <c:pt idx="1343">
                  <c:v>-6.7400409341530008</c:v>
                </c:pt>
                <c:pt idx="1344">
                  <c:v>-6.7445981547039935</c:v>
                </c:pt>
                <c:pt idx="1345">
                  <c:v>-6.7491436345380009</c:v>
                </c:pt>
                <c:pt idx="1346">
                  <c:v>-6.7536773835550008</c:v>
                </c:pt>
                <c:pt idx="1347">
                  <c:v>-6.7581994116420105</c:v>
                </c:pt>
                <c:pt idx="1348">
                  <c:v>-6.7627097286769953</c:v>
                </c:pt>
                <c:pt idx="1349">
                  <c:v>-6.7672083445309994</c:v>
                </c:pt>
                <c:pt idx="1350">
                  <c:v>-6.7716952690620076</c:v>
                </c:pt>
                <c:pt idx="1351">
                  <c:v>-6.7761705121209985</c:v>
                </c:pt>
                <c:pt idx="1352">
                  <c:v>-6.7806340835469996</c:v>
                </c:pt>
                <c:pt idx="1353">
                  <c:v>-6.785085993171009</c:v>
                </c:pt>
                <c:pt idx="1354">
                  <c:v>-6.7895262508159959</c:v>
                </c:pt>
                <c:pt idx="1355">
                  <c:v>-6.7939548662930065</c:v>
                </c:pt>
                <c:pt idx="1356">
                  <c:v>-6.7983718494050009</c:v>
                </c:pt>
                <c:pt idx="1357">
                  <c:v>-6.8027772099450061</c:v>
                </c:pt>
                <c:pt idx="1358">
                  <c:v>-6.8071709576960018</c:v>
                </c:pt>
                <c:pt idx="1359">
                  <c:v>-6.8115531024319864</c:v>
                </c:pt>
                <c:pt idx="1360">
                  <c:v>-6.8159236539199952</c:v>
                </c:pt>
                <c:pt idx="1361">
                  <c:v>-6.8202826219130088</c:v>
                </c:pt>
                <c:pt idx="1362">
                  <c:v>-6.8246300161570019</c:v>
                </c:pt>
                <c:pt idx="1363">
                  <c:v>-6.8289658463890106</c:v>
                </c:pt>
                <c:pt idx="1364">
                  <c:v>-6.8332901223359954</c:v>
                </c:pt>
                <c:pt idx="1365">
                  <c:v>-6.8376028537160067</c:v>
                </c:pt>
                <c:pt idx="1366">
                  <c:v>-6.841904050238</c:v>
                </c:pt>
                <c:pt idx="1367">
                  <c:v>-6.8461937215990076</c:v>
                </c:pt>
                <c:pt idx="1368">
                  <c:v>-6.8504718774899942</c:v>
                </c:pt>
                <c:pt idx="1369">
                  <c:v>-6.854738527592005</c:v>
                </c:pt>
                <c:pt idx="1370">
                  <c:v>-6.8589936815739918</c:v>
                </c:pt>
                <c:pt idx="1371">
                  <c:v>-6.8632373490980001</c:v>
                </c:pt>
                <c:pt idx="1372">
                  <c:v>-6.8674695398169945</c:v>
                </c:pt>
                <c:pt idx="1373">
                  <c:v>-6.8716902633740062</c:v>
                </c:pt>
                <c:pt idx="1374">
                  <c:v>-6.8758995294030001</c:v>
                </c:pt>
                <c:pt idx="1375">
                  <c:v>-6.8800973475269984</c:v>
                </c:pt>
                <c:pt idx="1376">
                  <c:v>-6.8842837273620034</c:v>
                </c:pt>
                <c:pt idx="1377">
                  <c:v>-6.8884586785139987</c:v>
                </c:pt>
                <c:pt idx="1378">
                  <c:v>-6.8926222105799866</c:v>
                </c:pt>
                <c:pt idx="1379">
                  <c:v>-6.8967743331459985</c:v>
                </c:pt>
                <c:pt idx="1380">
                  <c:v>-6.9009150557899943</c:v>
                </c:pt>
                <c:pt idx="1381">
                  <c:v>-6.9050443880829988</c:v>
                </c:pt>
                <c:pt idx="1382">
                  <c:v>-6.9091623395819965</c:v>
                </c:pt>
                <c:pt idx="1383">
                  <c:v>-6.9132689198389983</c:v>
                </c:pt>
                <c:pt idx="1384">
                  <c:v>-6.9173641383959961</c:v>
                </c:pt>
                <c:pt idx="1385">
                  <c:v>-6.9214480047830023</c:v>
                </c:pt>
                <c:pt idx="1386">
                  <c:v>-6.9255205285229948</c:v>
                </c:pt>
                <c:pt idx="1387">
                  <c:v>-6.9295817191329974</c:v>
                </c:pt>
                <c:pt idx="1388">
                  <c:v>-6.9336315861129947</c:v>
                </c:pt>
                <c:pt idx="1389">
                  <c:v>-6.9376701389600015</c:v>
                </c:pt>
                <c:pt idx="1390">
                  <c:v>-6.9416973871609997</c:v>
                </c:pt>
                <c:pt idx="1391">
                  <c:v>-6.9457133401920004</c:v>
                </c:pt>
                <c:pt idx="1392">
                  <c:v>-6.9497180075219944</c:v>
                </c:pt>
                <c:pt idx="1393">
                  <c:v>-6.9537113986099968</c:v>
                </c:pt>
                <c:pt idx="1394">
                  <c:v>-6.9576935229039947</c:v>
                </c:pt>
                <c:pt idx="1395">
                  <c:v>-6.9616643898460069</c:v>
                </c:pt>
                <c:pt idx="1396">
                  <c:v>-6.965624008868005</c:v>
                </c:pt>
                <c:pt idx="1397">
                  <c:v>-6.9695723893899952</c:v>
                </c:pt>
                <c:pt idx="1398">
                  <c:v>-6.9735095408280046</c:v>
                </c:pt>
                <c:pt idx="1399">
                  <c:v>-6.9774354725850003</c:v>
                </c:pt>
                <c:pt idx="1400">
                  <c:v>-6.9813501940559917</c:v>
                </c:pt>
                <c:pt idx="1401">
                  <c:v>-6.9852537146280014</c:v>
                </c:pt>
                <c:pt idx="1402">
                  <c:v>-6.9891460436779909</c:v>
                </c:pt>
                <c:pt idx="1403">
                  <c:v>-6.9930271905739971</c:v>
                </c:pt>
                <c:pt idx="1404">
                  <c:v>-6.9968971646759996</c:v>
                </c:pt>
                <c:pt idx="1405">
                  <c:v>-7.0007559753329929</c:v>
                </c:pt>
                <c:pt idx="1406">
                  <c:v>-7.004603631885999</c:v>
                </c:pt>
                <c:pt idx="1407">
                  <c:v>-7.0084401436679968</c:v>
                </c:pt>
                <c:pt idx="1408">
                  <c:v>-7.0122655200010087</c:v>
                </c:pt>
                <c:pt idx="1409">
                  <c:v>-7.0160797702010029</c:v>
                </c:pt>
                <c:pt idx="1410">
                  <c:v>-7.0198829035719967</c:v>
                </c:pt>
                <c:pt idx="1411">
                  <c:v>-7.0236749294100065</c:v>
                </c:pt>
                <c:pt idx="1412">
                  <c:v>-7.027455857002991</c:v>
                </c:pt>
                <c:pt idx="1413">
                  <c:v>-7.0312256956290042</c:v>
                </c:pt>
                <c:pt idx="1414">
                  <c:v>-7.0349844545590088</c:v>
                </c:pt>
                <c:pt idx="1415">
                  <c:v>-7.0387321430520018</c:v>
                </c:pt>
                <c:pt idx="1416">
                  <c:v>-7.0424687703590081</c:v>
                </c:pt>
                <c:pt idx="1417">
                  <c:v>-7.0461943457240039</c:v>
                </c:pt>
                <c:pt idx="1418">
                  <c:v>-7.0499088783810038</c:v>
                </c:pt>
                <c:pt idx="1419">
                  <c:v>-7.0536123775549981</c:v>
                </c:pt>
                <c:pt idx="1420">
                  <c:v>-7.0573048524610016</c:v>
                </c:pt>
                <c:pt idx="1421">
                  <c:v>-7.0609863123069943</c:v>
                </c:pt>
                <c:pt idx="1422">
                  <c:v>-7.0646567662919892</c:v>
                </c:pt>
                <c:pt idx="1423">
                  <c:v>-7.068316223606999</c:v>
                </c:pt>
                <c:pt idx="1424">
                  <c:v>-7.0719646934290097</c:v>
                </c:pt>
                <c:pt idx="1425">
                  <c:v>-7.0756021849310002</c:v>
                </c:pt>
                <c:pt idx="1426">
                  <c:v>-7.0792287072780056</c:v>
                </c:pt>
                <c:pt idx="1427">
                  <c:v>-7.0828442696229956</c:v>
                </c:pt>
                <c:pt idx="1428">
                  <c:v>-7.0864488811120054</c:v>
                </c:pt>
                <c:pt idx="1429">
                  <c:v>-7.0900425508809946</c:v>
                </c:pt>
                <c:pt idx="1430">
                  <c:v>-7.0936252880590018</c:v>
                </c:pt>
                <c:pt idx="1431">
                  <c:v>-7.0971971017650048</c:v>
                </c:pt>
                <c:pt idx="1432">
                  <c:v>-7.1007580011089999</c:v>
                </c:pt>
                <c:pt idx="1433">
                  <c:v>-7.1043079951920021</c:v>
                </c:pt>
                <c:pt idx="1434">
                  <c:v>-7.1078470931080062</c:v>
                </c:pt>
                <c:pt idx="1435">
                  <c:v>-7.1113753039410028</c:v>
                </c:pt>
                <c:pt idx="1436">
                  <c:v>-7.114892636766001</c:v>
                </c:pt>
                <c:pt idx="1437">
                  <c:v>-7.1183991006499951</c:v>
                </c:pt>
                <c:pt idx="1438">
                  <c:v>-7.1218947046509982</c:v>
                </c:pt>
                <c:pt idx="1439">
                  <c:v>-7.125379457818994</c:v>
                </c:pt>
                <c:pt idx="1440">
                  <c:v>-7.1288533691940046</c:v>
                </c:pt>
                <c:pt idx="1441">
                  <c:v>-7.1323164478089893</c:v>
                </c:pt>
                <c:pt idx="1442">
                  <c:v>-7.1357687026849987</c:v>
                </c:pt>
                <c:pt idx="1443">
                  <c:v>-7.1392101428379959</c:v>
                </c:pt>
                <c:pt idx="1444">
                  <c:v>-7.1426407772750053</c:v>
                </c:pt>
                <c:pt idx="1445">
                  <c:v>-7.1460606149919954</c:v>
                </c:pt>
                <c:pt idx="1446">
                  <c:v>-7.1494696649779996</c:v>
                </c:pt>
                <c:pt idx="1447">
                  <c:v>-7.1528679362129992</c:v>
                </c:pt>
                <c:pt idx="1448">
                  <c:v>-7.1562554376690031</c:v>
                </c:pt>
                <c:pt idx="1449">
                  <c:v>-7.1596321783080015</c:v>
                </c:pt>
                <c:pt idx="1450">
                  <c:v>-7.1629981670860019</c:v>
                </c:pt>
                <c:pt idx="1451">
                  <c:v>-7.1663534129469895</c:v>
                </c:pt>
                <c:pt idx="1452">
                  <c:v>-7.1696979248280002</c:v>
                </c:pt>
                <c:pt idx="1453">
                  <c:v>-7.173031711658993</c:v>
                </c:pt>
                <c:pt idx="1454">
                  <c:v>-7.1763547823580041</c:v>
                </c:pt>
                <c:pt idx="1455">
                  <c:v>-7.1796671458370014</c:v>
                </c:pt>
                <c:pt idx="1456">
                  <c:v>-7.1829688110000092</c:v>
                </c:pt>
                <c:pt idx="1457">
                  <c:v>-7.1862597867399955</c:v>
                </c:pt>
                <c:pt idx="1458">
                  <c:v>-7.189540081943008</c:v>
                </c:pt>
                <c:pt idx="1459">
                  <c:v>-7.1928097054869937</c:v>
                </c:pt>
                <c:pt idx="1460">
                  <c:v>-7.1960686662410041</c:v>
                </c:pt>
                <c:pt idx="1461">
                  <c:v>-7.1993169730640005</c:v>
                </c:pt>
                <c:pt idx="1462">
                  <c:v>-7.2025546348079956</c:v>
                </c:pt>
                <c:pt idx="1463">
                  <c:v>-7.2057816603159921</c:v>
                </c:pt>
                <c:pt idx="1464">
                  <c:v>-7.2089980584230062</c:v>
                </c:pt>
                <c:pt idx="1465">
                  <c:v>-7.2122038379559967</c:v>
                </c:pt>
                <c:pt idx="1466">
                  <c:v>-7.2153990077320032</c:v>
                </c:pt>
                <c:pt idx="1467">
                  <c:v>-7.2185835765610022</c:v>
                </c:pt>
                <c:pt idx="1468">
                  <c:v>-7.2217575532430089</c:v>
                </c:pt>
                <c:pt idx="1469">
                  <c:v>-7.2249209465719986</c:v>
                </c:pt>
                <c:pt idx="1470">
                  <c:v>-7.2280737653310041</c:v>
                </c:pt>
                <c:pt idx="1471">
                  <c:v>-7.2312160182950009</c:v>
                </c:pt>
                <c:pt idx="1472">
                  <c:v>-7.2343477142320012</c:v>
                </c:pt>
                <c:pt idx="1473">
                  <c:v>-7.237468861900993</c:v>
                </c:pt>
                <c:pt idx="1474">
                  <c:v>-7.2405794700530066</c:v>
                </c:pt>
                <c:pt idx="1475">
                  <c:v>-7.2436795474289966</c:v>
                </c:pt>
                <c:pt idx="1476">
                  <c:v>-7.2467691027629968</c:v>
                </c:pt>
                <c:pt idx="1477">
                  <c:v>-7.249848144779989</c:v>
                </c:pt>
                <c:pt idx="1478">
                  <c:v>-7.2529166821990003</c:v>
                </c:pt>
                <c:pt idx="1479">
                  <c:v>-7.2559747237259984</c:v>
                </c:pt>
                <c:pt idx="1480">
                  <c:v>-7.2590222780620053</c:v>
                </c:pt>
                <c:pt idx="1481">
                  <c:v>-7.262059353899005</c:v>
                </c:pt>
                <c:pt idx="1482">
                  <c:v>-7.2650859599200004</c:v>
                </c:pt>
                <c:pt idx="1483">
                  <c:v>-7.2681021048020114</c:v>
                </c:pt>
                <c:pt idx="1484">
                  <c:v>-7.2711077972110019</c:v>
                </c:pt>
                <c:pt idx="1485">
                  <c:v>-7.2741030458059868</c:v>
                </c:pt>
                <c:pt idx="1486">
                  <c:v>-7.2770878592369996</c:v>
                </c:pt>
                <c:pt idx="1487">
                  <c:v>-7.2800622461460023</c:v>
                </c:pt>
                <c:pt idx="1488">
                  <c:v>-7.2830262151669984</c:v>
                </c:pt>
                <c:pt idx="1489">
                  <c:v>-7.2859797749260053</c:v>
                </c:pt>
                <c:pt idx="1490">
                  <c:v>-7.2889229340400021</c:v>
                </c:pt>
                <c:pt idx="1491">
                  <c:v>-7.2918557011170009</c:v>
                </c:pt>
                <c:pt idx="1492">
                  <c:v>-7.2947780847599972</c:v>
                </c:pt>
                <c:pt idx="1493">
                  <c:v>-7.2976900935590123</c:v>
                </c:pt>
                <c:pt idx="1494">
                  <c:v>-7.3005917361009978</c:v>
                </c:pt>
                <c:pt idx="1495">
                  <c:v>-7.3034830209609964</c:v>
                </c:pt>
                <c:pt idx="1496">
                  <c:v>-7.3063639567069885</c:v>
                </c:pt>
                <c:pt idx="1497">
                  <c:v>-7.3092345518980011</c:v>
                </c:pt>
                <c:pt idx="1498">
                  <c:v>-7.3120948150859988</c:v>
                </c:pt>
                <c:pt idx="1499">
                  <c:v>-7.3149447548150022</c:v>
                </c:pt>
                <c:pt idx="1500">
                  <c:v>-7.3177843796199937</c:v>
                </c:pt>
                <c:pt idx="1501">
                  <c:v>-7.3232291816290029</c:v>
                </c:pt>
                <c:pt idx="1502">
                  <c:v>-7.3286636857599916</c:v>
                </c:pt>
                <c:pt idx="1503">
                  <c:v>-7.3340879005230022</c:v>
                </c:pt>
                <c:pt idx="1504">
                  <c:v>-7.3395018344219949</c:v>
                </c:pt>
                <c:pt idx="1505">
                  <c:v>-7.344905495949007</c:v>
                </c:pt>
                <c:pt idx="1506">
                  <c:v>-7.350298893592992</c:v>
                </c:pt>
                <c:pt idx="1507">
                  <c:v>-7.3556820358300001</c:v>
                </c:pt>
                <c:pt idx="1508">
                  <c:v>-7.3610549311320028</c:v>
                </c:pt>
                <c:pt idx="1509">
                  <c:v>-7.3664175879590061</c:v>
                </c:pt>
                <c:pt idx="1510">
                  <c:v>-7.3717700147669944</c:v>
                </c:pt>
                <c:pt idx="1511">
                  <c:v>-7.3771122200009955</c:v>
                </c:pt>
                <c:pt idx="1512">
                  <c:v>-7.3824442120979938</c:v>
                </c:pt>
                <c:pt idx="1513">
                  <c:v>-7.3877659994879963</c:v>
                </c:pt>
                <c:pt idx="1514">
                  <c:v>-7.3930775905929949</c:v>
                </c:pt>
                <c:pt idx="1515">
                  <c:v>-7.398378993826995</c:v>
                </c:pt>
                <c:pt idx="1516">
                  <c:v>-7.4036702175939979</c:v>
                </c:pt>
                <c:pt idx="1517">
                  <c:v>-7.408951270293997</c:v>
                </c:pt>
                <c:pt idx="1518">
                  <c:v>-7.4142221603139973</c:v>
                </c:pt>
                <c:pt idx="1519">
                  <c:v>-7.4194828960360013</c:v>
                </c:pt>
                <c:pt idx="1520">
                  <c:v>-7.4247334858350058</c:v>
                </c:pt>
                <c:pt idx="1521">
                  <c:v>-7.4299739380749941</c:v>
                </c:pt>
                <c:pt idx="1522">
                  <c:v>-7.4352042611140092</c:v>
                </c:pt>
                <c:pt idx="1523">
                  <c:v>-7.4404244633009995</c:v>
                </c:pt>
                <c:pt idx="1524">
                  <c:v>-7.4456345529780066</c:v>
                </c:pt>
                <c:pt idx="1525">
                  <c:v>-7.4508345384779915</c:v>
                </c:pt>
                <c:pt idx="1526">
                  <c:v>-7.4560244281270087</c:v>
                </c:pt>
                <c:pt idx="1527">
                  <c:v>-7.4612042302429984</c:v>
                </c:pt>
                <c:pt idx="1528">
                  <c:v>-7.4663739531340099</c:v>
                </c:pt>
                <c:pt idx="1529">
                  <c:v>-7.4715336051039998</c:v>
                </c:pt>
                <c:pt idx="1530">
                  <c:v>-7.4766831944450018</c:v>
                </c:pt>
                <c:pt idx="1531">
                  <c:v>-7.4818227294440049</c:v>
                </c:pt>
                <c:pt idx="1532">
                  <c:v>-7.4869522183780077</c:v>
                </c:pt>
                <c:pt idx="1533">
                  <c:v>-7.4920716695179976</c:v>
                </c:pt>
                <c:pt idx="1534">
                  <c:v>-7.4971810911260093</c:v>
                </c:pt>
                <c:pt idx="1535">
                  <c:v>-7.5022804914560055</c:v>
                </c:pt>
                <c:pt idx="1536">
                  <c:v>-7.5073698787539911</c:v>
                </c:pt>
                <c:pt idx="1537">
                  <c:v>-7.5124492612590075</c:v>
                </c:pt>
                <c:pt idx="1538">
                  <c:v>-7.5175186472019959</c:v>
                </c:pt>
                <c:pt idx="1539">
                  <c:v>-7.5225780448050017</c:v>
                </c:pt>
                <c:pt idx="1540">
                  <c:v>-7.5276274622839878</c:v>
                </c:pt>
                <c:pt idx="1541">
                  <c:v>-7.5326669078449981</c:v>
                </c:pt>
                <c:pt idx="1542">
                  <c:v>-7.5376963896879943</c:v>
                </c:pt>
                <c:pt idx="1543">
                  <c:v>-7.5427159160039992</c:v>
                </c:pt>
                <c:pt idx="1544">
                  <c:v>-7.5477254949770014</c:v>
                </c:pt>
                <c:pt idx="1545">
                  <c:v>-7.5527251347830031</c:v>
                </c:pt>
                <c:pt idx="1546">
                  <c:v>-7.5577148435889967</c:v>
                </c:pt>
                <c:pt idx="1547">
                  <c:v>-7.562694629556006</c:v>
                </c:pt>
                <c:pt idx="1548">
                  <c:v>-7.5676645008369974</c:v>
                </c:pt>
                <c:pt idx="1549">
                  <c:v>-7.5726244655759984</c:v>
                </c:pt>
                <c:pt idx="1550">
                  <c:v>-7.5775745319100025</c:v>
                </c:pt>
                <c:pt idx="1551">
                  <c:v>-7.5825147079680022</c:v>
                </c:pt>
                <c:pt idx="1552">
                  <c:v>-7.5874450018710036</c:v>
                </c:pt>
                <c:pt idx="1553">
                  <c:v>-7.5923654217340015</c:v>
                </c:pt>
                <c:pt idx="1554">
                  <c:v>-7.5972759756609918</c:v>
                </c:pt>
                <c:pt idx="1555">
                  <c:v>-7.6021766717520052</c:v>
                </c:pt>
                <c:pt idx="1556">
                  <c:v>-7.6070675180969971</c:v>
                </c:pt>
                <c:pt idx="1557">
                  <c:v>-7.6119485227780075</c:v>
                </c:pt>
                <c:pt idx="1558">
                  <c:v>-7.6168196938699992</c:v>
                </c:pt>
                <c:pt idx="1559">
                  <c:v>-7.6216810394420094</c:v>
                </c:pt>
                <c:pt idx="1560">
                  <c:v>-7.6265325675509956</c:v>
                </c:pt>
                <c:pt idx="1561">
                  <c:v>-7.6313742862509883</c:v>
                </c:pt>
                <c:pt idx="1562">
                  <c:v>-7.6362062035859992</c:v>
                </c:pt>
                <c:pt idx="1563">
                  <c:v>-7.6410283275909876</c:v>
                </c:pt>
                <c:pt idx="1564">
                  <c:v>-7.6458406662970049</c:v>
                </c:pt>
                <c:pt idx="1565">
                  <c:v>-7.6506432277249985</c:v>
                </c:pt>
                <c:pt idx="1566">
                  <c:v>-7.6554360198880005</c:v>
                </c:pt>
                <c:pt idx="1567">
                  <c:v>-7.6602190507919943</c:v>
                </c:pt>
                <c:pt idx="1568">
                  <c:v>-7.6649923284350052</c:v>
                </c:pt>
                <c:pt idx="1569">
                  <c:v>-7.6697558608089906</c:v>
                </c:pt>
                <c:pt idx="1570">
                  <c:v>-7.6745096558960029</c:v>
                </c:pt>
                <c:pt idx="1571">
                  <c:v>-7.6792537216719978</c:v>
                </c:pt>
                <c:pt idx="1572">
                  <c:v>-7.6839880661050017</c:v>
                </c:pt>
                <c:pt idx="1573">
                  <c:v>-7.6887126971549975</c:v>
                </c:pt>
                <c:pt idx="1574">
                  <c:v>-7.6934276227759995</c:v>
                </c:pt>
                <c:pt idx="1575">
                  <c:v>-7.6981328509120033</c:v>
                </c:pt>
                <c:pt idx="1576">
                  <c:v>-7.7028283894999987</c:v>
                </c:pt>
                <c:pt idx="1577">
                  <c:v>-7.7075142464720017</c:v>
                </c:pt>
                <c:pt idx="1578">
                  <c:v>-7.7121904297490005</c:v>
                </c:pt>
                <c:pt idx="1579">
                  <c:v>-7.7168569472469954</c:v>
                </c:pt>
                <c:pt idx="1580">
                  <c:v>-7.7215138068720108</c:v>
                </c:pt>
                <c:pt idx="1581">
                  <c:v>-7.7261610165259924</c:v>
                </c:pt>
                <c:pt idx="1582">
                  <c:v>-7.7307985840990057</c:v>
                </c:pt>
                <c:pt idx="1583">
                  <c:v>-7.7354265174780039</c:v>
                </c:pt>
                <c:pt idx="1584">
                  <c:v>-7.7400448245390123</c:v>
                </c:pt>
                <c:pt idx="1585">
                  <c:v>-7.7446535131520022</c:v>
                </c:pt>
                <c:pt idx="1586">
                  <c:v>-7.7492525911799959</c:v>
                </c:pt>
                <c:pt idx="1587">
                  <c:v>-7.7538420664780006</c:v>
                </c:pt>
                <c:pt idx="1588">
                  <c:v>-7.7584219468919997</c:v>
                </c:pt>
                <c:pt idx="1589">
                  <c:v>-7.7629922402630029</c:v>
                </c:pt>
                <c:pt idx="1590">
                  <c:v>-7.7675529544239907</c:v>
                </c:pt>
                <c:pt idx="1591">
                  <c:v>-7.772104097199005</c:v>
                </c:pt>
                <c:pt idx="1592">
                  <c:v>-7.776645676405991</c:v>
                </c:pt>
                <c:pt idx="1593">
                  <c:v>-7.7811776998550073</c:v>
                </c:pt>
                <c:pt idx="1594">
                  <c:v>-7.7857001753489925</c:v>
                </c:pt>
                <c:pt idx="1595">
                  <c:v>-7.7902131106829984</c:v>
                </c:pt>
                <c:pt idx="1596">
                  <c:v>-7.7947165136449996</c:v>
                </c:pt>
                <c:pt idx="1597">
                  <c:v>-7.7992103920160076</c:v>
                </c:pt>
                <c:pt idx="1598">
                  <c:v>-7.8036947535679957</c:v>
                </c:pt>
                <c:pt idx="1599">
                  <c:v>-7.8081696060669969</c:v>
                </c:pt>
                <c:pt idx="1600">
                  <c:v>-7.812634957271996</c:v>
                </c:pt>
                <c:pt idx="1601">
                  <c:v>-7.8170908149330103</c:v>
                </c:pt>
                <c:pt idx="1602">
                  <c:v>-7.8215371867940036</c:v>
                </c:pt>
                <c:pt idx="1603">
                  <c:v>-7.8259740805910099</c:v>
                </c:pt>
                <c:pt idx="1604">
                  <c:v>-7.8304015040530004</c:v>
                </c:pt>
                <c:pt idx="1605">
                  <c:v>-7.8348194649010026</c:v>
                </c:pt>
                <c:pt idx="1606">
                  <c:v>-7.8392279708489951</c:v>
                </c:pt>
                <c:pt idx="1607">
                  <c:v>-7.8436270296050026</c:v>
                </c:pt>
                <c:pt idx="1608">
                  <c:v>-7.848016648867997</c:v>
                </c:pt>
                <c:pt idx="1609">
                  <c:v>-7.8523968363290066</c:v>
                </c:pt>
                <c:pt idx="1610">
                  <c:v>-7.8567675996740007</c:v>
                </c:pt>
                <c:pt idx="1611">
                  <c:v>-7.8611289465799956</c:v>
                </c:pt>
                <c:pt idx="1612">
                  <c:v>-7.8654808847170017</c:v>
                </c:pt>
                <c:pt idx="1613">
                  <c:v>-7.8698234217489897</c:v>
                </c:pt>
                <c:pt idx="1614">
                  <c:v>-7.8741565653310062</c:v>
                </c:pt>
                <c:pt idx="1615">
                  <c:v>-7.8784803231109919</c:v>
                </c:pt>
                <c:pt idx="1616">
                  <c:v>-7.8827947027310046</c:v>
                </c:pt>
                <c:pt idx="1617">
                  <c:v>-7.8870997118239927</c:v>
                </c:pt>
                <c:pt idx="1618">
                  <c:v>-7.8913953580159983</c:v>
                </c:pt>
                <c:pt idx="1619">
                  <c:v>-7.8956816489279902</c:v>
                </c:pt>
                <c:pt idx="1620">
                  <c:v>-7.8999585921719984</c:v>
                </c:pt>
                <c:pt idx="1621">
                  <c:v>-7.9042261953519954</c:v>
                </c:pt>
                <c:pt idx="1622">
                  <c:v>-7.9084844660650049</c:v>
                </c:pt>
                <c:pt idx="1623">
                  <c:v>-7.9127334119029911</c:v>
                </c:pt>
                <c:pt idx="1624">
                  <c:v>-7.9169730404490082</c:v>
                </c:pt>
                <c:pt idx="1625">
                  <c:v>-7.921203359277996</c:v>
                </c:pt>
                <c:pt idx="1626">
                  <c:v>-7.9254243759590111</c:v>
                </c:pt>
                <c:pt idx="1627">
                  <c:v>-7.9296360980549991</c:v>
                </c:pt>
                <c:pt idx="1628">
                  <c:v>-7.9338385331190011</c:v>
                </c:pt>
                <c:pt idx="1629">
                  <c:v>-7.9380316886989988</c:v>
                </c:pt>
                <c:pt idx="1630">
                  <c:v>-7.9422155723350016</c:v>
                </c:pt>
                <c:pt idx="1631">
                  <c:v>-7.946390191559999</c:v>
                </c:pt>
                <c:pt idx="1632">
                  <c:v>-7.950555553899008</c:v>
                </c:pt>
                <c:pt idx="1633">
                  <c:v>-7.9547116668720008</c:v>
                </c:pt>
                <c:pt idx="1634">
                  <c:v>-7.958858537990011</c:v>
                </c:pt>
                <c:pt idx="1635">
                  <c:v>-7.962996174758004</c:v>
                </c:pt>
                <c:pt idx="1636">
                  <c:v>-7.9671245846719927</c:v>
                </c:pt>
                <c:pt idx="1637">
                  <c:v>-7.9712437752220069</c:v>
                </c:pt>
                <c:pt idx="1638">
                  <c:v>-7.9753537538929891</c:v>
                </c:pt>
                <c:pt idx="1639">
                  <c:v>-7.9794545281589961</c:v>
                </c:pt>
                <c:pt idx="1640">
                  <c:v>-7.9835461054910013</c:v>
                </c:pt>
                <c:pt idx="1641">
                  <c:v>-7.987628493347998</c:v>
                </c:pt>
                <c:pt idx="1642">
                  <c:v>-7.99170169918699</c:v>
                </c:pt>
                <c:pt idx="1643">
                  <c:v>-7.9957657304550054</c:v>
                </c:pt>
                <c:pt idx="1644">
                  <c:v>-7.9998205945910001</c:v>
                </c:pt>
                <c:pt idx="1645">
                  <c:v>-8.003866299031003</c:v>
                </c:pt>
                <c:pt idx="1646">
                  <c:v>-8.0079028512000008</c:v>
                </c:pt>
                <c:pt idx="1647">
                  <c:v>-8.0119302585180066</c:v>
                </c:pt>
                <c:pt idx="1648">
                  <c:v>-8.0159485283970042</c:v>
                </c:pt>
                <c:pt idx="1649">
                  <c:v>-8.0199576682420002</c:v>
                </c:pt>
                <c:pt idx="1650">
                  <c:v>-8.0239576854519896</c:v>
                </c:pt>
                <c:pt idx="1651">
                  <c:v>-8.0279485874190044</c:v>
                </c:pt>
                <c:pt idx="1652">
                  <c:v>-8.0319303815249867</c:v>
                </c:pt>
                <c:pt idx="1653">
                  <c:v>-8.0359030751490081</c:v>
                </c:pt>
                <c:pt idx="1654">
                  <c:v>-8.0398666756609884</c:v>
                </c:pt>
                <c:pt idx="1655">
                  <c:v>-8.0438211904239978</c:v>
                </c:pt>
                <c:pt idx="1656">
                  <c:v>-8.0477666267949957</c:v>
                </c:pt>
                <c:pt idx="1657">
                  <c:v>-8.0517029921230119</c:v>
                </c:pt>
                <c:pt idx="1658">
                  <c:v>-8.0556302937499993</c:v>
                </c:pt>
                <c:pt idx="1659">
                  <c:v>-8.059548539011999</c:v>
                </c:pt>
                <c:pt idx="1660">
                  <c:v>-8.0634577352380035</c:v>
                </c:pt>
                <c:pt idx="1661">
                  <c:v>-8.0673578897479814</c:v>
                </c:pt>
                <c:pt idx="1662">
                  <c:v>-8.0712490098570129</c:v>
                </c:pt>
                <c:pt idx="1663">
                  <c:v>-8.0751311028730015</c:v>
                </c:pt>
                <c:pt idx="1664">
                  <c:v>-8.079004176097996</c:v>
                </c:pt>
                <c:pt idx="1665">
                  <c:v>-8.0828682368239839</c:v>
                </c:pt>
                <c:pt idx="1666">
                  <c:v>-8.0867232923380072</c:v>
                </c:pt>
                <c:pt idx="1667">
                  <c:v>-8.0905693499209974</c:v>
                </c:pt>
                <c:pt idx="1668">
                  <c:v>-8.094406416846013</c:v>
                </c:pt>
                <c:pt idx="1669">
                  <c:v>-8.0982345003779841</c:v>
                </c:pt>
                <c:pt idx="1670">
                  <c:v>-8.1020536077780037</c:v>
                </c:pt>
                <c:pt idx="1671">
                  <c:v>-8.1058637462969898</c:v>
                </c:pt>
                <c:pt idx="1672">
                  <c:v>-8.1096649231819953</c:v>
                </c:pt>
                <c:pt idx="1673">
                  <c:v>-8.1134571456710063</c:v>
                </c:pt>
                <c:pt idx="1674">
                  <c:v>-8.1172404209960121</c:v>
                </c:pt>
                <c:pt idx="1675">
                  <c:v>-8.1210147563820101</c:v>
                </c:pt>
                <c:pt idx="1676">
                  <c:v>-8.1247801590470061</c:v>
                </c:pt>
                <c:pt idx="1677">
                  <c:v>-8.1285366362019857</c:v>
                </c:pt>
                <c:pt idx="1678">
                  <c:v>-8.1322841950530176</c:v>
                </c:pt>
                <c:pt idx="1679">
                  <c:v>-8.1360228427959953</c:v>
                </c:pt>
                <c:pt idx="1680">
                  <c:v>-8.139752586623004</c:v>
                </c:pt>
                <c:pt idx="1681">
                  <c:v>-8.1434734337180004</c:v>
                </c:pt>
                <c:pt idx="1682">
                  <c:v>-8.1471853912580059</c:v>
                </c:pt>
                <c:pt idx="1683">
                  <c:v>-8.1508884664129937</c:v>
                </c:pt>
                <c:pt idx="1684">
                  <c:v>-8.1545826663480199</c:v>
                </c:pt>
                <c:pt idx="1685">
                  <c:v>-8.1582679982189887</c:v>
                </c:pt>
                <c:pt idx="1686">
                  <c:v>-8.1619444691769871</c:v>
                </c:pt>
                <c:pt idx="1687">
                  <c:v>-8.1656120863640069</c:v>
                </c:pt>
                <c:pt idx="1688">
                  <c:v>-8.1692708569179899</c:v>
                </c:pt>
                <c:pt idx="1689">
                  <c:v>-8.1729207879680104</c:v>
                </c:pt>
                <c:pt idx="1690">
                  <c:v>-8.1765618866379981</c:v>
                </c:pt>
                <c:pt idx="1691">
                  <c:v>-8.1801941600430155</c:v>
                </c:pt>
                <c:pt idx="1692">
                  <c:v>-8.1838176152940036</c:v>
                </c:pt>
                <c:pt idx="1693">
                  <c:v>-8.1874322594940026</c:v>
                </c:pt>
                <c:pt idx="1694">
                  <c:v>-8.1910380997390035</c:v>
                </c:pt>
                <c:pt idx="1695">
                  <c:v>-8.1946351431170115</c:v>
                </c:pt>
                <c:pt idx="1696">
                  <c:v>-8.1982233967129901</c:v>
                </c:pt>
                <c:pt idx="1697">
                  <c:v>-8.2018028676020123</c:v>
                </c:pt>
                <c:pt idx="1698">
                  <c:v>-8.2053735628540068</c:v>
                </c:pt>
                <c:pt idx="1699">
                  <c:v>-8.2089354895310009</c:v>
                </c:pt>
                <c:pt idx="1700">
                  <c:v>-8.2124886546899916</c:v>
                </c:pt>
                <c:pt idx="1701">
                  <c:v>-8.2160330653789941</c:v>
                </c:pt>
                <c:pt idx="1702">
                  <c:v>-8.2195687286419883</c:v>
                </c:pt>
                <c:pt idx="1703">
                  <c:v>-8.2230956515149956</c:v>
                </c:pt>
                <c:pt idx="1704">
                  <c:v>-8.2266138410269889</c:v>
                </c:pt>
                <c:pt idx="1705">
                  <c:v>-8.2301233042010011</c:v>
                </c:pt>
                <c:pt idx="1706">
                  <c:v>-8.2336240480529881</c:v>
                </c:pt>
                <c:pt idx="1707">
                  <c:v>-8.2371160795919991</c:v>
                </c:pt>
                <c:pt idx="1708">
                  <c:v>-8.240599405821996</c:v>
                </c:pt>
                <c:pt idx="1709">
                  <c:v>-8.244074033739011</c:v>
                </c:pt>
                <c:pt idx="1710">
                  <c:v>-8.2475399703319994</c:v>
                </c:pt>
                <c:pt idx="1711">
                  <c:v>-8.2509972225839903</c:v>
                </c:pt>
                <c:pt idx="1712">
                  <c:v>-8.2544457974730108</c:v>
                </c:pt>
                <c:pt idx="1713">
                  <c:v>-8.257885701966984</c:v>
                </c:pt>
                <c:pt idx="1714">
                  <c:v>-8.2613169430299962</c:v>
                </c:pt>
                <c:pt idx="1715">
                  <c:v>-8.2647395276189997</c:v>
                </c:pt>
                <c:pt idx="1716">
                  <c:v>-8.2681534626840119</c:v>
                </c:pt>
                <c:pt idx="1717">
                  <c:v>-8.2715587551689964</c:v>
                </c:pt>
                <c:pt idx="1718">
                  <c:v>-8.2749554120100157</c:v>
                </c:pt>
                <c:pt idx="1719">
                  <c:v>-8.2783434401379878</c:v>
                </c:pt>
                <c:pt idx="1720">
                  <c:v>-8.2817228464770096</c:v>
                </c:pt>
                <c:pt idx="1721">
                  <c:v>-8.285093637944982</c:v>
                </c:pt>
                <c:pt idx="1722">
                  <c:v>-8.2884558214519899</c:v>
                </c:pt>
                <c:pt idx="1723">
                  <c:v>-8.2918094039020076</c:v>
                </c:pt>
                <c:pt idx="1724">
                  <c:v>-8.2951543921930124</c:v>
                </c:pt>
                <c:pt idx="1725">
                  <c:v>-8.2984907932169847</c:v>
                </c:pt>
                <c:pt idx="1726">
                  <c:v>-8.3018186138589982</c:v>
                </c:pt>
                <c:pt idx="1727">
                  <c:v>-8.305137860996993</c:v>
                </c:pt>
                <c:pt idx="1728">
                  <c:v>-8.3084485415010079</c:v>
                </c:pt>
                <c:pt idx="1729">
                  <c:v>-8.3117506622390067</c:v>
                </c:pt>
                <c:pt idx="1730">
                  <c:v>-8.3150442300690059</c:v>
                </c:pt>
                <c:pt idx="1731">
                  <c:v>-8.3183292518429965</c:v>
                </c:pt>
                <c:pt idx="1732">
                  <c:v>-8.3216057344060061</c:v>
                </c:pt>
                <c:pt idx="1733">
                  <c:v>-8.3248736845989981</c:v>
                </c:pt>
                <c:pt idx="1734">
                  <c:v>-8.3281331092550062</c:v>
                </c:pt>
                <c:pt idx="1735">
                  <c:v>-8.3313840151999869</c:v>
                </c:pt>
                <c:pt idx="1736">
                  <c:v>-8.3346264092530049</c:v>
                </c:pt>
                <c:pt idx="1737">
                  <c:v>-8.3378602982299981</c:v>
                </c:pt>
                <c:pt idx="1738">
                  <c:v>-8.3410856889369995</c:v>
                </c:pt>
                <c:pt idx="1739">
                  <c:v>-8.3443025881739885</c:v>
                </c:pt>
                <c:pt idx="1740">
                  <c:v>-8.3475110027369936</c:v>
                </c:pt>
                <c:pt idx="1741">
                  <c:v>-8.3507109394130055</c:v>
                </c:pt>
                <c:pt idx="1742">
                  <c:v>-8.3539024049839838</c:v>
                </c:pt>
                <c:pt idx="1743">
                  <c:v>-8.3570854062260054</c:v>
                </c:pt>
                <c:pt idx="1744">
                  <c:v>-8.3602599499059949</c:v>
                </c:pt>
                <c:pt idx="1745">
                  <c:v>-8.3634260427880065</c:v>
                </c:pt>
                <c:pt idx="1746">
                  <c:v>-8.3665836916269996</c:v>
                </c:pt>
                <c:pt idx="1747">
                  <c:v>-8.3697329031730163</c:v>
                </c:pt>
                <c:pt idx="1748">
                  <c:v>-8.3728736841699885</c:v>
                </c:pt>
                <c:pt idx="1749">
                  <c:v>-8.3760060413540032</c:v>
                </c:pt>
                <c:pt idx="1750">
                  <c:v>-8.3791299814569982</c:v>
                </c:pt>
                <c:pt idx="1751">
                  <c:v>-8.3822455112020151</c:v>
                </c:pt>
                <c:pt idx="1752">
                  <c:v>-8.3853526373070082</c:v>
                </c:pt>
                <c:pt idx="1753">
                  <c:v>-8.3884513664850147</c:v>
                </c:pt>
                <c:pt idx="1754">
                  <c:v>-8.3915417054400052</c:v>
                </c:pt>
                <c:pt idx="1755">
                  <c:v>-8.3946236608710052</c:v>
                </c:pt>
                <c:pt idx="1756">
                  <c:v>-8.3976972394709861</c:v>
                </c:pt>
                <c:pt idx="1757">
                  <c:v>-8.4007624479270078</c:v>
                </c:pt>
                <c:pt idx="1758">
                  <c:v>-8.4038192929180013</c:v>
                </c:pt>
                <c:pt idx="1759">
                  <c:v>-8.4068677811180095</c:v>
                </c:pt>
                <c:pt idx="1760">
                  <c:v>-8.4099079191949926</c:v>
                </c:pt>
                <c:pt idx="1761">
                  <c:v>-8.4129397138089956</c:v>
                </c:pt>
                <c:pt idx="1762">
                  <c:v>-8.415963171616994</c:v>
                </c:pt>
                <c:pt idx="1763">
                  <c:v>-8.4189782992660014</c:v>
                </c:pt>
                <c:pt idx="1764">
                  <c:v>-8.4219851033989954</c:v>
                </c:pt>
                <c:pt idx="1765">
                  <c:v>-8.4249835906519905</c:v>
                </c:pt>
                <c:pt idx="1766">
                  <c:v>-8.4279737676559989</c:v>
                </c:pt>
                <c:pt idx="1767">
                  <c:v>-8.4309556410329947</c:v>
                </c:pt>
                <c:pt idx="1768">
                  <c:v>-8.4339292174000065</c:v>
                </c:pt>
                <c:pt idx="1769">
                  <c:v>-8.4368945033709934</c:v>
                </c:pt>
                <c:pt idx="1770">
                  <c:v>-8.4398515055480061</c:v>
                </c:pt>
                <c:pt idx="1771">
                  <c:v>-8.4428002305319865</c:v>
                </c:pt>
                <c:pt idx="1772">
                  <c:v>-8.4457406849140142</c:v>
                </c:pt>
                <c:pt idx="1773">
                  <c:v>-8.448672875280991</c:v>
                </c:pt>
                <c:pt idx="1774">
                  <c:v>-8.4515968082139921</c:v>
                </c:pt>
                <c:pt idx="1775">
                  <c:v>-8.4545124902849977</c:v>
                </c:pt>
                <c:pt idx="1776">
                  <c:v>-8.457419928063004</c:v>
                </c:pt>
                <c:pt idx="1777">
                  <c:v>-8.460319128108992</c:v>
                </c:pt>
                <c:pt idx="1778">
                  <c:v>-8.4632100969799922</c:v>
                </c:pt>
                <c:pt idx="1779">
                  <c:v>-8.4660928412230021</c:v>
                </c:pt>
                <c:pt idx="1780">
                  <c:v>-8.4689673673830015</c:v>
                </c:pt>
                <c:pt idx="1781">
                  <c:v>-8.4718336819959887</c:v>
                </c:pt>
                <c:pt idx="1782">
                  <c:v>-8.4746917915919937</c:v>
                </c:pt>
                <c:pt idx="1783">
                  <c:v>-8.4775417026980051</c:v>
                </c:pt>
                <c:pt idx="1784">
                  <c:v>-8.4803834218300125</c:v>
                </c:pt>
                <c:pt idx="1785">
                  <c:v>-8.4832169555019874</c:v>
                </c:pt>
                <c:pt idx="1786">
                  <c:v>-8.4860423102189912</c:v>
                </c:pt>
                <c:pt idx="1787">
                  <c:v>-8.4888594924829874</c:v>
                </c:pt>
                <c:pt idx="1788">
                  <c:v>-8.491668508786006</c:v>
                </c:pt>
                <c:pt idx="1789">
                  <c:v>-8.4944693656170074</c:v>
                </c:pt>
                <c:pt idx="1790">
                  <c:v>-8.4972620694579888</c:v>
                </c:pt>
                <c:pt idx="1791">
                  <c:v>-8.5000466267840125</c:v>
                </c:pt>
                <c:pt idx="1792">
                  <c:v>-8.5028230440649963</c:v>
                </c:pt>
                <c:pt idx="1793">
                  <c:v>-8.5055913277650035</c:v>
                </c:pt>
                <c:pt idx="1794">
                  <c:v>-8.5083514843399968</c:v>
                </c:pt>
                <c:pt idx="1795">
                  <c:v>-8.5111035202440064</c:v>
                </c:pt>
                <c:pt idx="1796">
                  <c:v>-8.5138474419200065</c:v>
                </c:pt>
                <c:pt idx="1797">
                  <c:v>-8.5165832558080155</c:v>
                </c:pt>
                <c:pt idx="1798">
                  <c:v>-8.5193109683410029</c:v>
                </c:pt>
                <c:pt idx="1799">
                  <c:v>-8.5220305859480163</c:v>
                </c:pt>
                <c:pt idx="1800">
                  <c:v>-8.5247421150479852</c:v>
                </c:pt>
                <c:pt idx="1801">
                  <c:v>-8.5294489393359925</c:v>
                </c:pt>
                <c:pt idx="1802">
                  <c:v>-8.534147687941001</c:v>
                </c:pt>
                <c:pt idx="1803">
                  <c:v>-8.5388383672679851</c:v>
                </c:pt>
                <c:pt idx="1804">
                  <c:v>-8.5435209837130088</c:v>
                </c:pt>
                <c:pt idx="1805">
                  <c:v>-8.5481955436659973</c:v>
                </c:pt>
                <c:pt idx="1806">
                  <c:v>-8.5528620535149855</c:v>
                </c:pt>
                <c:pt idx="1807">
                  <c:v>-8.5575205196379898</c:v>
                </c:pt>
                <c:pt idx="1808">
                  <c:v>-8.5621709484060062</c:v>
                </c:pt>
                <c:pt idx="1809">
                  <c:v>-8.5668133461879989</c:v>
                </c:pt>
                <c:pt idx="1810">
                  <c:v>-8.5714477193439791</c:v>
                </c:pt>
                <c:pt idx="1811">
                  <c:v>-8.576074074231002</c:v>
                </c:pt>
                <c:pt idx="1812">
                  <c:v>-8.5806924171969854</c:v>
                </c:pt>
                <c:pt idx="1813">
                  <c:v>-8.5853027545849869</c:v>
                </c:pt>
                <c:pt idx="1814">
                  <c:v>-8.589905092732991</c:v>
                </c:pt>
                <c:pt idx="1815">
                  <c:v>-8.5944994379720043</c:v>
                </c:pt>
                <c:pt idx="1816">
                  <c:v>-8.5990857966259853</c:v>
                </c:pt>
                <c:pt idx="1817">
                  <c:v>-8.6036641750160072</c:v>
                </c:pt>
                <c:pt idx="1818">
                  <c:v>-8.6082345794559956</c:v>
                </c:pt>
                <c:pt idx="1819">
                  <c:v>-8.6127970162520029</c:v>
                </c:pt>
                <c:pt idx="1820">
                  <c:v>-8.6173514917079927</c:v>
                </c:pt>
                <c:pt idx="1821">
                  <c:v>-8.6218980121170006</c:v>
                </c:pt>
                <c:pt idx="1822">
                  <c:v>-8.626436583769987</c:v>
                </c:pt>
                <c:pt idx="1823">
                  <c:v>-8.6309672129519868</c:v>
                </c:pt>
                <c:pt idx="1824">
                  <c:v>-8.6354899059400054</c:v>
                </c:pt>
                <c:pt idx="1825">
                  <c:v>-8.6400046690049948</c:v>
                </c:pt>
                <c:pt idx="1826">
                  <c:v>-8.644511508415988</c:v>
                </c:pt>
                <c:pt idx="1827">
                  <c:v>-8.6490104304299962</c:v>
                </c:pt>
                <c:pt idx="1828">
                  <c:v>-8.6535014413059912</c:v>
                </c:pt>
                <c:pt idx="1829">
                  <c:v>-8.6579845472890042</c:v>
                </c:pt>
                <c:pt idx="1830">
                  <c:v>-8.6624597546229865</c:v>
                </c:pt>
                <c:pt idx="1831">
                  <c:v>-8.6669270695459915</c:v>
                </c:pt>
                <c:pt idx="1832">
                  <c:v>-8.6713864982869922</c:v>
                </c:pt>
                <c:pt idx="1833">
                  <c:v>-8.6758380470730003</c:v>
                </c:pt>
                <c:pt idx="1834">
                  <c:v>-8.6802817221229986</c:v>
                </c:pt>
                <c:pt idx="1835">
                  <c:v>-8.684717529649987</c:v>
                </c:pt>
                <c:pt idx="1836">
                  <c:v>-8.6891454758619915</c:v>
                </c:pt>
                <c:pt idx="1837">
                  <c:v>-8.6935655669619933</c:v>
                </c:pt>
                <c:pt idx="1838">
                  <c:v>-8.6979778091459963</c:v>
                </c:pt>
                <c:pt idx="1839">
                  <c:v>-8.7023822086019891</c:v>
                </c:pt>
                <c:pt idx="1840">
                  <c:v>-8.7067787715180032</c:v>
                </c:pt>
                <c:pt idx="1841">
                  <c:v>-8.711167504068996</c:v>
                </c:pt>
                <c:pt idx="1842">
                  <c:v>-8.7155484124319997</c:v>
                </c:pt>
                <c:pt idx="1843">
                  <c:v>-8.7199215027720101</c:v>
                </c:pt>
                <c:pt idx="1844">
                  <c:v>-8.7242867812499867</c:v>
                </c:pt>
                <c:pt idx="1845">
                  <c:v>-8.7286442540219866</c:v>
                </c:pt>
                <c:pt idx="1846">
                  <c:v>-8.7329939272389936</c:v>
                </c:pt>
                <c:pt idx="1847">
                  <c:v>-8.7373358070440048</c:v>
                </c:pt>
                <c:pt idx="1848">
                  <c:v>-8.7416698995759958</c:v>
                </c:pt>
                <c:pt idx="1849">
                  <c:v>-8.7459962109669931</c:v>
                </c:pt>
                <c:pt idx="1850">
                  <c:v>-8.7503147473429976</c:v>
                </c:pt>
                <c:pt idx="1851">
                  <c:v>-8.7546255148280068</c:v>
                </c:pt>
                <c:pt idx="1852">
                  <c:v>-8.7589285195350044</c:v>
                </c:pt>
                <c:pt idx="1853">
                  <c:v>-8.7632237675739901</c:v>
                </c:pt>
                <c:pt idx="1854">
                  <c:v>-8.767511265050004</c:v>
                </c:pt>
                <c:pt idx="1855">
                  <c:v>-8.7717910180600001</c:v>
                </c:pt>
                <c:pt idx="1856">
                  <c:v>-8.7760630326970102</c:v>
                </c:pt>
                <c:pt idx="1857">
                  <c:v>-8.7803273150479981</c:v>
                </c:pt>
                <c:pt idx="1858">
                  <c:v>-8.7845838711939876</c:v>
                </c:pt>
                <c:pt idx="1859">
                  <c:v>-8.7888327072110002</c:v>
                </c:pt>
                <c:pt idx="1860">
                  <c:v>-8.7930738291689892</c:v>
                </c:pt>
                <c:pt idx="1861">
                  <c:v>-8.7973072431289836</c:v>
                </c:pt>
                <c:pt idx="1862">
                  <c:v>-8.8015329551539878</c:v>
                </c:pt>
                <c:pt idx="1863">
                  <c:v>-8.8057509712940032</c:v>
                </c:pt>
                <c:pt idx="1864">
                  <c:v>-8.8099612975949952</c:v>
                </c:pt>
                <c:pt idx="1865">
                  <c:v>-8.8141639401020058</c:v>
                </c:pt>
                <c:pt idx="1866">
                  <c:v>-8.8183589048490063</c:v>
                </c:pt>
                <c:pt idx="1867">
                  <c:v>-8.8225461978639999</c:v>
                </c:pt>
                <c:pt idx="1868">
                  <c:v>-8.8267258251750036</c:v>
                </c:pt>
                <c:pt idx="1869">
                  <c:v>-8.8308977927989929</c:v>
                </c:pt>
                <c:pt idx="1870">
                  <c:v>-8.8350621067479977</c:v>
                </c:pt>
                <c:pt idx="1871">
                  <c:v>-8.8392187730330107</c:v>
                </c:pt>
                <c:pt idx="1872">
                  <c:v>-8.843367797654011</c:v>
                </c:pt>
                <c:pt idx="1873">
                  <c:v>-8.8475091866060041</c:v>
                </c:pt>
                <c:pt idx="1874">
                  <c:v>-8.8516429458819914</c:v>
                </c:pt>
                <c:pt idx="1875">
                  <c:v>-8.8557690814659935</c:v>
                </c:pt>
                <c:pt idx="1876">
                  <c:v>-8.8598875993389896</c:v>
                </c:pt>
                <c:pt idx="1877">
                  <c:v>-8.8639985054739867</c:v>
                </c:pt>
                <c:pt idx="1878">
                  <c:v>-8.8681018058379948</c:v>
                </c:pt>
                <c:pt idx="1879">
                  <c:v>-8.8721975063959917</c:v>
                </c:pt>
                <c:pt idx="1880">
                  <c:v>-8.8762856131050114</c:v>
                </c:pt>
                <c:pt idx="1881">
                  <c:v>-8.8803661319149825</c:v>
                </c:pt>
                <c:pt idx="1882">
                  <c:v>-8.8844390687740002</c:v>
                </c:pt>
                <c:pt idx="1883">
                  <c:v>-8.8885044296219888</c:v>
                </c:pt>
                <c:pt idx="1884">
                  <c:v>-8.892562220392989</c:v>
                </c:pt>
                <c:pt idx="1885">
                  <c:v>-8.8966124470179864</c:v>
                </c:pt>
                <c:pt idx="1886">
                  <c:v>-8.900655115419994</c:v>
                </c:pt>
                <c:pt idx="1887">
                  <c:v>-8.9046902315179892</c:v>
                </c:pt>
                <c:pt idx="1888">
                  <c:v>-8.9087178012240003</c:v>
                </c:pt>
                <c:pt idx="1889">
                  <c:v>-8.912737830447</c:v>
                </c:pt>
                <c:pt idx="1890">
                  <c:v>-8.9167503250859852</c:v>
                </c:pt>
                <c:pt idx="1891">
                  <c:v>-8.9207552910399954</c:v>
                </c:pt>
                <c:pt idx="1892">
                  <c:v>-8.9247527341990036</c:v>
                </c:pt>
                <c:pt idx="1893">
                  <c:v>-8.9287426604480089</c:v>
                </c:pt>
                <c:pt idx="1894">
                  <c:v>-8.9327250756679888</c:v>
                </c:pt>
                <c:pt idx="1895">
                  <c:v>-8.9366999857309963</c:v>
                </c:pt>
                <c:pt idx="1896">
                  <c:v>-8.9406673965079904</c:v>
                </c:pt>
                <c:pt idx="1897">
                  <c:v>-8.9446273138620143</c:v>
                </c:pt>
                <c:pt idx="1898">
                  <c:v>-8.948579743649006</c:v>
                </c:pt>
                <c:pt idx="1899">
                  <c:v>-8.9525246917240082</c:v>
                </c:pt>
                <c:pt idx="1900">
                  <c:v>-8.9564621639330113</c:v>
                </c:pt>
                <c:pt idx="1901">
                  <c:v>-8.9603921661170034</c:v>
                </c:pt>
                <c:pt idx="1902">
                  <c:v>-8.9643147041130078</c:v>
                </c:pt>
                <c:pt idx="1903">
                  <c:v>-8.9682297837520082</c:v>
                </c:pt>
                <c:pt idx="1904">
                  <c:v>-8.972137410856007</c:v>
                </c:pt>
                <c:pt idx="1905">
                  <c:v>-8.9760375912490105</c:v>
                </c:pt>
                <c:pt idx="1906">
                  <c:v>-8.9799303307430165</c:v>
                </c:pt>
                <c:pt idx="1907">
                  <c:v>-8.9838156351470104</c:v>
                </c:pt>
                <c:pt idx="1908">
                  <c:v>-8.9876935102649895</c:v>
                </c:pt>
                <c:pt idx="1909">
                  <c:v>-8.9915639618949825</c:v>
                </c:pt>
                <c:pt idx="1910">
                  <c:v>-8.9954269958289927</c:v>
                </c:pt>
                <c:pt idx="1911">
                  <c:v>-8.9992826178559966</c:v>
                </c:pt>
                <c:pt idx="1912">
                  <c:v>-9.0031308337549945</c:v>
                </c:pt>
                <c:pt idx="1913">
                  <c:v>-9.0069716493059957</c:v>
                </c:pt>
                <c:pt idx="1914">
                  <c:v>-9.0108050702770015</c:v>
                </c:pt>
                <c:pt idx="1915">
                  <c:v>-9.0146311024349899</c:v>
                </c:pt>
                <c:pt idx="1916">
                  <c:v>-9.0184497515410129</c:v>
                </c:pt>
                <c:pt idx="1917">
                  <c:v>-9.022261023349003</c:v>
                </c:pt>
                <c:pt idx="1918">
                  <c:v>-9.0260649236080042</c:v>
                </c:pt>
                <c:pt idx="1919">
                  <c:v>-9.0298614580640049</c:v>
                </c:pt>
                <c:pt idx="1920">
                  <c:v>-9.033650632454993</c:v>
                </c:pt>
                <c:pt idx="1921">
                  <c:v>-9.0374324525140111</c:v>
                </c:pt>
                <c:pt idx="1922">
                  <c:v>-9.0412069239699946</c:v>
                </c:pt>
                <c:pt idx="1923">
                  <c:v>-9.0449740525460101</c:v>
                </c:pt>
                <c:pt idx="1924">
                  <c:v>-9.0487338439579901</c:v>
                </c:pt>
                <c:pt idx="1925">
                  <c:v>-9.0524863039200056</c:v>
                </c:pt>
                <c:pt idx="1926">
                  <c:v>-9.0562314381379991</c:v>
                </c:pt>
                <c:pt idx="1927">
                  <c:v>-9.0599692523139908</c:v>
                </c:pt>
                <c:pt idx="1928">
                  <c:v>-9.0636997521439895</c:v>
                </c:pt>
                <c:pt idx="1929">
                  <c:v>-9.0674229433190021</c:v>
                </c:pt>
                <c:pt idx="1930">
                  <c:v>-9.0711388315249906</c:v>
                </c:pt>
                <c:pt idx="1931">
                  <c:v>-9.0748474224419908</c:v>
                </c:pt>
                <c:pt idx="1932">
                  <c:v>-9.0785487217439851</c:v>
                </c:pt>
                <c:pt idx="1933">
                  <c:v>-9.0822427351030086</c:v>
                </c:pt>
                <c:pt idx="1934">
                  <c:v>-9.085929468182016</c:v>
                </c:pt>
                <c:pt idx="1935">
                  <c:v>-9.0896089266400111</c:v>
                </c:pt>
                <c:pt idx="1936">
                  <c:v>-9.0932811161329994</c:v>
                </c:pt>
                <c:pt idx="1937">
                  <c:v>-9.0969460423079909</c:v>
                </c:pt>
                <c:pt idx="1938">
                  <c:v>-9.1006037108069933</c:v>
                </c:pt>
                <c:pt idx="1939">
                  <c:v>-9.1042541272720001</c:v>
                </c:pt>
                <c:pt idx="1940">
                  <c:v>-9.1078972973329968</c:v>
                </c:pt>
                <c:pt idx="1941">
                  <c:v>-9.1115332266180076</c:v>
                </c:pt>
                <c:pt idx="1942">
                  <c:v>-9.1151619207510066</c:v>
                </c:pt>
                <c:pt idx="1943">
                  <c:v>-9.1187833853469868</c:v>
                </c:pt>
                <c:pt idx="1944">
                  <c:v>-9.122397626020998</c:v>
                </c:pt>
                <c:pt idx="1945">
                  <c:v>-9.1260046483780144</c:v>
                </c:pt>
                <c:pt idx="1946">
                  <c:v>-9.129604458018008</c:v>
                </c:pt>
                <c:pt idx="1947">
                  <c:v>-9.1331970605399988</c:v>
                </c:pt>
                <c:pt idx="1948">
                  <c:v>-9.136782461535006</c:v>
                </c:pt>
                <c:pt idx="1949">
                  <c:v>-9.1403606665870001</c:v>
                </c:pt>
                <c:pt idx="1950">
                  <c:v>-9.1439316812780049</c:v>
                </c:pt>
                <c:pt idx="1951">
                  <c:v>-9.1474955111849994</c:v>
                </c:pt>
                <c:pt idx="1952">
                  <c:v>-9.1510521618749863</c:v>
                </c:pt>
                <c:pt idx="1953">
                  <c:v>-9.1546016389160059</c:v>
                </c:pt>
                <c:pt idx="1954">
                  <c:v>-9.1581439478670177</c:v>
                </c:pt>
                <c:pt idx="1955">
                  <c:v>-9.1616790942830022</c:v>
                </c:pt>
                <c:pt idx="1956">
                  <c:v>-9.1652070837140087</c:v>
                </c:pt>
                <c:pt idx="1957">
                  <c:v>-9.1687279217040185</c:v>
                </c:pt>
                <c:pt idx="1958">
                  <c:v>-9.1722416137920106</c:v>
                </c:pt>
                <c:pt idx="1959">
                  <c:v>-9.1757481655139941</c:v>
                </c:pt>
                <c:pt idx="1960">
                  <c:v>-9.1792475823979913</c:v>
                </c:pt>
                <c:pt idx="1961">
                  <c:v>-9.182739869967989</c:v>
                </c:pt>
                <c:pt idx="1962">
                  <c:v>-9.186225033743014</c:v>
                </c:pt>
                <c:pt idx="1963">
                  <c:v>-9.1897030792349881</c:v>
                </c:pt>
                <c:pt idx="1964">
                  <c:v>-9.193174011955989</c:v>
                </c:pt>
                <c:pt idx="1965">
                  <c:v>-9.1966378374069961</c:v>
                </c:pt>
                <c:pt idx="1966">
                  <c:v>-9.2000945610860043</c:v>
                </c:pt>
                <c:pt idx="1967">
                  <c:v>-9.2035441884890048</c:v>
                </c:pt>
                <c:pt idx="1968">
                  <c:v>-9.2069867251019986</c:v>
                </c:pt>
                <c:pt idx="1969">
                  <c:v>-9.2104221764070076</c:v>
                </c:pt>
                <c:pt idx="1970">
                  <c:v>-9.2138505478849879</c:v>
                </c:pt>
                <c:pt idx="1971">
                  <c:v>-9.2172718450069908</c:v>
                </c:pt>
                <c:pt idx="1972">
                  <c:v>-9.2206860732400031</c:v>
                </c:pt>
                <c:pt idx="1973">
                  <c:v>-9.2240932380480132</c:v>
                </c:pt>
                <c:pt idx="1974">
                  <c:v>-9.227493344889993</c:v>
                </c:pt>
                <c:pt idx="1975">
                  <c:v>-9.2308863992149952</c:v>
                </c:pt>
                <c:pt idx="1976">
                  <c:v>-9.2342724064729964</c:v>
                </c:pt>
                <c:pt idx="1977">
                  <c:v>-9.2376513721059865</c:v>
                </c:pt>
                <c:pt idx="1978">
                  <c:v>-9.2410233015520049</c:v>
                </c:pt>
                <c:pt idx="1979">
                  <c:v>-9.2443882002429945</c:v>
                </c:pt>
                <c:pt idx="1980">
                  <c:v>-9.2477460736049863</c:v>
                </c:pt>
                <c:pt idx="1981">
                  <c:v>-9.251096927062008</c:v>
                </c:pt>
                <c:pt idx="1982">
                  <c:v>-9.2544407660309957</c:v>
                </c:pt>
                <c:pt idx="1983">
                  <c:v>-9.2577775959220077</c:v>
                </c:pt>
                <c:pt idx="1984">
                  <c:v>-9.2611074221459972</c:v>
                </c:pt>
                <c:pt idx="1985">
                  <c:v>-9.2644302501030182</c:v>
                </c:pt>
                <c:pt idx="1986">
                  <c:v>-9.2677460851890032</c:v>
                </c:pt>
                <c:pt idx="1987">
                  <c:v>-9.2710549327989895</c:v>
                </c:pt>
                <c:pt idx="1988">
                  <c:v>-9.2743567983189905</c:v>
                </c:pt>
                <c:pt idx="1989">
                  <c:v>-9.2776516871289942</c:v>
                </c:pt>
                <c:pt idx="1990">
                  <c:v>-9.2809396046099977</c:v>
                </c:pt>
                <c:pt idx="1991">
                  <c:v>-9.2842205561320128</c:v>
                </c:pt>
                <c:pt idx="1992">
                  <c:v>-9.2874945470620105</c:v>
                </c:pt>
                <c:pt idx="1993">
                  <c:v>-9.2907615827639916</c:v>
                </c:pt>
                <c:pt idx="1994">
                  <c:v>-9.2940216685920092</c:v>
                </c:pt>
                <c:pt idx="1995">
                  <c:v>-9.2972748099029872</c:v>
                </c:pt>
                <c:pt idx="1996">
                  <c:v>-9.3005210120399937</c:v>
                </c:pt>
                <c:pt idx="1997">
                  <c:v>-9.3037602803470065</c:v>
                </c:pt>
                <c:pt idx="1998">
                  <c:v>-9.3069926201629869</c:v>
                </c:pt>
                <c:pt idx="1999">
                  <c:v>-9.3102180368190091</c:v>
                </c:pt>
                <c:pt idx="2000">
                  <c:v>-9.3134365356410029</c:v>
                </c:pt>
                <c:pt idx="2001">
                  <c:v>-9.3166481219549979</c:v>
                </c:pt>
                <c:pt idx="2002">
                  <c:v>-9.3198528010770048</c:v>
                </c:pt>
                <c:pt idx="2003">
                  <c:v>-9.3230505783180035</c:v>
                </c:pt>
                <c:pt idx="2004">
                  <c:v>-9.3262414589889886</c:v>
                </c:pt>
                <c:pt idx="2005">
                  <c:v>-9.3294254483909924</c:v>
                </c:pt>
                <c:pt idx="2006">
                  <c:v>-9.3326025518220064</c:v>
                </c:pt>
                <c:pt idx="2007">
                  <c:v>-9.3357727745769949</c:v>
                </c:pt>
                <c:pt idx="2008">
                  <c:v>-9.3389361219420124</c:v>
                </c:pt>
                <c:pt idx="2009">
                  <c:v>-9.3420925991999866</c:v>
                </c:pt>
                <c:pt idx="2010">
                  <c:v>-9.3452422116320122</c:v>
                </c:pt>
                <c:pt idx="2011">
                  <c:v>-9.3483849645090089</c:v>
                </c:pt>
                <c:pt idx="2012">
                  <c:v>-9.3515208631020101</c:v>
                </c:pt>
                <c:pt idx="2013">
                  <c:v>-9.3546499126729969</c:v>
                </c:pt>
                <c:pt idx="2014">
                  <c:v>-9.3577721184809945</c:v>
                </c:pt>
                <c:pt idx="2015">
                  <c:v>-9.3608874857810065</c:v>
                </c:pt>
                <c:pt idx="2016">
                  <c:v>-9.3639960198219967</c:v>
                </c:pt>
                <c:pt idx="2017">
                  <c:v>-9.3670977258459942</c:v>
                </c:pt>
                <c:pt idx="2018">
                  <c:v>-9.3701926090960086</c:v>
                </c:pt>
                <c:pt idx="2019">
                  <c:v>-9.3732806748050024</c:v>
                </c:pt>
                <c:pt idx="2020">
                  <c:v>-9.3763619282009927</c:v>
                </c:pt>
                <c:pt idx="2021">
                  <c:v>-9.3794363745120108</c:v>
                </c:pt>
                <c:pt idx="2022">
                  <c:v>-9.3825040189570075</c:v>
                </c:pt>
                <c:pt idx="2023">
                  <c:v>-9.3855648667499878</c:v>
                </c:pt>
                <c:pt idx="2024">
                  <c:v>-9.3886189231030102</c:v>
                </c:pt>
                <c:pt idx="2025">
                  <c:v>-9.391666193222008</c:v>
                </c:pt>
                <c:pt idx="2026">
                  <c:v>-9.3947066823050136</c:v>
                </c:pt>
                <c:pt idx="2027">
                  <c:v>-9.3977403955510113</c:v>
                </c:pt>
                <c:pt idx="2028">
                  <c:v>-9.4007673381490093</c:v>
                </c:pt>
                <c:pt idx="2029">
                  <c:v>-9.403787515286993</c:v>
                </c:pt>
                <c:pt idx="2030">
                  <c:v>-9.406800932146993</c:v>
                </c:pt>
                <c:pt idx="2031">
                  <c:v>-9.4098075939029968</c:v>
                </c:pt>
                <c:pt idx="2032">
                  <c:v>-9.4128075057309957</c:v>
                </c:pt>
                <c:pt idx="2033">
                  <c:v>-9.415800672795001</c:v>
                </c:pt>
                <c:pt idx="2034">
                  <c:v>-9.418787100258001</c:v>
                </c:pt>
                <c:pt idx="2035">
                  <c:v>-9.4217667932789908</c:v>
                </c:pt>
                <c:pt idx="2036">
                  <c:v>-9.4247397570100162</c:v>
                </c:pt>
                <c:pt idx="2037">
                  <c:v>-9.427705996599002</c:v>
                </c:pt>
                <c:pt idx="2038">
                  <c:v>-9.4306655171899934</c:v>
                </c:pt>
                <c:pt idx="2039">
                  <c:v>-9.433618323922019</c:v>
                </c:pt>
                <c:pt idx="2040">
                  <c:v>-9.4365644219270024</c:v>
                </c:pt>
                <c:pt idx="2041">
                  <c:v>-9.4395038163369946</c:v>
                </c:pt>
                <c:pt idx="2042">
                  <c:v>-9.442436512272991</c:v>
                </c:pt>
                <c:pt idx="2043">
                  <c:v>-9.4453625148580045</c:v>
                </c:pt>
                <c:pt idx="2044">
                  <c:v>-9.448281829205996</c:v>
                </c:pt>
                <c:pt idx="2045">
                  <c:v>-9.4511944604249862</c:v>
                </c:pt>
                <c:pt idx="2046">
                  <c:v>-9.4541004136240048</c:v>
                </c:pt>
                <c:pt idx="2047">
                  <c:v>-9.4569996939020058</c:v>
                </c:pt>
                <c:pt idx="2048">
                  <c:v>-9.4598923063539928</c:v>
                </c:pt>
                <c:pt idx="2049">
                  <c:v>-9.4627782560739888</c:v>
                </c:pt>
                <c:pt idx="2050">
                  <c:v>-9.4656575481469929</c:v>
                </c:pt>
                <c:pt idx="2051">
                  <c:v>-9.4685301876549914</c:v>
                </c:pt>
                <c:pt idx="2052">
                  <c:v>-9.471396179676006</c:v>
                </c:pt>
                <c:pt idx="2053">
                  <c:v>-9.4742555292820185</c:v>
                </c:pt>
                <c:pt idx="2054">
                  <c:v>-9.4771082415400087</c:v>
                </c:pt>
                <c:pt idx="2055">
                  <c:v>-9.4799543215160043</c:v>
                </c:pt>
                <c:pt idx="2056">
                  <c:v>-9.4827937742670088</c:v>
                </c:pt>
                <c:pt idx="2057">
                  <c:v>-9.4856266048459901</c:v>
                </c:pt>
                <c:pt idx="2058">
                  <c:v>-9.4884528183039976</c:v>
                </c:pt>
                <c:pt idx="2059">
                  <c:v>-9.4912724196840088</c:v>
                </c:pt>
                <c:pt idx="2060">
                  <c:v>-9.4940854140270119</c:v>
                </c:pt>
                <c:pt idx="2061">
                  <c:v>-9.4968918063690069</c:v>
                </c:pt>
                <c:pt idx="2062">
                  <c:v>-9.4996916017380073</c:v>
                </c:pt>
                <c:pt idx="2063">
                  <c:v>-9.5024848051640021</c:v>
                </c:pt>
                <c:pt idx="2064">
                  <c:v>-9.5052714216650003</c:v>
                </c:pt>
                <c:pt idx="2065">
                  <c:v>-9.5080514562579879</c:v>
                </c:pt>
                <c:pt idx="2066">
                  <c:v>-9.5108249139570091</c:v>
                </c:pt>
                <c:pt idx="2067">
                  <c:v>-9.513591799767994</c:v>
                </c:pt>
                <c:pt idx="2068">
                  <c:v>-9.5163521186940017</c:v>
                </c:pt>
                <c:pt idx="2069">
                  <c:v>-9.519105875734013</c:v>
                </c:pt>
                <c:pt idx="2070">
                  <c:v>-9.5218530758819924</c:v>
                </c:pt>
                <c:pt idx="2071">
                  <c:v>-9.5245937241249976</c:v>
                </c:pt>
                <c:pt idx="2072">
                  <c:v>-9.5273278254500156</c:v>
                </c:pt>
                <c:pt idx="2073">
                  <c:v>-9.5300553848360039</c:v>
                </c:pt>
                <c:pt idx="2074">
                  <c:v>-9.5327764072560086</c:v>
                </c:pt>
                <c:pt idx="2075">
                  <c:v>-9.5354908976849941</c:v>
                </c:pt>
                <c:pt idx="2076">
                  <c:v>-9.538198861084993</c:v>
                </c:pt>
                <c:pt idx="2077">
                  <c:v>-9.540900302419999</c:v>
                </c:pt>
                <c:pt idx="2078">
                  <c:v>-9.5435952266469997</c:v>
                </c:pt>
                <c:pt idx="2079">
                  <c:v>-9.5462836387159911</c:v>
                </c:pt>
                <c:pt idx="2080">
                  <c:v>-9.5489655435780065</c:v>
                </c:pt>
                <c:pt idx="2081">
                  <c:v>-9.5516409461749987</c:v>
                </c:pt>
                <c:pt idx="2082">
                  <c:v>-9.5543098514440032</c:v>
                </c:pt>
                <c:pt idx="2083">
                  <c:v>-9.5569722643220132</c:v>
                </c:pt>
                <c:pt idx="2084">
                  <c:v>-9.5596281897379924</c:v>
                </c:pt>
                <c:pt idx="2085">
                  <c:v>-9.5622776326149932</c:v>
                </c:pt>
                <c:pt idx="2086">
                  <c:v>-9.5649205978759966</c:v>
                </c:pt>
                <c:pt idx="2087">
                  <c:v>-9.5675570904360114</c:v>
                </c:pt>
                <c:pt idx="2088">
                  <c:v>-9.5701871152049875</c:v>
                </c:pt>
                <c:pt idx="2089">
                  <c:v>-9.5728106770939974</c:v>
                </c:pt>
                <c:pt idx="2090">
                  <c:v>-9.5754277810020199</c:v>
                </c:pt>
                <c:pt idx="2091">
                  <c:v>-9.5780384318280056</c:v>
                </c:pt>
                <c:pt idx="2092">
                  <c:v>-9.5806426344660025</c:v>
                </c:pt>
                <c:pt idx="2093">
                  <c:v>-9.5832403938030097</c:v>
                </c:pt>
                <c:pt idx="2094">
                  <c:v>-9.5858317147269929</c:v>
                </c:pt>
                <c:pt idx="2095">
                  <c:v>-9.5884166021150179</c:v>
                </c:pt>
                <c:pt idx="2096">
                  <c:v>-9.5909950608429853</c:v>
                </c:pt>
                <c:pt idx="2097">
                  <c:v>-9.5935670957830013</c:v>
                </c:pt>
                <c:pt idx="2098">
                  <c:v>-9.5961327118010189</c:v>
                </c:pt>
                <c:pt idx="2099">
                  <c:v>-9.5986919137569942</c:v>
                </c:pt>
                <c:pt idx="2100">
                  <c:v>-9.6012447065130004</c:v>
                </c:pt>
                <c:pt idx="2101">
                  <c:v>-9.6053677347289863</c:v>
                </c:pt>
                <c:pt idx="2102">
                  <c:v>-9.60948436344502</c:v>
                </c:pt>
                <c:pt idx="2103">
                  <c:v>-9.6135945975050134</c:v>
                </c:pt>
                <c:pt idx="2104">
                  <c:v>-9.6176984417460147</c:v>
                </c:pt>
                <c:pt idx="2105">
                  <c:v>-9.6217959010059957</c:v>
                </c:pt>
                <c:pt idx="2106">
                  <c:v>-9.6258869801160074</c:v>
                </c:pt>
                <c:pt idx="2107">
                  <c:v>-9.6299716839019993</c:v>
                </c:pt>
                <c:pt idx="2108">
                  <c:v>-9.6340500171839949</c:v>
                </c:pt>
                <c:pt idx="2109">
                  <c:v>-9.6381219847820176</c:v>
                </c:pt>
                <c:pt idx="2110">
                  <c:v>-9.6421875915070103</c:v>
                </c:pt>
                <c:pt idx="2111">
                  <c:v>-9.6462468421699867</c:v>
                </c:pt>
                <c:pt idx="2112">
                  <c:v>-9.6502997415729936</c:v>
                </c:pt>
                <c:pt idx="2113">
                  <c:v>-9.6543462945180067</c:v>
                </c:pt>
                <c:pt idx="2114">
                  <c:v>-9.6583865057980063</c:v>
                </c:pt>
                <c:pt idx="2115">
                  <c:v>-9.6624203802059867</c:v>
                </c:pt>
                <c:pt idx="2116">
                  <c:v>-9.6664479225269986</c:v>
                </c:pt>
                <c:pt idx="2117">
                  <c:v>-9.6704691375449983</c:v>
                </c:pt>
                <c:pt idx="2118">
                  <c:v>-9.674484030036993</c:v>
                </c:pt>
                <c:pt idx="2119">
                  <c:v>-9.6784926047769915</c:v>
                </c:pt>
                <c:pt idx="2120">
                  <c:v>-9.6824948665330055</c:v>
                </c:pt>
                <c:pt idx="2121">
                  <c:v>-9.6864908200689968</c:v>
                </c:pt>
                <c:pt idx="2122">
                  <c:v>-9.6904804701480032</c:v>
                </c:pt>
                <c:pt idx="2123">
                  <c:v>-9.6944638215229872</c:v>
                </c:pt>
                <c:pt idx="2124">
                  <c:v>-9.6984408789470109</c:v>
                </c:pt>
                <c:pt idx="2125">
                  <c:v>-9.702411647168006</c:v>
                </c:pt>
                <c:pt idx="2126">
                  <c:v>-9.7063761309279926</c:v>
                </c:pt>
                <c:pt idx="2127">
                  <c:v>-9.7103343349650117</c:v>
                </c:pt>
                <c:pt idx="2128">
                  <c:v>-9.7142862640139924</c:v>
                </c:pt>
                <c:pt idx="2129">
                  <c:v>-9.7182319228039944</c:v>
                </c:pt>
                <c:pt idx="2130">
                  <c:v>-9.7221713160609937</c:v>
                </c:pt>
                <c:pt idx="2131">
                  <c:v>-9.7261044485060069</c:v>
                </c:pt>
                <c:pt idx="2132">
                  <c:v>-9.730031324856995</c:v>
                </c:pt>
                <c:pt idx="2133">
                  <c:v>-9.7339519498240179</c:v>
                </c:pt>
                <c:pt idx="2134">
                  <c:v>-9.7378663281170077</c:v>
                </c:pt>
                <c:pt idx="2135">
                  <c:v>-9.7417744644399988</c:v>
                </c:pt>
                <c:pt idx="2136">
                  <c:v>-9.7456763634899914</c:v>
                </c:pt>
                <c:pt idx="2137">
                  <c:v>-9.7495720299649946</c:v>
                </c:pt>
                <c:pt idx="2138">
                  <c:v>-9.7534614685549883</c:v>
                </c:pt>
                <c:pt idx="2139">
                  <c:v>-9.7573446839469824</c:v>
                </c:pt>
                <c:pt idx="2140">
                  <c:v>-9.7612216808219898</c:v>
                </c:pt>
                <c:pt idx="2141">
                  <c:v>-9.7650924638599861</c:v>
                </c:pt>
                <c:pt idx="2142">
                  <c:v>-9.7689570377320081</c:v>
                </c:pt>
                <c:pt idx="2143">
                  <c:v>-9.772815407109988</c:v>
                </c:pt>
                <c:pt idx="2144">
                  <c:v>-9.7766675766579993</c:v>
                </c:pt>
                <c:pt idx="2145">
                  <c:v>-9.7805135510370036</c:v>
                </c:pt>
                <c:pt idx="2146">
                  <c:v>-9.7843533349040115</c:v>
                </c:pt>
                <c:pt idx="2147">
                  <c:v>-9.7881869329110032</c:v>
                </c:pt>
                <c:pt idx="2148">
                  <c:v>-9.7920143497049992</c:v>
                </c:pt>
                <c:pt idx="2149">
                  <c:v>-9.7958355899309879</c:v>
                </c:pt>
                <c:pt idx="2150">
                  <c:v>-9.7996506582299929</c:v>
                </c:pt>
                <c:pt idx="2151">
                  <c:v>-9.8034595592350087</c:v>
                </c:pt>
                <c:pt idx="2152">
                  <c:v>-9.8072622975779922</c:v>
                </c:pt>
                <c:pt idx="2153">
                  <c:v>-9.8110588778860119</c:v>
                </c:pt>
                <c:pt idx="2154">
                  <c:v>-9.8148493047810064</c:v>
                </c:pt>
                <c:pt idx="2155">
                  <c:v>-9.8186335828810059</c:v>
                </c:pt>
                <c:pt idx="2156">
                  <c:v>-9.8224117168020086</c:v>
                </c:pt>
                <c:pt idx="2157">
                  <c:v>-9.8261837111520123</c:v>
                </c:pt>
                <c:pt idx="2158">
                  <c:v>-9.8299495705380053</c:v>
                </c:pt>
                <c:pt idx="2159">
                  <c:v>-9.8337092995609936</c:v>
                </c:pt>
                <c:pt idx="2160">
                  <c:v>-9.8374629028180038</c:v>
                </c:pt>
                <c:pt idx="2161">
                  <c:v>-9.8412103849009895</c:v>
                </c:pt>
                <c:pt idx="2162">
                  <c:v>-9.8449517504020037</c:v>
                </c:pt>
                <c:pt idx="2163">
                  <c:v>-9.8486870039029952</c:v>
                </c:pt>
                <c:pt idx="2164">
                  <c:v>-9.8524161499849896</c:v>
                </c:pt>
                <c:pt idx="2165">
                  <c:v>-9.8561391932239957</c:v>
                </c:pt>
                <c:pt idx="2166">
                  <c:v>-9.8598561381940044</c:v>
                </c:pt>
                <c:pt idx="2167">
                  <c:v>-9.8635669894590023</c:v>
                </c:pt>
                <c:pt idx="2168">
                  <c:v>-9.8672717515869977</c:v>
                </c:pt>
                <c:pt idx="2169">
                  <c:v>-9.8709704291349851</c:v>
                </c:pt>
                <c:pt idx="2170">
                  <c:v>-9.8746630266590074</c:v>
                </c:pt>
                <c:pt idx="2171">
                  <c:v>-9.8783495487110002</c:v>
                </c:pt>
                <c:pt idx="2172">
                  <c:v>-9.8820299998370018</c:v>
                </c:pt>
                <c:pt idx="2173">
                  <c:v>-9.8857043845800092</c:v>
                </c:pt>
                <c:pt idx="2174">
                  <c:v>-9.8893727074780031</c:v>
                </c:pt>
                <c:pt idx="2175">
                  <c:v>-9.8930349730680121</c:v>
                </c:pt>
                <c:pt idx="2176">
                  <c:v>-9.8966911858779838</c:v>
                </c:pt>
                <c:pt idx="2177">
                  <c:v>-9.9003413504359941</c:v>
                </c:pt>
                <c:pt idx="2178">
                  <c:v>-9.9039854712629989</c:v>
                </c:pt>
                <c:pt idx="2179">
                  <c:v>-9.9076235528769843</c:v>
                </c:pt>
                <c:pt idx="2180">
                  <c:v>-9.9112555997919998</c:v>
                </c:pt>
                <c:pt idx="2181">
                  <c:v>-9.9148816165190112</c:v>
                </c:pt>
                <c:pt idx="2182">
                  <c:v>-9.9185016075620069</c:v>
                </c:pt>
                <c:pt idx="2183">
                  <c:v>-9.9221155774239946</c:v>
                </c:pt>
                <c:pt idx="2184">
                  <c:v>-9.9257235306020135</c:v>
                </c:pt>
                <c:pt idx="2185">
                  <c:v>-9.9293254715880011</c:v>
                </c:pt>
                <c:pt idx="2186">
                  <c:v>-9.9329214048730137</c:v>
                </c:pt>
                <c:pt idx="2187">
                  <c:v>-9.9365113349390128</c:v>
                </c:pt>
                <c:pt idx="2188">
                  <c:v>-9.9400952662720101</c:v>
                </c:pt>
                <c:pt idx="2189">
                  <c:v>-9.9436732033449857</c:v>
                </c:pt>
                <c:pt idx="2190">
                  <c:v>-9.9472451506330088</c:v>
                </c:pt>
                <c:pt idx="2191">
                  <c:v>-9.9508111126030059</c:v>
                </c:pt>
                <c:pt idx="2192">
                  <c:v>-9.9543710937210079</c:v>
                </c:pt>
                <c:pt idx="2193">
                  <c:v>-9.9579250984449885</c:v>
                </c:pt>
                <c:pt idx="2194">
                  <c:v>-9.961473131236005</c:v>
                </c:pt>
                <c:pt idx="2195">
                  <c:v>-9.9650151965429927</c:v>
                </c:pt>
                <c:pt idx="2196">
                  <c:v>-9.9685512988159815</c:v>
                </c:pt>
                <c:pt idx="2197">
                  <c:v>-9.9720814424990039</c:v>
                </c:pt>
                <c:pt idx="2198">
                  <c:v>-9.9756056320309909</c:v>
                </c:pt>
                <c:pt idx="2199">
                  <c:v>-9.9791238718490121</c:v>
                </c:pt>
                <c:pt idx="2200">
                  <c:v>-9.9826361663860013</c:v>
                </c:pt>
                <c:pt idx="2201">
                  <c:v>-9.9861425200699898</c:v>
                </c:pt>
                <c:pt idx="2202">
                  <c:v>-9.9896429373239926</c:v>
                </c:pt>
                <c:pt idx="2203">
                  <c:v>-9.9931374225689922</c:v>
                </c:pt>
                <c:pt idx="2204">
                  <c:v>-9.9966259802209976</c:v>
                </c:pt>
                <c:pt idx="2205">
                  <c:v>-10.000108614691001</c:v>
                </c:pt>
                <c:pt idx="2206">
                  <c:v>-10.003585330386997</c:v>
                </c:pt>
                <c:pt idx="2207">
                  <c:v>-10.007056131715018</c:v>
                </c:pt>
                <c:pt idx="2208">
                  <c:v>-10.010521023073011</c:v>
                </c:pt>
                <c:pt idx="2209">
                  <c:v>-10.013980008857999</c:v>
                </c:pt>
                <c:pt idx="2210">
                  <c:v>-10.017433093461008</c:v>
                </c:pt>
                <c:pt idx="2211">
                  <c:v>-10.02088028127001</c:v>
                </c:pt>
                <c:pt idx="2212">
                  <c:v>-10.024321576668015</c:v>
                </c:pt>
                <c:pt idx="2213">
                  <c:v>-10.027756984037993</c:v>
                </c:pt>
                <c:pt idx="2214">
                  <c:v>-10.031186507753006</c:v>
                </c:pt>
                <c:pt idx="2215">
                  <c:v>-10.034610152187014</c:v>
                </c:pt>
                <c:pt idx="2216">
                  <c:v>-10.038027921706004</c:v>
                </c:pt>
                <c:pt idx="2217">
                  <c:v>-10.041439820676018</c:v>
                </c:pt>
                <c:pt idx="2218">
                  <c:v>-10.044845853454987</c:v>
                </c:pt>
                <c:pt idx="2219">
                  <c:v>-10.048246024399006</c:v>
                </c:pt>
                <c:pt idx="2220">
                  <c:v>-10.051640337861997</c:v>
                </c:pt>
                <c:pt idx="2221">
                  <c:v>-10.055028798191017</c:v>
                </c:pt>
                <c:pt idx="2222">
                  <c:v>-10.058411409731008</c:v>
                </c:pt>
                <c:pt idx="2223">
                  <c:v>-10.061788176819988</c:v>
                </c:pt>
                <c:pt idx="2224">
                  <c:v>-10.065159103797001</c:v>
                </c:pt>
                <c:pt idx="2225">
                  <c:v>-10.068524194991014</c:v>
                </c:pt>
                <c:pt idx="2226">
                  <c:v>-10.071883454732998</c:v>
                </c:pt>
                <c:pt idx="2227">
                  <c:v>-10.075236887347018</c:v>
                </c:pt>
                <c:pt idx="2228">
                  <c:v>-10.078584497153003</c:v>
                </c:pt>
                <c:pt idx="2229">
                  <c:v>-10.081926288467997</c:v>
                </c:pt>
                <c:pt idx="2230">
                  <c:v>-10.085262265602992</c:v>
                </c:pt>
                <c:pt idx="2231">
                  <c:v>-10.088592432867998</c:v>
                </c:pt>
                <c:pt idx="2232">
                  <c:v>-10.091916794568007</c:v>
                </c:pt>
                <c:pt idx="2233">
                  <c:v>-10.095235355002998</c:v>
                </c:pt>
                <c:pt idx="2234">
                  <c:v>-10.098548118471001</c:v>
                </c:pt>
                <c:pt idx="2235">
                  <c:v>-10.101855089264006</c:v>
                </c:pt>
                <c:pt idx="2236">
                  <c:v>-10.105156271672001</c:v>
                </c:pt>
                <c:pt idx="2237">
                  <c:v>-10.108451669979004</c:v>
                </c:pt>
                <c:pt idx="2238">
                  <c:v>-10.111741288466007</c:v>
                </c:pt>
                <c:pt idx="2239">
                  <c:v>-10.115025131412992</c:v>
                </c:pt>
                <c:pt idx="2240">
                  <c:v>-10.118303203091003</c:v>
                </c:pt>
                <c:pt idx="2241">
                  <c:v>-10.121575507771013</c:v>
                </c:pt>
                <c:pt idx="2242">
                  <c:v>-10.124842049718012</c:v>
                </c:pt>
                <c:pt idx="2243">
                  <c:v>-10.128102833193992</c:v>
                </c:pt>
                <c:pt idx="2244">
                  <c:v>-10.131357862455985</c:v>
                </c:pt>
                <c:pt idx="2245">
                  <c:v>-10.134607141760014</c:v>
                </c:pt>
                <c:pt idx="2246">
                  <c:v>-10.137850675356006</c:v>
                </c:pt>
                <c:pt idx="2247">
                  <c:v>-10.141088467489993</c:v>
                </c:pt>
                <c:pt idx="2248">
                  <c:v>-10.144320522404001</c:v>
                </c:pt>
                <c:pt idx="2249">
                  <c:v>-10.147546844337</c:v>
                </c:pt>
                <c:pt idx="2250">
                  <c:v>-10.15076743752401</c:v>
                </c:pt>
                <c:pt idx="2251">
                  <c:v>-10.153982306195005</c:v>
                </c:pt>
                <c:pt idx="2252">
                  <c:v>-10.157191454580001</c:v>
                </c:pt>
                <c:pt idx="2253">
                  <c:v>-10.160394886898999</c:v>
                </c:pt>
                <c:pt idx="2254">
                  <c:v>-10.163592607373005</c:v>
                </c:pt>
                <c:pt idx="2255">
                  <c:v>-10.16678462021801</c:v>
                </c:pt>
                <c:pt idx="2256">
                  <c:v>-10.16997092964499</c:v>
                </c:pt>
                <c:pt idx="2257">
                  <c:v>-10.173151539860982</c:v>
                </c:pt>
                <c:pt idx="2258">
                  <c:v>-10.17632645507301</c:v>
                </c:pt>
                <c:pt idx="2259">
                  <c:v>-10.17949567947899</c:v>
                </c:pt>
                <c:pt idx="2260">
                  <c:v>-10.182659217275997</c:v>
                </c:pt>
                <c:pt idx="2261">
                  <c:v>-10.185817072658011</c:v>
                </c:pt>
                <c:pt idx="2262">
                  <c:v>-10.188969249812004</c:v>
                </c:pt>
                <c:pt idx="2263">
                  <c:v>-10.192115752923002</c:v>
                </c:pt>
                <c:pt idx="2264">
                  <c:v>-10.195256586173997</c:v>
                </c:pt>
                <c:pt idx="2265">
                  <c:v>-10.198391753742996</c:v>
                </c:pt>
                <c:pt idx="2266">
                  <c:v>-10.201521259800998</c:v>
                </c:pt>
                <c:pt idx="2267">
                  <c:v>-10.204645108521021</c:v>
                </c:pt>
                <c:pt idx="2268">
                  <c:v>-10.207763304065992</c:v>
                </c:pt>
                <c:pt idx="2269">
                  <c:v>-10.210875850600985</c:v>
                </c:pt>
                <c:pt idx="2270">
                  <c:v>-10.213982752281993</c:v>
                </c:pt>
                <c:pt idx="2271">
                  <c:v>-10.217084013267012</c:v>
                </c:pt>
                <c:pt idx="2272">
                  <c:v>-10.220179637704987</c:v>
                </c:pt>
                <c:pt idx="2273">
                  <c:v>-10.223269629743996</c:v>
                </c:pt>
                <c:pt idx="2274">
                  <c:v>-10.226353993526999</c:v>
                </c:pt>
                <c:pt idx="2275">
                  <c:v>-10.229432733193988</c:v>
                </c:pt>
                <c:pt idx="2276">
                  <c:v>-10.232505852879996</c:v>
                </c:pt>
                <c:pt idx="2277">
                  <c:v>-10.235573356719982</c:v>
                </c:pt>
                <c:pt idx="2278">
                  <c:v>-10.238635248839998</c:v>
                </c:pt>
                <c:pt idx="2279">
                  <c:v>-10.241691533365994</c:v>
                </c:pt>
                <c:pt idx="2280">
                  <c:v>-10.244742214418991</c:v>
                </c:pt>
                <c:pt idx="2281">
                  <c:v>-10.247787296116002</c:v>
                </c:pt>
                <c:pt idx="2282">
                  <c:v>-10.250826782568993</c:v>
                </c:pt>
                <c:pt idx="2283">
                  <c:v>-10.253860677890003</c:v>
                </c:pt>
                <c:pt idx="2284">
                  <c:v>-10.256888986185999</c:v>
                </c:pt>
                <c:pt idx="2285">
                  <c:v>-10.259911711556995</c:v>
                </c:pt>
                <c:pt idx="2286">
                  <c:v>-10.262928858102995</c:v>
                </c:pt>
                <c:pt idx="2287">
                  <c:v>-10.265940429918004</c:v>
                </c:pt>
                <c:pt idx="2288">
                  <c:v>-10.268946431094008</c:v>
                </c:pt>
                <c:pt idx="2289">
                  <c:v>-10.271946865718007</c:v>
                </c:pt>
                <c:pt idx="2290">
                  <c:v>-10.274941737874997</c:v>
                </c:pt>
                <c:pt idx="2291">
                  <c:v>-10.277931051644018</c:v>
                </c:pt>
                <c:pt idx="2292">
                  <c:v>-10.280914811102988</c:v>
                </c:pt>
                <c:pt idx="2293">
                  <c:v>-10.283893020322992</c:v>
                </c:pt>
                <c:pt idx="2294">
                  <c:v>-10.286865683374003</c:v>
                </c:pt>
                <c:pt idx="2295">
                  <c:v>-10.289832804320014</c:v>
                </c:pt>
                <c:pt idx="2296">
                  <c:v>-10.292794387225001</c:v>
                </c:pt>
                <c:pt idx="2297">
                  <c:v>-10.295750436145994</c:v>
                </c:pt>
                <c:pt idx="2298">
                  <c:v>-10.298700955136994</c:v>
                </c:pt>
                <c:pt idx="2299">
                  <c:v>-10.301645948249998</c:v>
                </c:pt>
                <c:pt idx="2300">
                  <c:v>-10.304585419530994</c:v>
                </c:pt>
                <c:pt idx="2301">
                  <c:v>-10.307519373023013</c:v>
                </c:pt>
                <c:pt idx="2302">
                  <c:v>-10.310447812765005</c:v>
                </c:pt>
                <c:pt idx="2303">
                  <c:v>-10.313370742795996</c:v>
                </c:pt>
                <c:pt idx="2304">
                  <c:v>-10.316288167145984</c:v>
                </c:pt>
                <c:pt idx="2305">
                  <c:v>-10.319200089845012</c:v>
                </c:pt>
                <c:pt idx="2306">
                  <c:v>-10.322106514917991</c:v>
                </c:pt>
                <c:pt idx="2307">
                  <c:v>-10.325007446385996</c:v>
                </c:pt>
                <c:pt idx="2308">
                  <c:v>-10.327902888265996</c:v>
                </c:pt>
                <c:pt idx="2309">
                  <c:v>-10.330792844573011</c:v>
                </c:pt>
                <c:pt idx="2310">
                  <c:v>-10.333677319319008</c:v>
                </c:pt>
                <c:pt idx="2311">
                  <c:v>-10.336556316509999</c:v>
                </c:pt>
                <c:pt idx="2312">
                  <c:v>-10.339429840148014</c:v>
                </c:pt>
                <c:pt idx="2313">
                  <c:v>-10.342297894234989</c:v>
                </c:pt>
                <c:pt idx="2314">
                  <c:v>-10.345160482764001</c:v>
                </c:pt>
                <c:pt idx="2315">
                  <c:v>-10.348017609731016</c:v>
                </c:pt>
                <c:pt idx="2316">
                  <c:v>-10.350869279123998</c:v>
                </c:pt>
                <c:pt idx="2317">
                  <c:v>-10.353715494926007</c:v>
                </c:pt>
                <c:pt idx="2318">
                  <c:v>-10.356556261122009</c:v>
                </c:pt>
                <c:pt idx="2319">
                  <c:v>-10.359391581687007</c:v>
                </c:pt>
                <c:pt idx="2320">
                  <c:v>-10.362221460598008</c:v>
                </c:pt>
                <c:pt idx="2321">
                  <c:v>-10.365045901822995</c:v>
                </c:pt>
                <c:pt idx="2322">
                  <c:v>-10.367864909333008</c:v>
                </c:pt>
                <c:pt idx="2323">
                  <c:v>-10.370678487090004</c:v>
                </c:pt>
                <c:pt idx="2324">
                  <c:v>-10.373486639052999</c:v>
                </c:pt>
                <c:pt idx="2325">
                  <c:v>-10.376289369181009</c:v>
                </c:pt>
                <c:pt idx="2326">
                  <c:v>-10.379086681423999</c:v>
                </c:pt>
                <c:pt idx="2327">
                  <c:v>-10.381878579733993</c:v>
                </c:pt>
                <c:pt idx="2328">
                  <c:v>-10.38466506805598</c:v>
                </c:pt>
                <c:pt idx="2329">
                  <c:v>-10.387446150332011</c:v>
                </c:pt>
                <c:pt idx="2330">
                  <c:v>-10.390221830501986</c:v>
                </c:pt>
                <c:pt idx="2331">
                  <c:v>-10.392992112499016</c:v>
                </c:pt>
                <c:pt idx="2332">
                  <c:v>-10.395757000257007</c:v>
                </c:pt>
                <c:pt idx="2333">
                  <c:v>-10.398516497702005</c:v>
                </c:pt>
                <c:pt idx="2334">
                  <c:v>-10.401270608759987</c:v>
                </c:pt>
                <c:pt idx="2335">
                  <c:v>-10.404019337352992</c:v>
                </c:pt>
                <c:pt idx="2336">
                  <c:v>-10.406762687395997</c:v>
                </c:pt>
                <c:pt idx="2337">
                  <c:v>-10.409500662803993</c:v>
                </c:pt>
                <c:pt idx="2338">
                  <c:v>-10.412233267487991</c:v>
                </c:pt>
                <c:pt idx="2339">
                  <c:v>-10.414960505355012</c:v>
                </c:pt>
                <c:pt idx="2340">
                  <c:v>-10.417682380306005</c:v>
                </c:pt>
                <c:pt idx="2341">
                  <c:v>-10.420398896243981</c:v>
                </c:pt>
                <c:pt idx="2342">
                  <c:v>-10.423110057064008</c:v>
                </c:pt>
                <c:pt idx="2343">
                  <c:v>-10.425815866658013</c:v>
                </c:pt>
                <c:pt idx="2344">
                  <c:v>-10.428516328916999</c:v>
                </c:pt>
                <c:pt idx="2345">
                  <c:v>-10.431211447726</c:v>
                </c:pt>
                <c:pt idx="2346">
                  <c:v>-10.433901226966995</c:v>
                </c:pt>
                <c:pt idx="2347">
                  <c:v>-10.436585670518994</c:v>
                </c:pt>
                <c:pt idx="2348">
                  <c:v>-10.439264782258007</c:v>
                </c:pt>
                <c:pt idx="2349">
                  <c:v>-10.441938566055001</c:v>
                </c:pt>
                <c:pt idx="2350">
                  <c:v>-10.444607025778993</c:v>
                </c:pt>
                <c:pt idx="2351">
                  <c:v>-10.447270165294</c:v>
                </c:pt>
                <c:pt idx="2352">
                  <c:v>-10.449927988461994</c:v>
                </c:pt>
                <c:pt idx="2353">
                  <c:v>-10.452580499140012</c:v>
                </c:pt>
                <c:pt idx="2354">
                  <c:v>-10.455227701184</c:v>
                </c:pt>
                <c:pt idx="2355">
                  <c:v>-10.457869598444006</c:v>
                </c:pt>
                <c:pt idx="2356">
                  <c:v>-10.460506194766992</c:v>
                </c:pt>
                <c:pt idx="2357">
                  <c:v>-10.463137493999</c:v>
                </c:pt>
                <c:pt idx="2358">
                  <c:v>-10.465763499977996</c:v>
                </c:pt>
                <c:pt idx="2359">
                  <c:v>-10.468384216541992</c:v>
                </c:pt>
                <c:pt idx="2360">
                  <c:v>-10.470999647526</c:v>
                </c:pt>
                <c:pt idx="2361">
                  <c:v>-10.473609796758993</c:v>
                </c:pt>
                <c:pt idx="2362">
                  <c:v>-10.476214668067996</c:v>
                </c:pt>
                <c:pt idx="2363">
                  <c:v>-10.478814265275986</c:v>
                </c:pt>
                <c:pt idx="2364">
                  <c:v>-10.481408592202996</c:v>
                </c:pt>
                <c:pt idx="2365">
                  <c:v>-10.483997652664982</c:v>
                </c:pt>
                <c:pt idx="2366">
                  <c:v>-10.48658145047601</c:v>
                </c:pt>
                <c:pt idx="2367">
                  <c:v>-10.489159989444985</c:v>
                </c:pt>
                <c:pt idx="2368">
                  <c:v>-10.491733273378983</c:v>
                </c:pt>
                <c:pt idx="2369">
                  <c:v>-10.49430130607999</c:v>
                </c:pt>
                <c:pt idx="2370">
                  <c:v>-10.496864091345998</c:v>
                </c:pt>
                <c:pt idx="2371">
                  <c:v>-10.499421632975</c:v>
                </c:pt>
                <c:pt idx="2372">
                  <c:v>-10.501973934757999</c:v>
                </c:pt>
                <c:pt idx="2373">
                  <c:v>-10.504521000485013</c:v>
                </c:pt>
                <c:pt idx="2374">
                  <c:v>-10.507062833941987</c:v>
                </c:pt>
                <c:pt idx="2375">
                  <c:v>-10.509599438910016</c:v>
                </c:pt>
                <c:pt idx="2376">
                  <c:v>-10.512130819167993</c:v>
                </c:pt>
                <c:pt idx="2377">
                  <c:v>-10.514656978493008</c:v>
                </c:pt>
                <c:pt idx="2378">
                  <c:v>-10.517177920654007</c:v>
                </c:pt>
                <c:pt idx="2379">
                  <c:v>-10.519693649423019</c:v>
                </c:pt>
                <c:pt idx="2380">
                  <c:v>-10.522204168563988</c:v>
                </c:pt>
                <c:pt idx="2381">
                  <c:v>-10.524709481838997</c:v>
                </c:pt>
                <c:pt idx="2382">
                  <c:v>-10.527209593006006</c:v>
                </c:pt>
                <c:pt idx="2383">
                  <c:v>-10.529704505821002</c:v>
                </c:pt>
                <c:pt idx="2384">
                  <c:v>-10.532194224034981</c:v>
                </c:pt>
                <c:pt idx="2385">
                  <c:v>-10.534678751396001</c:v>
                </c:pt>
                <c:pt idx="2386">
                  <c:v>-10.537158091649999</c:v>
                </c:pt>
                <c:pt idx="2387">
                  <c:v>-10.539632248539007</c:v>
                </c:pt>
                <c:pt idx="2388">
                  <c:v>-10.542101225801005</c:v>
                </c:pt>
                <c:pt idx="2389">
                  <c:v>-10.544565027169995</c:v>
                </c:pt>
                <c:pt idx="2390">
                  <c:v>-10.547023656378997</c:v>
                </c:pt>
                <c:pt idx="2391">
                  <c:v>-10.549477117153998</c:v>
                </c:pt>
                <c:pt idx="2392">
                  <c:v>-10.551925413223003</c:v>
                </c:pt>
                <c:pt idx="2393">
                  <c:v>-10.554368548306016</c:v>
                </c:pt>
                <c:pt idx="2394">
                  <c:v>-10.556806526121008</c:v>
                </c:pt>
                <c:pt idx="2395">
                  <c:v>-10.559239350382995</c:v>
                </c:pt>
                <c:pt idx="2396">
                  <c:v>-10.561667024803995</c:v>
                </c:pt>
                <c:pt idx="2397">
                  <c:v>-10.564089553091009</c:v>
                </c:pt>
                <c:pt idx="2398">
                  <c:v>-10.566506938950994</c:v>
                </c:pt>
                <c:pt idx="2399">
                  <c:v>-10.568919186085012</c:v>
                </c:pt>
                <c:pt idx="2400">
                  <c:v>-10.571326298189987</c:v>
                </c:pt>
                <c:pt idx="2401">
                  <c:v>-10.574998852896016</c:v>
                </c:pt>
                <c:pt idx="2402">
                  <c:v>-10.578666279960018</c:v>
                </c:pt>
                <c:pt idx="2403">
                  <c:v>-10.582328583071003</c:v>
                </c:pt>
                <c:pt idx="2404">
                  <c:v>-10.585985765912994</c:v>
                </c:pt>
                <c:pt idx="2405">
                  <c:v>-10.589637832169004</c:v>
                </c:pt>
                <c:pt idx="2406">
                  <c:v>-10.593284785516985</c:v>
                </c:pt>
                <c:pt idx="2407">
                  <c:v>-10.596926629631014</c:v>
                </c:pt>
                <c:pt idx="2408">
                  <c:v>-10.600563368185007</c:v>
                </c:pt>
                <c:pt idx="2409">
                  <c:v>-10.604195004846019</c:v>
                </c:pt>
                <c:pt idx="2410">
                  <c:v>-10.607821543279982</c:v>
                </c:pt>
                <c:pt idx="2411">
                  <c:v>-10.611442987147015</c:v>
                </c:pt>
                <c:pt idx="2412">
                  <c:v>-10.615059340108019</c:v>
                </c:pt>
                <c:pt idx="2413">
                  <c:v>-10.618670605817982</c:v>
                </c:pt>
                <c:pt idx="2414">
                  <c:v>-10.62227678792901</c:v>
                </c:pt>
                <c:pt idx="2415">
                  <c:v>-10.625877890087992</c:v>
                </c:pt>
                <c:pt idx="2416">
                  <c:v>-10.629473915944004</c:v>
                </c:pt>
                <c:pt idx="2417">
                  <c:v>-10.633064869136987</c:v>
                </c:pt>
                <c:pt idx="2418">
                  <c:v>-10.636650753307009</c:v>
                </c:pt>
                <c:pt idx="2419">
                  <c:v>-10.640231572088013</c:v>
                </c:pt>
                <c:pt idx="2420">
                  <c:v>-10.643807329115006</c:v>
                </c:pt>
                <c:pt idx="2421">
                  <c:v>-10.647378028015993</c:v>
                </c:pt>
                <c:pt idx="2422">
                  <c:v>-10.650943672417995</c:v>
                </c:pt>
                <c:pt idx="2423">
                  <c:v>-10.65450426594299</c:v>
                </c:pt>
                <c:pt idx="2424">
                  <c:v>-10.65805981220899</c:v>
                </c:pt>
                <c:pt idx="2425">
                  <c:v>-10.661610314836011</c:v>
                </c:pt>
                <c:pt idx="2426">
                  <c:v>-10.665155777433995</c:v>
                </c:pt>
                <c:pt idx="2427">
                  <c:v>-10.668696203614999</c:v>
                </c:pt>
                <c:pt idx="2428">
                  <c:v>-10.672231596982996</c:v>
                </c:pt>
                <c:pt idx="2429">
                  <c:v>-10.675761961143991</c:v>
                </c:pt>
                <c:pt idx="2430">
                  <c:v>-10.679287299698004</c:v>
                </c:pt>
                <c:pt idx="2431">
                  <c:v>-10.682807616240012</c:v>
                </c:pt>
                <c:pt idx="2432">
                  <c:v>-10.686322914365007</c:v>
                </c:pt>
                <c:pt idx="2433">
                  <c:v>-10.689833197664015</c:v>
                </c:pt>
                <c:pt idx="2434">
                  <c:v>-10.693338469723017</c:v>
                </c:pt>
                <c:pt idx="2435">
                  <c:v>-10.696838734127994</c:v>
                </c:pt>
                <c:pt idx="2436">
                  <c:v>-10.700333994457011</c:v>
                </c:pt>
                <c:pt idx="2437">
                  <c:v>-10.703824254290993</c:v>
                </c:pt>
                <c:pt idx="2438">
                  <c:v>-10.707309517202987</c:v>
                </c:pt>
                <c:pt idx="2439">
                  <c:v>-10.710789786764011</c:v>
                </c:pt>
                <c:pt idx="2440">
                  <c:v>-10.714265066542993</c:v>
                </c:pt>
                <c:pt idx="2441">
                  <c:v>-10.717735360103006</c:v>
                </c:pt>
                <c:pt idx="2442">
                  <c:v>-10.721200671007992</c:v>
                </c:pt>
                <c:pt idx="2443">
                  <c:v>-10.724661002815992</c:v>
                </c:pt>
                <c:pt idx="2444">
                  <c:v>-10.728116359081994</c:v>
                </c:pt>
                <c:pt idx="2445">
                  <c:v>-10.731566743357988</c:v>
                </c:pt>
                <c:pt idx="2446">
                  <c:v>-10.735012159193985</c:v>
                </c:pt>
                <c:pt idx="2447">
                  <c:v>-10.738452610135013</c:v>
                </c:pt>
                <c:pt idx="2448">
                  <c:v>-10.741888099724008</c:v>
                </c:pt>
                <c:pt idx="2449">
                  <c:v>-10.745318631499003</c:v>
                </c:pt>
                <c:pt idx="2450">
                  <c:v>-10.748744209000009</c:v>
                </c:pt>
                <c:pt idx="2451">
                  <c:v>-10.752164835758009</c:v>
                </c:pt>
                <c:pt idx="2452">
                  <c:v>-10.755580515303009</c:v>
                </c:pt>
                <c:pt idx="2453">
                  <c:v>-10.758991251160992</c:v>
                </c:pt>
                <c:pt idx="2454">
                  <c:v>-10.762397046858013</c:v>
                </c:pt>
                <c:pt idx="2455">
                  <c:v>-10.765797905913004</c:v>
                </c:pt>
                <c:pt idx="2456">
                  <c:v>-10.769193831845001</c:v>
                </c:pt>
                <c:pt idx="2457">
                  <c:v>-10.772584828166998</c:v>
                </c:pt>
                <c:pt idx="2458">
                  <c:v>-10.775970898388991</c:v>
                </c:pt>
                <c:pt idx="2459">
                  <c:v>-10.779352046023007</c:v>
                </c:pt>
                <c:pt idx="2460">
                  <c:v>-10.782728274570985</c:v>
                </c:pt>
                <c:pt idx="2461">
                  <c:v>-10.786099587535986</c:v>
                </c:pt>
                <c:pt idx="2462">
                  <c:v>-10.789465988414008</c:v>
                </c:pt>
                <c:pt idx="2463">
                  <c:v>-10.792827480705</c:v>
                </c:pt>
                <c:pt idx="2464">
                  <c:v>-10.796184067899006</c:v>
                </c:pt>
                <c:pt idx="2465">
                  <c:v>-10.799535753485998</c:v>
                </c:pt>
                <c:pt idx="2466">
                  <c:v>-10.802882540949994</c:v>
                </c:pt>
                <c:pt idx="2467">
                  <c:v>-10.806224433777984</c:v>
                </c:pt>
                <c:pt idx="2468">
                  <c:v>-10.809561435446994</c:v>
                </c:pt>
                <c:pt idx="2469">
                  <c:v>-10.812893549435998</c:v>
                </c:pt>
                <c:pt idx="2470">
                  <c:v>-10.816220779217005</c:v>
                </c:pt>
                <c:pt idx="2471">
                  <c:v>-10.819543128261984</c:v>
                </c:pt>
                <c:pt idx="2472">
                  <c:v>-10.822860600037998</c:v>
                </c:pt>
                <c:pt idx="2473">
                  <c:v>-10.826173198010991</c:v>
                </c:pt>
                <c:pt idx="2474">
                  <c:v>-10.82948092563899</c:v>
                </c:pt>
                <c:pt idx="2475">
                  <c:v>-10.832783786385008</c:v>
                </c:pt>
                <c:pt idx="2476">
                  <c:v>-10.83608178370099</c:v>
                </c:pt>
                <c:pt idx="2477">
                  <c:v>-10.839374921040999</c:v>
                </c:pt>
                <c:pt idx="2478">
                  <c:v>-10.842663201853</c:v>
                </c:pt>
                <c:pt idx="2479">
                  <c:v>-10.845946629583011</c:v>
                </c:pt>
                <c:pt idx="2480">
                  <c:v>-10.849225207674991</c:v>
                </c:pt>
                <c:pt idx="2481">
                  <c:v>-10.852498939567994</c:v>
                </c:pt>
                <c:pt idx="2482">
                  <c:v>-10.855767828701005</c:v>
                </c:pt>
                <c:pt idx="2483">
                  <c:v>-10.859031878504013</c:v>
                </c:pt>
                <c:pt idx="2484">
                  <c:v>-10.862291092410999</c:v>
                </c:pt>
                <c:pt idx="2485">
                  <c:v>-10.865545473848982</c:v>
                </c:pt>
                <c:pt idx="2486">
                  <c:v>-10.868795026243006</c:v>
                </c:pt>
                <c:pt idx="2487">
                  <c:v>-10.872039753013013</c:v>
                </c:pt>
                <c:pt idx="2488">
                  <c:v>-10.875279657579</c:v>
                </c:pt>
                <c:pt idx="2489">
                  <c:v>-10.878514743357002</c:v>
                </c:pt>
                <c:pt idx="2490">
                  <c:v>-10.881745013758007</c:v>
                </c:pt>
                <c:pt idx="2491">
                  <c:v>-10.884970472191</c:v>
                </c:pt>
                <c:pt idx="2492">
                  <c:v>-10.888191122066004</c:v>
                </c:pt>
                <c:pt idx="2493">
                  <c:v>-10.891406966782995</c:v>
                </c:pt>
                <c:pt idx="2494">
                  <c:v>-10.894618009744008</c:v>
                </c:pt>
                <c:pt idx="2495">
                  <c:v>-10.897824254345011</c:v>
                </c:pt>
                <c:pt idx="2496">
                  <c:v>-10.901025703980991</c:v>
                </c:pt>
                <c:pt idx="2497">
                  <c:v>-10.904222362043996</c:v>
                </c:pt>
                <c:pt idx="2498">
                  <c:v>-10.90741423192199</c:v>
                </c:pt>
                <c:pt idx="2499">
                  <c:v>-10.910601317000996</c:v>
                </c:pt>
                <c:pt idx="2500">
                  <c:v>-10.913783620660993</c:v>
                </c:pt>
                <c:pt idx="2501">
                  <c:v>-10.916961146283001</c:v>
                </c:pt>
                <c:pt idx="2502">
                  <c:v>-10.920133897244014</c:v>
                </c:pt>
                <c:pt idx="2503">
                  <c:v>-10.923301876916</c:v>
                </c:pt>
                <c:pt idx="2504">
                  <c:v>-10.92646508866801</c:v>
                </c:pt>
                <c:pt idx="2505">
                  <c:v>-10.929623535871016</c:v>
                </c:pt>
                <c:pt idx="2506">
                  <c:v>-10.932777221885999</c:v>
                </c:pt>
                <c:pt idx="2507">
                  <c:v>-10.935926150076995</c:v>
                </c:pt>
                <c:pt idx="2508">
                  <c:v>-10.939070323799015</c:v>
                </c:pt>
                <c:pt idx="2509">
                  <c:v>-10.942209746410015</c:v>
                </c:pt>
                <c:pt idx="2510">
                  <c:v>-10.945344421262007</c:v>
                </c:pt>
                <c:pt idx="2511">
                  <c:v>-10.948474351705002</c:v>
                </c:pt>
                <c:pt idx="2512">
                  <c:v>-10.951599541082999</c:v>
                </c:pt>
                <c:pt idx="2513">
                  <c:v>-10.954719992740991</c:v>
                </c:pt>
                <c:pt idx="2514">
                  <c:v>-10.957835710020007</c:v>
                </c:pt>
                <c:pt idx="2515">
                  <c:v>-10.960946696256997</c:v>
                </c:pt>
                <c:pt idx="2516">
                  <c:v>-10.964052954786993</c:v>
                </c:pt>
                <c:pt idx="2517">
                  <c:v>-10.967154488939983</c:v>
                </c:pt>
                <c:pt idx="2518">
                  <c:v>-10.970251302046989</c:v>
                </c:pt>
                <c:pt idx="2519">
                  <c:v>-10.973343397432004</c:v>
                </c:pt>
                <c:pt idx="2520">
                  <c:v>-10.976430778419001</c:v>
                </c:pt>
                <c:pt idx="2521">
                  <c:v>-10.979513448326003</c:v>
                </c:pt>
                <c:pt idx="2522">
                  <c:v>-10.982591410470988</c:v>
                </c:pt>
                <c:pt idx="2523">
                  <c:v>-10.985664668168994</c:v>
                </c:pt>
                <c:pt idx="2524">
                  <c:v>-10.988733224730012</c:v>
                </c:pt>
                <c:pt idx="2525">
                  <c:v>-10.991797083459986</c:v>
                </c:pt>
                <c:pt idx="2526">
                  <c:v>-10.994856247667997</c:v>
                </c:pt>
                <c:pt idx="2527">
                  <c:v>-10.997910720653991</c:v>
                </c:pt>
                <c:pt idx="2528">
                  <c:v>-11.000960505717018</c:v>
                </c:pt>
                <c:pt idx="2529">
                  <c:v>-11.00400560615401</c:v>
                </c:pt>
                <c:pt idx="2530">
                  <c:v>-11.007046025259015</c:v>
                </c:pt>
                <c:pt idx="2531">
                  <c:v>-11.010081766321008</c:v>
                </c:pt>
                <c:pt idx="2532">
                  <c:v>-11.013112832628991</c:v>
                </c:pt>
                <c:pt idx="2533">
                  <c:v>-11.016139227467008</c:v>
                </c:pt>
                <c:pt idx="2534">
                  <c:v>-11.019160954116018</c:v>
                </c:pt>
                <c:pt idx="2535">
                  <c:v>-11.02217801585698</c:v>
                </c:pt>
                <c:pt idx="2536">
                  <c:v>-11.025190415963991</c:v>
                </c:pt>
                <c:pt idx="2537">
                  <c:v>-11.028198157710989</c:v>
                </c:pt>
                <c:pt idx="2538">
                  <c:v>-11.031201244367011</c:v>
                </c:pt>
                <c:pt idx="2539">
                  <c:v>-11.034199679200995</c:v>
                </c:pt>
                <c:pt idx="2540">
                  <c:v>-11.037193465477003</c:v>
                </c:pt>
                <c:pt idx="2541">
                  <c:v>-11.040182606456014</c:v>
                </c:pt>
                <c:pt idx="2542">
                  <c:v>-11.043167105395</c:v>
                </c:pt>
                <c:pt idx="2543">
                  <c:v>-11.046146965552992</c:v>
                </c:pt>
                <c:pt idx="2544">
                  <c:v>-11.049122190180995</c:v>
                </c:pt>
                <c:pt idx="2545">
                  <c:v>-11.052092782529002</c:v>
                </c:pt>
                <c:pt idx="2546">
                  <c:v>-11.055058745844008</c:v>
                </c:pt>
                <c:pt idx="2547">
                  <c:v>-11.058020083371005</c:v>
                </c:pt>
                <c:pt idx="2548">
                  <c:v>-11.060976798349998</c:v>
                </c:pt>
                <c:pt idx="2549">
                  <c:v>-11.063928894021004</c:v>
                </c:pt>
                <c:pt idx="2550">
                  <c:v>-11.066876373618001</c:v>
                </c:pt>
                <c:pt idx="2551">
                  <c:v>-11.069819240376006</c:v>
                </c:pt>
                <c:pt idx="2552">
                  <c:v>-11.072757497523</c:v>
                </c:pt>
                <c:pt idx="2553">
                  <c:v>-11.075691148286012</c:v>
                </c:pt>
                <c:pt idx="2554">
                  <c:v>-11.078620195891006</c:v>
                </c:pt>
                <c:pt idx="2555">
                  <c:v>-11.081544643556001</c:v>
                </c:pt>
                <c:pt idx="2556">
                  <c:v>-11.08446449450301</c:v>
                </c:pt>
                <c:pt idx="2557">
                  <c:v>-11.087379751946997</c:v>
                </c:pt>
                <c:pt idx="2558">
                  <c:v>-11.090290419098991</c:v>
                </c:pt>
                <c:pt idx="2559">
                  <c:v>-11.093196499169011</c:v>
                </c:pt>
                <c:pt idx="2560">
                  <c:v>-11.096097995366989</c:v>
                </c:pt>
                <c:pt idx="2561">
                  <c:v>-11.098994910895001</c:v>
                </c:pt>
                <c:pt idx="2562">
                  <c:v>-11.101887248954995</c:v>
                </c:pt>
                <c:pt idx="2563">
                  <c:v>-11.104775012745009</c:v>
                </c:pt>
                <c:pt idx="2564">
                  <c:v>-11.107658205460993</c:v>
                </c:pt>
                <c:pt idx="2565">
                  <c:v>-11.110536830298003</c:v>
                </c:pt>
                <c:pt idx="2566">
                  <c:v>-11.113410890443006</c:v>
                </c:pt>
                <c:pt idx="2567">
                  <c:v>-11.116280389084991</c:v>
                </c:pt>
                <c:pt idx="2568">
                  <c:v>-11.119145329409008</c:v>
                </c:pt>
                <c:pt idx="2569">
                  <c:v>-11.122005714596995</c:v>
                </c:pt>
                <c:pt idx="2570">
                  <c:v>-11.124861547826015</c:v>
                </c:pt>
                <c:pt idx="2571">
                  <c:v>-11.127712832274014</c:v>
                </c:pt>
                <c:pt idx="2572">
                  <c:v>-11.130559571111988</c:v>
                </c:pt>
                <c:pt idx="2573">
                  <c:v>-11.133401767512993</c:v>
                </c:pt>
                <c:pt idx="2574">
                  <c:v>-11.136239424644018</c:v>
                </c:pt>
                <c:pt idx="2575">
                  <c:v>-11.139072545670004</c:v>
                </c:pt>
                <c:pt idx="2576">
                  <c:v>-11.141901133752015</c:v>
                </c:pt>
                <c:pt idx="2577">
                  <c:v>-11.144725192051013</c:v>
                </c:pt>
                <c:pt idx="2578">
                  <c:v>-11.147544723723001</c:v>
                </c:pt>
                <c:pt idx="2579">
                  <c:v>-11.150359731920986</c:v>
                </c:pt>
                <c:pt idx="2580">
                  <c:v>-11.153170219795996</c:v>
                </c:pt>
                <c:pt idx="2581">
                  <c:v>-11.155976190497995</c:v>
                </c:pt>
                <c:pt idx="2582">
                  <c:v>-11.158777647171007</c:v>
                </c:pt>
                <c:pt idx="2583">
                  <c:v>-11.16157459295799</c:v>
                </c:pt>
                <c:pt idx="2584">
                  <c:v>-11.164367030996999</c:v>
                </c:pt>
                <c:pt idx="2585">
                  <c:v>-11.167154964428988</c:v>
                </c:pt>
                <c:pt idx="2586">
                  <c:v>-11.169938396386002</c:v>
                </c:pt>
                <c:pt idx="2587">
                  <c:v>-11.172717330000012</c:v>
                </c:pt>
                <c:pt idx="2588">
                  <c:v>-11.175491768398999</c:v>
                </c:pt>
                <c:pt idx="2589">
                  <c:v>-11.17826171470999</c:v>
                </c:pt>
                <c:pt idx="2590">
                  <c:v>-11.181027172056986</c:v>
                </c:pt>
                <c:pt idx="2591">
                  <c:v>-11.183788143559994</c:v>
                </c:pt>
                <c:pt idx="2592">
                  <c:v>-11.186544632336989</c:v>
                </c:pt>
                <c:pt idx="2593">
                  <c:v>-11.189296641500988</c:v>
                </c:pt>
                <c:pt idx="2594">
                  <c:v>-11.192044174167009</c:v>
                </c:pt>
                <c:pt idx="2595">
                  <c:v>-11.194787233444004</c:v>
                </c:pt>
                <c:pt idx="2596">
                  <c:v>-11.197525822439005</c:v>
                </c:pt>
                <c:pt idx="2597">
                  <c:v>-11.200259944254995</c:v>
                </c:pt>
                <c:pt idx="2598">
                  <c:v>-11.202989601995</c:v>
                </c:pt>
                <c:pt idx="2599">
                  <c:v>-11.205714798756006</c:v>
                </c:pt>
                <c:pt idx="2600">
                  <c:v>-11.208435537636007</c:v>
                </c:pt>
                <c:pt idx="2601">
                  <c:v>-11.211151821725991</c:v>
                </c:pt>
                <c:pt idx="2602">
                  <c:v>-11.213863654118015</c:v>
                </c:pt>
                <c:pt idx="2603">
                  <c:v>-11.216571037899996</c:v>
                </c:pt>
                <c:pt idx="2604">
                  <c:v>-11.219273976155989</c:v>
                </c:pt>
                <c:pt idx="2605">
                  <c:v>-11.221972471968016</c:v>
                </c:pt>
                <c:pt idx="2606">
                  <c:v>-11.224666528417998</c:v>
                </c:pt>
                <c:pt idx="2607">
                  <c:v>-11.227356148580981</c:v>
                </c:pt>
                <c:pt idx="2608">
                  <c:v>-11.230041335531993</c:v>
                </c:pt>
                <c:pt idx="2609">
                  <c:v>-11.232722092341987</c:v>
                </c:pt>
                <c:pt idx="2610">
                  <c:v>-11.235398422079996</c:v>
                </c:pt>
                <c:pt idx="2611">
                  <c:v>-11.238070327811997</c:v>
                </c:pt>
                <c:pt idx="2612">
                  <c:v>-11.240737812601992</c:v>
                </c:pt>
                <c:pt idx="2613">
                  <c:v>-11.243400879511015</c:v>
                </c:pt>
                <c:pt idx="2614">
                  <c:v>-11.246059531595009</c:v>
                </c:pt>
                <c:pt idx="2615">
                  <c:v>-11.248713771912008</c:v>
                </c:pt>
                <c:pt idx="2616">
                  <c:v>-11.251363603514008</c:v>
                </c:pt>
                <c:pt idx="2617">
                  <c:v>-11.254009029450003</c:v>
                </c:pt>
                <c:pt idx="2618">
                  <c:v>-11.256650052768009</c:v>
                </c:pt>
                <c:pt idx="2619">
                  <c:v>-11.259286676513</c:v>
                </c:pt>
                <c:pt idx="2620">
                  <c:v>-11.261918903726013</c:v>
                </c:pt>
                <c:pt idx="2621">
                  <c:v>-11.264546737448001</c:v>
                </c:pt>
                <c:pt idx="2622">
                  <c:v>-11.267170180713009</c:v>
                </c:pt>
                <c:pt idx="2623">
                  <c:v>-11.269789236558012</c:v>
                </c:pt>
                <c:pt idx="2624">
                  <c:v>-11.27240390801299</c:v>
                </c:pt>
                <c:pt idx="2625">
                  <c:v>-11.275014198105993</c:v>
                </c:pt>
                <c:pt idx="2626">
                  <c:v>-11.277620109862994</c:v>
                </c:pt>
                <c:pt idx="2627">
                  <c:v>-11.280221646309002</c:v>
                </c:pt>
                <c:pt idx="2628">
                  <c:v>-11.282818810462999</c:v>
                </c:pt>
                <c:pt idx="2629">
                  <c:v>-11.285411605343995</c:v>
                </c:pt>
                <c:pt idx="2630">
                  <c:v>-11.288000033967023</c:v>
                </c:pt>
                <c:pt idx="2631">
                  <c:v>-11.290584099344017</c:v>
                </c:pt>
                <c:pt idx="2632">
                  <c:v>-11.293163804486994</c:v>
                </c:pt>
                <c:pt idx="2633">
                  <c:v>-11.295739152402007</c:v>
                </c:pt>
                <c:pt idx="2634">
                  <c:v>-11.298310146094991</c:v>
                </c:pt>
                <c:pt idx="2635">
                  <c:v>-11.300876788566001</c:v>
                </c:pt>
                <c:pt idx="2636">
                  <c:v>-11.303439082817022</c:v>
                </c:pt>
                <c:pt idx="2637">
                  <c:v>-11.305997031843987</c:v>
                </c:pt>
                <c:pt idx="2638">
                  <c:v>-11.30855063864098</c:v>
                </c:pt>
                <c:pt idx="2639">
                  <c:v>-11.311099906199019</c:v>
                </c:pt>
                <c:pt idx="2640">
                  <c:v>-11.313644837509003</c:v>
                </c:pt>
                <c:pt idx="2641">
                  <c:v>-11.316185435557003</c:v>
                </c:pt>
                <c:pt idx="2642">
                  <c:v>-11.318721703325991</c:v>
                </c:pt>
                <c:pt idx="2643">
                  <c:v>-11.321253643795984</c:v>
                </c:pt>
                <c:pt idx="2644">
                  <c:v>-11.323781259949016</c:v>
                </c:pt>
                <c:pt idx="2645">
                  <c:v>-11.326304554757996</c:v>
                </c:pt>
                <c:pt idx="2646">
                  <c:v>-11.328823531198992</c:v>
                </c:pt>
                <c:pt idx="2647">
                  <c:v>-11.331338192239997</c:v>
                </c:pt>
                <c:pt idx="2648">
                  <c:v>-11.333848540849999</c:v>
                </c:pt>
                <c:pt idx="2649">
                  <c:v>-11.336354579995998</c:v>
                </c:pt>
                <c:pt idx="2650">
                  <c:v>-11.338856312640019</c:v>
                </c:pt>
                <c:pt idx="2651">
                  <c:v>-11.341353741743006</c:v>
                </c:pt>
                <c:pt idx="2652">
                  <c:v>-11.34384687026099</c:v>
                </c:pt>
                <c:pt idx="2653">
                  <c:v>-11.346335701150991</c:v>
                </c:pt>
                <c:pt idx="2654">
                  <c:v>-11.348820237365004</c:v>
                </c:pt>
                <c:pt idx="2655">
                  <c:v>-11.351300481853997</c:v>
                </c:pt>
                <c:pt idx="2656">
                  <c:v>-11.353776437562999</c:v>
                </c:pt>
                <c:pt idx="2657">
                  <c:v>-11.356248107439995</c:v>
                </c:pt>
                <c:pt idx="2658">
                  <c:v>-11.358715494426008</c:v>
                </c:pt>
                <c:pt idx="2659">
                  <c:v>-11.361178601460011</c:v>
                </c:pt>
                <c:pt idx="2660">
                  <c:v>-11.363637431478992</c:v>
                </c:pt>
                <c:pt idx="2661">
                  <c:v>-11.36609198742002</c:v>
                </c:pt>
                <c:pt idx="2662">
                  <c:v>-11.368542272213006</c:v>
                </c:pt>
                <c:pt idx="2663">
                  <c:v>-11.370988288786975</c:v>
                </c:pt>
                <c:pt idx="2664">
                  <c:v>-11.373430040071014</c:v>
                </c:pt>
                <c:pt idx="2665">
                  <c:v>-11.375867528985992</c:v>
                </c:pt>
                <c:pt idx="2666">
                  <c:v>-11.37830075845801</c:v>
                </c:pt>
                <c:pt idx="2667">
                  <c:v>-11.380729731403989</c:v>
                </c:pt>
                <c:pt idx="2668">
                  <c:v>-11.383154450739994</c:v>
                </c:pt>
                <c:pt idx="2669">
                  <c:v>-11.385574919381014</c:v>
                </c:pt>
                <c:pt idx="2670">
                  <c:v>-11.387991140238995</c:v>
                </c:pt>
                <c:pt idx="2671">
                  <c:v>-11.390403116222984</c:v>
                </c:pt>
                <c:pt idx="2672">
                  <c:v>-11.392810850239016</c:v>
                </c:pt>
                <c:pt idx="2673">
                  <c:v>-11.395214345190993</c:v>
                </c:pt>
                <c:pt idx="2674">
                  <c:v>-11.397613603981</c:v>
                </c:pt>
                <c:pt idx="2675">
                  <c:v>-11.400008629506999</c:v>
                </c:pt>
                <c:pt idx="2676">
                  <c:v>-11.402399424666982</c:v>
                </c:pt>
                <c:pt idx="2677">
                  <c:v>-11.404785992351975</c:v>
                </c:pt>
                <c:pt idx="2678">
                  <c:v>-11.407168335455992</c:v>
                </c:pt>
                <c:pt idx="2679">
                  <c:v>-11.409546456867986</c:v>
                </c:pt>
                <c:pt idx="2680">
                  <c:v>-11.41192035947202</c:v>
                </c:pt>
                <c:pt idx="2681">
                  <c:v>-11.414290046152018</c:v>
                </c:pt>
                <c:pt idx="2682">
                  <c:v>-11.416655519791988</c:v>
                </c:pt>
                <c:pt idx="2683">
                  <c:v>-11.419016783268006</c:v>
                </c:pt>
                <c:pt idx="2684">
                  <c:v>-11.421373839457999</c:v>
                </c:pt>
                <c:pt idx="2685">
                  <c:v>-11.423726691233981</c:v>
                </c:pt>
                <c:pt idx="2686">
                  <c:v>-11.426075341468021</c:v>
                </c:pt>
                <c:pt idx="2687">
                  <c:v>-11.428419793029008</c:v>
                </c:pt>
                <c:pt idx="2688">
                  <c:v>-11.430760048782986</c:v>
                </c:pt>
                <c:pt idx="2689">
                  <c:v>-11.433096111594011</c:v>
                </c:pt>
                <c:pt idx="2690">
                  <c:v>-11.43542798432199</c:v>
                </c:pt>
                <c:pt idx="2691">
                  <c:v>-11.437755669827027</c:v>
                </c:pt>
                <c:pt idx="2692">
                  <c:v>-11.440079170964992</c:v>
                </c:pt>
                <c:pt idx="2693">
                  <c:v>-11.442398490589994</c:v>
                </c:pt>
                <c:pt idx="2694">
                  <c:v>-11.444713631551025</c:v>
                </c:pt>
                <c:pt idx="2695">
                  <c:v>-11.447024596700004</c:v>
                </c:pt>
                <c:pt idx="2696">
                  <c:v>-11.449331388882001</c:v>
                </c:pt>
                <c:pt idx="2697">
                  <c:v>-11.451634010940012</c:v>
                </c:pt>
                <c:pt idx="2698">
                  <c:v>-11.453932465715013</c:v>
                </c:pt>
                <c:pt idx="2699">
                  <c:v>-11.456226756047982</c:v>
                </c:pt>
                <c:pt idx="2700">
                  <c:v>-11.458516884774014</c:v>
                </c:pt>
                <c:pt idx="2701">
                  <c:v>-11.461835595003009</c:v>
                </c:pt>
                <c:pt idx="2702">
                  <c:v>-11.465150149289002</c:v>
                </c:pt>
                <c:pt idx="2703">
                  <c:v>-11.468460550462993</c:v>
                </c:pt>
                <c:pt idx="2704">
                  <c:v>-11.471766801351009</c:v>
                </c:pt>
                <c:pt idx="2705">
                  <c:v>-11.475068904777004</c:v>
                </c:pt>
                <c:pt idx="2706">
                  <c:v>-11.478366863562997</c:v>
                </c:pt>
                <c:pt idx="2707">
                  <c:v>-11.481660680528023</c:v>
                </c:pt>
                <c:pt idx="2708">
                  <c:v>-11.484950358488021</c:v>
                </c:pt>
                <c:pt idx="2709">
                  <c:v>-11.488235900257024</c:v>
                </c:pt>
                <c:pt idx="2710">
                  <c:v>-11.491517308648014</c:v>
                </c:pt>
                <c:pt idx="2711">
                  <c:v>-11.494794586469993</c:v>
                </c:pt>
                <c:pt idx="2712">
                  <c:v>-11.498067736530004</c:v>
                </c:pt>
                <c:pt idx="2713">
                  <c:v>-11.50133676163199</c:v>
                </c:pt>
                <c:pt idx="2714">
                  <c:v>-11.50460166457799</c:v>
                </c:pt>
                <c:pt idx="2715">
                  <c:v>-11.507862448167003</c:v>
                </c:pt>
                <c:pt idx="2716">
                  <c:v>-11.511119115197005</c:v>
                </c:pt>
                <c:pt idx="2717">
                  <c:v>-11.51437166846398</c:v>
                </c:pt>
                <c:pt idx="2718">
                  <c:v>-11.517620110758003</c:v>
                </c:pt>
                <c:pt idx="2719">
                  <c:v>-11.52086444487</c:v>
                </c:pt>
                <c:pt idx="2720">
                  <c:v>-11.524104673587999</c:v>
                </c:pt>
                <c:pt idx="2721">
                  <c:v>-11.527340799694002</c:v>
                </c:pt>
                <c:pt idx="2722">
                  <c:v>-11.530572825975014</c:v>
                </c:pt>
                <c:pt idx="2723">
                  <c:v>-11.533800755208006</c:v>
                </c:pt>
                <c:pt idx="2724">
                  <c:v>-11.537024590171995</c:v>
                </c:pt>
                <c:pt idx="2725">
                  <c:v>-11.540244333641994</c:v>
                </c:pt>
                <c:pt idx="2726">
                  <c:v>-11.543459988391987</c:v>
                </c:pt>
                <c:pt idx="2727">
                  <c:v>-11.546671557189995</c:v>
                </c:pt>
                <c:pt idx="2728">
                  <c:v>-11.549879042805998</c:v>
                </c:pt>
                <c:pt idx="2729">
                  <c:v>-11.553082448006023</c:v>
                </c:pt>
                <c:pt idx="2730">
                  <c:v>-11.556281775553003</c:v>
                </c:pt>
                <c:pt idx="2731">
                  <c:v>-11.559477028206999</c:v>
                </c:pt>
                <c:pt idx="2732">
                  <c:v>-11.562668208728013</c:v>
                </c:pt>
                <c:pt idx="2733">
                  <c:v>-11.565855319869996</c:v>
                </c:pt>
                <c:pt idx="2734">
                  <c:v>-11.569038364389002</c:v>
                </c:pt>
                <c:pt idx="2735">
                  <c:v>-11.572217345035995</c:v>
                </c:pt>
                <c:pt idx="2736">
                  <c:v>-11.575392264557991</c:v>
                </c:pt>
                <c:pt idx="2737">
                  <c:v>-11.578563125703994</c:v>
                </c:pt>
                <c:pt idx="2738">
                  <c:v>-11.581729931217012</c:v>
                </c:pt>
                <c:pt idx="2739">
                  <c:v>-11.584892683837978</c:v>
                </c:pt>
                <c:pt idx="2740">
                  <c:v>-11.588051386309019</c:v>
                </c:pt>
                <c:pt idx="2741">
                  <c:v>-11.591206041365012</c:v>
                </c:pt>
                <c:pt idx="2742">
                  <c:v>-11.594356651741009</c:v>
                </c:pt>
                <c:pt idx="2743">
                  <c:v>-11.597503220170012</c:v>
                </c:pt>
                <c:pt idx="2744">
                  <c:v>-11.600645749379993</c:v>
                </c:pt>
                <c:pt idx="2745">
                  <c:v>-11.603784242101995</c:v>
                </c:pt>
                <c:pt idx="2746">
                  <c:v>-11.606918701057992</c:v>
                </c:pt>
                <c:pt idx="2747">
                  <c:v>-11.610049128973003</c:v>
                </c:pt>
                <c:pt idx="2748">
                  <c:v>-11.613175528566984</c:v>
                </c:pt>
                <c:pt idx="2749">
                  <c:v>-11.616297902557022</c:v>
                </c:pt>
                <c:pt idx="2750">
                  <c:v>-11.619416253659011</c:v>
                </c:pt>
                <c:pt idx="2751">
                  <c:v>-11.62253058458802</c:v>
                </c:pt>
                <c:pt idx="2752">
                  <c:v>-11.625640898054002</c:v>
                </c:pt>
                <c:pt idx="2753">
                  <c:v>-11.628747196766</c:v>
                </c:pt>
                <c:pt idx="2754">
                  <c:v>-11.631849483431012</c:v>
                </c:pt>
                <c:pt idx="2755">
                  <c:v>-11.634947760751004</c:v>
                </c:pt>
                <c:pt idx="2756">
                  <c:v>-11.638042031428995</c:v>
                </c:pt>
                <c:pt idx="2757">
                  <c:v>-11.64113229816499</c:v>
                </c:pt>
                <c:pt idx="2758">
                  <c:v>-11.644218563655983</c:v>
                </c:pt>
                <c:pt idx="2759">
                  <c:v>-11.647300830595981</c:v>
                </c:pt>
                <c:pt idx="2760">
                  <c:v>-11.650379101677999</c:v>
                </c:pt>
                <c:pt idx="2761">
                  <c:v>-11.653453379591014</c:v>
                </c:pt>
                <c:pt idx="2762">
                  <c:v>-11.656523667023009</c:v>
                </c:pt>
                <c:pt idx="2763">
                  <c:v>-11.659589966660008</c:v>
                </c:pt>
                <c:pt idx="2764">
                  <c:v>-11.66265228118499</c:v>
                </c:pt>
                <c:pt idx="2765">
                  <c:v>-11.665710613279003</c:v>
                </c:pt>
                <c:pt idx="2766">
                  <c:v>-11.668764965619999</c:v>
                </c:pt>
                <c:pt idx="2767">
                  <c:v>-11.671815340883995</c:v>
                </c:pt>
                <c:pt idx="2768">
                  <c:v>-11.674861741743996</c:v>
                </c:pt>
                <c:pt idx="2769">
                  <c:v>-11.677904170872978</c:v>
                </c:pt>
                <c:pt idx="2770">
                  <c:v>-11.680942630939995</c:v>
                </c:pt>
                <c:pt idx="2771">
                  <c:v>-11.683977124611005</c:v>
                </c:pt>
                <c:pt idx="2772">
                  <c:v>-11.687007654552019</c:v>
                </c:pt>
                <c:pt idx="2773">
                  <c:v>-11.690034223423993</c:v>
                </c:pt>
                <c:pt idx="2774">
                  <c:v>-11.693056833886004</c:v>
                </c:pt>
                <c:pt idx="2775">
                  <c:v>-11.696075488598012</c:v>
                </c:pt>
                <c:pt idx="2776">
                  <c:v>-11.699090190214008</c:v>
                </c:pt>
                <c:pt idx="2777">
                  <c:v>-11.702100941387982</c:v>
                </c:pt>
                <c:pt idx="2778">
                  <c:v>-11.705107744770999</c:v>
                </c:pt>
                <c:pt idx="2779">
                  <c:v>-11.708110603009999</c:v>
                </c:pt>
                <c:pt idx="2780">
                  <c:v>-11.711109518749993</c:v>
                </c:pt>
                <c:pt idx="2781">
                  <c:v>-11.714104494639002</c:v>
                </c:pt>
                <c:pt idx="2782">
                  <c:v>-11.717095533317007</c:v>
                </c:pt>
                <c:pt idx="2783">
                  <c:v>-11.720082637421996</c:v>
                </c:pt>
                <c:pt idx="2784">
                  <c:v>-11.72306580959301</c:v>
                </c:pt>
                <c:pt idx="2785">
                  <c:v>-11.726045052463007</c:v>
                </c:pt>
                <c:pt idx="2786">
                  <c:v>-11.729020368665005</c:v>
                </c:pt>
                <c:pt idx="2787">
                  <c:v>-11.731991760829999</c:v>
                </c:pt>
                <c:pt idx="2788">
                  <c:v>-11.734959231586004</c:v>
                </c:pt>
                <c:pt idx="2789">
                  <c:v>-11.737922783557991</c:v>
                </c:pt>
                <c:pt idx="2790">
                  <c:v>-11.74088241937099</c:v>
                </c:pt>
                <c:pt idx="2791">
                  <c:v>-11.743838141644005</c:v>
                </c:pt>
                <c:pt idx="2792">
                  <c:v>-11.746789952997005</c:v>
                </c:pt>
                <c:pt idx="2793">
                  <c:v>-11.749737856047005</c:v>
                </c:pt>
                <c:pt idx="2794">
                  <c:v>-11.752681853409001</c:v>
                </c:pt>
                <c:pt idx="2795">
                  <c:v>-11.75562194769401</c:v>
                </c:pt>
                <c:pt idx="2796">
                  <c:v>-11.758558141511998</c:v>
                </c:pt>
                <c:pt idx="2797">
                  <c:v>-11.761490437470997</c:v>
                </c:pt>
                <c:pt idx="2798">
                  <c:v>-11.764418838175999</c:v>
                </c:pt>
                <c:pt idx="2799">
                  <c:v>-11.767343346231002</c:v>
                </c:pt>
                <c:pt idx="2800">
                  <c:v>-11.770263964236989</c:v>
                </c:pt>
                <c:pt idx="2801">
                  <c:v>-11.773180694793012</c:v>
                </c:pt>
                <c:pt idx="2802">
                  <c:v>-11.776093540494003</c:v>
                </c:pt>
                <c:pt idx="2803">
                  <c:v>-11.779002503934009</c:v>
                </c:pt>
                <c:pt idx="2804">
                  <c:v>-11.781907587706996</c:v>
                </c:pt>
                <c:pt idx="2805">
                  <c:v>-11.784808794402011</c:v>
                </c:pt>
                <c:pt idx="2806">
                  <c:v>-11.787706126605997</c:v>
                </c:pt>
                <c:pt idx="2807">
                  <c:v>-11.790599586904989</c:v>
                </c:pt>
                <c:pt idx="2808">
                  <c:v>-11.79348917788198</c:v>
                </c:pt>
                <c:pt idx="2809">
                  <c:v>-11.796374902115986</c:v>
                </c:pt>
                <c:pt idx="2810">
                  <c:v>-11.79925676218798</c:v>
                </c:pt>
                <c:pt idx="2811">
                  <c:v>-11.802134760674988</c:v>
                </c:pt>
                <c:pt idx="2812">
                  <c:v>-11.805008900149005</c:v>
                </c:pt>
                <c:pt idx="2813">
                  <c:v>-11.807879183183019</c:v>
                </c:pt>
                <c:pt idx="2814">
                  <c:v>-11.810745612347006</c:v>
                </c:pt>
                <c:pt idx="2815">
                  <c:v>-11.81360819020702</c:v>
                </c:pt>
                <c:pt idx="2816">
                  <c:v>-11.816466919329997</c:v>
                </c:pt>
                <c:pt idx="2817">
                  <c:v>-11.819321802280001</c:v>
                </c:pt>
                <c:pt idx="2818">
                  <c:v>-11.822172841616009</c:v>
                </c:pt>
                <c:pt idx="2819">
                  <c:v>-11.825020039896998</c:v>
                </c:pt>
                <c:pt idx="2820">
                  <c:v>-11.827863399680979</c:v>
                </c:pt>
                <c:pt idx="2821">
                  <c:v>-11.830702923519993</c:v>
                </c:pt>
                <c:pt idx="2822">
                  <c:v>-11.833538613968983</c:v>
                </c:pt>
                <c:pt idx="2823">
                  <c:v>-11.836370473576011</c:v>
                </c:pt>
                <c:pt idx="2824">
                  <c:v>-11.839198504890021</c:v>
                </c:pt>
                <c:pt idx="2825">
                  <c:v>-11.842022710455012</c:v>
                </c:pt>
                <c:pt idx="2826">
                  <c:v>-11.844843092816006</c:v>
                </c:pt>
                <c:pt idx="2827">
                  <c:v>-11.847659654512995</c:v>
                </c:pt>
                <c:pt idx="2828">
                  <c:v>-11.850472398085998</c:v>
                </c:pt>
                <c:pt idx="2829">
                  <c:v>-11.853281326070999</c:v>
                </c:pt>
                <c:pt idx="2830">
                  <c:v>-11.856086441003981</c:v>
                </c:pt>
                <c:pt idx="2831">
                  <c:v>-11.858887745415984</c:v>
                </c:pt>
                <c:pt idx="2832">
                  <c:v>-11.861685241839012</c:v>
                </c:pt>
                <c:pt idx="2833">
                  <c:v>-11.864478932797994</c:v>
                </c:pt>
                <c:pt idx="2834">
                  <c:v>-11.867268820823</c:v>
                </c:pt>
                <c:pt idx="2835">
                  <c:v>-11.870054908435009</c:v>
                </c:pt>
                <c:pt idx="2836">
                  <c:v>-11.872837198157015</c:v>
                </c:pt>
                <c:pt idx="2837">
                  <c:v>-11.875615692509001</c:v>
                </c:pt>
                <c:pt idx="2838">
                  <c:v>-11.878390394006004</c:v>
                </c:pt>
                <c:pt idx="2839">
                  <c:v>-11.881161305163999</c:v>
                </c:pt>
                <c:pt idx="2840">
                  <c:v>-11.883928428497995</c:v>
                </c:pt>
                <c:pt idx="2841">
                  <c:v>-11.886691766517998</c:v>
                </c:pt>
                <c:pt idx="2842">
                  <c:v>-11.889451321730974</c:v>
                </c:pt>
                <c:pt idx="2843">
                  <c:v>-11.892207096646018</c:v>
                </c:pt>
                <c:pt idx="2844">
                  <c:v>-11.89495909376501</c:v>
                </c:pt>
                <c:pt idx="2845">
                  <c:v>-11.89770731559102</c:v>
                </c:pt>
                <c:pt idx="2846">
                  <c:v>-11.900451764626013</c:v>
                </c:pt>
                <c:pt idx="2847">
                  <c:v>-11.903192443366009</c:v>
                </c:pt>
                <c:pt idx="2848">
                  <c:v>-11.905929354307005</c:v>
                </c:pt>
                <c:pt idx="2849">
                  <c:v>-11.908662499943006</c:v>
                </c:pt>
                <c:pt idx="2850">
                  <c:v>-11.911391882765997</c:v>
                </c:pt>
                <c:pt idx="2851">
                  <c:v>-11.914117505264983</c:v>
                </c:pt>
                <c:pt idx="2852">
                  <c:v>-11.916839369927004</c:v>
                </c:pt>
                <c:pt idx="2853">
                  <c:v>-11.919557479237994</c:v>
                </c:pt>
                <c:pt idx="2854">
                  <c:v>-11.922271835681016</c:v>
                </c:pt>
                <c:pt idx="2855">
                  <c:v>-11.924982441736006</c:v>
                </c:pt>
                <c:pt idx="2856">
                  <c:v>-11.927689299880996</c:v>
                </c:pt>
                <c:pt idx="2857">
                  <c:v>-11.930392412595012</c:v>
                </c:pt>
                <c:pt idx="2858">
                  <c:v>-11.933091782350999</c:v>
                </c:pt>
                <c:pt idx="2859">
                  <c:v>-11.935787411623011</c:v>
                </c:pt>
                <c:pt idx="2860">
                  <c:v>-11.938479302879983</c:v>
                </c:pt>
                <c:pt idx="2861">
                  <c:v>-11.941167458590002</c:v>
                </c:pt>
                <c:pt idx="2862">
                  <c:v>-11.943851881217995</c:v>
                </c:pt>
                <c:pt idx="2863">
                  <c:v>-11.946532573231991</c:v>
                </c:pt>
                <c:pt idx="2864">
                  <c:v>-11.949209537090013</c:v>
                </c:pt>
                <c:pt idx="2865">
                  <c:v>-11.951882775254006</c:v>
                </c:pt>
                <c:pt idx="2866">
                  <c:v>-11.954552290180004</c:v>
                </c:pt>
                <c:pt idx="2867">
                  <c:v>-11.957218084325007</c:v>
                </c:pt>
                <c:pt idx="2868">
                  <c:v>-11.959880160140017</c:v>
                </c:pt>
                <c:pt idx="2869">
                  <c:v>-11.962538520079988</c:v>
                </c:pt>
                <c:pt idx="2870">
                  <c:v>-11.965193166592002</c:v>
                </c:pt>
                <c:pt idx="2871">
                  <c:v>-11.967844102123991</c:v>
                </c:pt>
                <c:pt idx="2872">
                  <c:v>-11.970491329119994</c:v>
                </c:pt>
                <c:pt idx="2873">
                  <c:v>-11.973134850023996</c:v>
                </c:pt>
                <c:pt idx="2874">
                  <c:v>-11.975774667275999</c:v>
                </c:pt>
                <c:pt idx="2875">
                  <c:v>-11.978410783316008</c:v>
                </c:pt>
                <c:pt idx="2876">
                  <c:v>-11.981043200581013</c:v>
                </c:pt>
                <c:pt idx="2877">
                  <c:v>-11.983671921503998</c:v>
                </c:pt>
                <c:pt idx="2878">
                  <c:v>-11.986296948518998</c:v>
                </c:pt>
                <c:pt idx="2879">
                  <c:v>-11.988918284054989</c:v>
                </c:pt>
                <c:pt idx="2880">
                  <c:v>-11.991535930541005</c:v>
                </c:pt>
                <c:pt idx="2881">
                  <c:v>-11.994149890404998</c:v>
                </c:pt>
                <c:pt idx="2882">
                  <c:v>-11.996760166070004</c:v>
                </c:pt>
                <c:pt idx="2883">
                  <c:v>-11.999366759957979</c:v>
                </c:pt>
                <c:pt idx="2884">
                  <c:v>-12.001969674490027</c:v>
                </c:pt>
                <c:pt idx="2885">
                  <c:v>-12.004568912083016</c:v>
                </c:pt>
                <c:pt idx="2886">
                  <c:v>-12.007164475152024</c:v>
                </c:pt>
                <c:pt idx="2887">
                  <c:v>-12.009756366114004</c:v>
                </c:pt>
                <c:pt idx="2888">
                  <c:v>-12.012344587379005</c:v>
                </c:pt>
                <c:pt idx="2889">
                  <c:v>-12.01492914135801</c:v>
                </c:pt>
                <c:pt idx="2890">
                  <c:v>-12.017510030457004</c:v>
                </c:pt>
                <c:pt idx="2891">
                  <c:v>-12.020087257083986</c:v>
                </c:pt>
                <c:pt idx="2892">
                  <c:v>-12.022660823639001</c:v>
                </c:pt>
                <c:pt idx="2893">
                  <c:v>-12.025230732528001</c:v>
                </c:pt>
                <c:pt idx="2894">
                  <c:v>-12.027796986148985</c:v>
                </c:pt>
                <c:pt idx="2895">
                  <c:v>-12.03035958689901</c:v>
                </c:pt>
                <c:pt idx="2896">
                  <c:v>-12.032918537173003</c:v>
                </c:pt>
                <c:pt idx="2897">
                  <c:v>-12.035473839366006</c:v>
                </c:pt>
                <c:pt idx="2898">
                  <c:v>-12.038025495867004</c:v>
                </c:pt>
                <c:pt idx="2899">
                  <c:v>-12.040573509068992</c:v>
                </c:pt>
                <c:pt idx="2900">
                  <c:v>-12.043117881356011</c:v>
                </c:pt>
                <c:pt idx="2901">
                  <c:v>-12.045658615115997</c:v>
                </c:pt>
                <c:pt idx="2902">
                  <c:v>-12.048195712730006</c:v>
                </c:pt>
                <c:pt idx="2903">
                  <c:v>-12.050729176580006</c:v>
                </c:pt>
                <c:pt idx="2904">
                  <c:v>-12.053259009046002</c:v>
                </c:pt>
                <c:pt idx="2905">
                  <c:v>-12.055785212504986</c:v>
                </c:pt>
                <c:pt idx="2906">
                  <c:v>-12.058307789332019</c:v>
                </c:pt>
                <c:pt idx="2907">
                  <c:v>-12.060826741899007</c:v>
                </c:pt>
                <c:pt idx="2908">
                  <c:v>-12.063342072579019</c:v>
                </c:pt>
                <c:pt idx="2909">
                  <c:v>-12.06585378374001</c:v>
                </c:pt>
                <c:pt idx="2910">
                  <c:v>-12.068361877748998</c:v>
                </c:pt>
                <c:pt idx="2911">
                  <c:v>-12.070866356972004</c:v>
                </c:pt>
                <c:pt idx="2912">
                  <c:v>-12.073367223771982</c:v>
                </c:pt>
                <c:pt idx="2913">
                  <c:v>-12.075864480510006</c:v>
                </c:pt>
                <c:pt idx="2914">
                  <c:v>-12.078358129544</c:v>
                </c:pt>
                <c:pt idx="2915">
                  <c:v>-12.080848173231004</c:v>
                </c:pt>
                <c:pt idx="2916">
                  <c:v>-12.083334613927974</c:v>
                </c:pt>
                <c:pt idx="2917">
                  <c:v>-12.085817453987005</c:v>
                </c:pt>
                <c:pt idx="2918">
                  <c:v>-12.088296695758999</c:v>
                </c:pt>
                <c:pt idx="2919">
                  <c:v>-12.090772341593009</c:v>
                </c:pt>
                <c:pt idx="2920">
                  <c:v>-12.093244393835988</c:v>
                </c:pt>
                <c:pt idx="2921">
                  <c:v>-12.095712854832016</c:v>
                </c:pt>
                <c:pt idx="2922">
                  <c:v>-12.098177726925996</c:v>
                </c:pt>
                <c:pt idx="2923">
                  <c:v>-12.100639012458998</c:v>
                </c:pt>
                <c:pt idx="2924">
                  <c:v>-12.103096713768991</c:v>
                </c:pt>
                <c:pt idx="2925">
                  <c:v>-12.105550833194002</c:v>
                </c:pt>
                <c:pt idx="2926">
                  <c:v>-12.108001373069015</c:v>
                </c:pt>
                <c:pt idx="2927">
                  <c:v>-12.11044833572501</c:v>
                </c:pt>
                <c:pt idx="2928">
                  <c:v>-12.112891723496006</c:v>
                </c:pt>
                <c:pt idx="2929">
                  <c:v>-12.115331538711018</c:v>
                </c:pt>
                <c:pt idx="2930">
                  <c:v>-12.117767783695996</c:v>
                </c:pt>
                <c:pt idx="2931">
                  <c:v>-12.120200460776005</c:v>
                </c:pt>
                <c:pt idx="2932">
                  <c:v>-12.122629572275997</c:v>
                </c:pt>
                <c:pt idx="2933">
                  <c:v>-12.125055120513991</c:v>
                </c:pt>
                <c:pt idx="2934">
                  <c:v>-12.127477107814002</c:v>
                </c:pt>
                <c:pt idx="2935">
                  <c:v>-12.129895536489983</c:v>
                </c:pt>
                <c:pt idx="2936">
                  <c:v>-12.13231040885799</c:v>
                </c:pt>
                <c:pt idx="2937">
                  <c:v>-12.134721727232005</c:v>
                </c:pt>
                <c:pt idx="2938">
                  <c:v>-12.137129493922998</c:v>
                </c:pt>
                <c:pt idx="2939">
                  <c:v>-12.139533711239011</c:v>
                </c:pt>
                <c:pt idx="2940">
                  <c:v>-12.141934381491012</c:v>
                </c:pt>
                <c:pt idx="2941">
                  <c:v>-12.144331506983008</c:v>
                </c:pt>
                <c:pt idx="2942">
                  <c:v>-12.146725090018009</c:v>
                </c:pt>
                <c:pt idx="2943">
                  <c:v>-12.149115132898004</c:v>
                </c:pt>
                <c:pt idx="2944">
                  <c:v>-12.151501637922991</c:v>
                </c:pt>
                <c:pt idx="2945">
                  <c:v>-12.153884607389983</c:v>
                </c:pt>
                <c:pt idx="2946">
                  <c:v>-12.156264043595996</c:v>
                </c:pt>
                <c:pt idx="2947">
                  <c:v>-12.158639948833979</c:v>
                </c:pt>
                <c:pt idx="2948">
                  <c:v>-12.161012325397024</c:v>
                </c:pt>
                <c:pt idx="2949">
                  <c:v>-12.163381175574017</c:v>
                </c:pt>
                <c:pt idx="2950">
                  <c:v>-12.165746501654013</c:v>
                </c:pt>
                <c:pt idx="2951">
                  <c:v>-12.16810830592101</c:v>
                </c:pt>
                <c:pt idx="2952">
                  <c:v>-12.170466590660993</c:v>
                </c:pt>
                <c:pt idx="2953">
                  <c:v>-12.172821358156995</c:v>
                </c:pt>
                <c:pt idx="2954">
                  <c:v>-12.17517261068798</c:v>
                </c:pt>
                <c:pt idx="2955">
                  <c:v>-12.177520350533001</c:v>
                </c:pt>
                <c:pt idx="2956">
                  <c:v>-12.179864579965994</c:v>
                </c:pt>
                <c:pt idx="2957">
                  <c:v>-12.182205301265981</c:v>
                </c:pt>
                <c:pt idx="2958">
                  <c:v>-12.184542516703004</c:v>
                </c:pt>
                <c:pt idx="2959">
                  <c:v>-12.186876228548016</c:v>
                </c:pt>
                <c:pt idx="2960">
                  <c:v>-12.189206439070006</c:v>
                </c:pt>
                <c:pt idx="2961">
                  <c:v>-12.191533150536003</c:v>
                </c:pt>
                <c:pt idx="2962">
                  <c:v>-12.193856365209996</c:v>
                </c:pt>
                <c:pt idx="2963">
                  <c:v>-12.196176085356001</c:v>
                </c:pt>
                <c:pt idx="2964">
                  <c:v>-12.198492313234993</c:v>
                </c:pt>
                <c:pt idx="2965">
                  <c:v>-12.200805051105988</c:v>
                </c:pt>
                <c:pt idx="2966">
                  <c:v>-12.20311430122598</c:v>
                </c:pt>
                <c:pt idx="2967">
                  <c:v>-12.205420065850973</c:v>
                </c:pt>
                <c:pt idx="2968">
                  <c:v>-12.207722347233982</c:v>
                </c:pt>
                <c:pt idx="2969">
                  <c:v>-12.210021147627003</c:v>
                </c:pt>
                <c:pt idx="2970">
                  <c:v>-12.212316469280012</c:v>
                </c:pt>
                <c:pt idx="2971">
                  <c:v>-12.21460831444</c:v>
                </c:pt>
                <c:pt idx="2972">
                  <c:v>-12.216896685352992</c:v>
                </c:pt>
                <c:pt idx="2973">
                  <c:v>-12.219181584263993</c:v>
                </c:pt>
                <c:pt idx="2974">
                  <c:v>-12.221463013412006</c:v>
                </c:pt>
                <c:pt idx="2975">
                  <c:v>-12.223740975042006</c:v>
                </c:pt>
                <c:pt idx="2976">
                  <c:v>-12.22601547138899</c:v>
                </c:pt>
                <c:pt idx="2977">
                  <c:v>-12.228286504689976</c:v>
                </c:pt>
                <c:pt idx="2978">
                  <c:v>-12.230554077180017</c:v>
                </c:pt>
                <c:pt idx="2979">
                  <c:v>-12.232818191091013</c:v>
                </c:pt>
                <c:pt idx="2980">
                  <c:v>-12.235078848653018</c:v>
                </c:pt>
                <c:pt idx="2981">
                  <c:v>-12.237336052098016</c:v>
                </c:pt>
                <c:pt idx="2982">
                  <c:v>-12.239589803650006</c:v>
                </c:pt>
                <c:pt idx="2983">
                  <c:v>-12.241840105535999</c:v>
                </c:pt>
                <c:pt idx="2984">
                  <c:v>-12.244086959978006</c:v>
                </c:pt>
                <c:pt idx="2985">
                  <c:v>-12.246330369198006</c:v>
                </c:pt>
                <c:pt idx="2986">
                  <c:v>-12.248570335414001</c:v>
                </c:pt>
                <c:pt idx="2987">
                  <c:v>-12.250806860845984</c:v>
                </c:pt>
                <c:pt idx="2988">
                  <c:v>-12.253039947707975</c:v>
                </c:pt>
                <c:pt idx="2989">
                  <c:v>-12.255269598216017</c:v>
                </c:pt>
                <c:pt idx="2990">
                  <c:v>-12.257495814579016</c:v>
                </c:pt>
                <c:pt idx="2991">
                  <c:v>-12.25971859901</c:v>
                </c:pt>
                <c:pt idx="2992">
                  <c:v>-12.261937953715005</c:v>
                </c:pt>
                <c:pt idx="2993">
                  <c:v>-12.264153880902001</c:v>
                </c:pt>
                <c:pt idx="2994">
                  <c:v>-12.266366382775004</c:v>
                </c:pt>
                <c:pt idx="2995">
                  <c:v>-12.268575461536983</c:v>
                </c:pt>
                <c:pt idx="2996">
                  <c:v>-12.270781119389</c:v>
                </c:pt>
                <c:pt idx="2997">
                  <c:v>-12.27298335852899</c:v>
                </c:pt>
                <c:pt idx="2998">
                  <c:v>-12.275182181155003</c:v>
                </c:pt>
                <c:pt idx="2999">
                  <c:v>-12.277377589462986</c:v>
                </c:pt>
                <c:pt idx="3000">
                  <c:v>-12.279569585645021</c:v>
                </c:pt>
                <c:pt idx="3001">
                  <c:v>-12.282603813983997</c:v>
                </c:pt>
                <c:pt idx="3002">
                  <c:v>-12.285634634578003</c:v>
                </c:pt>
                <c:pt idx="3003">
                  <c:v>-12.288662049615994</c:v>
                </c:pt>
                <c:pt idx="3004">
                  <c:v>-12.291686061284992</c:v>
                </c:pt>
                <c:pt idx="3005">
                  <c:v>-12.294706671767017</c:v>
                </c:pt>
                <c:pt idx="3006">
                  <c:v>-12.297723883247983</c:v>
                </c:pt>
                <c:pt idx="3007">
                  <c:v>-12.300737697904992</c:v>
                </c:pt>
                <c:pt idx="3008">
                  <c:v>-12.303748117917991</c:v>
                </c:pt>
                <c:pt idx="3009">
                  <c:v>-12.306755145463995</c:v>
                </c:pt>
                <c:pt idx="3010">
                  <c:v>-12.309758782719001</c:v>
                </c:pt>
                <c:pt idx="3011">
                  <c:v>-12.312759031854995</c:v>
                </c:pt>
                <c:pt idx="3012">
                  <c:v>-12.315755895043992</c:v>
                </c:pt>
                <c:pt idx="3013">
                  <c:v>-12.318749374454995</c:v>
                </c:pt>
                <c:pt idx="3014">
                  <c:v>-12.321739472256013</c:v>
                </c:pt>
                <c:pt idx="3015">
                  <c:v>-12.324726190615024</c:v>
                </c:pt>
                <c:pt idx="3016">
                  <c:v>-12.327709531692989</c:v>
                </c:pt>
                <c:pt idx="3017">
                  <c:v>-12.330689497653992</c:v>
                </c:pt>
                <c:pt idx="3018">
                  <c:v>-12.333666090657999</c:v>
                </c:pt>
                <c:pt idx="3019">
                  <c:v>-12.336639312865003</c:v>
                </c:pt>
                <c:pt idx="3020">
                  <c:v>-12.339609166429</c:v>
                </c:pt>
                <c:pt idx="3021">
                  <c:v>-12.342575653508987</c:v>
                </c:pt>
                <c:pt idx="3022">
                  <c:v>-12.345538776255012</c:v>
                </c:pt>
                <c:pt idx="3023">
                  <c:v>-12.348498536818994</c:v>
                </c:pt>
                <c:pt idx="3024">
                  <c:v>-12.351454937352997</c:v>
                </c:pt>
                <c:pt idx="3025">
                  <c:v>-12.354407980003003</c:v>
                </c:pt>
                <c:pt idx="3026">
                  <c:v>-12.357357666913998</c:v>
                </c:pt>
                <c:pt idx="3027">
                  <c:v>-12.360304000231991</c:v>
                </c:pt>
                <c:pt idx="3028">
                  <c:v>-12.363246982099014</c:v>
                </c:pt>
                <c:pt idx="3029">
                  <c:v>-12.366186614654993</c:v>
                </c:pt>
                <c:pt idx="3030">
                  <c:v>-12.36912290004102</c:v>
                </c:pt>
                <c:pt idx="3031">
                  <c:v>-12.372055840391994</c:v>
                </c:pt>
                <c:pt idx="3032">
                  <c:v>-12.374985437843009</c:v>
                </c:pt>
                <c:pt idx="3033">
                  <c:v>-12.377911694529018</c:v>
                </c:pt>
                <c:pt idx="3034">
                  <c:v>-12.380834612580998</c:v>
                </c:pt>
                <c:pt idx="3035">
                  <c:v>-12.383754194128016</c:v>
                </c:pt>
                <c:pt idx="3036">
                  <c:v>-12.386670441299998</c:v>
                </c:pt>
                <c:pt idx="3037">
                  <c:v>-12.389583356222005</c:v>
                </c:pt>
                <c:pt idx="3038">
                  <c:v>-12.392492941018986</c:v>
                </c:pt>
                <c:pt idx="3039">
                  <c:v>-12.395399197813987</c:v>
                </c:pt>
                <c:pt idx="3040">
                  <c:v>-12.398302128728005</c:v>
                </c:pt>
                <c:pt idx="3041">
                  <c:v>-12.401201735878004</c:v>
                </c:pt>
                <c:pt idx="3042">
                  <c:v>-12.404098021386005</c:v>
                </c:pt>
                <c:pt idx="3043">
                  <c:v>-12.406990987364026</c:v>
                </c:pt>
                <c:pt idx="3044">
                  <c:v>-12.40988063592701</c:v>
                </c:pt>
                <c:pt idx="3045">
                  <c:v>-12.412766969187004</c:v>
                </c:pt>
                <c:pt idx="3046">
                  <c:v>-12.415649989255002</c:v>
                </c:pt>
                <c:pt idx="3047">
                  <c:v>-12.418529698240008</c:v>
                </c:pt>
                <c:pt idx="3048">
                  <c:v>-12.421406098246024</c:v>
                </c:pt>
                <c:pt idx="3049">
                  <c:v>-12.424279191381004</c:v>
                </c:pt>
                <c:pt idx="3050">
                  <c:v>-12.427148979748011</c:v>
                </c:pt>
                <c:pt idx="3051">
                  <c:v>-12.430015465446985</c:v>
                </c:pt>
                <c:pt idx="3052">
                  <c:v>-12.432878650579994</c:v>
                </c:pt>
                <c:pt idx="3053">
                  <c:v>-12.435738537242997</c:v>
                </c:pt>
                <c:pt idx="3054">
                  <c:v>-12.438595127531983</c:v>
                </c:pt>
                <c:pt idx="3055">
                  <c:v>-12.441448423545012</c:v>
                </c:pt>
                <c:pt idx="3056">
                  <c:v>-12.444298427371024</c:v>
                </c:pt>
                <c:pt idx="3057">
                  <c:v>-12.447145141102993</c:v>
                </c:pt>
                <c:pt idx="3058">
                  <c:v>-12.449988566830001</c:v>
                </c:pt>
                <c:pt idx="3059">
                  <c:v>-12.452828706638996</c:v>
                </c:pt>
                <c:pt idx="3060">
                  <c:v>-12.455665562616019</c:v>
                </c:pt>
                <c:pt idx="3061">
                  <c:v>-12.458499136844978</c:v>
                </c:pt>
                <c:pt idx="3062">
                  <c:v>-12.461329431410007</c:v>
                </c:pt>
                <c:pt idx="3063">
                  <c:v>-12.464156448388025</c:v>
                </c:pt>
                <c:pt idx="3064">
                  <c:v>-12.466980189861999</c:v>
                </c:pt>
                <c:pt idx="3065">
                  <c:v>-12.469800657906006</c:v>
                </c:pt>
                <c:pt idx="3066">
                  <c:v>-12.47261785459699</c:v>
                </c:pt>
                <c:pt idx="3067">
                  <c:v>-12.475431782008002</c:v>
                </c:pt>
                <c:pt idx="3068">
                  <c:v>-12.478242442211013</c:v>
                </c:pt>
                <c:pt idx="3069">
                  <c:v>-12.481049837276004</c:v>
                </c:pt>
                <c:pt idx="3070">
                  <c:v>-12.483853969271991</c:v>
                </c:pt>
                <c:pt idx="3071">
                  <c:v>-12.486654840265999</c:v>
                </c:pt>
                <c:pt idx="3072">
                  <c:v>-12.48945245232099</c:v>
                </c:pt>
                <c:pt idx="3073">
                  <c:v>-12.492246807503022</c:v>
                </c:pt>
                <c:pt idx="3074">
                  <c:v>-12.495037907871989</c:v>
                </c:pt>
                <c:pt idx="3075">
                  <c:v>-12.497825755487014</c:v>
                </c:pt>
                <c:pt idx="3076">
                  <c:v>-12.500610352409012</c:v>
                </c:pt>
                <c:pt idx="3077">
                  <c:v>-12.503391700691992</c:v>
                </c:pt>
                <c:pt idx="3078">
                  <c:v>-12.506169802391014</c:v>
                </c:pt>
                <c:pt idx="3079">
                  <c:v>-12.508944659560001</c:v>
                </c:pt>
                <c:pt idx="3080">
                  <c:v>-12.511716274249011</c:v>
                </c:pt>
                <c:pt idx="3081">
                  <c:v>-12.514484648507988</c:v>
                </c:pt>
                <c:pt idx="3082">
                  <c:v>-12.517249784385996</c:v>
                </c:pt>
                <c:pt idx="3083">
                  <c:v>-12.520011683928999</c:v>
                </c:pt>
                <c:pt idx="3084">
                  <c:v>-12.522770349178984</c:v>
                </c:pt>
                <c:pt idx="3085">
                  <c:v>-12.525525782181006</c:v>
                </c:pt>
                <c:pt idx="3086">
                  <c:v>-12.528277984976</c:v>
                </c:pt>
                <c:pt idx="3087">
                  <c:v>-12.531026959602002</c:v>
                </c:pt>
                <c:pt idx="3088">
                  <c:v>-12.533772708098013</c:v>
                </c:pt>
                <c:pt idx="3089">
                  <c:v>-12.536515232499994</c:v>
                </c:pt>
                <c:pt idx="3090">
                  <c:v>-12.539254534841007</c:v>
                </c:pt>
                <c:pt idx="3091">
                  <c:v>-12.541990617153999</c:v>
                </c:pt>
                <c:pt idx="3092">
                  <c:v>-12.544723481470982</c:v>
                </c:pt>
                <c:pt idx="3093">
                  <c:v>-12.547453129819019</c:v>
                </c:pt>
                <c:pt idx="3094">
                  <c:v>-12.550179564227989</c:v>
                </c:pt>
                <c:pt idx="3095">
                  <c:v>-12.552902786722996</c:v>
                </c:pt>
                <c:pt idx="3096">
                  <c:v>-12.555622799327011</c:v>
                </c:pt>
                <c:pt idx="3097">
                  <c:v>-12.558339604063008</c:v>
                </c:pt>
                <c:pt idx="3098">
                  <c:v>-12.561053202952991</c:v>
                </c:pt>
                <c:pt idx="3099">
                  <c:v>-12.563763598013992</c:v>
                </c:pt>
                <c:pt idx="3100">
                  <c:v>-12.566470791265004</c:v>
                </c:pt>
                <c:pt idx="3101">
                  <c:v>-12.569174784722009</c:v>
                </c:pt>
                <c:pt idx="3102">
                  <c:v>-12.571875580395982</c:v>
                </c:pt>
                <c:pt idx="3103">
                  <c:v>-12.574573180304014</c:v>
                </c:pt>
                <c:pt idx="3104">
                  <c:v>-12.57726758645299</c:v>
                </c:pt>
                <c:pt idx="3105">
                  <c:v>-12.579958800854001</c:v>
                </c:pt>
                <c:pt idx="3106">
                  <c:v>-12.582646825513024</c:v>
                </c:pt>
                <c:pt idx="3107">
                  <c:v>-12.585331662437994</c:v>
                </c:pt>
                <c:pt idx="3108">
                  <c:v>-12.588013313629006</c:v>
                </c:pt>
                <c:pt idx="3109">
                  <c:v>-12.590691781093</c:v>
                </c:pt>
                <c:pt idx="3110">
                  <c:v>-12.593367066827994</c:v>
                </c:pt>
                <c:pt idx="3111">
                  <c:v>-12.596039172833002</c:v>
                </c:pt>
                <c:pt idx="3112">
                  <c:v>-12.598708101107007</c:v>
                </c:pt>
                <c:pt idx="3113">
                  <c:v>-12.601373853643992</c:v>
                </c:pt>
                <c:pt idx="3114">
                  <c:v>-12.604036432438988</c:v>
                </c:pt>
                <c:pt idx="3115">
                  <c:v>-12.606695839484985</c:v>
                </c:pt>
                <c:pt idx="3116">
                  <c:v>-12.609352076771017</c:v>
                </c:pt>
                <c:pt idx="3117">
                  <c:v>-12.612005146287004</c:v>
                </c:pt>
                <c:pt idx="3118">
                  <c:v>-12.614655050021014</c:v>
                </c:pt>
                <c:pt idx="3119">
                  <c:v>-12.617301789959015</c:v>
                </c:pt>
                <c:pt idx="3120">
                  <c:v>-12.619945368083989</c:v>
                </c:pt>
                <c:pt idx="3121">
                  <c:v>-12.622585786379005</c:v>
                </c:pt>
                <c:pt idx="3122">
                  <c:v>-12.625223046825994</c:v>
                </c:pt>
                <c:pt idx="3123">
                  <c:v>-12.627857151401997</c:v>
                </c:pt>
                <c:pt idx="3124">
                  <c:v>-12.630488102085991</c:v>
                </c:pt>
                <c:pt idx="3125">
                  <c:v>-12.633115900854989</c:v>
                </c:pt>
                <c:pt idx="3126">
                  <c:v>-12.635740549681003</c:v>
                </c:pt>
                <c:pt idx="3127">
                  <c:v>-12.638362050537978</c:v>
                </c:pt>
                <c:pt idx="3128">
                  <c:v>-12.640980405398011</c:v>
                </c:pt>
                <c:pt idx="3129">
                  <c:v>-12.643595616227998</c:v>
                </c:pt>
                <c:pt idx="3130">
                  <c:v>-12.646207684997989</c:v>
                </c:pt>
                <c:pt idx="3131">
                  <c:v>-12.648816613673006</c:v>
                </c:pt>
                <c:pt idx="3132">
                  <c:v>-12.651422404216987</c:v>
                </c:pt>
                <c:pt idx="3133">
                  <c:v>-12.65402505859501</c:v>
                </c:pt>
                <c:pt idx="3134">
                  <c:v>-12.656624578767008</c:v>
                </c:pt>
                <c:pt idx="3135">
                  <c:v>-12.659220966692004</c:v>
                </c:pt>
                <c:pt idx="3136">
                  <c:v>-12.661814224329021</c:v>
                </c:pt>
                <c:pt idx="3137">
                  <c:v>-12.664404353634978</c:v>
                </c:pt>
                <c:pt idx="3138">
                  <c:v>-12.666991356561994</c:v>
                </c:pt>
                <c:pt idx="3139">
                  <c:v>-12.669575235067015</c:v>
                </c:pt>
                <c:pt idx="3140">
                  <c:v>-12.672155991099999</c:v>
                </c:pt>
                <c:pt idx="3141">
                  <c:v>-12.674733626608997</c:v>
                </c:pt>
                <c:pt idx="3142">
                  <c:v>-12.677308143545986</c:v>
                </c:pt>
                <c:pt idx="3143">
                  <c:v>-12.679879543855009</c:v>
                </c:pt>
                <c:pt idx="3144">
                  <c:v>-12.682447829480992</c:v>
                </c:pt>
                <c:pt idx="3145">
                  <c:v>-12.685013002369999</c:v>
                </c:pt>
                <c:pt idx="3146">
                  <c:v>-12.68757506446201</c:v>
                </c:pt>
                <c:pt idx="3147">
                  <c:v>-12.690134017697005</c:v>
                </c:pt>
                <c:pt idx="3148">
                  <c:v>-12.692689864014994</c:v>
                </c:pt>
                <c:pt idx="3149">
                  <c:v>-12.695242605353002</c:v>
                </c:pt>
                <c:pt idx="3150">
                  <c:v>-12.697792243644983</c:v>
                </c:pt>
                <c:pt idx="3151">
                  <c:v>-12.700338780826996</c:v>
                </c:pt>
                <c:pt idx="3152">
                  <c:v>-12.702882218829984</c:v>
                </c:pt>
                <c:pt idx="3153">
                  <c:v>-12.705422559584008</c:v>
                </c:pt>
                <c:pt idx="3154">
                  <c:v>-12.70795980502001</c:v>
                </c:pt>
                <c:pt idx="3155">
                  <c:v>-12.710493957064983</c:v>
                </c:pt>
                <c:pt idx="3156">
                  <c:v>-12.713025017644014</c:v>
                </c:pt>
                <c:pt idx="3157">
                  <c:v>-12.715552988680997</c:v>
                </c:pt>
                <c:pt idx="3158">
                  <c:v>-12.718077872100991</c:v>
                </c:pt>
                <c:pt idx="3159">
                  <c:v>-12.720599669823997</c:v>
                </c:pt>
                <c:pt idx="3160">
                  <c:v>-12.723118383767996</c:v>
                </c:pt>
                <c:pt idx="3161">
                  <c:v>-12.725634015854013</c:v>
                </c:pt>
                <c:pt idx="3162">
                  <c:v>-12.728146567997015</c:v>
                </c:pt>
                <c:pt idx="3163">
                  <c:v>-12.730656042110013</c:v>
                </c:pt>
                <c:pt idx="3164">
                  <c:v>-12.733162440110021</c:v>
                </c:pt>
                <c:pt idx="3165">
                  <c:v>-12.735665763905985</c:v>
                </c:pt>
                <c:pt idx="3166">
                  <c:v>-12.738166015408012</c:v>
                </c:pt>
                <c:pt idx="3167">
                  <c:v>-12.740663196525986</c:v>
                </c:pt>
                <c:pt idx="3168">
                  <c:v>-12.743157309167003</c:v>
                </c:pt>
                <c:pt idx="3169">
                  <c:v>-12.74564835523401</c:v>
                </c:pt>
                <c:pt idx="3170">
                  <c:v>-12.748136336634985</c:v>
                </c:pt>
                <c:pt idx="3171">
                  <c:v>-12.75062125526901</c:v>
                </c:pt>
                <c:pt idx="3172">
                  <c:v>-12.753103113035991</c:v>
                </c:pt>
                <c:pt idx="3173">
                  <c:v>-12.755581911837993</c:v>
                </c:pt>
                <c:pt idx="3174">
                  <c:v>-12.758057653571996</c:v>
                </c:pt>
                <c:pt idx="3175">
                  <c:v>-12.760530340131993</c:v>
                </c:pt>
                <c:pt idx="3176">
                  <c:v>-12.762999973413997</c:v>
                </c:pt>
                <c:pt idx="3177">
                  <c:v>-12.765466555311008</c:v>
                </c:pt>
                <c:pt idx="3178">
                  <c:v>-12.767930087713012</c:v>
                </c:pt>
                <c:pt idx="3179">
                  <c:v>-12.770390572512014</c:v>
                </c:pt>
                <c:pt idx="3180">
                  <c:v>-12.772848011594988</c:v>
                </c:pt>
                <c:pt idx="3181">
                  <c:v>-12.775302406847004</c:v>
                </c:pt>
                <c:pt idx="3182">
                  <c:v>-12.777753760156003</c:v>
                </c:pt>
                <c:pt idx="3183">
                  <c:v>-12.780202073403984</c:v>
                </c:pt>
                <c:pt idx="3184">
                  <c:v>-12.782647348472011</c:v>
                </c:pt>
                <c:pt idx="3185">
                  <c:v>-12.785089587242993</c:v>
                </c:pt>
                <c:pt idx="3186">
                  <c:v>-12.787528791595008</c:v>
                </c:pt>
                <c:pt idx="3187">
                  <c:v>-12.789964963403975</c:v>
                </c:pt>
                <c:pt idx="3188">
                  <c:v>-12.792398104547999</c:v>
                </c:pt>
                <c:pt idx="3189">
                  <c:v>-12.794828216900015</c:v>
                </c:pt>
                <c:pt idx="3190">
                  <c:v>-12.79725530233199</c:v>
                </c:pt>
                <c:pt idx="3191">
                  <c:v>-12.799679362717001</c:v>
                </c:pt>
                <c:pt idx="3192">
                  <c:v>-12.802100399923006</c:v>
                </c:pt>
                <c:pt idx="3193">
                  <c:v>-12.80451841581899</c:v>
                </c:pt>
                <c:pt idx="3194">
                  <c:v>-12.806933412272997</c:v>
                </c:pt>
                <c:pt idx="3195">
                  <c:v>-12.809345391147986</c:v>
                </c:pt>
                <c:pt idx="3196">
                  <c:v>-12.811754354306998</c:v>
                </c:pt>
                <c:pt idx="3197">
                  <c:v>-12.814160303614017</c:v>
                </c:pt>
                <c:pt idx="3198">
                  <c:v>-12.816563240928986</c:v>
                </c:pt>
                <c:pt idx="3199">
                  <c:v>-12.818963168110002</c:v>
                </c:pt>
                <c:pt idx="3200">
                  <c:v>-12.821360087015989</c:v>
                </c:pt>
                <c:pt idx="3201">
                  <c:v>-12.823753999502003</c:v>
                </c:pt>
                <c:pt idx="3202">
                  <c:v>-12.826144907421025</c:v>
                </c:pt>
                <c:pt idx="3203">
                  <c:v>-12.828532812628993</c:v>
                </c:pt>
                <c:pt idx="3204">
                  <c:v>-12.830917716974994</c:v>
                </c:pt>
                <c:pt idx="3205">
                  <c:v>-12.833299622308999</c:v>
                </c:pt>
                <c:pt idx="3206">
                  <c:v>-12.83567853048001</c:v>
                </c:pt>
                <c:pt idx="3207">
                  <c:v>-12.838054443335011</c:v>
                </c:pt>
                <c:pt idx="3208">
                  <c:v>-12.840427362718003</c:v>
                </c:pt>
                <c:pt idx="3209">
                  <c:v>-12.842797290475005</c:v>
                </c:pt>
                <c:pt idx="3210">
                  <c:v>-12.845164228445981</c:v>
                </c:pt>
                <c:pt idx="3211">
                  <c:v>-12.847528178472004</c:v>
                </c:pt>
                <c:pt idx="3212">
                  <c:v>-12.849889142394005</c:v>
                </c:pt>
                <c:pt idx="3213">
                  <c:v>-12.852247122047999</c:v>
                </c:pt>
                <c:pt idx="3214">
                  <c:v>-12.854602119270993</c:v>
                </c:pt>
                <c:pt idx="3215">
                  <c:v>-12.856954135897979</c:v>
                </c:pt>
                <c:pt idx="3216">
                  <c:v>-12.859303173761987</c:v>
                </c:pt>
                <c:pt idx="3217">
                  <c:v>-12.861649234693004</c:v>
                </c:pt>
                <c:pt idx="3218">
                  <c:v>-12.863992320525</c:v>
                </c:pt>
                <c:pt idx="3219">
                  <c:v>-12.866332433083016</c:v>
                </c:pt>
                <c:pt idx="3220">
                  <c:v>-12.868669574195991</c:v>
                </c:pt>
                <c:pt idx="3221">
                  <c:v>-12.87100374568999</c:v>
                </c:pt>
                <c:pt idx="3222">
                  <c:v>-12.873334949389005</c:v>
                </c:pt>
                <c:pt idx="3223">
                  <c:v>-12.875663187113986</c:v>
                </c:pt>
                <c:pt idx="3224">
                  <c:v>-12.877988460689011</c:v>
                </c:pt>
                <c:pt idx="3225">
                  <c:v>-12.880310771933011</c:v>
                </c:pt>
                <c:pt idx="3226">
                  <c:v>-12.882630122661993</c:v>
                </c:pt>
                <c:pt idx="3227">
                  <c:v>-12.884946514695997</c:v>
                </c:pt>
                <c:pt idx="3228">
                  <c:v>-12.887259949848982</c:v>
                </c:pt>
                <c:pt idx="3229">
                  <c:v>-12.889570429933997</c:v>
                </c:pt>
                <c:pt idx="3230">
                  <c:v>-12.891877956764972</c:v>
                </c:pt>
                <c:pt idx="3231">
                  <c:v>-12.894182532152001</c:v>
                </c:pt>
                <c:pt idx="3232">
                  <c:v>-12.896484157903018</c:v>
                </c:pt>
                <c:pt idx="3233">
                  <c:v>-12.898782835828996</c:v>
                </c:pt>
                <c:pt idx="3234">
                  <c:v>-12.901078567734004</c:v>
                </c:pt>
                <c:pt idx="3235">
                  <c:v>-12.903371355423985</c:v>
                </c:pt>
                <c:pt idx="3236">
                  <c:v>-12.905661200701985</c:v>
                </c:pt>
                <c:pt idx="3237">
                  <c:v>-12.907948105369996</c:v>
                </c:pt>
                <c:pt idx="3238">
                  <c:v>-12.910232071227995</c:v>
                </c:pt>
                <c:pt idx="3239">
                  <c:v>-12.912513100077007</c:v>
                </c:pt>
                <c:pt idx="3240">
                  <c:v>-12.914791193714024</c:v>
                </c:pt>
                <c:pt idx="3241">
                  <c:v>-12.917066353932995</c:v>
                </c:pt>
                <c:pt idx="3242">
                  <c:v>-12.919338582530997</c:v>
                </c:pt>
                <c:pt idx="3243">
                  <c:v>-12.921607881299991</c:v>
                </c:pt>
                <c:pt idx="3244">
                  <c:v>-12.923874252031993</c:v>
                </c:pt>
                <c:pt idx="3245">
                  <c:v>-12.926137696518026</c:v>
                </c:pt>
                <c:pt idx="3246">
                  <c:v>-12.928398216546981</c:v>
                </c:pt>
                <c:pt idx="3247">
                  <c:v>-12.930655813903996</c:v>
                </c:pt>
                <c:pt idx="3248">
                  <c:v>-12.932910490377992</c:v>
                </c:pt>
                <c:pt idx="3249">
                  <c:v>-12.935162247751009</c:v>
                </c:pt>
                <c:pt idx="3250">
                  <c:v>-12.937411087807021</c:v>
                </c:pt>
                <c:pt idx="3251">
                  <c:v>-12.939657012329008</c:v>
                </c:pt>
                <c:pt idx="3252">
                  <c:v>-12.941900023095002</c:v>
                </c:pt>
                <c:pt idx="3253">
                  <c:v>-12.944140121883976</c:v>
                </c:pt>
                <c:pt idx="3254">
                  <c:v>-12.946377310472997</c:v>
                </c:pt>
                <c:pt idx="3255">
                  <c:v>-12.948611590639018</c:v>
                </c:pt>
                <c:pt idx="3256">
                  <c:v>-12.950842964153992</c:v>
                </c:pt>
                <c:pt idx="3257">
                  <c:v>-12.953071432794019</c:v>
                </c:pt>
                <c:pt idx="3258">
                  <c:v>-12.955296998328976</c:v>
                </c:pt>
                <c:pt idx="3259">
                  <c:v>-12.957519662528995</c:v>
                </c:pt>
                <c:pt idx="3260">
                  <c:v>-12.959739427161026</c:v>
                </c:pt>
                <c:pt idx="3261">
                  <c:v>-12.961956293994007</c:v>
                </c:pt>
                <c:pt idx="3262">
                  <c:v>-12.964170264793012</c:v>
                </c:pt>
                <c:pt idx="3263">
                  <c:v>-12.966381341321977</c:v>
                </c:pt>
                <c:pt idx="3264">
                  <c:v>-12.96858952534501</c:v>
                </c:pt>
                <c:pt idx="3265">
                  <c:v>-12.970794818622011</c:v>
                </c:pt>
                <c:pt idx="3266">
                  <c:v>-12.972997222912994</c:v>
                </c:pt>
                <c:pt idx="3267">
                  <c:v>-12.975196739977008</c:v>
                </c:pt>
                <c:pt idx="3268">
                  <c:v>-12.977393371571026</c:v>
                </c:pt>
                <c:pt idx="3269">
                  <c:v>-12.979587119450002</c:v>
                </c:pt>
                <c:pt idx="3270">
                  <c:v>-12.981777985370002</c:v>
                </c:pt>
                <c:pt idx="3271">
                  <c:v>-12.983965971082</c:v>
                </c:pt>
                <c:pt idx="3272">
                  <c:v>-12.986151078337002</c:v>
                </c:pt>
                <c:pt idx="3273">
                  <c:v>-12.988333308886013</c:v>
                </c:pt>
                <c:pt idx="3274">
                  <c:v>-12.99051266447799</c:v>
                </c:pt>
                <c:pt idx="3275">
                  <c:v>-12.992689146859021</c:v>
                </c:pt>
                <c:pt idx="3276">
                  <c:v>-12.994862757774996</c:v>
                </c:pt>
                <c:pt idx="3277">
                  <c:v>-12.997033498971007</c:v>
                </c:pt>
                <c:pt idx="3278">
                  <c:v>-12.999201372187997</c:v>
                </c:pt>
                <c:pt idx="3279">
                  <c:v>-13.001366379168985</c:v>
                </c:pt>
                <c:pt idx="3280">
                  <c:v>-13.003528521654005</c:v>
                </c:pt>
                <c:pt idx="3281">
                  <c:v>-13.005687801379992</c:v>
                </c:pt>
                <c:pt idx="3282">
                  <c:v>-13.007844220087009</c:v>
                </c:pt>
                <c:pt idx="3283">
                  <c:v>-13.009997779508012</c:v>
                </c:pt>
                <c:pt idx="3284">
                  <c:v>-13.012148481378006</c:v>
                </c:pt>
                <c:pt idx="3285">
                  <c:v>-13.014296327432021</c:v>
                </c:pt>
                <c:pt idx="3286">
                  <c:v>-13.016441319398979</c:v>
                </c:pt>
                <c:pt idx="3287">
                  <c:v>-13.018583459010017</c:v>
                </c:pt>
                <c:pt idx="3288">
                  <c:v>-13.020722747995023</c:v>
                </c:pt>
                <c:pt idx="3289">
                  <c:v>-13.022859188079991</c:v>
                </c:pt>
                <c:pt idx="3290">
                  <c:v>-13.024992780990004</c:v>
                </c:pt>
                <c:pt idx="3291">
                  <c:v>-13.027123528451</c:v>
                </c:pt>
                <c:pt idx="3292">
                  <c:v>-13.02925143218701</c:v>
                </c:pt>
                <c:pt idx="3293">
                  <c:v>-13.031376493917008</c:v>
                </c:pt>
                <c:pt idx="3294">
                  <c:v>-13.033498715364999</c:v>
                </c:pt>
                <c:pt idx="3295">
                  <c:v>-13.035618098246999</c:v>
                </c:pt>
                <c:pt idx="3296">
                  <c:v>-13.037734644280988</c:v>
                </c:pt>
                <c:pt idx="3297">
                  <c:v>-13.039848355184006</c:v>
                </c:pt>
                <c:pt idx="3298">
                  <c:v>-13.041959232671019</c:v>
                </c:pt>
                <c:pt idx="3299">
                  <c:v>-13.044067278454008</c:v>
                </c:pt>
                <c:pt idx="3300">
                  <c:v>-13.046172494247003</c:v>
                </c:pt>
                <c:pt idx="3301">
                  <c:v>-13.048971343754999</c:v>
                </c:pt>
                <c:pt idx="3302">
                  <c:v>-13.051767366690996</c:v>
                </c:pt>
                <c:pt idx="3303">
                  <c:v>-13.054560564763989</c:v>
                </c:pt>
                <c:pt idx="3304">
                  <c:v>-13.057350939681015</c:v>
                </c:pt>
                <c:pt idx="3305">
                  <c:v>-13.060138493145985</c:v>
                </c:pt>
                <c:pt idx="3306">
                  <c:v>-13.062923226863006</c:v>
                </c:pt>
                <c:pt idx="3307">
                  <c:v>-13.065705142534</c:v>
                </c:pt>
                <c:pt idx="3308">
                  <c:v>-13.068484241860006</c:v>
                </c:pt>
                <c:pt idx="3309">
                  <c:v>-13.071260526540982</c:v>
                </c:pt>
                <c:pt idx="3310">
                  <c:v>-13.074033998276008</c:v>
                </c:pt>
                <c:pt idx="3311">
                  <c:v>-13.076804658759983</c:v>
                </c:pt>
                <c:pt idx="3312">
                  <c:v>-13.079572509689996</c:v>
                </c:pt>
                <c:pt idx="3313">
                  <c:v>-13.082337552758986</c:v>
                </c:pt>
                <c:pt idx="3314">
                  <c:v>-13.085099789661996</c:v>
                </c:pt>
                <c:pt idx="3315">
                  <c:v>-13.08785922208699</c:v>
                </c:pt>
                <c:pt idx="3316">
                  <c:v>-13.090615851726994</c:v>
                </c:pt>
                <c:pt idx="3317">
                  <c:v>-13.093369680267983</c:v>
                </c:pt>
                <c:pt idx="3318">
                  <c:v>-13.096120709399003</c:v>
                </c:pt>
                <c:pt idx="3319">
                  <c:v>-13.098868940806</c:v>
                </c:pt>
                <c:pt idx="3320">
                  <c:v>-13.101614376173018</c:v>
                </c:pt>
                <c:pt idx="3321">
                  <c:v>-13.104357017182991</c:v>
                </c:pt>
                <c:pt idx="3322">
                  <c:v>-13.107096865518997</c:v>
                </c:pt>
                <c:pt idx="3323">
                  <c:v>-13.109833922859991</c:v>
                </c:pt>
                <c:pt idx="3324">
                  <c:v>-13.112568190886009</c:v>
                </c:pt>
                <c:pt idx="3325">
                  <c:v>-13.115299671273988</c:v>
                </c:pt>
                <c:pt idx="3326">
                  <c:v>-13.118028365701008</c:v>
                </c:pt>
                <c:pt idx="3327">
                  <c:v>-13.120754275841989</c:v>
                </c:pt>
                <c:pt idx="3328">
                  <c:v>-13.123477403370998</c:v>
                </c:pt>
                <c:pt idx="3329">
                  <c:v>-13.126197749959999</c:v>
                </c:pt>
                <c:pt idx="3330">
                  <c:v>-13.128915317280018</c:v>
                </c:pt>
                <c:pt idx="3331">
                  <c:v>-13.131630107001996</c:v>
                </c:pt>
                <c:pt idx="3332">
                  <c:v>-13.134342120792013</c:v>
                </c:pt>
                <c:pt idx="3333">
                  <c:v>-13.137051360317997</c:v>
                </c:pt>
                <c:pt idx="3334">
                  <c:v>-13.139757827245006</c:v>
                </c:pt>
                <c:pt idx="3335">
                  <c:v>-13.142461523239007</c:v>
                </c:pt>
                <c:pt idx="3336">
                  <c:v>-13.145162449962015</c:v>
                </c:pt>
                <c:pt idx="3337">
                  <c:v>-13.147860609074996</c:v>
                </c:pt>
                <c:pt idx="3338">
                  <c:v>-13.150556002240023</c:v>
                </c:pt>
                <c:pt idx="3339">
                  <c:v>-13.153248631114991</c:v>
                </c:pt>
                <c:pt idx="3340">
                  <c:v>-13.155938497356004</c:v>
                </c:pt>
                <c:pt idx="3341">
                  <c:v>-13.158625602620987</c:v>
                </c:pt>
                <c:pt idx="3342">
                  <c:v>-13.16130994856502</c:v>
                </c:pt>
                <c:pt idx="3343">
                  <c:v>-13.163991536840996</c:v>
                </c:pt>
                <c:pt idx="3344">
                  <c:v>-13.166670369102007</c:v>
                </c:pt>
                <c:pt idx="3345">
                  <c:v>-13.169346446997992</c:v>
                </c:pt>
                <c:pt idx="3346">
                  <c:v>-13.172019772178999</c:v>
                </c:pt>
                <c:pt idx="3347">
                  <c:v>-13.174690346294</c:v>
                </c:pt>
                <c:pt idx="3348">
                  <c:v>-13.177358170990004</c:v>
                </c:pt>
                <c:pt idx="3349">
                  <c:v>-13.180023247910981</c:v>
                </c:pt>
                <c:pt idx="3350">
                  <c:v>-13.182685578703001</c:v>
                </c:pt>
                <c:pt idx="3351">
                  <c:v>-13.185345165006993</c:v>
                </c:pt>
                <c:pt idx="3352">
                  <c:v>-13.188002008467009</c:v>
                </c:pt>
                <c:pt idx="3353">
                  <c:v>-13.190656110723012</c:v>
                </c:pt>
                <c:pt idx="3354">
                  <c:v>-13.193307473412005</c:v>
                </c:pt>
                <c:pt idx="3355">
                  <c:v>-13.195956098174008</c:v>
                </c:pt>
                <c:pt idx="3356">
                  <c:v>-13.198601986645997</c:v>
                </c:pt>
                <c:pt idx="3357">
                  <c:v>-13.201245140460003</c:v>
                </c:pt>
                <c:pt idx="3358">
                  <c:v>-13.203885561252008</c:v>
                </c:pt>
                <c:pt idx="3359">
                  <c:v>-13.206523250652992</c:v>
                </c:pt>
                <c:pt idx="3360">
                  <c:v>-13.20915821029601</c:v>
                </c:pt>
                <c:pt idx="3361">
                  <c:v>-13.211790441809995</c:v>
                </c:pt>
                <c:pt idx="3362">
                  <c:v>-13.214419946823</c:v>
                </c:pt>
                <c:pt idx="3363">
                  <c:v>-13.217046726962991</c:v>
                </c:pt>
                <c:pt idx="3364">
                  <c:v>-13.219670783855975</c:v>
                </c:pt>
                <c:pt idx="3365">
                  <c:v>-13.222292119127985</c:v>
                </c:pt>
                <c:pt idx="3366">
                  <c:v>-13.224910734398009</c:v>
                </c:pt>
                <c:pt idx="3367">
                  <c:v>-13.227526631291994</c:v>
                </c:pt>
                <c:pt idx="3368">
                  <c:v>-13.230139811429012</c:v>
                </c:pt>
                <c:pt idx="3369">
                  <c:v>-13.232750276428987</c:v>
                </c:pt>
                <c:pt idx="3370">
                  <c:v>-13.235358027910024</c:v>
                </c:pt>
                <c:pt idx="3371">
                  <c:v>-13.237963067489005</c:v>
                </c:pt>
                <c:pt idx="3372">
                  <c:v>-13.240565396780994</c:v>
                </c:pt>
                <c:pt idx="3373">
                  <c:v>-13.243165017400997</c:v>
                </c:pt>
                <c:pt idx="3374">
                  <c:v>-13.245761930962004</c:v>
                </c:pt>
                <c:pt idx="3375">
                  <c:v>-13.248356139074986</c:v>
                </c:pt>
                <c:pt idx="3376">
                  <c:v>-13.250947643350003</c:v>
                </c:pt>
                <c:pt idx="3377">
                  <c:v>-13.253536445397003</c:v>
                </c:pt>
                <c:pt idx="3378">
                  <c:v>-13.256122546823008</c:v>
                </c:pt>
                <c:pt idx="3379">
                  <c:v>-13.258705949235008</c:v>
                </c:pt>
                <c:pt idx="3380">
                  <c:v>-13.261286654239001</c:v>
                </c:pt>
                <c:pt idx="3381">
                  <c:v>-13.263864663437005</c:v>
                </c:pt>
                <c:pt idx="3382">
                  <c:v>-13.266439978435017</c:v>
                </c:pt>
                <c:pt idx="3383">
                  <c:v>-13.269012600829996</c:v>
                </c:pt>
                <c:pt idx="3384">
                  <c:v>-13.271582532225011</c:v>
                </c:pt>
                <c:pt idx="3385">
                  <c:v>-13.274149774217989</c:v>
                </c:pt>
                <c:pt idx="3386">
                  <c:v>-13.276714328406001</c:v>
                </c:pt>
                <c:pt idx="3387">
                  <c:v>-13.279276196387002</c:v>
                </c:pt>
                <c:pt idx="3388">
                  <c:v>-13.281835379754</c:v>
                </c:pt>
                <c:pt idx="3389">
                  <c:v>-13.284391880100998</c:v>
                </c:pt>
                <c:pt idx="3390">
                  <c:v>-13.286945699023022</c:v>
                </c:pt>
                <c:pt idx="3391">
                  <c:v>-13.289496838106999</c:v>
                </c:pt>
                <c:pt idx="3392">
                  <c:v>-13.292045298946022</c:v>
                </c:pt>
                <c:pt idx="3393">
                  <c:v>-13.294591083126988</c:v>
                </c:pt>
                <c:pt idx="3394">
                  <c:v>-13.297134192237991</c:v>
                </c:pt>
                <c:pt idx="3395">
                  <c:v>-13.299674627864988</c:v>
                </c:pt>
                <c:pt idx="3396">
                  <c:v>-13.302212391592974</c:v>
                </c:pt>
                <c:pt idx="3397">
                  <c:v>-13.304747485005009</c:v>
                </c:pt>
                <c:pt idx="3398">
                  <c:v>-13.307279909683984</c:v>
                </c:pt>
                <c:pt idx="3399">
                  <c:v>-13.309809667211994</c:v>
                </c:pt>
                <c:pt idx="3400">
                  <c:v>-13.312336759166016</c:v>
                </c:pt>
                <c:pt idx="3401">
                  <c:v>-13.31486118712499</c:v>
                </c:pt>
                <c:pt idx="3402">
                  <c:v>-13.317382952667998</c:v>
                </c:pt>
                <c:pt idx="3403">
                  <c:v>-13.319902057370996</c:v>
                </c:pt>
                <c:pt idx="3404">
                  <c:v>-13.322418502806983</c:v>
                </c:pt>
                <c:pt idx="3405">
                  <c:v>-13.324932290550009</c:v>
                </c:pt>
                <c:pt idx="3406">
                  <c:v>-13.32744342217299</c:v>
                </c:pt>
                <c:pt idx="3407">
                  <c:v>-13.329951899245998</c:v>
                </c:pt>
                <c:pt idx="3408">
                  <c:v>-13.332457723341008</c:v>
                </c:pt>
                <c:pt idx="3409">
                  <c:v>-13.334960896023006</c:v>
                </c:pt>
                <c:pt idx="3410">
                  <c:v>-13.337461418860983</c:v>
                </c:pt>
                <c:pt idx="3411">
                  <c:v>-13.339959293421003</c:v>
                </c:pt>
                <c:pt idx="3412">
                  <c:v>-13.342454521267001</c:v>
                </c:pt>
                <c:pt idx="3413">
                  <c:v>-13.344947103962994</c:v>
                </c:pt>
                <c:pt idx="3414">
                  <c:v>-13.347437043070983</c:v>
                </c:pt>
                <c:pt idx="3415">
                  <c:v>-13.349924340152995</c:v>
                </c:pt>
                <c:pt idx="3416">
                  <c:v>-13.352408996768986</c:v>
                </c:pt>
                <c:pt idx="3417">
                  <c:v>-13.354891014473992</c:v>
                </c:pt>
                <c:pt idx="3418">
                  <c:v>-13.35737039482899</c:v>
                </c:pt>
                <c:pt idx="3419">
                  <c:v>-13.359847139387995</c:v>
                </c:pt>
                <c:pt idx="3420">
                  <c:v>-13.362321249705985</c:v>
                </c:pt>
                <c:pt idx="3421">
                  <c:v>-13.364792727337999</c:v>
                </c:pt>
                <c:pt idx="3422">
                  <c:v>-13.36726157383498</c:v>
                </c:pt>
                <c:pt idx="3423">
                  <c:v>-13.369727790746992</c:v>
                </c:pt>
                <c:pt idx="3424">
                  <c:v>-13.372191379626003</c:v>
                </c:pt>
                <c:pt idx="3425">
                  <c:v>-13.374652342020994</c:v>
                </c:pt>
                <c:pt idx="3426">
                  <c:v>-13.377110679476999</c:v>
                </c:pt>
                <c:pt idx="3427">
                  <c:v>-13.379566393541012</c:v>
                </c:pt>
                <c:pt idx="3428">
                  <c:v>-13.382019485757979</c:v>
                </c:pt>
                <c:pt idx="3429">
                  <c:v>-13.384469957671996</c:v>
                </c:pt>
                <c:pt idx="3430">
                  <c:v>-13.386917810824997</c:v>
                </c:pt>
                <c:pt idx="3431">
                  <c:v>-13.389363046759001</c:v>
                </c:pt>
                <c:pt idx="3432">
                  <c:v>-13.391805667012989</c:v>
                </c:pt>
                <c:pt idx="3433">
                  <c:v>-13.394245673126989</c:v>
                </c:pt>
                <c:pt idx="3434">
                  <c:v>-13.396683066636996</c:v>
                </c:pt>
                <c:pt idx="3435">
                  <c:v>-13.399117849080994</c:v>
                </c:pt>
                <c:pt idx="3436">
                  <c:v>-13.401550021991994</c:v>
                </c:pt>
                <c:pt idx="3437">
                  <c:v>-13.403979586906019</c:v>
                </c:pt>
                <c:pt idx="3438">
                  <c:v>-13.406406545354002</c:v>
                </c:pt>
                <c:pt idx="3439">
                  <c:v>-13.408830898869013</c:v>
                </c:pt>
                <c:pt idx="3440">
                  <c:v>-13.411252648979996</c:v>
                </c:pt>
                <c:pt idx="3441">
                  <c:v>-13.413671797217006</c:v>
                </c:pt>
                <c:pt idx="3442">
                  <c:v>-13.416088345108989</c:v>
                </c:pt>
                <c:pt idx="3443">
                  <c:v>-13.418502294179007</c:v>
                </c:pt>
                <c:pt idx="3444">
                  <c:v>-13.420913645954982</c:v>
                </c:pt>
                <c:pt idx="3445">
                  <c:v>-13.423322401960007</c:v>
                </c:pt>
                <c:pt idx="3446">
                  <c:v>-13.425728563717996</c:v>
                </c:pt>
                <c:pt idx="3447">
                  <c:v>-13.428132132749994</c:v>
                </c:pt>
                <c:pt idx="3448">
                  <c:v>-13.430533110576988</c:v>
                </c:pt>
                <c:pt idx="3449">
                  <c:v>-13.432931498718006</c:v>
                </c:pt>
                <c:pt idx="3450">
                  <c:v>-13.435327298691988</c:v>
                </c:pt>
                <c:pt idx="3451">
                  <c:v>-13.437720512016</c:v>
                </c:pt>
                <c:pt idx="3452">
                  <c:v>-13.440111140204976</c:v>
                </c:pt>
                <c:pt idx="3453">
                  <c:v>-13.442499184772998</c:v>
                </c:pt>
                <c:pt idx="3454">
                  <c:v>-13.444884647234005</c:v>
                </c:pt>
                <c:pt idx="3455">
                  <c:v>-13.447267529100003</c:v>
                </c:pt>
                <c:pt idx="3456">
                  <c:v>-13.449647831882999</c:v>
                </c:pt>
                <c:pt idx="3457">
                  <c:v>-13.452025557091019</c:v>
                </c:pt>
                <c:pt idx="3458">
                  <c:v>-13.454400706233997</c:v>
                </c:pt>
                <c:pt idx="3459">
                  <c:v>-13.456773280820016</c:v>
                </c:pt>
                <c:pt idx="3460">
                  <c:v>-13.459143282352983</c:v>
                </c:pt>
                <c:pt idx="3461">
                  <c:v>-13.461510712338992</c:v>
                </c:pt>
                <c:pt idx="3462">
                  <c:v>-13.463875572282006</c:v>
                </c:pt>
                <c:pt idx="3463">
                  <c:v>-13.466237863684</c:v>
                </c:pt>
                <c:pt idx="3464">
                  <c:v>-13.468597588047004</c:v>
                </c:pt>
                <c:pt idx="3465">
                  <c:v>-13.470954746871001</c:v>
                </c:pt>
                <c:pt idx="3466">
                  <c:v>-13.473309341656005</c:v>
                </c:pt>
                <c:pt idx="3467">
                  <c:v>-13.475661373898021</c:v>
                </c:pt>
                <c:pt idx="3468">
                  <c:v>-13.478010845097003</c:v>
                </c:pt>
                <c:pt idx="3469">
                  <c:v>-13.480357756744013</c:v>
                </c:pt>
                <c:pt idx="3470">
                  <c:v>-13.482702110335993</c:v>
                </c:pt>
                <c:pt idx="3471">
                  <c:v>-13.48504390736602</c:v>
                </c:pt>
                <c:pt idx="3472">
                  <c:v>-13.487383149326007</c:v>
                </c:pt>
                <c:pt idx="3473">
                  <c:v>-13.489719837706019</c:v>
                </c:pt>
                <c:pt idx="3474">
                  <c:v>-13.492053973996008</c:v>
                </c:pt>
                <c:pt idx="3475">
                  <c:v>-13.494385559684019</c:v>
                </c:pt>
                <c:pt idx="3476">
                  <c:v>-13.496714596258983</c:v>
                </c:pt>
                <c:pt idx="3477">
                  <c:v>-13.499041085204993</c:v>
                </c:pt>
                <c:pt idx="3478">
                  <c:v>-13.501365028007996</c:v>
                </c:pt>
                <c:pt idx="3479">
                  <c:v>-13.503686426151006</c:v>
                </c:pt>
                <c:pt idx="3480">
                  <c:v>-13.506005281116984</c:v>
                </c:pt>
                <c:pt idx="3481">
                  <c:v>-13.508321594388008</c:v>
                </c:pt>
                <c:pt idx="3482">
                  <c:v>-13.510635367443001</c:v>
                </c:pt>
                <c:pt idx="3483">
                  <c:v>-13.512946601762025</c:v>
                </c:pt>
                <c:pt idx="3484">
                  <c:v>-13.515255298821984</c:v>
                </c:pt>
                <c:pt idx="3485">
                  <c:v>-13.517561460102002</c:v>
                </c:pt>
                <c:pt idx="3486">
                  <c:v>-13.519865087075004</c:v>
                </c:pt>
                <c:pt idx="3487">
                  <c:v>-13.522166181216022</c:v>
                </c:pt>
                <c:pt idx="3488">
                  <c:v>-13.524464743999005</c:v>
                </c:pt>
                <c:pt idx="3489">
                  <c:v>-13.526760776895003</c:v>
                </c:pt>
                <c:pt idx="3490">
                  <c:v>-13.529054281376006</c:v>
                </c:pt>
                <c:pt idx="3491">
                  <c:v>-13.531345258911017</c:v>
                </c:pt>
                <c:pt idx="3492">
                  <c:v>-13.533633710968985</c:v>
                </c:pt>
                <c:pt idx="3493">
                  <c:v>-13.535919639018005</c:v>
                </c:pt>
                <c:pt idx="3494">
                  <c:v>-13.538203044523982</c:v>
                </c:pt>
                <c:pt idx="3495">
                  <c:v>-13.540483928951005</c:v>
                </c:pt>
                <c:pt idx="3496">
                  <c:v>-13.542762293762991</c:v>
                </c:pt>
                <c:pt idx="3497">
                  <c:v>-13.545038140425021</c:v>
                </c:pt>
                <c:pt idx="3498">
                  <c:v>-13.547311470396011</c:v>
                </c:pt>
                <c:pt idx="3499">
                  <c:v>-13.549582285139024</c:v>
                </c:pt>
                <c:pt idx="3500">
                  <c:v>-13.55185058611201</c:v>
                </c:pt>
                <c:pt idx="3501">
                  <c:v>-13.554116374773002</c:v>
                </c:pt>
                <c:pt idx="3502">
                  <c:v>-13.556379652581001</c:v>
                </c:pt>
                <c:pt idx="3503">
                  <c:v>-13.558640420990002</c:v>
                </c:pt>
                <c:pt idx="3504">
                  <c:v>-13.560898681455001</c:v>
                </c:pt>
                <c:pt idx="3505">
                  <c:v>-13.563154435428999</c:v>
                </c:pt>
                <c:pt idx="3506">
                  <c:v>-13.565407684366988</c:v>
                </c:pt>
                <c:pt idx="3507">
                  <c:v>-13.567658429718023</c:v>
                </c:pt>
                <c:pt idx="3508">
                  <c:v>-13.569906672933996</c:v>
                </c:pt>
                <c:pt idx="3509">
                  <c:v>-13.572152415462</c:v>
                </c:pt>
                <c:pt idx="3510">
                  <c:v>-13.574395658751996</c:v>
                </c:pt>
                <c:pt idx="3511">
                  <c:v>-13.576636404251019</c:v>
                </c:pt>
                <c:pt idx="3512">
                  <c:v>-13.578874653401982</c:v>
                </c:pt>
                <c:pt idx="3513">
                  <c:v>-13.581110407652005</c:v>
                </c:pt>
                <c:pt idx="3514">
                  <c:v>-13.583343668444002</c:v>
                </c:pt>
                <c:pt idx="3515">
                  <c:v>-13.585574437219009</c:v>
                </c:pt>
                <c:pt idx="3516">
                  <c:v>-13.587802715419997</c:v>
                </c:pt>
                <c:pt idx="3517">
                  <c:v>-13.590028504486014</c:v>
                </c:pt>
                <c:pt idx="3518">
                  <c:v>-13.592251805855994</c:v>
                </c:pt>
                <c:pt idx="3519">
                  <c:v>-13.59447262096802</c:v>
                </c:pt>
                <c:pt idx="3520">
                  <c:v>-13.596690951257983</c:v>
                </c:pt>
                <c:pt idx="3521">
                  <c:v>-13.598906798163</c:v>
                </c:pt>
                <c:pt idx="3522">
                  <c:v>-13.601120163114985</c:v>
                </c:pt>
                <c:pt idx="3523">
                  <c:v>-13.603331047549005</c:v>
                </c:pt>
                <c:pt idx="3524">
                  <c:v>-13.605539452897006</c:v>
                </c:pt>
                <c:pt idx="3525">
                  <c:v>-13.607745380589989</c:v>
                </c:pt>
                <c:pt idx="3526">
                  <c:v>-13.609948832057</c:v>
                </c:pt>
                <c:pt idx="3527">
                  <c:v>-13.612149808727992</c:v>
                </c:pt>
                <c:pt idx="3528">
                  <c:v>-13.614348312029989</c:v>
                </c:pt>
                <c:pt idx="3529">
                  <c:v>-13.616544343390018</c:v>
                </c:pt>
                <c:pt idx="3530">
                  <c:v>-13.618737904233001</c:v>
                </c:pt>
                <c:pt idx="3531">
                  <c:v>-13.620928995983007</c:v>
                </c:pt>
                <c:pt idx="3532">
                  <c:v>-13.623117620062999</c:v>
                </c:pt>
                <c:pt idx="3533">
                  <c:v>-13.625303777896988</c:v>
                </c:pt>
                <c:pt idx="3534">
                  <c:v>-13.627487470902992</c:v>
                </c:pt>
                <c:pt idx="3535">
                  <c:v>-13.629668700503998</c:v>
                </c:pt>
                <c:pt idx="3536">
                  <c:v>-13.631847468117002</c:v>
                </c:pt>
                <c:pt idx="3537">
                  <c:v>-13.634023775160017</c:v>
                </c:pt>
                <c:pt idx="3538">
                  <c:v>-13.636197623048986</c:v>
                </c:pt>
                <c:pt idx="3539">
                  <c:v>-13.638369013199025</c:v>
                </c:pt>
                <c:pt idx="3540">
                  <c:v>-13.64053794702599</c:v>
                </c:pt>
                <c:pt idx="3541">
                  <c:v>-13.642704425941986</c:v>
                </c:pt>
                <c:pt idx="3542">
                  <c:v>-13.644868451359997</c:v>
                </c:pt>
                <c:pt idx="3543">
                  <c:v>-13.647030024689997</c:v>
                </c:pt>
                <c:pt idx="3544">
                  <c:v>-13.649189147342014</c:v>
                </c:pt>
                <c:pt idx="3545">
                  <c:v>-13.651345820727016</c:v>
                </c:pt>
                <c:pt idx="3546">
                  <c:v>-13.653500046249007</c:v>
                </c:pt>
                <c:pt idx="3547">
                  <c:v>-13.655651825316994</c:v>
                </c:pt>
                <c:pt idx="3548">
                  <c:v>-13.657801159336003</c:v>
                </c:pt>
                <c:pt idx="3549">
                  <c:v>-13.659948049709982</c:v>
                </c:pt>
                <c:pt idx="3550">
                  <c:v>-13.662092497841996</c:v>
                </c:pt>
                <c:pt idx="3551">
                  <c:v>-13.664234505135994</c:v>
                </c:pt>
                <c:pt idx="3552">
                  <c:v>-13.666374072991005</c:v>
                </c:pt>
                <c:pt idx="3553">
                  <c:v>-13.668511202810009</c:v>
                </c:pt>
                <c:pt idx="3554">
                  <c:v>-13.670645895988002</c:v>
                </c:pt>
                <c:pt idx="3555">
                  <c:v>-13.67277815392498</c:v>
                </c:pt>
                <c:pt idx="3556">
                  <c:v>-13.674907978018012</c:v>
                </c:pt>
                <c:pt idx="3557">
                  <c:v>-13.677035369660985</c:v>
                </c:pt>
                <c:pt idx="3558">
                  <c:v>-13.679160330250994</c:v>
                </c:pt>
                <c:pt idx="3559">
                  <c:v>-13.681282861179994</c:v>
                </c:pt>
                <c:pt idx="3560">
                  <c:v>-13.683402963839995</c:v>
                </c:pt>
                <c:pt idx="3561">
                  <c:v>-13.685520639622979</c:v>
                </c:pt>
                <c:pt idx="3562">
                  <c:v>-13.687635889919989</c:v>
                </c:pt>
                <c:pt idx="3563">
                  <c:v>-13.689748716118999</c:v>
                </c:pt>
                <c:pt idx="3564">
                  <c:v>-13.691859119608011</c:v>
                </c:pt>
                <c:pt idx="3565">
                  <c:v>-13.693967101775002</c:v>
                </c:pt>
                <c:pt idx="3566">
                  <c:v>-13.696072664003992</c:v>
                </c:pt>
                <c:pt idx="3567">
                  <c:v>-13.698175807681992</c:v>
                </c:pt>
                <c:pt idx="3568">
                  <c:v>-13.700276534191005</c:v>
                </c:pt>
                <c:pt idx="3569">
                  <c:v>-13.702374844915994</c:v>
                </c:pt>
                <c:pt idx="3570">
                  <c:v>-13.704470741236008</c:v>
                </c:pt>
                <c:pt idx="3571">
                  <c:v>-13.706564224533992</c:v>
                </c:pt>
                <c:pt idx="3572">
                  <c:v>-13.708655296186009</c:v>
                </c:pt>
                <c:pt idx="3573">
                  <c:v>-13.710743957573982</c:v>
                </c:pt>
                <c:pt idx="3574">
                  <c:v>-13.712830210073008</c:v>
                </c:pt>
                <c:pt idx="3575">
                  <c:v>-13.714914055059978</c:v>
                </c:pt>
                <c:pt idx="3576">
                  <c:v>-13.716995493909991</c:v>
                </c:pt>
                <c:pt idx="3577">
                  <c:v>-13.71907452799698</c:v>
                </c:pt>
                <c:pt idx="3578">
                  <c:v>-13.721151158694994</c:v>
                </c:pt>
                <c:pt idx="3579">
                  <c:v>-13.723225387374981</c:v>
                </c:pt>
                <c:pt idx="3580">
                  <c:v>-13.725297215408006</c:v>
                </c:pt>
                <c:pt idx="3581">
                  <c:v>-13.727366644163993</c:v>
                </c:pt>
                <c:pt idx="3582">
                  <c:v>-13.729433675010995</c:v>
                </c:pt>
                <c:pt idx="3583">
                  <c:v>-13.731498309317999</c:v>
                </c:pt>
                <c:pt idx="3584">
                  <c:v>-13.73356054845101</c:v>
                </c:pt>
                <c:pt idx="3585">
                  <c:v>-13.735620393776003</c:v>
                </c:pt>
                <c:pt idx="3586">
                  <c:v>-13.737677846655998</c:v>
                </c:pt>
                <c:pt idx="3587">
                  <c:v>-13.739732908456006</c:v>
                </c:pt>
                <c:pt idx="3588">
                  <c:v>-13.741785580539016</c:v>
                </c:pt>
                <c:pt idx="3589">
                  <c:v>-13.743835864263986</c:v>
                </c:pt>
                <c:pt idx="3590">
                  <c:v>-13.745883760992996</c:v>
                </c:pt>
                <c:pt idx="3591">
                  <c:v>-13.747929272085003</c:v>
                </c:pt>
                <c:pt idx="3592">
                  <c:v>-13.749972398897995</c:v>
                </c:pt>
                <c:pt idx="3593">
                  <c:v>-13.752013142788002</c:v>
                </c:pt>
                <c:pt idx="3594">
                  <c:v>-13.754051505113011</c:v>
                </c:pt>
                <c:pt idx="3595">
                  <c:v>-13.756087487227006</c:v>
                </c:pt>
                <c:pt idx="3596">
                  <c:v>-13.758121090486014</c:v>
                </c:pt>
                <c:pt idx="3597">
                  <c:v>-13.760152316238987</c:v>
                </c:pt>
                <c:pt idx="3598">
                  <c:v>-13.762181165841014</c:v>
                </c:pt>
                <c:pt idx="3599">
                  <c:v>-13.76420764064099</c:v>
                </c:pt>
                <c:pt idx="3600">
                  <c:v>-13.766231741989003</c:v>
                </c:pt>
                <c:pt idx="3601">
                  <c:v>-13.768828676720005</c:v>
                </c:pt>
                <c:pt idx="3602">
                  <c:v>-13.771423240695981</c:v>
                </c:pt>
                <c:pt idx="3603">
                  <c:v>-13.774015435264005</c:v>
                </c:pt>
                <c:pt idx="3604">
                  <c:v>-13.776605261769987</c:v>
                </c:pt>
                <c:pt idx="3605">
                  <c:v>-13.779192721556001</c:v>
                </c:pt>
                <c:pt idx="3606">
                  <c:v>-13.781777815967985</c:v>
                </c:pt>
                <c:pt idx="3607">
                  <c:v>-13.784360546348012</c:v>
                </c:pt>
                <c:pt idx="3608">
                  <c:v>-13.78694091403699</c:v>
                </c:pt>
                <c:pt idx="3609">
                  <c:v>-13.789518920375997</c:v>
                </c:pt>
                <c:pt idx="3610">
                  <c:v>-13.792094566702986</c:v>
                </c:pt>
                <c:pt idx="3611">
                  <c:v>-13.794667854359005</c:v>
                </c:pt>
                <c:pt idx="3612">
                  <c:v>-13.797238784678996</c:v>
                </c:pt>
                <c:pt idx="3613">
                  <c:v>-13.799807358998976</c:v>
                </c:pt>
                <c:pt idx="3614">
                  <c:v>-13.802373578656017</c:v>
                </c:pt>
                <c:pt idx="3615">
                  <c:v>-13.804937444983011</c:v>
                </c:pt>
                <c:pt idx="3616">
                  <c:v>-13.807498959312994</c:v>
                </c:pt>
                <c:pt idx="3617">
                  <c:v>-13.810058122979001</c:v>
                </c:pt>
                <c:pt idx="3618">
                  <c:v>-13.812614937313015</c:v>
                </c:pt>
                <c:pt idx="3619">
                  <c:v>-13.815169403642983</c:v>
                </c:pt>
                <c:pt idx="3620">
                  <c:v>-13.81772152329799</c:v>
                </c:pt>
                <c:pt idx="3621">
                  <c:v>-13.820271297608002</c:v>
                </c:pt>
                <c:pt idx="3622">
                  <c:v>-13.82281872789801</c:v>
                </c:pt>
                <c:pt idx="3623">
                  <c:v>-13.825363815494995</c:v>
                </c:pt>
                <c:pt idx="3624">
                  <c:v>-13.827906561723978</c:v>
                </c:pt>
                <c:pt idx="3625">
                  <c:v>-13.830446967910007</c:v>
                </c:pt>
                <c:pt idx="3626">
                  <c:v>-13.832985035374008</c:v>
                </c:pt>
                <c:pt idx="3627">
                  <c:v>-13.835520765437991</c:v>
                </c:pt>
                <c:pt idx="3628">
                  <c:v>-13.838054159424019</c:v>
                </c:pt>
                <c:pt idx="3629">
                  <c:v>-13.840585218651</c:v>
                </c:pt>
                <c:pt idx="3630">
                  <c:v>-13.843113944437988</c:v>
                </c:pt>
                <c:pt idx="3631">
                  <c:v>-13.845640338102982</c:v>
                </c:pt>
                <c:pt idx="3632">
                  <c:v>-13.848164400963014</c:v>
                </c:pt>
                <c:pt idx="3633">
                  <c:v>-13.850686134335007</c:v>
                </c:pt>
                <c:pt idx="3634">
                  <c:v>-13.853205539529995</c:v>
                </c:pt>
                <c:pt idx="3635">
                  <c:v>-13.855722617865013</c:v>
                </c:pt>
                <c:pt idx="3636">
                  <c:v>-13.858237370652006</c:v>
                </c:pt>
                <c:pt idx="3637">
                  <c:v>-13.860749799203006</c:v>
                </c:pt>
                <c:pt idx="3638">
                  <c:v>-13.863259904827004</c:v>
                </c:pt>
                <c:pt idx="3639">
                  <c:v>-13.865767688836002</c:v>
                </c:pt>
                <c:pt idx="3640">
                  <c:v>-13.86827315253899</c:v>
                </c:pt>
                <c:pt idx="3641">
                  <c:v>-13.87077629724098</c:v>
                </c:pt>
                <c:pt idx="3642">
                  <c:v>-13.873277124249995</c:v>
                </c:pt>
                <c:pt idx="3643">
                  <c:v>-13.875775634872014</c:v>
                </c:pt>
                <c:pt idx="3644">
                  <c:v>-13.87827183041199</c:v>
                </c:pt>
                <c:pt idx="3645">
                  <c:v>-13.880765712172007</c:v>
                </c:pt>
                <c:pt idx="3646">
                  <c:v>-13.883257281456991</c:v>
                </c:pt>
                <c:pt idx="3647">
                  <c:v>-13.885746539568999</c:v>
                </c:pt>
                <c:pt idx="3648">
                  <c:v>-13.888233487804996</c:v>
                </c:pt>
                <c:pt idx="3649">
                  <c:v>-13.890718127467977</c:v>
                </c:pt>
                <c:pt idx="3650">
                  <c:v>-13.893200459854995</c:v>
                </c:pt>
                <c:pt idx="3651">
                  <c:v>-13.895680486265007</c:v>
                </c:pt>
                <c:pt idx="3652">
                  <c:v>-13.898158207993987</c:v>
                </c:pt>
                <c:pt idx="3653">
                  <c:v>-13.900633626336997</c:v>
                </c:pt>
                <c:pt idx="3654">
                  <c:v>-13.903106742591007</c:v>
                </c:pt>
                <c:pt idx="3655">
                  <c:v>-13.905577558046986</c:v>
                </c:pt>
                <c:pt idx="3656">
                  <c:v>-13.90804607399798</c:v>
                </c:pt>
                <c:pt idx="3657">
                  <c:v>-13.910512291738002</c:v>
                </c:pt>
                <c:pt idx="3658">
                  <c:v>-13.912976212555009</c:v>
                </c:pt>
                <c:pt idx="3659">
                  <c:v>-13.915437837740996</c:v>
                </c:pt>
                <c:pt idx="3660">
                  <c:v>-13.917897168582982</c:v>
                </c:pt>
                <c:pt idx="3661">
                  <c:v>-13.920354206371002</c:v>
                </c:pt>
                <c:pt idx="3662">
                  <c:v>-13.922808952389005</c:v>
                </c:pt>
                <c:pt idx="3663">
                  <c:v>-13.925261407923983</c:v>
                </c:pt>
                <c:pt idx="3664">
                  <c:v>-13.927711574261025</c:v>
                </c:pt>
                <c:pt idx="3665">
                  <c:v>-13.930159452683</c:v>
                </c:pt>
                <c:pt idx="3666">
                  <c:v>-13.932605044474002</c:v>
                </c:pt>
                <c:pt idx="3667">
                  <c:v>-13.935048350915991</c:v>
                </c:pt>
                <c:pt idx="3668">
                  <c:v>-13.937489373288997</c:v>
                </c:pt>
                <c:pt idx="3669">
                  <c:v>-13.939928112872991</c:v>
                </c:pt>
                <c:pt idx="3670">
                  <c:v>-13.942364570945983</c:v>
                </c:pt>
                <c:pt idx="3671">
                  <c:v>-13.944798748788003</c:v>
                </c:pt>
                <c:pt idx="3672">
                  <c:v>-13.947230647674019</c:v>
                </c:pt>
                <c:pt idx="3673">
                  <c:v>-13.94966026888099</c:v>
                </c:pt>
                <c:pt idx="3674">
                  <c:v>-13.952087613684</c:v>
                </c:pt>
                <c:pt idx="3675">
                  <c:v>-13.954512683356</c:v>
                </c:pt>
                <c:pt idx="3676">
                  <c:v>-13.956935479173012</c:v>
                </c:pt>
                <c:pt idx="3677">
                  <c:v>-13.959356002402984</c:v>
                </c:pt>
                <c:pt idx="3678">
                  <c:v>-13.961774254318982</c:v>
                </c:pt>
                <c:pt idx="3679">
                  <c:v>-13.964190236191001</c:v>
                </c:pt>
                <c:pt idx="3680">
                  <c:v>-13.966603949289009</c:v>
                </c:pt>
                <c:pt idx="3681">
                  <c:v>-13.969015394879989</c:v>
                </c:pt>
                <c:pt idx="3682">
                  <c:v>-13.97142457423098</c:v>
                </c:pt>
                <c:pt idx="3683">
                  <c:v>-13.973831488609989</c:v>
                </c:pt>
                <c:pt idx="3684">
                  <c:v>-13.976236139280985</c:v>
                </c:pt>
                <c:pt idx="3685">
                  <c:v>-13.978638527507002</c:v>
                </c:pt>
                <c:pt idx="3686">
                  <c:v>-13.981038654553998</c:v>
                </c:pt>
                <c:pt idx="3687">
                  <c:v>-13.983436521681995</c:v>
                </c:pt>
                <c:pt idx="3688">
                  <c:v>-13.985832130153995</c:v>
                </c:pt>
                <c:pt idx="3689">
                  <c:v>-13.988225481229989</c:v>
                </c:pt>
                <c:pt idx="3690">
                  <c:v>-13.990616576170993</c:v>
                </c:pt>
                <c:pt idx="3691">
                  <c:v>-13.993005416231995</c:v>
                </c:pt>
                <c:pt idx="3692">
                  <c:v>-13.995392002672986</c:v>
                </c:pt>
                <c:pt idx="3693">
                  <c:v>-13.997776336750007</c:v>
                </c:pt>
                <c:pt idx="3694">
                  <c:v>-14.000158419717991</c:v>
                </c:pt>
                <c:pt idx="3695">
                  <c:v>-14.002538252833006</c:v>
                </c:pt>
                <c:pt idx="3696">
                  <c:v>-14.004915837347994</c:v>
                </c:pt>
                <c:pt idx="3697">
                  <c:v>-14.007291174517007</c:v>
                </c:pt>
                <c:pt idx="3698">
                  <c:v>-14.009664265589009</c:v>
                </c:pt>
                <c:pt idx="3699">
                  <c:v>-14.012035111816999</c:v>
                </c:pt>
                <c:pt idx="3700">
                  <c:v>-14.014403714451021</c:v>
                </c:pt>
                <c:pt idx="3701">
                  <c:v>-14.016770074739014</c:v>
                </c:pt>
                <c:pt idx="3702">
                  <c:v>-14.019134193929006</c:v>
                </c:pt>
                <c:pt idx="3703">
                  <c:v>-14.021496073268992</c:v>
                </c:pt>
                <c:pt idx="3704">
                  <c:v>-14.023855714005009</c:v>
                </c:pt>
                <c:pt idx="3705">
                  <c:v>-14.026213117379996</c:v>
                </c:pt>
                <c:pt idx="3706">
                  <c:v>-14.028568284640983</c:v>
                </c:pt>
                <c:pt idx="3707">
                  <c:v>-14.030921217030027</c:v>
                </c:pt>
                <c:pt idx="3708">
                  <c:v>-14.033271915789015</c:v>
                </c:pt>
                <c:pt idx="3709">
                  <c:v>-14.035620382160005</c:v>
                </c:pt>
                <c:pt idx="3710">
                  <c:v>-14.037966617382978</c:v>
                </c:pt>
                <c:pt idx="3711">
                  <c:v>-14.040310622698001</c:v>
                </c:pt>
                <c:pt idx="3712">
                  <c:v>-14.042652399343012</c:v>
                </c:pt>
                <c:pt idx="3713">
                  <c:v>-14.044991948556003</c:v>
                </c:pt>
                <c:pt idx="3714">
                  <c:v>-14.047329271572977</c:v>
                </c:pt>
                <c:pt idx="3715">
                  <c:v>-14.049664369629994</c:v>
                </c:pt>
                <c:pt idx="3716">
                  <c:v>-14.051997243961011</c:v>
                </c:pt>
                <c:pt idx="3717">
                  <c:v>-14.054327895802004</c:v>
                </c:pt>
                <c:pt idx="3718">
                  <c:v>-14.056656326384996</c:v>
                </c:pt>
                <c:pt idx="3719">
                  <c:v>-14.058982536939993</c:v>
                </c:pt>
                <c:pt idx="3720">
                  <c:v>-14.061306528699987</c:v>
                </c:pt>
                <c:pt idx="3721">
                  <c:v>-14.063628302894983</c:v>
                </c:pt>
                <c:pt idx="3722">
                  <c:v>-14.065947860752999</c:v>
                </c:pt>
                <c:pt idx="3723">
                  <c:v>-14.068265203502989</c:v>
                </c:pt>
                <c:pt idx="3724">
                  <c:v>-14.070580332372003</c:v>
                </c:pt>
                <c:pt idx="3725">
                  <c:v>-14.072893248586979</c:v>
                </c:pt>
                <c:pt idx="3726">
                  <c:v>-14.075203953374</c:v>
                </c:pt>
                <c:pt idx="3727">
                  <c:v>-14.077512447955002</c:v>
                </c:pt>
                <c:pt idx="3728">
                  <c:v>-14.079818733554987</c:v>
                </c:pt>
                <c:pt idx="3729">
                  <c:v>-14.082122811396999</c:v>
                </c:pt>
                <c:pt idx="3730">
                  <c:v>-14.084424682702007</c:v>
                </c:pt>
                <c:pt idx="3731">
                  <c:v>-14.086724348691007</c:v>
                </c:pt>
                <c:pt idx="3732">
                  <c:v>-14.089021810582977</c:v>
                </c:pt>
                <c:pt idx="3733">
                  <c:v>-14.091317069599995</c:v>
                </c:pt>
                <c:pt idx="3734">
                  <c:v>-14.093610126956008</c:v>
                </c:pt>
                <c:pt idx="3735">
                  <c:v>-14.09590098387099</c:v>
                </c:pt>
                <c:pt idx="3736">
                  <c:v>-14.098189641559003</c:v>
                </c:pt>
                <c:pt idx="3737">
                  <c:v>-14.100476101236012</c:v>
                </c:pt>
                <c:pt idx="3738">
                  <c:v>-14.102760364116989</c:v>
                </c:pt>
                <c:pt idx="3739">
                  <c:v>-14.105042431415001</c:v>
                </c:pt>
                <c:pt idx="3740">
                  <c:v>-14.107322304343995</c:v>
                </c:pt>
                <c:pt idx="3741">
                  <c:v>-14.109599984112009</c:v>
                </c:pt>
                <c:pt idx="3742">
                  <c:v>-14.111875471931995</c:v>
                </c:pt>
                <c:pt idx="3743">
                  <c:v>-14.114148769012019</c:v>
                </c:pt>
                <c:pt idx="3744">
                  <c:v>-14.116419876563015</c:v>
                </c:pt>
                <c:pt idx="3745">
                  <c:v>-14.118688795791996</c:v>
                </c:pt>
                <c:pt idx="3746">
                  <c:v>-14.120955527906005</c:v>
                </c:pt>
                <c:pt idx="3747">
                  <c:v>-14.123220074111998</c:v>
                </c:pt>
                <c:pt idx="3748">
                  <c:v>-14.125482435613009</c:v>
                </c:pt>
                <c:pt idx="3749">
                  <c:v>-14.127742613614004</c:v>
                </c:pt>
                <c:pt idx="3750">
                  <c:v>-14.130000609318984</c:v>
                </c:pt>
                <c:pt idx="3751">
                  <c:v>-14.132256423929022</c:v>
                </c:pt>
                <c:pt idx="3752">
                  <c:v>-14.134510058648004</c:v>
                </c:pt>
                <c:pt idx="3753">
                  <c:v>-14.136761514673992</c:v>
                </c:pt>
                <c:pt idx="3754">
                  <c:v>-14.139010793208996</c:v>
                </c:pt>
                <c:pt idx="3755">
                  <c:v>-14.141257895449996</c:v>
                </c:pt>
                <c:pt idx="3756">
                  <c:v>-14.143502822594996</c:v>
                </c:pt>
                <c:pt idx="3757">
                  <c:v>-14.145745575842</c:v>
                </c:pt>
                <c:pt idx="3758">
                  <c:v>-14.147986156385997</c:v>
                </c:pt>
                <c:pt idx="3759">
                  <c:v>-14.150224565423002</c:v>
                </c:pt>
                <c:pt idx="3760">
                  <c:v>-14.152460804146983</c:v>
                </c:pt>
                <c:pt idx="3761">
                  <c:v>-14.154694873752021</c:v>
                </c:pt>
                <c:pt idx="3762">
                  <c:v>-14.156926775427991</c:v>
                </c:pt>
                <c:pt idx="3763">
                  <c:v>-14.159156510369002</c:v>
                </c:pt>
                <c:pt idx="3764">
                  <c:v>-14.161384079764986</c:v>
                </c:pt>
                <c:pt idx="3765">
                  <c:v>-14.163609484805022</c:v>
                </c:pt>
                <c:pt idx="3766">
                  <c:v>-14.165832726679014</c:v>
                </c:pt>
                <c:pt idx="3767">
                  <c:v>-14.168053806573994</c:v>
                </c:pt>
                <c:pt idx="3768">
                  <c:v>-14.170272725679013</c:v>
                </c:pt>
                <c:pt idx="3769">
                  <c:v>-14.172489485178005</c:v>
                </c:pt>
                <c:pt idx="3770">
                  <c:v>-14.174704086257009</c:v>
                </c:pt>
                <c:pt idx="3771">
                  <c:v>-14.176916530099987</c:v>
                </c:pt>
                <c:pt idx="3772">
                  <c:v>-14.179126817890022</c:v>
                </c:pt>
                <c:pt idx="3773">
                  <c:v>-14.181334950812015</c:v>
                </c:pt>
                <c:pt idx="3774">
                  <c:v>-14.183540930044984</c:v>
                </c:pt>
                <c:pt idx="3775">
                  <c:v>-14.185744756771982</c:v>
                </c:pt>
                <c:pt idx="3776">
                  <c:v>-14.187946432171998</c:v>
                </c:pt>
                <c:pt idx="3777">
                  <c:v>-14.190145957422999</c:v>
                </c:pt>
                <c:pt idx="3778">
                  <c:v>-14.192343333704997</c:v>
                </c:pt>
                <c:pt idx="3779">
                  <c:v>-14.194538562193003</c:v>
                </c:pt>
                <c:pt idx="3780">
                  <c:v>-14.196731644066006</c:v>
                </c:pt>
                <c:pt idx="3781">
                  <c:v>-14.198922580497992</c:v>
                </c:pt>
                <c:pt idx="3782">
                  <c:v>-14.201111372662979</c:v>
                </c:pt>
                <c:pt idx="3783">
                  <c:v>-14.203298021738021</c:v>
                </c:pt>
                <c:pt idx="3784">
                  <c:v>-14.205482528890997</c:v>
                </c:pt>
                <c:pt idx="3785">
                  <c:v>-14.207664895297</c:v>
                </c:pt>
                <c:pt idx="3786">
                  <c:v>-14.209845122125984</c:v>
                </c:pt>
                <c:pt idx="3787">
                  <c:v>-14.212023210550001</c:v>
                </c:pt>
                <c:pt idx="3788">
                  <c:v>-14.214199161735991</c:v>
                </c:pt>
                <c:pt idx="3789">
                  <c:v>-14.216372976852995</c:v>
                </c:pt>
                <c:pt idx="3790">
                  <c:v>-14.218544657071021</c:v>
                </c:pt>
                <c:pt idx="3791">
                  <c:v>-14.220714203553001</c:v>
                </c:pt>
                <c:pt idx="3792">
                  <c:v>-14.222881617465987</c:v>
                </c:pt>
                <c:pt idx="3793">
                  <c:v>-14.225046899975979</c:v>
                </c:pt>
                <c:pt idx="3794">
                  <c:v>-14.227210052247017</c:v>
                </c:pt>
                <c:pt idx="3795">
                  <c:v>-14.229371075441009</c:v>
                </c:pt>
                <c:pt idx="3796">
                  <c:v>-14.231529970720999</c:v>
                </c:pt>
                <c:pt idx="3797">
                  <c:v>-14.233686739249009</c:v>
                </c:pt>
                <c:pt idx="3798">
                  <c:v>-14.235841382185015</c:v>
                </c:pt>
                <c:pt idx="3799">
                  <c:v>-14.237993900687997</c:v>
                </c:pt>
                <c:pt idx="3800">
                  <c:v>-14.240144295917986</c:v>
                </c:pt>
                <c:pt idx="3801">
                  <c:v>-14.242292569032003</c:v>
                </c:pt>
                <c:pt idx="3802">
                  <c:v>-14.244438721188004</c:v>
                </c:pt>
                <c:pt idx="3803">
                  <c:v>-14.246582753540991</c:v>
                </c:pt>
                <c:pt idx="3804">
                  <c:v>-14.248724667249007</c:v>
                </c:pt>
                <c:pt idx="3805">
                  <c:v>-14.250864463463017</c:v>
                </c:pt>
                <c:pt idx="3806">
                  <c:v>-14.253002143337994</c:v>
                </c:pt>
                <c:pt idx="3807">
                  <c:v>-14.255137708028002</c:v>
                </c:pt>
                <c:pt idx="3808">
                  <c:v>-14.257271158683011</c:v>
                </c:pt>
                <c:pt idx="3809">
                  <c:v>-14.25940249645501</c:v>
                </c:pt>
                <c:pt idx="3810">
                  <c:v>-14.261531722494993</c:v>
                </c:pt>
                <c:pt idx="3811">
                  <c:v>-14.263658837952022</c:v>
                </c:pt>
                <c:pt idx="3812">
                  <c:v>-14.265783843972002</c:v>
                </c:pt>
                <c:pt idx="3813">
                  <c:v>-14.267906741704991</c:v>
                </c:pt>
                <c:pt idx="3814">
                  <c:v>-14.270027532298002</c:v>
                </c:pt>
                <c:pt idx="3815">
                  <c:v>-14.27214621689501</c:v>
                </c:pt>
                <c:pt idx="3816">
                  <c:v>-14.274262796642006</c:v>
                </c:pt>
                <c:pt idx="3817">
                  <c:v>-14.276377272683987</c:v>
                </c:pt>
                <c:pt idx="3818">
                  <c:v>-14.27848964616399</c:v>
                </c:pt>
                <c:pt idx="3819">
                  <c:v>-14.280599918223999</c:v>
                </c:pt>
                <c:pt idx="3820">
                  <c:v>-14.282708090005002</c:v>
                </c:pt>
                <c:pt idx="3821">
                  <c:v>-14.28481416264799</c:v>
                </c:pt>
                <c:pt idx="3822">
                  <c:v>-14.286918137292986</c:v>
                </c:pt>
                <c:pt idx="3823">
                  <c:v>-14.289020015080013</c:v>
                </c:pt>
                <c:pt idx="3824">
                  <c:v>-14.291119797145996</c:v>
                </c:pt>
                <c:pt idx="3825">
                  <c:v>-14.293217484628997</c:v>
                </c:pt>
                <c:pt idx="3826">
                  <c:v>-14.295313078665998</c:v>
                </c:pt>
                <c:pt idx="3827">
                  <c:v>-14.297406580390998</c:v>
                </c:pt>
                <c:pt idx="3828">
                  <c:v>-14.299497990939983</c:v>
                </c:pt>
                <c:pt idx="3829">
                  <c:v>-14.301587311445985</c:v>
                </c:pt>
                <c:pt idx="3830">
                  <c:v>-14.303674543043002</c:v>
                </c:pt>
                <c:pt idx="3831">
                  <c:v>-14.305759686863013</c:v>
                </c:pt>
                <c:pt idx="3832">
                  <c:v>-14.307842744037998</c:v>
                </c:pt>
                <c:pt idx="3833">
                  <c:v>-14.309923715698005</c:v>
                </c:pt>
                <c:pt idx="3834">
                  <c:v>-14.312002602972001</c:v>
                </c:pt>
                <c:pt idx="3835">
                  <c:v>-14.314079406990004</c:v>
                </c:pt>
                <c:pt idx="3836">
                  <c:v>-14.316154128878992</c:v>
                </c:pt>
                <c:pt idx="3837">
                  <c:v>-14.318226769767023</c:v>
                </c:pt>
                <c:pt idx="3838">
                  <c:v>-14.320297330779994</c:v>
                </c:pt>
                <c:pt idx="3839">
                  <c:v>-14.322365813044001</c:v>
                </c:pt>
                <c:pt idx="3840">
                  <c:v>-14.324432217684006</c:v>
                </c:pt>
                <c:pt idx="3841">
                  <c:v>-14.32649654582201</c:v>
                </c:pt>
                <c:pt idx="3842">
                  <c:v>-14.328558798582009</c:v>
                </c:pt>
                <c:pt idx="3843">
                  <c:v>-14.330618977086999</c:v>
                </c:pt>
                <c:pt idx="3844">
                  <c:v>-14.332677082457025</c:v>
                </c:pt>
                <c:pt idx="3845">
                  <c:v>-14.334733115814004</c:v>
                </c:pt>
                <c:pt idx="3846">
                  <c:v>-14.336787078275989</c:v>
                </c:pt>
                <c:pt idx="3847">
                  <c:v>-14.338838970964019</c:v>
                </c:pt>
                <c:pt idx="3848">
                  <c:v>-14.340888794992992</c:v>
                </c:pt>
                <c:pt idx="3849">
                  <c:v>-14.342936551482012</c:v>
                </c:pt>
                <c:pt idx="3850">
                  <c:v>-14.344982241547001</c:v>
                </c:pt>
                <c:pt idx="3851">
                  <c:v>-14.347025866304023</c:v>
                </c:pt>
                <c:pt idx="3852">
                  <c:v>-14.349067426867009</c:v>
                </c:pt>
                <c:pt idx="3853">
                  <c:v>-14.351106924351001</c:v>
                </c:pt>
                <c:pt idx="3854">
                  <c:v>-14.353144359867997</c:v>
                </c:pt>
                <c:pt idx="3855">
                  <c:v>-14.355179734529997</c:v>
                </c:pt>
                <c:pt idx="3856">
                  <c:v>-14.357213049448006</c:v>
                </c:pt>
                <c:pt idx="3857">
                  <c:v>-14.359244305733995</c:v>
                </c:pt>
                <c:pt idx="3858">
                  <c:v>-14.361273504495983</c:v>
                </c:pt>
                <c:pt idx="3859">
                  <c:v>-14.36330064684401</c:v>
                </c:pt>
                <c:pt idx="3860">
                  <c:v>-14.36532573388601</c:v>
                </c:pt>
                <c:pt idx="3861">
                  <c:v>-14.367348766730998</c:v>
                </c:pt>
                <c:pt idx="3862">
                  <c:v>-14.369369746480999</c:v>
                </c:pt>
                <c:pt idx="3863">
                  <c:v>-14.371388674244997</c:v>
                </c:pt>
                <c:pt idx="3864">
                  <c:v>-14.373405551127007</c:v>
                </c:pt>
                <c:pt idx="3865">
                  <c:v>-14.37542037822999</c:v>
                </c:pt>
                <c:pt idx="3866">
                  <c:v>-14.377433156659009</c:v>
                </c:pt>
                <c:pt idx="3867">
                  <c:v>-14.379443887514014</c:v>
                </c:pt>
                <c:pt idx="3868">
                  <c:v>-14.38145257189899</c:v>
                </c:pt>
                <c:pt idx="3869">
                  <c:v>-14.383459210913998</c:v>
                </c:pt>
                <c:pt idx="3870">
                  <c:v>-14.385463805656997</c:v>
                </c:pt>
                <c:pt idx="3871">
                  <c:v>-14.387466357228988</c:v>
                </c:pt>
                <c:pt idx="3872">
                  <c:v>-14.389466866726991</c:v>
                </c:pt>
                <c:pt idx="3873">
                  <c:v>-14.391465335249023</c:v>
                </c:pt>
                <c:pt idx="3874">
                  <c:v>-14.393461763891992</c:v>
                </c:pt>
                <c:pt idx="3875">
                  <c:v>-14.395456153750985</c:v>
                </c:pt>
                <c:pt idx="3876">
                  <c:v>-14.397448505923023</c:v>
                </c:pt>
                <c:pt idx="3877">
                  <c:v>-14.399438821499018</c:v>
                </c:pt>
                <c:pt idx="3878">
                  <c:v>-14.401427101574996</c:v>
                </c:pt>
                <c:pt idx="3879">
                  <c:v>-14.40341334724198</c:v>
                </c:pt>
                <c:pt idx="3880">
                  <c:v>-14.405397559592018</c:v>
                </c:pt>
                <c:pt idx="3881">
                  <c:v>-14.407379739715992</c:v>
                </c:pt>
                <c:pt idx="3882">
                  <c:v>-14.409359888704984</c:v>
                </c:pt>
                <c:pt idx="3883">
                  <c:v>-14.411338007648027</c:v>
                </c:pt>
                <c:pt idx="3884">
                  <c:v>-14.41331409763302</c:v>
                </c:pt>
                <c:pt idx="3885">
                  <c:v>-14.415288159747007</c:v>
                </c:pt>
                <c:pt idx="3886">
                  <c:v>-14.417260195078001</c:v>
                </c:pt>
                <c:pt idx="3887">
                  <c:v>-14.419230204712022</c:v>
                </c:pt>
                <c:pt idx="3888">
                  <c:v>-14.421198189734014</c:v>
                </c:pt>
                <c:pt idx="3889">
                  <c:v>-14.423164151229003</c:v>
                </c:pt>
                <c:pt idx="3890">
                  <c:v>-14.425128090281987</c:v>
                </c:pt>
                <c:pt idx="3891">
                  <c:v>-14.427090007973021</c:v>
                </c:pt>
                <c:pt idx="3892">
                  <c:v>-14.429049905385</c:v>
                </c:pt>
                <c:pt idx="3893">
                  <c:v>-14.431007783599995</c:v>
                </c:pt>
                <c:pt idx="3894">
                  <c:v>-14.432963643697974</c:v>
                </c:pt>
                <c:pt idx="3895">
                  <c:v>-14.434917486759019</c:v>
                </c:pt>
                <c:pt idx="3896">
                  <c:v>-14.436869313860996</c:v>
                </c:pt>
                <c:pt idx="3897">
                  <c:v>-14.438819126084979</c:v>
                </c:pt>
                <c:pt idx="3898">
                  <c:v>-14.440766924504999</c:v>
                </c:pt>
                <c:pt idx="3899">
                  <c:v>-14.442712710199004</c:v>
                </c:pt>
                <c:pt idx="3900">
                  <c:v>-14.444656484241989</c:v>
                </c:pt>
                <c:pt idx="3901">
                  <c:v>-14.447074728830017</c:v>
                </c:pt>
                <c:pt idx="3902">
                  <c:v>-14.449490963915991</c:v>
                </c:pt>
                <c:pt idx="3903">
                  <c:v>-14.451905190573996</c:v>
                </c:pt>
                <c:pt idx="3904">
                  <c:v>-14.454317409876012</c:v>
                </c:pt>
                <c:pt idx="3905">
                  <c:v>-14.456727622894988</c:v>
                </c:pt>
                <c:pt idx="3906">
                  <c:v>-14.459135830701001</c:v>
                </c:pt>
                <c:pt idx="3907">
                  <c:v>-14.461542034363987</c:v>
                </c:pt>
                <c:pt idx="3908">
                  <c:v>-14.463946234953994</c:v>
                </c:pt>
                <c:pt idx="3909">
                  <c:v>-14.46634843354002</c:v>
                </c:pt>
                <c:pt idx="3910">
                  <c:v>-14.468748631188987</c:v>
                </c:pt>
                <c:pt idx="3911">
                  <c:v>-14.471146828967989</c:v>
                </c:pt>
                <c:pt idx="3912">
                  <c:v>-14.473543027943009</c:v>
                </c:pt>
                <c:pt idx="3913">
                  <c:v>-14.475937229181</c:v>
                </c:pt>
                <c:pt idx="3914">
                  <c:v>-14.478329433744989</c:v>
                </c:pt>
                <c:pt idx="3915">
                  <c:v>-14.480719642700024</c:v>
                </c:pt>
                <c:pt idx="3916">
                  <c:v>-14.48310785710899</c:v>
                </c:pt>
                <c:pt idx="3917">
                  <c:v>-14.485494078034009</c:v>
                </c:pt>
                <c:pt idx="3918">
                  <c:v>-14.487878306535976</c:v>
                </c:pt>
                <c:pt idx="3919">
                  <c:v>-14.49026054367701</c:v>
                </c:pt>
                <c:pt idx="3920">
                  <c:v>-14.49264079051602</c:v>
                </c:pt>
                <c:pt idx="3921">
                  <c:v>-14.495019048111999</c:v>
                </c:pt>
                <c:pt idx="3922">
                  <c:v>-14.497395317523996</c:v>
                </c:pt>
                <c:pt idx="3923">
                  <c:v>-14.49976959980998</c:v>
                </c:pt>
                <c:pt idx="3924">
                  <c:v>-14.502141896026984</c:v>
                </c:pt>
                <c:pt idx="3925">
                  <c:v>-14.504512207230022</c:v>
                </c:pt>
                <c:pt idx="3926">
                  <c:v>-14.506880534475982</c:v>
                </c:pt>
                <c:pt idx="3927">
                  <c:v>-14.509246878818004</c:v>
                </c:pt>
                <c:pt idx="3928">
                  <c:v>-14.511611241310021</c:v>
                </c:pt>
                <c:pt idx="3929">
                  <c:v>-14.513973623005995</c:v>
                </c:pt>
                <c:pt idx="3930">
                  <c:v>-14.51633402495699</c:v>
                </c:pt>
                <c:pt idx="3931">
                  <c:v>-14.518692448215006</c:v>
                </c:pt>
                <c:pt idx="3932">
                  <c:v>-14.521048893830994</c:v>
                </c:pt>
                <c:pt idx="3933">
                  <c:v>-14.523403362854992</c:v>
                </c:pt>
                <c:pt idx="3934">
                  <c:v>-14.525755856334996</c:v>
                </c:pt>
                <c:pt idx="3935">
                  <c:v>-14.528106375320988</c:v>
                </c:pt>
                <c:pt idx="3936">
                  <c:v>-14.530454920859</c:v>
                </c:pt>
                <c:pt idx="3937">
                  <c:v>-14.532801493996999</c:v>
                </c:pt>
                <c:pt idx="3938">
                  <c:v>-14.535146095779993</c:v>
                </c:pt>
                <c:pt idx="3939">
                  <c:v>-14.537488727254981</c:v>
                </c:pt>
                <c:pt idx="3940">
                  <c:v>-14.539829389466007</c:v>
                </c:pt>
                <c:pt idx="3941">
                  <c:v>-14.54216808345501</c:v>
                </c:pt>
                <c:pt idx="3942">
                  <c:v>-14.544504810267</c:v>
                </c:pt>
                <c:pt idx="3943">
                  <c:v>-14.546839570944002</c:v>
                </c:pt>
                <c:pt idx="3944">
                  <c:v>-14.549172366527017</c:v>
                </c:pt>
                <c:pt idx="3945">
                  <c:v>-14.551503198056992</c:v>
                </c:pt>
                <c:pt idx="3946">
                  <c:v>-14.553832066572994</c:v>
                </c:pt>
                <c:pt idx="3947">
                  <c:v>-14.556158973116027</c:v>
                </c:pt>
                <c:pt idx="3948">
                  <c:v>-14.558483918722999</c:v>
                </c:pt>
                <c:pt idx="3949">
                  <c:v>-14.560806904432013</c:v>
                </c:pt>
                <c:pt idx="3950">
                  <c:v>-14.563127931278984</c:v>
                </c:pt>
                <c:pt idx="3951">
                  <c:v>-14.565447000302015</c:v>
                </c:pt>
                <c:pt idx="3952">
                  <c:v>-14.567764112536025</c:v>
                </c:pt>
                <c:pt idx="3953">
                  <c:v>-14.570079269015991</c:v>
                </c:pt>
                <c:pt idx="3954">
                  <c:v>-14.57239247077402</c:v>
                </c:pt>
                <c:pt idx="3955">
                  <c:v>-14.574703718845001</c:v>
                </c:pt>
                <c:pt idx="3956">
                  <c:v>-14.57701301425999</c:v>
                </c:pt>
                <c:pt idx="3957">
                  <c:v>-14.579320358052001</c:v>
                </c:pt>
                <c:pt idx="3958">
                  <c:v>-14.581625751251977</c:v>
                </c:pt>
                <c:pt idx="3959">
                  <c:v>-14.583929194888015</c:v>
                </c:pt>
                <c:pt idx="3960">
                  <c:v>-14.586230689990998</c:v>
                </c:pt>
                <c:pt idx="3961">
                  <c:v>-14.588530237589993</c:v>
                </c:pt>
                <c:pt idx="3962">
                  <c:v>-14.590827838712016</c:v>
                </c:pt>
                <c:pt idx="3963">
                  <c:v>-14.593123494383974</c:v>
                </c:pt>
                <c:pt idx="3964">
                  <c:v>-14.595417205632003</c:v>
                </c:pt>
                <c:pt idx="3965">
                  <c:v>-14.597708973483009</c:v>
                </c:pt>
                <c:pt idx="3966">
                  <c:v>-14.599998798960996</c:v>
                </c:pt>
                <c:pt idx="3967">
                  <c:v>-14.602286683090995</c:v>
                </c:pt>
                <c:pt idx="3968">
                  <c:v>-14.604572626895987</c:v>
                </c:pt>
                <c:pt idx="3969">
                  <c:v>-14.606856631397989</c:v>
                </c:pt>
                <c:pt idx="3970">
                  <c:v>-14.609138697619017</c:v>
                </c:pt>
                <c:pt idx="3971">
                  <c:v>-14.611418826579978</c:v>
                </c:pt>
                <c:pt idx="3972">
                  <c:v>-14.613697019303004</c:v>
                </c:pt>
                <c:pt idx="3973">
                  <c:v>-14.615973276806017</c:v>
                </c:pt>
                <c:pt idx="3974">
                  <c:v>-14.618247600107992</c:v>
                </c:pt>
                <c:pt idx="3975">
                  <c:v>-14.62051999022799</c:v>
                </c:pt>
                <c:pt idx="3976">
                  <c:v>-14.622790448182002</c:v>
                </c:pt>
                <c:pt idx="3977">
                  <c:v>-14.625058974989003</c:v>
                </c:pt>
                <c:pt idx="3978">
                  <c:v>-14.627325571662993</c:v>
                </c:pt>
                <c:pt idx="3979">
                  <c:v>-14.629590239218999</c:v>
                </c:pt>
                <c:pt idx="3980">
                  <c:v>-14.63185297867301</c:v>
                </c:pt>
                <c:pt idx="3981">
                  <c:v>-14.634113791038004</c:v>
                </c:pt>
                <c:pt idx="3982">
                  <c:v>-14.636372677327984</c:v>
                </c:pt>
                <c:pt idx="3983">
                  <c:v>-14.638629638552999</c:v>
                </c:pt>
                <c:pt idx="3984">
                  <c:v>-14.640884675726994</c:v>
                </c:pt>
                <c:pt idx="3985">
                  <c:v>-14.643137789858997</c:v>
                </c:pt>
                <c:pt idx="3986">
                  <c:v>-14.645388981959996</c:v>
                </c:pt>
                <c:pt idx="3987">
                  <c:v>-14.647638253038991</c:v>
                </c:pt>
                <c:pt idx="3988">
                  <c:v>-14.649885604103986</c:v>
                </c:pt>
                <c:pt idx="3989">
                  <c:v>-14.652131036164008</c:v>
                </c:pt>
                <c:pt idx="3990">
                  <c:v>-14.654374550225981</c:v>
                </c:pt>
                <c:pt idx="3991">
                  <c:v>-14.656616147295011</c:v>
                </c:pt>
                <c:pt idx="3992">
                  <c:v>-14.658855828378023</c:v>
                </c:pt>
                <c:pt idx="3993">
                  <c:v>-14.661093594479013</c:v>
                </c:pt>
                <c:pt idx="3994">
                  <c:v>-14.663329446603001</c:v>
                </c:pt>
                <c:pt idx="3995">
                  <c:v>-14.665563385753984</c:v>
                </c:pt>
                <c:pt idx="3996">
                  <c:v>-14.667795412933998</c:v>
                </c:pt>
                <c:pt idx="3997">
                  <c:v>-14.670025529145022</c:v>
                </c:pt>
                <c:pt idx="3998">
                  <c:v>-14.672253735387983</c:v>
                </c:pt>
                <c:pt idx="3999">
                  <c:v>-14.674480032664007</c:v>
                </c:pt>
                <c:pt idx="4000">
                  <c:v>-14.676704421971976</c:v>
                </c:pt>
                <c:pt idx="4001">
                  <c:v>-14.678926904312988</c:v>
                </c:pt>
                <c:pt idx="4002">
                  <c:v>-14.681147480682995</c:v>
                </c:pt>
                <c:pt idx="4003">
                  <c:v>-14.683366152081987</c:v>
                </c:pt>
                <c:pt idx="4004">
                  <c:v>-14.685582919505009</c:v>
                </c:pt>
                <c:pt idx="4005">
                  <c:v>-14.687797783950003</c:v>
                </c:pt>
                <c:pt idx="4006">
                  <c:v>-14.690010746410991</c:v>
                </c:pt>
                <c:pt idx="4007">
                  <c:v>-14.692221807883016</c:v>
                </c:pt>
                <c:pt idx="4008">
                  <c:v>-14.694430969359985</c:v>
                </c:pt>
                <c:pt idx="4009">
                  <c:v>-14.696638231836999</c:v>
                </c:pt>
                <c:pt idx="4010">
                  <c:v>-14.698843596304016</c:v>
                </c:pt>
                <c:pt idx="4011">
                  <c:v>-14.701047063755993</c:v>
                </c:pt>
                <c:pt idx="4012">
                  <c:v>-14.703248635181012</c:v>
                </c:pt>
                <c:pt idx="4013">
                  <c:v>-14.705448311572013</c:v>
                </c:pt>
                <c:pt idx="4014">
                  <c:v>-14.707646093916992</c:v>
                </c:pt>
                <c:pt idx="4015">
                  <c:v>-14.709841983206019</c:v>
                </c:pt>
                <c:pt idx="4016">
                  <c:v>-14.712035980426975</c:v>
                </c:pt>
                <c:pt idx="4017">
                  <c:v>-14.714228086567999</c:v>
                </c:pt>
                <c:pt idx="4018">
                  <c:v>-14.716418302615011</c:v>
                </c:pt>
                <c:pt idx="4019">
                  <c:v>-14.718606629554984</c:v>
                </c:pt>
                <c:pt idx="4020">
                  <c:v>-14.720793068373013</c:v>
                </c:pt>
                <c:pt idx="4021">
                  <c:v>-14.722977620054024</c:v>
                </c:pt>
                <c:pt idx="4022">
                  <c:v>-14.725160285581012</c:v>
                </c:pt>
                <c:pt idx="4023">
                  <c:v>-14.72734106594001</c:v>
                </c:pt>
                <c:pt idx="4024">
                  <c:v>-14.729519962110999</c:v>
                </c:pt>
                <c:pt idx="4025">
                  <c:v>-14.731696975077</c:v>
                </c:pt>
                <c:pt idx="4026">
                  <c:v>-14.733872105820012</c:v>
                </c:pt>
                <c:pt idx="4027">
                  <c:v>-14.736045355318993</c:v>
                </c:pt>
                <c:pt idx="4028">
                  <c:v>-14.738216724554007</c:v>
                </c:pt>
                <c:pt idx="4029">
                  <c:v>-14.740386214505008</c:v>
                </c:pt>
                <c:pt idx="4030">
                  <c:v>-14.742553826148992</c:v>
                </c:pt>
                <c:pt idx="4031">
                  <c:v>-14.744719560465001</c:v>
                </c:pt>
                <c:pt idx="4032">
                  <c:v>-14.746883418429974</c:v>
                </c:pt>
                <c:pt idx="4033">
                  <c:v>-14.749045401019004</c:v>
                </c:pt>
                <c:pt idx="4034">
                  <c:v>-14.751205509209001</c:v>
                </c:pt>
                <c:pt idx="4035">
                  <c:v>-14.753363743973978</c:v>
                </c:pt>
                <c:pt idx="4036">
                  <c:v>-14.755520106287008</c:v>
                </c:pt>
                <c:pt idx="4037">
                  <c:v>-14.75767459712398</c:v>
                </c:pt>
                <c:pt idx="4038">
                  <c:v>-14.759827217456007</c:v>
                </c:pt>
                <c:pt idx="4039">
                  <c:v>-14.761977968256019</c:v>
                </c:pt>
                <c:pt idx="4040">
                  <c:v>-14.764126850494989</c:v>
                </c:pt>
                <c:pt idx="4041">
                  <c:v>-14.766273865143006</c:v>
                </c:pt>
                <c:pt idx="4042">
                  <c:v>-14.768419013171012</c:v>
                </c:pt>
                <c:pt idx="4043">
                  <c:v>-14.77056229554799</c:v>
                </c:pt>
                <c:pt idx="4044">
                  <c:v>-14.772703713242009</c:v>
                </c:pt>
                <c:pt idx="4045">
                  <c:v>-14.774843267222025</c:v>
                </c:pt>
                <c:pt idx="4046">
                  <c:v>-14.776980958454004</c:v>
                </c:pt>
                <c:pt idx="4047">
                  <c:v>-14.779116787904002</c:v>
                </c:pt>
                <c:pt idx="4048">
                  <c:v>-14.781250756538981</c:v>
                </c:pt>
                <c:pt idx="4049">
                  <c:v>-14.783382865324</c:v>
                </c:pt>
                <c:pt idx="4050">
                  <c:v>-14.785513115222017</c:v>
                </c:pt>
                <c:pt idx="4051">
                  <c:v>-14.787641507198998</c:v>
                </c:pt>
                <c:pt idx="4052">
                  <c:v>-14.78976804221702</c:v>
                </c:pt>
                <c:pt idx="4053">
                  <c:v>-14.791892721237986</c:v>
                </c:pt>
                <c:pt idx="4054">
                  <c:v>-14.794015545223004</c:v>
                </c:pt>
                <c:pt idx="4055">
                  <c:v>-14.796136515134009</c:v>
                </c:pt>
                <c:pt idx="4056">
                  <c:v>-14.798255631930999</c:v>
                </c:pt>
                <c:pt idx="4057">
                  <c:v>-14.800372896574004</c:v>
                </c:pt>
                <c:pt idx="4058">
                  <c:v>-14.802488310021005</c:v>
                </c:pt>
                <c:pt idx="4059">
                  <c:v>-14.804601873229984</c:v>
                </c:pt>
                <c:pt idx="4060">
                  <c:v>-14.80671358715901</c:v>
                </c:pt>
                <c:pt idx="4061">
                  <c:v>-14.808823452765978</c:v>
                </c:pt>
                <c:pt idx="4062">
                  <c:v>-14.810931471005006</c:v>
                </c:pt>
                <c:pt idx="4063">
                  <c:v>-14.813037642832001</c:v>
                </c:pt>
                <c:pt idx="4064">
                  <c:v>-14.815141969200994</c:v>
                </c:pt>
                <c:pt idx="4065">
                  <c:v>-14.817244451069001</c:v>
                </c:pt>
                <c:pt idx="4066">
                  <c:v>-14.819345089386985</c:v>
                </c:pt>
                <c:pt idx="4067">
                  <c:v>-14.82144388510801</c:v>
                </c:pt>
                <c:pt idx="4068">
                  <c:v>-14.823540839185</c:v>
                </c:pt>
                <c:pt idx="4069">
                  <c:v>-14.825635952567978</c:v>
                </c:pt>
                <c:pt idx="4070">
                  <c:v>-14.827729226207992</c:v>
                </c:pt>
                <c:pt idx="4071">
                  <c:v>-14.82982066105501</c:v>
                </c:pt>
                <c:pt idx="4072">
                  <c:v>-14.831910258058997</c:v>
                </c:pt>
                <c:pt idx="4073">
                  <c:v>-14.833998018167989</c:v>
                </c:pt>
                <c:pt idx="4074">
                  <c:v>-14.836083942329026</c:v>
                </c:pt>
                <c:pt idx="4075">
                  <c:v>-14.838168031490994</c:v>
                </c:pt>
                <c:pt idx="4076">
                  <c:v>-14.840250286599996</c:v>
                </c:pt>
                <c:pt idx="4077">
                  <c:v>-14.842330708601992</c:v>
                </c:pt>
                <c:pt idx="4078">
                  <c:v>-14.844409298441008</c:v>
                </c:pt>
                <c:pt idx="4079">
                  <c:v>-14.846486057062009</c:v>
                </c:pt>
                <c:pt idx="4080">
                  <c:v>-14.848560985409989</c:v>
                </c:pt>
                <c:pt idx="4081">
                  <c:v>-14.850634084428009</c:v>
                </c:pt>
                <c:pt idx="4082">
                  <c:v>-14.852705355057992</c:v>
                </c:pt>
                <c:pt idx="4083">
                  <c:v>-14.85477479824101</c:v>
                </c:pt>
                <c:pt idx="4084">
                  <c:v>-14.85684241492001</c:v>
                </c:pt>
                <c:pt idx="4085">
                  <c:v>-14.858908206033988</c:v>
                </c:pt>
                <c:pt idx="4086">
                  <c:v>-14.860972172523987</c:v>
                </c:pt>
                <c:pt idx="4087">
                  <c:v>-14.863034315328008</c:v>
                </c:pt>
                <c:pt idx="4088">
                  <c:v>-14.865094635385987</c:v>
                </c:pt>
                <c:pt idx="4089">
                  <c:v>-14.867153133633991</c:v>
                </c:pt>
                <c:pt idx="4090">
                  <c:v>-14.869209811010023</c:v>
                </c:pt>
                <c:pt idx="4091">
                  <c:v>-14.871264668451005</c:v>
                </c:pt>
                <c:pt idx="4092">
                  <c:v>-14.87331770689201</c:v>
                </c:pt>
                <c:pt idx="4093">
                  <c:v>-14.875368927267004</c:v>
                </c:pt>
                <c:pt idx="4094">
                  <c:v>-14.877418330512995</c:v>
                </c:pt>
                <c:pt idx="4095">
                  <c:v>-14.87946591756301</c:v>
                </c:pt>
                <c:pt idx="4096">
                  <c:v>-14.881511689349992</c:v>
                </c:pt>
                <c:pt idx="4097">
                  <c:v>-14.883555646806997</c:v>
                </c:pt>
                <c:pt idx="4098">
                  <c:v>-14.885597790863983</c:v>
                </c:pt>
                <c:pt idx="4099">
                  <c:v>-14.887638122454007</c:v>
                </c:pt>
                <c:pt idx="4100">
                  <c:v>-14.889676642506998</c:v>
                </c:pt>
                <c:pt idx="4101">
                  <c:v>-14.891713351951978</c:v>
                </c:pt>
                <c:pt idx="4102">
                  <c:v>-14.893748251718989</c:v>
                </c:pt>
                <c:pt idx="4103">
                  <c:v>-14.895781342737024</c:v>
                </c:pt>
                <c:pt idx="4104">
                  <c:v>-14.897812625933</c:v>
                </c:pt>
                <c:pt idx="4105">
                  <c:v>-14.899842102234004</c:v>
                </c:pt>
                <c:pt idx="4106">
                  <c:v>-14.901869772567011</c:v>
                </c:pt>
                <c:pt idx="4107">
                  <c:v>-14.90389563785601</c:v>
                </c:pt>
                <c:pt idx="4108">
                  <c:v>-14.905919699030022</c:v>
                </c:pt>
                <c:pt idx="4109">
                  <c:v>-14.907941957010991</c:v>
                </c:pt>
                <c:pt idx="4110">
                  <c:v>-14.909962412724013</c:v>
                </c:pt>
                <c:pt idx="4111">
                  <c:v>-14.911981067091006</c:v>
                </c:pt>
                <c:pt idx="4112">
                  <c:v>-14.913997921035985</c:v>
                </c:pt>
                <c:pt idx="4113">
                  <c:v>-14.916012975478992</c:v>
                </c:pt>
                <c:pt idx="4114">
                  <c:v>-14.918026231342992</c:v>
                </c:pt>
                <c:pt idx="4115">
                  <c:v>-14.920037689547996</c:v>
                </c:pt>
                <c:pt idx="4116">
                  <c:v>-14.922047351014015</c:v>
                </c:pt>
                <c:pt idx="4117">
                  <c:v>-14.924055216661003</c:v>
                </c:pt>
                <c:pt idx="4118">
                  <c:v>-14.926061287406014</c:v>
                </c:pt>
                <c:pt idx="4119">
                  <c:v>-14.928065564168008</c:v>
                </c:pt>
                <c:pt idx="4120">
                  <c:v>-14.930068047863983</c:v>
                </c:pt>
                <c:pt idx="4121">
                  <c:v>-14.932068739412017</c:v>
                </c:pt>
                <c:pt idx="4122">
                  <c:v>-14.934067639724987</c:v>
                </c:pt>
                <c:pt idx="4123">
                  <c:v>-14.936064749721993</c:v>
                </c:pt>
                <c:pt idx="4124">
                  <c:v>-14.938060070315998</c:v>
                </c:pt>
                <c:pt idx="4125">
                  <c:v>-14.940053602421983</c:v>
                </c:pt>
                <c:pt idx="4126">
                  <c:v>-14.942045346952</c:v>
                </c:pt>
                <c:pt idx="4127">
                  <c:v>-14.94403530481901</c:v>
                </c:pt>
                <c:pt idx="4128">
                  <c:v>-14.946023476937</c:v>
                </c:pt>
                <c:pt idx="4129">
                  <c:v>-14.94800986421501</c:v>
                </c:pt>
                <c:pt idx="4130">
                  <c:v>-14.949994467566</c:v>
                </c:pt>
                <c:pt idx="4131">
                  <c:v>-14.951977287898984</c:v>
                </c:pt>
                <c:pt idx="4132">
                  <c:v>-14.953958326123995</c:v>
                </c:pt>
                <c:pt idx="4133">
                  <c:v>-14.955937583149989</c:v>
                </c:pt>
                <c:pt idx="4134">
                  <c:v>-14.957915059883987</c:v>
                </c:pt>
                <c:pt idx="4135">
                  <c:v>-14.959890757236025</c:v>
                </c:pt>
                <c:pt idx="4136">
                  <c:v>-14.961864676109997</c:v>
                </c:pt>
                <c:pt idx="4137">
                  <c:v>-14.963836817415995</c:v>
                </c:pt>
                <c:pt idx="4138">
                  <c:v>-14.965807182056977</c:v>
                </c:pt>
                <c:pt idx="4139">
                  <c:v>-14.967775770938999</c:v>
                </c:pt>
                <c:pt idx="4140">
                  <c:v>-14.969742584967008</c:v>
                </c:pt>
                <c:pt idx="4141">
                  <c:v>-14.971707625042995</c:v>
                </c:pt>
                <c:pt idx="4142">
                  <c:v>-14.973670892071993</c:v>
                </c:pt>
                <c:pt idx="4143">
                  <c:v>-14.975632386956022</c:v>
                </c:pt>
                <c:pt idx="4144">
                  <c:v>-14.977592110596987</c:v>
                </c:pt>
                <c:pt idx="4145">
                  <c:v>-14.979550063895999</c:v>
                </c:pt>
                <c:pt idx="4146">
                  <c:v>-14.981506247752975</c:v>
                </c:pt>
                <c:pt idx="4147">
                  <c:v>-14.983460663068996</c:v>
                </c:pt>
                <c:pt idx="4148">
                  <c:v>-14.985413310742018</c:v>
                </c:pt>
                <c:pt idx="4149">
                  <c:v>-14.987364191672981</c:v>
                </c:pt>
                <c:pt idx="4150">
                  <c:v>-14.989313306757992</c:v>
                </c:pt>
                <c:pt idx="4151">
                  <c:v>-14.991260656893985</c:v>
                </c:pt>
                <c:pt idx="4152">
                  <c:v>-14.993206242979994</c:v>
                </c:pt>
                <c:pt idx="4153">
                  <c:v>-14.995150065912014</c:v>
                </c:pt>
                <c:pt idx="4154">
                  <c:v>-14.997092126583993</c:v>
                </c:pt>
                <c:pt idx="4155">
                  <c:v>-14.999032425890988</c:v>
                </c:pt>
                <c:pt idx="4156">
                  <c:v>-15.000970964727998</c:v>
                </c:pt>
                <c:pt idx="4157">
                  <c:v>-15.002907743988999</c:v>
                </c:pt>
                <c:pt idx="4158">
                  <c:v>-15.004842764567002</c:v>
                </c:pt>
                <c:pt idx="4159">
                  <c:v>-15.006776027352998</c:v>
                </c:pt>
                <c:pt idx="4160">
                  <c:v>-15.008707533239999</c:v>
                </c:pt>
                <c:pt idx="4161">
                  <c:v>-15.010637283118996</c:v>
                </c:pt>
                <c:pt idx="4162">
                  <c:v>-15.012565277879986</c:v>
                </c:pt>
                <c:pt idx="4163">
                  <c:v>-15.014491518412996</c:v>
                </c:pt>
                <c:pt idx="4164">
                  <c:v>-15.016416005606999</c:v>
                </c:pt>
                <c:pt idx="4165">
                  <c:v>-15.018338740350998</c:v>
                </c:pt>
                <c:pt idx="4166">
                  <c:v>-15.020259723533997</c:v>
                </c:pt>
                <c:pt idx="4167">
                  <c:v>-15.022178956041984</c:v>
                </c:pt>
                <c:pt idx="4168">
                  <c:v>-15.024096438762001</c:v>
                </c:pt>
                <c:pt idx="4169">
                  <c:v>-15.026012172581005</c:v>
                </c:pt>
                <c:pt idx="4170">
                  <c:v>-15.027926158382996</c:v>
                </c:pt>
                <c:pt idx="4171">
                  <c:v>-15.029838397053993</c:v>
                </c:pt>
                <c:pt idx="4172">
                  <c:v>-15.031748889479019</c:v>
                </c:pt>
                <c:pt idx="4173">
                  <c:v>-15.033657636539004</c:v>
                </c:pt>
                <c:pt idx="4174">
                  <c:v>-15.035564639119002</c:v>
                </c:pt>
                <c:pt idx="4175">
                  <c:v>-15.037469898101989</c:v>
                </c:pt>
                <c:pt idx="4176">
                  <c:v>-15.039373414367986</c:v>
                </c:pt>
                <c:pt idx="4177">
                  <c:v>-15.041275188798011</c:v>
                </c:pt>
                <c:pt idx="4178">
                  <c:v>-15.043175222274982</c:v>
                </c:pt>
                <c:pt idx="4179">
                  <c:v>-15.045073515675</c:v>
                </c:pt>
                <c:pt idx="4180">
                  <c:v>-15.046970069881979</c:v>
                </c:pt>
                <c:pt idx="4181">
                  <c:v>-15.048864885771991</c:v>
                </c:pt>
                <c:pt idx="4182">
                  <c:v>-15.05075796422301</c:v>
                </c:pt>
                <c:pt idx="4183">
                  <c:v>-15.052649306112983</c:v>
                </c:pt>
                <c:pt idx="4184">
                  <c:v>-15.054538912319003</c:v>
                </c:pt>
                <c:pt idx="4185">
                  <c:v>-15.056426783716006</c:v>
                </c:pt>
                <c:pt idx="4186">
                  <c:v>-15.058312921181994</c:v>
                </c:pt>
                <c:pt idx="4187">
                  <c:v>-15.060197325589996</c:v>
                </c:pt>
                <c:pt idx="4188">
                  <c:v>-15.06207999781401</c:v>
                </c:pt>
                <c:pt idx="4189">
                  <c:v>-15.063960938729991</c:v>
                </c:pt>
                <c:pt idx="4190">
                  <c:v>-15.065840149209009</c:v>
                </c:pt>
                <c:pt idx="4191">
                  <c:v>-15.067717630124974</c:v>
                </c:pt>
                <c:pt idx="4192">
                  <c:v>-15.069593382348984</c:v>
                </c:pt>
                <c:pt idx="4193">
                  <c:v>-15.071467406751026</c:v>
                </c:pt>
                <c:pt idx="4194">
                  <c:v>-15.073339704204983</c:v>
                </c:pt>
                <c:pt idx="4195">
                  <c:v>-15.075210275579991</c:v>
                </c:pt>
                <c:pt idx="4196">
                  <c:v>-15.077079121743992</c:v>
                </c:pt>
                <c:pt idx="4197">
                  <c:v>-15.078946243567003</c:v>
                </c:pt>
                <c:pt idx="4198">
                  <c:v>-15.080811641916995</c:v>
                </c:pt>
                <c:pt idx="4199">
                  <c:v>-15.082675317661995</c:v>
                </c:pt>
                <c:pt idx="4200">
                  <c:v>-15.084537271669006</c:v>
                </c:pt>
                <c:pt idx="4201">
                  <c:v>-15.086793012615999</c:v>
                </c:pt>
                <c:pt idx="4202">
                  <c:v>-15.089047033558984</c:v>
                </c:pt>
                <c:pt idx="4203">
                  <c:v>-15.091299335358997</c:v>
                </c:pt>
                <c:pt idx="4204">
                  <c:v>-15.093549918885003</c:v>
                </c:pt>
                <c:pt idx="4205">
                  <c:v>-15.09579878499801</c:v>
                </c:pt>
                <c:pt idx="4206">
                  <c:v>-15.098045934563004</c:v>
                </c:pt>
                <c:pt idx="4207">
                  <c:v>-15.100291368441987</c:v>
                </c:pt>
                <c:pt idx="4208">
                  <c:v>-15.102535087496989</c:v>
                </c:pt>
                <c:pt idx="4209">
                  <c:v>-15.104777092590979</c:v>
                </c:pt>
                <c:pt idx="4210">
                  <c:v>-15.107017384584026</c:v>
                </c:pt>
                <c:pt idx="4211">
                  <c:v>-15.109255964336995</c:v>
                </c:pt>
                <c:pt idx="4212">
                  <c:v>-15.111492832707995</c:v>
                </c:pt>
                <c:pt idx="4213">
                  <c:v>-15.113727990558999</c:v>
                </c:pt>
                <c:pt idx="4214">
                  <c:v>-15.115961438746979</c:v>
                </c:pt>
                <c:pt idx="4215">
                  <c:v>-15.118193178129985</c:v>
                </c:pt>
                <c:pt idx="4216">
                  <c:v>-15.120423209566013</c:v>
                </c:pt>
                <c:pt idx="4217">
                  <c:v>-15.122651533911011</c:v>
                </c:pt>
                <c:pt idx="4218">
                  <c:v>-15.124878152023001</c:v>
                </c:pt>
                <c:pt idx="4219">
                  <c:v>-15.127103064755005</c:v>
                </c:pt>
                <c:pt idx="4220">
                  <c:v>-15.129326272964988</c:v>
                </c:pt>
                <c:pt idx="4221">
                  <c:v>-15.131547777504977</c:v>
                </c:pt>
                <c:pt idx="4222">
                  <c:v>-15.13376757923001</c:v>
                </c:pt>
                <c:pt idx="4223">
                  <c:v>-15.135985678992</c:v>
                </c:pt>
                <c:pt idx="4224">
                  <c:v>-15.138202077644991</c:v>
                </c:pt>
                <c:pt idx="4225">
                  <c:v>-15.140416776042002</c:v>
                </c:pt>
                <c:pt idx="4226">
                  <c:v>-15.142629775031992</c:v>
                </c:pt>
                <c:pt idx="4227">
                  <c:v>-15.14484107546798</c:v>
                </c:pt>
                <c:pt idx="4228">
                  <c:v>-15.147050678198013</c:v>
                </c:pt>
                <c:pt idx="4229">
                  <c:v>-15.149258584074005</c:v>
                </c:pt>
                <c:pt idx="4230">
                  <c:v>-15.151464793944001</c:v>
                </c:pt>
                <c:pt idx="4231">
                  <c:v>-15.153669308655992</c:v>
                </c:pt>
                <c:pt idx="4232">
                  <c:v>-15.155872129059986</c:v>
                </c:pt>
                <c:pt idx="4233">
                  <c:v>-15.158073255999994</c:v>
                </c:pt>
                <c:pt idx="4234">
                  <c:v>-15.160272690326025</c:v>
                </c:pt>
                <c:pt idx="4235">
                  <c:v>-15.162470432882003</c:v>
                </c:pt>
                <c:pt idx="4236">
                  <c:v>-15.164666484516005</c:v>
                </c:pt>
                <c:pt idx="4237">
                  <c:v>-15.166860846069994</c:v>
                </c:pt>
                <c:pt idx="4238">
                  <c:v>-15.169053518389006</c:v>
                </c:pt>
                <c:pt idx="4239">
                  <c:v>-15.171244502318984</c:v>
                </c:pt>
                <c:pt idx="4240">
                  <c:v>-15.173433798700984</c:v>
                </c:pt>
                <c:pt idx="4241">
                  <c:v>-15.17562140838001</c:v>
                </c:pt>
                <c:pt idx="4242">
                  <c:v>-15.177807332193993</c:v>
                </c:pt>
                <c:pt idx="4243">
                  <c:v>-15.179991570988989</c:v>
                </c:pt>
                <c:pt idx="4244">
                  <c:v>-15.182174125602984</c:v>
                </c:pt>
                <c:pt idx="4245">
                  <c:v>-15.184354996877005</c:v>
                </c:pt>
                <c:pt idx="4246">
                  <c:v>-15.186534185651027</c:v>
                </c:pt>
                <c:pt idx="4247">
                  <c:v>-15.188711692764002</c:v>
                </c:pt>
                <c:pt idx="4248">
                  <c:v>-15.190887519054996</c:v>
                </c:pt>
                <c:pt idx="4249">
                  <c:v>-15.193061665360005</c:v>
                </c:pt>
                <c:pt idx="4250">
                  <c:v>-15.19523413252</c:v>
                </c:pt>
                <c:pt idx="4251">
                  <c:v>-15.19740492136799</c:v>
                </c:pt>
                <c:pt idx="4252">
                  <c:v>-15.199574032743016</c:v>
                </c:pt>
                <c:pt idx="4253">
                  <c:v>-15.201741467478996</c:v>
                </c:pt>
                <c:pt idx="4254">
                  <c:v>-15.203907226411019</c:v>
                </c:pt>
                <c:pt idx="4255">
                  <c:v>-15.206071310375989</c:v>
                </c:pt>
                <c:pt idx="4256">
                  <c:v>-15.208233720203992</c:v>
                </c:pt>
                <c:pt idx="4257">
                  <c:v>-15.21039445673199</c:v>
                </c:pt>
                <c:pt idx="4258">
                  <c:v>-15.212553520789982</c:v>
                </c:pt>
                <c:pt idx="4259">
                  <c:v>-15.214710913212997</c:v>
                </c:pt>
                <c:pt idx="4260">
                  <c:v>-15.216866634830012</c:v>
                </c:pt>
                <c:pt idx="4261">
                  <c:v>-15.219020686471993</c:v>
                </c:pt>
                <c:pt idx="4262">
                  <c:v>-15.221173068972007</c:v>
                </c:pt>
                <c:pt idx="4263">
                  <c:v>-15.22332378315798</c:v>
                </c:pt>
                <c:pt idx="4264">
                  <c:v>-15.225472829860024</c:v>
                </c:pt>
                <c:pt idx="4265">
                  <c:v>-15.227620209906007</c:v>
                </c:pt>
                <c:pt idx="4266">
                  <c:v>-15.22976592412499</c:v>
                </c:pt>
                <c:pt idx="4267">
                  <c:v>-15.231909973342994</c:v>
                </c:pt>
                <c:pt idx="4268">
                  <c:v>-15.234052358388993</c:v>
                </c:pt>
                <c:pt idx="4269">
                  <c:v>-15.236193080090004</c:v>
                </c:pt>
                <c:pt idx="4270">
                  <c:v>-15.238332139268977</c:v>
                </c:pt>
                <c:pt idx="4271">
                  <c:v>-15.240469536753011</c:v>
                </c:pt>
                <c:pt idx="4272">
                  <c:v>-15.242605273367019</c:v>
                </c:pt>
                <c:pt idx="4273">
                  <c:v>-15.244739349935003</c:v>
                </c:pt>
                <c:pt idx="4274">
                  <c:v>-15.246871767279998</c:v>
                </c:pt>
                <c:pt idx="4275">
                  <c:v>-15.249002526224984</c:v>
                </c:pt>
                <c:pt idx="4276">
                  <c:v>-15.251131627593992</c:v>
                </c:pt>
                <c:pt idx="4277">
                  <c:v>-15.253259072207015</c:v>
                </c:pt>
                <c:pt idx="4278">
                  <c:v>-15.255384860887006</c:v>
                </c:pt>
                <c:pt idx="4279">
                  <c:v>-15.257508994452991</c:v>
                </c:pt>
                <c:pt idx="4280">
                  <c:v>-15.259631473728007</c:v>
                </c:pt>
                <c:pt idx="4281">
                  <c:v>-15.261752299527984</c:v>
                </c:pt>
                <c:pt idx="4282">
                  <c:v>-15.263871472674992</c:v>
                </c:pt>
                <c:pt idx="4283">
                  <c:v>-15.265988993985019</c:v>
                </c:pt>
                <c:pt idx="4284">
                  <c:v>-15.268104864278001</c:v>
                </c:pt>
                <c:pt idx="4285">
                  <c:v>-15.270219084371007</c:v>
                </c:pt>
                <c:pt idx="4286">
                  <c:v>-15.272331655079995</c:v>
                </c:pt>
                <c:pt idx="4287">
                  <c:v>-15.274442577222004</c:v>
                </c:pt>
                <c:pt idx="4288">
                  <c:v>-15.276551851612993</c:v>
                </c:pt>
                <c:pt idx="4289">
                  <c:v>-15.278659479068011</c:v>
                </c:pt>
                <c:pt idx="4290">
                  <c:v>-15.280765460400005</c:v>
                </c:pt>
                <c:pt idx="4291">
                  <c:v>-15.282869796423995</c:v>
                </c:pt>
                <c:pt idx="4292">
                  <c:v>-15.284972487955002</c:v>
                </c:pt>
                <c:pt idx="4293">
                  <c:v>-15.287073535802989</c:v>
                </c:pt>
                <c:pt idx="4294">
                  <c:v>-15.289172940783999</c:v>
                </c:pt>
                <c:pt idx="4295">
                  <c:v>-15.291270703705976</c:v>
                </c:pt>
                <c:pt idx="4296">
                  <c:v>-15.293366825383004</c:v>
                </c:pt>
                <c:pt idx="4297">
                  <c:v>-15.295461306623992</c:v>
                </c:pt>
                <c:pt idx="4298">
                  <c:v>-15.29755414824001</c:v>
                </c:pt>
                <c:pt idx="4299">
                  <c:v>-15.299645351040994</c:v>
                </c:pt>
                <c:pt idx="4300">
                  <c:v>-15.301734915834004</c:v>
                </c:pt>
                <c:pt idx="4301">
                  <c:v>-15.303822843429003</c:v>
                </c:pt>
                <c:pt idx="4302">
                  <c:v>-15.305909134634021</c:v>
                </c:pt>
                <c:pt idx="4303">
                  <c:v>-15.307993790256006</c:v>
                </c:pt>
                <c:pt idx="4304">
                  <c:v>-15.310076811100998</c:v>
                </c:pt>
                <c:pt idx="4305">
                  <c:v>-15.312158197976004</c:v>
                </c:pt>
                <c:pt idx="4306">
                  <c:v>-15.314237951688</c:v>
                </c:pt>
                <c:pt idx="4307">
                  <c:v>-15.31631607303899</c:v>
                </c:pt>
                <c:pt idx="4308">
                  <c:v>-15.318392562837005</c:v>
                </c:pt>
                <c:pt idx="4309">
                  <c:v>-15.320467421882995</c:v>
                </c:pt>
                <c:pt idx="4310">
                  <c:v>-15.322540650983001</c:v>
                </c:pt>
                <c:pt idx="4311">
                  <c:v>-15.324612250937008</c:v>
                </c:pt>
                <c:pt idx="4312">
                  <c:v>-15.326682222551</c:v>
                </c:pt>
                <c:pt idx="4313">
                  <c:v>-15.328750566623995</c:v>
                </c:pt>
                <c:pt idx="4314">
                  <c:v>-15.330817283957003</c:v>
                </c:pt>
                <c:pt idx="4315">
                  <c:v>-15.332882375354018</c:v>
                </c:pt>
                <c:pt idx="4316">
                  <c:v>-15.334945841612011</c:v>
                </c:pt>
                <c:pt idx="4317">
                  <c:v>-15.337007683531994</c:v>
                </c:pt>
                <c:pt idx="4318">
                  <c:v>-15.339067901911989</c:v>
                </c:pt>
                <c:pt idx="4319">
                  <c:v>-15.341126497552011</c:v>
                </c:pt>
                <c:pt idx="4320">
                  <c:v>-15.343183471249006</c:v>
                </c:pt>
                <c:pt idx="4321">
                  <c:v>-15.345238823800003</c:v>
                </c:pt>
                <c:pt idx="4322">
                  <c:v>-15.347292556004987</c:v>
                </c:pt>
                <c:pt idx="4323">
                  <c:v>-15.349344668654993</c:v>
                </c:pt>
                <c:pt idx="4324">
                  <c:v>-15.351395162551</c:v>
                </c:pt>
                <c:pt idx="4325">
                  <c:v>-15.35344403848498</c:v>
                </c:pt>
                <c:pt idx="4326">
                  <c:v>-15.355491297252996</c:v>
                </c:pt>
                <c:pt idx="4327">
                  <c:v>-15.357536939649009</c:v>
                </c:pt>
                <c:pt idx="4328">
                  <c:v>-15.359580966466012</c:v>
                </c:pt>
                <c:pt idx="4329">
                  <c:v>-15.36162337849899</c:v>
                </c:pt>
                <c:pt idx="4330">
                  <c:v>-15.363664176536986</c:v>
                </c:pt>
                <c:pt idx="4331">
                  <c:v>-15.365703361375978</c:v>
                </c:pt>
                <c:pt idx="4332">
                  <c:v>-15.36774093380501</c:v>
                </c:pt>
                <c:pt idx="4333">
                  <c:v>-15.369776894615995</c:v>
                </c:pt>
                <c:pt idx="4334">
                  <c:v>-15.371811244599002</c:v>
                </c:pt>
                <c:pt idx="4335">
                  <c:v>-15.373843984543015</c:v>
                </c:pt>
                <c:pt idx="4336">
                  <c:v>-15.375875115238983</c:v>
                </c:pt>
                <c:pt idx="4337">
                  <c:v>-15.377904637473989</c:v>
                </c:pt>
                <c:pt idx="4338">
                  <c:v>-15.379932552038014</c:v>
                </c:pt>
                <c:pt idx="4339">
                  <c:v>-15.381958859717997</c:v>
                </c:pt>
                <c:pt idx="4340">
                  <c:v>-15.383983561300994</c:v>
                </c:pt>
                <c:pt idx="4341">
                  <c:v>-15.386006657573006</c:v>
                </c:pt>
                <c:pt idx="4342">
                  <c:v>-15.388028149321002</c:v>
                </c:pt>
                <c:pt idx="4343">
                  <c:v>-15.39004803732999</c:v>
                </c:pt>
                <c:pt idx="4344">
                  <c:v>-15.392066322384977</c:v>
                </c:pt>
                <c:pt idx="4345">
                  <c:v>-15.394083005271995</c:v>
                </c:pt>
                <c:pt idx="4346">
                  <c:v>-15.396098086773009</c:v>
                </c:pt>
                <c:pt idx="4347">
                  <c:v>-15.398111567672998</c:v>
                </c:pt>
                <c:pt idx="4348">
                  <c:v>-15.400123448752993</c:v>
                </c:pt>
                <c:pt idx="4349">
                  <c:v>-15.402133730796976</c:v>
                </c:pt>
                <c:pt idx="4350">
                  <c:v>-15.404142414585976</c:v>
                </c:pt>
                <c:pt idx="4351">
                  <c:v>-15.406149500901023</c:v>
                </c:pt>
                <c:pt idx="4352">
                  <c:v>-15.408154990523997</c:v>
                </c:pt>
                <c:pt idx="4353">
                  <c:v>-15.410158884233994</c:v>
                </c:pt>
                <c:pt idx="4354">
                  <c:v>-15.412161182811985</c:v>
                </c:pt>
                <c:pt idx="4355">
                  <c:v>-15.414161887034993</c:v>
                </c:pt>
                <c:pt idx="4356">
                  <c:v>-15.416160997684017</c:v>
                </c:pt>
                <c:pt idx="4357">
                  <c:v>-15.418158515536021</c:v>
                </c:pt>
                <c:pt idx="4358">
                  <c:v>-15.420154441367998</c:v>
                </c:pt>
                <c:pt idx="4359">
                  <c:v>-15.422148775957993</c:v>
                </c:pt>
                <c:pt idx="4360">
                  <c:v>-15.424141520082998</c:v>
                </c:pt>
                <c:pt idx="4361">
                  <c:v>-15.426132674517987</c:v>
                </c:pt>
                <c:pt idx="4362">
                  <c:v>-15.428122240037993</c:v>
                </c:pt>
                <c:pt idx="4363">
                  <c:v>-15.430110217420008</c:v>
                </c:pt>
                <c:pt idx="4364">
                  <c:v>-15.432096607435</c:v>
                </c:pt>
                <c:pt idx="4365">
                  <c:v>-15.434081410860017</c:v>
                </c:pt>
                <c:pt idx="4366">
                  <c:v>-15.436064628467989</c:v>
                </c:pt>
                <c:pt idx="4367">
                  <c:v>-15.438046261030991</c:v>
                </c:pt>
                <c:pt idx="4368">
                  <c:v>-15.440026309321979</c:v>
                </c:pt>
                <c:pt idx="4369">
                  <c:v>-15.442004774111012</c:v>
                </c:pt>
                <c:pt idx="4370">
                  <c:v>-15.443981656172014</c:v>
                </c:pt>
                <c:pt idx="4371">
                  <c:v>-15.445956956272994</c:v>
                </c:pt>
                <c:pt idx="4372">
                  <c:v>-15.447930675186996</c:v>
                </c:pt>
                <c:pt idx="4373">
                  <c:v>-15.449902813680978</c:v>
                </c:pt>
                <c:pt idx="4374">
                  <c:v>-15.451873372525995</c:v>
                </c:pt>
                <c:pt idx="4375">
                  <c:v>-15.45384235249</c:v>
                </c:pt>
                <c:pt idx="4376">
                  <c:v>-15.455809754341004</c:v>
                </c:pt>
                <c:pt idx="4377">
                  <c:v>-15.457775578848015</c:v>
                </c:pt>
                <c:pt idx="4378">
                  <c:v>-15.459739826776001</c:v>
                </c:pt>
                <c:pt idx="4379">
                  <c:v>-15.461702498893999</c:v>
                </c:pt>
                <c:pt idx="4380">
                  <c:v>-15.463663595965983</c:v>
                </c:pt>
                <c:pt idx="4381">
                  <c:v>-15.46562311875698</c:v>
                </c:pt>
                <c:pt idx="4382">
                  <c:v>-15.467581068035003</c:v>
                </c:pt>
                <c:pt idx="4383">
                  <c:v>-15.469537444562008</c:v>
                </c:pt>
                <c:pt idx="4384">
                  <c:v>-15.471492249103989</c:v>
                </c:pt>
                <c:pt idx="4385">
                  <c:v>-15.473445482421994</c:v>
                </c:pt>
                <c:pt idx="4386">
                  <c:v>-15.475397145280994</c:v>
                </c:pt>
                <c:pt idx="4387">
                  <c:v>-15.477347238442007</c:v>
                </c:pt>
                <c:pt idx="4388">
                  <c:v>-15.479295762667022</c:v>
                </c:pt>
                <c:pt idx="4389">
                  <c:v>-15.481242718720011</c:v>
                </c:pt>
                <c:pt idx="4390">
                  <c:v>-15.483188107359013</c:v>
                </c:pt>
                <c:pt idx="4391">
                  <c:v>-15.485131929345982</c:v>
                </c:pt>
                <c:pt idx="4392">
                  <c:v>-15.48707418543998</c:v>
                </c:pt>
                <c:pt idx="4393">
                  <c:v>-15.489014876401001</c:v>
                </c:pt>
                <c:pt idx="4394">
                  <c:v>-15.490954002986996</c:v>
                </c:pt>
                <c:pt idx="4395">
                  <c:v>-15.492891565956</c:v>
                </c:pt>
                <c:pt idx="4396">
                  <c:v>-15.494827566069006</c:v>
                </c:pt>
                <c:pt idx="4397">
                  <c:v>-15.496762004078988</c:v>
                </c:pt>
                <c:pt idx="4398">
                  <c:v>-15.498694880746996</c:v>
                </c:pt>
                <c:pt idx="4399">
                  <c:v>-15.500626196824982</c:v>
                </c:pt>
                <c:pt idx="4400">
                  <c:v>-15.502555953072999</c:v>
                </c:pt>
                <c:pt idx="4401">
                  <c:v>-15.504484150242007</c:v>
                </c:pt>
                <c:pt idx="4402">
                  <c:v>-15.506410789091007</c:v>
                </c:pt>
                <c:pt idx="4403">
                  <c:v>-15.508335870372008</c:v>
                </c:pt>
                <c:pt idx="4404">
                  <c:v>-15.510259394837988</c:v>
                </c:pt>
                <c:pt idx="4405">
                  <c:v>-15.51218136324502</c:v>
                </c:pt>
                <c:pt idx="4406">
                  <c:v>-15.514101776343011</c:v>
                </c:pt>
                <c:pt idx="4407">
                  <c:v>-15.51602063488599</c:v>
                </c:pt>
                <c:pt idx="4408">
                  <c:v>-15.517937939624005</c:v>
                </c:pt>
                <c:pt idx="4409">
                  <c:v>-15.519853691310999</c:v>
                </c:pt>
                <c:pt idx="4410">
                  <c:v>-15.521767890695003</c:v>
                </c:pt>
                <c:pt idx="4411">
                  <c:v>-15.523680538527003</c:v>
                </c:pt>
                <c:pt idx="4412">
                  <c:v>-15.525591635558015</c:v>
                </c:pt>
                <c:pt idx="4413">
                  <c:v>-15.527501182535019</c:v>
                </c:pt>
                <c:pt idx="4414">
                  <c:v>-15.529409180209996</c:v>
                </c:pt>
                <c:pt idx="4415">
                  <c:v>-15.531315629326997</c:v>
                </c:pt>
                <c:pt idx="4416">
                  <c:v>-15.533220530636981</c:v>
                </c:pt>
                <c:pt idx="4417">
                  <c:v>-15.535123884885991</c:v>
                </c:pt>
                <c:pt idx="4418">
                  <c:v>-15.537025692820009</c:v>
                </c:pt>
                <c:pt idx="4419">
                  <c:v>-15.538925955187011</c:v>
                </c:pt>
                <c:pt idx="4420">
                  <c:v>-15.540824672730992</c:v>
                </c:pt>
                <c:pt idx="4421">
                  <c:v>-15.542721846198987</c:v>
                </c:pt>
                <c:pt idx="4422">
                  <c:v>-15.544617476333002</c:v>
                </c:pt>
                <c:pt idx="4423">
                  <c:v>-15.546511563879989</c:v>
                </c:pt>
                <c:pt idx="4424">
                  <c:v>-15.548404109582009</c:v>
                </c:pt>
                <c:pt idx="4425">
                  <c:v>-15.550295114182006</c:v>
                </c:pt>
                <c:pt idx="4426">
                  <c:v>-15.552184578424999</c:v>
                </c:pt>
                <c:pt idx="4427">
                  <c:v>-15.554072503050008</c:v>
                </c:pt>
                <c:pt idx="4428">
                  <c:v>-15.555958888801996</c:v>
                </c:pt>
                <c:pt idx="4429">
                  <c:v>-15.557843736418988</c:v>
                </c:pt>
                <c:pt idx="4430">
                  <c:v>-15.559727046644014</c:v>
                </c:pt>
                <c:pt idx="4431">
                  <c:v>-15.561608820216009</c:v>
                </c:pt>
                <c:pt idx="4432">
                  <c:v>-15.563489057876012</c:v>
                </c:pt>
                <c:pt idx="4433">
                  <c:v>-15.565367760361994</c:v>
                </c:pt>
                <c:pt idx="4434">
                  <c:v>-15.567244928413004</c:v>
                </c:pt>
                <c:pt idx="4435">
                  <c:v>-15.569120562767978</c:v>
                </c:pt>
                <c:pt idx="4436">
                  <c:v>-15.570994664163976</c:v>
                </c:pt>
                <c:pt idx="4437">
                  <c:v>-15.572867233338997</c:v>
                </c:pt>
                <c:pt idx="4438">
                  <c:v>-15.574738271027996</c:v>
                </c:pt>
                <c:pt idx="4439">
                  <c:v>-15.576607777969002</c:v>
                </c:pt>
                <c:pt idx="4440">
                  <c:v>-15.578475754896999</c:v>
                </c:pt>
                <c:pt idx="4441">
                  <c:v>-15.580342202547996</c:v>
                </c:pt>
                <c:pt idx="4442">
                  <c:v>-15.582207121657007</c:v>
                </c:pt>
                <c:pt idx="4443">
                  <c:v>-15.584070512956004</c:v>
                </c:pt>
                <c:pt idx="4444">
                  <c:v>-15.58593237718199</c:v>
                </c:pt>
                <c:pt idx="4445">
                  <c:v>-15.587792715066001</c:v>
                </c:pt>
                <c:pt idx="4446">
                  <c:v>-15.589651527341999</c:v>
                </c:pt>
                <c:pt idx="4447">
                  <c:v>-15.59150881474099</c:v>
                </c:pt>
                <c:pt idx="4448">
                  <c:v>-15.593364577995999</c:v>
                </c:pt>
                <c:pt idx="4449">
                  <c:v>-15.595218817838997</c:v>
                </c:pt>
                <c:pt idx="4450">
                  <c:v>-15.597071534999998</c:v>
                </c:pt>
                <c:pt idx="4451">
                  <c:v>-15.598922730210006</c:v>
                </c:pt>
                <c:pt idx="4452">
                  <c:v>-15.600772404196988</c:v>
                </c:pt>
                <c:pt idx="4453">
                  <c:v>-15.602620557693001</c:v>
                </c:pt>
                <c:pt idx="4454">
                  <c:v>-15.604467191424988</c:v>
                </c:pt>
                <c:pt idx="4455">
                  <c:v>-15.606312306121026</c:v>
                </c:pt>
                <c:pt idx="4456">
                  <c:v>-15.608155902513005</c:v>
                </c:pt>
                <c:pt idx="4457">
                  <c:v>-15.609997981323005</c:v>
                </c:pt>
                <c:pt idx="4458">
                  <c:v>-15.611838543282005</c:v>
                </c:pt>
                <c:pt idx="4459">
                  <c:v>-15.613677589114985</c:v>
                </c:pt>
                <c:pt idx="4460">
                  <c:v>-15.615515119548007</c:v>
                </c:pt>
                <c:pt idx="4461">
                  <c:v>-15.617351135307018</c:v>
                </c:pt>
                <c:pt idx="4462">
                  <c:v>-15.619185637116999</c:v>
                </c:pt>
                <c:pt idx="4463">
                  <c:v>-15.621018625700998</c:v>
                </c:pt>
                <c:pt idx="4464">
                  <c:v>-15.622850101784991</c:v>
                </c:pt>
                <c:pt idx="4465">
                  <c:v>-15.624680066091997</c:v>
                </c:pt>
                <c:pt idx="4466">
                  <c:v>-15.626508519344981</c:v>
                </c:pt>
                <c:pt idx="4467">
                  <c:v>-15.628335462268012</c:v>
                </c:pt>
                <c:pt idx="4468">
                  <c:v>-15.630160895581014</c:v>
                </c:pt>
                <c:pt idx="4469">
                  <c:v>-15.631984820007006</c:v>
                </c:pt>
                <c:pt idx="4470">
                  <c:v>-15.633807236265994</c:v>
                </c:pt>
                <c:pt idx="4471">
                  <c:v>-15.635628145080005</c:v>
                </c:pt>
                <c:pt idx="4472">
                  <c:v>-15.637447547169984</c:v>
                </c:pt>
                <c:pt idx="4473">
                  <c:v>-15.639265443253009</c:v>
                </c:pt>
                <c:pt idx="4474">
                  <c:v>-15.641081834052017</c:v>
                </c:pt>
                <c:pt idx="4475">
                  <c:v>-15.64289672028201</c:v>
                </c:pt>
                <c:pt idx="4476">
                  <c:v>-15.644710102663993</c:v>
                </c:pt>
                <c:pt idx="4477">
                  <c:v>-15.646521981913992</c:v>
                </c:pt>
                <c:pt idx="4478">
                  <c:v>-15.648332358749997</c:v>
                </c:pt>
                <c:pt idx="4479">
                  <c:v>-15.65014123389102</c:v>
                </c:pt>
                <c:pt idx="4480">
                  <c:v>-15.65194860805002</c:v>
                </c:pt>
                <c:pt idx="4481">
                  <c:v>-15.653754481947004</c:v>
                </c:pt>
                <c:pt idx="4482">
                  <c:v>-15.655558856292998</c:v>
                </c:pt>
                <c:pt idx="4483">
                  <c:v>-15.657361731805992</c:v>
                </c:pt>
                <c:pt idx="4484">
                  <c:v>-15.659163109199</c:v>
                </c:pt>
                <c:pt idx="4485">
                  <c:v>-15.660962989186999</c:v>
                </c:pt>
                <c:pt idx="4486">
                  <c:v>-15.662761372483999</c:v>
                </c:pt>
                <c:pt idx="4487">
                  <c:v>-15.664558259801993</c:v>
                </c:pt>
                <c:pt idx="4488">
                  <c:v>-15.66635365185499</c:v>
                </c:pt>
                <c:pt idx="4489">
                  <c:v>-15.668147549352994</c:v>
                </c:pt>
                <c:pt idx="4490">
                  <c:v>-15.669939953009987</c:v>
                </c:pt>
                <c:pt idx="4491">
                  <c:v>-15.671730863536027</c:v>
                </c:pt>
                <c:pt idx="4492">
                  <c:v>-15.673520281641999</c:v>
                </c:pt>
                <c:pt idx="4493">
                  <c:v>-15.675308208038018</c:v>
                </c:pt>
                <c:pt idx="4494">
                  <c:v>-15.677094643433009</c:v>
                </c:pt>
                <c:pt idx="4495">
                  <c:v>-15.678879588539985</c:v>
                </c:pt>
                <c:pt idx="4496">
                  <c:v>-15.680663044062982</c:v>
                </c:pt>
                <c:pt idx="4497">
                  <c:v>-15.682445010715014</c:v>
                </c:pt>
                <c:pt idx="4498">
                  <c:v>-15.684225489200003</c:v>
                </c:pt>
                <c:pt idx="4499">
                  <c:v>-15.686004480228007</c:v>
                </c:pt>
                <c:pt idx="4500">
                  <c:v>-15.687781984504994</c:v>
                </c:pt>
                <c:pt idx="4501">
                  <c:v>-15.689887134816985</c:v>
                </c:pt>
                <c:pt idx="4502">
                  <c:v>-15.691990799792023</c:v>
                </c:pt>
                <c:pt idx="4503">
                  <c:v>-15.694092980134997</c:v>
                </c:pt>
                <c:pt idx="4504">
                  <c:v>-15.696193676549001</c:v>
                </c:pt>
                <c:pt idx="4505">
                  <c:v>-15.698292889741992</c:v>
                </c:pt>
                <c:pt idx="4506">
                  <c:v>-15.700390620415021</c:v>
                </c:pt>
                <c:pt idx="4507">
                  <c:v>-15.702486869273997</c:v>
                </c:pt>
                <c:pt idx="4508">
                  <c:v>-15.704581637020993</c:v>
                </c:pt>
                <c:pt idx="4509">
                  <c:v>-15.706674924359987</c:v>
                </c:pt>
                <c:pt idx="4510">
                  <c:v>-15.708766731992</c:v>
                </c:pt>
                <c:pt idx="4511">
                  <c:v>-15.710857060619986</c:v>
                </c:pt>
                <c:pt idx="4512">
                  <c:v>-15.712945910944995</c:v>
                </c:pt>
                <c:pt idx="4513">
                  <c:v>-15.715033283668021</c:v>
                </c:pt>
                <c:pt idx="4514">
                  <c:v>-15.717119179489998</c:v>
                </c:pt>
                <c:pt idx="4515">
                  <c:v>-15.719203599109989</c:v>
                </c:pt>
                <c:pt idx="4516">
                  <c:v>-15.72128654322799</c:v>
                </c:pt>
                <c:pt idx="4517">
                  <c:v>-15.723368012544</c:v>
                </c:pt>
                <c:pt idx="4518">
                  <c:v>-15.725448007755006</c:v>
                </c:pt>
                <c:pt idx="4519">
                  <c:v>-15.727526529561999</c:v>
                </c:pt>
                <c:pt idx="4520">
                  <c:v>-15.729603578658981</c:v>
                </c:pt>
                <c:pt idx="4521">
                  <c:v>-15.731679155746008</c:v>
                </c:pt>
                <c:pt idx="4522">
                  <c:v>-15.733753261519013</c:v>
                </c:pt>
                <c:pt idx="4523">
                  <c:v>-15.735825896674982</c:v>
                </c:pt>
                <c:pt idx="4524">
                  <c:v>-15.737897061908001</c:v>
                </c:pt>
                <c:pt idx="4525">
                  <c:v>-15.739966757915994</c:v>
                </c:pt>
                <c:pt idx="4526">
                  <c:v>-15.742034985391996</c:v>
                </c:pt>
                <c:pt idx="4527">
                  <c:v>-15.744101745031998</c:v>
                </c:pt>
                <c:pt idx="4528">
                  <c:v>-15.746167037528977</c:v>
                </c:pt>
                <c:pt idx="4529">
                  <c:v>-15.748230863576993</c:v>
                </c:pt>
                <c:pt idx="4530">
                  <c:v>-15.750293223868994</c:v>
                </c:pt>
                <c:pt idx="4531">
                  <c:v>-15.752354119098982</c:v>
                </c:pt>
                <c:pt idx="4532">
                  <c:v>-15.754413549957007</c:v>
                </c:pt>
                <c:pt idx="4533">
                  <c:v>-15.756471517137015</c:v>
                </c:pt>
                <c:pt idx="4534">
                  <c:v>-15.758528021328004</c:v>
                </c:pt>
                <c:pt idx="4535">
                  <c:v>-15.760583063223976</c:v>
                </c:pt>
                <c:pt idx="4536">
                  <c:v>-15.762636643512025</c:v>
                </c:pt>
                <c:pt idx="4537">
                  <c:v>-15.764688762885015</c:v>
                </c:pt>
                <c:pt idx="4538">
                  <c:v>-15.766739422029985</c:v>
                </c:pt>
                <c:pt idx="4539">
                  <c:v>-15.768788621638976</c:v>
                </c:pt>
                <c:pt idx="4540">
                  <c:v>-15.770836362398001</c:v>
                </c:pt>
                <c:pt idx="4541">
                  <c:v>-15.772882644996002</c:v>
                </c:pt>
                <c:pt idx="4542">
                  <c:v>-15.774927470120986</c:v>
                </c:pt>
                <c:pt idx="4543">
                  <c:v>-15.776970838461011</c:v>
                </c:pt>
                <c:pt idx="4544">
                  <c:v>-15.779012750701014</c:v>
                </c:pt>
                <c:pt idx="4545">
                  <c:v>-15.781053207528998</c:v>
                </c:pt>
                <c:pt idx="4546">
                  <c:v>-15.783092209629984</c:v>
                </c:pt>
                <c:pt idx="4547">
                  <c:v>-15.78512975769101</c:v>
                </c:pt>
                <c:pt idx="4548">
                  <c:v>-15.787165852393997</c:v>
                </c:pt>
                <c:pt idx="4549">
                  <c:v>-15.789200494427007</c:v>
                </c:pt>
                <c:pt idx="4550">
                  <c:v>-15.79123368447199</c:v>
                </c:pt>
                <c:pt idx="4551">
                  <c:v>-15.793265423213995</c:v>
                </c:pt>
                <c:pt idx="4552">
                  <c:v>-15.795295711335996</c:v>
                </c:pt>
                <c:pt idx="4553">
                  <c:v>-15.797324549519004</c:v>
                </c:pt>
                <c:pt idx="4554">
                  <c:v>-15.799351938447018</c:v>
                </c:pt>
                <c:pt idx="4555">
                  <c:v>-15.801377878802015</c:v>
                </c:pt>
                <c:pt idx="4556">
                  <c:v>-15.803402371265008</c:v>
                </c:pt>
                <c:pt idx="4557">
                  <c:v>-15.805425416516982</c:v>
                </c:pt>
                <c:pt idx="4558">
                  <c:v>-15.807447015239006</c:v>
                </c:pt>
                <c:pt idx="4559">
                  <c:v>-15.809467168110018</c:v>
                </c:pt>
                <c:pt idx="4560">
                  <c:v>-15.811485875811996</c:v>
                </c:pt>
                <c:pt idx="4561">
                  <c:v>-15.81350313902098</c:v>
                </c:pt>
                <c:pt idx="4562">
                  <c:v>-15.815518958419005</c:v>
                </c:pt>
                <c:pt idx="4563">
                  <c:v>-15.817533334681997</c:v>
                </c:pt>
                <c:pt idx="4564">
                  <c:v>-15.819546268490001</c:v>
                </c:pt>
                <c:pt idx="4565">
                  <c:v>-15.821557760517976</c:v>
                </c:pt>
                <c:pt idx="4566">
                  <c:v>-15.823567811445002</c:v>
                </c:pt>
                <c:pt idx="4567">
                  <c:v>-15.825576421947005</c:v>
                </c:pt>
                <c:pt idx="4568">
                  <c:v>-15.827583592699995</c:v>
                </c:pt>
                <c:pt idx="4569">
                  <c:v>-15.829589324378986</c:v>
                </c:pt>
                <c:pt idx="4570">
                  <c:v>-15.831593617661014</c:v>
                </c:pt>
                <c:pt idx="4571">
                  <c:v>-15.833596473218989</c:v>
                </c:pt>
                <c:pt idx="4572">
                  <c:v>-15.835597891729975</c:v>
                </c:pt>
                <c:pt idx="4573">
                  <c:v>-15.837597873864013</c:v>
                </c:pt>
                <c:pt idx="4574">
                  <c:v>-15.839596420298989</c:v>
                </c:pt>
                <c:pt idx="4575">
                  <c:v>-15.841593531704007</c:v>
                </c:pt>
                <c:pt idx="4576">
                  <c:v>-15.843589208753997</c:v>
                </c:pt>
                <c:pt idx="4577">
                  <c:v>-15.845583452120025</c:v>
                </c:pt>
                <c:pt idx="4578">
                  <c:v>-15.847576262475997</c:v>
                </c:pt>
                <c:pt idx="4579">
                  <c:v>-15.849567640489994</c:v>
                </c:pt>
                <c:pt idx="4580">
                  <c:v>-15.851557586836009</c:v>
                </c:pt>
                <c:pt idx="4581">
                  <c:v>-15.853546102181014</c:v>
                </c:pt>
                <c:pt idx="4582">
                  <c:v>-15.855533187199001</c:v>
                </c:pt>
                <c:pt idx="4583">
                  <c:v>-15.857518842556004</c:v>
                </c:pt>
                <c:pt idx="4584">
                  <c:v>-15.859503068925022</c:v>
                </c:pt>
                <c:pt idx="4585">
                  <c:v>-15.861485866970014</c:v>
                </c:pt>
                <c:pt idx="4586">
                  <c:v>-15.863467237362983</c:v>
                </c:pt>
                <c:pt idx="4587">
                  <c:v>-15.865447180769991</c:v>
                </c:pt>
                <c:pt idx="4588">
                  <c:v>-15.86742569786</c:v>
                </c:pt>
                <c:pt idx="4589">
                  <c:v>-15.869402789297993</c:v>
                </c:pt>
                <c:pt idx="4590">
                  <c:v>-15.871378455751994</c:v>
                </c:pt>
                <c:pt idx="4591">
                  <c:v>-15.873352697886986</c:v>
                </c:pt>
                <c:pt idx="4592">
                  <c:v>-15.875325516369998</c:v>
                </c:pt>
                <c:pt idx="4593">
                  <c:v>-15.877296911863994</c:v>
                </c:pt>
                <c:pt idx="4594">
                  <c:v>-15.879266885036998</c:v>
                </c:pt>
                <c:pt idx="4595">
                  <c:v>-15.88123543655098</c:v>
                </c:pt>
                <c:pt idx="4596">
                  <c:v>-15.88320256707101</c:v>
                </c:pt>
                <c:pt idx="4597">
                  <c:v>-15.885168277258998</c:v>
                </c:pt>
                <c:pt idx="4598">
                  <c:v>-15.887132567780981</c:v>
                </c:pt>
                <c:pt idx="4599">
                  <c:v>-15.889095439296028</c:v>
                </c:pt>
                <c:pt idx="4600">
                  <c:v>-15.891056892470004</c:v>
                </c:pt>
                <c:pt idx="4601">
                  <c:v>-15.893016927960986</c:v>
                </c:pt>
                <c:pt idx="4602">
                  <c:v>-15.894975546433983</c:v>
                </c:pt>
                <c:pt idx="4603">
                  <c:v>-15.896932748548011</c:v>
                </c:pt>
                <c:pt idx="4604">
                  <c:v>-15.898888534961998</c:v>
                </c:pt>
                <c:pt idx="4605">
                  <c:v>-15.900842906339989</c:v>
                </c:pt>
                <c:pt idx="4606">
                  <c:v>-15.902795863337985</c:v>
                </c:pt>
                <c:pt idx="4607">
                  <c:v>-15.904747406618014</c:v>
                </c:pt>
                <c:pt idx="4608">
                  <c:v>-15.906697536835992</c:v>
                </c:pt>
                <c:pt idx="4609">
                  <c:v>-15.908646254652979</c:v>
                </c:pt>
                <c:pt idx="4610">
                  <c:v>-15.910593560725005</c:v>
                </c:pt>
                <c:pt idx="4611">
                  <c:v>-15.912539455711993</c:v>
                </c:pt>
                <c:pt idx="4612">
                  <c:v>-15.914483940267985</c:v>
                </c:pt>
                <c:pt idx="4613">
                  <c:v>-15.916427015051994</c:v>
                </c:pt>
                <c:pt idx="4614">
                  <c:v>-15.918368680718999</c:v>
                </c:pt>
                <c:pt idx="4615">
                  <c:v>-15.920308937925995</c:v>
                </c:pt>
                <c:pt idx="4616">
                  <c:v>-15.922247787326</c:v>
                </c:pt>
                <c:pt idx="4617">
                  <c:v>-15.924185229577972</c:v>
                </c:pt>
                <c:pt idx="4618">
                  <c:v>-15.926121265332</c:v>
                </c:pt>
                <c:pt idx="4619">
                  <c:v>-15.92805589524599</c:v>
                </c:pt>
                <c:pt idx="4620">
                  <c:v>-15.929989119970998</c:v>
                </c:pt>
                <c:pt idx="4621">
                  <c:v>-15.931920940163025</c:v>
                </c:pt>
                <c:pt idx="4622">
                  <c:v>-15.933851356470996</c:v>
                </c:pt>
                <c:pt idx="4623">
                  <c:v>-15.935780369551992</c:v>
                </c:pt>
                <c:pt idx="4624">
                  <c:v>-15.937707980054</c:v>
                </c:pt>
                <c:pt idx="4625">
                  <c:v>-15.939634188631004</c:v>
                </c:pt>
                <c:pt idx="4626">
                  <c:v>-15.941558995933008</c:v>
                </c:pt>
                <c:pt idx="4627">
                  <c:v>-15.943482402613</c:v>
                </c:pt>
                <c:pt idx="4628">
                  <c:v>-15.945404409318002</c:v>
                </c:pt>
                <c:pt idx="4629">
                  <c:v>-15.947325016701001</c:v>
                </c:pt>
                <c:pt idx="4630">
                  <c:v>-15.949244225409018</c:v>
                </c:pt>
                <c:pt idx="4631">
                  <c:v>-15.951162036092995</c:v>
                </c:pt>
                <c:pt idx="4632">
                  <c:v>-15.953078449399982</c:v>
                </c:pt>
                <c:pt idx="4633">
                  <c:v>-15.954993465981005</c:v>
                </c:pt>
                <c:pt idx="4634">
                  <c:v>-15.956907086480015</c:v>
                </c:pt>
                <c:pt idx="4635">
                  <c:v>-15.958819311547984</c:v>
                </c:pt>
                <c:pt idx="4636">
                  <c:v>-15.960730141828975</c:v>
                </c:pt>
                <c:pt idx="4637">
                  <c:v>-15.962639577972993</c:v>
                </c:pt>
                <c:pt idx="4638">
                  <c:v>-15.964547620622</c:v>
                </c:pt>
                <c:pt idx="4639">
                  <c:v>-15.966454270425999</c:v>
                </c:pt>
                <c:pt idx="4640">
                  <c:v>-15.968359528027008</c:v>
                </c:pt>
                <c:pt idx="4641">
                  <c:v>-15.970263394073015</c:v>
                </c:pt>
                <c:pt idx="4642">
                  <c:v>-15.972165869204986</c:v>
                </c:pt>
                <c:pt idx="4643">
                  <c:v>-15.974066954069997</c:v>
                </c:pt>
                <c:pt idx="4644">
                  <c:v>-15.97596664931001</c:v>
                </c:pt>
                <c:pt idx="4645">
                  <c:v>-15.977864955569999</c:v>
                </c:pt>
                <c:pt idx="4646">
                  <c:v>-15.979761873490986</c:v>
                </c:pt>
                <c:pt idx="4647">
                  <c:v>-15.981657403715985</c:v>
                </c:pt>
                <c:pt idx="4648">
                  <c:v>-15.983551546888009</c:v>
                </c:pt>
                <c:pt idx="4649">
                  <c:v>-15.985444303647995</c:v>
                </c:pt>
                <c:pt idx="4650">
                  <c:v>-15.987335674636</c:v>
                </c:pt>
                <c:pt idx="4651">
                  <c:v>-15.989225660495009</c:v>
                </c:pt>
                <c:pt idx="4652">
                  <c:v>-15.991114261864993</c:v>
                </c:pt>
                <c:pt idx="4653">
                  <c:v>-15.993001479383992</c:v>
                </c:pt>
                <c:pt idx="4654">
                  <c:v>-15.994887313693994</c:v>
                </c:pt>
                <c:pt idx="4655">
                  <c:v>-15.996771765432015</c:v>
                </c:pt>
                <c:pt idx="4656">
                  <c:v>-15.998654835238995</c:v>
                </c:pt>
                <c:pt idx="4657">
                  <c:v>-16.000536523751009</c:v>
                </c:pt>
                <c:pt idx="4658">
                  <c:v>-16.002416831608002</c:v>
                </c:pt>
                <c:pt idx="4659">
                  <c:v>-16.004295759445995</c:v>
                </c:pt>
                <c:pt idx="4660">
                  <c:v>-16.006173307903993</c:v>
                </c:pt>
                <c:pt idx="4661">
                  <c:v>-16.008049477615998</c:v>
                </c:pt>
                <c:pt idx="4662">
                  <c:v>-16.009924269221017</c:v>
                </c:pt>
                <c:pt idx="4663">
                  <c:v>-16.011797683352995</c:v>
                </c:pt>
                <c:pt idx="4664">
                  <c:v>-16.013669720649006</c:v>
                </c:pt>
                <c:pt idx="4665">
                  <c:v>-16.015540381741999</c:v>
                </c:pt>
                <c:pt idx="4666">
                  <c:v>-16.017409667270016</c:v>
                </c:pt>
                <c:pt idx="4667">
                  <c:v>-16.019277577862994</c:v>
                </c:pt>
                <c:pt idx="4668">
                  <c:v>-16.021144114159</c:v>
                </c:pt>
                <c:pt idx="4669">
                  <c:v>-16.023009276788997</c:v>
                </c:pt>
                <c:pt idx="4670">
                  <c:v>-16.024873066387016</c:v>
                </c:pt>
                <c:pt idx="4671">
                  <c:v>-16.026735483583991</c:v>
                </c:pt>
                <c:pt idx="4672">
                  <c:v>-16.028596529015005</c:v>
                </c:pt>
                <c:pt idx="4673">
                  <c:v>-16.030456203309996</c:v>
                </c:pt>
                <c:pt idx="4674">
                  <c:v>-16.032314507101006</c:v>
                </c:pt>
                <c:pt idx="4675">
                  <c:v>-16.034171441018003</c:v>
                </c:pt>
                <c:pt idx="4676">
                  <c:v>-16.036027005693995</c:v>
                </c:pt>
                <c:pt idx="4677">
                  <c:v>-16.037881201757017</c:v>
                </c:pt>
                <c:pt idx="4678">
                  <c:v>-16.039734029838002</c:v>
                </c:pt>
                <c:pt idx="4679">
                  <c:v>-16.041585490566007</c:v>
                </c:pt>
                <c:pt idx="4680">
                  <c:v>-16.043435584569977</c:v>
                </c:pt>
                <c:pt idx="4681">
                  <c:v>-16.045284312478003</c:v>
                </c:pt>
                <c:pt idx="4682">
                  <c:v>-16.04713167492099</c:v>
                </c:pt>
                <c:pt idx="4683">
                  <c:v>-16.048977672522994</c:v>
                </c:pt>
                <c:pt idx="4684">
                  <c:v>-16.050822305913982</c:v>
                </c:pt>
                <c:pt idx="4685">
                  <c:v>-16.052665575719999</c:v>
                </c:pt>
                <c:pt idx="4686">
                  <c:v>-16.054507482567999</c:v>
                </c:pt>
                <c:pt idx="4687">
                  <c:v>-16.056348027083999</c:v>
                </c:pt>
                <c:pt idx="4688">
                  <c:v>-16.05818720989501</c:v>
                </c:pt>
                <c:pt idx="4689">
                  <c:v>-16.060025031624008</c:v>
                </c:pt>
                <c:pt idx="4690">
                  <c:v>-16.061861492898004</c:v>
                </c:pt>
                <c:pt idx="4691">
                  <c:v>-16.063696594340996</c:v>
                </c:pt>
                <c:pt idx="4692">
                  <c:v>-16.065530336578007</c:v>
                </c:pt>
                <c:pt idx="4693">
                  <c:v>-16.067362720231017</c:v>
                </c:pt>
                <c:pt idx="4694">
                  <c:v>-16.069193745925986</c:v>
                </c:pt>
                <c:pt idx="4695">
                  <c:v>-16.071023414283985</c:v>
                </c:pt>
                <c:pt idx="4696">
                  <c:v>-16.072851725929013</c:v>
                </c:pt>
                <c:pt idx="4697">
                  <c:v>-16.074678681481004</c:v>
                </c:pt>
                <c:pt idx="4698">
                  <c:v>-16.076504281565008</c:v>
                </c:pt>
                <c:pt idx="4699">
                  <c:v>-16.078328526799993</c:v>
                </c:pt>
                <c:pt idx="4700">
                  <c:v>-16.08015141780902</c:v>
                </c:pt>
                <c:pt idx="4701">
                  <c:v>-16.081972955211995</c:v>
                </c:pt>
                <c:pt idx="4702">
                  <c:v>-16.083793139628</c:v>
                </c:pt>
                <c:pt idx="4703">
                  <c:v>-16.085611971679015</c:v>
                </c:pt>
                <c:pt idx="4704">
                  <c:v>-16.087429451982018</c:v>
                </c:pt>
                <c:pt idx="4705">
                  <c:v>-16.089245581157996</c:v>
                </c:pt>
                <c:pt idx="4706">
                  <c:v>-16.091060359824979</c:v>
                </c:pt>
                <c:pt idx="4707">
                  <c:v>-16.092873788603015</c:v>
                </c:pt>
                <c:pt idx="4708">
                  <c:v>-16.094685868107007</c:v>
                </c:pt>
                <c:pt idx="4709">
                  <c:v>-16.096496598957003</c:v>
                </c:pt>
                <c:pt idx="4710">
                  <c:v>-16.098305981767993</c:v>
                </c:pt>
                <c:pt idx="4711">
                  <c:v>-16.100114017159001</c:v>
                </c:pt>
                <c:pt idx="4712">
                  <c:v>-16.101920705743993</c:v>
                </c:pt>
                <c:pt idx="4713">
                  <c:v>-16.103726048141993</c:v>
                </c:pt>
                <c:pt idx="4714">
                  <c:v>-16.105530044965974</c:v>
                </c:pt>
                <c:pt idx="4715">
                  <c:v>-16.107332696832003</c:v>
                </c:pt>
                <c:pt idx="4716">
                  <c:v>-16.109134004355013</c:v>
                </c:pt>
                <c:pt idx="4717">
                  <c:v>-16.110933968149993</c:v>
                </c:pt>
                <c:pt idx="4718">
                  <c:v>-16.112732588829004</c:v>
                </c:pt>
                <c:pt idx="4719">
                  <c:v>-16.114529867008002</c:v>
                </c:pt>
                <c:pt idx="4720">
                  <c:v>-16.116325803298992</c:v>
                </c:pt>
                <c:pt idx="4721">
                  <c:v>-16.118120398315995</c:v>
                </c:pt>
                <c:pt idx="4722">
                  <c:v>-16.119913652668998</c:v>
                </c:pt>
                <c:pt idx="4723">
                  <c:v>-16.121705566971997</c:v>
                </c:pt>
                <c:pt idx="4724">
                  <c:v>-16.123496141836995</c:v>
                </c:pt>
                <c:pt idx="4725">
                  <c:v>-16.125285377874974</c:v>
                </c:pt>
                <c:pt idx="4726">
                  <c:v>-16.127073275695011</c:v>
                </c:pt>
                <c:pt idx="4727">
                  <c:v>-16.128859835910987</c:v>
                </c:pt>
                <c:pt idx="4728">
                  <c:v>-16.130645059129989</c:v>
                </c:pt>
                <c:pt idx="4729">
                  <c:v>-16.132428945964023</c:v>
                </c:pt>
                <c:pt idx="4730">
                  <c:v>-16.134211497020999</c:v>
                </c:pt>
                <c:pt idx="4731">
                  <c:v>-16.135992712910991</c:v>
                </c:pt>
                <c:pt idx="4732">
                  <c:v>-16.137772594241</c:v>
                </c:pt>
                <c:pt idx="4733">
                  <c:v>-16.139551141622007</c:v>
                </c:pt>
                <c:pt idx="4734">
                  <c:v>-16.141328355658999</c:v>
                </c:pt>
                <c:pt idx="4735">
                  <c:v>-16.143104236960994</c:v>
                </c:pt>
                <c:pt idx="4736">
                  <c:v>-16.144878786134996</c:v>
                </c:pt>
                <c:pt idx="4737">
                  <c:v>-16.146652003788006</c:v>
                </c:pt>
                <c:pt idx="4738">
                  <c:v>-16.148423890524015</c:v>
                </c:pt>
                <c:pt idx="4739">
                  <c:v>-16.15019444695298</c:v>
                </c:pt>
                <c:pt idx="4740">
                  <c:v>-16.151963673676988</c:v>
                </c:pt>
                <c:pt idx="4741">
                  <c:v>-16.153731571303013</c:v>
                </c:pt>
                <c:pt idx="4742">
                  <c:v>-16.155498140433991</c:v>
                </c:pt>
                <c:pt idx="4743">
                  <c:v>-16.157263381677978</c:v>
                </c:pt>
                <c:pt idx="4744">
                  <c:v>-16.159027295634985</c:v>
                </c:pt>
                <c:pt idx="4745">
                  <c:v>-16.160789882911018</c:v>
                </c:pt>
                <c:pt idx="4746">
                  <c:v>-16.162551144107994</c:v>
                </c:pt>
                <c:pt idx="4747">
                  <c:v>-16.164311079830981</c:v>
                </c:pt>
                <c:pt idx="4748">
                  <c:v>-16.166069690679024</c:v>
                </c:pt>
                <c:pt idx="4749">
                  <c:v>-16.167826977258017</c:v>
                </c:pt>
                <c:pt idx="4750">
                  <c:v>-16.169582940167004</c:v>
                </c:pt>
                <c:pt idx="4751">
                  <c:v>-16.171337580008981</c:v>
                </c:pt>
                <c:pt idx="4752">
                  <c:v>-16.173090897385009</c:v>
                </c:pt>
                <c:pt idx="4753">
                  <c:v>-16.174842892893992</c:v>
                </c:pt>
                <c:pt idx="4754">
                  <c:v>-16.176593567137985</c:v>
                </c:pt>
                <c:pt idx="4755">
                  <c:v>-16.178342920714982</c:v>
                </c:pt>
                <c:pt idx="4756">
                  <c:v>-16.180090954226017</c:v>
                </c:pt>
                <c:pt idx="4757">
                  <c:v>-16.181837668269992</c:v>
                </c:pt>
                <c:pt idx="4758">
                  <c:v>-16.183583063444985</c:v>
                </c:pt>
                <c:pt idx="4759">
                  <c:v>-16.185327140350012</c:v>
                </c:pt>
                <c:pt idx="4760">
                  <c:v>-16.187069899584003</c:v>
                </c:pt>
                <c:pt idx="4761">
                  <c:v>-16.188811341741996</c:v>
                </c:pt>
                <c:pt idx="4762">
                  <c:v>-16.190551467422978</c:v>
                </c:pt>
                <c:pt idx="4763">
                  <c:v>-16.192290277224004</c:v>
                </c:pt>
                <c:pt idx="4764">
                  <c:v>-16.194027771740991</c:v>
                </c:pt>
                <c:pt idx="4765">
                  <c:v>-16.195763951569006</c:v>
                </c:pt>
                <c:pt idx="4766">
                  <c:v>-16.197498817307007</c:v>
                </c:pt>
                <c:pt idx="4767">
                  <c:v>-16.199232369545996</c:v>
                </c:pt>
                <c:pt idx="4768">
                  <c:v>-16.200964608884988</c:v>
                </c:pt>
                <c:pt idx="4769">
                  <c:v>-16.202695535916007</c:v>
                </c:pt>
                <c:pt idx="4770">
                  <c:v>-16.204425151235</c:v>
                </c:pt>
                <c:pt idx="4771">
                  <c:v>-16.20615345543402</c:v>
                </c:pt>
                <c:pt idx="4772">
                  <c:v>-16.207880449108984</c:v>
                </c:pt>
                <c:pt idx="4773">
                  <c:v>-16.209606132849984</c:v>
                </c:pt>
                <c:pt idx="4774">
                  <c:v>-16.211330507253024</c:v>
                </c:pt>
                <c:pt idx="4775">
                  <c:v>-16.213053572907995</c:v>
                </c:pt>
                <c:pt idx="4776">
                  <c:v>-16.214775330408997</c:v>
                </c:pt>
                <c:pt idx="4777">
                  <c:v>-16.216495780344985</c:v>
                </c:pt>
                <c:pt idx="4778">
                  <c:v>-16.218214923310001</c:v>
                </c:pt>
                <c:pt idx="4779">
                  <c:v>-16.219932759892998</c:v>
                </c:pt>
                <c:pt idx="4780">
                  <c:v>-16.221649290686003</c:v>
                </c:pt>
                <c:pt idx="4781">
                  <c:v>-16.223364516277996</c:v>
                </c:pt>
                <c:pt idx="4782">
                  <c:v>-16.225078437259015</c:v>
                </c:pt>
                <c:pt idx="4783">
                  <c:v>-16.226791054219007</c:v>
                </c:pt>
                <c:pt idx="4784">
                  <c:v>-16.228502367747978</c:v>
                </c:pt>
                <c:pt idx="4785">
                  <c:v>-16.230212378432014</c:v>
                </c:pt>
                <c:pt idx="4786">
                  <c:v>-16.231921086862002</c:v>
                </c:pt>
                <c:pt idx="4787">
                  <c:v>-16.233628493623002</c:v>
                </c:pt>
                <c:pt idx="4788">
                  <c:v>-16.235334599305986</c:v>
                </c:pt>
                <c:pt idx="4789">
                  <c:v>-16.237039404496016</c:v>
                </c:pt>
                <c:pt idx="4790">
                  <c:v>-16.23874290978199</c:v>
                </c:pt>
                <c:pt idx="4791">
                  <c:v>-16.240445115747008</c:v>
                </c:pt>
                <c:pt idx="4792">
                  <c:v>-16.24214602298099</c:v>
                </c:pt>
                <c:pt idx="4793">
                  <c:v>-16.243845632067007</c:v>
                </c:pt>
                <c:pt idx="4794">
                  <c:v>-16.245543943591997</c:v>
                </c:pt>
                <c:pt idx="4795">
                  <c:v>-16.247240958139002</c:v>
                </c:pt>
                <c:pt idx="4796">
                  <c:v>-16.248936676296012</c:v>
                </c:pt>
                <c:pt idx="4797">
                  <c:v>-16.250631098644021</c:v>
                </c:pt>
                <c:pt idx="4798">
                  <c:v>-16.252324225769996</c:v>
                </c:pt>
                <c:pt idx="4799">
                  <c:v>-16.254016058253995</c:v>
                </c:pt>
                <c:pt idx="4800">
                  <c:v>-16.255706596683012</c:v>
                </c:pt>
                <c:pt idx="4801">
                  <c:v>-16.257670245527009</c:v>
                </c:pt>
                <c:pt idx="4802">
                  <c:v>-16.259632601480007</c:v>
                </c:pt>
                <c:pt idx="4803">
                  <c:v>-16.261593665122973</c:v>
                </c:pt>
                <c:pt idx="4804">
                  <c:v>-16.263553437040002</c:v>
                </c:pt>
                <c:pt idx="4805">
                  <c:v>-16.265511917808993</c:v>
                </c:pt>
                <c:pt idx="4806">
                  <c:v>-16.267469108014978</c:v>
                </c:pt>
                <c:pt idx="4807">
                  <c:v>-16.269425008235004</c:v>
                </c:pt>
                <c:pt idx="4808">
                  <c:v>-16.271379619051999</c:v>
                </c:pt>
                <c:pt idx="4809">
                  <c:v>-16.273332941044004</c:v>
                </c:pt>
                <c:pt idx="4810">
                  <c:v>-16.27528497479301</c:v>
                </c:pt>
                <c:pt idx="4811">
                  <c:v>-16.277235720875012</c:v>
                </c:pt>
                <c:pt idx="4812">
                  <c:v>-16.279185179872997</c:v>
                </c:pt>
                <c:pt idx="4813">
                  <c:v>-16.281133352360996</c:v>
                </c:pt>
                <c:pt idx="4814">
                  <c:v>-16.283080238921002</c:v>
                </c:pt>
                <c:pt idx="4815">
                  <c:v>-16.285025840128981</c:v>
                </c:pt>
                <c:pt idx="4816">
                  <c:v>-16.286970156562006</c:v>
                </c:pt>
                <c:pt idx="4817">
                  <c:v>-16.288913188798006</c:v>
                </c:pt>
                <c:pt idx="4818">
                  <c:v>-16.290854937414991</c:v>
                </c:pt>
                <c:pt idx="4819">
                  <c:v>-16.292795402986002</c:v>
                </c:pt>
                <c:pt idx="4820">
                  <c:v>-16.294734586090016</c:v>
                </c:pt>
                <c:pt idx="4821">
                  <c:v>-16.296672487301009</c:v>
                </c:pt>
                <c:pt idx="4822">
                  <c:v>-16.298609107196</c:v>
                </c:pt>
                <c:pt idx="4823">
                  <c:v>-16.300544446346976</c:v>
                </c:pt>
                <c:pt idx="4824">
                  <c:v>-16.302478505332004</c:v>
                </c:pt>
                <c:pt idx="4825">
                  <c:v>-16.304411284723017</c:v>
                </c:pt>
                <c:pt idx="4826">
                  <c:v>-16.306342785095978</c:v>
                </c:pt>
                <c:pt idx="4827">
                  <c:v>-16.308273007021995</c:v>
                </c:pt>
                <c:pt idx="4828">
                  <c:v>-16.31020195107601</c:v>
                </c:pt>
                <c:pt idx="4829">
                  <c:v>-16.312129617828987</c:v>
                </c:pt>
                <c:pt idx="4830">
                  <c:v>-16.31405600785601</c:v>
                </c:pt>
                <c:pt idx="4831">
                  <c:v>-16.315981121725997</c:v>
                </c:pt>
                <c:pt idx="4832">
                  <c:v>-16.317904960014999</c:v>
                </c:pt>
                <c:pt idx="4833">
                  <c:v>-16.319827523290002</c:v>
                </c:pt>
                <c:pt idx="4834">
                  <c:v>-16.321748812125008</c:v>
                </c:pt>
                <c:pt idx="4835">
                  <c:v>-16.323668827087999</c:v>
                </c:pt>
                <c:pt idx="4836">
                  <c:v>-16.325587568753008</c:v>
                </c:pt>
                <c:pt idx="4837">
                  <c:v>-16.327505037687018</c:v>
                </c:pt>
                <c:pt idx="4838">
                  <c:v>-16.329421234460995</c:v>
                </c:pt>
                <c:pt idx="4839">
                  <c:v>-16.331336159643996</c:v>
                </c:pt>
                <c:pt idx="4840">
                  <c:v>-16.333249813804002</c:v>
                </c:pt>
                <c:pt idx="4841">
                  <c:v>-16.335162197512005</c:v>
                </c:pt>
                <c:pt idx="4842">
                  <c:v>-16.337073311333995</c:v>
                </c:pt>
                <c:pt idx="4843">
                  <c:v>-16.338983155838974</c:v>
                </c:pt>
                <c:pt idx="4844">
                  <c:v>-16.340891731594013</c:v>
                </c:pt>
                <c:pt idx="4845">
                  <c:v>-16.342799039167005</c:v>
                </c:pt>
                <c:pt idx="4846">
                  <c:v>-16.344705079123003</c:v>
                </c:pt>
                <c:pt idx="4847">
                  <c:v>-16.346609852031008</c:v>
                </c:pt>
                <c:pt idx="4848">
                  <c:v>-16.348513358453999</c:v>
                </c:pt>
                <c:pt idx="4849">
                  <c:v>-16.350415598962002</c:v>
                </c:pt>
                <c:pt idx="4850">
                  <c:v>-16.352316574116003</c:v>
                </c:pt>
                <c:pt idx="4851">
                  <c:v>-16.354216284484011</c:v>
                </c:pt>
                <c:pt idx="4852">
                  <c:v>-16.356114730629997</c:v>
                </c:pt>
                <c:pt idx="4853">
                  <c:v>-16.358011913119014</c:v>
                </c:pt>
                <c:pt idx="4854">
                  <c:v>-16.359907832512988</c:v>
                </c:pt>
                <c:pt idx="4855">
                  <c:v>-16.361802489377993</c:v>
                </c:pt>
                <c:pt idx="4856">
                  <c:v>-16.363695884276012</c:v>
                </c:pt>
                <c:pt idx="4857">
                  <c:v>-16.365588017771017</c:v>
                </c:pt>
                <c:pt idx="4858">
                  <c:v>-16.367478890423996</c:v>
                </c:pt>
                <c:pt idx="4859">
                  <c:v>-16.3693685028</c:v>
                </c:pt>
                <c:pt idx="4860">
                  <c:v>-16.371256855458</c:v>
                </c:pt>
                <c:pt idx="4861">
                  <c:v>-16.373143948961996</c:v>
                </c:pt>
                <c:pt idx="4862">
                  <c:v>-16.375029783872009</c:v>
                </c:pt>
                <c:pt idx="4863">
                  <c:v>-16.376914360749993</c:v>
                </c:pt>
                <c:pt idx="4864">
                  <c:v>-16.378797680154008</c:v>
                </c:pt>
                <c:pt idx="4865">
                  <c:v>-16.380679742647999</c:v>
                </c:pt>
                <c:pt idx="4866">
                  <c:v>-16.382560548789002</c:v>
                </c:pt>
                <c:pt idx="4867">
                  <c:v>-16.384440099138004</c:v>
                </c:pt>
                <c:pt idx="4868">
                  <c:v>-16.386318394254005</c:v>
                </c:pt>
                <c:pt idx="4869">
                  <c:v>-16.388195434696001</c:v>
                </c:pt>
                <c:pt idx="4870">
                  <c:v>-16.390071221021003</c:v>
                </c:pt>
                <c:pt idx="4871">
                  <c:v>-16.391945753789003</c:v>
                </c:pt>
                <c:pt idx="4872">
                  <c:v>-16.393819033557008</c:v>
                </c:pt>
                <c:pt idx="4873">
                  <c:v>-16.395691060883991</c:v>
                </c:pt>
                <c:pt idx="4874">
                  <c:v>-16.397561836323973</c:v>
                </c:pt>
                <c:pt idx="4875">
                  <c:v>-16.399431360436012</c:v>
                </c:pt>
                <c:pt idx="4876">
                  <c:v>-16.401299633777995</c:v>
                </c:pt>
                <c:pt idx="4877">
                  <c:v>-16.403166656902982</c:v>
                </c:pt>
                <c:pt idx="4878">
                  <c:v>-16.405032430369005</c:v>
                </c:pt>
                <c:pt idx="4879">
                  <c:v>-16.406896954729007</c:v>
                </c:pt>
                <c:pt idx="4880">
                  <c:v>-16.408760230541986</c:v>
                </c:pt>
                <c:pt idx="4881">
                  <c:v>-16.410622258357989</c:v>
                </c:pt>
                <c:pt idx="4882">
                  <c:v>-16.412483038736013</c:v>
                </c:pt>
                <c:pt idx="4883">
                  <c:v>-16.414342572226985</c:v>
                </c:pt>
                <c:pt idx="4884">
                  <c:v>-16.416200859387004</c:v>
                </c:pt>
                <c:pt idx="4885">
                  <c:v>-16.418057900767025</c:v>
                </c:pt>
                <c:pt idx="4886">
                  <c:v>-16.419913696921981</c:v>
                </c:pt>
                <c:pt idx="4887">
                  <c:v>-16.421768248403993</c:v>
                </c:pt>
                <c:pt idx="4888">
                  <c:v>-16.423621555766005</c:v>
                </c:pt>
                <c:pt idx="4889">
                  <c:v>-16.425473619558005</c:v>
                </c:pt>
                <c:pt idx="4890">
                  <c:v>-16.427324440335013</c:v>
                </c:pt>
                <c:pt idx="4891">
                  <c:v>-16.429174018645995</c:v>
                </c:pt>
                <c:pt idx="4892">
                  <c:v>-16.431022355042984</c:v>
                </c:pt>
                <c:pt idx="4893">
                  <c:v>-16.432869450075998</c:v>
                </c:pt>
                <c:pt idx="4894">
                  <c:v>-16.434715304295992</c:v>
                </c:pt>
                <c:pt idx="4895">
                  <c:v>-16.43655991825301</c:v>
                </c:pt>
                <c:pt idx="4896">
                  <c:v>-16.438403292497014</c:v>
                </c:pt>
                <c:pt idx="4897">
                  <c:v>-16.440245427576002</c:v>
                </c:pt>
                <c:pt idx="4898">
                  <c:v>-16.442086324040986</c:v>
                </c:pt>
                <c:pt idx="4899">
                  <c:v>-16.443925982438998</c:v>
                </c:pt>
                <c:pt idx="4900">
                  <c:v>-16.445764403319998</c:v>
                </c:pt>
                <c:pt idx="4901">
                  <c:v>-16.447601587230992</c:v>
                </c:pt>
                <c:pt idx="4902">
                  <c:v>-16.449437534720005</c:v>
                </c:pt>
                <c:pt idx="4903">
                  <c:v>-16.451272246332991</c:v>
                </c:pt>
                <c:pt idx="4904">
                  <c:v>-16.453105722619995</c:v>
                </c:pt>
                <c:pt idx="4905">
                  <c:v>-16.454937964125008</c:v>
                </c:pt>
                <c:pt idx="4906">
                  <c:v>-16.456768971396002</c:v>
                </c:pt>
                <c:pt idx="4907">
                  <c:v>-16.458598744977991</c:v>
                </c:pt>
                <c:pt idx="4908">
                  <c:v>-16.460427285418007</c:v>
                </c:pt>
                <c:pt idx="4909">
                  <c:v>-16.46225459325899</c:v>
                </c:pt>
                <c:pt idx="4910">
                  <c:v>-16.464080669048997</c:v>
                </c:pt>
                <c:pt idx="4911">
                  <c:v>-16.46590551333</c:v>
                </c:pt>
                <c:pt idx="4912">
                  <c:v>-16.46772912664801</c:v>
                </c:pt>
                <c:pt idx="4913">
                  <c:v>-16.469551509547017</c:v>
                </c:pt>
                <c:pt idx="4914">
                  <c:v>-16.471372662569991</c:v>
                </c:pt>
                <c:pt idx="4915">
                  <c:v>-16.473192586262002</c:v>
                </c:pt>
                <c:pt idx="4916">
                  <c:v>-16.475011281163006</c:v>
                </c:pt>
                <c:pt idx="4917">
                  <c:v>-16.476828747818985</c:v>
                </c:pt>
                <c:pt idx="4918">
                  <c:v>-16.478644986771002</c:v>
                </c:pt>
                <c:pt idx="4919">
                  <c:v>-16.480459998561003</c:v>
                </c:pt>
                <c:pt idx="4920">
                  <c:v>-16.482273783729994</c:v>
                </c:pt>
                <c:pt idx="4921">
                  <c:v>-16.484086342821001</c:v>
                </c:pt>
                <c:pt idx="4922">
                  <c:v>-16.48589767637398</c:v>
                </c:pt>
                <c:pt idx="4923">
                  <c:v>-16.487707784929995</c:v>
                </c:pt>
                <c:pt idx="4924">
                  <c:v>-16.489516669029001</c:v>
                </c:pt>
                <c:pt idx="4925">
                  <c:v>-16.491324329213001</c:v>
                </c:pt>
                <c:pt idx="4926">
                  <c:v>-16.493130766018993</c:v>
                </c:pt>
                <c:pt idx="4927">
                  <c:v>-16.494935979989009</c:v>
                </c:pt>
                <c:pt idx="4928">
                  <c:v>-16.496739971659991</c:v>
                </c:pt>
                <c:pt idx="4929">
                  <c:v>-16.49854274157201</c:v>
                </c:pt>
                <c:pt idx="4930">
                  <c:v>-16.500344290263001</c:v>
                </c:pt>
                <c:pt idx="4931">
                  <c:v>-16.502144618271984</c:v>
                </c:pt>
                <c:pt idx="4932">
                  <c:v>-16.503943726134992</c:v>
                </c:pt>
                <c:pt idx="4933">
                  <c:v>-16.505741614391013</c:v>
                </c:pt>
                <c:pt idx="4934">
                  <c:v>-16.507538283576991</c:v>
                </c:pt>
                <c:pt idx="4935">
                  <c:v>-16.509333734228989</c:v>
                </c:pt>
                <c:pt idx="4936">
                  <c:v>-16.511127966884999</c:v>
                </c:pt>
                <c:pt idx="4937">
                  <c:v>-16.512920982080004</c:v>
                </c:pt>
                <c:pt idx="4938">
                  <c:v>-16.514712780349015</c:v>
                </c:pt>
                <c:pt idx="4939">
                  <c:v>-16.51650336223102</c:v>
                </c:pt>
                <c:pt idx="4940">
                  <c:v>-16.518292728256995</c:v>
                </c:pt>
                <c:pt idx="4941">
                  <c:v>-16.520080878963995</c:v>
                </c:pt>
                <c:pt idx="4942">
                  <c:v>-16.521867814886974</c:v>
                </c:pt>
                <c:pt idx="4943">
                  <c:v>-16.523653536558982</c:v>
                </c:pt>
                <c:pt idx="4944">
                  <c:v>-16.525438044514999</c:v>
                </c:pt>
                <c:pt idx="4945">
                  <c:v>-16.527221339288019</c:v>
                </c:pt>
                <c:pt idx="4946">
                  <c:v>-16.529003421411005</c:v>
                </c:pt>
                <c:pt idx="4947">
                  <c:v>-16.530784291418001</c:v>
                </c:pt>
                <c:pt idx="4948">
                  <c:v>-16.532563949839982</c:v>
                </c:pt>
                <c:pt idx="4949">
                  <c:v>-16.534342397210992</c:v>
                </c:pt>
                <c:pt idx="4950">
                  <c:v>-16.536119634062004</c:v>
                </c:pt>
                <c:pt idx="4951">
                  <c:v>-16.537895660923994</c:v>
                </c:pt>
                <c:pt idx="4952">
                  <c:v>-16.539670478331004</c:v>
                </c:pt>
                <c:pt idx="4953">
                  <c:v>-16.541444086811026</c:v>
                </c:pt>
                <c:pt idx="4954">
                  <c:v>-16.543216486896995</c:v>
                </c:pt>
                <c:pt idx="4955">
                  <c:v>-16.544987679118009</c:v>
                </c:pt>
                <c:pt idx="4956">
                  <c:v>-16.546757664005014</c:v>
                </c:pt>
                <c:pt idx="4957">
                  <c:v>-16.548526442086001</c:v>
                </c:pt>
                <c:pt idx="4958">
                  <c:v>-16.550294013892</c:v>
                </c:pt>
                <c:pt idx="4959">
                  <c:v>-16.552060379951996</c:v>
                </c:pt>
                <c:pt idx="4960">
                  <c:v>-16.553825540795003</c:v>
                </c:pt>
                <c:pt idx="4961">
                  <c:v>-16.555589496948016</c:v>
                </c:pt>
                <c:pt idx="4962">
                  <c:v>-16.557352248940987</c:v>
                </c:pt>
                <c:pt idx="4963">
                  <c:v>-16.5591137973</c:v>
                </c:pt>
                <c:pt idx="4964">
                  <c:v>-16.560874142555008</c:v>
                </c:pt>
                <c:pt idx="4965">
                  <c:v>-16.562633285229992</c:v>
                </c:pt>
                <c:pt idx="4966">
                  <c:v>-16.56439122585499</c:v>
                </c:pt>
                <c:pt idx="4967">
                  <c:v>-16.566147964954013</c:v>
                </c:pt>
                <c:pt idx="4968">
                  <c:v>-16.567903503054993</c:v>
                </c:pt>
                <c:pt idx="4969">
                  <c:v>-16.569657840682993</c:v>
                </c:pt>
                <c:pt idx="4970">
                  <c:v>-16.571410978364014</c:v>
                </c:pt>
                <c:pt idx="4971">
                  <c:v>-16.573162916623005</c:v>
                </c:pt>
                <c:pt idx="4972">
                  <c:v>-16.574913655985995</c:v>
                </c:pt>
                <c:pt idx="4973">
                  <c:v>-16.576663196976</c:v>
                </c:pt>
                <c:pt idx="4974">
                  <c:v>-16.578411540119987</c:v>
                </c:pt>
                <c:pt idx="4975">
                  <c:v>-16.580158685938017</c:v>
                </c:pt>
                <c:pt idx="4976">
                  <c:v>-16.581904634958022</c:v>
                </c:pt>
                <c:pt idx="4977">
                  <c:v>-16.583649387700007</c:v>
                </c:pt>
                <c:pt idx="4978">
                  <c:v>-16.585392944689005</c:v>
                </c:pt>
                <c:pt idx="4979">
                  <c:v>-16.587135306446982</c:v>
                </c:pt>
                <c:pt idx="4980">
                  <c:v>-16.588876473496981</c:v>
                </c:pt>
                <c:pt idx="4981">
                  <c:v>-16.590616446360997</c:v>
                </c:pt>
                <c:pt idx="4982">
                  <c:v>-16.592355225560993</c:v>
                </c:pt>
                <c:pt idx="4983">
                  <c:v>-16.594092811617003</c:v>
                </c:pt>
                <c:pt idx="4984">
                  <c:v>-16.595829205053008</c:v>
                </c:pt>
                <c:pt idx="4985">
                  <c:v>-16.597564406387988</c:v>
                </c:pt>
                <c:pt idx="4986">
                  <c:v>-16.599298416143</c:v>
                </c:pt>
                <c:pt idx="4987">
                  <c:v>-16.601031234838018</c:v>
                </c:pt>
                <c:pt idx="4988">
                  <c:v>-16.602762862991995</c:v>
                </c:pt>
                <c:pt idx="4989">
                  <c:v>-16.604493301128002</c:v>
                </c:pt>
                <c:pt idx="4990">
                  <c:v>-16.606222549761981</c:v>
                </c:pt>
                <c:pt idx="4991">
                  <c:v>-16.60795060941598</c:v>
                </c:pt>
                <c:pt idx="4992">
                  <c:v>-16.609677480605001</c:v>
                </c:pt>
                <c:pt idx="4993">
                  <c:v>-16.611403163851008</c:v>
                </c:pt>
                <c:pt idx="4994">
                  <c:v>-16.613127659669004</c:v>
                </c:pt>
                <c:pt idx="4995">
                  <c:v>-16.614850968580015</c:v>
                </c:pt>
                <c:pt idx="4996">
                  <c:v>-16.61657309109799</c:v>
                </c:pt>
                <c:pt idx="4997">
                  <c:v>-16.618294027743985</c:v>
                </c:pt>
                <c:pt idx="4998">
                  <c:v>-16.620013779031012</c:v>
                </c:pt>
                <c:pt idx="4999">
                  <c:v>-16.621732345478989</c:v>
                </c:pt>
                <c:pt idx="5000">
                  <c:v>-16.623449727601013</c:v>
                </c:pt>
                <c:pt idx="5001">
                  <c:v>-16.625165925916008</c:v>
                </c:pt>
                <c:pt idx="5002">
                  <c:v>-16.626880940936985</c:v>
                </c:pt>
                <c:pt idx="5003">
                  <c:v>-16.628594773181987</c:v>
                </c:pt>
                <c:pt idx="5004">
                  <c:v>-16.630307423163998</c:v>
                </c:pt>
                <c:pt idx="5005">
                  <c:v>-16.632018891397991</c:v>
                </c:pt>
                <c:pt idx="5006">
                  <c:v>-16.633729178397999</c:v>
                </c:pt>
                <c:pt idx="5007">
                  <c:v>-16.635438284681015</c:v>
                </c:pt>
                <c:pt idx="5008">
                  <c:v>-16.637146210755986</c:v>
                </c:pt>
                <c:pt idx="5009">
                  <c:v>-16.638852957141012</c:v>
                </c:pt>
                <c:pt idx="5010">
                  <c:v>-16.640558524345977</c:v>
                </c:pt>
                <c:pt idx="5011">
                  <c:v>-16.642262912885997</c:v>
                </c:pt>
                <c:pt idx="5012">
                  <c:v>-16.643966123272008</c:v>
                </c:pt>
                <c:pt idx="5013">
                  <c:v>-16.645668156018019</c:v>
                </c:pt>
                <c:pt idx="5014">
                  <c:v>-16.647369011633003</c:v>
                </c:pt>
                <c:pt idx="5015">
                  <c:v>-16.649068690631992</c:v>
                </c:pt>
                <c:pt idx="5016">
                  <c:v>-16.65076719352399</c:v>
                </c:pt>
                <c:pt idx="5017">
                  <c:v>-16.652464520822008</c:v>
                </c:pt>
                <c:pt idx="5018">
                  <c:v>-16.654160673035022</c:v>
                </c:pt>
                <c:pt idx="5019">
                  <c:v>-16.655855650673999</c:v>
                </c:pt>
                <c:pt idx="5020">
                  <c:v>-16.657549454248993</c:v>
                </c:pt>
                <c:pt idx="5021">
                  <c:v>-16.659242084271</c:v>
                </c:pt>
                <c:pt idx="5022">
                  <c:v>-16.660933541247005</c:v>
                </c:pt>
                <c:pt idx="5023">
                  <c:v>-16.662623825689991</c:v>
                </c:pt>
                <c:pt idx="5024">
                  <c:v>-16.664312938105013</c:v>
                </c:pt>
                <c:pt idx="5025">
                  <c:v>-16.666000879001984</c:v>
                </c:pt>
                <c:pt idx="5026">
                  <c:v>-16.66768764889099</c:v>
                </c:pt>
                <c:pt idx="5027">
                  <c:v>-16.669373248276997</c:v>
                </c:pt>
                <c:pt idx="5028">
                  <c:v>-16.671057677671001</c:v>
                </c:pt>
                <c:pt idx="5029">
                  <c:v>-16.672740937577998</c:v>
                </c:pt>
                <c:pt idx="5030">
                  <c:v>-16.674423028505998</c:v>
                </c:pt>
                <c:pt idx="5031">
                  <c:v>-16.676103950960993</c:v>
                </c:pt>
                <c:pt idx="5032">
                  <c:v>-16.67778370545102</c:v>
                </c:pt>
                <c:pt idx="5033">
                  <c:v>-16.679462292480991</c:v>
                </c:pt>
                <c:pt idx="5034">
                  <c:v>-16.681139712558007</c:v>
                </c:pt>
                <c:pt idx="5035">
                  <c:v>-16.682815966186013</c:v>
                </c:pt>
                <c:pt idx="5036">
                  <c:v>-16.684491053871</c:v>
                </c:pt>
                <c:pt idx="5037">
                  <c:v>-16.686164976117993</c:v>
                </c:pt>
                <c:pt idx="5038">
                  <c:v>-16.687837733433014</c:v>
                </c:pt>
                <c:pt idx="5039">
                  <c:v>-16.689509326318984</c:v>
                </c:pt>
                <c:pt idx="5040">
                  <c:v>-16.69117975527999</c:v>
                </c:pt>
                <c:pt idx="5041">
                  <c:v>-16.692849020820006</c:v>
                </c:pt>
                <c:pt idx="5042">
                  <c:v>-16.694517123444001</c:v>
                </c:pt>
                <c:pt idx="5043">
                  <c:v>-16.696184063651998</c:v>
                </c:pt>
                <c:pt idx="5044">
                  <c:v>-16.697849841950017</c:v>
                </c:pt>
                <c:pt idx="5045">
                  <c:v>-16.699514458838991</c:v>
                </c:pt>
                <c:pt idx="5046">
                  <c:v>-16.701177914822011</c:v>
                </c:pt>
                <c:pt idx="5047">
                  <c:v>-16.702840210400979</c:v>
                </c:pt>
                <c:pt idx="5048">
                  <c:v>-16.704501346076995</c:v>
                </c:pt>
                <c:pt idx="5049">
                  <c:v>-16.706161322352017</c:v>
                </c:pt>
                <c:pt idx="5050">
                  <c:v>-16.707820139728</c:v>
                </c:pt>
                <c:pt idx="5051">
                  <c:v>-16.709477798703006</c:v>
                </c:pt>
                <c:pt idx="5052">
                  <c:v>-16.711134299781008</c:v>
                </c:pt>
                <c:pt idx="5053">
                  <c:v>-16.712789643459985</c:v>
                </c:pt>
                <c:pt idx="5054">
                  <c:v>-16.714443830241009</c:v>
                </c:pt>
                <c:pt idx="5055">
                  <c:v>-16.716096860622997</c:v>
                </c:pt>
                <c:pt idx="5056">
                  <c:v>-16.717748735105999</c:v>
                </c:pt>
                <c:pt idx="5057">
                  <c:v>-16.719399454187993</c:v>
                </c:pt>
                <c:pt idx="5058">
                  <c:v>-16.721049018369001</c:v>
                </c:pt>
                <c:pt idx="5059">
                  <c:v>-16.722697428147001</c:v>
                </c:pt>
                <c:pt idx="5060">
                  <c:v>-16.724344684019997</c:v>
                </c:pt>
                <c:pt idx="5061">
                  <c:v>-16.725990786484999</c:v>
                </c:pt>
                <c:pt idx="5062">
                  <c:v>-16.727635736041009</c:v>
                </c:pt>
                <c:pt idx="5063">
                  <c:v>-16.729279533186002</c:v>
                </c:pt>
                <c:pt idx="5064">
                  <c:v>-16.730922178415</c:v>
                </c:pt>
                <c:pt idx="5065">
                  <c:v>-16.732563672226007</c:v>
                </c:pt>
                <c:pt idx="5066">
                  <c:v>-16.734204015114017</c:v>
                </c:pt>
                <c:pt idx="5067">
                  <c:v>-16.735843207576977</c:v>
                </c:pt>
                <c:pt idx="5068">
                  <c:v>-16.737481250109994</c:v>
                </c:pt>
                <c:pt idx="5069">
                  <c:v>-16.739118143208998</c:v>
                </c:pt>
                <c:pt idx="5070">
                  <c:v>-16.740753887366992</c:v>
                </c:pt>
                <c:pt idx="5071">
                  <c:v>-16.74238848308201</c:v>
                </c:pt>
                <c:pt idx="5072">
                  <c:v>-16.744021930846998</c:v>
                </c:pt>
                <c:pt idx="5073">
                  <c:v>-16.745654231157999</c:v>
                </c:pt>
                <c:pt idx="5074">
                  <c:v>-16.747285384506</c:v>
                </c:pt>
                <c:pt idx="5075">
                  <c:v>-16.74891539138801</c:v>
                </c:pt>
                <c:pt idx="5076">
                  <c:v>-16.750544252294986</c:v>
                </c:pt>
                <c:pt idx="5077">
                  <c:v>-16.752171967722006</c:v>
                </c:pt>
                <c:pt idx="5078">
                  <c:v>-16.753798538160993</c:v>
                </c:pt>
                <c:pt idx="5079">
                  <c:v>-16.755423964105006</c:v>
                </c:pt>
                <c:pt idx="5080">
                  <c:v>-16.757048246045997</c:v>
                </c:pt>
                <c:pt idx="5081">
                  <c:v>-16.758671384477026</c:v>
                </c:pt>
                <c:pt idx="5082">
                  <c:v>-16.760293379887997</c:v>
                </c:pt>
                <c:pt idx="5083">
                  <c:v>-16.761914232772995</c:v>
                </c:pt>
                <c:pt idx="5084">
                  <c:v>-16.76353394361999</c:v>
                </c:pt>
                <c:pt idx="5085">
                  <c:v>-16.765152512923009</c:v>
                </c:pt>
                <c:pt idx="5086">
                  <c:v>-16.76676994117102</c:v>
                </c:pt>
                <c:pt idx="5087">
                  <c:v>-16.768386228854979</c:v>
                </c:pt>
                <c:pt idx="5088">
                  <c:v>-16.770001376463</c:v>
                </c:pt>
                <c:pt idx="5089">
                  <c:v>-16.771615384488001</c:v>
                </c:pt>
                <c:pt idx="5090">
                  <c:v>-16.773228253416988</c:v>
                </c:pt>
                <c:pt idx="5091">
                  <c:v>-16.774839983740009</c:v>
                </c:pt>
                <c:pt idx="5092">
                  <c:v>-16.776450575946001</c:v>
                </c:pt>
                <c:pt idx="5093">
                  <c:v>-16.778060030523989</c:v>
                </c:pt>
                <c:pt idx="5094">
                  <c:v>-16.779668347960012</c:v>
                </c:pt>
                <c:pt idx="5095">
                  <c:v>-16.781275528746022</c:v>
                </c:pt>
                <c:pt idx="5096">
                  <c:v>-16.782881573365984</c:v>
                </c:pt>
                <c:pt idx="5097">
                  <c:v>-16.784486482310001</c:v>
                </c:pt>
                <c:pt idx="5098">
                  <c:v>-16.786090256064</c:v>
                </c:pt>
                <c:pt idx="5099">
                  <c:v>-16.787692895113992</c:v>
                </c:pt>
                <c:pt idx="5100">
                  <c:v>-16.789294399949</c:v>
                </c:pt>
                <c:pt idx="5101">
                  <c:v>-16.791124008927994</c:v>
                </c:pt>
                <c:pt idx="5102">
                  <c:v>-16.792952484663004</c:v>
                </c:pt>
                <c:pt idx="5103">
                  <c:v>-16.794779827640014</c:v>
                </c:pt>
                <c:pt idx="5104">
                  <c:v>-16.796606038343981</c:v>
                </c:pt>
                <c:pt idx="5105">
                  <c:v>-16.798431117260009</c:v>
                </c:pt>
                <c:pt idx="5106">
                  <c:v>-16.800255064873994</c:v>
                </c:pt>
                <c:pt idx="5107">
                  <c:v>-16.802077881669987</c:v>
                </c:pt>
                <c:pt idx="5108">
                  <c:v>-16.80389956813201</c:v>
                </c:pt>
                <c:pt idx="5109">
                  <c:v>-16.805720124743004</c:v>
                </c:pt>
                <c:pt idx="5110">
                  <c:v>-16.807539551990004</c:v>
                </c:pt>
                <c:pt idx="5111">
                  <c:v>-16.80935785035399</c:v>
                </c:pt>
                <c:pt idx="5112">
                  <c:v>-16.811175020318984</c:v>
                </c:pt>
                <c:pt idx="5113">
                  <c:v>-16.812991062367018</c:v>
                </c:pt>
                <c:pt idx="5114">
                  <c:v>-16.814805976982001</c:v>
                </c:pt>
                <c:pt idx="5115">
                  <c:v>-16.816619764645026</c:v>
                </c:pt>
                <c:pt idx="5116">
                  <c:v>-16.818432425839006</c:v>
                </c:pt>
                <c:pt idx="5117">
                  <c:v>-16.82024396104498</c:v>
                </c:pt>
                <c:pt idx="5118">
                  <c:v>-16.822054370746002</c:v>
                </c:pt>
                <c:pt idx="5119">
                  <c:v>-16.823863655422002</c:v>
                </c:pt>
                <c:pt idx="5120">
                  <c:v>-16.825671815553989</c:v>
                </c:pt>
                <c:pt idx="5121">
                  <c:v>-16.827478851622999</c:v>
                </c:pt>
                <c:pt idx="5122">
                  <c:v>-16.829284764108991</c:v>
                </c:pt>
                <c:pt idx="5123">
                  <c:v>-16.831089553492973</c:v>
                </c:pt>
                <c:pt idx="5124">
                  <c:v>-16.832893220253993</c:v>
                </c:pt>
                <c:pt idx="5125">
                  <c:v>-16.834695764871981</c:v>
                </c:pt>
                <c:pt idx="5126">
                  <c:v>-16.836497187825017</c:v>
                </c:pt>
                <c:pt idx="5127">
                  <c:v>-16.838297489593003</c:v>
                </c:pt>
                <c:pt idx="5128">
                  <c:v>-16.840096670655981</c:v>
                </c:pt>
                <c:pt idx="5129">
                  <c:v>-16.84189473149101</c:v>
                </c:pt>
                <c:pt idx="5130">
                  <c:v>-16.843691672576</c:v>
                </c:pt>
                <c:pt idx="5131">
                  <c:v>-16.845487494389005</c:v>
                </c:pt>
                <c:pt idx="5132">
                  <c:v>-16.847282197407992</c:v>
                </c:pt>
                <c:pt idx="5133">
                  <c:v>-16.849075782109992</c:v>
                </c:pt>
                <c:pt idx="5134">
                  <c:v>-16.850868248972006</c:v>
                </c:pt>
                <c:pt idx="5135">
                  <c:v>-16.852659598472002</c:v>
                </c:pt>
                <c:pt idx="5136">
                  <c:v>-16.854449831084992</c:v>
                </c:pt>
                <c:pt idx="5137">
                  <c:v>-16.856238947287011</c:v>
                </c:pt>
                <c:pt idx="5138">
                  <c:v>-16.858026947555999</c:v>
                </c:pt>
                <c:pt idx="5139">
                  <c:v>-16.859813832364011</c:v>
                </c:pt>
                <c:pt idx="5140">
                  <c:v>-16.861599602190012</c:v>
                </c:pt>
                <c:pt idx="5141">
                  <c:v>-16.863384257507988</c:v>
                </c:pt>
                <c:pt idx="5142">
                  <c:v>-16.86516779879301</c:v>
                </c:pt>
                <c:pt idx="5143">
                  <c:v>-16.866950226517986</c:v>
                </c:pt>
                <c:pt idx="5144">
                  <c:v>-16.868731541159008</c:v>
                </c:pt>
                <c:pt idx="5145">
                  <c:v>-16.870511743190008</c:v>
                </c:pt>
                <c:pt idx="5146">
                  <c:v>-16.872290833082985</c:v>
                </c:pt>
                <c:pt idx="5147">
                  <c:v>-16.874068811313009</c:v>
                </c:pt>
                <c:pt idx="5148">
                  <c:v>-16.875845678352988</c:v>
                </c:pt>
                <c:pt idx="5149">
                  <c:v>-16.877621434676001</c:v>
                </c:pt>
                <c:pt idx="5150">
                  <c:v>-16.879396080755015</c:v>
                </c:pt>
                <c:pt idx="5151">
                  <c:v>-16.88116961706001</c:v>
                </c:pt>
                <c:pt idx="5152">
                  <c:v>-16.882942044065999</c:v>
                </c:pt>
                <c:pt idx="5153">
                  <c:v>-16.884713362242991</c:v>
                </c:pt>
                <c:pt idx="5154">
                  <c:v>-16.88648357206398</c:v>
                </c:pt>
                <c:pt idx="5155">
                  <c:v>-16.888252673999006</c:v>
                </c:pt>
                <c:pt idx="5156">
                  <c:v>-16.890020668520009</c:v>
                </c:pt>
                <c:pt idx="5157">
                  <c:v>-16.891787556095977</c:v>
                </c:pt>
                <c:pt idx="5158">
                  <c:v>-16.893553337200018</c:v>
                </c:pt>
                <c:pt idx="5159">
                  <c:v>-16.895318012299981</c:v>
                </c:pt>
                <c:pt idx="5160">
                  <c:v>-16.897081581867013</c:v>
                </c:pt>
                <c:pt idx="5161">
                  <c:v>-16.898844046369987</c:v>
                </c:pt>
                <c:pt idx="5162">
                  <c:v>-16.900605406279993</c:v>
                </c:pt>
                <c:pt idx="5163">
                  <c:v>-16.902365662063005</c:v>
                </c:pt>
                <c:pt idx="5164">
                  <c:v>-16.904124814189998</c:v>
                </c:pt>
                <c:pt idx="5165">
                  <c:v>-16.905882863129989</c:v>
                </c:pt>
                <c:pt idx="5166">
                  <c:v>-16.907639809350997</c:v>
                </c:pt>
                <c:pt idx="5167">
                  <c:v>-16.90939565331999</c:v>
                </c:pt>
                <c:pt idx="5168">
                  <c:v>-16.911150395505018</c:v>
                </c:pt>
                <c:pt idx="5169">
                  <c:v>-16.912904036372993</c:v>
                </c:pt>
                <c:pt idx="5170">
                  <c:v>-16.914656576392986</c:v>
                </c:pt>
                <c:pt idx="5171">
                  <c:v>-16.916408016030005</c:v>
                </c:pt>
                <c:pt idx="5172">
                  <c:v>-16.918158355753008</c:v>
                </c:pt>
                <c:pt idx="5173">
                  <c:v>-16.919907596026007</c:v>
                </c:pt>
                <c:pt idx="5174">
                  <c:v>-16.921655737316001</c:v>
                </c:pt>
                <c:pt idx="5175">
                  <c:v>-16.923402780087997</c:v>
                </c:pt>
                <c:pt idx="5176">
                  <c:v>-16.925148724810015</c:v>
                </c:pt>
                <c:pt idx="5177">
                  <c:v>-16.926893571944987</c:v>
                </c:pt>
                <c:pt idx="5178">
                  <c:v>-16.928637321959997</c:v>
                </c:pt>
                <c:pt idx="5179">
                  <c:v>-16.930379975318004</c:v>
                </c:pt>
                <c:pt idx="5180">
                  <c:v>-16.93212153248399</c:v>
                </c:pt>
                <c:pt idx="5181">
                  <c:v>-16.933861993921994</c:v>
                </c:pt>
                <c:pt idx="5182">
                  <c:v>-16.935601360096996</c:v>
                </c:pt>
                <c:pt idx="5183">
                  <c:v>-16.937339631471986</c:v>
                </c:pt>
                <c:pt idx="5184">
                  <c:v>-16.939076808511004</c:v>
                </c:pt>
                <c:pt idx="5185">
                  <c:v>-16.940812891675989</c:v>
                </c:pt>
                <c:pt idx="5186">
                  <c:v>-16.942547881431011</c:v>
                </c:pt>
                <c:pt idx="5187">
                  <c:v>-16.944281778239002</c:v>
                </c:pt>
                <c:pt idx="5188">
                  <c:v>-16.946014582559997</c:v>
                </c:pt>
                <c:pt idx="5189">
                  <c:v>-16.947746294859002</c:v>
                </c:pt>
                <c:pt idx="5190">
                  <c:v>-16.949476915596989</c:v>
                </c:pt>
                <c:pt idx="5191">
                  <c:v>-16.951206445234988</c:v>
                </c:pt>
                <c:pt idx="5192">
                  <c:v>-16.952934884234992</c:v>
                </c:pt>
                <c:pt idx="5193">
                  <c:v>-16.954662233056013</c:v>
                </c:pt>
                <c:pt idx="5194">
                  <c:v>-16.956388492161977</c:v>
                </c:pt>
                <c:pt idx="5195">
                  <c:v>-16.958113662012011</c:v>
                </c:pt>
                <c:pt idx="5196">
                  <c:v>-16.959837743066004</c:v>
                </c:pt>
                <c:pt idx="5197">
                  <c:v>-16.961560735784019</c:v>
                </c:pt>
                <c:pt idx="5198">
                  <c:v>-16.963282640627</c:v>
                </c:pt>
                <c:pt idx="5199">
                  <c:v>-16.965003458051996</c:v>
                </c:pt>
                <c:pt idx="5200">
                  <c:v>-16.966723188520007</c:v>
                </c:pt>
                <c:pt idx="5201">
                  <c:v>-16.968441832489987</c:v>
                </c:pt>
                <c:pt idx="5202">
                  <c:v>-16.970159390421003</c:v>
                </c:pt>
                <c:pt idx="5203">
                  <c:v>-16.971875862769991</c:v>
                </c:pt>
                <c:pt idx="5204">
                  <c:v>-16.973591249995991</c:v>
                </c:pt>
                <c:pt idx="5205">
                  <c:v>-16.975305552556023</c:v>
                </c:pt>
                <c:pt idx="5206">
                  <c:v>-16.977018770909012</c:v>
                </c:pt>
                <c:pt idx="5207">
                  <c:v>-16.978730905511981</c:v>
                </c:pt>
                <c:pt idx="5208">
                  <c:v>-16.980441956822006</c:v>
                </c:pt>
                <c:pt idx="5209">
                  <c:v>-16.982151925295994</c:v>
                </c:pt>
                <c:pt idx="5210">
                  <c:v>-16.983860811390002</c:v>
                </c:pt>
                <c:pt idx="5211">
                  <c:v>-16.985568615560993</c:v>
                </c:pt>
                <c:pt idx="5212">
                  <c:v>-16.987275338263998</c:v>
                </c:pt>
                <c:pt idx="5213">
                  <c:v>-16.988980979956011</c:v>
                </c:pt>
                <c:pt idx="5214">
                  <c:v>-16.990685541092006</c:v>
                </c:pt>
                <c:pt idx="5215">
                  <c:v>-16.992389022128009</c:v>
                </c:pt>
                <c:pt idx="5216">
                  <c:v>-16.994091423518</c:v>
                </c:pt>
                <c:pt idx="5217">
                  <c:v>-16.995792745715988</c:v>
                </c:pt>
                <c:pt idx="5218">
                  <c:v>-16.997492989177999</c:v>
                </c:pt>
                <c:pt idx="5219">
                  <c:v>-16.999192154359008</c:v>
                </c:pt>
                <c:pt idx="5220">
                  <c:v>-17.000890241712</c:v>
                </c:pt>
                <c:pt idx="5221">
                  <c:v>-17.002587251690017</c:v>
                </c:pt>
                <c:pt idx="5222">
                  <c:v>-17.004283184746981</c:v>
                </c:pt>
                <c:pt idx="5223">
                  <c:v>-17.005978041335993</c:v>
                </c:pt>
                <c:pt idx="5224">
                  <c:v>-17.007671821911003</c:v>
                </c:pt>
                <c:pt idx="5225">
                  <c:v>-17.009364526924003</c:v>
                </c:pt>
                <c:pt idx="5226">
                  <c:v>-17.01105615682701</c:v>
                </c:pt>
                <c:pt idx="5227">
                  <c:v>-17.012746712071987</c:v>
                </c:pt>
                <c:pt idx="5228">
                  <c:v>-17.014436193112999</c:v>
                </c:pt>
                <c:pt idx="5229">
                  <c:v>-17.016124600398996</c:v>
                </c:pt>
                <c:pt idx="5230">
                  <c:v>-17.017811934381996</c:v>
                </c:pt>
                <c:pt idx="5231">
                  <c:v>-17.019498195514018</c:v>
                </c:pt>
                <c:pt idx="5232">
                  <c:v>-17.021183384246996</c:v>
                </c:pt>
                <c:pt idx="5233">
                  <c:v>-17.022867501028998</c:v>
                </c:pt>
                <c:pt idx="5234">
                  <c:v>-17.024550546312014</c:v>
                </c:pt>
                <c:pt idx="5235">
                  <c:v>-17.026232520543999</c:v>
                </c:pt>
                <c:pt idx="5236">
                  <c:v>-17.027913424177996</c:v>
                </c:pt>
                <c:pt idx="5237">
                  <c:v>-17.029593257663009</c:v>
                </c:pt>
                <c:pt idx="5238">
                  <c:v>-17.031272021446</c:v>
                </c:pt>
                <c:pt idx="5239">
                  <c:v>-17.032949715979015</c:v>
                </c:pt>
                <c:pt idx="5240">
                  <c:v>-17.034626341708986</c:v>
                </c:pt>
                <c:pt idx="5241">
                  <c:v>-17.036301899083981</c:v>
                </c:pt>
                <c:pt idx="5242">
                  <c:v>-17.037976388554</c:v>
                </c:pt>
                <c:pt idx="5243">
                  <c:v>-17.039649810566999</c:v>
                </c:pt>
                <c:pt idx="5244">
                  <c:v>-17.041322165570023</c:v>
                </c:pt>
                <c:pt idx="5245">
                  <c:v>-17.042993454010002</c:v>
                </c:pt>
                <c:pt idx="5246">
                  <c:v>-17.044663676336</c:v>
                </c:pt>
                <c:pt idx="5247">
                  <c:v>-17.046332832993016</c:v>
                </c:pt>
                <c:pt idx="5248">
                  <c:v>-17.048000924430994</c:v>
                </c:pt>
                <c:pt idx="5249">
                  <c:v>-17.049667951092999</c:v>
                </c:pt>
                <c:pt idx="5250">
                  <c:v>-17.05133391342801</c:v>
                </c:pt>
                <c:pt idx="5251">
                  <c:v>-17.052998811880002</c:v>
                </c:pt>
                <c:pt idx="5252">
                  <c:v>-17.05466264689602</c:v>
                </c:pt>
                <c:pt idx="5253">
                  <c:v>-17.056325418922</c:v>
                </c:pt>
                <c:pt idx="5254">
                  <c:v>-17.057987128400981</c:v>
                </c:pt>
                <c:pt idx="5255">
                  <c:v>-17.059647775780007</c:v>
                </c:pt>
                <c:pt idx="5256">
                  <c:v>-17.061307361503992</c:v>
                </c:pt>
                <c:pt idx="5257">
                  <c:v>-17.062965886015974</c:v>
                </c:pt>
                <c:pt idx="5258">
                  <c:v>-17.064623349762002</c:v>
                </c:pt>
                <c:pt idx="5259">
                  <c:v>-17.066279753184006</c:v>
                </c:pt>
                <c:pt idx="5260">
                  <c:v>-17.067935096728007</c:v>
                </c:pt>
                <c:pt idx="5261">
                  <c:v>-17.069589380835993</c:v>
                </c:pt>
                <c:pt idx="5262">
                  <c:v>-17.071242605951994</c:v>
                </c:pt>
                <c:pt idx="5263">
                  <c:v>-17.072894772519021</c:v>
                </c:pt>
                <c:pt idx="5264">
                  <c:v>-17.074545880979002</c:v>
                </c:pt>
                <c:pt idx="5265">
                  <c:v>-17.076195931774976</c:v>
                </c:pt>
                <c:pt idx="5266">
                  <c:v>-17.077844925350007</c:v>
                </c:pt>
                <c:pt idx="5267">
                  <c:v>-17.079492862145003</c:v>
                </c:pt>
                <c:pt idx="5268">
                  <c:v>-17.081139742602005</c:v>
                </c:pt>
                <c:pt idx="5269">
                  <c:v>-17.082785567163</c:v>
                </c:pt>
                <c:pt idx="5270">
                  <c:v>-17.084430336267985</c:v>
                </c:pt>
                <c:pt idx="5271">
                  <c:v>-17.086074050359997</c:v>
                </c:pt>
                <c:pt idx="5272">
                  <c:v>-17.087716709876986</c:v>
                </c:pt>
                <c:pt idx="5273">
                  <c:v>-17.089358315262984</c:v>
                </c:pt>
                <c:pt idx="5274">
                  <c:v>-17.090998866955999</c:v>
                </c:pt>
                <c:pt idx="5275">
                  <c:v>-17.092638365395999</c:v>
                </c:pt>
                <c:pt idx="5276">
                  <c:v>-17.094276811024002</c:v>
                </c:pt>
                <c:pt idx="5277">
                  <c:v>-17.095914204277989</c:v>
                </c:pt>
                <c:pt idx="5278">
                  <c:v>-17.097550545597983</c:v>
                </c:pt>
                <c:pt idx="5279">
                  <c:v>-17.099185835424009</c:v>
                </c:pt>
                <c:pt idx="5280">
                  <c:v>-17.10082007419399</c:v>
                </c:pt>
                <c:pt idx="5281">
                  <c:v>-17.102453262346017</c:v>
                </c:pt>
                <c:pt idx="5282">
                  <c:v>-17.104085400319008</c:v>
                </c:pt>
                <c:pt idx="5283">
                  <c:v>-17.105716488550001</c:v>
                </c:pt>
                <c:pt idx="5284">
                  <c:v>-17.107346527479024</c:v>
                </c:pt>
                <c:pt idx="5285">
                  <c:v>-17.108975517541012</c:v>
                </c:pt>
                <c:pt idx="5286">
                  <c:v>-17.110603459174996</c:v>
                </c:pt>
                <c:pt idx="5287">
                  <c:v>-17.112230352818017</c:v>
                </c:pt>
                <c:pt idx="5288">
                  <c:v>-17.113856198905978</c:v>
                </c:pt>
                <c:pt idx="5289">
                  <c:v>-17.115480997876006</c:v>
                </c:pt>
                <c:pt idx="5290">
                  <c:v>-17.117104750163008</c:v>
                </c:pt>
                <c:pt idx="5291">
                  <c:v>-17.118727456204994</c:v>
                </c:pt>
                <c:pt idx="5292">
                  <c:v>-17.120349116437012</c:v>
                </c:pt>
                <c:pt idx="5293">
                  <c:v>-17.121969731295991</c:v>
                </c:pt>
                <c:pt idx="5294">
                  <c:v>-17.12358930121502</c:v>
                </c:pt>
                <c:pt idx="5295">
                  <c:v>-17.125207826629008</c:v>
                </c:pt>
                <c:pt idx="5296">
                  <c:v>-17.126825307975992</c:v>
                </c:pt>
                <c:pt idx="5297">
                  <c:v>-17.128441745688008</c:v>
                </c:pt>
                <c:pt idx="5298">
                  <c:v>-17.130057140199995</c:v>
                </c:pt>
                <c:pt idx="5299">
                  <c:v>-17.13167149194598</c:v>
                </c:pt>
                <c:pt idx="5300">
                  <c:v>-17.133284801359991</c:v>
                </c:pt>
                <c:pt idx="5301">
                  <c:v>-17.134897068874011</c:v>
                </c:pt>
                <c:pt idx="5302">
                  <c:v>-17.136508294924994</c:v>
                </c:pt>
                <c:pt idx="5303">
                  <c:v>-17.138118479942989</c:v>
                </c:pt>
                <c:pt idx="5304">
                  <c:v>-17.13972762436299</c:v>
                </c:pt>
                <c:pt idx="5305">
                  <c:v>-17.141335728617008</c:v>
                </c:pt>
                <c:pt idx="5306">
                  <c:v>-17.142942793136001</c:v>
                </c:pt>
                <c:pt idx="5307">
                  <c:v>-17.144548818353002</c:v>
                </c:pt>
                <c:pt idx="5308">
                  <c:v>-17.146153804701015</c:v>
                </c:pt>
                <c:pt idx="5309">
                  <c:v>-17.147757752611</c:v>
                </c:pt>
                <c:pt idx="5310">
                  <c:v>-17.149360662513999</c:v>
                </c:pt>
                <c:pt idx="5311">
                  <c:v>-17.150962534841995</c:v>
                </c:pt>
                <c:pt idx="5312">
                  <c:v>-17.152563370024978</c:v>
                </c:pt>
                <c:pt idx="5313">
                  <c:v>-17.154163168494023</c:v>
                </c:pt>
                <c:pt idx="5314">
                  <c:v>-17.155761930680001</c:v>
                </c:pt>
                <c:pt idx="5315">
                  <c:v>-17.157359657012989</c:v>
                </c:pt>
                <c:pt idx="5316">
                  <c:v>-17.158956347923009</c:v>
                </c:pt>
                <c:pt idx="5317">
                  <c:v>-17.160552003839996</c:v>
                </c:pt>
                <c:pt idx="5318">
                  <c:v>-17.162146625193003</c:v>
                </c:pt>
                <c:pt idx="5319">
                  <c:v>-17.163740212411</c:v>
                </c:pt>
                <c:pt idx="5320">
                  <c:v>-17.165332765923978</c:v>
                </c:pt>
                <c:pt idx="5321">
                  <c:v>-17.166924286159997</c:v>
                </c:pt>
                <c:pt idx="5322">
                  <c:v>-17.168514773547997</c:v>
                </c:pt>
                <c:pt idx="5323">
                  <c:v>-17.170104228517005</c:v>
                </c:pt>
                <c:pt idx="5324">
                  <c:v>-17.171692651493998</c:v>
                </c:pt>
                <c:pt idx="5325">
                  <c:v>-17.173280042905986</c:v>
                </c:pt>
                <c:pt idx="5326">
                  <c:v>-17.174866403183017</c:v>
                </c:pt>
                <c:pt idx="5327">
                  <c:v>-17.176451732750991</c:v>
                </c:pt>
                <c:pt idx="5328">
                  <c:v>-17.178036032036999</c:v>
                </c:pt>
                <c:pt idx="5329">
                  <c:v>-17.179619301467994</c:v>
                </c:pt>
                <c:pt idx="5330">
                  <c:v>-17.181201541470983</c:v>
                </c:pt>
                <c:pt idx="5331">
                  <c:v>-17.182782752470985</c:v>
                </c:pt>
                <c:pt idx="5332">
                  <c:v>-17.184362934896001</c:v>
                </c:pt>
                <c:pt idx="5333">
                  <c:v>-17.185942089171988</c:v>
                </c:pt>
                <c:pt idx="5334">
                  <c:v>-17.187520215724021</c:v>
                </c:pt>
                <c:pt idx="5335">
                  <c:v>-17.189097314977005</c:v>
                </c:pt>
                <c:pt idx="5336">
                  <c:v>-17.190673387357009</c:v>
                </c:pt>
                <c:pt idx="5337">
                  <c:v>-17.192248433288</c:v>
                </c:pt>
                <c:pt idx="5338">
                  <c:v>-17.193822453194997</c:v>
                </c:pt>
                <c:pt idx="5339">
                  <c:v>-17.195395447503017</c:v>
                </c:pt>
                <c:pt idx="5340">
                  <c:v>-17.196967416636994</c:v>
                </c:pt>
                <c:pt idx="5341">
                  <c:v>-17.198538361019985</c:v>
                </c:pt>
                <c:pt idx="5342">
                  <c:v>-17.200108281076012</c:v>
                </c:pt>
                <c:pt idx="5343">
                  <c:v>-17.201677177227992</c:v>
                </c:pt>
                <c:pt idx="5344">
                  <c:v>-17.203245049899976</c:v>
                </c:pt>
                <c:pt idx="5345">
                  <c:v>-17.204811899516017</c:v>
                </c:pt>
                <c:pt idx="5346">
                  <c:v>-17.206377726496981</c:v>
                </c:pt>
                <c:pt idx="5347">
                  <c:v>-17.207942531267008</c:v>
                </c:pt>
                <c:pt idx="5348">
                  <c:v>-17.209506314247989</c:v>
                </c:pt>
                <c:pt idx="5349">
                  <c:v>-17.211069075859996</c:v>
                </c:pt>
                <c:pt idx="5350">
                  <c:v>-17.212630816529014</c:v>
                </c:pt>
                <c:pt idx="5351">
                  <c:v>-17.214191536674008</c:v>
                </c:pt>
                <c:pt idx="5352">
                  <c:v>-17.215751236718006</c:v>
                </c:pt>
                <c:pt idx="5353">
                  <c:v>-17.217309917080001</c:v>
                </c:pt>
                <c:pt idx="5354">
                  <c:v>-17.218867578182994</c:v>
                </c:pt>
                <c:pt idx="5355">
                  <c:v>-17.220424220447001</c:v>
                </c:pt>
                <c:pt idx="5356">
                  <c:v>-17.221979844291013</c:v>
                </c:pt>
                <c:pt idx="5357">
                  <c:v>-17.223534450138999</c:v>
                </c:pt>
                <c:pt idx="5358">
                  <c:v>-17.225088038408018</c:v>
                </c:pt>
                <c:pt idx="5359">
                  <c:v>-17.226640609518995</c:v>
                </c:pt>
                <c:pt idx="5360">
                  <c:v>-17.228192163891009</c:v>
                </c:pt>
                <c:pt idx="5361">
                  <c:v>-17.229742701942996</c:v>
                </c:pt>
                <c:pt idx="5362">
                  <c:v>-17.231292224095</c:v>
                </c:pt>
                <c:pt idx="5363">
                  <c:v>-17.232840730766014</c:v>
                </c:pt>
                <c:pt idx="5364">
                  <c:v>-17.234388222374008</c:v>
                </c:pt>
                <c:pt idx="5365">
                  <c:v>-17.235934699338003</c:v>
                </c:pt>
                <c:pt idx="5366">
                  <c:v>-17.237480162075997</c:v>
                </c:pt>
                <c:pt idx="5367">
                  <c:v>-17.239024611004993</c:v>
                </c:pt>
                <c:pt idx="5368">
                  <c:v>-17.240568046544013</c:v>
                </c:pt>
                <c:pt idx="5369">
                  <c:v>-17.242110469110997</c:v>
                </c:pt>
                <c:pt idx="5370">
                  <c:v>-17.243651879121984</c:v>
                </c:pt>
                <c:pt idx="5371">
                  <c:v>-17.245192276994004</c:v>
                </c:pt>
                <c:pt idx="5372">
                  <c:v>-17.246731663144004</c:v>
                </c:pt>
                <c:pt idx="5373">
                  <c:v>-17.248270037987993</c:v>
                </c:pt>
                <c:pt idx="5374">
                  <c:v>-17.249807401943997</c:v>
                </c:pt>
                <c:pt idx="5375">
                  <c:v>-17.251343755427001</c:v>
                </c:pt>
                <c:pt idx="5376">
                  <c:v>-17.252879098853015</c:v>
                </c:pt>
                <c:pt idx="5377">
                  <c:v>-17.254413432637989</c:v>
                </c:pt>
                <c:pt idx="5378">
                  <c:v>-17.255946757197989</c:v>
                </c:pt>
                <c:pt idx="5379">
                  <c:v>-17.257479072945017</c:v>
                </c:pt>
                <c:pt idx="5380">
                  <c:v>-17.259010380298008</c:v>
                </c:pt>
                <c:pt idx="5381">
                  <c:v>-17.260540679670015</c:v>
                </c:pt>
                <c:pt idx="5382">
                  <c:v>-17.262069971475</c:v>
                </c:pt>
                <c:pt idx="5383">
                  <c:v>-17.263598256127977</c:v>
                </c:pt>
                <c:pt idx="5384">
                  <c:v>-17.265125534042994</c:v>
                </c:pt>
                <c:pt idx="5385">
                  <c:v>-17.266651805632989</c:v>
                </c:pt>
                <c:pt idx="5386">
                  <c:v>-17.268177071312977</c:v>
                </c:pt>
                <c:pt idx="5387">
                  <c:v>-17.269701331495014</c:v>
                </c:pt>
                <c:pt idx="5388">
                  <c:v>-17.271224586593007</c:v>
                </c:pt>
                <c:pt idx="5389">
                  <c:v>-17.272746837020009</c:v>
                </c:pt>
                <c:pt idx="5390">
                  <c:v>-17.274268083188986</c:v>
                </c:pt>
                <c:pt idx="5391">
                  <c:v>-17.275788325509978</c:v>
                </c:pt>
                <c:pt idx="5392">
                  <c:v>-17.277307564398001</c:v>
                </c:pt>
                <c:pt idx="5393">
                  <c:v>-17.278825800264002</c:v>
                </c:pt>
                <c:pt idx="5394">
                  <c:v>-17.280343033520012</c:v>
                </c:pt>
                <c:pt idx="5395">
                  <c:v>-17.281859264577008</c:v>
                </c:pt>
                <c:pt idx="5396">
                  <c:v>-17.283374493846992</c:v>
                </c:pt>
                <c:pt idx="5397">
                  <c:v>-17.284888721739009</c:v>
                </c:pt>
                <c:pt idx="5398">
                  <c:v>-17.286401948666992</c:v>
                </c:pt>
                <c:pt idx="5399">
                  <c:v>-17.287914175040981</c:v>
                </c:pt>
                <c:pt idx="5400">
                  <c:v>-17.289425401269995</c:v>
                </c:pt>
                <c:pt idx="5401">
                  <c:v>-17.291127583329995</c:v>
                </c:pt>
                <c:pt idx="5402">
                  <c:v>-17.292828766067004</c:v>
                </c:pt>
                <c:pt idx="5403">
                  <c:v>-17.294528949890008</c:v>
                </c:pt>
                <c:pt idx="5404">
                  <c:v>-17.296228135207002</c:v>
                </c:pt>
                <c:pt idx="5405">
                  <c:v>-17.297926322428992</c:v>
                </c:pt>
                <c:pt idx="5406">
                  <c:v>-17.299623511962977</c:v>
                </c:pt>
                <c:pt idx="5407">
                  <c:v>-17.301319704221015</c:v>
                </c:pt>
                <c:pt idx="5408">
                  <c:v>-17.303014899608996</c:v>
                </c:pt>
                <c:pt idx="5409">
                  <c:v>-17.304709098535994</c:v>
                </c:pt>
                <c:pt idx="5410">
                  <c:v>-17.306402301410998</c:v>
                </c:pt>
                <c:pt idx="5411">
                  <c:v>-17.308094508641005</c:v>
                </c:pt>
                <c:pt idx="5412">
                  <c:v>-17.309785720633982</c:v>
                </c:pt>
                <c:pt idx="5413">
                  <c:v>-17.311475937796985</c:v>
                </c:pt>
                <c:pt idx="5414">
                  <c:v>-17.313165160537977</c:v>
                </c:pt>
                <c:pt idx="5415">
                  <c:v>-17.314853389265011</c:v>
                </c:pt>
                <c:pt idx="5416">
                  <c:v>-17.316540624382014</c:v>
                </c:pt>
                <c:pt idx="5417">
                  <c:v>-17.318226866298005</c:v>
                </c:pt>
                <c:pt idx="5418">
                  <c:v>-17.319912115417992</c:v>
                </c:pt>
                <c:pt idx="5419">
                  <c:v>-17.321596372149003</c:v>
                </c:pt>
                <c:pt idx="5420">
                  <c:v>-17.323279636896984</c:v>
                </c:pt>
                <c:pt idx="5421">
                  <c:v>-17.324961910067003</c:v>
                </c:pt>
                <c:pt idx="5422">
                  <c:v>-17.326643192064978</c:v>
                </c:pt>
                <c:pt idx="5423">
                  <c:v>-17.328323483295975</c:v>
                </c:pt>
                <c:pt idx="5424">
                  <c:v>-17.330002784165998</c:v>
                </c:pt>
                <c:pt idx="5425">
                  <c:v>-17.331681095078011</c:v>
                </c:pt>
                <c:pt idx="5426">
                  <c:v>-17.333358416438017</c:v>
                </c:pt>
                <c:pt idx="5427">
                  <c:v>-17.335034748650003</c:v>
                </c:pt>
                <c:pt idx="5428">
                  <c:v>-17.336710092117983</c:v>
                </c:pt>
                <c:pt idx="5429">
                  <c:v>-17.338384447246</c:v>
                </c:pt>
                <c:pt idx="5430">
                  <c:v>-17.340057814437984</c:v>
                </c:pt>
                <c:pt idx="5431">
                  <c:v>-17.341730194096982</c:v>
                </c:pt>
                <c:pt idx="5432">
                  <c:v>-17.34340158662701</c:v>
                </c:pt>
                <c:pt idx="5433">
                  <c:v>-17.345071992430007</c:v>
                </c:pt>
                <c:pt idx="5434">
                  <c:v>-17.346741411908994</c:v>
                </c:pt>
                <c:pt idx="5435">
                  <c:v>-17.348409845466989</c:v>
                </c:pt>
                <c:pt idx="5436">
                  <c:v>-17.350077293508008</c:v>
                </c:pt>
                <c:pt idx="5437">
                  <c:v>-17.351743756431006</c:v>
                </c:pt>
                <c:pt idx="5438">
                  <c:v>-17.353409234639997</c:v>
                </c:pt>
                <c:pt idx="5439">
                  <c:v>-17.355073728535984</c:v>
                </c:pt>
                <c:pt idx="5440">
                  <c:v>-17.356737238521021</c:v>
                </c:pt>
                <c:pt idx="5441">
                  <c:v>-17.358399764997017</c:v>
                </c:pt>
                <c:pt idx="5442">
                  <c:v>-17.360061308363015</c:v>
                </c:pt>
                <c:pt idx="5443">
                  <c:v>-17.361721869021011</c:v>
                </c:pt>
                <c:pt idx="5444">
                  <c:v>-17.363381447372007</c:v>
                </c:pt>
                <c:pt idx="5445">
                  <c:v>-17.365040043815981</c:v>
                </c:pt>
                <c:pt idx="5446">
                  <c:v>-17.366697658752997</c:v>
                </c:pt>
                <c:pt idx="5447">
                  <c:v>-17.368354292582978</c:v>
                </c:pt>
                <c:pt idx="5448">
                  <c:v>-17.370009945706016</c:v>
                </c:pt>
                <c:pt idx="5449">
                  <c:v>-17.371664618522999</c:v>
                </c:pt>
                <c:pt idx="5450">
                  <c:v>-17.373318311431007</c:v>
                </c:pt>
                <c:pt idx="5451">
                  <c:v>-17.374971024828994</c:v>
                </c:pt>
                <c:pt idx="5452">
                  <c:v>-17.376622759117993</c:v>
                </c:pt>
                <c:pt idx="5453">
                  <c:v>-17.378273514695991</c:v>
                </c:pt>
                <c:pt idx="5454">
                  <c:v>-17.379923291959983</c:v>
                </c:pt>
                <c:pt idx="5455">
                  <c:v>-17.381572091308982</c:v>
                </c:pt>
                <c:pt idx="5456">
                  <c:v>-17.383219913140977</c:v>
                </c:pt>
                <c:pt idx="5457">
                  <c:v>-17.384866757855008</c:v>
                </c:pt>
                <c:pt idx="5458">
                  <c:v>-17.386512625848013</c:v>
                </c:pt>
                <c:pt idx="5459">
                  <c:v>-17.388157517517016</c:v>
                </c:pt>
                <c:pt idx="5460">
                  <c:v>-17.389801433257986</c:v>
                </c:pt>
                <c:pt idx="5461">
                  <c:v>-17.391444373469994</c:v>
                </c:pt>
                <c:pt idx="5462">
                  <c:v>-17.393086338549978</c:v>
                </c:pt>
                <c:pt idx="5463">
                  <c:v>-17.394727328891975</c:v>
                </c:pt>
                <c:pt idx="5464">
                  <c:v>-17.396367344893974</c:v>
                </c:pt>
                <c:pt idx="5465">
                  <c:v>-17.39800638695101</c:v>
                </c:pt>
                <c:pt idx="5466">
                  <c:v>-17.39964445546201</c:v>
                </c:pt>
                <c:pt idx="5467">
                  <c:v>-17.401281550817998</c:v>
                </c:pt>
                <c:pt idx="5468">
                  <c:v>-17.402917673417988</c:v>
                </c:pt>
                <c:pt idx="5469">
                  <c:v>-17.404552823654996</c:v>
                </c:pt>
                <c:pt idx="5470">
                  <c:v>-17.406187001925986</c:v>
                </c:pt>
                <c:pt idx="5471">
                  <c:v>-17.407820208624997</c:v>
                </c:pt>
                <c:pt idx="5472">
                  <c:v>-17.409452444144989</c:v>
                </c:pt>
                <c:pt idx="5473">
                  <c:v>-17.411083708883012</c:v>
                </c:pt>
                <c:pt idx="5474">
                  <c:v>-17.412714003231997</c:v>
                </c:pt>
                <c:pt idx="5475">
                  <c:v>-17.414343327585016</c:v>
                </c:pt>
                <c:pt idx="5476">
                  <c:v>-17.415971682336988</c:v>
                </c:pt>
                <c:pt idx="5477">
                  <c:v>-17.417599067880985</c:v>
                </c:pt>
                <c:pt idx="5478">
                  <c:v>-17.419225484609996</c:v>
                </c:pt>
                <c:pt idx="5479">
                  <c:v>-17.420850932918995</c:v>
                </c:pt>
                <c:pt idx="5480">
                  <c:v>-17.422475413197986</c:v>
                </c:pt>
                <c:pt idx="5481">
                  <c:v>-17.424098925842003</c:v>
                </c:pt>
                <c:pt idx="5482">
                  <c:v>-17.425721471241019</c:v>
                </c:pt>
                <c:pt idx="5483">
                  <c:v>-17.427343049791006</c:v>
                </c:pt>
                <c:pt idx="5484">
                  <c:v>-17.428963661880005</c:v>
                </c:pt>
                <c:pt idx="5485">
                  <c:v>-17.430583307901998</c:v>
                </c:pt>
                <c:pt idx="5486">
                  <c:v>-17.432201988248011</c:v>
                </c:pt>
                <c:pt idx="5487">
                  <c:v>-17.433819703309979</c:v>
                </c:pt>
                <c:pt idx="5488">
                  <c:v>-17.435436453478985</c:v>
                </c:pt>
                <c:pt idx="5489">
                  <c:v>-17.437052239145004</c:v>
                </c:pt>
                <c:pt idx="5490">
                  <c:v>-17.438667060699004</c:v>
                </c:pt>
                <c:pt idx="5491">
                  <c:v>-17.440280918534</c:v>
                </c:pt>
                <c:pt idx="5492">
                  <c:v>-17.441893813037012</c:v>
                </c:pt>
                <c:pt idx="5493">
                  <c:v>-17.443505744599008</c:v>
                </c:pt>
                <c:pt idx="5494">
                  <c:v>-17.445116713610986</c:v>
                </c:pt>
                <c:pt idx="5495">
                  <c:v>-17.446726720461982</c:v>
                </c:pt>
                <c:pt idx="5496">
                  <c:v>-17.448335765541998</c:v>
                </c:pt>
                <c:pt idx="5497">
                  <c:v>-17.449943849240015</c:v>
                </c:pt>
                <c:pt idx="5498">
                  <c:v>-17.451550971944016</c:v>
                </c:pt>
                <c:pt idx="5499">
                  <c:v>-17.453157134044005</c:v>
                </c:pt>
                <c:pt idx="5500">
                  <c:v>-17.454762335930013</c:v>
                </c:pt>
                <c:pt idx="5501">
                  <c:v>-17.456366577987012</c:v>
                </c:pt>
                <c:pt idx="5502">
                  <c:v>-17.457969860605999</c:v>
                </c:pt>
                <c:pt idx="5503">
                  <c:v>-17.459572184173993</c:v>
                </c:pt>
                <c:pt idx="5504">
                  <c:v>-17.461173549080002</c:v>
                </c:pt>
                <c:pt idx="5505">
                  <c:v>-17.462773955709991</c:v>
                </c:pt>
                <c:pt idx="5506">
                  <c:v>-17.46437340445101</c:v>
                </c:pt>
                <c:pt idx="5507">
                  <c:v>-17.465971895692007</c:v>
                </c:pt>
                <c:pt idx="5508">
                  <c:v>-17.467569429820003</c:v>
                </c:pt>
                <c:pt idx="5509">
                  <c:v>-17.469166007219997</c:v>
                </c:pt>
                <c:pt idx="5510">
                  <c:v>-17.470761628279007</c:v>
                </c:pt>
                <c:pt idx="5511">
                  <c:v>-17.472356293384991</c:v>
                </c:pt>
                <c:pt idx="5512">
                  <c:v>-17.473950002921981</c:v>
                </c:pt>
                <c:pt idx="5513">
                  <c:v>-17.475542757278987</c:v>
                </c:pt>
                <c:pt idx="5514">
                  <c:v>-17.477134556838024</c:v>
                </c:pt>
                <c:pt idx="5515">
                  <c:v>-17.478725401985997</c:v>
                </c:pt>
                <c:pt idx="5516">
                  <c:v>-17.480315293109015</c:v>
                </c:pt>
                <c:pt idx="5517">
                  <c:v>-17.481904230592988</c:v>
                </c:pt>
                <c:pt idx="5518">
                  <c:v>-17.483492214819989</c:v>
                </c:pt>
                <c:pt idx="5519">
                  <c:v>-17.485079246177008</c:v>
                </c:pt>
                <c:pt idx="5520">
                  <c:v>-17.486665325046999</c:v>
                </c:pt>
                <c:pt idx="5521">
                  <c:v>-17.488250451816981</c:v>
                </c:pt>
                <c:pt idx="5522">
                  <c:v>-17.489834626867008</c:v>
                </c:pt>
                <c:pt idx="5523">
                  <c:v>-17.491417850584014</c:v>
                </c:pt>
                <c:pt idx="5524">
                  <c:v>-17.49300012335101</c:v>
                </c:pt>
                <c:pt idx="5525">
                  <c:v>-17.494581445551006</c:v>
                </c:pt>
                <c:pt idx="5526">
                  <c:v>-17.496161817566986</c:v>
                </c:pt>
                <c:pt idx="5527">
                  <c:v>-17.497741239783011</c:v>
                </c:pt>
                <c:pt idx="5528">
                  <c:v>-17.499319712580984</c:v>
                </c:pt>
                <c:pt idx="5529">
                  <c:v>-17.500897236344997</c:v>
                </c:pt>
                <c:pt idx="5530">
                  <c:v>-17.502473811455019</c:v>
                </c:pt>
                <c:pt idx="5531">
                  <c:v>-17.504049438294999</c:v>
                </c:pt>
                <c:pt idx="5532">
                  <c:v>-17.50562411724701</c:v>
                </c:pt>
                <c:pt idx="5533">
                  <c:v>-17.507197848692016</c:v>
                </c:pt>
                <c:pt idx="5534">
                  <c:v>-17.508770633013</c:v>
                </c:pt>
                <c:pt idx="5535">
                  <c:v>-17.51034247058999</c:v>
                </c:pt>
                <c:pt idx="5536">
                  <c:v>-17.511913361805</c:v>
                </c:pt>
                <c:pt idx="5537">
                  <c:v>-17.513483307038001</c:v>
                </c:pt>
                <c:pt idx="5538">
                  <c:v>-17.515052306672004</c:v>
                </c:pt>
                <c:pt idx="5539">
                  <c:v>-17.516620361086012</c:v>
                </c:pt>
                <c:pt idx="5540">
                  <c:v>-17.518187470659001</c:v>
                </c:pt>
                <c:pt idx="5541">
                  <c:v>-17.519753635774009</c:v>
                </c:pt>
                <c:pt idx="5542">
                  <c:v>-17.521318856810012</c:v>
                </c:pt>
                <c:pt idx="5543">
                  <c:v>-17.522883134145985</c:v>
                </c:pt>
                <c:pt idx="5544">
                  <c:v>-17.524446468161983</c:v>
                </c:pt>
                <c:pt idx="5545">
                  <c:v>-17.526008859236981</c:v>
                </c:pt>
                <c:pt idx="5546">
                  <c:v>-17.527570307751972</c:v>
                </c:pt>
                <c:pt idx="5547">
                  <c:v>-17.529130814083999</c:v>
                </c:pt>
                <c:pt idx="5548">
                  <c:v>-17.530690378612007</c:v>
                </c:pt>
                <c:pt idx="5549">
                  <c:v>-17.532249001715996</c:v>
                </c:pt>
                <c:pt idx="5550">
                  <c:v>-17.533806683773008</c:v>
                </c:pt>
                <c:pt idx="5551">
                  <c:v>-17.535363425161989</c:v>
                </c:pt>
                <c:pt idx="5552">
                  <c:v>-17.536919226258988</c:v>
                </c:pt>
                <c:pt idx="5553">
                  <c:v>-17.538474087444001</c:v>
                </c:pt>
                <c:pt idx="5554">
                  <c:v>-17.540028009093987</c:v>
                </c:pt>
                <c:pt idx="5555">
                  <c:v>-17.541580991587011</c:v>
                </c:pt>
                <c:pt idx="5556">
                  <c:v>-17.543133035298013</c:v>
                </c:pt>
                <c:pt idx="5557">
                  <c:v>-17.544684140605995</c:v>
                </c:pt>
                <c:pt idx="5558">
                  <c:v>-17.546234307887005</c:v>
                </c:pt>
                <c:pt idx="5559">
                  <c:v>-17.547783537518001</c:v>
                </c:pt>
                <c:pt idx="5560">
                  <c:v>-17.549331829875001</c:v>
                </c:pt>
                <c:pt idx="5561">
                  <c:v>-17.550879185333002</c:v>
                </c:pt>
                <c:pt idx="5562">
                  <c:v>-17.552425604269985</c:v>
                </c:pt>
                <c:pt idx="5563">
                  <c:v>-17.553971087062024</c:v>
                </c:pt>
                <c:pt idx="5564">
                  <c:v>-17.555515634082013</c:v>
                </c:pt>
                <c:pt idx="5565">
                  <c:v>-17.557059245706995</c:v>
                </c:pt>
                <c:pt idx="5566">
                  <c:v>-17.558601922310999</c:v>
                </c:pt>
                <c:pt idx="5567">
                  <c:v>-17.560143664272005</c:v>
                </c:pt>
                <c:pt idx="5568">
                  <c:v>-17.561684471961001</c:v>
                </c:pt>
                <c:pt idx="5569">
                  <c:v>-17.563224345755003</c:v>
                </c:pt>
                <c:pt idx="5570">
                  <c:v>-17.564763286026988</c:v>
                </c:pt>
                <c:pt idx="5571">
                  <c:v>-17.56630129315198</c:v>
                </c:pt>
                <c:pt idx="5572">
                  <c:v>-17.567838367505004</c:v>
                </c:pt>
                <c:pt idx="5573">
                  <c:v>-17.56937450945702</c:v>
                </c:pt>
                <c:pt idx="5574">
                  <c:v>-17.570909719382996</c:v>
                </c:pt>
                <c:pt idx="5575">
                  <c:v>-17.572443997655995</c:v>
                </c:pt>
                <c:pt idx="5576">
                  <c:v>-17.573977344652008</c:v>
                </c:pt>
                <c:pt idx="5577">
                  <c:v>-17.575509760738981</c:v>
                </c:pt>
                <c:pt idx="5578">
                  <c:v>-17.577041246292993</c:v>
                </c:pt>
                <c:pt idx="5579">
                  <c:v>-17.578571801685996</c:v>
                </c:pt>
                <c:pt idx="5580">
                  <c:v>-17.580101427290998</c:v>
                </c:pt>
                <c:pt idx="5581">
                  <c:v>-17.581630123479016</c:v>
                </c:pt>
                <c:pt idx="5582">
                  <c:v>-17.583157890622005</c:v>
                </c:pt>
                <c:pt idx="5583">
                  <c:v>-17.584684729092999</c:v>
                </c:pt>
                <c:pt idx="5584">
                  <c:v>-17.586210639262987</c:v>
                </c:pt>
                <c:pt idx="5585">
                  <c:v>-17.587735621501992</c:v>
                </c:pt>
                <c:pt idx="5586">
                  <c:v>-17.589259676182991</c:v>
                </c:pt>
                <c:pt idx="5587">
                  <c:v>-17.590782803675978</c:v>
                </c:pt>
                <c:pt idx="5588">
                  <c:v>-17.592305004352994</c:v>
                </c:pt>
                <c:pt idx="5589">
                  <c:v>-17.593826278584004</c:v>
                </c:pt>
                <c:pt idx="5590">
                  <c:v>-17.595346626738007</c:v>
                </c:pt>
                <c:pt idx="5591">
                  <c:v>-17.596866049187014</c:v>
                </c:pt>
                <c:pt idx="5592">
                  <c:v>-17.598384546300991</c:v>
                </c:pt>
                <c:pt idx="5593">
                  <c:v>-17.599902118448995</c:v>
                </c:pt>
                <c:pt idx="5594">
                  <c:v>-17.60141876600099</c:v>
                </c:pt>
                <c:pt idx="5595">
                  <c:v>-17.602934489326003</c:v>
                </c:pt>
                <c:pt idx="5596">
                  <c:v>-17.604449288794001</c:v>
                </c:pt>
                <c:pt idx="5597">
                  <c:v>-17.60596316477401</c:v>
                </c:pt>
                <c:pt idx="5598">
                  <c:v>-17.607476117633013</c:v>
                </c:pt>
                <c:pt idx="5599">
                  <c:v>-17.608988147741996</c:v>
                </c:pt>
                <c:pt idx="5600">
                  <c:v>-17.610499255468994</c:v>
                </c:pt>
                <c:pt idx="5601">
                  <c:v>-17.612009441182011</c:v>
                </c:pt>
                <c:pt idx="5602">
                  <c:v>-17.613518705247998</c:v>
                </c:pt>
                <c:pt idx="5603">
                  <c:v>-17.615027048035984</c:v>
                </c:pt>
                <c:pt idx="5604">
                  <c:v>-17.616534469912978</c:v>
                </c:pt>
                <c:pt idx="5605">
                  <c:v>-17.618040971249002</c:v>
                </c:pt>
                <c:pt idx="5606">
                  <c:v>-17.619546552407002</c:v>
                </c:pt>
                <c:pt idx="5607">
                  <c:v>-17.621051213756999</c:v>
                </c:pt>
                <c:pt idx="5608">
                  <c:v>-17.622554955665009</c:v>
                </c:pt>
                <c:pt idx="5609">
                  <c:v>-17.624057778498013</c:v>
                </c:pt>
                <c:pt idx="5610">
                  <c:v>-17.625559682623987</c:v>
                </c:pt>
                <c:pt idx="5611">
                  <c:v>-17.627060668405989</c:v>
                </c:pt>
                <c:pt idx="5612">
                  <c:v>-17.628560736212989</c:v>
                </c:pt>
                <c:pt idx="5613">
                  <c:v>-17.630059886408986</c:v>
                </c:pt>
                <c:pt idx="5614">
                  <c:v>-17.631558119362012</c:v>
                </c:pt>
                <c:pt idx="5615">
                  <c:v>-17.633055435435011</c:v>
                </c:pt>
                <c:pt idx="5616">
                  <c:v>-17.634551834993999</c:v>
                </c:pt>
                <c:pt idx="5617">
                  <c:v>-17.636047318404991</c:v>
                </c:pt>
                <c:pt idx="5618">
                  <c:v>-17.637541886034001</c:v>
                </c:pt>
                <c:pt idx="5619">
                  <c:v>-17.639035538244002</c:v>
                </c:pt>
                <c:pt idx="5620">
                  <c:v>-17.640528275398992</c:v>
                </c:pt>
                <c:pt idx="5621">
                  <c:v>-17.642020097864986</c:v>
                </c:pt>
                <c:pt idx="5622">
                  <c:v>-17.643511006006008</c:v>
                </c:pt>
                <c:pt idx="5623">
                  <c:v>-17.645001000185999</c:v>
                </c:pt>
                <c:pt idx="5624">
                  <c:v>-17.646490080766995</c:v>
                </c:pt>
                <c:pt idx="5625">
                  <c:v>-17.64797824811501</c:v>
                </c:pt>
                <c:pt idx="5626">
                  <c:v>-17.649465502591994</c:v>
                </c:pt>
                <c:pt idx="5627">
                  <c:v>-17.650951844563991</c:v>
                </c:pt>
                <c:pt idx="5628">
                  <c:v>-17.652437274389996</c:v>
                </c:pt>
                <c:pt idx="5629">
                  <c:v>-17.653921792435</c:v>
                </c:pt>
                <c:pt idx="5630">
                  <c:v>-17.655405399060982</c:v>
                </c:pt>
                <c:pt idx="5631">
                  <c:v>-17.656888094631995</c:v>
                </c:pt>
                <c:pt idx="5632">
                  <c:v>-17.658369879508996</c:v>
                </c:pt>
                <c:pt idx="5633">
                  <c:v>-17.659850754053991</c:v>
                </c:pt>
                <c:pt idx="5634">
                  <c:v>-17.661330718628989</c:v>
                </c:pt>
                <c:pt idx="5635">
                  <c:v>-17.66280977359699</c:v>
                </c:pt>
                <c:pt idx="5636">
                  <c:v>-17.664287919317985</c:v>
                </c:pt>
                <c:pt idx="5637">
                  <c:v>-17.665765156152986</c:v>
                </c:pt>
                <c:pt idx="5638">
                  <c:v>-17.667241484464995</c:v>
                </c:pt>
                <c:pt idx="5639">
                  <c:v>-17.668716904614996</c:v>
                </c:pt>
                <c:pt idx="5640">
                  <c:v>-17.670191416961018</c:v>
                </c:pt>
                <c:pt idx="5641">
                  <c:v>-17.671665021866005</c:v>
                </c:pt>
                <c:pt idx="5642">
                  <c:v>-17.673137719690004</c:v>
                </c:pt>
                <c:pt idx="5643">
                  <c:v>-17.67460951079201</c:v>
                </c:pt>
                <c:pt idx="5644">
                  <c:v>-17.676080395534996</c:v>
                </c:pt>
                <c:pt idx="5645">
                  <c:v>-17.677550374275995</c:v>
                </c:pt>
                <c:pt idx="5646">
                  <c:v>-17.679019447374998</c:v>
                </c:pt>
                <c:pt idx="5647">
                  <c:v>-17.680487615192021</c:v>
                </c:pt>
                <c:pt idx="5648">
                  <c:v>-17.681954878086998</c:v>
                </c:pt>
                <c:pt idx="5649">
                  <c:v>-17.683421236418013</c:v>
                </c:pt>
                <c:pt idx="5650">
                  <c:v>-17.684886690544005</c:v>
                </c:pt>
                <c:pt idx="5651">
                  <c:v>-17.686351240823996</c:v>
                </c:pt>
                <c:pt idx="5652">
                  <c:v>-17.687814887618003</c:v>
                </c:pt>
                <c:pt idx="5653">
                  <c:v>-17.689277631281982</c:v>
                </c:pt>
                <c:pt idx="5654">
                  <c:v>-17.690739472173988</c:v>
                </c:pt>
                <c:pt idx="5655">
                  <c:v>-17.692200410653015</c:v>
                </c:pt>
                <c:pt idx="5656">
                  <c:v>-17.693660447078997</c:v>
                </c:pt>
                <c:pt idx="5657">
                  <c:v>-17.695119581805017</c:v>
                </c:pt>
                <c:pt idx="5658">
                  <c:v>-17.696577815191006</c:v>
                </c:pt>
                <c:pt idx="5659">
                  <c:v>-17.698035147593998</c:v>
                </c:pt>
                <c:pt idx="5660">
                  <c:v>-17.699491579371994</c:v>
                </c:pt>
                <c:pt idx="5661">
                  <c:v>-17.70094711087998</c:v>
                </c:pt>
                <c:pt idx="5662">
                  <c:v>-17.702401742475985</c:v>
                </c:pt>
                <c:pt idx="5663">
                  <c:v>-17.703855474514995</c:v>
                </c:pt>
                <c:pt idx="5664">
                  <c:v>-17.705308307354017</c:v>
                </c:pt>
                <c:pt idx="5665">
                  <c:v>-17.706760241350992</c:v>
                </c:pt>
                <c:pt idx="5666">
                  <c:v>-17.708211276859004</c:v>
                </c:pt>
                <c:pt idx="5667">
                  <c:v>-17.709661414235001</c:v>
                </c:pt>
                <c:pt idx="5668">
                  <c:v>-17.711110653834993</c:v>
                </c:pt>
                <c:pt idx="5669">
                  <c:v>-17.712558996013996</c:v>
                </c:pt>
                <c:pt idx="5670">
                  <c:v>-17.714006441126998</c:v>
                </c:pt>
                <c:pt idx="5671">
                  <c:v>-17.715452989527989</c:v>
                </c:pt>
                <c:pt idx="5672">
                  <c:v>-17.716898641574005</c:v>
                </c:pt>
                <c:pt idx="5673">
                  <c:v>-17.718343397618014</c:v>
                </c:pt>
                <c:pt idx="5674">
                  <c:v>-17.719787258015003</c:v>
                </c:pt>
                <c:pt idx="5675">
                  <c:v>-17.721230223118994</c:v>
                </c:pt>
                <c:pt idx="5676">
                  <c:v>-17.722672293284006</c:v>
                </c:pt>
                <c:pt idx="5677">
                  <c:v>-17.724113468864999</c:v>
                </c:pt>
                <c:pt idx="5678">
                  <c:v>-17.725553750213976</c:v>
                </c:pt>
                <c:pt idx="5679">
                  <c:v>-17.726993137684985</c:v>
                </c:pt>
                <c:pt idx="5680">
                  <c:v>-17.728431631631025</c:v>
                </c:pt>
                <c:pt idx="5681">
                  <c:v>-17.729869232406998</c:v>
                </c:pt>
                <c:pt idx="5682">
                  <c:v>-17.73130594036499</c:v>
                </c:pt>
                <c:pt idx="5683">
                  <c:v>-17.732741755857006</c:v>
                </c:pt>
                <c:pt idx="5684">
                  <c:v>-17.734176679235986</c:v>
                </c:pt>
                <c:pt idx="5685">
                  <c:v>-17.73561071085399</c:v>
                </c:pt>
                <c:pt idx="5686">
                  <c:v>-17.737043851064982</c:v>
                </c:pt>
                <c:pt idx="5687">
                  <c:v>-17.738476100218975</c:v>
                </c:pt>
                <c:pt idx="5688">
                  <c:v>-17.739907458668</c:v>
                </c:pt>
                <c:pt idx="5689">
                  <c:v>-17.741337926764999</c:v>
                </c:pt>
                <c:pt idx="5690">
                  <c:v>-17.742767504862002</c:v>
                </c:pt>
                <c:pt idx="5691">
                  <c:v>-17.744196193307005</c:v>
                </c:pt>
                <c:pt idx="5692">
                  <c:v>-17.745623992454</c:v>
                </c:pt>
                <c:pt idx="5693">
                  <c:v>-17.747050902653996</c:v>
                </c:pt>
                <c:pt idx="5694">
                  <c:v>-17.748476924256977</c:v>
                </c:pt>
                <c:pt idx="5695">
                  <c:v>-17.749902057612985</c:v>
                </c:pt>
                <c:pt idx="5696">
                  <c:v>-17.751326303073</c:v>
                </c:pt>
                <c:pt idx="5697">
                  <c:v>-17.752749660987007</c:v>
                </c:pt>
                <c:pt idx="5698">
                  <c:v>-17.754172131706014</c:v>
                </c:pt>
                <c:pt idx="5699">
                  <c:v>-17.75559371557901</c:v>
                </c:pt>
                <c:pt idx="5700">
                  <c:v>-17.757014412954987</c:v>
                </c:pt>
                <c:pt idx="5701">
                  <c:v>-17.758595356996977</c:v>
                </c:pt>
                <c:pt idx="5702">
                  <c:v>-17.760175415242003</c:v>
                </c:pt>
                <c:pt idx="5703">
                  <c:v>-17.761754588038997</c:v>
                </c:pt>
                <c:pt idx="5704">
                  <c:v>-17.763332875735983</c:v>
                </c:pt>
                <c:pt idx="5705">
                  <c:v>-17.764910278683999</c:v>
                </c:pt>
                <c:pt idx="5706">
                  <c:v>-17.766486797227998</c:v>
                </c:pt>
                <c:pt idx="5707">
                  <c:v>-17.768062431719983</c:v>
                </c:pt>
                <c:pt idx="5708">
                  <c:v>-17.769637182507012</c:v>
                </c:pt>
                <c:pt idx="5709">
                  <c:v>-17.771211049935999</c:v>
                </c:pt>
                <c:pt idx="5710">
                  <c:v>-17.772784034354999</c:v>
                </c:pt>
                <c:pt idx="5711">
                  <c:v>-17.774356136113994</c:v>
                </c:pt>
                <c:pt idx="5712">
                  <c:v>-17.775927355557997</c:v>
                </c:pt>
                <c:pt idx="5713">
                  <c:v>-17.777497693036025</c:v>
                </c:pt>
                <c:pt idx="5714">
                  <c:v>-17.779067148893006</c:v>
                </c:pt>
                <c:pt idx="5715">
                  <c:v>-17.780635723479008</c:v>
                </c:pt>
                <c:pt idx="5716">
                  <c:v>-17.782203417138987</c:v>
                </c:pt>
                <c:pt idx="5717">
                  <c:v>-17.783770230219005</c:v>
                </c:pt>
                <c:pt idx="5718">
                  <c:v>-17.785336163066006</c:v>
                </c:pt>
                <c:pt idx="5719">
                  <c:v>-17.786901216027985</c:v>
                </c:pt>
                <c:pt idx="5720">
                  <c:v>-17.788465389449016</c:v>
                </c:pt>
                <c:pt idx="5721">
                  <c:v>-17.79002868367499</c:v>
                </c:pt>
                <c:pt idx="5722">
                  <c:v>-17.791591099051999</c:v>
                </c:pt>
                <c:pt idx="5723">
                  <c:v>-17.793152635925992</c:v>
                </c:pt>
                <c:pt idx="5724">
                  <c:v>-17.794713294643003</c:v>
                </c:pt>
                <c:pt idx="5725">
                  <c:v>-17.796273075545997</c:v>
                </c:pt>
                <c:pt idx="5726">
                  <c:v>-17.797831978982998</c:v>
                </c:pt>
                <c:pt idx="5727">
                  <c:v>-17.799390005296999</c:v>
                </c:pt>
                <c:pt idx="5728">
                  <c:v>-17.800947154832016</c:v>
                </c:pt>
                <c:pt idx="5729">
                  <c:v>-17.802503427933004</c:v>
                </c:pt>
                <c:pt idx="5730">
                  <c:v>-17.804058824945997</c:v>
                </c:pt>
                <c:pt idx="5731">
                  <c:v>-17.805613346213022</c:v>
                </c:pt>
                <c:pt idx="5732">
                  <c:v>-17.807166992079999</c:v>
                </c:pt>
                <c:pt idx="5733">
                  <c:v>-17.808719762887989</c:v>
                </c:pt>
                <c:pt idx="5734">
                  <c:v>-17.810271658982998</c:v>
                </c:pt>
                <c:pt idx="5735">
                  <c:v>-17.811822680706996</c:v>
                </c:pt>
                <c:pt idx="5736">
                  <c:v>-17.813372828404994</c:v>
                </c:pt>
                <c:pt idx="5737">
                  <c:v>-17.814922102417</c:v>
                </c:pt>
                <c:pt idx="5738">
                  <c:v>-17.816470503088993</c:v>
                </c:pt>
                <c:pt idx="5739">
                  <c:v>-17.818018030763</c:v>
                </c:pt>
                <c:pt idx="5740">
                  <c:v>-17.819564685779994</c:v>
                </c:pt>
                <c:pt idx="5741">
                  <c:v>-17.821110468483994</c:v>
                </c:pt>
                <c:pt idx="5742">
                  <c:v>-17.822655379216002</c:v>
                </c:pt>
                <c:pt idx="5743">
                  <c:v>-17.824199418320006</c:v>
                </c:pt>
                <c:pt idx="5744">
                  <c:v>-17.825742586134993</c:v>
                </c:pt>
                <c:pt idx="5745">
                  <c:v>-17.827284883003983</c:v>
                </c:pt>
                <c:pt idx="5746">
                  <c:v>-17.828826309269999</c:v>
                </c:pt>
                <c:pt idx="5747">
                  <c:v>-17.830366865271998</c:v>
                </c:pt>
                <c:pt idx="5748">
                  <c:v>-17.831906551353001</c:v>
                </c:pt>
                <c:pt idx="5749">
                  <c:v>-17.833445367850999</c:v>
                </c:pt>
                <c:pt idx="5750">
                  <c:v>-17.834983315111003</c:v>
                </c:pt>
                <c:pt idx="5751">
                  <c:v>-17.836520393469982</c:v>
                </c:pt>
                <c:pt idx="5752">
                  <c:v>-17.838056603270019</c:v>
                </c:pt>
                <c:pt idx="5753">
                  <c:v>-17.839591944852003</c:v>
                </c:pt>
                <c:pt idx="5754">
                  <c:v>-17.841126418554978</c:v>
                </c:pt>
                <c:pt idx="5755">
                  <c:v>-17.842660024719009</c:v>
                </c:pt>
                <c:pt idx="5756">
                  <c:v>-17.844192763682997</c:v>
                </c:pt>
                <c:pt idx="5757">
                  <c:v>-17.845724635788997</c:v>
                </c:pt>
                <c:pt idx="5758">
                  <c:v>-17.847255641374005</c:v>
                </c:pt>
                <c:pt idx="5759">
                  <c:v>-17.848785780778996</c:v>
                </c:pt>
                <c:pt idx="5760">
                  <c:v>-17.850315054340001</c:v>
                </c:pt>
                <c:pt idx="5761">
                  <c:v>-17.851843462400012</c:v>
                </c:pt>
                <c:pt idx="5762">
                  <c:v>-17.853371005295998</c:v>
                </c:pt>
                <c:pt idx="5763">
                  <c:v>-17.85489768336501</c:v>
                </c:pt>
                <c:pt idx="5764">
                  <c:v>-17.856423496946007</c:v>
                </c:pt>
                <c:pt idx="5765">
                  <c:v>-17.857948446378998</c:v>
                </c:pt>
                <c:pt idx="5766">
                  <c:v>-17.859472532001007</c:v>
                </c:pt>
                <c:pt idx="5767">
                  <c:v>-17.860995754149002</c:v>
                </c:pt>
                <c:pt idx="5768">
                  <c:v>-17.862518113161002</c:v>
                </c:pt>
                <c:pt idx="5769">
                  <c:v>-17.864039609375027</c:v>
                </c:pt>
                <c:pt idx="5770">
                  <c:v>-17.865560243129011</c:v>
                </c:pt>
                <c:pt idx="5771">
                  <c:v>-17.867080014758983</c:v>
                </c:pt>
                <c:pt idx="5772">
                  <c:v>-17.868598924601002</c:v>
                </c:pt>
                <c:pt idx="5773">
                  <c:v>-17.870116972993998</c:v>
                </c:pt>
                <c:pt idx="5774">
                  <c:v>-17.871634160273004</c:v>
                </c:pt>
                <c:pt idx="5775">
                  <c:v>-17.873150486775017</c:v>
                </c:pt>
                <c:pt idx="5776">
                  <c:v>-17.874665952837006</c:v>
                </c:pt>
                <c:pt idx="5777">
                  <c:v>-17.876180558794999</c:v>
                </c:pt>
                <c:pt idx="5778">
                  <c:v>-17.877694304984004</c:v>
                </c:pt>
                <c:pt idx="5779">
                  <c:v>-17.879207191738999</c:v>
                </c:pt>
                <c:pt idx="5780">
                  <c:v>-17.880719219398998</c:v>
                </c:pt>
                <c:pt idx="5781">
                  <c:v>-17.882230388296023</c:v>
                </c:pt>
                <c:pt idx="5782">
                  <c:v>-17.883740698766985</c:v>
                </c:pt>
                <c:pt idx="5783">
                  <c:v>-17.885250151145982</c:v>
                </c:pt>
                <c:pt idx="5784">
                  <c:v>-17.886758745769015</c:v>
                </c:pt>
                <c:pt idx="5785">
                  <c:v>-17.888266482971005</c:v>
                </c:pt>
                <c:pt idx="5786">
                  <c:v>-17.889773363084998</c:v>
                </c:pt>
                <c:pt idx="5787">
                  <c:v>-17.891279386446001</c:v>
                </c:pt>
                <c:pt idx="5788">
                  <c:v>-17.892784553388992</c:v>
                </c:pt>
                <c:pt idx="5789">
                  <c:v>-17.894288864247983</c:v>
                </c:pt>
                <c:pt idx="5790">
                  <c:v>-17.895792319357014</c:v>
                </c:pt>
                <c:pt idx="5791">
                  <c:v>-17.897294919046999</c:v>
                </c:pt>
                <c:pt idx="5792">
                  <c:v>-17.898796663654991</c:v>
                </c:pt>
                <c:pt idx="5793">
                  <c:v>-17.900297553514008</c:v>
                </c:pt>
                <c:pt idx="5794">
                  <c:v>-17.901797588955986</c:v>
                </c:pt>
                <c:pt idx="5795">
                  <c:v>-17.903296770312977</c:v>
                </c:pt>
                <c:pt idx="5796">
                  <c:v>-17.90479509792101</c:v>
                </c:pt>
                <c:pt idx="5797">
                  <c:v>-17.906292572110999</c:v>
                </c:pt>
                <c:pt idx="5798">
                  <c:v>-17.907789193214001</c:v>
                </c:pt>
                <c:pt idx="5799">
                  <c:v>-17.909284961566016</c:v>
                </c:pt>
                <c:pt idx="5800">
                  <c:v>-17.910779877495997</c:v>
                </c:pt>
                <c:pt idx="5801">
                  <c:v>-17.912273941338015</c:v>
                </c:pt>
                <c:pt idx="5802">
                  <c:v>-17.913767153422015</c:v>
                </c:pt>
                <c:pt idx="5803">
                  <c:v>-17.91525951408201</c:v>
                </c:pt>
                <c:pt idx="5804">
                  <c:v>-17.916751023648004</c:v>
                </c:pt>
                <c:pt idx="5805">
                  <c:v>-17.918241682450997</c:v>
                </c:pt>
                <c:pt idx="5806">
                  <c:v>-17.919731490823011</c:v>
                </c:pt>
                <c:pt idx="5807">
                  <c:v>-17.921220449094989</c:v>
                </c:pt>
                <c:pt idx="5808">
                  <c:v>-17.922708557598014</c:v>
                </c:pt>
                <c:pt idx="5809">
                  <c:v>-17.924195816663001</c:v>
                </c:pt>
                <c:pt idx="5810">
                  <c:v>-17.925682226618989</c:v>
                </c:pt>
                <c:pt idx="5811">
                  <c:v>-17.927167787797998</c:v>
                </c:pt>
                <c:pt idx="5812">
                  <c:v>-17.928652500528983</c:v>
                </c:pt>
                <c:pt idx="5813">
                  <c:v>-17.930136365144023</c:v>
                </c:pt>
                <c:pt idx="5814">
                  <c:v>-17.931619381969</c:v>
                </c:pt>
                <c:pt idx="5815">
                  <c:v>-17.933101551337984</c:v>
                </c:pt>
                <c:pt idx="5816">
                  <c:v>-17.934582873578023</c:v>
                </c:pt>
                <c:pt idx="5817">
                  <c:v>-17.936063349020003</c:v>
                </c:pt>
                <c:pt idx="5818">
                  <c:v>-17.937542977990006</c:v>
                </c:pt>
                <c:pt idx="5819">
                  <c:v>-17.939021760821021</c:v>
                </c:pt>
                <c:pt idx="5820">
                  <c:v>-17.940499697840011</c:v>
                </c:pt>
                <c:pt idx="5821">
                  <c:v>-17.941976789375985</c:v>
                </c:pt>
                <c:pt idx="5822">
                  <c:v>-17.943453035756022</c:v>
                </c:pt>
                <c:pt idx="5823">
                  <c:v>-17.944928437310011</c:v>
                </c:pt>
                <c:pt idx="5824">
                  <c:v>-17.946402994366991</c:v>
                </c:pt>
                <c:pt idx="5825">
                  <c:v>-17.947876707253016</c:v>
                </c:pt>
                <c:pt idx="5826">
                  <c:v>-17.949349576296015</c:v>
                </c:pt>
                <c:pt idx="5827">
                  <c:v>-17.950821601825993</c:v>
                </c:pt>
                <c:pt idx="5828">
                  <c:v>-17.952292784169003</c:v>
                </c:pt>
                <c:pt idx="5829">
                  <c:v>-17.953763123649992</c:v>
                </c:pt>
                <c:pt idx="5830">
                  <c:v>-17.955232620600981</c:v>
                </c:pt>
                <c:pt idx="5831">
                  <c:v>-17.956701275346006</c:v>
                </c:pt>
                <c:pt idx="5832">
                  <c:v>-17.958169088212003</c:v>
                </c:pt>
                <c:pt idx="5833">
                  <c:v>-17.959636059525991</c:v>
                </c:pt>
                <c:pt idx="5834">
                  <c:v>-17.961102189615019</c:v>
                </c:pt>
                <c:pt idx="5835">
                  <c:v>-17.962567478805994</c:v>
                </c:pt>
                <c:pt idx="5836">
                  <c:v>-17.96403192742298</c:v>
                </c:pt>
                <c:pt idx="5837">
                  <c:v>-17.965495535792996</c:v>
                </c:pt>
                <c:pt idx="5838">
                  <c:v>-17.966958304244002</c:v>
                </c:pt>
                <c:pt idx="5839">
                  <c:v>-17.968420233098982</c:v>
                </c:pt>
                <c:pt idx="5840">
                  <c:v>-17.969881322685012</c:v>
                </c:pt>
                <c:pt idx="5841">
                  <c:v>-17.971341573324992</c:v>
                </c:pt>
                <c:pt idx="5842">
                  <c:v>-17.972800985347988</c:v>
                </c:pt>
                <c:pt idx="5843">
                  <c:v>-17.974259559077012</c:v>
                </c:pt>
                <c:pt idx="5844">
                  <c:v>-17.975717294836983</c:v>
                </c:pt>
                <c:pt idx="5845">
                  <c:v>-17.977174192951992</c:v>
                </c:pt>
                <c:pt idx="5846">
                  <c:v>-17.978630253748008</c:v>
                </c:pt>
                <c:pt idx="5847">
                  <c:v>-17.980085477548982</c:v>
                </c:pt>
                <c:pt idx="5848">
                  <c:v>-17.981539864679007</c:v>
                </c:pt>
                <c:pt idx="5849">
                  <c:v>-17.98299341546101</c:v>
                </c:pt>
                <c:pt idx="5850">
                  <c:v>-17.984446130221983</c:v>
                </c:pt>
                <c:pt idx="5851">
                  <c:v>-17.985898009283005</c:v>
                </c:pt>
                <c:pt idx="5852">
                  <c:v>-17.987349052967005</c:v>
                </c:pt>
                <c:pt idx="5853">
                  <c:v>-17.988799261601002</c:v>
                </c:pt>
                <c:pt idx="5854">
                  <c:v>-17.990248635505026</c:v>
                </c:pt>
                <c:pt idx="5855">
                  <c:v>-17.991697175003992</c:v>
                </c:pt>
                <c:pt idx="5856">
                  <c:v>-17.993144880418981</c:v>
                </c:pt>
                <c:pt idx="5857">
                  <c:v>-17.994591752075024</c:v>
                </c:pt>
                <c:pt idx="5858">
                  <c:v>-17.996037790293997</c:v>
                </c:pt>
                <c:pt idx="5859">
                  <c:v>-17.997482995396979</c:v>
                </c:pt>
                <c:pt idx="5860">
                  <c:v>-17.998927367707012</c:v>
                </c:pt>
                <c:pt idx="5861">
                  <c:v>-18.000370907547989</c:v>
                </c:pt>
                <c:pt idx="5862">
                  <c:v>-18.001813615239996</c:v>
                </c:pt>
                <c:pt idx="5863">
                  <c:v>-18.003255491104994</c:v>
                </c:pt>
                <c:pt idx="5864">
                  <c:v>-18.004696535464007</c:v>
                </c:pt>
                <c:pt idx="5865">
                  <c:v>-18.006136748640984</c:v>
                </c:pt>
                <c:pt idx="5866">
                  <c:v>-18.007576130956011</c:v>
                </c:pt>
                <c:pt idx="5867">
                  <c:v>-18.009014682729003</c:v>
                </c:pt>
                <c:pt idx="5868">
                  <c:v>-18.010452404280983</c:v>
                </c:pt>
                <c:pt idx="5869">
                  <c:v>-18.011889295935021</c:v>
                </c:pt>
                <c:pt idx="5870">
                  <c:v>-18.013325358011002</c:v>
                </c:pt>
                <c:pt idx="5871">
                  <c:v>-18.014760590828985</c:v>
                </c:pt>
                <c:pt idx="5872">
                  <c:v>-18.016194994708002</c:v>
                </c:pt>
                <c:pt idx="5873">
                  <c:v>-18.017628569969986</c:v>
                </c:pt>
                <c:pt idx="5874">
                  <c:v>-18.019061316935989</c:v>
                </c:pt>
                <c:pt idx="5875">
                  <c:v>-18.020493235922999</c:v>
                </c:pt>
                <c:pt idx="5876">
                  <c:v>-18.021924327253004</c:v>
                </c:pt>
                <c:pt idx="5877">
                  <c:v>-18.023354591244981</c:v>
                </c:pt>
                <c:pt idx="5878">
                  <c:v>-18.024784028217994</c:v>
                </c:pt>
                <c:pt idx="5879">
                  <c:v>-18.026212638489994</c:v>
                </c:pt>
                <c:pt idx="5880">
                  <c:v>-18.027640422383996</c:v>
                </c:pt>
                <c:pt idx="5881">
                  <c:v>-18.029067380214997</c:v>
                </c:pt>
                <c:pt idx="5882">
                  <c:v>-18.030493512303991</c:v>
                </c:pt>
                <c:pt idx="5883">
                  <c:v>-18.031918818967995</c:v>
                </c:pt>
                <c:pt idx="5884">
                  <c:v>-18.033343300527008</c:v>
                </c:pt>
                <c:pt idx="5885">
                  <c:v>-18.034766957298984</c:v>
                </c:pt>
                <c:pt idx="5886">
                  <c:v>-18.03618978960202</c:v>
                </c:pt>
                <c:pt idx="5887">
                  <c:v>-18.037611797752021</c:v>
                </c:pt>
                <c:pt idx="5888">
                  <c:v>-18.039032982069983</c:v>
                </c:pt>
                <c:pt idx="5889">
                  <c:v>-18.040453342872013</c:v>
                </c:pt>
                <c:pt idx="5890">
                  <c:v>-18.041872880476006</c:v>
                </c:pt>
                <c:pt idx="5891">
                  <c:v>-18.043291595197985</c:v>
                </c:pt>
                <c:pt idx="5892">
                  <c:v>-18.044709487357011</c:v>
                </c:pt>
                <c:pt idx="5893">
                  <c:v>-18.046126557268991</c:v>
                </c:pt>
                <c:pt idx="5894">
                  <c:v>-18.047542805251993</c:v>
                </c:pt>
                <c:pt idx="5895">
                  <c:v>-18.04895823162002</c:v>
                </c:pt>
                <c:pt idx="5896">
                  <c:v>-18.050372836693015</c:v>
                </c:pt>
                <c:pt idx="5897">
                  <c:v>-18.051786620784981</c:v>
                </c:pt>
                <c:pt idx="5898">
                  <c:v>-18.05319958421299</c:v>
                </c:pt>
                <c:pt idx="5899">
                  <c:v>-18.054611727294002</c:v>
                </c:pt>
                <c:pt idx="5900">
                  <c:v>-18.056023050341992</c:v>
                </c:pt>
                <c:pt idx="5901">
                  <c:v>-18.057433553674997</c:v>
                </c:pt>
                <c:pt idx="5902">
                  <c:v>-18.058843237605998</c:v>
                </c:pt>
                <c:pt idx="5903">
                  <c:v>-18.060252102451983</c:v>
                </c:pt>
                <c:pt idx="5904">
                  <c:v>-18.061660148529</c:v>
                </c:pt>
                <c:pt idx="5905">
                  <c:v>-18.063067376151992</c:v>
                </c:pt>
                <c:pt idx="5906">
                  <c:v>-18.064473785632998</c:v>
                </c:pt>
                <c:pt idx="5907">
                  <c:v>-18.065879377290003</c:v>
                </c:pt>
                <c:pt idx="5908">
                  <c:v>-18.067284151438002</c:v>
                </c:pt>
                <c:pt idx="5909">
                  <c:v>-18.068688108388983</c:v>
                </c:pt>
                <c:pt idx="5910">
                  <c:v>-18.070091248459022</c:v>
                </c:pt>
                <c:pt idx="5911">
                  <c:v>-18.071493571962009</c:v>
                </c:pt>
                <c:pt idx="5912">
                  <c:v>-18.07289507921098</c:v>
                </c:pt>
                <c:pt idx="5913">
                  <c:v>-18.074295770522014</c:v>
                </c:pt>
                <c:pt idx="5914">
                  <c:v>-18.075695646206015</c:v>
                </c:pt>
                <c:pt idx="5915">
                  <c:v>-18.077094706578976</c:v>
                </c:pt>
                <c:pt idx="5916">
                  <c:v>-18.078492951954019</c:v>
                </c:pt>
                <c:pt idx="5917">
                  <c:v>-18.079890382642986</c:v>
                </c:pt>
                <c:pt idx="5918">
                  <c:v>-18.081286998959001</c:v>
                </c:pt>
                <c:pt idx="5919">
                  <c:v>-18.082682801217004</c:v>
                </c:pt>
                <c:pt idx="5920">
                  <c:v>-18.084077789729008</c:v>
                </c:pt>
                <c:pt idx="5921">
                  <c:v>-18.085471964807027</c:v>
                </c:pt>
                <c:pt idx="5922">
                  <c:v>-18.086865326763018</c:v>
                </c:pt>
                <c:pt idx="5923">
                  <c:v>-18.088257875909989</c:v>
                </c:pt>
                <c:pt idx="5924">
                  <c:v>-18.089649612561004</c:v>
                </c:pt>
                <c:pt idx="5925">
                  <c:v>-18.091040537026004</c:v>
                </c:pt>
                <c:pt idx="5926">
                  <c:v>-18.092430649619985</c:v>
                </c:pt>
                <c:pt idx="5927">
                  <c:v>-18.093819950651977</c:v>
                </c:pt>
                <c:pt idx="5928">
                  <c:v>-18.095208440435016</c:v>
                </c:pt>
                <c:pt idx="5929">
                  <c:v>-18.09659611927799</c:v>
                </c:pt>
                <c:pt idx="5930">
                  <c:v>-18.097982987495982</c:v>
                </c:pt>
                <c:pt idx="5931">
                  <c:v>-18.099369045396998</c:v>
                </c:pt>
                <c:pt idx="5932">
                  <c:v>-18.100754293293988</c:v>
                </c:pt>
                <c:pt idx="5933">
                  <c:v>-18.102138731495984</c:v>
                </c:pt>
                <c:pt idx="5934">
                  <c:v>-18.103522360314997</c:v>
                </c:pt>
                <c:pt idx="5935">
                  <c:v>-18.104905180061991</c:v>
                </c:pt>
                <c:pt idx="5936">
                  <c:v>-18.106287191046022</c:v>
                </c:pt>
                <c:pt idx="5937">
                  <c:v>-18.107668393576006</c:v>
                </c:pt>
                <c:pt idx="5938">
                  <c:v>-18.10904878796498</c:v>
                </c:pt>
                <c:pt idx="5939">
                  <c:v>-18.110428374521007</c:v>
                </c:pt>
                <c:pt idx="5940">
                  <c:v>-18.111807153554992</c:v>
                </c:pt>
                <c:pt idx="5941">
                  <c:v>-18.113185125374002</c:v>
                </c:pt>
                <c:pt idx="5942">
                  <c:v>-18.114562290290024</c:v>
                </c:pt>
                <c:pt idx="5943">
                  <c:v>-18.115938648612001</c:v>
                </c:pt>
                <c:pt idx="5944">
                  <c:v>-18.117314200647996</c:v>
                </c:pt>
                <c:pt idx="5945">
                  <c:v>-18.11868894670701</c:v>
                </c:pt>
                <c:pt idx="5946">
                  <c:v>-18.12006288709901</c:v>
                </c:pt>
                <c:pt idx="5947">
                  <c:v>-18.121436022132002</c:v>
                </c:pt>
                <c:pt idx="5948">
                  <c:v>-18.122808352114021</c:v>
                </c:pt>
                <c:pt idx="5949">
                  <c:v>-18.124179877353015</c:v>
                </c:pt>
                <c:pt idx="5950">
                  <c:v>-18.125550598158981</c:v>
                </c:pt>
                <c:pt idx="5951">
                  <c:v>-18.126920514840009</c:v>
                </c:pt>
                <c:pt idx="5952">
                  <c:v>-18.128289627700013</c:v>
                </c:pt>
                <c:pt idx="5953">
                  <c:v>-18.129657937052002</c:v>
                </c:pt>
                <c:pt idx="5954">
                  <c:v>-18.131025443200997</c:v>
                </c:pt>
                <c:pt idx="5955">
                  <c:v>-18.132392146454009</c:v>
                </c:pt>
                <c:pt idx="5956">
                  <c:v>-18.133758047118988</c:v>
                </c:pt>
                <c:pt idx="5957">
                  <c:v>-18.135123145503002</c:v>
                </c:pt>
                <c:pt idx="5958">
                  <c:v>-18.136487441913999</c:v>
                </c:pt>
                <c:pt idx="5959">
                  <c:v>-18.137850936656974</c:v>
                </c:pt>
                <c:pt idx="5960">
                  <c:v>-18.139213630039023</c:v>
                </c:pt>
                <c:pt idx="5961">
                  <c:v>-18.14057552236801</c:v>
                </c:pt>
                <c:pt idx="5962">
                  <c:v>-18.141936613948985</c:v>
                </c:pt>
                <c:pt idx="5963">
                  <c:v>-18.143296905089016</c:v>
                </c:pt>
                <c:pt idx="5964">
                  <c:v>-18.144656396093012</c:v>
                </c:pt>
                <c:pt idx="5965">
                  <c:v>-18.146015087268978</c:v>
                </c:pt>
                <c:pt idx="5966">
                  <c:v>-18.147372978920998</c:v>
                </c:pt>
                <c:pt idx="5967">
                  <c:v>-18.148730071355004</c:v>
                </c:pt>
                <c:pt idx="5968">
                  <c:v>-18.150086364875989</c:v>
                </c:pt>
                <c:pt idx="5969">
                  <c:v>-18.151441859790992</c:v>
                </c:pt>
                <c:pt idx="5970">
                  <c:v>-18.15279655640299</c:v>
                </c:pt>
                <c:pt idx="5971">
                  <c:v>-18.154150455019021</c:v>
                </c:pt>
                <c:pt idx="5972">
                  <c:v>-18.155503555942005</c:v>
                </c:pt>
                <c:pt idx="5973">
                  <c:v>-18.156855859479009</c:v>
                </c:pt>
                <c:pt idx="5974">
                  <c:v>-18.158207365933009</c:v>
                </c:pt>
                <c:pt idx="5975">
                  <c:v>-18.159558075607009</c:v>
                </c:pt>
                <c:pt idx="5976">
                  <c:v>-18.160907988808987</c:v>
                </c:pt>
                <c:pt idx="5977">
                  <c:v>-18.162257105840013</c:v>
                </c:pt>
                <c:pt idx="5978">
                  <c:v>-18.16360542700599</c:v>
                </c:pt>
                <c:pt idx="5979">
                  <c:v>-18.164952952608985</c:v>
                </c:pt>
                <c:pt idx="5980">
                  <c:v>-18.166299682954019</c:v>
                </c:pt>
                <c:pt idx="5981">
                  <c:v>-18.167645618344011</c:v>
                </c:pt>
                <c:pt idx="5982">
                  <c:v>-18.168990759082988</c:v>
                </c:pt>
                <c:pt idx="5983">
                  <c:v>-18.170335105473015</c:v>
                </c:pt>
                <c:pt idx="5984">
                  <c:v>-18.171678657819001</c:v>
                </c:pt>
                <c:pt idx="5985">
                  <c:v>-18.173021416421989</c:v>
                </c:pt>
                <c:pt idx="5986">
                  <c:v>-18.174363381586005</c:v>
                </c:pt>
                <c:pt idx="5987">
                  <c:v>-18.175704553612007</c:v>
                </c:pt>
                <c:pt idx="5988">
                  <c:v>-18.177044932804989</c:v>
                </c:pt>
                <c:pt idx="5989">
                  <c:v>-18.178384519466022</c:v>
                </c:pt>
                <c:pt idx="5990">
                  <c:v>-18.179723313897995</c:v>
                </c:pt>
                <c:pt idx="5991">
                  <c:v>-18.18106131639999</c:v>
                </c:pt>
                <c:pt idx="5992">
                  <c:v>-18.182398527277996</c:v>
                </c:pt>
                <c:pt idx="5993">
                  <c:v>-18.183734946832004</c:v>
                </c:pt>
                <c:pt idx="5994">
                  <c:v>-18.185070575363</c:v>
                </c:pt>
                <c:pt idx="5995">
                  <c:v>-18.18640541317302</c:v>
                </c:pt>
                <c:pt idx="5996">
                  <c:v>-18.187739460563989</c:v>
                </c:pt>
                <c:pt idx="5997">
                  <c:v>-18.189072717835984</c:v>
                </c:pt>
                <c:pt idx="5998">
                  <c:v>-18.190405185290018</c:v>
                </c:pt>
                <c:pt idx="5999">
                  <c:v>-18.191736863229011</c:v>
                </c:pt>
                <c:pt idx="6000">
                  <c:v>-18.193067751950991</c:v>
                </c:pt>
                <c:pt idx="6001">
                  <c:v>-18.194533349804999</c:v>
                </c:pt>
                <c:pt idx="6002">
                  <c:v>-18.195998159043995</c:v>
                </c:pt>
                <c:pt idx="6003">
                  <c:v>-18.197462179968994</c:v>
                </c:pt>
                <c:pt idx="6004">
                  <c:v>-18.198925412877998</c:v>
                </c:pt>
                <c:pt idx="6005">
                  <c:v>-18.200387858074009</c:v>
                </c:pt>
                <c:pt idx="6006">
                  <c:v>-18.201849515855997</c:v>
                </c:pt>
                <c:pt idx="6007">
                  <c:v>-18.203310386520997</c:v>
                </c:pt>
                <c:pt idx="6008">
                  <c:v>-18.204770470373006</c:v>
                </c:pt>
                <c:pt idx="6009">
                  <c:v>-18.20622976770801</c:v>
                </c:pt>
                <c:pt idx="6010">
                  <c:v>-18.207688278825998</c:v>
                </c:pt>
                <c:pt idx="6011">
                  <c:v>-18.209146004026991</c:v>
                </c:pt>
                <c:pt idx="6012">
                  <c:v>-18.210602943609018</c:v>
                </c:pt>
                <c:pt idx="6013">
                  <c:v>-18.212059097871986</c:v>
                </c:pt>
                <c:pt idx="6014">
                  <c:v>-18.213514467113981</c:v>
                </c:pt>
                <c:pt idx="6015">
                  <c:v>-18.214969051632011</c:v>
                </c:pt>
                <c:pt idx="6016">
                  <c:v>-18.216422851727998</c:v>
                </c:pt>
                <c:pt idx="6017">
                  <c:v>-18.217875867695994</c:v>
                </c:pt>
                <c:pt idx="6018">
                  <c:v>-18.219328099837981</c:v>
                </c:pt>
                <c:pt idx="6019">
                  <c:v>-18.220779548449002</c:v>
                </c:pt>
                <c:pt idx="6020">
                  <c:v>-18.222230213827999</c:v>
                </c:pt>
                <c:pt idx="6021">
                  <c:v>-18.223680096273995</c:v>
                </c:pt>
                <c:pt idx="6022">
                  <c:v>-18.225129196082008</c:v>
                </c:pt>
                <c:pt idx="6023">
                  <c:v>-18.226577513551007</c:v>
                </c:pt>
                <c:pt idx="6024">
                  <c:v>-18.228025048977003</c:v>
                </c:pt>
                <c:pt idx="6025">
                  <c:v>-18.229471802657997</c:v>
                </c:pt>
                <c:pt idx="6026">
                  <c:v>-18.230917774892021</c:v>
                </c:pt>
                <c:pt idx="6027">
                  <c:v>-18.232362965974005</c:v>
                </c:pt>
                <c:pt idx="6028">
                  <c:v>-18.233807376199991</c:v>
                </c:pt>
                <c:pt idx="6029">
                  <c:v>-18.235251005869998</c:v>
                </c:pt>
                <c:pt idx="6030">
                  <c:v>-18.236693855276002</c:v>
                </c:pt>
                <c:pt idx="6031">
                  <c:v>-18.238135924717994</c:v>
                </c:pt>
                <c:pt idx="6032">
                  <c:v>-18.239577214489998</c:v>
                </c:pt>
                <c:pt idx="6033">
                  <c:v>-18.241017724886973</c:v>
                </c:pt>
                <c:pt idx="6034">
                  <c:v>-18.242457456208001</c:v>
                </c:pt>
                <c:pt idx="6035">
                  <c:v>-18.243896408745996</c:v>
                </c:pt>
                <c:pt idx="6036">
                  <c:v>-18.245334582797</c:v>
                </c:pt>
                <c:pt idx="6037">
                  <c:v>-18.246771978657023</c:v>
                </c:pt>
                <c:pt idx="6038">
                  <c:v>-18.248208596620998</c:v>
                </c:pt>
                <c:pt idx="6039">
                  <c:v>-18.249644436983999</c:v>
                </c:pt>
                <c:pt idx="6040">
                  <c:v>-18.251079500041016</c:v>
                </c:pt>
                <c:pt idx="6041">
                  <c:v>-18.252513786086013</c:v>
                </c:pt>
                <c:pt idx="6042">
                  <c:v>-18.253947295415003</c:v>
                </c:pt>
                <c:pt idx="6043">
                  <c:v>-18.255380028320985</c:v>
                </c:pt>
                <c:pt idx="6044">
                  <c:v>-18.256811985100001</c:v>
                </c:pt>
                <c:pt idx="6045">
                  <c:v>-18.258243166046014</c:v>
                </c:pt>
                <c:pt idx="6046">
                  <c:v>-18.259673571451003</c:v>
                </c:pt>
                <c:pt idx="6047">
                  <c:v>-18.261103201610979</c:v>
                </c:pt>
                <c:pt idx="6048">
                  <c:v>-18.262532056820021</c:v>
                </c:pt>
                <c:pt idx="6049">
                  <c:v>-18.263960137368997</c:v>
                </c:pt>
                <c:pt idx="6050">
                  <c:v>-18.265387443554999</c:v>
                </c:pt>
                <c:pt idx="6051">
                  <c:v>-18.266813975668981</c:v>
                </c:pt>
                <c:pt idx="6052">
                  <c:v>-18.268239734004993</c:v>
                </c:pt>
                <c:pt idx="6053">
                  <c:v>-18.269664718857001</c:v>
                </c:pt>
                <c:pt idx="6054">
                  <c:v>-18.271088930515987</c:v>
                </c:pt>
                <c:pt idx="6055">
                  <c:v>-18.272512369276001</c:v>
                </c:pt>
                <c:pt idx="6056">
                  <c:v>-18.273935035430014</c:v>
                </c:pt>
                <c:pt idx="6057">
                  <c:v>-18.275356929269009</c:v>
                </c:pt>
                <c:pt idx="6058">
                  <c:v>-18.276778051086978</c:v>
                </c:pt>
                <c:pt idx="6059">
                  <c:v>-18.278198401174024</c:v>
                </c:pt>
                <c:pt idx="6060">
                  <c:v>-18.279617979824991</c:v>
                </c:pt>
                <c:pt idx="6061">
                  <c:v>-18.281036787331004</c:v>
                </c:pt>
                <c:pt idx="6062">
                  <c:v>-18.282454823983016</c:v>
                </c:pt>
                <c:pt idx="6063">
                  <c:v>-18.283872090073004</c:v>
                </c:pt>
                <c:pt idx="6064">
                  <c:v>-18.285288585892005</c:v>
                </c:pt>
                <c:pt idx="6065">
                  <c:v>-18.28670431173299</c:v>
                </c:pt>
                <c:pt idx="6066">
                  <c:v>-18.288119267886003</c:v>
                </c:pt>
                <c:pt idx="6067">
                  <c:v>-18.289533454641997</c:v>
                </c:pt>
                <c:pt idx="6068">
                  <c:v>-18.290946872293006</c:v>
                </c:pt>
                <c:pt idx="6069">
                  <c:v>-18.292359521129015</c:v>
                </c:pt>
                <c:pt idx="6070">
                  <c:v>-18.293771401440011</c:v>
                </c:pt>
                <c:pt idx="6071">
                  <c:v>-18.295182513518</c:v>
                </c:pt>
                <c:pt idx="6072">
                  <c:v>-18.296592857652001</c:v>
                </c:pt>
                <c:pt idx="6073">
                  <c:v>-18.29800243413402</c:v>
                </c:pt>
                <c:pt idx="6074">
                  <c:v>-18.299411243254013</c:v>
                </c:pt>
                <c:pt idx="6075">
                  <c:v>-18.300819285298985</c:v>
                </c:pt>
                <c:pt idx="6076">
                  <c:v>-18.302226560562985</c:v>
                </c:pt>
                <c:pt idx="6077">
                  <c:v>-18.303633069332022</c:v>
                </c:pt>
                <c:pt idx="6078">
                  <c:v>-18.30503881189901</c:v>
                </c:pt>
                <c:pt idx="6079">
                  <c:v>-18.306443788550979</c:v>
                </c:pt>
                <c:pt idx="6080">
                  <c:v>-18.307847999576978</c:v>
                </c:pt>
                <c:pt idx="6081">
                  <c:v>-18.309251445269012</c:v>
                </c:pt>
                <c:pt idx="6082">
                  <c:v>-18.310654125913999</c:v>
                </c:pt>
                <c:pt idx="6083">
                  <c:v>-18.312056041799991</c:v>
                </c:pt>
                <c:pt idx="6084">
                  <c:v>-18.313457193217005</c:v>
                </c:pt>
                <c:pt idx="6085">
                  <c:v>-18.314857580453008</c:v>
                </c:pt>
                <c:pt idx="6086">
                  <c:v>-18.316257203797988</c:v>
                </c:pt>
                <c:pt idx="6087">
                  <c:v>-18.317656063539005</c:v>
                </c:pt>
                <c:pt idx="6088">
                  <c:v>-18.319054159963997</c:v>
                </c:pt>
                <c:pt idx="6089">
                  <c:v>-18.320451493361986</c:v>
                </c:pt>
                <c:pt idx="6090">
                  <c:v>-18.321848064019008</c:v>
                </c:pt>
                <c:pt idx="6091">
                  <c:v>-18.323243872225021</c:v>
                </c:pt>
                <c:pt idx="6092">
                  <c:v>-18.324638918266999</c:v>
                </c:pt>
                <c:pt idx="6093">
                  <c:v>-18.326033202431006</c:v>
                </c:pt>
                <c:pt idx="6094">
                  <c:v>-18.327426725007001</c:v>
                </c:pt>
                <c:pt idx="6095">
                  <c:v>-18.328819486279997</c:v>
                </c:pt>
                <c:pt idx="6096">
                  <c:v>-18.330211486537991</c:v>
                </c:pt>
                <c:pt idx="6097">
                  <c:v>-18.331602726067985</c:v>
                </c:pt>
                <c:pt idx="6098">
                  <c:v>-18.332993205154992</c:v>
                </c:pt>
                <c:pt idx="6099">
                  <c:v>-18.334382924088999</c:v>
                </c:pt>
                <c:pt idx="6100">
                  <c:v>-18.33577188315499</c:v>
                </c:pt>
                <c:pt idx="6101">
                  <c:v>-18.337160082637979</c:v>
                </c:pt>
                <c:pt idx="6102">
                  <c:v>-18.338547522826019</c:v>
                </c:pt>
                <c:pt idx="6103">
                  <c:v>-18.339934204005004</c:v>
                </c:pt>
                <c:pt idx="6104">
                  <c:v>-18.34132012645901</c:v>
                </c:pt>
                <c:pt idx="6105">
                  <c:v>-18.342705290476999</c:v>
                </c:pt>
                <c:pt idx="6106">
                  <c:v>-18.344089696341996</c:v>
                </c:pt>
                <c:pt idx="6107">
                  <c:v>-18.345473344341002</c:v>
                </c:pt>
                <c:pt idx="6108">
                  <c:v>-18.346856234759997</c:v>
                </c:pt>
                <c:pt idx="6109">
                  <c:v>-18.348238367882004</c:v>
                </c:pt>
                <c:pt idx="6110">
                  <c:v>-18.349619743993998</c:v>
                </c:pt>
                <c:pt idx="6111">
                  <c:v>-18.351000363379995</c:v>
                </c:pt>
                <c:pt idx="6112">
                  <c:v>-18.352380226325977</c:v>
                </c:pt>
                <c:pt idx="6113">
                  <c:v>-18.353759333117011</c:v>
                </c:pt>
                <c:pt idx="6114">
                  <c:v>-18.355137684035014</c:v>
                </c:pt>
                <c:pt idx="6115">
                  <c:v>-18.356515279367983</c:v>
                </c:pt>
                <c:pt idx="6116">
                  <c:v>-18.357892119398002</c:v>
                </c:pt>
                <c:pt idx="6117">
                  <c:v>-18.359268204409005</c:v>
                </c:pt>
                <c:pt idx="6118">
                  <c:v>-18.360643534687</c:v>
                </c:pt>
                <c:pt idx="6119">
                  <c:v>-18.362018110513986</c:v>
                </c:pt>
                <c:pt idx="6120">
                  <c:v>-18.363391932175006</c:v>
                </c:pt>
                <c:pt idx="6121">
                  <c:v>-18.364764999953991</c:v>
                </c:pt>
                <c:pt idx="6122">
                  <c:v>-18.366137314132004</c:v>
                </c:pt>
                <c:pt idx="6123">
                  <c:v>-18.367508874995991</c:v>
                </c:pt>
                <c:pt idx="6124">
                  <c:v>-18.368879682826019</c:v>
                </c:pt>
                <c:pt idx="6125">
                  <c:v>-18.370249737908011</c:v>
                </c:pt>
                <c:pt idx="6126">
                  <c:v>-18.371619040523996</c:v>
                </c:pt>
                <c:pt idx="6127">
                  <c:v>-18.372987590953983</c:v>
                </c:pt>
                <c:pt idx="6128">
                  <c:v>-18.374355389485004</c:v>
                </c:pt>
                <c:pt idx="6129">
                  <c:v>-18.375722436398007</c:v>
                </c:pt>
                <c:pt idx="6130">
                  <c:v>-18.377088731973998</c:v>
                </c:pt>
                <c:pt idx="6131">
                  <c:v>-18.378454276498019</c:v>
                </c:pt>
                <c:pt idx="6132">
                  <c:v>-18.379819070248999</c:v>
                </c:pt>
                <c:pt idx="6133">
                  <c:v>-18.381183113512009</c:v>
                </c:pt>
                <c:pt idx="6134">
                  <c:v>-18.382546406568025</c:v>
                </c:pt>
                <c:pt idx="6135">
                  <c:v>-18.383908949697002</c:v>
                </c:pt>
                <c:pt idx="6136">
                  <c:v>-18.385270743182986</c:v>
                </c:pt>
                <c:pt idx="6137">
                  <c:v>-18.386631787305987</c:v>
                </c:pt>
                <c:pt idx="6138">
                  <c:v>-18.387992082348006</c:v>
                </c:pt>
                <c:pt idx="6139">
                  <c:v>-18.389351628591015</c:v>
                </c:pt>
                <c:pt idx="6140">
                  <c:v>-18.390710426314001</c:v>
                </c:pt>
                <c:pt idx="6141">
                  <c:v>-18.392068475800983</c:v>
                </c:pt>
                <c:pt idx="6142">
                  <c:v>-18.393425777331004</c:v>
                </c:pt>
                <c:pt idx="6143">
                  <c:v>-18.394782331182995</c:v>
                </c:pt>
                <c:pt idx="6144">
                  <c:v>-18.396138137641003</c:v>
                </c:pt>
                <c:pt idx="6145">
                  <c:v>-18.397493196982992</c:v>
                </c:pt>
                <c:pt idx="6146">
                  <c:v>-18.39884750949102</c:v>
                </c:pt>
                <c:pt idx="6147">
                  <c:v>-18.400201075443988</c:v>
                </c:pt>
                <c:pt idx="6148">
                  <c:v>-18.401553895121992</c:v>
                </c:pt>
                <c:pt idx="6149">
                  <c:v>-18.40290596880601</c:v>
                </c:pt>
                <c:pt idx="6150">
                  <c:v>-18.404257296774006</c:v>
                </c:pt>
                <c:pt idx="6151">
                  <c:v>-18.405607879308008</c:v>
                </c:pt>
                <c:pt idx="6152">
                  <c:v>-18.40695771668598</c:v>
                </c:pt>
                <c:pt idx="6153">
                  <c:v>-18.408306809186001</c:v>
                </c:pt>
                <c:pt idx="6154">
                  <c:v>-18.409655157091009</c:v>
                </c:pt>
                <c:pt idx="6155">
                  <c:v>-18.411002760676979</c:v>
                </c:pt>
                <c:pt idx="6156">
                  <c:v>-18.412349620223011</c:v>
                </c:pt>
                <c:pt idx="6157">
                  <c:v>-18.413695736010993</c:v>
                </c:pt>
                <c:pt idx="6158">
                  <c:v>-18.415041108314995</c:v>
                </c:pt>
                <c:pt idx="6159">
                  <c:v>-18.416385737417983</c:v>
                </c:pt>
                <c:pt idx="6160">
                  <c:v>-18.417729623596017</c:v>
                </c:pt>
                <c:pt idx="6161">
                  <c:v>-18.419072767128</c:v>
                </c:pt>
                <c:pt idx="6162">
                  <c:v>-18.420415168291981</c:v>
                </c:pt>
                <c:pt idx="6163">
                  <c:v>-18.421756827364987</c:v>
                </c:pt>
                <c:pt idx="6164">
                  <c:v>-18.423097744627995</c:v>
                </c:pt>
                <c:pt idx="6165">
                  <c:v>-18.424437920355984</c:v>
                </c:pt>
                <c:pt idx="6166">
                  <c:v>-18.425777354827005</c:v>
                </c:pt>
                <c:pt idx="6167">
                  <c:v>-18.427116048319022</c:v>
                </c:pt>
                <c:pt idx="6168">
                  <c:v>-18.428454001110993</c:v>
                </c:pt>
                <c:pt idx="6169">
                  <c:v>-18.429791213476989</c:v>
                </c:pt>
                <c:pt idx="6170">
                  <c:v>-18.431127685695998</c:v>
                </c:pt>
                <c:pt idx="6171">
                  <c:v>-18.432463418045018</c:v>
                </c:pt>
                <c:pt idx="6172">
                  <c:v>-18.433798410800989</c:v>
                </c:pt>
                <c:pt idx="6173">
                  <c:v>-18.435132664240996</c:v>
                </c:pt>
                <c:pt idx="6174">
                  <c:v>-18.436466178639989</c:v>
                </c:pt>
                <c:pt idx="6175">
                  <c:v>-18.437798954276019</c:v>
                </c:pt>
                <c:pt idx="6176">
                  <c:v>-18.439130991425998</c:v>
                </c:pt>
                <c:pt idx="6177">
                  <c:v>-18.440462290363001</c:v>
                </c:pt>
                <c:pt idx="6178">
                  <c:v>-18.441792851367012</c:v>
                </c:pt>
                <c:pt idx="6179">
                  <c:v>-18.443122674710992</c:v>
                </c:pt>
                <c:pt idx="6180">
                  <c:v>-18.44445176067299</c:v>
                </c:pt>
                <c:pt idx="6181">
                  <c:v>-18.445780109527021</c:v>
                </c:pt>
                <c:pt idx="6182">
                  <c:v>-18.447107721549003</c:v>
                </c:pt>
                <c:pt idx="6183">
                  <c:v>-18.448434597015989</c:v>
                </c:pt>
                <c:pt idx="6184">
                  <c:v>-18.449760736201</c:v>
                </c:pt>
                <c:pt idx="6185">
                  <c:v>-18.451086139381005</c:v>
                </c:pt>
                <c:pt idx="6186">
                  <c:v>-18.452410806830017</c:v>
                </c:pt>
                <c:pt idx="6187">
                  <c:v>-18.453734738822988</c:v>
                </c:pt>
                <c:pt idx="6188">
                  <c:v>-18.455057935634983</c:v>
                </c:pt>
                <c:pt idx="6189">
                  <c:v>-18.456380397541011</c:v>
                </c:pt>
                <c:pt idx="6190">
                  <c:v>-18.457702124815</c:v>
                </c:pt>
                <c:pt idx="6191">
                  <c:v>-18.459023117731988</c:v>
                </c:pt>
                <c:pt idx="6192">
                  <c:v>-18.460343376563998</c:v>
                </c:pt>
                <c:pt idx="6193">
                  <c:v>-18.461662901588994</c:v>
                </c:pt>
                <c:pt idx="6194">
                  <c:v>-18.462981693079001</c:v>
                </c:pt>
                <c:pt idx="6195">
                  <c:v>-18.464299751306982</c:v>
                </c:pt>
                <c:pt idx="6196">
                  <c:v>-18.465617076548</c:v>
                </c:pt>
                <c:pt idx="6197">
                  <c:v>-18.466933669075019</c:v>
                </c:pt>
                <c:pt idx="6198">
                  <c:v>-18.468249529162989</c:v>
                </c:pt>
                <c:pt idx="6199">
                  <c:v>-18.469564657084021</c:v>
                </c:pt>
                <c:pt idx="6200">
                  <c:v>-18.470879053109996</c:v>
                </c:pt>
                <c:pt idx="6201">
                  <c:v>-18.472192717517004</c:v>
                </c:pt>
                <c:pt idx="6202">
                  <c:v>-18.473505650575987</c:v>
                </c:pt>
                <c:pt idx="6203">
                  <c:v>-18.474817852560022</c:v>
                </c:pt>
                <c:pt idx="6204">
                  <c:v>-18.47612932374301</c:v>
                </c:pt>
                <c:pt idx="6205">
                  <c:v>-18.477440064395012</c:v>
                </c:pt>
                <c:pt idx="6206">
                  <c:v>-18.478750074791975</c:v>
                </c:pt>
                <c:pt idx="6207">
                  <c:v>-18.48005935520402</c:v>
                </c:pt>
                <c:pt idx="6208">
                  <c:v>-18.481367905902999</c:v>
                </c:pt>
                <c:pt idx="6209">
                  <c:v>-18.482675727162984</c:v>
                </c:pt>
                <c:pt idx="6210">
                  <c:v>-18.483982819253981</c:v>
                </c:pt>
                <c:pt idx="6211">
                  <c:v>-18.485289182450003</c:v>
                </c:pt>
                <c:pt idx="6212">
                  <c:v>-18.486594817020006</c:v>
                </c:pt>
                <c:pt idx="6213">
                  <c:v>-18.487899723237007</c:v>
                </c:pt>
                <c:pt idx="6214">
                  <c:v>-18.489203901373003</c:v>
                </c:pt>
                <c:pt idx="6215">
                  <c:v>-18.490507351698994</c:v>
                </c:pt>
                <c:pt idx="6216">
                  <c:v>-18.491810074484988</c:v>
                </c:pt>
                <c:pt idx="6217">
                  <c:v>-18.493112070003974</c:v>
                </c:pt>
                <c:pt idx="6218">
                  <c:v>-18.494413338525021</c:v>
                </c:pt>
                <c:pt idx="6219">
                  <c:v>-18.495713880320011</c:v>
                </c:pt>
                <c:pt idx="6220">
                  <c:v>-18.497013695660002</c:v>
                </c:pt>
                <c:pt idx="6221">
                  <c:v>-18.498312784813976</c:v>
                </c:pt>
                <c:pt idx="6222">
                  <c:v>-18.49961114805501</c:v>
                </c:pt>
                <c:pt idx="6223">
                  <c:v>-18.500908785650012</c:v>
                </c:pt>
                <c:pt idx="6224">
                  <c:v>-18.502205697872</c:v>
                </c:pt>
                <c:pt idx="6225">
                  <c:v>-18.503501884990015</c:v>
                </c:pt>
                <c:pt idx="6226">
                  <c:v>-18.504797347274007</c:v>
                </c:pt>
                <c:pt idx="6227">
                  <c:v>-18.506092084992986</c:v>
                </c:pt>
                <c:pt idx="6228">
                  <c:v>-18.507386098419005</c:v>
                </c:pt>
                <c:pt idx="6229">
                  <c:v>-18.508679387818006</c:v>
                </c:pt>
                <c:pt idx="6230">
                  <c:v>-18.509971953463008</c:v>
                </c:pt>
                <c:pt idx="6231">
                  <c:v>-18.511263795619982</c:v>
                </c:pt>
                <c:pt idx="6232">
                  <c:v>-18.512554914561008</c:v>
                </c:pt>
                <c:pt idx="6233">
                  <c:v>-18.513845310555013</c:v>
                </c:pt>
                <c:pt idx="6234">
                  <c:v>-18.515134983867995</c:v>
                </c:pt>
                <c:pt idx="6235">
                  <c:v>-18.516423934770984</c:v>
                </c:pt>
                <c:pt idx="6236">
                  <c:v>-18.51771216353302</c:v>
                </c:pt>
                <c:pt idx="6237">
                  <c:v>-18.51899967042101</c:v>
                </c:pt>
                <c:pt idx="6238">
                  <c:v>-18.520286455704991</c:v>
                </c:pt>
                <c:pt idx="6239">
                  <c:v>-18.521572519651983</c:v>
                </c:pt>
                <c:pt idx="6240">
                  <c:v>-18.522857862531993</c:v>
                </c:pt>
                <c:pt idx="6241">
                  <c:v>-18.524142484610991</c:v>
                </c:pt>
                <c:pt idx="6242">
                  <c:v>-18.525426386156994</c:v>
                </c:pt>
                <c:pt idx="6243">
                  <c:v>-18.526709567439013</c:v>
                </c:pt>
                <c:pt idx="6244">
                  <c:v>-18.527992028724015</c:v>
                </c:pt>
                <c:pt idx="6245">
                  <c:v>-18.529273770279985</c:v>
                </c:pt>
                <c:pt idx="6246">
                  <c:v>-18.530554792375028</c:v>
                </c:pt>
                <c:pt idx="6247">
                  <c:v>-18.531835095274005</c:v>
                </c:pt>
                <c:pt idx="6248">
                  <c:v>-18.533114679246012</c:v>
                </c:pt>
                <c:pt idx="6249">
                  <c:v>-18.534393544558981</c:v>
                </c:pt>
                <c:pt idx="6250">
                  <c:v>-18.535671691477006</c:v>
                </c:pt>
                <c:pt idx="6251">
                  <c:v>-18.536949120269014</c:v>
                </c:pt>
                <c:pt idx="6252">
                  <c:v>-18.538225831200009</c:v>
                </c:pt>
                <c:pt idx="6253">
                  <c:v>-18.539501824539002</c:v>
                </c:pt>
                <c:pt idx="6254">
                  <c:v>-18.540777100550997</c:v>
                </c:pt>
                <c:pt idx="6255">
                  <c:v>-18.542051659500999</c:v>
                </c:pt>
                <c:pt idx="6256">
                  <c:v>-18.543325501657989</c:v>
                </c:pt>
                <c:pt idx="6257">
                  <c:v>-18.544598627284984</c:v>
                </c:pt>
                <c:pt idx="6258">
                  <c:v>-18.545871036650993</c:v>
                </c:pt>
                <c:pt idx="6259">
                  <c:v>-18.547142730019999</c:v>
                </c:pt>
                <c:pt idx="6260">
                  <c:v>-18.548413707657005</c:v>
                </c:pt>
                <c:pt idx="6261">
                  <c:v>-18.549683969829999</c:v>
                </c:pt>
                <c:pt idx="6262">
                  <c:v>-18.550953516801997</c:v>
                </c:pt>
                <c:pt idx="6263">
                  <c:v>-18.552222348838995</c:v>
                </c:pt>
                <c:pt idx="6264">
                  <c:v>-18.553490466206995</c:v>
                </c:pt>
                <c:pt idx="6265">
                  <c:v>-18.554757869170004</c:v>
                </c:pt>
                <c:pt idx="6266">
                  <c:v>-18.556024557994988</c:v>
                </c:pt>
                <c:pt idx="6267">
                  <c:v>-18.557290532943995</c:v>
                </c:pt>
                <c:pt idx="6268">
                  <c:v>-18.558555794282995</c:v>
                </c:pt>
                <c:pt idx="6269">
                  <c:v>-18.559820342276993</c:v>
                </c:pt>
                <c:pt idx="6270">
                  <c:v>-18.561084177189002</c:v>
                </c:pt>
                <c:pt idx="6271">
                  <c:v>-18.562347299285989</c:v>
                </c:pt>
                <c:pt idx="6272">
                  <c:v>-18.56360970883</c:v>
                </c:pt>
                <c:pt idx="6273">
                  <c:v>-18.564871406085018</c:v>
                </c:pt>
                <c:pt idx="6274">
                  <c:v>-18.566132391315989</c:v>
                </c:pt>
                <c:pt idx="6275">
                  <c:v>-18.567392664787008</c:v>
                </c:pt>
                <c:pt idx="6276">
                  <c:v>-18.568652226759014</c:v>
                </c:pt>
                <c:pt idx="6277">
                  <c:v>-18.569911077499995</c:v>
                </c:pt>
                <c:pt idx="6278">
                  <c:v>-18.571169217269983</c:v>
                </c:pt>
                <c:pt idx="6279">
                  <c:v>-18.572426646334009</c:v>
                </c:pt>
                <c:pt idx="6280">
                  <c:v>-18.573683364955002</c:v>
                </c:pt>
                <c:pt idx="6281">
                  <c:v>-18.574939373395011</c:v>
                </c:pt>
                <c:pt idx="6282">
                  <c:v>-18.576194671918984</c:v>
                </c:pt>
                <c:pt idx="6283">
                  <c:v>-18.577449260788995</c:v>
                </c:pt>
                <c:pt idx="6284">
                  <c:v>-18.578703140266015</c:v>
                </c:pt>
                <c:pt idx="6285">
                  <c:v>-18.579956310614989</c:v>
                </c:pt>
                <c:pt idx="6286">
                  <c:v>-18.581208772097</c:v>
                </c:pt>
                <c:pt idx="6287">
                  <c:v>-18.582460524976</c:v>
                </c:pt>
                <c:pt idx="6288">
                  <c:v>-18.583711569511991</c:v>
                </c:pt>
                <c:pt idx="6289">
                  <c:v>-18.584961905968981</c:v>
                </c:pt>
                <c:pt idx="6290">
                  <c:v>-18.586211534607997</c:v>
                </c:pt>
                <c:pt idx="6291">
                  <c:v>-18.587460455691001</c:v>
                </c:pt>
                <c:pt idx="6292">
                  <c:v>-18.588708669481008</c:v>
                </c:pt>
                <c:pt idx="6293">
                  <c:v>-18.589956176238019</c:v>
                </c:pt>
                <c:pt idx="6294">
                  <c:v>-18.591202976223997</c:v>
                </c:pt>
                <c:pt idx="6295">
                  <c:v>-18.59244906970099</c:v>
                </c:pt>
                <c:pt idx="6296">
                  <c:v>-18.593694456929995</c:v>
                </c:pt>
                <c:pt idx="6297">
                  <c:v>-18.594939138171014</c:v>
                </c:pt>
                <c:pt idx="6298">
                  <c:v>-18.596183113687005</c:v>
                </c:pt>
                <c:pt idx="6299">
                  <c:v>-18.597426383737002</c:v>
                </c:pt>
                <c:pt idx="6300">
                  <c:v>-18.598668948583992</c:v>
                </c:pt>
                <c:pt idx="6301">
                  <c:v>-18.600025096818001</c:v>
                </c:pt>
                <c:pt idx="6302">
                  <c:v>-18.601380540366989</c:v>
                </c:pt>
                <c:pt idx="6303">
                  <c:v>-18.602735279495022</c:v>
                </c:pt>
                <c:pt idx="6304">
                  <c:v>-18.604089314459998</c:v>
                </c:pt>
                <c:pt idx="6305">
                  <c:v>-18.605442645522999</c:v>
                </c:pt>
                <c:pt idx="6306">
                  <c:v>-18.606795272944993</c:v>
                </c:pt>
                <c:pt idx="6307">
                  <c:v>-18.608147196984987</c:v>
                </c:pt>
                <c:pt idx="6308">
                  <c:v>-18.609498417902017</c:v>
                </c:pt>
                <c:pt idx="6309">
                  <c:v>-18.610848935956</c:v>
                </c:pt>
                <c:pt idx="6310">
                  <c:v>-18.612198751409011</c:v>
                </c:pt>
                <c:pt idx="6311">
                  <c:v>-18.613547864517983</c:v>
                </c:pt>
                <c:pt idx="6312">
                  <c:v>-18.61489627554198</c:v>
                </c:pt>
                <c:pt idx="6313">
                  <c:v>-18.616243984741999</c:v>
                </c:pt>
                <c:pt idx="6314">
                  <c:v>-18.617590992376989</c:v>
                </c:pt>
                <c:pt idx="6315">
                  <c:v>-18.618937298703997</c:v>
                </c:pt>
                <c:pt idx="6316">
                  <c:v>-18.620282903983991</c:v>
                </c:pt>
                <c:pt idx="6317">
                  <c:v>-18.621627808476006</c:v>
                </c:pt>
                <c:pt idx="6318">
                  <c:v>-18.622972012436009</c:v>
                </c:pt>
                <c:pt idx="6319">
                  <c:v>-18.624315516124994</c:v>
                </c:pt>
                <c:pt idx="6320">
                  <c:v>-18.625658319801005</c:v>
                </c:pt>
                <c:pt idx="6321">
                  <c:v>-18.627000423721995</c:v>
                </c:pt>
                <c:pt idx="6322">
                  <c:v>-18.628341828145011</c:v>
                </c:pt>
                <c:pt idx="6323">
                  <c:v>-18.629682533329998</c:v>
                </c:pt>
                <c:pt idx="6324">
                  <c:v>-18.631022539534001</c:v>
                </c:pt>
                <c:pt idx="6325">
                  <c:v>-18.63236184701401</c:v>
                </c:pt>
                <c:pt idx="6326">
                  <c:v>-18.633700456029999</c:v>
                </c:pt>
                <c:pt idx="6327">
                  <c:v>-18.635038366838018</c:v>
                </c:pt>
                <c:pt idx="6328">
                  <c:v>-18.636375579694004</c:v>
                </c:pt>
                <c:pt idx="6329">
                  <c:v>-18.637712094859012</c:v>
                </c:pt>
                <c:pt idx="6330">
                  <c:v>-18.639047912586989</c:v>
                </c:pt>
                <c:pt idx="6331">
                  <c:v>-18.640383033135976</c:v>
                </c:pt>
                <c:pt idx="6332">
                  <c:v>-18.641717456764013</c:v>
                </c:pt>
                <c:pt idx="6333">
                  <c:v>-18.643051183726982</c:v>
                </c:pt>
                <c:pt idx="6334">
                  <c:v>-18.644384214282013</c:v>
                </c:pt>
                <c:pt idx="6335">
                  <c:v>-18.645716548684987</c:v>
                </c:pt>
                <c:pt idx="6336">
                  <c:v>-18.647048187193008</c:v>
                </c:pt>
                <c:pt idx="6337">
                  <c:v>-18.648379130063006</c:v>
                </c:pt>
                <c:pt idx="6338">
                  <c:v>-18.649709377549982</c:v>
                </c:pt>
                <c:pt idx="6339">
                  <c:v>-18.65103892991101</c:v>
                </c:pt>
                <c:pt idx="6340">
                  <c:v>-18.652367787402994</c:v>
                </c:pt>
                <c:pt idx="6341">
                  <c:v>-18.653695950279001</c:v>
                </c:pt>
                <c:pt idx="6342">
                  <c:v>-18.65502341879801</c:v>
                </c:pt>
                <c:pt idx="6343">
                  <c:v>-18.656350193214024</c:v>
                </c:pt>
                <c:pt idx="6344">
                  <c:v>-18.657676273782016</c:v>
                </c:pt>
                <c:pt idx="6345">
                  <c:v>-18.659001660759998</c:v>
                </c:pt>
                <c:pt idx="6346">
                  <c:v>-18.660326354401008</c:v>
                </c:pt>
                <c:pt idx="6347">
                  <c:v>-18.661650354960983</c:v>
                </c:pt>
                <c:pt idx="6348">
                  <c:v>-18.662973662694014</c:v>
                </c:pt>
                <c:pt idx="6349">
                  <c:v>-18.664296277858</c:v>
                </c:pt>
                <c:pt idx="6350">
                  <c:v>-18.665618200705012</c:v>
                </c:pt>
                <c:pt idx="6351">
                  <c:v>-18.666939431489993</c:v>
                </c:pt>
                <c:pt idx="6352">
                  <c:v>-18.668259970468995</c:v>
                </c:pt>
                <c:pt idx="6353">
                  <c:v>-18.669579817894999</c:v>
                </c:pt>
                <c:pt idx="6354">
                  <c:v>-18.670898974023004</c:v>
                </c:pt>
                <c:pt idx="6355">
                  <c:v>-18.672217439109005</c:v>
                </c:pt>
                <c:pt idx="6356">
                  <c:v>-18.673535213404989</c:v>
                </c:pt>
                <c:pt idx="6357">
                  <c:v>-18.674852297164989</c:v>
                </c:pt>
                <c:pt idx="6358">
                  <c:v>-18.676168690645</c:v>
                </c:pt>
                <c:pt idx="6359">
                  <c:v>-18.677484394096979</c:v>
                </c:pt>
                <c:pt idx="6360">
                  <c:v>-18.678799407776012</c:v>
                </c:pt>
                <c:pt idx="6361">
                  <c:v>-18.680113731933005</c:v>
                </c:pt>
                <c:pt idx="6362">
                  <c:v>-18.681427366824011</c:v>
                </c:pt>
                <c:pt idx="6363">
                  <c:v>-18.682740312703004</c:v>
                </c:pt>
                <c:pt idx="6364">
                  <c:v>-18.684052569819983</c:v>
                </c:pt>
                <c:pt idx="6365">
                  <c:v>-18.685364138430998</c:v>
                </c:pt>
                <c:pt idx="6366">
                  <c:v>-18.68667501878798</c:v>
                </c:pt>
                <c:pt idx="6367">
                  <c:v>-18.687985211143001</c:v>
                </c:pt>
                <c:pt idx="6368">
                  <c:v>-18.689294715751004</c:v>
                </c:pt>
                <c:pt idx="6369">
                  <c:v>-18.690603532863008</c:v>
                </c:pt>
                <c:pt idx="6370">
                  <c:v>-18.691911662732991</c:v>
                </c:pt>
                <c:pt idx="6371">
                  <c:v>-18.693219105609984</c:v>
                </c:pt>
                <c:pt idx="6372">
                  <c:v>-18.694525861751004</c:v>
                </c:pt>
                <c:pt idx="6373">
                  <c:v>-18.695831931404996</c:v>
                </c:pt>
                <c:pt idx="6374">
                  <c:v>-18.697137314824005</c:v>
                </c:pt>
                <c:pt idx="6375">
                  <c:v>-18.698442012263001</c:v>
                </c:pt>
                <c:pt idx="6376">
                  <c:v>-18.699746023971016</c:v>
                </c:pt>
                <c:pt idx="6377">
                  <c:v>-18.701049350200009</c:v>
                </c:pt>
                <c:pt idx="6378">
                  <c:v>-18.702351991202988</c:v>
                </c:pt>
                <c:pt idx="6379">
                  <c:v>-18.703653947231004</c:v>
                </c:pt>
                <c:pt idx="6380">
                  <c:v>-18.704955218533996</c:v>
                </c:pt>
                <c:pt idx="6381">
                  <c:v>-18.706255805365004</c:v>
                </c:pt>
                <c:pt idx="6382">
                  <c:v>-18.70755570797499</c:v>
                </c:pt>
                <c:pt idx="6383">
                  <c:v>-18.708854926614976</c:v>
                </c:pt>
                <c:pt idx="6384">
                  <c:v>-18.710153461535015</c:v>
                </c:pt>
                <c:pt idx="6385">
                  <c:v>-18.711451312986981</c:v>
                </c:pt>
                <c:pt idx="6386">
                  <c:v>-18.712748481221013</c:v>
                </c:pt>
                <c:pt idx="6387">
                  <c:v>-18.714044966486995</c:v>
                </c:pt>
                <c:pt idx="6388">
                  <c:v>-18.715340769038022</c:v>
                </c:pt>
                <c:pt idx="6389">
                  <c:v>-18.716635889121989</c:v>
                </c:pt>
                <c:pt idx="6390">
                  <c:v>-18.717930326989006</c:v>
                </c:pt>
                <c:pt idx="6391">
                  <c:v>-18.719224082891003</c:v>
                </c:pt>
                <c:pt idx="6392">
                  <c:v>-18.720517157076983</c:v>
                </c:pt>
                <c:pt idx="6393">
                  <c:v>-18.721809549796006</c:v>
                </c:pt>
                <c:pt idx="6394">
                  <c:v>-18.723101261300002</c:v>
                </c:pt>
                <c:pt idx="6395">
                  <c:v>-18.724392291838001</c:v>
                </c:pt>
                <c:pt idx="6396">
                  <c:v>-18.725682641659006</c:v>
                </c:pt>
                <c:pt idx="6397">
                  <c:v>-18.726972311010996</c:v>
                </c:pt>
                <c:pt idx="6398">
                  <c:v>-18.728261300147011</c:v>
                </c:pt>
                <c:pt idx="6399">
                  <c:v>-18.729549609314006</c:v>
                </c:pt>
                <c:pt idx="6400">
                  <c:v>-18.730837238760017</c:v>
                </c:pt>
                <c:pt idx="6401">
                  <c:v>-18.732124188736009</c:v>
                </c:pt>
                <c:pt idx="6402">
                  <c:v>-18.733410459490983</c:v>
                </c:pt>
                <c:pt idx="6403">
                  <c:v>-18.73469605127201</c:v>
                </c:pt>
                <c:pt idx="6404">
                  <c:v>-18.735980964329002</c:v>
                </c:pt>
                <c:pt idx="6405">
                  <c:v>-18.737265198911018</c:v>
                </c:pt>
                <c:pt idx="6406">
                  <c:v>-18.738548755264986</c:v>
                </c:pt>
                <c:pt idx="6407">
                  <c:v>-18.739831633640023</c:v>
                </c:pt>
                <c:pt idx="6408">
                  <c:v>-18.741113834284988</c:v>
                </c:pt>
                <c:pt idx="6409">
                  <c:v>-18.742395357447975</c:v>
                </c:pt>
                <c:pt idx="6410">
                  <c:v>-18.743676203374008</c:v>
                </c:pt>
                <c:pt idx="6411">
                  <c:v>-18.744956372315983</c:v>
                </c:pt>
                <c:pt idx="6412">
                  <c:v>-18.746235864518013</c:v>
                </c:pt>
                <c:pt idx="6413">
                  <c:v>-18.747514680227994</c:v>
                </c:pt>
                <c:pt idx="6414">
                  <c:v>-18.748792819695979</c:v>
                </c:pt>
                <c:pt idx="6415">
                  <c:v>-18.750070283166991</c:v>
                </c:pt>
                <c:pt idx="6416">
                  <c:v>-18.751347070887988</c:v>
                </c:pt>
                <c:pt idx="6417">
                  <c:v>-18.752623183108994</c:v>
                </c:pt>
                <c:pt idx="6418">
                  <c:v>-18.753898620075006</c:v>
                </c:pt>
                <c:pt idx="6419">
                  <c:v>-18.755173382033007</c:v>
                </c:pt>
                <c:pt idx="6420">
                  <c:v>-18.756447469230011</c:v>
                </c:pt>
                <c:pt idx="6421">
                  <c:v>-18.757720881913997</c:v>
                </c:pt>
                <c:pt idx="6422">
                  <c:v>-18.758993620331012</c:v>
                </c:pt>
                <c:pt idx="6423">
                  <c:v>-18.760265684725994</c:v>
                </c:pt>
                <c:pt idx="6424">
                  <c:v>-18.761537075348002</c:v>
                </c:pt>
                <c:pt idx="6425">
                  <c:v>-18.762807792440981</c:v>
                </c:pt>
                <c:pt idx="6426">
                  <c:v>-18.764077836252</c:v>
                </c:pt>
                <c:pt idx="6427">
                  <c:v>-18.765347207029009</c:v>
                </c:pt>
                <c:pt idx="6428">
                  <c:v>-18.766615905015982</c:v>
                </c:pt>
                <c:pt idx="6429">
                  <c:v>-18.767883930457998</c:v>
                </c:pt>
                <c:pt idx="6430">
                  <c:v>-18.76915128360298</c:v>
                </c:pt>
                <c:pt idx="6431">
                  <c:v>-18.770417964695014</c:v>
                </c:pt>
                <c:pt idx="6432">
                  <c:v>-18.771683973980004</c:v>
                </c:pt>
                <c:pt idx="6433">
                  <c:v>-18.772949311704991</c:v>
                </c:pt>
                <c:pt idx="6434">
                  <c:v>-18.774213978113011</c:v>
                </c:pt>
                <c:pt idx="6435">
                  <c:v>-18.77547797345099</c:v>
                </c:pt>
                <c:pt idx="6436">
                  <c:v>-18.776741297962019</c:v>
                </c:pt>
                <c:pt idx="6437">
                  <c:v>-18.778003951892998</c:v>
                </c:pt>
                <c:pt idx="6438">
                  <c:v>-18.779265935489008</c:v>
                </c:pt>
                <c:pt idx="6439">
                  <c:v>-18.780527248992001</c:v>
                </c:pt>
                <c:pt idx="6440">
                  <c:v>-18.781787892649987</c:v>
                </c:pt>
                <c:pt idx="6441">
                  <c:v>-18.783047866706994</c:v>
                </c:pt>
                <c:pt idx="6442">
                  <c:v>-18.784307171405004</c:v>
                </c:pt>
                <c:pt idx="6443">
                  <c:v>-18.785565806990007</c:v>
                </c:pt>
                <c:pt idx="6444">
                  <c:v>-18.786823773707994</c:v>
                </c:pt>
                <c:pt idx="6445">
                  <c:v>-18.788081071800008</c:v>
                </c:pt>
                <c:pt idx="6446">
                  <c:v>-18.789337701509993</c:v>
                </c:pt>
                <c:pt idx="6447">
                  <c:v>-18.790593663084991</c:v>
                </c:pt>
                <c:pt idx="6448">
                  <c:v>-18.791848956767012</c:v>
                </c:pt>
                <c:pt idx="6449">
                  <c:v>-18.793103582797983</c:v>
                </c:pt>
                <c:pt idx="6450">
                  <c:v>-18.794357541425001</c:v>
                </c:pt>
                <c:pt idx="6451">
                  <c:v>-18.795610832888997</c:v>
                </c:pt>
                <c:pt idx="6452">
                  <c:v>-18.796863457434</c:v>
                </c:pt>
                <c:pt idx="6453">
                  <c:v>-18.798115415302988</c:v>
                </c:pt>
                <c:pt idx="6454">
                  <c:v>-18.799366706739988</c:v>
                </c:pt>
                <c:pt idx="6455">
                  <c:v>-18.800617331986018</c:v>
                </c:pt>
                <c:pt idx="6456">
                  <c:v>-18.801867291286982</c:v>
                </c:pt>
                <c:pt idx="6457">
                  <c:v>-18.803116584884009</c:v>
                </c:pt>
                <c:pt idx="6458">
                  <c:v>-18.804365213018997</c:v>
                </c:pt>
                <c:pt idx="6459">
                  <c:v>-18.80561317593498</c:v>
                </c:pt>
                <c:pt idx="6460">
                  <c:v>-18.806860473876014</c:v>
                </c:pt>
                <c:pt idx="6461">
                  <c:v>-18.80810710708198</c:v>
                </c:pt>
                <c:pt idx="6462">
                  <c:v>-18.80935307579702</c:v>
                </c:pt>
                <c:pt idx="6463">
                  <c:v>-18.810598380263002</c:v>
                </c:pt>
                <c:pt idx="6464">
                  <c:v>-18.811843020721</c:v>
                </c:pt>
                <c:pt idx="6465">
                  <c:v>-18.813086997412995</c:v>
                </c:pt>
                <c:pt idx="6466">
                  <c:v>-18.814330310582989</c:v>
                </c:pt>
                <c:pt idx="6467">
                  <c:v>-18.815572960471002</c:v>
                </c:pt>
                <c:pt idx="6468">
                  <c:v>-18.816814947316999</c:v>
                </c:pt>
                <c:pt idx="6469">
                  <c:v>-18.818056271365009</c:v>
                </c:pt>
                <c:pt idx="6470">
                  <c:v>-18.819296932855991</c:v>
                </c:pt>
                <c:pt idx="6471">
                  <c:v>-18.820536932031018</c:v>
                </c:pt>
                <c:pt idx="6472">
                  <c:v>-18.821776269129998</c:v>
                </c:pt>
                <c:pt idx="6473">
                  <c:v>-18.823014944395993</c:v>
                </c:pt>
                <c:pt idx="6474">
                  <c:v>-18.824252958069991</c:v>
                </c:pt>
                <c:pt idx="6475">
                  <c:v>-18.825490310389995</c:v>
                </c:pt>
                <c:pt idx="6476">
                  <c:v>-18.826727001599011</c:v>
                </c:pt>
                <c:pt idx="6477">
                  <c:v>-18.827963031937998</c:v>
                </c:pt>
                <c:pt idx="6478">
                  <c:v>-18.829198401645982</c:v>
                </c:pt>
                <c:pt idx="6479">
                  <c:v>-18.830433110965004</c:v>
                </c:pt>
                <c:pt idx="6480">
                  <c:v>-18.831667160133975</c:v>
                </c:pt>
                <c:pt idx="6481">
                  <c:v>-18.832900549393003</c:v>
                </c:pt>
                <c:pt idx="6482">
                  <c:v>-18.834133278983984</c:v>
                </c:pt>
                <c:pt idx="6483">
                  <c:v>-18.835365349146002</c:v>
                </c:pt>
                <c:pt idx="6484">
                  <c:v>-18.836596760117999</c:v>
                </c:pt>
                <c:pt idx="6485">
                  <c:v>-18.837827512139995</c:v>
                </c:pt>
                <c:pt idx="6486">
                  <c:v>-18.839057605453007</c:v>
                </c:pt>
                <c:pt idx="6487">
                  <c:v>-18.840287040294982</c:v>
                </c:pt>
                <c:pt idx="6488">
                  <c:v>-18.841515816905996</c:v>
                </c:pt>
                <c:pt idx="6489">
                  <c:v>-18.842743935525988</c:v>
                </c:pt>
                <c:pt idx="6490">
                  <c:v>-18.843971396394011</c:v>
                </c:pt>
                <c:pt idx="6491">
                  <c:v>-18.845198199746989</c:v>
                </c:pt>
                <c:pt idx="6492">
                  <c:v>-18.846424345826989</c:v>
                </c:pt>
                <c:pt idx="6493">
                  <c:v>-18.847649834872016</c:v>
                </c:pt>
                <c:pt idx="6494">
                  <c:v>-18.848874667119986</c:v>
                </c:pt>
                <c:pt idx="6495">
                  <c:v>-18.850098842811008</c:v>
                </c:pt>
                <c:pt idx="6496">
                  <c:v>-18.851322362182998</c:v>
                </c:pt>
                <c:pt idx="6497">
                  <c:v>-18.852545225474017</c:v>
                </c:pt>
                <c:pt idx="6498">
                  <c:v>-18.853767432920989</c:v>
                </c:pt>
                <c:pt idx="6499">
                  <c:v>-18.854988984765981</c:v>
                </c:pt>
                <c:pt idx="6500">
                  <c:v>-18.856209881245007</c:v>
                </c:pt>
                <c:pt idx="6501">
                  <c:v>-18.857430122594991</c:v>
                </c:pt>
                <c:pt idx="6502">
                  <c:v>-18.85864970905601</c:v>
                </c:pt>
                <c:pt idx="6503">
                  <c:v>-18.859868640865983</c:v>
                </c:pt>
                <c:pt idx="6504">
                  <c:v>-18.861086918259986</c:v>
                </c:pt>
                <c:pt idx="6505">
                  <c:v>-18.862304541478011</c:v>
                </c:pt>
                <c:pt idx="6506">
                  <c:v>-18.863521510757977</c:v>
                </c:pt>
                <c:pt idx="6507">
                  <c:v>-18.864737826335016</c:v>
                </c:pt>
                <c:pt idx="6508">
                  <c:v>-18.865953488447985</c:v>
                </c:pt>
                <c:pt idx="6509">
                  <c:v>-18.867168497334006</c:v>
                </c:pt>
                <c:pt idx="6510">
                  <c:v>-18.868382853230997</c:v>
                </c:pt>
                <c:pt idx="6511">
                  <c:v>-18.869596556372983</c:v>
                </c:pt>
                <c:pt idx="6512">
                  <c:v>-18.870809607000012</c:v>
                </c:pt>
                <c:pt idx="6513">
                  <c:v>-18.872022005347986</c:v>
                </c:pt>
                <c:pt idx="6514">
                  <c:v>-18.873233751653004</c:v>
                </c:pt>
                <c:pt idx="6515">
                  <c:v>-18.874444846151988</c:v>
                </c:pt>
                <c:pt idx="6516">
                  <c:v>-18.875655289082005</c:v>
                </c:pt>
                <c:pt idx="6517">
                  <c:v>-18.876865080678016</c:v>
                </c:pt>
                <c:pt idx="6518">
                  <c:v>-18.878074221177997</c:v>
                </c:pt>
                <c:pt idx="6519">
                  <c:v>-18.879282710816994</c:v>
                </c:pt>
                <c:pt idx="6520">
                  <c:v>-18.880490549830995</c:v>
                </c:pt>
                <c:pt idx="6521">
                  <c:v>-18.881697738456012</c:v>
                </c:pt>
                <c:pt idx="6522">
                  <c:v>-18.882904276928997</c:v>
                </c:pt>
                <c:pt idx="6523">
                  <c:v>-18.884110165484003</c:v>
                </c:pt>
                <c:pt idx="6524">
                  <c:v>-18.885315404357016</c:v>
                </c:pt>
                <c:pt idx="6525">
                  <c:v>-18.886519993785981</c:v>
                </c:pt>
                <c:pt idx="6526">
                  <c:v>-18.887723934002992</c:v>
                </c:pt>
                <c:pt idx="6527">
                  <c:v>-18.888927225244998</c:v>
                </c:pt>
                <c:pt idx="6528">
                  <c:v>-18.890129867747021</c:v>
                </c:pt>
                <c:pt idx="6529">
                  <c:v>-18.891331861744987</c:v>
                </c:pt>
                <c:pt idx="6530">
                  <c:v>-18.89253320747099</c:v>
                </c:pt>
                <c:pt idx="6531">
                  <c:v>-18.893733905163998</c:v>
                </c:pt>
                <c:pt idx="6532">
                  <c:v>-18.89493395505599</c:v>
                </c:pt>
                <c:pt idx="6533">
                  <c:v>-18.896133357384002</c:v>
                </c:pt>
                <c:pt idx="6534">
                  <c:v>-18.89733211237899</c:v>
                </c:pt>
                <c:pt idx="6535">
                  <c:v>-18.898530220279014</c:v>
                </c:pt>
                <c:pt idx="6536">
                  <c:v>-18.899727681315994</c:v>
                </c:pt>
                <c:pt idx="6537">
                  <c:v>-18.900924495726002</c:v>
                </c:pt>
                <c:pt idx="6538">
                  <c:v>-18.902120663742011</c:v>
                </c:pt>
                <c:pt idx="6539">
                  <c:v>-18.903316185598982</c:v>
                </c:pt>
                <c:pt idx="6540">
                  <c:v>-18.904511061530002</c:v>
                </c:pt>
                <c:pt idx="6541">
                  <c:v>-18.905705291770005</c:v>
                </c:pt>
                <c:pt idx="6542">
                  <c:v>-18.90689887655202</c:v>
                </c:pt>
                <c:pt idx="6543">
                  <c:v>-18.908091816108993</c:v>
                </c:pt>
                <c:pt idx="6544">
                  <c:v>-18.909284110675998</c:v>
                </c:pt>
                <c:pt idx="6545">
                  <c:v>-18.910475760486008</c:v>
                </c:pt>
                <c:pt idx="6546">
                  <c:v>-18.911666765772992</c:v>
                </c:pt>
                <c:pt idx="6547">
                  <c:v>-18.912857126767022</c:v>
                </c:pt>
                <c:pt idx="6548">
                  <c:v>-18.914046843705989</c:v>
                </c:pt>
                <c:pt idx="6549">
                  <c:v>-18.915235916819</c:v>
                </c:pt>
                <c:pt idx="6550">
                  <c:v>-18.916424346341017</c:v>
                </c:pt>
                <c:pt idx="6551">
                  <c:v>-18.917612132504985</c:v>
                </c:pt>
                <c:pt idx="6552">
                  <c:v>-18.918799275542</c:v>
                </c:pt>
                <c:pt idx="6553">
                  <c:v>-18.919985775686001</c:v>
                </c:pt>
                <c:pt idx="6554">
                  <c:v>-18.921171633170019</c:v>
                </c:pt>
                <c:pt idx="6555">
                  <c:v>-18.922356848225007</c:v>
                </c:pt>
                <c:pt idx="6556">
                  <c:v>-18.923541421083996</c:v>
                </c:pt>
                <c:pt idx="6557">
                  <c:v>-18.924725351978992</c:v>
                </c:pt>
                <c:pt idx="6558">
                  <c:v>-18.925908641142996</c:v>
                </c:pt>
                <c:pt idx="6559">
                  <c:v>-18.927091288808015</c:v>
                </c:pt>
                <c:pt idx="6560">
                  <c:v>-18.928273295202985</c:v>
                </c:pt>
                <c:pt idx="6561">
                  <c:v>-18.929454660564005</c:v>
                </c:pt>
                <c:pt idx="6562">
                  <c:v>-18.930635385120013</c:v>
                </c:pt>
                <c:pt idx="6563">
                  <c:v>-18.931815469102986</c:v>
                </c:pt>
                <c:pt idx="6564">
                  <c:v>-18.932994912745016</c:v>
                </c:pt>
                <c:pt idx="6565">
                  <c:v>-18.934173716277996</c:v>
                </c:pt>
                <c:pt idx="6566">
                  <c:v>-18.935351879932</c:v>
                </c:pt>
                <c:pt idx="6567">
                  <c:v>-18.936529403939005</c:v>
                </c:pt>
                <c:pt idx="6568">
                  <c:v>-18.937706288530023</c:v>
                </c:pt>
                <c:pt idx="6569">
                  <c:v>-18.938882533935015</c:v>
                </c:pt>
                <c:pt idx="6570">
                  <c:v>-18.940058140385986</c:v>
                </c:pt>
                <c:pt idx="6571">
                  <c:v>-18.941233108114005</c:v>
                </c:pt>
                <c:pt idx="6572">
                  <c:v>-18.942407437349999</c:v>
                </c:pt>
                <c:pt idx="6573">
                  <c:v>-18.943581128322023</c:v>
                </c:pt>
                <c:pt idx="6574">
                  <c:v>-18.944754181262994</c:v>
                </c:pt>
                <c:pt idx="6575">
                  <c:v>-18.945926596402984</c:v>
                </c:pt>
                <c:pt idx="6576">
                  <c:v>-18.947098373971016</c:v>
                </c:pt>
                <c:pt idx="6577">
                  <c:v>-18.948269514198984</c:v>
                </c:pt>
                <c:pt idx="6578">
                  <c:v>-18.949440017315993</c:v>
                </c:pt>
                <c:pt idx="6579">
                  <c:v>-18.95060988355101</c:v>
                </c:pt>
                <c:pt idx="6580">
                  <c:v>-18.951779113136013</c:v>
                </c:pt>
                <c:pt idx="6581">
                  <c:v>-18.952947706299994</c:v>
                </c:pt>
                <c:pt idx="6582">
                  <c:v>-18.954115663271978</c:v>
                </c:pt>
                <c:pt idx="6583">
                  <c:v>-18.955282984282007</c:v>
                </c:pt>
                <c:pt idx="6584">
                  <c:v>-18.956449669560982</c:v>
                </c:pt>
                <c:pt idx="6585">
                  <c:v>-18.957615719336019</c:v>
                </c:pt>
                <c:pt idx="6586">
                  <c:v>-18.958781133835998</c:v>
                </c:pt>
                <c:pt idx="6587">
                  <c:v>-18.959945913292017</c:v>
                </c:pt>
                <c:pt idx="6588">
                  <c:v>-18.961110057933013</c:v>
                </c:pt>
                <c:pt idx="6589">
                  <c:v>-18.962273567985989</c:v>
                </c:pt>
                <c:pt idx="6590">
                  <c:v>-18.963436443682014</c:v>
                </c:pt>
                <c:pt idx="6591">
                  <c:v>-18.964598685249996</c:v>
                </c:pt>
                <c:pt idx="6592">
                  <c:v>-18.965760292915007</c:v>
                </c:pt>
                <c:pt idx="6593">
                  <c:v>-18.966921266910987</c:v>
                </c:pt>
                <c:pt idx="6594">
                  <c:v>-18.968081607461983</c:v>
                </c:pt>
                <c:pt idx="6595">
                  <c:v>-18.969241314799007</c:v>
                </c:pt>
                <c:pt idx="6596">
                  <c:v>-18.970400389147983</c:v>
                </c:pt>
                <c:pt idx="6597">
                  <c:v>-18.971558830740008</c:v>
                </c:pt>
                <c:pt idx="6598">
                  <c:v>-18.972716639801007</c:v>
                </c:pt>
                <c:pt idx="6599">
                  <c:v>-18.973873816558012</c:v>
                </c:pt>
                <c:pt idx="6600">
                  <c:v>-18.975030361242005</c:v>
                </c:pt>
                <c:pt idx="6601">
                  <c:v>-18.976282862212997</c:v>
                </c:pt>
                <c:pt idx="6602">
                  <c:v>-18.977534731565981</c:v>
                </c:pt>
                <c:pt idx="6603">
                  <c:v>-18.978785969526001</c:v>
                </c:pt>
                <c:pt idx="6604">
                  <c:v>-18.980036576321993</c:v>
                </c:pt>
                <c:pt idx="6605">
                  <c:v>-18.981286552181018</c:v>
                </c:pt>
                <c:pt idx="6606">
                  <c:v>-18.982535897332014</c:v>
                </c:pt>
                <c:pt idx="6607">
                  <c:v>-18.983784611998999</c:v>
                </c:pt>
                <c:pt idx="6608">
                  <c:v>-18.985032696410997</c:v>
                </c:pt>
                <c:pt idx="6609">
                  <c:v>-18.986280150793988</c:v>
                </c:pt>
                <c:pt idx="6610">
                  <c:v>-18.987526975376994</c:v>
                </c:pt>
                <c:pt idx="6611">
                  <c:v>-18.988773170383979</c:v>
                </c:pt>
                <c:pt idx="6612">
                  <c:v>-18.990018736042003</c:v>
                </c:pt>
                <c:pt idx="6613">
                  <c:v>-18.991263672580999</c:v>
                </c:pt>
                <c:pt idx="6614">
                  <c:v>-18.992507980222996</c:v>
                </c:pt>
                <c:pt idx="6615">
                  <c:v>-18.993751659197017</c:v>
                </c:pt>
                <c:pt idx="6616">
                  <c:v>-18.99499470972799</c:v>
                </c:pt>
                <c:pt idx="6617">
                  <c:v>-18.996237132044001</c:v>
                </c:pt>
                <c:pt idx="6618">
                  <c:v>-18.997478926368984</c:v>
                </c:pt>
                <c:pt idx="6619">
                  <c:v>-18.99872009293</c:v>
                </c:pt>
                <c:pt idx="6620">
                  <c:v>-18.999960631952007</c:v>
                </c:pt>
                <c:pt idx="6621">
                  <c:v>-19.00120054366198</c:v>
                </c:pt>
                <c:pt idx="6622">
                  <c:v>-19.002439828284992</c:v>
                </c:pt>
                <c:pt idx="6623">
                  <c:v>-19.003678486045999</c:v>
                </c:pt>
                <c:pt idx="6624">
                  <c:v>-19.004916517173001</c:v>
                </c:pt>
                <c:pt idx="6625">
                  <c:v>-19.006153921888</c:v>
                </c:pt>
                <c:pt idx="6626">
                  <c:v>-19.007390700418995</c:v>
                </c:pt>
                <c:pt idx="6627">
                  <c:v>-19.008626852989011</c:v>
                </c:pt>
                <c:pt idx="6628">
                  <c:v>-19.009862379824995</c:v>
                </c:pt>
                <c:pt idx="6629">
                  <c:v>-19.011097281150001</c:v>
                </c:pt>
                <c:pt idx="6630">
                  <c:v>-19.012331557191004</c:v>
                </c:pt>
                <c:pt idx="6631">
                  <c:v>-19.013565208171002</c:v>
                </c:pt>
                <c:pt idx="6632">
                  <c:v>-19.014798234316004</c:v>
                </c:pt>
                <c:pt idx="6633">
                  <c:v>-19.016030635849006</c:v>
                </c:pt>
                <c:pt idx="6634">
                  <c:v>-19.017262412997013</c:v>
                </c:pt>
                <c:pt idx="6635">
                  <c:v>-19.018493565981998</c:v>
                </c:pt>
                <c:pt idx="6636">
                  <c:v>-19.01972409503</c:v>
                </c:pt>
                <c:pt idx="6637">
                  <c:v>-19.020954000364014</c:v>
                </c:pt>
                <c:pt idx="6638">
                  <c:v>-19.022183282208005</c:v>
                </c:pt>
                <c:pt idx="6639">
                  <c:v>-19.023411940788009</c:v>
                </c:pt>
                <c:pt idx="6640">
                  <c:v>-19.024639976326</c:v>
                </c:pt>
                <c:pt idx="6641">
                  <c:v>-19.025867389045999</c:v>
                </c:pt>
                <c:pt idx="6642">
                  <c:v>-19.027094179172025</c:v>
                </c:pt>
                <c:pt idx="6643">
                  <c:v>-19.028320346927984</c:v>
                </c:pt>
                <c:pt idx="6644">
                  <c:v>-19.029545892537016</c:v>
                </c:pt>
                <c:pt idx="6645">
                  <c:v>-19.030770816222997</c:v>
                </c:pt>
                <c:pt idx="6646">
                  <c:v>-19.031995118208016</c:v>
                </c:pt>
                <c:pt idx="6647">
                  <c:v>-19.033218798715978</c:v>
                </c:pt>
                <c:pt idx="6648">
                  <c:v>-19.03444185797099</c:v>
                </c:pt>
                <c:pt idx="6649">
                  <c:v>-19.035664296195023</c:v>
                </c:pt>
                <c:pt idx="6650">
                  <c:v>-19.036886113611985</c:v>
                </c:pt>
                <c:pt idx="6651">
                  <c:v>-19.038107310442996</c:v>
                </c:pt>
                <c:pt idx="6652">
                  <c:v>-19.039327886912986</c:v>
                </c:pt>
                <c:pt idx="6653">
                  <c:v>-19.040547843241995</c:v>
                </c:pt>
                <c:pt idx="6654">
                  <c:v>-19.041767179656006</c:v>
                </c:pt>
                <c:pt idx="6655">
                  <c:v>-19.042985896374006</c:v>
                </c:pt>
                <c:pt idx="6656">
                  <c:v>-19.044203993621011</c:v>
                </c:pt>
                <c:pt idx="6657">
                  <c:v>-19.045421471615981</c:v>
                </c:pt>
                <c:pt idx="6658">
                  <c:v>-19.046638330584017</c:v>
                </c:pt>
                <c:pt idx="6659">
                  <c:v>-19.047854570747973</c:v>
                </c:pt>
                <c:pt idx="6660">
                  <c:v>-19.049070192327008</c:v>
                </c:pt>
                <c:pt idx="6661">
                  <c:v>-19.050285195544006</c:v>
                </c:pt>
                <c:pt idx="6662">
                  <c:v>-19.051499580620998</c:v>
                </c:pt>
                <c:pt idx="6663">
                  <c:v>-19.052713347781008</c:v>
                </c:pt>
                <c:pt idx="6664">
                  <c:v>-19.053926497242003</c:v>
                </c:pt>
                <c:pt idx="6665">
                  <c:v>-19.055139029229991</c:v>
                </c:pt>
                <c:pt idx="6666">
                  <c:v>-19.056350943962002</c:v>
                </c:pt>
                <c:pt idx="6667">
                  <c:v>-19.057562241662993</c:v>
                </c:pt>
                <c:pt idx="6668">
                  <c:v>-19.058772922552009</c:v>
                </c:pt>
                <c:pt idx="6669">
                  <c:v>-19.059982986850002</c:v>
                </c:pt>
                <c:pt idx="6670">
                  <c:v>-19.061192434779997</c:v>
                </c:pt>
                <c:pt idx="6671">
                  <c:v>-19.062401266559988</c:v>
                </c:pt>
                <c:pt idx="6672">
                  <c:v>-19.063609482413995</c:v>
                </c:pt>
                <c:pt idx="6673">
                  <c:v>-19.064817082560012</c:v>
                </c:pt>
                <c:pt idx="6674">
                  <c:v>-19.06602406722098</c:v>
                </c:pt>
                <c:pt idx="6675">
                  <c:v>-19.067230436615006</c:v>
                </c:pt>
                <c:pt idx="6676">
                  <c:v>-19.068436190964974</c:v>
                </c:pt>
                <c:pt idx="6677">
                  <c:v>-19.069641330490015</c:v>
                </c:pt>
                <c:pt idx="6678">
                  <c:v>-19.070845855409999</c:v>
                </c:pt>
                <c:pt idx="6679">
                  <c:v>-19.072049765944996</c:v>
                </c:pt>
                <c:pt idx="6680">
                  <c:v>-19.073253062316013</c:v>
                </c:pt>
                <c:pt idx="6681">
                  <c:v>-19.074455744741982</c:v>
                </c:pt>
                <c:pt idx="6682">
                  <c:v>-19.075657813443001</c:v>
                </c:pt>
                <c:pt idx="6683">
                  <c:v>-19.076859268641016</c:v>
                </c:pt>
                <c:pt idx="6684">
                  <c:v>-19.078060110552002</c:v>
                </c:pt>
                <c:pt idx="6685">
                  <c:v>-19.079260339398019</c:v>
                </c:pt>
                <c:pt idx="6686">
                  <c:v>-19.080459955397998</c:v>
                </c:pt>
                <c:pt idx="6687">
                  <c:v>-19.081658958771015</c:v>
                </c:pt>
                <c:pt idx="6688">
                  <c:v>-19.082857349736997</c:v>
                </c:pt>
                <c:pt idx="6689">
                  <c:v>-19.084055128513995</c:v>
                </c:pt>
                <c:pt idx="6690">
                  <c:v>-19.085252295322022</c:v>
                </c:pt>
                <c:pt idx="6691">
                  <c:v>-19.086448850381004</c:v>
                </c:pt>
                <c:pt idx="6692">
                  <c:v>-19.087644793907003</c:v>
                </c:pt>
                <c:pt idx="6693">
                  <c:v>-19.088840126120999</c:v>
                </c:pt>
                <c:pt idx="6694">
                  <c:v>-19.090034847242009</c:v>
                </c:pt>
                <c:pt idx="6695">
                  <c:v>-19.091228957486976</c:v>
                </c:pt>
                <c:pt idx="6696">
                  <c:v>-19.092422457076992</c:v>
                </c:pt>
                <c:pt idx="6697">
                  <c:v>-19.093615346227011</c:v>
                </c:pt>
                <c:pt idx="6698">
                  <c:v>-19.094807625158978</c:v>
                </c:pt>
                <c:pt idx="6699">
                  <c:v>-19.095999294088017</c:v>
                </c:pt>
                <c:pt idx="6700">
                  <c:v>-19.097190353235021</c:v>
                </c:pt>
                <c:pt idx="6701">
                  <c:v>-19.098380802815001</c:v>
                </c:pt>
                <c:pt idx="6702">
                  <c:v>-19.099570643050015</c:v>
                </c:pt>
                <c:pt idx="6703">
                  <c:v>-19.100759874153994</c:v>
                </c:pt>
                <c:pt idx="6704">
                  <c:v>-19.101948496346012</c:v>
                </c:pt>
                <c:pt idx="6705">
                  <c:v>-19.103136509845001</c:v>
                </c:pt>
                <c:pt idx="6706">
                  <c:v>-19.104323914866995</c:v>
                </c:pt>
                <c:pt idx="6707">
                  <c:v>-19.105510711631013</c:v>
                </c:pt>
                <c:pt idx="6708">
                  <c:v>-19.106696900352006</c:v>
                </c:pt>
                <c:pt idx="6709">
                  <c:v>-19.107882481251011</c:v>
                </c:pt>
                <c:pt idx="6710">
                  <c:v>-19.109067454540991</c:v>
                </c:pt>
                <c:pt idx="6711">
                  <c:v>-19.110251820443011</c:v>
                </c:pt>
                <c:pt idx="6712">
                  <c:v>-19.111435579171001</c:v>
                </c:pt>
                <c:pt idx="6713">
                  <c:v>-19.112618730944007</c:v>
                </c:pt>
                <c:pt idx="6714">
                  <c:v>-19.113801275977011</c:v>
                </c:pt>
                <c:pt idx="6715">
                  <c:v>-19.114983214486983</c:v>
                </c:pt>
                <c:pt idx="6716">
                  <c:v>-19.116164546693</c:v>
                </c:pt>
                <c:pt idx="6717">
                  <c:v>-19.117345272809985</c:v>
                </c:pt>
                <c:pt idx="6718">
                  <c:v>-19.118525393054</c:v>
                </c:pt>
                <c:pt idx="6719">
                  <c:v>-19.119704907642017</c:v>
                </c:pt>
                <c:pt idx="6720">
                  <c:v>-19.120883816789984</c:v>
                </c:pt>
                <c:pt idx="6721">
                  <c:v>-19.12206212071402</c:v>
                </c:pt>
                <c:pt idx="6722">
                  <c:v>-19.123239819630982</c:v>
                </c:pt>
                <c:pt idx="6723">
                  <c:v>-19.124416913755994</c:v>
                </c:pt>
                <c:pt idx="6724">
                  <c:v>-19.125593403305999</c:v>
                </c:pt>
                <c:pt idx="6725">
                  <c:v>-19.126769288495012</c:v>
                </c:pt>
                <c:pt idx="6726">
                  <c:v>-19.127944569541</c:v>
                </c:pt>
                <c:pt idx="6727">
                  <c:v>-19.129119246658007</c:v>
                </c:pt>
                <c:pt idx="6728">
                  <c:v>-19.130293320061014</c:v>
                </c:pt>
                <c:pt idx="6729">
                  <c:v>-19.131466789967988</c:v>
                </c:pt>
                <c:pt idx="6730">
                  <c:v>-19.132639656592005</c:v>
                </c:pt>
                <c:pt idx="6731">
                  <c:v>-19.133811920150009</c:v>
                </c:pt>
                <c:pt idx="6732">
                  <c:v>-19.134983580855987</c:v>
                </c:pt>
                <c:pt idx="6733">
                  <c:v>-19.136154638926001</c:v>
                </c:pt>
                <c:pt idx="6734">
                  <c:v>-19.137325094572986</c:v>
                </c:pt>
                <c:pt idx="6735">
                  <c:v>-19.138494948013999</c:v>
                </c:pt>
                <c:pt idx="6736">
                  <c:v>-19.139664199461976</c:v>
                </c:pt>
                <c:pt idx="6737">
                  <c:v>-19.140832849134995</c:v>
                </c:pt>
                <c:pt idx="6738">
                  <c:v>-19.142000897243008</c:v>
                </c:pt>
                <c:pt idx="6739">
                  <c:v>-19.143168344003982</c:v>
                </c:pt>
                <c:pt idx="6740">
                  <c:v>-19.144335189632017</c:v>
                </c:pt>
                <c:pt idx="6741">
                  <c:v>-19.145501434338996</c:v>
                </c:pt>
                <c:pt idx="6742">
                  <c:v>-19.146667078343</c:v>
                </c:pt>
                <c:pt idx="6743">
                  <c:v>-19.147832121854009</c:v>
                </c:pt>
                <c:pt idx="6744">
                  <c:v>-19.148996565089988</c:v>
                </c:pt>
                <c:pt idx="6745">
                  <c:v>-19.150160408261996</c:v>
                </c:pt>
                <c:pt idx="6746">
                  <c:v>-19.151323651585983</c:v>
                </c:pt>
                <c:pt idx="6747">
                  <c:v>-19.152486295274002</c:v>
                </c:pt>
                <c:pt idx="6748">
                  <c:v>-19.153648339541007</c:v>
                </c:pt>
                <c:pt idx="6749">
                  <c:v>-19.154809784598996</c:v>
                </c:pt>
                <c:pt idx="6750">
                  <c:v>-19.155970630663006</c:v>
                </c:pt>
                <c:pt idx="6751">
                  <c:v>-19.157130877947992</c:v>
                </c:pt>
                <c:pt idx="6752">
                  <c:v>-19.158290526662995</c:v>
                </c:pt>
                <c:pt idx="6753">
                  <c:v>-19.159449577024986</c:v>
                </c:pt>
                <c:pt idx="6754">
                  <c:v>-19.160608029244997</c:v>
                </c:pt>
                <c:pt idx="6755">
                  <c:v>-19.16176588353801</c:v>
                </c:pt>
                <c:pt idx="6756">
                  <c:v>-19.162923140114998</c:v>
                </c:pt>
                <c:pt idx="6757">
                  <c:v>-19.164079799190006</c:v>
                </c:pt>
                <c:pt idx="6758">
                  <c:v>-19.165235860975002</c:v>
                </c:pt>
                <c:pt idx="6759">
                  <c:v>-19.166391325684003</c:v>
                </c:pt>
                <c:pt idx="6760">
                  <c:v>-19.167546193528011</c:v>
                </c:pt>
                <c:pt idx="6761">
                  <c:v>-19.16870046471999</c:v>
                </c:pt>
                <c:pt idx="6762">
                  <c:v>-19.169854139474012</c:v>
                </c:pt>
                <c:pt idx="6763">
                  <c:v>-19.171007218</c:v>
                </c:pt>
                <c:pt idx="6764">
                  <c:v>-19.172159700512992</c:v>
                </c:pt>
                <c:pt idx="6765">
                  <c:v>-19.173311587222003</c:v>
                </c:pt>
                <c:pt idx="6766">
                  <c:v>-19.174462878340989</c:v>
                </c:pt>
                <c:pt idx="6767">
                  <c:v>-19.175613574081012</c:v>
                </c:pt>
                <c:pt idx="6768">
                  <c:v>-19.176763674654978</c:v>
                </c:pt>
                <c:pt idx="6769">
                  <c:v>-19.177913180273009</c:v>
                </c:pt>
                <c:pt idx="6770">
                  <c:v>-19.179062091148978</c:v>
                </c:pt>
                <c:pt idx="6771">
                  <c:v>-19.180210407493007</c:v>
                </c:pt>
                <c:pt idx="6772">
                  <c:v>-19.181358129518003</c:v>
                </c:pt>
                <c:pt idx="6773">
                  <c:v>-19.182505257433007</c:v>
                </c:pt>
                <c:pt idx="6774">
                  <c:v>-19.183651791451013</c:v>
                </c:pt>
                <c:pt idx="6775">
                  <c:v>-19.184797731782993</c:v>
                </c:pt>
                <c:pt idx="6776">
                  <c:v>-19.185943078640008</c:v>
                </c:pt>
                <c:pt idx="6777">
                  <c:v>-19.187087832235022</c:v>
                </c:pt>
                <c:pt idx="6778">
                  <c:v>-19.188231992775002</c:v>
                </c:pt>
                <c:pt idx="6779">
                  <c:v>-19.189375560475014</c:v>
                </c:pt>
                <c:pt idx="6780">
                  <c:v>-19.190518535541997</c:v>
                </c:pt>
                <c:pt idx="6781">
                  <c:v>-19.191660918189996</c:v>
                </c:pt>
                <c:pt idx="6782">
                  <c:v>-19.192802708626999</c:v>
                </c:pt>
                <c:pt idx="6783">
                  <c:v>-19.193943907066</c:v>
                </c:pt>
                <c:pt idx="6784">
                  <c:v>-19.195084513715017</c:v>
                </c:pt>
                <c:pt idx="6785">
                  <c:v>-19.19622452878599</c:v>
                </c:pt>
                <c:pt idx="6786">
                  <c:v>-19.197363952489013</c:v>
                </c:pt>
                <c:pt idx="6787">
                  <c:v>-19.19850278503398</c:v>
                </c:pt>
                <c:pt idx="6788">
                  <c:v>-19.199641026631014</c:v>
                </c:pt>
                <c:pt idx="6789">
                  <c:v>-19.200778677488984</c:v>
                </c:pt>
                <c:pt idx="6790">
                  <c:v>-19.201915737820997</c:v>
                </c:pt>
                <c:pt idx="6791">
                  <c:v>-19.203052207832997</c:v>
                </c:pt>
                <c:pt idx="6792">
                  <c:v>-19.204188087736981</c:v>
                </c:pt>
                <c:pt idx="6793">
                  <c:v>-19.205323377742019</c:v>
                </c:pt>
                <c:pt idx="6794">
                  <c:v>-19.206458078057977</c:v>
                </c:pt>
                <c:pt idx="6795">
                  <c:v>-19.207592188894012</c:v>
                </c:pt>
                <c:pt idx="6796">
                  <c:v>-19.208725710458992</c:v>
                </c:pt>
                <c:pt idx="6797">
                  <c:v>-19.209858642962985</c:v>
                </c:pt>
                <c:pt idx="6798">
                  <c:v>-19.210990986615002</c:v>
                </c:pt>
                <c:pt idx="6799">
                  <c:v>-19.212122741624</c:v>
                </c:pt>
                <c:pt idx="6800">
                  <c:v>-19.213253908198993</c:v>
                </c:pt>
                <c:pt idx="6801">
                  <c:v>-19.214384486549022</c:v>
                </c:pt>
                <c:pt idx="6802">
                  <c:v>-19.215514476881992</c:v>
                </c:pt>
                <c:pt idx="6803">
                  <c:v>-19.21664387940902</c:v>
                </c:pt>
                <c:pt idx="6804">
                  <c:v>-19.217772694335991</c:v>
                </c:pt>
                <c:pt idx="6805">
                  <c:v>-19.218900921873995</c:v>
                </c:pt>
                <c:pt idx="6806">
                  <c:v>-19.220028562228975</c:v>
                </c:pt>
                <c:pt idx="6807">
                  <c:v>-19.221155615610996</c:v>
                </c:pt>
                <c:pt idx="6808">
                  <c:v>-19.22228208222802</c:v>
                </c:pt>
                <c:pt idx="6809">
                  <c:v>-19.223407962288007</c:v>
                </c:pt>
                <c:pt idx="6810">
                  <c:v>-19.224533256000001</c:v>
                </c:pt>
                <c:pt idx="6811">
                  <c:v>-19.225657963570001</c:v>
                </c:pt>
                <c:pt idx="6812">
                  <c:v>-19.226782085208015</c:v>
                </c:pt>
                <c:pt idx="6813">
                  <c:v>-19.227905621120982</c:v>
                </c:pt>
                <c:pt idx="6814">
                  <c:v>-19.229028571517006</c:v>
                </c:pt>
                <c:pt idx="6815">
                  <c:v>-19.230150936602996</c:v>
                </c:pt>
                <c:pt idx="6816">
                  <c:v>-19.231272716587995</c:v>
                </c:pt>
                <c:pt idx="6817">
                  <c:v>-19.232393911678002</c:v>
                </c:pt>
                <c:pt idx="6818">
                  <c:v>-19.233514522082004</c:v>
                </c:pt>
                <c:pt idx="6819">
                  <c:v>-19.234634548005005</c:v>
                </c:pt>
                <c:pt idx="6820">
                  <c:v>-19.235753989656018</c:v>
                </c:pt>
                <c:pt idx="6821">
                  <c:v>-19.236872847243006</c:v>
                </c:pt>
                <c:pt idx="6822">
                  <c:v>-19.237991120971003</c:v>
                </c:pt>
                <c:pt idx="6823">
                  <c:v>-19.239108811047998</c:v>
                </c:pt>
                <c:pt idx="6824">
                  <c:v>-19.240225917679993</c:v>
                </c:pt>
                <c:pt idx="6825">
                  <c:v>-19.241342441076</c:v>
                </c:pt>
                <c:pt idx="6826">
                  <c:v>-19.242458381440002</c:v>
                </c:pt>
                <c:pt idx="6827">
                  <c:v>-19.243573738981013</c:v>
                </c:pt>
                <c:pt idx="6828">
                  <c:v>-19.244688513902986</c:v>
                </c:pt>
                <c:pt idx="6829">
                  <c:v>-19.245802706416015</c:v>
                </c:pt>
                <c:pt idx="6830">
                  <c:v>-19.246916316721979</c:v>
                </c:pt>
                <c:pt idx="6831">
                  <c:v>-19.248029345030005</c:v>
                </c:pt>
                <c:pt idx="6832">
                  <c:v>-19.249141791547004</c:v>
                </c:pt>
                <c:pt idx="6833">
                  <c:v>-19.250253656476985</c:v>
                </c:pt>
                <c:pt idx="6834">
                  <c:v>-19.251364940027003</c:v>
                </c:pt>
                <c:pt idx="6835">
                  <c:v>-19.252475642402999</c:v>
                </c:pt>
                <c:pt idx="6836">
                  <c:v>-19.253585763811003</c:v>
                </c:pt>
                <c:pt idx="6837">
                  <c:v>-19.254695304455026</c:v>
                </c:pt>
                <c:pt idx="6838">
                  <c:v>-19.255804264543997</c:v>
                </c:pt>
                <c:pt idx="6839">
                  <c:v>-19.256912644280021</c:v>
                </c:pt>
                <c:pt idx="6840">
                  <c:v>-19.258020443870976</c:v>
                </c:pt>
                <c:pt idx="6841">
                  <c:v>-19.259127663521014</c:v>
                </c:pt>
                <c:pt idx="6842">
                  <c:v>-19.260234303435993</c:v>
                </c:pt>
                <c:pt idx="6843">
                  <c:v>-19.261340363822001</c:v>
                </c:pt>
                <c:pt idx="6844">
                  <c:v>-19.262445844882023</c:v>
                </c:pt>
                <c:pt idx="6845">
                  <c:v>-19.263550746823</c:v>
                </c:pt>
                <c:pt idx="6846">
                  <c:v>-19.264655069848999</c:v>
                </c:pt>
                <c:pt idx="6847">
                  <c:v>-19.265758814165991</c:v>
                </c:pt>
                <c:pt idx="6848">
                  <c:v>-19.266861979976994</c:v>
                </c:pt>
                <c:pt idx="6849">
                  <c:v>-19.267964567489003</c:v>
                </c:pt>
                <c:pt idx="6850">
                  <c:v>-19.269066576904009</c:v>
                </c:pt>
                <c:pt idx="6851">
                  <c:v>-19.27016800842901</c:v>
                </c:pt>
                <c:pt idx="6852">
                  <c:v>-19.271268862265998</c:v>
                </c:pt>
                <c:pt idx="6853">
                  <c:v>-19.272369138621997</c:v>
                </c:pt>
                <c:pt idx="6854">
                  <c:v>-19.273468837698999</c:v>
                </c:pt>
                <c:pt idx="6855">
                  <c:v>-19.274567959703006</c:v>
                </c:pt>
                <c:pt idx="6856">
                  <c:v>-19.275666504837005</c:v>
                </c:pt>
                <c:pt idx="6857">
                  <c:v>-19.276764473305008</c:v>
                </c:pt>
                <c:pt idx="6858">
                  <c:v>-19.277861865313014</c:v>
                </c:pt>
                <c:pt idx="6859">
                  <c:v>-19.278958681060999</c:v>
                </c:pt>
                <c:pt idx="6860">
                  <c:v>-19.28005492075701</c:v>
                </c:pt>
                <c:pt idx="6861">
                  <c:v>-19.281150584601022</c:v>
                </c:pt>
                <c:pt idx="6862">
                  <c:v>-19.282245672799007</c:v>
                </c:pt>
                <c:pt idx="6863">
                  <c:v>-19.283340185553016</c:v>
                </c:pt>
                <c:pt idx="6864">
                  <c:v>-19.284434123068991</c:v>
                </c:pt>
                <c:pt idx="6865">
                  <c:v>-19.285527485545998</c:v>
                </c:pt>
                <c:pt idx="6866">
                  <c:v>-19.286620273190977</c:v>
                </c:pt>
                <c:pt idx="6867">
                  <c:v>-19.287712486206004</c:v>
                </c:pt>
                <c:pt idx="6868">
                  <c:v>-19.288804124794012</c:v>
                </c:pt>
                <c:pt idx="6869">
                  <c:v>-19.289895189157988</c:v>
                </c:pt>
                <c:pt idx="6870">
                  <c:v>-19.290985679500011</c:v>
                </c:pt>
                <c:pt idx="6871">
                  <c:v>-19.292075596025995</c:v>
                </c:pt>
                <c:pt idx="6872">
                  <c:v>-19.293164938934012</c:v>
                </c:pt>
                <c:pt idx="6873">
                  <c:v>-19.294253708431</c:v>
                </c:pt>
                <c:pt idx="6874">
                  <c:v>-19.295341904716992</c:v>
                </c:pt>
                <c:pt idx="6875">
                  <c:v>-19.296429527995997</c:v>
                </c:pt>
                <c:pt idx="6876">
                  <c:v>-19.297516578467992</c:v>
                </c:pt>
                <c:pt idx="6877">
                  <c:v>-19.298603056337015</c:v>
                </c:pt>
                <c:pt idx="6878">
                  <c:v>-19.299688961807021</c:v>
                </c:pt>
                <c:pt idx="6879">
                  <c:v>-19.300774295076991</c:v>
                </c:pt>
                <c:pt idx="6880">
                  <c:v>-19.30185905635102</c:v>
                </c:pt>
                <c:pt idx="6881">
                  <c:v>-19.302943245829994</c:v>
                </c:pt>
                <c:pt idx="6882">
                  <c:v>-19.304026863717013</c:v>
                </c:pt>
                <c:pt idx="6883">
                  <c:v>-19.305109910211996</c:v>
                </c:pt>
                <c:pt idx="6884">
                  <c:v>-19.306192385518983</c:v>
                </c:pt>
                <c:pt idx="6885">
                  <c:v>-19.307274289837011</c:v>
                </c:pt>
                <c:pt idx="6886">
                  <c:v>-19.308355623370005</c:v>
                </c:pt>
                <c:pt idx="6887">
                  <c:v>-19.309436386317998</c:v>
                </c:pt>
                <c:pt idx="6888">
                  <c:v>-19.310516578882982</c:v>
                </c:pt>
                <c:pt idx="6889">
                  <c:v>-19.311596201267008</c:v>
                </c:pt>
                <c:pt idx="6890">
                  <c:v>-19.312675253668999</c:v>
                </c:pt>
                <c:pt idx="6891">
                  <c:v>-19.313753736292995</c:v>
                </c:pt>
                <c:pt idx="6892">
                  <c:v>-19.314831649337009</c:v>
                </c:pt>
                <c:pt idx="6893">
                  <c:v>-19.315908993004996</c:v>
                </c:pt>
                <c:pt idx="6894">
                  <c:v>-19.316985767494998</c:v>
                </c:pt>
                <c:pt idx="6895">
                  <c:v>-19.318061973010003</c:v>
                </c:pt>
                <c:pt idx="6896">
                  <c:v>-19.319137609749987</c:v>
                </c:pt>
                <c:pt idx="6897">
                  <c:v>-19.320212677916004</c:v>
                </c:pt>
                <c:pt idx="6898">
                  <c:v>-19.321287177707006</c:v>
                </c:pt>
                <c:pt idx="6899">
                  <c:v>-19.322361109325016</c:v>
                </c:pt>
                <c:pt idx="6900">
                  <c:v>-19.323434472969979</c:v>
                </c:pt>
                <c:pt idx="6901">
                  <c:v>-19.324589208538981</c:v>
                </c:pt>
                <c:pt idx="6902">
                  <c:v>-19.325743376535002</c:v>
                </c:pt>
                <c:pt idx="6903">
                  <c:v>-19.326896977160004</c:v>
                </c:pt>
                <c:pt idx="6904">
                  <c:v>-19.328050010612003</c:v>
                </c:pt>
                <c:pt idx="6905">
                  <c:v>-19.329202477091997</c:v>
                </c:pt>
                <c:pt idx="6906">
                  <c:v>-19.330354376797999</c:v>
                </c:pt>
                <c:pt idx="6907">
                  <c:v>-19.331505709932998</c:v>
                </c:pt>
                <c:pt idx="6908">
                  <c:v>-19.332656476693984</c:v>
                </c:pt>
                <c:pt idx="6909">
                  <c:v>-19.333806677282013</c:v>
                </c:pt>
                <c:pt idx="6910">
                  <c:v>-19.334956311895013</c:v>
                </c:pt>
                <c:pt idx="6911">
                  <c:v>-19.336105380734978</c:v>
                </c:pt>
                <c:pt idx="6912">
                  <c:v>-19.337253883998983</c:v>
                </c:pt>
                <c:pt idx="6913">
                  <c:v>-19.338401821887004</c:v>
                </c:pt>
                <c:pt idx="6914">
                  <c:v>-19.339549194599016</c:v>
                </c:pt>
                <c:pt idx="6915">
                  <c:v>-19.340696002333999</c:v>
                </c:pt>
                <c:pt idx="6916">
                  <c:v>-19.341842245289996</c:v>
                </c:pt>
                <c:pt idx="6917">
                  <c:v>-19.342987923666016</c:v>
                </c:pt>
                <c:pt idx="6918">
                  <c:v>-19.344133037661976</c:v>
                </c:pt>
                <c:pt idx="6919">
                  <c:v>-19.345277587476005</c:v>
                </c:pt>
                <c:pt idx="6920">
                  <c:v>-19.346421573306998</c:v>
                </c:pt>
                <c:pt idx="6921">
                  <c:v>-19.34756499535402</c:v>
                </c:pt>
                <c:pt idx="6922">
                  <c:v>-19.348707853813977</c:v>
                </c:pt>
                <c:pt idx="6923">
                  <c:v>-19.349850148887981</c:v>
                </c:pt>
                <c:pt idx="6924">
                  <c:v>-19.350991880771005</c:v>
                </c:pt>
                <c:pt idx="6925">
                  <c:v>-19.352133049665014</c:v>
                </c:pt>
                <c:pt idx="6926">
                  <c:v>-19.353273655766003</c:v>
                </c:pt>
                <c:pt idx="6927">
                  <c:v>-19.354413699270992</c:v>
                </c:pt>
                <c:pt idx="6928">
                  <c:v>-19.355553180381008</c:v>
                </c:pt>
                <c:pt idx="6929">
                  <c:v>-19.356692099293014</c:v>
                </c:pt>
                <c:pt idx="6930">
                  <c:v>-19.357830456203999</c:v>
                </c:pt>
                <c:pt idx="6931">
                  <c:v>-19.358968251311012</c:v>
                </c:pt>
                <c:pt idx="6932">
                  <c:v>-19.360105484815023</c:v>
                </c:pt>
                <c:pt idx="6933">
                  <c:v>-19.361242156910976</c:v>
                </c:pt>
                <c:pt idx="6934">
                  <c:v>-19.362378267796998</c:v>
                </c:pt>
                <c:pt idx="6935">
                  <c:v>-19.363513817669002</c:v>
                </c:pt>
                <c:pt idx="6936">
                  <c:v>-19.364648806728013</c:v>
                </c:pt>
                <c:pt idx="6937">
                  <c:v>-19.365783235168976</c:v>
                </c:pt>
                <c:pt idx="6938">
                  <c:v>-19.366917103188001</c:v>
                </c:pt>
                <c:pt idx="6939">
                  <c:v>-19.368050410985006</c:v>
                </c:pt>
                <c:pt idx="6940">
                  <c:v>-19.369183158756016</c:v>
                </c:pt>
                <c:pt idx="6941">
                  <c:v>-19.370315346696998</c:v>
                </c:pt>
                <c:pt idx="6942">
                  <c:v>-19.371446975005</c:v>
                </c:pt>
                <c:pt idx="6943">
                  <c:v>-19.372578043879003</c:v>
                </c:pt>
                <c:pt idx="6944">
                  <c:v>-19.373708553512984</c:v>
                </c:pt>
                <c:pt idx="6945">
                  <c:v>-19.374838504105981</c:v>
                </c:pt>
                <c:pt idx="6946">
                  <c:v>-19.375967895851005</c:v>
                </c:pt>
                <c:pt idx="6947">
                  <c:v>-19.377096728948999</c:v>
                </c:pt>
                <c:pt idx="6948">
                  <c:v>-19.378225003593997</c:v>
                </c:pt>
                <c:pt idx="6949">
                  <c:v>-19.379352719981</c:v>
                </c:pt>
                <c:pt idx="6950">
                  <c:v>-19.380479878309018</c:v>
                </c:pt>
                <c:pt idx="6951">
                  <c:v>-19.381606478773023</c:v>
                </c:pt>
                <c:pt idx="6952">
                  <c:v>-19.382732521568983</c:v>
                </c:pt>
                <c:pt idx="6953">
                  <c:v>-19.383858006892012</c:v>
                </c:pt>
                <c:pt idx="6954">
                  <c:v>-19.384982934940012</c:v>
                </c:pt>
                <c:pt idx="6955">
                  <c:v>-19.386107305907984</c:v>
                </c:pt>
                <c:pt idx="6956">
                  <c:v>-19.387231119989991</c:v>
                </c:pt>
                <c:pt idx="6957">
                  <c:v>-19.388354377385014</c:v>
                </c:pt>
                <c:pt idx="6958">
                  <c:v>-19.389477078286006</c:v>
                </c:pt>
                <c:pt idx="6959">
                  <c:v>-19.390599222889989</c:v>
                </c:pt>
                <c:pt idx="6960">
                  <c:v>-19.391720811390002</c:v>
                </c:pt>
                <c:pt idx="6961">
                  <c:v>-19.392841843984002</c:v>
                </c:pt>
                <c:pt idx="6962">
                  <c:v>-19.393962320867018</c:v>
                </c:pt>
                <c:pt idx="6963">
                  <c:v>-19.395082242233002</c:v>
                </c:pt>
                <c:pt idx="6964">
                  <c:v>-19.396201608277011</c:v>
                </c:pt>
                <c:pt idx="6965">
                  <c:v>-19.397320419196006</c:v>
                </c:pt>
                <c:pt idx="6966">
                  <c:v>-19.398438675182973</c:v>
                </c:pt>
                <c:pt idx="6967">
                  <c:v>-19.399556376432002</c:v>
                </c:pt>
                <c:pt idx="6968">
                  <c:v>-19.400673523140995</c:v>
                </c:pt>
                <c:pt idx="6969">
                  <c:v>-19.401790115503019</c:v>
                </c:pt>
                <c:pt idx="6970">
                  <c:v>-19.402906153711996</c:v>
                </c:pt>
                <c:pt idx="6971">
                  <c:v>-19.404021637961989</c:v>
                </c:pt>
                <c:pt idx="6972">
                  <c:v>-19.405136568450018</c:v>
                </c:pt>
                <c:pt idx="6973">
                  <c:v>-19.40625094536901</c:v>
                </c:pt>
                <c:pt idx="6974">
                  <c:v>-19.407364768912004</c:v>
                </c:pt>
                <c:pt idx="6975">
                  <c:v>-19.408478039274996</c:v>
                </c:pt>
                <c:pt idx="6976">
                  <c:v>-19.409590756651994</c:v>
                </c:pt>
                <c:pt idx="6977">
                  <c:v>-19.410702921236009</c:v>
                </c:pt>
                <c:pt idx="6978">
                  <c:v>-19.411814533220991</c:v>
                </c:pt>
                <c:pt idx="6979">
                  <c:v>-19.412925592802992</c:v>
                </c:pt>
                <c:pt idx="6980">
                  <c:v>-19.414036100173007</c:v>
                </c:pt>
                <c:pt idx="6981">
                  <c:v>-19.415146055526975</c:v>
                </c:pt>
                <c:pt idx="6982">
                  <c:v>-19.416255459056998</c:v>
                </c:pt>
                <c:pt idx="6983">
                  <c:v>-19.417364310956998</c:v>
                </c:pt>
                <c:pt idx="6984">
                  <c:v>-19.418472611422004</c:v>
                </c:pt>
                <c:pt idx="6985">
                  <c:v>-19.419580360642982</c:v>
                </c:pt>
                <c:pt idx="6986">
                  <c:v>-19.42068755881499</c:v>
                </c:pt>
                <c:pt idx="6987">
                  <c:v>-19.421794206131011</c:v>
                </c:pt>
                <c:pt idx="6988">
                  <c:v>-19.422900302783006</c:v>
                </c:pt>
                <c:pt idx="6989">
                  <c:v>-19.42400584896501</c:v>
                </c:pt>
                <c:pt idx="6990">
                  <c:v>-19.425110844871</c:v>
                </c:pt>
                <c:pt idx="6991">
                  <c:v>-19.426215290693023</c:v>
                </c:pt>
                <c:pt idx="6992">
                  <c:v>-19.427319186622981</c:v>
                </c:pt>
                <c:pt idx="6993">
                  <c:v>-19.428422532854</c:v>
                </c:pt>
                <c:pt idx="6994">
                  <c:v>-19.429525329580997</c:v>
                </c:pt>
                <c:pt idx="6995">
                  <c:v>-19.430627576993999</c:v>
                </c:pt>
                <c:pt idx="6996">
                  <c:v>-19.431729275285988</c:v>
                </c:pt>
                <c:pt idx="6997">
                  <c:v>-19.432830424651002</c:v>
                </c:pt>
                <c:pt idx="6998">
                  <c:v>-19.433931025280003</c:v>
                </c:pt>
                <c:pt idx="6999">
                  <c:v>-19.435031077365011</c:v>
                </c:pt>
                <c:pt idx="7000">
                  <c:v>-19.436130581097984</c:v>
                </c:pt>
                <c:pt idx="7001">
                  <c:v>-19.43722953667401</c:v>
                </c:pt>
                <c:pt idx="7002">
                  <c:v>-19.438327944282008</c:v>
                </c:pt>
                <c:pt idx="7003">
                  <c:v>-19.439425804113995</c:v>
                </c:pt>
                <c:pt idx="7004">
                  <c:v>-19.440523116364005</c:v>
                </c:pt>
                <c:pt idx="7005">
                  <c:v>-19.441619881223005</c:v>
                </c:pt>
                <c:pt idx="7006">
                  <c:v>-19.442716098882016</c:v>
                </c:pt>
                <c:pt idx="7007">
                  <c:v>-19.443811769532005</c:v>
                </c:pt>
                <c:pt idx="7008">
                  <c:v>-19.444906893367005</c:v>
                </c:pt>
                <c:pt idx="7009">
                  <c:v>-19.446001470577016</c:v>
                </c:pt>
                <c:pt idx="7010">
                  <c:v>-19.447095501353999</c:v>
                </c:pt>
                <c:pt idx="7011">
                  <c:v>-19.448188985886986</c:v>
                </c:pt>
                <c:pt idx="7012">
                  <c:v>-19.449281924371007</c:v>
                </c:pt>
                <c:pt idx="7013">
                  <c:v>-19.45037431699501</c:v>
                </c:pt>
                <c:pt idx="7014">
                  <c:v>-19.451466163949988</c:v>
                </c:pt>
                <c:pt idx="7015">
                  <c:v>-19.45255746542901</c:v>
                </c:pt>
                <c:pt idx="7016">
                  <c:v>-19.45364822162</c:v>
                </c:pt>
                <c:pt idx="7017">
                  <c:v>-19.454738432717022</c:v>
                </c:pt>
                <c:pt idx="7018">
                  <c:v>-19.455828098907006</c:v>
                </c:pt>
                <c:pt idx="7019">
                  <c:v>-19.456917220385009</c:v>
                </c:pt>
                <c:pt idx="7020">
                  <c:v>-19.458005797339013</c:v>
                </c:pt>
                <c:pt idx="7021">
                  <c:v>-19.459093829960011</c:v>
                </c:pt>
                <c:pt idx="7022">
                  <c:v>-19.460181318438003</c:v>
                </c:pt>
                <c:pt idx="7023">
                  <c:v>-19.461268262964012</c:v>
                </c:pt>
                <c:pt idx="7024">
                  <c:v>-19.462354663729002</c:v>
                </c:pt>
                <c:pt idx="7025">
                  <c:v>-19.463440520921978</c:v>
                </c:pt>
                <c:pt idx="7026">
                  <c:v>-19.46452583473399</c:v>
                </c:pt>
                <c:pt idx="7027">
                  <c:v>-19.46561060535501</c:v>
                </c:pt>
                <c:pt idx="7028">
                  <c:v>-19.466694832975008</c:v>
                </c:pt>
                <c:pt idx="7029">
                  <c:v>-19.467778517782989</c:v>
                </c:pt>
                <c:pt idx="7030">
                  <c:v>-19.468861659970997</c:v>
                </c:pt>
                <c:pt idx="7031">
                  <c:v>-19.469944259727015</c:v>
                </c:pt>
                <c:pt idx="7032">
                  <c:v>-19.471026317239989</c:v>
                </c:pt>
                <c:pt idx="7033">
                  <c:v>-19.472107832701994</c:v>
                </c:pt>
                <c:pt idx="7034">
                  <c:v>-19.47318880630101</c:v>
                </c:pt>
                <c:pt idx="7035">
                  <c:v>-19.474269238227009</c:v>
                </c:pt>
                <c:pt idx="7036">
                  <c:v>-19.475349128668</c:v>
                </c:pt>
                <c:pt idx="7037">
                  <c:v>-19.476428477816</c:v>
                </c:pt>
                <c:pt idx="7038">
                  <c:v>-19.477507285857996</c:v>
                </c:pt>
                <c:pt idx="7039">
                  <c:v>-19.478585552984015</c:v>
                </c:pt>
                <c:pt idx="7040">
                  <c:v>-19.479663279381981</c:v>
                </c:pt>
                <c:pt idx="7041">
                  <c:v>-19.480740465243002</c:v>
                </c:pt>
                <c:pt idx="7042">
                  <c:v>-19.481817110755003</c:v>
                </c:pt>
                <c:pt idx="7043">
                  <c:v>-19.482893216105992</c:v>
                </c:pt>
                <c:pt idx="7044">
                  <c:v>-19.483968781485999</c:v>
                </c:pt>
                <c:pt idx="7045">
                  <c:v>-19.485043807083997</c:v>
                </c:pt>
                <c:pt idx="7046">
                  <c:v>-19.486118293087003</c:v>
                </c:pt>
                <c:pt idx="7047">
                  <c:v>-19.487192239683992</c:v>
                </c:pt>
                <c:pt idx="7048">
                  <c:v>-19.488265647063997</c:v>
                </c:pt>
                <c:pt idx="7049">
                  <c:v>-19.489338515415994</c:v>
                </c:pt>
                <c:pt idx="7050">
                  <c:v>-19.490410844926004</c:v>
                </c:pt>
                <c:pt idx="7051">
                  <c:v>-19.491482635783996</c:v>
                </c:pt>
                <c:pt idx="7052">
                  <c:v>-19.492553888179003</c:v>
                </c:pt>
                <c:pt idx="7053">
                  <c:v>-19.493624602298013</c:v>
                </c:pt>
                <c:pt idx="7054">
                  <c:v>-19.494694778326988</c:v>
                </c:pt>
                <c:pt idx="7055">
                  <c:v>-19.495764416458002</c:v>
                </c:pt>
                <c:pt idx="7056">
                  <c:v>-19.496833516875995</c:v>
                </c:pt>
                <c:pt idx="7057">
                  <c:v>-19.49790207977</c:v>
                </c:pt>
                <c:pt idx="7058">
                  <c:v>-19.498970105325981</c:v>
                </c:pt>
                <c:pt idx="7059">
                  <c:v>-19.500037593732998</c:v>
                </c:pt>
                <c:pt idx="7060">
                  <c:v>-19.501104545179004</c:v>
                </c:pt>
                <c:pt idx="7061">
                  <c:v>-19.502170959850019</c:v>
                </c:pt>
                <c:pt idx="7062">
                  <c:v>-19.503236837934992</c:v>
                </c:pt>
                <c:pt idx="7063">
                  <c:v>-19.504302179620993</c:v>
                </c:pt>
                <c:pt idx="7064">
                  <c:v>-19.505366985094014</c:v>
                </c:pt>
                <c:pt idx="7065">
                  <c:v>-19.506431254540985</c:v>
                </c:pt>
                <c:pt idx="7066">
                  <c:v>-19.507494988150995</c:v>
                </c:pt>
                <c:pt idx="7067">
                  <c:v>-19.508558186110008</c:v>
                </c:pt>
                <c:pt idx="7068">
                  <c:v>-19.509620848604015</c:v>
                </c:pt>
                <c:pt idx="7069">
                  <c:v>-19.510682975820998</c:v>
                </c:pt>
                <c:pt idx="7070">
                  <c:v>-19.511744567948</c:v>
                </c:pt>
                <c:pt idx="7071">
                  <c:v>-19.512805625171012</c:v>
                </c:pt>
                <c:pt idx="7072">
                  <c:v>-19.513866147676026</c:v>
                </c:pt>
                <c:pt idx="7073">
                  <c:v>-19.514926135650995</c:v>
                </c:pt>
                <c:pt idx="7074">
                  <c:v>-19.515985589281996</c:v>
                </c:pt>
                <c:pt idx="7075">
                  <c:v>-19.517044508756015</c:v>
                </c:pt>
                <c:pt idx="7076">
                  <c:v>-19.518102894256998</c:v>
                </c:pt>
                <c:pt idx="7077">
                  <c:v>-19.519160745972982</c:v>
                </c:pt>
                <c:pt idx="7078">
                  <c:v>-19.520218064091011</c:v>
                </c:pt>
                <c:pt idx="7079">
                  <c:v>-19.521274848794008</c:v>
                </c:pt>
                <c:pt idx="7080">
                  <c:v>-19.522331100271998</c:v>
                </c:pt>
                <c:pt idx="7081">
                  <c:v>-19.523386818707991</c:v>
                </c:pt>
                <c:pt idx="7082">
                  <c:v>-19.524442004289995</c:v>
                </c:pt>
                <c:pt idx="7083">
                  <c:v>-19.525496657201018</c:v>
                </c:pt>
                <c:pt idx="7084">
                  <c:v>-19.526550777628984</c:v>
                </c:pt>
                <c:pt idx="7085">
                  <c:v>-19.527604365759004</c:v>
                </c:pt>
                <c:pt idx="7086">
                  <c:v>-19.528657421777012</c:v>
                </c:pt>
                <c:pt idx="7087">
                  <c:v>-19.529709945865989</c:v>
                </c:pt>
                <c:pt idx="7088">
                  <c:v>-19.530761938214994</c:v>
                </c:pt>
                <c:pt idx="7089">
                  <c:v>-19.531813399008001</c:v>
                </c:pt>
                <c:pt idx="7090">
                  <c:v>-19.532864328429014</c:v>
                </c:pt>
                <c:pt idx="7091">
                  <c:v>-19.533914726663994</c:v>
                </c:pt>
                <c:pt idx="7092">
                  <c:v>-19.534964593898991</c:v>
                </c:pt>
                <c:pt idx="7093">
                  <c:v>-19.536013930319001</c:v>
                </c:pt>
                <c:pt idx="7094">
                  <c:v>-19.537062736106009</c:v>
                </c:pt>
                <c:pt idx="7095">
                  <c:v>-19.53811101144899</c:v>
                </c:pt>
                <c:pt idx="7096">
                  <c:v>-19.539158756529986</c:v>
                </c:pt>
                <c:pt idx="7097">
                  <c:v>-19.540205971534022</c:v>
                </c:pt>
                <c:pt idx="7098">
                  <c:v>-19.541252656647998</c:v>
                </c:pt>
                <c:pt idx="7099">
                  <c:v>-19.542298812053986</c:v>
                </c:pt>
                <c:pt idx="7100">
                  <c:v>-19.543344437937009</c:v>
                </c:pt>
                <c:pt idx="7101">
                  <c:v>-19.544389534482008</c:v>
                </c:pt>
                <c:pt idx="7102">
                  <c:v>-19.545434101872985</c:v>
                </c:pt>
                <c:pt idx="7103">
                  <c:v>-19.546478140294994</c:v>
                </c:pt>
                <c:pt idx="7104">
                  <c:v>-19.547521649931014</c:v>
                </c:pt>
                <c:pt idx="7105">
                  <c:v>-19.548564630966013</c:v>
                </c:pt>
                <c:pt idx="7106">
                  <c:v>-19.549607083582998</c:v>
                </c:pt>
                <c:pt idx="7107">
                  <c:v>-19.550649007967991</c:v>
                </c:pt>
                <c:pt idx="7108">
                  <c:v>-19.551690404303002</c:v>
                </c:pt>
                <c:pt idx="7109">
                  <c:v>-19.552731272772007</c:v>
                </c:pt>
                <c:pt idx="7110">
                  <c:v>-19.553771613560002</c:v>
                </c:pt>
                <c:pt idx="7111">
                  <c:v>-19.554811426849994</c:v>
                </c:pt>
                <c:pt idx="7112">
                  <c:v>-19.55585071282502</c:v>
                </c:pt>
                <c:pt idx="7113">
                  <c:v>-19.55688947166999</c:v>
                </c:pt>
                <c:pt idx="7114">
                  <c:v>-19.557927703567003</c:v>
                </c:pt>
                <c:pt idx="7115">
                  <c:v>-19.558965408700004</c:v>
                </c:pt>
                <c:pt idx="7116">
                  <c:v>-19.560002587251006</c:v>
                </c:pt>
                <c:pt idx="7117">
                  <c:v>-19.561039239404977</c:v>
                </c:pt>
                <c:pt idx="7118">
                  <c:v>-19.562075365345009</c:v>
                </c:pt>
                <c:pt idx="7119">
                  <c:v>-19.563110965253003</c:v>
                </c:pt>
                <c:pt idx="7120">
                  <c:v>-19.564146039313016</c:v>
                </c:pt>
                <c:pt idx="7121">
                  <c:v>-19.565180587707999</c:v>
                </c:pt>
                <c:pt idx="7122">
                  <c:v>-19.566214610620989</c:v>
                </c:pt>
                <c:pt idx="7123">
                  <c:v>-19.567248108232008</c:v>
                </c:pt>
                <c:pt idx="7124">
                  <c:v>-19.568281080727985</c:v>
                </c:pt>
                <c:pt idx="7125">
                  <c:v>-19.569313528289001</c:v>
                </c:pt>
                <c:pt idx="7126">
                  <c:v>-19.570345451097012</c:v>
                </c:pt>
                <c:pt idx="7127">
                  <c:v>-19.571376849337014</c:v>
                </c:pt>
                <c:pt idx="7128">
                  <c:v>-19.572407723189997</c:v>
                </c:pt>
                <c:pt idx="7129">
                  <c:v>-19.573438072838997</c:v>
                </c:pt>
                <c:pt idx="7130">
                  <c:v>-19.574467898464007</c:v>
                </c:pt>
                <c:pt idx="7131">
                  <c:v>-19.575497200249004</c:v>
                </c:pt>
                <c:pt idx="7132">
                  <c:v>-19.576525978376992</c:v>
                </c:pt>
                <c:pt idx="7133">
                  <c:v>-19.577554233028991</c:v>
                </c:pt>
                <c:pt idx="7134">
                  <c:v>-19.578581964386018</c:v>
                </c:pt>
                <c:pt idx="7135">
                  <c:v>-19.57960917263199</c:v>
                </c:pt>
                <c:pt idx="7136">
                  <c:v>-19.580635857946987</c:v>
                </c:pt>
                <c:pt idx="7137">
                  <c:v>-19.581662020512994</c:v>
                </c:pt>
                <c:pt idx="7138">
                  <c:v>-19.582687660513017</c:v>
                </c:pt>
                <c:pt idx="7139">
                  <c:v>-19.583712778126994</c:v>
                </c:pt>
                <c:pt idx="7140">
                  <c:v>-19.58473737353799</c:v>
                </c:pt>
                <c:pt idx="7141">
                  <c:v>-19.585761446926</c:v>
                </c:pt>
                <c:pt idx="7142">
                  <c:v>-19.586784998474002</c:v>
                </c:pt>
                <c:pt idx="7143">
                  <c:v>-19.587808028361991</c:v>
                </c:pt>
                <c:pt idx="7144">
                  <c:v>-19.588830536771013</c:v>
                </c:pt>
                <c:pt idx="7145">
                  <c:v>-19.589852523882996</c:v>
                </c:pt>
                <c:pt idx="7146">
                  <c:v>-19.590873989879981</c:v>
                </c:pt>
                <c:pt idx="7147">
                  <c:v>-19.591894934940996</c:v>
                </c:pt>
                <c:pt idx="7148">
                  <c:v>-19.592915359247002</c:v>
                </c:pt>
                <c:pt idx="7149">
                  <c:v>-19.593935262981006</c:v>
                </c:pt>
                <c:pt idx="7150">
                  <c:v>-19.594954646322975</c:v>
                </c:pt>
                <c:pt idx="7151">
                  <c:v>-19.595973509452989</c:v>
                </c:pt>
                <c:pt idx="7152">
                  <c:v>-19.596991852550019</c:v>
                </c:pt>
                <c:pt idx="7153">
                  <c:v>-19.598009675798011</c:v>
                </c:pt>
                <c:pt idx="7154">
                  <c:v>-19.599026979376987</c:v>
                </c:pt>
                <c:pt idx="7155">
                  <c:v>-19.600043763464015</c:v>
                </c:pt>
                <c:pt idx="7156">
                  <c:v>-19.601060028243012</c:v>
                </c:pt>
                <c:pt idx="7157">
                  <c:v>-19.602075773894001</c:v>
                </c:pt>
                <c:pt idx="7158">
                  <c:v>-19.603091000594986</c:v>
                </c:pt>
                <c:pt idx="7159">
                  <c:v>-19.604105708527015</c:v>
                </c:pt>
                <c:pt idx="7160">
                  <c:v>-19.605119897872015</c:v>
                </c:pt>
                <c:pt idx="7161">
                  <c:v>-19.606133568807991</c:v>
                </c:pt>
                <c:pt idx="7162">
                  <c:v>-19.607146721513999</c:v>
                </c:pt>
                <c:pt idx="7163">
                  <c:v>-19.608159356173019</c:v>
                </c:pt>
                <c:pt idx="7164">
                  <c:v>-19.609171472962998</c:v>
                </c:pt>
                <c:pt idx="7165">
                  <c:v>-19.610183072062995</c:v>
                </c:pt>
                <c:pt idx="7166">
                  <c:v>-19.611194153653003</c:v>
                </c:pt>
                <c:pt idx="7167">
                  <c:v>-19.612204717914011</c:v>
                </c:pt>
                <c:pt idx="7168">
                  <c:v>-19.613214765024026</c:v>
                </c:pt>
                <c:pt idx="7169">
                  <c:v>-19.614224295162984</c:v>
                </c:pt>
                <c:pt idx="7170">
                  <c:v>-19.615233308509005</c:v>
                </c:pt>
                <c:pt idx="7171">
                  <c:v>-19.616241805243021</c:v>
                </c:pt>
                <c:pt idx="7172">
                  <c:v>-19.617249785544999</c:v>
                </c:pt>
                <c:pt idx="7173">
                  <c:v>-19.618257249591011</c:v>
                </c:pt>
                <c:pt idx="7174">
                  <c:v>-19.619264197562018</c:v>
                </c:pt>
                <c:pt idx="7175">
                  <c:v>-19.620270629638014</c:v>
                </c:pt>
                <c:pt idx="7176">
                  <c:v>-19.621276545995983</c:v>
                </c:pt>
                <c:pt idx="7177">
                  <c:v>-19.622281946815008</c:v>
                </c:pt>
                <c:pt idx="7178">
                  <c:v>-19.623286832274999</c:v>
                </c:pt>
                <c:pt idx="7179">
                  <c:v>-19.624291202555014</c:v>
                </c:pt>
                <c:pt idx="7180">
                  <c:v>-19.625295057831977</c:v>
                </c:pt>
                <c:pt idx="7181">
                  <c:v>-19.626298398284007</c:v>
                </c:pt>
                <c:pt idx="7182">
                  <c:v>-19.627301224091013</c:v>
                </c:pt>
                <c:pt idx="7183">
                  <c:v>-19.628303535431996</c:v>
                </c:pt>
                <c:pt idx="7184">
                  <c:v>-19.629305332483</c:v>
                </c:pt>
                <c:pt idx="7185">
                  <c:v>-19.630306615425013</c:v>
                </c:pt>
                <c:pt idx="7186">
                  <c:v>-19.631307384435019</c:v>
                </c:pt>
                <c:pt idx="7187">
                  <c:v>-19.632307639690993</c:v>
                </c:pt>
                <c:pt idx="7188">
                  <c:v>-19.633307381369008</c:v>
                </c:pt>
                <c:pt idx="7189">
                  <c:v>-19.63430660965102</c:v>
                </c:pt>
                <c:pt idx="7190">
                  <c:v>-19.635305324713016</c:v>
                </c:pt>
                <c:pt idx="7191">
                  <c:v>-19.636303526730984</c:v>
                </c:pt>
                <c:pt idx="7192">
                  <c:v>-19.637301215885998</c:v>
                </c:pt>
                <c:pt idx="7193">
                  <c:v>-19.638298392354017</c:v>
                </c:pt>
                <c:pt idx="7194">
                  <c:v>-19.639295056312989</c:v>
                </c:pt>
                <c:pt idx="7195">
                  <c:v>-19.640291207938986</c:v>
                </c:pt>
                <c:pt idx="7196">
                  <c:v>-19.641286847412005</c:v>
                </c:pt>
                <c:pt idx="7197">
                  <c:v>-19.642281974908997</c:v>
                </c:pt>
                <c:pt idx="7198">
                  <c:v>-19.643276590605979</c:v>
                </c:pt>
                <c:pt idx="7199">
                  <c:v>-19.644270694679989</c:v>
                </c:pt>
                <c:pt idx="7200">
                  <c:v>-19.645264287309004</c:v>
                </c:pt>
                <c:pt idx="7201">
                  <c:v>-19.646327050473985</c:v>
                </c:pt>
                <c:pt idx="7202">
                  <c:v>-19.647389302548987</c:v>
                </c:pt>
                <c:pt idx="7203">
                  <c:v>-19.648451043709002</c:v>
                </c:pt>
                <c:pt idx="7204">
                  <c:v>-19.649512274132007</c:v>
                </c:pt>
                <c:pt idx="7205">
                  <c:v>-19.650572993997002</c:v>
                </c:pt>
                <c:pt idx="7206">
                  <c:v>-19.65163320347699</c:v>
                </c:pt>
                <c:pt idx="7207">
                  <c:v>-19.652692902749976</c:v>
                </c:pt>
                <c:pt idx="7208">
                  <c:v>-19.653752091993994</c:v>
                </c:pt>
                <c:pt idx="7209">
                  <c:v>-19.654810771384007</c:v>
                </c:pt>
                <c:pt idx="7210">
                  <c:v>-19.655868941096998</c:v>
                </c:pt>
                <c:pt idx="7211">
                  <c:v>-19.65692660130901</c:v>
                </c:pt>
                <c:pt idx="7212">
                  <c:v>-19.657983752197993</c:v>
                </c:pt>
                <c:pt idx="7213">
                  <c:v>-19.659040393938</c:v>
                </c:pt>
                <c:pt idx="7214">
                  <c:v>-19.660096526708003</c:v>
                </c:pt>
                <c:pt idx="7215">
                  <c:v>-19.661152150680977</c:v>
                </c:pt>
                <c:pt idx="7216">
                  <c:v>-19.662207266034017</c:v>
                </c:pt>
                <c:pt idx="7217">
                  <c:v>-19.663261872943991</c:v>
                </c:pt>
                <c:pt idx="7218">
                  <c:v>-19.664315971586973</c:v>
                </c:pt>
                <c:pt idx="7219">
                  <c:v>-19.665369562137016</c:v>
                </c:pt>
                <c:pt idx="7220">
                  <c:v>-19.666422644771984</c:v>
                </c:pt>
                <c:pt idx="7221">
                  <c:v>-19.667475219666017</c:v>
                </c:pt>
                <c:pt idx="7222">
                  <c:v>-19.668527286995015</c:v>
                </c:pt>
                <c:pt idx="7223">
                  <c:v>-19.669578846936986</c:v>
                </c:pt>
                <c:pt idx="7224">
                  <c:v>-19.670629899662998</c:v>
                </c:pt>
                <c:pt idx="7225">
                  <c:v>-19.671680445351996</c:v>
                </c:pt>
                <c:pt idx="7226">
                  <c:v>-19.672730484177976</c:v>
                </c:pt>
                <c:pt idx="7227">
                  <c:v>-19.673780016316016</c:v>
                </c:pt>
                <c:pt idx="7228">
                  <c:v>-19.67482904194199</c:v>
                </c:pt>
                <c:pt idx="7229">
                  <c:v>-19.67587756123001</c:v>
                </c:pt>
                <c:pt idx="7230">
                  <c:v>-19.676925574357</c:v>
                </c:pt>
                <c:pt idx="7231">
                  <c:v>-19.677973081495992</c:v>
                </c:pt>
                <c:pt idx="7232">
                  <c:v>-19.679020082823996</c:v>
                </c:pt>
                <c:pt idx="7233">
                  <c:v>-19.680066578513987</c:v>
                </c:pt>
                <c:pt idx="7234">
                  <c:v>-19.681112568740986</c:v>
                </c:pt>
                <c:pt idx="7235">
                  <c:v>-19.682158053681007</c:v>
                </c:pt>
                <c:pt idx="7236">
                  <c:v>-19.683203033506999</c:v>
                </c:pt>
                <c:pt idx="7237">
                  <c:v>-19.684247508395003</c:v>
                </c:pt>
                <c:pt idx="7238">
                  <c:v>-19.685291478518991</c:v>
                </c:pt>
                <c:pt idx="7239">
                  <c:v>-19.686334944052987</c:v>
                </c:pt>
                <c:pt idx="7240">
                  <c:v>-19.687377905172013</c:v>
                </c:pt>
                <c:pt idx="7241">
                  <c:v>-19.68842036205001</c:v>
                </c:pt>
                <c:pt idx="7242">
                  <c:v>-19.689462314861998</c:v>
                </c:pt>
                <c:pt idx="7243">
                  <c:v>-19.69050376378101</c:v>
                </c:pt>
                <c:pt idx="7244">
                  <c:v>-19.691544708982008</c:v>
                </c:pt>
                <c:pt idx="7245">
                  <c:v>-19.692585150638024</c:v>
                </c:pt>
                <c:pt idx="7246">
                  <c:v>-19.693625088923</c:v>
                </c:pt>
                <c:pt idx="7247">
                  <c:v>-19.694664524011984</c:v>
                </c:pt>
                <c:pt idx="7248">
                  <c:v>-19.695703456078007</c:v>
                </c:pt>
                <c:pt idx="7249">
                  <c:v>-19.696741885296007</c:v>
                </c:pt>
                <c:pt idx="7250">
                  <c:v>-19.697779811837989</c:v>
                </c:pt>
                <c:pt idx="7251">
                  <c:v>-19.698817235879005</c:v>
                </c:pt>
                <c:pt idx="7252">
                  <c:v>-19.699854157591005</c:v>
                </c:pt>
                <c:pt idx="7253">
                  <c:v>-19.700890577149011</c:v>
                </c:pt>
                <c:pt idx="7254">
                  <c:v>-19.701926494725001</c:v>
                </c:pt>
                <c:pt idx="7255">
                  <c:v>-19.702961910493997</c:v>
                </c:pt>
                <c:pt idx="7256">
                  <c:v>-19.703996824627012</c:v>
                </c:pt>
                <c:pt idx="7257">
                  <c:v>-19.705031237299011</c:v>
                </c:pt>
                <c:pt idx="7258">
                  <c:v>-19.706065148682995</c:v>
                </c:pt>
                <c:pt idx="7259">
                  <c:v>-19.707098558951998</c:v>
                </c:pt>
                <c:pt idx="7260">
                  <c:v>-19.708131468278992</c:v>
                </c:pt>
                <c:pt idx="7261">
                  <c:v>-19.709163876836016</c:v>
                </c:pt>
                <c:pt idx="7262">
                  <c:v>-19.710195784797008</c:v>
                </c:pt>
                <c:pt idx="7263">
                  <c:v>-19.711227192332984</c:v>
                </c:pt>
                <c:pt idx="7264">
                  <c:v>-19.712258099619021</c:v>
                </c:pt>
                <c:pt idx="7265">
                  <c:v>-19.71328850682599</c:v>
                </c:pt>
                <c:pt idx="7266">
                  <c:v>-19.714318414128002</c:v>
                </c:pt>
                <c:pt idx="7267">
                  <c:v>-19.715347821696014</c:v>
                </c:pt>
                <c:pt idx="7268">
                  <c:v>-19.716376729703001</c:v>
                </c:pt>
                <c:pt idx="7269">
                  <c:v>-19.717405138323016</c:v>
                </c:pt>
                <c:pt idx="7270">
                  <c:v>-19.718433047725995</c:v>
                </c:pt>
                <c:pt idx="7271">
                  <c:v>-19.719460458084995</c:v>
                </c:pt>
                <c:pt idx="7272">
                  <c:v>-19.720487369571998</c:v>
                </c:pt>
                <c:pt idx="7273">
                  <c:v>-19.721513782359011</c:v>
                </c:pt>
                <c:pt idx="7274">
                  <c:v>-19.722539696618981</c:v>
                </c:pt>
                <c:pt idx="7275">
                  <c:v>-19.723565112523005</c:v>
                </c:pt>
                <c:pt idx="7276">
                  <c:v>-19.724590030243007</c:v>
                </c:pt>
                <c:pt idx="7277">
                  <c:v>-19.725614449950996</c:v>
                </c:pt>
                <c:pt idx="7278">
                  <c:v>-19.726638371820002</c:v>
                </c:pt>
                <c:pt idx="7279">
                  <c:v>-19.727661796019987</c:v>
                </c:pt>
                <c:pt idx="7280">
                  <c:v>-19.728684722722022</c:v>
                </c:pt>
                <c:pt idx="7281">
                  <c:v>-19.729707152099991</c:v>
                </c:pt>
                <c:pt idx="7282">
                  <c:v>-19.730729084323002</c:v>
                </c:pt>
                <c:pt idx="7283">
                  <c:v>-19.731750519564002</c:v>
                </c:pt>
                <c:pt idx="7284">
                  <c:v>-19.73277145799301</c:v>
                </c:pt>
                <c:pt idx="7285">
                  <c:v>-19.733791899783</c:v>
                </c:pt>
                <c:pt idx="7286">
                  <c:v>-19.734811845105014</c:v>
                </c:pt>
                <c:pt idx="7287">
                  <c:v>-19.735831294128985</c:v>
                </c:pt>
                <c:pt idx="7288">
                  <c:v>-19.736850247027007</c:v>
                </c:pt>
                <c:pt idx="7289">
                  <c:v>-19.737868703969013</c:v>
                </c:pt>
                <c:pt idx="7290">
                  <c:v>-19.738886665125989</c:v>
                </c:pt>
                <c:pt idx="7291">
                  <c:v>-19.739904130669998</c:v>
                </c:pt>
                <c:pt idx="7292">
                  <c:v>-19.740921100771004</c:v>
                </c:pt>
                <c:pt idx="7293">
                  <c:v>-19.741937575599991</c:v>
                </c:pt>
                <c:pt idx="7294">
                  <c:v>-19.742953555328</c:v>
                </c:pt>
                <c:pt idx="7295">
                  <c:v>-19.743969040124995</c:v>
                </c:pt>
                <c:pt idx="7296">
                  <c:v>-19.744984030162016</c:v>
                </c:pt>
                <c:pt idx="7297">
                  <c:v>-19.745998525608996</c:v>
                </c:pt>
                <c:pt idx="7298">
                  <c:v>-19.747012526635984</c:v>
                </c:pt>
                <c:pt idx="7299">
                  <c:v>-19.748026033414021</c:v>
                </c:pt>
                <c:pt idx="7300">
                  <c:v>-19.749039046114007</c:v>
                </c:pt>
                <c:pt idx="7301">
                  <c:v>-19.750051564904993</c:v>
                </c:pt>
                <c:pt idx="7302">
                  <c:v>-19.751063589956999</c:v>
                </c:pt>
                <c:pt idx="7303">
                  <c:v>-19.75207512144101</c:v>
                </c:pt>
                <c:pt idx="7304">
                  <c:v>-19.753086159526987</c:v>
                </c:pt>
                <c:pt idx="7305">
                  <c:v>-19.754096704385006</c:v>
                </c:pt>
                <c:pt idx="7306">
                  <c:v>-19.755106756182983</c:v>
                </c:pt>
                <c:pt idx="7307">
                  <c:v>-19.756116315092015</c:v>
                </c:pt>
                <c:pt idx="7308">
                  <c:v>-19.757125381283004</c:v>
                </c:pt>
                <c:pt idx="7309">
                  <c:v>-19.758133954922982</c:v>
                </c:pt>
                <c:pt idx="7310">
                  <c:v>-19.759142036184016</c:v>
                </c:pt>
                <c:pt idx="7311">
                  <c:v>-19.760149625234988</c:v>
                </c:pt>
                <c:pt idx="7312">
                  <c:v>-19.761156722243982</c:v>
                </c:pt>
                <c:pt idx="7313">
                  <c:v>-19.762163327383007</c:v>
                </c:pt>
                <c:pt idx="7314">
                  <c:v>-19.763169440818984</c:v>
                </c:pt>
                <c:pt idx="7315">
                  <c:v>-19.764175062722018</c:v>
                </c:pt>
                <c:pt idx="7316">
                  <c:v>-19.765180193260989</c:v>
                </c:pt>
                <c:pt idx="7317">
                  <c:v>-19.766184832606001</c:v>
                </c:pt>
                <c:pt idx="7318">
                  <c:v>-19.767188980924999</c:v>
                </c:pt>
                <c:pt idx="7319">
                  <c:v>-19.768192638387006</c:v>
                </c:pt>
                <c:pt idx="7320">
                  <c:v>-19.76919580516099</c:v>
                </c:pt>
                <c:pt idx="7321">
                  <c:v>-19.770198481416998</c:v>
                </c:pt>
                <c:pt idx="7322">
                  <c:v>-19.771200667323001</c:v>
                </c:pt>
                <c:pt idx="7323">
                  <c:v>-19.772202363048024</c:v>
                </c:pt>
                <c:pt idx="7324">
                  <c:v>-19.77320356876001</c:v>
                </c:pt>
                <c:pt idx="7325">
                  <c:v>-19.77420428462699</c:v>
                </c:pt>
                <c:pt idx="7326">
                  <c:v>-19.775204510819009</c:v>
                </c:pt>
                <c:pt idx="7327">
                  <c:v>-19.776204247504012</c:v>
                </c:pt>
                <c:pt idx="7328">
                  <c:v>-19.777203494849999</c:v>
                </c:pt>
                <c:pt idx="7329">
                  <c:v>-19.778202253025</c:v>
                </c:pt>
                <c:pt idx="7330">
                  <c:v>-19.779200522199005</c:v>
                </c:pt>
                <c:pt idx="7331">
                  <c:v>-19.780198302537997</c:v>
                </c:pt>
                <c:pt idx="7332">
                  <c:v>-19.781195594211994</c:v>
                </c:pt>
                <c:pt idx="7333">
                  <c:v>-19.782192397388002</c:v>
                </c:pt>
                <c:pt idx="7334">
                  <c:v>-19.783188712234022</c:v>
                </c:pt>
                <c:pt idx="7335">
                  <c:v>-19.784184538917998</c:v>
                </c:pt>
                <c:pt idx="7336">
                  <c:v>-19.785179877607987</c:v>
                </c:pt>
                <c:pt idx="7337">
                  <c:v>-19.786174728470996</c:v>
                </c:pt>
                <c:pt idx="7338">
                  <c:v>-19.787169091675992</c:v>
                </c:pt>
                <c:pt idx="7339">
                  <c:v>-19.788162967390974</c:v>
                </c:pt>
                <c:pt idx="7340">
                  <c:v>-19.789156355781017</c:v>
                </c:pt>
                <c:pt idx="7341">
                  <c:v>-19.790149257016992</c:v>
                </c:pt>
                <c:pt idx="7342">
                  <c:v>-19.791141671264</c:v>
                </c:pt>
                <c:pt idx="7343">
                  <c:v>-19.792133598689986</c:v>
                </c:pt>
                <c:pt idx="7344">
                  <c:v>-19.793125039461984</c:v>
                </c:pt>
                <c:pt idx="7345">
                  <c:v>-19.794115993747994</c:v>
                </c:pt>
                <c:pt idx="7346">
                  <c:v>-19.795106461714994</c:v>
                </c:pt>
                <c:pt idx="7347">
                  <c:v>-19.79609644352999</c:v>
                </c:pt>
                <c:pt idx="7348">
                  <c:v>-19.797085939358993</c:v>
                </c:pt>
                <c:pt idx="7349">
                  <c:v>-19.798074949370999</c:v>
                </c:pt>
                <c:pt idx="7350">
                  <c:v>-19.799063473732019</c:v>
                </c:pt>
                <c:pt idx="7351">
                  <c:v>-19.800051512609997</c:v>
                </c:pt>
                <c:pt idx="7352">
                  <c:v>-19.801039066168983</c:v>
                </c:pt>
                <c:pt idx="7353">
                  <c:v>-19.802026134577005</c:v>
                </c:pt>
                <c:pt idx="7354">
                  <c:v>-19.803012718002009</c:v>
                </c:pt>
                <c:pt idx="7355">
                  <c:v>-19.803998816608981</c:v>
                </c:pt>
                <c:pt idx="7356">
                  <c:v>-19.804984430566009</c:v>
                </c:pt>
                <c:pt idx="7357">
                  <c:v>-19.805969560037994</c:v>
                </c:pt>
                <c:pt idx="7358">
                  <c:v>-19.806954205192028</c:v>
                </c:pt>
                <c:pt idx="7359">
                  <c:v>-19.807938366194008</c:v>
                </c:pt>
                <c:pt idx="7360">
                  <c:v>-19.808922043212988</c:v>
                </c:pt>
                <c:pt idx="7361">
                  <c:v>-19.809905236410998</c:v>
                </c:pt>
                <c:pt idx="7362">
                  <c:v>-19.810887945956011</c:v>
                </c:pt>
                <c:pt idx="7363">
                  <c:v>-19.811870172013982</c:v>
                </c:pt>
                <c:pt idx="7364">
                  <c:v>-19.812851914751008</c:v>
                </c:pt>
                <c:pt idx="7365">
                  <c:v>-19.813833174332984</c:v>
                </c:pt>
                <c:pt idx="7366">
                  <c:v>-19.814813950925981</c:v>
                </c:pt>
                <c:pt idx="7367">
                  <c:v>-19.815794244696008</c:v>
                </c:pt>
                <c:pt idx="7368">
                  <c:v>-19.816774055808992</c:v>
                </c:pt>
                <c:pt idx="7369">
                  <c:v>-19.817753384431001</c:v>
                </c:pt>
                <c:pt idx="7370">
                  <c:v>-19.818732230725004</c:v>
                </c:pt>
                <c:pt idx="7371">
                  <c:v>-19.819710594858975</c:v>
                </c:pt>
                <c:pt idx="7372">
                  <c:v>-19.820688476998015</c:v>
                </c:pt>
                <c:pt idx="7373">
                  <c:v>-19.821665877306998</c:v>
                </c:pt>
                <c:pt idx="7374">
                  <c:v>-19.822642795950998</c:v>
                </c:pt>
                <c:pt idx="7375">
                  <c:v>-19.823619233096991</c:v>
                </c:pt>
                <c:pt idx="7376">
                  <c:v>-19.824595188909001</c:v>
                </c:pt>
                <c:pt idx="7377">
                  <c:v>-19.825570663552014</c:v>
                </c:pt>
                <c:pt idx="7378">
                  <c:v>-19.826545657193009</c:v>
                </c:pt>
                <c:pt idx="7379">
                  <c:v>-19.827520169993988</c:v>
                </c:pt>
                <c:pt idx="7380">
                  <c:v>-19.828494202120993</c:v>
                </c:pt>
                <c:pt idx="7381">
                  <c:v>-19.829467753740005</c:v>
                </c:pt>
                <c:pt idx="7382">
                  <c:v>-19.830440825014989</c:v>
                </c:pt>
                <c:pt idx="7383">
                  <c:v>-19.831413416112014</c:v>
                </c:pt>
                <c:pt idx="7384">
                  <c:v>-19.832385527192997</c:v>
                </c:pt>
                <c:pt idx="7385">
                  <c:v>-19.833357158426026</c:v>
                </c:pt>
                <c:pt idx="7386">
                  <c:v>-19.834328309972989</c:v>
                </c:pt>
                <c:pt idx="7387">
                  <c:v>-19.835298981999983</c:v>
                </c:pt>
                <c:pt idx="7388">
                  <c:v>-19.836269174671003</c:v>
                </c:pt>
                <c:pt idx="7389">
                  <c:v>-19.837238888149983</c:v>
                </c:pt>
                <c:pt idx="7390">
                  <c:v>-19.838208122600975</c:v>
                </c:pt>
                <c:pt idx="7391">
                  <c:v>-19.839176878190017</c:v>
                </c:pt>
                <c:pt idx="7392">
                  <c:v>-19.840145155079</c:v>
                </c:pt>
                <c:pt idx="7393">
                  <c:v>-19.84111295343402</c:v>
                </c:pt>
                <c:pt idx="7394">
                  <c:v>-19.842080273417992</c:v>
                </c:pt>
                <c:pt idx="7395">
                  <c:v>-19.843047115194992</c:v>
                </c:pt>
                <c:pt idx="7396">
                  <c:v>-19.844013478930009</c:v>
                </c:pt>
                <c:pt idx="7397">
                  <c:v>-19.844979364785985</c:v>
                </c:pt>
                <c:pt idx="7398">
                  <c:v>-19.845944772926998</c:v>
                </c:pt>
                <c:pt idx="7399">
                  <c:v>-19.84690970351599</c:v>
                </c:pt>
                <c:pt idx="7400">
                  <c:v>-19.847874156718007</c:v>
                </c:pt>
                <c:pt idx="7401">
                  <c:v>-19.848838132695022</c:v>
                </c:pt>
                <c:pt idx="7402">
                  <c:v>-19.849801631611996</c:v>
                </c:pt>
                <c:pt idx="7403">
                  <c:v>-19.850764653632979</c:v>
                </c:pt>
                <c:pt idx="7404">
                  <c:v>-19.851727198919008</c:v>
                </c:pt>
                <c:pt idx="7405">
                  <c:v>-19.852689267637004</c:v>
                </c:pt>
                <c:pt idx="7406">
                  <c:v>-19.853650859945986</c:v>
                </c:pt>
                <c:pt idx="7407">
                  <c:v>-19.854611976011995</c:v>
                </c:pt>
                <c:pt idx="7408">
                  <c:v>-19.855572615998</c:v>
                </c:pt>
                <c:pt idx="7409">
                  <c:v>-19.856532780066004</c:v>
                </c:pt>
                <c:pt idx="7410">
                  <c:v>-19.857492468380002</c:v>
                </c:pt>
                <c:pt idx="7411">
                  <c:v>-19.858451681101997</c:v>
                </c:pt>
                <c:pt idx="7412">
                  <c:v>-19.859410418397005</c:v>
                </c:pt>
                <c:pt idx="7413">
                  <c:v>-19.860368680425012</c:v>
                </c:pt>
                <c:pt idx="7414">
                  <c:v>-19.861326467351972</c:v>
                </c:pt>
                <c:pt idx="7415">
                  <c:v>-19.862283779338014</c:v>
                </c:pt>
                <c:pt idx="7416">
                  <c:v>-19.863240616545994</c:v>
                </c:pt>
                <c:pt idx="7417">
                  <c:v>-19.864196979140019</c:v>
                </c:pt>
                <c:pt idx="7418">
                  <c:v>-19.865152867281012</c:v>
                </c:pt>
                <c:pt idx="7419">
                  <c:v>-19.866108281132995</c:v>
                </c:pt>
                <c:pt idx="7420">
                  <c:v>-19.867063220857005</c:v>
                </c:pt>
                <c:pt idx="7421">
                  <c:v>-19.868017686616014</c:v>
                </c:pt>
                <c:pt idx="7422">
                  <c:v>-19.86897167857299</c:v>
                </c:pt>
                <c:pt idx="7423">
                  <c:v>-19.869925196889994</c:v>
                </c:pt>
                <c:pt idx="7424">
                  <c:v>-19.870878241726984</c:v>
                </c:pt>
                <c:pt idx="7425">
                  <c:v>-19.871830813249005</c:v>
                </c:pt>
                <c:pt idx="7426">
                  <c:v>-19.872782911616014</c:v>
                </c:pt>
                <c:pt idx="7427">
                  <c:v>-19.87373453699098</c:v>
                </c:pt>
                <c:pt idx="7428">
                  <c:v>-19.874685689534999</c:v>
                </c:pt>
                <c:pt idx="7429">
                  <c:v>-19.875636369411012</c:v>
                </c:pt>
                <c:pt idx="7430">
                  <c:v>-19.876586576779999</c:v>
                </c:pt>
                <c:pt idx="7431">
                  <c:v>-19.877536311804022</c:v>
                </c:pt>
                <c:pt idx="7432">
                  <c:v>-19.878485574644998</c:v>
                </c:pt>
                <c:pt idx="7433">
                  <c:v>-19.879434365465016</c:v>
                </c:pt>
                <c:pt idx="7434">
                  <c:v>-19.880382684424006</c:v>
                </c:pt>
                <c:pt idx="7435">
                  <c:v>-19.881330531684</c:v>
                </c:pt>
                <c:pt idx="7436">
                  <c:v>-19.882277907406007</c:v>
                </c:pt>
                <c:pt idx="7437">
                  <c:v>-19.883224811752996</c:v>
                </c:pt>
                <c:pt idx="7438">
                  <c:v>-19.884171244883987</c:v>
                </c:pt>
                <c:pt idx="7439">
                  <c:v>-19.885117206962008</c:v>
                </c:pt>
                <c:pt idx="7440">
                  <c:v>-19.88606269814801</c:v>
                </c:pt>
                <c:pt idx="7441">
                  <c:v>-19.887007718601978</c:v>
                </c:pt>
                <c:pt idx="7442">
                  <c:v>-19.887952268486004</c:v>
                </c:pt>
                <c:pt idx="7443">
                  <c:v>-19.88889634796098</c:v>
                </c:pt>
                <c:pt idx="7444">
                  <c:v>-19.889839957187007</c:v>
                </c:pt>
                <c:pt idx="7445">
                  <c:v>-19.890783096325009</c:v>
                </c:pt>
                <c:pt idx="7446">
                  <c:v>-19.891725765535995</c:v>
                </c:pt>
                <c:pt idx="7447">
                  <c:v>-19.892667964981001</c:v>
                </c:pt>
                <c:pt idx="7448">
                  <c:v>-19.893609694821009</c:v>
                </c:pt>
                <c:pt idx="7449">
                  <c:v>-19.894550955215976</c:v>
                </c:pt>
                <c:pt idx="7450">
                  <c:v>-19.895491746326002</c:v>
                </c:pt>
                <c:pt idx="7451">
                  <c:v>-19.896432068313004</c:v>
                </c:pt>
                <c:pt idx="7452">
                  <c:v>-19.897371921336003</c:v>
                </c:pt>
                <c:pt idx="7453">
                  <c:v>-19.898311305555012</c:v>
                </c:pt>
                <c:pt idx="7454">
                  <c:v>-19.899250221131979</c:v>
                </c:pt>
                <c:pt idx="7455">
                  <c:v>-19.900188668225013</c:v>
                </c:pt>
                <c:pt idx="7456">
                  <c:v>-19.901126646996005</c:v>
                </c:pt>
                <c:pt idx="7457">
                  <c:v>-19.902064157604997</c:v>
                </c:pt>
                <c:pt idx="7458">
                  <c:v>-19.903001200211008</c:v>
                </c:pt>
                <c:pt idx="7459">
                  <c:v>-19.903937774973997</c:v>
                </c:pt>
                <c:pt idx="7460">
                  <c:v>-19.904873882056023</c:v>
                </c:pt>
                <c:pt idx="7461">
                  <c:v>-19.905809521613008</c:v>
                </c:pt>
                <c:pt idx="7462">
                  <c:v>-19.90674469380798</c:v>
                </c:pt>
                <c:pt idx="7463">
                  <c:v>-19.907679398800013</c:v>
                </c:pt>
                <c:pt idx="7464">
                  <c:v>-19.908613636746992</c:v>
                </c:pt>
                <c:pt idx="7465">
                  <c:v>-19.909547407810976</c:v>
                </c:pt>
                <c:pt idx="7466">
                  <c:v>-19.910480712150019</c:v>
                </c:pt>
                <c:pt idx="7467">
                  <c:v>-19.911413549923992</c:v>
                </c:pt>
                <c:pt idx="7468">
                  <c:v>-19.912345921292001</c:v>
                </c:pt>
                <c:pt idx="7469">
                  <c:v>-19.913277826414998</c:v>
                </c:pt>
                <c:pt idx="7470">
                  <c:v>-19.914209265449983</c:v>
                </c:pt>
                <c:pt idx="7471">
                  <c:v>-19.915140238557001</c:v>
                </c:pt>
                <c:pt idx="7472">
                  <c:v>-19.916070745895013</c:v>
                </c:pt>
                <c:pt idx="7473">
                  <c:v>-19.917000787622982</c:v>
                </c:pt>
                <c:pt idx="7474">
                  <c:v>-19.917930363901007</c:v>
                </c:pt>
                <c:pt idx="7475">
                  <c:v>-19.918859474887</c:v>
                </c:pt>
                <c:pt idx="7476">
                  <c:v>-19.91978812073998</c:v>
                </c:pt>
                <c:pt idx="7477">
                  <c:v>-19.920716301620018</c:v>
                </c:pt>
                <c:pt idx="7478">
                  <c:v>-19.921644017684997</c:v>
                </c:pt>
                <c:pt idx="7479">
                  <c:v>-19.922571269092998</c:v>
                </c:pt>
                <c:pt idx="7480">
                  <c:v>-19.923498056003012</c:v>
                </c:pt>
                <c:pt idx="7481">
                  <c:v>-19.924424378574003</c:v>
                </c:pt>
                <c:pt idx="7482">
                  <c:v>-19.925350236965016</c:v>
                </c:pt>
                <c:pt idx="7483">
                  <c:v>-19.926275631332999</c:v>
                </c:pt>
                <c:pt idx="7484">
                  <c:v>-19.927200561837992</c:v>
                </c:pt>
                <c:pt idx="7485">
                  <c:v>-19.928125028636998</c:v>
                </c:pt>
                <c:pt idx="7486">
                  <c:v>-19.929049031889008</c:v>
                </c:pt>
                <c:pt idx="7487">
                  <c:v>-19.929972571754007</c:v>
                </c:pt>
                <c:pt idx="7488">
                  <c:v>-19.930895648386013</c:v>
                </c:pt>
                <c:pt idx="7489">
                  <c:v>-19.931818261945978</c:v>
                </c:pt>
                <c:pt idx="7490">
                  <c:v>-19.932740412592011</c:v>
                </c:pt>
                <c:pt idx="7491">
                  <c:v>-19.933662100481001</c:v>
                </c:pt>
                <c:pt idx="7492">
                  <c:v>-19.934583325771001</c:v>
                </c:pt>
                <c:pt idx="7493">
                  <c:v>-19.935504088621002</c:v>
                </c:pt>
                <c:pt idx="7494">
                  <c:v>-19.936424389188005</c:v>
                </c:pt>
                <c:pt idx="7495">
                  <c:v>-19.937344227628984</c:v>
                </c:pt>
                <c:pt idx="7496">
                  <c:v>-19.938263604104009</c:v>
                </c:pt>
                <c:pt idx="7497">
                  <c:v>-19.939182518767979</c:v>
                </c:pt>
                <c:pt idx="7498">
                  <c:v>-19.940100971779998</c:v>
                </c:pt>
                <c:pt idx="7499">
                  <c:v>-19.941018963297012</c:v>
                </c:pt>
                <c:pt idx="7500">
                  <c:v>-19.941936493476987</c:v>
                </c:pt>
                <c:pt idx="7501">
                  <c:v>-19.942912919166019</c:v>
                </c:pt>
                <c:pt idx="7502">
                  <c:v>-19.943888883832017</c:v>
                </c:pt>
                <c:pt idx="7503">
                  <c:v>-19.944864387633004</c:v>
                </c:pt>
                <c:pt idx="7504">
                  <c:v>-19.945839430724988</c:v>
                </c:pt>
                <c:pt idx="7505">
                  <c:v>-19.946814013265993</c:v>
                </c:pt>
                <c:pt idx="7506">
                  <c:v>-19.947788135412992</c:v>
                </c:pt>
                <c:pt idx="7507">
                  <c:v>-19.948761797324011</c:v>
                </c:pt>
                <c:pt idx="7508">
                  <c:v>-19.949734999153009</c:v>
                </c:pt>
                <c:pt idx="7509">
                  <c:v>-19.95070774106</c:v>
                </c:pt>
                <c:pt idx="7510">
                  <c:v>-19.951680023200993</c:v>
                </c:pt>
                <c:pt idx="7511">
                  <c:v>-19.952651845730998</c:v>
                </c:pt>
                <c:pt idx="7512">
                  <c:v>-19.953623208809006</c:v>
                </c:pt>
                <c:pt idx="7513">
                  <c:v>-19.954594112590001</c:v>
                </c:pt>
                <c:pt idx="7514">
                  <c:v>-19.955564557233004</c:v>
                </c:pt>
                <c:pt idx="7515">
                  <c:v>-19.956534542889983</c:v>
                </c:pt>
                <c:pt idx="7516">
                  <c:v>-19.957504069722972</c:v>
                </c:pt>
                <c:pt idx="7517">
                  <c:v>-19.958473137884994</c:v>
                </c:pt>
                <c:pt idx="7518">
                  <c:v>-19.959441747531997</c:v>
                </c:pt>
                <c:pt idx="7519">
                  <c:v>-19.960409898822007</c:v>
                </c:pt>
                <c:pt idx="7520">
                  <c:v>-19.961377591910008</c:v>
                </c:pt>
                <c:pt idx="7521">
                  <c:v>-19.962344826953</c:v>
                </c:pt>
                <c:pt idx="7522">
                  <c:v>-19.96331160410702</c:v>
                </c:pt>
                <c:pt idx="7523">
                  <c:v>-19.964277923528016</c:v>
                </c:pt>
                <c:pt idx="7524">
                  <c:v>-19.965243785371001</c:v>
                </c:pt>
                <c:pt idx="7525">
                  <c:v>-19.966209189793005</c:v>
                </c:pt>
                <c:pt idx="7526">
                  <c:v>-19.967174136950973</c:v>
                </c:pt>
                <c:pt idx="7527">
                  <c:v>-19.968138626997018</c:v>
                </c:pt>
                <c:pt idx="7528">
                  <c:v>-19.969102660091011</c:v>
                </c:pt>
                <c:pt idx="7529">
                  <c:v>-19.970066236386003</c:v>
                </c:pt>
                <c:pt idx="7530">
                  <c:v>-19.971029356038997</c:v>
                </c:pt>
                <c:pt idx="7531">
                  <c:v>-19.971992019203981</c:v>
                </c:pt>
                <c:pt idx="7532">
                  <c:v>-19.972954226039008</c:v>
                </c:pt>
                <c:pt idx="7533">
                  <c:v>-19.973915976697015</c:v>
                </c:pt>
                <c:pt idx="7534">
                  <c:v>-19.974877271334009</c:v>
                </c:pt>
                <c:pt idx="7535">
                  <c:v>-19.975838110106992</c:v>
                </c:pt>
                <c:pt idx="7536">
                  <c:v>-19.976798493167991</c:v>
                </c:pt>
                <c:pt idx="7537">
                  <c:v>-19.977758420676025</c:v>
                </c:pt>
                <c:pt idx="7538">
                  <c:v>-19.978717892782015</c:v>
                </c:pt>
                <c:pt idx="7539">
                  <c:v>-19.979676909646003</c:v>
                </c:pt>
                <c:pt idx="7540">
                  <c:v>-19.980635471417997</c:v>
                </c:pt>
                <c:pt idx="7541">
                  <c:v>-19.981593578256991</c:v>
                </c:pt>
                <c:pt idx="7542">
                  <c:v>-19.982551230316005</c:v>
                </c:pt>
                <c:pt idx="7543">
                  <c:v>-19.983508427749001</c:v>
                </c:pt>
                <c:pt idx="7544">
                  <c:v>-19.984465170713008</c:v>
                </c:pt>
                <c:pt idx="7545">
                  <c:v>-19.985421459360992</c:v>
                </c:pt>
                <c:pt idx="7546">
                  <c:v>-19.986377293847994</c:v>
                </c:pt>
                <c:pt idx="7547">
                  <c:v>-19.987332674328997</c:v>
                </c:pt>
                <c:pt idx="7548">
                  <c:v>-19.988287600959012</c:v>
                </c:pt>
                <c:pt idx="7549">
                  <c:v>-19.989242073892001</c:v>
                </c:pt>
                <c:pt idx="7550">
                  <c:v>-19.990196093281014</c:v>
                </c:pt>
                <c:pt idx="7551">
                  <c:v>-19.991149659282996</c:v>
                </c:pt>
                <c:pt idx="7552">
                  <c:v>-19.992102772050004</c:v>
                </c:pt>
                <c:pt idx="7553">
                  <c:v>-19.993055431738014</c:v>
                </c:pt>
                <c:pt idx="7554">
                  <c:v>-19.994007638499994</c:v>
                </c:pt>
                <c:pt idx="7555">
                  <c:v>-19.994959392491012</c:v>
                </c:pt>
                <c:pt idx="7556">
                  <c:v>-19.995910693864005</c:v>
                </c:pt>
                <c:pt idx="7557">
                  <c:v>-19.996861542773985</c:v>
                </c:pt>
                <c:pt idx="7558">
                  <c:v>-19.997811939374003</c:v>
                </c:pt>
                <c:pt idx="7559">
                  <c:v>-19.998761883819014</c:v>
                </c:pt>
                <c:pt idx="7560">
                  <c:v>-19.999711376262013</c:v>
                </c:pt>
                <c:pt idx="7561">
                  <c:v>-20.000660416856988</c:v>
                </c:pt>
                <c:pt idx="7562">
                  <c:v>-20.001609005758979</c:v>
                </c:pt>
                <c:pt idx="7563">
                  <c:v>-20.002557143118992</c:v>
                </c:pt>
                <c:pt idx="7564">
                  <c:v>-20.003504829093004</c:v>
                </c:pt>
                <c:pt idx="7565">
                  <c:v>-20.004452063833014</c:v>
                </c:pt>
                <c:pt idx="7566">
                  <c:v>-20.005398847492984</c:v>
                </c:pt>
                <c:pt idx="7567">
                  <c:v>-20.006345180226987</c:v>
                </c:pt>
                <c:pt idx="7568">
                  <c:v>-20.007291062186994</c:v>
                </c:pt>
                <c:pt idx="7569">
                  <c:v>-20.008236493528017</c:v>
                </c:pt>
                <c:pt idx="7570">
                  <c:v>-20.009181474401998</c:v>
                </c:pt>
                <c:pt idx="7571">
                  <c:v>-20.010126004962984</c:v>
                </c:pt>
                <c:pt idx="7572">
                  <c:v>-20.011070085363997</c:v>
                </c:pt>
                <c:pt idx="7573">
                  <c:v>-20.012013715756979</c:v>
                </c:pt>
                <c:pt idx="7574">
                  <c:v>-20.012956896296004</c:v>
                </c:pt>
                <c:pt idx="7575">
                  <c:v>-20.013899627133014</c:v>
                </c:pt>
                <c:pt idx="7576">
                  <c:v>-20.014841908422994</c:v>
                </c:pt>
                <c:pt idx="7577">
                  <c:v>-20.015783740315982</c:v>
                </c:pt>
                <c:pt idx="7578">
                  <c:v>-20.016725122967983</c:v>
                </c:pt>
                <c:pt idx="7579">
                  <c:v>-20.017666056528014</c:v>
                </c:pt>
                <c:pt idx="7580">
                  <c:v>-20.018606541151996</c:v>
                </c:pt>
                <c:pt idx="7581">
                  <c:v>-20.019546576991985</c:v>
                </c:pt>
                <c:pt idx="7582">
                  <c:v>-20.02048616419799</c:v>
                </c:pt>
                <c:pt idx="7583">
                  <c:v>-20.021425302924996</c:v>
                </c:pt>
                <c:pt idx="7584">
                  <c:v>-20.022363993324007</c:v>
                </c:pt>
                <c:pt idx="7585">
                  <c:v>-20.023302235549011</c:v>
                </c:pt>
                <c:pt idx="7586">
                  <c:v>-20.02424002974999</c:v>
                </c:pt>
                <c:pt idx="7587">
                  <c:v>-20.025177376081984</c:v>
                </c:pt>
                <c:pt idx="7588">
                  <c:v>-20.026114274694976</c:v>
                </c:pt>
                <c:pt idx="7589">
                  <c:v>-20.027050725742015</c:v>
                </c:pt>
                <c:pt idx="7590">
                  <c:v>-20.027986729375016</c:v>
                </c:pt>
                <c:pt idx="7591">
                  <c:v>-20.028922285745011</c:v>
                </c:pt>
                <c:pt idx="7592">
                  <c:v>-20.029857395006985</c:v>
                </c:pt>
                <c:pt idx="7593">
                  <c:v>-20.030792057308986</c:v>
                </c:pt>
                <c:pt idx="7594">
                  <c:v>-20.031726272806026</c:v>
                </c:pt>
                <c:pt idx="7595">
                  <c:v>-20.032660041648001</c:v>
                </c:pt>
                <c:pt idx="7596">
                  <c:v>-20.033593363986</c:v>
                </c:pt>
                <c:pt idx="7597">
                  <c:v>-20.034526239975008</c:v>
                </c:pt>
                <c:pt idx="7598">
                  <c:v>-20.035458669761994</c:v>
                </c:pt>
                <c:pt idx="7599">
                  <c:v>-20.03639065350302</c:v>
                </c:pt>
                <c:pt idx="7600">
                  <c:v>-20.037322191346021</c:v>
                </c:pt>
                <c:pt idx="7601">
                  <c:v>-20.038253283446011</c:v>
                </c:pt>
                <c:pt idx="7602">
                  <c:v>-20.039183929950013</c:v>
                </c:pt>
                <c:pt idx="7603">
                  <c:v>-20.040114131012984</c:v>
                </c:pt>
                <c:pt idx="7604">
                  <c:v>-20.041043886785019</c:v>
                </c:pt>
                <c:pt idx="7605">
                  <c:v>-20.041973197416013</c:v>
                </c:pt>
                <c:pt idx="7606">
                  <c:v>-20.042902063060012</c:v>
                </c:pt>
                <c:pt idx="7607">
                  <c:v>-20.043830483864014</c:v>
                </c:pt>
                <c:pt idx="7608">
                  <c:v>-20.044758459983001</c:v>
                </c:pt>
                <c:pt idx="7609">
                  <c:v>-20.045685991564994</c:v>
                </c:pt>
                <c:pt idx="7610">
                  <c:v>-20.046613078764011</c:v>
                </c:pt>
                <c:pt idx="7611">
                  <c:v>-20.047539721728015</c:v>
                </c:pt>
                <c:pt idx="7612">
                  <c:v>-20.048465920609004</c:v>
                </c:pt>
                <c:pt idx="7613">
                  <c:v>-20.049391675557985</c:v>
                </c:pt>
                <c:pt idx="7614">
                  <c:v>-20.050316986723999</c:v>
                </c:pt>
                <c:pt idx="7615">
                  <c:v>-20.051241854261008</c:v>
                </c:pt>
                <c:pt idx="7616">
                  <c:v>-20.052166278316008</c:v>
                </c:pt>
                <c:pt idx="7617">
                  <c:v>-20.053090259040999</c:v>
                </c:pt>
                <c:pt idx="7618">
                  <c:v>-20.054013796586986</c:v>
                </c:pt>
                <c:pt idx="7619">
                  <c:v>-20.054936891103978</c:v>
                </c:pt>
                <c:pt idx="7620">
                  <c:v>-20.055859542742013</c:v>
                </c:pt>
                <c:pt idx="7621">
                  <c:v>-20.056781751651016</c:v>
                </c:pt>
                <c:pt idx="7622">
                  <c:v>-20.057703517983015</c:v>
                </c:pt>
                <c:pt idx="7623">
                  <c:v>-20.058624841885006</c:v>
                </c:pt>
                <c:pt idx="7624">
                  <c:v>-20.059545723509984</c:v>
                </c:pt>
                <c:pt idx="7625">
                  <c:v>-20.060466163006993</c:v>
                </c:pt>
                <c:pt idx="7626">
                  <c:v>-20.061386160526013</c:v>
                </c:pt>
                <c:pt idx="7627">
                  <c:v>-20.062305716217992</c:v>
                </c:pt>
                <c:pt idx="7628">
                  <c:v>-20.063224830230013</c:v>
                </c:pt>
                <c:pt idx="7629">
                  <c:v>-20.064143502714984</c:v>
                </c:pt>
                <c:pt idx="7630">
                  <c:v>-20.065061733819988</c:v>
                </c:pt>
                <c:pt idx="7631">
                  <c:v>-20.065979523696996</c:v>
                </c:pt>
                <c:pt idx="7632">
                  <c:v>-20.066896872494993</c:v>
                </c:pt>
                <c:pt idx="7633">
                  <c:v>-20.067813780362997</c:v>
                </c:pt>
                <c:pt idx="7634">
                  <c:v>-20.068730247450986</c:v>
                </c:pt>
                <c:pt idx="7635">
                  <c:v>-20.069646273909001</c:v>
                </c:pt>
                <c:pt idx="7636">
                  <c:v>-20.070561859885004</c:v>
                </c:pt>
                <c:pt idx="7637">
                  <c:v>-20.071477005529005</c:v>
                </c:pt>
                <c:pt idx="7638">
                  <c:v>-20.072391710992008</c:v>
                </c:pt>
                <c:pt idx="7639">
                  <c:v>-20.073305976419988</c:v>
                </c:pt>
                <c:pt idx="7640">
                  <c:v>-20.074219801965</c:v>
                </c:pt>
                <c:pt idx="7641">
                  <c:v>-20.075133187773986</c:v>
                </c:pt>
                <c:pt idx="7642">
                  <c:v>-20.076046133999</c:v>
                </c:pt>
                <c:pt idx="7643">
                  <c:v>-20.076958640785989</c:v>
                </c:pt>
                <c:pt idx="7644">
                  <c:v>-20.077870708284991</c:v>
                </c:pt>
                <c:pt idx="7645">
                  <c:v>-20.078782336645986</c:v>
                </c:pt>
                <c:pt idx="7646">
                  <c:v>-20.079693526014978</c:v>
                </c:pt>
                <c:pt idx="7647">
                  <c:v>-20.080604276545017</c:v>
                </c:pt>
                <c:pt idx="7648">
                  <c:v>-20.081514588380998</c:v>
                </c:pt>
                <c:pt idx="7649">
                  <c:v>-20.082424461674009</c:v>
                </c:pt>
                <c:pt idx="7650">
                  <c:v>-20.083333896570991</c:v>
                </c:pt>
                <c:pt idx="7651">
                  <c:v>-20.084242893221983</c:v>
                </c:pt>
                <c:pt idx="7652">
                  <c:v>-20.085151451775005</c:v>
                </c:pt>
                <c:pt idx="7653">
                  <c:v>-20.086059572376996</c:v>
                </c:pt>
                <c:pt idx="7654">
                  <c:v>-20.08696725517899</c:v>
                </c:pt>
                <c:pt idx="7655">
                  <c:v>-20.08787450032699</c:v>
                </c:pt>
                <c:pt idx="7656">
                  <c:v>-20.088781307971999</c:v>
                </c:pt>
                <c:pt idx="7657">
                  <c:v>-20.089687678259025</c:v>
                </c:pt>
                <c:pt idx="7658">
                  <c:v>-20.090593611339017</c:v>
                </c:pt>
                <c:pt idx="7659">
                  <c:v>-20.091499107358999</c:v>
                </c:pt>
                <c:pt idx="7660">
                  <c:v>-20.092404166465002</c:v>
                </c:pt>
                <c:pt idx="7661">
                  <c:v>-20.093308788808997</c:v>
                </c:pt>
                <c:pt idx="7662">
                  <c:v>-20.094212974536021</c:v>
                </c:pt>
                <c:pt idx="7663">
                  <c:v>-20.095116723795002</c:v>
                </c:pt>
                <c:pt idx="7664">
                  <c:v>-20.096020036732995</c:v>
                </c:pt>
                <c:pt idx="7665">
                  <c:v>-20.096922913499981</c:v>
                </c:pt>
                <c:pt idx="7666">
                  <c:v>-20.097825354240001</c:v>
                </c:pt>
                <c:pt idx="7667">
                  <c:v>-20.098727359105027</c:v>
                </c:pt>
                <c:pt idx="7668">
                  <c:v>-20.099628928240008</c:v>
                </c:pt>
                <c:pt idx="7669">
                  <c:v>-20.100530061792</c:v>
                </c:pt>
                <c:pt idx="7670">
                  <c:v>-20.101430759909988</c:v>
                </c:pt>
                <c:pt idx="7671">
                  <c:v>-20.102331022740003</c:v>
                </c:pt>
                <c:pt idx="7672">
                  <c:v>-20.103230850432027</c:v>
                </c:pt>
                <c:pt idx="7673">
                  <c:v>-20.104130243130015</c:v>
                </c:pt>
                <c:pt idx="7674">
                  <c:v>-20.105029200985001</c:v>
                </c:pt>
                <c:pt idx="7675">
                  <c:v>-20.105927724140997</c:v>
                </c:pt>
                <c:pt idx="7676">
                  <c:v>-20.106825812745996</c:v>
                </c:pt>
                <c:pt idx="7677">
                  <c:v>-20.107723466949011</c:v>
                </c:pt>
                <c:pt idx="7678">
                  <c:v>-20.108620686893005</c:v>
                </c:pt>
                <c:pt idx="7679">
                  <c:v>-20.109517472730005</c:v>
                </c:pt>
                <c:pt idx="7680">
                  <c:v>-20.110413824603</c:v>
                </c:pt>
                <c:pt idx="7681">
                  <c:v>-20.111309742660978</c:v>
                </c:pt>
                <c:pt idx="7682">
                  <c:v>-20.112205227049003</c:v>
                </c:pt>
                <c:pt idx="7683">
                  <c:v>-20.113100277916004</c:v>
                </c:pt>
                <c:pt idx="7684">
                  <c:v>-20.113994895408013</c:v>
                </c:pt>
                <c:pt idx="7685">
                  <c:v>-20.114889079671002</c:v>
                </c:pt>
                <c:pt idx="7686">
                  <c:v>-20.115782830851998</c:v>
                </c:pt>
                <c:pt idx="7687">
                  <c:v>-20.116676149097003</c:v>
                </c:pt>
                <c:pt idx="7688">
                  <c:v>-20.117569034553014</c:v>
                </c:pt>
                <c:pt idx="7689">
                  <c:v>-20.118461487366005</c:v>
                </c:pt>
                <c:pt idx="7690">
                  <c:v>-20.119353507683996</c:v>
                </c:pt>
                <c:pt idx="7691">
                  <c:v>-20.12024509565299</c:v>
                </c:pt>
                <c:pt idx="7692">
                  <c:v>-20.121136251415976</c:v>
                </c:pt>
                <c:pt idx="7693">
                  <c:v>-20.122026975123021</c:v>
                </c:pt>
                <c:pt idx="7694">
                  <c:v>-20.122917266919018</c:v>
                </c:pt>
                <c:pt idx="7695">
                  <c:v>-20.123807126949998</c:v>
                </c:pt>
                <c:pt idx="7696">
                  <c:v>-20.124696555360998</c:v>
                </c:pt>
                <c:pt idx="7697">
                  <c:v>-20.125585552299981</c:v>
                </c:pt>
                <c:pt idx="7698">
                  <c:v>-20.126474117911016</c:v>
                </c:pt>
                <c:pt idx="7699">
                  <c:v>-20.127362252341015</c:v>
                </c:pt>
                <c:pt idx="7700">
                  <c:v>-20.128249955737004</c:v>
                </c:pt>
                <c:pt idx="7701">
                  <c:v>-20.129137228242001</c:v>
                </c:pt>
                <c:pt idx="7702">
                  <c:v>-20.130024070003998</c:v>
                </c:pt>
                <c:pt idx="7703">
                  <c:v>-20.130910481165984</c:v>
                </c:pt>
                <c:pt idx="7704">
                  <c:v>-20.131796461877997</c:v>
                </c:pt>
                <c:pt idx="7705">
                  <c:v>-20.132682012281009</c:v>
                </c:pt>
                <c:pt idx="7706">
                  <c:v>-20.133567132524007</c:v>
                </c:pt>
                <c:pt idx="7707">
                  <c:v>-20.13445182274998</c:v>
                </c:pt>
                <c:pt idx="7708">
                  <c:v>-20.135336083105983</c:v>
                </c:pt>
                <c:pt idx="7709">
                  <c:v>-20.136219913735999</c:v>
                </c:pt>
                <c:pt idx="7710">
                  <c:v>-20.137103314786003</c:v>
                </c:pt>
                <c:pt idx="7711">
                  <c:v>-20.137986286401997</c:v>
                </c:pt>
                <c:pt idx="7712">
                  <c:v>-20.138868828726999</c:v>
                </c:pt>
                <c:pt idx="7713">
                  <c:v>-20.139750941909</c:v>
                </c:pt>
                <c:pt idx="7714">
                  <c:v>-20.140632626091019</c:v>
                </c:pt>
                <c:pt idx="7715">
                  <c:v>-20.141513881418007</c:v>
                </c:pt>
                <c:pt idx="7716">
                  <c:v>-20.142394708036989</c:v>
                </c:pt>
                <c:pt idx="7717">
                  <c:v>-20.143275106088993</c:v>
                </c:pt>
                <c:pt idx="7718">
                  <c:v>-20.144155075722978</c:v>
                </c:pt>
                <c:pt idx="7719">
                  <c:v>-20.145034617082018</c:v>
                </c:pt>
                <c:pt idx="7720">
                  <c:v>-20.145913730310014</c:v>
                </c:pt>
                <c:pt idx="7721">
                  <c:v>-20.146792415552994</c:v>
                </c:pt>
                <c:pt idx="7722">
                  <c:v>-20.147670672955002</c:v>
                </c:pt>
                <c:pt idx="7723">
                  <c:v>-20.148548502660987</c:v>
                </c:pt>
                <c:pt idx="7724">
                  <c:v>-20.149425904815018</c:v>
                </c:pt>
                <c:pt idx="7725">
                  <c:v>-20.15030287956202</c:v>
                </c:pt>
                <c:pt idx="7726">
                  <c:v>-20.151179427044013</c:v>
                </c:pt>
                <c:pt idx="7727">
                  <c:v>-20.152055547409987</c:v>
                </c:pt>
                <c:pt idx="7728">
                  <c:v>-20.152931240800001</c:v>
                </c:pt>
                <c:pt idx="7729">
                  <c:v>-20.153806507361026</c:v>
                </c:pt>
                <c:pt idx="7730">
                  <c:v>-20.154681347235993</c:v>
                </c:pt>
                <c:pt idx="7731">
                  <c:v>-20.155555760568006</c:v>
                </c:pt>
                <c:pt idx="7732">
                  <c:v>-20.156429747504006</c:v>
                </c:pt>
                <c:pt idx="7733">
                  <c:v>-20.157303308184993</c:v>
                </c:pt>
                <c:pt idx="7734">
                  <c:v>-20.158176442757025</c:v>
                </c:pt>
                <c:pt idx="7735">
                  <c:v>-20.159049151363007</c:v>
                </c:pt>
                <c:pt idx="7736">
                  <c:v>-20.159921434148004</c:v>
                </c:pt>
                <c:pt idx="7737">
                  <c:v>-20.160793291254009</c:v>
                </c:pt>
                <c:pt idx="7738">
                  <c:v>-20.161664722826004</c:v>
                </c:pt>
                <c:pt idx="7739">
                  <c:v>-20.162535729008027</c:v>
                </c:pt>
                <c:pt idx="7740">
                  <c:v>-20.163406309942019</c:v>
                </c:pt>
                <c:pt idx="7741">
                  <c:v>-20.164276465773014</c:v>
                </c:pt>
                <c:pt idx="7742">
                  <c:v>-20.165146196644002</c:v>
                </c:pt>
                <c:pt idx="7743">
                  <c:v>-20.166015502698997</c:v>
                </c:pt>
                <c:pt idx="7744">
                  <c:v>-20.166884384079992</c:v>
                </c:pt>
                <c:pt idx="7745">
                  <c:v>-20.167752840933019</c:v>
                </c:pt>
                <c:pt idx="7746">
                  <c:v>-20.168620873400016</c:v>
                </c:pt>
                <c:pt idx="7747">
                  <c:v>-20.169488481622011</c:v>
                </c:pt>
                <c:pt idx="7748">
                  <c:v>-20.170355665746001</c:v>
                </c:pt>
                <c:pt idx="7749">
                  <c:v>-20.171222425911992</c:v>
                </c:pt>
                <c:pt idx="7750">
                  <c:v>-20.172088762266014</c:v>
                </c:pt>
                <c:pt idx="7751">
                  <c:v>-20.172954674949011</c:v>
                </c:pt>
                <c:pt idx="7752">
                  <c:v>-20.173820164104995</c:v>
                </c:pt>
                <c:pt idx="7753">
                  <c:v>-20.174685229874996</c:v>
                </c:pt>
                <c:pt idx="7754">
                  <c:v>-20.175549872404986</c:v>
                </c:pt>
                <c:pt idx="7755">
                  <c:v>-20.176414091836023</c:v>
                </c:pt>
                <c:pt idx="7756">
                  <c:v>-20.177277888310016</c:v>
                </c:pt>
                <c:pt idx="7757">
                  <c:v>-20.178141261972002</c:v>
                </c:pt>
                <c:pt idx="7758">
                  <c:v>-20.179004212963008</c:v>
                </c:pt>
                <c:pt idx="7759">
                  <c:v>-20.179866741425997</c:v>
                </c:pt>
                <c:pt idx="7760">
                  <c:v>-20.180728847502991</c:v>
                </c:pt>
                <c:pt idx="7761">
                  <c:v>-20.181590531338003</c:v>
                </c:pt>
                <c:pt idx="7762">
                  <c:v>-20.182451793073</c:v>
                </c:pt>
                <c:pt idx="7763">
                  <c:v>-20.18331263284901</c:v>
                </c:pt>
                <c:pt idx="7764">
                  <c:v>-20.184173050809989</c:v>
                </c:pt>
                <c:pt idx="7765">
                  <c:v>-20.185033047096994</c:v>
                </c:pt>
                <c:pt idx="7766">
                  <c:v>-20.185892621854009</c:v>
                </c:pt>
                <c:pt idx="7767">
                  <c:v>-20.186751775221012</c:v>
                </c:pt>
                <c:pt idx="7768">
                  <c:v>-20.187610507341986</c:v>
                </c:pt>
                <c:pt idx="7769">
                  <c:v>-20.18846881835799</c:v>
                </c:pt>
                <c:pt idx="7770">
                  <c:v>-20.189326708410988</c:v>
                </c:pt>
                <c:pt idx="7771">
                  <c:v>-20.190184177643999</c:v>
                </c:pt>
                <c:pt idx="7772">
                  <c:v>-20.191041226197001</c:v>
                </c:pt>
                <c:pt idx="7773">
                  <c:v>-20.191897854215</c:v>
                </c:pt>
                <c:pt idx="7774">
                  <c:v>-20.192754061835984</c:v>
                </c:pt>
                <c:pt idx="7775">
                  <c:v>-20.193609849205984</c:v>
                </c:pt>
                <c:pt idx="7776">
                  <c:v>-20.194465216461992</c:v>
                </c:pt>
                <c:pt idx="7777">
                  <c:v>-20.195320163750011</c:v>
                </c:pt>
                <c:pt idx="7778">
                  <c:v>-20.19617469120999</c:v>
                </c:pt>
                <c:pt idx="7779">
                  <c:v>-20.197028798980995</c:v>
                </c:pt>
                <c:pt idx="7780">
                  <c:v>-20.197882487209</c:v>
                </c:pt>
                <c:pt idx="7781">
                  <c:v>-20.198735756031994</c:v>
                </c:pt>
                <c:pt idx="7782">
                  <c:v>-20.199588605593021</c:v>
                </c:pt>
                <c:pt idx="7783">
                  <c:v>-20.200441036032004</c:v>
                </c:pt>
                <c:pt idx="7784">
                  <c:v>-20.20129304749301</c:v>
                </c:pt>
                <c:pt idx="7785">
                  <c:v>-20.202144640114994</c:v>
                </c:pt>
                <c:pt idx="7786">
                  <c:v>-20.202995814038985</c:v>
                </c:pt>
                <c:pt idx="7787">
                  <c:v>-20.203846569407006</c:v>
                </c:pt>
                <c:pt idx="7788">
                  <c:v>-20.204696906359004</c:v>
                </c:pt>
                <c:pt idx="7789">
                  <c:v>-20.205546825038994</c:v>
                </c:pt>
                <c:pt idx="7790">
                  <c:v>-20.206396325583995</c:v>
                </c:pt>
                <c:pt idx="7791">
                  <c:v>-20.207245408137993</c:v>
                </c:pt>
                <c:pt idx="7792">
                  <c:v>-20.208094072839003</c:v>
                </c:pt>
                <c:pt idx="7793">
                  <c:v>-20.20894231983101</c:v>
                </c:pt>
                <c:pt idx="7794">
                  <c:v>-20.209790149252996</c:v>
                </c:pt>
                <c:pt idx="7795">
                  <c:v>-20.210637561244994</c:v>
                </c:pt>
                <c:pt idx="7796">
                  <c:v>-20.211484555949994</c:v>
                </c:pt>
                <c:pt idx="7797">
                  <c:v>-20.212331133505018</c:v>
                </c:pt>
                <c:pt idx="7798">
                  <c:v>-20.213177294055015</c:v>
                </c:pt>
                <c:pt idx="7799">
                  <c:v>-20.214023037736013</c:v>
                </c:pt>
                <c:pt idx="7800">
                  <c:v>-20.21486836469299</c:v>
                </c:pt>
                <c:pt idx="7801">
                  <c:v>-20.215764086830006</c:v>
                </c:pt>
                <c:pt idx="7802">
                  <c:v>-20.21665939252199</c:v>
                </c:pt>
                <c:pt idx="7803">
                  <c:v>-20.217554281908008</c:v>
                </c:pt>
                <c:pt idx="7804">
                  <c:v>-20.218448755130993</c:v>
                </c:pt>
                <c:pt idx="7805">
                  <c:v>-20.219342812327</c:v>
                </c:pt>
                <c:pt idx="7806">
                  <c:v>-20.220236453639018</c:v>
                </c:pt>
                <c:pt idx="7807">
                  <c:v>-20.221129679206001</c:v>
                </c:pt>
                <c:pt idx="7808">
                  <c:v>-20.222022489168012</c:v>
                </c:pt>
                <c:pt idx="7809">
                  <c:v>-20.222914883664998</c:v>
                </c:pt>
                <c:pt idx="7810">
                  <c:v>-20.223806862837989</c:v>
                </c:pt>
                <c:pt idx="7811">
                  <c:v>-20.22469842682699</c:v>
                </c:pt>
                <c:pt idx="7812">
                  <c:v>-20.225589575768993</c:v>
                </c:pt>
                <c:pt idx="7813">
                  <c:v>-20.226480309806988</c:v>
                </c:pt>
                <c:pt idx="7814">
                  <c:v>-20.227370629077996</c:v>
                </c:pt>
                <c:pt idx="7815">
                  <c:v>-20.228260533724011</c:v>
                </c:pt>
                <c:pt idx="7816">
                  <c:v>-20.229150023882994</c:v>
                </c:pt>
                <c:pt idx="7817">
                  <c:v>-20.230039099695006</c:v>
                </c:pt>
                <c:pt idx="7818">
                  <c:v>-20.230927761301018</c:v>
                </c:pt>
                <c:pt idx="7819">
                  <c:v>-20.231816008837995</c:v>
                </c:pt>
                <c:pt idx="7820">
                  <c:v>-20.232703842447023</c:v>
                </c:pt>
                <c:pt idx="7821">
                  <c:v>-20.233591262265975</c:v>
                </c:pt>
                <c:pt idx="7822">
                  <c:v>-20.234478268435993</c:v>
                </c:pt>
                <c:pt idx="7823">
                  <c:v>-20.235364861093984</c:v>
                </c:pt>
                <c:pt idx="7824">
                  <c:v>-20.236251040382001</c:v>
                </c:pt>
                <c:pt idx="7825">
                  <c:v>-20.237136806437007</c:v>
                </c:pt>
                <c:pt idx="7826">
                  <c:v>-20.238022159400003</c:v>
                </c:pt>
                <c:pt idx="7827">
                  <c:v>-20.23890709940801</c:v>
                </c:pt>
                <c:pt idx="7828">
                  <c:v>-20.23979162660001</c:v>
                </c:pt>
                <c:pt idx="7829">
                  <c:v>-20.240675741116007</c:v>
                </c:pt>
                <c:pt idx="7830">
                  <c:v>-20.241559443095014</c:v>
                </c:pt>
                <c:pt idx="7831">
                  <c:v>-20.242442732675016</c:v>
                </c:pt>
                <c:pt idx="7832">
                  <c:v>-20.243325609994997</c:v>
                </c:pt>
                <c:pt idx="7833">
                  <c:v>-20.244208075196013</c:v>
                </c:pt>
                <c:pt idx="7834">
                  <c:v>-20.245090128411988</c:v>
                </c:pt>
                <c:pt idx="7835">
                  <c:v>-20.245971769785001</c:v>
                </c:pt>
                <c:pt idx="7836">
                  <c:v>-20.246852999452983</c:v>
                </c:pt>
                <c:pt idx="7837">
                  <c:v>-20.247733817554007</c:v>
                </c:pt>
                <c:pt idx="7838">
                  <c:v>-20.248614224226998</c:v>
                </c:pt>
                <c:pt idx="7839">
                  <c:v>-20.24949421961</c:v>
                </c:pt>
                <c:pt idx="7840">
                  <c:v>-20.250373803841995</c:v>
                </c:pt>
                <c:pt idx="7841">
                  <c:v>-20.251252977060005</c:v>
                </c:pt>
                <c:pt idx="7842">
                  <c:v>-20.252131739403012</c:v>
                </c:pt>
                <c:pt idx="7843">
                  <c:v>-20.253010091009003</c:v>
                </c:pt>
                <c:pt idx="7844">
                  <c:v>-20.253888032017016</c:v>
                </c:pt>
                <c:pt idx="7845">
                  <c:v>-20.254765562563989</c:v>
                </c:pt>
                <c:pt idx="7846">
                  <c:v>-20.255642682788988</c:v>
                </c:pt>
                <c:pt idx="7847">
                  <c:v>-20.25651939283</c:v>
                </c:pt>
                <c:pt idx="7848">
                  <c:v>-20.257395692823991</c:v>
                </c:pt>
                <c:pt idx="7849">
                  <c:v>-20.258271582909003</c:v>
                </c:pt>
                <c:pt idx="7850">
                  <c:v>-20.259147063223992</c:v>
                </c:pt>
                <c:pt idx="7851">
                  <c:v>-20.260022133905011</c:v>
                </c:pt>
                <c:pt idx="7852">
                  <c:v>-20.260896795091014</c:v>
                </c:pt>
                <c:pt idx="7853">
                  <c:v>-20.261771046920018</c:v>
                </c:pt>
                <c:pt idx="7854">
                  <c:v>-20.262644889529014</c:v>
                </c:pt>
                <c:pt idx="7855">
                  <c:v>-20.263518323056019</c:v>
                </c:pt>
                <c:pt idx="7856">
                  <c:v>-20.264391347637002</c:v>
                </c:pt>
                <c:pt idx="7857">
                  <c:v>-20.265263963411002</c:v>
                </c:pt>
                <c:pt idx="7858">
                  <c:v>-20.266136170515978</c:v>
                </c:pt>
                <c:pt idx="7859">
                  <c:v>-20.26700796908699</c:v>
                </c:pt>
                <c:pt idx="7860">
                  <c:v>-20.267879359263986</c:v>
                </c:pt>
                <c:pt idx="7861">
                  <c:v>-20.268750341183988</c:v>
                </c:pt>
                <c:pt idx="7862">
                  <c:v>-20.269620914981004</c:v>
                </c:pt>
                <c:pt idx="7863">
                  <c:v>-20.270491080796006</c:v>
                </c:pt>
                <c:pt idx="7864">
                  <c:v>-20.271360838763997</c:v>
                </c:pt>
                <c:pt idx="7865">
                  <c:v>-20.272230189022991</c:v>
                </c:pt>
                <c:pt idx="7866">
                  <c:v>-20.273099131709017</c:v>
                </c:pt>
                <c:pt idx="7867">
                  <c:v>-20.273967666960004</c:v>
                </c:pt>
                <c:pt idx="7868">
                  <c:v>-20.274835794913002</c:v>
                </c:pt>
                <c:pt idx="7869">
                  <c:v>-20.275703515705004</c:v>
                </c:pt>
                <c:pt idx="7870">
                  <c:v>-20.276570829471979</c:v>
                </c:pt>
                <c:pt idx="7871">
                  <c:v>-20.277437736349981</c:v>
                </c:pt>
                <c:pt idx="7872">
                  <c:v>-20.278304236477993</c:v>
                </c:pt>
                <c:pt idx="7873">
                  <c:v>-20.279170329989995</c:v>
                </c:pt>
                <c:pt idx="7874">
                  <c:v>-20.280036017024997</c:v>
                </c:pt>
                <c:pt idx="7875">
                  <c:v>-20.280901297718998</c:v>
                </c:pt>
                <c:pt idx="7876">
                  <c:v>-20.281766172207995</c:v>
                </c:pt>
                <c:pt idx="7877">
                  <c:v>-20.282630640629009</c:v>
                </c:pt>
                <c:pt idx="7878">
                  <c:v>-20.283494703117015</c:v>
                </c:pt>
                <c:pt idx="7879">
                  <c:v>-20.284358359809005</c:v>
                </c:pt>
                <c:pt idx="7880">
                  <c:v>-20.285221610843024</c:v>
                </c:pt>
                <c:pt idx="7881">
                  <c:v>-20.286084456352995</c:v>
                </c:pt>
                <c:pt idx="7882">
                  <c:v>-20.286946896475996</c:v>
                </c:pt>
                <c:pt idx="7883">
                  <c:v>-20.287808931349986</c:v>
                </c:pt>
                <c:pt idx="7884">
                  <c:v>-20.288670561107978</c:v>
                </c:pt>
                <c:pt idx="7885">
                  <c:v>-20.289531785886993</c:v>
                </c:pt>
                <c:pt idx="7886">
                  <c:v>-20.290392605823996</c:v>
                </c:pt>
                <c:pt idx="7887">
                  <c:v>-20.291253021055013</c:v>
                </c:pt>
                <c:pt idx="7888">
                  <c:v>-20.29211303171499</c:v>
                </c:pt>
                <c:pt idx="7889">
                  <c:v>-20.292972637940011</c:v>
                </c:pt>
                <c:pt idx="7890">
                  <c:v>-20.293831839867011</c:v>
                </c:pt>
                <c:pt idx="7891">
                  <c:v>-20.294690637629003</c:v>
                </c:pt>
                <c:pt idx="7892">
                  <c:v>-20.295549031364999</c:v>
                </c:pt>
                <c:pt idx="7893">
                  <c:v>-20.296407021208012</c:v>
                </c:pt>
                <c:pt idx="7894">
                  <c:v>-20.297264607294977</c:v>
                </c:pt>
                <c:pt idx="7895">
                  <c:v>-20.298121789760984</c:v>
                </c:pt>
                <c:pt idx="7896">
                  <c:v>-20.298978568742001</c:v>
                </c:pt>
                <c:pt idx="7897">
                  <c:v>-20.299834944374993</c:v>
                </c:pt>
                <c:pt idx="7898">
                  <c:v>-20.300690916792007</c:v>
                </c:pt>
                <c:pt idx="7899">
                  <c:v>-20.301546486130007</c:v>
                </c:pt>
                <c:pt idx="7900">
                  <c:v>-20.302401652523997</c:v>
                </c:pt>
                <c:pt idx="7901">
                  <c:v>-20.303256416109008</c:v>
                </c:pt>
                <c:pt idx="7902">
                  <c:v>-20.304110777022004</c:v>
                </c:pt>
                <c:pt idx="7903">
                  <c:v>-20.304964735395998</c:v>
                </c:pt>
                <c:pt idx="7904">
                  <c:v>-20.305818291368013</c:v>
                </c:pt>
                <c:pt idx="7905">
                  <c:v>-20.306671445071999</c:v>
                </c:pt>
                <c:pt idx="7906">
                  <c:v>-20.307524196642021</c:v>
                </c:pt>
                <c:pt idx="7907">
                  <c:v>-20.308376546213992</c:v>
                </c:pt>
                <c:pt idx="7908">
                  <c:v>-20.309228493923996</c:v>
                </c:pt>
                <c:pt idx="7909">
                  <c:v>-20.310080039904989</c:v>
                </c:pt>
                <c:pt idx="7910">
                  <c:v>-20.310931184292002</c:v>
                </c:pt>
                <c:pt idx="7911">
                  <c:v>-20.311781927222</c:v>
                </c:pt>
                <c:pt idx="7912">
                  <c:v>-20.312632268827002</c:v>
                </c:pt>
                <c:pt idx="7913">
                  <c:v>-20.313482209242011</c:v>
                </c:pt>
                <c:pt idx="7914">
                  <c:v>-20.314331748602996</c:v>
                </c:pt>
                <c:pt idx="7915">
                  <c:v>-20.315180887042999</c:v>
                </c:pt>
                <c:pt idx="7916">
                  <c:v>-20.316029624698018</c:v>
                </c:pt>
                <c:pt idx="7917">
                  <c:v>-20.31687796170101</c:v>
                </c:pt>
                <c:pt idx="7918">
                  <c:v>-20.317725898188002</c:v>
                </c:pt>
                <c:pt idx="7919">
                  <c:v>-20.318573434292972</c:v>
                </c:pt>
                <c:pt idx="7920">
                  <c:v>-20.319420570148992</c:v>
                </c:pt>
                <c:pt idx="7921">
                  <c:v>-20.320267305889985</c:v>
                </c:pt>
                <c:pt idx="7922">
                  <c:v>-20.321113641653</c:v>
                </c:pt>
                <c:pt idx="7923">
                  <c:v>-20.321959577569004</c:v>
                </c:pt>
                <c:pt idx="7924">
                  <c:v>-20.322805113773995</c:v>
                </c:pt>
                <c:pt idx="7925">
                  <c:v>-20.323650250403006</c:v>
                </c:pt>
                <c:pt idx="7926">
                  <c:v>-20.324494987587002</c:v>
                </c:pt>
                <c:pt idx="7927">
                  <c:v>-20.325339325461016</c:v>
                </c:pt>
                <c:pt idx="7928">
                  <c:v>-20.326183264160022</c:v>
                </c:pt>
                <c:pt idx="7929">
                  <c:v>-20.327026803818001</c:v>
                </c:pt>
                <c:pt idx="7930">
                  <c:v>-20.327869944566999</c:v>
                </c:pt>
                <c:pt idx="7931">
                  <c:v>-20.328712686541991</c:v>
                </c:pt>
                <c:pt idx="7932">
                  <c:v>-20.329555029876985</c:v>
                </c:pt>
                <c:pt idx="7933">
                  <c:v>-20.330396974705991</c:v>
                </c:pt>
                <c:pt idx="7934">
                  <c:v>-20.331238521160998</c:v>
                </c:pt>
                <c:pt idx="7935">
                  <c:v>-20.332079669375986</c:v>
                </c:pt>
                <c:pt idx="7936">
                  <c:v>-20.332920419484992</c:v>
                </c:pt>
                <c:pt idx="7937">
                  <c:v>-20.333760771621002</c:v>
                </c:pt>
                <c:pt idx="7938">
                  <c:v>-20.334600725917994</c:v>
                </c:pt>
                <c:pt idx="7939">
                  <c:v>-20.335440282509012</c:v>
                </c:pt>
                <c:pt idx="7940">
                  <c:v>-20.336279441528006</c:v>
                </c:pt>
                <c:pt idx="7941">
                  <c:v>-20.33711820310802</c:v>
                </c:pt>
                <c:pt idx="7942">
                  <c:v>-20.337956567381013</c:v>
                </c:pt>
                <c:pt idx="7943">
                  <c:v>-20.338794534480996</c:v>
                </c:pt>
                <c:pt idx="7944">
                  <c:v>-20.339632104540982</c:v>
                </c:pt>
                <c:pt idx="7945">
                  <c:v>-20.340469277693984</c:v>
                </c:pt>
                <c:pt idx="7946">
                  <c:v>-20.341306054073982</c:v>
                </c:pt>
                <c:pt idx="7947">
                  <c:v>-20.34214243381399</c:v>
                </c:pt>
                <c:pt idx="7948">
                  <c:v>-20.342978417045003</c:v>
                </c:pt>
                <c:pt idx="7949">
                  <c:v>-20.343814003901002</c:v>
                </c:pt>
                <c:pt idx="7950">
                  <c:v>-20.344649194515</c:v>
                </c:pt>
                <c:pt idx="7951">
                  <c:v>-20.345483989019016</c:v>
                </c:pt>
                <c:pt idx="7952">
                  <c:v>-20.346318387547001</c:v>
                </c:pt>
                <c:pt idx="7953">
                  <c:v>-20.347152390230008</c:v>
                </c:pt>
                <c:pt idx="7954">
                  <c:v>-20.347985997204006</c:v>
                </c:pt>
                <c:pt idx="7955">
                  <c:v>-20.348819208597007</c:v>
                </c:pt>
                <c:pt idx="7956">
                  <c:v>-20.349652024543985</c:v>
                </c:pt>
                <c:pt idx="7957">
                  <c:v>-20.350484445176988</c:v>
                </c:pt>
                <c:pt idx="7958">
                  <c:v>-20.351316470629001</c:v>
                </c:pt>
                <c:pt idx="7959">
                  <c:v>-20.352148101031986</c:v>
                </c:pt>
                <c:pt idx="7960">
                  <c:v>-20.35297933651799</c:v>
                </c:pt>
                <c:pt idx="7961">
                  <c:v>-20.353810177220993</c:v>
                </c:pt>
                <c:pt idx="7962">
                  <c:v>-20.354640623270001</c:v>
                </c:pt>
                <c:pt idx="7963">
                  <c:v>-20.355470674800017</c:v>
                </c:pt>
                <c:pt idx="7964">
                  <c:v>-20.356300331941014</c:v>
                </c:pt>
                <c:pt idx="7965">
                  <c:v>-20.357129594827001</c:v>
                </c:pt>
                <c:pt idx="7966">
                  <c:v>-20.357958463589</c:v>
                </c:pt>
                <c:pt idx="7967">
                  <c:v>-20.358786938359998</c:v>
                </c:pt>
                <c:pt idx="7968">
                  <c:v>-20.359615019271018</c:v>
                </c:pt>
                <c:pt idx="7969">
                  <c:v>-20.360442706453995</c:v>
                </c:pt>
                <c:pt idx="7970">
                  <c:v>-20.36127000003998</c:v>
                </c:pt>
                <c:pt idx="7971">
                  <c:v>-20.362096900162982</c:v>
                </c:pt>
                <c:pt idx="7972">
                  <c:v>-20.362923406952007</c:v>
                </c:pt>
                <c:pt idx="7973">
                  <c:v>-20.363749520541006</c:v>
                </c:pt>
                <c:pt idx="7974">
                  <c:v>-20.364575241061004</c:v>
                </c:pt>
                <c:pt idx="7975">
                  <c:v>-20.365400568642997</c:v>
                </c:pt>
                <c:pt idx="7976">
                  <c:v>-20.366225503419997</c:v>
                </c:pt>
                <c:pt idx="7977">
                  <c:v>-20.367050045521012</c:v>
                </c:pt>
                <c:pt idx="7978">
                  <c:v>-20.36787419508002</c:v>
                </c:pt>
                <c:pt idx="7979">
                  <c:v>-20.368697952226</c:v>
                </c:pt>
                <c:pt idx="7980">
                  <c:v>-20.369521317092989</c:v>
                </c:pt>
                <c:pt idx="7981">
                  <c:v>-20.370344289809992</c:v>
                </c:pt>
                <c:pt idx="7982">
                  <c:v>-20.371166870509001</c:v>
                </c:pt>
                <c:pt idx="7983">
                  <c:v>-20.371989059322999</c:v>
                </c:pt>
                <c:pt idx="7984">
                  <c:v>-20.372810856380994</c:v>
                </c:pt>
                <c:pt idx="7985">
                  <c:v>-20.373632261814009</c:v>
                </c:pt>
                <c:pt idx="7986">
                  <c:v>-20.374453275754007</c:v>
                </c:pt>
                <c:pt idx="7987">
                  <c:v>-20.375273898332011</c:v>
                </c:pt>
                <c:pt idx="7988">
                  <c:v>-20.376094129679018</c:v>
                </c:pt>
                <c:pt idx="7989">
                  <c:v>-20.376913969924999</c:v>
                </c:pt>
                <c:pt idx="7990">
                  <c:v>-20.377733419202997</c:v>
                </c:pt>
                <c:pt idx="7991">
                  <c:v>-20.378552477642017</c:v>
                </c:pt>
                <c:pt idx="7992">
                  <c:v>-20.379371145371977</c:v>
                </c:pt>
                <c:pt idx="7993">
                  <c:v>-20.380189422526001</c:v>
                </c:pt>
                <c:pt idx="7994">
                  <c:v>-20.381007309232984</c:v>
                </c:pt>
                <c:pt idx="7995">
                  <c:v>-20.381824805624007</c:v>
                </c:pt>
                <c:pt idx="7996">
                  <c:v>-20.382641911830007</c:v>
                </c:pt>
                <c:pt idx="7997">
                  <c:v>-20.383458627983003</c:v>
                </c:pt>
                <c:pt idx="7998">
                  <c:v>-20.384274954210014</c:v>
                </c:pt>
                <c:pt idx="7999">
                  <c:v>-20.385090890643994</c:v>
                </c:pt>
                <c:pt idx="8000">
                  <c:v>-20.385906437414008</c:v>
                </c:pt>
                <c:pt idx="8001">
                  <c:v>-20.386721594651021</c:v>
                </c:pt>
                <c:pt idx="8002">
                  <c:v>-20.387536362486003</c:v>
                </c:pt>
                <c:pt idx="8003">
                  <c:v>-20.388350741047987</c:v>
                </c:pt>
                <c:pt idx="8004">
                  <c:v>-20.38916473046902</c:v>
                </c:pt>
                <c:pt idx="8005">
                  <c:v>-20.389978330877</c:v>
                </c:pt>
                <c:pt idx="8006">
                  <c:v>-20.39079154240298</c:v>
                </c:pt>
                <c:pt idx="8007">
                  <c:v>-20.391604365176988</c:v>
                </c:pt>
                <c:pt idx="8008">
                  <c:v>-20.392416799328998</c:v>
                </c:pt>
                <c:pt idx="8009">
                  <c:v>-20.393228844989011</c:v>
                </c:pt>
                <c:pt idx="8010">
                  <c:v>-20.394040502286998</c:v>
                </c:pt>
                <c:pt idx="8011">
                  <c:v>-20.394851771354013</c:v>
                </c:pt>
                <c:pt idx="8012">
                  <c:v>-20.395662652318009</c:v>
                </c:pt>
                <c:pt idx="8013">
                  <c:v>-20.396473145309017</c:v>
                </c:pt>
                <c:pt idx="8014">
                  <c:v>-20.397283250457008</c:v>
                </c:pt>
                <c:pt idx="8015">
                  <c:v>-20.398092967892012</c:v>
                </c:pt>
                <c:pt idx="8016">
                  <c:v>-20.398902297744002</c:v>
                </c:pt>
                <c:pt idx="8017">
                  <c:v>-20.399711240141983</c:v>
                </c:pt>
                <c:pt idx="8018">
                  <c:v>-20.400519795215985</c:v>
                </c:pt>
                <c:pt idx="8019">
                  <c:v>-20.401327963093991</c:v>
                </c:pt>
                <c:pt idx="8020">
                  <c:v>-20.402135743906996</c:v>
                </c:pt>
                <c:pt idx="8021">
                  <c:v>-20.402943137784007</c:v>
                </c:pt>
                <c:pt idx="8022">
                  <c:v>-20.403750144853007</c:v>
                </c:pt>
                <c:pt idx="8023">
                  <c:v>-20.404556765246014</c:v>
                </c:pt>
                <c:pt idx="8024">
                  <c:v>-20.405362999090016</c:v>
                </c:pt>
                <c:pt idx="8025">
                  <c:v>-20.40616884651601</c:v>
                </c:pt>
                <c:pt idx="8026">
                  <c:v>-20.406974307652007</c:v>
                </c:pt>
                <c:pt idx="8027">
                  <c:v>-20.407779382626018</c:v>
                </c:pt>
                <c:pt idx="8028">
                  <c:v>-20.40858407156901</c:v>
                </c:pt>
                <c:pt idx="8029">
                  <c:v>-20.409388374608994</c:v>
                </c:pt>
                <c:pt idx="8030">
                  <c:v>-20.410192291876001</c:v>
                </c:pt>
                <c:pt idx="8031">
                  <c:v>-20.410995823497984</c:v>
                </c:pt>
                <c:pt idx="8032">
                  <c:v>-20.411798969602984</c:v>
                </c:pt>
                <c:pt idx="8033">
                  <c:v>-20.41260173032299</c:v>
                </c:pt>
                <c:pt idx="8034">
                  <c:v>-20.413404105783997</c:v>
                </c:pt>
                <c:pt idx="8035">
                  <c:v>-20.414206096114015</c:v>
                </c:pt>
                <c:pt idx="8036">
                  <c:v>-20.415007701444011</c:v>
                </c:pt>
                <c:pt idx="8037">
                  <c:v>-20.415808921901998</c:v>
                </c:pt>
                <c:pt idx="8038">
                  <c:v>-20.416609757616015</c:v>
                </c:pt>
                <c:pt idx="8039">
                  <c:v>-20.417410208714017</c:v>
                </c:pt>
                <c:pt idx="8040">
                  <c:v>-20.418210275326999</c:v>
                </c:pt>
                <c:pt idx="8041">
                  <c:v>-20.419009957580982</c:v>
                </c:pt>
                <c:pt idx="8042">
                  <c:v>-20.419809255605003</c:v>
                </c:pt>
                <c:pt idx="8043">
                  <c:v>-20.420608169526986</c:v>
                </c:pt>
                <c:pt idx="8044">
                  <c:v>-20.421406699476989</c:v>
                </c:pt>
                <c:pt idx="8045">
                  <c:v>-20.422204845581007</c:v>
                </c:pt>
                <c:pt idx="8046">
                  <c:v>-20.423002607969011</c:v>
                </c:pt>
                <c:pt idx="8047">
                  <c:v>-20.423799986769012</c:v>
                </c:pt>
                <c:pt idx="8048">
                  <c:v>-20.424596982108</c:v>
                </c:pt>
                <c:pt idx="8049">
                  <c:v>-20.425393594114013</c:v>
                </c:pt>
                <c:pt idx="8050">
                  <c:v>-20.426189822916001</c:v>
                </c:pt>
                <c:pt idx="8051">
                  <c:v>-20.426985668642004</c:v>
                </c:pt>
                <c:pt idx="8052">
                  <c:v>-20.427781131418982</c:v>
                </c:pt>
                <c:pt idx="8053">
                  <c:v>-20.428576211375997</c:v>
                </c:pt>
                <c:pt idx="8054">
                  <c:v>-20.429370908640976</c:v>
                </c:pt>
                <c:pt idx="8055">
                  <c:v>-20.430165223339998</c:v>
                </c:pt>
                <c:pt idx="8056">
                  <c:v>-20.430959155601983</c:v>
                </c:pt>
                <c:pt idx="8057">
                  <c:v>-20.431752705554999</c:v>
                </c:pt>
                <c:pt idx="8058">
                  <c:v>-20.432545873326006</c:v>
                </c:pt>
                <c:pt idx="8059">
                  <c:v>-20.433338659041993</c:v>
                </c:pt>
                <c:pt idx="8060">
                  <c:v>-20.434131062831995</c:v>
                </c:pt>
                <c:pt idx="8061">
                  <c:v>-20.434923084822998</c:v>
                </c:pt>
                <c:pt idx="8062">
                  <c:v>-20.43571472514202</c:v>
                </c:pt>
                <c:pt idx="8063">
                  <c:v>-20.436505983917016</c:v>
                </c:pt>
                <c:pt idx="8064">
                  <c:v>-20.437296861275001</c:v>
                </c:pt>
                <c:pt idx="8065">
                  <c:v>-20.438087357342994</c:v>
                </c:pt>
                <c:pt idx="8066">
                  <c:v>-20.438877472247981</c:v>
                </c:pt>
                <c:pt idx="8067">
                  <c:v>-20.439667206118997</c:v>
                </c:pt>
                <c:pt idx="8068">
                  <c:v>-20.440456559083003</c:v>
                </c:pt>
                <c:pt idx="8069">
                  <c:v>-20.441245531264997</c:v>
                </c:pt>
                <c:pt idx="8070">
                  <c:v>-20.44203412279299</c:v>
                </c:pt>
                <c:pt idx="8071">
                  <c:v>-20.442822333794993</c:v>
                </c:pt>
                <c:pt idx="8072">
                  <c:v>-20.443610164397001</c:v>
                </c:pt>
                <c:pt idx="8073">
                  <c:v>-20.444397614726</c:v>
                </c:pt>
                <c:pt idx="8074">
                  <c:v>-20.445184684910004</c:v>
                </c:pt>
                <c:pt idx="8075">
                  <c:v>-20.445971375075004</c:v>
                </c:pt>
                <c:pt idx="8076">
                  <c:v>-20.446757685348018</c:v>
                </c:pt>
                <c:pt idx="8077">
                  <c:v>-20.447543615855011</c:v>
                </c:pt>
                <c:pt idx="8078">
                  <c:v>-20.448329166722999</c:v>
                </c:pt>
                <c:pt idx="8079">
                  <c:v>-20.449114338079994</c:v>
                </c:pt>
                <c:pt idx="8080">
                  <c:v>-20.449899130050994</c:v>
                </c:pt>
                <c:pt idx="8081">
                  <c:v>-20.450683542762988</c:v>
                </c:pt>
                <c:pt idx="8082">
                  <c:v>-20.451467576342992</c:v>
                </c:pt>
                <c:pt idx="8083">
                  <c:v>-20.452251230918989</c:v>
                </c:pt>
                <c:pt idx="8084">
                  <c:v>-20.453034506613989</c:v>
                </c:pt>
                <c:pt idx="8085">
                  <c:v>-20.453817403556002</c:v>
                </c:pt>
                <c:pt idx="8086">
                  <c:v>-20.454599921870994</c:v>
                </c:pt>
                <c:pt idx="8087">
                  <c:v>-20.455382061687004</c:v>
                </c:pt>
                <c:pt idx="8088">
                  <c:v>-20.456163823128009</c:v>
                </c:pt>
                <c:pt idx="8089">
                  <c:v>-20.45694520632199</c:v>
                </c:pt>
                <c:pt idx="8090">
                  <c:v>-20.457726211394998</c:v>
                </c:pt>
                <c:pt idx="8091">
                  <c:v>-20.458506838470981</c:v>
                </c:pt>
                <c:pt idx="8092">
                  <c:v>-20.459287087677978</c:v>
                </c:pt>
                <c:pt idx="8093">
                  <c:v>-20.460066959141983</c:v>
                </c:pt>
                <c:pt idx="8094">
                  <c:v>-20.460846452987994</c:v>
                </c:pt>
                <c:pt idx="8095">
                  <c:v>-20.461625569342004</c:v>
                </c:pt>
                <c:pt idx="8096">
                  <c:v>-20.462404308331998</c:v>
                </c:pt>
                <c:pt idx="8097">
                  <c:v>-20.463182670082006</c:v>
                </c:pt>
                <c:pt idx="8098">
                  <c:v>-20.463960654716999</c:v>
                </c:pt>
                <c:pt idx="8099">
                  <c:v>-20.464738262364023</c:v>
                </c:pt>
                <c:pt idx="8100">
                  <c:v>-20.465515493149013</c:v>
                </c:pt>
                <c:pt idx="8101">
                  <c:v>-20.466335936471012</c:v>
                </c:pt>
                <c:pt idx="8102">
                  <c:v>-20.467156003181003</c:v>
                </c:pt>
                <c:pt idx="8103">
                  <c:v>-20.467975693406999</c:v>
                </c:pt>
                <c:pt idx="8104">
                  <c:v>-20.468795007271979</c:v>
                </c:pt>
                <c:pt idx="8105">
                  <c:v>-20.469613944901994</c:v>
                </c:pt>
                <c:pt idx="8106">
                  <c:v>-20.470432506423009</c:v>
                </c:pt>
                <c:pt idx="8107">
                  <c:v>-20.471250691961018</c:v>
                </c:pt>
                <c:pt idx="8108">
                  <c:v>-20.472068501639001</c:v>
                </c:pt>
                <c:pt idx="8109">
                  <c:v>-20.472885935583975</c:v>
                </c:pt>
                <c:pt idx="8110">
                  <c:v>-20.473702993922018</c:v>
                </c:pt>
                <c:pt idx="8111">
                  <c:v>-20.474519676776993</c:v>
                </c:pt>
                <c:pt idx="8112">
                  <c:v>-20.475335984274011</c:v>
                </c:pt>
                <c:pt idx="8113">
                  <c:v>-20.476151916537987</c:v>
                </c:pt>
                <c:pt idx="8114">
                  <c:v>-20.476967473694998</c:v>
                </c:pt>
                <c:pt idx="8115">
                  <c:v>-20.477782655869987</c:v>
                </c:pt>
                <c:pt idx="8116">
                  <c:v>-20.478597463188009</c:v>
                </c:pt>
                <c:pt idx="8117">
                  <c:v>-20.479411895771989</c:v>
                </c:pt>
                <c:pt idx="8118">
                  <c:v>-20.480225953748999</c:v>
                </c:pt>
                <c:pt idx="8119">
                  <c:v>-20.481039637243015</c:v>
                </c:pt>
                <c:pt idx="8120">
                  <c:v>-20.481852946380002</c:v>
                </c:pt>
                <c:pt idx="8121">
                  <c:v>-20.482665881282998</c:v>
                </c:pt>
                <c:pt idx="8122">
                  <c:v>-20.483478442077001</c:v>
                </c:pt>
                <c:pt idx="8123">
                  <c:v>-20.484290628887976</c:v>
                </c:pt>
                <c:pt idx="8124">
                  <c:v>-20.485102441839985</c:v>
                </c:pt>
                <c:pt idx="8125">
                  <c:v>-20.485913881055978</c:v>
                </c:pt>
                <c:pt idx="8126">
                  <c:v>-20.486724946662008</c:v>
                </c:pt>
                <c:pt idx="8127">
                  <c:v>-20.487535638782987</c:v>
                </c:pt>
                <c:pt idx="8128">
                  <c:v>-20.488345957542009</c:v>
                </c:pt>
                <c:pt idx="8129">
                  <c:v>-20.489155903064983</c:v>
                </c:pt>
                <c:pt idx="8130">
                  <c:v>-20.489965475475003</c:v>
                </c:pt>
                <c:pt idx="8131">
                  <c:v>-20.490774674895988</c:v>
                </c:pt>
                <c:pt idx="8132">
                  <c:v>-20.491583501452993</c:v>
                </c:pt>
                <c:pt idx="8133">
                  <c:v>-20.492391955272012</c:v>
                </c:pt>
                <c:pt idx="8134">
                  <c:v>-20.493200036473979</c:v>
                </c:pt>
                <c:pt idx="8135">
                  <c:v>-20.494007745184007</c:v>
                </c:pt>
                <c:pt idx="8136">
                  <c:v>-20.494815081527008</c:v>
                </c:pt>
                <c:pt idx="8137">
                  <c:v>-20.495622045627016</c:v>
                </c:pt>
                <c:pt idx="8138">
                  <c:v>-20.496428637607011</c:v>
                </c:pt>
                <c:pt idx="8139">
                  <c:v>-20.497234857591991</c:v>
                </c:pt>
                <c:pt idx="8140">
                  <c:v>-20.498040705704</c:v>
                </c:pt>
                <c:pt idx="8141">
                  <c:v>-20.498846182069002</c:v>
                </c:pt>
                <c:pt idx="8142">
                  <c:v>-20.499651286811002</c:v>
                </c:pt>
                <c:pt idx="8143">
                  <c:v>-20.50045602005099</c:v>
                </c:pt>
                <c:pt idx="8144">
                  <c:v>-20.501260381915017</c:v>
                </c:pt>
                <c:pt idx="8145">
                  <c:v>-20.502064372526007</c:v>
                </c:pt>
                <c:pt idx="8146">
                  <c:v>-20.502867992009016</c:v>
                </c:pt>
                <c:pt idx="8147">
                  <c:v>-20.503671240485005</c:v>
                </c:pt>
                <c:pt idx="8148">
                  <c:v>-20.504474118079003</c:v>
                </c:pt>
                <c:pt idx="8149">
                  <c:v>-20.505276624915012</c:v>
                </c:pt>
                <c:pt idx="8150">
                  <c:v>-20.506078761114992</c:v>
                </c:pt>
                <c:pt idx="8151">
                  <c:v>-20.506880526803997</c:v>
                </c:pt>
                <c:pt idx="8152">
                  <c:v>-20.507681922102989</c:v>
                </c:pt>
                <c:pt idx="8153">
                  <c:v>-20.508482947137992</c:v>
                </c:pt>
                <c:pt idx="8154">
                  <c:v>-20.509283602029996</c:v>
                </c:pt>
                <c:pt idx="8155">
                  <c:v>-20.510083886904994</c:v>
                </c:pt>
                <c:pt idx="8156">
                  <c:v>-20.510883801883011</c:v>
                </c:pt>
                <c:pt idx="8157">
                  <c:v>-20.51168334708899</c:v>
                </c:pt>
                <c:pt idx="8158">
                  <c:v>-20.512482522645001</c:v>
                </c:pt>
                <c:pt idx="8159">
                  <c:v>-20.513281328675987</c:v>
                </c:pt>
                <c:pt idx="8160">
                  <c:v>-20.514079765303023</c:v>
                </c:pt>
                <c:pt idx="8161">
                  <c:v>-20.514877832649006</c:v>
                </c:pt>
                <c:pt idx="8162">
                  <c:v>-20.515675530837996</c:v>
                </c:pt>
                <c:pt idx="8163">
                  <c:v>-20.516472859992007</c:v>
                </c:pt>
                <c:pt idx="8164">
                  <c:v>-20.517269820235981</c:v>
                </c:pt>
                <c:pt idx="8165">
                  <c:v>-20.518066411689006</c:v>
                </c:pt>
                <c:pt idx="8166">
                  <c:v>-20.518862634475994</c:v>
                </c:pt>
                <c:pt idx="8167">
                  <c:v>-20.519658488720012</c:v>
                </c:pt>
                <c:pt idx="8168">
                  <c:v>-20.520453974542988</c:v>
                </c:pt>
                <c:pt idx="8169">
                  <c:v>-20.52124909206799</c:v>
                </c:pt>
                <c:pt idx="8170">
                  <c:v>-20.522043841416007</c:v>
                </c:pt>
                <c:pt idx="8171">
                  <c:v>-20.522838222710988</c:v>
                </c:pt>
                <c:pt idx="8172">
                  <c:v>-20.523632236075997</c:v>
                </c:pt>
                <c:pt idx="8173">
                  <c:v>-20.524425881631004</c:v>
                </c:pt>
                <c:pt idx="8174">
                  <c:v>-20.525219159500011</c:v>
                </c:pt>
                <c:pt idx="8175">
                  <c:v>-20.526012069806001</c:v>
                </c:pt>
                <c:pt idx="8176">
                  <c:v>-20.526804612669991</c:v>
                </c:pt>
                <c:pt idx="8177">
                  <c:v>-20.527596788215988</c:v>
                </c:pt>
                <c:pt idx="8178">
                  <c:v>-20.528388596562991</c:v>
                </c:pt>
                <c:pt idx="8179">
                  <c:v>-20.529180037835999</c:v>
                </c:pt>
                <c:pt idx="8180">
                  <c:v>-20.529971112156005</c:v>
                </c:pt>
                <c:pt idx="8181">
                  <c:v>-20.530761819646017</c:v>
                </c:pt>
                <c:pt idx="8182">
                  <c:v>-20.531552160426997</c:v>
                </c:pt>
                <c:pt idx="8183">
                  <c:v>-20.532342134619995</c:v>
                </c:pt>
                <c:pt idx="8184">
                  <c:v>-20.533131742349013</c:v>
                </c:pt>
                <c:pt idx="8185">
                  <c:v>-20.533920983735982</c:v>
                </c:pt>
                <c:pt idx="8186">
                  <c:v>-20.534709858900015</c:v>
                </c:pt>
                <c:pt idx="8187">
                  <c:v>-20.535498367965005</c:v>
                </c:pt>
                <c:pt idx="8188">
                  <c:v>-20.536286511053021</c:v>
                </c:pt>
                <c:pt idx="8189">
                  <c:v>-20.537074288284998</c:v>
                </c:pt>
                <c:pt idx="8190">
                  <c:v>-20.537861699783008</c:v>
                </c:pt>
                <c:pt idx="8191">
                  <c:v>-20.538648745668013</c:v>
                </c:pt>
                <c:pt idx="8192">
                  <c:v>-20.539435426061999</c:v>
                </c:pt>
                <c:pt idx="8193">
                  <c:v>-20.540221741087009</c:v>
                </c:pt>
                <c:pt idx="8194">
                  <c:v>-20.541007690863978</c:v>
                </c:pt>
                <c:pt idx="8195">
                  <c:v>-20.54179327551401</c:v>
                </c:pt>
                <c:pt idx="8196">
                  <c:v>-20.542578495157983</c:v>
                </c:pt>
                <c:pt idx="8197">
                  <c:v>-20.543363349919019</c:v>
                </c:pt>
                <c:pt idx="8198">
                  <c:v>-20.544147839917997</c:v>
                </c:pt>
                <c:pt idx="8199">
                  <c:v>-20.544931965274998</c:v>
                </c:pt>
                <c:pt idx="8200">
                  <c:v>-20.545715726112007</c:v>
                </c:pt>
                <c:pt idx="8201">
                  <c:v>-20.546499122549989</c:v>
                </c:pt>
                <c:pt idx="8202">
                  <c:v>-20.547282154711013</c:v>
                </c:pt>
                <c:pt idx="8203">
                  <c:v>-20.548064822714991</c:v>
                </c:pt>
                <c:pt idx="8204">
                  <c:v>-20.548847126684024</c:v>
                </c:pt>
                <c:pt idx="8205">
                  <c:v>-20.549629066736998</c:v>
                </c:pt>
                <c:pt idx="8206">
                  <c:v>-20.55041064299698</c:v>
                </c:pt>
                <c:pt idx="8207">
                  <c:v>-20.551191855584989</c:v>
                </c:pt>
                <c:pt idx="8208">
                  <c:v>-20.551972704620994</c:v>
                </c:pt>
                <c:pt idx="8209">
                  <c:v>-20.552753190225019</c:v>
                </c:pt>
                <c:pt idx="8210">
                  <c:v>-20.553533312519988</c:v>
                </c:pt>
                <c:pt idx="8211">
                  <c:v>-20.554313071626012</c:v>
                </c:pt>
                <c:pt idx="8212">
                  <c:v>-20.555092467662007</c:v>
                </c:pt>
                <c:pt idx="8213">
                  <c:v>-20.555871500749987</c:v>
                </c:pt>
                <c:pt idx="8214">
                  <c:v>-20.556650171010006</c:v>
                </c:pt>
                <c:pt idx="8215">
                  <c:v>-20.557428478562997</c:v>
                </c:pt>
                <c:pt idx="8216">
                  <c:v>-20.558206423531004</c:v>
                </c:pt>
                <c:pt idx="8217">
                  <c:v>-20.558984006033</c:v>
                </c:pt>
                <c:pt idx="8218">
                  <c:v>-20.559761226188016</c:v>
                </c:pt>
                <c:pt idx="8219">
                  <c:v>-20.560538084119003</c:v>
                </c:pt>
                <c:pt idx="8220">
                  <c:v>-20.561314579946014</c:v>
                </c:pt>
                <c:pt idx="8221">
                  <c:v>-20.562090713787001</c:v>
                </c:pt>
                <c:pt idx="8222">
                  <c:v>-20.562866485763976</c:v>
                </c:pt>
                <c:pt idx="8223">
                  <c:v>-20.563641895996994</c:v>
                </c:pt>
                <c:pt idx="8224">
                  <c:v>-20.564416944607984</c:v>
                </c:pt>
                <c:pt idx="8225">
                  <c:v>-20.56519163171302</c:v>
                </c:pt>
                <c:pt idx="8226">
                  <c:v>-20.565965957435992</c:v>
                </c:pt>
                <c:pt idx="8227">
                  <c:v>-20.566739921894026</c:v>
                </c:pt>
                <c:pt idx="8228">
                  <c:v>-20.567513525208994</c:v>
                </c:pt>
                <c:pt idx="8229">
                  <c:v>-20.568286767501974</c:v>
                </c:pt>
                <c:pt idx="8230">
                  <c:v>-20.569059648890004</c:v>
                </c:pt>
                <c:pt idx="8231">
                  <c:v>-20.569832169493992</c:v>
                </c:pt>
                <c:pt idx="8232">
                  <c:v>-20.570604329434019</c:v>
                </c:pt>
                <c:pt idx="8233">
                  <c:v>-20.571376128830991</c:v>
                </c:pt>
                <c:pt idx="8234">
                  <c:v>-20.572147567803</c:v>
                </c:pt>
                <c:pt idx="8235">
                  <c:v>-20.572918646469986</c:v>
                </c:pt>
                <c:pt idx="8236">
                  <c:v>-20.573689364952003</c:v>
                </c:pt>
                <c:pt idx="8237">
                  <c:v>-20.574459723368989</c:v>
                </c:pt>
                <c:pt idx="8238">
                  <c:v>-20.575229721840003</c:v>
                </c:pt>
                <c:pt idx="8239">
                  <c:v>-20.575999360484019</c:v>
                </c:pt>
                <c:pt idx="8240">
                  <c:v>-20.576768639421005</c:v>
                </c:pt>
                <c:pt idx="8241">
                  <c:v>-20.577537558771013</c:v>
                </c:pt>
                <c:pt idx="8242">
                  <c:v>-20.578306118653984</c:v>
                </c:pt>
                <c:pt idx="8243">
                  <c:v>-20.579074319187981</c:v>
                </c:pt>
                <c:pt idx="8244">
                  <c:v>-20.579842160492007</c:v>
                </c:pt>
                <c:pt idx="8245">
                  <c:v>-20.580609642685005</c:v>
                </c:pt>
                <c:pt idx="8246">
                  <c:v>-20.581376765889019</c:v>
                </c:pt>
                <c:pt idx="8247">
                  <c:v>-20.582143530221003</c:v>
                </c:pt>
                <c:pt idx="8248">
                  <c:v>-20.582909935800018</c:v>
                </c:pt>
                <c:pt idx="8249">
                  <c:v>-20.583675982745007</c:v>
                </c:pt>
                <c:pt idx="8250">
                  <c:v>-20.584441671175995</c:v>
                </c:pt>
                <c:pt idx="8251">
                  <c:v>-20.585207001213007</c:v>
                </c:pt>
                <c:pt idx="8252">
                  <c:v>-20.585971972971976</c:v>
                </c:pt>
                <c:pt idx="8253">
                  <c:v>-20.586736586574006</c:v>
                </c:pt>
                <c:pt idx="8254">
                  <c:v>-20.58750084213699</c:v>
                </c:pt>
                <c:pt idx="8255">
                  <c:v>-20.58826473978101</c:v>
                </c:pt>
                <c:pt idx="8256">
                  <c:v>-20.589028279623989</c:v>
                </c:pt>
                <c:pt idx="8257">
                  <c:v>-20.589791461783989</c:v>
                </c:pt>
                <c:pt idx="8258">
                  <c:v>-20.590554286381007</c:v>
                </c:pt>
                <c:pt idx="8259">
                  <c:v>-20.591316753533988</c:v>
                </c:pt>
                <c:pt idx="8260">
                  <c:v>-20.592078863360001</c:v>
                </c:pt>
                <c:pt idx="8261">
                  <c:v>-20.592840615977991</c:v>
                </c:pt>
                <c:pt idx="8262">
                  <c:v>-20.593602011507016</c:v>
                </c:pt>
                <c:pt idx="8263">
                  <c:v>-20.594363050065994</c:v>
                </c:pt>
                <c:pt idx="8264">
                  <c:v>-20.595123731774009</c:v>
                </c:pt>
                <c:pt idx="8265">
                  <c:v>-20.595884056746002</c:v>
                </c:pt>
                <c:pt idx="8266">
                  <c:v>-20.596644025103984</c:v>
                </c:pt>
                <c:pt idx="8267">
                  <c:v>-20.597403636964998</c:v>
                </c:pt>
                <c:pt idx="8268">
                  <c:v>-20.598162892446993</c:v>
                </c:pt>
                <c:pt idx="8269">
                  <c:v>-20.598921791669</c:v>
                </c:pt>
                <c:pt idx="8270">
                  <c:v>-20.599680334748001</c:v>
                </c:pt>
                <c:pt idx="8271">
                  <c:v>-20.600438521803028</c:v>
                </c:pt>
                <c:pt idx="8272">
                  <c:v>-20.601196352952996</c:v>
                </c:pt>
                <c:pt idx="8273">
                  <c:v>-20.601953828313981</c:v>
                </c:pt>
                <c:pt idx="8274">
                  <c:v>-20.602710948005011</c:v>
                </c:pt>
                <c:pt idx="8275">
                  <c:v>-20.603467712145004</c:v>
                </c:pt>
                <c:pt idx="8276">
                  <c:v>-20.604224120850006</c:v>
                </c:pt>
                <c:pt idx="8277">
                  <c:v>-20.604980174239984</c:v>
                </c:pt>
                <c:pt idx="8278">
                  <c:v>-20.605735872432007</c:v>
                </c:pt>
                <c:pt idx="8279">
                  <c:v>-20.606491215542007</c:v>
                </c:pt>
                <c:pt idx="8280">
                  <c:v>-20.607246203690977</c:v>
                </c:pt>
                <c:pt idx="8281">
                  <c:v>-20.608000836994989</c:v>
                </c:pt>
                <c:pt idx="8282">
                  <c:v>-20.608755115571</c:v>
                </c:pt>
                <c:pt idx="8283">
                  <c:v>-20.609509039538011</c:v>
                </c:pt>
                <c:pt idx="8284">
                  <c:v>-20.610262609013006</c:v>
                </c:pt>
                <c:pt idx="8285">
                  <c:v>-20.61101582411402</c:v>
                </c:pt>
                <c:pt idx="8286">
                  <c:v>-20.611768684958008</c:v>
                </c:pt>
                <c:pt idx="8287">
                  <c:v>-20.612521191661983</c:v>
                </c:pt>
                <c:pt idx="8288">
                  <c:v>-20.613273344345004</c:v>
                </c:pt>
                <c:pt idx="8289">
                  <c:v>-20.614025143123001</c:v>
                </c:pt>
                <c:pt idx="8290">
                  <c:v>-20.614776588115006</c:v>
                </c:pt>
                <c:pt idx="8291">
                  <c:v>-20.615527679435985</c:v>
                </c:pt>
                <c:pt idx="8292">
                  <c:v>-20.616278417204001</c:v>
                </c:pt>
                <c:pt idx="8293">
                  <c:v>-20.617028801537003</c:v>
                </c:pt>
                <c:pt idx="8294">
                  <c:v>-20.617778832553</c:v>
                </c:pt>
                <c:pt idx="8295">
                  <c:v>-20.618528510367014</c:v>
                </c:pt>
                <c:pt idx="8296">
                  <c:v>-20.619277835096995</c:v>
                </c:pt>
                <c:pt idx="8297">
                  <c:v>-20.620026806860011</c:v>
                </c:pt>
                <c:pt idx="8298">
                  <c:v>-20.62077542577498</c:v>
                </c:pt>
                <c:pt idx="8299">
                  <c:v>-20.621523691955019</c:v>
                </c:pt>
                <c:pt idx="8300">
                  <c:v>-20.622271605519984</c:v>
                </c:pt>
                <c:pt idx="8301">
                  <c:v>-20.623019166586005</c:v>
                </c:pt>
                <c:pt idx="8302">
                  <c:v>-20.623766375269014</c:v>
                </c:pt>
                <c:pt idx="8303">
                  <c:v>-20.624513231687985</c:v>
                </c:pt>
                <c:pt idx="8304">
                  <c:v>-20.625259735957997</c:v>
                </c:pt>
                <c:pt idx="8305">
                  <c:v>-20.626005888194982</c:v>
                </c:pt>
                <c:pt idx="8306">
                  <c:v>-20.626751688517999</c:v>
                </c:pt>
                <c:pt idx="8307">
                  <c:v>-20.62749713704298</c:v>
                </c:pt>
                <c:pt idx="8308">
                  <c:v>-20.628242233885004</c:v>
                </c:pt>
                <c:pt idx="8309">
                  <c:v>-20.628986979160999</c:v>
                </c:pt>
                <c:pt idx="8310">
                  <c:v>-20.629731372988999</c:v>
                </c:pt>
                <c:pt idx="8311">
                  <c:v>-20.630475415484995</c:v>
                </c:pt>
                <c:pt idx="8312">
                  <c:v>-20.631219106763979</c:v>
                </c:pt>
                <c:pt idx="8313">
                  <c:v>-20.631962446944016</c:v>
                </c:pt>
                <c:pt idx="8314">
                  <c:v>-20.632705436141009</c:v>
                </c:pt>
                <c:pt idx="8315">
                  <c:v>-20.63344807447001</c:v>
                </c:pt>
                <c:pt idx="8316">
                  <c:v>-20.634190362049992</c:v>
                </c:pt>
                <c:pt idx="8317">
                  <c:v>-20.634932298993988</c:v>
                </c:pt>
                <c:pt idx="8318">
                  <c:v>-20.635673885420999</c:v>
                </c:pt>
                <c:pt idx="8319">
                  <c:v>-20.636415121444998</c:v>
                </c:pt>
                <c:pt idx="8320">
                  <c:v>-20.637156007184018</c:v>
                </c:pt>
                <c:pt idx="8321">
                  <c:v>-20.637896542752003</c:v>
                </c:pt>
                <c:pt idx="8322">
                  <c:v>-20.638636728266022</c:v>
                </c:pt>
                <c:pt idx="8323">
                  <c:v>-20.639376563842006</c:v>
                </c:pt>
                <c:pt idx="8324">
                  <c:v>-20.640116049598021</c:v>
                </c:pt>
                <c:pt idx="8325">
                  <c:v>-20.640855185645989</c:v>
                </c:pt>
                <c:pt idx="8326">
                  <c:v>-20.641593972102982</c:v>
                </c:pt>
                <c:pt idx="8327">
                  <c:v>-20.642332409087004</c:v>
                </c:pt>
                <c:pt idx="8328">
                  <c:v>-20.643070496711005</c:v>
                </c:pt>
                <c:pt idx="8329">
                  <c:v>-20.643808235094014</c:v>
                </c:pt>
                <c:pt idx="8330">
                  <c:v>-20.644545624347984</c:v>
                </c:pt>
                <c:pt idx="8331">
                  <c:v>-20.645282664590013</c:v>
                </c:pt>
                <c:pt idx="8332">
                  <c:v>-20.646019355937</c:v>
                </c:pt>
                <c:pt idx="8333">
                  <c:v>-20.646755698503995</c:v>
                </c:pt>
                <c:pt idx="8334">
                  <c:v>-20.647491692404003</c:v>
                </c:pt>
                <c:pt idx="8335">
                  <c:v>-20.648227337755998</c:v>
                </c:pt>
                <c:pt idx="8336">
                  <c:v>-20.648962634673012</c:v>
                </c:pt>
                <c:pt idx="8337">
                  <c:v>-20.649697583272001</c:v>
                </c:pt>
                <c:pt idx="8338">
                  <c:v>-20.650432183668016</c:v>
                </c:pt>
                <c:pt idx="8339">
                  <c:v>-20.651166435975</c:v>
                </c:pt>
                <c:pt idx="8340">
                  <c:v>-20.651900340309993</c:v>
                </c:pt>
                <c:pt idx="8341">
                  <c:v>-20.652633896786995</c:v>
                </c:pt>
                <c:pt idx="8342">
                  <c:v>-20.653367105521994</c:v>
                </c:pt>
                <c:pt idx="8343">
                  <c:v>-20.654099966630014</c:v>
                </c:pt>
                <c:pt idx="8344">
                  <c:v>-20.654832480224997</c:v>
                </c:pt>
                <c:pt idx="8345">
                  <c:v>-20.655564646423016</c:v>
                </c:pt>
                <c:pt idx="8346">
                  <c:v>-20.656296465341001</c:v>
                </c:pt>
                <c:pt idx="8347">
                  <c:v>-20.657027937089993</c:v>
                </c:pt>
                <c:pt idx="8348">
                  <c:v>-20.657759061787004</c:v>
                </c:pt>
                <c:pt idx="8349">
                  <c:v>-20.658489839547002</c:v>
                </c:pt>
                <c:pt idx="8350">
                  <c:v>-20.659220270485008</c:v>
                </c:pt>
                <c:pt idx="8351">
                  <c:v>-20.659950354715988</c:v>
                </c:pt>
                <c:pt idx="8352">
                  <c:v>-20.660680092353999</c:v>
                </c:pt>
                <c:pt idx="8353">
                  <c:v>-20.661409483513012</c:v>
                </c:pt>
                <c:pt idx="8354">
                  <c:v>-20.662138528308986</c:v>
                </c:pt>
                <c:pt idx="8355">
                  <c:v>-20.662867226857998</c:v>
                </c:pt>
                <c:pt idx="8356">
                  <c:v>-20.663595579271004</c:v>
                </c:pt>
                <c:pt idx="8357">
                  <c:v>-20.664323585665016</c:v>
                </c:pt>
                <c:pt idx="8358">
                  <c:v>-20.665051246154007</c:v>
                </c:pt>
                <c:pt idx="8359">
                  <c:v>-20.665778560853994</c:v>
                </c:pt>
                <c:pt idx="8360">
                  <c:v>-20.666505529876986</c:v>
                </c:pt>
                <c:pt idx="8361">
                  <c:v>-20.667232153338006</c:v>
                </c:pt>
                <c:pt idx="8362">
                  <c:v>-20.667958431351991</c:v>
                </c:pt>
                <c:pt idx="8363">
                  <c:v>-20.668684364032998</c:v>
                </c:pt>
                <c:pt idx="8364">
                  <c:v>-20.669409951495993</c:v>
                </c:pt>
                <c:pt idx="8365">
                  <c:v>-20.67013519385398</c:v>
                </c:pt>
                <c:pt idx="8366">
                  <c:v>-20.670860091222011</c:v>
                </c:pt>
                <c:pt idx="8367">
                  <c:v>-20.671584643713999</c:v>
                </c:pt>
                <c:pt idx="8368">
                  <c:v>-20.672308851445024</c:v>
                </c:pt>
                <c:pt idx="8369">
                  <c:v>-20.673032714527011</c:v>
                </c:pt>
                <c:pt idx="8370">
                  <c:v>-20.673756233075977</c:v>
                </c:pt>
                <c:pt idx="8371">
                  <c:v>-20.674479407204018</c:v>
                </c:pt>
                <c:pt idx="8372">
                  <c:v>-20.675202237028003</c:v>
                </c:pt>
                <c:pt idx="8373">
                  <c:v>-20.675924722659005</c:v>
                </c:pt>
                <c:pt idx="8374">
                  <c:v>-20.676646864212984</c:v>
                </c:pt>
                <c:pt idx="8375">
                  <c:v>-20.677368661801012</c:v>
                </c:pt>
                <c:pt idx="8376">
                  <c:v>-20.678090115540016</c:v>
                </c:pt>
                <c:pt idx="8377">
                  <c:v>-20.678811225542972</c:v>
                </c:pt>
                <c:pt idx="8378">
                  <c:v>-20.679531991922005</c:v>
                </c:pt>
                <c:pt idx="8379">
                  <c:v>-20.680252414791994</c:v>
                </c:pt>
                <c:pt idx="8380">
                  <c:v>-20.680972494266001</c:v>
                </c:pt>
                <c:pt idx="8381">
                  <c:v>-20.681692230459987</c:v>
                </c:pt>
                <c:pt idx="8382">
                  <c:v>-20.682411623484001</c:v>
                </c:pt>
                <c:pt idx="8383">
                  <c:v>-20.683130673453007</c:v>
                </c:pt>
                <c:pt idx="8384">
                  <c:v>-20.683849380479984</c:v>
                </c:pt>
                <c:pt idx="8385">
                  <c:v>-20.684567744681004</c:v>
                </c:pt>
                <c:pt idx="8386">
                  <c:v>-20.685285766165975</c:v>
                </c:pt>
                <c:pt idx="8387">
                  <c:v>-20.686003445050005</c:v>
                </c:pt>
                <c:pt idx="8388">
                  <c:v>-20.68672078144499</c:v>
                </c:pt>
                <c:pt idx="8389">
                  <c:v>-20.687437775467004</c:v>
                </c:pt>
                <c:pt idx="8390">
                  <c:v>-20.688154427227005</c:v>
                </c:pt>
                <c:pt idx="8391">
                  <c:v>-20.688870736839021</c:v>
                </c:pt>
                <c:pt idx="8392">
                  <c:v>-20.689586704415007</c:v>
                </c:pt>
                <c:pt idx="8393">
                  <c:v>-20.690302330068988</c:v>
                </c:pt>
                <c:pt idx="8394">
                  <c:v>-20.691017613914994</c:v>
                </c:pt>
                <c:pt idx="8395">
                  <c:v>-20.691732556065006</c:v>
                </c:pt>
                <c:pt idx="8396">
                  <c:v>-20.692447156631005</c:v>
                </c:pt>
                <c:pt idx="8397">
                  <c:v>-20.693161415727985</c:v>
                </c:pt>
                <c:pt idx="8398">
                  <c:v>-20.693875333468014</c:v>
                </c:pt>
                <c:pt idx="8399">
                  <c:v>-20.694588909964011</c:v>
                </c:pt>
                <c:pt idx="8400">
                  <c:v>-20.695302145327986</c:v>
                </c:pt>
                <c:pt idx="8401">
                  <c:v>-20.69605252543198</c:v>
                </c:pt>
                <c:pt idx="8402">
                  <c:v>-20.696802564629991</c:v>
                </c:pt>
                <c:pt idx="8403">
                  <c:v>-20.697552263034993</c:v>
                </c:pt>
                <c:pt idx="8404">
                  <c:v>-20.69830162076002</c:v>
                </c:pt>
                <c:pt idx="8405">
                  <c:v>-20.699050637916002</c:v>
                </c:pt>
                <c:pt idx="8406">
                  <c:v>-20.699799314617991</c:v>
                </c:pt>
                <c:pt idx="8407">
                  <c:v>-20.700547650977001</c:v>
                </c:pt>
                <c:pt idx="8408">
                  <c:v>-20.701295647106008</c:v>
                </c:pt>
                <c:pt idx="8409">
                  <c:v>-20.702043303117023</c:v>
                </c:pt>
                <c:pt idx="8410">
                  <c:v>-20.702790619123022</c:v>
                </c:pt>
                <c:pt idx="8411">
                  <c:v>-20.703537595236014</c:v>
                </c:pt>
                <c:pt idx="8412">
                  <c:v>-20.704284231567016</c:v>
                </c:pt>
                <c:pt idx="8413">
                  <c:v>-20.705030528232015</c:v>
                </c:pt>
                <c:pt idx="8414">
                  <c:v>-20.70577648534001</c:v>
                </c:pt>
                <c:pt idx="8415">
                  <c:v>-20.70652210300301</c:v>
                </c:pt>
                <c:pt idx="8416">
                  <c:v>-20.70726738133601</c:v>
                </c:pt>
                <c:pt idx="8417">
                  <c:v>-20.708012320449996</c:v>
                </c:pt>
                <c:pt idx="8418">
                  <c:v>-20.708756920455016</c:v>
                </c:pt>
                <c:pt idx="8419">
                  <c:v>-20.70950118146601</c:v>
                </c:pt>
                <c:pt idx="8420">
                  <c:v>-20.710245103593991</c:v>
                </c:pt>
                <c:pt idx="8421">
                  <c:v>-20.710988686950003</c:v>
                </c:pt>
                <c:pt idx="8422">
                  <c:v>-20.711731931646995</c:v>
                </c:pt>
                <c:pt idx="8423">
                  <c:v>-20.712474837796009</c:v>
                </c:pt>
                <c:pt idx="8424">
                  <c:v>-20.713217405510989</c:v>
                </c:pt>
                <c:pt idx="8425">
                  <c:v>-20.713959634899993</c:v>
                </c:pt>
                <c:pt idx="8426">
                  <c:v>-20.714701526079011</c:v>
                </c:pt>
                <c:pt idx="8427">
                  <c:v>-20.715443079158007</c:v>
                </c:pt>
                <c:pt idx="8428">
                  <c:v>-20.716184294247</c:v>
                </c:pt>
                <c:pt idx="8429">
                  <c:v>-20.716925171459991</c:v>
                </c:pt>
                <c:pt idx="8430">
                  <c:v>-20.717665710908989</c:v>
                </c:pt>
                <c:pt idx="8431">
                  <c:v>-20.718405912701996</c:v>
                </c:pt>
                <c:pt idx="8432">
                  <c:v>-20.719145776955003</c:v>
                </c:pt>
                <c:pt idx="8433">
                  <c:v>-20.719885303777005</c:v>
                </c:pt>
                <c:pt idx="8434">
                  <c:v>-20.720624493281008</c:v>
                </c:pt>
                <c:pt idx="8435">
                  <c:v>-20.721363345574986</c:v>
                </c:pt>
                <c:pt idx="8436">
                  <c:v>-20.722101860774984</c:v>
                </c:pt>
                <c:pt idx="8437">
                  <c:v>-20.722840038989006</c:v>
                </c:pt>
                <c:pt idx="8438">
                  <c:v>-20.723577880329003</c:v>
                </c:pt>
                <c:pt idx="8439">
                  <c:v>-20.724315384907982</c:v>
                </c:pt>
                <c:pt idx="8440">
                  <c:v>-20.72505255283599</c:v>
                </c:pt>
                <c:pt idx="8441">
                  <c:v>-20.725789384222992</c:v>
                </c:pt>
                <c:pt idx="8442">
                  <c:v>-20.726525879181992</c:v>
                </c:pt>
                <c:pt idx="8443">
                  <c:v>-20.727262037823976</c:v>
                </c:pt>
                <c:pt idx="8444">
                  <c:v>-20.727997860258</c:v>
                </c:pt>
                <c:pt idx="8445">
                  <c:v>-20.728733346597977</c:v>
                </c:pt>
                <c:pt idx="8446">
                  <c:v>-20.72946849695299</c:v>
                </c:pt>
                <c:pt idx="8447">
                  <c:v>-20.730203311434991</c:v>
                </c:pt>
                <c:pt idx="8448">
                  <c:v>-20.730937790152979</c:v>
                </c:pt>
                <c:pt idx="8449">
                  <c:v>-20.73167193322098</c:v>
                </c:pt>
                <c:pt idx="8450">
                  <c:v>-20.732405740748021</c:v>
                </c:pt>
                <c:pt idx="8451">
                  <c:v>-20.733139212842985</c:v>
                </c:pt>
                <c:pt idx="8452">
                  <c:v>-20.733872349621009</c:v>
                </c:pt>
                <c:pt idx="8453">
                  <c:v>-20.73460515119001</c:v>
                </c:pt>
                <c:pt idx="8454">
                  <c:v>-20.73533761765998</c:v>
                </c:pt>
                <c:pt idx="8455">
                  <c:v>-20.736069749143013</c:v>
                </c:pt>
                <c:pt idx="8456">
                  <c:v>-20.736801545750012</c:v>
                </c:pt>
                <c:pt idx="8457">
                  <c:v>-20.737533007590002</c:v>
                </c:pt>
                <c:pt idx="8458">
                  <c:v>-20.738264134776017</c:v>
                </c:pt>
                <c:pt idx="8459">
                  <c:v>-20.738994927416002</c:v>
                </c:pt>
                <c:pt idx="8460">
                  <c:v>-20.739725385621995</c:v>
                </c:pt>
                <c:pt idx="8461">
                  <c:v>-20.740455509503022</c:v>
                </c:pt>
                <c:pt idx="8462">
                  <c:v>-20.741185299170013</c:v>
                </c:pt>
                <c:pt idx="8463">
                  <c:v>-20.741914754734012</c:v>
                </c:pt>
                <c:pt idx="8464">
                  <c:v>-20.742643876304015</c:v>
                </c:pt>
                <c:pt idx="8465">
                  <c:v>-20.743372663992005</c:v>
                </c:pt>
                <c:pt idx="8466">
                  <c:v>-20.744101117908002</c:v>
                </c:pt>
                <c:pt idx="8467">
                  <c:v>-20.744829238159014</c:v>
                </c:pt>
                <c:pt idx="8468">
                  <c:v>-20.745557024860005</c:v>
                </c:pt>
                <c:pt idx="8469">
                  <c:v>-20.746284478118014</c:v>
                </c:pt>
                <c:pt idx="8470">
                  <c:v>-20.747011598043002</c:v>
                </c:pt>
                <c:pt idx="8471">
                  <c:v>-20.747738384744991</c:v>
                </c:pt>
                <c:pt idx="8472">
                  <c:v>-20.748464838335991</c:v>
                </c:pt>
                <c:pt idx="8473">
                  <c:v>-20.749190958924999</c:v>
                </c:pt>
                <c:pt idx="8474">
                  <c:v>-20.749916746619988</c:v>
                </c:pt>
                <c:pt idx="8475">
                  <c:v>-20.750642201533992</c:v>
                </c:pt>
                <c:pt idx="8476">
                  <c:v>-20.751367323774986</c:v>
                </c:pt>
                <c:pt idx="8477">
                  <c:v>-20.752092113450999</c:v>
                </c:pt>
                <c:pt idx="8478">
                  <c:v>-20.752816570676003</c:v>
                </c:pt>
                <c:pt idx="8479">
                  <c:v>-20.753540695557007</c:v>
                </c:pt>
                <c:pt idx="8480">
                  <c:v>-20.754264488203006</c:v>
                </c:pt>
                <c:pt idx="8481">
                  <c:v>-20.754987948725983</c:v>
                </c:pt>
                <c:pt idx="8482">
                  <c:v>-20.755711077233997</c:v>
                </c:pt>
                <c:pt idx="8483">
                  <c:v>-20.756433873836983</c:v>
                </c:pt>
                <c:pt idx="8484">
                  <c:v>-20.757156338643995</c:v>
                </c:pt>
                <c:pt idx="8485">
                  <c:v>-20.757878471764997</c:v>
                </c:pt>
                <c:pt idx="8486">
                  <c:v>-20.75860027330998</c:v>
                </c:pt>
                <c:pt idx="8487">
                  <c:v>-20.759321743385982</c:v>
                </c:pt>
                <c:pt idx="8488">
                  <c:v>-20.760042882104983</c:v>
                </c:pt>
                <c:pt idx="8489">
                  <c:v>-20.760763689575981</c:v>
                </c:pt>
                <c:pt idx="8490">
                  <c:v>-20.761484165906978</c:v>
                </c:pt>
                <c:pt idx="8491">
                  <c:v>-20.762204311207995</c:v>
                </c:pt>
                <c:pt idx="8492">
                  <c:v>-20.762924125588995</c:v>
                </c:pt>
                <c:pt idx="8493">
                  <c:v>-20.763643609155991</c:v>
                </c:pt>
                <c:pt idx="8494">
                  <c:v>-20.764362762021989</c:v>
                </c:pt>
                <c:pt idx="8495">
                  <c:v>-20.765081584295018</c:v>
                </c:pt>
                <c:pt idx="8496">
                  <c:v>-20.765800076083025</c:v>
                </c:pt>
                <c:pt idx="8497">
                  <c:v>-20.766518237494978</c:v>
                </c:pt>
                <c:pt idx="8498">
                  <c:v>-20.767236068641012</c:v>
                </c:pt>
                <c:pt idx="8499">
                  <c:v>-20.767953569629015</c:v>
                </c:pt>
                <c:pt idx="8500">
                  <c:v>-20.768670740568012</c:v>
                </c:pt>
                <c:pt idx="8501">
                  <c:v>-20.769387581567997</c:v>
                </c:pt>
                <c:pt idx="8502">
                  <c:v>-20.770104092737</c:v>
                </c:pt>
                <c:pt idx="8503">
                  <c:v>-20.770820274183023</c:v>
                </c:pt>
                <c:pt idx="8504">
                  <c:v>-20.771536126016997</c:v>
                </c:pt>
                <c:pt idx="8505">
                  <c:v>-20.772251648345019</c:v>
                </c:pt>
                <c:pt idx="8506">
                  <c:v>-20.772966841276997</c:v>
                </c:pt>
                <c:pt idx="8507">
                  <c:v>-20.773681704922012</c:v>
                </c:pt>
                <c:pt idx="8508">
                  <c:v>-20.774396239388011</c:v>
                </c:pt>
                <c:pt idx="8509">
                  <c:v>-20.775110444782996</c:v>
                </c:pt>
                <c:pt idx="8510">
                  <c:v>-20.775824321216021</c:v>
                </c:pt>
                <c:pt idx="8511">
                  <c:v>-20.776537868796993</c:v>
                </c:pt>
                <c:pt idx="8512">
                  <c:v>-20.77725108763201</c:v>
                </c:pt>
                <c:pt idx="8513">
                  <c:v>-20.777963977830012</c:v>
                </c:pt>
                <c:pt idx="8514">
                  <c:v>-20.778676539500992</c:v>
                </c:pt>
                <c:pt idx="8515">
                  <c:v>-20.779388772750991</c:v>
                </c:pt>
                <c:pt idx="8516">
                  <c:v>-20.780100677690001</c:v>
                </c:pt>
                <c:pt idx="8517">
                  <c:v>-20.780812254425996</c:v>
                </c:pt>
                <c:pt idx="8518">
                  <c:v>-20.781523503066012</c:v>
                </c:pt>
                <c:pt idx="8519">
                  <c:v>-20.78223442371899</c:v>
                </c:pt>
                <c:pt idx="8520">
                  <c:v>-20.782945016494011</c:v>
                </c:pt>
                <c:pt idx="8521">
                  <c:v>-20.783655281498</c:v>
                </c:pt>
                <c:pt idx="8522">
                  <c:v>-20.784365218838985</c:v>
                </c:pt>
                <c:pt idx="8523">
                  <c:v>-20.785074828625</c:v>
                </c:pt>
                <c:pt idx="8524">
                  <c:v>-20.785784110963988</c:v>
                </c:pt>
                <c:pt idx="8525">
                  <c:v>-20.786493065965004</c:v>
                </c:pt>
                <c:pt idx="8526">
                  <c:v>-20.787201693735</c:v>
                </c:pt>
                <c:pt idx="8527">
                  <c:v>-20.787909994382005</c:v>
                </c:pt>
                <c:pt idx="8528">
                  <c:v>-20.788617968013</c:v>
                </c:pt>
                <c:pt idx="8529">
                  <c:v>-20.78932561473701</c:v>
                </c:pt>
                <c:pt idx="8530">
                  <c:v>-20.790032934660985</c:v>
                </c:pt>
                <c:pt idx="8531">
                  <c:v>-20.790739927893981</c:v>
                </c:pt>
                <c:pt idx="8532">
                  <c:v>-20.791446594540986</c:v>
                </c:pt>
                <c:pt idx="8533">
                  <c:v>-20.792152934712988</c:v>
                </c:pt>
                <c:pt idx="8534">
                  <c:v>-20.792858948515004</c:v>
                </c:pt>
                <c:pt idx="8535">
                  <c:v>-20.793564636055976</c:v>
                </c:pt>
                <c:pt idx="8536">
                  <c:v>-20.794269997442001</c:v>
                </c:pt>
                <c:pt idx="8537">
                  <c:v>-20.794975032781991</c:v>
                </c:pt>
                <c:pt idx="8538">
                  <c:v>-20.795679742183978</c:v>
                </c:pt>
                <c:pt idx="8539">
                  <c:v>-20.796384125751985</c:v>
                </c:pt>
                <c:pt idx="8540">
                  <c:v>-20.797088183596998</c:v>
                </c:pt>
                <c:pt idx="8541">
                  <c:v>-20.797791915825002</c:v>
                </c:pt>
                <c:pt idx="8542">
                  <c:v>-20.798495322542976</c:v>
                </c:pt>
                <c:pt idx="8543">
                  <c:v>-20.799198403859009</c:v>
                </c:pt>
                <c:pt idx="8544">
                  <c:v>-20.799901159878999</c:v>
                </c:pt>
                <c:pt idx="8545">
                  <c:v>-20.800603590712001</c:v>
                </c:pt>
                <c:pt idx="8546">
                  <c:v>-20.801305696463004</c:v>
                </c:pt>
                <c:pt idx="8547">
                  <c:v>-20.802007477240011</c:v>
                </c:pt>
                <c:pt idx="8548">
                  <c:v>-20.802708933150996</c:v>
                </c:pt>
                <c:pt idx="8549">
                  <c:v>-20.803410064302</c:v>
                </c:pt>
                <c:pt idx="8550">
                  <c:v>-20.804110870800002</c:v>
                </c:pt>
                <c:pt idx="8551">
                  <c:v>-20.804811352753006</c:v>
                </c:pt>
                <c:pt idx="8552">
                  <c:v>-20.805511510265006</c:v>
                </c:pt>
                <c:pt idx="8553">
                  <c:v>-20.806211343447018</c:v>
                </c:pt>
                <c:pt idx="8554">
                  <c:v>-20.806910852404002</c:v>
                </c:pt>
                <c:pt idx="8555">
                  <c:v>-20.807610037241005</c:v>
                </c:pt>
                <c:pt idx="8556">
                  <c:v>-20.808308898066997</c:v>
                </c:pt>
                <c:pt idx="8557">
                  <c:v>-20.809007434989013</c:v>
                </c:pt>
                <c:pt idx="8558">
                  <c:v>-20.809705648112015</c:v>
                </c:pt>
                <c:pt idx="8559">
                  <c:v>-20.81040353754301</c:v>
                </c:pt>
                <c:pt idx="8560">
                  <c:v>-20.811101103389007</c:v>
                </c:pt>
                <c:pt idx="8561">
                  <c:v>-20.811798345758007</c:v>
                </c:pt>
                <c:pt idx="8562">
                  <c:v>-20.812495264753011</c:v>
                </c:pt>
                <c:pt idx="8563">
                  <c:v>-20.813191860485006</c:v>
                </c:pt>
                <c:pt idx="8564">
                  <c:v>-20.813888133056992</c:v>
                </c:pt>
                <c:pt idx="8565">
                  <c:v>-20.814584082576005</c:v>
                </c:pt>
                <c:pt idx="8566">
                  <c:v>-20.815279709148996</c:v>
                </c:pt>
                <c:pt idx="8567">
                  <c:v>-20.815975012883001</c:v>
                </c:pt>
                <c:pt idx="8568">
                  <c:v>-20.816669993883011</c:v>
                </c:pt>
                <c:pt idx="8569">
                  <c:v>-20.817364652256003</c:v>
                </c:pt>
                <c:pt idx="8570">
                  <c:v>-20.818058988108987</c:v>
                </c:pt>
                <c:pt idx="8571">
                  <c:v>-20.818753001545986</c:v>
                </c:pt>
                <c:pt idx="8572">
                  <c:v>-20.819446692675001</c:v>
                </c:pt>
                <c:pt idx="8573">
                  <c:v>-20.820140061600995</c:v>
                </c:pt>
                <c:pt idx="8574">
                  <c:v>-20.820833108431998</c:v>
                </c:pt>
                <c:pt idx="8575">
                  <c:v>-20.821525833270982</c:v>
                </c:pt>
                <c:pt idx="8576">
                  <c:v>-20.822218236227002</c:v>
                </c:pt>
                <c:pt idx="8577">
                  <c:v>-20.822910317403995</c:v>
                </c:pt>
                <c:pt idx="8578">
                  <c:v>-20.823602076908003</c:v>
                </c:pt>
                <c:pt idx="8579">
                  <c:v>-20.824293514847</c:v>
                </c:pt>
                <c:pt idx="8580">
                  <c:v>-20.82498463132498</c:v>
                </c:pt>
                <c:pt idx="8581">
                  <c:v>-20.825675426446992</c:v>
                </c:pt>
                <c:pt idx="8582">
                  <c:v>-20.826365900322003</c:v>
                </c:pt>
                <c:pt idx="8583">
                  <c:v>-20.827056053052985</c:v>
                </c:pt>
                <c:pt idx="8584">
                  <c:v>-20.827745884746008</c:v>
                </c:pt>
                <c:pt idx="8585">
                  <c:v>-20.828435395507</c:v>
                </c:pt>
                <c:pt idx="8586">
                  <c:v>-20.829124585441974</c:v>
                </c:pt>
                <c:pt idx="8587">
                  <c:v>-20.829813454657</c:v>
                </c:pt>
                <c:pt idx="8588">
                  <c:v>-20.830502003255987</c:v>
                </c:pt>
                <c:pt idx="8589">
                  <c:v>-20.831190231346</c:v>
                </c:pt>
                <c:pt idx="8590">
                  <c:v>-20.831878139032</c:v>
                </c:pt>
                <c:pt idx="8591">
                  <c:v>-20.832565726419006</c:v>
                </c:pt>
                <c:pt idx="8592">
                  <c:v>-20.833252993614025</c:v>
                </c:pt>
                <c:pt idx="8593">
                  <c:v>-20.833939940720001</c:v>
                </c:pt>
                <c:pt idx="8594">
                  <c:v>-20.834626567844026</c:v>
                </c:pt>
                <c:pt idx="8595">
                  <c:v>-20.835312875091006</c:v>
                </c:pt>
                <c:pt idx="8596">
                  <c:v>-20.835998862566015</c:v>
                </c:pt>
                <c:pt idx="8597">
                  <c:v>-20.83668453037501</c:v>
                </c:pt>
                <c:pt idx="8598">
                  <c:v>-20.837369878622013</c:v>
                </c:pt>
                <c:pt idx="8599">
                  <c:v>-20.83805490741301</c:v>
                </c:pt>
                <c:pt idx="8600">
                  <c:v>-20.838739616851996</c:v>
                </c:pt>
                <c:pt idx="8601">
                  <c:v>-20.839424007045011</c:v>
                </c:pt>
                <c:pt idx="8602">
                  <c:v>-20.840108078098012</c:v>
                </c:pt>
                <c:pt idx="8603">
                  <c:v>-20.840791830114995</c:v>
                </c:pt>
                <c:pt idx="8604">
                  <c:v>-20.84147526320001</c:v>
                </c:pt>
                <c:pt idx="8605">
                  <c:v>-20.842158377460009</c:v>
                </c:pt>
                <c:pt idx="8606">
                  <c:v>-20.842841172997993</c:v>
                </c:pt>
                <c:pt idx="8607">
                  <c:v>-20.843523649920002</c:v>
                </c:pt>
                <c:pt idx="8608">
                  <c:v>-20.844205808330003</c:v>
                </c:pt>
                <c:pt idx="8609">
                  <c:v>-20.844887648334009</c:v>
                </c:pt>
                <c:pt idx="8610">
                  <c:v>-20.845569170035986</c:v>
                </c:pt>
                <c:pt idx="8611">
                  <c:v>-20.846250373539988</c:v>
                </c:pt>
                <c:pt idx="8612">
                  <c:v>-20.846931258951997</c:v>
                </c:pt>
                <c:pt idx="8613">
                  <c:v>-20.84761182637601</c:v>
                </c:pt>
                <c:pt idx="8614">
                  <c:v>-20.848292075915992</c:v>
                </c:pt>
                <c:pt idx="8615">
                  <c:v>-20.848972007679009</c:v>
                </c:pt>
                <c:pt idx="8616">
                  <c:v>-20.849651621766981</c:v>
                </c:pt>
                <c:pt idx="8617">
                  <c:v>-20.850330918283987</c:v>
                </c:pt>
                <c:pt idx="8618">
                  <c:v>-20.851009897337008</c:v>
                </c:pt>
                <c:pt idx="8619">
                  <c:v>-20.851688559028986</c:v>
                </c:pt>
                <c:pt idx="8620">
                  <c:v>-20.852366903464997</c:v>
                </c:pt>
                <c:pt idx="8621">
                  <c:v>-20.853044930746989</c:v>
                </c:pt>
                <c:pt idx="8622">
                  <c:v>-20.853722640982994</c:v>
                </c:pt>
                <c:pt idx="8623">
                  <c:v>-20.854400034275983</c:v>
                </c:pt>
                <c:pt idx="8624">
                  <c:v>-20.85507711072799</c:v>
                </c:pt>
                <c:pt idx="8625">
                  <c:v>-20.855753870445994</c:v>
                </c:pt>
                <c:pt idx="8626">
                  <c:v>-20.856430313532996</c:v>
                </c:pt>
                <c:pt idx="8627">
                  <c:v>-20.857106440091997</c:v>
                </c:pt>
                <c:pt idx="8628">
                  <c:v>-20.857782250230002</c:v>
                </c:pt>
                <c:pt idx="8629">
                  <c:v>-20.858457744047996</c:v>
                </c:pt>
                <c:pt idx="8630">
                  <c:v>-20.859132921651991</c:v>
                </c:pt>
                <c:pt idx="8631">
                  <c:v>-20.859807783145982</c:v>
                </c:pt>
                <c:pt idx="8632">
                  <c:v>-20.860482328633026</c:v>
                </c:pt>
                <c:pt idx="8633">
                  <c:v>-20.861156558217004</c:v>
                </c:pt>
                <c:pt idx="8634">
                  <c:v>-20.861830472000975</c:v>
                </c:pt>
                <c:pt idx="8635">
                  <c:v>-20.862504070092001</c:v>
                </c:pt>
                <c:pt idx="8636">
                  <c:v>-20.863177352591009</c:v>
                </c:pt>
                <c:pt idx="8637">
                  <c:v>-20.863850319600999</c:v>
                </c:pt>
                <c:pt idx="8638">
                  <c:v>-20.864522971229007</c:v>
                </c:pt>
                <c:pt idx="8639">
                  <c:v>-20.865195307577011</c:v>
                </c:pt>
                <c:pt idx="8640">
                  <c:v>-20.865867328747015</c:v>
                </c:pt>
                <c:pt idx="8641">
                  <c:v>-20.866539034845999</c:v>
                </c:pt>
                <c:pt idx="8642">
                  <c:v>-20.867210425975003</c:v>
                </c:pt>
                <c:pt idx="8643">
                  <c:v>-20.867881502238021</c:v>
                </c:pt>
                <c:pt idx="8644">
                  <c:v>-20.868552263739019</c:v>
                </c:pt>
                <c:pt idx="8645">
                  <c:v>-20.869222710581994</c:v>
                </c:pt>
                <c:pt idx="8646">
                  <c:v>-20.869892842870001</c:v>
                </c:pt>
                <c:pt idx="8647">
                  <c:v>-20.870562660703996</c:v>
                </c:pt>
                <c:pt idx="8648">
                  <c:v>-20.871232164192008</c:v>
                </c:pt>
                <c:pt idx="8649">
                  <c:v>-20.871901353433998</c:v>
                </c:pt>
                <c:pt idx="8650">
                  <c:v>-20.872570228532993</c:v>
                </c:pt>
                <c:pt idx="8651">
                  <c:v>-20.873238789595007</c:v>
                </c:pt>
                <c:pt idx="8652">
                  <c:v>-20.873907036720993</c:v>
                </c:pt>
                <c:pt idx="8653">
                  <c:v>-20.87457497001401</c:v>
                </c:pt>
                <c:pt idx="8654">
                  <c:v>-20.875242589578988</c:v>
                </c:pt>
                <c:pt idx="8655">
                  <c:v>-20.875909895518987</c:v>
                </c:pt>
                <c:pt idx="8656">
                  <c:v>-20.876576887933993</c:v>
                </c:pt>
                <c:pt idx="8657">
                  <c:v>-20.877243566929991</c:v>
                </c:pt>
                <c:pt idx="8658">
                  <c:v>-20.877909932610009</c:v>
                </c:pt>
                <c:pt idx="8659">
                  <c:v>-20.878575985075997</c:v>
                </c:pt>
                <c:pt idx="8660">
                  <c:v>-20.879241724429988</c:v>
                </c:pt>
                <c:pt idx="8661">
                  <c:v>-20.879907150777001</c:v>
                </c:pt>
                <c:pt idx="8662">
                  <c:v>-20.880572264218983</c:v>
                </c:pt>
                <c:pt idx="8663">
                  <c:v>-20.881237064857004</c:v>
                </c:pt>
                <c:pt idx="8664">
                  <c:v>-20.88190155279699</c:v>
                </c:pt>
                <c:pt idx="8665">
                  <c:v>-20.88256572813998</c:v>
                </c:pt>
                <c:pt idx="8666">
                  <c:v>-20.883229590988009</c:v>
                </c:pt>
                <c:pt idx="8667">
                  <c:v>-20.883893141445981</c:v>
                </c:pt>
                <c:pt idx="8668">
                  <c:v>-20.884556379614992</c:v>
                </c:pt>
                <c:pt idx="8669">
                  <c:v>-20.885219305596991</c:v>
                </c:pt>
                <c:pt idx="8670">
                  <c:v>-20.885881919496001</c:v>
                </c:pt>
                <c:pt idx="8671">
                  <c:v>-20.886544221414994</c:v>
                </c:pt>
                <c:pt idx="8672">
                  <c:v>-20.887206211453986</c:v>
                </c:pt>
                <c:pt idx="8673">
                  <c:v>-20.887867889717</c:v>
                </c:pt>
                <c:pt idx="8674">
                  <c:v>-20.888529256306981</c:v>
                </c:pt>
                <c:pt idx="8675">
                  <c:v>-20.88919031132599</c:v>
                </c:pt>
                <c:pt idx="8676">
                  <c:v>-20.889851054874981</c:v>
                </c:pt>
                <c:pt idx="8677">
                  <c:v>-20.890511487057978</c:v>
                </c:pt>
                <c:pt idx="8678">
                  <c:v>-20.891171607977014</c:v>
                </c:pt>
                <c:pt idx="8679">
                  <c:v>-20.891831417732988</c:v>
                </c:pt>
                <c:pt idx="8680">
                  <c:v>-20.892490916431001</c:v>
                </c:pt>
                <c:pt idx="8681">
                  <c:v>-20.893150104171013</c:v>
                </c:pt>
                <c:pt idx="8682">
                  <c:v>-20.893808981055003</c:v>
                </c:pt>
                <c:pt idx="8683">
                  <c:v>-20.894467547185002</c:v>
                </c:pt>
                <c:pt idx="8684">
                  <c:v>-20.895125802664012</c:v>
                </c:pt>
                <c:pt idx="8685">
                  <c:v>-20.89578374759401</c:v>
                </c:pt>
                <c:pt idx="8686">
                  <c:v>-20.896441382076006</c:v>
                </c:pt>
                <c:pt idx="8687">
                  <c:v>-20.897098706213995</c:v>
                </c:pt>
                <c:pt idx="8688">
                  <c:v>-20.897755720107995</c:v>
                </c:pt>
                <c:pt idx="8689">
                  <c:v>-20.898412423860009</c:v>
                </c:pt>
                <c:pt idx="8690">
                  <c:v>-20.89906881757301</c:v>
                </c:pt>
                <c:pt idx="8691">
                  <c:v>-20.899724901349003</c:v>
                </c:pt>
                <c:pt idx="8692">
                  <c:v>-20.90038067528701</c:v>
                </c:pt>
                <c:pt idx="8693">
                  <c:v>-20.901036139491993</c:v>
                </c:pt>
                <c:pt idx="8694">
                  <c:v>-20.901691294065017</c:v>
                </c:pt>
                <c:pt idx="8695">
                  <c:v>-20.90234613910701</c:v>
                </c:pt>
                <c:pt idx="8696">
                  <c:v>-20.903000674718015</c:v>
                </c:pt>
                <c:pt idx="8697">
                  <c:v>-20.903654901002994</c:v>
                </c:pt>
                <c:pt idx="8698">
                  <c:v>-20.904308818061992</c:v>
                </c:pt>
                <c:pt idx="8699">
                  <c:v>-20.904962425994995</c:v>
                </c:pt>
                <c:pt idx="8700">
                  <c:v>-20.905615724906994</c:v>
                </c:pt>
                <c:pt idx="8701">
                  <c:v>-20.906301165255002</c:v>
                </c:pt>
                <c:pt idx="8702">
                  <c:v>-20.906986296782009</c:v>
                </c:pt>
                <c:pt idx="8703">
                  <c:v>-20.907671119589992</c:v>
                </c:pt>
                <c:pt idx="8704">
                  <c:v>-20.90835563378198</c:v>
                </c:pt>
                <c:pt idx="8705">
                  <c:v>-20.909039839458018</c:v>
                </c:pt>
                <c:pt idx="8706">
                  <c:v>-20.909723736719002</c:v>
                </c:pt>
                <c:pt idx="8707">
                  <c:v>-20.910407325665005</c:v>
                </c:pt>
                <c:pt idx="8708">
                  <c:v>-20.911090606400023</c:v>
                </c:pt>
                <c:pt idx="8709">
                  <c:v>-20.911773579025009</c:v>
                </c:pt>
                <c:pt idx="8710">
                  <c:v>-20.912456243638985</c:v>
                </c:pt>
                <c:pt idx="8711">
                  <c:v>-20.91313860034299</c:v>
                </c:pt>
                <c:pt idx="8712">
                  <c:v>-20.913820649241018</c:v>
                </c:pt>
                <c:pt idx="8713">
                  <c:v>-20.914502390432006</c:v>
                </c:pt>
                <c:pt idx="8714">
                  <c:v>-20.915183824017021</c:v>
                </c:pt>
                <c:pt idx="8715">
                  <c:v>-20.915864950097017</c:v>
                </c:pt>
                <c:pt idx="8716">
                  <c:v>-20.916545768774</c:v>
                </c:pt>
                <c:pt idx="8717">
                  <c:v>-20.917226280147986</c:v>
                </c:pt>
                <c:pt idx="8718">
                  <c:v>-20.917906484320014</c:v>
                </c:pt>
                <c:pt idx="8719">
                  <c:v>-20.918586381389986</c:v>
                </c:pt>
                <c:pt idx="8720">
                  <c:v>-20.919265971459993</c:v>
                </c:pt>
                <c:pt idx="8721">
                  <c:v>-20.919945254631017</c:v>
                </c:pt>
                <c:pt idx="8722">
                  <c:v>-20.920624231002989</c:v>
                </c:pt>
                <c:pt idx="8723">
                  <c:v>-20.921302900676977</c:v>
                </c:pt>
                <c:pt idx="8724">
                  <c:v>-20.921981263752997</c:v>
                </c:pt>
                <c:pt idx="8725">
                  <c:v>-20.922659320332002</c:v>
                </c:pt>
                <c:pt idx="8726">
                  <c:v>-20.923337070514975</c:v>
                </c:pt>
                <c:pt idx="8727">
                  <c:v>-20.924014514402018</c:v>
                </c:pt>
                <c:pt idx="8728">
                  <c:v>-20.924691652093003</c:v>
                </c:pt>
                <c:pt idx="8729">
                  <c:v>-20.925368483690988</c:v>
                </c:pt>
                <c:pt idx="8730">
                  <c:v>-20.926045009294</c:v>
                </c:pt>
                <c:pt idx="8731">
                  <c:v>-20.926721229002993</c:v>
                </c:pt>
                <c:pt idx="8732">
                  <c:v>-20.927397142916988</c:v>
                </c:pt>
                <c:pt idx="8733">
                  <c:v>-20.928072751139013</c:v>
                </c:pt>
                <c:pt idx="8734">
                  <c:v>-20.928748053768999</c:v>
                </c:pt>
                <c:pt idx="8735">
                  <c:v>-20.929423050905996</c:v>
                </c:pt>
                <c:pt idx="8736">
                  <c:v>-20.930097742649025</c:v>
                </c:pt>
                <c:pt idx="8737">
                  <c:v>-20.930772129101001</c:v>
                </c:pt>
                <c:pt idx="8738">
                  <c:v>-20.931446210361003</c:v>
                </c:pt>
                <c:pt idx="8739">
                  <c:v>-20.932119986530012</c:v>
                </c:pt>
                <c:pt idx="8740">
                  <c:v>-20.932793457705998</c:v>
                </c:pt>
                <c:pt idx="8741">
                  <c:v>-20.93346662399</c:v>
                </c:pt>
                <c:pt idx="8742">
                  <c:v>-20.934139485483001</c:v>
                </c:pt>
                <c:pt idx="8743">
                  <c:v>-20.934812042283994</c:v>
                </c:pt>
                <c:pt idx="8744">
                  <c:v>-20.935484294493989</c:v>
                </c:pt>
                <c:pt idx="8745">
                  <c:v>-20.936156242209989</c:v>
                </c:pt>
                <c:pt idx="8746">
                  <c:v>-20.936827885536019</c:v>
                </c:pt>
                <c:pt idx="8747">
                  <c:v>-20.93749922456999</c:v>
                </c:pt>
                <c:pt idx="8748">
                  <c:v>-20.93817025941101</c:v>
                </c:pt>
                <c:pt idx="8749">
                  <c:v>-20.938840990159008</c:v>
                </c:pt>
                <c:pt idx="8750">
                  <c:v>-20.939511416914996</c:v>
                </c:pt>
                <c:pt idx="8751">
                  <c:v>-20.940181539777996</c:v>
                </c:pt>
                <c:pt idx="8752">
                  <c:v>-20.940851358847993</c:v>
                </c:pt>
                <c:pt idx="8753">
                  <c:v>-20.941520874222988</c:v>
                </c:pt>
                <c:pt idx="8754">
                  <c:v>-20.942190086004985</c:v>
                </c:pt>
                <c:pt idx="8755">
                  <c:v>-20.94285899429201</c:v>
                </c:pt>
                <c:pt idx="8756">
                  <c:v>-20.943527599184989</c:v>
                </c:pt>
                <c:pt idx="8757">
                  <c:v>-20.944195900780983</c:v>
                </c:pt>
                <c:pt idx="8758">
                  <c:v>-20.944863899181996</c:v>
                </c:pt>
                <c:pt idx="8759">
                  <c:v>-20.945531594485999</c:v>
                </c:pt>
                <c:pt idx="8760">
                  <c:v>-20.946198986792979</c:v>
                </c:pt>
                <c:pt idx="8761">
                  <c:v>-20.946866076203008</c:v>
                </c:pt>
                <c:pt idx="8762">
                  <c:v>-20.947532862813006</c:v>
                </c:pt>
                <c:pt idx="8763">
                  <c:v>-20.948199346723982</c:v>
                </c:pt>
                <c:pt idx="8764">
                  <c:v>-20.948865528036009</c:v>
                </c:pt>
                <c:pt idx="8765">
                  <c:v>-20.949531406847001</c:v>
                </c:pt>
                <c:pt idx="8766">
                  <c:v>-20.950196983256006</c:v>
                </c:pt>
                <c:pt idx="8767">
                  <c:v>-20.950862257363013</c:v>
                </c:pt>
                <c:pt idx="8768">
                  <c:v>-20.951527229267015</c:v>
                </c:pt>
                <c:pt idx="8769">
                  <c:v>-20.952191899067003</c:v>
                </c:pt>
                <c:pt idx="8770">
                  <c:v>-20.952856266860977</c:v>
                </c:pt>
                <c:pt idx="8771">
                  <c:v>-20.953520332750003</c:v>
                </c:pt>
                <c:pt idx="8772">
                  <c:v>-20.954184096831995</c:v>
                </c:pt>
                <c:pt idx="8773">
                  <c:v>-20.954847559206002</c:v>
                </c:pt>
                <c:pt idx="8774">
                  <c:v>-20.955510719968999</c:v>
                </c:pt>
                <c:pt idx="8775">
                  <c:v>-20.956173579223986</c:v>
                </c:pt>
                <c:pt idx="8776">
                  <c:v>-20.956836137067</c:v>
                </c:pt>
                <c:pt idx="8777">
                  <c:v>-20.957498393597007</c:v>
                </c:pt>
                <c:pt idx="8778">
                  <c:v>-20.958160348912998</c:v>
                </c:pt>
                <c:pt idx="8779">
                  <c:v>-20.958822003113994</c:v>
                </c:pt>
                <c:pt idx="8780">
                  <c:v>-20.959483356299017</c:v>
                </c:pt>
                <c:pt idx="8781">
                  <c:v>-20.960144408566009</c:v>
                </c:pt>
                <c:pt idx="8782">
                  <c:v>-20.960805160014019</c:v>
                </c:pt>
                <c:pt idx="8783">
                  <c:v>-20.961465610741016</c:v>
                </c:pt>
                <c:pt idx="8784">
                  <c:v>-20.962125760846988</c:v>
                </c:pt>
                <c:pt idx="8785">
                  <c:v>-20.962785610428995</c:v>
                </c:pt>
                <c:pt idx="8786">
                  <c:v>-20.963445159586996</c:v>
                </c:pt>
                <c:pt idx="8787">
                  <c:v>-20.964104408417001</c:v>
                </c:pt>
                <c:pt idx="8788">
                  <c:v>-20.964763357020985</c:v>
                </c:pt>
                <c:pt idx="8789">
                  <c:v>-20.96542200549402</c:v>
                </c:pt>
                <c:pt idx="8790">
                  <c:v>-20.966080353937002</c:v>
                </c:pt>
                <c:pt idx="8791">
                  <c:v>-20.966738402445998</c:v>
                </c:pt>
                <c:pt idx="8792">
                  <c:v>-20.967396151122017</c:v>
                </c:pt>
                <c:pt idx="8793">
                  <c:v>-20.968053600061012</c:v>
                </c:pt>
                <c:pt idx="8794">
                  <c:v>-20.968710749362003</c:v>
                </c:pt>
                <c:pt idx="8795">
                  <c:v>-20.969367599124013</c:v>
                </c:pt>
                <c:pt idx="8796">
                  <c:v>-20.970024149441997</c:v>
                </c:pt>
                <c:pt idx="8797">
                  <c:v>-20.970680400418985</c:v>
                </c:pt>
                <c:pt idx="8798">
                  <c:v>-20.971336352149024</c:v>
                </c:pt>
                <c:pt idx="8799">
                  <c:v>-20.971992004733011</c:v>
                </c:pt>
                <c:pt idx="8800">
                  <c:v>-20.972647358265988</c:v>
                </c:pt>
                <c:pt idx="8801">
                  <c:v>-20.973302412849023</c:v>
                </c:pt>
                <c:pt idx="8802">
                  <c:v>-20.973957168579005</c:v>
                </c:pt>
                <c:pt idx="8803">
                  <c:v>-20.974611625552996</c:v>
                </c:pt>
                <c:pt idx="8804">
                  <c:v>-20.975265783867997</c:v>
                </c:pt>
                <c:pt idx="8805">
                  <c:v>-20.975919643624991</c:v>
                </c:pt>
                <c:pt idx="8806">
                  <c:v>-20.976573204919987</c:v>
                </c:pt>
                <c:pt idx="8807">
                  <c:v>-20.977226467851011</c:v>
                </c:pt>
                <c:pt idx="8808">
                  <c:v>-20.97787943251501</c:v>
                </c:pt>
                <c:pt idx="8809">
                  <c:v>-20.978532099011005</c:v>
                </c:pt>
                <c:pt idx="8810">
                  <c:v>-20.979184467435999</c:v>
                </c:pt>
                <c:pt idx="8811">
                  <c:v>-20.979836537887991</c:v>
                </c:pt>
                <c:pt idx="8812">
                  <c:v>-20.980488310464011</c:v>
                </c:pt>
                <c:pt idx="8813">
                  <c:v>-20.981139785262002</c:v>
                </c:pt>
                <c:pt idx="8814">
                  <c:v>-20.981790962380018</c:v>
                </c:pt>
                <c:pt idx="8815">
                  <c:v>-20.982441841915005</c:v>
                </c:pt>
                <c:pt idx="8816">
                  <c:v>-20.983092423964024</c:v>
                </c:pt>
                <c:pt idx="8817">
                  <c:v>-20.983742708625016</c:v>
                </c:pt>
                <c:pt idx="8818">
                  <c:v>-20.984392695995012</c:v>
                </c:pt>
                <c:pt idx="8819">
                  <c:v>-20.985042386172978</c:v>
                </c:pt>
                <c:pt idx="8820">
                  <c:v>-20.985691779255006</c:v>
                </c:pt>
                <c:pt idx="8821">
                  <c:v>-20.986340875336992</c:v>
                </c:pt>
                <c:pt idx="8822">
                  <c:v>-20.986989674518981</c:v>
                </c:pt>
                <c:pt idx="8823">
                  <c:v>-20.987638176897008</c:v>
                </c:pt>
                <c:pt idx="8824">
                  <c:v>-20.988286382567992</c:v>
                </c:pt>
                <c:pt idx="8825">
                  <c:v>-20.988934291628993</c:v>
                </c:pt>
                <c:pt idx="8826">
                  <c:v>-20.98958190417801</c:v>
                </c:pt>
                <c:pt idx="8827">
                  <c:v>-20.990229220311988</c:v>
                </c:pt>
                <c:pt idx="8828">
                  <c:v>-20.990876240126994</c:v>
                </c:pt>
                <c:pt idx="8829">
                  <c:v>-20.991522963721025</c:v>
                </c:pt>
                <c:pt idx="8830">
                  <c:v>-20.992169391190998</c:v>
                </c:pt>
                <c:pt idx="8831">
                  <c:v>-20.992815522634004</c:v>
                </c:pt>
                <c:pt idx="8832">
                  <c:v>-20.993461358146021</c:v>
                </c:pt>
                <c:pt idx="8833">
                  <c:v>-20.994106897824992</c:v>
                </c:pt>
                <c:pt idx="8834">
                  <c:v>-20.994752141767009</c:v>
                </c:pt>
                <c:pt idx="8835">
                  <c:v>-20.995397090070014</c:v>
                </c:pt>
                <c:pt idx="8836">
                  <c:v>-20.996041742831011</c:v>
                </c:pt>
                <c:pt idx="8837">
                  <c:v>-20.996686100144984</c:v>
                </c:pt>
                <c:pt idx="8838">
                  <c:v>-20.997330162108995</c:v>
                </c:pt>
                <c:pt idx="8839">
                  <c:v>-20.997973928821011</c:v>
                </c:pt>
                <c:pt idx="8840">
                  <c:v>-20.998617400377981</c:v>
                </c:pt>
                <c:pt idx="8841">
                  <c:v>-20.999260576875002</c:v>
                </c:pt>
                <c:pt idx="8842">
                  <c:v>-20.999903458408994</c:v>
                </c:pt>
                <c:pt idx="8843">
                  <c:v>-21.000546045076987</c:v>
                </c:pt>
                <c:pt idx="8844">
                  <c:v>-21.001188336975986</c:v>
                </c:pt>
                <c:pt idx="8845">
                  <c:v>-21.001830334201998</c:v>
                </c:pt>
                <c:pt idx="8846">
                  <c:v>-21.002472036851003</c:v>
                </c:pt>
                <c:pt idx="8847">
                  <c:v>-21.003113445019977</c:v>
                </c:pt>
                <c:pt idx="8848">
                  <c:v>-21.003754558806008</c:v>
                </c:pt>
                <c:pt idx="8849">
                  <c:v>-21.004395378303997</c:v>
                </c:pt>
                <c:pt idx="8850">
                  <c:v>-21.005035903611002</c:v>
                </c:pt>
                <c:pt idx="8851">
                  <c:v>-21.005676134823005</c:v>
                </c:pt>
                <c:pt idx="8852">
                  <c:v>-21.006316072038004</c:v>
                </c:pt>
                <c:pt idx="8853">
                  <c:v>-21.006955715349989</c:v>
                </c:pt>
                <c:pt idx="8854">
                  <c:v>-21.007595064856019</c:v>
                </c:pt>
                <c:pt idx="8855">
                  <c:v>-21.008234120651991</c:v>
                </c:pt>
                <c:pt idx="8856">
                  <c:v>-21.008872882834993</c:v>
                </c:pt>
                <c:pt idx="8857">
                  <c:v>-21.009511351501004</c:v>
                </c:pt>
                <c:pt idx="8858">
                  <c:v>-21.01014952674501</c:v>
                </c:pt>
                <c:pt idx="8859">
                  <c:v>-21.010787408662992</c:v>
                </c:pt>
                <c:pt idx="8860">
                  <c:v>-21.011424997352009</c:v>
                </c:pt>
                <c:pt idx="8861">
                  <c:v>-21.012062292909008</c:v>
                </c:pt>
                <c:pt idx="8862">
                  <c:v>-21.012699295426984</c:v>
                </c:pt>
                <c:pt idx="8863">
                  <c:v>-21.013336005004021</c:v>
                </c:pt>
                <c:pt idx="8864">
                  <c:v>-21.013972421734991</c:v>
                </c:pt>
                <c:pt idx="8865">
                  <c:v>-21.014608545716982</c:v>
                </c:pt>
                <c:pt idx="8866">
                  <c:v>-21.015244377045008</c:v>
                </c:pt>
                <c:pt idx="8867">
                  <c:v>-21.015879915813002</c:v>
                </c:pt>
                <c:pt idx="8868">
                  <c:v>-21.016515162120982</c:v>
                </c:pt>
                <c:pt idx="8869">
                  <c:v>-21.017150116061003</c:v>
                </c:pt>
                <c:pt idx="8870">
                  <c:v>-21.017784777731009</c:v>
                </c:pt>
                <c:pt idx="8871">
                  <c:v>-21.018419147224989</c:v>
                </c:pt>
                <c:pt idx="8872">
                  <c:v>-21.019053224637986</c:v>
                </c:pt>
                <c:pt idx="8873">
                  <c:v>-21.019687010067997</c:v>
                </c:pt>
                <c:pt idx="8874">
                  <c:v>-21.020320503608986</c:v>
                </c:pt>
                <c:pt idx="8875">
                  <c:v>-21.020953705357016</c:v>
                </c:pt>
                <c:pt idx="8876">
                  <c:v>-21.021586615407017</c:v>
                </c:pt>
                <c:pt idx="8877">
                  <c:v>-21.022219233854997</c:v>
                </c:pt>
                <c:pt idx="8878">
                  <c:v>-21.022851560796994</c:v>
                </c:pt>
                <c:pt idx="8879">
                  <c:v>-21.023483596326997</c:v>
                </c:pt>
                <c:pt idx="8880">
                  <c:v>-21.024115340539993</c:v>
                </c:pt>
                <c:pt idx="8881">
                  <c:v>-21.024746793532984</c:v>
                </c:pt>
                <c:pt idx="8882">
                  <c:v>-21.025377955401012</c:v>
                </c:pt>
                <c:pt idx="8883">
                  <c:v>-21.026008826239007</c:v>
                </c:pt>
                <c:pt idx="8884">
                  <c:v>-21.026639406139992</c:v>
                </c:pt>
                <c:pt idx="8885">
                  <c:v>-21.027269695203017</c:v>
                </c:pt>
                <c:pt idx="8886">
                  <c:v>-21.027899693520993</c:v>
                </c:pt>
                <c:pt idx="8887">
                  <c:v>-21.028529401189985</c:v>
                </c:pt>
                <c:pt idx="8888">
                  <c:v>-21.029158818303017</c:v>
                </c:pt>
                <c:pt idx="8889">
                  <c:v>-21.029787944958002</c:v>
                </c:pt>
                <c:pt idx="8890">
                  <c:v>-21.030416781247993</c:v>
                </c:pt>
                <c:pt idx="8891">
                  <c:v>-21.031045327268998</c:v>
                </c:pt>
                <c:pt idx="8892">
                  <c:v>-21.031673583116003</c:v>
                </c:pt>
                <c:pt idx="8893">
                  <c:v>-21.032301548882003</c:v>
                </c:pt>
                <c:pt idx="8894">
                  <c:v>-21.032929224664002</c:v>
                </c:pt>
                <c:pt idx="8895">
                  <c:v>-21.033556610555991</c:v>
                </c:pt>
                <c:pt idx="8896">
                  <c:v>-21.034183706654005</c:v>
                </c:pt>
                <c:pt idx="8897">
                  <c:v>-21.034810513050985</c:v>
                </c:pt>
                <c:pt idx="8898">
                  <c:v>-21.035437029842996</c:v>
                </c:pt>
                <c:pt idx="8899">
                  <c:v>-21.036063257123999</c:v>
                </c:pt>
                <c:pt idx="8900">
                  <c:v>-21.036689194990004</c:v>
                </c:pt>
                <c:pt idx="8901">
                  <c:v>-21.037314843533011</c:v>
                </c:pt>
                <c:pt idx="8902">
                  <c:v>-21.037940202849995</c:v>
                </c:pt>
                <c:pt idx="8903">
                  <c:v>-21.038565273036028</c:v>
                </c:pt>
                <c:pt idx="8904">
                  <c:v>-21.03919005418399</c:v>
                </c:pt>
                <c:pt idx="8905">
                  <c:v>-21.039814546386992</c:v>
                </c:pt>
                <c:pt idx="8906">
                  <c:v>-21.040438749743998</c:v>
                </c:pt>
                <c:pt idx="8907">
                  <c:v>-21.041062664346015</c:v>
                </c:pt>
                <c:pt idx="8908">
                  <c:v>-21.041686290288993</c:v>
                </c:pt>
                <c:pt idx="8909">
                  <c:v>-21.042309627666015</c:v>
                </c:pt>
                <c:pt idx="8910">
                  <c:v>-21.042932676572008</c:v>
                </c:pt>
                <c:pt idx="8911">
                  <c:v>-21.043555437101986</c:v>
                </c:pt>
                <c:pt idx="8912">
                  <c:v>-21.044177909349997</c:v>
                </c:pt>
                <c:pt idx="8913">
                  <c:v>-21.044800093410004</c:v>
                </c:pt>
                <c:pt idx="8914">
                  <c:v>-21.045421989375001</c:v>
                </c:pt>
                <c:pt idx="8915">
                  <c:v>-21.046043597341992</c:v>
                </c:pt>
                <c:pt idx="8916">
                  <c:v>-21.046664917404001</c:v>
                </c:pt>
                <c:pt idx="8917">
                  <c:v>-21.047285949653997</c:v>
                </c:pt>
                <c:pt idx="8918">
                  <c:v>-21.047906694185997</c:v>
                </c:pt>
                <c:pt idx="8919">
                  <c:v>-21.04852715109601</c:v>
                </c:pt>
                <c:pt idx="8920">
                  <c:v>-21.049147320477999</c:v>
                </c:pt>
                <c:pt idx="8921">
                  <c:v>-21.049767202423993</c:v>
                </c:pt>
                <c:pt idx="8922">
                  <c:v>-21.050386797028011</c:v>
                </c:pt>
                <c:pt idx="8923">
                  <c:v>-21.051006104387</c:v>
                </c:pt>
                <c:pt idx="8924">
                  <c:v>-21.051625124591993</c:v>
                </c:pt>
                <c:pt idx="8925">
                  <c:v>-21.052243857738006</c:v>
                </c:pt>
                <c:pt idx="8926">
                  <c:v>-21.052862303918999</c:v>
                </c:pt>
                <c:pt idx="8927">
                  <c:v>-21.053480463227004</c:v>
                </c:pt>
                <c:pt idx="8928">
                  <c:v>-21.054098335757999</c:v>
                </c:pt>
                <c:pt idx="8929">
                  <c:v>-21.054715921605009</c:v>
                </c:pt>
                <c:pt idx="8930">
                  <c:v>-21.055333220861996</c:v>
                </c:pt>
                <c:pt idx="8931">
                  <c:v>-21.05595023362099</c:v>
                </c:pt>
                <c:pt idx="8932">
                  <c:v>-21.056566959977999</c:v>
                </c:pt>
                <c:pt idx="8933">
                  <c:v>-21.057183400025991</c:v>
                </c:pt>
                <c:pt idx="8934">
                  <c:v>-21.057799553858018</c:v>
                </c:pt>
                <c:pt idx="8935">
                  <c:v>-21.05841542156702</c:v>
                </c:pt>
                <c:pt idx="8936">
                  <c:v>-21.059031003248009</c:v>
                </c:pt>
                <c:pt idx="8937">
                  <c:v>-21.059646298993982</c:v>
                </c:pt>
                <c:pt idx="8938">
                  <c:v>-21.060261308899015</c:v>
                </c:pt>
                <c:pt idx="8939">
                  <c:v>-21.060876033054001</c:v>
                </c:pt>
                <c:pt idx="8940">
                  <c:v>-21.061490471554976</c:v>
                </c:pt>
                <c:pt idx="8941">
                  <c:v>-21.062104624493998</c:v>
                </c:pt>
                <c:pt idx="8942">
                  <c:v>-21.062718491965001</c:v>
                </c:pt>
                <c:pt idx="8943">
                  <c:v>-21.06333207406098</c:v>
                </c:pt>
                <c:pt idx="8944">
                  <c:v>-21.063945370875018</c:v>
                </c:pt>
                <c:pt idx="8945">
                  <c:v>-21.064558382501986</c:v>
                </c:pt>
                <c:pt idx="8946">
                  <c:v>-21.065171109033002</c:v>
                </c:pt>
                <c:pt idx="8947">
                  <c:v>-21.065783550562003</c:v>
                </c:pt>
                <c:pt idx="8948">
                  <c:v>-21.066395707180988</c:v>
                </c:pt>
                <c:pt idx="8949">
                  <c:v>-21.067007578984999</c:v>
                </c:pt>
                <c:pt idx="8950">
                  <c:v>-21.067619166067004</c:v>
                </c:pt>
                <c:pt idx="8951">
                  <c:v>-21.068230468519005</c:v>
                </c:pt>
                <c:pt idx="8952">
                  <c:v>-21.068841486433001</c:v>
                </c:pt>
                <c:pt idx="8953">
                  <c:v>-21.069452219904008</c:v>
                </c:pt>
                <c:pt idx="8954">
                  <c:v>-21.070062669024992</c:v>
                </c:pt>
                <c:pt idx="8955">
                  <c:v>-21.070672833887983</c:v>
                </c:pt>
                <c:pt idx="8956">
                  <c:v>-21.07128271458501</c:v>
                </c:pt>
                <c:pt idx="8957">
                  <c:v>-21.071892311211002</c:v>
                </c:pt>
                <c:pt idx="8958">
                  <c:v>-21.072501623857988</c:v>
                </c:pt>
                <c:pt idx="8959">
                  <c:v>-21.073110652617999</c:v>
                </c:pt>
                <c:pt idx="8960">
                  <c:v>-21.073719397583005</c:v>
                </c:pt>
                <c:pt idx="8961">
                  <c:v>-21.074327858847994</c:v>
                </c:pt>
                <c:pt idx="8962">
                  <c:v>-21.074936036505022</c:v>
                </c:pt>
                <c:pt idx="8963">
                  <c:v>-21.075543930647001</c:v>
                </c:pt>
                <c:pt idx="8964">
                  <c:v>-21.076151541364993</c:v>
                </c:pt>
                <c:pt idx="8965">
                  <c:v>-21.076758868751995</c:v>
                </c:pt>
                <c:pt idx="8966">
                  <c:v>-21.077365912901996</c:v>
                </c:pt>
                <c:pt idx="8967">
                  <c:v>-21.077972673906004</c:v>
                </c:pt>
                <c:pt idx="8968">
                  <c:v>-21.078579151858008</c:v>
                </c:pt>
                <c:pt idx="8969">
                  <c:v>-21.079185346849016</c:v>
                </c:pt>
                <c:pt idx="8970">
                  <c:v>-21.079791258971994</c:v>
                </c:pt>
                <c:pt idx="8971">
                  <c:v>-21.080396888319996</c:v>
                </c:pt>
                <c:pt idx="8972">
                  <c:v>-21.081002234984993</c:v>
                </c:pt>
                <c:pt idx="8973">
                  <c:v>-21.081607299056998</c:v>
                </c:pt>
                <c:pt idx="8974">
                  <c:v>-21.082212080632985</c:v>
                </c:pt>
                <c:pt idx="8975">
                  <c:v>-21.082816579802</c:v>
                </c:pt>
                <c:pt idx="8976">
                  <c:v>-21.083420796657009</c:v>
                </c:pt>
                <c:pt idx="8977">
                  <c:v>-21.084024731288991</c:v>
                </c:pt>
                <c:pt idx="8978">
                  <c:v>-21.084628383793017</c:v>
                </c:pt>
                <c:pt idx="8979">
                  <c:v>-21.085231754259013</c:v>
                </c:pt>
                <c:pt idx="8980">
                  <c:v>-21.085834842780002</c:v>
                </c:pt>
                <c:pt idx="8981">
                  <c:v>-21.086437649447021</c:v>
                </c:pt>
                <c:pt idx="8982">
                  <c:v>-21.087040174353007</c:v>
                </c:pt>
                <c:pt idx="8983">
                  <c:v>-21.087642417590985</c:v>
                </c:pt>
                <c:pt idx="8984">
                  <c:v>-21.088244379251023</c:v>
                </c:pt>
                <c:pt idx="8985">
                  <c:v>-21.088846059426004</c:v>
                </c:pt>
                <c:pt idx="8986">
                  <c:v>-21.089447458205996</c:v>
                </c:pt>
                <c:pt idx="8987">
                  <c:v>-21.090048575687007</c:v>
                </c:pt>
                <c:pt idx="8988">
                  <c:v>-21.090649411957003</c:v>
                </c:pt>
                <c:pt idx="8989">
                  <c:v>-21.091249967110002</c:v>
                </c:pt>
                <c:pt idx="8990">
                  <c:v>-21.091850241236017</c:v>
                </c:pt>
                <c:pt idx="8991">
                  <c:v>-21.092450234429009</c:v>
                </c:pt>
                <c:pt idx="8992">
                  <c:v>-21.093049946779985</c:v>
                </c:pt>
                <c:pt idx="8993">
                  <c:v>-21.093649378380007</c:v>
                </c:pt>
                <c:pt idx="8994">
                  <c:v>-21.094248529319998</c:v>
                </c:pt>
                <c:pt idx="8995">
                  <c:v>-21.094847399693009</c:v>
                </c:pt>
                <c:pt idx="8996">
                  <c:v>-21.095445989591013</c:v>
                </c:pt>
                <c:pt idx="8997">
                  <c:v>-21.096044299105017</c:v>
                </c:pt>
                <c:pt idx="8998">
                  <c:v>-21.096642328325004</c:v>
                </c:pt>
                <c:pt idx="8999">
                  <c:v>-21.097240077344992</c:v>
                </c:pt>
                <c:pt idx="9000">
                  <c:v>-21.097837546254993</c:v>
                </c:pt>
                <c:pt idx="9001">
                  <c:v>-21.098462811320019</c:v>
                </c:pt>
                <c:pt idx="9002">
                  <c:v>-21.09908779645599</c:v>
                </c:pt>
                <c:pt idx="9003">
                  <c:v>-21.099712501758006</c:v>
                </c:pt>
                <c:pt idx="9004">
                  <c:v>-21.100336927316988</c:v>
                </c:pt>
                <c:pt idx="9005">
                  <c:v>-21.100961073221015</c:v>
                </c:pt>
                <c:pt idx="9006">
                  <c:v>-21.101584939565981</c:v>
                </c:pt>
                <c:pt idx="9007">
                  <c:v>-21.102208526439</c:v>
                </c:pt>
                <c:pt idx="9008">
                  <c:v>-21.102831833934005</c:v>
                </c:pt>
                <c:pt idx="9009">
                  <c:v>-21.103454862142002</c:v>
                </c:pt>
                <c:pt idx="9010">
                  <c:v>-21.104077611152007</c:v>
                </c:pt>
                <c:pt idx="9011">
                  <c:v>-21.104700081057985</c:v>
                </c:pt>
                <c:pt idx="9012">
                  <c:v>-21.105322271950001</c:v>
                </c:pt>
                <c:pt idx="9013">
                  <c:v>-21.105944183918012</c:v>
                </c:pt>
                <c:pt idx="9014">
                  <c:v>-21.106565817054019</c:v>
                </c:pt>
                <c:pt idx="9015">
                  <c:v>-21.107187171450022</c:v>
                </c:pt>
                <c:pt idx="9016">
                  <c:v>-21.107808247194981</c:v>
                </c:pt>
                <c:pt idx="9017">
                  <c:v>-21.108429044381012</c:v>
                </c:pt>
                <c:pt idx="9018">
                  <c:v>-21.109049563099006</c:v>
                </c:pt>
                <c:pt idx="9019">
                  <c:v>-21.109669803439004</c:v>
                </c:pt>
                <c:pt idx="9020">
                  <c:v>-21.110289765494002</c:v>
                </c:pt>
                <c:pt idx="9021">
                  <c:v>-21.110909449350999</c:v>
                </c:pt>
                <c:pt idx="9022">
                  <c:v>-21.111528855106002</c:v>
                </c:pt>
                <c:pt idx="9023">
                  <c:v>-21.112147982846011</c:v>
                </c:pt>
                <c:pt idx="9024">
                  <c:v>-21.112766832660981</c:v>
                </c:pt>
                <c:pt idx="9025">
                  <c:v>-21.113385404645982</c:v>
                </c:pt>
                <c:pt idx="9026">
                  <c:v>-21.114003698887984</c:v>
                </c:pt>
                <c:pt idx="9027">
                  <c:v>-21.114621715477995</c:v>
                </c:pt>
                <c:pt idx="9028">
                  <c:v>-21.115239454508014</c:v>
                </c:pt>
                <c:pt idx="9029">
                  <c:v>-21.115856916067997</c:v>
                </c:pt>
                <c:pt idx="9030">
                  <c:v>-21.116474100247984</c:v>
                </c:pt>
                <c:pt idx="9031">
                  <c:v>-21.117091007140004</c:v>
                </c:pt>
                <c:pt idx="9032">
                  <c:v>-21.117707636832023</c:v>
                </c:pt>
                <c:pt idx="9033">
                  <c:v>-21.118323989416979</c:v>
                </c:pt>
                <c:pt idx="9034">
                  <c:v>-21.118940064984002</c:v>
                </c:pt>
                <c:pt idx="9035">
                  <c:v>-21.119555863624015</c:v>
                </c:pt>
                <c:pt idx="9036">
                  <c:v>-21.120171385427</c:v>
                </c:pt>
                <c:pt idx="9037">
                  <c:v>-21.120786630484019</c:v>
                </c:pt>
                <c:pt idx="9038">
                  <c:v>-21.121401598882983</c:v>
                </c:pt>
                <c:pt idx="9039">
                  <c:v>-21.122016290717994</c:v>
                </c:pt>
                <c:pt idx="9040">
                  <c:v>-21.12263070607699</c:v>
                </c:pt>
                <c:pt idx="9041">
                  <c:v>-21.123244845049015</c:v>
                </c:pt>
                <c:pt idx="9042">
                  <c:v>-21.123858707726981</c:v>
                </c:pt>
                <c:pt idx="9043">
                  <c:v>-21.12447229419999</c:v>
                </c:pt>
                <c:pt idx="9044">
                  <c:v>-21.125085604557</c:v>
                </c:pt>
                <c:pt idx="9045">
                  <c:v>-21.125698638888991</c:v>
                </c:pt>
                <c:pt idx="9046">
                  <c:v>-21.126311397286003</c:v>
                </c:pt>
                <c:pt idx="9047">
                  <c:v>-21.126923879838984</c:v>
                </c:pt>
                <c:pt idx="9048">
                  <c:v>-21.127536086637008</c:v>
                </c:pt>
                <c:pt idx="9049">
                  <c:v>-21.128148017769007</c:v>
                </c:pt>
                <c:pt idx="9050">
                  <c:v>-21.128759673327011</c:v>
                </c:pt>
                <c:pt idx="9051">
                  <c:v>-21.129371053400007</c:v>
                </c:pt>
                <c:pt idx="9052">
                  <c:v>-21.12998215807599</c:v>
                </c:pt>
                <c:pt idx="9053">
                  <c:v>-21.130592987448011</c:v>
                </c:pt>
                <c:pt idx="9054">
                  <c:v>-21.131203541605004</c:v>
                </c:pt>
                <c:pt idx="9055">
                  <c:v>-21.131813820635017</c:v>
                </c:pt>
                <c:pt idx="9056">
                  <c:v>-21.132423824629001</c:v>
                </c:pt>
                <c:pt idx="9057">
                  <c:v>-21.133033553676</c:v>
                </c:pt>
                <c:pt idx="9058">
                  <c:v>-21.133643007868017</c:v>
                </c:pt>
                <c:pt idx="9059">
                  <c:v>-21.13425218729202</c:v>
                </c:pt>
                <c:pt idx="9060">
                  <c:v>-21.134861092037994</c:v>
                </c:pt>
                <c:pt idx="9061">
                  <c:v>-21.135469722197996</c:v>
                </c:pt>
                <c:pt idx="9062">
                  <c:v>-21.136078077858997</c:v>
                </c:pt>
                <c:pt idx="9063">
                  <c:v>-21.136686159110013</c:v>
                </c:pt>
                <c:pt idx="9064">
                  <c:v>-21.137293966043018</c:v>
                </c:pt>
                <c:pt idx="9065">
                  <c:v>-21.137901498746999</c:v>
                </c:pt>
                <c:pt idx="9066">
                  <c:v>-21.138508757308983</c:v>
                </c:pt>
                <c:pt idx="9067">
                  <c:v>-21.139115741821001</c:v>
                </c:pt>
                <c:pt idx="9068">
                  <c:v>-21.139722452371018</c:v>
                </c:pt>
                <c:pt idx="9069">
                  <c:v>-21.140328889048988</c:v>
                </c:pt>
                <c:pt idx="9070">
                  <c:v>-21.140935051943984</c:v>
                </c:pt>
                <c:pt idx="9071">
                  <c:v>-21.141540941144996</c:v>
                </c:pt>
                <c:pt idx="9072">
                  <c:v>-21.142146556743</c:v>
                </c:pt>
                <c:pt idx="9073">
                  <c:v>-21.14275189882602</c:v>
                </c:pt>
                <c:pt idx="9074">
                  <c:v>-21.143356967481992</c:v>
                </c:pt>
                <c:pt idx="9075">
                  <c:v>-21.143961762802007</c:v>
                </c:pt>
                <c:pt idx="9076">
                  <c:v>-21.144566284874003</c:v>
                </c:pt>
                <c:pt idx="9077">
                  <c:v>-21.145170533787024</c:v>
                </c:pt>
                <c:pt idx="9078">
                  <c:v>-21.145774509630996</c:v>
                </c:pt>
                <c:pt idx="9079">
                  <c:v>-21.146378212495989</c:v>
                </c:pt>
                <c:pt idx="9080">
                  <c:v>-21.146981642467011</c:v>
                </c:pt>
                <c:pt idx="9081">
                  <c:v>-21.147584799637997</c:v>
                </c:pt>
                <c:pt idx="9082">
                  <c:v>-21.148187684094012</c:v>
                </c:pt>
                <c:pt idx="9083">
                  <c:v>-21.148790295925977</c:v>
                </c:pt>
                <c:pt idx="9084">
                  <c:v>-21.149392635222995</c:v>
                </c:pt>
                <c:pt idx="9085">
                  <c:v>-21.149994702072007</c:v>
                </c:pt>
                <c:pt idx="9086">
                  <c:v>-21.150596496565015</c:v>
                </c:pt>
                <c:pt idx="9087">
                  <c:v>-21.151198018788023</c:v>
                </c:pt>
                <c:pt idx="9088">
                  <c:v>-21.151799268828995</c:v>
                </c:pt>
                <c:pt idx="9089">
                  <c:v>-21.15240024677999</c:v>
                </c:pt>
                <c:pt idx="9090">
                  <c:v>-21.153000952729002</c:v>
                </c:pt>
                <c:pt idx="9091">
                  <c:v>-21.153601386762006</c:v>
                </c:pt>
                <c:pt idx="9092">
                  <c:v>-21.154201548969979</c:v>
                </c:pt>
                <c:pt idx="9093">
                  <c:v>-21.154801439440007</c:v>
                </c:pt>
                <c:pt idx="9094">
                  <c:v>-21.15540105826301</c:v>
                </c:pt>
                <c:pt idx="9095">
                  <c:v>-21.15600040552701</c:v>
                </c:pt>
                <c:pt idx="9096">
                  <c:v>-21.156599481317983</c:v>
                </c:pt>
                <c:pt idx="9097">
                  <c:v>-21.157198285726992</c:v>
                </c:pt>
                <c:pt idx="9098">
                  <c:v>-21.157796818842002</c:v>
                </c:pt>
                <c:pt idx="9099">
                  <c:v>-21.158395080749017</c:v>
                </c:pt>
                <c:pt idx="9100">
                  <c:v>-21.158993071541005</c:v>
                </c:pt>
                <c:pt idx="9101">
                  <c:v>-21.159590791302975</c:v>
                </c:pt>
                <c:pt idx="9102">
                  <c:v>-21.160188240124</c:v>
                </c:pt>
                <c:pt idx="9103">
                  <c:v>-21.160785418093013</c:v>
                </c:pt>
                <c:pt idx="9104">
                  <c:v>-21.161382325298007</c:v>
                </c:pt>
                <c:pt idx="9105">
                  <c:v>-21.16197896182598</c:v>
                </c:pt>
                <c:pt idx="9106">
                  <c:v>-21.162575327767001</c:v>
                </c:pt>
                <c:pt idx="9107">
                  <c:v>-21.163171423208013</c:v>
                </c:pt>
                <c:pt idx="9108">
                  <c:v>-21.163767248238003</c:v>
                </c:pt>
                <c:pt idx="9109">
                  <c:v>-21.164362802946016</c:v>
                </c:pt>
                <c:pt idx="9110">
                  <c:v>-21.164958087417006</c:v>
                </c:pt>
                <c:pt idx="9111">
                  <c:v>-21.165553101742006</c:v>
                </c:pt>
                <c:pt idx="9112">
                  <c:v>-21.166147846007988</c:v>
                </c:pt>
                <c:pt idx="9113">
                  <c:v>-21.166742320302006</c:v>
                </c:pt>
                <c:pt idx="9114">
                  <c:v>-21.167336524713988</c:v>
                </c:pt>
                <c:pt idx="9115">
                  <c:v>-21.167930459331984</c:v>
                </c:pt>
                <c:pt idx="9116">
                  <c:v>-21.168524124241003</c:v>
                </c:pt>
                <c:pt idx="9117">
                  <c:v>-21.169117519531994</c:v>
                </c:pt>
                <c:pt idx="9118">
                  <c:v>-21.169710645291019</c:v>
                </c:pt>
                <c:pt idx="9119">
                  <c:v>-21.170303501605986</c:v>
                </c:pt>
                <c:pt idx="9120">
                  <c:v>-21.170896088566991</c:v>
                </c:pt>
                <c:pt idx="9121">
                  <c:v>-21.171488406257993</c:v>
                </c:pt>
                <c:pt idx="9122">
                  <c:v>-21.172080454769997</c:v>
                </c:pt>
                <c:pt idx="9123">
                  <c:v>-21.172672234190003</c:v>
                </c:pt>
                <c:pt idx="9124">
                  <c:v>-21.173263744603986</c:v>
                </c:pt>
                <c:pt idx="9125">
                  <c:v>-21.173854986101986</c:v>
                </c:pt>
                <c:pt idx="9126">
                  <c:v>-21.174445958770008</c:v>
                </c:pt>
                <c:pt idx="9127">
                  <c:v>-21.175036662695021</c:v>
                </c:pt>
                <c:pt idx="9128">
                  <c:v>-21.175627097966981</c:v>
                </c:pt>
                <c:pt idx="9129">
                  <c:v>-21.176217264672005</c:v>
                </c:pt>
                <c:pt idx="9130">
                  <c:v>-21.176807162897006</c:v>
                </c:pt>
                <c:pt idx="9131">
                  <c:v>-21.177396792731003</c:v>
                </c:pt>
                <c:pt idx="9132">
                  <c:v>-21.177986154259997</c:v>
                </c:pt>
                <c:pt idx="9133">
                  <c:v>-21.178575247572979</c:v>
                </c:pt>
                <c:pt idx="9134">
                  <c:v>-21.179164072756009</c:v>
                </c:pt>
                <c:pt idx="9135">
                  <c:v>-21.179752629895006</c:v>
                </c:pt>
                <c:pt idx="9136">
                  <c:v>-21.180340919081004</c:v>
                </c:pt>
                <c:pt idx="9137">
                  <c:v>-21.180928940398985</c:v>
                </c:pt>
                <c:pt idx="9138">
                  <c:v>-21.181516693936004</c:v>
                </c:pt>
                <c:pt idx="9139">
                  <c:v>-21.182104179780993</c:v>
                </c:pt>
                <c:pt idx="9140">
                  <c:v>-21.182691398020012</c:v>
                </c:pt>
                <c:pt idx="9141">
                  <c:v>-21.18327834873898</c:v>
                </c:pt>
                <c:pt idx="9142">
                  <c:v>-21.183865032027001</c:v>
                </c:pt>
                <c:pt idx="9143">
                  <c:v>-21.184451447970986</c:v>
                </c:pt>
                <c:pt idx="9144">
                  <c:v>-21.185037596656997</c:v>
                </c:pt>
                <c:pt idx="9145">
                  <c:v>-21.185623478173</c:v>
                </c:pt>
                <c:pt idx="9146">
                  <c:v>-21.186209092604997</c:v>
                </c:pt>
                <c:pt idx="9147">
                  <c:v>-21.186794440042007</c:v>
                </c:pt>
                <c:pt idx="9148">
                  <c:v>-21.18737952056901</c:v>
                </c:pt>
                <c:pt idx="9149">
                  <c:v>-21.187964334273005</c:v>
                </c:pt>
                <c:pt idx="9150">
                  <c:v>-21.188548881241985</c:v>
                </c:pt>
                <c:pt idx="9151">
                  <c:v>-21.189133161562978</c:v>
                </c:pt>
                <c:pt idx="9152">
                  <c:v>-21.189717175320993</c:v>
                </c:pt>
                <c:pt idx="9153">
                  <c:v>-21.19030092260499</c:v>
                </c:pt>
                <c:pt idx="9154">
                  <c:v>-21.190884403501002</c:v>
                </c:pt>
                <c:pt idx="9155">
                  <c:v>-21.191467618093981</c:v>
                </c:pt>
                <c:pt idx="9156">
                  <c:v>-21.192050566473995</c:v>
                </c:pt>
                <c:pt idx="9157">
                  <c:v>-21.192633248725002</c:v>
                </c:pt>
                <c:pt idx="9158">
                  <c:v>-21.193215664936019</c:v>
                </c:pt>
                <c:pt idx="9159">
                  <c:v>-21.193797815191999</c:v>
                </c:pt>
                <c:pt idx="9160">
                  <c:v>-21.194379699579002</c:v>
                </c:pt>
                <c:pt idx="9161">
                  <c:v>-21.194961318184994</c:v>
                </c:pt>
                <c:pt idx="9162">
                  <c:v>-21.195542671097002</c:v>
                </c:pt>
                <c:pt idx="9163">
                  <c:v>-21.196123758399011</c:v>
                </c:pt>
                <c:pt idx="9164">
                  <c:v>-21.196704580179983</c:v>
                </c:pt>
                <c:pt idx="9165">
                  <c:v>-21.197285136526006</c:v>
                </c:pt>
                <c:pt idx="9166">
                  <c:v>-21.197865427522004</c:v>
                </c:pt>
                <c:pt idx="9167">
                  <c:v>-21.198445453256994</c:v>
                </c:pt>
                <c:pt idx="9168">
                  <c:v>-21.19902521381502</c:v>
                </c:pt>
                <c:pt idx="9169">
                  <c:v>-21.199604709281999</c:v>
                </c:pt>
                <c:pt idx="9170">
                  <c:v>-21.200183939747006</c:v>
                </c:pt>
                <c:pt idx="9171">
                  <c:v>-21.200762905293999</c:v>
                </c:pt>
                <c:pt idx="9172">
                  <c:v>-21.201341606010004</c:v>
                </c:pt>
                <c:pt idx="9173">
                  <c:v>-21.201920041981992</c:v>
                </c:pt>
                <c:pt idx="9174">
                  <c:v>-21.202498213295002</c:v>
                </c:pt>
                <c:pt idx="9175">
                  <c:v>-21.203076120036002</c:v>
                </c:pt>
                <c:pt idx="9176">
                  <c:v>-21.203653762290003</c:v>
                </c:pt>
                <c:pt idx="9177">
                  <c:v>-21.204231140143975</c:v>
                </c:pt>
                <c:pt idx="9178">
                  <c:v>-21.204808253685002</c:v>
                </c:pt>
                <c:pt idx="9179">
                  <c:v>-21.205385102996985</c:v>
                </c:pt>
                <c:pt idx="9180">
                  <c:v>-21.205961688167008</c:v>
                </c:pt>
                <c:pt idx="9181">
                  <c:v>-21.206538009282013</c:v>
                </c:pt>
                <c:pt idx="9182">
                  <c:v>-21.207114066425987</c:v>
                </c:pt>
                <c:pt idx="9183">
                  <c:v>-21.207689859685985</c:v>
                </c:pt>
                <c:pt idx="9184">
                  <c:v>-21.208265389149005</c:v>
                </c:pt>
                <c:pt idx="9185">
                  <c:v>-21.208840654898012</c:v>
                </c:pt>
                <c:pt idx="9186">
                  <c:v>-21.209415657021992</c:v>
                </c:pt>
                <c:pt idx="9187">
                  <c:v>-21.20999039560499</c:v>
                </c:pt>
                <c:pt idx="9188">
                  <c:v>-21.210564870733009</c:v>
                </c:pt>
                <c:pt idx="9189">
                  <c:v>-21.211139082491997</c:v>
                </c:pt>
                <c:pt idx="9190">
                  <c:v>-21.211713030968014</c:v>
                </c:pt>
                <c:pt idx="9191">
                  <c:v>-21.212286716245984</c:v>
                </c:pt>
                <c:pt idx="9192">
                  <c:v>-21.212860138411997</c:v>
                </c:pt>
                <c:pt idx="9193">
                  <c:v>-21.213433297552001</c:v>
                </c:pt>
                <c:pt idx="9194">
                  <c:v>-21.214006193751004</c:v>
                </c:pt>
                <c:pt idx="9195">
                  <c:v>-21.214578827095011</c:v>
                </c:pt>
                <c:pt idx="9196">
                  <c:v>-21.215151197669002</c:v>
                </c:pt>
                <c:pt idx="9197">
                  <c:v>-21.215723305560005</c:v>
                </c:pt>
                <c:pt idx="9198">
                  <c:v>-21.216295150853</c:v>
                </c:pt>
                <c:pt idx="9199">
                  <c:v>-21.216866733631008</c:v>
                </c:pt>
                <c:pt idx="9200">
                  <c:v>-21.217438053982988</c:v>
                </c:pt>
                <c:pt idx="9201">
                  <c:v>-21.218009111992984</c:v>
                </c:pt>
                <c:pt idx="9202">
                  <c:v>-21.21857990774501</c:v>
                </c:pt>
                <c:pt idx="9203">
                  <c:v>-21.219150441326008</c:v>
                </c:pt>
                <c:pt idx="9204">
                  <c:v>-21.219720712821015</c:v>
                </c:pt>
                <c:pt idx="9205">
                  <c:v>-21.220290722314985</c:v>
                </c:pt>
                <c:pt idx="9206">
                  <c:v>-21.220860469894006</c:v>
                </c:pt>
                <c:pt idx="9207">
                  <c:v>-21.221429955641014</c:v>
                </c:pt>
                <c:pt idx="9208">
                  <c:v>-21.221999179645024</c:v>
                </c:pt>
                <c:pt idx="9209">
                  <c:v>-21.222568141989001</c:v>
                </c:pt>
                <c:pt idx="9210">
                  <c:v>-21.223136842755991</c:v>
                </c:pt>
                <c:pt idx="9211">
                  <c:v>-21.223705282036008</c:v>
                </c:pt>
                <c:pt idx="9212">
                  <c:v>-21.224273459909995</c:v>
                </c:pt>
                <c:pt idx="9213">
                  <c:v>-21.224841376463985</c:v>
                </c:pt>
                <c:pt idx="9214">
                  <c:v>-21.225409031785006</c:v>
                </c:pt>
                <c:pt idx="9215">
                  <c:v>-21.225976425955992</c:v>
                </c:pt>
                <c:pt idx="9216">
                  <c:v>-21.226543559062009</c:v>
                </c:pt>
                <c:pt idx="9217">
                  <c:v>-21.227110431189004</c:v>
                </c:pt>
                <c:pt idx="9218">
                  <c:v>-21.227677042420993</c:v>
                </c:pt>
                <c:pt idx="9219">
                  <c:v>-21.228243392842984</c:v>
                </c:pt>
                <c:pt idx="9220">
                  <c:v>-21.22880948254101</c:v>
                </c:pt>
                <c:pt idx="9221">
                  <c:v>-21.229375311598005</c:v>
                </c:pt>
                <c:pt idx="9222">
                  <c:v>-21.229940880100997</c:v>
                </c:pt>
                <c:pt idx="9223">
                  <c:v>-21.230506188132978</c:v>
                </c:pt>
                <c:pt idx="9224">
                  <c:v>-21.231071235779012</c:v>
                </c:pt>
                <c:pt idx="9225">
                  <c:v>-21.231636023123997</c:v>
                </c:pt>
                <c:pt idx="9226">
                  <c:v>-21.232200550254021</c:v>
                </c:pt>
                <c:pt idx="9227">
                  <c:v>-21.232764817250001</c:v>
                </c:pt>
                <c:pt idx="9228">
                  <c:v>-21.233328824200981</c:v>
                </c:pt>
                <c:pt idx="9229">
                  <c:v>-21.233892571188989</c:v>
                </c:pt>
                <c:pt idx="9230">
                  <c:v>-21.234456058299003</c:v>
                </c:pt>
                <c:pt idx="9231">
                  <c:v>-21.235019285616005</c:v>
                </c:pt>
                <c:pt idx="9232">
                  <c:v>-21.235582253223981</c:v>
                </c:pt>
                <c:pt idx="9233">
                  <c:v>-21.236144961207998</c:v>
                </c:pt>
                <c:pt idx="9234">
                  <c:v>-21.236707409652013</c:v>
                </c:pt>
                <c:pt idx="9235">
                  <c:v>-21.237269598640012</c:v>
                </c:pt>
                <c:pt idx="9236">
                  <c:v>-21.237831528257999</c:v>
                </c:pt>
                <c:pt idx="9237">
                  <c:v>-21.238393198588994</c:v>
                </c:pt>
                <c:pt idx="9238">
                  <c:v>-21.238954609717013</c:v>
                </c:pt>
                <c:pt idx="9239">
                  <c:v>-21.239515761728995</c:v>
                </c:pt>
                <c:pt idx="9240">
                  <c:v>-21.240076654706002</c:v>
                </c:pt>
                <c:pt idx="9241">
                  <c:v>-21.240637288732984</c:v>
                </c:pt>
                <c:pt idx="9242">
                  <c:v>-21.241197663896003</c:v>
                </c:pt>
                <c:pt idx="9243">
                  <c:v>-21.241757780277993</c:v>
                </c:pt>
                <c:pt idx="9244">
                  <c:v>-21.242317637962003</c:v>
                </c:pt>
                <c:pt idx="9245">
                  <c:v>-21.242877237034975</c:v>
                </c:pt>
                <c:pt idx="9246">
                  <c:v>-21.243436577577</c:v>
                </c:pt>
                <c:pt idx="9247">
                  <c:v>-21.243995659677012</c:v>
                </c:pt>
                <c:pt idx="9248">
                  <c:v>-21.24455448341601</c:v>
                </c:pt>
                <c:pt idx="9249">
                  <c:v>-21.245113048877982</c:v>
                </c:pt>
                <c:pt idx="9250">
                  <c:v>-21.245671356147994</c:v>
                </c:pt>
                <c:pt idx="9251">
                  <c:v>-21.246229405310004</c:v>
                </c:pt>
                <c:pt idx="9252">
                  <c:v>-21.246787196446007</c:v>
                </c:pt>
                <c:pt idx="9253">
                  <c:v>-21.247344729643004</c:v>
                </c:pt>
                <c:pt idx="9254">
                  <c:v>-21.247902004983985</c:v>
                </c:pt>
                <c:pt idx="9255">
                  <c:v>-21.248459022550009</c:v>
                </c:pt>
                <c:pt idx="9256">
                  <c:v>-21.249015782429012</c:v>
                </c:pt>
                <c:pt idx="9257">
                  <c:v>-21.249572284701003</c:v>
                </c:pt>
                <c:pt idx="9258">
                  <c:v>-21.250128529453008</c:v>
                </c:pt>
                <c:pt idx="9259">
                  <c:v>-21.25068451676799</c:v>
                </c:pt>
                <c:pt idx="9260">
                  <c:v>-21.251240246727008</c:v>
                </c:pt>
                <c:pt idx="9261">
                  <c:v>-21.251795719417004</c:v>
                </c:pt>
                <c:pt idx="9262">
                  <c:v>-21.252350934920997</c:v>
                </c:pt>
                <c:pt idx="9263">
                  <c:v>-21.252905893320985</c:v>
                </c:pt>
                <c:pt idx="9264">
                  <c:v>-21.253460594702005</c:v>
                </c:pt>
                <c:pt idx="9265">
                  <c:v>-21.254015039147987</c:v>
                </c:pt>
                <c:pt idx="9266">
                  <c:v>-21.254569226740017</c:v>
                </c:pt>
                <c:pt idx="9267">
                  <c:v>-21.255123157565009</c:v>
                </c:pt>
                <c:pt idx="9268">
                  <c:v>-21.255676831703994</c:v>
                </c:pt>
                <c:pt idx="9269">
                  <c:v>-21.256230249240986</c:v>
                </c:pt>
                <c:pt idx="9270">
                  <c:v>-21.256783410260994</c:v>
                </c:pt>
                <c:pt idx="9271">
                  <c:v>-21.257336314844025</c:v>
                </c:pt>
                <c:pt idx="9272">
                  <c:v>-21.257888963076994</c:v>
                </c:pt>
                <c:pt idx="9273">
                  <c:v>-21.258441355041981</c:v>
                </c:pt>
                <c:pt idx="9274">
                  <c:v>-21.258993490821013</c:v>
                </c:pt>
                <c:pt idx="9275">
                  <c:v>-21.259545370499012</c:v>
                </c:pt>
                <c:pt idx="9276">
                  <c:v>-21.260096994158999</c:v>
                </c:pt>
                <c:pt idx="9277">
                  <c:v>-21.260648361883</c:v>
                </c:pt>
                <c:pt idx="9278">
                  <c:v>-21.261199473756989</c:v>
                </c:pt>
                <c:pt idx="9279">
                  <c:v>-21.261750329861002</c:v>
                </c:pt>
                <c:pt idx="9280">
                  <c:v>-21.262300930279025</c:v>
                </c:pt>
                <c:pt idx="9281">
                  <c:v>-21.262851275094988</c:v>
                </c:pt>
                <c:pt idx="9282">
                  <c:v>-21.263401364391001</c:v>
                </c:pt>
                <c:pt idx="9283">
                  <c:v>-21.263951198251988</c:v>
                </c:pt>
                <c:pt idx="9284">
                  <c:v>-21.264500776760002</c:v>
                </c:pt>
                <c:pt idx="9285">
                  <c:v>-21.265050099995989</c:v>
                </c:pt>
                <c:pt idx="9286">
                  <c:v>-21.265599168047004</c:v>
                </c:pt>
                <c:pt idx="9287">
                  <c:v>-21.266147980992997</c:v>
                </c:pt>
                <c:pt idx="9288">
                  <c:v>-21.266696538915994</c:v>
                </c:pt>
                <c:pt idx="9289">
                  <c:v>-21.267244841901999</c:v>
                </c:pt>
                <c:pt idx="9290">
                  <c:v>-21.267792890032979</c:v>
                </c:pt>
                <c:pt idx="9291">
                  <c:v>-21.268340683389994</c:v>
                </c:pt>
                <c:pt idx="9292">
                  <c:v>-21.268888222057001</c:v>
                </c:pt>
                <c:pt idx="9293">
                  <c:v>-21.269435506118015</c:v>
                </c:pt>
                <c:pt idx="9294">
                  <c:v>-21.269982535654009</c:v>
                </c:pt>
                <c:pt idx="9295">
                  <c:v>-21.270529310748003</c:v>
                </c:pt>
                <c:pt idx="9296">
                  <c:v>-21.271075831482989</c:v>
                </c:pt>
                <c:pt idx="9297">
                  <c:v>-21.271622097942014</c:v>
                </c:pt>
                <c:pt idx="9298">
                  <c:v>-21.272168110208014</c:v>
                </c:pt>
                <c:pt idx="9299">
                  <c:v>-21.27271386836199</c:v>
                </c:pt>
                <c:pt idx="9300">
                  <c:v>-21.273259372487985</c:v>
                </c:pt>
                <c:pt idx="9301">
                  <c:v>-21.273829036731001</c:v>
                </c:pt>
                <c:pt idx="9302">
                  <c:v>-21.274398447110002</c:v>
                </c:pt>
                <c:pt idx="9303">
                  <c:v>-21.274967603708006</c:v>
                </c:pt>
                <c:pt idx="9304">
                  <c:v>-21.275536506609001</c:v>
                </c:pt>
                <c:pt idx="9305">
                  <c:v>-21.276105155893021</c:v>
                </c:pt>
                <c:pt idx="9306">
                  <c:v>-21.276673551643</c:v>
                </c:pt>
                <c:pt idx="9307">
                  <c:v>-21.277241693943012</c:v>
                </c:pt>
                <c:pt idx="9308">
                  <c:v>-21.277809582873005</c:v>
                </c:pt>
                <c:pt idx="9309">
                  <c:v>-21.278377218516994</c:v>
                </c:pt>
                <c:pt idx="9310">
                  <c:v>-21.278944600957004</c:v>
                </c:pt>
                <c:pt idx="9311">
                  <c:v>-21.279511730277022</c:v>
                </c:pt>
                <c:pt idx="9312">
                  <c:v>-21.280078606556003</c:v>
                </c:pt>
                <c:pt idx="9313">
                  <c:v>-21.280645229876995</c:v>
                </c:pt>
                <c:pt idx="9314">
                  <c:v>-21.28121160032299</c:v>
                </c:pt>
                <c:pt idx="9315">
                  <c:v>-21.281777717976979</c:v>
                </c:pt>
                <c:pt idx="9316">
                  <c:v>-21.282343582918998</c:v>
                </c:pt>
                <c:pt idx="9317">
                  <c:v>-21.282909195233003</c:v>
                </c:pt>
                <c:pt idx="9318">
                  <c:v>-21.283474555000993</c:v>
                </c:pt>
                <c:pt idx="9319">
                  <c:v>-21.284039662303996</c:v>
                </c:pt>
                <c:pt idx="9320">
                  <c:v>-21.284604517224011</c:v>
                </c:pt>
                <c:pt idx="9321">
                  <c:v>-21.285169119843005</c:v>
                </c:pt>
                <c:pt idx="9322">
                  <c:v>-21.28573347024502</c:v>
                </c:pt>
                <c:pt idx="9323">
                  <c:v>-21.286297568508985</c:v>
                </c:pt>
                <c:pt idx="9324">
                  <c:v>-21.286861414718999</c:v>
                </c:pt>
                <c:pt idx="9325">
                  <c:v>-21.287425008957001</c:v>
                </c:pt>
                <c:pt idx="9326">
                  <c:v>-21.287988351302999</c:v>
                </c:pt>
                <c:pt idx="9327">
                  <c:v>-21.288551441839985</c:v>
                </c:pt>
                <c:pt idx="9328">
                  <c:v>-21.289114280649017</c:v>
                </c:pt>
                <c:pt idx="9329">
                  <c:v>-21.289676867813</c:v>
                </c:pt>
                <c:pt idx="9330">
                  <c:v>-21.290239203414018</c:v>
                </c:pt>
                <c:pt idx="9331">
                  <c:v>-21.290801287531991</c:v>
                </c:pt>
                <c:pt idx="9332">
                  <c:v>-21.29136312025102</c:v>
                </c:pt>
                <c:pt idx="9333">
                  <c:v>-21.291924701650998</c:v>
                </c:pt>
                <c:pt idx="9334">
                  <c:v>-21.292486031812984</c:v>
                </c:pt>
                <c:pt idx="9335">
                  <c:v>-21.293047110819998</c:v>
                </c:pt>
                <c:pt idx="9336">
                  <c:v>-21.293607938752984</c:v>
                </c:pt>
                <c:pt idx="9337">
                  <c:v>-21.294168515693997</c:v>
                </c:pt>
                <c:pt idx="9338">
                  <c:v>-21.294728841725004</c:v>
                </c:pt>
                <c:pt idx="9339">
                  <c:v>-21.295288916927007</c:v>
                </c:pt>
                <c:pt idx="9340">
                  <c:v>-21.295848741379984</c:v>
                </c:pt>
                <c:pt idx="9341">
                  <c:v>-21.296408315167014</c:v>
                </c:pt>
                <c:pt idx="9342">
                  <c:v>-21.296967638368983</c:v>
                </c:pt>
                <c:pt idx="9343">
                  <c:v>-21.297526711068002</c:v>
                </c:pt>
                <c:pt idx="9344">
                  <c:v>-21.298085533344988</c:v>
                </c:pt>
                <c:pt idx="9345">
                  <c:v>-21.298644105280005</c:v>
                </c:pt>
                <c:pt idx="9346">
                  <c:v>-21.299202426958004</c:v>
                </c:pt>
                <c:pt idx="9347">
                  <c:v>-21.29976049845601</c:v>
                </c:pt>
                <c:pt idx="9348">
                  <c:v>-21.300318319858007</c:v>
                </c:pt>
                <c:pt idx="9349">
                  <c:v>-21.30087589124301</c:v>
                </c:pt>
                <c:pt idx="9350">
                  <c:v>-21.301433212695002</c:v>
                </c:pt>
                <c:pt idx="9351">
                  <c:v>-21.301990284293026</c:v>
                </c:pt>
                <c:pt idx="9352">
                  <c:v>-21.302547106117999</c:v>
                </c:pt>
                <c:pt idx="9353">
                  <c:v>-21.303103678254018</c:v>
                </c:pt>
                <c:pt idx="9354">
                  <c:v>-21.30366000077899</c:v>
                </c:pt>
                <c:pt idx="9355">
                  <c:v>-21.304216073775024</c:v>
                </c:pt>
                <c:pt idx="9356">
                  <c:v>-21.304771897323008</c:v>
                </c:pt>
                <c:pt idx="9357">
                  <c:v>-21.305327471504995</c:v>
                </c:pt>
                <c:pt idx="9358">
                  <c:v>-21.305882796399999</c:v>
                </c:pt>
                <c:pt idx="9359">
                  <c:v>-21.306437872090982</c:v>
                </c:pt>
                <c:pt idx="9360">
                  <c:v>-21.306992698659002</c:v>
                </c:pt>
                <c:pt idx="9361">
                  <c:v>-21.307547276181992</c:v>
                </c:pt>
                <c:pt idx="9362">
                  <c:v>-21.308101604743996</c:v>
                </c:pt>
                <c:pt idx="9363">
                  <c:v>-21.308655684423996</c:v>
                </c:pt>
                <c:pt idx="9364">
                  <c:v>-21.309209515304019</c:v>
                </c:pt>
                <c:pt idx="9365">
                  <c:v>-21.309763097463986</c:v>
                </c:pt>
                <c:pt idx="9366">
                  <c:v>-21.310316430985011</c:v>
                </c:pt>
                <c:pt idx="9367">
                  <c:v>-21.310869515947985</c:v>
                </c:pt>
                <c:pt idx="9368">
                  <c:v>-21.311422352433993</c:v>
                </c:pt>
                <c:pt idx="9369">
                  <c:v>-21.311974940521992</c:v>
                </c:pt>
                <c:pt idx="9370">
                  <c:v>-21.312527280294006</c:v>
                </c:pt>
                <c:pt idx="9371">
                  <c:v>-21.313079371831009</c:v>
                </c:pt>
                <c:pt idx="9372">
                  <c:v>-21.313631215213007</c:v>
                </c:pt>
                <c:pt idx="9373">
                  <c:v>-21.314182810520009</c:v>
                </c:pt>
                <c:pt idx="9374">
                  <c:v>-21.314734157835005</c:v>
                </c:pt>
                <c:pt idx="9375">
                  <c:v>-21.31528525723499</c:v>
                </c:pt>
                <c:pt idx="9376">
                  <c:v>-21.315836108803012</c:v>
                </c:pt>
                <c:pt idx="9377">
                  <c:v>-21.316386712617998</c:v>
                </c:pt>
                <c:pt idx="9378">
                  <c:v>-21.316937068760978</c:v>
                </c:pt>
                <c:pt idx="9379">
                  <c:v>-21.317487177313012</c:v>
                </c:pt>
                <c:pt idx="9380">
                  <c:v>-21.318037038353992</c:v>
                </c:pt>
                <c:pt idx="9381">
                  <c:v>-21.318586651965006</c:v>
                </c:pt>
                <c:pt idx="9382">
                  <c:v>-21.319136018223986</c:v>
                </c:pt>
                <c:pt idx="9383">
                  <c:v>-21.319685137214009</c:v>
                </c:pt>
                <c:pt idx="9384">
                  <c:v>-21.320234009012978</c:v>
                </c:pt>
                <c:pt idx="9385">
                  <c:v>-21.320782633703004</c:v>
                </c:pt>
                <c:pt idx="9386">
                  <c:v>-21.321331011363981</c:v>
                </c:pt>
                <c:pt idx="9387">
                  <c:v>-21.321879142075005</c:v>
                </c:pt>
                <c:pt idx="9388">
                  <c:v>-21.322427025918984</c:v>
                </c:pt>
                <c:pt idx="9389">
                  <c:v>-21.322974662972001</c:v>
                </c:pt>
                <c:pt idx="9390">
                  <c:v>-21.323522053316992</c:v>
                </c:pt>
                <c:pt idx="9391">
                  <c:v>-21.324069197032998</c:v>
                </c:pt>
                <c:pt idx="9392">
                  <c:v>-21.324616094199996</c:v>
                </c:pt>
                <c:pt idx="9393">
                  <c:v>-21.325162744899018</c:v>
                </c:pt>
                <c:pt idx="9394">
                  <c:v>-21.32570914920899</c:v>
                </c:pt>
                <c:pt idx="9395">
                  <c:v>-21.326255307211994</c:v>
                </c:pt>
                <c:pt idx="9396">
                  <c:v>-21.326801218984997</c:v>
                </c:pt>
                <c:pt idx="9397">
                  <c:v>-21.327346884609</c:v>
                </c:pt>
                <c:pt idx="9398">
                  <c:v>-21.32789230416401</c:v>
                </c:pt>
                <c:pt idx="9399">
                  <c:v>-21.328437477731001</c:v>
                </c:pt>
                <c:pt idx="9400">
                  <c:v>-21.32898240538799</c:v>
                </c:pt>
                <c:pt idx="9401">
                  <c:v>-21.329527087215979</c:v>
                </c:pt>
                <c:pt idx="9402">
                  <c:v>-21.330071523295999</c:v>
                </c:pt>
                <c:pt idx="9403">
                  <c:v>-21.33061571370402</c:v>
                </c:pt>
                <c:pt idx="9404">
                  <c:v>-21.331159658523006</c:v>
                </c:pt>
                <c:pt idx="9405">
                  <c:v>-21.331703357830975</c:v>
                </c:pt>
                <c:pt idx="9406">
                  <c:v>-21.332246811709012</c:v>
                </c:pt>
                <c:pt idx="9407">
                  <c:v>-21.33279002023599</c:v>
                </c:pt>
                <c:pt idx="9408">
                  <c:v>-21.333332983491005</c:v>
                </c:pt>
                <c:pt idx="9409">
                  <c:v>-21.333875701555996</c:v>
                </c:pt>
                <c:pt idx="9410">
                  <c:v>-21.334418174506993</c:v>
                </c:pt>
                <c:pt idx="9411">
                  <c:v>-21.334960402425992</c:v>
                </c:pt>
                <c:pt idx="9412">
                  <c:v>-21.33550238539101</c:v>
                </c:pt>
                <c:pt idx="9413">
                  <c:v>-21.336044123482992</c:v>
                </c:pt>
                <c:pt idx="9414">
                  <c:v>-21.336585616781008</c:v>
                </c:pt>
                <c:pt idx="9415">
                  <c:v>-21.337126865363985</c:v>
                </c:pt>
                <c:pt idx="9416">
                  <c:v>-21.337667869313009</c:v>
                </c:pt>
                <c:pt idx="9417">
                  <c:v>-21.33820862870499</c:v>
                </c:pt>
                <c:pt idx="9418">
                  <c:v>-21.338749143620021</c:v>
                </c:pt>
                <c:pt idx="9419">
                  <c:v>-21.339289414138989</c:v>
                </c:pt>
                <c:pt idx="9420">
                  <c:v>-21.339829440339003</c:v>
                </c:pt>
                <c:pt idx="9421">
                  <c:v>-21.340369222300012</c:v>
                </c:pt>
                <c:pt idx="9422">
                  <c:v>-21.340908760103019</c:v>
                </c:pt>
                <c:pt idx="9423">
                  <c:v>-21.341448053825985</c:v>
                </c:pt>
                <c:pt idx="9424">
                  <c:v>-21.341987103547012</c:v>
                </c:pt>
                <c:pt idx="9425">
                  <c:v>-21.342525909345994</c:v>
                </c:pt>
                <c:pt idx="9426">
                  <c:v>-21.343064471302</c:v>
                </c:pt>
                <c:pt idx="9427">
                  <c:v>-21.343602789495009</c:v>
                </c:pt>
                <c:pt idx="9428">
                  <c:v>-21.344140864003975</c:v>
                </c:pt>
                <c:pt idx="9429">
                  <c:v>-21.344678694907003</c:v>
                </c:pt>
                <c:pt idx="9430">
                  <c:v>-21.34521628228498</c:v>
                </c:pt>
                <c:pt idx="9431">
                  <c:v>-21.345753626215014</c:v>
                </c:pt>
                <c:pt idx="9432">
                  <c:v>-21.346290726775976</c:v>
                </c:pt>
                <c:pt idx="9433">
                  <c:v>-21.346827584048015</c:v>
                </c:pt>
                <c:pt idx="9434">
                  <c:v>-21.347364198109005</c:v>
                </c:pt>
                <c:pt idx="9435">
                  <c:v>-21.347900569039012</c:v>
                </c:pt>
                <c:pt idx="9436">
                  <c:v>-21.348436696915996</c:v>
                </c:pt>
                <c:pt idx="9437">
                  <c:v>-21.348972581819993</c:v>
                </c:pt>
                <c:pt idx="9438">
                  <c:v>-21.349508223828991</c:v>
                </c:pt>
                <c:pt idx="9439">
                  <c:v>-21.350043623021008</c:v>
                </c:pt>
                <c:pt idx="9440">
                  <c:v>-21.350578779475995</c:v>
                </c:pt>
                <c:pt idx="9441">
                  <c:v>-21.351113693271998</c:v>
                </c:pt>
                <c:pt idx="9442">
                  <c:v>-21.351648364488</c:v>
                </c:pt>
                <c:pt idx="9443">
                  <c:v>-21.352182793204008</c:v>
                </c:pt>
                <c:pt idx="9444">
                  <c:v>-21.352716979495995</c:v>
                </c:pt>
                <c:pt idx="9445">
                  <c:v>-21.353250923445017</c:v>
                </c:pt>
                <c:pt idx="9446">
                  <c:v>-21.353784625127986</c:v>
                </c:pt>
                <c:pt idx="9447">
                  <c:v>-21.354318084624026</c:v>
                </c:pt>
                <c:pt idx="9448">
                  <c:v>-21.354851302012008</c:v>
                </c:pt>
                <c:pt idx="9449">
                  <c:v>-21.355384277369978</c:v>
                </c:pt>
                <c:pt idx="9450">
                  <c:v>-21.355917010778001</c:v>
                </c:pt>
                <c:pt idx="9451">
                  <c:v>-21.356449502313012</c:v>
                </c:pt>
                <c:pt idx="9452">
                  <c:v>-21.356981752053997</c:v>
                </c:pt>
                <c:pt idx="9453">
                  <c:v>-21.357513760077978</c:v>
                </c:pt>
                <c:pt idx="9454">
                  <c:v>-21.358045526464991</c:v>
                </c:pt>
                <c:pt idx="9455">
                  <c:v>-21.358577051293992</c:v>
                </c:pt>
                <c:pt idx="9456">
                  <c:v>-21.359108334641007</c:v>
                </c:pt>
                <c:pt idx="9457">
                  <c:v>-21.359639376585989</c:v>
                </c:pt>
                <c:pt idx="9458">
                  <c:v>-21.360170177209</c:v>
                </c:pt>
                <c:pt idx="9459">
                  <c:v>-21.360700736583993</c:v>
                </c:pt>
                <c:pt idx="9460">
                  <c:v>-21.361231054792</c:v>
                </c:pt>
                <c:pt idx="9461">
                  <c:v>-21.361761131910981</c:v>
                </c:pt>
                <c:pt idx="9462">
                  <c:v>-21.362290968018016</c:v>
                </c:pt>
                <c:pt idx="9463">
                  <c:v>-21.362820563192997</c:v>
                </c:pt>
                <c:pt idx="9464">
                  <c:v>-21.363349917513005</c:v>
                </c:pt>
                <c:pt idx="9465">
                  <c:v>-21.363879031056001</c:v>
                </c:pt>
                <c:pt idx="9466">
                  <c:v>-21.364407903900997</c:v>
                </c:pt>
                <c:pt idx="9467">
                  <c:v>-21.364936536124986</c:v>
                </c:pt>
                <c:pt idx="9468">
                  <c:v>-21.365464927806016</c:v>
                </c:pt>
                <c:pt idx="9469">
                  <c:v>-21.365993079022985</c:v>
                </c:pt>
                <c:pt idx="9470">
                  <c:v>-21.366520989852972</c:v>
                </c:pt>
                <c:pt idx="9471">
                  <c:v>-21.367048660374991</c:v>
                </c:pt>
                <c:pt idx="9472">
                  <c:v>-21.367576090667001</c:v>
                </c:pt>
                <c:pt idx="9473">
                  <c:v>-21.368103280805002</c:v>
                </c:pt>
                <c:pt idx="9474">
                  <c:v>-21.368630230867979</c:v>
                </c:pt>
                <c:pt idx="9475">
                  <c:v>-21.369156940935</c:v>
                </c:pt>
                <c:pt idx="9476">
                  <c:v>-21.369683411081979</c:v>
                </c:pt>
                <c:pt idx="9477">
                  <c:v>-21.370209641388016</c:v>
                </c:pt>
                <c:pt idx="9478">
                  <c:v>-21.370735631929989</c:v>
                </c:pt>
                <c:pt idx="9479">
                  <c:v>-21.371261382786997</c:v>
                </c:pt>
                <c:pt idx="9480">
                  <c:v>-21.371786894035978</c:v>
                </c:pt>
                <c:pt idx="9481">
                  <c:v>-21.372312165753016</c:v>
                </c:pt>
                <c:pt idx="9482">
                  <c:v>-21.372837198018004</c:v>
                </c:pt>
                <c:pt idx="9483">
                  <c:v>-21.373361990907995</c:v>
                </c:pt>
                <c:pt idx="9484">
                  <c:v>-21.373886544499982</c:v>
                </c:pt>
                <c:pt idx="9485">
                  <c:v>-21.374410858873006</c:v>
                </c:pt>
                <c:pt idx="9486">
                  <c:v>-21.374934934102981</c:v>
                </c:pt>
                <c:pt idx="9487">
                  <c:v>-21.375458770268011</c:v>
                </c:pt>
                <c:pt idx="9488">
                  <c:v>-21.375982367445005</c:v>
                </c:pt>
                <c:pt idx="9489">
                  <c:v>-21.376505725713002</c:v>
                </c:pt>
                <c:pt idx="9490">
                  <c:v>-21.377028845148004</c:v>
                </c:pt>
                <c:pt idx="9491">
                  <c:v>-21.377551725827999</c:v>
                </c:pt>
                <c:pt idx="9492">
                  <c:v>-21.378074367831999</c:v>
                </c:pt>
                <c:pt idx="9493">
                  <c:v>-21.378596771234015</c:v>
                </c:pt>
                <c:pt idx="9494">
                  <c:v>-21.379118936113997</c:v>
                </c:pt>
                <c:pt idx="9495">
                  <c:v>-21.379640862548001</c:v>
                </c:pt>
                <c:pt idx="9496">
                  <c:v>-21.380162550613989</c:v>
                </c:pt>
                <c:pt idx="9497">
                  <c:v>-21.380684000388982</c:v>
                </c:pt>
                <c:pt idx="9498">
                  <c:v>-21.381205211950004</c:v>
                </c:pt>
                <c:pt idx="9499">
                  <c:v>-21.38172618537601</c:v>
                </c:pt>
                <c:pt idx="9500">
                  <c:v>-21.382246920742006</c:v>
                </c:pt>
                <c:pt idx="9501">
                  <c:v>-21.382767418124985</c:v>
                </c:pt>
                <c:pt idx="9502">
                  <c:v>-21.383287677602993</c:v>
                </c:pt>
                <c:pt idx="9503">
                  <c:v>-21.383807699253992</c:v>
                </c:pt>
                <c:pt idx="9504">
                  <c:v>-21.38432748315401</c:v>
                </c:pt>
                <c:pt idx="9505">
                  <c:v>-21.384847029379983</c:v>
                </c:pt>
                <c:pt idx="9506">
                  <c:v>-21.385366338011011</c:v>
                </c:pt>
                <c:pt idx="9507">
                  <c:v>-21.385885409120988</c:v>
                </c:pt>
                <c:pt idx="9508">
                  <c:v>-21.386404242788018</c:v>
                </c:pt>
                <c:pt idx="9509">
                  <c:v>-21.386922839090005</c:v>
                </c:pt>
                <c:pt idx="9510">
                  <c:v>-21.387441198103005</c:v>
                </c:pt>
                <c:pt idx="9511">
                  <c:v>-21.387959319903985</c:v>
                </c:pt>
                <c:pt idx="9512">
                  <c:v>-21.388477204570023</c:v>
                </c:pt>
                <c:pt idx="9513">
                  <c:v>-21.388994852178996</c:v>
                </c:pt>
                <c:pt idx="9514">
                  <c:v>-21.389512262806022</c:v>
                </c:pt>
                <c:pt idx="9515">
                  <c:v>-21.390029436529005</c:v>
                </c:pt>
                <c:pt idx="9516">
                  <c:v>-21.390546373424002</c:v>
                </c:pt>
                <c:pt idx="9517">
                  <c:v>-21.391063073568006</c:v>
                </c:pt>
                <c:pt idx="9518">
                  <c:v>-21.391579537037984</c:v>
                </c:pt>
                <c:pt idx="9519">
                  <c:v>-21.392095763909992</c:v>
                </c:pt>
                <c:pt idx="9520">
                  <c:v>-21.392611754263015</c:v>
                </c:pt>
                <c:pt idx="9521">
                  <c:v>-21.393127508171006</c:v>
                </c:pt>
                <c:pt idx="9522">
                  <c:v>-21.393643025710986</c:v>
                </c:pt>
                <c:pt idx="9523">
                  <c:v>-21.394158306960009</c:v>
                </c:pt>
                <c:pt idx="9524">
                  <c:v>-21.394673351994982</c:v>
                </c:pt>
                <c:pt idx="9525">
                  <c:v>-21.395188160893014</c:v>
                </c:pt>
                <c:pt idx="9526">
                  <c:v>-21.395702733728996</c:v>
                </c:pt>
                <c:pt idx="9527">
                  <c:v>-21.396217070581002</c:v>
                </c:pt>
                <c:pt idx="9528">
                  <c:v>-21.396731171523982</c:v>
                </c:pt>
                <c:pt idx="9529">
                  <c:v>-21.397245036636008</c:v>
                </c:pt>
                <c:pt idx="9530">
                  <c:v>-21.397758665992001</c:v>
                </c:pt>
                <c:pt idx="9531">
                  <c:v>-21.398272059669011</c:v>
                </c:pt>
                <c:pt idx="9532">
                  <c:v>-21.398785217742983</c:v>
                </c:pt>
                <c:pt idx="9533">
                  <c:v>-21.399298140291023</c:v>
                </c:pt>
                <c:pt idx="9534">
                  <c:v>-21.399810827390979</c:v>
                </c:pt>
                <c:pt idx="9535">
                  <c:v>-21.400323279115014</c:v>
                </c:pt>
                <c:pt idx="9536">
                  <c:v>-21.400835495542992</c:v>
                </c:pt>
                <c:pt idx="9537">
                  <c:v>-21.40134747674901</c:v>
                </c:pt>
                <c:pt idx="9538">
                  <c:v>-21.401859222810003</c:v>
                </c:pt>
                <c:pt idx="9539">
                  <c:v>-21.402370733803025</c:v>
                </c:pt>
                <c:pt idx="9540">
                  <c:v>-21.402882009801999</c:v>
                </c:pt>
                <c:pt idx="9541">
                  <c:v>-21.403393050887018</c:v>
                </c:pt>
                <c:pt idx="9542">
                  <c:v>-21.40390385712999</c:v>
                </c:pt>
                <c:pt idx="9543">
                  <c:v>-21.404414428610011</c:v>
                </c:pt>
                <c:pt idx="9544">
                  <c:v>-21.404924765401006</c:v>
                </c:pt>
                <c:pt idx="9545">
                  <c:v>-21.405434867579999</c:v>
                </c:pt>
                <c:pt idx="9546">
                  <c:v>-21.405944735221993</c:v>
                </c:pt>
                <c:pt idx="9547">
                  <c:v>-21.40645436840498</c:v>
                </c:pt>
                <c:pt idx="9548">
                  <c:v>-21.406963767205013</c:v>
                </c:pt>
                <c:pt idx="9549">
                  <c:v>-21.407472931694997</c:v>
                </c:pt>
                <c:pt idx="9550">
                  <c:v>-21.407981861953999</c:v>
                </c:pt>
                <c:pt idx="9551">
                  <c:v>-21.408490558054979</c:v>
                </c:pt>
                <c:pt idx="9552">
                  <c:v>-21.408999020077005</c:v>
                </c:pt>
                <c:pt idx="9553">
                  <c:v>-21.409507248093007</c:v>
                </c:pt>
                <c:pt idx="9554">
                  <c:v>-21.410015242181004</c:v>
                </c:pt>
                <c:pt idx="9555">
                  <c:v>-21.410523002416994</c:v>
                </c:pt>
                <c:pt idx="9556">
                  <c:v>-21.411030528873994</c:v>
                </c:pt>
                <c:pt idx="9557">
                  <c:v>-21.411537821629992</c:v>
                </c:pt>
                <c:pt idx="9558">
                  <c:v>-21.412044880758998</c:v>
                </c:pt>
                <c:pt idx="9559">
                  <c:v>-21.412551706339002</c:v>
                </c:pt>
                <c:pt idx="9560">
                  <c:v>-21.413058298444014</c:v>
                </c:pt>
                <c:pt idx="9561">
                  <c:v>-21.413564657150005</c:v>
                </c:pt>
                <c:pt idx="9562">
                  <c:v>-21.414070782533997</c:v>
                </c:pt>
                <c:pt idx="9563">
                  <c:v>-21.414576674669007</c:v>
                </c:pt>
                <c:pt idx="9564">
                  <c:v>-21.415082333632</c:v>
                </c:pt>
                <c:pt idx="9565">
                  <c:v>-21.41558775949801</c:v>
                </c:pt>
                <c:pt idx="9566">
                  <c:v>-21.416092952342979</c:v>
                </c:pt>
                <c:pt idx="9567">
                  <c:v>-21.416597912242992</c:v>
                </c:pt>
                <c:pt idx="9568">
                  <c:v>-21.417102639272002</c:v>
                </c:pt>
                <c:pt idx="9569">
                  <c:v>-21.417607133508</c:v>
                </c:pt>
                <c:pt idx="9570">
                  <c:v>-21.418111395022976</c:v>
                </c:pt>
                <c:pt idx="9571">
                  <c:v>-21.418615423894011</c:v>
                </c:pt>
                <c:pt idx="9572">
                  <c:v>-21.419119220195995</c:v>
                </c:pt>
                <c:pt idx="9573">
                  <c:v>-21.419622784006009</c:v>
                </c:pt>
                <c:pt idx="9574">
                  <c:v>-21.420126115396982</c:v>
                </c:pt>
                <c:pt idx="9575">
                  <c:v>-21.420629214445</c:v>
                </c:pt>
                <c:pt idx="9576">
                  <c:v>-21.421132081227</c:v>
                </c:pt>
                <c:pt idx="9577">
                  <c:v>-21.421634715815998</c:v>
                </c:pt>
                <c:pt idx="9578">
                  <c:v>-21.422137118286997</c:v>
                </c:pt>
                <c:pt idx="9579">
                  <c:v>-21.422639288716994</c:v>
                </c:pt>
                <c:pt idx="9580">
                  <c:v>-21.423141227179997</c:v>
                </c:pt>
                <c:pt idx="9581">
                  <c:v>-21.423642933752006</c:v>
                </c:pt>
                <c:pt idx="9582">
                  <c:v>-21.424144408507004</c:v>
                </c:pt>
                <c:pt idx="9583">
                  <c:v>-21.424645651522013</c:v>
                </c:pt>
                <c:pt idx="9584">
                  <c:v>-21.425146662868997</c:v>
                </c:pt>
                <c:pt idx="9585">
                  <c:v>-21.425647442625007</c:v>
                </c:pt>
                <c:pt idx="9586">
                  <c:v>-21.426147990863996</c:v>
                </c:pt>
                <c:pt idx="9587">
                  <c:v>-21.42664830766202</c:v>
                </c:pt>
                <c:pt idx="9588">
                  <c:v>-21.427148393094001</c:v>
                </c:pt>
                <c:pt idx="9589">
                  <c:v>-21.427648247234998</c:v>
                </c:pt>
                <c:pt idx="9590">
                  <c:v>-21.428147870158995</c:v>
                </c:pt>
                <c:pt idx="9591">
                  <c:v>-21.428647261941023</c:v>
                </c:pt>
                <c:pt idx="9592">
                  <c:v>-21.429146422656999</c:v>
                </c:pt>
                <c:pt idx="9593">
                  <c:v>-21.429645352379993</c:v>
                </c:pt>
                <c:pt idx="9594">
                  <c:v>-21.430144051186005</c:v>
                </c:pt>
                <c:pt idx="9595">
                  <c:v>-21.430642519148989</c:v>
                </c:pt>
                <c:pt idx="9596">
                  <c:v>-21.431140756345002</c:v>
                </c:pt>
                <c:pt idx="9597">
                  <c:v>-21.431638762848991</c:v>
                </c:pt>
                <c:pt idx="9598">
                  <c:v>-21.432136538733005</c:v>
                </c:pt>
                <c:pt idx="9599">
                  <c:v>-21.432634084073982</c:v>
                </c:pt>
                <c:pt idx="9600">
                  <c:v>-21.433131398946017</c:v>
                </c:pt>
                <c:pt idx="9601">
                  <c:v>-21.433649794865005</c:v>
                </c:pt>
                <c:pt idx="9602">
                  <c:v>-21.434167960465004</c:v>
                </c:pt>
                <c:pt idx="9603">
                  <c:v>-21.434685895821019</c:v>
                </c:pt>
                <c:pt idx="9604">
                  <c:v>-21.435203601004986</c:v>
                </c:pt>
                <c:pt idx="9605">
                  <c:v>-21.435721076093017</c:v>
                </c:pt>
                <c:pt idx="9606">
                  <c:v>-21.43623832115901</c:v>
                </c:pt>
                <c:pt idx="9607">
                  <c:v>-21.43675533627902</c:v>
                </c:pt>
                <c:pt idx="9608">
                  <c:v>-21.437272121525979</c:v>
                </c:pt>
                <c:pt idx="9609">
                  <c:v>-21.437788676975003</c:v>
                </c:pt>
                <c:pt idx="9610">
                  <c:v>-21.438305002698996</c:v>
                </c:pt>
                <c:pt idx="9611">
                  <c:v>-21.438821098774014</c:v>
                </c:pt>
                <c:pt idx="9612">
                  <c:v>-21.439336965274009</c:v>
                </c:pt>
                <c:pt idx="9613">
                  <c:v>-21.439852602274982</c:v>
                </c:pt>
                <c:pt idx="9614">
                  <c:v>-21.44036800984702</c:v>
                </c:pt>
                <c:pt idx="9615">
                  <c:v>-21.440883188068</c:v>
                </c:pt>
                <c:pt idx="9616">
                  <c:v>-21.441398137009998</c:v>
                </c:pt>
                <c:pt idx="9617">
                  <c:v>-21.441912856748985</c:v>
                </c:pt>
                <c:pt idx="9618">
                  <c:v>-21.442427347359995</c:v>
                </c:pt>
                <c:pt idx="9619">
                  <c:v>-21.442941608913003</c:v>
                </c:pt>
                <c:pt idx="9620">
                  <c:v>-21.443455641485997</c:v>
                </c:pt>
                <c:pt idx="9621">
                  <c:v>-21.443969445152021</c:v>
                </c:pt>
                <c:pt idx="9622">
                  <c:v>-21.444483019985</c:v>
                </c:pt>
                <c:pt idx="9623">
                  <c:v>-21.444996366059002</c:v>
                </c:pt>
                <c:pt idx="9624">
                  <c:v>-21.445509483447978</c:v>
                </c:pt>
                <c:pt idx="9625">
                  <c:v>-21.446022372225997</c:v>
                </c:pt>
                <c:pt idx="9626">
                  <c:v>-21.446535032467978</c:v>
                </c:pt>
                <c:pt idx="9627">
                  <c:v>-21.447047464245998</c:v>
                </c:pt>
                <c:pt idx="9628">
                  <c:v>-21.447559667636</c:v>
                </c:pt>
                <c:pt idx="9629">
                  <c:v>-21.448071642711994</c:v>
                </c:pt>
                <c:pt idx="9630">
                  <c:v>-21.448583389545007</c:v>
                </c:pt>
                <c:pt idx="9631">
                  <c:v>-21.449094908212004</c:v>
                </c:pt>
                <c:pt idx="9632">
                  <c:v>-21.449606198785006</c:v>
                </c:pt>
                <c:pt idx="9633">
                  <c:v>-21.450117261337994</c:v>
                </c:pt>
                <c:pt idx="9634">
                  <c:v>-21.450628095946996</c:v>
                </c:pt>
                <c:pt idx="9635">
                  <c:v>-21.451138702683011</c:v>
                </c:pt>
                <c:pt idx="9636">
                  <c:v>-21.451649081620985</c:v>
                </c:pt>
                <c:pt idx="9637">
                  <c:v>-21.452159232835015</c:v>
                </c:pt>
                <c:pt idx="9638">
                  <c:v>-21.452669156397008</c:v>
                </c:pt>
                <c:pt idx="9639">
                  <c:v>-21.453178852384013</c:v>
                </c:pt>
                <c:pt idx="9640">
                  <c:v>-21.453688320865979</c:v>
                </c:pt>
                <c:pt idx="9641">
                  <c:v>-21.454197561918988</c:v>
                </c:pt>
                <c:pt idx="9642">
                  <c:v>-21.454706575615006</c:v>
                </c:pt>
                <c:pt idx="9643">
                  <c:v>-21.455215362029008</c:v>
                </c:pt>
                <c:pt idx="9644">
                  <c:v>-21.455723921235005</c:v>
                </c:pt>
                <c:pt idx="9645">
                  <c:v>-21.456232253304989</c:v>
                </c:pt>
                <c:pt idx="9646">
                  <c:v>-21.456740358312004</c:v>
                </c:pt>
                <c:pt idx="9647">
                  <c:v>-21.457248236330997</c:v>
                </c:pt>
                <c:pt idx="9648">
                  <c:v>-21.457755887435013</c:v>
                </c:pt>
                <c:pt idx="9649">
                  <c:v>-21.458263311699</c:v>
                </c:pt>
                <c:pt idx="9650">
                  <c:v>-21.458770509192988</c:v>
                </c:pt>
                <c:pt idx="9651">
                  <c:v>-21.459277479992011</c:v>
                </c:pt>
                <c:pt idx="9652">
                  <c:v>-21.459784224169994</c:v>
                </c:pt>
                <c:pt idx="9653">
                  <c:v>-21.460290741800009</c:v>
                </c:pt>
                <c:pt idx="9654">
                  <c:v>-21.460797032956975</c:v>
                </c:pt>
                <c:pt idx="9655">
                  <c:v>-21.461303097710015</c:v>
                </c:pt>
                <c:pt idx="9656">
                  <c:v>-21.461808936135981</c:v>
                </c:pt>
                <c:pt idx="9657">
                  <c:v>-21.462314548307006</c:v>
                </c:pt>
                <c:pt idx="9658">
                  <c:v>-21.462819934295027</c:v>
                </c:pt>
                <c:pt idx="9659">
                  <c:v>-21.46332509417698</c:v>
                </c:pt>
                <c:pt idx="9660">
                  <c:v>-21.463830028020993</c:v>
                </c:pt>
                <c:pt idx="9661">
                  <c:v>-21.464334735904004</c:v>
                </c:pt>
                <c:pt idx="9662">
                  <c:v>-21.464839217897008</c:v>
                </c:pt>
                <c:pt idx="9663">
                  <c:v>-21.465343474074984</c:v>
                </c:pt>
                <c:pt idx="9664">
                  <c:v>-21.465847504510009</c:v>
                </c:pt>
                <c:pt idx="9665">
                  <c:v>-21.466351309275012</c:v>
                </c:pt>
                <c:pt idx="9666">
                  <c:v>-21.466854888441986</c:v>
                </c:pt>
                <c:pt idx="9667">
                  <c:v>-21.467358242086021</c:v>
                </c:pt>
                <c:pt idx="9668">
                  <c:v>-21.467861370278001</c:v>
                </c:pt>
                <c:pt idx="9669">
                  <c:v>-21.468364273094011</c:v>
                </c:pt>
                <c:pt idx="9670">
                  <c:v>-21.468866950603001</c:v>
                </c:pt>
                <c:pt idx="9671">
                  <c:v>-21.469369402881</c:v>
                </c:pt>
                <c:pt idx="9672">
                  <c:v>-21.469871629999005</c:v>
                </c:pt>
                <c:pt idx="9673">
                  <c:v>-21.470373632030004</c:v>
                </c:pt>
                <c:pt idx="9674">
                  <c:v>-21.470875409049</c:v>
                </c:pt>
                <c:pt idx="9675">
                  <c:v>-21.471376961125998</c:v>
                </c:pt>
                <c:pt idx="9676">
                  <c:v>-21.471878288335006</c:v>
                </c:pt>
                <c:pt idx="9677">
                  <c:v>-21.472379390748983</c:v>
                </c:pt>
                <c:pt idx="9678">
                  <c:v>-21.472880268440008</c:v>
                </c:pt>
                <c:pt idx="9679">
                  <c:v>-21.473380921482004</c:v>
                </c:pt>
                <c:pt idx="9680">
                  <c:v>-21.473881349945998</c:v>
                </c:pt>
                <c:pt idx="9681">
                  <c:v>-21.474381553905005</c:v>
                </c:pt>
                <c:pt idx="9682">
                  <c:v>-21.474881533433006</c:v>
                </c:pt>
                <c:pt idx="9683">
                  <c:v>-21.475381288601</c:v>
                </c:pt>
                <c:pt idx="9684">
                  <c:v>-21.475880819482995</c:v>
                </c:pt>
                <c:pt idx="9685">
                  <c:v>-21.476380126149991</c:v>
                </c:pt>
                <c:pt idx="9686">
                  <c:v>-21.476879208675996</c:v>
                </c:pt>
                <c:pt idx="9687">
                  <c:v>-21.477378067132008</c:v>
                </c:pt>
                <c:pt idx="9688">
                  <c:v>-21.47787670159201</c:v>
                </c:pt>
                <c:pt idx="9689">
                  <c:v>-21.478375112126997</c:v>
                </c:pt>
                <c:pt idx="9690">
                  <c:v>-21.478873298812005</c:v>
                </c:pt>
                <c:pt idx="9691">
                  <c:v>-21.479371261715983</c:v>
                </c:pt>
                <c:pt idx="9692">
                  <c:v>-21.479869000912998</c:v>
                </c:pt>
                <c:pt idx="9693">
                  <c:v>-21.480366516475982</c:v>
                </c:pt>
                <c:pt idx="9694">
                  <c:v>-21.480863808477011</c:v>
                </c:pt>
                <c:pt idx="9695">
                  <c:v>-21.48136087698802</c:v>
                </c:pt>
                <c:pt idx="9696">
                  <c:v>-21.481857722081003</c:v>
                </c:pt>
                <c:pt idx="9697">
                  <c:v>-21.482354343828007</c:v>
                </c:pt>
                <c:pt idx="9698">
                  <c:v>-21.482850742302986</c:v>
                </c:pt>
                <c:pt idx="9699">
                  <c:v>-21.483346917576</c:v>
                </c:pt>
                <c:pt idx="9700">
                  <c:v>-21.483842869721997</c:v>
                </c:pt>
                <c:pt idx="9701">
                  <c:v>-21.484338598810012</c:v>
                </c:pt>
                <c:pt idx="9702">
                  <c:v>-21.484834104913006</c:v>
                </c:pt>
                <c:pt idx="9703">
                  <c:v>-21.485329388104986</c:v>
                </c:pt>
                <c:pt idx="9704">
                  <c:v>-21.485824448456015</c:v>
                </c:pt>
                <c:pt idx="9705">
                  <c:v>-21.486319286039986</c:v>
                </c:pt>
                <c:pt idx="9706">
                  <c:v>-21.486813900927018</c:v>
                </c:pt>
                <c:pt idx="9707">
                  <c:v>-21.487308293188988</c:v>
                </c:pt>
                <c:pt idx="9708">
                  <c:v>-21.487802462899992</c:v>
                </c:pt>
                <c:pt idx="9709">
                  <c:v>-21.488296410130999</c:v>
                </c:pt>
                <c:pt idx="9710">
                  <c:v>-21.488790134954002</c:v>
                </c:pt>
                <c:pt idx="9711">
                  <c:v>-21.489283637441019</c:v>
                </c:pt>
                <c:pt idx="9712">
                  <c:v>-21.489776917662994</c:v>
                </c:pt>
                <c:pt idx="9713">
                  <c:v>-21.490269975692001</c:v>
                </c:pt>
                <c:pt idx="9714">
                  <c:v>-21.490762811601996</c:v>
                </c:pt>
                <c:pt idx="9715">
                  <c:v>-21.491255425463009</c:v>
                </c:pt>
                <c:pt idx="9716">
                  <c:v>-21.491747817345981</c:v>
                </c:pt>
                <c:pt idx="9717">
                  <c:v>-21.492239987325007</c:v>
                </c:pt>
                <c:pt idx="9718">
                  <c:v>-21.492731935470005</c:v>
                </c:pt>
                <c:pt idx="9719">
                  <c:v>-21.493223661852994</c:v>
                </c:pt>
                <c:pt idx="9720">
                  <c:v>-21.493715166548014</c:v>
                </c:pt>
                <c:pt idx="9721">
                  <c:v>-21.494206449622993</c:v>
                </c:pt>
                <c:pt idx="9722">
                  <c:v>-21.494697511151003</c:v>
                </c:pt>
                <c:pt idx="9723">
                  <c:v>-21.495188351205002</c:v>
                </c:pt>
                <c:pt idx="9724">
                  <c:v>-21.495678969856016</c:v>
                </c:pt>
                <c:pt idx="9725">
                  <c:v>-21.496169367176009</c:v>
                </c:pt>
                <c:pt idx="9726">
                  <c:v>-21.496659543233989</c:v>
                </c:pt>
                <c:pt idx="9727">
                  <c:v>-21.497149498104022</c:v>
                </c:pt>
                <c:pt idx="9728">
                  <c:v>-21.497639231856994</c:v>
                </c:pt>
                <c:pt idx="9729">
                  <c:v>-21.498128744565008</c:v>
                </c:pt>
                <c:pt idx="9730">
                  <c:v>-21.498618036298978</c:v>
                </c:pt>
                <c:pt idx="9731">
                  <c:v>-21.499107107129987</c:v>
                </c:pt>
                <c:pt idx="9732">
                  <c:v>-21.499595957129003</c:v>
                </c:pt>
                <c:pt idx="9733">
                  <c:v>-21.500084586369013</c:v>
                </c:pt>
                <c:pt idx="9734">
                  <c:v>-21.50057299492002</c:v>
                </c:pt>
                <c:pt idx="9735">
                  <c:v>-21.501061182854983</c:v>
                </c:pt>
                <c:pt idx="9736">
                  <c:v>-21.501549150244017</c:v>
                </c:pt>
                <c:pt idx="9737">
                  <c:v>-21.502036897157979</c:v>
                </c:pt>
                <c:pt idx="9738">
                  <c:v>-21.502524423669001</c:v>
                </c:pt>
                <c:pt idx="9739">
                  <c:v>-21.503011729846975</c:v>
                </c:pt>
                <c:pt idx="9740">
                  <c:v>-21.503498815766989</c:v>
                </c:pt>
                <c:pt idx="9741">
                  <c:v>-21.503985681496005</c:v>
                </c:pt>
                <c:pt idx="9742">
                  <c:v>-21.504472327105987</c:v>
                </c:pt>
                <c:pt idx="9743">
                  <c:v>-21.504958752670007</c:v>
                </c:pt>
                <c:pt idx="9744">
                  <c:v>-21.505444958257982</c:v>
                </c:pt>
                <c:pt idx="9745">
                  <c:v>-21.505930943940996</c:v>
                </c:pt>
                <c:pt idx="9746">
                  <c:v>-21.506416709789988</c:v>
                </c:pt>
                <c:pt idx="9747">
                  <c:v>-21.506902255877009</c:v>
                </c:pt>
                <c:pt idx="9748">
                  <c:v>-21.507387582272003</c:v>
                </c:pt>
                <c:pt idx="9749">
                  <c:v>-21.507872689045996</c:v>
                </c:pt>
                <c:pt idx="9750">
                  <c:v>-21.508357576270015</c:v>
                </c:pt>
                <c:pt idx="9751">
                  <c:v>-21.508842244016989</c:v>
                </c:pt>
                <c:pt idx="9752">
                  <c:v>-21.509326692356012</c:v>
                </c:pt>
                <c:pt idx="9753">
                  <c:v>-21.509810921357001</c:v>
                </c:pt>
                <c:pt idx="9754">
                  <c:v>-21.510294931093</c:v>
                </c:pt>
                <c:pt idx="9755">
                  <c:v>-21.510778721633983</c:v>
                </c:pt>
                <c:pt idx="9756">
                  <c:v>-21.511262293051999</c:v>
                </c:pt>
                <c:pt idx="9757">
                  <c:v>-21.511745645415004</c:v>
                </c:pt>
                <c:pt idx="9758">
                  <c:v>-21.512228778796981</c:v>
                </c:pt>
                <c:pt idx="9759">
                  <c:v>-21.512711693265999</c:v>
                </c:pt>
                <c:pt idx="9760">
                  <c:v>-21.513194388893993</c:v>
                </c:pt>
                <c:pt idx="9761">
                  <c:v>-21.513676865754007</c:v>
                </c:pt>
                <c:pt idx="9762">
                  <c:v>-21.514159123913004</c:v>
                </c:pt>
                <c:pt idx="9763">
                  <c:v>-21.514641163443002</c:v>
                </c:pt>
                <c:pt idx="9764">
                  <c:v>-21.515122984415001</c:v>
                </c:pt>
                <c:pt idx="9765">
                  <c:v>-21.515604586899997</c:v>
                </c:pt>
                <c:pt idx="9766">
                  <c:v>-21.516085970969016</c:v>
                </c:pt>
                <c:pt idx="9767">
                  <c:v>-21.516567136690981</c:v>
                </c:pt>
                <c:pt idx="9768">
                  <c:v>-21.517048084137002</c:v>
                </c:pt>
                <c:pt idx="9769">
                  <c:v>-21.517528813377993</c:v>
                </c:pt>
                <c:pt idx="9770">
                  <c:v>-21.518009324484012</c:v>
                </c:pt>
                <c:pt idx="9771">
                  <c:v>-21.518489617528019</c:v>
                </c:pt>
                <c:pt idx="9772">
                  <c:v>-21.518969692576007</c:v>
                </c:pt>
                <c:pt idx="9773">
                  <c:v>-21.519449549702017</c:v>
                </c:pt>
                <c:pt idx="9774">
                  <c:v>-21.519929188974999</c:v>
                </c:pt>
                <c:pt idx="9775">
                  <c:v>-21.520408610466006</c:v>
                </c:pt>
                <c:pt idx="9776">
                  <c:v>-21.520887814245981</c:v>
                </c:pt>
                <c:pt idx="9777">
                  <c:v>-21.521366800382992</c:v>
                </c:pt>
                <c:pt idx="9778">
                  <c:v>-21.521845568949004</c:v>
                </c:pt>
                <c:pt idx="9779">
                  <c:v>-21.522324120014986</c:v>
                </c:pt>
                <c:pt idx="9780">
                  <c:v>-21.522802453650002</c:v>
                </c:pt>
                <c:pt idx="9781">
                  <c:v>-21.523280569924992</c:v>
                </c:pt>
                <c:pt idx="9782">
                  <c:v>-21.523758468908994</c:v>
                </c:pt>
                <c:pt idx="9783">
                  <c:v>-21.524236150674</c:v>
                </c:pt>
                <c:pt idx="9784">
                  <c:v>-21.524713615289016</c:v>
                </c:pt>
                <c:pt idx="9785">
                  <c:v>-21.525190862824985</c:v>
                </c:pt>
                <c:pt idx="9786">
                  <c:v>-21.525667893351994</c:v>
                </c:pt>
                <c:pt idx="9787">
                  <c:v>-21.526144706939021</c:v>
                </c:pt>
                <c:pt idx="9788">
                  <c:v>-21.526621303656981</c:v>
                </c:pt>
                <c:pt idx="9789">
                  <c:v>-21.527097683576017</c:v>
                </c:pt>
                <c:pt idx="9790">
                  <c:v>-21.527573846765989</c:v>
                </c:pt>
                <c:pt idx="9791">
                  <c:v>-21.528049793299004</c:v>
                </c:pt>
                <c:pt idx="9792">
                  <c:v>-21.528525523241001</c:v>
                </c:pt>
                <c:pt idx="9793">
                  <c:v>-21.529001036663999</c:v>
                </c:pt>
                <c:pt idx="9794">
                  <c:v>-21.529476333639025</c:v>
                </c:pt>
                <c:pt idx="9795">
                  <c:v>-21.529951414235001</c:v>
                </c:pt>
                <c:pt idx="9796">
                  <c:v>-21.530426278522015</c:v>
                </c:pt>
                <c:pt idx="9797">
                  <c:v>-21.530900926569984</c:v>
                </c:pt>
                <c:pt idx="9798">
                  <c:v>-21.531375358448003</c:v>
                </c:pt>
                <c:pt idx="9799">
                  <c:v>-21.531849574226982</c:v>
                </c:pt>
                <c:pt idx="9800">
                  <c:v>-21.532323573976015</c:v>
                </c:pt>
                <c:pt idx="9801">
                  <c:v>-21.532797357766015</c:v>
                </c:pt>
                <c:pt idx="9802">
                  <c:v>-21.533270925665988</c:v>
                </c:pt>
                <c:pt idx="9803">
                  <c:v>-21.533744277745001</c:v>
                </c:pt>
                <c:pt idx="9804">
                  <c:v>-21.534217414072998</c:v>
                </c:pt>
                <c:pt idx="9805">
                  <c:v>-21.534690334721006</c:v>
                </c:pt>
                <c:pt idx="9806">
                  <c:v>-21.535163039757975</c:v>
                </c:pt>
                <c:pt idx="9807">
                  <c:v>-21.535635529253994</c:v>
                </c:pt>
                <c:pt idx="9808">
                  <c:v>-21.536107803277019</c:v>
                </c:pt>
                <c:pt idx="9809">
                  <c:v>-21.536579861897991</c:v>
                </c:pt>
                <c:pt idx="9810">
                  <c:v>-21.537051705187025</c:v>
                </c:pt>
                <c:pt idx="9811">
                  <c:v>-21.537523333211993</c:v>
                </c:pt>
                <c:pt idx="9812">
                  <c:v>-21.537994746045001</c:v>
                </c:pt>
                <c:pt idx="9813">
                  <c:v>-21.538465943752982</c:v>
                </c:pt>
                <c:pt idx="9814">
                  <c:v>-21.53893692640699</c:v>
                </c:pt>
                <c:pt idx="9815">
                  <c:v>-21.539407694074981</c:v>
                </c:pt>
                <c:pt idx="9816">
                  <c:v>-21.53987824682801</c:v>
                </c:pt>
                <c:pt idx="9817">
                  <c:v>-21.540348584736023</c:v>
                </c:pt>
                <c:pt idx="9818">
                  <c:v>-21.540818707865981</c:v>
                </c:pt>
                <c:pt idx="9819">
                  <c:v>-21.541288616288995</c:v>
                </c:pt>
                <c:pt idx="9820">
                  <c:v>-21.541758310073988</c:v>
                </c:pt>
                <c:pt idx="9821">
                  <c:v>-21.542227789291019</c:v>
                </c:pt>
                <c:pt idx="9822">
                  <c:v>-21.542697054009011</c:v>
                </c:pt>
                <c:pt idx="9823">
                  <c:v>-21.543166104296006</c:v>
                </c:pt>
                <c:pt idx="9824">
                  <c:v>-21.543634940222006</c:v>
                </c:pt>
                <c:pt idx="9825">
                  <c:v>-21.544103561856986</c:v>
                </c:pt>
                <c:pt idx="9826">
                  <c:v>-21.54457196927001</c:v>
                </c:pt>
                <c:pt idx="9827">
                  <c:v>-21.545040162530995</c:v>
                </c:pt>
                <c:pt idx="9828">
                  <c:v>-21.545508141707018</c:v>
                </c:pt>
                <c:pt idx="9829">
                  <c:v>-21.545975906867994</c:v>
                </c:pt>
                <c:pt idx="9830">
                  <c:v>-21.54644345808299</c:v>
                </c:pt>
                <c:pt idx="9831">
                  <c:v>-21.546910795422974</c:v>
                </c:pt>
                <c:pt idx="9832">
                  <c:v>-21.547377918954993</c:v>
                </c:pt>
                <c:pt idx="9833">
                  <c:v>-21.547844828749021</c:v>
                </c:pt>
                <c:pt idx="9834">
                  <c:v>-21.548311524872986</c:v>
                </c:pt>
                <c:pt idx="9835">
                  <c:v>-21.548778007397004</c:v>
                </c:pt>
                <c:pt idx="9836">
                  <c:v>-21.549244276389999</c:v>
                </c:pt>
                <c:pt idx="9837">
                  <c:v>-21.549710331921005</c:v>
                </c:pt>
                <c:pt idx="9838">
                  <c:v>-21.550176174058009</c:v>
                </c:pt>
                <c:pt idx="9839">
                  <c:v>-21.550641802870985</c:v>
                </c:pt>
                <c:pt idx="9840">
                  <c:v>-21.551107218428001</c:v>
                </c:pt>
                <c:pt idx="9841">
                  <c:v>-21.55157242079801</c:v>
                </c:pt>
                <c:pt idx="9842">
                  <c:v>-21.552037410052009</c:v>
                </c:pt>
                <c:pt idx="9843">
                  <c:v>-21.552502186255992</c:v>
                </c:pt>
                <c:pt idx="9844">
                  <c:v>-21.552966749479992</c:v>
                </c:pt>
                <c:pt idx="9845">
                  <c:v>-21.553431099791993</c:v>
                </c:pt>
                <c:pt idx="9846">
                  <c:v>-21.553895237261997</c:v>
                </c:pt>
                <c:pt idx="9847">
                  <c:v>-21.554359161959013</c:v>
                </c:pt>
                <c:pt idx="9848">
                  <c:v>-21.554822873950002</c:v>
                </c:pt>
                <c:pt idx="9849">
                  <c:v>-21.555286373304995</c:v>
                </c:pt>
                <c:pt idx="9850">
                  <c:v>-21.555749660092005</c:v>
                </c:pt>
                <c:pt idx="9851">
                  <c:v>-21.556212734379017</c:v>
                </c:pt>
                <c:pt idx="9852">
                  <c:v>-21.556675596238023</c:v>
                </c:pt>
                <c:pt idx="9853">
                  <c:v>-21.557138245733</c:v>
                </c:pt>
                <c:pt idx="9854">
                  <c:v>-21.557600682935004</c:v>
                </c:pt>
                <c:pt idx="9855">
                  <c:v>-21.558062907912984</c:v>
                </c:pt>
                <c:pt idx="9856">
                  <c:v>-21.55852492073501</c:v>
                </c:pt>
                <c:pt idx="9857">
                  <c:v>-21.558986721468983</c:v>
                </c:pt>
                <c:pt idx="9858">
                  <c:v>-21.559448310183996</c:v>
                </c:pt>
                <c:pt idx="9859">
                  <c:v>-21.559909686947975</c:v>
                </c:pt>
                <c:pt idx="9860">
                  <c:v>-21.560370851830015</c:v>
                </c:pt>
                <c:pt idx="9861">
                  <c:v>-21.560831804897987</c:v>
                </c:pt>
                <c:pt idx="9862">
                  <c:v>-21.561292546220983</c:v>
                </c:pt>
                <c:pt idx="9863">
                  <c:v>-21.561753075867017</c:v>
                </c:pt>
                <c:pt idx="9864">
                  <c:v>-21.562213393903988</c:v>
                </c:pt>
                <c:pt idx="9865">
                  <c:v>-21.562673500399995</c:v>
                </c:pt>
                <c:pt idx="9866">
                  <c:v>-21.563133395424984</c:v>
                </c:pt>
                <c:pt idx="9867">
                  <c:v>-21.563593079046001</c:v>
                </c:pt>
                <c:pt idx="9868">
                  <c:v>-21.564052551332026</c:v>
                </c:pt>
                <c:pt idx="9869">
                  <c:v>-21.564511812349991</c:v>
                </c:pt>
                <c:pt idx="9870">
                  <c:v>-21.564970862169019</c:v>
                </c:pt>
                <c:pt idx="9871">
                  <c:v>-21.56542970085701</c:v>
                </c:pt>
                <c:pt idx="9872">
                  <c:v>-21.565888328482998</c:v>
                </c:pt>
                <c:pt idx="9873">
                  <c:v>-21.566346745114998</c:v>
                </c:pt>
                <c:pt idx="9874">
                  <c:v>-21.56680495082</c:v>
                </c:pt>
                <c:pt idx="9875">
                  <c:v>-21.567262945665988</c:v>
                </c:pt>
                <c:pt idx="9876">
                  <c:v>-21.567720729722993</c:v>
                </c:pt>
                <c:pt idx="9877">
                  <c:v>-21.568178303056982</c:v>
                </c:pt>
                <c:pt idx="9878">
                  <c:v>-21.568635665737986</c:v>
                </c:pt>
                <c:pt idx="9879">
                  <c:v>-21.569092817832001</c:v>
                </c:pt>
                <c:pt idx="9880">
                  <c:v>-21.569549759409</c:v>
                </c:pt>
                <c:pt idx="9881">
                  <c:v>-21.570006490535008</c:v>
                </c:pt>
                <c:pt idx="9882">
                  <c:v>-21.570463011279003</c:v>
                </c:pt>
                <c:pt idx="9883">
                  <c:v>-21.570919321708999</c:v>
                </c:pt>
                <c:pt idx="9884">
                  <c:v>-21.571375421893009</c:v>
                </c:pt>
                <c:pt idx="9885">
                  <c:v>-21.571831311897995</c:v>
                </c:pt>
                <c:pt idx="9886">
                  <c:v>-21.572286991791998</c:v>
                </c:pt>
                <c:pt idx="9887">
                  <c:v>-21.572742461643998</c:v>
                </c:pt>
                <c:pt idx="9888">
                  <c:v>-21.573197721522007</c:v>
                </c:pt>
                <c:pt idx="9889">
                  <c:v>-21.573652771491993</c:v>
                </c:pt>
                <c:pt idx="9890">
                  <c:v>-21.574107611621997</c:v>
                </c:pt>
                <c:pt idx="9891">
                  <c:v>-21.574562241980999</c:v>
                </c:pt>
                <c:pt idx="9892">
                  <c:v>-21.575016662635988</c:v>
                </c:pt>
                <c:pt idx="9893">
                  <c:v>-21.575470873655007</c:v>
                </c:pt>
                <c:pt idx="9894">
                  <c:v>-21.575924875104988</c:v>
                </c:pt>
                <c:pt idx="9895">
                  <c:v>-21.576378667054996</c:v>
                </c:pt>
                <c:pt idx="9896">
                  <c:v>-21.576832249570998</c:v>
                </c:pt>
                <c:pt idx="9897">
                  <c:v>-21.577285622721007</c:v>
                </c:pt>
                <c:pt idx="9898">
                  <c:v>-21.577738786575026</c:v>
                </c:pt>
                <c:pt idx="9899">
                  <c:v>-21.578191741197003</c:v>
                </c:pt>
                <c:pt idx="9900">
                  <c:v>-21.578644486656003</c:v>
                </c:pt>
                <c:pt idx="9901">
                  <c:v>-21.579115689604976</c:v>
                </c:pt>
                <c:pt idx="9902">
                  <c:v>-21.579586683526998</c:v>
                </c:pt>
                <c:pt idx="9903">
                  <c:v>-21.580057468486984</c:v>
                </c:pt>
                <c:pt idx="9904">
                  <c:v>-21.58052804455599</c:v>
                </c:pt>
                <c:pt idx="9905">
                  <c:v>-21.580998411797992</c:v>
                </c:pt>
                <c:pt idx="9906">
                  <c:v>-21.581468570282993</c:v>
                </c:pt>
                <c:pt idx="9907">
                  <c:v>-21.581938520075994</c:v>
                </c:pt>
                <c:pt idx="9908">
                  <c:v>-21.582408261246997</c:v>
                </c:pt>
                <c:pt idx="9909">
                  <c:v>-21.582877793860007</c:v>
                </c:pt>
                <c:pt idx="9910">
                  <c:v>-21.583347117986989</c:v>
                </c:pt>
                <c:pt idx="9911">
                  <c:v>-21.583816233689987</c:v>
                </c:pt>
                <c:pt idx="9912">
                  <c:v>-21.584285141040993</c:v>
                </c:pt>
                <c:pt idx="9913">
                  <c:v>-21.584753840103986</c:v>
                </c:pt>
                <c:pt idx="9914">
                  <c:v>-21.585222330948</c:v>
                </c:pt>
                <c:pt idx="9915">
                  <c:v>-21.585690613638008</c:v>
                </c:pt>
                <c:pt idx="9916">
                  <c:v>-21.586158688245007</c:v>
                </c:pt>
                <c:pt idx="9917">
                  <c:v>-21.586626554832009</c:v>
                </c:pt>
                <c:pt idx="9918">
                  <c:v>-21.587094213469015</c:v>
                </c:pt>
                <c:pt idx="9919">
                  <c:v>-21.587561664221994</c:v>
                </c:pt>
                <c:pt idx="9920">
                  <c:v>-21.588028907157991</c:v>
                </c:pt>
                <c:pt idx="9921">
                  <c:v>-21.588495942344991</c:v>
                </c:pt>
                <c:pt idx="9922">
                  <c:v>-21.58896276984899</c:v>
                </c:pt>
                <c:pt idx="9923">
                  <c:v>-21.589429389737006</c:v>
                </c:pt>
                <c:pt idx="9924">
                  <c:v>-21.58989580207799</c:v>
                </c:pt>
                <c:pt idx="9925">
                  <c:v>-21.59036200693501</c:v>
                </c:pt>
                <c:pt idx="9926">
                  <c:v>-21.59082800438</c:v>
                </c:pt>
                <c:pt idx="9927">
                  <c:v>-21.591293794475007</c:v>
                </c:pt>
                <c:pt idx="9928">
                  <c:v>-21.591759377291027</c:v>
                </c:pt>
                <c:pt idx="9929">
                  <c:v>-21.59222475289198</c:v>
                </c:pt>
                <c:pt idx="9930">
                  <c:v>-21.592689921345993</c:v>
                </c:pt>
                <c:pt idx="9931">
                  <c:v>-21.593154882720995</c:v>
                </c:pt>
                <c:pt idx="9932">
                  <c:v>-21.593619637080991</c:v>
                </c:pt>
                <c:pt idx="9933">
                  <c:v>-21.594084184496012</c:v>
                </c:pt>
                <c:pt idx="9934">
                  <c:v>-21.594548525031001</c:v>
                </c:pt>
                <c:pt idx="9935">
                  <c:v>-21.595012658753006</c:v>
                </c:pt>
                <c:pt idx="9936">
                  <c:v>-21.595476585727994</c:v>
                </c:pt>
                <c:pt idx="9937">
                  <c:v>-21.595940306025</c:v>
                </c:pt>
                <c:pt idx="9938">
                  <c:v>-21.596403819708001</c:v>
                </c:pt>
                <c:pt idx="9939">
                  <c:v>-21.596867126846007</c:v>
                </c:pt>
                <c:pt idx="9940">
                  <c:v>-21.597330227502994</c:v>
                </c:pt>
                <c:pt idx="9941">
                  <c:v>-21.597793121748992</c:v>
                </c:pt>
                <c:pt idx="9942">
                  <c:v>-21.598255809647014</c:v>
                </c:pt>
                <c:pt idx="9943">
                  <c:v>-21.598718291267005</c:v>
                </c:pt>
                <c:pt idx="9944">
                  <c:v>-21.599180566672999</c:v>
                </c:pt>
                <c:pt idx="9945">
                  <c:v>-21.599642635933009</c:v>
                </c:pt>
                <c:pt idx="9946">
                  <c:v>-21.600104499111978</c:v>
                </c:pt>
                <c:pt idx="9947">
                  <c:v>-21.600566156279001</c:v>
                </c:pt>
                <c:pt idx="9948">
                  <c:v>-21.601027607497997</c:v>
                </c:pt>
                <c:pt idx="9949">
                  <c:v>-21.601488852837008</c:v>
                </c:pt>
                <c:pt idx="9950">
                  <c:v>-21.601949892361006</c:v>
                </c:pt>
                <c:pt idx="9951">
                  <c:v>-21.602410726138004</c:v>
                </c:pt>
                <c:pt idx="9952">
                  <c:v>-21.602871354233002</c:v>
                </c:pt>
                <c:pt idx="9953">
                  <c:v>-21.603331776714015</c:v>
                </c:pt>
                <c:pt idx="9954">
                  <c:v>-21.60379199364499</c:v>
                </c:pt>
                <c:pt idx="9955">
                  <c:v>-21.604252005094992</c:v>
                </c:pt>
                <c:pt idx="9956">
                  <c:v>-21.604711811128993</c:v>
                </c:pt>
                <c:pt idx="9957">
                  <c:v>-21.605171411812989</c:v>
                </c:pt>
                <c:pt idx="9958">
                  <c:v>-21.605630807213004</c:v>
                </c:pt>
                <c:pt idx="9959">
                  <c:v>-21.606089997395998</c:v>
                </c:pt>
                <c:pt idx="9960">
                  <c:v>-21.606548982427995</c:v>
                </c:pt>
                <c:pt idx="9961">
                  <c:v>-21.607007762375019</c:v>
                </c:pt>
                <c:pt idx="9962">
                  <c:v>-21.607466337304004</c:v>
                </c:pt>
                <c:pt idx="9963">
                  <c:v>-21.607924707279977</c:v>
                </c:pt>
                <c:pt idx="9964">
                  <c:v>-21.608382872369987</c:v>
                </c:pt>
                <c:pt idx="9965">
                  <c:v>-21.608840832639004</c:v>
                </c:pt>
                <c:pt idx="9966">
                  <c:v>-21.609298588154985</c:v>
                </c:pt>
                <c:pt idx="9967">
                  <c:v>-21.609756138981993</c:v>
                </c:pt>
                <c:pt idx="9968">
                  <c:v>-21.610213485186989</c:v>
                </c:pt>
                <c:pt idx="9969">
                  <c:v>-21.610670626835997</c:v>
                </c:pt>
                <c:pt idx="9970">
                  <c:v>-21.611127563995012</c:v>
                </c:pt>
                <c:pt idx="9971">
                  <c:v>-21.611584296728978</c:v>
                </c:pt>
                <c:pt idx="9972">
                  <c:v>-21.612040825105993</c:v>
                </c:pt>
                <c:pt idx="9973">
                  <c:v>-21.612497149190006</c:v>
                </c:pt>
                <c:pt idx="9974">
                  <c:v>-21.612953269049001</c:v>
                </c:pt>
                <c:pt idx="9975">
                  <c:v>-21.61340918474599</c:v>
                </c:pt>
                <c:pt idx="9976">
                  <c:v>-21.613864896348986</c:v>
                </c:pt>
                <c:pt idx="9977">
                  <c:v>-21.614320403923017</c:v>
                </c:pt>
                <c:pt idx="9978">
                  <c:v>-21.614775707535017</c:v>
                </c:pt>
                <c:pt idx="9979">
                  <c:v>-21.61523080724902</c:v>
                </c:pt>
                <c:pt idx="9980">
                  <c:v>-21.615685703132016</c:v>
                </c:pt>
                <c:pt idx="9981">
                  <c:v>-21.616140395248976</c:v>
                </c:pt>
                <c:pt idx="9982">
                  <c:v>-21.616594883666977</c:v>
                </c:pt>
                <c:pt idx="9983">
                  <c:v>-21.617049168449995</c:v>
                </c:pt>
                <c:pt idx="9984">
                  <c:v>-21.617503249664992</c:v>
                </c:pt>
                <c:pt idx="9985">
                  <c:v>-21.617957127376002</c:v>
                </c:pt>
                <c:pt idx="9986">
                  <c:v>-21.618410801652004</c:v>
                </c:pt>
                <c:pt idx="9987">
                  <c:v>-21.618864272555015</c:v>
                </c:pt>
                <c:pt idx="9988">
                  <c:v>-21.619317540151997</c:v>
                </c:pt>
                <c:pt idx="9989">
                  <c:v>-21.619770604509</c:v>
                </c:pt>
                <c:pt idx="9990">
                  <c:v>-21.620223465690998</c:v>
                </c:pt>
                <c:pt idx="9991">
                  <c:v>-21.620676123763985</c:v>
                </c:pt>
                <c:pt idx="9992">
                  <c:v>-21.621128578792991</c:v>
                </c:pt>
                <c:pt idx="9993">
                  <c:v>-21.62158083084401</c:v>
                </c:pt>
                <c:pt idx="9994">
                  <c:v>-21.622032879982015</c:v>
                </c:pt>
                <c:pt idx="9995">
                  <c:v>-21.622484726273001</c:v>
                </c:pt>
                <c:pt idx="9996">
                  <c:v>-21.622936369781996</c:v>
                </c:pt>
                <c:pt idx="9997">
                  <c:v>-21.623387810574997</c:v>
                </c:pt>
                <c:pt idx="9998">
                  <c:v>-21.623839048715979</c:v>
                </c:pt>
                <c:pt idx="9999">
                  <c:v>-21.624290084271991</c:v>
                </c:pt>
                <c:pt idx="10000">
                  <c:v>-21.624740917307008</c:v>
                </c:pt>
                <c:pt idx="10001">
                  <c:v>-21.625191547886999</c:v>
                </c:pt>
                <c:pt idx="10002">
                  <c:v>-21.625641976076992</c:v>
                </c:pt>
                <c:pt idx="10003">
                  <c:v>-21.626092201944005</c:v>
                </c:pt>
                <c:pt idx="10004">
                  <c:v>-21.626542225549997</c:v>
                </c:pt>
                <c:pt idx="10005">
                  <c:v>-21.626992046963011</c:v>
                </c:pt>
                <c:pt idx="10006">
                  <c:v>-21.627441666246</c:v>
                </c:pt>
                <c:pt idx="10007">
                  <c:v>-21.627891083467006</c:v>
                </c:pt>
                <c:pt idx="10008">
                  <c:v>-21.628340298687988</c:v>
                </c:pt>
                <c:pt idx="10009">
                  <c:v>-21.628789311976988</c:v>
                </c:pt>
                <c:pt idx="10010">
                  <c:v>-21.629238123396988</c:v>
                </c:pt>
                <c:pt idx="10011">
                  <c:v>-21.629686733014012</c:v>
                </c:pt>
                <c:pt idx="10012">
                  <c:v>-21.630135140893003</c:v>
                </c:pt>
                <c:pt idx="10013">
                  <c:v>-21.630583347100014</c:v>
                </c:pt>
                <c:pt idx="10014">
                  <c:v>-21.631031351697004</c:v>
                </c:pt>
                <c:pt idx="10015">
                  <c:v>-21.631479154753009</c:v>
                </c:pt>
                <c:pt idx="10016">
                  <c:v>-21.631926756330984</c:v>
                </c:pt>
                <c:pt idx="10017">
                  <c:v>-21.632374156495985</c:v>
                </c:pt>
                <c:pt idx="10018">
                  <c:v>-21.632821355311989</c:v>
                </c:pt>
                <c:pt idx="10019">
                  <c:v>-21.633268352845988</c:v>
                </c:pt>
                <c:pt idx="10020">
                  <c:v>-21.633715149160992</c:v>
                </c:pt>
                <c:pt idx="10021">
                  <c:v>-21.634161744322995</c:v>
                </c:pt>
                <c:pt idx="10022">
                  <c:v>-21.634608138397994</c:v>
                </c:pt>
                <c:pt idx="10023">
                  <c:v>-21.635054331448003</c:v>
                </c:pt>
                <c:pt idx="10024">
                  <c:v>-21.635500323540015</c:v>
                </c:pt>
                <c:pt idx="10025">
                  <c:v>-21.635946114737976</c:v>
                </c:pt>
                <c:pt idx="10026">
                  <c:v>-21.636391705107002</c:v>
                </c:pt>
                <c:pt idx="10027">
                  <c:v>-21.636837094710984</c:v>
                </c:pt>
                <c:pt idx="10028">
                  <c:v>-21.637282283616997</c:v>
                </c:pt>
                <c:pt idx="10029">
                  <c:v>-21.637727271886007</c:v>
                </c:pt>
                <c:pt idx="10030">
                  <c:v>-21.638172059586992</c:v>
                </c:pt>
                <c:pt idx="10031">
                  <c:v>-21.638616646781003</c:v>
                </c:pt>
                <c:pt idx="10032">
                  <c:v>-21.639061033535</c:v>
                </c:pt>
                <c:pt idx="10033">
                  <c:v>-21.639505219911996</c:v>
                </c:pt>
                <c:pt idx="10034">
                  <c:v>-21.639949205977985</c:v>
                </c:pt>
                <c:pt idx="10035">
                  <c:v>-21.640392991796006</c:v>
                </c:pt>
                <c:pt idx="10036">
                  <c:v>-21.640836577432992</c:v>
                </c:pt>
                <c:pt idx="10037">
                  <c:v>-21.641279962950989</c:v>
                </c:pt>
                <c:pt idx="10038">
                  <c:v>-21.641723148415991</c:v>
                </c:pt>
                <c:pt idx="10039">
                  <c:v>-21.642166133892005</c:v>
                </c:pt>
                <c:pt idx="10040">
                  <c:v>-21.642608919444001</c:v>
                </c:pt>
                <c:pt idx="10041">
                  <c:v>-21.64305150513502</c:v>
                </c:pt>
                <c:pt idx="10042">
                  <c:v>-21.643493891032023</c:v>
                </c:pt>
                <c:pt idx="10043">
                  <c:v>-21.643936077196997</c:v>
                </c:pt>
                <c:pt idx="10044">
                  <c:v>-21.644378063695996</c:v>
                </c:pt>
                <c:pt idx="10045">
                  <c:v>-21.644819850592</c:v>
                </c:pt>
                <c:pt idx="10046">
                  <c:v>-21.645261437949983</c:v>
                </c:pt>
                <c:pt idx="10047">
                  <c:v>-21.645702825835002</c:v>
                </c:pt>
                <c:pt idx="10048">
                  <c:v>-21.646144014310011</c:v>
                </c:pt>
                <c:pt idx="10049">
                  <c:v>-21.646585003440009</c:v>
                </c:pt>
                <c:pt idx="10050">
                  <c:v>-21.647025793289004</c:v>
                </c:pt>
                <c:pt idx="10051">
                  <c:v>-21.647466383922989</c:v>
                </c:pt>
                <c:pt idx="10052">
                  <c:v>-21.647906775402987</c:v>
                </c:pt>
                <c:pt idx="10053">
                  <c:v>-21.648346967795987</c:v>
                </c:pt>
                <c:pt idx="10054">
                  <c:v>-21.648786961165001</c:v>
                </c:pt>
                <c:pt idx="10055">
                  <c:v>-21.649226755574006</c:v>
                </c:pt>
                <c:pt idx="10056">
                  <c:v>-21.649666351087006</c:v>
                </c:pt>
                <c:pt idx="10057">
                  <c:v>-21.650105747769999</c:v>
                </c:pt>
                <c:pt idx="10058">
                  <c:v>-21.650544945684004</c:v>
                </c:pt>
                <c:pt idx="10059">
                  <c:v>-21.650983944896012</c:v>
                </c:pt>
                <c:pt idx="10060">
                  <c:v>-21.651422745467983</c:v>
                </c:pt>
                <c:pt idx="10061">
                  <c:v>-21.651861347465996</c:v>
                </c:pt>
                <c:pt idx="10062">
                  <c:v>-21.652299750950988</c:v>
                </c:pt>
                <c:pt idx="10063">
                  <c:v>-21.652737955991</c:v>
                </c:pt>
                <c:pt idx="10064">
                  <c:v>-21.653175962646003</c:v>
                </c:pt>
                <c:pt idx="10065">
                  <c:v>-21.653613770981991</c:v>
                </c:pt>
                <c:pt idx="10066">
                  <c:v>-21.654051381062999</c:v>
                </c:pt>
                <c:pt idx="10067">
                  <c:v>-21.654488792953003</c:v>
                </c:pt>
                <c:pt idx="10068">
                  <c:v>-21.654926006715016</c:v>
                </c:pt>
                <c:pt idx="10069">
                  <c:v>-21.655363022414008</c:v>
                </c:pt>
                <c:pt idx="10070">
                  <c:v>-21.655799840111996</c:v>
                </c:pt>
                <c:pt idx="10071">
                  <c:v>-21.656236459875004</c:v>
                </c:pt>
                <c:pt idx="10072">
                  <c:v>-21.65667288176499</c:v>
                </c:pt>
                <c:pt idx="10073">
                  <c:v>-21.657109105846985</c:v>
                </c:pt>
                <c:pt idx="10074">
                  <c:v>-21.657545132183998</c:v>
                </c:pt>
                <c:pt idx="10075">
                  <c:v>-21.657980960841002</c:v>
                </c:pt>
                <c:pt idx="10076">
                  <c:v>-21.658416591880012</c:v>
                </c:pt>
                <c:pt idx="10077">
                  <c:v>-21.658852025366997</c:v>
                </c:pt>
                <c:pt idx="10078">
                  <c:v>-21.659287261361982</c:v>
                </c:pt>
                <c:pt idx="10079">
                  <c:v>-21.65972229993298</c:v>
                </c:pt>
                <c:pt idx="10080">
                  <c:v>-21.66015714113999</c:v>
                </c:pt>
                <c:pt idx="10081">
                  <c:v>-21.660591785048013</c:v>
                </c:pt>
                <c:pt idx="10082">
                  <c:v>-21.661026231721991</c:v>
                </c:pt>
                <c:pt idx="10083">
                  <c:v>-21.661460481223003</c:v>
                </c:pt>
                <c:pt idx="10084">
                  <c:v>-21.661894533616021</c:v>
                </c:pt>
                <c:pt idx="10085">
                  <c:v>-21.662328388965022</c:v>
                </c:pt>
                <c:pt idx="10086">
                  <c:v>-21.662762047333018</c:v>
                </c:pt>
                <c:pt idx="10087">
                  <c:v>-21.663195508781996</c:v>
                </c:pt>
                <c:pt idx="10088">
                  <c:v>-21.663628773379003</c:v>
                </c:pt>
                <c:pt idx="10089">
                  <c:v>-21.664061841182985</c:v>
                </c:pt>
                <c:pt idx="10090">
                  <c:v>-21.664494712260989</c:v>
                </c:pt>
                <c:pt idx="10091">
                  <c:v>-21.664927386675004</c:v>
                </c:pt>
                <c:pt idx="10092">
                  <c:v>-21.665359864489005</c:v>
                </c:pt>
                <c:pt idx="10093">
                  <c:v>-21.665792145764016</c:v>
                </c:pt>
                <c:pt idx="10094">
                  <c:v>-21.666224230566996</c:v>
                </c:pt>
                <c:pt idx="10095">
                  <c:v>-21.666656118958997</c:v>
                </c:pt>
                <c:pt idx="10096">
                  <c:v>-21.667087811003995</c:v>
                </c:pt>
                <c:pt idx="10097">
                  <c:v>-21.667519306764007</c:v>
                </c:pt>
                <c:pt idx="10098">
                  <c:v>-21.667950606304998</c:v>
                </c:pt>
                <c:pt idx="10099">
                  <c:v>-21.668381709686997</c:v>
                </c:pt>
                <c:pt idx="10100">
                  <c:v>-21.668812616975998</c:v>
                </c:pt>
                <c:pt idx="10101">
                  <c:v>-21.669243328232994</c:v>
                </c:pt>
                <c:pt idx="10102">
                  <c:v>-21.669673843523015</c:v>
                </c:pt>
                <c:pt idx="10103">
                  <c:v>-21.670104162907023</c:v>
                </c:pt>
                <c:pt idx="10104">
                  <c:v>-21.670534286451016</c:v>
                </c:pt>
                <c:pt idx="10105">
                  <c:v>-21.670964214215985</c:v>
                </c:pt>
                <c:pt idx="10106">
                  <c:v>-21.671393946265994</c:v>
                </c:pt>
                <c:pt idx="10107">
                  <c:v>-21.671823482663001</c:v>
                </c:pt>
                <c:pt idx="10108">
                  <c:v>-21.672252823472007</c:v>
                </c:pt>
                <c:pt idx="10109">
                  <c:v>-21.672681968753011</c:v>
                </c:pt>
                <c:pt idx="10110">
                  <c:v>-21.673110918573002</c:v>
                </c:pt>
                <c:pt idx="10111">
                  <c:v>-21.673539672991012</c:v>
                </c:pt>
                <c:pt idx="10112">
                  <c:v>-21.673968232071985</c:v>
                </c:pt>
                <c:pt idx="10113">
                  <c:v>-21.674396595878989</c:v>
                </c:pt>
                <c:pt idx="10114">
                  <c:v>-21.674824764473982</c:v>
                </c:pt>
                <c:pt idx="10115">
                  <c:v>-21.675252737921994</c:v>
                </c:pt>
                <c:pt idx="10116">
                  <c:v>-21.67568051628399</c:v>
                </c:pt>
                <c:pt idx="10117">
                  <c:v>-21.676108099623008</c:v>
                </c:pt>
                <c:pt idx="10118">
                  <c:v>-21.676535488002003</c:v>
                </c:pt>
                <c:pt idx="10119">
                  <c:v>-21.676962681484014</c:v>
                </c:pt>
                <c:pt idx="10120">
                  <c:v>-21.677389680132023</c:v>
                </c:pt>
                <c:pt idx="10121">
                  <c:v>-21.677816484009014</c:v>
                </c:pt>
                <c:pt idx="10122">
                  <c:v>-21.678243093175979</c:v>
                </c:pt>
                <c:pt idx="10123">
                  <c:v>-21.678669507698004</c:v>
                </c:pt>
                <c:pt idx="10124">
                  <c:v>-21.679095727635996</c:v>
                </c:pt>
                <c:pt idx="10125">
                  <c:v>-21.679521753054985</c:v>
                </c:pt>
                <c:pt idx="10126">
                  <c:v>-21.679947584014002</c:v>
                </c:pt>
                <c:pt idx="10127">
                  <c:v>-21.680373220579014</c:v>
                </c:pt>
                <c:pt idx="10128">
                  <c:v>-21.680798662811014</c:v>
                </c:pt>
                <c:pt idx="10129">
                  <c:v>-21.681223910774008</c:v>
                </c:pt>
                <c:pt idx="10130">
                  <c:v>-21.681648964527994</c:v>
                </c:pt>
                <c:pt idx="10131">
                  <c:v>-21.682073824138996</c:v>
                </c:pt>
                <c:pt idx="10132">
                  <c:v>-21.682498489665988</c:v>
                </c:pt>
                <c:pt idx="10133">
                  <c:v>-21.682922961174995</c:v>
                </c:pt>
                <c:pt idx="10134">
                  <c:v>-21.683347238724991</c:v>
                </c:pt>
                <c:pt idx="10135">
                  <c:v>-21.683771322382</c:v>
                </c:pt>
                <c:pt idx="10136">
                  <c:v>-21.684195212205992</c:v>
                </c:pt>
                <c:pt idx="10137">
                  <c:v>-21.684618908260006</c:v>
                </c:pt>
                <c:pt idx="10138">
                  <c:v>-21.685042410607025</c:v>
                </c:pt>
                <c:pt idx="10139">
                  <c:v>-21.685465719309008</c:v>
                </c:pt>
                <c:pt idx="10140">
                  <c:v>-21.685888834427999</c:v>
                </c:pt>
                <c:pt idx="10141">
                  <c:v>-21.686311756025987</c:v>
                </c:pt>
                <c:pt idx="10142">
                  <c:v>-21.686734484167999</c:v>
                </c:pt>
                <c:pt idx="10143">
                  <c:v>-21.687157018913013</c:v>
                </c:pt>
                <c:pt idx="10144">
                  <c:v>-21.687579360325998</c:v>
                </c:pt>
                <c:pt idx="10145">
                  <c:v>-21.688001508467011</c:v>
                </c:pt>
                <c:pt idx="10146">
                  <c:v>-21.688423463399999</c:v>
                </c:pt>
                <c:pt idx="10147">
                  <c:v>-21.688845225186014</c:v>
                </c:pt>
                <c:pt idx="10148">
                  <c:v>-21.689266793888009</c:v>
                </c:pt>
                <c:pt idx="10149">
                  <c:v>-21.689688169568001</c:v>
                </c:pt>
                <c:pt idx="10150">
                  <c:v>-21.690109352288999</c:v>
                </c:pt>
                <c:pt idx="10151">
                  <c:v>-21.690530342111003</c:v>
                </c:pt>
                <c:pt idx="10152">
                  <c:v>-21.69095113909799</c:v>
                </c:pt>
                <c:pt idx="10153">
                  <c:v>-21.691371743312004</c:v>
                </c:pt>
                <c:pt idx="10154">
                  <c:v>-21.69179215481401</c:v>
                </c:pt>
                <c:pt idx="10155">
                  <c:v>-21.692212373667019</c:v>
                </c:pt>
                <c:pt idx="10156">
                  <c:v>-21.692632399933018</c:v>
                </c:pt>
                <c:pt idx="10157">
                  <c:v>-21.693052233673995</c:v>
                </c:pt>
                <c:pt idx="10158">
                  <c:v>-21.693471874951996</c:v>
                </c:pt>
                <c:pt idx="10159">
                  <c:v>-21.693891323827984</c:v>
                </c:pt>
                <c:pt idx="10160">
                  <c:v>-21.694310580365993</c:v>
                </c:pt>
                <c:pt idx="10161">
                  <c:v>-21.694729644625994</c:v>
                </c:pt>
                <c:pt idx="10162">
                  <c:v>-21.695148516670997</c:v>
                </c:pt>
                <c:pt idx="10163">
                  <c:v>-21.695567196561996</c:v>
                </c:pt>
                <c:pt idx="10164">
                  <c:v>-21.695985684362995</c:v>
                </c:pt>
                <c:pt idx="10165">
                  <c:v>-21.696403980132999</c:v>
                </c:pt>
                <c:pt idx="10166">
                  <c:v>-21.696822083937008</c:v>
                </c:pt>
                <c:pt idx="10167">
                  <c:v>-21.697239995833002</c:v>
                </c:pt>
                <c:pt idx="10168">
                  <c:v>-21.697657715887004</c:v>
                </c:pt>
                <c:pt idx="10169">
                  <c:v>-21.698075244156996</c:v>
                </c:pt>
                <c:pt idx="10170">
                  <c:v>-21.698492580708006</c:v>
                </c:pt>
                <c:pt idx="10171">
                  <c:v>-21.698909725599009</c:v>
                </c:pt>
                <c:pt idx="10172">
                  <c:v>-21.699326678893016</c:v>
                </c:pt>
                <c:pt idx="10173">
                  <c:v>-21.699743440652014</c:v>
                </c:pt>
                <c:pt idx="10174">
                  <c:v>-21.700160010937992</c:v>
                </c:pt>
                <c:pt idx="10175">
                  <c:v>-21.700576389811999</c:v>
                </c:pt>
                <c:pt idx="10176">
                  <c:v>-21.700992577335001</c:v>
                </c:pt>
                <c:pt idx="10177">
                  <c:v>-21.701408573570006</c:v>
                </c:pt>
                <c:pt idx="10178">
                  <c:v>-21.701824378576987</c:v>
                </c:pt>
                <c:pt idx="10179">
                  <c:v>-21.702239992420004</c:v>
                </c:pt>
                <c:pt idx="10180">
                  <c:v>-21.702655415158006</c:v>
                </c:pt>
                <c:pt idx="10181">
                  <c:v>-21.703070646854002</c:v>
                </c:pt>
                <c:pt idx="10182">
                  <c:v>-21.703485687569014</c:v>
                </c:pt>
                <c:pt idx="10183">
                  <c:v>-21.703900537366025</c:v>
                </c:pt>
                <c:pt idx="10184">
                  <c:v>-21.704315196302986</c:v>
                </c:pt>
                <c:pt idx="10185">
                  <c:v>-21.704729664445978</c:v>
                </c:pt>
                <c:pt idx="10186">
                  <c:v>-21.705143941851986</c:v>
                </c:pt>
                <c:pt idx="10187">
                  <c:v>-21.705558028585983</c:v>
                </c:pt>
                <c:pt idx="10188">
                  <c:v>-21.705971924707001</c:v>
                </c:pt>
                <c:pt idx="10189">
                  <c:v>-21.706385630277993</c:v>
                </c:pt>
                <c:pt idx="10190">
                  <c:v>-21.706799145359014</c:v>
                </c:pt>
                <c:pt idx="10191">
                  <c:v>-21.707212470013019</c:v>
                </c:pt>
                <c:pt idx="10192">
                  <c:v>-21.707625604299977</c:v>
                </c:pt>
                <c:pt idx="10193">
                  <c:v>-21.708038548281991</c:v>
                </c:pt>
                <c:pt idx="10194">
                  <c:v>-21.708451302019</c:v>
                </c:pt>
                <c:pt idx="10195">
                  <c:v>-21.708863865573989</c:v>
                </c:pt>
                <c:pt idx="10196">
                  <c:v>-21.709276239007011</c:v>
                </c:pt>
                <c:pt idx="10197">
                  <c:v>-21.709688422380992</c:v>
                </c:pt>
                <c:pt idx="10198">
                  <c:v>-21.710100415753999</c:v>
                </c:pt>
                <c:pt idx="10199">
                  <c:v>-21.710512219191003</c:v>
                </c:pt>
                <c:pt idx="10200">
                  <c:v>-21.710923832750012</c:v>
                </c:pt>
                <c:pt idx="10201">
                  <c:v>-21.711351685122992</c:v>
                </c:pt>
                <c:pt idx="10202">
                  <c:v>-21.711779347742009</c:v>
                </c:pt>
                <c:pt idx="10203">
                  <c:v>-21.712206820666978</c:v>
                </c:pt>
                <c:pt idx="10204">
                  <c:v>-21.712634103959999</c:v>
                </c:pt>
                <c:pt idx="10205">
                  <c:v>-21.713061197682009</c:v>
                </c:pt>
                <c:pt idx="10206">
                  <c:v>-21.713488101894001</c:v>
                </c:pt>
                <c:pt idx="10207">
                  <c:v>-21.713914816656001</c:v>
                </c:pt>
                <c:pt idx="10208">
                  <c:v>-21.71434134203102</c:v>
                </c:pt>
                <c:pt idx="10209">
                  <c:v>-21.714767678078005</c:v>
                </c:pt>
                <c:pt idx="10210">
                  <c:v>-21.715193824859995</c:v>
                </c:pt>
                <c:pt idx="10211">
                  <c:v>-21.715619782435994</c:v>
                </c:pt>
                <c:pt idx="10212">
                  <c:v>-21.716045550867989</c:v>
                </c:pt>
                <c:pt idx="10213">
                  <c:v>-21.716471130216007</c:v>
                </c:pt>
                <c:pt idx="10214">
                  <c:v>-21.716896520542008</c:v>
                </c:pt>
                <c:pt idx="10215">
                  <c:v>-21.717321721905989</c:v>
                </c:pt>
                <c:pt idx="10216">
                  <c:v>-21.717746734369001</c:v>
                </c:pt>
                <c:pt idx="10217">
                  <c:v>-21.718171557992974</c:v>
                </c:pt>
                <c:pt idx="10218">
                  <c:v>-21.718596192836998</c:v>
                </c:pt>
                <c:pt idx="10219">
                  <c:v>-21.719020638962007</c:v>
                </c:pt>
                <c:pt idx="10220">
                  <c:v>-21.719444896429991</c:v>
                </c:pt>
                <c:pt idx="10221">
                  <c:v>-21.719868965301004</c:v>
                </c:pt>
                <c:pt idx="10222">
                  <c:v>-21.72029284563601</c:v>
                </c:pt>
                <c:pt idx="10223">
                  <c:v>-21.720716537496003</c:v>
                </c:pt>
                <c:pt idx="10224">
                  <c:v>-21.721140040940014</c:v>
                </c:pt>
                <c:pt idx="10225">
                  <c:v>-21.721563356030998</c:v>
                </c:pt>
                <c:pt idx="10226">
                  <c:v>-21.721986482827987</c:v>
                </c:pt>
                <c:pt idx="10227">
                  <c:v>-21.722409421392001</c:v>
                </c:pt>
                <c:pt idx="10228">
                  <c:v>-21.722832171783978</c:v>
                </c:pt>
                <c:pt idx="10229">
                  <c:v>-21.723254734064994</c:v>
                </c:pt>
                <c:pt idx="10230">
                  <c:v>-21.723677108293998</c:v>
                </c:pt>
                <c:pt idx="10231">
                  <c:v>-21.724099294531982</c:v>
                </c:pt>
                <c:pt idx="10232">
                  <c:v>-21.724521292841018</c:v>
                </c:pt>
                <c:pt idx="10233">
                  <c:v>-21.724943103279998</c:v>
                </c:pt>
                <c:pt idx="10234">
                  <c:v>-21.725364725909998</c:v>
                </c:pt>
                <c:pt idx="10235">
                  <c:v>-21.725786160793007</c:v>
                </c:pt>
                <c:pt idx="10236">
                  <c:v>-21.72620740798601</c:v>
                </c:pt>
                <c:pt idx="10237">
                  <c:v>-21.72662846755199</c:v>
                </c:pt>
                <c:pt idx="10238">
                  <c:v>-21.727049339550007</c:v>
                </c:pt>
                <c:pt idx="10239">
                  <c:v>-21.727470024040997</c:v>
                </c:pt>
                <c:pt idx="10240">
                  <c:v>-21.72789052108601</c:v>
                </c:pt>
                <c:pt idx="10241">
                  <c:v>-21.728310830745016</c:v>
                </c:pt>
                <c:pt idx="10242">
                  <c:v>-21.72873095307699</c:v>
                </c:pt>
                <c:pt idx="10243">
                  <c:v>-21.729150888145</c:v>
                </c:pt>
                <c:pt idx="10244">
                  <c:v>-21.729570636007026</c:v>
                </c:pt>
                <c:pt idx="10245">
                  <c:v>-21.729990196723008</c:v>
                </c:pt>
                <c:pt idx="10246">
                  <c:v>-21.730409570354993</c:v>
                </c:pt>
                <c:pt idx="10247">
                  <c:v>-21.730828756962978</c:v>
                </c:pt>
                <c:pt idx="10248">
                  <c:v>-21.731247756605995</c:v>
                </c:pt>
                <c:pt idx="10249">
                  <c:v>-21.731666569345009</c:v>
                </c:pt>
                <c:pt idx="10250">
                  <c:v>-21.732085195239989</c:v>
                </c:pt>
                <c:pt idx="10251">
                  <c:v>-21.732503634350991</c:v>
                </c:pt>
                <c:pt idx="10252">
                  <c:v>-21.732921886739007</c:v>
                </c:pt>
                <c:pt idx="10253">
                  <c:v>-21.733339952462984</c:v>
                </c:pt>
                <c:pt idx="10254">
                  <c:v>-21.733757831583006</c:v>
                </c:pt>
                <c:pt idx="10255">
                  <c:v>-21.73417552415998</c:v>
                </c:pt>
                <c:pt idx="10256">
                  <c:v>-21.734593030252995</c:v>
                </c:pt>
                <c:pt idx="10257">
                  <c:v>-21.735010349923016</c:v>
                </c:pt>
                <c:pt idx="10258">
                  <c:v>-21.735427483229984</c:v>
                </c:pt>
                <c:pt idx="10259">
                  <c:v>-21.735844430233982</c:v>
                </c:pt>
                <c:pt idx="10260">
                  <c:v>-21.736261190994014</c:v>
                </c:pt>
                <c:pt idx="10261">
                  <c:v>-21.736677765570988</c:v>
                </c:pt>
                <c:pt idx="10262">
                  <c:v>-21.737094154023993</c:v>
                </c:pt>
                <c:pt idx="10263">
                  <c:v>-21.737510356412997</c:v>
                </c:pt>
                <c:pt idx="10264">
                  <c:v>-21.737926372798</c:v>
                </c:pt>
                <c:pt idx="10265">
                  <c:v>-21.738342203239995</c:v>
                </c:pt>
                <c:pt idx="10266">
                  <c:v>-21.738757847798013</c:v>
                </c:pt>
                <c:pt idx="10267">
                  <c:v>-21.739173306531001</c:v>
                </c:pt>
                <c:pt idx="10268">
                  <c:v>-21.739588579500008</c:v>
                </c:pt>
                <c:pt idx="10269">
                  <c:v>-21.740003666764977</c:v>
                </c:pt>
                <c:pt idx="10270">
                  <c:v>-21.740418568384996</c:v>
                </c:pt>
                <c:pt idx="10271">
                  <c:v>-21.740833284419011</c:v>
                </c:pt>
                <c:pt idx="10272">
                  <c:v>-21.741247814928983</c:v>
                </c:pt>
                <c:pt idx="10273">
                  <c:v>-21.741662159972009</c:v>
                </c:pt>
                <c:pt idx="10274">
                  <c:v>-21.742076319610021</c:v>
                </c:pt>
                <c:pt idx="10275">
                  <c:v>-21.742490293901994</c:v>
                </c:pt>
                <c:pt idx="10276">
                  <c:v>-21.742904082907017</c:v>
                </c:pt>
                <c:pt idx="10277">
                  <c:v>-21.743317686684975</c:v>
                </c:pt>
                <c:pt idx="10278">
                  <c:v>-21.743731105296007</c:v>
                </c:pt>
                <c:pt idx="10279">
                  <c:v>-21.744144338799003</c:v>
                </c:pt>
                <c:pt idx="10280">
                  <c:v>-21.744557387253991</c:v>
                </c:pt>
                <c:pt idx="10281">
                  <c:v>-21.744970250720002</c:v>
                </c:pt>
                <c:pt idx="10282">
                  <c:v>-21.745382929258</c:v>
                </c:pt>
                <c:pt idx="10283">
                  <c:v>-21.745795422925994</c:v>
                </c:pt>
                <c:pt idx="10284">
                  <c:v>-21.746207731782988</c:v>
                </c:pt>
                <c:pt idx="10285">
                  <c:v>-21.746619855890003</c:v>
                </c:pt>
                <c:pt idx="10286">
                  <c:v>-21.747031795305986</c:v>
                </c:pt>
                <c:pt idx="10287">
                  <c:v>-21.747443550089997</c:v>
                </c:pt>
                <c:pt idx="10288">
                  <c:v>-21.747855120302006</c:v>
                </c:pt>
                <c:pt idx="10289">
                  <c:v>-21.748266506000988</c:v>
                </c:pt>
                <c:pt idx="10290">
                  <c:v>-21.748677707246998</c:v>
                </c:pt>
                <c:pt idx="10291">
                  <c:v>-21.749088724098982</c:v>
                </c:pt>
                <c:pt idx="10292">
                  <c:v>-21.749499556615007</c:v>
                </c:pt>
                <c:pt idx="10293">
                  <c:v>-21.749910204857002</c:v>
                </c:pt>
                <c:pt idx="10294">
                  <c:v>-21.750320668881983</c:v>
                </c:pt>
                <c:pt idx="10295">
                  <c:v>-21.750730948750004</c:v>
                </c:pt>
                <c:pt idx="10296">
                  <c:v>-21.751141044521006</c:v>
                </c:pt>
                <c:pt idx="10297">
                  <c:v>-21.751550956252999</c:v>
                </c:pt>
                <c:pt idx="10298">
                  <c:v>-21.751960684006008</c:v>
                </c:pt>
                <c:pt idx="10299">
                  <c:v>-21.752370227838981</c:v>
                </c:pt>
                <c:pt idx="10300">
                  <c:v>-21.752779587812</c:v>
                </c:pt>
                <c:pt idx="10301">
                  <c:v>-21.753188763983019</c:v>
                </c:pt>
                <c:pt idx="10302">
                  <c:v>-21.753597756410983</c:v>
                </c:pt>
                <c:pt idx="10303">
                  <c:v>-21.754006565156004</c:v>
                </c:pt>
                <c:pt idx="10304">
                  <c:v>-21.754415190277001</c:v>
                </c:pt>
                <c:pt idx="10305">
                  <c:v>-21.754823631834</c:v>
                </c:pt>
                <c:pt idx="10306">
                  <c:v>-21.755231889883987</c:v>
                </c:pt>
                <c:pt idx="10307">
                  <c:v>-21.755639964487017</c:v>
                </c:pt>
                <c:pt idx="10308">
                  <c:v>-21.756047855701979</c:v>
                </c:pt>
                <c:pt idx="10309">
                  <c:v>-21.756455563586997</c:v>
                </c:pt>
                <c:pt idx="10310">
                  <c:v>-21.756863088203005</c:v>
                </c:pt>
                <c:pt idx="10311">
                  <c:v>-21.757270429607985</c:v>
                </c:pt>
                <c:pt idx="10312">
                  <c:v>-21.757677587860996</c:v>
                </c:pt>
                <c:pt idx="10313">
                  <c:v>-21.758084563020986</c:v>
                </c:pt>
                <c:pt idx="10314">
                  <c:v>-21.758491355146987</c:v>
                </c:pt>
                <c:pt idx="10315">
                  <c:v>-21.758897964297006</c:v>
                </c:pt>
                <c:pt idx="10316">
                  <c:v>-21.759304390530986</c:v>
                </c:pt>
                <c:pt idx="10317">
                  <c:v>-21.759710633906991</c:v>
                </c:pt>
                <c:pt idx="10318">
                  <c:v>-21.760116694485021</c:v>
                </c:pt>
                <c:pt idx="10319">
                  <c:v>-21.760522572322998</c:v>
                </c:pt>
                <c:pt idx="10320">
                  <c:v>-21.760928267480011</c:v>
                </c:pt>
                <c:pt idx="10321">
                  <c:v>-21.761333780013985</c:v>
                </c:pt>
                <c:pt idx="10322">
                  <c:v>-21.761739109985001</c:v>
                </c:pt>
                <c:pt idx="10323">
                  <c:v>-21.762144257450018</c:v>
                </c:pt>
                <c:pt idx="10324">
                  <c:v>-21.76254922247</c:v>
                </c:pt>
                <c:pt idx="10325">
                  <c:v>-21.762954005103012</c:v>
                </c:pt>
                <c:pt idx="10326">
                  <c:v>-21.763358605406012</c:v>
                </c:pt>
                <c:pt idx="10327">
                  <c:v>-21.763763023439992</c:v>
                </c:pt>
                <c:pt idx="10328">
                  <c:v>-21.76416725926299</c:v>
                </c:pt>
                <c:pt idx="10329">
                  <c:v>-21.76457131293202</c:v>
                </c:pt>
                <c:pt idx="10330">
                  <c:v>-21.764975184507989</c:v>
                </c:pt>
                <c:pt idx="10331">
                  <c:v>-21.765378874047002</c:v>
                </c:pt>
                <c:pt idx="10332">
                  <c:v>-21.765782381610023</c:v>
                </c:pt>
                <c:pt idx="10333">
                  <c:v>-21.76618570725401</c:v>
                </c:pt>
                <c:pt idx="10334">
                  <c:v>-21.766588851037994</c:v>
                </c:pt>
                <c:pt idx="10335">
                  <c:v>-21.766991813020979</c:v>
                </c:pt>
                <c:pt idx="10336">
                  <c:v>-21.767394593260008</c:v>
                </c:pt>
                <c:pt idx="10337">
                  <c:v>-21.767797191815021</c:v>
                </c:pt>
                <c:pt idx="10338">
                  <c:v>-21.768199608743998</c:v>
                </c:pt>
                <c:pt idx="10339">
                  <c:v>-21.768601844106001</c:v>
                </c:pt>
                <c:pt idx="10340">
                  <c:v>-21.769003897958015</c:v>
                </c:pt>
                <c:pt idx="10341">
                  <c:v>-21.769405770360009</c:v>
                </c:pt>
                <c:pt idx="10342">
                  <c:v>-21.769807461368998</c:v>
                </c:pt>
                <c:pt idx="10343">
                  <c:v>-21.770208971043985</c:v>
                </c:pt>
                <c:pt idx="10344">
                  <c:v>-21.770610299443007</c:v>
                </c:pt>
                <c:pt idx="10345">
                  <c:v>-21.77101144662501</c:v>
                </c:pt>
                <c:pt idx="10346">
                  <c:v>-21.771412412648004</c:v>
                </c:pt>
                <c:pt idx="10347">
                  <c:v>-21.771813197569003</c:v>
                </c:pt>
                <c:pt idx="10348">
                  <c:v>-21.772213801449027</c:v>
                </c:pt>
                <c:pt idx="10349">
                  <c:v>-21.772614224343982</c:v>
                </c:pt>
                <c:pt idx="10350">
                  <c:v>-21.773014466312986</c:v>
                </c:pt>
                <c:pt idx="10351">
                  <c:v>-21.773414527414019</c:v>
                </c:pt>
                <c:pt idx="10352">
                  <c:v>-21.773814407705999</c:v>
                </c:pt>
                <c:pt idx="10353">
                  <c:v>-21.774214107245001</c:v>
                </c:pt>
                <c:pt idx="10354">
                  <c:v>-21.774613626090996</c:v>
                </c:pt>
                <c:pt idx="10355">
                  <c:v>-21.775012964301993</c:v>
                </c:pt>
                <c:pt idx="10356">
                  <c:v>-21.775412121936</c:v>
                </c:pt>
                <c:pt idx="10357">
                  <c:v>-21.775811099050003</c:v>
                </c:pt>
                <c:pt idx="10358">
                  <c:v>-21.776209895704</c:v>
                </c:pt>
                <c:pt idx="10359">
                  <c:v>-21.776608511954009</c:v>
                </c:pt>
                <c:pt idx="10360">
                  <c:v>-21.777006947860002</c:v>
                </c:pt>
                <c:pt idx="10361">
                  <c:v>-21.777405203477997</c:v>
                </c:pt>
                <c:pt idx="10362">
                  <c:v>-21.777803278868021</c:v>
                </c:pt>
                <c:pt idx="10363">
                  <c:v>-21.778201174087002</c:v>
                </c:pt>
                <c:pt idx="10364">
                  <c:v>-21.778598889192011</c:v>
                </c:pt>
                <c:pt idx="10365">
                  <c:v>-21.77899642424299</c:v>
                </c:pt>
                <c:pt idx="10366">
                  <c:v>-21.779393779295987</c:v>
                </c:pt>
                <c:pt idx="10367">
                  <c:v>-21.779790954410004</c:v>
                </c:pt>
                <c:pt idx="10368">
                  <c:v>-21.780187949642993</c:v>
                </c:pt>
                <c:pt idx="10369">
                  <c:v>-21.780584765051998</c:v>
                </c:pt>
                <c:pt idx="10370">
                  <c:v>-21.780981400695026</c:v>
                </c:pt>
                <c:pt idx="10371">
                  <c:v>-21.781377856630996</c:v>
                </c:pt>
                <c:pt idx="10372">
                  <c:v>-21.781774132916013</c:v>
                </c:pt>
                <c:pt idx="10373">
                  <c:v>-21.782170229608994</c:v>
                </c:pt>
                <c:pt idx="10374">
                  <c:v>-21.782566146769</c:v>
                </c:pt>
                <c:pt idx="10375">
                  <c:v>-21.782961884450998</c:v>
                </c:pt>
                <c:pt idx="10376">
                  <c:v>-21.783357442713992</c:v>
                </c:pt>
                <c:pt idx="10377">
                  <c:v>-21.783752821614996</c:v>
                </c:pt>
                <c:pt idx="10378">
                  <c:v>-21.784148021213014</c:v>
                </c:pt>
                <c:pt idx="10379">
                  <c:v>-21.784543041565001</c:v>
                </c:pt>
                <c:pt idx="10380">
                  <c:v>-21.784937882728002</c:v>
                </c:pt>
                <c:pt idx="10381">
                  <c:v>-21.785332544761019</c:v>
                </c:pt>
                <c:pt idx="10382">
                  <c:v>-21.785727027719986</c:v>
                </c:pt>
                <c:pt idx="10383">
                  <c:v>-21.786121331663992</c:v>
                </c:pt>
                <c:pt idx="10384">
                  <c:v>-21.786515456650989</c:v>
                </c:pt>
                <c:pt idx="10385">
                  <c:v>-21.786909402736001</c:v>
                </c:pt>
                <c:pt idx="10386">
                  <c:v>-21.787303169978998</c:v>
                </c:pt>
                <c:pt idx="10387">
                  <c:v>-21.787696758436994</c:v>
                </c:pt>
                <c:pt idx="10388">
                  <c:v>-21.788090168167003</c:v>
                </c:pt>
                <c:pt idx="10389">
                  <c:v>-21.78848339922601</c:v>
                </c:pt>
                <c:pt idx="10390">
                  <c:v>-21.788876451672991</c:v>
                </c:pt>
                <c:pt idx="10391">
                  <c:v>-21.789269325563993</c:v>
                </c:pt>
                <c:pt idx="10392">
                  <c:v>-21.789662020957024</c:v>
                </c:pt>
                <c:pt idx="10393">
                  <c:v>-21.790054537910009</c:v>
                </c:pt>
                <c:pt idx="10394">
                  <c:v>-21.790446876478995</c:v>
                </c:pt>
                <c:pt idx="10395">
                  <c:v>-21.790839036722986</c:v>
                </c:pt>
                <c:pt idx="10396">
                  <c:v>-21.791231018697999</c:v>
                </c:pt>
                <c:pt idx="10397">
                  <c:v>-21.791622822463012</c:v>
                </c:pt>
                <c:pt idx="10398">
                  <c:v>-21.79201444807299</c:v>
                </c:pt>
                <c:pt idx="10399">
                  <c:v>-21.792405895586</c:v>
                </c:pt>
                <c:pt idx="10400">
                  <c:v>-21.792797165059994</c:v>
                </c:pt>
                <c:pt idx="10401">
                  <c:v>-21.793188256551986</c:v>
                </c:pt>
                <c:pt idx="10402">
                  <c:v>-21.793579170120012</c:v>
                </c:pt>
                <c:pt idx="10403">
                  <c:v>-21.793969905819012</c:v>
                </c:pt>
                <c:pt idx="10404">
                  <c:v>-21.794360463708983</c:v>
                </c:pt>
                <c:pt idx="10405">
                  <c:v>-21.794750843845009</c:v>
                </c:pt>
                <c:pt idx="10406">
                  <c:v>-21.795141046284982</c:v>
                </c:pt>
                <c:pt idx="10407">
                  <c:v>-21.795531071086003</c:v>
                </c:pt>
                <c:pt idx="10408">
                  <c:v>-21.795920918305995</c:v>
                </c:pt>
                <c:pt idx="10409">
                  <c:v>-21.796310587999983</c:v>
                </c:pt>
                <c:pt idx="10410">
                  <c:v>-21.796700080227993</c:v>
                </c:pt>
                <c:pt idx="10411">
                  <c:v>-21.797089395043997</c:v>
                </c:pt>
                <c:pt idx="10412">
                  <c:v>-21.797478532507995</c:v>
                </c:pt>
                <c:pt idx="10413">
                  <c:v>-21.797867492674015</c:v>
                </c:pt>
                <c:pt idx="10414">
                  <c:v>-21.798256275602</c:v>
                </c:pt>
                <c:pt idx="10415">
                  <c:v>-21.798644881347002</c:v>
                </c:pt>
                <c:pt idx="10416">
                  <c:v>-21.799033309966006</c:v>
                </c:pt>
                <c:pt idx="10417">
                  <c:v>-21.799421561516994</c:v>
                </c:pt>
                <c:pt idx="10418">
                  <c:v>-21.799809636056011</c:v>
                </c:pt>
                <c:pt idx="10419">
                  <c:v>-21.800197533641011</c:v>
                </c:pt>
                <c:pt idx="10420">
                  <c:v>-21.800585254328979</c:v>
                </c:pt>
                <c:pt idx="10421">
                  <c:v>-21.800972798174996</c:v>
                </c:pt>
                <c:pt idx="10422">
                  <c:v>-21.801360165237014</c:v>
                </c:pt>
                <c:pt idx="10423">
                  <c:v>-21.80174735557199</c:v>
                </c:pt>
                <c:pt idx="10424">
                  <c:v>-21.802134369236995</c:v>
                </c:pt>
                <c:pt idx="10425">
                  <c:v>-21.80252120628802</c:v>
                </c:pt>
                <c:pt idx="10426">
                  <c:v>-21.802907866781993</c:v>
                </c:pt>
                <c:pt idx="10427">
                  <c:v>-21.803294350776014</c:v>
                </c:pt>
                <c:pt idx="10428">
                  <c:v>-21.803680658326982</c:v>
                </c:pt>
                <c:pt idx="10429">
                  <c:v>-21.804066789491998</c:v>
                </c:pt>
                <c:pt idx="10430">
                  <c:v>-21.804452744326994</c:v>
                </c:pt>
                <c:pt idx="10431">
                  <c:v>-21.804838522888986</c:v>
                </c:pt>
                <c:pt idx="10432">
                  <c:v>-21.805224125233991</c:v>
                </c:pt>
                <c:pt idx="10433">
                  <c:v>-21.805609551419025</c:v>
                </c:pt>
                <c:pt idx="10434">
                  <c:v>-21.805994801501981</c:v>
                </c:pt>
                <c:pt idx="10435">
                  <c:v>-21.806379875537999</c:v>
                </c:pt>
                <c:pt idx="10436">
                  <c:v>-21.806764773583978</c:v>
                </c:pt>
                <c:pt idx="10437">
                  <c:v>-21.80714949569699</c:v>
                </c:pt>
                <c:pt idx="10438">
                  <c:v>-21.807534041932996</c:v>
                </c:pt>
                <c:pt idx="10439">
                  <c:v>-21.807918412348982</c:v>
                </c:pt>
                <c:pt idx="10440">
                  <c:v>-21.808302607000996</c:v>
                </c:pt>
                <c:pt idx="10441">
                  <c:v>-21.808686625946024</c:v>
                </c:pt>
                <c:pt idx="10442">
                  <c:v>-21.809070469239998</c:v>
                </c:pt>
                <c:pt idx="10443">
                  <c:v>-21.809454136940985</c:v>
                </c:pt>
                <c:pt idx="10444">
                  <c:v>-21.809837629103015</c:v>
                </c:pt>
                <c:pt idx="10445">
                  <c:v>-21.810220945783982</c:v>
                </c:pt>
                <c:pt idx="10446">
                  <c:v>-21.810604087041014</c:v>
                </c:pt>
                <c:pt idx="10447">
                  <c:v>-21.810987052927999</c:v>
                </c:pt>
                <c:pt idx="10448">
                  <c:v>-21.811369843503996</c:v>
                </c:pt>
                <c:pt idx="10449">
                  <c:v>-21.811752458824003</c:v>
                </c:pt>
                <c:pt idx="10450">
                  <c:v>-21.812134898943981</c:v>
                </c:pt>
                <c:pt idx="10451">
                  <c:v>-21.812517163921001</c:v>
                </c:pt>
                <c:pt idx="10452">
                  <c:v>-21.81289925381202</c:v>
                </c:pt>
                <c:pt idx="10453">
                  <c:v>-21.813281168671978</c:v>
                </c:pt>
                <c:pt idx="10454">
                  <c:v>-21.813662908557006</c:v>
                </c:pt>
                <c:pt idx="10455">
                  <c:v>-21.814044473525001</c:v>
                </c:pt>
                <c:pt idx="10456">
                  <c:v>-21.814425863630987</c:v>
                </c:pt>
                <c:pt idx="10457">
                  <c:v>-21.814807078932006</c:v>
                </c:pt>
                <c:pt idx="10458">
                  <c:v>-21.815188119482997</c:v>
                </c:pt>
                <c:pt idx="10459">
                  <c:v>-21.815568985341002</c:v>
                </c:pt>
                <c:pt idx="10460">
                  <c:v>-21.815949676562013</c:v>
                </c:pt>
                <c:pt idx="10461">
                  <c:v>-21.816330193201992</c:v>
                </c:pt>
                <c:pt idx="10462">
                  <c:v>-21.816710535317014</c:v>
                </c:pt>
                <c:pt idx="10463">
                  <c:v>-21.817090702964009</c:v>
                </c:pt>
                <c:pt idx="10464">
                  <c:v>-21.817470696198001</c:v>
                </c:pt>
                <c:pt idx="10465">
                  <c:v>-21.817850515076003</c:v>
                </c:pt>
                <c:pt idx="10466">
                  <c:v>-21.818230159654007</c:v>
                </c:pt>
                <c:pt idx="10467">
                  <c:v>-21.81860962998698</c:v>
                </c:pt>
                <c:pt idx="10468">
                  <c:v>-21.818988926131993</c:v>
                </c:pt>
                <c:pt idx="10469">
                  <c:v>-21.819368048144014</c:v>
                </c:pt>
                <c:pt idx="10470">
                  <c:v>-21.819746996079004</c:v>
                </c:pt>
                <c:pt idx="10471">
                  <c:v>-21.820125769994007</c:v>
                </c:pt>
                <c:pt idx="10472">
                  <c:v>-21.820504369944985</c:v>
                </c:pt>
                <c:pt idx="10473">
                  <c:v>-21.820882795986989</c:v>
                </c:pt>
                <c:pt idx="10474">
                  <c:v>-21.821261048176012</c:v>
                </c:pt>
                <c:pt idx="10475">
                  <c:v>-21.821639126568982</c:v>
                </c:pt>
                <c:pt idx="10476">
                  <c:v>-21.822017031220014</c:v>
                </c:pt>
                <c:pt idx="10477">
                  <c:v>-21.822394762186008</c:v>
                </c:pt>
                <c:pt idx="10478">
                  <c:v>-21.822772319522983</c:v>
                </c:pt>
                <c:pt idx="10479">
                  <c:v>-21.823149703287015</c:v>
                </c:pt>
                <c:pt idx="10480">
                  <c:v>-21.823526913532987</c:v>
                </c:pt>
                <c:pt idx="10481">
                  <c:v>-21.823903950317003</c:v>
                </c:pt>
                <c:pt idx="10482">
                  <c:v>-21.824280813694998</c:v>
                </c:pt>
                <c:pt idx="10483">
                  <c:v>-21.824657503721994</c:v>
                </c:pt>
                <c:pt idx="10484">
                  <c:v>-21.825034020455007</c:v>
                </c:pt>
                <c:pt idx="10485">
                  <c:v>-21.825410363948009</c:v>
                </c:pt>
                <c:pt idx="10486">
                  <c:v>-21.825786534257986</c:v>
                </c:pt>
                <c:pt idx="10487">
                  <c:v>-21.826162531441014</c:v>
                </c:pt>
                <c:pt idx="10488">
                  <c:v>-21.826538355551975</c:v>
                </c:pt>
                <c:pt idx="10489">
                  <c:v>-21.826914006647002</c:v>
                </c:pt>
                <c:pt idx="10490">
                  <c:v>-21.82728948478001</c:v>
                </c:pt>
                <c:pt idx="10491">
                  <c:v>-21.82766479000901</c:v>
                </c:pt>
                <c:pt idx="10492">
                  <c:v>-21.828039922387006</c:v>
                </c:pt>
                <c:pt idx="10493">
                  <c:v>-21.828414881972009</c:v>
                </c:pt>
                <c:pt idx="10494">
                  <c:v>-21.82878966881799</c:v>
                </c:pt>
                <c:pt idx="10495">
                  <c:v>-21.829164282980997</c:v>
                </c:pt>
                <c:pt idx="10496">
                  <c:v>-21.829538724515999</c:v>
                </c:pt>
                <c:pt idx="10497">
                  <c:v>-21.829912993479979</c:v>
                </c:pt>
                <c:pt idx="10498">
                  <c:v>-21.830287089926998</c:v>
                </c:pt>
                <c:pt idx="10499">
                  <c:v>-21.830661013913016</c:v>
                </c:pt>
                <c:pt idx="10500">
                  <c:v>-21.831034765493001</c:v>
                </c:pt>
                <c:pt idx="10501">
                  <c:v>-21.83142278970999</c:v>
                </c:pt>
                <c:pt idx="10502">
                  <c:v>-21.831810641631989</c:v>
                </c:pt>
                <c:pt idx="10503">
                  <c:v>-21.832198321313996</c:v>
                </c:pt>
                <c:pt idx="10504">
                  <c:v>-21.832585828812</c:v>
                </c:pt>
                <c:pt idx="10505">
                  <c:v>-21.832973164181993</c:v>
                </c:pt>
                <c:pt idx="10506">
                  <c:v>-21.833360327478005</c:v>
                </c:pt>
                <c:pt idx="10507">
                  <c:v>-21.833747318755002</c:v>
                </c:pt>
                <c:pt idx="10508">
                  <c:v>-21.834134138069999</c:v>
                </c:pt>
                <c:pt idx="10509">
                  <c:v>-21.834520785476997</c:v>
                </c:pt>
                <c:pt idx="10510">
                  <c:v>-21.834907261032015</c:v>
                </c:pt>
                <c:pt idx="10511">
                  <c:v>-21.835293564788998</c:v>
                </c:pt>
                <c:pt idx="10512">
                  <c:v>-21.835679696805016</c:v>
                </c:pt>
                <c:pt idx="10513">
                  <c:v>-21.836065657134014</c:v>
                </c:pt>
                <c:pt idx="10514">
                  <c:v>-21.836451445830988</c:v>
                </c:pt>
                <c:pt idx="10515">
                  <c:v>-21.836837062952014</c:v>
                </c:pt>
                <c:pt idx="10516">
                  <c:v>-21.837222508551008</c:v>
                </c:pt>
                <c:pt idx="10517">
                  <c:v>-21.837607782683989</c:v>
                </c:pt>
                <c:pt idx="10518">
                  <c:v>-21.83799288540601</c:v>
                </c:pt>
                <c:pt idx="10519">
                  <c:v>-21.838377816771981</c:v>
                </c:pt>
                <c:pt idx="10520">
                  <c:v>-21.838762576837979</c:v>
                </c:pt>
                <c:pt idx="10521">
                  <c:v>-21.839147165656982</c:v>
                </c:pt>
                <c:pt idx="10522">
                  <c:v>-21.83953158328498</c:v>
                </c:pt>
                <c:pt idx="10523">
                  <c:v>-21.839915829777993</c:v>
                </c:pt>
                <c:pt idx="10524">
                  <c:v>-21.840299905188999</c:v>
                </c:pt>
                <c:pt idx="10525">
                  <c:v>-21.840683809575012</c:v>
                </c:pt>
                <c:pt idx="10526">
                  <c:v>-21.841067542990999</c:v>
                </c:pt>
                <c:pt idx="10527">
                  <c:v>-21.841451105489995</c:v>
                </c:pt>
                <c:pt idx="10528">
                  <c:v>-21.841834497127991</c:v>
                </c:pt>
                <c:pt idx="10529">
                  <c:v>-21.842217717958988</c:v>
                </c:pt>
                <c:pt idx="10530">
                  <c:v>-21.842600768040001</c:v>
                </c:pt>
                <c:pt idx="10531">
                  <c:v>-21.842983647423011</c:v>
                </c:pt>
                <c:pt idx="10532">
                  <c:v>-21.843366356166001</c:v>
                </c:pt>
                <c:pt idx="10533">
                  <c:v>-21.84374889432101</c:v>
                </c:pt>
                <c:pt idx="10534">
                  <c:v>-21.844131261944995</c:v>
                </c:pt>
                <c:pt idx="10535">
                  <c:v>-21.844513459091985</c:v>
                </c:pt>
                <c:pt idx="10536">
                  <c:v>-21.844895485815982</c:v>
                </c:pt>
                <c:pt idx="10537">
                  <c:v>-21.845277342172977</c:v>
                </c:pt>
                <c:pt idx="10538">
                  <c:v>-21.845659028215977</c:v>
                </c:pt>
                <c:pt idx="10539">
                  <c:v>-21.846040544001994</c:v>
                </c:pt>
                <c:pt idx="10540">
                  <c:v>-21.846421889584008</c:v>
                </c:pt>
                <c:pt idx="10541">
                  <c:v>-21.846803065018008</c:v>
                </c:pt>
                <c:pt idx="10542">
                  <c:v>-21.847184070357997</c:v>
                </c:pt>
                <c:pt idx="10543">
                  <c:v>-21.847564905658004</c:v>
                </c:pt>
                <c:pt idx="10544">
                  <c:v>-21.847945570972996</c:v>
                </c:pt>
                <c:pt idx="10545">
                  <c:v>-21.848326066357998</c:v>
                </c:pt>
                <c:pt idx="10546">
                  <c:v>-21.848706391868006</c:v>
                </c:pt>
                <c:pt idx="10547">
                  <c:v>-21.849086547556993</c:v>
                </c:pt>
                <c:pt idx="10548">
                  <c:v>-21.849466533478989</c:v>
                </c:pt>
                <c:pt idx="10549">
                  <c:v>-21.849846349690011</c:v>
                </c:pt>
                <c:pt idx="10550">
                  <c:v>-21.850225996243012</c:v>
                </c:pt>
                <c:pt idx="10551">
                  <c:v>-21.850605473192985</c:v>
                </c:pt>
                <c:pt idx="10552">
                  <c:v>-21.850984780594985</c:v>
                </c:pt>
                <c:pt idx="10553">
                  <c:v>-21.851363918502983</c:v>
                </c:pt>
                <c:pt idx="10554">
                  <c:v>-21.851742886972005</c:v>
                </c:pt>
                <c:pt idx="10555">
                  <c:v>-21.852121686055995</c:v>
                </c:pt>
                <c:pt idx="10556">
                  <c:v>-21.852500315808982</c:v>
                </c:pt>
                <c:pt idx="10557">
                  <c:v>-21.852878776285991</c:v>
                </c:pt>
                <c:pt idx="10558">
                  <c:v>-21.853257067541989</c:v>
                </c:pt>
                <c:pt idx="10559">
                  <c:v>-21.853635189630012</c:v>
                </c:pt>
                <c:pt idx="10560">
                  <c:v>-21.854013142604998</c:v>
                </c:pt>
                <c:pt idx="10561">
                  <c:v>-21.854390926521006</c:v>
                </c:pt>
                <c:pt idx="10562">
                  <c:v>-21.854768541433003</c:v>
                </c:pt>
                <c:pt idx="10563">
                  <c:v>-21.855145987395019</c:v>
                </c:pt>
                <c:pt idx="10564">
                  <c:v>-21.855523264460999</c:v>
                </c:pt>
                <c:pt idx="10565">
                  <c:v>-21.855900372684999</c:v>
                </c:pt>
                <c:pt idx="10566">
                  <c:v>-21.856277312121989</c:v>
                </c:pt>
                <c:pt idx="10567">
                  <c:v>-21.856654082826992</c:v>
                </c:pt>
                <c:pt idx="10568">
                  <c:v>-21.857030684851992</c:v>
                </c:pt>
                <c:pt idx="10569">
                  <c:v>-21.857407118251984</c:v>
                </c:pt>
                <c:pt idx="10570">
                  <c:v>-21.857783383081994</c:v>
                </c:pt>
                <c:pt idx="10571">
                  <c:v>-21.858159479395994</c:v>
                </c:pt>
                <c:pt idx="10572">
                  <c:v>-21.858535407247984</c:v>
                </c:pt>
                <c:pt idx="10573">
                  <c:v>-21.858911166691001</c:v>
                </c:pt>
                <c:pt idx="10574">
                  <c:v>-21.859286757779984</c:v>
                </c:pt>
                <c:pt idx="10575">
                  <c:v>-21.859662180569984</c:v>
                </c:pt>
                <c:pt idx="10576">
                  <c:v>-21.860037435115004</c:v>
                </c:pt>
                <c:pt idx="10577">
                  <c:v>-21.860412521466003</c:v>
                </c:pt>
                <c:pt idx="10578">
                  <c:v>-21.860787439679996</c:v>
                </c:pt>
                <c:pt idx="10579">
                  <c:v>-21.861162189811012</c:v>
                </c:pt>
                <c:pt idx="10580">
                  <c:v>-21.861536771911005</c:v>
                </c:pt>
                <c:pt idx="10581">
                  <c:v>-21.861911186035996</c:v>
                </c:pt>
                <c:pt idx="10582">
                  <c:v>-21.862285432238991</c:v>
                </c:pt>
                <c:pt idx="10583">
                  <c:v>-21.862659510573991</c:v>
                </c:pt>
                <c:pt idx="10584">
                  <c:v>-21.863033421094997</c:v>
                </c:pt>
                <c:pt idx="10585">
                  <c:v>-21.863407163857005</c:v>
                </c:pt>
                <c:pt idx="10586">
                  <c:v>-21.863780738911998</c:v>
                </c:pt>
                <c:pt idx="10587">
                  <c:v>-21.864154146314007</c:v>
                </c:pt>
                <c:pt idx="10588">
                  <c:v>-21.864527386118993</c:v>
                </c:pt>
                <c:pt idx="10589">
                  <c:v>-21.864900458378003</c:v>
                </c:pt>
                <c:pt idx="10590">
                  <c:v>-21.865273363146997</c:v>
                </c:pt>
                <c:pt idx="10591">
                  <c:v>-21.865646100478983</c:v>
                </c:pt>
                <c:pt idx="10592">
                  <c:v>-21.866018670427991</c:v>
                </c:pt>
                <c:pt idx="10593">
                  <c:v>-21.866391073047026</c:v>
                </c:pt>
                <c:pt idx="10594">
                  <c:v>-21.866763308391</c:v>
                </c:pt>
                <c:pt idx="10595">
                  <c:v>-21.867135376513005</c:v>
                </c:pt>
                <c:pt idx="10596">
                  <c:v>-21.867507277466018</c:v>
                </c:pt>
                <c:pt idx="10597">
                  <c:v>-21.867879011305007</c:v>
                </c:pt>
                <c:pt idx="10598">
                  <c:v>-21.868250578083007</c:v>
                </c:pt>
                <c:pt idx="10599">
                  <c:v>-21.868621977853991</c:v>
                </c:pt>
                <c:pt idx="10600">
                  <c:v>-21.868993210671988</c:v>
                </c:pt>
                <c:pt idx="10601">
                  <c:v>-21.86936427658901</c:v>
                </c:pt>
                <c:pt idx="10602">
                  <c:v>-21.869735175659997</c:v>
                </c:pt>
                <c:pt idx="10603">
                  <c:v>-21.870105907939006</c:v>
                </c:pt>
                <c:pt idx="10604">
                  <c:v>-21.870476473477993</c:v>
                </c:pt>
                <c:pt idx="10605">
                  <c:v>-21.870846872331981</c:v>
                </c:pt>
                <c:pt idx="10606">
                  <c:v>-21.871217104554006</c:v>
                </c:pt>
                <c:pt idx="10607">
                  <c:v>-21.871587170196989</c:v>
                </c:pt>
                <c:pt idx="10608">
                  <c:v>-21.871957069314988</c:v>
                </c:pt>
                <c:pt idx="10609">
                  <c:v>-21.872326801961975</c:v>
                </c:pt>
                <c:pt idx="10610">
                  <c:v>-21.872696368189992</c:v>
                </c:pt>
                <c:pt idx="10611">
                  <c:v>-21.873065768054005</c:v>
                </c:pt>
                <c:pt idx="10612">
                  <c:v>-21.873435001607021</c:v>
                </c:pt>
                <c:pt idx="10613">
                  <c:v>-21.873804068902018</c:v>
                </c:pt>
                <c:pt idx="10614">
                  <c:v>-21.874172969992003</c:v>
                </c:pt>
                <c:pt idx="10615">
                  <c:v>-21.874541704932</c:v>
                </c:pt>
                <c:pt idx="10616">
                  <c:v>-21.87491027377402</c:v>
                </c:pt>
                <c:pt idx="10617">
                  <c:v>-21.875278676572009</c:v>
                </c:pt>
                <c:pt idx="10618">
                  <c:v>-21.875646913379001</c:v>
                </c:pt>
                <c:pt idx="10619">
                  <c:v>-21.876014984248002</c:v>
                </c:pt>
                <c:pt idx="10620">
                  <c:v>-21.876382889231991</c:v>
                </c:pt>
                <c:pt idx="10621">
                  <c:v>-21.876750628385992</c:v>
                </c:pt>
                <c:pt idx="10622">
                  <c:v>-21.877118201761988</c:v>
                </c:pt>
                <c:pt idx="10623">
                  <c:v>-21.877485609414009</c:v>
                </c:pt>
                <c:pt idx="10624">
                  <c:v>-21.877852851393982</c:v>
                </c:pt>
                <c:pt idx="10625">
                  <c:v>-21.878219927755993</c:v>
                </c:pt>
                <c:pt idx="10626">
                  <c:v>-21.878586838554014</c:v>
                </c:pt>
                <c:pt idx="10627">
                  <c:v>-21.878953583839007</c:v>
                </c:pt>
                <c:pt idx="10628">
                  <c:v>-21.879320163665</c:v>
                </c:pt>
                <c:pt idx="10629">
                  <c:v>-21.879686578086023</c:v>
                </c:pt>
                <c:pt idx="10630">
                  <c:v>-21.880052827154998</c:v>
                </c:pt>
                <c:pt idx="10631">
                  <c:v>-21.880418910925016</c:v>
                </c:pt>
                <c:pt idx="10632">
                  <c:v>-21.880784829448004</c:v>
                </c:pt>
                <c:pt idx="10633">
                  <c:v>-21.881150582777991</c:v>
                </c:pt>
                <c:pt idx="10634">
                  <c:v>-21.881516170969007</c:v>
                </c:pt>
                <c:pt idx="10635">
                  <c:v>-21.881881594072013</c:v>
                </c:pt>
                <c:pt idx="10636">
                  <c:v>-21.882246852141009</c:v>
                </c:pt>
                <c:pt idx="10637">
                  <c:v>-21.882611945229002</c:v>
                </c:pt>
                <c:pt idx="10638">
                  <c:v>-21.882976873388998</c:v>
                </c:pt>
                <c:pt idx="10639">
                  <c:v>-21.883341636674004</c:v>
                </c:pt>
                <c:pt idx="10640">
                  <c:v>-21.883706235137993</c:v>
                </c:pt>
                <c:pt idx="10641">
                  <c:v>-21.884070668830987</c:v>
                </c:pt>
                <c:pt idx="10642">
                  <c:v>-21.884434937808976</c:v>
                </c:pt>
                <c:pt idx="10643">
                  <c:v>-21.884799042122978</c:v>
                </c:pt>
                <c:pt idx="10644">
                  <c:v>-21.885162981826994</c:v>
                </c:pt>
                <c:pt idx="10645">
                  <c:v>-21.885526756973007</c:v>
                </c:pt>
                <c:pt idx="10646">
                  <c:v>-21.885890367615019</c:v>
                </c:pt>
                <c:pt idx="10647">
                  <c:v>-21.886253813804018</c:v>
                </c:pt>
                <c:pt idx="10648">
                  <c:v>-21.886617095594005</c:v>
                </c:pt>
                <c:pt idx="10649">
                  <c:v>-21.886980213038015</c:v>
                </c:pt>
                <c:pt idx="10650">
                  <c:v>-21.887343166188003</c:v>
                </c:pt>
                <c:pt idx="10651">
                  <c:v>-21.887705955097999</c:v>
                </c:pt>
                <c:pt idx="10652">
                  <c:v>-21.888068579818992</c:v>
                </c:pt>
                <c:pt idx="10653">
                  <c:v>-21.888431040406005</c:v>
                </c:pt>
                <c:pt idx="10654">
                  <c:v>-21.888793336909004</c:v>
                </c:pt>
                <c:pt idx="10655">
                  <c:v>-21.88915546938199</c:v>
                </c:pt>
                <c:pt idx="10656">
                  <c:v>-21.889517437878993</c:v>
                </c:pt>
                <c:pt idx="10657">
                  <c:v>-21.889879242450007</c:v>
                </c:pt>
                <c:pt idx="10658">
                  <c:v>-21.89024088315</c:v>
                </c:pt>
                <c:pt idx="10659">
                  <c:v>-21.890602360029987</c:v>
                </c:pt>
                <c:pt idx="10660">
                  <c:v>-21.890963673142977</c:v>
                </c:pt>
                <c:pt idx="10661">
                  <c:v>-21.891324822541975</c:v>
                </c:pt>
                <c:pt idx="10662">
                  <c:v>-21.891685808279988</c:v>
                </c:pt>
                <c:pt idx="10663">
                  <c:v>-21.892046630408998</c:v>
                </c:pt>
                <c:pt idx="10664">
                  <c:v>-21.892407288980024</c:v>
                </c:pt>
                <c:pt idx="10665">
                  <c:v>-21.892767784048004</c:v>
                </c:pt>
                <c:pt idx="10666">
                  <c:v>-21.893128115665007</c:v>
                </c:pt>
                <c:pt idx="10667">
                  <c:v>-21.893488283882022</c:v>
                </c:pt>
                <c:pt idx="10668">
                  <c:v>-21.89384828875302</c:v>
                </c:pt>
                <c:pt idx="10669">
                  <c:v>-21.894208130330014</c:v>
                </c:pt>
                <c:pt idx="10670">
                  <c:v>-21.894567808665016</c:v>
                </c:pt>
                <c:pt idx="10671">
                  <c:v>-21.894927323810009</c:v>
                </c:pt>
                <c:pt idx="10672">
                  <c:v>-21.895286675818994</c:v>
                </c:pt>
                <c:pt idx="10673">
                  <c:v>-21.895645864742988</c:v>
                </c:pt>
                <c:pt idx="10674">
                  <c:v>-21.896004890635993</c:v>
                </c:pt>
                <c:pt idx="10675">
                  <c:v>-21.896363753548002</c:v>
                </c:pt>
                <c:pt idx="10676">
                  <c:v>-21.896722453532988</c:v>
                </c:pt>
                <c:pt idx="10677">
                  <c:v>-21.897080990643985</c:v>
                </c:pt>
                <c:pt idx="10678">
                  <c:v>-21.897439364930989</c:v>
                </c:pt>
                <c:pt idx="10679">
                  <c:v>-21.897797576447005</c:v>
                </c:pt>
                <c:pt idx="10680">
                  <c:v>-21.89815562524501</c:v>
                </c:pt>
                <c:pt idx="10681">
                  <c:v>-21.898513511377018</c:v>
                </c:pt>
                <c:pt idx="10682">
                  <c:v>-21.898871234895012</c:v>
                </c:pt>
                <c:pt idx="10683">
                  <c:v>-21.899228795851002</c:v>
                </c:pt>
                <c:pt idx="10684">
                  <c:v>-21.899586194297996</c:v>
                </c:pt>
                <c:pt idx="10685">
                  <c:v>-21.899943430288005</c:v>
                </c:pt>
                <c:pt idx="10686">
                  <c:v>-21.900300503873012</c:v>
                </c:pt>
                <c:pt idx="10687">
                  <c:v>-21.900657415104007</c:v>
                </c:pt>
                <c:pt idx="10688">
                  <c:v>-21.90101416403499</c:v>
                </c:pt>
                <c:pt idx="10689">
                  <c:v>-21.901370750717007</c:v>
                </c:pt>
                <c:pt idx="10690">
                  <c:v>-21.901727175201984</c:v>
                </c:pt>
                <c:pt idx="10691">
                  <c:v>-21.902083437542984</c:v>
                </c:pt>
                <c:pt idx="10692">
                  <c:v>-21.902439537790997</c:v>
                </c:pt>
                <c:pt idx="10693">
                  <c:v>-21.902795475999</c:v>
                </c:pt>
                <c:pt idx="10694">
                  <c:v>-21.903151252217981</c:v>
                </c:pt>
                <c:pt idx="10695">
                  <c:v>-21.903506866500976</c:v>
                </c:pt>
                <c:pt idx="10696">
                  <c:v>-21.903862318899996</c:v>
                </c:pt>
                <c:pt idx="10697">
                  <c:v>-21.904217609465974</c:v>
                </c:pt>
                <c:pt idx="10698">
                  <c:v>-21.904572738251005</c:v>
                </c:pt>
                <c:pt idx="10699">
                  <c:v>-21.904927705308012</c:v>
                </c:pt>
                <c:pt idx="10700">
                  <c:v>-21.905282510688011</c:v>
                </c:pt>
                <c:pt idx="10701">
                  <c:v>-21.905637154443014</c:v>
                </c:pt>
                <c:pt idx="10702">
                  <c:v>-21.905991636625004</c:v>
                </c:pt>
                <c:pt idx="10703">
                  <c:v>-21.906345957287016</c:v>
                </c:pt>
                <c:pt idx="10704">
                  <c:v>-21.906700116479016</c:v>
                </c:pt>
                <c:pt idx="10705">
                  <c:v>-21.907054114254009</c:v>
                </c:pt>
                <c:pt idx="10706">
                  <c:v>-21.907407950663014</c:v>
                </c:pt>
                <c:pt idx="10707">
                  <c:v>-21.907761625758013</c:v>
                </c:pt>
                <c:pt idx="10708">
                  <c:v>-21.908115139591985</c:v>
                </c:pt>
                <c:pt idx="10709">
                  <c:v>-21.908468492216002</c:v>
                </c:pt>
                <c:pt idx="10710">
                  <c:v>-21.908821683680998</c:v>
                </c:pt>
                <c:pt idx="10711">
                  <c:v>-21.909174714038983</c:v>
                </c:pt>
                <c:pt idx="10712">
                  <c:v>-21.909527583342992</c:v>
                </c:pt>
                <c:pt idx="10713">
                  <c:v>-21.909880291642992</c:v>
                </c:pt>
                <c:pt idx="10714">
                  <c:v>-21.910232838990993</c:v>
                </c:pt>
                <c:pt idx="10715">
                  <c:v>-21.910585225439974</c:v>
                </c:pt>
                <c:pt idx="10716">
                  <c:v>-21.910937451040013</c:v>
                </c:pt>
                <c:pt idx="10717">
                  <c:v>-21.911289515844004</c:v>
                </c:pt>
                <c:pt idx="10718">
                  <c:v>-21.91164141990302</c:v>
                </c:pt>
                <c:pt idx="10719">
                  <c:v>-21.911993163268022</c:v>
                </c:pt>
                <c:pt idx="10720">
                  <c:v>-21.912344745992016</c:v>
                </c:pt>
                <c:pt idx="10721">
                  <c:v>-21.912696168124995</c:v>
                </c:pt>
                <c:pt idx="10722">
                  <c:v>-21.913047429719995</c:v>
                </c:pt>
                <c:pt idx="10723">
                  <c:v>-21.91339853082701</c:v>
                </c:pt>
                <c:pt idx="10724">
                  <c:v>-21.913749471498988</c:v>
                </c:pt>
                <c:pt idx="10725">
                  <c:v>-21.914100251787005</c:v>
                </c:pt>
                <c:pt idx="10726">
                  <c:v>-21.914450871741991</c:v>
                </c:pt>
                <c:pt idx="10727">
                  <c:v>-21.914801331415987</c:v>
                </c:pt>
                <c:pt idx="10728">
                  <c:v>-21.915151630859981</c:v>
                </c:pt>
                <c:pt idx="10729">
                  <c:v>-21.915501770125985</c:v>
                </c:pt>
                <c:pt idx="10730">
                  <c:v>-21.915851749264988</c:v>
                </c:pt>
                <c:pt idx="10731">
                  <c:v>-21.916201568328006</c:v>
                </c:pt>
                <c:pt idx="10732">
                  <c:v>-21.916551227367023</c:v>
                </c:pt>
                <c:pt idx="10733">
                  <c:v>-21.916900726432999</c:v>
                </c:pt>
                <c:pt idx="10734">
                  <c:v>-21.917250065578003</c:v>
                </c:pt>
                <c:pt idx="10735">
                  <c:v>-21.917599244851999</c:v>
                </c:pt>
                <c:pt idx="10736">
                  <c:v>-21.917948264307995</c:v>
                </c:pt>
                <c:pt idx="10737">
                  <c:v>-21.918297123997007</c:v>
                </c:pt>
                <c:pt idx="10738">
                  <c:v>-21.918645823969001</c:v>
                </c:pt>
                <c:pt idx="10739">
                  <c:v>-21.918994364275989</c:v>
                </c:pt>
                <c:pt idx="10740">
                  <c:v>-21.91934274497001</c:v>
                </c:pt>
                <c:pt idx="10741">
                  <c:v>-21.919690966101001</c:v>
                </c:pt>
                <c:pt idx="10742">
                  <c:v>-21.920039027721003</c:v>
                </c:pt>
                <c:pt idx="10743">
                  <c:v>-21.920386929881005</c:v>
                </c:pt>
                <c:pt idx="10744">
                  <c:v>-21.920734672631994</c:v>
                </c:pt>
                <c:pt idx="10745">
                  <c:v>-21.921082256024988</c:v>
                </c:pt>
                <c:pt idx="10746">
                  <c:v>-21.921429680111999</c:v>
                </c:pt>
                <c:pt idx="10747">
                  <c:v>-21.921776944942991</c:v>
                </c:pt>
                <c:pt idx="10748">
                  <c:v>-21.922124050569977</c:v>
                </c:pt>
                <c:pt idx="10749">
                  <c:v>-21.922470997043973</c:v>
                </c:pt>
                <c:pt idx="10750">
                  <c:v>-21.922817784415003</c:v>
                </c:pt>
                <c:pt idx="10751">
                  <c:v>-21.923164412736014</c:v>
                </c:pt>
                <c:pt idx="10752">
                  <c:v>-21.923510882056007</c:v>
                </c:pt>
                <c:pt idx="10753">
                  <c:v>-21.923857192428017</c:v>
                </c:pt>
                <c:pt idx="10754">
                  <c:v>-21.924203343902008</c:v>
                </c:pt>
                <c:pt idx="10755">
                  <c:v>-21.924549336528003</c:v>
                </c:pt>
                <c:pt idx="10756">
                  <c:v>-21.924895170359008</c:v>
                </c:pt>
                <c:pt idx="10757">
                  <c:v>-21.925240845443994</c:v>
                </c:pt>
                <c:pt idx="10758">
                  <c:v>-21.925586361835997</c:v>
                </c:pt>
                <c:pt idx="10759">
                  <c:v>-21.925931719583986</c:v>
                </c:pt>
                <c:pt idx="10760">
                  <c:v>-21.926276918740001</c:v>
                </c:pt>
                <c:pt idx="10761">
                  <c:v>-21.926621959355003</c:v>
                </c:pt>
                <c:pt idx="10762">
                  <c:v>-21.926966841478986</c:v>
                </c:pt>
                <c:pt idx="10763">
                  <c:v>-21.927311565162995</c:v>
                </c:pt>
                <c:pt idx="10764">
                  <c:v>-21.927656130458985</c:v>
                </c:pt>
                <c:pt idx="10765">
                  <c:v>-21.928000537416978</c:v>
                </c:pt>
                <c:pt idx="10766">
                  <c:v>-21.92834478608799</c:v>
                </c:pt>
                <c:pt idx="10767">
                  <c:v>-21.928688876522983</c:v>
                </c:pt>
                <c:pt idx="10768">
                  <c:v>-21.929032808771979</c:v>
                </c:pt>
                <c:pt idx="10769">
                  <c:v>-21.929376582886022</c:v>
                </c:pt>
                <c:pt idx="10770">
                  <c:v>-21.929720198916016</c:v>
                </c:pt>
                <c:pt idx="10771">
                  <c:v>-21.930063656913006</c:v>
                </c:pt>
                <c:pt idx="10772">
                  <c:v>-21.93040695692801</c:v>
                </c:pt>
                <c:pt idx="10773">
                  <c:v>-21.930750099009998</c:v>
                </c:pt>
                <c:pt idx="10774">
                  <c:v>-21.931093083212005</c:v>
                </c:pt>
                <c:pt idx="10775">
                  <c:v>-21.931435909583001</c:v>
                </c:pt>
                <c:pt idx="10776">
                  <c:v>-21.931778578174004</c:v>
                </c:pt>
                <c:pt idx="10777">
                  <c:v>-21.932121089036002</c:v>
                </c:pt>
                <c:pt idx="10778">
                  <c:v>-21.932463442219984</c:v>
                </c:pt>
                <c:pt idx="10779">
                  <c:v>-21.932805637775004</c:v>
                </c:pt>
                <c:pt idx="10780">
                  <c:v>-21.933147675751997</c:v>
                </c:pt>
                <c:pt idx="10781">
                  <c:v>-21.933489556203</c:v>
                </c:pt>
                <c:pt idx="10782">
                  <c:v>-21.93383127917798</c:v>
                </c:pt>
                <c:pt idx="10783">
                  <c:v>-21.934172844726987</c:v>
                </c:pt>
                <c:pt idx="10784">
                  <c:v>-21.934514252900016</c:v>
                </c:pt>
                <c:pt idx="10785">
                  <c:v>-21.93485550374902</c:v>
                </c:pt>
                <c:pt idx="10786">
                  <c:v>-21.935196597322999</c:v>
                </c:pt>
                <c:pt idx="10787">
                  <c:v>-21.935537533674022</c:v>
                </c:pt>
                <c:pt idx="10788">
                  <c:v>-21.935878312851003</c:v>
                </c:pt>
                <c:pt idx="10789">
                  <c:v>-21.936218934906009</c:v>
                </c:pt>
                <c:pt idx="10790">
                  <c:v>-21.936559399888012</c:v>
                </c:pt>
                <c:pt idx="10791">
                  <c:v>-21.936899707847999</c:v>
                </c:pt>
                <c:pt idx="10792">
                  <c:v>-21.937239858835994</c:v>
                </c:pt>
                <c:pt idx="10793">
                  <c:v>-21.937579852903013</c:v>
                </c:pt>
                <c:pt idx="10794">
                  <c:v>-21.937919690097999</c:v>
                </c:pt>
                <c:pt idx="10795">
                  <c:v>-21.938259370472991</c:v>
                </c:pt>
                <c:pt idx="10796">
                  <c:v>-21.938598894077984</c:v>
                </c:pt>
                <c:pt idx="10797">
                  <c:v>-21.938938260962999</c:v>
                </c:pt>
                <c:pt idx="10798">
                  <c:v>-21.939277471178002</c:v>
                </c:pt>
                <c:pt idx="10799">
                  <c:v>-21.939616524773982</c:v>
                </c:pt>
                <c:pt idx="10800">
                  <c:v>-21.939955421799993</c:v>
                </c:pt>
                <c:pt idx="10801">
                  <c:v>-21.940306979691002</c:v>
                </c:pt>
                <c:pt idx="10802">
                  <c:v>-21.940658381112002</c:v>
                </c:pt>
                <c:pt idx="10803">
                  <c:v>-21.941009626113981</c:v>
                </c:pt>
                <c:pt idx="10804">
                  <c:v>-21.94136071474901</c:v>
                </c:pt>
                <c:pt idx="10805">
                  <c:v>-21.941711647066001</c:v>
                </c:pt>
                <c:pt idx="10806">
                  <c:v>-21.94206242311401</c:v>
                </c:pt>
                <c:pt idx="10807">
                  <c:v>-21.942413042944992</c:v>
                </c:pt>
                <c:pt idx="10808">
                  <c:v>-21.942763506608003</c:v>
                </c:pt>
                <c:pt idx="10809">
                  <c:v>-21.943113814153008</c:v>
                </c:pt>
                <c:pt idx="10810">
                  <c:v>-21.943463965630002</c:v>
                </c:pt>
                <c:pt idx="10811">
                  <c:v>-21.943813961090996</c:v>
                </c:pt>
                <c:pt idx="10812">
                  <c:v>-21.944163800582999</c:v>
                </c:pt>
                <c:pt idx="10813">
                  <c:v>-21.944513484159017</c:v>
                </c:pt>
                <c:pt idx="10814">
                  <c:v>-21.944863011867</c:v>
                </c:pt>
                <c:pt idx="10815">
                  <c:v>-21.945212383756996</c:v>
                </c:pt>
                <c:pt idx="10816">
                  <c:v>-21.945561599880023</c:v>
                </c:pt>
                <c:pt idx="10817">
                  <c:v>-21.945910660286984</c:v>
                </c:pt>
                <c:pt idx="10818">
                  <c:v>-21.946259565025002</c:v>
                </c:pt>
                <c:pt idx="10819">
                  <c:v>-21.946608314146005</c:v>
                </c:pt>
                <c:pt idx="10820">
                  <c:v>-21.946956907699985</c:v>
                </c:pt>
                <c:pt idx="10821">
                  <c:v>-21.947305345735003</c:v>
                </c:pt>
                <c:pt idx="10822">
                  <c:v>-21.94765362830401</c:v>
                </c:pt>
                <c:pt idx="10823">
                  <c:v>-21.948001755453987</c:v>
                </c:pt>
                <c:pt idx="10824">
                  <c:v>-21.948349727237002</c:v>
                </c:pt>
                <c:pt idx="10825">
                  <c:v>-21.948697543701002</c:v>
                </c:pt>
                <c:pt idx="10826">
                  <c:v>-21.949045204897004</c:v>
                </c:pt>
                <c:pt idx="10827">
                  <c:v>-21.949392710874008</c:v>
                </c:pt>
                <c:pt idx="10828">
                  <c:v>-21.949740061683002</c:v>
                </c:pt>
                <c:pt idx="10829">
                  <c:v>-21.950087257373013</c:v>
                </c:pt>
                <c:pt idx="10830">
                  <c:v>-21.950434297993979</c:v>
                </c:pt>
                <c:pt idx="10831">
                  <c:v>-21.950781183594984</c:v>
                </c:pt>
                <c:pt idx="10832">
                  <c:v>-21.951127914227015</c:v>
                </c:pt>
                <c:pt idx="10833">
                  <c:v>-21.951474489937993</c:v>
                </c:pt>
                <c:pt idx="10834">
                  <c:v>-21.951820910779986</c:v>
                </c:pt>
                <c:pt idx="10835">
                  <c:v>-21.952167176800998</c:v>
                </c:pt>
                <c:pt idx="10836">
                  <c:v>-21.952513288051023</c:v>
                </c:pt>
                <c:pt idx="10837">
                  <c:v>-21.952859244579997</c:v>
                </c:pt>
                <c:pt idx="10838">
                  <c:v>-21.953205046438001</c:v>
                </c:pt>
                <c:pt idx="10839">
                  <c:v>-21.953550693672014</c:v>
                </c:pt>
                <c:pt idx="10840">
                  <c:v>-21.953896186335982</c:v>
                </c:pt>
                <c:pt idx="10841">
                  <c:v>-21.954241524476004</c:v>
                </c:pt>
                <c:pt idx="10842">
                  <c:v>-21.954586708143012</c:v>
                </c:pt>
                <c:pt idx="10843">
                  <c:v>-21.954931737387</c:v>
                </c:pt>
                <c:pt idx="10844">
                  <c:v>-21.955276612256</c:v>
                </c:pt>
                <c:pt idx="10845">
                  <c:v>-21.955621332800007</c:v>
                </c:pt>
                <c:pt idx="10846">
                  <c:v>-21.955965899070009</c:v>
                </c:pt>
                <c:pt idx="10847">
                  <c:v>-21.956310311113981</c:v>
                </c:pt>
                <c:pt idx="10848">
                  <c:v>-21.956654568982003</c:v>
                </c:pt>
                <c:pt idx="10849">
                  <c:v>-21.956998672724012</c:v>
                </c:pt>
                <c:pt idx="10850">
                  <c:v>-21.957342622387984</c:v>
                </c:pt>
                <c:pt idx="10851">
                  <c:v>-21.957686418023997</c:v>
                </c:pt>
                <c:pt idx="10852">
                  <c:v>-21.958030059682017</c:v>
                </c:pt>
                <c:pt idx="10853">
                  <c:v>-21.958373547410986</c:v>
                </c:pt>
                <c:pt idx="10854">
                  <c:v>-21.958716881260983</c:v>
                </c:pt>
                <c:pt idx="10855">
                  <c:v>-21.959060061280013</c:v>
                </c:pt>
                <c:pt idx="10856">
                  <c:v>-21.959403087519007</c:v>
                </c:pt>
                <c:pt idx="10857">
                  <c:v>-21.959745960025003</c:v>
                </c:pt>
                <c:pt idx="10858">
                  <c:v>-21.96008867884899</c:v>
                </c:pt>
                <c:pt idx="10859">
                  <c:v>-21.960431244041018</c:v>
                </c:pt>
                <c:pt idx="10860">
                  <c:v>-21.960773655648978</c:v>
                </c:pt>
                <c:pt idx="10861">
                  <c:v>-21.961115913723006</c:v>
                </c:pt>
                <c:pt idx="10862">
                  <c:v>-21.961458018312015</c:v>
                </c:pt>
                <c:pt idx="10863">
                  <c:v>-21.961799969463982</c:v>
                </c:pt>
                <c:pt idx="10864">
                  <c:v>-21.962141767230008</c:v>
                </c:pt>
                <c:pt idx="10865">
                  <c:v>-21.962483411659008</c:v>
                </c:pt>
                <c:pt idx="10866">
                  <c:v>-21.962824902799014</c:v>
                </c:pt>
                <c:pt idx="10867">
                  <c:v>-21.963166240699991</c:v>
                </c:pt>
                <c:pt idx="10868">
                  <c:v>-21.96350742541199</c:v>
                </c:pt>
                <c:pt idx="10869">
                  <c:v>-21.963848456980998</c:v>
                </c:pt>
                <c:pt idx="10870">
                  <c:v>-21.964189335459992</c:v>
                </c:pt>
                <c:pt idx="10871">
                  <c:v>-21.96453006089601</c:v>
                </c:pt>
                <c:pt idx="10872">
                  <c:v>-21.964870633339018</c:v>
                </c:pt>
                <c:pt idx="10873">
                  <c:v>-21.96521105283702</c:v>
                </c:pt>
                <c:pt idx="10874">
                  <c:v>-21.965551319439982</c:v>
                </c:pt>
                <c:pt idx="10875">
                  <c:v>-21.965891433195992</c:v>
                </c:pt>
                <c:pt idx="10876">
                  <c:v>-21.966231394155017</c:v>
                </c:pt>
                <c:pt idx="10877">
                  <c:v>-21.966571202365998</c:v>
                </c:pt>
                <c:pt idx="10878">
                  <c:v>-21.966910857877991</c:v>
                </c:pt>
                <c:pt idx="10879">
                  <c:v>-21.967250360739996</c:v>
                </c:pt>
                <c:pt idx="10880">
                  <c:v>-21.967589710999988</c:v>
                </c:pt>
                <c:pt idx="10881">
                  <c:v>-21.967928908706</c:v>
                </c:pt>
                <c:pt idx="10882">
                  <c:v>-21.96826795391101</c:v>
                </c:pt>
                <c:pt idx="10883">
                  <c:v>-21.968606846659981</c:v>
                </c:pt>
                <c:pt idx="10884">
                  <c:v>-21.968945587003986</c:v>
                </c:pt>
                <c:pt idx="10885">
                  <c:v>-21.969284174991998</c:v>
                </c:pt>
                <c:pt idx="10886">
                  <c:v>-21.969622610670996</c:v>
                </c:pt>
                <c:pt idx="10887">
                  <c:v>-21.969960894091003</c:v>
                </c:pt>
                <c:pt idx="10888">
                  <c:v>-21.970299025300989</c:v>
                </c:pt>
                <c:pt idx="10889">
                  <c:v>-21.970637004349015</c:v>
                </c:pt>
                <c:pt idx="10890">
                  <c:v>-21.970974831285986</c:v>
                </c:pt>
                <c:pt idx="10891">
                  <c:v>-21.971312506158</c:v>
                </c:pt>
                <c:pt idx="10892">
                  <c:v>-21.971650029014995</c:v>
                </c:pt>
                <c:pt idx="10893">
                  <c:v>-21.971987399905998</c:v>
                </c:pt>
                <c:pt idx="10894">
                  <c:v>-21.972324618878986</c:v>
                </c:pt>
                <c:pt idx="10895">
                  <c:v>-21.972661685984008</c:v>
                </c:pt>
                <c:pt idx="10896">
                  <c:v>-21.972998601269012</c:v>
                </c:pt>
                <c:pt idx="10897">
                  <c:v>-21.973335364782002</c:v>
                </c:pt>
                <c:pt idx="10898">
                  <c:v>-21.973671976572007</c:v>
                </c:pt>
                <c:pt idx="10899">
                  <c:v>-21.974008436688024</c:v>
                </c:pt>
                <c:pt idx="10900">
                  <c:v>-21.974344745178996</c:v>
                </c:pt>
                <c:pt idx="10901">
                  <c:v>-21.974680902092985</c:v>
                </c:pt>
                <c:pt idx="10902">
                  <c:v>-21.975016907479016</c:v>
                </c:pt>
                <c:pt idx="10903">
                  <c:v>-21.975352761386006</c:v>
                </c:pt>
                <c:pt idx="10904">
                  <c:v>-21.975688463861985</c:v>
                </c:pt>
                <c:pt idx="10905">
                  <c:v>-21.976024014953992</c:v>
                </c:pt>
                <c:pt idx="10906">
                  <c:v>-21.976359414713016</c:v>
                </c:pt>
                <c:pt idx="10907">
                  <c:v>-21.976694663187004</c:v>
                </c:pt>
                <c:pt idx="10908">
                  <c:v>-21.977029760423989</c:v>
                </c:pt>
                <c:pt idx="10909">
                  <c:v>-21.977364706472997</c:v>
                </c:pt>
                <c:pt idx="10910">
                  <c:v>-21.977699501381977</c:v>
                </c:pt>
                <c:pt idx="10911">
                  <c:v>-21.97803414519899</c:v>
                </c:pt>
                <c:pt idx="10912">
                  <c:v>-21.978368637973006</c:v>
                </c:pt>
                <c:pt idx="10913">
                  <c:v>-21.97870297975399</c:v>
                </c:pt>
                <c:pt idx="10914">
                  <c:v>-21.979037170587986</c:v>
                </c:pt>
                <c:pt idx="10915">
                  <c:v>-21.979371210524988</c:v>
                </c:pt>
                <c:pt idx="10916">
                  <c:v>-21.979705099612005</c:v>
                </c:pt>
                <c:pt idx="10917">
                  <c:v>-21.980038837898007</c:v>
                </c:pt>
                <c:pt idx="10918">
                  <c:v>-21.980372425431995</c:v>
                </c:pt>
                <c:pt idx="10919">
                  <c:v>-21.980705862261999</c:v>
                </c:pt>
                <c:pt idx="10920">
                  <c:v>-21.981039148435997</c:v>
                </c:pt>
                <c:pt idx="10921">
                  <c:v>-21.981372284001992</c:v>
                </c:pt>
                <c:pt idx="10922">
                  <c:v>-21.981705269010007</c:v>
                </c:pt>
                <c:pt idx="10923">
                  <c:v>-21.982038103504976</c:v>
                </c:pt>
                <c:pt idx="10924">
                  <c:v>-21.982370787538997</c:v>
                </c:pt>
                <c:pt idx="10925">
                  <c:v>-21.982703321158994</c:v>
                </c:pt>
                <c:pt idx="10926">
                  <c:v>-21.983035704412003</c:v>
                </c:pt>
                <c:pt idx="10927">
                  <c:v>-21.983367937346998</c:v>
                </c:pt>
                <c:pt idx="10928">
                  <c:v>-21.983700020013003</c:v>
                </c:pt>
                <c:pt idx="10929">
                  <c:v>-21.984031952456007</c:v>
                </c:pt>
                <c:pt idx="10930">
                  <c:v>-21.984363734726998</c:v>
                </c:pt>
                <c:pt idx="10931">
                  <c:v>-21.984695366871989</c:v>
                </c:pt>
                <c:pt idx="10932">
                  <c:v>-21.985026848941004</c:v>
                </c:pt>
                <c:pt idx="10933">
                  <c:v>-21.98535818098</c:v>
                </c:pt>
                <c:pt idx="10934">
                  <c:v>-21.985689363039</c:v>
                </c:pt>
                <c:pt idx="10935">
                  <c:v>-21.986020395164019</c:v>
                </c:pt>
                <c:pt idx="10936">
                  <c:v>-21.986351277405021</c:v>
                </c:pt>
                <c:pt idx="10937">
                  <c:v>-21.986682009809982</c:v>
                </c:pt>
                <c:pt idx="10938">
                  <c:v>-21.987012592425998</c:v>
                </c:pt>
                <c:pt idx="10939">
                  <c:v>-21.98734302530201</c:v>
                </c:pt>
                <c:pt idx="10940">
                  <c:v>-21.987673308485</c:v>
                </c:pt>
                <c:pt idx="10941">
                  <c:v>-21.988003442023</c:v>
                </c:pt>
                <c:pt idx="10942">
                  <c:v>-21.98833342596501</c:v>
                </c:pt>
                <c:pt idx="10943">
                  <c:v>-21.988663260357981</c:v>
                </c:pt>
                <c:pt idx="10944">
                  <c:v>-21.988992945250999</c:v>
                </c:pt>
                <c:pt idx="10945">
                  <c:v>-21.98932248069201</c:v>
                </c:pt>
                <c:pt idx="10946">
                  <c:v>-21.989651866727002</c:v>
                </c:pt>
                <c:pt idx="10947">
                  <c:v>-21.989981103405</c:v>
                </c:pt>
                <c:pt idx="10948">
                  <c:v>-21.990310190775006</c:v>
                </c:pt>
                <c:pt idx="10949">
                  <c:v>-21.990639128883998</c:v>
                </c:pt>
                <c:pt idx="10950">
                  <c:v>-21.990967917779983</c:v>
                </c:pt>
                <c:pt idx="10951">
                  <c:v>-21.991296557509997</c:v>
                </c:pt>
                <c:pt idx="10952">
                  <c:v>-21.991625048123012</c:v>
                </c:pt>
                <c:pt idx="10953">
                  <c:v>-21.991953389664985</c:v>
                </c:pt>
                <c:pt idx="10954">
                  <c:v>-21.99228158218699</c:v>
                </c:pt>
                <c:pt idx="10955">
                  <c:v>-21.992609625733991</c:v>
                </c:pt>
                <c:pt idx="10956">
                  <c:v>-21.992937520355014</c:v>
                </c:pt>
                <c:pt idx="10957">
                  <c:v>-21.993265266096984</c:v>
                </c:pt>
                <c:pt idx="10958">
                  <c:v>-21.99359286300799</c:v>
                </c:pt>
                <c:pt idx="10959">
                  <c:v>-21.993920311136009</c:v>
                </c:pt>
                <c:pt idx="10960">
                  <c:v>-21.994247610528987</c:v>
                </c:pt>
                <c:pt idx="10961">
                  <c:v>-21.994574761233991</c:v>
                </c:pt>
                <c:pt idx="10962">
                  <c:v>-21.994901763298998</c:v>
                </c:pt>
                <c:pt idx="10963">
                  <c:v>-21.995228616771016</c:v>
                </c:pt>
                <c:pt idx="10964">
                  <c:v>-21.995555321698987</c:v>
                </c:pt>
                <c:pt idx="10965">
                  <c:v>-21.995881878129012</c:v>
                </c:pt>
                <c:pt idx="10966">
                  <c:v>-21.996208286111028</c:v>
                </c:pt>
                <c:pt idx="10967">
                  <c:v>-21.996534545689997</c:v>
                </c:pt>
                <c:pt idx="10968">
                  <c:v>-21.996860656915004</c:v>
                </c:pt>
                <c:pt idx="10969">
                  <c:v>-21.997186619833002</c:v>
                </c:pt>
                <c:pt idx="10970">
                  <c:v>-21.99751243449299</c:v>
                </c:pt>
                <c:pt idx="10971">
                  <c:v>-21.997838100938992</c:v>
                </c:pt>
                <c:pt idx="10972">
                  <c:v>-21.998163619221998</c:v>
                </c:pt>
                <c:pt idx="10973">
                  <c:v>-21.998488989388989</c:v>
                </c:pt>
                <c:pt idx="10974">
                  <c:v>-21.998814211486007</c:v>
                </c:pt>
                <c:pt idx="10975">
                  <c:v>-21.999139285561995</c:v>
                </c:pt>
                <c:pt idx="10976">
                  <c:v>-21.999464211664019</c:v>
                </c:pt>
                <c:pt idx="10977">
                  <c:v>-21.999788989837981</c:v>
                </c:pt>
                <c:pt idx="10978">
                  <c:v>-22.000113620132993</c:v>
                </c:pt>
                <c:pt idx="10979">
                  <c:v>-22.000438102596007</c:v>
                </c:pt>
                <c:pt idx="10980">
                  <c:v>-22.000762437275</c:v>
                </c:pt>
                <c:pt idx="10981">
                  <c:v>-22.00108662421701</c:v>
                </c:pt>
                <c:pt idx="10982">
                  <c:v>-22.001410663469017</c:v>
                </c:pt>
                <c:pt idx="10983">
                  <c:v>-22.001734555078002</c:v>
                </c:pt>
                <c:pt idx="10984">
                  <c:v>-22.002058299091999</c:v>
                </c:pt>
                <c:pt idx="10985">
                  <c:v>-22.002381895559012</c:v>
                </c:pt>
                <c:pt idx="10986">
                  <c:v>-22.002705344524998</c:v>
                </c:pt>
                <c:pt idx="10987">
                  <c:v>-22.00302864603799</c:v>
                </c:pt>
                <c:pt idx="10988">
                  <c:v>-22.003351800144998</c:v>
                </c:pt>
                <c:pt idx="10989">
                  <c:v>-22.003674806892008</c:v>
                </c:pt>
                <c:pt idx="10990">
                  <c:v>-22.003997666328985</c:v>
                </c:pt>
                <c:pt idx="10991">
                  <c:v>-22.004320378502001</c:v>
                </c:pt>
                <c:pt idx="10992">
                  <c:v>-22.004642943458009</c:v>
                </c:pt>
                <c:pt idx="10993">
                  <c:v>-22.004965361244018</c:v>
                </c:pt>
                <c:pt idx="10994">
                  <c:v>-22.005287631906981</c:v>
                </c:pt>
                <c:pt idx="10995">
                  <c:v>-22.005609755493992</c:v>
                </c:pt>
                <c:pt idx="10996">
                  <c:v>-22.005931732054023</c:v>
                </c:pt>
                <c:pt idx="10997">
                  <c:v>-22.006253561631979</c:v>
                </c:pt>
                <c:pt idx="10998">
                  <c:v>-22.006575244277002</c:v>
                </c:pt>
                <c:pt idx="10999">
                  <c:v>-22.006896780033998</c:v>
                </c:pt>
                <c:pt idx="11000">
                  <c:v>-22.007218168951994</c:v>
                </c:pt>
                <c:pt idx="11001">
                  <c:v>-22.00753941107601</c:v>
                </c:pt>
                <c:pt idx="11002">
                  <c:v>-22.007860506455017</c:v>
                </c:pt>
                <c:pt idx="11003">
                  <c:v>-22.008181455135997</c:v>
                </c:pt>
                <c:pt idx="11004">
                  <c:v>-22.008502257164992</c:v>
                </c:pt>
                <c:pt idx="11005">
                  <c:v>-22.008822912589011</c:v>
                </c:pt>
                <c:pt idx="11006">
                  <c:v>-22.009143421456002</c:v>
                </c:pt>
                <c:pt idx="11007">
                  <c:v>-22.009463783810986</c:v>
                </c:pt>
                <c:pt idx="11008">
                  <c:v>-22.009783999704013</c:v>
                </c:pt>
                <c:pt idx="11009">
                  <c:v>-22.010104069179022</c:v>
                </c:pt>
                <c:pt idx="11010">
                  <c:v>-22.010423992284984</c:v>
                </c:pt>
                <c:pt idx="11011">
                  <c:v>-22.010743769068995</c:v>
                </c:pt>
                <c:pt idx="11012">
                  <c:v>-22.011063399576017</c:v>
                </c:pt>
                <c:pt idx="11013">
                  <c:v>-22.011382883853003</c:v>
                </c:pt>
                <c:pt idx="11014">
                  <c:v>-22.011702221949008</c:v>
                </c:pt>
                <c:pt idx="11015">
                  <c:v>-22.012021413909991</c:v>
                </c:pt>
                <c:pt idx="11016">
                  <c:v>-22.012340459782024</c:v>
                </c:pt>
                <c:pt idx="11017">
                  <c:v>-22.012659359612996</c:v>
                </c:pt>
                <c:pt idx="11018">
                  <c:v>-22.012978113447986</c:v>
                </c:pt>
                <c:pt idx="11019">
                  <c:v>-22.013296721335024</c:v>
                </c:pt>
                <c:pt idx="11020">
                  <c:v>-22.013615183322003</c:v>
                </c:pt>
                <c:pt idx="11021">
                  <c:v>-22.013933499453998</c:v>
                </c:pt>
                <c:pt idx="11022">
                  <c:v>-22.01425166977802</c:v>
                </c:pt>
                <c:pt idx="11023">
                  <c:v>-22.01456969434102</c:v>
                </c:pt>
                <c:pt idx="11024">
                  <c:v>-22.014887573191004</c:v>
                </c:pt>
                <c:pt idx="11025">
                  <c:v>-22.015205306371001</c:v>
                </c:pt>
                <c:pt idx="11026">
                  <c:v>-22.015522893932001</c:v>
                </c:pt>
                <c:pt idx="11027">
                  <c:v>-22.015840335918995</c:v>
                </c:pt>
                <c:pt idx="11028">
                  <c:v>-22.016157632377997</c:v>
                </c:pt>
                <c:pt idx="11029">
                  <c:v>-22.016474783356017</c:v>
                </c:pt>
                <c:pt idx="11030">
                  <c:v>-22.01679178889998</c:v>
                </c:pt>
                <c:pt idx="11031">
                  <c:v>-22.017108649056013</c:v>
                </c:pt>
                <c:pt idx="11032">
                  <c:v>-22.017425363871013</c:v>
                </c:pt>
                <c:pt idx="11033">
                  <c:v>-22.017741933391989</c:v>
                </c:pt>
                <c:pt idx="11034">
                  <c:v>-22.018058357664984</c:v>
                </c:pt>
                <c:pt idx="11035">
                  <c:v>-22.018374636737008</c:v>
                </c:pt>
                <c:pt idx="11036">
                  <c:v>-22.018690770655013</c:v>
                </c:pt>
                <c:pt idx="11037">
                  <c:v>-22.019006759462997</c:v>
                </c:pt>
                <c:pt idx="11038">
                  <c:v>-22.019322603210014</c:v>
                </c:pt>
                <c:pt idx="11039">
                  <c:v>-22.019638301941995</c:v>
                </c:pt>
                <c:pt idx="11040">
                  <c:v>-22.019953855705978</c:v>
                </c:pt>
                <c:pt idx="11041">
                  <c:v>-22.020269264546982</c:v>
                </c:pt>
                <c:pt idx="11042">
                  <c:v>-22.020584528512018</c:v>
                </c:pt>
                <c:pt idx="11043">
                  <c:v>-22.020899647646985</c:v>
                </c:pt>
                <c:pt idx="11044">
                  <c:v>-22.021214622000002</c:v>
                </c:pt>
                <c:pt idx="11045">
                  <c:v>-22.021529451616999</c:v>
                </c:pt>
                <c:pt idx="11046">
                  <c:v>-22.021844136543024</c:v>
                </c:pt>
                <c:pt idx="11047">
                  <c:v>-22.022158676825995</c:v>
                </c:pt>
                <c:pt idx="11048">
                  <c:v>-22.022473072511985</c:v>
                </c:pt>
                <c:pt idx="11049">
                  <c:v>-22.022787323645019</c:v>
                </c:pt>
                <c:pt idx="11050">
                  <c:v>-22.023101430273982</c:v>
                </c:pt>
                <c:pt idx="11051">
                  <c:v>-22.023415392445997</c:v>
                </c:pt>
                <c:pt idx="11052">
                  <c:v>-22.023729210205005</c:v>
                </c:pt>
                <c:pt idx="11053">
                  <c:v>-22.024042883598014</c:v>
                </c:pt>
                <c:pt idx="11054">
                  <c:v>-22.024356412672006</c:v>
                </c:pt>
                <c:pt idx="11055">
                  <c:v>-22.024669797471006</c:v>
                </c:pt>
                <c:pt idx="11056">
                  <c:v>-22.024983038044013</c:v>
                </c:pt>
                <c:pt idx="11057">
                  <c:v>-22.025296134436985</c:v>
                </c:pt>
                <c:pt idx="11058">
                  <c:v>-22.025609086694999</c:v>
                </c:pt>
                <c:pt idx="11059">
                  <c:v>-22.025921894865007</c:v>
                </c:pt>
                <c:pt idx="11060">
                  <c:v>-22.026234558991973</c:v>
                </c:pt>
                <c:pt idx="11061">
                  <c:v>-22.026547079121997</c:v>
                </c:pt>
                <c:pt idx="11062">
                  <c:v>-22.02685945530402</c:v>
                </c:pt>
                <c:pt idx="11063">
                  <c:v>-22.027171687580989</c:v>
                </c:pt>
                <c:pt idx="11064">
                  <c:v>-22.027483776000992</c:v>
                </c:pt>
                <c:pt idx="11065">
                  <c:v>-22.027795720610015</c:v>
                </c:pt>
                <c:pt idx="11066">
                  <c:v>-22.028107521453023</c:v>
                </c:pt>
                <c:pt idx="11067">
                  <c:v>-22.028419178576002</c:v>
                </c:pt>
                <c:pt idx="11068">
                  <c:v>-22.028730692025988</c:v>
                </c:pt>
                <c:pt idx="11069">
                  <c:v>-22.029042061848997</c:v>
                </c:pt>
                <c:pt idx="11070">
                  <c:v>-22.029353288090988</c:v>
                </c:pt>
                <c:pt idx="11071">
                  <c:v>-22.029664370797008</c:v>
                </c:pt>
                <c:pt idx="11072">
                  <c:v>-22.029975310015004</c:v>
                </c:pt>
                <c:pt idx="11073">
                  <c:v>-22.03028610578798</c:v>
                </c:pt>
                <c:pt idx="11074">
                  <c:v>-22.03059675816499</c:v>
                </c:pt>
                <c:pt idx="11075">
                  <c:v>-22.030907267190997</c:v>
                </c:pt>
                <c:pt idx="11076">
                  <c:v>-22.031217632911023</c:v>
                </c:pt>
                <c:pt idx="11077">
                  <c:v>-22.031527855371991</c:v>
                </c:pt>
                <c:pt idx="11078">
                  <c:v>-22.031837934619006</c:v>
                </c:pt>
                <c:pt idx="11079">
                  <c:v>-22.032147870697997</c:v>
                </c:pt>
                <c:pt idx="11080">
                  <c:v>-22.032457663656004</c:v>
                </c:pt>
                <c:pt idx="11081">
                  <c:v>-22.032767313537988</c:v>
                </c:pt>
                <c:pt idx="11082">
                  <c:v>-22.033076820391017</c:v>
                </c:pt>
                <c:pt idx="11083">
                  <c:v>-22.033386184259001</c:v>
                </c:pt>
                <c:pt idx="11084">
                  <c:v>-22.033695405187984</c:v>
                </c:pt>
                <c:pt idx="11085">
                  <c:v>-22.03400448322401</c:v>
                </c:pt>
                <c:pt idx="11086">
                  <c:v>-22.034313418415024</c:v>
                </c:pt>
                <c:pt idx="11087">
                  <c:v>-22.034622210804002</c:v>
                </c:pt>
                <c:pt idx="11088">
                  <c:v>-22.03493086043801</c:v>
                </c:pt>
                <c:pt idx="11089">
                  <c:v>-22.035239367363005</c:v>
                </c:pt>
                <c:pt idx="11090">
                  <c:v>-22.035547731623979</c:v>
                </c:pt>
                <c:pt idx="11091">
                  <c:v>-22.035855953266008</c:v>
                </c:pt>
                <c:pt idx="11092">
                  <c:v>-22.036164032337012</c:v>
                </c:pt>
                <c:pt idx="11093">
                  <c:v>-22.036471968880988</c:v>
                </c:pt>
                <c:pt idx="11094">
                  <c:v>-22.036779762944008</c:v>
                </c:pt>
                <c:pt idx="11095">
                  <c:v>-22.037087414571999</c:v>
                </c:pt>
                <c:pt idx="11096">
                  <c:v>-22.037394923811007</c:v>
                </c:pt>
                <c:pt idx="11097">
                  <c:v>-22.037702290704004</c:v>
                </c:pt>
                <c:pt idx="11098">
                  <c:v>-22.03800951529999</c:v>
                </c:pt>
                <c:pt idx="11099">
                  <c:v>-22.038316597643018</c:v>
                </c:pt>
                <c:pt idx="11100">
                  <c:v>-22.038623537778989</c:v>
                </c:pt>
                <c:pt idx="11101">
                  <c:v>-22.038941678119016</c:v>
                </c:pt>
                <c:pt idx="11102">
                  <c:v>-22.039259676344983</c:v>
                </c:pt>
                <c:pt idx="11103">
                  <c:v>-22.03957753249901</c:v>
                </c:pt>
                <c:pt idx="11104">
                  <c:v>-22.039895246626998</c:v>
                </c:pt>
                <c:pt idx="11105">
                  <c:v>-22.040212818778002</c:v>
                </c:pt>
                <c:pt idx="11106">
                  <c:v>-22.04053024899298</c:v>
                </c:pt>
                <c:pt idx="11107">
                  <c:v>-22.040847537320985</c:v>
                </c:pt>
                <c:pt idx="11108">
                  <c:v>-22.041164683804993</c:v>
                </c:pt>
                <c:pt idx="11109">
                  <c:v>-22.04148168849099</c:v>
                </c:pt>
                <c:pt idx="11110">
                  <c:v>-22.041798551426012</c:v>
                </c:pt>
                <c:pt idx="11111">
                  <c:v>-22.042115272653007</c:v>
                </c:pt>
                <c:pt idx="11112">
                  <c:v>-22.042431852218982</c:v>
                </c:pt>
                <c:pt idx="11113">
                  <c:v>-22.04274829017001</c:v>
                </c:pt>
                <c:pt idx="11114">
                  <c:v>-22.043064586550003</c:v>
                </c:pt>
                <c:pt idx="11115">
                  <c:v>-22.043380741405997</c:v>
                </c:pt>
                <c:pt idx="11116">
                  <c:v>-22.043696754780001</c:v>
                </c:pt>
                <c:pt idx="11117">
                  <c:v>-22.04401262671999</c:v>
                </c:pt>
                <c:pt idx="11118">
                  <c:v>-22.044328357272008</c:v>
                </c:pt>
                <c:pt idx="11119">
                  <c:v>-22.044643946478999</c:v>
                </c:pt>
                <c:pt idx="11120">
                  <c:v>-22.044959394388002</c:v>
                </c:pt>
                <c:pt idx="11121">
                  <c:v>-22.045274701044008</c:v>
                </c:pt>
                <c:pt idx="11122">
                  <c:v>-22.045589866491014</c:v>
                </c:pt>
                <c:pt idx="11123">
                  <c:v>-22.045904890776001</c:v>
                </c:pt>
                <c:pt idx="11124">
                  <c:v>-22.046219773944017</c:v>
                </c:pt>
                <c:pt idx="11125">
                  <c:v>-22.046534516038008</c:v>
                </c:pt>
                <c:pt idx="11126">
                  <c:v>-22.046849117107001</c:v>
                </c:pt>
                <c:pt idx="11127">
                  <c:v>-22.047163577191981</c:v>
                </c:pt>
                <c:pt idx="11128">
                  <c:v>-22.047477896341007</c:v>
                </c:pt>
                <c:pt idx="11129">
                  <c:v>-22.047792074598988</c:v>
                </c:pt>
                <c:pt idx="11130">
                  <c:v>-22.048106112010004</c:v>
                </c:pt>
                <c:pt idx="11131">
                  <c:v>-22.04842000861899</c:v>
                </c:pt>
                <c:pt idx="11132">
                  <c:v>-22.048733764474008</c:v>
                </c:pt>
                <c:pt idx="11133">
                  <c:v>-22.049047379615985</c:v>
                </c:pt>
                <c:pt idx="11134">
                  <c:v>-22.04936085409301</c:v>
                </c:pt>
                <c:pt idx="11135">
                  <c:v>-22.049674187948</c:v>
                </c:pt>
                <c:pt idx="11136">
                  <c:v>-22.049987381226998</c:v>
                </c:pt>
                <c:pt idx="11137">
                  <c:v>-22.050300433975991</c:v>
                </c:pt>
                <c:pt idx="11138">
                  <c:v>-22.050613346239004</c:v>
                </c:pt>
                <c:pt idx="11139">
                  <c:v>-22.050926118061</c:v>
                </c:pt>
                <c:pt idx="11140">
                  <c:v>-22.051238749486998</c:v>
                </c:pt>
                <c:pt idx="11141">
                  <c:v>-22.051551240561992</c:v>
                </c:pt>
                <c:pt idx="11142">
                  <c:v>-22.051863591332989</c:v>
                </c:pt>
                <c:pt idx="11143">
                  <c:v>-22.052175801841003</c:v>
                </c:pt>
                <c:pt idx="11144">
                  <c:v>-22.052487872133014</c:v>
                </c:pt>
                <c:pt idx="11145">
                  <c:v>-22.052799802255976</c:v>
                </c:pt>
                <c:pt idx="11146">
                  <c:v>-22.053111592251014</c:v>
                </c:pt>
                <c:pt idx="11147">
                  <c:v>-22.053423242164996</c:v>
                </c:pt>
                <c:pt idx="11148">
                  <c:v>-22.053734752042999</c:v>
                </c:pt>
                <c:pt idx="11149">
                  <c:v>-22.054046121928991</c:v>
                </c:pt>
                <c:pt idx="11150">
                  <c:v>-22.054357351869015</c:v>
                </c:pt>
                <c:pt idx="11151">
                  <c:v>-22.054668441906983</c:v>
                </c:pt>
                <c:pt idx="11152">
                  <c:v>-22.054979392088001</c:v>
                </c:pt>
                <c:pt idx="11153">
                  <c:v>-22.055290202458025</c:v>
                </c:pt>
                <c:pt idx="11154">
                  <c:v>-22.055600873059007</c:v>
                </c:pt>
                <c:pt idx="11155">
                  <c:v>-22.055911403936989</c:v>
                </c:pt>
                <c:pt idx="11156">
                  <c:v>-22.05622179513901</c:v>
                </c:pt>
                <c:pt idx="11157">
                  <c:v>-22.056532046706991</c:v>
                </c:pt>
                <c:pt idx="11158">
                  <c:v>-22.05684215868601</c:v>
                </c:pt>
                <c:pt idx="11159">
                  <c:v>-22.057152131123019</c:v>
                </c:pt>
                <c:pt idx="11160">
                  <c:v>-22.057461964059996</c:v>
                </c:pt>
                <c:pt idx="11161">
                  <c:v>-22.057771657544009</c:v>
                </c:pt>
                <c:pt idx="11162">
                  <c:v>-22.058081211617008</c:v>
                </c:pt>
                <c:pt idx="11163">
                  <c:v>-22.058390626325007</c:v>
                </c:pt>
                <c:pt idx="11164">
                  <c:v>-22.058699901713993</c:v>
                </c:pt>
                <c:pt idx="11165">
                  <c:v>-22.059009037827025</c:v>
                </c:pt>
                <c:pt idx="11166">
                  <c:v>-22.059318034708014</c:v>
                </c:pt>
                <c:pt idx="11167">
                  <c:v>-22.059626892403998</c:v>
                </c:pt>
                <c:pt idx="11168">
                  <c:v>-22.059935610958007</c:v>
                </c:pt>
                <c:pt idx="11169">
                  <c:v>-22.060244190415006</c:v>
                </c:pt>
                <c:pt idx="11170">
                  <c:v>-22.060552630818989</c:v>
                </c:pt>
                <c:pt idx="11171">
                  <c:v>-22.060860932214013</c:v>
                </c:pt>
                <c:pt idx="11172">
                  <c:v>-22.061169094646999</c:v>
                </c:pt>
                <c:pt idx="11173">
                  <c:v>-22.061477118160013</c:v>
                </c:pt>
                <c:pt idx="11174">
                  <c:v>-22.061785002798985</c:v>
                </c:pt>
                <c:pt idx="11175">
                  <c:v>-22.062092748607995</c:v>
                </c:pt>
                <c:pt idx="11176">
                  <c:v>-22.062400355630984</c:v>
                </c:pt>
                <c:pt idx="11177">
                  <c:v>-22.062707823913001</c:v>
                </c:pt>
                <c:pt idx="11178">
                  <c:v>-22.063015153498981</c:v>
                </c:pt>
                <c:pt idx="11179">
                  <c:v>-22.063322344432009</c:v>
                </c:pt>
                <c:pt idx="11180">
                  <c:v>-22.063629396758984</c:v>
                </c:pt>
                <c:pt idx="11181">
                  <c:v>-22.063936310521001</c:v>
                </c:pt>
                <c:pt idx="11182">
                  <c:v>-22.064243085762996</c:v>
                </c:pt>
                <c:pt idx="11183">
                  <c:v>-22.064549722533002</c:v>
                </c:pt>
                <c:pt idx="11184">
                  <c:v>-22.064856220870979</c:v>
                </c:pt>
                <c:pt idx="11185">
                  <c:v>-22.065162580822999</c:v>
                </c:pt>
                <c:pt idx="11186">
                  <c:v>-22.065468802434992</c:v>
                </c:pt>
                <c:pt idx="11187">
                  <c:v>-22.065774885747999</c:v>
                </c:pt>
                <c:pt idx="11188">
                  <c:v>-22.066080830809</c:v>
                </c:pt>
                <c:pt idx="11189">
                  <c:v>-22.066386637660997</c:v>
                </c:pt>
                <c:pt idx="11190">
                  <c:v>-22.066692306347989</c:v>
                </c:pt>
                <c:pt idx="11191">
                  <c:v>-22.066997836917011</c:v>
                </c:pt>
                <c:pt idx="11192">
                  <c:v>-22.067303229407997</c:v>
                </c:pt>
                <c:pt idx="11193">
                  <c:v>-22.067608483868014</c:v>
                </c:pt>
                <c:pt idx="11194">
                  <c:v>-22.067913600341001</c:v>
                </c:pt>
                <c:pt idx="11195">
                  <c:v>-22.068218578870017</c:v>
                </c:pt>
                <c:pt idx="11196">
                  <c:v>-22.068523419499996</c:v>
                </c:pt>
                <c:pt idx="11197">
                  <c:v>-22.068828122275988</c:v>
                </c:pt>
                <c:pt idx="11198">
                  <c:v>-22.069132687240995</c:v>
                </c:pt>
                <c:pt idx="11199">
                  <c:v>-22.069437114440007</c:v>
                </c:pt>
                <c:pt idx="11200">
                  <c:v>-22.069741403914975</c:v>
                </c:pt>
                <c:pt idx="11201">
                  <c:v>-22.070045555711999</c:v>
                </c:pt>
                <c:pt idx="11202">
                  <c:v>-22.07034956987701</c:v>
                </c:pt>
                <c:pt idx="11203">
                  <c:v>-22.070653446449001</c:v>
                </c:pt>
                <c:pt idx="11204">
                  <c:v>-22.070957185475976</c:v>
                </c:pt>
                <c:pt idx="11205">
                  <c:v>-22.071260787001989</c:v>
                </c:pt>
                <c:pt idx="11206">
                  <c:v>-22.071564251068992</c:v>
                </c:pt>
                <c:pt idx="11207">
                  <c:v>-22.071867577722998</c:v>
                </c:pt>
                <c:pt idx="11208">
                  <c:v>-22.072170767007009</c:v>
                </c:pt>
                <c:pt idx="11209">
                  <c:v>-22.072473818963999</c:v>
                </c:pt>
                <c:pt idx="11210">
                  <c:v>-22.072776733640012</c:v>
                </c:pt>
                <c:pt idx="11211">
                  <c:v>-22.073079511077992</c:v>
                </c:pt>
                <c:pt idx="11212">
                  <c:v>-22.073382151322022</c:v>
                </c:pt>
                <c:pt idx="11213">
                  <c:v>-22.073684654415985</c:v>
                </c:pt>
                <c:pt idx="11214">
                  <c:v>-22.073987020404019</c:v>
                </c:pt>
                <c:pt idx="11215">
                  <c:v>-22.074289249330008</c:v>
                </c:pt>
                <c:pt idx="11216">
                  <c:v>-22.07459134123701</c:v>
                </c:pt>
                <c:pt idx="11217">
                  <c:v>-22.074893296169989</c:v>
                </c:pt>
                <c:pt idx="11218">
                  <c:v>-22.075195114174022</c:v>
                </c:pt>
                <c:pt idx="11219">
                  <c:v>-22.075496795288984</c:v>
                </c:pt>
                <c:pt idx="11220">
                  <c:v>-22.075798339561999</c:v>
                </c:pt>
                <c:pt idx="11221">
                  <c:v>-22.076099747037006</c:v>
                </c:pt>
                <c:pt idx="11222">
                  <c:v>-22.076401017756012</c:v>
                </c:pt>
                <c:pt idx="11223">
                  <c:v>-22.07670215176401</c:v>
                </c:pt>
                <c:pt idx="11224">
                  <c:v>-22.077003149104996</c:v>
                </c:pt>
                <c:pt idx="11225">
                  <c:v>-22.077304009821006</c:v>
                </c:pt>
                <c:pt idx="11226">
                  <c:v>-22.077604733957997</c:v>
                </c:pt>
                <c:pt idx="11227">
                  <c:v>-22.077905321558006</c:v>
                </c:pt>
                <c:pt idx="11228">
                  <c:v>-22.078205772665996</c:v>
                </c:pt>
                <c:pt idx="11229">
                  <c:v>-22.078506087325991</c:v>
                </c:pt>
                <c:pt idx="11230">
                  <c:v>-22.078806265579004</c:v>
                </c:pt>
                <c:pt idx="11231">
                  <c:v>-22.079106307471989</c:v>
                </c:pt>
                <c:pt idx="11232">
                  <c:v>-22.079406213047008</c:v>
                </c:pt>
                <c:pt idx="11233">
                  <c:v>-22.079705982348003</c:v>
                </c:pt>
                <c:pt idx="11234">
                  <c:v>-22.080005615418997</c:v>
                </c:pt>
                <c:pt idx="11235">
                  <c:v>-22.080305112302</c:v>
                </c:pt>
                <c:pt idx="11236">
                  <c:v>-22.080604473042001</c:v>
                </c:pt>
                <c:pt idx="11237">
                  <c:v>-22.080903697683993</c:v>
                </c:pt>
                <c:pt idx="11238">
                  <c:v>-22.081202786269017</c:v>
                </c:pt>
                <c:pt idx="11239">
                  <c:v>-22.081501738840984</c:v>
                </c:pt>
                <c:pt idx="11240">
                  <c:v>-22.081800555445</c:v>
                </c:pt>
                <c:pt idx="11241">
                  <c:v>-22.08209923612398</c:v>
                </c:pt>
                <c:pt idx="11242">
                  <c:v>-22.082397780921013</c:v>
                </c:pt>
                <c:pt idx="11243">
                  <c:v>-22.082696189879982</c:v>
                </c:pt>
                <c:pt idx="11244">
                  <c:v>-22.082994463043008</c:v>
                </c:pt>
                <c:pt idx="11245">
                  <c:v>-22.083292600457014</c:v>
                </c:pt>
                <c:pt idx="11246">
                  <c:v>-22.083590602160996</c:v>
                </c:pt>
                <c:pt idx="11247">
                  <c:v>-22.083888468201991</c:v>
                </c:pt>
                <c:pt idx="11248">
                  <c:v>-22.084186198622007</c:v>
                </c:pt>
                <c:pt idx="11249">
                  <c:v>-22.084483793464983</c:v>
                </c:pt>
                <c:pt idx="11250">
                  <c:v>-22.084781252773013</c:v>
                </c:pt>
                <c:pt idx="11251">
                  <c:v>-22.085078576592025</c:v>
                </c:pt>
                <c:pt idx="11252">
                  <c:v>-22.085375764963004</c:v>
                </c:pt>
                <c:pt idx="11253">
                  <c:v>-22.085672817930003</c:v>
                </c:pt>
                <c:pt idx="11254">
                  <c:v>-22.085969735536992</c:v>
                </c:pt>
                <c:pt idx="11255">
                  <c:v>-22.086266517825976</c:v>
                </c:pt>
                <c:pt idx="11256">
                  <c:v>-22.086563164843</c:v>
                </c:pt>
                <c:pt idx="11257">
                  <c:v>-22.086859676628023</c:v>
                </c:pt>
                <c:pt idx="11258">
                  <c:v>-22.087156053227005</c:v>
                </c:pt>
                <c:pt idx="11259">
                  <c:v>-22.087452294682009</c:v>
                </c:pt>
                <c:pt idx="11260">
                  <c:v>-22.087748401036009</c:v>
                </c:pt>
                <c:pt idx="11261">
                  <c:v>-22.088044372333997</c:v>
                </c:pt>
                <c:pt idx="11262">
                  <c:v>-22.088340208616984</c:v>
                </c:pt>
                <c:pt idx="11263">
                  <c:v>-22.088635909929025</c:v>
                </c:pt>
                <c:pt idx="11264">
                  <c:v>-22.088931476314997</c:v>
                </c:pt>
                <c:pt idx="11265">
                  <c:v>-22.089226907815004</c:v>
                </c:pt>
                <c:pt idx="11266">
                  <c:v>-22.089522204474008</c:v>
                </c:pt>
                <c:pt idx="11267">
                  <c:v>-22.089817366337002</c:v>
                </c:pt>
                <c:pt idx="11268">
                  <c:v>-22.090112393443007</c:v>
                </c:pt>
                <c:pt idx="11269">
                  <c:v>-22.090407285839007</c:v>
                </c:pt>
                <c:pt idx="11270">
                  <c:v>-22.090702043565983</c:v>
                </c:pt>
                <c:pt idx="11271">
                  <c:v>-22.090996666666996</c:v>
                </c:pt>
                <c:pt idx="11272">
                  <c:v>-22.091291155188003</c:v>
                </c:pt>
                <c:pt idx="11273">
                  <c:v>-22.091585509167999</c:v>
                </c:pt>
                <c:pt idx="11274">
                  <c:v>-22.091879728652003</c:v>
                </c:pt>
                <c:pt idx="11275">
                  <c:v>-22.092173813684013</c:v>
                </c:pt>
                <c:pt idx="11276">
                  <c:v>-22.092467764304985</c:v>
                </c:pt>
                <c:pt idx="11277">
                  <c:v>-22.092761580558999</c:v>
                </c:pt>
                <c:pt idx="11278">
                  <c:v>-22.093055262490992</c:v>
                </c:pt>
                <c:pt idx="11279">
                  <c:v>-22.093348810141009</c:v>
                </c:pt>
                <c:pt idx="11280">
                  <c:v>-22.093642223553985</c:v>
                </c:pt>
                <c:pt idx="11281">
                  <c:v>-22.093935502771018</c:v>
                </c:pt>
                <c:pt idx="11282">
                  <c:v>-22.094228647836985</c:v>
                </c:pt>
                <c:pt idx="11283">
                  <c:v>-22.094521658795003</c:v>
                </c:pt>
                <c:pt idx="11284">
                  <c:v>-22.094814535685003</c:v>
                </c:pt>
                <c:pt idx="11285">
                  <c:v>-22.095107278553002</c:v>
                </c:pt>
                <c:pt idx="11286">
                  <c:v>-22.095399887441999</c:v>
                </c:pt>
                <c:pt idx="11287">
                  <c:v>-22.095692362392015</c:v>
                </c:pt>
                <c:pt idx="11288">
                  <c:v>-22.09598470345</c:v>
                </c:pt>
                <c:pt idx="11289">
                  <c:v>-22.096276910655007</c:v>
                </c:pt>
                <c:pt idx="11290">
                  <c:v>-22.096568984051004</c:v>
                </c:pt>
                <c:pt idx="11291">
                  <c:v>-22.09686092368301</c:v>
                </c:pt>
                <c:pt idx="11292">
                  <c:v>-22.097152729590988</c:v>
                </c:pt>
                <c:pt idx="11293">
                  <c:v>-22.09744440181899</c:v>
                </c:pt>
                <c:pt idx="11294">
                  <c:v>-22.097735940411013</c:v>
                </c:pt>
                <c:pt idx="11295">
                  <c:v>-22.09802734540699</c:v>
                </c:pt>
                <c:pt idx="11296">
                  <c:v>-22.098318616853021</c:v>
                </c:pt>
                <c:pt idx="11297">
                  <c:v>-22.09860975478901</c:v>
                </c:pt>
                <c:pt idx="11298">
                  <c:v>-22.098900759258981</c:v>
                </c:pt>
                <c:pt idx="11299">
                  <c:v>-22.09919163030699</c:v>
                </c:pt>
                <c:pt idx="11300">
                  <c:v>-22.099482367973025</c:v>
                </c:pt>
                <c:pt idx="11301">
                  <c:v>-22.099772972300997</c:v>
                </c:pt>
                <c:pt idx="11302">
                  <c:v>-22.100063443334022</c:v>
                </c:pt>
                <c:pt idx="11303">
                  <c:v>-22.10035378111499</c:v>
                </c:pt>
                <c:pt idx="11304">
                  <c:v>-22.100643985684997</c:v>
                </c:pt>
                <c:pt idx="11305">
                  <c:v>-22.100934057089006</c:v>
                </c:pt>
                <c:pt idx="11306">
                  <c:v>-22.101223995368002</c:v>
                </c:pt>
                <c:pt idx="11307">
                  <c:v>-22.101513800565982</c:v>
                </c:pt>
                <c:pt idx="11308">
                  <c:v>-22.10180347272302</c:v>
                </c:pt>
                <c:pt idx="11309">
                  <c:v>-22.102093011883994</c:v>
                </c:pt>
                <c:pt idx="11310">
                  <c:v>-22.102382418090997</c:v>
                </c:pt>
                <c:pt idx="11311">
                  <c:v>-22.102671691387002</c:v>
                </c:pt>
                <c:pt idx="11312">
                  <c:v>-22.102960831813022</c:v>
                </c:pt>
                <c:pt idx="11313">
                  <c:v>-22.103249839412996</c:v>
                </c:pt>
                <c:pt idx="11314">
                  <c:v>-22.103538714229018</c:v>
                </c:pt>
                <c:pt idx="11315">
                  <c:v>-22.103827456304003</c:v>
                </c:pt>
                <c:pt idx="11316">
                  <c:v>-22.104116065680017</c:v>
                </c:pt>
                <c:pt idx="11317">
                  <c:v>-22.104404542398981</c:v>
                </c:pt>
                <c:pt idx="11318">
                  <c:v>-22.104692886505006</c:v>
                </c:pt>
                <c:pt idx="11319">
                  <c:v>-22.104981098037996</c:v>
                </c:pt>
                <c:pt idx="11320">
                  <c:v>-22.105269177042999</c:v>
                </c:pt>
                <c:pt idx="11321">
                  <c:v>-22.105557123561994</c:v>
                </c:pt>
                <c:pt idx="11322">
                  <c:v>-22.105844937636022</c:v>
                </c:pt>
                <c:pt idx="11323">
                  <c:v>-22.106132619307999</c:v>
                </c:pt>
                <c:pt idx="11324">
                  <c:v>-22.106420168622009</c:v>
                </c:pt>
                <c:pt idx="11325">
                  <c:v>-22.106707585617983</c:v>
                </c:pt>
                <c:pt idx="11326">
                  <c:v>-22.106994870340003</c:v>
                </c:pt>
                <c:pt idx="11327">
                  <c:v>-22.107282022828997</c:v>
                </c:pt>
                <c:pt idx="11328">
                  <c:v>-22.107569043127995</c:v>
                </c:pt>
                <c:pt idx="11329">
                  <c:v>-22.107855931280994</c:v>
                </c:pt>
                <c:pt idx="11330">
                  <c:v>-22.108142687327017</c:v>
                </c:pt>
                <c:pt idx="11331">
                  <c:v>-22.108429311310005</c:v>
                </c:pt>
                <c:pt idx="11332">
                  <c:v>-22.108715803274009</c:v>
                </c:pt>
                <c:pt idx="11333">
                  <c:v>-22.109002163257998</c:v>
                </c:pt>
                <c:pt idx="11334">
                  <c:v>-22.109288391308013</c:v>
                </c:pt>
                <c:pt idx="11335">
                  <c:v>-22.109574487461998</c:v>
                </c:pt>
                <c:pt idx="11336">
                  <c:v>-22.109860451764007</c:v>
                </c:pt>
                <c:pt idx="11337">
                  <c:v>-22.110146284258974</c:v>
                </c:pt>
                <c:pt idx="11338">
                  <c:v>-22.11043198498399</c:v>
                </c:pt>
                <c:pt idx="11339">
                  <c:v>-22.110717553984983</c:v>
                </c:pt>
                <c:pt idx="11340">
                  <c:v>-22.111002991303991</c:v>
                </c:pt>
                <c:pt idx="11341">
                  <c:v>-22.111288296981002</c:v>
                </c:pt>
                <c:pt idx="11342">
                  <c:v>-22.111573471061007</c:v>
                </c:pt>
                <c:pt idx="11343">
                  <c:v>-22.111858513583002</c:v>
                </c:pt>
                <c:pt idx="11344">
                  <c:v>-22.112143424591011</c:v>
                </c:pt>
                <c:pt idx="11345">
                  <c:v>-22.112428204128008</c:v>
                </c:pt>
                <c:pt idx="11346">
                  <c:v>-22.112712852234012</c:v>
                </c:pt>
                <c:pt idx="11347">
                  <c:v>-22.112997368951</c:v>
                </c:pt>
                <c:pt idx="11348">
                  <c:v>-22.113281754323992</c:v>
                </c:pt>
                <c:pt idx="11349">
                  <c:v>-22.113566008392013</c:v>
                </c:pt>
                <c:pt idx="11350">
                  <c:v>-22.113850131197012</c:v>
                </c:pt>
                <c:pt idx="11351">
                  <c:v>-22.114134122784009</c:v>
                </c:pt>
                <c:pt idx="11352">
                  <c:v>-22.114417983192993</c:v>
                </c:pt>
                <c:pt idx="11353">
                  <c:v>-22.114701712466001</c:v>
                </c:pt>
                <c:pt idx="11354">
                  <c:v>-22.114985310645011</c:v>
                </c:pt>
                <c:pt idx="11355">
                  <c:v>-22.115268777771007</c:v>
                </c:pt>
                <c:pt idx="11356">
                  <c:v>-22.115552113888981</c:v>
                </c:pt>
                <c:pt idx="11357">
                  <c:v>-22.115835319038013</c:v>
                </c:pt>
                <c:pt idx="11358">
                  <c:v>-22.116118393259995</c:v>
                </c:pt>
                <c:pt idx="11359">
                  <c:v>-22.116401336600006</c:v>
                </c:pt>
                <c:pt idx="11360">
                  <c:v>-22.116684149096983</c:v>
                </c:pt>
                <c:pt idx="11361">
                  <c:v>-22.116966830794013</c:v>
                </c:pt>
                <c:pt idx="11362">
                  <c:v>-22.117249381731</c:v>
                </c:pt>
                <c:pt idx="11363">
                  <c:v>-22.117531801951998</c:v>
                </c:pt>
                <c:pt idx="11364">
                  <c:v>-22.11781409149998</c:v>
                </c:pt>
                <c:pt idx="11365">
                  <c:v>-22.118096250413004</c:v>
                </c:pt>
                <c:pt idx="11366">
                  <c:v>-22.118378278736003</c:v>
                </c:pt>
                <c:pt idx="11367">
                  <c:v>-22.118660176510019</c:v>
                </c:pt>
                <c:pt idx="11368">
                  <c:v>-22.118941943774985</c:v>
                </c:pt>
                <c:pt idx="11369">
                  <c:v>-22.119223580576005</c:v>
                </c:pt>
                <c:pt idx="11370">
                  <c:v>-22.119505086951989</c:v>
                </c:pt>
                <c:pt idx="11371">
                  <c:v>-22.119786462945996</c:v>
                </c:pt>
                <c:pt idx="11372">
                  <c:v>-22.120067708600999</c:v>
                </c:pt>
                <c:pt idx="11373">
                  <c:v>-22.120348823955993</c:v>
                </c:pt>
                <c:pt idx="11374">
                  <c:v>-22.120629809052986</c:v>
                </c:pt>
                <c:pt idx="11375">
                  <c:v>-22.120910663936996</c:v>
                </c:pt>
                <c:pt idx="11376">
                  <c:v>-22.121191388645997</c:v>
                </c:pt>
                <c:pt idx="11377">
                  <c:v>-22.121471983223017</c:v>
                </c:pt>
                <c:pt idx="11378">
                  <c:v>-22.121752447711003</c:v>
                </c:pt>
                <c:pt idx="11379">
                  <c:v>-22.122032782149006</c:v>
                </c:pt>
                <c:pt idx="11380">
                  <c:v>-22.122312986580994</c:v>
                </c:pt>
                <c:pt idx="11381">
                  <c:v>-22.122593061047013</c:v>
                </c:pt>
                <c:pt idx="11382">
                  <c:v>-22.12287300558998</c:v>
                </c:pt>
                <c:pt idx="11383">
                  <c:v>-22.123152820250993</c:v>
                </c:pt>
                <c:pt idx="11384">
                  <c:v>-22.123432505069985</c:v>
                </c:pt>
                <c:pt idx="11385">
                  <c:v>-22.123712060091009</c:v>
                </c:pt>
                <c:pt idx="11386">
                  <c:v>-22.123991485354992</c:v>
                </c:pt>
                <c:pt idx="11387">
                  <c:v>-22.124270780902009</c:v>
                </c:pt>
                <c:pt idx="11388">
                  <c:v>-22.124549946776</c:v>
                </c:pt>
                <c:pt idx="11389">
                  <c:v>-22.124828983015988</c:v>
                </c:pt>
                <c:pt idx="11390">
                  <c:v>-22.12510788966398</c:v>
                </c:pt>
                <c:pt idx="11391">
                  <c:v>-22.125386666764001</c:v>
                </c:pt>
                <c:pt idx="11392">
                  <c:v>-22.125665314353995</c:v>
                </c:pt>
                <c:pt idx="11393">
                  <c:v>-22.125943832478015</c:v>
                </c:pt>
                <c:pt idx="11394">
                  <c:v>-22.126222221176022</c:v>
                </c:pt>
                <c:pt idx="11395">
                  <c:v>-22.126500480489995</c:v>
                </c:pt>
                <c:pt idx="11396">
                  <c:v>-22.126778610461997</c:v>
                </c:pt>
                <c:pt idx="11397">
                  <c:v>-22.127056611131991</c:v>
                </c:pt>
                <c:pt idx="11398">
                  <c:v>-22.127334482542011</c:v>
                </c:pt>
                <c:pt idx="11399">
                  <c:v>-22.127612224735003</c:v>
                </c:pt>
                <c:pt idx="11400">
                  <c:v>-22.127889837749024</c:v>
                </c:pt>
                <c:pt idx="11401">
                  <c:v>-22.128177494154016</c:v>
                </c:pt>
                <c:pt idx="11402">
                  <c:v>-22.12846502146499</c:v>
                </c:pt>
                <c:pt idx="11403">
                  <c:v>-22.128752419723014</c:v>
                </c:pt>
                <c:pt idx="11404">
                  <c:v>-22.129039688968987</c:v>
                </c:pt>
                <c:pt idx="11405">
                  <c:v>-22.129326829244008</c:v>
                </c:pt>
                <c:pt idx="11406">
                  <c:v>-22.129613840589997</c:v>
                </c:pt>
                <c:pt idx="11407">
                  <c:v>-22.129900723048991</c:v>
                </c:pt>
                <c:pt idx="11408">
                  <c:v>-22.130187476660012</c:v>
                </c:pt>
                <c:pt idx="11409">
                  <c:v>-22.130474101467001</c:v>
                </c:pt>
                <c:pt idx="11410">
                  <c:v>-22.130760597508981</c:v>
                </c:pt>
                <c:pt idx="11411">
                  <c:v>-22.131046964829011</c:v>
                </c:pt>
                <c:pt idx="11412">
                  <c:v>-22.131333203465005</c:v>
                </c:pt>
                <c:pt idx="11413">
                  <c:v>-22.131619313462011</c:v>
                </c:pt>
                <c:pt idx="11414">
                  <c:v>-22.13190529485999</c:v>
                </c:pt>
                <c:pt idx="11415">
                  <c:v>-22.13219114769899</c:v>
                </c:pt>
                <c:pt idx="11416">
                  <c:v>-22.132476872021016</c:v>
                </c:pt>
                <c:pt idx="11417">
                  <c:v>-22.132762467866996</c:v>
                </c:pt>
                <c:pt idx="11418">
                  <c:v>-22.133047935278</c:v>
                </c:pt>
                <c:pt idx="11419">
                  <c:v>-22.133333274297001</c:v>
                </c:pt>
                <c:pt idx="11420">
                  <c:v>-22.133618484961005</c:v>
                </c:pt>
                <c:pt idx="11421">
                  <c:v>-22.133903567315997</c:v>
                </c:pt>
                <c:pt idx="11422">
                  <c:v>-22.134188521399011</c:v>
                </c:pt>
                <c:pt idx="11423">
                  <c:v>-22.134473347251998</c:v>
                </c:pt>
                <c:pt idx="11424">
                  <c:v>-22.134758044918016</c:v>
                </c:pt>
                <c:pt idx="11425">
                  <c:v>-22.135042614436003</c:v>
                </c:pt>
                <c:pt idx="11426">
                  <c:v>-22.135327055849018</c:v>
                </c:pt>
                <c:pt idx="11427">
                  <c:v>-22.135611369195004</c:v>
                </c:pt>
                <c:pt idx="11428">
                  <c:v>-22.135895554516992</c:v>
                </c:pt>
                <c:pt idx="11429">
                  <c:v>-22.136179611857017</c:v>
                </c:pt>
                <c:pt idx="11430">
                  <c:v>-22.136463541252994</c:v>
                </c:pt>
                <c:pt idx="11431">
                  <c:v>-22.136747342749004</c:v>
                </c:pt>
                <c:pt idx="11432">
                  <c:v>-22.137031016384014</c:v>
                </c:pt>
                <c:pt idx="11433">
                  <c:v>-22.137314562199975</c:v>
                </c:pt>
                <c:pt idx="11434">
                  <c:v>-22.137597980237018</c:v>
                </c:pt>
                <c:pt idx="11435">
                  <c:v>-22.137881270536013</c:v>
                </c:pt>
                <c:pt idx="11436">
                  <c:v>-22.138164433139025</c:v>
                </c:pt>
                <c:pt idx="11437">
                  <c:v>-22.138447468085019</c:v>
                </c:pt>
                <c:pt idx="11438">
                  <c:v>-22.138730375416998</c:v>
                </c:pt>
                <c:pt idx="11439">
                  <c:v>-22.139013155174013</c:v>
                </c:pt>
                <c:pt idx="11440">
                  <c:v>-22.139295807396991</c:v>
                </c:pt>
                <c:pt idx="11441">
                  <c:v>-22.139578332128991</c:v>
                </c:pt>
                <c:pt idx="11442">
                  <c:v>-22.139860729408014</c:v>
                </c:pt>
                <c:pt idx="11443">
                  <c:v>-22.140142999277003</c:v>
                </c:pt>
                <c:pt idx="11444">
                  <c:v>-22.140425141775012</c:v>
                </c:pt>
                <c:pt idx="11445">
                  <c:v>-22.140707156944018</c:v>
                </c:pt>
                <c:pt idx="11446">
                  <c:v>-22.140989044824977</c:v>
                </c:pt>
                <c:pt idx="11447">
                  <c:v>-22.141270805456998</c:v>
                </c:pt>
                <c:pt idx="11448">
                  <c:v>-22.141552438882997</c:v>
                </c:pt>
                <c:pt idx="11449">
                  <c:v>-22.141833945140974</c:v>
                </c:pt>
                <c:pt idx="11450">
                  <c:v>-22.142115324274016</c:v>
                </c:pt>
                <c:pt idx="11451">
                  <c:v>-22.142396576322</c:v>
                </c:pt>
                <c:pt idx="11452">
                  <c:v>-22.142677701326022</c:v>
                </c:pt>
                <c:pt idx="11453">
                  <c:v>-22.142958699325987</c:v>
                </c:pt>
                <c:pt idx="11454">
                  <c:v>-22.143239570361999</c:v>
                </c:pt>
                <c:pt idx="11455">
                  <c:v>-22.143520314477001</c:v>
                </c:pt>
                <c:pt idx="11456">
                  <c:v>-22.143800931708995</c:v>
                </c:pt>
                <c:pt idx="11457">
                  <c:v>-22.144081422099987</c:v>
                </c:pt>
                <c:pt idx="11458">
                  <c:v>-22.14436178569099</c:v>
                </c:pt>
                <c:pt idx="11459">
                  <c:v>-22.144642022521992</c:v>
                </c:pt>
                <c:pt idx="11460">
                  <c:v>-22.144922132633013</c:v>
                </c:pt>
                <c:pt idx="11461">
                  <c:v>-22.145202116065008</c:v>
                </c:pt>
                <c:pt idx="11462">
                  <c:v>-22.145481972858988</c:v>
                </c:pt>
                <c:pt idx="11463">
                  <c:v>-22.145761703055001</c:v>
                </c:pt>
                <c:pt idx="11464">
                  <c:v>-22.146041306694002</c:v>
                </c:pt>
                <c:pt idx="11465">
                  <c:v>-22.146320783816009</c:v>
                </c:pt>
                <c:pt idx="11466">
                  <c:v>-22.146600134461011</c:v>
                </c:pt>
                <c:pt idx="11467">
                  <c:v>-22.146879358670986</c:v>
                </c:pt>
                <c:pt idx="11468">
                  <c:v>-22.147158456486011</c:v>
                </c:pt>
                <c:pt idx="11469">
                  <c:v>-22.147437427944993</c:v>
                </c:pt>
                <c:pt idx="11470">
                  <c:v>-22.147716273091021</c:v>
                </c:pt>
                <c:pt idx="11471">
                  <c:v>-22.147994991961014</c:v>
                </c:pt>
                <c:pt idx="11472">
                  <c:v>-22.148273584598996</c:v>
                </c:pt>
                <c:pt idx="11473">
                  <c:v>-22.148552051042998</c:v>
                </c:pt>
                <c:pt idx="11474">
                  <c:v>-22.148830391334002</c:v>
                </c:pt>
                <c:pt idx="11475">
                  <c:v>-22.149108605514016</c:v>
                </c:pt>
                <c:pt idx="11476">
                  <c:v>-22.149386693620016</c:v>
                </c:pt>
                <c:pt idx="11477">
                  <c:v>-22.149664655696</c:v>
                </c:pt>
                <c:pt idx="11478">
                  <c:v>-22.149942491779001</c:v>
                </c:pt>
                <c:pt idx="11479">
                  <c:v>-22.150220201910997</c:v>
                </c:pt>
                <c:pt idx="11480">
                  <c:v>-22.150497786132973</c:v>
                </c:pt>
                <c:pt idx="11481">
                  <c:v>-22.150775244484009</c:v>
                </c:pt>
                <c:pt idx="11482">
                  <c:v>-22.151052577005999</c:v>
                </c:pt>
                <c:pt idx="11483">
                  <c:v>-22.151329783737026</c:v>
                </c:pt>
                <c:pt idx="11484">
                  <c:v>-22.151606864717991</c:v>
                </c:pt>
                <c:pt idx="11485">
                  <c:v>-22.15188381998999</c:v>
                </c:pt>
                <c:pt idx="11486">
                  <c:v>-22.152160649593014</c:v>
                </c:pt>
                <c:pt idx="11487">
                  <c:v>-22.152437353566995</c:v>
                </c:pt>
                <c:pt idx="11488">
                  <c:v>-22.152713931951979</c:v>
                </c:pt>
                <c:pt idx="11489">
                  <c:v>-22.152990384788012</c:v>
                </c:pt>
                <c:pt idx="11490">
                  <c:v>-22.153266712116988</c:v>
                </c:pt>
                <c:pt idx="11491">
                  <c:v>-22.15354291397702</c:v>
                </c:pt>
                <c:pt idx="11492">
                  <c:v>-22.153818990409007</c:v>
                </c:pt>
                <c:pt idx="11493">
                  <c:v>-22.154094941452996</c:v>
                </c:pt>
                <c:pt idx="11494">
                  <c:v>-22.154370767149004</c:v>
                </c:pt>
                <c:pt idx="11495">
                  <c:v>-22.154646467536992</c:v>
                </c:pt>
                <c:pt idx="11496">
                  <c:v>-22.154922042658001</c:v>
                </c:pt>
                <c:pt idx="11497">
                  <c:v>-22.155197492551991</c:v>
                </c:pt>
                <c:pt idx="11498">
                  <c:v>-22.155472817256992</c:v>
                </c:pt>
                <c:pt idx="11499">
                  <c:v>-22.155748016816005</c:v>
                </c:pt>
                <c:pt idx="11500">
                  <c:v>-22.156023091267002</c:v>
                </c:pt>
                <c:pt idx="11501">
                  <c:v>-22.156298040650995</c:v>
                </c:pt>
                <c:pt idx="11502">
                  <c:v>-22.156572865008002</c:v>
                </c:pt>
                <c:pt idx="11503">
                  <c:v>-22.156847564376989</c:v>
                </c:pt>
                <c:pt idx="11504">
                  <c:v>-22.15712213880002</c:v>
                </c:pt>
                <c:pt idx="11505">
                  <c:v>-22.157396588315009</c:v>
                </c:pt>
                <c:pt idx="11506">
                  <c:v>-22.157670912961976</c:v>
                </c:pt>
                <c:pt idx="11507">
                  <c:v>-22.157945112783011</c:v>
                </c:pt>
                <c:pt idx="11508">
                  <c:v>-22.158219187816002</c:v>
                </c:pt>
                <c:pt idx="11509">
                  <c:v>-22.158493138102017</c:v>
                </c:pt>
                <c:pt idx="11510">
                  <c:v>-22.158766963679994</c:v>
                </c:pt>
                <c:pt idx="11511">
                  <c:v>-22.15904066458998</c:v>
                </c:pt>
                <c:pt idx="11512">
                  <c:v>-22.159314240874011</c:v>
                </c:pt>
                <c:pt idx="11513">
                  <c:v>-22.15958769256801</c:v>
                </c:pt>
                <c:pt idx="11514">
                  <c:v>-22.159861019716004</c:v>
                </c:pt>
                <c:pt idx="11515">
                  <c:v>-22.160134222354003</c:v>
                </c:pt>
                <c:pt idx="11516">
                  <c:v>-22.160407300526003</c:v>
                </c:pt>
                <c:pt idx="11517">
                  <c:v>-22.160680254267021</c:v>
                </c:pt>
                <c:pt idx="11518">
                  <c:v>-22.160953083620996</c:v>
                </c:pt>
                <c:pt idx="11519">
                  <c:v>-22.161225788625984</c:v>
                </c:pt>
                <c:pt idx="11520">
                  <c:v>-22.161498369322004</c:v>
                </c:pt>
                <c:pt idx="11521">
                  <c:v>-22.161770825748988</c:v>
                </c:pt>
                <c:pt idx="11522">
                  <c:v>-22.162043157945021</c:v>
                </c:pt>
                <c:pt idx="11523">
                  <c:v>-22.162315365952992</c:v>
                </c:pt>
                <c:pt idx="11524">
                  <c:v>-22.162587449810985</c:v>
                </c:pt>
                <c:pt idx="11525">
                  <c:v>-22.162859409557001</c:v>
                </c:pt>
                <c:pt idx="11526">
                  <c:v>-22.163131245235007</c:v>
                </c:pt>
                <c:pt idx="11527">
                  <c:v>-22.16340295688002</c:v>
                </c:pt>
                <c:pt idx="11528">
                  <c:v>-22.163674544535013</c:v>
                </c:pt>
                <c:pt idx="11529">
                  <c:v>-22.16394600823898</c:v>
                </c:pt>
                <c:pt idx="11530">
                  <c:v>-22.164217348030007</c:v>
                </c:pt>
                <c:pt idx="11531">
                  <c:v>-22.164488563949988</c:v>
                </c:pt>
                <c:pt idx="11532">
                  <c:v>-22.164759656035983</c:v>
                </c:pt>
                <c:pt idx="11533">
                  <c:v>-22.165030624330996</c:v>
                </c:pt>
                <c:pt idx="11534">
                  <c:v>-22.165301468871007</c:v>
                </c:pt>
                <c:pt idx="11535">
                  <c:v>-22.165572189698025</c:v>
                </c:pt>
                <c:pt idx="11536">
                  <c:v>-22.165842786852011</c:v>
                </c:pt>
                <c:pt idx="11537">
                  <c:v>-22.166113260369997</c:v>
                </c:pt>
                <c:pt idx="11538">
                  <c:v>-22.166383610293991</c:v>
                </c:pt>
                <c:pt idx="11539">
                  <c:v>-22.166653836661993</c:v>
                </c:pt>
                <c:pt idx="11540">
                  <c:v>-22.166923939513993</c:v>
                </c:pt>
                <c:pt idx="11541">
                  <c:v>-22.167193918890007</c:v>
                </c:pt>
                <c:pt idx="11542">
                  <c:v>-22.167463774829002</c:v>
                </c:pt>
                <c:pt idx="11543">
                  <c:v>-22.16773350737202</c:v>
                </c:pt>
                <c:pt idx="11544">
                  <c:v>-22.168003116554985</c:v>
                </c:pt>
                <c:pt idx="11545">
                  <c:v>-22.168272602420984</c:v>
                </c:pt>
                <c:pt idx="11546">
                  <c:v>-22.168541965007989</c:v>
                </c:pt>
                <c:pt idx="11547">
                  <c:v>-22.168811204354995</c:v>
                </c:pt>
                <c:pt idx="11548">
                  <c:v>-22.169080320503014</c:v>
                </c:pt>
                <c:pt idx="11549">
                  <c:v>-22.169349313488993</c:v>
                </c:pt>
                <c:pt idx="11550">
                  <c:v>-22.169618183354999</c:v>
                </c:pt>
                <c:pt idx="11551">
                  <c:v>-22.169886930139</c:v>
                </c:pt>
                <c:pt idx="11552">
                  <c:v>-22.170155553879994</c:v>
                </c:pt>
                <c:pt idx="11553">
                  <c:v>-22.170424054619019</c:v>
                </c:pt>
                <c:pt idx="11554">
                  <c:v>-22.170692432392997</c:v>
                </c:pt>
                <c:pt idx="11555">
                  <c:v>-22.170960687243991</c:v>
                </c:pt>
                <c:pt idx="11556">
                  <c:v>-22.171228819209006</c:v>
                </c:pt>
                <c:pt idx="11557">
                  <c:v>-22.171496828328003</c:v>
                </c:pt>
                <c:pt idx="11558">
                  <c:v>-22.171764714642023</c:v>
                </c:pt>
                <c:pt idx="11559">
                  <c:v>-22.172032478188015</c:v>
                </c:pt>
                <c:pt idx="11560">
                  <c:v>-22.172300119006991</c:v>
                </c:pt>
                <c:pt idx="11561">
                  <c:v>-22.172567637137007</c:v>
                </c:pt>
                <c:pt idx="11562">
                  <c:v>-22.172835032617002</c:v>
                </c:pt>
                <c:pt idx="11563">
                  <c:v>-22.173102305487987</c:v>
                </c:pt>
                <c:pt idx="11564">
                  <c:v>-22.17336945578802</c:v>
                </c:pt>
                <c:pt idx="11565">
                  <c:v>-22.173636483555981</c:v>
                </c:pt>
                <c:pt idx="11566">
                  <c:v>-22.173903388832002</c:v>
                </c:pt>
                <c:pt idx="11567">
                  <c:v>-22.174170171653998</c:v>
                </c:pt>
                <c:pt idx="11568">
                  <c:v>-22.174436832064004</c:v>
                </c:pt>
                <c:pt idx="11569">
                  <c:v>-22.174703370097006</c:v>
                </c:pt>
                <c:pt idx="11570">
                  <c:v>-22.174969785796009</c:v>
                </c:pt>
                <c:pt idx="11571">
                  <c:v>-22.175236079196992</c:v>
                </c:pt>
                <c:pt idx="11572">
                  <c:v>-22.175502250341992</c:v>
                </c:pt>
                <c:pt idx="11573">
                  <c:v>-22.175768299267986</c:v>
                </c:pt>
                <c:pt idx="11574">
                  <c:v>-22.176034226014025</c:v>
                </c:pt>
                <c:pt idx="11575">
                  <c:v>-22.176300030621007</c:v>
                </c:pt>
                <c:pt idx="11576">
                  <c:v>-22.17656571312699</c:v>
                </c:pt>
                <c:pt idx="11577">
                  <c:v>-22.176831273570997</c:v>
                </c:pt>
                <c:pt idx="11578">
                  <c:v>-22.177096711991993</c:v>
                </c:pt>
                <c:pt idx="11579">
                  <c:v>-22.177362028427979</c:v>
                </c:pt>
                <c:pt idx="11580">
                  <c:v>-22.177627222920989</c:v>
                </c:pt>
                <c:pt idx="11581">
                  <c:v>-22.177892295506979</c:v>
                </c:pt>
                <c:pt idx="11582">
                  <c:v>-22.178157246228011</c:v>
                </c:pt>
                <c:pt idx="11583">
                  <c:v>-22.178422075118988</c:v>
                </c:pt>
                <c:pt idx="11584">
                  <c:v>-22.178686782222002</c:v>
                </c:pt>
                <c:pt idx="11585">
                  <c:v>-22.178951367575991</c:v>
                </c:pt>
                <c:pt idx="11586">
                  <c:v>-22.179215831217988</c:v>
                </c:pt>
                <c:pt idx="11587">
                  <c:v>-22.179480173189006</c:v>
                </c:pt>
                <c:pt idx="11588">
                  <c:v>-22.179744393524999</c:v>
                </c:pt>
                <c:pt idx="11589">
                  <c:v>-22.180008492268001</c:v>
                </c:pt>
                <c:pt idx="11590">
                  <c:v>-22.180272469457009</c:v>
                </c:pt>
                <c:pt idx="11591">
                  <c:v>-22.180536325128003</c:v>
                </c:pt>
                <c:pt idx="11592">
                  <c:v>-22.180800059323019</c:v>
                </c:pt>
                <c:pt idx="11593">
                  <c:v>-22.181063672078011</c:v>
                </c:pt>
                <c:pt idx="11594">
                  <c:v>-22.181327163434986</c:v>
                </c:pt>
                <c:pt idx="11595">
                  <c:v>-22.181590533429016</c:v>
                </c:pt>
                <c:pt idx="11596">
                  <c:v>-22.181853782101996</c:v>
                </c:pt>
                <c:pt idx="11597">
                  <c:v>-22.182116909492009</c:v>
                </c:pt>
                <c:pt idx="11598">
                  <c:v>-22.182379915637</c:v>
                </c:pt>
                <c:pt idx="11599">
                  <c:v>-22.18264280057798</c:v>
                </c:pt>
                <c:pt idx="11600">
                  <c:v>-22.182905564350023</c:v>
                </c:pt>
                <c:pt idx="11601">
                  <c:v>-22.183168206993997</c:v>
                </c:pt>
                <c:pt idx="11602">
                  <c:v>-22.183430728549979</c:v>
                </c:pt>
                <c:pt idx="11603">
                  <c:v>-22.183693129055001</c:v>
                </c:pt>
                <c:pt idx="11604">
                  <c:v>-22.183955408548002</c:v>
                </c:pt>
                <c:pt idx="11605">
                  <c:v>-22.184217567068004</c:v>
                </c:pt>
                <c:pt idx="11606">
                  <c:v>-22.184479604652012</c:v>
                </c:pt>
                <c:pt idx="11607">
                  <c:v>-22.184741521341977</c:v>
                </c:pt>
                <c:pt idx="11608">
                  <c:v>-22.185003317174022</c:v>
                </c:pt>
                <c:pt idx="11609">
                  <c:v>-22.185264992188991</c:v>
                </c:pt>
                <c:pt idx="11610">
                  <c:v>-22.185526546422977</c:v>
                </c:pt>
                <c:pt idx="11611">
                  <c:v>-22.185787979916995</c:v>
                </c:pt>
                <c:pt idx="11612">
                  <c:v>-22.186049292706997</c:v>
                </c:pt>
                <c:pt idx="11613">
                  <c:v>-22.186310484833001</c:v>
                </c:pt>
                <c:pt idx="11614">
                  <c:v>-22.186571556334997</c:v>
                </c:pt>
                <c:pt idx="11615">
                  <c:v>-22.186832507248994</c:v>
                </c:pt>
                <c:pt idx="11616">
                  <c:v>-22.187093337617</c:v>
                </c:pt>
                <c:pt idx="11617">
                  <c:v>-22.187354047473008</c:v>
                </c:pt>
                <c:pt idx="11618">
                  <c:v>-22.187614636859024</c:v>
                </c:pt>
                <c:pt idx="11619">
                  <c:v>-22.187875105812992</c:v>
                </c:pt>
                <c:pt idx="11620">
                  <c:v>-22.188135454372002</c:v>
                </c:pt>
                <c:pt idx="11621">
                  <c:v>-22.18839568257701</c:v>
                </c:pt>
                <c:pt idx="11622">
                  <c:v>-22.188655790463997</c:v>
                </c:pt>
                <c:pt idx="11623">
                  <c:v>-22.188915778071987</c:v>
                </c:pt>
                <c:pt idx="11624">
                  <c:v>-22.189175645441992</c:v>
                </c:pt>
                <c:pt idx="11625">
                  <c:v>-22.189435392608999</c:v>
                </c:pt>
                <c:pt idx="11626">
                  <c:v>-22.189695019614021</c:v>
                </c:pt>
                <c:pt idx="11627">
                  <c:v>-22.189954526494006</c:v>
                </c:pt>
                <c:pt idx="11628">
                  <c:v>-22.190213913286982</c:v>
                </c:pt>
                <c:pt idx="11629">
                  <c:v>-22.19047318003399</c:v>
                </c:pt>
                <c:pt idx="11630">
                  <c:v>-22.190732326769989</c:v>
                </c:pt>
                <c:pt idx="11631">
                  <c:v>-22.190991353537015</c:v>
                </c:pt>
                <c:pt idx="11632">
                  <c:v>-22.191250260369998</c:v>
                </c:pt>
                <c:pt idx="11633">
                  <c:v>-22.191509047308983</c:v>
                </c:pt>
                <c:pt idx="11634">
                  <c:v>-22.191767714392</c:v>
                </c:pt>
                <c:pt idx="11635">
                  <c:v>-22.192026261656991</c:v>
                </c:pt>
                <c:pt idx="11636">
                  <c:v>-22.192284689144998</c:v>
                </c:pt>
                <c:pt idx="11637">
                  <c:v>-22.192542996890012</c:v>
                </c:pt>
                <c:pt idx="11638">
                  <c:v>-22.192801184933984</c:v>
                </c:pt>
                <c:pt idx="11639">
                  <c:v>-22.193059253312015</c:v>
                </c:pt>
                <c:pt idx="11640">
                  <c:v>-22.193317202065003</c:v>
                </c:pt>
                <c:pt idx="11641">
                  <c:v>-22.193575031230978</c:v>
                </c:pt>
                <c:pt idx="11642">
                  <c:v>-22.193832740847</c:v>
                </c:pt>
                <c:pt idx="11643">
                  <c:v>-22.19409033095198</c:v>
                </c:pt>
                <c:pt idx="11644">
                  <c:v>-22.194347801583007</c:v>
                </c:pt>
                <c:pt idx="11645">
                  <c:v>-22.194605152780014</c:v>
                </c:pt>
                <c:pt idx="11646">
                  <c:v>-22.194862384581</c:v>
                </c:pt>
                <c:pt idx="11647">
                  <c:v>-22.195119497023001</c:v>
                </c:pt>
                <c:pt idx="11648">
                  <c:v>-22.19537649014498</c:v>
                </c:pt>
                <c:pt idx="11649">
                  <c:v>-22.195633363985024</c:v>
                </c:pt>
                <c:pt idx="11650">
                  <c:v>-22.195890118581985</c:v>
                </c:pt>
                <c:pt idx="11651">
                  <c:v>-22.196146753971988</c:v>
                </c:pt>
                <c:pt idx="11652">
                  <c:v>-22.196403270193997</c:v>
                </c:pt>
                <c:pt idx="11653">
                  <c:v>-22.196659667288998</c:v>
                </c:pt>
                <c:pt idx="11654">
                  <c:v>-22.196915945289987</c:v>
                </c:pt>
                <c:pt idx="11655">
                  <c:v>-22.197172104239996</c:v>
                </c:pt>
                <c:pt idx="11656">
                  <c:v>-22.197428144172989</c:v>
                </c:pt>
                <c:pt idx="11657">
                  <c:v>-22.197684065130005</c:v>
                </c:pt>
                <c:pt idx="11658">
                  <c:v>-22.197939867147994</c:v>
                </c:pt>
                <c:pt idx="11659">
                  <c:v>-22.198195550264984</c:v>
                </c:pt>
                <c:pt idx="11660">
                  <c:v>-22.198451114519003</c:v>
                </c:pt>
                <c:pt idx="11661">
                  <c:v>-22.198706559947993</c:v>
                </c:pt>
                <c:pt idx="11662">
                  <c:v>-22.19896188658899</c:v>
                </c:pt>
                <c:pt idx="11663">
                  <c:v>-22.199217094483004</c:v>
                </c:pt>
                <c:pt idx="11664">
                  <c:v>-22.199472183664994</c:v>
                </c:pt>
                <c:pt idx="11665">
                  <c:v>-22.199727154175008</c:v>
                </c:pt>
                <c:pt idx="11666">
                  <c:v>-22.199982006048998</c:v>
                </c:pt>
                <c:pt idx="11667">
                  <c:v>-22.200236739325987</c:v>
                </c:pt>
                <c:pt idx="11668">
                  <c:v>-22.200491354044004</c:v>
                </c:pt>
                <c:pt idx="11669">
                  <c:v>-22.200745850240992</c:v>
                </c:pt>
                <c:pt idx="11670">
                  <c:v>-22.201000227956001</c:v>
                </c:pt>
                <c:pt idx="11671">
                  <c:v>-22.201254487223991</c:v>
                </c:pt>
                <c:pt idx="11672">
                  <c:v>-22.20150862808498</c:v>
                </c:pt>
                <c:pt idx="11673">
                  <c:v>-22.201762650576001</c:v>
                </c:pt>
                <c:pt idx="11674">
                  <c:v>-22.202016554734996</c:v>
                </c:pt>
                <c:pt idx="11675">
                  <c:v>-22.202270340602013</c:v>
                </c:pt>
                <c:pt idx="11676">
                  <c:v>-22.202524008211014</c:v>
                </c:pt>
                <c:pt idx="11677">
                  <c:v>-22.202777557602985</c:v>
                </c:pt>
                <c:pt idx="11678">
                  <c:v>-22.203030988814021</c:v>
                </c:pt>
                <c:pt idx="11679">
                  <c:v>-22.203284301882007</c:v>
                </c:pt>
                <c:pt idx="11680">
                  <c:v>-22.203537496846025</c:v>
                </c:pt>
                <c:pt idx="11681">
                  <c:v>-22.203790573742992</c:v>
                </c:pt>
                <c:pt idx="11682">
                  <c:v>-22.204043532610996</c:v>
                </c:pt>
                <c:pt idx="11683">
                  <c:v>-22.204296373486017</c:v>
                </c:pt>
                <c:pt idx="11684">
                  <c:v>-22.204549096407987</c:v>
                </c:pt>
                <c:pt idx="11685">
                  <c:v>-22.204801701414993</c:v>
                </c:pt>
                <c:pt idx="11686">
                  <c:v>-22.205054188541993</c:v>
                </c:pt>
                <c:pt idx="11687">
                  <c:v>-22.205306557829999</c:v>
                </c:pt>
                <c:pt idx="11688">
                  <c:v>-22.205558809313999</c:v>
                </c:pt>
                <c:pt idx="11689">
                  <c:v>-22.205810943033015</c:v>
                </c:pt>
                <c:pt idx="11690">
                  <c:v>-22.20606295902499</c:v>
                </c:pt>
                <c:pt idx="11691">
                  <c:v>-22.206314857326021</c:v>
                </c:pt>
                <c:pt idx="11692">
                  <c:v>-22.206566637975982</c:v>
                </c:pt>
                <c:pt idx="11693">
                  <c:v>-22.206818301009974</c:v>
                </c:pt>
                <c:pt idx="11694">
                  <c:v>-22.207069846467988</c:v>
                </c:pt>
                <c:pt idx="11695">
                  <c:v>-22.207321274386004</c:v>
                </c:pt>
                <c:pt idx="11696">
                  <c:v>-22.207572584802023</c:v>
                </c:pt>
                <c:pt idx="11697">
                  <c:v>-22.20782377775501</c:v>
                </c:pt>
                <c:pt idx="11698">
                  <c:v>-22.208074853279982</c:v>
                </c:pt>
                <c:pt idx="11699">
                  <c:v>-22.208325811417012</c:v>
                </c:pt>
                <c:pt idx="11700">
                  <c:v>-22.208576652201003</c:v>
                </c:pt>
                <c:pt idx="11701">
                  <c:v>-22.208836429219986</c:v>
                </c:pt>
                <c:pt idx="11702">
                  <c:v>-22.209096088961985</c:v>
                </c:pt>
                <c:pt idx="11703">
                  <c:v>-22.209355631465996</c:v>
                </c:pt>
                <c:pt idx="11704">
                  <c:v>-22.209615056768001</c:v>
                </c:pt>
                <c:pt idx="11705">
                  <c:v>-22.209874364906</c:v>
                </c:pt>
                <c:pt idx="11706">
                  <c:v>-22.210133555917992</c:v>
                </c:pt>
                <c:pt idx="11707">
                  <c:v>-22.210392629839987</c:v>
                </c:pt>
                <c:pt idx="11708">
                  <c:v>-22.210651586711009</c:v>
                </c:pt>
                <c:pt idx="11709">
                  <c:v>-22.210910426567011</c:v>
                </c:pt>
                <c:pt idx="11710">
                  <c:v>-22.211169149446988</c:v>
                </c:pt>
                <c:pt idx="11711">
                  <c:v>-22.211427755387007</c:v>
                </c:pt>
                <c:pt idx="11712">
                  <c:v>-22.211686244426005</c:v>
                </c:pt>
                <c:pt idx="11713">
                  <c:v>-22.211944616600988</c:v>
                </c:pt>
                <c:pt idx="11714">
                  <c:v>-22.212202871946999</c:v>
                </c:pt>
                <c:pt idx="11715">
                  <c:v>-22.212461010504995</c:v>
                </c:pt>
                <c:pt idx="11716">
                  <c:v>-22.212719032308996</c:v>
                </c:pt>
                <c:pt idx="11717">
                  <c:v>-22.21297693739902</c:v>
                </c:pt>
                <c:pt idx="11718">
                  <c:v>-22.213234725810992</c:v>
                </c:pt>
                <c:pt idx="11719">
                  <c:v>-22.213492397582002</c:v>
                </c:pt>
                <c:pt idx="11720">
                  <c:v>-22.213749952750021</c:v>
                </c:pt>
                <c:pt idx="11721">
                  <c:v>-22.214007391351998</c:v>
                </c:pt>
                <c:pt idx="11722">
                  <c:v>-22.214264713426019</c:v>
                </c:pt>
                <c:pt idx="11723">
                  <c:v>-22.214521919009002</c:v>
                </c:pt>
                <c:pt idx="11724">
                  <c:v>-22.214779008137015</c:v>
                </c:pt>
                <c:pt idx="11725">
                  <c:v>-22.215035980849024</c:v>
                </c:pt>
                <c:pt idx="11726">
                  <c:v>-22.215292837180982</c:v>
                </c:pt>
                <c:pt idx="11727">
                  <c:v>-22.215549577171004</c:v>
                </c:pt>
                <c:pt idx="11728">
                  <c:v>-22.215806200856008</c:v>
                </c:pt>
                <c:pt idx="11729">
                  <c:v>-22.216062708271977</c:v>
                </c:pt>
                <c:pt idx="11730">
                  <c:v>-22.216319099457991</c:v>
                </c:pt>
                <c:pt idx="11731">
                  <c:v>-22.216575374450002</c:v>
                </c:pt>
                <c:pt idx="11732">
                  <c:v>-22.216831533285983</c:v>
                </c:pt>
                <c:pt idx="11733">
                  <c:v>-22.217087576002001</c:v>
                </c:pt>
                <c:pt idx="11734">
                  <c:v>-22.217343502636993</c:v>
                </c:pt>
                <c:pt idx="11735">
                  <c:v>-22.217599313226998</c:v>
                </c:pt>
                <c:pt idx="11736">
                  <c:v>-22.217855007807998</c:v>
                </c:pt>
                <c:pt idx="11737">
                  <c:v>-22.218110586418987</c:v>
                </c:pt>
                <c:pt idx="11738">
                  <c:v>-22.218366049096005</c:v>
                </c:pt>
                <c:pt idx="11739">
                  <c:v>-22.218621395876994</c:v>
                </c:pt>
                <c:pt idx="11740">
                  <c:v>-22.218876626797993</c:v>
                </c:pt>
                <c:pt idx="11741">
                  <c:v>-22.219131741896007</c:v>
                </c:pt>
                <c:pt idx="11742">
                  <c:v>-22.219386741209007</c:v>
                </c:pt>
                <c:pt idx="11743">
                  <c:v>-22.219641624773004</c:v>
                </c:pt>
                <c:pt idx="11744">
                  <c:v>-22.219896392626993</c:v>
                </c:pt>
                <c:pt idx="11745">
                  <c:v>-22.220151044805988</c:v>
                </c:pt>
                <c:pt idx="11746">
                  <c:v>-22.220405581346995</c:v>
                </c:pt>
                <c:pt idx="11747">
                  <c:v>-22.220660002287985</c:v>
                </c:pt>
                <c:pt idx="11748">
                  <c:v>-22.220914307664998</c:v>
                </c:pt>
                <c:pt idx="11749">
                  <c:v>-22.221168497516999</c:v>
                </c:pt>
                <c:pt idx="11750">
                  <c:v>-22.221422571878009</c:v>
                </c:pt>
                <c:pt idx="11751">
                  <c:v>-22.221676530786993</c:v>
                </c:pt>
                <c:pt idx="11752">
                  <c:v>-22.221930374281015</c:v>
                </c:pt>
                <c:pt idx="11753">
                  <c:v>-22.22218410239401</c:v>
                </c:pt>
                <c:pt idx="11754">
                  <c:v>-22.222437715167018</c:v>
                </c:pt>
                <c:pt idx="11755">
                  <c:v>-22.222691212634004</c:v>
                </c:pt>
                <c:pt idx="11756">
                  <c:v>-22.222944594834019</c:v>
                </c:pt>
                <c:pt idx="11757">
                  <c:v>-22.223197861803015</c:v>
                </c:pt>
                <c:pt idx="11758">
                  <c:v>-22.22345101357601</c:v>
                </c:pt>
                <c:pt idx="11759">
                  <c:v>-22.223704050193021</c:v>
                </c:pt>
                <c:pt idx="11760">
                  <c:v>-22.223956971687016</c:v>
                </c:pt>
                <c:pt idx="11761">
                  <c:v>-22.224209778099009</c:v>
                </c:pt>
                <c:pt idx="11762">
                  <c:v>-22.224462469464015</c:v>
                </c:pt>
                <c:pt idx="11763">
                  <c:v>-22.224715045818016</c:v>
                </c:pt>
                <c:pt idx="11764">
                  <c:v>-22.224967507199011</c:v>
                </c:pt>
                <c:pt idx="11765">
                  <c:v>-22.225219853641988</c:v>
                </c:pt>
                <c:pt idx="11766">
                  <c:v>-22.225472085186027</c:v>
                </c:pt>
                <c:pt idx="11767">
                  <c:v>-22.225724201867024</c:v>
                </c:pt>
                <c:pt idx="11768">
                  <c:v>-22.22597620372099</c:v>
                </c:pt>
                <c:pt idx="11769">
                  <c:v>-22.226228090785014</c:v>
                </c:pt>
                <c:pt idx="11770">
                  <c:v>-22.226479863095989</c:v>
                </c:pt>
                <c:pt idx="11771">
                  <c:v>-22.226731520690976</c:v>
                </c:pt>
                <c:pt idx="11772">
                  <c:v>-22.22698306360499</c:v>
                </c:pt>
                <c:pt idx="11773">
                  <c:v>-22.227234491877994</c:v>
                </c:pt>
                <c:pt idx="11774">
                  <c:v>-22.227485805543978</c:v>
                </c:pt>
                <c:pt idx="11775">
                  <c:v>-22.227737004638982</c:v>
                </c:pt>
                <c:pt idx="11776">
                  <c:v>-22.227988089202</c:v>
                </c:pt>
                <c:pt idx="11777">
                  <c:v>-22.228239059267992</c:v>
                </c:pt>
                <c:pt idx="11778">
                  <c:v>-22.228489914874984</c:v>
                </c:pt>
                <c:pt idx="11779">
                  <c:v>-22.228740656057994</c:v>
                </c:pt>
                <c:pt idx="11780">
                  <c:v>-22.228991282853997</c:v>
                </c:pt>
                <c:pt idx="11781">
                  <c:v>-22.229241795300993</c:v>
                </c:pt>
                <c:pt idx="11782">
                  <c:v>-22.229492193433003</c:v>
                </c:pt>
                <c:pt idx="11783">
                  <c:v>-22.229742477288994</c:v>
                </c:pt>
                <c:pt idx="11784">
                  <c:v>-22.229992646905004</c:v>
                </c:pt>
                <c:pt idx="11785">
                  <c:v>-22.230242702315991</c:v>
                </c:pt>
                <c:pt idx="11786">
                  <c:v>-22.230492643561007</c:v>
                </c:pt>
                <c:pt idx="11787">
                  <c:v>-22.230742470673988</c:v>
                </c:pt>
                <c:pt idx="11788">
                  <c:v>-22.230992183694013</c:v>
                </c:pt>
                <c:pt idx="11789">
                  <c:v>-22.23124178265499</c:v>
                </c:pt>
                <c:pt idx="11790">
                  <c:v>-22.231491267594009</c:v>
                </c:pt>
                <c:pt idx="11791">
                  <c:v>-22.231740638550008</c:v>
                </c:pt>
                <c:pt idx="11792">
                  <c:v>-22.231989895556012</c:v>
                </c:pt>
                <c:pt idx="11793">
                  <c:v>-22.232239038649993</c:v>
                </c:pt>
                <c:pt idx="11794">
                  <c:v>-22.232488067869014</c:v>
                </c:pt>
                <c:pt idx="11795">
                  <c:v>-22.232736983248998</c:v>
                </c:pt>
                <c:pt idx="11796">
                  <c:v>-22.232985784826013</c:v>
                </c:pt>
                <c:pt idx="11797">
                  <c:v>-22.233234472636013</c:v>
                </c:pt>
                <c:pt idx="11798">
                  <c:v>-22.233483046716003</c:v>
                </c:pt>
                <c:pt idx="11799">
                  <c:v>-22.233731507102021</c:v>
                </c:pt>
                <c:pt idx="11800">
                  <c:v>-22.233979853832011</c:v>
                </c:pt>
                <c:pt idx="11801">
                  <c:v>-22.234228086941016</c:v>
                </c:pt>
                <c:pt idx="11802">
                  <c:v>-22.234476206464024</c:v>
                </c:pt>
                <c:pt idx="11803">
                  <c:v>-22.23472421244</c:v>
                </c:pt>
                <c:pt idx="11804">
                  <c:v>-22.234972104902994</c:v>
                </c:pt>
                <c:pt idx="11805">
                  <c:v>-22.235219883891006</c:v>
                </c:pt>
                <c:pt idx="11806">
                  <c:v>-22.235467549440017</c:v>
                </c:pt>
                <c:pt idx="11807">
                  <c:v>-22.235715101584987</c:v>
                </c:pt>
                <c:pt idx="11808">
                  <c:v>-22.235962540364028</c:v>
                </c:pt>
                <c:pt idx="11809">
                  <c:v>-22.236209865810991</c:v>
                </c:pt>
                <c:pt idx="11810">
                  <c:v>-22.236457077964985</c:v>
                </c:pt>
                <c:pt idx="11811">
                  <c:v>-22.236704176858979</c:v>
                </c:pt>
                <c:pt idx="11812">
                  <c:v>-22.236951162532989</c:v>
                </c:pt>
                <c:pt idx="11813">
                  <c:v>-22.237198035020981</c:v>
                </c:pt>
                <c:pt idx="11814">
                  <c:v>-22.237444794357998</c:v>
                </c:pt>
                <c:pt idx="11815">
                  <c:v>-22.237691440582978</c:v>
                </c:pt>
                <c:pt idx="11816">
                  <c:v>-22.237937973729998</c:v>
                </c:pt>
                <c:pt idx="11817">
                  <c:v>-22.238184393837003</c:v>
                </c:pt>
                <c:pt idx="11818">
                  <c:v>-22.238430700939006</c:v>
                </c:pt>
                <c:pt idx="11819">
                  <c:v>-22.238676895070995</c:v>
                </c:pt>
                <c:pt idx="11820">
                  <c:v>-22.238922976271994</c:v>
                </c:pt>
                <c:pt idx="11821">
                  <c:v>-22.239168944574999</c:v>
                </c:pt>
                <c:pt idx="11822">
                  <c:v>-22.239414800019006</c:v>
                </c:pt>
                <c:pt idx="11823">
                  <c:v>-22.239660542638006</c:v>
                </c:pt>
                <c:pt idx="11824">
                  <c:v>-22.239906172468011</c:v>
                </c:pt>
                <c:pt idx="11825">
                  <c:v>-22.240151689546991</c:v>
                </c:pt>
                <c:pt idx="11826">
                  <c:v>-22.240397093908996</c:v>
                </c:pt>
                <c:pt idx="11827">
                  <c:v>-22.240642385591002</c:v>
                </c:pt>
                <c:pt idx="11828">
                  <c:v>-22.240887564629986</c:v>
                </c:pt>
                <c:pt idx="11829">
                  <c:v>-22.241132631059003</c:v>
                </c:pt>
                <c:pt idx="11830">
                  <c:v>-22.241377584918013</c:v>
                </c:pt>
                <c:pt idx="11831">
                  <c:v>-22.241622426239019</c:v>
                </c:pt>
                <c:pt idx="11832">
                  <c:v>-22.24186715506201</c:v>
                </c:pt>
                <c:pt idx="11833">
                  <c:v>-22.242111771419019</c:v>
                </c:pt>
                <c:pt idx="11834">
                  <c:v>-22.24235627534901</c:v>
                </c:pt>
                <c:pt idx="11835">
                  <c:v>-22.242600666887</c:v>
                </c:pt>
                <c:pt idx="11836">
                  <c:v>-22.242844946068004</c:v>
                </c:pt>
                <c:pt idx="11837">
                  <c:v>-22.243089112928999</c:v>
                </c:pt>
                <c:pt idx="11838">
                  <c:v>-22.243333167505</c:v>
                </c:pt>
                <c:pt idx="11839">
                  <c:v>-22.243577109834007</c:v>
                </c:pt>
                <c:pt idx="11840">
                  <c:v>-22.243820939950012</c:v>
                </c:pt>
                <c:pt idx="11841">
                  <c:v>-22.244064657888003</c:v>
                </c:pt>
                <c:pt idx="11842">
                  <c:v>-22.244308263686008</c:v>
                </c:pt>
                <c:pt idx="11843">
                  <c:v>-22.244551757378019</c:v>
                </c:pt>
                <c:pt idx="11844">
                  <c:v>-22.244795139003003</c:v>
                </c:pt>
                <c:pt idx="11845">
                  <c:v>-22.245038408593018</c:v>
                </c:pt>
                <c:pt idx="11846">
                  <c:v>-22.24528156618598</c:v>
                </c:pt>
                <c:pt idx="11847">
                  <c:v>-22.245524611817018</c:v>
                </c:pt>
                <c:pt idx="11848">
                  <c:v>-22.245767545522</c:v>
                </c:pt>
                <c:pt idx="11849">
                  <c:v>-22.246010367337988</c:v>
                </c:pt>
                <c:pt idx="11850">
                  <c:v>-22.246253077297979</c:v>
                </c:pt>
                <c:pt idx="11851">
                  <c:v>-22.246495675440997</c:v>
                </c:pt>
                <c:pt idx="11852">
                  <c:v>-22.246738161799982</c:v>
                </c:pt>
                <c:pt idx="11853">
                  <c:v>-22.246980536411996</c:v>
                </c:pt>
                <c:pt idx="11854">
                  <c:v>-22.247222799313988</c:v>
                </c:pt>
                <c:pt idx="11855">
                  <c:v>-22.247464950538983</c:v>
                </c:pt>
                <c:pt idx="11856">
                  <c:v>-22.247706990123987</c:v>
                </c:pt>
                <c:pt idx="11857">
                  <c:v>-22.247948918106005</c:v>
                </c:pt>
                <c:pt idx="11858">
                  <c:v>-22.248190734518005</c:v>
                </c:pt>
                <c:pt idx="11859">
                  <c:v>-22.248432439397988</c:v>
                </c:pt>
                <c:pt idx="11860">
                  <c:v>-22.248674032780002</c:v>
                </c:pt>
                <c:pt idx="11861">
                  <c:v>-22.248915514701991</c:v>
                </c:pt>
                <c:pt idx="11862">
                  <c:v>-22.249156885196982</c:v>
                </c:pt>
                <c:pt idx="11863">
                  <c:v>-22.249398144302006</c:v>
                </c:pt>
                <c:pt idx="11864">
                  <c:v>-22.249639292051995</c:v>
                </c:pt>
                <c:pt idx="11865">
                  <c:v>-22.249880328482988</c:v>
                </c:pt>
                <c:pt idx="11866">
                  <c:v>-22.250121253630994</c:v>
                </c:pt>
                <c:pt idx="11867">
                  <c:v>-22.250362067531</c:v>
                </c:pt>
                <c:pt idx="11868">
                  <c:v>-22.250602770217</c:v>
                </c:pt>
                <c:pt idx="11869">
                  <c:v>-22.250843361727988</c:v>
                </c:pt>
                <c:pt idx="11870">
                  <c:v>-22.251083842097017</c:v>
                </c:pt>
                <c:pt idx="11871">
                  <c:v>-22.251324211361009</c:v>
                </c:pt>
                <c:pt idx="11872">
                  <c:v>-22.251564469554012</c:v>
                </c:pt>
                <c:pt idx="11873">
                  <c:v>-22.251804616713002</c:v>
                </c:pt>
                <c:pt idx="11874">
                  <c:v>-22.252044652872996</c:v>
                </c:pt>
                <c:pt idx="11875">
                  <c:v>-22.252284578068014</c:v>
                </c:pt>
                <c:pt idx="11876">
                  <c:v>-22.252524392335999</c:v>
                </c:pt>
                <c:pt idx="11877">
                  <c:v>-22.252764095710006</c:v>
                </c:pt>
                <c:pt idx="11878">
                  <c:v>-22.253003688228006</c:v>
                </c:pt>
                <c:pt idx="11879">
                  <c:v>-22.253243169924019</c:v>
                </c:pt>
                <c:pt idx="11880">
                  <c:v>-22.253482540833005</c:v>
                </c:pt>
                <c:pt idx="11881">
                  <c:v>-22.253721800991997</c:v>
                </c:pt>
                <c:pt idx="11882">
                  <c:v>-22.253960950434021</c:v>
                </c:pt>
                <c:pt idx="11883">
                  <c:v>-22.254199989197019</c:v>
                </c:pt>
                <c:pt idx="11884">
                  <c:v>-22.254438917315014</c:v>
                </c:pt>
                <c:pt idx="11885">
                  <c:v>-22.254677734822991</c:v>
                </c:pt>
                <c:pt idx="11886">
                  <c:v>-22.254916441758013</c:v>
                </c:pt>
                <c:pt idx="11887">
                  <c:v>-22.255155038152992</c:v>
                </c:pt>
                <c:pt idx="11888">
                  <c:v>-22.25539352404499</c:v>
                </c:pt>
                <c:pt idx="11889">
                  <c:v>-22.255631899469989</c:v>
                </c:pt>
                <c:pt idx="11890">
                  <c:v>-22.255870164460987</c:v>
                </c:pt>
                <c:pt idx="11891">
                  <c:v>-22.256108319054988</c:v>
                </c:pt>
                <c:pt idx="11892">
                  <c:v>-22.25634636328698</c:v>
                </c:pt>
                <c:pt idx="11893">
                  <c:v>-22.256584297191978</c:v>
                </c:pt>
                <c:pt idx="11894">
                  <c:v>-22.256822120804998</c:v>
                </c:pt>
                <c:pt idx="11895">
                  <c:v>-22.257059834162987</c:v>
                </c:pt>
                <c:pt idx="11896">
                  <c:v>-22.257297437299002</c:v>
                </c:pt>
                <c:pt idx="11897">
                  <c:v>-22.257534930248994</c:v>
                </c:pt>
                <c:pt idx="11898">
                  <c:v>-22.257772313049003</c:v>
                </c:pt>
                <c:pt idx="11899">
                  <c:v>-22.258009585732992</c:v>
                </c:pt>
                <c:pt idx="11900">
                  <c:v>-22.258246748337001</c:v>
                </c:pt>
                <c:pt idx="11901">
                  <c:v>-22.258483800896983</c:v>
                </c:pt>
                <c:pt idx="11902">
                  <c:v>-22.258720743445991</c:v>
                </c:pt>
                <c:pt idx="11903">
                  <c:v>-22.258957576021004</c:v>
                </c:pt>
                <c:pt idx="11904">
                  <c:v>-22.259194298656013</c:v>
                </c:pt>
                <c:pt idx="11905">
                  <c:v>-22.259430911387</c:v>
                </c:pt>
                <c:pt idx="11906">
                  <c:v>-22.259667414249009</c:v>
                </c:pt>
                <c:pt idx="11907">
                  <c:v>-22.259903807276004</c:v>
                </c:pt>
                <c:pt idx="11908">
                  <c:v>-22.260140090506013</c:v>
                </c:pt>
                <c:pt idx="11909">
                  <c:v>-22.260376263970016</c:v>
                </c:pt>
                <c:pt idx="11910">
                  <c:v>-22.260612327707008</c:v>
                </c:pt>
                <c:pt idx="11911">
                  <c:v>-22.26084828174902</c:v>
                </c:pt>
                <c:pt idx="11912">
                  <c:v>-22.261084126132999</c:v>
                </c:pt>
                <c:pt idx="11913">
                  <c:v>-22.261319860893991</c:v>
                </c:pt>
                <c:pt idx="11914">
                  <c:v>-22.261555486065021</c:v>
                </c:pt>
                <c:pt idx="11915">
                  <c:v>-22.261791001684003</c:v>
                </c:pt>
                <c:pt idx="11916">
                  <c:v>-22.262026407782997</c:v>
                </c:pt>
                <c:pt idx="11917">
                  <c:v>-22.262261704400004</c:v>
                </c:pt>
                <c:pt idx="11918">
                  <c:v>-22.262496891569015</c:v>
                </c:pt>
                <c:pt idx="11919">
                  <c:v>-22.262731969322999</c:v>
                </c:pt>
                <c:pt idx="11920">
                  <c:v>-22.262966937699019</c:v>
                </c:pt>
                <c:pt idx="11921">
                  <c:v>-22.263201796731011</c:v>
                </c:pt>
                <c:pt idx="11922">
                  <c:v>-22.263436546456006</c:v>
                </c:pt>
                <c:pt idx="11923">
                  <c:v>-22.263671186907004</c:v>
                </c:pt>
                <c:pt idx="11924">
                  <c:v>-22.263905718117996</c:v>
                </c:pt>
                <c:pt idx="11925">
                  <c:v>-22.264140140127012</c:v>
                </c:pt>
                <c:pt idx="11926">
                  <c:v>-22.264374452965001</c:v>
                </c:pt>
                <c:pt idx="11927">
                  <c:v>-22.264608656670987</c:v>
                </c:pt>
                <c:pt idx="11928">
                  <c:v>-22.264842751278024</c:v>
                </c:pt>
                <c:pt idx="11929">
                  <c:v>-22.265076736818997</c:v>
                </c:pt>
                <c:pt idx="11930">
                  <c:v>-22.265310613332986</c:v>
                </c:pt>
                <c:pt idx="11931">
                  <c:v>-22.265544380850002</c:v>
                </c:pt>
                <c:pt idx="11932">
                  <c:v>-22.26577803940998</c:v>
                </c:pt>
                <c:pt idx="11933">
                  <c:v>-22.266011589042989</c:v>
                </c:pt>
                <c:pt idx="11934">
                  <c:v>-22.266245029787001</c:v>
                </c:pt>
                <c:pt idx="11935">
                  <c:v>-22.266478361677002</c:v>
                </c:pt>
                <c:pt idx="11936">
                  <c:v>-22.266711584744996</c:v>
                </c:pt>
                <c:pt idx="11937">
                  <c:v>-22.266944699027988</c:v>
                </c:pt>
                <c:pt idx="11938">
                  <c:v>-22.267177704559998</c:v>
                </c:pt>
                <c:pt idx="11939">
                  <c:v>-22.267410601377009</c:v>
                </c:pt>
                <c:pt idx="11940">
                  <c:v>-22.267643389511989</c:v>
                </c:pt>
                <c:pt idx="11941">
                  <c:v>-22.26787606900001</c:v>
                </c:pt>
                <c:pt idx="11942">
                  <c:v>-22.268108639876999</c:v>
                </c:pt>
                <c:pt idx="11943">
                  <c:v>-22.268341102176009</c:v>
                </c:pt>
                <c:pt idx="11944">
                  <c:v>-22.268573455933989</c:v>
                </c:pt>
                <c:pt idx="11945">
                  <c:v>-22.268805701183993</c:v>
                </c:pt>
                <c:pt idx="11946">
                  <c:v>-22.269037837960013</c:v>
                </c:pt>
                <c:pt idx="11947">
                  <c:v>-22.269269866298004</c:v>
                </c:pt>
                <c:pt idx="11948">
                  <c:v>-22.269501786232013</c:v>
                </c:pt>
                <c:pt idx="11949">
                  <c:v>-22.269733597797995</c:v>
                </c:pt>
                <c:pt idx="11950">
                  <c:v>-22.269965301029998</c:v>
                </c:pt>
                <c:pt idx="11951">
                  <c:v>-22.270196895960993</c:v>
                </c:pt>
                <c:pt idx="11952">
                  <c:v>-22.270428382628012</c:v>
                </c:pt>
                <c:pt idx="11953">
                  <c:v>-22.270659761063996</c:v>
                </c:pt>
                <c:pt idx="11954">
                  <c:v>-22.270891031304018</c:v>
                </c:pt>
                <c:pt idx="11955">
                  <c:v>-22.271122193383007</c:v>
                </c:pt>
                <c:pt idx="11956">
                  <c:v>-22.271353247335014</c:v>
                </c:pt>
                <c:pt idx="11957">
                  <c:v>-22.27158419319602</c:v>
                </c:pt>
                <c:pt idx="11958">
                  <c:v>-22.271815030997999</c:v>
                </c:pt>
                <c:pt idx="11959">
                  <c:v>-22.272045760777019</c:v>
                </c:pt>
                <c:pt idx="11960">
                  <c:v>-22.272276382568009</c:v>
                </c:pt>
                <c:pt idx="11961">
                  <c:v>-22.272506896405019</c:v>
                </c:pt>
                <c:pt idx="11962">
                  <c:v>-22.272737302323009</c:v>
                </c:pt>
                <c:pt idx="11963">
                  <c:v>-22.272967600353979</c:v>
                </c:pt>
                <c:pt idx="11964">
                  <c:v>-22.273197790537012</c:v>
                </c:pt>
                <c:pt idx="11965">
                  <c:v>-22.273427872901976</c:v>
                </c:pt>
                <c:pt idx="11966">
                  <c:v>-22.273657847485993</c:v>
                </c:pt>
                <c:pt idx="11967">
                  <c:v>-22.273887714324019</c:v>
                </c:pt>
                <c:pt idx="11968">
                  <c:v>-22.274117473446978</c:v>
                </c:pt>
                <c:pt idx="11969">
                  <c:v>-22.274347124893978</c:v>
                </c:pt>
                <c:pt idx="11970">
                  <c:v>-22.274576668696</c:v>
                </c:pt>
                <c:pt idx="11971">
                  <c:v>-22.274806104888995</c:v>
                </c:pt>
                <c:pt idx="11972">
                  <c:v>-22.275035433505991</c:v>
                </c:pt>
                <c:pt idx="11973">
                  <c:v>-22.275264654583992</c:v>
                </c:pt>
                <c:pt idx="11974">
                  <c:v>-22.275493768155002</c:v>
                </c:pt>
                <c:pt idx="11975">
                  <c:v>-22.275722774254007</c:v>
                </c:pt>
                <c:pt idx="11976">
                  <c:v>-22.275951672914999</c:v>
                </c:pt>
                <c:pt idx="11977">
                  <c:v>-22.276180464172995</c:v>
                </c:pt>
                <c:pt idx="11978">
                  <c:v>-22.27640914806301</c:v>
                </c:pt>
                <c:pt idx="11979">
                  <c:v>-22.276637724617984</c:v>
                </c:pt>
                <c:pt idx="11980">
                  <c:v>-22.276866193871996</c:v>
                </c:pt>
                <c:pt idx="11981">
                  <c:v>-22.277094555860998</c:v>
                </c:pt>
                <c:pt idx="11982">
                  <c:v>-22.277322810617989</c:v>
                </c:pt>
                <c:pt idx="11983">
                  <c:v>-22.277550958178011</c:v>
                </c:pt>
                <c:pt idx="11984">
                  <c:v>-22.277778998575002</c:v>
                </c:pt>
                <c:pt idx="11985">
                  <c:v>-22.278006931842015</c:v>
                </c:pt>
                <c:pt idx="11986">
                  <c:v>-22.278234758015003</c:v>
                </c:pt>
                <c:pt idx="11987">
                  <c:v>-22.278462477126993</c:v>
                </c:pt>
                <c:pt idx="11988">
                  <c:v>-22.278690089213995</c:v>
                </c:pt>
                <c:pt idx="11989">
                  <c:v>-22.278917594309007</c:v>
                </c:pt>
                <c:pt idx="11990">
                  <c:v>-22.279144992444998</c:v>
                </c:pt>
                <c:pt idx="11991">
                  <c:v>-22.279372283658006</c:v>
                </c:pt>
                <c:pt idx="11992">
                  <c:v>-22.279599467981996</c:v>
                </c:pt>
                <c:pt idx="11993">
                  <c:v>-22.279826545451016</c:v>
                </c:pt>
                <c:pt idx="11994">
                  <c:v>-22.280053516098008</c:v>
                </c:pt>
                <c:pt idx="11995">
                  <c:v>-22.280280379958015</c:v>
                </c:pt>
                <c:pt idx="11996">
                  <c:v>-22.280507137067019</c:v>
                </c:pt>
                <c:pt idx="11997">
                  <c:v>-22.280733787455006</c:v>
                </c:pt>
                <c:pt idx="11998">
                  <c:v>-22.280960331160003</c:v>
                </c:pt>
                <c:pt idx="11999">
                  <c:v>-22.281186768213018</c:v>
                </c:pt>
                <c:pt idx="12000">
                  <c:v>-22.281413098652024</c:v>
                </c:pt>
                <c:pt idx="12001">
                  <c:v>-22.281647460526983</c:v>
                </c:pt>
                <c:pt idx="12002">
                  <c:v>-22.281881715856002</c:v>
                </c:pt>
                <c:pt idx="12003">
                  <c:v>-22.282115864669009</c:v>
                </c:pt>
                <c:pt idx="12004">
                  <c:v>-22.282349907004004</c:v>
                </c:pt>
                <c:pt idx="12005">
                  <c:v>-22.282583842891</c:v>
                </c:pt>
                <c:pt idx="12006">
                  <c:v>-22.282817672367003</c:v>
                </c:pt>
                <c:pt idx="12007">
                  <c:v>-22.283051395464014</c:v>
                </c:pt>
                <c:pt idx="12008">
                  <c:v>-22.283285012217021</c:v>
                </c:pt>
                <c:pt idx="12009">
                  <c:v>-22.283518522660984</c:v>
                </c:pt>
                <c:pt idx="12010">
                  <c:v>-22.283751926827989</c:v>
                </c:pt>
                <c:pt idx="12011">
                  <c:v>-22.283985224752996</c:v>
                </c:pt>
                <c:pt idx="12012">
                  <c:v>-22.284218416469997</c:v>
                </c:pt>
                <c:pt idx="12013">
                  <c:v>-22.284451502012985</c:v>
                </c:pt>
                <c:pt idx="12014">
                  <c:v>-22.284684481415013</c:v>
                </c:pt>
                <c:pt idx="12015">
                  <c:v>-22.284917354711013</c:v>
                </c:pt>
                <c:pt idx="12016">
                  <c:v>-22.285150121935004</c:v>
                </c:pt>
                <c:pt idx="12017">
                  <c:v>-22.285382783119985</c:v>
                </c:pt>
                <c:pt idx="12018">
                  <c:v>-22.285615338301</c:v>
                </c:pt>
                <c:pt idx="12019">
                  <c:v>-22.285847787510988</c:v>
                </c:pt>
                <c:pt idx="12020">
                  <c:v>-22.286080130783006</c:v>
                </c:pt>
                <c:pt idx="12021">
                  <c:v>-22.286312368154</c:v>
                </c:pt>
                <c:pt idx="12022">
                  <c:v>-22.286544499654013</c:v>
                </c:pt>
                <c:pt idx="12023">
                  <c:v>-22.286776525319993</c:v>
                </c:pt>
                <c:pt idx="12024">
                  <c:v>-22.287008445183005</c:v>
                </c:pt>
                <c:pt idx="12025">
                  <c:v>-22.287240259280026</c:v>
                </c:pt>
                <c:pt idx="12026">
                  <c:v>-22.287471967641977</c:v>
                </c:pt>
                <c:pt idx="12027">
                  <c:v>-22.287703570303989</c:v>
                </c:pt>
                <c:pt idx="12028">
                  <c:v>-22.287935067299998</c:v>
                </c:pt>
                <c:pt idx="12029">
                  <c:v>-22.288166458663</c:v>
                </c:pt>
                <c:pt idx="12030">
                  <c:v>-22.288397744428011</c:v>
                </c:pt>
                <c:pt idx="12031">
                  <c:v>-22.288628924627005</c:v>
                </c:pt>
                <c:pt idx="12032">
                  <c:v>-22.288859999296022</c:v>
                </c:pt>
                <c:pt idx="12033">
                  <c:v>-22.289090968465985</c:v>
                </c:pt>
                <c:pt idx="12034">
                  <c:v>-22.289321832171993</c:v>
                </c:pt>
                <c:pt idx="12035">
                  <c:v>-22.28955259045</c:v>
                </c:pt>
                <c:pt idx="12036">
                  <c:v>-22.289783243328998</c:v>
                </c:pt>
                <c:pt idx="12037">
                  <c:v>-22.290013790847013</c:v>
                </c:pt>
                <c:pt idx="12038">
                  <c:v>-22.290244233034997</c:v>
                </c:pt>
                <c:pt idx="12039">
                  <c:v>-22.290474569929017</c:v>
                </c:pt>
                <c:pt idx="12040">
                  <c:v>-22.290704801560025</c:v>
                </c:pt>
                <c:pt idx="12041">
                  <c:v>-22.290934927961985</c:v>
                </c:pt>
                <c:pt idx="12042">
                  <c:v>-22.291164949170991</c:v>
                </c:pt>
                <c:pt idx="12043">
                  <c:v>-22.29139486521899</c:v>
                </c:pt>
                <c:pt idx="12044">
                  <c:v>-22.291624676140003</c:v>
                </c:pt>
                <c:pt idx="12045">
                  <c:v>-22.291854381966004</c:v>
                </c:pt>
                <c:pt idx="12046">
                  <c:v>-22.292083982732009</c:v>
                </c:pt>
                <c:pt idx="12047">
                  <c:v>-22.292313478473005</c:v>
                </c:pt>
                <c:pt idx="12048">
                  <c:v>-22.29254286922</c:v>
                </c:pt>
                <c:pt idx="12049">
                  <c:v>-22.292772155008976</c:v>
                </c:pt>
                <c:pt idx="12050">
                  <c:v>-22.293001335870002</c:v>
                </c:pt>
                <c:pt idx="12051">
                  <c:v>-22.293230411840995</c:v>
                </c:pt>
                <c:pt idx="12052">
                  <c:v>-22.293459382951994</c:v>
                </c:pt>
                <c:pt idx="12053">
                  <c:v>-22.293688249236993</c:v>
                </c:pt>
                <c:pt idx="12054">
                  <c:v>-22.293917010732002</c:v>
                </c:pt>
                <c:pt idx="12055">
                  <c:v>-22.294145667467006</c:v>
                </c:pt>
                <c:pt idx="12056">
                  <c:v>-22.29437421947901</c:v>
                </c:pt>
                <c:pt idx="12057">
                  <c:v>-22.294602666797999</c:v>
                </c:pt>
                <c:pt idx="12058">
                  <c:v>-22.294831009459983</c:v>
                </c:pt>
                <c:pt idx="12059">
                  <c:v>-22.295059247497989</c:v>
                </c:pt>
                <c:pt idx="12060">
                  <c:v>-22.295287380943989</c:v>
                </c:pt>
                <c:pt idx="12061">
                  <c:v>-22.295515409833001</c:v>
                </c:pt>
                <c:pt idx="12062">
                  <c:v>-22.295743334197994</c:v>
                </c:pt>
                <c:pt idx="12063">
                  <c:v>-22.295971154072021</c:v>
                </c:pt>
                <c:pt idx="12064">
                  <c:v>-22.296198869489018</c:v>
                </c:pt>
                <c:pt idx="12065">
                  <c:v>-22.296426480482012</c:v>
                </c:pt>
                <c:pt idx="12066">
                  <c:v>-22.296653987083999</c:v>
                </c:pt>
                <c:pt idx="12067">
                  <c:v>-22.296881389329002</c:v>
                </c:pt>
                <c:pt idx="12068">
                  <c:v>-22.297108687250983</c:v>
                </c:pt>
                <c:pt idx="12069">
                  <c:v>-22.297335880881008</c:v>
                </c:pt>
                <c:pt idx="12070">
                  <c:v>-22.297562970255001</c:v>
                </c:pt>
                <c:pt idx="12071">
                  <c:v>-22.297789955405023</c:v>
                </c:pt>
                <c:pt idx="12072">
                  <c:v>-22.298016836363985</c:v>
                </c:pt>
                <c:pt idx="12073">
                  <c:v>-22.298243613165994</c:v>
                </c:pt>
                <c:pt idx="12074">
                  <c:v>-22.29847028584399</c:v>
                </c:pt>
                <c:pt idx="12075">
                  <c:v>-22.298696854431995</c:v>
                </c:pt>
                <c:pt idx="12076">
                  <c:v>-22.298923318960988</c:v>
                </c:pt>
                <c:pt idx="12077">
                  <c:v>-22.299149679467007</c:v>
                </c:pt>
                <c:pt idx="12078">
                  <c:v>-22.299375935981999</c:v>
                </c:pt>
                <c:pt idx="12079">
                  <c:v>-22.299602088538023</c:v>
                </c:pt>
                <c:pt idx="12080">
                  <c:v>-22.299828137172</c:v>
                </c:pt>
                <c:pt idx="12081">
                  <c:v>-22.300054081911981</c:v>
                </c:pt>
                <c:pt idx="12082">
                  <c:v>-22.300279922795994</c:v>
                </c:pt>
                <c:pt idx="12083">
                  <c:v>-22.300505659853997</c:v>
                </c:pt>
                <c:pt idx="12084">
                  <c:v>-22.300731293121999</c:v>
                </c:pt>
                <c:pt idx="12085">
                  <c:v>-22.300956822630013</c:v>
                </c:pt>
                <c:pt idx="12086">
                  <c:v>-22.301182248412005</c:v>
                </c:pt>
                <c:pt idx="12087">
                  <c:v>-22.301407570504011</c:v>
                </c:pt>
                <c:pt idx="12088">
                  <c:v>-22.301632788935024</c:v>
                </c:pt>
                <c:pt idx="12089">
                  <c:v>-22.301857903740995</c:v>
                </c:pt>
                <c:pt idx="12090">
                  <c:v>-22.302082914953985</c:v>
                </c:pt>
                <c:pt idx="12091">
                  <c:v>-22.302307822606991</c:v>
                </c:pt>
                <c:pt idx="12092">
                  <c:v>-22.302532626733012</c:v>
                </c:pt>
                <c:pt idx="12093">
                  <c:v>-22.30275732736601</c:v>
                </c:pt>
                <c:pt idx="12094">
                  <c:v>-22.302981924539012</c:v>
                </c:pt>
                <c:pt idx="12095">
                  <c:v>-22.30320641828402</c:v>
                </c:pt>
                <c:pt idx="12096">
                  <c:v>-22.303430808634999</c:v>
                </c:pt>
                <c:pt idx="12097">
                  <c:v>-22.303655095624976</c:v>
                </c:pt>
                <c:pt idx="12098">
                  <c:v>-22.303879279284985</c:v>
                </c:pt>
                <c:pt idx="12099">
                  <c:v>-22.304103359652004</c:v>
                </c:pt>
                <c:pt idx="12100">
                  <c:v>-22.304327336754994</c:v>
                </c:pt>
                <c:pt idx="12101">
                  <c:v>-22.304551210629995</c:v>
                </c:pt>
                <c:pt idx="12102">
                  <c:v>-22.304774981308015</c:v>
                </c:pt>
                <c:pt idx="12103">
                  <c:v>-22.304998648824011</c:v>
                </c:pt>
                <c:pt idx="12104">
                  <c:v>-22.305222213208026</c:v>
                </c:pt>
                <c:pt idx="12105">
                  <c:v>-22.30544567449499</c:v>
                </c:pt>
                <c:pt idx="12106">
                  <c:v>-22.305669032718981</c:v>
                </c:pt>
                <c:pt idx="12107">
                  <c:v>-22.305892287909984</c:v>
                </c:pt>
                <c:pt idx="12108">
                  <c:v>-22.306115440102985</c:v>
                </c:pt>
                <c:pt idx="12109">
                  <c:v>-22.306338489330017</c:v>
                </c:pt>
                <c:pt idx="12110">
                  <c:v>-22.306561435625014</c:v>
                </c:pt>
                <c:pt idx="12111">
                  <c:v>-22.306784279020007</c:v>
                </c:pt>
                <c:pt idx="12112">
                  <c:v>-22.307007019546973</c:v>
                </c:pt>
                <c:pt idx="12113">
                  <c:v>-22.307229657240981</c:v>
                </c:pt>
                <c:pt idx="12114">
                  <c:v>-22.307452192133979</c:v>
                </c:pt>
                <c:pt idx="12115">
                  <c:v>-22.307674624257999</c:v>
                </c:pt>
                <c:pt idx="12116">
                  <c:v>-22.307896953647003</c:v>
                </c:pt>
                <c:pt idx="12117">
                  <c:v>-22.308119180332994</c:v>
                </c:pt>
                <c:pt idx="12118">
                  <c:v>-22.308341304349</c:v>
                </c:pt>
                <c:pt idx="12119">
                  <c:v>-22.308563325727022</c:v>
                </c:pt>
                <c:pt idx="12120">
                  <c:v>-22.308785244503014</c:v>
                </c:pt>
                <c:pt idx="12121">
                  <c:v>-22.309007060705994</c:v>
                </c:pt>
                <c:pt idx="12122">
                  <c:v>-22.309228774370979</c:v>
                </c:pt>
                <c:pt idx="12123">
                  <c:v>-22.309450385529004</c:v>
                </c:pt>
                <c:pt idx="12124">
                  <c:v>-22.309671894214006</c:v>
                </c:pt>
                <c:pt idx="12125">
                  <c:v>-22.309893300460004</c:v>
                </c:pt>
                <c:pt idx="12126">
                  <c:v>-22.310114604297013</c:v>
                </c:pt>
                <c:pt idx="12127">
                  <c:v>-22.310335805760019</c:v>
                </c:pt>
                <c:pt idx="12128">
                  <c:v>-22.310556904880002</c:v>
                </c:pt>
                <c:pt idx="12129">
                  <c:v>-22.310777901690983</c:v>
                </c:pt>
                <c:pt idx="12130">
                  <c:v>-22.310998796224993</c:v>
                </c:pt>
                <c:pt idx="12131">
                  <c:v>-22.311219588514007</c:v>
                </c:pt>
                <c:pt idx="12132">
                  <c:v>-22.311440278591988</c:v>
                </c:pt>
                <c:pt idx="12133">
                  <c:v>-22.311660866490996</c:v>
                </c:pt>
                <c:pt idx="12134">
                  <c:v>-22.311881352244995</c:v>
                </c:pt>
                <c:pt idx="12135">
                  <c:v>-22.312101735883999</c:v>
                </c:pt>
                <c:pt idx="12136">
                  <c:v>-22.312322017443023</c:v>
                </c:pt>
                <c:pt idx="12137">
                  <c:v>-22.31254219695299</c:v>
                </c:pt>
                <c:pt idx="12138">
                  <c:v>-22.312762274448005</c:v>
                </c:pt>
                <c:pt idx="12139">
                  <c:v>-22.312982249959987</c:v>
                </c:pt>
                <c:pt idx="12140">
                  <c:v>-22.313202123520995</c:v>
                </c:pt>
                <c:pt idx="12141">
                  <c:v>-22.313421895163998</c:v>
                </c:pt>
                <c:pt idx="12142">
                  <c:v>-22.313641564921994</c:v>
                </c:pt>
                <c:pt idx="12143">
                  <c:v>-22.313861132827014</c:v>
                </c:pt>
                <c:pt idx="12144">
                  <c:v>-22.314080598912</c:v>
                </c:pt>
                <c:pt idx="12145">
                  <c:v>-22.314299963207986</c:v>
                </c:pt>
                <c:pt idx="12146">
                  <c:v>-22.314519225750985</c:v>
                </c:pt>
                <c:pt idx="12147">
                  <c:v>-22.314738386569985</c:v>
                </c:pt>
                <c:pt idx="12148">
                  <c:v>-22.314957445699008</c:v>
                </c:pt>
                <c:pt idx="12149">
                  <c:v>-22.31517640317</c:v>
                </c:pt>
                <c:pt idx="12150">
                  <c:v>-22.315395259017009</c:v>
                </c:pt>
                <c:pt idx="12151">
                  <c:v>-22.315614013270022</c:v>
                </c:pt>
                <c:pt idx="12152">
                  <c:v>-22.315832665963001</c:v>
                </c:pt>
                <c:pt idx="12153">
                  <c:v>-22.316051217129001</c:v>
                </c:pt>
                <c:pt idx="12154">
                  <c:v>-22.316269666799002</c:v>
                </c:pt>
                <c:pt idx="12155">
                  <c:v>-22.316488015006001</c:v>
                </c:pt>
                <c:pt idx="12156">
                  <c:v>-22.316706261782997</c:v>
                </c:pt>
                <c:pt idx="12157">
                  <c:v>-22.316924407160997</c:v>
                </c:pt>
                <c:pt idx="12158">
                  <c:v>-22.317142451173993</c:v>
                </c:pt>
                <c:pt idx="12159">
                  <c:v>-22.317360393853022</c:v>
                </c:pt>
                <c:pt idx="12160">
                  <c:v>-22.31757823523202</c:v>
                </c:pt>
                <c:pt idx="12161">
                  <c:v>-22.317795975341994</c:v>
                </c:pt>
                <c:pt idx="12162">
                  <c:v>-22.318013614216994</c:v>
                </c:pt>
                <c:pt idx="12163">
                  <c:v>-22.318231151885982</c:v>
                </c:pt>
                <c:pt idx="12164">
                  <c:v>-22.318448588384001</c:v>
                </c:pt>
                <c:pt idx="12165">
                  <c:v>-22.318665923743993</c:v>
                </c:pt>
                <c:pt idx="12166">
                  <c:v>-22.318883157995998</c:v>
                </c:pt>
                <c:pt idx="12167">
                  <c:v>-22.319100291175005</c:v>
                </c:pt>
                <c:pt idx="12168">
                  <c:v>-22.319317323310003</c:v>
                </c:pt>
                <c:pt idx="12169">
                  <c:v>-22.319534254435979</c:v>
                </c:pt>
                <c:pt idx="12170">
                  <c:v>-22.319751084583999</c:v>
                </c:pt>
                <c:pt idx="12171">
                  <c:v>-22.319967813786008</c:v>
                </c:pt>
                <c:pt idx="12172">
                  <c:v>-22.320184442075998</c:v>
                </c:pt>
                <c:pt idx="12173">
                  <c:v>-22.320400969484012</c:v>
                </c:pt>
                <c:pt idx="12174">
                  <c:v>-22.320617396044014</c:v>
                </c:pt>
                <c:pt idx="12175">
                  <c:v>-22.320833721787011</c:v>
                </c:pt>
                <c:pt idx="12176">
                  <c:v>-22.321049946747024</c:v>
                </c:pt>
                <c:pt idx="12177">
                  <c:v>-22.321266070952987</c:v>
                </c:pt>
                <c:pt idx="12178">
                  <c:v>-22.32148209444</c:v>
                </c:pt>
                <c:pt idx="12179">
                  <c:v>-22.321698017239981</c:v>
                </c:pt>
                <c:pt idx="12180">
                  <c:v>-22.321913839383001</c:v>
                </c:pt>
                <c:pt idx="12181">
                  <c:v>-22.322129560905012</c:v>
                </c:pt>
                <c:pt idx="12182">
                  <c:v>-22.32234518183401</c:v>
                </c:pt>
                <c:pt idx="12183">
                  <c:v>-22.32256070220302</c:v>
                </c:pt>
                <c:pt idx="12184">
                  <c:v>-22.322776122047003</c:v>
                </c:pt>
                <c:pt idx="12185">
                  <c:v>-22.322991441395004</c:v>
                </c:pt>
                <c:pt idx="12186">
                  <c:v>-22.323206660281983</c:v>
                </c:pt>
                <c:pt idx="12187">
                  <c:v>-22.323421778736986</c:v>
                </c:pt>
                <c:pt idx="12188">
                  <c:v>-22.323636796794005</c:v>
                </c:pt>
                <c:pt idx="12189">
                  <c:v>-22.323851714483993</c:v>
                </c:pt>
                <c:pt idx="12190">
                  <c:v>-22.324066531840003</c:v>
                </c:pt>
                <c:pt idx="12191">
                  <c:v>-22.32428124889401</c:v>
                </c:pt>
                <c:pt idx="12192">
                  <c:v>-22.324495865676994</c:v>
                </c:pt>
                <c:pt idx="12193">
                  <c:v>-22.324710382222975</c:v>
                </c:pt>
                <c:pt idx="12194">
                  <c:v>-22.324924798561</c:v>
                </c:pt>
                <c:pt idx="12195">
                  <c:v>-22.325139114726994</c:v>
                </c:pt>
                <c:pt idx="12196">
                  <c:v>-22.32535333074901</c:v>
                </c:pt>
                <c:pt idx="12197">
                  <c:v>-22.325567446661012</c:v>
                </c:pt>
                <c:pt idx="12198">
                  <c:v>-22.325781462495996</c:v>
                </c:pt>
                <c:pt idx="12199">
                  <c:v>-22.325995378284006</c:v>
                </c:pt>
                <c:pt idx="12200">
                  <c:v>-22.326209194058009</c:v>
                </c:pt>
                <c:pt idx="12201">
                  <c:v>-22.326422909848986</c:v>
                </c:pt>
                <c:pt idx="12202">
                  <c:v>-22.326636525690986</c:v>
                </c:pt>
                <c:pt idx="12203">
                  <c:v>-22.326850041613994</c:v>
                </c:pt>
                <c:pt idx="12204">
                  <c:v>-22.327063457650013</c:v>
                </c:pt>
                <c:pt idx="12205">
                  <c:v>-22.327276773832011</c:v>
                </c:pt>
                <c:pt idx="12206">
                  <c:v>-22.327489990190998</c:v>
                </c:pt>
                <c:pt idx="12207">
                  <c:v>-22.327703106759998</c:v>
                </c:pt>
                <c:pt idx="12208">
                  <c:v>-22.327916123569025</c:v>
                </c:pt>
                <c:pt idx="12209">
                  <c:v>-22.328129040650992</c:v>
                </c:pt>
                <c:pt idx="12210">
                  <c:v>-22.328341858040005</c:v>
                </c:pt>
                <c:pt idx="12211">
                  <c:v>-22.328554575763008</c:v>
                </c:pt>
                <c:pt idx="12212">
                  <c:v>-22.328767193857004</c:v>
                </c:pt>
                <c:pt idx="12213">
                  <c:v>-22.328979712348996</c:v>
                </c:pt>
                <c:pt idx="12214">
                  <c:v>-22.329192131274993</c:v>
                </c:pt>
                <c:pt idx="12215">
                  <c:v>-22.329404450664015</c:v>
                </c:pt>
                <c:pt idx="12216">
                  <c:v>-22.329616670549001</c:v>
                </c:pt>
                <c:pt idx="12217">
                  <c:v>-22.329828790961983</c:v>
                </c:pt>
                <c:pt idx="12218">
                  <c:v>-22.330040811933998</c:v>
                </c:pt>
                <c:pt idx="12219">
                  <c:v>-22.330252733497986</c:v>
                </c:pt>
                <c:pt idx="12220">
                  <c:v>-22.330464555683989</c:v>
                </c:pt>
                <c:pt idx="12221">
                  <c:v>-22.330676278525004</c:v>
                </c:pt>
                <c:pt idx="12222">
                  <c:v>-22.330887902052012</c:v>
                </c:pt>
                <c:pt idx="12223">
                  <c:v>-22.33109942629801</c:v>
                </c:pt>
                <c:pt idx="12224">
                  <c:v>-22.331310851294006</c:v>
                </c:pt>
                <c:pt idx="12225">
                  <c:v>-22.331522177069985</c:v>
                </c:pt>
                <c:pt idx="12226">
                  <c:v>-22.331733403660991</c:v>
                </c:pt>
                <c:pt idx="12227">
                  <c:v>-22.331944531095985</c:v>
                </c:pt>
                <c:pt idx="12228">
                  <c:v>-22.332155559406999</c:v>
                </c:pt>
                <c:pt idx="12229">
                  <c:v>-22.332366488627997</c:v>
                </c:pt>
                <c:pt idx="12230">
                  <c:v>-22.332577318787997</c:v>
                </c:pt>
                <c:pt idx="12231">
                  <c:v>-22.332788049921021</c:v>
                </c:pt>
                <c:pt idx="12232">
                  <c:v>-22.332998682054978</c:v>
                </c:pt>
                <c:pt idx="12233">
                  <c:v>-22.333209215225992</c:v>
                </c:pt>
                <c:pt idx="12234">
                  <c:v>-22.333419649462002</c:v>
                </c:pt>
                <c:pt idx="12235">
                  <c:v>-22.333629984797</c:v>
                </c:pt>
                <c:pt idx="12236">
                  <c:v>-22.333840221261994</c:v>
                </c:pt>
                <c:pt idx="12237">
                  <c:v>-22.334050358886998</c:v>
                </c:pt>
                <c:pt idx="12238">
                  <c:v>-22.334260397706004</c:v>
                </c:pt>
                <c:pt idx="12239">
                  <c:v>-22.334470337749025</c:v>
                </c:pt>
                <c:pt idx="12240">
                  <c:v>-22.334680179049002</c:v>
                </c:pt>
                <c:pt idx="12241">
                  <c:v>-22.334889921634982</c:v>
                </c:pt>
                <c:pt idx="12242">
                  <c:v>-22.335099565539991</c:v>
                </c:pt>
                <c:pt idx="12243">
                  <c:v>-22.335309110796999</c:v>
                </c:pt>
                <c:pt idx="12244">
                  <c:v>-22.335518557435989</c:v>
                </c:pt>
                <c:pt idx="12245">
                  <c:v>-22.335727905488</c:v>
                </c:pt>
                <c:pt idx="12246">
                  <c:v>-22.335937154985004</c:v>
                </c:pt>
                <c:pt idx="12247">
                  <c:v>-22.33614630596</c:v>
                </c:pt>
                <c:pt idx="12248">
                  <c:v>-22.336355358442006</c:v>
                </c:pt>
                <c:pt idx="12249">
                  <c:v>-22.336564312462997</c:v>
                </c:pt>
                <c:pt idx="12250">
                  <c:v>-22.336773168056993</c:v>
                </c:pt>
                <c:pt idx="12251">
                  <c:v>-22.33698192525199</c:v>
                </c:pt>
                <c:pt idx="12252">
                  <c:v>-22.337190584080986</c:v>
                </c:pt>
                <c:pt idx="12253">
                  <c:v>-22.337399144575016</c:v>
                </c:pt>
                <c:pt idx="12254">
                  <c:v>-22.337607606766994</c:v>
                </c:pt>
                <c:pt idx="12255">
                  <c:v>-22.337815970687018</c:v>
                </c:pt>
                <c:pt idx="12256">
                  <c:v>-22.338024236364987</c:v>
                </c:pt>
                <c:pt idx="12257">
                  <c:v>-22.338232403835974</c:v>
                </c:pt>
                <c:pt idx="12258">
                  <c:v>-22.338440473128003</c:v>
                </c:pt>
                <c:pt idx="12259">
                  <c:v>-22.338648444273986</c:v>
                </c:pt>
                <c:pt idx="12260">
                  <c:v>-22.338856317304987</c:v>
                </c:pt>
                <c:pt idx="12261">
                  <c:v>-22.339064092252016</c:v>
                </c:pt>
                <c:pt idx="12262">
                  <c:v>-22.339271769148013</c:v>
                </c:pt>
                <c:pt idx="12263">
                  <c:v>-22.339479348022024</c:v>
                </c:pt>
                <c:pt idx="12264">
                  <c:v>-22.33968682890702</c:v>
                </c:pt>
                <c:pt idx="12265">
                  <c:v>-22.339894211832984</c:v>
                </c:pt>
                <c:pt idx="12266">
                  <c:v>-22.340101496833</c:v>
                </c:pt>
                <c:pt idx="12267">
                  <c:v>-22.340308683936001</c:v>
                </c:pt>
                <c:pt idx="12268">
                  <c:v>-22.340515773175014</c:v>
                </c:pt>
                <c:pt idx="12269">
                  <c:v>-22.340722764582011</c:v>
                </c:pt>
                <c:pt idx="12270">
                  <c:v>-22.340929658185019</c:v>
                </c:pt>
                <c:pt idx="12271">
                  <c:v>-22.341136454019022</c:v>
                </c:pt>
                <c:pt idx="12272">
                  <c:v>-22.341343152112984</c:v>
                </c:pt>
                <c:pt idx="12273">
                  <c:v>-22.341549752498992</c:v>
                </c:pt>
                <c:pt idx="12274">
                  <c:v>-22.341756255207002</c:v>
                </c:pt>
                <c:pt idx="12275">
                  <c:v>-22.34196266026899</c:v>
                </c:pt>
                <c:pt idx="12276">
                  <c:v>-22.34216896771801</c:v>
                </c:pt>
                <c:pt idx="12277">
                  <c:v>-22.342375177581999</c:v>
                </c:pt>
                <c:pt idx="12278">
                  <c:v>-22.342581289896003</c:v>
                </c:pt>
                <c:pt idx="12279">
                  <c:v>-22.342787304685999</c:v>
                </c:pt>
                <c:pt idx="12280">
                  <c:v>-22.342993221989019</c:v>
                </c:pt>
                <c:pt idx="12281">
                  <c:v>-22.343199041830985</c:v>
                </c:pt>
                <c:pt idx="12282">
                  <c:v>-22.343404764245008</c:v>
                </c:pt>
                <c:pt idx="12283">
                  <c:v>-22.343610389264001</c:v>
                </c:pt>
                <c:pt idx="12284">
                  <c:v>-22.343815916917009</c:v>
                </c:pt>
                <c:pt idx="12285">
                  <c:v>-22.344021347236009</c:v>
                </c:pt>
                <c:pt idx="12286">
                  <c:v>-22.344226680251012</c:v>
                </c:pt>
                <c:pt idx="12287">
                  <c:v>-22.344431915994022</c:v>
                </c:pt>
                <c:pt idx="12288">
                  <c:v>-22.344637054497014</c:v>
                </c:pt>
                <c:pt idx="12289">
                  <c:v>-22.344842095789005</c:v>
                </c:pt>
                <c:pt idx="12290">
                  <c:v>-22.345047039902994</c:v>
                </c:pt>
                <c:pt idx="12291">
                  <c:v>-22.345251886867999</c:v>
                </c:pt>
                <c:pt idx="12292">
                  <c:v>-22.345456636716989</c:v>
                </c:pt>
                <c:pt idx="12293">
                  <c:v>-22.345661289479011</c:v>
                </c:pt>
                <c:pt idx="12294">
                  <c:v>-22.345865845187006</c:v>
                </c:pt>
                <c:pt idx="12295">
                  <c:v>-22.346070303871016</c:v>
                </c:pt>
                <c:pt idx="12296">
                  <c:v>-22.346274665561992</c:v>
                </c:pt>
                <c:pt idx="12297">
                  <c:v>-22.346478930291994</c:v>
                </c:pt>
                <c:pt idx="12298">
                  <c:v>-22.346683098089983</c:v>
                </c:pt>
                <c:pt idx="12299">
                  <c:v>-22.346887168990008</c:v>
                </c:pt>
                <c:pt idx="12300">
                  <c:v>-22.347091143019014</c:v>
                </c:pt>
                <c:pt idx="12301">
                  <c:v>-22.347302344428982</c:v>
                </c:pt>
                <c:pt idx="12302">
                  <c:v>-22.347513449033016</c:v>
                </c:pt>
                <c:pt idx="12303">
                  <c:v>-22.347724456859993</c:v>
                </c:pt>
                <c:pt idx="12304">
                  <c:v>-22.347935367943023</c:v>
                </c:pt>
                <c:pt idx="12305">
                  <c:v>-22.348146182309989</c:v>
                </c:pt>
                <c:pt idx="12306">
                  <c:v>-22.348356899994002</c:v>
                </c:pt>
                <c:pt idx="12307">
                  <c:v>-22.348567521026013</c:v>
                </c:pt>
                <c:pt idx="12308">
                  <c:v>-22.348778045436006</c:v>
                </c:pt>
                <c:pt idx="12309">
                  <c:v>-22.348988473256014</c:v>
                </c:pt>
                <c:pt idx="12310">
                  <c:v>-22.349198804515993</c:v>
                </c:pt>
                <c:pt idx="12311">
                  <c:v>-22.349409039245984</c:v>
                </c:pt>
                <c:pt idx="12312">
                  <c:v>-22.349619177478019</c:v>
                </c:pt>
                <c:pt idx="12313">
                  <c:v>-22.349829219241997</c:v>
                </c:pt>
                <c:pt idx="12314">
                  <c:v>-22.350039164569978</c:v>
                </c:pt>
                <c:pt idx="12315">
                  <c:v>-22.350249013492999</c:v>
                </c:pt>
                <c:pt idx="12316">
                  <c:v>-22.350458766040987</c:v>
                </c:pt>
                <c:pt idx="12317">
                  <c:v>-22.350668422243018</c:v>
                </c:pt>
                <c:pt idx="12318">
                  <c:v>-22.350877982132999</c:v>
                </c:pt>
                <c:pt idx="12319">
                  <c:v>-22.351087445740006</c:v>
                </c:pt>
                <c:pt idx="12320">
                  <c:v>-22.351296813095018</c:v>
                </c:pt>
                <c:pt idx="12321">
                  <c:v>-22.351506084228987</c:v>
                </c:pt>
                <c:pt idx="12322">
                  <c:v>-22.351715259172977</c:v>
                </c:pt>
                <c:pt idx="12323">
                  <c:v>-22.351924337956007</c:v>
                </c:pt>
                <c:pt idx="12324">
                  <c:v>-22.352133320610989</c:v>
                </c:pt>
                <c:pt idx="12325">
                  <c:v>-22.352342207167027</c:v>
                </c:pt>
                <c:pt idx="12326">
                  <c:v>-22.35255099765601</c:v>
                </c:pt>
                <c:pt idx="12327">
                  <c:v>-22.352759692108975</c:v>
                </c:pt>
                <c:pt idx="12328">
                  <c:v>-22.352968290554998</c:v>
                </c:pt>
                <c:pt idx="12329">
                  <c:v>-22.353176793025</c:v>
                </c:pt>
                <c:pt idx="12330">
                  <c:v>-22.35338519954999</c:v>
                </c:pt>
                <c:pt idx="12331">
                  <c:v>-22.353593510161005</c:v>
                </c:pt>
                <c:pt idx="12332">
                  <c:v>-22.353801724888001</c:v>
                </c:pt>
                <c:pt idx="12333">
                  <c:v>-22.354009843764004</c:v>
                </c:pt>
                <c:pt idx="12334">
                  <c:v>-22.354217866815986</c:v>
                </c:pt>
                <c:pt idx="12335">
                  <c:v>-22.354425794075979</c:v>
                </c:pt>
                <c:pt idx="12336">
                  <c:v>-22.354633625575019</c:v>
                </c:pt>
                <c:pt idx="12337">
                  <c:v>-22.354841361344</c:v>
                </c:pt>
                <c:pt idx="12338">
                  <c:v>-22.355049001412993</c:v>
                </c:pt>
                <c:pt idx="12339">
                  <c:v>-22.355256545813006</c:v>
                </c:pt>
                <c:pt idx="12340">
                  <c:v>-22.355463994573995</c:v>
                </c:pt>
                <c:pt idx="12341">
                  <c:v>-22.355671347726002</c:v>
                </c:pt>
                <c:pt idx="12342">
                  <c:v>-22.355878605300006</c:v>
                </c:pt>
                <c:pt idx="12343">
                  <c:v>-22.356085767326988</c:v>
                </c:pt>
                <c:pt idx="12344">
                  <c:v>-22.356292833838012</c:v>
                </c:pt>
                <c:pt idx="12345">
                  <c:v>-22.356499804862977</c:v>
                </c:pt>
                <c:pt idx="12346">
                  <c:v>-22.356706680432012</c:v>
                </c:pt>
                <c:pt idx="12347">
                  <c:v>-22.35691346057601</c:v>
                </c:pt>
                <c:pt idx="12348">
                  <c:v>-22.357120145323989</c:v>
                </c:pt>
                <c:pt idx="12349">
                  <c:v>-22.357326734709005</c:v>
                </c:pt>
                <c:pt idx="12350">
                  <c:v>-22.357533228759991</c:v>
                </c:pt>
                <c:pt idx="12351">
                  <c:v>-22.35773962750801</c:v>
                </c:pt>
                <c:pt idx="12352">
                  <c:v>-22.357945930982993</c:v>
                </c:pt>
                <c:pt idx="12353">
                  <c:v>-22.35815213921498</c:v>
                </c:pt>
                <c:pt idx="12354">
                  <c:v>-22.358358252235007</c:v>
                </c:pt>
                <c:pt idx="12355">
                  <c:v>-22.358564270073003</c:v>
                </c:pt>
                <c:pt idx="12356">
                  <c:v>-22.358770192762023</c:v>
                </c:pt>
                <c:pt idx="12357">
                  <c:v>-22.358976020328015</c:v>
                </c:pt>
                <c:pt idx="12358">
                  <c:v>-22.359181752804005</c:v>
                </c:pt>
                <c:pt idx="12359">
                  <c:v>-22.359387390220007</c:v>
                </c:pt>
                <c:pt idx="12360">
                  <c:v>-22.359592932607001</c:v>
                </c:pt>
                <c:pt idx="12361">
                  <c:v>-22.359798379994004</c:v>
                </c:pt>
                <c:pt idx="12362">
                  <c:v>-22.360003732412991</c:v>
                </c:pt>
                <c:pt idx="12363">
                  <c:v>-22.360208989891987</c:v>
                </c:pt>
                <c:pt idx="12364">
                  <c:v>-22.360414152463022</c:v>
                </c:pt>
                <c:pt idx="12365">
                  <c:v>-22.360619220155996</c:v>
                </c:pt>
                <c:pt idx="12366">
                  <c:v>-22.36082419300098</c:v>
                </c:pt>
                <c:pt idx="12367">
                  <c:v>-22.361029071029009</c:v>
                </c:pt>
                <c:pt idx="12368">
                  <c:v>-22.361233854271006</c:v>
                </c:pt>
                <c:pt idx="12369">
                  <c:v>-22.361438542755025</c:v>
                </c:pt>
                <c:pt idx="12370">
                  <c:v>-22.361643136512015</c:v>
                </c:pt>
                <c:pt idx="12371">
                  <c:v>-22.36184763557398</c:v>
                </c:pt>
                <c:pt idx="12372">
                  <c:v>-22.362052039969001</c:v>
                </c:pt>
                <c:pt idx="12373">
                  <c:v>-22.362256349728</c:v>
                </c:pt>
                <c:pt idx="12374">
                  <c:v>-22.362460564881985</c:v>
                </c:pt>
                <c:pt idx="12375">
                  <c:v>-22.362664685460999</c:v>
                </c:pt>
                <c:pt idx="12376">
                  <c:v>-22.362868711494002</c:v>
                </c:pt>
                <c:pt idx="12377">
                  <c:v>-22.363072643012003</c:v>
                </c:pt>
                <c:pt idx="12378">
                  <c:v>-22.363276480045016</c:v>
                </c:pt>
                <c:pt idx="12379">
                  <c:v>-22.363480222623991</c:v>
                </c:pt>
                <c:pt idx="12380">
                  <c:v>-22.363683870778999</c:v>
                </c:pt>
                <c:pt idx="12381">
                  <c:v>-22.363887424539001</c:v>
                </c:pt>
                <c:pt idx="12382">
                  <c:v>-22.364090883934978</c:v>
                </c:pt>
                <c:pt idx="12383">
                  <c:v>-22.364294248996998</c:v>
                </c:pt>
                <c:pt idx="12384">
                  <c:v>-22.364497519754991</c:v>
                </c:pt>
                <c:pt idx="12385">
                  <c:v>-22.364700696239026</c:v>
                </c:pt>
                <c:pt idx="12386">
                  <c:v>-22.364903778480993</c:v>
                </c:pt>
                <c:pt idx="12387">
                  <c:v>-22.365106766507978</c:v>
                </c:pt>
                <c:pt idx="12388">
                  <c:v>-22.365309660351016</c:v>
                </c:pt>
                <c:pt idx="12389">
                  <c:v>-22.365512460041998</c:v>
                </c:pt>
                <c:pt idx="12390">
                  <c:v>-22.365715165608975</c:v>
                </c:pt>
                <c:pt idx="12391">
                  <c:v>-22.365917777083013</c:v>
                </c:pt>
                <c:pt idx="12392">
                  <c:v>-22.366120294494976</c:v>
                </c:pt>
                <c:pt idx="12393">
                  <c:v>-22.366322717873004</c:v>
                </c:pt>
                <c:pt idx="12394">
                  <c:v>-22.366525047246995</c:v>
                </c:pt>
                <c:pt idx="12395">
                  <c:v>-22.366727282648981</c:v>
                </c:pt>
                <c:pt idx="12396">
                  <c:v>-22.366929424108008</c:v>
                </c:pt>
                <c:pt idx="12397">
                  <c:v>-22.367131471652982</c:v>
                </c:pt>
                <c:pt idx="12398">
                  <c:v>-22.367333425317014</c:v>
                </c:pt>
                <c:pt idx="12399">
                  <c:v>-22.367535285125996</c:v>
                </c:pt>
                <c:pt idx="12400">
                  <c:v>-22.367737051112982</c:v>
                </c:pt>
                <c:pt idx="12401">
                  <c:v>-22.367938723305997</c:v>
                </c:pt>
                <c:pt idx="12402">
                  <c:v>-22.368140301735991</c:v>
                </c:pt>
                <c:pt idx="12403">
                  <c:v>-22.368341786434002</c:v>
                </c:pt>
                <c:pt idx="12404">
                  <c:v>-22.368543177427995</c:v>
                </c:pt>
                <c:pt idx="12405">
                  <c:v>-22.368744474748979</c:v>
                </c:pt>
                <c:pt idx="12406">
                  <c:v>-22.368945678426002</c:v>
                </c:pt>
                <c:pt idx="12407">
                  <c:v>-22.369146788489985</c:v>
                </c:pt>
                <c:pt idx="12408">
                  <c:v>-22.369347804969976</c:v>
                </c:pt>
                <c:pt idx="12409">
                  <c:v>-22.369548727897012</c:v>
                </c:pt>
                <c:pt idx="12410">
                  <c:v>-22.369749557299997</c:v>
                </c:pt>
                <c:pt idx="12411">
                  <c:v>-22.369950293209001</c:v>
                </c:pt>
                <c:pt idx="12412">
                  <c:v>-22.370150935652987</c:v>
                </c:pt>
                <c:pt idx="12413">
                  <c:v>-22.370351484663985</c:v>
                </c:pt>
                <c:pt idx="12414">
                  <c:v>-22.370551940270019</c:v>
                </c:pt>
                <c:pt idx="12415">
                  <c:v>-22.370752302501984</c:v>
                </c:pt>
                <c:pt idx="12416">
                  <c:v>-22.370952571389012</c:v>
                </c:pt>
                <c:pt idx="12417">
                  <c:v>-22.371152746961002</c:v>
                </c:pt>
                <c:pt idx="12418">
                  <c:v>-22.371352829247002</c:v>
                </c:pt>
                <c:pt idx="12419">
                  <c:v>-22.371552818279014</c:v>
                </c:pt>
                <c:pt idx="12420">
                  <c:v>-22.371752714085005</c:v>
                </c:pt>
                <c:pt idx="12421">
                  <c:v>-22.371952516696012</c:v>
                </c:pt>
                <c:pt idx="12422">
                  <c:v>-22.372152226140003</c:v>
                </c:pt>
                <c:pt idx="12423">
                  <c:v>-22.372351842447983</c:v>
                </c:pt>
                <c:pt idx="12424">
                  <c:v>-22.372551365649002</c:v>
                </c:pt>
                <c:pt idx="12425">
                  <c:v>-22.37275079577401</c:v>
                </c:pt>
                <c:pt idx="12426">
                  <c:v>-22.372950132851997</c:v>
                </c:pt>
                <c:pt idx="12427">
                  <c:v>-22.373149376913005</c:v>
                </c:pt>
                <c:pt idx="12428">
                  <c:v>-22.373348527985996</c:v>
                </c:pt>
                <c:pt idx="12429">
                  <c:v>-22.373547586101012</c:v>
                </c:pt>
                <c:pt idx="12430">
                  <c:v>-22.373746551288008</c:v>
                </c:pt>
                <c:pt idx="12431">
                  <c:v>-22.373945423576004</c:v>
                </c:pt>
                <c:pt idx="12432">
                  <c:v>-22.374144202996007</c:v>
                </c:pt>
                <c:pt idx="12433">
                  <c:v>-22.374342889577008</c:v>
                </c:pt>
                <c:pt idx="12434">
                  <c:v>-22.374541483347997</c:v>
                </c:pt>
                <c:pt idx="12435">
                  <c:v>-22.374739984337992</c:v>
                </c:pt>
                <c:pt idx="12436">
                  <c:v>-22.374938392578997</c:v>
                </c:pt>
                <c:pt idx="12437">
                  <c:v>-22.375136708099006</c:v>
                </c:pt>
                <c:pt idx="12438">
                  <c:v>-22.375334930928005</c:v>
                </c:pt>
                <c:pt idx="12439">
                  <c:v>-22.375533061096974</c:v>
                </c:pt>
                <c:pt idx="12440">
                  <c:v>-22.375731098632002</c:v>
                </c:pt>
                <c:pt idx="12441">
                  <c:v>-22.375929043566003</c:v>
                </c:pt>
                <c:pt idx="12442">
                  <c:v>-22.376126895926973</c:v>
                </c:pt>
                <c:pt idx="12443">
                  <c:v>-22.376324655744014</c:v>
                </c:pt>
                <c:pt idx="12444">
                  <c:v>-22.376522323048988</c:v>
                </c:pt>
                <c:pt idx="12445">
                  <c:v>-22.376719897870004</c:v>
                </c:pt>
                <c:pt idx="12446">
                  <c:v>-22.376917380235994</c:v>
                </c:pt>
                <c:pt idx="12447">
                  <c:v>-22.377114770176973</c:v>
                </c:pt>
                <c:pt idx="12448">
                  <c:v>-22.377312067722016</c:v>
                </c:pt>
                <c:pt idx="12449">
                  <c:v>-22.377509272901989</c:v>
                </c:pt>
                <c:pt idx="12450">
                  <c:v>-22.377706385744972</c:v>
                </c:pt>
                <c:pt idx="12451">
                  <c:v>-22.377903406282002</c:v>
                </c:pt>
                <c:pt idx="12452">
                  <c:v>-22.378100334540989</c:v>
                </c:pt>
                <c:pt idx="12453">
                  <c:v>-22.378297170552003</c:v>
                </c:pt>
                <c:pt idx="12454">
                  <c:v>-22.378493914345</c:v>
                </c:pt>
                <c:pt idx="12455">
                  <c:v>-22.378690565947977</c:v>
                </c:pt>
                <c:pt idx="12456">
                  <c:v>-22.378887125392993</c:v>
                </c:pt>
                <c:pt idx="12457">
                  <c:v>-22.379083592706991</c:v>
                </c:pt>
                <c:pt idx="12458">
                  <c:v>-22.379279967920013</c:v>
                </c:pt>
                <c:pt idx="12459">
                  <c:v>-22.379476251060993</c:v>
                </c:pt>
                <c:pt idx="12460">
                  <c:v>-22.379672442160995</c:v>
                </c:pt>
                <c:pt idx="12461">
                  <c:v>-22.379868541248015</c:v>
                </c:pt>
                <c:pt idx="12462">
                  <c:v>-22.380064548353999</c:v>
                </c:pt>
                <c:pt idx="12463">
                  <c:v>-22.380260463504015</c:v>
                </c:pt>
                <c:pt idx="12464">
                  <c:v>-22.380456286730009</c:v>
                </c:pt>
                <c:pt idx="12465">
                  <c:v>-22.380652018060999</c:v>
                </c:pt>
                <c:pt idx="12466">
                  <c:v>-22.380847657526004</c:v>
                </c:pt>
                <c:pt idx="12467">
                  <c:v>-22.381043205155009</c:v>
                </c:pt>
                <c:pt idx="12468">
                  <c:v>-22.381238660977999</c:v>
                </c:pt>
                <c:pt idx="12469">
                  <c:v>-22.381434025022998</c:v>
                </c:pt>
                <c:pt idx="12470">
                  <c:v>-22.381629297318995</c:v>
                </c:pt>
                <c:pt idx="12471">
                  <c:v>-22.381824477896004</c:v>
                </c:pt>
                <c:pt idx="12472">
                  <c:v>-22.382019566782986</c:v>
                </c:pt>
                <c:pt idx="12473">
                  <c:v>-22.38221456400899</c:v>
                </c:pt>
                <c:pt idx="12474">
                  <c:v>-22.382409469606017</c:v>
                </c:pt>
                <c:pt idx="12475">
                  <c:v>-22.382604283598994</c:v>
                </c:pt>
                <c:pt idx="12476">
                  <c:v>-22.382799006020008</c:v>
                </c:pt>
                <c:pt idx="12477">
                  <c:v>-22.382993636896998</c:v>
                </c:pt>
                <c:pt idx="12478">
                  <c:v>-22.383188176259978</c:v>
                </c:pt>
                <c:pt idx="12479">
                  <c:v>-22.383382624139017</c:v>
                </c:pt>
                <c:pt idx="12480">
                  <c:v>-22.383576980561998</c:v>
                </c:pt>
                <c:pt idx="12481">
                  <c:v>-22.383771245558023</c:v>
                </c:pt>
                <c:pt idx="12482">
                  <c:v>-22.383965419155999</c:v>
                </c:pt>
                <c:pt idx="12483">
                  <c:v>-22.384159501385994</c:v>
                </c:pt>
                <c:pt idx="12484">
                  <c:v>-22.384353492278024</c:v>
                </c:pt>
                <c:pt idx="12485">
                  <c:v>-22.384547391859002</c:v>
                </c:pt>
                <c:pt idx="12486">
                  <c:v>-22.384741200160988</c:v>
                </c:pt>
                <c:pt idx="12487">
                  <c:v>-22.384934917210018</c:v>
                </c:pt>
                <c:pt idx="12488">
                  <c:v>-22.385128543036984</c:v>
                </c:pt>
                <c:pt idx="12489">
                  <c:v>-22.38532207767102</c:v>
                </c:pt>
                <c:pt idx="12490">
                  <c:v>-22.385515521140007</c:v>
                </c:pt>
                <c:pt idx="12491">
                  <c:v>-22.385708873474982</c:v>
                </c:pt>
                <c:pt idx="12492">
                  <c:v>-22.38590213470502</c:v>
                </c:pt>
                <c:pt idx="12493">
                  <c:v>-22.386095304857008</c:v>
                </c:pt>
                <c:pt idx="12494">
                  <c:v>-22.386288383960988</c:v>
                </c:pt>
                <c:pt idx="12495">
                  <c:v>-22.386481372046006</c:v>
                </c:pt>
                <c:pt idx="12496">
                  <c:v>-22.386674269141992</c:v>
                </c:pt>
                <c:pt idx="12497">
                  <c:v>-22.386867075278019</c:v>
                </c:pt>
                <c:pt idx="12498">
                  <c:v>-22.387059790482994</c:v>
                </c:pt>
                <c:pt idx="12499">
                  <c:v>-22.387252414784001</c:v>
                </c:pt>
                <c:pt idx="12500">
                  <c:v>-22.387444948213016</c:v>
                </c:pt>
                <c:pt idx="12501">
                  <c:v>-22.387637390795987</c:v>
                </c:pt>
                <c:pt idx="12502">
                  <c:v>-22.387829742564975</c:v>
                </c:pt>
                <c:pt idx="12503">
                  <c:v>-22.388022003548002</c:v>
                </c:pt>
                <c:pt idx="12504">
                  <c:v>-22.38821417377298</c:v>
                </c:pt>
                <c:pt idx="12505">
                  <c:v>-22.388406253269011</c:v>
                </c:pt>
                <c:pt idx="12506">
                  <c:v>-22.388598242065996</c:v>
                </c:pt>
                <c:pt idx="12507">
                  <c:v>-22.388790140192981</c:v>
                </c:pt>
                <c:pt idx="12508">
                  <c:v>-22.388981947678019</c:v>
                </c:pt>
                <c:pt idx="12509">
                  <c:v>-22.389173664552004</c:v>
                </c:pt>
                <c:pt idx="12510">
                  <c:v>-22.389365290840999</c:v>
                </c:pt>
                <c:pt idx="12511">
                  <c:v>-22.389556826574989</c:v>
                </c:pt>
                <c:pt idx="12512">
                  <c:v>-22.389748271783986</c:v>
                </c:pt>
                <c:pt idx="12513">
                  <c:v>-22.389939626496016</c:v>
                </c:pt>
                <c:pt idx="12514">
                  <c:v>-22.390130890738988</c:v>
                </c:pt>
                <c:pt idx="12515">
                  <c:v>-22.390322064545018</c:v>
                </c:pt>
                <c:pt idx="12516">
                  <c:v>-22.390513147939998</c:v>
                </c:pt>
                <c:pt idx="12517">
                  <c:v>-22.390704140952977</c:v>
                </c:pt>
                <c:pt idx="12518">
                  <c:v>-22.390895043613995</c:v>
                </c:pt>
                <c:pt idx="12519">
                  <c:v>-22.391085855951985</c:v>
                </c:pt>
                <c:pt idx="12520">
                  <c:v>-22.391276577993978</c:v>
                </c:pt>
                <c:pt idx="12521">
                  <c:v>-22.391467209772003</c:v>
                </c:pt>
                <c:pt idx="12522">
                  <c:v>-22.391657751311982</c:v>
                </c:pt>
                <c:pt idx="12523">
                  <c:v>-22.391848202643018</c:v>
                </c:pt>
                <c:pt idx="12524">
                  <c:v>-22.392038563795012</c:v>
                </c:pt>
                <c:pt idx="12525">
                  <c:v>-22.392228834796981</c:v>
                </c:pt>
                <c:pt idx="12526">
                  <c:v>-22.392419015676012</c:v>
                </c:pt>
                <c:pt idx="12527">
                  <c:v>-22.392609106463993</c:v>
                </c:pt>
                <c:pt idx="12528">
                  <c:v>-22.392799107186022</c:v>
                </c:pt>
                <c:pt idx="12529">
                  <c:v>-22.392989017872992</c:v>
                </c:pt>
                <c:pt idx="12530">
                  <c:v>-22.393178838551989</c:v>
                </c:pt>
                <c:pt idx="12531">
                  <c:v>-22.393368569254022</c:v>
                </c:pt>
                <c:pt idx="12532">
                  <c:v>-22.393558210007001</c:v>
                </c:pt>
                <c:pt idx="12533">
                  <c:v>-22.39374776084</c:v>
                </c:pt>
                <c:pt idx="12534">
                  <c:v>-22.393937221779993</c:v>
                </c:pt>
                <c:pt idx="12535">
                  <c:v>-22.394126592856992</c:v>
                </c:pt>
                <c:pt idx="12536">
                  <c:v>-22.394315874099021</c:v>
                </c:pt>
                <c:pt idx="12537">
                  <c:v>-22.394505065536009</c:v>
                </c:pt>
                <c:pt idx="12538">
                  <c:v>-22.394694167194984</c:v>
                </c:pt>
                <c:pt idx="12539">
                  <c:v>-22.394883179108007</c:v>
                </c:pt>
                <c:pt idx="12540">
                  <c:v>-22.395072101299007</c:v>
                </c:pt>
                <c:pt idx="12541">
                  <c:v>-22.395260933799022</c:v>
                </c:pt>
                <c:pt idx="12542">
                  <c:v>-22.395449676637014</c:v>
                </c:pt>
                <c:pt idx="12543">
                  <c:v>-22.395638329841006</c:v>
                </c:pt>
                <c:pt idx="12544">
                  <c:v>-22.395826893440017</c:v>
                </c:pt>
                <c:pt idx="12545">
                  <c:v>-22.396015367463008</c:v>
                </c:pt>
                <c:pt idx="12546">
                  <c:v>-22.39620375193698</c:v>
                </c:pt>
                <c:pt idx="12547">
                  <c:v>-22.396392046892004</c:v>
                </c:pt>
                <c:pt idx="12548">
                  <c:v>-22.396580252355989</c:v>
                </c:pt>
                <c:pt idx="12549">
                  <c:v>-22.396768368358011</c:v>
                </c:pt>
                <c:pt idx="12550">
                  <c:v>-22.396956394926008</c:v>
                </c:pt>
                <c:pt idx="12551">
                  <c:v>-22.397144332089994</c:v>
                </c:pt>
                <c:pt idx="12552">
                  <c:v>-22.397332179876003</c:v>
                </c:pt>
                <c:pt idx="12553">
                  <c:v>-22.397519938314986</c:v>
                </c:pt>
                <c:pt idx="12554">
                  <c:v>-22.397707607433972</c:v>
                </c:pt>
                <c:pt idx="12555">
                  <c:v>-22.397895187262009</c:v>
                </c:pt>
                <c:pt idx="12556">
                  <c:v>-22.398082677827006</c:v>
                </c:pt>
                <c:pt idx="12557">
                  <c:v>-22.39827007916</c:v>
                </c:pt>
                <c:pt idx="12558">
                  <c:v>-22.398457391286001</c:v>
                </c:pt>
                <c:pt idx="12559">
                  <c:v>-22.398644614234996</c:v>
                </c:pt>
                <c:pt idx="12560">
                  <c:v>-22.398831748036002</c:v>
                </c:pt>
                <c:pt idx="12561">
                  <c:v>-22.399018792715992</c:v>
                </c:pt>
                <c:pt idx="12562">
                  <c:v>-22.399205748306997</c:v>
                </c:pt>
                <c:pt idx="12563">
                  <c:v>-22.399392614833005</c:v>
                </c:pt>
                <c:pt idx="12564">
                  <c:v>-22.399579392324</c:v>
                </c:pt>
                <c:pt idx="12565">
                  <c:v>-22.399766080809002</c:v>
                </c:pt>
                <c:pt idx="12566">
                  <c:v>-22.399952680317</c:v>
                </c:pt>
                <c:pt idx="12567">
                  <c:v>-22.400139190874995</c:v>
                </c:pt>
                <c:pt idx="12568">
                  <c:v>-22.400325612512006</c:v>
                </c:pt>
                <c:pt idx="12569">
                  <c:v>-22.400511945256994</c:v>
                </c:pt>
                <c:pt idx="12570">
                  <c:v>-22.400698189137017</c:v>
                </c:pt>
                <c:pt idx="12571">
                  <c:v>-22.400884344181009</c:v>
                </c:pt>
                <c:pt idx="12572">
                  <c:v>-22.401070410417987</c:v>
                </c:pt>
                <c:pt idx="12573">
                  <c:v>-22.401256387876003</c:v>
                </c:pt>
                <c:pt idx="12574">
                  <c:v>-22.401442276583992</c:v>
                </c:pt>
                <c:pt idx="12575">
                  <c:v>-22.401628076568016</c:v>
                </c:pt>
                <c:pt idx="12576">
                  <c:v>-22.401813787858998</c:v>
                </c:pt>
                <c:pt idx="12577">
                  <c:v>-22.401999410483995</c:v>
                </c:pt>
                <c:pt idx="12578">
                  <c:v>-22.402184944471003</c:v>
                </c:pt>
                <c:pt idx="12579">
                  <c:v>-22.402370389849011</c:v>
                </c:pt>
                <c:pt idx="12580">
                  <c:v>-22.40255574664701</c:v>
                </c:pt>
                <c:pt idx="12581">
                  <c:v>-22.402741014892001</c:v>
                </c:pt>
                <c:pt idx="12582">
                  <c:v>-22.402926194611979</c:v>
                </c:pt>
                <c:pt idx="12583">
                  <c:v>-22.403111285837014</c:v>
                </c:pt>
                <c:pt idx="12584">
                  <c:v>-22.403296288592998</c:v>
                </c:pt>
                <c:pt idx="12585">
                  <c:v>-22.403481202910996</c:v>
                </c:pt>
                <c:pt idx="12586">
                  <c:v>-22.403666028818009</c:v>
                </c:pt>
                <c:pt idx="12587">
                  <c:v>-22.403850766339986</c:v>
                </c:pt>
                <c:pt idx="12588">
                  <c:v>-22.404035415508019</c:v>
                </c:pt>
                <c:pt idx="12589">
                  <c:v>-22.404219976349992</c:v>
                </c:pt>
                <c:pt idx="12590">
                  <c:v>-22.40440444889299</c:v>
                </c:pt>
                <c:pt idx="12591">
                  <c:v>-22.404588833166002</c:v>
                </c:pt>
                <c:pt idx="12592">
                  <c:v>-22.404773129196997</c:v>
                </c:pt>
                <c:pt idx="12593">
                  <c:v>-22.404957337014025</c:v>
                </c:pt>
                <c:pt idx="12594">
                  <c:v>-22.405141456645993</c:v>
                </c:pt>
                <c:pt idx="12595">
                  <c:v>-22.40532548811899</c:v>
                </c:pt>
                <c:pt idx="12596">
                  <c:v>-22.405509431463997</c:v>
                </c:pt>
                <c:pt idx="12597">
                  <c:v>-22.405693286706992</c:v>
                </c:pt>
                <c:pt idx="12598">
                  <c:v>-22.405877053877987</c:v>
                </c:pt>
                <c:pt idx="12599">
                  <c:v>-22.406060733003017</c:v>
                </c:pt>
                <c:pt idx="12600">
                  <c:v>-22.406244324111981</c:v>
                </c:pt>
                <c:pt idx="12601">
                  <c:v>-22.406434388509979</c:v>
                </c:pt>
                <c:pt idx="12602">
                  <c:v>-22.40662436494901</c:v>
                </c:pt>
                <c:pt idx="12603">
                  <c:v>-22.406814253454002</c:v>
                </c:pt>
                <c:pt idx="12604">
                  <c:v>-22.407004054056017</c:v>
                </c:pt>
                <c:pt idx="12605">
                  <c:v>-22.407193766781006</c:v>
                </c:pt>
                <c:pt idx="12606">
                  <c:v>-22.407383391657987</c:v>
                </c:pt>
                <c:pt idx="12607">
                  <c:v>-22.407572928712995</c:v>
                </c:pt>
                <c:pt idx="12608">
                  <c:v>-22.407762377977974</c:v>
                </c:pt>
                <c:pt idx="12609">
                  <c:v>-22.407951739476999</c:v>
                </c:pt>
                <c:pt idx="12610">
                  <c:v>-22.408141013240993</c:v>
                </c:pt>
                <c:pt idx="12611">
                  <c:v>-22.408330199296017</c:v>
                </c:pt>
                <c:pt idx="12612">
                  <c:v>-22.408519297672001</c:v>
                </c:pt>
                <c:pt idx="12613">
                  <c:v>-22.408708308395006</c:v>
                </c:pt>
                <c:pt idx="12614">
                  <c:v>-22.408897231493995</c:v>
                </c:pt>
                <c:pt idx="12615">
                  <c:v>-22.409086066995997</c:v>
                </c:pt>
                <c:pt idx="12616">
                  <c:v>-22.409274814930995</c:v>
                </c:pt>
                <c:pt idx="12617">
                  <c:v>-22.409463475324998</c:v>
                </c:pt>
                <c:pt idx="12618">
                  <c:v>-22.409652048205999</c:v>
                </c:pt>
                <c:pt idx="12619">
                  <c:v>-22.409840533603983</c:v>
                </c:pt>
                <c:pt idx="12620">
                  <c:v>-22.410028931543991</c:v>
                </c:pt>
                <c:pt idx="12621">
                  <c:v>-22.410217242056973</c:v>
                </c:pt>
                <c:pt idx="12622">
                  <c:v>-22.410405465168026</c:v>
                </c:pt>
                <c:pt idx="12623">
                  <c:v>-22.410593600908015</c:v>
                </c:pt>
                <c:pt idx="12624">
                  <c:v>-22.41078164930201</c:v>
                </c:pt>
                <c:pt idx="12625">
                  <c:v>-22.410969610378999</c:v>
                </c:pt>
                <c:pt idx="12626">
                  <c:v>-22.411157484167006</c:v>
                </c:pt>
                <c:pt idx="12627">
                  <c:v>-22.411345270694994</c:v>
                </c:pt>
                <c:pt idx="12628">
                  <c:v>-22.411532969987974</c:v>
                </c:pt>
                <c:pt idx="12629">
                  <c:v>-22.41172058207701</c:v>
                </c:pt>
                <c:pt idx="12630">
                  <c:v>-22.411908106986999</c:v>
                </c:pt>
                <c:pt idx="12631">
                  <c:v>-22.412095544749008</c:v>
                </c:pt>
                <c:pt idx="12632">
                  <c:v>-22.412282895387989</c:v>
                </c:pt>
                <c:pt idx="12633">
                  <c:v>-22.412470158931995</c:v>
                </c:pt>
                <c:pt idx="12634">
                  <c:v>-22.412657335410984</c:v>
                </c:pt>
                <c:pt idx="12635">
                  <c:v>-22.412844424851016</c:v>
                </c:pt>
                <c:pt idx="12636">
                  <c:v>-22.413031427280998</c:v>
                </c:pt>
                <c:pt idx="12637">
                  <c:v>-22.413218342726992</c:v>
                </c:pt>
                <c:pt idx="12638">
                  <c:v>-22.413405171219011</c:v>
                </c:pt>
                <c:pt idx="12639">
                  <c:v>-22.41359191278201</c:v>
                </c:pt>
                <c:pt idx="12640">
                  <c:v>-22.413778567446997</c:v>
                </c:pt>
                <c:pt idx="12641">
                  <c:v>-22.413965135238982</c:v>
                </c:pt>
                <c:pt idx="12642">
                  <c:v>-22.414151616187013</c:v>
                </c:pt>
                <c:pt idx="12643">
                  <c:v>-22.414338010319</c:v>
                </c:pt>
                <c:pt idx="12644">
                  <c:v>-22.414524317662</c:v>
                </c:pt>
                <c:pt idx="12645">
                  <c:v>-22.414710538244009</c:v>
                </c:pt>
                <c:pt idx="12646">
                  <c:v>-22.414896672092993</c:v>
                </c:pt>
                <c:pt idx="12647">
                  <c:v>-22.415082719235983</c:v>
                </c:pt>
                <c:pt idx="12648">
                  <c:v>-22.415268679701995</c:v>
                </c:pt>
                <c:pt idx="12649">
                  <c:v>-22.415454553516014</c:v>
                </c:pt>
                <c:pt idx="12650">
                  <c:v>-22.415640340707995</c:v>
                </c:pt>
                <c:pt idx="12651">
                  <c:v>-22.415826041305991</c:v>
                </c:pt>
                <c:pt idx="12652">
                  <c:v>-22.416011655336007</c:v>
                </c:pt>
                <c:pt idx="12653">
                  <c:v>-22.416197182826977</c:v>
                </c:pt>
                <c:pt idx="12654">
                  <c:v>-22.416382623805987</c:v>
                </c:pt>
                <c:pt idx="12655">
                  <c:v>-22.416567978300009</c:v>
                </c:pt>
                <c:pt idx="12656">
                  <c:v>-22.416753246337009</c:v>
                </c:pt>
                <c:pt idx="12657">
                  <c:v>-22.416938427946008</c:v>
                </c:pt>
                <c:pt idx="12658">
                  <c:v>-22.417123523153009</c:v>
                </c:pt>
                <c:pt idx="12659">
                  <c:v>-22.417308531985981</c:v>
                </c:pt>
                <c:pt idx="12660">
                  <c:v>-22.41749345447198</c:v>
                </c:pt>
                <c:pt idx="12661">
                  <c:v>-22.417678290639998</c:v>
                </c:pt>
                <c:pt idx="12662">
                  <c:v>-22.417863040516011</c:v>
                </c:pt>
                <c:pt idx="12663">
                  <c:v>-22.418047704129009</c:v>
                </c:pt>
                <c:pt idx="12664">
                  <c:v>-22.418232281504999</c:v>
                </c:pt>
                <c:pt idx="12665">
                  <c:v>-22.418416772673993</c:v>
                </c:pt>
                <c:pt idx="12666">
                  <c:v>-22.41860117765998</c:v>
                </c:pt>
                <c:pt idx="12667">
                  <c:v>-22.418785496493001</c:v>
                </c:pt>
                <c:pt idx="12668">
                  <c:v>-22.418969729200001</c:v>
                </c:pt>
                <c:pt idx="12669">
                  <c:v>-22.419153875808007</c:v>
                </c:pt>
                <c:pt idx="12670">
                  <c:v>-22.419337936346011</c:v>
                </c:pt>
                <c:pt idx="12671">
                  <c:v>-22.41952191083999</c:v>
                </c:pt>
                <c:pt idx="12672">
                  <c:v>-22.419705799317995</c:v>
                </c:pt>
                <c:pt idx="12673">
                  <c:v>-22.419889601805977</c:v>
                </c:pt>
                <c:pt idx="12674">
                  <c:v>-22.420073318335</c:v>
                </c:pt>
                <c:pt idx="12675">
                  <c:v>-22.420256948927999</c:v>
                </c:pt>
                <c:pt idx="12676">
                  <c:v>-22.420440493617008</c:v>
                </c:pt>
                <c:pt idx="12677">
                  <c:v>-22.42062395242499</c:v>
                </c:pt>
                <c:pt idx="12678">
                  <c:v>-22.420807325382981</c:v>
                </c:pt>
                <c:pt idx="12679">
                  <c:v>-22.420990612514998</c:v>
                </c:pt>
                <c:pt idx="12680">
                  <c:v>-22.421173813853017</c:v>
                </c:pt>
                <c:pt idx="12681">
                  <c:v>-22.421356929419005</c:v>
                </c:pt>
                <c:pt idx="12682">
                  <c:v>-22.421539959244996</c:v>
                </c:pt>
                <c:pt idx="12683">
                  <c:v>-22.421722903355999</c:v>
                </c:pt>
                <c:pt idx="12684">
                  <c:v>-22.421905761778987</c:v>
                </c:pt>
                <c:pt idx="12685">
                  <c:v>-22.422088534542979</c:v>
                </c:pt>
                <c:pt idx="12686">
                  <c:v>-22.422271221673981</c:v>
                </c:pt>
                <c:pt idx="12687">
                  <c:v>-22.42245382320101</c:v>
                </c:pt>
                <c:pt idx="12688">
                  <c:v>-22.422636339149022</c:v>
                </c:pt>
                <c:pt idx="12689">
                  <c:v>-22.422818769548002</c:v>
                </c:pt>
                <c:pt idx="12690">
                  <c:v>-22.423001114422988</c:v>
                </c:pt>
                <c:pt idx="12691">
                  <c:v>-22.423183373802004</c:v>
                </c:pt>
                <c:pt idx="12692">
                  <c:v>-22.423365547711995</c:v>
                </c:pt>
                <c:pt idx="12693">
                  <c:v>-22.423547636182008</c:v>
                </c:pt>
                <c:pt idx="12694">
                  <c:v>-22.423729639237024</c:v>
                </c:pt>
                <c:pt idx="12695">
                  <c:v>-22.423911556907001</c:v>
                </c:pt>
                <c:pt idx="12696">
                  <c:v>-22.424093389214988</c:v>
                </c:pt>
                <c:pt idx="12697">
                  <c:v>-22.424275136192989</c:v>
                </c:pt>
                <c:pt idx="12698">
                  <c:v>-22.424456797864991</c:v>
                </c:pt>
                <c:pt idx="12699">
                  <c:v>-22.42463837425899</c:v>
                </c:pt>
                <c:pt idx="12700">
                  <c:v>-22.424819865403009</c:v>
                </c:pt>
                <c:pt idx="12701">
                  <c:v>-22.425001271324021</c:v>
                </c:pt>
                <c:pt idx="12702">
                  <c:v>-22.425182592048998</c:v>
                </c:pt>
                <c:pt idx="12703">
                  <c:v>-22.425363827604997</c:v>
                </c:pt>
                <c:pt idx="12704">
                  <c:v>-22.425544978018991</c:v>
                </c:pt>
                <c:pt idx="12705">
                  <c:v>-22.425726043319003</c:v>
                </c:pt>
                <c:pt idx="12706">
                  <c:v>-22.425907023532005</c:v>
                </c:pt>
                <c:pt idx="12707">
                  <c:v>-22.426087918684004</c:v>
                </c:pt>
                <c:pt idx="12708">
                  <c:v>-22.426268728802995</c:v>
                </c:pt>
                <c:pt idx="12709">
                  <c:v>-22.426449453917002</c:v>
                </c:pt>
                <c:pt idx="12710">
                  <c:v>-22.426630094052001</c:v>
                </c:pt>
                <c:pt idx="12711">
                  <c:v>-22.426810649234994</c:v>
                </c:pt>
                <c:pt idx="12712">
                  <c:v>-22.426991119494005</c:v>
                </c:pt>
                <c:pt idx="12713">
                  <c:v>-22.427171504856005</c:v>
                </c:pt>
                <c:pt idx="12714">
                  <c:v>-22.427351805347996</c:v>
                </c:pt>
                <c:pt idx="12715">
                  <c:v>-22.427532020995017</c:v>
                </c:pt>
                <c:pt idx="12716">
                  <c:v>-22.427712151826995</c:v>
                </c:pt>
                <c:pt idx="12717">
                  <c:v>-22.427892197870989</c:v>
                </c:pt>
                <c:pt idx="12718">
                  <c:v>-22.428072159151981</c:v>
                </c:pt>
                <c:pt idx="12719">
                  <c:v>-22.428252035699018</c:v>
                </c:pt>
                <c:pt idx="12720">
                  <c:v>-22.42843182753802</c:v>
                </c:pt>
                <c:pt idx="12721">
                  <c:v>-22.428611534697012</c:v>
                </c:pt>
                <c:pt idx="12722">
                  <c:v>-22.428791157201005</c:v>
                </c:pt>
                <c:pt idx="12723">
                  <c:v>-22.428970695078988</c:v>
                </c:pt>
                <c:pt idx="12724">
                  <c:v>-22.429150148356996</c:v>
                </c:pt>
                <c:pt idx="12725">
                  <c:v>-22.429329517062996</c:v>
                </c:pt>
                <c:pt idx="12726">
                  <c:v>-22.429508801221999</c:v>
                </c:pt>
                <c:pt idx="12727">
                  <c:v>-22.429688000864019</c:v>
                </c:pt>
                <c:pt idx="12728">
                  <c:v>-22.429867116014009</c:v>
                </c:pt>
                <c:pt idx="12729">
                  <c:v>-22.430046146698999</c:v>
                </c:pt>
                <c:pt idx="12730">
                  <c:v>-22.430225092945989</c:v>
                </c:pt>
                <c:pt idx="12731">
                  <c:v>-22.430403954782975</c:v>
                </c:pt>
                <c:pt idx="12732">
                  <c:v>-22.430582732236019</c:v>
                </c:pt>
                <c:pt idx="12733">
                  <c:v>-22.430761425331013</c:v>
                </c:pt>
                <c:pt idx="12734">
                  <c:v>-22.430940034098001</c:v>
                </c:pt>
                <c:pt idx="12735">
                  <c:v>-22.431118558560001</c:v>
                </c:pt>
                <c:pt idx="12736">
                  <c:v>-22.431296998747996</c:v>
                </c:pt>
                <c:pt idx="12737">
                  <c:v>-22.431475354685006</c:v>
                </c:pt>
                <c:pt idx="12738">
                  <c:v>-22.431653626400987</c:v>
                </c:pt>
                <c:pt idx="12739">
                  <c:v>-22.431831813921008</c:v>
                </c:pt>
                <c:pt idx="12740">
                  <c:v>-22.432009917273007</c:v>
                </c:pt>
                <c:pt idx="12741">
                  <c:v>-22.432187936481995</c:v>
                </c:pt>
                <c:pt idx="12742">
                  <c:v>-22.432365871577986</c:v>
                </c:pt>
                <c:pt idx="12743">
                  <c:v>-22.432543722584995</c:v>
                </c:pt>
                <c:pt idx="12744">
                  <c:v>-22.432721489530991</c:v>
                </c:pt>
                <c:pt idx="12745">
                  <c:v>-22.432899172442973</c:v>
                </c:pt>
                <c:pt idx="12746">
                  <c:v>-22.433076771347999</c:v>
                </c:pt>
                <c:pt idx="12747">
                  <c:v>-22.433254286270994</c:v>
                </c:pt>
                <c:pt idx="12748">
                  <c:v>-22.433431717242001</c:v>
                </c:pt>
                <c:pt idx="12749">
                  <c:v>-22.433609064285008</c:v>
                </c:pt>
                <c:pt idx="12750">
                  <c:v>-22.433786327426986</c:v>
                </c:pt>
                <c:pt idx="12751">
                  <c:v>-22.433963506696983</c:v>
                </c:pt>
                <c:pt idx="12752">
                  <c:v>-22.43414060212001</c:v>
                </c:pt>
                <c:pt idx="12753">
                  <c:v>-22.43431761372301</c:v>
                </c:pt>
                <c:pt idx="12754">
                  <c:v>-22.434494541533013</c:v>
                </c:pt>
                <c:pt idx="12755">
                  <c:v>-22.434671385576991</c:v>
                </c:pt>
                <c:pt idx="12756">
                  <c:v>-22.434848145881006</c:v>
                </c:pt>
                <c:pt idx="12757">
                  <c:v>-22.435024822472002</c:v>
                </c:pt>
                <c:pt idx="12758">
                  <c:v>-22.43520141537698</c:v>
                </c:pt>
                <c:pt idx="12759">
                  <c:v>-22.435377924622998</c:v>
                </c:pt>
                <c:pt idx="12760">
                  <c:v>-22.435554350236004</c:v>
                </c:pt>
                <c:pt idx="12761">
                  <c:v>-22.435730692242998</c:v>
                </c:pt>
                <c:pt idx="12762">
                  <c:v>-22.435906950669988</c:v>
                </c:pt>
                <c:pt idx="12763">
                  <c:v>-22.436083125545991</c:v>
                </c:pt>
                <c:pt idx="12764">
                  <c:v>-22.436259216894001</c:v>
                </c:pt>
                <c:pt idx="12765">
                  <c:v>-22.436435224744002</c:v>
                </c:pt>
                <c:pt idx="12766">
                  <c:v>-22.436611149121006</c:v>
                </c:pt>
                <c:pt idx="12767">
                  <c:v>-22.436786990052013</c:v>
                </c:pt>
                <c:pt idx="12768">
                  <c:v>-22.436962747563996</c:v>
                </c:pt>
                <c:pt idx="12769">
                  <c:v>-22.437138421681993</c:v>
                </c:pt>
                <c:pt idx="12770">
                  <c:v>-22.437314012435991</c:v>
                </c:pt>
                <c:pt idx="12771">
                  <c:v>-22.437489519848981</c:v>
                </c:pt>
                <c:pt idx="12772">
                  <c:v>-22.437664943950011</c:v>
                </c:pt>
                <c:pt idx="12773">
                  <c:v>-22.437840284764007</c:v>
                </c:pt>
                <c:pt idx="12774">
                  <c:v>-22.438015542318993</c:v>
                </c:pt>
                <c:pt idx="12775">
                  <c:v>-22.438190716640008</c:v>
                </c:pt>
                <c:pt idx="12776">
                  <c:v>-22.438365807754991</c:v>
                </c:pt>
                <c:pt idx="12777">
                  <c:v>-22.438540815688981</c:v>
                </c:pt>
                <c:pt idx="12778">
                  <c:v>-22.438715740470997</c:v>
                </c:pt>
                <c:pt idx="12779">
                  <c:v>-22.438890582126021</c:v>
                </c:pt>
                <c:pt idx="12780">
                  <c:v>-22.439065340680003</c:v>
                </c:pt>
                <c:pt idx="12781">
                  <c:v>-22.439240016159999</c:v>
                </c:pt>
                <c:pt idx="12782">
                  <c:v>-22.439414608593978</c:v>
                </c:pt>
                <c:pt idx="12783">
                  <c:v>-22.439589118005983</c:v>
                </c:pt>
                <c:pt idx="12784">
                  <c:v>-22.439763544423982</c:v>
                </c:pt>
                <c:pt idx="12785">
                  <c:v>-22.439937887875004</c:v>
                </c:pt>
                <c:pt idx="12786">
                  <c:v>-22.440112148383008</c:v>
                </c:pt>
                <c:pt idx="12787">
                  <c:v>-22.440286325978008</c:v>
                </c:pt>
                <c:pt idx="12788">
                  <c:v>-22.440460420682996</c:v>
                </c:pt>
                <c:pt idx="12789">
                  <c:v>-22.440634432527986</c:v>
                </c:pt>
                <c:pt idx="12790">
                  <c:v>-22.440808361536</c:v>
                </c:pt>
                <c:pt idx="12791">
                  <c:v>-22.440982207735999</c:v>
                </c:pt>
                <c:pt idx="12792">
                  <c:v>-22.441155971152995</c:v>
                </c:pt>
                <c:pt idx="12793">
                  <c:v>-22.441329651813987</c:v>
                </c:pt>
                <c:pt idx="12794">
                  <c:v>-22.441503249745011</c:v>
                </c:pt>
                <c:pt idx="12795">
                  <c:v>-22.441676764974005</c:v>
                </c:pt>
                <c:pt idx="12796">
                  <c:v>-22.441850197523991</c:v>
                </c:pt>
                <c:pt idx="12797">
                  <c:v>-22.442023547425009</c:v>
                </c:pt>
                <c:pt idx="12798">
                  <c:v>-22.44219681470102</c:v>
                </c:pt>
                <c:pt idx="12799">
                  <c:v>-22.442369999381015</c:v>
                </c:pt>
                <c:pt idx="12800">
                  <c:v>-22.442543101488013</c:v>
                </c:pt>
                <c:pt idx="12801">
                  <c:v>-22.442716121050012</c:v>
                </c:pt>
                <c:pt idx="12802">
                  <c:v>-22.442889058093982</c:v>
                </c:pt>
                <c:pt idx="12803">
                  <c:v>-22.443061912644993</c:v>
                </c:pt>
                <c:pt idx="12804">
                  <c:v>-22.44323468473101</c:v>
                </c:pt>
                <c:pt idx="12805">
                  <c:v>-22.443407374376022</c:v>
                </c:pt>
                <c:pt idx="12806">
                  <c:v>-22.443579981608991</c:v>
                </c:pt>
                <c:pt idx="12807">
                  <c:v>-22.44375250645399</c:v>
                </c:pt>
                <c:pt idx="12808">
                  <c:v>-22.443924948938985</c:v>
                </c:pt>
                <c:pt idx="12809">
                  <c:v>-22.444097309088988</c:v>
                </c:pt>
                <c:pt idx="12810">
                  <c:v>-22.444269586932023</c:v>
                </c:pt>
                <c:pt idx="12811">
                  <c:v>-22.444441782492021</c:v>
                </c:pt>
                <c:pt idx="12812">
                  <c:v>-22.444613895797005</c:v>
                </c:pt>
                <c:pt idx="12813">
                  <c:v>-22.444785926871987</c:v>
                </c:pt>
                <c:pt idx="12814">
                  <c:v>-22.444957875743995</c:v>
                </c:pt>
                <c:pt idx="12815">
                  <c:v>-22.445129742438979</c:v>
                </c:pt>
                <c:pt idx="12816">
                  <c:v>-22.44530152698502</c:v>
                </c:pt>
                <c:pt idx="12817">
                  <c:v>-22.445473229404001</c:v>
                </c:pt>
                <c:pt idx="12818">
                  <c:v>-22.445644849726023</c:v>
                </c:pt>
                <c:pt idx="12819">
                  <c:v>-22.445816387977004</c:v>
                </c:pt>
                <c:pt idx="12820">
                  <c:v>-22.445987844180991</c:v>
                </c:pt>
                <c:pt idx="12821">
                  <c:v>-22.446159218366006</c:v>
                </c:pt>
                <c:pt idx="12822">
                  <c:v>-22.446330510557004</c:v>
                </c:pt>
                <c:pt idx="12823">
                  <c:v>-22.44650172078201</c:v>
                </c:pt>
                <c:pt idx="12824">
                  <c:v>-22.44667284906501</c:v>
                </c:pt>
                <c:pt idx="12825">
                  <c:v>-22.446843895434</c:v>
                </c:pt>
                <c:pt idx="12826">
                  <c:v>-22.447014859912997</c:v>
                </c:pt>
                <c:pt idx="12827">
                  <c:v>-22.447185742529996</c:v>
                </c:pt>
                <c:pt idx="12828">
                  <c:v>-22.447356543309979</c:v>
                </c:pt>
                <c:pt idx="12829">
                  <c:v>-22.447527262281</c:v>
                </c:pt>
                <c:pt idx="12830">
                  <c:v>-22.447697899467016</c:v>
                </c:pt>
                <c:pt idx="12831">
                  <c:v>-22.447868454895001</c:v>
                </c:pt>
                <c:pt idx="12832">
                  <c:v>-22.448038928589995</c:v>
                </c:pt>
                <c:pt idx="12833">
                  <c:v>-22.448209320579991</c:v>
                </c:pt>
                <c:pt idx="12834">
                  <c:v>-22.448379630890003</c:v>
                </c:pt>
                <c:pt idx="12835">
                  <c:v>-22.448549859545977</c:v>
                </c:pt>
                <c:pt idx="12836">
                  <c:v>-22.448720006575002</c:v>
                </c:pt>
                <c:pt idx="12837">
                  <c:v>-22.448890072001007</c:v>
                </c:pt>
                <c:pt idx="12838">
                  <c:v>-22.44906005585301</c:v>
                </c:pt>
                <c:pt idx="12839">
                  <c:v>-22.449229958154007</c:v>
                </c:pt>
                <c:pt idx="12840">
                  <c:v>-22.449399778932985</c:v>
                </c:pt>
                <c:pt idx="12841">
                  <c:v>-22.449569518212996</c:v>
                </c:pt>
                <c:pt idx="12842">
                  <c:v>-22.449739176023002</c:v>
                </c:pt>
                <c:pt idx="12843">
                  <c:v>-22.449908752386023</c:v>
                </c:pt>
                <c:pt idx="12844">
                  <c:v>-22.450078247330993</c:v>
                </c:pt>
                <c:pt idx="12845">
                  <c:v>-22.45024766088099</c:v>
                </c:pt>
                <c:pt idx="12846">
                  <c:v>-22.450416993065005</c:v>
                </c:pt>
                <c:pt idx="12847">
                  <c:v>-22.450586243906002</c:v>
                </c:pt>
                <c:pt idx="12848">
                  <c:v>-22.450755413431978</c:v>
                </c:pt>
                <c:pt idx="12849">
                  <c:v>-22.450924501668027</c:v>
                </c:pt>
                <c:pt idx="12850">
                  <c:v>-22.451093508641009</c:v>
                </c:pt>
                <c:pt idx="12851">
                  <c:v>-22.451262434375991</c:v>
                </c:pt>
                <c:pt idx="12852">
                  <c:v>-22.451431278899008</c:v>
                </c:pt>
                <c:pt idx="12853">
                  <c:v>-22.451600042237004</c:v>
                </c:pt>
                <c:pt idx="12854">
                  <c:v>-22.451768724413995</c:v>
                </c:pt>
                <c:pt idx="12855">
                  <c:v>-22.451937325457976</c:v>
                </c:pt>
                <c:pt idx="12856">
                  <c:v>-22.452105845393021</c:v>
                </c:pt>
                <c:pt idx="12857">
                  <c:v>-22.452274284246016</c:v>
                </c:pt>
                <c:pt idx="12858">
                  <c:v>-22.452442642042996</c:v>
                </c:pt>
                <c:pt idx="12859">
                  <c:v>-22.452610918809</c:v>
                </c:pt>
                <c:pt idx="12860">
                  <c:v>-22.452779114570006</c:v>
                </c:pt>
                <c:pt idx="12861">
                  <c:v>-22.452947229353981</c:v>
                </c:pt>
                <c:pt idx="12862">
                  <c:v>-22.453115263183008</c:v>
                </c:pt>
                <c:pt idx="12863">
                  <c:v>-22.453283216085993</c:v>
                </c:pt>
                <c:pt idx="12864">
                  <c:v>-22.453451088087007</c:v>
                </c:pt>
                <c:pt idx="12865">
                  <c:v>-22.453618879213991</c:v>
                </c:pt>
                <c:pt idx="12866">
                  <c:v>-22.453786589489994</c:v>
                </c:pt>
                <c:pt idx="12867">
                  <c:v>-22.453954218941988</c:v>
                </c:pt>
                <c:pt idx="12868">
                  <c:v>-22.454121767597996</c:v>
                </c:pt>
                <c:pt idx="12869">
                  <c:v>-22.454289235480019</c:v>
                </c:pt>
                <c:pt idx="12870">
                  <c:v>-22.454456622615993</c:v>
                </c:pt>
                <c:pt idx="12871">
                  <c:v>-22.454623929031015</c:v>
                </c:pt>
                <c:pt idx="12872">
                  <c:v>-22.454791154752002</c:v>
                </c:pt>
                <c:pt idx="12873">
                  <c:v>-22.454958299802996</c:v>
                </c:pt>
                <c:pt idx="12874">
                  <c:v>-22.455125364211995</c:v>
                </c:pt>
                <c:pt idx="12875">
                  <c:v>-22.45529234800199</c:v>
                </c:pt>
                <c:pt idx="12876">
                  <c:v>-22.455459251201006</c:v>
                </c:pt>
                <c:pt idx="12877">
                  <c:v>-22.455626073833002</c:v>
                </c:pt>
                <c:pt idx="12878">
                  <c:v>-22.455792815925008</c:v>
                </c:pt>
                <c:pt idx="12879">
                  <c:v>-22.455959477502006</c:v>
                </c:pt>
                <c:pt idx="12880">
                  <c:v>-22.456126058590996</c:v>
                </c:pt>
                <c:pt idx="12881">
                  <c:v>-22.456292559215001</c:v>
                </c:pt>
                <c:pt idx="12882">
                  <c:v>-22.456458979402015</c:v>
                </c:pt>
                <c:pt idx="12883">
                  <c:v>-22.456625319176993</c:v>
                </c:pt>
                <c:pt idx="12884">
                  <c:v>-22.456791578565003</c:v>
                </c:pt>
                <c:pt idx="12885">
                  <c:v>-22.456957757594012</c:v>
                </c:pt>
                <c:pt idx="12886">
                  <c:v>-22.457123856286984</c:v>
                </c:pt>
                <c:pt idx="12887">
                  <c:v>-22.457289874670977</c:v>
                </c:pt>
                <c:pt idx="12888">
                  <c:v>-22.457455812770974</c:v>
                </c:pt>
                <c:pt idx="12889">
                  <c:v>-22.457621670613008</c:v>
                </c:pt>
                <c:pt idx="12890">
                  <c:v>-22.457787448222007</c:v>
                </c:pt>
                <c:pt idx="12891">
                  <c:v>-22.457953145624998</c:v>
                </c:pt>
                <c:pt idx="12892">
                  <c:v>-22.458118762845999</c:v>
                </c:pt>
                <c:pt idx="12893">
                  <c:v>-22.45828429991198</c:v>
                </c:pt>
                <c:pt idx="12894">
                  <c:v>-22.458449756846989</c:v>
                </c:pt>
                <c:pt idx="12895">
                  <c:v>-22.458615133679018</c:v>
                </c:pt>
                <c:pt idx="12896">
                  <c:v>-22.458780430431005</c:v>
                </c:pt>
                <c:pt idx="12897">
                  <c:v>-22.458945647130008</c:v>
                </c:pt>
                <c:pt idx="12898">
                  <c:v>-22.459110783799986</c:v>
                </c:pt>
                <c:pt idx="12899">
                  <c:v>-22.45927584046899</c:v>
                </c:pt>
                <c:pt idx="12900">
                  <c:v>-22.459440817160981</c:v>
                </c:pt>
                <c:pt idx="12901">
                  <c:v>-22.459611715692006</c:v>
                </c:pt>
                <c:pt idx="12902">
                  <c:v>-22.459782534298</c:v>
                </c:pt>
                <c:pt idx="12903">
                  <c:v>-22.459953273002014</c:v>
                </c:pt>
                <c:pt idx="12904">
                  <c:v>-22.460123931832982</c:v>
                </c:pt>
                <c:pt idx="12905">
                  <c:v>-22.460294510813981</c:v>
                </c:pt>
                <c:pt idx="12906">
                  <c:v>-22.460465009972012</c:v>
                </c:pt>
                <c:pt idx="12907">
                  <c:v>-22.460635429331006</c:v>
                </c:pt>
                <c:pt idx="12908">
                  <c:v>-22.460805768918021</c:v>
                </c:pt>
                <c:pt idx="12909">
                  <c:v>-22.460976028756988</c:v>
                </c:pt>
                <c:pt idx="12910">
                  <c:v>-22.461146208873998</c:v>
                </c:pt>
                <c:pt idx="12911">
                  <c:v>-22.461316309295995</c:v>
                </c:pt>
                <c:pt idx="12912">
                  <c:v>-22.461486330046</c:v>
                </c:pt>
                <c:pt idx="12913">
                  <c:v>-22.461656271151014</c:v>
                </c:pt>
                <c:pt idx="12914">
                  <c:v>-22.461826132635991</c:v>
                </c:pt>
                <c:pt idx="12915">
                  <c:v>-22.461995914525005</c:v>
                </c:pt>
                <c:pt idx="12916">
                  <c:v>-22.462165616844999</c:v>
                </c:pt>
                <c:pt idx="12917">
                  <c:v>-22.462335239622007</c:v>
                </c:pt>
                <c:pt idx="12918">
                  <c:v>-22.462504782880984</c:v>
                </c:pt>
                <c:pt idx="12919">
                  <c:v>-22.462674246646003</c:v>
                </c:pt>
                <c:pt idx="12920">
                  <c:v>-22.462843630944008</c:v>
                </c:pt>
                <c:pt idx="12921">
                  <c:v>-22.463012935798019</c:v>
                </c:pt>
                <c:pt idx="12922">
                  <c:v>-22.463182161236972</c:v>
                </c:pt>
                <c:pt idx="12923">
                  <c:v>-22.463351307283006</c:v>
                </c:pt>
                <c:pt idx="12924">
                  <c:v>-22.463520373964002</c:v>
                </c:pt>
                <c:pt idx="12925">
                  <c:v>-22.463689361303011</c:v>
                </c:pt>
                <c:pt idx="12926">
                  <c:v>-22.463858269327005</c:v>
                </c:pt>
                <c:pt idx="12927">
                  <c:v>-22.464027098058978</c:v>
                </c:pt>
                <c:pt idx="12928">
                  <c:v>-22.464195847527009</c:v>
                </c:pt>
                <c:pt idx="12929">
                  <c:v>-22.464364517755996</c:v>
                </c:pt>
                <c:pt idx="12930">
                  <c:v>-22.464533108770013</c:v>
                </c:pt>
                <c:pt idx="12931">
                  <c:v>-22.464701620595008</c:v>
                </c:pt>
                <c:pt idx="12932">
                  <c:v>-22.464870053256988</c:v>
                </c:pt>
                <c:pt idx="12933">
                  <c:v>-22.465038406778007</c:v>
                </c:pt>
                <c:pt idx="12934">
                  <c:v>-22.465206681186999</c:v>
                </c:pt>
                <c:pt idx="12935">
                  <c:v>-22.465374876509003</c:v>
                </c:pt>
                <c:pt idx="12936">
                  <c:v>-22.465542992766984</c:v>
                </c:pt>
                <c:pt idx="12937">
                  <c:v>-22.465711029988</c:v>
                </c:pt>
                <c:pt idx="12938">
                  <c:v>-22.46587898819601</c:v>
                </c:pt>
                <c:pt idx="12939">
                  <c:v>-22.466046867415997</c:v>
                </c:pt>
                <c:pt idx="12940">
                  <c:v>-22.466214667675018</c:v>
                </c:pt>
                <c:pt idx="12941">
                  <c:v>-22.466382388997999</c:v>
                </c:pt>
                <c:pt idx="12942">
                  <c:v>-22.466550031408985</c:v>
                </c:pt>
                <c:pt idx="12943">
                  <c:v>-22.466717594932987</c:v>
                </c:pt>
                <c:pt idx="12944">
                  <c:v>-22.466885079597006</c:v>
                </c:pt>
                <c:pt idx="12945">
                  <c:v>-22.467052485422982</c:v>
                </c:pt>
                <c:pt idx="12946">
                  <c:v>-22.467219812439993</c:v>
                </c:pt>
                <c:pt idx="12947">
                  <c:v>-22.467387060671001</c:v>
                </c:pt>
                <c:pt idx="12948">
                  <c:v>-22.467554230141019</c:v>
                </c:pt>
                <c:pt idx="12949">
                  <c:v>-22.467721320876024</c:v>
                </c:pt>
                <c:pt idx="12950">
                  <c:v>-22.467888332899975</c:v>
                </c:pt>
                <c:pt idx="12951">
                  <c:v>-22.468055266238991</c:v>
                </c:pt>
                <c:pt idx="12952">
                  <c:v>-22.468222120918</c:v>
                </c:pt>
                <c:pt idx="12953">
                  <c:v>-22.468388896963006</c:v>
                </c:pt>
                <c:pt idx="12954">
                  <c:v>-22.468555594397003</c:v>
                </c:pt>
                <c:pt idx="12955">
                  <c:v>-22.468722213246991</c:v>
                </c:pt>
                <c:pt idx="12956">
                  <c:v>-22.46888875353801</c:v>
                </c:pt>
                <c:pt idx="12957">
                  <c:v>-22.469055215292002</c:v>
                </c:pt>
                <c:pt idx="12958">
                  <c:v>-22.469221598538013</c:v>
                </c:pt>
                <c:pt idx="12959">
                  <c:v>-22.469387903300003</c:v>
                </c:pt>
                <c:pt idx="12960">
                  <c:v>-22.469554129601988</c:v>
                </c:pt>
                <c:pt idx="12961">
                  <c:v>-22.469720277470003</c:v>
                </c:pt>
                <c:pt idx="12962">
                  <c:v>-22.469886346929002</c:v>
                </c:pt>
                <c:pt idx="12963">
                  <c:v>-22.470052338001977</c:v>
                </c:pt>
                <c:pt idx="12964">
                  <c:v>-22.470218250716982</c:v>
                </c:pt>
                <c:pt idx="12965">
                  <c:v>-22.470384085098004</c:v>
                </c:pt>
                <c:pt idx="12966">
                  <c:v>-22.470549841169998</c:v>
                </c:pt>
                <c:pt idx="12967">
                  <c:v>-22.470715518957007</c:v>
                </c:pt>
                <c:pt idx="12968">
                  <c:v>-22.470881118484982</c:v>
                </c:pt>
                <c:pt idx="12969">
                  <c:v>-22.471046639777995</c:v>
                </c:pt>
                <c:pt idx="12970">
                  <c:v>-22.471212082861996</c:v>
                </c:pt>
                <c:pt idx="12971">
                  <c:v>-22.471377447761995</c:v>
                </c:pt>
                <c:pt idx="12972">
                  <c:v>-22.471542734502009</c:v>
                </c:pt>
                <c:pt idx="12973">
                  <c:v>-22.471707943107987</c:v>
                </c:pt>
                <c:pt idx="12974">
                  <c:v>-22.471873073604996</c:v>
                </c:pt>
                <c:pt idx="12975">
                  <c:v>-22.472038126016002</c:v>
                </c:pt>
                <c:pt idx="12976">
                  <c:v>-22.472203100368006</c:v>
                </c:pt>
                <c:pt idx="12977">
                  <c:v>-22.472367996684994</c:v>
                </c:pt>
                <c:pt idx="12978">
                  <c:v>-22.472532814993002</c:v>
                </c:pt>
                <c:pt idx="12979">
                  <c:v>-22.472697555315989</c:v>
                </c:pt>
                <c:pt idx="12980">
                  <c:v>-22.472862217677999</c:v>
                </c:pt>
                <c:pt idx="12981">
                  <c:v>-22.473026802103988</c:v>
                </c:pt>
                <c:pt idx="12982">
                  <c:v>-22.473191308621978</c:v>
                </c:pt>
                <c:pt idx="12983">
                  <c:v>-22.473355737253002</c:v>
                </c:pt>
                <c:pt idx="12984">
                  <c:v>-22.473520088024003</c:v>
                </c:pt>
                <c:pt idx="12985">
                  <c:v>-22.473684360958998</c:v>
                </c:pt>
                <c:pt idx="12986">
                  <c:v>-22.473848556084022</c:v>
                </c:pt>
                <c:pt idx="12987">
                  <c:v>-22.474012673420987</c:v>
                </c:pt>
                <c:pt idx="12988">
                  <c:v>-22.474176712998002</c:v>
                </c:pt>
                <c:pt idx="12989">
                  <c:v>-22.474340674838999</c:v>
                </c:pt>
                <c:pt idx="12990">
                  <c:v>-22.474504558968022</c:v>
                </c:pt>
                <c:pt idx="12991">
                  <c:v>-22.474668365409997</c:v>
                </c:pt>
                <c:pt idx="12992">
                  <c:v>-22.474832094190987</c:v>
                </c:pt>
                <c:pt idx="12993">
                  <c:v>-22.474995745333018</c:v>
                </c:pt>
                <c:pt idx="12994">
                  <c:v>-22.475159318863007</c:v>
                </c:pt>
                <c:pt idx="12995">
                  <c:v>-22.475322814805992</c:v>
                </c:pt>
                <c:pt idx="12996">
                  <c:v>-22.475486233186984</c:v>
                </c:pt>
                <c:pt idx="12997">
                  <c:v>-22.475649574029006</c:v>
                </c:pt>
                <c:pt idx="12998">
                  <c:v>-22.475812837357012</c:v>
                </c:pt>
                <c:pt idx="12999">
                  <c:v>-22.475976023196012</c:v>
                </c:pt>
                <c:pt idx="13000">
                  <c:v>-22.476139131571983</c:v>
                </c:pt>
                <c:pt idx="13001">
                  <c:v>-22.476302162509</c:v>
                </c:pt>
                <c:pt idx="13002">
                  <c:v>-22.476465116030994</c:v>
                </c:pt>
                <c:pt idx="13003">
                  <c:v>-22.476627992163998</c:v>
                </c:pt>
                <c:pt idx="13004">
                  <c:v>-22.476790790931005</c:v>
                </c:pt>
                <c:pt idx="13005">
                  <c:v>-22.476953512356999</c:v>
                </c:pt>
                <c:pt idx="13006">
                  <c:v>-22.477116156469009</c:v>
                </c:pt>
                <c:pt idx="13007">
                  <c:v>-22.477278723289004</c:v>
                </c:pt>
                <c:pt idx="13008">
                  <c:v>-22.477441212843019</c:v>
                </c:pt>
                <c:pt idx="13009">
                  <c:v>-22.477603625154984</c:v>
                </c:pt>
                <c:pt idx="13010">
                  <c:v>-22.477765960250991</c:v>
                </c:pt>
                <c:pt idx="13011">
                  <c:v>-22.477928218152016</c:v>
                </c:pt>
                <c:pt idx="13012">
                  <c:v>-22.478090398888014</c:v>
                </c:pt>
                <c:pt idx="13013">
                  <c:v>-22.47825250247999</c:v>
                </c:pt>
                <c:pt idx="13014">
                  <c:v>-22.478414528952982</c:v>
                </c:pt>
                <c:pt idx="13015">
                  <c:v>-22.478576478332997</c:v>
                </c:pt>
                <c:pt idx="13016">
                  <c:v>-22.478738350642999</c:v>
                </c:pt>
                <c:pt idx="13017">
                  <c:v>-22.478900145908</c:v>
                </c:pt>
                <c:pt idx="13018">
                  <c:v>-22.479061864152982</c:v>
                </c:pt>
                <c:pt idx="13019">
                  <c:v>-22.479223505402985</c:v>
                </c:pt>
                <c:pt idx="13020">
                  <c:v>-22.479385069681996</c:v>
                </c:pt>
                <c:pt idx="13021">
                  <c:v>-22.479546557014999</c:v>
                </c:pt>
                <c:pt idx="13022">
                  <c:v>-22.479707967426009</c:v>
                </c:pt>
                <c:pt idx="13023">
                  <c:v>-22.479869300938986</c:v>
                </c:pt>
                <c:pt idx="13024">
                  <c:v>-22.480030557578999</c:v>
                </c:pt>
                <c:pt idx="13025">
                  <c:v>-22.480191737371996</c:v>
                </c:pt>
                <c:pt idx="13026">
                  <c:v>-22.480352840340998</c:v>
                </c:pt>
                <c:pt idx="13027">
                  <c:v>-22.480513866510989</c:v>
                </c:pt>
                <c:pt idx="13028">
                  <c:v>-22.480674815905985</c:v>
                </c:pt>
                <c:pt idx="13029">
                  <c:v>-22.480835688550002</c:v>
                </c:pt>
                <c:pt idx="13030">
                  <c:v>-22.480996484470012</c:v>
                </c:pt>
                <c:pt idx="13031">
                  <c:v>-22.481157203688014</c:v>
                </c:pt>
                <c:pt idx="13032">
                  <c:v>-22.481317846229985</c:v>
                </c:pt>
                <c:pt idx="13033">
                  <c:v>-22.481478412119998</c:v>
                </c:pt>
                <c:pt idx="13034">
                  <c:v>-22.48163890138099</c:v>
                </c:pt>
                <c:pt idx="13035">
                  <c:v>-22.481799314039023</c:v>
                </c:pt>
                <c:pt idx="13036">
                  <c:v>-22.481959650118</c:v>
                </c:pt>
                <c:pt idx="13037">
                  <c:v>-22.482119909643984</c:v>
                </c:pt>
                <c:pt idx="13038">
                  <c:v>-22.482280092639002</c:v>
                </c:pt>
                <c:pt idx="13039">
                  <c:v>-22.482440199129002</c:v>
                </c:pt>
                <c:pt idx="13040">
                  <c:v>-22.482600229138001</c:v>
                </c:pt>
                <c:pt idx="13041">
                  <c:v>-22.482760182688992</c:v>
                </c:pt>
                <c:pt idx="13042">
                  <c:v>-22.482920059808009</c:v>
                </c:pt>
                <c:pt idx="13043">
                  <c:v>-22.483079860520007</c:v>
                </c:pt>
                <c:pt idx="13044">
                  <c:v>-22.483239584848008</c:v>
                </c:pt>
                <c:pt idx="13045">
                  <c:v>-22.483399232818016</c:v>
                </c:pt>
                <c:pt idx="13046">
                  <c:v>-22.483558804452002</c:v>
                </c:pt>
                <c:pt idx="13047">
                  <c:v>-22.483718299775006</c:v>
                </c:pt>
                <c:pt idx="13048">
                  <c:v>-22.483877718813005</c:v>
                </c:pt>
                <c:pt idx="13049">
                  <c:v>-22.484037061589021</c:v>
                </c:pt>
                <c:pt idx="13050">
                  <c:v>-22.484196328127979</c:v>
                </c:pt>
                <c:pt idx="13051">
                  <c:v>-22.484355518453981</c:v>
                </c:pt>
                <c:pt idx="13052">
                  <c:v>-22.484514632590987</c:v>
                </c:pt>
                <c:pt idx="13053">
                  <c:v>-22.484673670562017</c:v>
                </c:pt>
                <c:pt idx="13054">
                  <c:v>-22.484832632394983</c:v>
                </c:pt>
                <c:pt idx="13055">
                  <c:v>-22.484991518111997</c:v>
                </c:pt>
                <c:pt idx="13056">
                  <c:v>-22.485150327736989</c:v>
                </c:pt>
                <c:pt idx="13057">
                  <c:v>-22.485309061294998</c:v>
                </c:pt>
                <c:pt idx="13058">
                  <c:v>-22.485467718810014</c:v>
                </c:pt>
                <c:pt idx="13059">
                  <c:v>-22.485626300305995</c:v>
                </c:pt>
                <c:pt idx="13060">
                  <c:v>-22.485784805808009</c:v>
                </c:pt>
                <c:pt idx="13061">
                  <c:v>-22.485943235339988</c:v>
                </c:pt>
                <c:pt idx="13062">
                  <c:v>-22.486101588926005</c:v>
                </c:pt>
                <c:pt idx="13063">
                  <c:v>-22.486259866590018</c:v>
                </c:pt>
                <c:pt idx="13064">
                  <c:v>-22.486418068356983</c:v>
                </c:pt>
                <c:pt idx="13065">
                  <c:v>-22.486576194250006</c:v>
                </c:pt>
                <c:pt idx="13066">
                  <c:v>-22.486734244295008</c:v>
                </c:pt>
                <c:pt idx="13067">
                  <c:v>-22.48689221851501</c:v>
                </c:pt>
                <c:pt idx="13068">
                  <c:v>-22.487050116934</c:v>
                </c:pt>
                <c:pt idx="13069">
                  <c:v>-22.48720793957699</c:v>
                </c:pt>
                <c:pt idx="13070">
                  <c:v>-22.487365686467996</c:v>
                </c:pt>
                <c:pt idx="13071">
                  <c:v>-22.48752335763001</c:v>
                </c:pt>
                <c:pt idx="13072">
                  <c:v>-22.487680953087988</c:v>
                </c:pt>
                <c:pt idx="13073">
                  <c:v>-22.487838472867992</c:v>
                </c:pt>
                <c:pt idx="13074">
                  <c:v>-22.487995916990997</c:v>
                </c:pt>
                <c:pt idx="13075">
                  <c:v>-22.488153285483008</c:v>
                </c:pt>
                <c:pt idx="13076">
                  <c:v>-22.488310578368015</c:v>
                </c:pt>
                <c:pt idx="13077">
                  <c:v>-22.488467795668981</c:v>
                </c:pt>
                <c:pt idx="13078">
                  <c:v>-22.488624937411998</c:v>
                </c:pt>
                <c:pt idx="13079">
                  <c:v>-22.488782003619008</c:v>
                </c:pt>
                <c:pt idx="13080">
                  <c:v>-22.488938994316015</c:v>
                </c:pt>
                <c:pt idx="13081">
                  <c:v>-22.489095909527009</c:v>
                </c:pt>
                <c:pt idx="13082">
                  <c:v>-22.489252749273987</c:v>
                </c:pt>
                <c:pt idx="13083">
                  <c:v>-22.489409513583013</c:v>
                </c:pt>
                <c:pt idx="13084">
                  <c:v>-22.489566202476993</c:v>
                </c:pt>
                <c:pt idx="13085">
                  <c:v>-22.489722815980997</c:v>
                </c:pt>
                <c:pt idx="13086">
                  <c:v>-22.489879354118983</c:v>
                </c:pt>
                <c:pt idx="13087">
                  <c:v>-22.490035816914997</c:v>
                </c:pt>
                <c:pt idx="13088">
                  <c:v>-22.490192204392997</c:v>
                </c:pt>
                <c:pt idx="13089">
                  <c:v>-22.490348516575011</c:v>
                </c:pt>
                <c:pt idx="13090">
                  <c:v>-22.490504753488011</c:v>
                </c:pt>
                <c:pt idx="13091">
                  <c:v>-22.49066091515499</c:v>
                </c:pt>
                <c:pt idx="13092">
                  <c:v>-22.490817001599993</c:v>
                </c:pt>
                <c:pt idx="13093">
                  <c:v>-22.490973012847007</c:v>
                </c:pt>
                <c:pt idx="13094">
                  <c:v>-22.491128948918998</c:v>
                </c:pt>
                <c:pt idx="13095">
                  <c:v>-22.491284809840977</c:v>
                </c:pt>
                <c:pt idx="13096">
                  <c:v>-22.491440595636988</c:v>
                </c:pt>
                <c:pt idx="13097">
                  <c:v>-22.49159630633099</c:v>
                </c:pt>
                <c:pt idx="13098">
                  <c:v>-22.491751941947001</c:v>
                </c:pt>
                <c:pt idx="13099">
                  <c:v>-22.491907502509008</c:v>
                </c:pt>
                <c:pt idx="13100">
                  <c:v>-22.492062988040999</c:v>
                </c:pt>
                <c:pt idx="13101">
                  <c:v>-22.492218398565001</c:v>
                </c:pt>
                <c:pt idx="13102">
                  <c:v>-22.492373734106991</c:v>
                </c:pt>
                <c:pt idx="13103">
                  <c:v>-22.492528994692009</c:v>
                </c:pt>
                <c:pt idx="13104">
                  <c:v>-22.492684180341001</c:v>
                </c:pt>
                <c:pt idx="13105">
                  <c:v>-22.492839291080003</c:v>
                </c:pt>
                <c:pt idx="13106">
                  <c:v>-22.492994326933001</c:v>
                </c:pt>
                <c:pt idx="13107">
                  <c:v>-22.493149287921</c:v>
                </c:pt>
                <c:pt idx="13108">
                  <c:v>-22.493304174072023</c:v>
                </c:pt>
                <c:pt idx="13109">
                  <c:v>-22.493458985406988</c:v>
                </c:pt>
                <c:pt idx="13110">
                  <c:v>-22.493613721950993</c:v>
                </c:pt>
                <c:pt idx="13111">
                  <c:v>-22.493768383727996</c:v>
                </c:pt>
                <c:pt idx="13112">
                  <c:v>-22.493922970762014</c:v>
                </c:pt>
                <c:pt idx="13113">
                  <c:v>-22.494077483074989</c:v>
                </c:pt>
                <c:pt idx="13114">
                  <c:v>-22.494231920692982</c:v>
                </c:pt>
                <c:pt idx="13115">
                  <c:v>-22.494386283638988</c:v>
                </c:pt>
                <c:pt idx="13116">
                  <c:v>-22.494540571936994</c:v>
                </c:pt>
                <c:pt idx="13117">
                  <c:v>-22.494694785611017</c:v>
                </c:pt>
                <c:pt idx="13118">
                  <c:v>-22.494848924683993</c:v>
                </c:pt>
                <c:pt idx="13119">
                  <c:v>-22.495002989179994</c:v>
                </c:pt>
                <c:pt idx="13120">
                  <c:v>-22.495156979124005</c:v>
                </c:pt>
                <c:pt idx="13121">
                  <c:v>-22.495310894539017</c:v>
                </c:pt>
                <c:pt idx="13122">
                  <c:v>-22.495464735449019</c:v>
                </c:pt>
                <c:pt idx="13123">
                  <c:v>-22.495618501876976</c:v>
                </c:pt>
                <c:pt idx="13124">
                  <c:v>-22.495772193846989</c:v>
                </c:pt>
                <c:pt idx="13125">
                  <c:v>-22.495925811383017</c:v>
                </c:pt>
                <c:pt idx="13126">
                  <c:v>-22.496079354509021</c:v>
                </c:pt>
                <c:pt idx="13127">
                  <c:v>-22.496232823248988</c:v>
                </c:pt>
                <c:pt idx="13128">
                  <c:v>-22.496386217625997</c:v>
                </c:pt>
                <c:pt idx="13129">
                  <c:v>-22.496539537664006</c:v>
                </c:pt>
                <c:pt idx="13130">
                  <c:v>-22.496692783387005</c:v>
                </c:pt>
                <c:pt idx="13131">
                  <c:v>-22.49684595481699</c:v>
                </c:pt>
                <c:pt idx="13132">
                  <c:v>-22.496999051979998</c:v>
                </c:pt>
                <c:pt idx="13133">
                  <c:v>-22.497152074899986</c:v>
                </c:pt>
                <c:pt idx="13134">
                  <c:v>-22.497305023598017</c:v>
                </c:pt>
                <c:pt idx="13135">
                  <c:v>-22.497457898101004</c:v>
                </c:pt>
                <c:pt idx="13136">
                  <c:v>-22.497610698430009</c:v>
                </c:pt>
                <c:pt idx="13137">
                  <c:v>-22.497763424607996</c:v>
                </c:pt>
                <c:pt idx="13138">
                  <c:v>-22.497916076661994</c:v>
                </c:pt>
                <c:pt idx="13139">
                  <c:v>-22.498068654614002</c:v>
                </c:pt>
                <c:pt idx="13140">
                  <c:v>-22.498221158487013</c:v>
                </c:pt>
                <c:pt idx="13141">
                  <c:v>-22.498373588305981</c:v>
                </c:pt>
                <c:pt idx="13142">
                  <c:v>-22.498525944092989</c:v>
                </c:pt>
                <c:pt idx="13143">
                  <c:v>-22.498678225871998</c:v>
                </c:pt>
                <c:pt idx="13144">
                  <c:v>-22.498830433668019</c:v>
                </c:pt>
                <c:pt idx="13145">
                  <c:v>-22.498982567502992</c:v>
                </c:pt>
                <c:pt idx="13146">
                  <c:v>-22.499134627401986</c:v>
                </c:pt>
                <c:pt idx="13147">
                  <c:v>-22.499286613387994</c:v>
                </c:pt>
                <c:pt idx="13148">
                  <c:v>-22.49943852548401</c:v>
                </c:pt>
                <c:pt idx="13149">
                  <c:v>-22.499590363713025</c:v>
                </c:pt>
                <c:pt idx="13150">
                  <c:v>-22.499742128100991</c:v>
                </c:pt>
                <c:pt idx="13151">
                  <c:v>-22.499893818669989</c:v>
                </c:pt>
                <c:pt idx="13152">
                  <c:v>-22.500045435444008</c:v>
                </c:pt>
                <c:pt idx="13153">
                  <c:v>-22.500196978446013</c:v>
                </c:pt>
                <c:pt idx="13154">
                  <c:v>-22.50034844770002</c:v>
                </c:pt>
                <c:pt idx="13155">
                  <c:v>-22.500499843228994</c:v>
                </c:pt>
                <c:pt idx="13156">
                  <c:v>-22.500651165057008</c:v>
                </c:pt>
                <c:pt idx="13157">
                  <c:v>-22.500802413206998</c:v>
                </c:pt>
                <c:pt idx="13158">
                  <c:v>-22.500953587704004</c:v>
                </c:pt>
                <c:pt idx="13159">
                  <c:v>-22.501104688569995</c:v>
                </c:pt>
                <c:pt idx="13160">
                  <c:v>-22.501255715828989</c:v>
                </c:pt>
                <c:pt idx="13161">
                  <c:v>-22.501406669503012</c:v>
                </c:pt>
                <c:pt idx="13162">
                  <c:v>-22.501557549619008</c:v>
                </c:pt>
                <c:pt idx="13163">
                  <c:v>-22.501708356196986</c:v>
                </c:pt>
                <c:pt idx="13164">
                  <c:v>-22.501859089262979</c:v>
                </c:pt>
                <c:pt idx="13165">
                  <c:v>-22.502009748837992</c:v>
                </c:pt>
                <c:pt idx="13166">
                  <c:v>-22.502160334948002</c:v>
                </c:pt>
                <c:pt idx="13167">
                  <c:v>-22.502310847614012</c:v>
                </c:pt>
                <c:pt idx="13168">
                  <c:v>-22.502461286860978</c:v>
                </c:pt>
                <c:pt idx="13169">
                  <c:v>-22.502611652712005</c:v>
                </c:pt>
                <c:pt idx="13170">
                  <c:v>-22.502761945190997</c:v>
                </c:pt>
                <c:pt idx="13171">
                  <c:v>-22.502912164321003</c:v>
                </c:pt>
                <c:pt idx="13172">
                  <c:v>-22.503062310125017</c:v>
                </c:pt>
                <c:pt idx="13173">
                  <c:v>-22.503212382626003</c:v>
                </c:pt>
                <c:pt idx="13174">
                  <c:v>-22.503362381849001</c:v>
                </c:pt>
                <c:pt idx="13175">
                  <c:v>-22.50351230781601</c:v>
                </c:pt>
                <c:pt idx="13176">
                  <c:v>-22.503662160552011</c:v>
                </c:pt>
                <c:pt idx="13177">
                  <c:v>-22.503811940077981</c:v>
                </c:pt>
                <c:pt idx="13178">
                  <c:v>-22.503961646418986</c:v>
                </c:pt>
                <c:pt idx="13179">
                  <c:v>-22.504111279596998</c:v>
                </c:pt>
                <c:pt idx="13180">
                  <c:v>-22.504260839638022</c:v>
                </c:pt>
                <c:pt idx="13181">
                  <c:v>-22.504410326563004</c:v>
                </c:pt>
                <c:pt idx="13182">
                  <c:v>-22.50455974039599</c:v>
                </c:pt>
                <c:pt idx="13183">
                  <c:v>-22.504709081160001</c:v>
                </c:pt>
                <c:pt idx="13184">
                  <c:v>-22.504858348878997</c:v>
                </c:pt>
                <c:pt idx="13185">
                  <c:v>-22.50500754357401</c:v>
                </c:pt>
                <c:pt idx="13186">
                  <c:v>-22.505156665272978</c:v>
                </c:pt>
                <c:pt idx="13187">
                  <c:v>-22.505305713995</c:v>
                </c:pt>
                <c:pt idx="13188">
                  <c:v>-22.505454689765003</c:v>
                </c:pt>
                <c:pt idx="13189">
                  <c:v>-22.505603592607002</c:v>
                </c:pt>
                <c:pt idx="13190">
                  <c:v>-22.505752422542002</c:v>
                </c:pt>
                <c:pt idx="13191">
                  <c:v>-22.505901179594986</c:v>
                </c:pt>
                <c:pt idx="13192">
                  <c:v>-22.506049863789002</c:v>
                </c:pt>
                <c:pt idx="13193">
                  <c:v>-22.506198475148011</c:v>
                </c:pt>
                <c:pt idx="13194">
                  <c:v>-22.506347013693016</c:v>
                </c:pt>
                <c:pt idx="13195">
                  <c:v>-22.506495479450024</c:v>
                </c:pt>
                <c:pt idx="13196">
                  <c:v>-22.50664387243998</c:v>
                </c:pt>
                <c:pt idx="13197">
                  <c:v>-22.506792192685992</c:v>
                </c:pt>
                <c:pt idx="13198">
                  <c:v>-22.506940440214009</c:v>
                </c:pt>
                <c:pt idx="13199">
                  <c:v>-22.507088615045006</c:v>
                </c:pt>
                <c:pt idx="13200">
                  <c:v>-22.507236717201977</c:v>
                </c:pt>
                <c:pt idx="13201">
                  <c:v>-22.507390138148992</c:v>
                </c:pt>
                <c:pt idx="13202">
                  <c:v>-22.507543486467</c:v>
                </c:pt>
                <c:pt idx="13203">
                  <c:v>-22.507696762183002</c:v>
                </c:pt>
                <c:pt idx="13204">
                  <c:v>-22.507849965318002</c:v>
                </c:pt>
                <c:pt idx="13205">
                  <c:v>-22.508003095894992</c:v>
                </c:pt>
                <c:pt idx="13206">
                  <c:v>-22.508156153938984</c:v>
                </c:pt>
                <c:pt idx="13207">
                  <c:v>-22.508309139470015</c:v>
                </c:pt>
                <c:pt idx="13208">
                  <c:v>-22.508462052514005</c:v>
                </c:pt>
                <c:pt idx="13209">
                  <c:v>-22.508614893094006</c:v>
                </c:pt>
                <c:pt idx="13210">
                  <c:v>-22.508767661229996</c:v>
                </c:pt>
                <c:pt idx="13211">
                  <c:v>-22.508920356949005</c:v>
                </c:pt>
                <c:pt idx="13212">
                  <c:v>-22.509072980273004</c:v>
                </c:pt>
                <c:pt idx="13213">
                  <c:v>-22.509225531222995</c:v>
                </c:pt>
                <c:pt idx="13214">
                  <c:v>-22.509378009825014</c:v>
                </c:pt>
                <c:pt idx="13215">
                  <c:v>-22.509530416098983</c:v>
                </c:pt>
                <c:pt idx="13216">
                  <c:v>-22.509682750070994</c:v>
                </c:pt>
                <c:pt idx="13217">
                  <c:v>-22.509835011764011</c:v>
                </c:pt>
                <c:pt idx="13218">
                  <c:v>-22.509987201197987</c:v>
                </c:pt>
                <c:pt idx="13219">
                  <c:v>-22.510139318399013</c:v>
                </c:pt>
                <c:pt idx="13220">
                  <c:v>-22.510291363389996</c:v>
                </c:pt>
                <c:pt idx="13221">
                  <c:v>-22.510443336191003</c:v>
                </c:pt>
                <c:pt idx="13222">
                  <c:v>-22.510595236829005</c:v>
                </c:pt>
                <c:pt idx="13223">
                  <c:v>-22.510747065324011</c:v>
                </c:pt>
                <c:pt idx="13224">
                  <c:v>-22.51089882170001</c:v>
                </c:pt>
                <c:pt idx="13225">
                  <c:v>-22.511050505982013</c:v>
                </c:pt>
                <c:pt idx="13226">
                  <c:v>-22.511202118189004</c:v>
                </c:pt>
                <c:pt idx="13227">
                  <c:v>-22.511353658348014</c:v>
                </c:pt>
                <c:pt idx="13228">
                  <c:v>-22.511505126480017</c:v>
                </c:pt>
                <c:pt idx="13229">
                  <c:v>-22.511656522606984</c:v>
                </c:pt>
                <c:pt idx="13230">
                  <c:v>-22.51180784675401</c:v>
                </c:pt>
                <c:pt idx="13231">
                  <c:v>-22.511959098942981</c:v>
                </c:pt>
                <c:pt idx="13232">
                  <c:v>-22.512110279197003</c:v>
                </c:pt>
                <c:pt idx="13233">
                  <c:v>-22.512261387540008</c:v>
                </c:pt>
                <c:pt idx="13234">
                  <c:v>-22.512412423992998</c:v>
                </c:pt>
                <c:pt idx="13235">
                  <c:v>-22.512563388579991</c:v>
                </c:pt>
                <c:pt idx="13236">
                  <c:v>-22.512714281324008</c:v>
                </c:pt>
                <c:pt idx="13237">
                  <c:v>-22.512865102246991</c:v>
                </c:pt>
                <c:pt idx="13238">
                  <c:v>-22.513015851374007</c:v>
                </c:pt>
                <c:pt idx="13239">
                  <c:v>-22.513166528726998</c:v>
                </c:pt>
                <c:pt idx="13240">
                  <c:v>-22.513317134326996</c:v>
                </c:pt>
                <c:pt idx="13241">
                  <c:v>-22.513467668199013</c:v>
                </c:pt>
                <c:pt idx="13242">
                  <c:v>-22.513618130365984</c:v>
                </c:pt>
                <c:pt idx="13243">
                  <c:v>-22.513768520848998</c:v>
                </c:pt>
                <c:pt idx="13244">
                  <c:v>-22.513918839673977</c:v>
                </c:pt>
                <c:pt idx="13245">
                  <c:v>-22.51406908685999</c:v>
                </c:pt>
                <c:pt idx="13246">
                  <c:v>-22.514219262433016</c:v>
                </c:pt>
                <c:pt idx="13247">
                  <c:v>-22.514369366414002</c:v>
                </c:pt>
                <c:pt idx="13248">
                  <c:v>-22.514519398825996</c:v>
                </c:pt>
                <c:pt idx="13249">
                  <c:v>-22.514669359693983</c:v>
                </c:pt>
                <c:pt idx="13250">
                  <c:v>-22.514819249037998</c:v>
                </c:pt>
                <c:pt idx="13251">
                  <c:v>-22.514969066882003</c:v>
                </c:pt>
                <c:pt idx="13252">
                  <c:v>-22.515118813248989</c:v>
                </c:pt>
                <c:pt idx="13253">
                  <c:v>-22.515268488162008</c:v>
                </c:pt>
                <c:pt idx="13254">
                  <c:v>-22.515418091642999</c:v>
                </c:pt>
                <c:pt idx="13255">
                  <c:v>-22.515567623714986</c:v>
                </c:pt>
                <c:pt idx="13256">
                  <c:v>-22.515717084401018</c:v>
                </c:pt>
                <c:pt idx="13257">
                  <c:v>-22.515866473724003</c:v>
                </c:pt>
                <c:pt idx="13258">
                  <c:v>-22.516015791706991</c:v>
                </c:pt>
                <c:pt idx="13259">
                  <c:v>-22.516165038371014</c:v>
                </c:pt>
                <c:pt idx="13260">
                  <c:v>-22.516314213740998</c:v>
                </c:pt>
                <c:pt idx="13261">
                  <c:v>-22.516463317838998</c:v>
                </c:pt>
                <c:pt idx="13262">
                  <c:v>-22.516612350686984</c:v>
                </c:pt>
                <c:pt idx="13263">
                  <c:v>-22.516761312309001</c:v>
                </c:pt>
                <c:pt idx="13264">
                  <c:v>-22.516910202727018</c:v>
                </c:pt>
                <c:pt idx="13265">
                  <c:v>-22.517059021963007</c:v>
                </c:pt>
                <c:pt idx="13266">
                  <c:v>-22.517207770041011</c:v>
                </c:pt>
                <c:pt idx="13267">
                  <c:v>-22.517356446981978</c:v>
                </c:pt>
                <c:pt idx="13268">
                  <c:v>-22.517505052811003</c:v>
                </c:pt>
                <c:pt idx="13269">
                  <c:v>-22.517653587550001</c:v>
                </c:pt>
                <c:pt idx="13270">
                  <c:v>-22.517802051220002</c:v>
                </c:pt>
                <c:pt idx="13271">
                  <c:v>-22.51795044384599</c:v>
                </c:pt>
                <c:pt idx="13272">
                  <c:v>-22.518098765448997</c:v>
                </c:pt>
                <c:pt idx="13273">
                  <c:v>-22.518247016051987</c:v>
                </c:pt>
                <c:pt idx="13274">
                  <c:v>-22.518395195679005</c:v>
                </c:pt>
                <c:pt idx="13275">
                  <c:v>-22.518543304350004</c:v>
                </c:pt>
                <c:pt idx="13276">
                  <c:v>-22.518691342089994</c:v>
                </c:pt>
                <c:pt idx="13277">
                  <c:v>-22.518839308921002</c:v>
                </c:pt>
                <c:pt idx="13278">
                  <c:v>-22.518987204864999</c:v>
                </c:pt>
                <c:pt idx="13279">
                  <c:v>-22.519135029945005</c:v>
                </c:pt>
                <c:pt idx="13280">
                  <c:v>-22.519282784185009</c:v>
                </c:pt>
                <c:pt idx="13281">
                  <c:v>-22.519430467603996</c:v>
                </c:pt>
                <c:pt idx="13282">
                  <c:v>-22.519578080228996</c:v>
                </c:pt>
                <c:pt idx="13283">
                  <c:v>-22.519725622079989</c:v>
                </c:pt>
                <c:pt idx="13284">
                  <c:v>-22.519873093179001</c:v>
                </c:pt>
                <c:pt idx="13285">
                  <c:v>-22.520020493551016</c:v>
                </c:pt>
                <c:pt idx="13286">
                  <c:v>-22.52016782321499</c:v>
                </c:pt>
                <c:pt idx="13287">
                  <c:v>-22.52031508219801</c:v>
                </c:pt>
                <c:pt idx="13288">
                  <c:v>-22.520462270519999</c:v>
                </c:pt>
                <c:pt idx="13289">
                  <c:v>-22.520609388203013</c:v>
                </c:pt>
                <c:pt idx="13290">
                  <c:v>-22.520756435271011</c:v>
                </c:pt>
                <c:pt idx="13291">
                  <c:v>-22.520903411745991</c:v>
                </c:pt>
                <c:pt idx="13292">
                  <c:v>-22.521050317650008</c:v>
                </c:pt>
                <c:pt idx="13293">
                  <c:v>-22.521197153006</c:v>
                </c:pt>
                <c:pt idx="13294">
                  <c:v>-22.521343917836987</c:v>
                </c:pt>
                <c:pt idx="13295">
                  <c:v>-22.521490612164001</c:v>
                </c:pt>
                <c:pt idx="13296">
                  <c:v>-22.521637236011998</c:v>
                </c:pt>
                <c:pt idx="13297">
                  <c:v>-22.521783789400018</c:v>
                </c:pt>
                <c:pt idx="13298">
                  <c:v>-22.521930272353984</c:v>
                </c:pt>
                <c:pt idx="13299">
                  <c:v>-22.522076684894984</c:v>
                </c:pt>
                <c:pt idx="13300">
                  <c:v>-22.522223027044021</c:v>
                </c:pt>
                <c:pt idx="13301">
                  <c:v>-22.522369298826987</c:v>
                </c:pt>
                <c:pt idx="13302">
                  <c:v>-22.522515500263012</c:v>
                </c:pt>
                <c:pt idx="13303">
                  <c:v>-22.522661631375001</c:v>
                </c:pt>
                <c:pt idx="13304">
                  <c:v>-22.522807692187996</c:v>
                </c:pt>
                <c:pt idx="13305">
                  <c:v>-22.52295368272101</c:v>
                </c:pt>
                <c:pt idx="13306">
                  <c:v>-22.523099602998997</c:v>
                </c:pt>
                <c:pt idx="13307">
                  <c:v>-22.523245453042989</c:v>
                </c:pt>
                <c:pt idx="13308">
                  <c:v>-22.523391232876008</c:v>
                </c:pt>
                <c:pt idx="13309">
                  <c:v>-22.523536942520991</c:v>
                </c:pt>
                <c:pt idx="13310">
                  <c:v>-22.523682581998997</c:v>
                </c:pt>
                <c:pt idx="13311">
                  <c:v>-22.523828151332992</c:v>
                </c:pt>
                <c:pt idx="13312">
                  <c:v>-22.523973650545997</c:v>
                </c:pt>
                <c:pt idx="13313">
                  <c:v>-22.524119079659016</c:v>
                </c:pt>
                <c:pt idx="13314">
                  <c:v>-22.524264438694985</c:v>
                </c:pt>
                <c:pt idx="13315">
                  <c:v>-22.524409727678005</c:v>
                </c:pt>
                <c:pt idx="13316">
                  <c:v>-22.524554946626978</c:v>
                </c:pt>
                <c:pt idx="13317">
                  <c:v>-22.524700095567994</c:v>
                </c:pt>
                <c:pt idx="13318">
                  <c:v>-22.524845174521005</c:v>
                </c:pt>
                <c:pt idx="13319">
                  <c:v>-22.524990183507981</c:v>
                </c:pt>
                <c:pt idx="13320">
                  <c:v>-22.525135122553991</c:v>
                </c:pt>
                <c:pt idx="13321">
                  <c:v>-22.525279991679014</c:v>
                </c:pt>
                <c:pt idx="13322">
                  <c:v>-22.525424790904992</c:v>
                </c:pt>
                <c:pt idx="13323">
                  <c:v>-22.525569520255999</c:v>
                </c:pt>
                <c:pt idx="13324">
                  <c:v>-22.52571417975301</c:v>
                </c:pt>
                <c:pt idx="13325">
                  <c:v>-22.525858769417994</c:v>
                </c:pt>
                <c:pt idx="13326">
                  <c:v>-22.526003289276019</c:v>
                </c:pt>
                <c:pt idx="13327">
                  <c:v>-22.526147739344992</c:v>
                </c:pt>
                <c:pt idx="13328">
                  <c:v>-22.526292119651998</c:v>
                </c:pt>
                <c:pt idx="13329">
                  <c:v>-22.526436430216023</c:v>
                </c:pt>
                <c:pt idx="13330">
                  <c:v>-22.526580671059008</c:v>
                </c:pt>
                <c:pt idx="13331">
                  <c:v>-22.526724842204999</c:v>
                </c:pt>
                <c:pt idx="13332">
                  <c:v>-22.526868943676988</c:v>
                </c:pt>
                <c:pt idx="13333">
                  <c:v>-22.527012975492994</c:v>
                </c:pt>
                <c:pt idx="13334">
                  <c:v>-22.527156937680019</c:v>
                </c:pt>
                <c:pt idx="13335">
                  <c:v>-22.527300830257985</c:v>
                </c:pt>
                <c:pt idx="13336">
                  <c:v>-22.527444653249006</c:v>
                </c:pt>
                <c:pt idx="13337">
                  <c:v>-22.527588406676983</c:v>
                </c:pt>
                <c:pt idx="13338">
                  <c:v>-22.527732090560988</c:v>
                </c:pt>
                <c:pt idx="13339">
                  <c:v>-22.527875704926004</c:v>
                </c:pt>
                <c:pt idx="13340">
                  <c:v>-22.528019249793999</c:v>
                </c:pt>
                <c:pt idx="13341">
                  <c:v>-22.528162725184018</c:v>
                </c:pt>
                <c:pt idx="13342">
                  <c:v>-22.528306131122974</c:v>
                </c:pt>
                <c:pt idx="13343">
                  <c:v>-22.528449467629997</c:v>
                </c:pt>
                <c:pt idx="13344">
                  <c:v>-22.528592734726999</c:v>
                </c:pt>
                <c:pt idx="13345">
                  <c:v>-22.528735932437996</c:v>
                </c:pt>
                <c:pt idx="13346">
                  <c:v>-22.528879060783993</c:v>
                </c:pt>
                <c:pt idx="13347">
                  <c:v>-22.529022119787015</c:v>
                </c:pt>
                <c:pt idx="13348">
                  <c:v>-22.52916510947</c:v>
                </c:pt>
                <c:pt idx="13349">
                  <c:v>-22.529308029854008</c:v>
                </c:pt>
                <c:pt idx="13350">
                  <c:v>-22.529450880962003</c:v>
                </c:pt>
                <c:pt idx="13351">
                  <c:v>-22.529593662816012</c:v>
                </c:pt>
                <c:pt idx="13352">
                  <c:v>-22.529736375437011</c:v>
                </c:pt>
                <c:pt idx="13353">
                  <c:v>-22.529879018848987</c:v>
                </c:pt>
                <c:pt idx="13354">
                  <c:v>-22.530021593073002</c:v>
                </c:pt>
                <c:pt idx="13355">
                  <c:v>-22.530164098130001</c:v>
                </c:pt>
                <c:pt idx="13356">
                  <c:v>-22.530306534044001</c:v>
                </c:pt>
                <c:pt idx="13357">
                  <c:v>-22.530448900836006</c:v>
                </c:pt>
                <c:pt idx="13358">
                  <c:v>-22.530591198528981</c:v>
                </c:pt>
                <c:pt idx="13359">
                  <c:v>-22.530733427144014</c:v>
                </c:pt>
                <c:pt idx="13360">
                  <c:v>-22.530875586701995</c:v>
                </c:pt>
                <c:pt idx="13361">
                  <c:v>-22.531017677227993</c:v>
                </c:pt>
                <c:pt idx="13362">
                  <c:v>-22.531159698743011</c:v>
                </c:pt>
                <c:pt idx="13363">
                  <c:v>-22.531301651267</c:v>
                </c:pt>
                <c:pt idx="13364">
                  <c:v>-22.531443534824007</c:v>
                </c:pt>
                <c:pt idx="13365">
                  <c:v>-22.531585349435005</c:v>
                </c:pt>
                <c:pt idx="13366">
                  <c:v>-22.531727095122989</c:v>
                </c:pt>
                <c:pt idx="13367">
                  <c:v>-22.531868771910013</c:v>
                </c:pt>
                <c:pt idx="13368">
                  <c:v>-22.532010379816001</c:v>
                </c:pt>
                <c:pt idx="13369">
                  <c:v>-22.532151918865992</c:v>
                </c:pt>
                <c:pt idx="13370">
                  <c:v>-22.532293389079996</c:v>
                </c:pt>
                <c:pt idx="13371">
                  <c:v>-22.532434790478987</c:v>
                </c:pt>
                <c:pt idx="13372">
                  <c:v>-22.532576123088006</c:v>
                </c:pt>
                <c:pt idx="13373">
                  <c:v>-22.532717386927004</c:v>
                </c:pt>
                <c:pt idx="13374">
                  <c:v>-22.532858582016985</c:v>
                </c:pt>
                <c:pt idx="13375">
                  <c:v>-22.532999708383016</c:v>
                </c:pt>
                <c:pt idx="13376">
                  <c:v>-22.533140766043005</c:v>
                </c:pt>
                <c:pt idx="13377">
                  <c:v>-22.533281755021989</c:v>
                </c:pt>
                <c:pt idx="13378">
                  <c:v>-22.533422675342024</c:v>
                </c:pt>
                <c:pt idx="13379">
                  <c:v>-22.533563527022011</c:v>
                </c:pt>
                <c:pt idx="13380">
                  <c:v>-22.533704310087018</c:v>
                </c:pt>
                <c:pt idx="13381">
                  <c:v>-22.533845024557991</c:v>
                </c:pt>
                <c:pt idx="13382">
                  <c:v>-22.533985670454996</c:v>
                </c:pt>
                <c:pt idx="13383">
                  <c:v>-22.534126247802021</c:v>
                </c:pt>
                <c:pt idx="13384">
                  <c:v>-22.53426675662098</c:v>
                </c:pt>
                <c:pt idx="13385">
                  <c:v>-22.534407196930999</c:v>
                </c:pt>
                <c:pt idx="13386">
                  <c:v>-22.534547568758001</c:v>
                </c:pt>
                <c:pt idx="13387">
                  <c:v>-22.534687872120998</c:v>
                </c:pt>
                <c:pt idx="13388">
                  <c:v>-22.534828107043012</c:v>
                </c:pt>
                <c:pt idx="13389">
                  <c:v>-22.534968273545985</c:v>
                </c:pt>
                <c:pt idx="13390">
                  <c:v>-22.535108371650011</c:v>
                </c:pt>
                <c:pt idx="13391">
                  <c:v>-22.535248401379022</c:v>
                </c:pt>
                <c:pt idx="13392">
                  <c:v>-22.535388362753991</c:v>
                </c:pt>
                <c:pt idx="13393">
                  <c:v>-22.535528255796009</c:v>
                </c:pt>
                <c:pt idx="13394">
                  <c:v>-22.535668080528978</c:v>
                </c:pt>
                <c:pt idx="13395">
                  <c:v>-22.535807836971998</c:v>
                </c:pt>
                <c:pt idx="13396">
                  <c:v>-22.535947525148998</c:v>
                </c:pt>
                <c:pt idx="13397">
                  <c:v>-22.536087145080984</c:v>
                </c:pt>
                <c:pt idx="13398">
                  <c:v>-22.536226696789015</c:v>
                </c:pt>
                <c:pt idx="13399">
                  <c:v>-22.536366180296</c:v>
                </c:pt>
                <c:pt idx="13400">
                  <c:v>-22.536505595623993</c:v>
                </c:pt>
                <c:pt idx="13401">
                  <c:v>-22.536644942792009</c:v>
                </c:pt>
                <c:pt idx="13402">
                  <c:v>-22.536784221825997</c:v>
                </c:pt>
                <c:pt idx="13403">
                  <c:v>-22.536923432744004</c:v>
                </c:pt>
                <c:pt idx="13404">
                  <c:v>-22.537062575568996</c:v>
                </c:pt>
                <c:pt idx="13405">
                  <c:v>-22.537201650323993</c:v>
                </c:pt>
                <c:pt idx="13406">
                  <c:v>-22.537340657029006</c:v>
                </c:pt>
                <c:pt idx="13407">
                  <c:v>-22.537479595706998</c:v>
                </c:pt>
                <c:pt idx="13408">
                  <c:v>-22.537618466379001</c:v>
                </c:pt>
                <c:pt idx="13409">
                  <c:v>-22.53775726906602</c:v>
                </c:pt>
                <c:pt idx="13410">
                  <c:v>-22.537896003790991</c:v>
                </c:pt>
                <c:pt idx="13411">
                  <c:v>-22.538034670575996</c:v>
                </c:pt>
                <c:pt idx="13412">
                  <c:v>-22.538173269439994</c:v>
                </c:pt>
                <c:pt idx="13413">
                  <c:v>-22.538311800407996</c:v>
                </c:pt>
                <c:pt idx="13414">
                  <c:v>-22.53845026350001</c:v>
                </c:pt>
                <c:pt idx="13415">
                  <c:v>-22.538588658736984</c:v>
                </c:pt>
                <c:pt idx="13416">
                  <c:v>-22.538726986141995</c:v>
                </c:pt>
                <c:pt idx="13417">
                  <c:v>-22.538865245734996</c:v>
                </c:pt>
                <c:pt idx="13418">
                  <c:v>-22.539003437540003</c:v>
                </c:pt>
                <c:pt idx="13419">
                  <c:v>-22.53914156157802</c:v>
                </c:pt>
                <c:pt idx="13420">
                  <c:v>-22.539279617868004</c:v>
                </c:pt>
                <c:pt idx="13421">
                  <c:v>-22.539417606434995</c:v>
                </c:pt>
                <c:pt idx="13422">
                  <c:v>-22.539555527300024</c:v>
                </c:pt>
                <c:pt idx="13423">
                  <c:v>-22.539693380481992</c:v>
                </c:pt>
                <c:pt idx="13424">
                  <c:v>-22.539831166005996</c:v>
                </c:pt>
                <c:pt idx="13425">
                  <c:v>-22.539968883889998</c:v>
                </c:pt>
                <c:pt idx="13426">
                  <c:v>-22.540106534159008</c:v>
                </c:pt>
                <c:pt idx="13427">
                  <c:v>-22.540244116834003</c:v>
                </c:pt>
                <c:pt idx="13428">
                  <c:v>-22.540381631933997</c:v>
                </c:pt>
                <c:pt idx="13429">
                  <c:v>-22.540519079483005</c:v>
                </c:pt>
                <c:pt idx="13430">
                  <c:v>-22.540656459502003</c:v>
                </c:pt>
                <c:pt idx="13431">
                  <c:v>-22.540793772011995</c:v>
                </c:pt>
                <c:pt idx="13432">
                  <c:v>-22.540931017035007</c:v>
                </c:pt>
                <c:pt idx="13433">
                  <c:v>-22.541068194592981</c:v>
                </c:pt>
                <c:pt idx="13434">
                  <c:v>-22.541205304706011</c:v>
                </c:pt>
                <c:pt idx="13435">
                  <c:v>-22.541342347397006</c:v>
                </c:pt>
                <c:pt idx="13436">
                  <c:v>-22.541479322686001</c:v>
                </c:pt>
                <c:pt idx="13437">
                  <c:v>-22.541616230597015</c:v>
                </c:pt>
                <c:pt idx="13438">
                  <c:v>-22.541753071149998</c:v>
                </c:pt>
                <c:pt idx="13439">
                  <c:v>-22.541889844365016</c:v>
                </c:pt>
                <c:pt idx="13440">
                  <c:v>-22.542026550267025</c:v>
                </c:pt>
                <c:pt idx="13441">
                  <c:v>-22.54216318887498</c:v>
                </c:pt>
                <c:pt idx="13442">
                  <c:v>-22.542299760209005</c:v>
                </c:pt>
                <c:pt idx="13443">
                  <c:v>-22.542436264293997</c:v>
                </c:pt>
                <c:pt idx="13444">
                  <c:v>-22.542572701148998</c:v>
                </c:pt>
                <c:pt idx="13445">
                  <c:v>-22.542709070797997</c:v>
                </c:pt>
                <c:pt idx="13446">
                  <c:v>-22.542845373259979</c:v>
                </c:pt>
                <c:pt idx="13447">
                  <c:v>-22.542981608556005</c:v>
                </c:pt>
                <c:pt idx="13448">
                  <c:v>-22.543117776708982</c:v>
                </c:pt>
                <c:pt idx="13449">
                  <c:v>-22.543253877740995</c:v>
                </c:pt>
                <c:pt idx="13450">
                  <c:v>-22.543389911670999</c:v>
                </c:pt>
                <c:pt idx="13451">
                  <c:v>-22.543525878522985</c:v>
                </c:pt>
                <c:pt idx="13452">
                  <c:v>-22.543661778318011</c:v>
                </c:pt>
                <c:pt idx="13453">
                  <c:v>-22.543797611075007</c:v>
                </c:pt>
                <c:pt idx="13454">
                  <c:v>-22.543933376817989</c:v>
                </c:pt>
                <c:pt idx="13455">
                  <c:v>-22.544069075566</c:v>
                </c:pt>
                <c:pt idx="13456">
                  <c:v>-22.544204707342999</c:v>
                </c:pt>
                <c:pt idx="13457">
                  <c:v>-22.54434027216999</c:v>
                </c:pt>
                <c:pt idx="13458">
                  <c:v>-22.54447577006502</c:v>
                </c:pt>
                <c:pt idx="13459">
                  <c:v>-22.544611201053982</c:v>
                </c:pt>
                <c:pt idx="13460">
                  <c:v>-22.544746565156004</c:v>
                </c:pt>
                <c:pt idx="13461">
                  <c:v>-22.54488186239098</c:v>
                </c:pt>
                <c:pt idx="13462">
                  <c:v>-22.545017092784008</c:v>
                </c:pt>
                <c:pt idx="13463">
                  <c:v>-22.545152256352992</c:v>
                </c:pt>
                <c:pt idx="13464">
                  <c:v>-22.545287353119988</c:v>
                </c:pt>
                <c:pt idx="13465">
                  <c:v>-22.54542238310799</c:v>
                </c:pt>
                <c:pt idx="13466">
                  <c:v>-22.545557346335983</c:v>
                </c:pt>
                <c:pt idx="13467">
                  <c:v>-22.545692242827982</c:v>
                </c:pt>
                <c:pt idx="13468">
                  <c:v>-22.545827072603004</c:v>
                </c:pt>
                <c:pt idx="13469">
                  <c:v>-22.545961835681993</c:v>
                </c:pt>
                <c:pt idx="13470">
                  <c:v>-22.546096532088995</c:v>
                </c:pt>
                <c:pt idx="13471">
                  <c:v>-22.546231161842996</c:v>
                </c:pt>
                <c:pt idx="13472">
                  <c:v>-22.546365724965</c:v>
                </c:pt>
                <c:pt idx="13473">
                  <c:v>-22.546500221477999</c:v>
                </c:pt>
                <c:pt idx="13474">
                  <c:v>-22.546634651403025</c:v>
                </c:pt>
                <c:pt idx="13475">
                  <c:v>-22.546769014759008</c:v>
                </c:pt>
                <c:pt idx="13476">
                  <c:v>-22.54690331157002</c:v>
                </c:pt>
                <c:pt idx="13477">
                  <c:v>-22.547037541854991</c:v>
                </c:pt>
                <c:pt idx="13478">
                  <c:v>-22.547171705636998</c:v>
                </c:pt>
                <c:pt idx="13479">
                  <c:v>-22.547305802937018</c:v>
                </c:pt>
                <c:pt idx="13480">
                  <c:v>-22.547439833774007</c:v>
                </c:pt>
                <c:pt idx="13481">
                  <c:v>-22.54757379817201</c:v>
                </c:pt>
                <c:pt idx="13482">
                  <c:v>-22.547707696151974</c:v>
                </c:pt>
                <c:pt idx="13483">
                  <c:v>-22.547841527732999</c:v>
                </c:pt>
                <c:pt idx="13484">
                  <c:v>-22.54797529293802</c:v>
                </c:pt>
                <c:pt idx="13485">
                  <c:v>-22.548108991786989</c:v>
                </c:pt>
                <c:pt idx="13486">
                  <c:v>-22.54824262430202</c:v>
                </c:pt>
                <c:pt idx="13487">
                  <c:v>-22.548376190504996</c:v>
                </c:pt>
                <c:pt idx="13488">
                  <c:v>-22.548509690414988</c:v>
                </c:pt>
                <c:pt idx="13489">
                  <c:v>-22.548643124055019</c:v>
                </c:pt>
                <c:pt idx="13490">
                  <c:v>-22.548776491445977</c:v>
                </c:pt>
                <c:pt idx="13491">
                  <c:v>-22.548909792606992</c:v>
                </c:pt>
                <c:pt idx="13492">
                  <c:v>-22.549043027562021</c:v>
                </c:pt>
                <c:pt idx="13493">
                  <c:v>-22.54917619633099</c:v>
                </c:pt>
                <c:pt idx="13494">
                  <c:v>-22.54930929893402</c:v>
                </c:pt>
                <c:pt idx="13495">
                  <c:v>-22.549442335393991</c:v>
                </c:pt>
                <c:pt idx="13496">
                  <c:v>-22.549575305730002</c:v>
                </c:pt>
                <c:pt idx="13497">
                  <c:v>-22.549708209965019</c:v>
                </c:pt>
                <c:pt idx="13498">
                  <c:v>-22.549841048118992</c:v>
                </c:pt>
                <c:pt idx="13499">
                  <c:v>-22.549973820213012</c:v>
                </c:pt>
                <c:pt idx="13500">
                  <c:v>-22.550106526269985</c:v>
                </c:pt>
                <c:pt idx="13501">
                  <c:v>-22.550244099983985</c:v>
                </c:pt>
                <c:pt idx="13502">
                  <c:v>-22.550381607702008</c:v>
                </c:pt>
                <c:pt idx="13503">
                  <c:v>-22.550519049442983</c:v>
                </c:pt>
                <c:pt idx="13504">
                  <c:v>-22.550656425231011</c:v>
                </c:pt>
                <c:pt idx="13505">
                  <c:v>-22.550793735085989</c:v>
                </c:pt>
                <c:pt idx="13506">
                  <c:v>-22.550930979029005</c:v>
                </c:pt>
                <c:pt idx="13507">
                  <c:v>-22.551068157079015</c:v>
                </c:pt>
                <c:pt idx="13508">
                  <c:v>-22.551205269261004</c:v>
                </c:pt>
                <c:pt idx="13509">
                  <c:v>-22.551342315593018</c:v>
                </c:pt>
                <c:pt idx="13510">
                  <c:v>-22.551479296097</c:v>
                </c:pt>
                <c:pt idx="13511">
                  <c:v>-22.551616210794009</c:v>
                </c:pt>
                <c:pt idx="13512">
                  <c:v>-22.551753059705021</c:v>
                </c:pt>
                <c:pt idx="13513">
                  <c:v>-22.551889842849988</c:v>
                </c:pt>
                <c:pt idx="13514">
                  <c:v>-22.552026560252017</c:v>
                </c:pt>
                <c:pt idx="13515">
                  <c:v>-22.55216321192998</c:v>
                </c:pt>
                <c:pt idx="13516">
                  <c:v>-22.552299797905988</c:v>
                </c:pt>
                <c:pt idx="13517">
                  <c:v>-22.552436318201018</c:v>
                </c:pt>
                <c:pt idx="13518">
                  <c:v>-22.552572772835987</c:v>
                </c:pt>
                <c:pt idx="13519">
                  <c:v>-22.55270916183099</c:v>
                </c:pt>
                <c:pt idx="13520">
                  <c:v>-22.552845485207001</c:v>
                </c:pt>
                <c:pt idx="13521">
                  <c:v>-22.552981742986987</c:v>
                </c:pt>
                <c:pt idx="13522">
                  <c:v>-22.553117935190016</c:v>
                </c:pt>
                <c:pt idx="13523">
                  <c:v>-22.553254061836981</c:v>
                </c:pt>
                <c:pt idx="13524">
                  <c:v>-22.553390122948997</c:v>
                </c:pt>
                <c:pt idx="13525">
                  <c:v>-22.553526118547978</c:v>
                </c:pt>
                <c:pt idx="13526">
                  <c:v>-22.55366204865399</c:v>
                </c:pt>
                <c:pt idx="13527">
                  <c:v>-22.553797913288008</c:v>
                </c:pt>
                <c:pt idx="13528">
                  <c:v>-22.553933712469984</c:v>
                </c:pt>
                <c:pt idx="13529">
                  <c:v>-22.554069446222996</c:v>
                </c:pt>
                <c:pt idx="13530">
                  <c:v>-22.554205114565974</c:v>
                </c:pt>
                <c:pt idx="13531">
                  <c:v>-22.554340717521001</c:v>
                </c:pt>
                <c:pt idx="13532">
                  <c:v>-22.554476255108</c:v>
                </c:pt>
                <c:pt idx="13533">
                  <c:v>-22.55461172734698</c:v>
                </c:pt>
                <c:pt idx="13534">
                  <c:v>-22.554747134262016</c:v>
                </c:pt>
                <c:pt idx="13535">
                  <c:v>-22.554882475871011</c:v>
                </c:pt>
                <c:pt idx="13536">
                  <c:v>-22.555017752195994</c:v>
                </c:pt>
                <c:pt idx="13537">
                  <c:v>-22.555152963257001</c:v>
                </c:pt>
                <c:pt idx="13538">
                  <c:v>-22.555288109076002</c:v>
                </c:pt>
                <c:pt idx="13539">
                  <c:v>-22.555423189674002</c:v>
                </c:pt>
                <c:pt idx="13540">
                  <c:v>-22.555558205070014</c:v>
                </c:pt>
                <c:pt idx="13541">
                  <c:v>-22.555693155284985</c:v>
                </c:pt>
                <c:pt idx="13542">
                  <c:v>-22.555828040342021</c:v>
                </c:pt>
                <c:pt idx="13543">
                  <c:v>-22.555962860259996</c:v>
                </c:pt>
                <c:pt idx="13544">
                  <c:v>-22.556097615059997</c:v>
                </c:pt>
                <c:pt idx="13545">
                  <c:v>-22.556232304763</c:v>
                </c:pt>
                <c:pt idx="13546">
                  <c:v>-22.556366929390009</c:v>
                </c:pt>
                <c:pt idx="13547">
                  <c:v>-22.556501488961004</c:v>
                </c:pt>
                <c:pt idx="13548">
                  <c:v>-22.556635983497983</c:v>
                </c:pt>
                <c:pt idx="13549">
                  <c:v>-22.556770413020985</c:v>
                </c:pt>
                <c:pt idx="13550">
                  <c:v>-22.556904777549022</c:v>
                </c:pt>
                <c:pt idx="13551">
                  <c:v>-22.557039077105998</c:v>
                </c:pt>
                <c:pt idx="13552">
                  <c:v>-22.557173311711011</c:v>
                </c:pt>
                <c:pt idx="13553">
                  <c:v>-22.557307481384981</c:v>
                </c:pt>
                <c:pt idx="13554">
                  <c:v>-22.557441586148002</c:v>
                </c:pt>
                <c:pt idx="13555">
                  <c:v>-22.55757562602102</c:v>
                </c:pt>
                <c:pt idx="13556">
                  <c:v>-22.557709601026005</c:v>
                </c:pt>
                <c:pt idx="13557">
                  <c:v>-22.557843511182995</c:v>
                </c:pt>
                <c:pt idx="13558">
                  <c:v>-22.557977356511003</c:v>
                </c:pt>
                <c:pt idx="13559">
                  <c:v>-22.558111137032995</c:v>
                </c:pt>
                <c:pt idx="13560">
                  <c:v>-22.558244852769008</c:v>
                </c:pt>
                <c:pt idx="13561">
                  <c:v>-22.558378503739988</c:v>
                </c:pt>
                <c:pt idx="13562">
                  <c:v>-22.558512089965006</c:v>
                </c:pt>
                <c:pt idx="13563">
                  <c:v>-22.558645611465977</c:v>
                </c:pt>
                <c:pt idx="13564">
                  <c:v>-22.558779068262993</c:v>
                </c:pt>
                <c:pt idx="13565">
                  <c:v>-22.558912460377996</c:v>
                </c:pt>
                <c:pt idx="13566">
                  <c:v>-22.559045787830001</c:v>
                </c:pt>
                <c:pt idx="13567">
                  <c:v>-22.559179050640012</c:v>
                </c:pt>
                <c:pt idx="13568">
                  <c:v>-22.559312248829997</c:v>
                </c:pt>
                <c:pt idx="13569">
                  <c:v>-22.559445382419</c:v>
                </c:pt>
                <c:pt idx="13570">
                  <c:v>-22.559578451427996</c:v>
                </c:pt>
                <c:pt idx="13571">
                  <c:v>-22.559711455876993</c:v>
                </c:pt>
                <c:pt idx="13572">
                  <c:v>-22.559844395789014</c:v>
                </c:pt>
                <c:pt idx="13573">
                  <c:v>-22.559977271181992</c:v>
                </c:pt>
                <c:pt idx="13574">
                  <c:v>-22.560110082077983</c:v>
                </c:pt>
                <c:pt idx="13575">
                  <c:v>-22.560242828496001</c:v>
                </c:pt>
                <c:pt idx="13576">
                  <c:v>-22.560375510458982</c:v>
                </c:pt>
                <c:pt idx="13577">
                  <c:v>-22.560508127985997</c:v>
                </c:pt>
                <c:pt idx="13578">
                  <c:v>-22.560640681097993</c:v>
                </c:pt>
                <c:pt idx="13579">
                  <c:v>-22.560773169815008</c:v>
                </c:pt>
                <c:pt idx="13580">
                  <c:v>-22.56090559415702</c:v>
                </c:pt>
                <c:pt idx="13581">
                  <c:v>-22.561037954146002</c:v>
                </c:pt>
                <c:pt idx="13582">
                  <c:v>-22.561170249801989</c:v>
                </c:pt>
                <c:pt idx="13583">
                  <c:v>-22.561302481146015</c:v>
                </c:pt>
                <c:pt idx="13584">
                  <c:v>-22.561434648197007</c:v>
                </c:pt>
                <c:pt idx="13585">
                  <c:v>-22.561566750977022</c:v>
                </c:pt>
                <c:pt idx="13586">
                  <c:v>-22.561698789505982</c:v>
                </c:pt>
                <c:pt idx="13587">
                  <c:v>-22.561830763805006</c:v>
                </c:pt>
                <c:pt idx="13588">
                  <c:v>-22.561962673892992</c:v>
                </c:pt>
                <c:pt idx="13589">
                  <c:v>-22.562094519791998</c:v>
                </c:pt>
                <c:pt idx="13590">
                  <c:v>-22.562226301522003</c:v>
                </c:pt>
                <c:pt idx="13591">
                  <c:v>-22.562358019103982</c:v>
                </c:pt>
                <c:pt idx="13592">
                  <c:v>-22.562489672558002</c:v>
                </c:pt>
                <c:pt idx="13593">
                  <c:v>-22.562621261901995</c:v>
                </c:pt>
                <c:pt idx="13594">
                  <c:v>-22.562752787161003</c:v>
                </c:pt>
                <c:pt idx="13595">
                  <c:v>-22.562884248353015</c:v>
                </c:pt>
                <c:pt idx="13596">
                  <c:v>-22.563015645498979</c:v>
                </c:pt>
                <c:pt idx="13597">
                  <c:v>-22.563146978616999</c:v>
                </c:pt>
                <c:pt idx="13598">
                  <c:v>-22.563278247730977</c:v>
                </c:pt>
                <c:pt idx="13599">
                  <c:v>-22.563409452861009</c:v>
                </c:pt>
                <c:pt idx="13600">
                  <c:v>-22.563540594025</c:v>
                </c:pt>
                <c:pt idx="13601">
                  <c:v>-22.563671671243981</c:v>
                </c:pt>
                <c:pt idx="13602">
                  <c:v>-22.563802684541002</c:v>
                </c:pt>
                <c:pt idx="13603">
                  <c:v>-22.563933633933999</c:v>
                </c:pt>
                <c:pt idx="13604">
                  <c:v>-22.564064519444003</c:v>
                </c:pt>
                <c:pt idx="13605">
                  <c:v>-22.564195341089999</c:v>
                </c:pt>
                <c:pt idx="13606">
                  <c:v>-22.564326098894981</c:v>
                </c:pt>
                <c:pt idx="13607">
                  <c:v>-22.564456792877991</c:v>
                </c:pt>
                <c:pt idx="13608">
                  <c:v>-22.564587423060004</c:v>
                </c:pt>
                <c:pt idx="13609">
                  <c:v>-22.564717989460007</c:v>
                </c:pt>
                <c:pt idx="13610">
                  <c:v>-22.564848492099003</c:v>
                </c:pt>
                <c:pt idx="13611">
                  <c:v>-22.564978930997995</c:v>
                </c:pt>
                <c:pt idx="13612">
                  <c:v>-22.565109306175998</c:v>
                </c:pt>
                <c:pt idx="13613">
                  <c:v>-22.56523961765501</c:v>
                </c:pt>
                <c:pt idx="13614">
                  <c:v>-22.565369865453988</c:v>
                </c:pt>
                <c:pt idx="13615">
                  <c:v>-22.565500049593993</c:v>
                </c:pt>
                <c:pt idx="13616">
                  <c:v>-22.565630170094977</c:v>
                </c:pt>
                <c:pt idx="13617">
                  <c:v>-22.565760226977005</c:v>
                </c:pt>
                <c:pt idx="13618">
                  <c:v>-22.565890220261025</c:v>
                </c:pt>
                <c:pt idx="13619">
                  <c:v>-22.566020149966988</c:v>
                </c:pt>
                <c:pt idx="13620">
                  <c:v>-22.566150016115017</c:v>
                </c:pt>
                <c:pt idx="13621">
                  <c:v>-22.566279818725974</c:v>
                </c:pt>
                <c:pt idx="13622">
                  <c:v>-22.566409557820009</c:v>
                </c:pt>
                <c:pt idx="13623">
                  <c:v>-22.566539233415</c:v>
                </c:pt>
                <c:pt idx="13624">
                  <c:v>-22.566668845535986</c:v>
                </c:pt>
                <c:pt idx="13625">
                  <c:v>-22.566798394198997</c:v>
                </c:pt>
                <c:pt idx="13626">
                  <c:v>-22.566927879426999</c:v>
                </c:pt>
                <c:pt idx="13627">
                  <c:v>-22.567057301237014</c:v>
                </c:pt>
                <c:pt idx="13628">
                  <c:v>-22.567186659653004</c:v>
                </c:pt>
                <c:pt idx="13629">
                  <c:v>-22.567315954692987</c:v>
                </c:pt>
                <c:pt idx="13630">
                  <c:v>-22.567445186377995</c:v>
                </c:pt>
                <c:pt idx="13631">
                  <c:v>-22.567574354726986</c:v>
                </c:pt>
                <c:pt idx="13632">
                  <c:v>-22.567703459761987</c:v>
                </c:pt>
                <c:pt idx="13633">
                  <c:v>-22.567832501502011</c:v>
                </c:pt>
                <c:pt idx="13634">
                  <c:v>-22.567961479968005</c:v>
                </c:pt>
                <c:pt idx="13635">
                  <c:v>-22.568090395178018</c:v>
                </c:pt>
                <c:pt idx="13636">
                  <c:v>-22.56821924715598</c:v>
                </c:pt>
                <c:pt idx="13637">
                  <c:v>-22.568348035919001</c:v>
                </c:pt>
                <c:pt idx="13638">
                  <c:v>-22.568476761488995</c:v>
                </c:pt>
                <c:pt idx="13639">
                  <c:v>-22.568605423885003</c:v>
                </c:pt>
                <c:pt idx="13640">
                  <c:v>-22.568734023126012</c:v>
                </c:pt>
                <c:pt idx="13641">
                  <c:v>-22.568862559234987</c:v>
                </c:pt>
                <c:pt idx="13642">
                  <c:v>-22.568991032230997</c:v>
                </c:pt>
                <c:pt idx="13643">
                  <c:v>-22.569119442133996</c:v>
                </c:pt>
                <c:pt idx="13644">
                  <c:v>-22.569247788962997</c:v>
                </c:pt>
                <c:pt idx="13645">
                  <c:v>-22.569376072739999</c:v>
                </c:pt>
                <c:pt idx="13646">
                  <c:v>-22.569504293484982</c:v>
                </c:pt>
                <c:pt idx="13647">
                  <c:v>-22.569632451216989</c:v>
                </c:pt>
                <c:pt idx="13648">
                  <c:v>-22.569760545955006</c:v>
                </c:pt>
                <c:pt idx="13649">
                  <c:v>-22.569888577721997</c:v>
                </c:pt>
                <c:pt idx="13650">
                  <c:v>-22.570016546537005</c:v>
                </c:pt>
                <c:pt idx="13651">
                  <c:v>-22.570144452419015</c:v>
                </c:pt>
                <c:pt idx="13652">
                  <c:v>-22.570272295389003</c:v>
                </c:pt>
                <c:pt idx="13653">
                  <c:v>-22.570400075467006</c:v>
                </c:pt>
                <c:pt idx="13654">
                  <c:v>-22.570527792673005</c:v>
                </c:pt>
                <c:pt idx="13655">
                  <c:v>-22.570655447028003</c:v>
                </c:pt>
                <c:pt idx="13656">
                  <c:v>-22.570783038550019</c:v>
                </c:pt>
                <c:pt idx="13657">
                  <c:v>-22.57091056726</c:v>
                </c:pt>
                <c:pt idx="13658">
                  <c:v>-22.571038033178013</c:v>
                </c:pt>
                <c:pt idx="13659">
                  <c:v>-22.571165436325003</c:v>
                </c:pt>
                <c:pt idx="13660">
                  <c:v>-22.571292776720014</c:v>
                </c:pt>
                <c:pt idx="13661">
                  <c:v>-22.571420054382997</c:v>
                </c:pt>
                <c:pt idx="13662">
                  <c:v>-22.57154726933399</c:v>
                </c:pt>
                <c:pt idx="13663">
                  <c:v>-22.571674421593997</c:v>
                </c:pt>
                <c:pt idx="13664">
                  <c:v>-22.571801511182997</c:v>
                </c:pt>
                <c:pt idx="13665">
                  <c:v>-22.571928538118016</c:v>
                </c:pt>
                <c:pt idx="13666">
                  <c:v>-22.572055502422984</c:v>
                </c:pt>
                <c:pt idx="13667">
                  <c:v>-22.572182404116006</c:v>
                </c:pt>
                <c:pt idx="13668">
                  <c:v>-22.572309243217006</c:v>
                </c:pt>
                <c:pt idx="13669">
                  <c:v>-22.572436019745993</c:v>
                </c:pt>
                <c:pt idx="13670">
                  <c:v>-22.572562733722009</c:v>
                </c:pt>
                <c:pt idx="13671">
                  <c:v>-22.572689385168019</c:v>
                </c:pt>
                <c:pt idx="13672">
                  <c:v>-22.57281597410099</c:v>
                </c:pt>
                <c:pt idx="13673">
                  <c:v>-22.572942500543007</c:v>
                </c:pt>
                <c:pt idx="13674">
                  <c:v>-22.573068964510981</c:v>
                </c:pt>
                <c:pt idx="13675">
                  <c:v>-22.573195366027988</c:v>
                </c:pt>
                <c:pt idx="13676">
                  <c:v>-22.573321705113017</c:v>
                </c:pt>
                <c:pt idx="13677">
                  <c:v>-22.573447981785989</c:v>
                </c:pt>
                <c:pt idx="13678">
                  <c:v>-22.57357419606501</c:v>
                </c:pt>
                <c:pt idx="13679">
                  <c:v>-22.573700347971993</c:v>
                </c:pt>
                <c:pt idx="13680">
                  <c:v>-22.573826437527003</c:v>
                </c:pt>
                <c:pt idx="13681">
                  <c:v>-22.573952464750022</c:v>
                </c:pt>
                <c:pt idx="13682">
                  <c:v>-22.574078429657987</c:v>
                </c:pt>
                <c:pt idx="13683">
                  <c:v>-22.574204332275002</c:v>
                </c:pt>
                <c:pt idx="13684">
                  <c:v>-22.574330172617977</c:v>
                </c:pt>
                <c:pt idx="13685">
                  <c:v>-22.574455950708</c:v>
                </c:pt>
                <c:pt idx="13686">
                  <c:v>-22.574581666564995</c:v>
                </c:pt>
                <c:pt idx="13687">
                  <c:v>-22.574707320206983</c:v>
                </c:pt>
                <c:pt idx="13688">
                  <c:v>-22.574832911656017</c:v>
                </c:pt>
                <c:pt idx="13689">
                  <c:v>-22.574958440931994</c:v>
                </c:pt>
                <c:pt idx="13690">
                  <c:v>-22.575083908053983</c:v>
                </c:pt>
                <c:pt idx="13691">
                  <c:v>-22.575209313040006</c:v>
                </c:pt>
                <c:pt idx="13692">
                  <c:v>-22.575334655912997</c:v>
                </c:pt>
                <c:pt idx="13693">
                  <c:v>-22.575459936691999</c:v>
                </c:pt>
                <c:pt idx="13694">
                  <c:v>-22.575585155395999</c:v>
                </c:pt>
                <c:pt idx="13695">
                  <c:v>-22.575710312044009</c:v>
                </c:pt>
                <c:pt idx="13696">
                  <c:v>-22.575835406657006</c:v>
                </c:pt>
                <c:pt idx="13697">
                  <c:v>-22.575960439255994</c:v>
                </c:pt>
                <c:pt idx="13698">
                  <c:v>-22.57608540985899</c:v>
                </c:pt>
                <c:pt idx="13699">
                  <c:v>-22.576210318486005</c:v>
                </c:pt>
                <c:pt idx="13700">
                  <c:v>-22.576335165155996</c:v>
                </c:pt>
                <c:pt idx="13701">
                  <c:v>-22.576459949890022</c:v>
                </c:pt>
                <c:pt idx="13702">
                  <c:v>-22.576584672709004</c:v>
                </c:pt>
                <c:pt idx="13703">
                  <c:v>-22.576709333629992</c:v>
                </c:pt>
                <c:pt idx="13704">
                  <c:v>-22.576833932673992</c:v>
                </c:pt>
                <c:pt idx="13705">
                  <c:v>-22.576958469861012</c:v>
                </c:pt>
                <c:pt idx="13706">
                  <c:v>-22.577082945211004</c:v>
                </c:pt>
                <c:pt idx="13707">
                  <c:v>-22.577207358741987</c:v>
                </c:pt>
                <c:pt idx="13708">
                  <c:v>-22.577331710474994</c:v>
                </c:pt>
                <c:pt idx="13709">
                  <c:v>-22.577456000430999</c:v>
                </c:pt>
                <c:pt idx="13710">
                  <c:v>-22.577580228626999</c:v>
                </c:pt>
                <c:pt idx="13711">
                  <c:v>-22.577704395085021</c:v>
                </c:pt>
                <c:pt idx="13712">
                  <c:v>-22.577828499822999</c:v>
                </c:pt>
                <c:pt idx="13713">
                  <c:v>-22.577952542860999</c:v>
                </c:pt>
                <c:pt idx="13714">
                  <c:v>-22.578076524219995</c:v>
                </c:pt>
                <c:pt idx="13715">
                  <c:v>-22.578200443919002</c:v>
                </c:pt>
                <c:pt idx="13716">
                  <c:v>-22.578324301977005</c:v>
                </c:pt>
                <c:pt idx="13717">
                  <c:v>-22.578448098413986</c:v>
                </c:pt>
                <c:pt idx="13718">
                  <c:v>-22.57857183325001</c:v>
                </c:pt>
                <c:pt idx="13719">
                  <c:v>-22.578695506504005</c:v>
                </c:pt>
                <c:pt idx="13720">
                  <c:v>-22.578819118197003</c:v>
                </c:pt>
                <c:pt idx="13721">
                  <c:v>-22.578942668346002</c:v>
                </c:pt>
                <c:pt idx="13722">
                  <c:v>-22.579066156972999</c:v>
                </c:pt>
                <c:pt idx="13723">
                  <c:v>-22.579189584098003</c:v>
                </c:pt>
                <c:pt idx="13724">
                  <c:v>-22.579312949739005</c:v>
                </c:pt>
                <c:pt idx="13725">
                  <c:v>-22.579436253914992</c:v>
                </c:pt>
                <c:pt idx="13726">
                  <c:v>-22.579559496648017</c:v>
                </c:pt>
                <c:pt idx="13727">
                  <c:v>-22.579682677955986</c:v>
                </c:pt>
                <c:pt idx="13728">
                  <c:v>-22.579805797858995</c:v>
                </c:pt>
                <c:pt idx="13729">
                  <c:v>-22.579928856377023</c:v>
                </c:pt>
                <c:pt idx="13730">
                  <c:v>-22.580051853528005</c:v>
                </c:pt>
                <c:pt idx="13731">
                  <c:v>-22.580174789333995</c:v>
                </c:pt>
                <c:pt idx="13732">
                  <c:v>-22.580297663812985</c:v>
                </c:pt>
                <c:pt idx="13733">
                  <c:v>-22.580420476985012</c:v>
                </c:pt>
                <c:pt idx="13734">
                  <c:v>-22.580543228868009</c:v>
                </c:pt>
                <c:pt idx="13735">
                  <c:v>-22.580665919484005</c:v>
                </c:pt>
                <c:pt idx="13736">
                  <c:v>-22.580788548852013</c:v>
                </c:pt>
                <c:pt idx="13737">
                  <c:v>-22.58091111699099</c:v>
                </c:pt>
                <c:pt idx="13738">
                  <c:v>-22.581033623919012</c:v>
                </c:pt>
                <c:pt idx="13739">
                  <c:v>-22.581156069659016</c:v>
                </c:pt>
                <c:pt idx="13740">
                  <c:v>-22.581278454227999</c:v>
                </c:pt>
                <c:pt idx="13741">
                  <c:v>-22.581400777645996</c:v>
                </c:pt>
                <c:pt idx="13742">
                  <c:v>-22.581523039932989</c:v>
                </c:pt>
                <c:pt idx="13743">
                  <c:v>-22.581645241106003</c:v>
                </c:pt>
                <c:pt idx="13744">
                  <c:v>-22.581767381189024</c:v>
                </c:pt>
                <c:pt idx="13745">
                  <c:v>-22.581889460198994</c:v>
                </c:pt>
                <c:pt idx="13746">
                  <c:v>-22.58201147815501</c:v>
                </c:pt>
                <c:pt idx="13747">
                  <c:v>-22.582133435076003</c:v>
                </c:pt>
                <c:pt idx="13748">
                  <c:v>-22.582255330983998</c:v>
                </c:pt>
                <c:pt idx="13749">
                  <c:v>-22.582377165897014</c:v>
                </c:pt>
                <c:pt idx="13750">
                  <c:v>-22.582498939833982</c:v>
                </c:pt>
                <c:pt idx="13751">
                  <c:v>-22.582620652814001</c:v>
                </c:pt>
                <c:pt idx="13752">
                  <c:v>-22.582742304858982</c:v>
                </c:pt>
                <c:pt idx="13753">
                  <c:v>-22.582863895986009</c:v>
                </c:pt>
                <c:pt idx="13754">
                  <c:v>-22.582985426215998</c:v>
                </c:pt>
                <c:pt idx="13755">
                  <c:v>-22.583106895566004</c:v>
                </c:pt>
                <c:pt idx="13756">
                  <c:v>-22.58322830405902</c:v>
                </c:pt>
                <c:pt idx="13757">
                  <c:v>-22.583349651710989</c:v>
                </c:pt>
                <c:pt idx="13758">
                  <c:v>-22.583470938543996</c:v>
                </c:pt>
                <c:pt idx="13759">
                  <c:v>-22.583592164576004</c:v>
                </c:pt>
                <c:pt idx="13760">
                  <c:v>-22.583713329825997</c:v>
                </c:pt>
                <c:pt idx="13761">
                  <c:v>-22.583834434314014</c:v>
                </c:pt>
                <c:pt idx="13762">
                  <c:v>-22.583955478059977</c:v>
                </c:pt>
                <c:pt idx="13763">
                  <c:v>-22.584076461082986</c:v>
                </c:pt>
                <c:pt idx="13764">
                  <c:v>-22.584197383401005</c:v>
                </c:pt>
                <c:pt idx="13765">
                  <c:v>-22.584318245036002</c:v>
                </c:pt>
                <c:pt idx="13766">
                  <c:v>-22.584439046005997</c:v>
                </c:pt>
                <c:pt idx="13767">
                  <c:v>-22.584559786330004</c:v>
                </c:pt>
                <c:pt idx="13768">
                  <c:v>-22.584680466025986</c:v>
                </c:pt>
                <c:pt idx="13769">
                  <c:v>-22.584801085117022</c:v>
                </c:pt>
                <c:pt idx="13770">
                  <c:v>-22.584921643618998</c:v>
                </c:pt>
                <c:pt idx="13771">
                  <c:v>-22.585042141553998</c:v>
                </c:pt>
                <c:pt idx="13772">
                  <c:v>-22.58516257893902</c:v>
                </c:pt>
                <c:pt idx="13773">
                  <c:v>-22.585282955793986</c:v>
                </c:pt>
                <c:pt idx="13774">
                  <c:v>-22.585403272139018</c:v>
                </c:pt>
                <c:pt idx="13775">
                  <c:v>-22.58552352799299</c:v>
                </c:pt>
                <c:pt idx="13776">
                  <c:v>-22.585643723375</c:v>
                </c:pt>
                <c:pt idx="13777">
                  <c:v>-22.585763858302982</c:v>
                </c:pt>
                <c:pt idx="13778">
                  <c:v>-22.585883932798993</c:v>
                </c:pt>
                <c:pt idx="13779">
                  <c:v>-22.586003946882016</c:v>
                </c:pt>
                <c:pt idx="13780">
                  <c:v>-22.586123900568992</c:v>
                </c:pt>
                <c:pt idx="13781">
                  <c:v>-22.586243793880016</c:v>
                </c:pt>
                <c:pt idx="13782">
                  <c:v>-22.586363626835976</c:v>
                </c:pt>
                <c:pt idx="13783">
                  <c:v>-22.586483399455005</c:v>
                </c:pt>
                <c:pt idx="13784">
                  <c:v>-22.586603111756006</c:v>
                </c:pt>
                <c:pt idx="13785">
                  <c:v>-22.58672276375799</c:v>
                </c:pt>
                <c:pt idx="13786">
                  <c:v>-22.586842355480997</c:v>
                </c:pt>
                <c:pt idx="13787">
                  <c:v>-22.586961886945005</c:v>
                </c:pt>
                <c:pt idx="13788">
                  <c:v>-22.587081358166984</c:v>
                </c:pt>
                <c:pt idx="13789">
                  <c:v>-22.587200769167993</c:v>
                </c:pt>
                <c:pt idx="13790">
                  <c:v>-22.587320119965995</c:v>
                </c:pt>
                <c:pt idx="13791">
                  <c:v>-22.587439410581993</c:v>
                </c:pt>
                <c:pt idx="13792">
                  <c:v>-22.587558641033013</c:v>
                </c:pt>
                <c:pt idx="13793">
                  <c:v>-22.587677811340001</c:v>
                </c:pt>
                <c:pt idx="13794">
                  <c:v>-22.58779692152001</c:v>
                </c:pt>
                <c:pt idx="13795">
                  <c:v>-22.587915971594981</c:v>
                </c:pt>
                <c:pt idx="13796">
                  <c:v>-22.588034961582991</c:v>
                </c:pt>
                <c:pt idx="13797">
                  <c:v>-22.588153891502003</c:v>
                </c:pt>
                <c:pt idx="13798">
                  <c:v>-22.588272761371996</c:v>
                </c:pt>
                <c:pt idx="13799">
                  <c:v>-22.588391571213009</c:v>
                </c:pt>
                <c:pt idx="13800">
                  <c:v>-22.588510321042975</c:v>
                </c:pt>
                <c:pt idx="13801">
                  <c:v>-22.588633537655994</c:v>
                </c:pt>
                <c:pt idx="13802">
                  <c:v>-22.588756694295995</c:v>
                </c:pt>
                <c:pt idx="13803">
                  <c:v>-22.588879790984009</c:v>
                </c:pt>
                <c:pt idx="13804">
                  <c:v>-22.58900282773601</c:v>
                </c:pt>
                <c:pt idx="13805">
                  <c:v>-22.589125804573996</c:v>
                </c:pt>
                <c:pt idx="13806">
                  <c:v>-22.589248721517009</c:v>
                </c:pt>
                <c:pt idx="13807">
                  <c:v>-22.589371578581989</c:v>
                </c:pt>
                <c:pt idx="13808">
                  <c:v>-22.589494375790025</c:v>
                </c:pt>
                <c:pt idx="13809">
                  <c:v>-22.589617113159989</c:v>
                </c:pt>
                <c:pt idx="13810">
                  <c:v>-22.589739790709984</c:v>
                </c:pt>
                <c:pt idx="13811">
                  <c:v>-22.589862408458004</c:v>
                </c:pt>
                <c:pt idx="13812">
                  <c:v>-22.589984966427011</c:v>
                </c:pt>
                <c:pt idx="13813">
                  <c:v>-22.590107464633007</c:v>
                </c:pt>
                <c:pt idx="13814">
                  <c:v>-22.590229903096002</c:v>
                </c:pt>
                <c:pt idx="13815">
                  <c:v>-22.590352281833987</c:v>
                </c:pt>
                <c:pt idx="13816">
                  <c:v>-22.590474600867992</c:v>
                </c:pt>
                <c:pt idx="13817">
                  <c:v>-22.590596860214987</c:v>
                </c:pt>
                <c:pt idx="13818">
                  <c:v>-22.59071905989498</c:v>
                </c:pt>
                <c:pt idx="13819">
                  <c:v>-22.590841199928008</c:v>
                </c:pt>
                <c:pt idx="13820">
                  <c:v>-22.590963280331977</c:v>
                </c:pt>
                <c:pt idx="13821">
                  <c:v>-22.591085301126014</c:v>
                </c:pt>
                <c:pt idx="13822">
                  <c:v>-22.591207262328993</c:v>
                </c:pt>
                <c:pt idx="13823">
                  <c:v>-22.591329163960012</c:v>
                </c:pt>
                <c:pt idx="13824">
                  <c:v>-22.591451006037005</c:v>
                </c:pt>
                <c:pt idx="13825">
                  <c:v>-22.591572788581999</c:v>
                </c:pt>
                <c:pt idx="13826">
                  <c:v>-22.591694511610996</c:v>
                </c:pt>
                <c:pt idx="13827">
                  <c:v>-22.591816175144999</c:v>
                </c:pt>
                <c:pt idx="13828">
                  <c:v>-22.591937779201004</c:v>
                </c:pt>
                <c:pt idx="13829">
                  <c:v>-22.592059323800015</c:v>
                </c:pt>
                <c:pt idx="13830">
                  <c:v>-22.592180808959995</c:v>
                </c:pt>
                <c:pt idx="13831">
                  <c:v>-22.592302234698025</c:v>
                </c:pt>
                <c:pt idx="13832">
                  <c:v>-22.592423601037012</c:v>
                </c:pt>
                <c:pt idx="13833">
                  <c:v>-22.592544907992988</c:v>
                </c:pt>
                <c:pt idx="13834">
                  <c:v>-22.592666155586016</c:v>
                </c:pt>
                <c:pt idx="13835">
                  <c:v>-22.592787343834999</c:v>
                </c:pt>
                <c:pt idx="13836">
                  <c:v>-22.592908472759007</c:v>
                </c:pt>
                <c:pt idx="13837">
                  <c:v>-22.593029542376001</c:v>
                </c:pt>
                <c:pt idx="13838">
                  <c:v>-22.593150552703975</c:v>
                </c:pt>
                <c:pt idx="13839">
                  <c:v>-22.59327150376501</c:v>
                </c:pt>
                <c:pt idx="13840">
                  <c:v>-22.593392395576984</c:v>
                </c:pt>
                <c:pt idx="13841">
                  <c:v>-22.593513228157008</c:v>
                </c:pt>
                <c:pt idx="13842">
                  <c:v>-22.593634001525999</c:v>
                </c:pt>
                <c:pt idx="13843">
                  <c:v>-22.593754715702005</c:v>
                </c:pt>
                <c:pt idx="13844">
                  <c:v>-22.593875370702989</c:v>
                </c:pt>
                <c:pt idx="13845">
                  <c:v>-22.593995966548988</c:v>
                </c:pt>
                <c:pt idx="13846">
                  <c:v>-22.594116503259016</c:v>
                </c:pt>
                <c:pt idx="13847">
                  <c:v>-22.594236980851008</c:v>
                </c:pt>
                <c:pt idx="13848">
                  <c:v>-22.594357399345</c:v>
                </c:pt>
                <c:pt idx="13849">
                  <c:v>-22.594477758759012</c:v>
                </c:pt>
                <c:pt idx="13850">
                  <c:v>-22.594598059112002</c:v>
                </c:pt>
                <c:pt idx="13851">
                  <c:v>-22.594718300423011</c:v>
                </c:pt>
                <c:pt idx="13852">
                  <c:v>-22.594838482709008</c:v>
                </c:pt>
                <c:pt idx="13853">
                  <c:v>-22.594958605991991</c:v>
                </c:pt>
                <c:pt idx="13854">
                  <c:v>-22.595078670290007</c:v>
                </c:pt>
                <c:pt idx="13855">
                  <c:v>-22.595198675619997</c:v>
                </c:pt>
                <c:pt idx="13856">
                  <c:v>-22.59531862200302</c:v>
                </c:pt>
                <c:pt idx="13857">
                  <c:v>-22.595438509455988</c:v>
                </c:pt>
                <c:pt idx="13858">
                  <c:v>-22.595558337998</c:v>
                </c:pt>
                <c:pt idx="13859">
                  <c:v>-22.595678107649007</c:v>
                </c:pt>
                <c:pt idx="13860">
                  <c:v>-22.595797818427997</c:v>
                </c:pt>
                <c:pt idx="13861">
                  <c:v>-22.59591747035202</c:v>
                </c:pt>
                <c:pt idx="13862">
                  <c:v>-22.596037063441003</c:v>
                </c:pt>
                <c:pt idx="13863">
                  <c:v>-22.596156597713986</c:v>
                </c:pt>
                <c:pt idx="13864">
                  <c:v>-22.596276073189017</c:v>
                </c:pt>
                <c:pt idx="13865">
                  <c:v>-22.596395489883008</c:v>
                </c:pt>
                <c:pt idx="13866">
                  <c:v>-22.596514847819009</c:v>
                </c:pt>
                <c:pt idx="13867">
                  <c:v>-22.596634147012992</c:v>
                </c:pt>
                <c:pt idx="13868">
                  <c:v>-22.596753387484</c:v>
                </c:pt>
                <c:pt idx="13869">
                  <c:v>-22.596872569250991</c:v>
                </c:pt>
                <c:pt idx="13870">
                  <c:v>-22.596991692333006</c:v>
                </c:pt>
                <c:pt idx="13871">
                  <c:v>-22.597110756748009</c:v>
                </c:pt>
                <c:pt idx="13872">
                  <c:v>-22.59722976251399</c:v>
                </c:pt>
                <c:pt idx="13873">
                  <c:v>-22.597348709651982</c:v>
                </c:pt>
                <c:pt idx="13874">
                  <c:v>-22.597467598180003</c:v>
                </c:pt>
                <c:pt idx="13875">
                  <c:v>-22.597586428114994</c:v>
                </c:pt>
                <c:pt idx="13876">
                  <c:v>-22.597705199478014</c:v>
                </c:pt>
                <c:pt idx="13877">
                  <c:v>-22.597823912286003</c:v>
                </c:pt>
                <c:pt idx="13878">
                  <c:v>-22.597942566558999</c:v>
                </c:pt>
                <c:pt idx="13879">
                  <c:v>-22.598061162313002</c:v>
                </c:pt>
                <c:pt idx="13880">
                  <c:v>-22.598179699569982</c:v>
                </c:pt>
                <c:pt idx="13881">
                  <c:v>-22.598298178347022</c:v>
                </c:pt>
                <c:pt idx="13882">
                  <c:v>-22.598416598662993</c:v>
                </c:pt>
                <c:pt idx="13883">
                  <c:v>-22.598534960536995</c:v>
                </c:pt>
                <c:pt idx="13884">
                  <c:v>-22.598653263985994</c:v>
                </c:pt>
                <c:pt idx="13885">
                  <c:v>-22.598771509030996</c:v>
                </c:pt>
                <c:pt idx="13886">
                  <c:v>-22.598889695687973</c:v>
                </c:pt>
                <c:pt idx="13887">
                  <c:v>-22.599007823978013</c:v>
                </c:pt>
                <c:pt idx="13888">
                  <c:v>-22.599125893918995</c:v>
                </c:pt>
                <c:pt idx="13889">
                  <c:v>-22.599243905528994</c:v>
                </c:pt>
                <c:pt idx="13890">
                  <c:v>-22.599361858826995</c:v>
                </c:pt>
                <c:pt idx="13891">
                  <c:v>-22.599479753831019</c:v>
                </c:pt>
                <c:pt idx="13892">
                  <c:v>-22.59959759056099</c:v>
                </c:pt>
                <c:pt idx="13893">
                  <c:v>-22.599715369032992</c:v>
                </c:pt>
                <c:pt idx="13894">
                  <c:v>-22.599833089268003</c:v>
                </c:pt>
                <c:pt idx="13895">
                  <c:v>-22.599950751285007</c:v>
                </c:pt>
                <c:pt idx="13896">
                  <c:v>-22.600068355100007</c:v>
                </c:pt>
                <c:pt idx="13897">
                  <c:v>-22.600185900734004</c:v>
                </c:pt>
                <c:pt idx="13898">
                  <c:v>-22.600303388203997</c:v>
                </c:pt>
                <c:pt idx="13899">
                  <c:v>-22.600420817528004</c:v>
                </c:pt>
                <c:pt idx="13900">
                  <c:v>-22.600538188727</c:v>
                </c:pt>
                <c:pt idx="13901">
                  <c:v>-22.600655501817982</c:v>
                </c:pt>
                <c:pt idx="13902">
                  <c:v>-22.600772756819993</c:v>
                </c:pt>
                <c:pt idx="13903">
                  <c:v>-22.600889953750993</c:v>
                </c:pt>
                <c:pt idx="13904">
                  <c:v>-22.601007092629999</c:v>
                </c:pt>
                <c:pt idx="13905">
                  <c:v>-22.601124173475</c:v>
                </c:pt>
                <c:pt idx="13906">
                  <c:v>-22.601241196302993</c:v>
                </c:pt>
                <c:pt idx="13907">
                  <c:v>-22.601358161136005</c:v>
                </c:pt>
                <c:pt idx="13908">
                  <c:v>-22.601475067991004</c:v>
                </c:pt>
                <c:pt idx="13909">
                  <c:v>-22.601591916886008</c:v>
                </c:pt>
                <c:pt idx="13910">
                  <c:v>-22.601708707840004</c:v>
                </c:pt>
                <c:pt idx="13911">
                  <c:v>-22.601825440871011</c:v>
                </c:pt>
                <c:pt idx="13912">
                  <c:v>-22.601942115998014</c:v>
                </c:pt>
                <c:pt idx="13913">
                  <c:v>-22.602058733237982</c:v>
                </c:pt>
                <c:pt idx="13914">
                  <c:v>-22.602175292611008</c:v>
                </c:pt>
                <c:pt idx="13915">
                  <c:v>-22.602291794135994</c:v>
                </c:pt>
                <c:pt idx="13916">
                  <c:v>-22.602408237829991</c:v>
                </c:pt>
                <c:pt idx="13917">
                  <c:v>-22.602524623712014</c:v>
                </c:pt>
                <c:pt idx="13918">
                  <c:v>-22.602640951800993</c:v>
                </c:pt>
                <c:pt idx="13919">
                  <c:v>-22.602757222115002</c:v>
                </c:pt>
                <c:pt idx="13920">
                  <c:v>-22.602873434669988</c:v>
                </c:pt>
                <c:pt idx="13921">
                  <c:v>-22.602989589488999</c:v>
                </c:pt>
                <c:pt idx="13922">
                  <c:v>-22.603105686588009</c:v>
                </c:pt>
                <c:pt idx="13923">
                  <c:v>-22.60322172598498</c:v>
                </c:pt>
                <c:pt idx="13924">
                  <c:v>-22.603337707699012</c:v>
                </c:pt>
                <c:pt idx="13925">
                  <c:v>-22.603453631749005</c:v>
                </c:pt>
                <c:pt idx="13926">
                  <c:v>-22.603569498152012</c:v>
                </c:pt>
                <c:pt idx="13927">
                  <c:v>-22.603685306925996</c:v>
                </c:pt>
                <c:pt idx="13928">
                  <c:v>-22.603801058091989</c:v>
                </c:pt>
                <c:pt idx="13929">
                  <c:v>-22.603916751667015</c:v>
                </c:pt>
                <c:pt idx="13930">
                  <c:v>-22.604032387669008</c:v>
                </c:pt>
                <c:pt idx="13931">
                  <c:v>-22.604147966115988</c:v>
                </c:pt>
                <c:pt idx="13932">
                  <c:v>-22.604263487027993</c:v>
                </c:pt>
                <c:pt idx="13933">
                  <c:v>-22.604378950420994</c:v>
                </c:pt>
                <c:pt idx="13934">
                  <c:v>-22.604494356315001</c:v>
                </c:pt>
                <c:pt idx="13935">
                  <c:v>-22.604609704729</c:v>
                </c:pt>
                <c:pt idx="13936">
                  <c:v>-22.604724995679987</c:v>
                </c:pt>
                <c:pt idx="13937">
                  <c:v>-22.604840229187005</c:v>
                </c:pt>
                <c:pt idx="13938">
                  <c:v>-22.604955405266992</c:v>
                </c:pt>
                <c:pt idx="13939">
                  <c:v>-22.605070523940014</c:v>
                </c:pt>
                <c:pt idx="13940">
                  <c:v>-22.605185585223012</c:v>
                </c:pt>
                <c:pt idx="13941">
                  <c:v>-22.605300589134998</c:v>
                </c:pt>
                <c:pt idx="13942">
                  <c:v>-22.605415535695016</c:v>
                </c:pt>
                <c:pt idx="13943">
                  <c:v>-22.605530424920005</c:v>
                </c:pt>
                <c:pt idx="13944">
                  <c:v>-22.605645256829007</c:v>
                </c:pt>
                <c:pt idx="13945">
                  <c:v>-22.605760031439985</c:v>
                </c:pt>
                <c:pt idx="13946">
                  <c:v>-22.605874748770987</c:v>
                </c:pt>
                <c:pt idx="13947">
                  <c:v>-22.605989408840003</c:v>
                </c:pt>
                <c:pt idx="13948">
                  <c:v>-22.606104011666986</c:v>
                </c:pt>
                <c:pt idx="13949">
                  <c:v>-22.606218557269017</c:v>
                </c:pt>
                <c:pt idx="13950">
                  <c:v>-22.606333045664002</c:v>
                </c:pt>
                <c:pt idx="13951">
                  <c:v>-22.606447476870983</c:v>
                </c:pt>
                <c:pt idx="13952">
                  <c:v>-22.606561850908008</c:v>
                </c:pt>
                <c:pt idx="13953">
                  <c:v>-22.606676167794006</c:v>
                </c:pt>
                <c:pt idx="13954">
                  <c:v>-22.606790427544013</c:v>
                </c:pt>
                <c:pt idx="13955">
                  <c:v>-22.606904630179997</c:v>
                </c:pt>
                <c:pt idx="13956">
                  <c:v>-22.607018775718984</c:v>
                </c:pt>
                <c:pt idx="13957">
                  <c:v>-22.607132864177998</c:v>
                </c:pt>
                <c:pt idx="13958">
                  <c:v>-22.607246895576992</c:v>
                </c:pt>
                <c:pt idx="13959">
                  <c:v>-22.607360869934013</c:v>
                </c:pt>
                <c:pt idx="13960">
                  <c:v>-22.607474787266</c:v>
                </c:pt>
                <c:pt idx="13961">
                  <c:v>-22.607588647591001</c:v>
                </c:pt>
                <c:pt idx="13962">
                  <c:v>-22.607702450928002</c:v>
                </c:pt>
                <c:pt idx="13963">
                  <c:v>-22.607816197295989</c:v>
                </c:pt>
                <c:pt idx="13964">
                  <c:v>-22.607929886712014</c:v>
                </c:pt>
                <c:pt idx="13965">
                  <c:v>-22.608043519195007</c:v>
                </c:pt>
                <c:pt idx="13966">
                  <c:v>-22.608157094761992</c:v>
                </c:pt>
                <c:pt idx="13967">
                  <c:v>-22.608270613432012</c:v>
                </c:pt>
                <c:pt idx="13968">
                  <c:v>-22.608384075222006</c:v>
                </c:pt>
                <c:pt idx="13969">
                  <c:v>-22.60849748015201</c:v>
                </c:pt>
                <c:pt idx="13970">
                  <c:v>-22.608610828239989</c:v>
                </c:pt>
                <c:pt idx="13971">
                  <c:v>-22.608724119502</c:v>
                </c:pt>
                <c:pt idx="13972">
                  <c:v>-22.608837353957995</c:v>
                </c:pt>
                <c:pt idx="13973">
                  <c:v>-22.608950531625993</c:v>
                </c:pt>
                <c:pt idx="13974">
                  <c:v>-22.609063652522991</c:v>
                </c:pt>
                <c:pt idx="13975">
                  <c:v>-22.609176716668003</c:v>
                </c:pt>
                <c:pt idx="13976">
                  <c:v>-22.609289724078991</c:v>
                </c:pt>
                <c:pt idx="13977">
                  <c:v>-22.609402674774003</c:v>
                </c:pt>
                <c:pt idx="13978">
                  <c:v>-22.609515568771002</c:v>
                </c:pt>
                <c:pt idx="13979">
                  <c:v>-22.609628406088007</c:v>
                </c:pt>
                <c:pt idx="13980">
                  <c:v>-22.609741186744003</c:v>
                </c:pt>
                <c:pt idx="13981">
                  <c:v>-22.609853910754993</c:v>
                </c:pt>
                <c:pt idx="13982">
                  <c:v>-22.609966578141012</c:v>
                </c:pt>
                <c:pt idx="13983">
                  <c:v>-22.610079188919997</c:v>
                </c:pt>
                <c:pt idx="13984">
                  <c:v>-22.610191743109027</c:v>
                </c:pt>
                <c:pt idx="13985">
                  <c:v>-22.610304240727004</c:v>
                </c:pt>
                <c:pt idx="13986">
                  <c:v>-22.610416681792003</c:v>
                </c:pt>
                <c:pt idx="13987">
                  <c:v>-22.610529066320993</c:v>
                </c:pt>
                <c:pt idx="13988">
                  <c:v>-22.610641394330997</c:v>
                </c:pt>
                <c:pt idx="13989">
                  <c:v>-22.610753665843987</c:v>
                </c:pt>
                <c:pt idx="13990">
                  <c:v>-22.610865880874996</c:v>
                </c:pt>
                <c:pt idx="13991">
                  <c:v>-22.610978039442983</c:v>
                </c:pt>
                <c:pt idx="13992">
                  <c:v>-22.611090141565001</c:v>
                </c:pt>
                <c:pt idx="13993">
                  <c:v>-22.611202187260005</c:v>
                </c:pt>
                <c:pt idx="13994">
                  <c:v>-22.611314176547012</c:v>
                </c:pt>
                <c:pt idx="13995">
                  <c:v>-22.611426109440004</c:v>
                </c:pt>
                <c:pt idx="13996">
                  <c:v>-22.611537985962002</c:v>
                </c:pt>
                <c:pt idx="13997">
                  <c:v>-22.611649806128014</c:v>
                </c:pt>
                <c:pt idx="13998">
                  <c:v>-22.611761569956997</c:v>
                </c:pt>
                <c:pt idx="13999">
                  <c:v>-22.611873277465975</c:v>
                </c:pt>
                <c:pt idx="14000">
                  <c:v>-22.611984928673991</c:v>
                </c:pt>
                <c:pt idx="14001">
                  <c:v>-22.612096523598979</c:v>
                </c:pt>
                <c:pt idx="14002">
                  <c:v>-22.612208062257025</c:v>
                </c:pt>
                <c:pt idx="14003">
                  <c:v>-22.612319544667997</c:v>
                </c:pt>
                <c:pt idx="14004">
                  <c:v>-22.612430970849999</c:v>
                </c:pt>
                <c:pt idx="14005">
                  <c:v>-22.612542340820994</c:v>
                </c:pt>
                <c:pt idx="14006">
                  <c:v>-22.612653654596983</c:v>
                </c:pt>
                <c:pt idx="14007">
                  <c:v>-22.612764912198003</c:v>
                </c:pt>
                <c:pt idx="14008">
                  <c:v>-22.612876113639999</c:v>
                </c:pt>
                <c:pt idx="14009">
                  <c:v>-22.612987258941985</c:v>
                </c:pt>
                <c:pt idx="14010">
                  <c:v>-22.613098348123003</c:v>
                </c:pt>
                <c:pt idx="14011">
                  <c:v>-22.613209381199994</c:v>
                </c:pt>
                <c:pt idx="14012">
                  <c:v>-22.613320358190009</c:v>
                </c:pt>
                <c:pt idx="14013">
                  <c:v>-22.613431279112007</c:v>
                </c:pt>
                <c:pt idx="14014">
                  <c:v>-22.613542143982983</c:v>
                </c:pt>
                <c:pt idx="14015">
                  <c:v>-22.613652952820019</c:v>
                </c:pt>
                <c:pt idx="14016">
                  <c:v>-22.613763705644004</c:v>
                </c:pt>
                <c:pt idx="14017">
                  <c:v>-22.613874402470998</c:v>
                </c:pt>
                <c:pt idx="14018">
                  <c:v>-22.613985043318991</c:v>
                </c:pt>
                <c:pt idx="14019">
                  <c:v>-22.614095628206002</c:v>
                </c:pt>
                <c:pt idx="14020">
                  <c:v>-22.614206157148999</c:v>
                </c:pt>
                <c:pt idx="14021">
                  <c:v>-22.614316630166996</c:v>
                </c:pt>
                <c:pt idx="14022">
                  <c:v>-22.614427047276024</c:v>
                </c:pt>
                <c:pt idx="14023">
                  <c:v>-22.614537408496005</c:v>
                </c:pt>
                <c:pt idx="14024">
                  <c:v>-22.614647713843993</c:v>
                </c:pt>
                <c:pt idx="14025">
                  <c:v>-22.614757963338008</c:v>
                </c:pt>
                <c:pt idx="14026">
                  <c:v>-22.614868156995982</c:v>
                </c:pt>
                <c:pt idx="14027">
                  <c:v>-22.614978294834998</c:v>
                </c:pt>
                <c:pt idx="14028">
                  <c:v>-22.61508837687299</c:v>
                </c:pt>
                <c:pt idx="14029">
                  <c:v>-22.615198403126982</c:v>
                </c:pt>
                <c:pt idx="14030">
                  <c:v>-22.615308373618006</c:v>
                </c:pt>
                <c:pt idx="14031">
                  <c:v>-22.61541828835999</c:v>
                </c:pt>
                <c:pt idx="14032">
                  <c:v>-22.615528147372999</c:v>
                </c:pt>
                <c:pt idx="14033">
                  <c:v>-22.615637950674994</c:v>
                </c:pt>
                <c:pt idx="14034">
                  <c:v>-22.615747698281979</c:v>
                </c:pt>
                <c:pt idx="14035">
                  <c:v>-22.615857390212994</c:v>
                </c:pt>
                <c:pt idx="14036">
                  <c:v>-22.615967026483986</c:v>
                </c:pt>
                <c:pt idx="14037">
                  <c:v>-22.616076607115019</c:v>
                </c:pt>
                <c:pt idx="14038">
                  <c:v>-22.616186132124</c:v>
                </c:pt>
                <c:pt idx="14039">
                  <c:v>-22.616295601526986</c:v>
                </c:pt>
                <c:pt idx="14040">
                  <c:v>-22.616405015341996</c:v>
                </c:pt>
                <c:pt idx="14041">
                  <c:v>-22.616514373587989</c:v>
                </c:pt>
                <c:pt idx="14042">
                  <c:v>-22.616623676280994</c:v>
                </c:pt>
                <c:pt idx="14043">
                  <c:v>-22.616732923439997</c:v>
                </c:pt>
                <c:pt idx="14044">
                  <c:v>-22.616842115081994</c:v>
                </c:pt>
                <c:pt idx="14045">
                  <c:v>-22.616951251225998</c:v>
                </c:pt>
                <c:pt idx="14046">
                  <c:v>-22.617060331887984</c:v>
                </c:pt>
                <c:pt idx="14047">
                  <c:v>-22.617169357085999</c:v>
                </c:pt>
                <c:pt idx="14048">
                  <c:v>-22.617278326838999</c:v>
                </c:pt>
                <c:pt idx="14049">
                  <c:v>-22.617387241161993</c:v>
                </c:pt>
                <c:pt idx="14050">
                  <c:v>-22.617496100076011</c:v>
                </c:pt>
                <c:pt idx="14051">
                  <c:v>-22.617604903596998</c:v>
                </c:pt>
                <c:pt idx="14052">
                  <c:v>-22.617713651743003</c:v>
                </c:pt>
                <c:pt idx="14053">
                  <c:v>-22.617822344530992</c:v>
                </c:pt>
                <c:pt idx="14054">
                  <c:v>-22.617930981978986</c:v>
                </c:pt>
                <c:pt idx="14055">
                  <c:v>-22.618039564105004</c:v>
                </c:pt>
                <c:pt idx="14056">
                  <c:v>-22.618148090926013</c:v>
                </c:pt>
                <c:pt idx="14057">
                  <c:v>-22.618256562459976</c:v>
                </c:pt>
                <c:pt idx="14058">
                  <c:v>-22.618364978724998</c:v>
                </c:pt>
                <c:pt idx="14059">
                  <c:v>-22.618473339738983</c:v>
                </c:pt>
                <c:pt idx="14060">
                  <c:v>-22.61858164551802</c:v>
                </c:pt>
                <c:pt idx="14061">
                  <c:v>-22.618689896081008</c:v>
                </c:pt>
                <c:pt idx="14062">
                  <c:v>-22.618798091445001</c:v>
                </c:pt>
                <c:pt idx="14063">
                  <c:v>-22.618906231626994</c:v>
                </c:pt>
                <c:pt idx="14064">
                  <c:v>-22.619014316646002</c:v>
                </c:pt>
                <c:pt idx="14065">
                  <c:v>-22.619122346519021</c:v>
                </c:pt>
                <c:pt idx="14066">
                  <c:v>-22.619230321262989</c:v>
                </c:pt>
                <c:pt idx="14067">
                  <c:v>-22.619338240897008</c:v>
                </c:pt>
                <c:pt idx="14068">
                  <c:v>-22.619446105438016</c:v>
                </c:pt>
                <c:pt idx="14069">
                  <c:v>-22.619553914901985</c:v>
                </c:pt>
                <c:pt idx="14070">
                  <c:v>-22.619661669308016</c:v>
                </c:pt>
                <c:pt idx="14071">
                  <c:v>-22.619769368673985</c:v>
                </c:pt>
                <c:pt idx="14072">
                  <c:v>-22.61987701301598</c:v>
                </c:pt>
                <c:pt idx="14073">
                  <c:v>-22.619984602354009</c:v>
                </c:pt>
                <c:pt idx="14074">
                  <c:v>-22.620092136702993</c:v>
                </c:pt>
                <c:pt idx="14075">
                  <c:v>-22.620199616082004</c:v>
                </c:pt>
                <c:pt idx="14076">
                  <c:v>-22.620307040507015</c:v>
                </c:pt>
                <c:pt idx="14077">
                  <c:v>-22.620414409996982</c:v>
                </c:pt>
                <c:pt idx="14078">
                  <c:v>-22.620521724570011</c:v>
                </c:pt>
                <c:pt idx="14079">
                  <c:v>-22.620628984242984</c:v>
                </c:pt>
                <c:pt idx="14080">
                  <c:v>-22.620736189032016</c:v>
                </c:pt>
                <c:pt idx="14081">
                  <c:v>-22.620843338956007</c:v>
                </c:pt>
                <c:pt idx="14082">
                  <c:v>-22.620950434033006</c:v>
                </c:pt>
                <c:pt idx="14083">
                  <c:v>-22.621057474278018</c:v>
                </c:pt>
                <c:pt idx="14084">
                  <c:v>-22.621164459710997</c:v>
                </c:pt>
                <c:pt idx="14085">
                  <c:v>-22.621271390349023</c:v>
                </c:pt>
                <c:pt idx="14086">
                  <c:v>-22.621378266209007</c:v>
                </c:pt>
                <c:pt idx="14087">
                  <c:v>-22.621485087308997</c:v>
                </c:pt>
                <c:pt idx="14088">
                  <c:v>-22.621591853664995</c:v>
                </c:pt>
                <c:pt idx="14089">
                  <c:v>-22.621698565295986</c:v>
                </c:pt>
                <c:pt idx="14090">
                  <c:v>-22.621805222218001</c:v>
                </c:pt>
                <c:pt idx="14091">
                  <c:v>-22.62191182445099</c:v>
                </c:pt>
                <c:pt idx="14092">
                  <c:v>-22.62201837200999</c:v>
                </c:pt>
                <c:pt idx="14093">
                  <c:v>-22.622124864914014</c:v>
                </c:pt>
                <c:pt idx="14094">
                  <c:v>-22.622231303179007</c:v>
                </c:pt>
                <c:pt idx="14095">
                  <c:v>-22.622337686824011</c:v>
                </c:pt>
                <c:pt idx="14096">
                  <c:v>-22.622444015865</c:v>
                </c:pt>
                <c:pt idx="14097">
                  <c:v>-22.622550290318998</c:v>
                </c:pt>
                <c:pt idx="14098">
                  <c:v>-22.622656510205019</c:v>
                </c:pt>
                <c:pt idx="14099">
                  <c:v>-22.622762675540002</c:v>
                </c:pt>
                <c:pt idx="14100">
                  <c:v>-22.622868786341002</c:v>
                </c:pt>
                <c:pt idx="14101">
                  <c:v>-22.622978911636011</c:v>
                </c:pt>
                <c:pt idx="14102">
                  <c:v>-22.623088982432989</c:v>
                </c:pt>
                <c:pt idx="14103">
                  <c:v>-22.623198998747</c:v>
                </c:pt>
                <c:pt idx="14104">
                  <c:v>-22.623308960597001</c:v>
                </c:pt>
                <c:pt idx="14105">
                  <c:v>-22.623418867999987</c:v>
                </c:pt>
                <c:pt idx="14106">
                  <c:v>-22.623528720975003</c:v>
                </c:pt>
                <c:pt idx="14107">
                  <c:v>-22.623638519536001</c:v>
                </c:pt>
                <c:pt idx="14108">
                  <c:v>-22.623748263702993</c:v>
                </c:pt>
                <c:pt idx="14109">
                  <c:v>-22.623857953492006</c:v>
                </c:pt>
                <c:pt idx="14110">
                  <c:v>-22.623967588922</c:v>
                </c:pt>
                <c:pt idx="14111">
                  <c:v>-22.624077170007979</c:v>
                </c:pt>
                <c:pt idx="14112">
                  <c:v>-22.624186696768021</c:v>
                </c:pt>
                <c:pt idx="14113">
                  <c:v>-22.624296169221992</c:v>
                </c:pt>
                <c:pt idx="14114">
                  <c:v>-22.624405587383023</c:v>
                </c:pt>
                <c:pt idx="14115">
                  <c:v>-22.62451495127101</c:v>
                </c:pt>
                <c:pt idx="14116">
                  <c:v>-22.624624260903005</c:v>
                </c:pt>
                <c:pt idx="14117">
                  <c:v>-22.624733516296999</c:v>
                </c:pt>
                <c:pt idx="14118">
                  <c:v>-22.624842717468994</c:v>
                </c:pt>
                <c:pt idx="14119">
                  <c:v>-22.624951864435985</c:v>
                </c:pt>
                <c:pt idx="14120">
                  <c:v>-22.625060957215993</c:v>
                </c:pt>
                <c:pt idx="14121">
                  <c:v>-22.625169995827008</c:v>
                </c:pt>
                <c:pt idx="14122">
                  <c:v>-22.625278980285003</c:v>
                </c:pt>
                <c:pt idx="14123">
                  <c:v>-22.625387910608026</c:v>
                </c:pt>
                <c:pt idx="14124">
                  <c:v>-22.625496786812988</c:v>
                </c:pt>
                <c:pt idx="14125">
                  <c:v>-22.625605608916999</c:v>
                </c:pt>
                <c:pt idx="14126">
                  <c:v>-22.625714376938021</c:v>
                </c:pt>
                <c:pt idx="14127">
                  <c:v>-22.625823090891998</c:v>
                </c:pt>
                <c:pt idx="14128">
                  <c:v>-22.625931750798998</c:v>
                </c:pt>
                <c:pt idx="14129">
                  <c:v>-22.626040356673002</c:v>
                </c:pt>
                <c:pt idx="14130">
                  <c:v>-22.626148908532002</c:v>
                </c:pt>
                <c:pt idx="14131">
                  <c:v>-22.626257406393989</c:v>
                </c:pt>
                <c:pt idx="14132">
                  <c:v>-22.626365850278006</c:v>
                </c:pt>
                <c:pt idx="14133">
                  <c:v>-22.626474240196984</c:v>
                </c:pt>
                <c:pt idx="14134">
                  <c:v>-22.626582576170989</c:v>
                </c:pt>
                <c:pt idx="14135">
                  <c:v>-22.626690858217017</c:v>
                </c:pt>
                <c:pt idx="14136">
                  <c:v>-22.626799086350985</c:v>
                </c:pt>
                <c:pt idx="14137">
                  <c:v>-22.626907260591992</c:v>
                </c:pt>
                <c:pt idx="14138">
                  <c:v>-22.627015380955015</c:v>
                </c:pt>
                <c:pt idx="14139">
                  <c:v>-22.627123447459979</c:v>
                </c:pt>
                <c:pt idx="14140">
                  <c:v>-22.62723146012101</c:v>
                </c:pt>
                <c:pt idx="14141">
                  <c:v>-22.627339418958002</c:v>
                </c:pt>
                <c:pt idx="14142">
                  <c:v>-22.62744732398599</c:v>
                </c:pt>
                <c:pt idx="14143">
                  <c:v>-22.627555175224018</c:v>
                </c:pt>
                <c:pt idx="14144">
                  <c:v>-22.627662972687006</c:v>
                </c:pt>
                <c:pt idx="14145">
                  <c:v>-22.627770716393997</c:v>
                </c:pt>
                <c:pt idx="14146">
                  <c:v>-22.627878406362015</c:v>
                </c:pt>
                <c:pt idx="14147">
                  <c:v>-22.627986042607006</c:v>
                </c:pt>
                <c:pt idx="14148">
                  <c:v>-22.628093625145993</c:v>
                </c:pt>
                <c:pt idx="14149">
                  <c:v>-22.62820115399802</c:v>
                </c:pt>
                <c:pt idx="14150">
                  <c:v>-22.628308629179003</c:v>
                </c:pt>
                <c:pt idx="14151">
                  <c:v>-22.628416050705994</c:v>
                </c:pt>
                <c:pt idx="14152">
                  <c:v>-22.628523418596018</c:v>
                </c:pt>
                <c:pt idx="14153">
                  <c:v>-22.628630732866014</c:v>
                </c:pt>
                <c:pt idx="14154">
                  <c:v>-22.628737993534997</c:v>
                </c:pt>
                <c:pt idx="14155">
                  <c:v>-22.628845200618002</c:v>
                </c:pt>
                <c:pt idx="14156">
                  <c:v>-22.628952354131997</c:v>
                </c:pt>
                <c:pt idx="14157">
                  <c:v>-22.629059454095028</c:v>
                </c:pt>
                <c:pt idx="14158">
                  <c:v>-22.629166500524008</c:v>
                </c:pt>
                <c:pt idx="14159">
                  <c:v>-22.629273493434994</c:v>
                </c:pt>
                <c:pt idx="14160">
                  <c:v>-22.629380432847</c:v>
                </c:pt>
                <c:pt idx="14161">
                  <c:v>-22.629487318776</c:v>
                </c:pt>
                <c:pt idx="14162">
                  <c:v>-22.629594151237995</c:v>
                </c:pt>
                <c:pt idx="14163">
                  <c:v>-22.629700930252</c:v>
                </c:pt>
                <c:pt idx="14164">
                  <c:v>-22.629807655834014</c:v>
                </c:pt>
                <c:pt idx="14165">
                  <c:v>-22.629914328002002</c:v>
                </c:pt>
                <c:pt idx="14166">
                  <c:v>-22.630020946771026</c:v>
                </c:pt>
                <c:pt idx="14167">
                  <c:v>-22.630127512158992</c:v>
                </c:pt>
                <c:pt idx="14168">
                  <c:v>-22.630234024185</c:v>
                </c:pt>
                <c:pt idx="14169">
                  <c:v>-22.630340482863005</c:v>
                </c:pt>
                <c:pt idx="14170">
                  <c:v>-22.630446888211992</c:v>
                </c:pt>
                <c:pt idx="14171">
                  <c:v>-22.630553240247991</c:v>
                </c:pt>
                <c:pt idx="14172">
                  <c:v>-22.630659538989022</c:v>
                </c:pt>
                <c:pt idx="14173">
                  <c:v>-22.630765784450006</c:v>
                </c:pt>
                <c:pt idx="14174">
                  <c:v>-22.630871976649985</c:v>
                </c:pt>
                <c:pt idx="14175">
                  <c:v>-22.630978115605018</c:v>
                </c:pt>
                <c:pt idx="14176">
                  <c:v>-22.63108420133301</c:v>
                </c:pt>
                <c:pt idx="14177">
                  <c:v>-22.631190233849992</c:v>
                </c:pt>
                <c:pt idx="14178">
                  <c:v>-22.631296213173016</c:v>
                </c:pt>
                <c:pt idx="14179">
                  <c:v>-22.631402139319988</c:v>
                </c:pt>
                <c:pt idx="14180">
                  <c:v>-22.631508012306</c:v>
                </c:pt>
                <c:pt idx="14181">
                  <c:v>-22.631613832150009</c:v>
                </c:pt>
                <c:pt idx="14182">
                  <c:v>-22.631719598866994</c:v>
                </c:pt>
                <c:pt idx="14183">
                  <c:v>-22.631825312476025</c:v>
                </c:pt>
                <c:pt idx="14184">
                  <c:v>-22.631930972993018</c:v>
                </c:pt>
                <c:pt idx="14185">
                  <c:v>-22.632036580434004</c:v>
                </c:pt>
                <c:pt idx="14186">
                  <c:v>-22.632142134818025</c:v>
                </c:pt>
                <c:pt idx="14187">
                  <c:v>-22.632247636160002</c:v>
                </c:pt>
                <c:pt idx="14188">
                  <c:v>-22.632353084476989</c:v>
                </c:pt>
                <c:pt idx="14189">
                  <c:v>-22.632458479787005</c:v>
                </c:pt>
                <c:pt idx="14190">
                  <c:v>-22.632563822108011</c:v>
                </c:pt>
                <c:pt idx="14191">
                  <c:v>-22.632669111452998</c:v>
                </c:pt>
                <c:pt idx="14192">
                  <c:v>-22.632774347842002</c:v>
                </c:pt>
                <c:pt idx="14193">
                  <c:v>-22.632879531290996</c:v>
                </c:pt>
                <c:pt idx="14194">
                  <c:v>-22.632984661818995</c:v>
                </c:pt>
                <c:pt idx="14195">
                  <c:v>-22.633089739439015</c:v>
                </c:pt>
                <c:pt idx="14196">
                  <c:v>-22.633194764170014</c:v>
                </c:pt>
                <c:pt idx="14197">
                  <c:v>-22.633299736027993</c:v>
                </c:pt>
                <c:pt idx="14198">
                  <c:v>-22.633404655031995</c:v>
                </c:pt>
                <c:pt idx="14199">
                  <c:v>-22.633509521196004</c:v>
                </c:pt>
                <c:pt idx="14200">
                  <c:v>-22.633614334539004</c:v>
                </c:pt>
                <c:pt idx="14201">
                  <c:v>-22.633719095076998</c:v>
                </c:pt>
                <c:pt idx="14202">
                  <c:v>-22.63382380282701</c:v>
                </c:pt>
                <c:pt idx="14203">
                  <c:v>-22.633928457804984</c:v>
                </c:pt>
                <c:pt idx="14204">
                  <c:v>-22.634033060028997</c:v>
                </c:pt>
                <c:pt idx="14205">
                  <c:v>-22.634137609515989</c:v>
                </c:pt>
                <c:pt idx="14206">
                  <c:v>-22.634242106280993</c:v>
                </c:pt>
                <c:pt idx="14207">
                  <c:v>-22.634346550342997</c:v>
                </c:pt>
                <c:pt idx="14208">
                  <c:v>-22.634450941718001</c:v>
                </c:pt>
                <c:pt idx="14209">
                  <c:v>-22.634555280422006</c:v>
                </c:pt>
                <c:pt idx="14210">
                  <c:v>-22.63465956647201</c:v>
                </c:pt>
                <c:pt idx="14211">
                  <c:v>-22.634763799885008</c:v>
                </c:pt>
                <c:pt idx="14212">
                  <c:v>-22.634867980680013</c:v>
                </c:pt>
                <c:pt idx="14213">
                  <c:v>-22.634972108869988</c:v>
                </c:pt>
                <c:pt idx="14214">
                  <c:v>-22.635076184474002</c:v>
                </c:pt>
                <c:pt idx="14215">
                  <c:v>-22.635180207508</c:v>
                </c:pt>
                <c:pt idx="14216">
                  <c:v>-22.635284177990002</c:v>
                </c:pt>
                <c:pt idx="14217">
                  <c:v>-22.635388095934985</c:v>
                </c:pt>
                <c:pt idx="14218">
                  <c:v>-22.635491961360003</c:v>
                </c:pt>
                <c:pt idx="14219">
                  <c:v>-22.635595774283985</c:v>
                </c:pt>
                <c:pt idx="14220">
                  <c:v>-22.635699534720999</c:v>
                </c:pt>
                <c:pt idx="14221">
                  <c:v>-22.635803242689008</c:v>
                </c:pt>
                <c:pt idx="14222">
                  <c:v>-22.635906898205008</c:v>
                </c:pt>
                <c:pt idx="14223">
                  <c:v>-22.636010501285995</c:v>
                </c:pt>
                <c:pt idx="14224">
                  <c:v>-22.636114051946009</c:v>
                </c:pt>
                <c:pt idx="14225">
                  <c:v>-22.636217550205004</c:v>
                </c:pt>
                <c:pt idx="14226">
                  <c:v>-22.636320996077984</c:v>
                </c:pt>
                <c:pt idx="14227">
                  <c:v>-22.636424389582999</c:v>
                </c:pt>
                <c:pt idx="14228">
                  <c:v>-22.636527730734997</c:v>
                </c:pt>
                <c:pt idx="14229">
                  <c:v>-22.636631019550975</c:v>
                </c:pt>
                <c:pt idx="14230">
                  <c:v>-22.636734256050005</c:v>
                </c:pt>
                <c:pt idx="14231">
                  <c:v>-22.636837440245984</c:v>
                </c:pt>
                <c:pt idx="14232">
                  <c:v>-22.636940572156021</c:v>
                </c:pt>
                <c:pt idx="14233">
                  <c:v>-22.637043651797995</c:v>
                </c:pt>
                <c:pt idx="14234">
                  <c:v>-22.637146679187993</c:v>
                </c:pt>
                <c:pt idx="14235">
                  <c:v>-22.637249654342014</c:v>
                </c:pt>
                <c:pt idx="14236">
                  <c:v>-22.637352577277994</c:v>
                </c:pt>
                <c:pt idx="14237">
                  <c:v>-22.637455448010996</c:v>
                </c:pt>
                <c:pt idx="14238">
                  <c:v>-22.637558266560006</c:v>
                </c:pt>
                <c:pt idx="14239">
                  <c:v>-22.637661032939008</c:v>
                </c:pt>
                <c:pt idx="14240">
                  <c:v>-22.637763747165991</c:v>
                </c:pt>
                <c:pt idx="14241">
                  <c:v>-22.63786640925801</c:v>
                </c:pt>
                <c:pt idx="14242">
                  <c:v>-22.637969019231008</c:v>
                </c:pt>
                <c:pt idx="14243">
                  <c:v>-22.638071577100987</c:v>
                </c:pt>
                <c:pt idx="14244">
                  <c:v>-22.638174082886025</c:v>
                </c:pt>
                <c:pt idx="14245">
                  <c:v>-22.638276536602007</c:v>
                </c:pt>
                <c:pt idx="14246">
                  <c:v>-22.638378938264992</c:v>
                </c:pt>
                <c:pt idx="14247">
                  <c:v>-22.638481287893001</c:v>
                </c:pt>
                <c:pt idx="14248">
                  <c:v>-22.63858358550101</c:v>
                </c:pt>
                <c:pt idx="14249">
                  <c:v>-22.638685831106983</c:v>
                </c:pt>
                <c:pt idx="14250">
                  <c:v>-22.638788024726011</c:v>
                </c:pt>
                <c:pt idx="14251">
                  <c:v>-22.638890166376001</c:v>
                </c:pt>
                <c:pt idx="14252">
                  <c:v>-22.638992256074005</c:v>
                </c:pt>
                <c:pt idx="14253">
                  <c:v>-22.639094293835001</c:v>
                </c:pt>
                <c:pt idx="14254">
                  <c:v>-22.639196279674991</c:v>
                </c:pt>
                <c:pt idx="14255">
                  <c:v>-22.639298213612989</c:v>
                </c:pt>
                <c:pt idx="14256">
                  <c:v>-22.639400095664996</c:v>
                </c:pt>
                <c:pt idx="14257">
                  <c:v>-22.639501925844996</c:v>
                </c:pt>
                <c:pt idx="14258">
                  <c:v>-22.639603704172004</c:v>
                </c:pt>
                <c:pt idx="14259">
                  <c:v>-22.639705430661991</c:v>
                </c:pt>
                <c:pt idx="14260">
                  <c:v>-22.639807105332977</c:v>
                </c:pt>
                <c:pt idx="14261">
                  <c:v>-22.639908728199003</c:v>
                </c:pt>
                <c:pt idx="14262">
                  <c:v>-22.640010299277009</c:v>
                </c:pt>
                <c:pt idx="14263">
                  <c:v>-22.640111818584984</c:v>
                </c:pt>
                <c:pt idx="14264">
                  <c:v>-22.640213286136998</c:v>
                </c:pt>
                <c:pt idx="14265">
                  <c:v>-22.640314701952008</c:v>
                </c:pt>
                <c:pt idx="14266">
                  <c:v>-22.640416066044992</c:v>
                </c:pt>
                <c:pt idx="14267">
                  <c:v>-22.640517378434993</c:v>
                </c:pt>
                <c:pt idx="14268">
                  <c:v>-22.640618639134004</c:v>
                </c:pt>
                <c:pt idx="14269">
                  <c:v>-22.640719848161979</c:v>
                </c:pt>
                <c:pt idx="14270">
                  <c:v>-22.640821005535003</c:v>
                </c:pt>
                <c:pt idx="14271">
                  <c:v>-22.640922111268992</c:v>
                </c:pt>
                <c:pt idx="14272">
                  <c:v>-22.641023165379977</c:v>
                </c:pt>
                <c:pt idx="14273">
                  <c:v>-22.641124167884016</c:v>
                </c:pt>
                <c:pt idx="14274">
                  <c:v>-22.64122511879998</c:v>
                </c:pt>
                <c:pt idx="14275">
                  <c:v>-22.641326018142024</c:v>
                </c:pt>
                <c:pt idx="14276">
                  <c:v>-22.641426865927002</c:v>
                </c:pt>
                <c:pt idx="14277">
                  <c:v>-22.641527662171995</c:v>
                </c:pt>
                <c:pt idx="14278">
                  <c:v>-22.641628406894</c:v>
                </c:pt>
                <c:pt idx="14279">
                  <c:v>-22.641729100107</c:v>
                </c:pt>
                <c:pt idx="14280">
                  <c:v>-22.641829741830009</c:v>
                </c:pt>
                <c:pt idx="14281">
                  <c:v>-22.641930332077976</c:v>
                </c:pt>
                <c:pt idx="14282">
                  <c:v>-22.642030870868012</c:v>
                </c:pt>
                <c:pt idx="14283">
                  <c:v>-22.642131358216005</c:v>
                </c:pt>
                <c:pt idx="14284">
                  <c:v>-22.642231794139008</c:v>
                </c:pt>
                <c:pt idx="14285">
                  <c:v>-22.642332178653987</c:v>
                </c:pt>
                <c:pt idx="14286">
                  <c:v>-22.642432511774985</c:v>
                </c:pt>
                <c:pt idx="14287">
                  <c:v>-22.642532793520019</c:v>
                </c:pt>
                <c:pt idx="14288">
                  <c:v>-22.642633023905006</c:v>
                </c:pt>
                <c:pt idx="14289">
                  <c:v>-22.642733202946999</c:v>
                </c:pt>
                <c:pt idx="14290">
                  <c:v>-22.642833330662</c:v>
                </c:pt>
                <c:pt idx="14291">
                  <c:v>-22.64293340706601</c:v>
                </c:pt>
                <c:pt idx="14292">
                  <c:v>-22.643033432175997</c:v>
                </c:pt>
                <c:pt idx="14293">
                  <c:v>-22.643133406008019</c:v>
                </c:pt>
                <c:pt idx="14294">
                  <c:v>-22.643233328578987</c:v>
                </c:pt>
                <c:pt idx="14295">
                  <c:v>-22.643333199903992</c:v>
                </c:pt>
                <c:pt idx="14296">
                  <c:v>-22.643433020000003</c:v>
                </c:pt>
                <c:pt idx="14297">
                  <c:v>-22.643532788883988</c:v>
                </c:pt>
                <c:pt idx="14298">
                  <c:v>-22.643632506570981</c:v>
                </c:pt>
                <c:pt idx="14299">
                  <c:v>-22.643732173078007</c:v>
                </c:pt>
                <c:pt idx="14300">
                  <c:v>-22.643831788423</c:v>
                </c:pt>
                <c:pt idx="14301">
                  <c:v>-22.643931352619006</c:v>
                </c:pt>
                <c:pt idx="14302">
                  <c:v>-22.644030865685011</c:v>
                </c:pt>
                <c:pt idx="14303">
                  <c:v>-22.644130327635992</c:v>
                </c:pt>
                <c:pt idx="14304">
                  <c:v>-22.644229738489003</c:v>
                </c:pt>
                <c:pt idx="14305">
                  <c:v>-22.644329098260016</c:v>
                </c:pt>
                <c:pt idx="14306">
                  <c:v>-22.644428406963982</c:v>
                </c:pt>
                <c:pt idx="14307">
                  <c:v>-22.64452766462</c:v>
                </c:pt>
                <c:pt idx="14308">
                  <c:v>-22.644626871241996</c:v>
                </c:pt>
                <c:pt idx="14309">
                  <c:v>-22.644726026846996</c:v>
                </c:pt>
                <c:pt idx="14310">
                  <c:v>-22.644825131451</c:v>
                </c:pt>
                <c:pt idx="14311">
                  <c:v>-22.644924185072</c:v>
                </c:pt>
                <c:pt idx="14312">
                  <c:v>-22.645023187723979</c:v>
                </c:pt>
                <c:pt idx="14313">
                  <c:v>-22.645122139424018</c:v>
                </c:pt>
                <c:pt idx="14314">
                  <c:v>-22.645221040188005</c:v>
                </c:pt>
                <c:pt idx="14315">
                  <c:v>-22.645319890033988</c:v>
                </c:pt>
                <c:pt idx="14316">
                  <c:v>-22.645418688976008</c:v>
                </c:pt>
                <c:pt idx="14317">
                  <c:v>-22.645517437031003</c:v>
                </c:pt>
                <c:pt idx="14318">
                  <c:v>-22.645616134216027</c:v>
                </c:pt>
                <c:pt idx="14319">
                  <c:v>-22.645714780545006</c:v>
                </c:pt>
                <c:pt idx="14320">
                  <c:v>-22.645813376036983</c:v>
                </c:pt>
                <c:pt idx="14321">
                  <c:v>-22.645911920705998</c:v>
                </c:pt>
                <c:pt idx="14322">
                  <c:v>-22.646010414570014</c:v>
                </c:pt>
                <c:pt idx="14323">
                  <c:v>-22.646108857643981</c:v>
                </c:pt>
                <c:pt idx="14324">
                  <c:v>-22.646207249944979</c:v>
                </c:pt>
                <c:pt idx="14325">
                  <c:v>-22.646305591489011</c:v>
                </c:pt>
                <c:pt idx="14326">
                  <c:v>-22.646403882290997</c:v>
                </c:pt>
                <c:pt idx="14327">
                  <c:v>-22.64650212236802</c:v>
                </c:pt>
                <c:pt idx="14328">
                  <c:v>-22.646600311737018</c:v>
                </c:pt>
                <c:pt idx="14329">
                  <c:v>-22.646698450413993</c:v>
                </c:pt>
                <c:pt idx="14330">
                  <c:v>-22.646796538413014</c:v>
                </c:pt>
                <c:pt idx="14331">
                  <c:v>-22.646894575753009</c:v>
                </c:pt>
                <c:pt idx="14332">
                  <c:v>-22.646992562447991</c:v>
                </c:pt>
                <c:pt idx="14333">
                  <c:v>-22.647090498516008</c:v>
                </c:pt>
                <c:pt idx="14334">
                  <c:v>-22.647188383972008</c:v>
                </c:pt>
                <c:pt idx="14335">
                  <c:v>-22.647286218831994</c:v>
                </c:pt>
                <c:pt idx="14336">
                  <c:v>-22.647384003113018</c:v>
                </c:pt>
                <c:pt idx="14337">
                  <c:v>-22.647481736830997</c:v>
                </c:pt>
                <c:pt idx="14338">
                  <c:v>-22.647579420000994</c:v>
                </c:pt>
                <c:pt idx="14339">
                  <c:v>-22.647677052640006</c:v>
                </c:pt>
                <c:pt idx="14340">
                  <c:v>-22.647774634765</c:v>
                </c:pt>
                <c:pt idx="14341">
                  <c:v>-22.647872166389988</c:v>
                </c:pt>
                <c:pt idx="14342">
                  <c:v>-22.647969647531994</c:v>
                </c:pt>
                <c:pt idx="14343">
                  <c:v>-22.648067078207987</c:v>
                </c:pt>
                <c:pt idx="14344">
                  <c:v>-22.648164458434024</c:v>
                </c:pt>
                <c:pt idx="14345">
                  <c:v>-22.648261788224005</c:v>
                </c:pt>
                <c:pt idx="14346">
                  <c:v>-22.648359067596004</c:v>
                </c:pt>
                <c:pt idx="14347">
                  <c:v>-22.648456296567019</c:v>
                </c:pt>
                <c:pt idx="14348">
                  <c:v>-22.64855347515001</c:v>
                </c:pt>
                <c:pt idx="14349">
                  <c:v>-22.64865060336399</c:v>
                </c:pt>
                <c:pt idx="14350">
                  <c:v>-22.648747681223</c:v>
                </c:pt>
                <c:pt idx="14351">
                  <c:v>-22.648844708745003</c:v>
                </c:pt>
                <c:pt idx="14352">
                  <c:v>-22.648941685943981</c:v>
                </c:pt>
                <c:pt idx="14353">
                  <c:v>-22.649038612837018</c:v>
                </c:pt>
                <c:pt idx="14354">
                  <c:v>-22.649135489439999</c:v>
                </c:pt>
                <c:pt idx="14355">
                  <c:v>-22.649232315769979</c:v>
                </c:pt>
                <c:pt idx="14356">
                  <c:v>-22.64932909184202</c:v>
                </c:pt>
                <c:pt idx="14357">
                  <c:v>-22.649425817670988</c:v>
                </c:pt>
                <c:pt idx="14358">
                  <c:v>-22.649522493275981</c:v>
                </c:pt>
                <c:pt idx="14359">
                  <c:v>-22.649619118670017</c:v>
                </c:pt>
                <c:pt idx="14360">
                  <c:v>-22.649715693870007</c:v>
                </c:pt>
                <c:pt idx="14361">
                  <c:v>-22.649812218891981</c:v>
                </c:pt>
                <c:pt idx="14362">
                  <c:v>-22.649908693754014</c:v>
                </c:pt>
                <c:pt idx="14363">
                  <c:v>-22.650005118467988</c:v>
                </c:pt>
                <c:pt idx="14364">
                  <c:v>-22.650101493053</c:v>
                </c:pt>
                <c:pt idx="14365">
                  <c:v>-22.650197817524003</c:v>
                </c:pt>
                <c:pt idx="14366">
                  <c:v>-22.650294091898985</c:v>
                </c:pt>
                <c:pt idx="14367">
                  <c:v>-22.650390316190027</c:v>
                </c:pt>
                <c:pt idx="14368">
                  <c:v>-22.650486490416</c:v>
                </c:pt>
                <c:pt idx="14369">
                  <c:v>-22.650582614592992</c:v>
                </c:pt>
                <c:pt idx="14370">
                  <c:v>-22.650678688734018</c:v>
                </c:pt>
                <c:pt idx="14371">
                  <c:v>-22.650774712858009</c:v>
                </c:pt>
                <c:pt idx="14372">
                  <c:v>-22.650870686979999</c:v>
                </c:pt>
                <c:pt idx="14373">
                  <c:v>-22.650966611116019</c:v>
                </c:pt>
                <c:pt idx="14374">
                  <c:v>-22.651062485282011</c:v>
                </c:pt>
                <c:pt idx="14375">
                  <c:v>-22.651158309492985</c:v>
                </c:pt>
                <c:pt idx="14376">
                  <c:v>-22.65125408376602</c:v>
                </c:pt>
                <c:pt idx="14377">
                  <c:v>-22.651349808117004</c:v>
                </c:pt>
                <c:pt idx="14378">
                  <c:v>-22.651445482561002</c:v>
                </c:pt>
                <c:pt idx="14379">
                  <c:v>-22.651541107115008</c:v>
                </c:pt>
                <c:pt idx="14380">
                  <c:v>-22.651636681794002</c:v>
                </c:pt>
                <c:pt idx="14381">
                  <c:v>-22.65173220661498</c:v>
                </c:pt>
                <c:pt idx="14382">
                  <c:v>-22.65182768159201</c:v>
                </c:pt>
                <c:pt idx="14383">
                  <c:v>-22.651923106742998</c:v>
                </c:pt>
                <c:pt idx="14384">
                  <c:v>-22.65201848208298</c:v>
                </c:pt>
                <c:pt idx="14385">
                  <c:v>-22.652113807627018</c:v>
                </c:pt>
                <c:pt idx="14386">
                  <c:v>-22.652209083391995</c:v>
                </c:pt>
                <c:pt idx="14387">
                  <c:v>-22.652304309393003</c:v>
                </c:pt>
                <c:pt idx="14388">
                  <c:v>-22.652399485648004</c:v>
                </c:pt>
                <c:pt idx="14389">
                  <c:v>-22.652494612170983</c:v>
                </c:pt>
                <c:pt idx="14390">
                  <c:v>-22.652589688976974</c:v>
                </c:pt>
                <c:pt idx="14391">
                  <c:v>-22.652684716084991</c:v>
                </c:pt>
                <c:pt idx="14392">
                  <c:v>-22.652779693507</c:v>
                </c:pt>
                <c:pt idx="14393">
                  <c:v>-22.65287462126102</c:v>
                </c:pt>
                <c:pt idx="14394">
                  <c:v>-22.652969499362996</c:v>
                </c:pt>
                <c:pt idx="14395">
                  <c:v>-22.653064327828986</c:v>
                </c:pt>
                <c:pt idx="14396">
                  <c:v>-22.653159106674025</c:v>
                </c:pt>
                <c:pt idx="14397">
                  <c:v>-22.653253835913006</c:v>
                </c:pt>
                <c:pt idx="14398">
                  <c:v>-22.653348515562982</c:v>
                </c:pt>
                <c:pt idx="14399">
                  <c:v>-22.653443145641006</c:v>
                </c:pt>
                <c:pt idx="14400">
                  <c:v>-22.653537726161005</c:v>
                </c:pt>
                <c:pt idx="14401">
                  <c:v>-22.653636071836985</c:v>
                </c:pt>
                <c:pt idx="14402">
                  <c:v>-22.653734367986004</c:v>
                </c:pt>
                <c:pt idx="14403">
                  <c:v>-22.653832614625003</c:v>
                </c:pt>
                <c:pt idx="14404">
                  <c:v>-22.653930811769982</c:v>
                </c:pt>
                <c:pt idx="14405">
                  <c:v>-22.654028959436999</c:v>
                </c:pt>
                <c:pt idx="14406">
                  <c:v>-22.654127057639982</c:v>
                </c:pt>
                <c:pt idx="14407">
                  <c:v>-22.654225106396979</c:v>
                </c:pt>
                <c:pt idx="14408">
                  <c:v>-22.654323105722</c:v>
                </c:pt>
                <c:pt idx="14409">
                  <c:v>-22.65442105563298</c:v>
                </c:pt>
                <c:pt idx="14410">
                  <c:v>-22.654518956141999</c:v>
                </c:pt>
                <c:pt idx="14411">
                  <c:v>-22.654616807269008</c:v>
                </c:pt>
                <c:pt idx="14412">
                  <c:v>-22.654714609027025</c:v>
                </c:pt>
                <c:pt idx="14413">
                  <c:v>-22.654812361433017</c:v>
                </c:pt>
                <c:pt idx="14414">
                  <c:v>-22.654910064502019</c:v>
                </c:pt>
                <c:pt idx="14415">
                  <c:v>-22.655007718250005</c:v>
                </c:pt>
                <c:pt idx="14416">
                  <c:v>-22.655105322693998</c:v>
                </c:pt>
                <c:pt idx="14417">
                  <c:v>-22.655202877845994</c:v>
                </c:pt>
                <c:pt idx="14418">
                  <c:v>-22.655300383726001</c:v>
                </c:pt>
                <c:pt idx="14419">
                  <c:v>-22.655397840347007</c:v>
                </c:pt>
                <c:pt idx="14420">
                  <c:v>-22.655495247727004</c:v>
                </c:pt>
                <c:pt idx="14421">
                  <c:v>-22.655592605878013</c:v>
                </c:pt>
                <c:pt idx="14422">
                  <c:v>-22.655689914819988</c:v>
                </c:pt>
                <c:pt idx="14423">
                  <c:v>-22.655787174566001</c:v>
                </c:pt>
                <c:pt idx="14424">
                  <c:v>-22.655884385132993</c:v>
                </c:pt>
                <c:pt idx="14425">
                  <c:v>-22.655981546534008</c:v>
                </c:pt>
                <c:pt idx="14426">
                  <c:v>-22.656078658788999</c:v>
                </c:pt>
                <c:pt idx="14427">
                  <c:v>-22.656175721909989</c:v>
                </c:pt>
                <c:pt idx="14428">
                  <c:v>-22.656272735914996</c:v>
                </c:pt>
                <c:pt idx="14429">
                  <c:v>-22.656369700817976</c:v>
                </c:pt>
                <c:pt idx="14430">
                  <c:v>-22.656466616636976</c:v>
                </c:pt>
                <c:pt idx="14431">
                  <c:v>-22.656563483385014</c:v>
                </c:pt>
                <c:pt idx="14432">
                  <c:v>-22.656660301078006</c:v>
                </c:pt>
                <c:pt idx="14433">
                  <c:v>-22.656757069733999</c:v>
                </c:pt>
                <c:pt idx="14434">
                  <c:v>-22.656853789365016</c:v>
                </c:pt>
                <c:pt idx="14435">
                  <c:v>-22.656950459990014</c:v>
                </c:pt>
                <c:pt idx="14436">
                  <c:v>-22.657047081623006</c:v>
                </c:pt>
                <c:pt idx="14437">
                  <c:v>-22.657143654279992</c:v>
                </c:pt>
                <c:pt idx="14438">
                  <c:v>-22.657240177975012</c:v>
                </c:pt>
                <c:pt idx="14439">
                  <c:v>-22.657336652726997</c:v>
                </c:pt>
                <c:pt idx="14440">
                  <c:v>-22.657433078548991</c:v>
                </c:pt>
                <c:pt idx="14441">
                  <c:v>-22.65752945545799</c:v>
                </c:pt>
                <c:pt idx="14442">
                  <c:v>-22.657625783467012</c:v>
                </c:pt>
                <c:pt idx="14443">
                  <c:v>-22.657722062596008</c:v>
                </c:pt>
                <c:pt idx="14444">
                  <c:v>-22.657818292856007</c:v>
                </c:pt>
                <c:pt idx="14445">
                  <c:v>-22.657914474265993</c:v>
                </c:pt>
                <c:pt idx="14446">
                  <c:v>-22.65801060683998</c:v>
                </c:pt>
                <c:pt idx="14447">
                  <c:v>-22.658106690593002</c:v>
                </c:pt>
                <c:pt idx="14448">
                  <c:v>-22.658202725542992</c:v>
                </c:pt>
                <c:pt idx="14449">
                  <c:v>-22.658298711701974</c:v>
                </c:pt>
                <c:pt idx="14450">
                  <c:v>-22.658394649089018</c:v>
                </c:pt>
                <c:pt idx="14451">
                  <c:v>-22.658490537717</c:v>
                </c:pt>
                <c:pt idx="14452">
                  <c:v>-22.658586377604024</c:v>
                </c:pt>
                <c:pt idx="14453">
                  <c:v>-22.658682168763022</c:v>
                </c:pt>
                <c:pt idx="14454">
                  <c:v>-22.658777911211018</c:v>
                </c:pt>
                <c:pt idx="14455">
                  <c:v>-22.65887360496302</c:v>
                </c:pt>
                <c:pt idx="14456">
                  <c:v>-22.658969250035</c:v>
                </c:pt>
                <c:pt idx="14457">
                  <c:v>-22.659064846441993</c:v>
                </c:pt>
                <c:pt idx="14458">
                  <c:v>-22.659160394200995</c:v>
                </c:pt>
                <c:pt idx="14459">
                  <c:v>-22.659255893324001</c:v>
                </c:pt>
                <c:pt idx="14460">
                  <c:v>-22.659351343830991</c:v>
                </c:pt>
                <c:pt idx="14461">
                  <c:v>-22.659446745735011</c:v>
                </c:pt>
                <c:pt idx="14462">
                  <c:v>-22.659542099051009</c:v>
                </c:pt>
                <c:pt idx="14463">
                  <c:v>-22.659637403795983</c:v>
                </c:pt>
                <c:pt idx="14464">
                  <c:v>-22.659732659984002</c:v>
                </c:pt>
                <c:pt idx="14465">
                  <c:v>-22.659827867632004</c:v>
                </c:pt>
                <c:pt idx="14466">
                  <c:v>-22.659923026754001</c:v>
                </c:pt>
                <c:pt idx="14467">
                  <c:v>-22.660018137367985</c:v>
                </c:pt>
                <c:pt idx="14468">
                  <c:v>-22.660113199484982</c:v>
                </c:pt>
                <c:pt idx="14469">
                  <c:v>-22.660208213125998</c:v>
                </c:pt>
                <c:pt idx="14470">
                  <c:v>-22.660303178300978</c:v>
                </c:pt>
                <c:pt idx="14471">
                  <c:v>-22.660398095030018</c:v>
                </c:pt>
                <c:pt idx="14472">
                  <c:v>-22.660492963326021</c:v>
                </c:pt>
                <c:pt idx="14473">
                  <c:v>-22.660587783205017</c:v>
                </c:pt>
                <c:pt idx="14474">
                  <c:v>-22.660682554682012</c:v>
                </c:pt>
                <c:pt idx="14475">
                  <c:v>-22.660777277773008</c:v>
                </c:pt>
                <c:pt idx="14476">
                  <c:v>-22.660871952494006</c:v>
                </c:pt>
                <c:pt idx="14477">
                  <c:v>-22.660966578859018</c:v>
                </c:pt>
                <c:pt idx="14478">
                  <c:v>-22.661061156885012</c:v>
                </c:pt>
                <c:pt idx="14479">
                  <c:v>-22.661155686585005</c:v>
                </c:pt>
                <c:pt idx="14480">
                  <c:v>-22.661250167976988</c:v>
                </c:pt>
                <c:pt idx="14481">
                  <c:v>-22.661344601075001</c:v>
                </c:pt>
                <c:pt idx="14482">
                  <c:v>-22.661438985894989</c:v>
                </c:pt>
                <c:pt idx="14483">
                  <c:v>-22.661533322451987</c:v>
                </c:pt>
                <c:pt idx="14484">
                  <c:v>-22.661627610761997</c:v>
                </c:pt>
                <c:pt idx="14485">
                  <c:v>-22.661721850839001</c:v>
                </c:pt>
                <c:pt idx="14486">
                  <c:v>-22.661816042699996</c:v>
                </c:pt>
                <c:pt idx="14487">
                  <c:v>-22.661910186358995</c:v>
                </c:pt>
                <c:pt idx="14488">
                  <c:v>-22.662004281832992</c:v>
                </c:pt>
                <c:pt idx="14489">
                  <c:v>-22.662098329134977</c:v>
                </c:pt>
                <c:pt idx="14490">
                  <c:v>-22.662192328283993</c:v>
                </c:pt>
                <c:pt idx="14491">
                  <c:v>-22.662286279292005</c:v>
                </c:pt>
                <c:pt idx="14492">
                  <c:v>-22.662380182175013</c:v>
                </c:pt>
                <c:pt idx="14493">
                  <c:v>-22.662474036950016</c:v>
                </c:pt>
                <c:pt idx="14494">
                  <c:v>-22.662567843629006</c:v>
                </c:pt>
                <c:pt idx="14495">
                  <c:v>-22.662661602231992</c:v>
                </c:pt>
                <c:pt idx="14496">
                  <c:v>-22.662755312770003</c:v>
                </c:pt>
                <c:pt idx="14497">
                  <c:v>-22.662848975260999</c:v>
                </c:pt>
                <c:pt idx="14498">
                  <c:v>-22.662942589718995</c:v>
                </c:pt>
                <c:pt idx="14499">
                  <c:v>-22.663036156161013</c:v>
                </c:pt>
                <c:pt idx="14500">
                  <c:v>-22.663129674598991</c:v>
                </c:pt>
                <c:pt idx="14501">
                  <c:v>-22.663223145052996</c:v>
                </c:pt>
                <c:pt idx="14502">
                  <c:v>-22.663316567533002</c:v>
                </c:pt>
                <c:pt idx="14503">
                  <c:v>-22.663409942058991</c:v>
                </c:pt>
                <c:pt idx="14504">
                  <c:v>-22.663503268642984</c:v>
                </c:pt>
                <c:pt idx="14505">
                  <c:v>-22.663596547303001</c:v>
                </c:pt>
                <c:pt idx="14506">
                  <c:v>-22.663689778052998</c:v>
                </c:pt>
                <c:pt idx="14507">
                  <c:v>-22.663782960906985</c:v>
                </c:pt>
                <c:pt idx="14508">
                  <c:v>-22.663876095881989</c:v>
                </c:pt>
                <c:pt idx="14509">
                  <c:v>-22.663969182991991</c:v>
                </c:pt>
                <c:pt idx="14510">
                  <c:v>-22.664062222254017</c:v>
                </c:pt>
                <c:pt idx="14511">
                  <c:v>-22.664155213681028</c:v>
                </c:pt>
                <c:pt idx="14512">
                  <c:v>-22.664248157291013</c:v>
                </c:pt>
                <c:pt idx="14513">
                  <c:v>-22.664341053096024</c:v>
                </c:pt>
                <c:pt idx="14514">
                  <c:v>-22.664433901113995</c:v>
                </c:pt>
                <c:pt idx="14515">
                  <c:v>-22.664526701359023</c:v>
                </c:pt>
                <c:pt idx="14516">
                  <c:v>-22.664619453846996</c:v>
                </c:pt>
                <c:pt idx="14517">
                  <c:v>-22.664712158591016</c:v>
                </c:pt>
                <c:pt idx="14518">
                  <c:v>-22.664804815610012</c:v>
                </c:pt>
                <c:pt idx="14519">
                  <c:v>-22.664897424915011</c:v>
                </c:pt>
                <c:pt idx="14520">
                  <c:v>-22.664989986525001</c:v>
                </c:pt>
                <c:pt idx="14521">
                  <c:v>-22.665082500453991</c:v>
                </c:pt>
                <c:pt idx="14522">
                  <c:v>-22.665174966715</c:v>
                </c:pt>
                <c:pt idx="14523">
                  <c:v>-22.66526738532599</c:v>
                </c:pt>
                <c:pt idx="14524">
                  <c:v>-22.665359756300006</c:v>
                </c:pt>
                <c:pt idx="14525">
                  <c:v>-22.665452079654983</c:v>
                </c:pt>
                <c:pt idx="14526">
                  <c:v>-22.665544355403</c:v>
                </c:pt>
                <c:pt idx="14527">
                  <c:v>-22.665636583561991</c:v>
                </c:pt>
                <c:pt idx="14528">
                  <c:v>-22.665728764143978</c:v>
                </c:pt>
                <c:pt idx="14529">
                  <c:v>-22.665820897167976</c:v>
                </c:pt>
                <c:pt idx="14530">
                  <c:v>-22.665912982645978</c:v>
                </c:pt>
                <c:pt idx="14531">
                  <c:v>-22.666005020595009</c:v>
                </c:pt>
                <c:pt idx="14532">
                  <c:v>-22.666097011029024</c:v>
                </c:pt>
                <c:pt idx="14533">
                  <c:v>-22.666188953963996</c:v>
                </c:pt>
                <c:pt idx="14534">
                  <c:v>-22.666280849414022</c:v>
                </c:pt>
                <c:pt idx="14535">
                  <c:v>-22.666372697396014</c:v>
                </c:pt>
                <c:pt idx="14536">
                  <c:v>-22.666464497924011</c:v>
                </c:pt>
                <c:pt idx="14537">
                  <c:v>-22.666556251012992</c:v>
                </c:pt>
                <c:pt idx="14538">
                  <c:v>-22.666647956679014</c:v>
                </c:pt>
                <c:pt idx="14539">
                  <c:v>-22.666739614935011</c:v>
                </c:pt>
                <c:pt idx="14540">
                  <c:v>-22.666831225799001</c:v>
                </c:pt>
                <c:pt idx="14541">
                  <c:v>-22.666922789283007</c:v>
                </c:pt>
                <c:pt idx="14542">
                  <c:v>-22.667014305405985</c:v>
                </c:pt>
                <c:pt idx="14543">
                  <c:v>-22.667105774178992</c:v>
                </c:pt>
                <c:pt idx="14544">
                  <c:v>-22.667197195619991</c:v>
                </c:pt>
                <c:pt idx="14545">
                  <c:v>-22.667288569741999</c:v>
                </c:pt>
                <c:pt idx="14546">
                  <c:v>-22.667379896562977</c:v>
                </c:pt>
                <c:pt idx="14547">
                  <c:v>-22.667471176095006</c:v>
                </c:pt>
                <c:pt idx="14548">
                  <c:v>-22.667562408354996</c:v>
                </c:pt>
                <c:pt idx="14549">
                  <c:v>-22.667653593355993</c:v>
                </c:pt>
                <c:pt idx="14550">
                  <c:v>-22.667744731115988</c:v>
                </c:pt>
                <c:pt idx="14551">
                  <c:v>-22.667835821649021</c:v>
                </c:pt>
                <c:pt idx="14552">
                  <c:v>-22.667926864968024</c:v>
                </c:pt>
                <c:pt idx="14553">
                  <c:v>-22.668017861091016</c:v>
                </c:pt>
                <c:pt idx="14554">
                  <c:v>-22.668108810031015</c:v>
                </c:pt>
                <c:pt idx="14555">
                  <c:v>-22.668199711803993</c:v>
                </c:pt>
                <c:pt idx="14556">
                  <c:v>-22.66829056642402</c:v>
                </c:pt>
                <c:pt idx="14557">
                  <c:v>-22.668381373908005</c:v>
                </c:pt>
                <c:pt idx="14558">
                  <c:v>-22.668472134268995</c:v>
                </c:pt>
                <c:pt idx="14559">
                  <c:v>-22.668562847523987</c:v>
                </c:pt>
                <c:pt idx="14560">
                  <c:v>-22.668653513685996</c:v>
                </c:pt>
                <c:pt idx="14561">
                  <c:v>-22.668744132771991</c:v>
                </c:pt>
                <c:pt idx="14562">
                  <c:v>-22.668834704793994</c:v>
                </c:pt>
                <c:pt idx="14563">
                  <c:v>-22.668925229770991</c:v>
                </c:pt>
                <c:pt idx="14564">
                  <c:v>-22.66901570771401</c:v>
                </c:pt>
                <c:pt idx="14565">
                  <c:v>-22.669106138641979</c:v>
                </c:pt>
                <c:pt idx="14566">
                  <c:v>-22.669196522566978</c:v>
                </c:pt>
                <c:pt idx="14567">
                  <c:v>-22.669286859504979</c:v>
                </c:pt>
                <c:pt idx="14568">
                  <c:v>-22.669377149470989</c:v>
                </c:pt>
                <c:pt idx="14569">
                  <c:v>-22.669467392478992</c:v>
                </c:pt>
                <c:pt idx="14570">
                  <c:v>-22.669557588546013</c:v>
                </c:pt>
                <c:pt idx="14571">
                  <c:v>-22.669647737685011</c:v>
                </c:pt>
                <c:pt idx="14572">
                  <c:v>-22.669737839913012</c:v>
                </c:pt>
                <c:pt idx="14573">
                  <c:v>-22.669827895242008</c:v>
                </c:pt>
                <c:pt idx="14574">
                  <c:v>-22.66991790369002</c:v>
                </c:pt>
                <c:pt idx="14575">
                  <c:v>-22.670007865270009</c:v>
                </c:pt>
                <c:pt idx="14576">
                  <c:v>-22.670097779998002</c:v>
                </c:pt>
                <c:pt idx="14577">
                  <c:v>-22.670187647888014</c:v>
                </c:pt>
                <c:pt idx="14578">
                  <c:v>-22.670277468957011</c:v>
                </c:pt>
                <c:pt idx="14579">
                  <c:v>-22.670367243215992</c:v>
                </c:pt>
                <c:pt idx="14580">
                  <c:v>-22.670456970684995</c:v>
                </c:pt>
                <c:pt idx="14581">
                  <c:v>-22.670546651373996</c:v>
                </c:pt>
                <c:pt idx="14582">
                  <c:v>-22.67063628530201</c:v>
                </c:pt>
                <c:pt idx="14583">
                  <c:v>-22.670725872481</c:v>
                </c:pt>
                <c:pt idx="14584">
                  <c:v>-22.670815412926999</c:v>
                </c:pt>
                <c:pt idx="14585">
                  <c:v>-22.670904906655977</c:v>
                </c:pt>
                <c:pt idx="14586">
                  <c:v>-22.670994353679987</c:v>
                </c:pt>
                <c:pt idx="14587">
                  <c:v>-22.67108375401699</c:v>
                </c:pt>
                <c:pt idx="14588">
                  <c:v>-22.671173107679977</c:v>
                </c:pt>
                <c:pt idx="14589">
                  <c:v>-22.671262414684975</c:v>
                </c:pt>
                <c:pt idx="14590">
                  <c:v>-22.671351675044974</c:v>
                </c:pt>
                <c:pt idx="14591">
                  <c:v>-22.671440888778022</c:v>
                </c:pt>
                <c:pt idx="14592">
                  <c:v>-22.671530055895005</c:v>
                </c:pt>
                <c:pt idx="14593">
                  <c:v>-22.671619176415021</c:v>
                </c:pt>
                <c:pt idx="14594">
                  <c:v>-22.671708250349013</c:v>
                </c:pt>
                <c:pt idx="14595">
                  <c:v>-22.671797277715001</c:v>
                </c:pt>
                <c:pt idx="14596">
                  <c:v>-22.671886258526996</c:v>
                </c:pt>
                <c:pt idx="14597">
                  <c:v>-22.671975192798016</c:v>
                </c:pt>
                <c:pt idx="14598">
                  <c:v>-22.672064080544999</c:v>
                </c:pt>
                <c:pt idx="14599">
                  <c:v>-22.672152921780992</c:v>
                </c:pt>
                <c:pt idx="14600">
                  <c:v>-22.67224171652299</c:v>
                </c:pt>
                <c:pt idx="14601">
                  <c:v>-22.672330464782988</c:v>
                </c:pt>
                <c:pt idx="14602">
                  <c:v>-22.672419166579004</c:v>
                </c:pt>
                <c:pt idx="14603">
                  <c:v>-22.672507821924</c:v>
                </c:pt>
                <c:pt idx="14604">
                  <c:v>-22.672596430832982</c:v>
                </c:pt>
                <c:pt idx="14605">
                  <c:v>-22.672684993320985</c:v>
                </c:pt>
                <c:pt idx="14606">
                  <c:v>-22.672773509402987</c:v>
                </c:pt>
                <c:pt idx="14607">
                  <c:v>-22.672861979093</c:v>
                </c:pt>
                <c:pt idx="14608">
                  <c:v>-22.672950402406997</c:v>
                </c:pt>
                <c:pt idx="14609">
                  <c:v>-22.673038779357995</c:v>
                </c:pt>
                <c:pt idx="14610">
                  <c:v>-22.673127109962991</c:v>
                </c:pt>
                <c:pt idx="14611">
                  <c:v>-22.673215394235001</c:v>
                </c:pt>
                <c:pt idx="14612">
                  <c:v>-22.673303632189999</c:v>
                </c:pt>
                <c:pt idx="14613">
                  <c:v>-22.673391823841996</c:v>
                </c:pt>
                <c:pt idx="14614">
                  <c:v>-22.673479969205005</c:v>
                </c:pt>
                <c:pt idx="14615">
                  <c:v>-22.673568068295992</c:v>
                </c:pt>
                <c:pt idx="14616">
                  <c:v>-22.673656121128005</c:v>
                </c:pt>
                <c:pt idx="14617">
                  <c:v>-22.673744127717015</c:v>
                </c:pt>
                <c:pt idx="14618">
                  <c:v>-22.673832088075017</c:v>
                </c:pt>
                <c:pt idx="14619">
                  <c:v>-22.673920002220996</c:v>
                </c:pt>
                <c:pt idx="14620">
                  <c:v>-22.674007870166008</c:v>
                </c:pt>
                <c:pt idx="14621">
                  <c:v>-22.674095691926993</c:v>
                </c:pt>
                <c:pt idx="14622">
                  <c:v>-22.674183467516997</c:v>
                </c:pt>
                <c:pt idx="14623">
                  <c:v>-22.674271196952986</c:v>
                </c:pt>
                <c:pt idx="14624">
                  <c:v>-22.674358880246984</c:v>
                </c:pt>
                <c:pt idx="14625">
                  <c:v>-22.674446517415987</c:v>
                </c:pt>
                <c:pt idx="14626">
                  <c:v>-22.674534108473978</c:v>
                </c:pt>
                <c:pt idx="14627">
                  <c:v>-22.674621653434997</c:v>
                </c:pt>
                <c:pt idx="14628">
                  <c:v>-22.674709152313994</c:v>
                </c:pt>
                <c:pt idx="14629">
                  <c:v>-22.674796605125977</c:v>
                </c:pt>
                <c:pt idx="14630">
                  <c:v>-22.674884011886007</c:v>
                </c:pt>
                <c:pt idx="14631">
                  <c:v>-22.674971372607018</c:v>
                </c:pt>
                <c:pt idx="14632">
                  <c:v>-22.675058687306006</c:v>
                </c:pt>
                <c:pt idx="14633">
                  <c:v>-22.675145955996015</c:v>
                </c:pt>
                <c:pt idx="14634">
                  <c:v>-22.67523317869302</c:v>
                </c:pt>
                <c:pt idx="14635">
                  <c:v>-22.675320355410008</c:v>
                </c:pt>
                <c:pt idx="14636">
                  <c:v>-22.675407486164005</c:v>
                </c:pt>
                <c:pt idx="14637">
                  <c:v>-22.675494570967004</c:v>
                </c:pt>
                <c:pt idx="14638">
                  <c:v>-22.675581609836001</c:v>
                </c:pt>
                <c:pt idx="14639">
                  <c:v>-22.675668602782991</c:v>
                </c:pt>
                <c:pt idx="14640">
                  <c:v>-22.675755549825993</c:v>
                </c:pt>
                <c:pt idx="14641">
                  <c:v>-22.675842450977001</c:v>
                </c:pt>
                <c:pt idx="14642">
                  <c:v>-22.675929306250993</c:v>
                </c:pt>
                <c:pt idx="14643">
                  <c:v>-22.676016115663998</c:v>
                </c:pt>
                <c:pt idx="14644">
                  <c:v>-22.676102879229006</c:v>
                </c:pt>
                <c:pt idx="14645">
                  <c:v>-22.67618959696199</c:v>
                </c:pt>
                <c:pt idx="14646">
                  <c:v>-22.676276268875995</c:v>
                </c:pt>
                <c:pt idx="14647">
                  <c:v>-22.676362894987989</c:v>
                </c:pt>
                <c:pt idx="14648">
                  <c:v>-22.676449475308999</c:v>
                </c:pt>
                <c:pt idx="14649">
                  <c:v>-22.676536009857983</c:v>
                </c:pt>
                <c:pt idx="14650">
                  <c:v>-22.676622498645997</c:v>
                </c:pt>
                <c:pt idx="14651">
                  <c:v>-22.676708941690009</c:v>
                </c:pt>
                <c:pt idx="14652">
                  <c:v>-22.676795339002012</c:v>
                </c:pt>
                <c:pt idx="14653">
                  <c:v>-22.676881690599998</c:v>
                </c:pt>
                <c:pt idx="14654">
                  <c:v>-22.676967996495023</c:v>
                </c:pt>
                <c:pt idx="14655">
                  <c:v>-22.677054256703997</c:v>
                </c:pt>
                <c:pt idx="14656">
                  <c:v>-22.677140471242012</c:v>
                </c:pt>
                <c:pt idx="14657">
                  <c:v>-22.677226640121006</c:v>
                </c:pt>
                <c:pt idx="14658">
                  <c:v>-22.677312763357008</c:v>
                </c:pt>
                <c:pt idx="14659">
                  <c:v>-22.677398840964997</c:v>
                </c:pt>
                <c:pt idx="14660">
                  <c:v>-22.677484872958985</c:v>
                </c:pt>
                <c:pt idx="14661">
                  <c:v>-22.677570859353011</c:v>
                </c:pt>
                <c:pt idx="14662">
                  <c:v>-22.677656800162993</c:v>
                </c:pt>
                <c:pt idx="14663">
                  <c:v>-22.677742695402003</c:v>
                </c:pt>
                <c:pt idx="14664">
                  <c:v>-22.677828545085987</c:v>
                </c:pt>
                <c:pt idx="14665">
                  <c:v>-22.677914349226995</c:v>
                </c:pt>
                <c:pt idx="14666">
                  <c:v>-22.67800010784299</c:v>
                </c:pt>
                <c:pt idx="14667">
                  <c:v>-22.678085820945995</c:v>
                </c:pt>
                <c:pt idx="14668">
                  <c:v>-22.678171488551982</c:v>
                </c:pt>
                <c:pt idx="14669">
                  <c:v>-22.678257110673997</c:v>
                </c:pt>
                <c:pt idx="14670">
                  <c:v>-22.678342687327984</c:v>
                </c:pt>
                <c:pt idx="14671">
                  <c:v>-22.678428218528012</c:v>
                </c:pt>
                <c:pt idx="14672">
                  <c:v>-22.678513704287013</c:v>
                </c:pt>
                <c:pt idx="14673">
                  <c:v>-22.678599144622012</c:v>
                </c:pt>
                <c:pt idx="14674">
                  <c:v>-22.678684539545998</c:v>
                </c:pt>
                <c:pt idx="14675">
                  <c:v>-22.678769889074005</c:v>
                </c:pt>
                <c:pt idx="14676">
                  <c:v>-22.678855193218993</c:v>
                </c:pt>
                <c:pt idx="14677">
                  <c:v>-22.678940451998017</c:v>
                </c:pt>
                <c:pt idx="14678">
                  <c:v>-22.679025665423012</c:v>
                </c:pt>
                <c:pt idx="14679">
                  <c:v>-22.679110833511004</c:v>
                </c:pt>
                <c:pt idx="14680">
                  <c:v>-22.679195956274015</c:v>
                </c:pt>
                <c:pt idx="14681">
                  <c:v>-22.679281033727989</c:v>
                </c:pt>
                <c:pt idx="14682">
                  <c:v>-22.679366065886995</c:v>
                </c:pt>
                <c:pt idx="14683">
                  <c:v>-22.679451052764989</c:v>
                </c:pt>
                <c:pt idx="14684">
                  <c:v>-22.679535994377005</c:v>
                </c:pt>
                <c:pt idx="14685">
                  <c:v>-22.679620890737993</c:v>
                </c:pt>
                <c:pt idx="14686">
                  <c:v>-22.679705741861</c:v>
                </c:pt>
                <c:pt idx="14687">
                  <c:v>-22.679790547761002</c:v>
                </c:pt>
                <c:pt idx="14688">
                  <c:v>-22.679875308453973</c:v>
                </c:pt>
                <c:pt idx="14689">
                  <c:v>-22.679960023950997</c:v>
                </c:pt>
                <c:pt idx="14690">
                  <c:v>-22.680044694270009</c:v>
                </c:pt>
                <c:pt idx="14691">
                  <c:v>-22.680129319422008</c:v>
                </c:pt>
                <c:pt idx="14692">
                  <c:v>-22.680213899425013</c:v>
                </c:pt>
                <c:pt idx="14693">
                  <c:v>-22.680298434290023</c:v>
                </c:pt>
                <c:pt idx="14694">
                  <c:v>-22.680382924034006</c:v>
                </c:pt>
                <c:pt idx="14695">
                  <c:v>-22.680467368670008</c:v>
                </c:pt>
                <c:pt idx="14696">
                  <c:v>-22.680551768213007</c:v>
                </c:pt>
                <c:pt idx="14697">
                  <c:v>-22.680636122677015</c:v>
                </c:pt>
                <c:pt idx="14698">
                  <c:v>-22.68072043207701</c:v>
                </c:pt>
                <c:pt idx="14699">
                  <c:v>-22.680804696426009</c:v>
                </c:pt>
                <c:pt idx="14700">
                  <c:v>-22.680888915740013</c:v>
                </c:pt>
                <c:pt idx="14701">
                  <c:v>-22.680976497829022</c:v>
                </c:pt>
                <c:pt idx="14702">
                  <c:v>-22.681064034909014</c:v>
                </c:pt>
                <c:pt idx="14703">
                  <c:v>-22.681151526998008</c:v>
                </c:pt>
                <c:pt idx="14704">
                  <c:v>-22.681238974108993</c:v>
                </c:pt>
                <c:pt idx="14705">
                  <c:v>-22.68132637625601</c:v>
                </c:pt>
                <c:pt idx="14706">
                  <c:v>-22.681413733452985</c:v>
                </c:pt>
                <c:pt idx="14707">
                  <c:v>-22.681501045712992</c:v>
                </c:pt>
                <c:pt idx="14708">
                  <c:v>-22.681588313053993</c:v>
                </c:pt>
                <c:pt idx="14709">
                  <c:v>-22.681675535488012</c:v>
                </c:pt>
                <c:pt idx="14710">
                  <c:v>-22.681762713029002</c:v>
                </c:pt>
                <c:pt idx="14711">
                  <c:v>-22.681849845692</c:v>
                </c:pt>
                <c:pt idx="14712">
                  <c:v>-22.681936933492011</c:v>
                </c:pt>
                <c:pt idx="14713">
                  <c:v>-22.682023976441997</c:v>
                </c:pt>
                <c:pt idx="14714">
                  <c:v>-22.682110974556991</c:v>
                </c:pt>
                <c:pt idx="14715">
                  <c:v>-22.682197927850979</c:v>
                </c:pt>
                <c:pt idx="14716">
                  <c:v>-22.682284836338994</c:v>
                </c:pt>
                <c:pt idx="14717">
                  <c:v>-22.682371700034025</c:v>
                </c:pt>
                <c:pt idx="14718">
                  <c:v>-22.682458518951989</c:v>
                </c:pt>
                <c:pt idx="14719">
                  <c:v>-22.682545293105022</c:v>
                </c:pt>
                <c:pt idx="14720">
                  <c:v>-22.682632022508983</c:v>
                </c:pt>
                <c:pt idx="14721">
                  <c:v>-22.682718707177997</c:v>
                </c:pt>
                <c:pt idx="14722">
                  <c:v>-22.682805347126987</c:v>
                </c:pt>
                <c:pt idx="14723">
                  <c:v>-22.682891942368002</c:v>
                </c:pt>
                <c:pt idx="14724">
                  <c:v>-22.682978492916988</c:v>
                </c:pt>
                <c:pt idx="14725">
                  <c:v>-22.683064998788012</c:v>
                </c:pt>
                <c:pt idx="14726">
                  <c:v>-22.683151459995003</c:v>
                </c:pt>
                <c:pt idx="14727">
                  <c:v>-22.683237876552994</c:v>
                </c:pt>
                <c:pt idx="14728">
                  <c:v>-22.683324248474008</c:v>
                </c:pt>
                <c:pt idx="14729">
                  <c:v>-22.683410575776008</c:v>
                </c:pt>
                <c:pt idx="14730">
                  <c:v>-22.683496858469994</c:v>
                </c:pt>
                <c:pt idx="14731">
                  <c:v>-22.683583096570999</c:v>
                </c:pt>
                <c:pt idx="14732">
                  <c:v>-22.683669290093007</c:v>
                </c:pt>
                <c:pt idx="14733">
                  <c:v>-22.683755439051993</c:v>
                </c:pt>
                <c:pt idx="14734">
                  <c:v>-22.683841543460005</c:v>
                </c:pt>
                <c:pt idx="14735">
                  <c:v>-22.683927603333018</c:v>
                </c:pt>
                <c:pt idx="14736">
                  <c:v>-22.684013618682997</c:v>
                </c:pt>
                <c:pt idx="14737">
                  <c:v>-22.684099589527023</c:v>
                </c:pt>
                <c:pt idx="14738">
                  <c:v>-22.684185515877004</c:v>
                </c:pt>
                <c:pt idx="14739">
                  <c:v>-22.684271397748006</c:v>
                </c:pt>
                <c:pt idx="14740">
                  <c:v>-22.684357235153982</c:v>
                </c:pt>
                <c:pt idx="14741">
                  <c:v>-22.684443028109001</c:v>
                </c:pt>
                <c:pt idx="14742">
                  <c:v>-22.684528776627985</c:v>
                </c:pt>
                <c:pt idx="14743">
                  <c:v>-22.684614480724008</c:v>
                </c:pt>
                <c:pt idx="14744">
                  <c:v>-22.684700140412019</c:v>
                </c:pt>
                <c:pt idx="14745">
                  <c:v>-22.684785755705008</c:v>
                </c:pt>
                <c:pt idx="14746">
                  <c:v>-22.684871326619998</c:v>
                </c:pt>
                <c:pt idx="14747">
                  <c:v>-22.684956853167989</c:v>
                </c:pt>
                <c:pt idx="14748">
                  <c:v>-22.685042335365011</c:v>
                </c:pt>
                <c:pt idx="14749">
                  <c:v>-22.685127773223002</c:v>
                </c:pt>
                <c:pt idx="14750">
                  <c:v>-22.685213166759013</c:v>
                </c:pt>
                <c:pt idx="14751">
                  <c:v>-22.685298515986005</c:v>
                </c:pt>
                <c:pt idx="14752">
                  <c:v>-22.685383820917991</c:v>
                </c:pt>
                <c:pt idx="14753">
                  <c:v>-22.685469081568016</c:v>
                </c:pt>
                <c:pt idx="14754">
                  <c:v>-22.685554297951995</c:v>
                </c:pt>
                <c:pt idx="14755">
                  <c:v>-22.685639470083004</c:v>
                </c:pt>
                <c:pt idx="14756">
                  <c:v>-22.685724597974996</c:v>
                </c:pt>
                <c:pt idx="14757">
                  <c:v>-22.685809681643008</c:v>
                </c:pt>
                <c:pt idx="14758">
                  <c:v>-22.685894721099999</c:v>
                </c:pt>
                <c:pt idx="14759">
                  <c:v>-22.685979716361004</c:v>
                </c:pt>
                <c:pt idx="14760">
                  <c:v>-22.686064667440007</c:v>
                </c:pt>
                <c:pt idx="14761">
                  <c:v>-22.686149574350992</c:v>
                </c:pt>
                <c:pt idx="14762">
                  <c:v>-22.686234437107004</c:v>
                </c:pt>
                <c:pt idx="14763">
                  <c:v>-22.686319255723987</c:v>
                </c:pt>
                <c:pt idx="14764">
                  <c:v>-22.686404030215016</c:v>
                </c:pt>
                <c:pt idx="14765">
                  <c:v>-22.686488760593988</c:v>
                </c:pt>
                <c:pt idx="14766">
                  <c:v>-22.686573446875002</c:v>
                </c:pt>
                <c:pt idx="14767">
                  <c:v>-22.686658089072978</c:v>
                </c:pt>
                <c:pt idx="14768">
                  <c:v>-22.68674268720099</c:v>
                </c:pt>
                <c:pt idx="14769">
                  <c:v>-22.686827241273022</c:v>
                </c:pt>
                <c:pt idx="14770">
                  <c:v>-22.686911751303001</c:v>
                </c:pt>
                <c:pt idx="14771">
                  <c:v>-22.686996217307012</c:v>
                </c:pt>
                <c:pt idx="14772">
                  <c:v>-22.687080639295999</c:v>
                </c:pt>
                <c:pt idx="14773">
                  <c:v>-22.687165017287015</c:v>
                </c:pt>
                <c:pt idx="14774">
                  <c:v>-22.687249351291001</c:v>
                </c:pt>
                <c:pt idx="14775">
                  <c:v>-22.687333641325012</c:v>
                </c:pt>
                <c:pt idx="14776">
                  <c:v>-22.687417887401011</c:v>
                </c:pt>
                <c:pt idx="14777">
                  <c:v>-22.687502089534007</c:v>
                </c:pt>
                <c:pt idx="14778">
                  <c:v>-22.687586247738011</c:v>
                </c:pt>
                <c:pt idx="14779">
                  <c:v>-22.687670362024988</c:v>
                </c:pt>
                <c:pt idx="14780">
                  <c:v>-22.687754432412021</c:v>
                </c:pt>
                <c:pt idx="14781">
                  <c:v>-22.687838458911983</c:v>
                </c:pt>
                <c:pt idx="14782">
                  <c:v>-22.687922441538007</c:v>
                </c:pt>
                <c:pt idx="14783">
                  <c:v>-22.688006380303989</c:v>
                </c:pt>
                <c:pt idx="14784">
                  <c:v>-22.688090275225989</c:v>
                </c:pt>
                <c:pt idx="14785">
                  <c:v>-22.688174126316</c:v>
                </c:pt>
                <c:pt idx="14786">
                  <c:v>-22.688257933589</c:v>
                </c:pt>
                <c:pt idx="14787">
                  <c:v>-22.688341697057012</c:v>
                </c:pt>
                <c:pt idx="14788">
                  <c:v>-22.688425416737005</c:v>
                </c:pt>
                <c:pt idx="14789">
                  <c:v>-22.688509092641993</c:v>
                </c:pt>
                <c:pt idx="14790">
                  <c:v>-22.688592724784996</c:v>
                </c:pt>
                <c:pt idx="14791">
                  <c:v>-22.688676313179002</c:v>
                </c:pt>
                <c:pt idx="14792">
                  <c:v>-22.688759857840978</c:v>
                </c:pt>
                <c:pt idx="14793">
                  <c:v>-22.688843358783004</c:v>
                </c:pt>
                <c:pt idx="14794">
                  <c:v>-22.688926816019006</c:v>
                </c:pt>
                <c:pt idx="14795">
                  <c:v>-22.689010229562001</c:v>
                </c:pt>
                <c:pt idx="14796">
                  <c:v>-22.689093599429015</c:v>
                </c:pt>
                <c:pt idx="14797">
                  <c:v>-22.689176925630989</c:v>
                </c:pt>
                <c:pt idx="14798">
                  <c:v>-22.68926020818401</c:v>
                </c:pt>
                <c:pt idx="14799">
                  <c:v>-22.689343447099986</c:v>
                </c:pt>
                <c:pt idx="14800">
                  <c:v>-22.689426642393016</c:v>
                </c:pt>
                <c:pt idx="14801">
                  <c:v>-22.689509794078987</c:v>
                </c:pt>
                <c:pt idx="14802">
                  <c:v>-22.689592902171</c:v>
                </c:pt>
                <c:pt idx="14803">
                  <c:v>-22.689675966682017</c:v>
                </c:pt>
                <c:pt idx="14804">
                  <c:v>-22.689758987624998</c:v>
                </c:pt>
                <c:pt idx="14805">
                  <c:v>-22.689841965016001</c:v>
                </c:pt>
                <c:pt idx="14806">
                  <c:v>-22.689924898868981</c:v>
                </c:pt>
                <c:pt idx="14807">
                  <c:v>-22.690007789197011</c:v>
                </c:pt>
                <c:pt idx="14808">
                  <c:v>-22.690090636012997</c:v>
                </c:pt>
                <c:pt idx="14809">
                  <c:v>-22.690173439332</c:v>
                </c:pt>
                <c:pt idx="14810">
                  <c:v>-22.690256199168999</c:v>
                </c:pt>
                <c:pt idx="14811">
                  <c:v>-22.690338915534994</c:v>
                </c:pt>
                <c:pt idx="14812">
                  <c:v>-22.690421588446014</c:v>
                </c:pt>
                <c:pt idx="14813">
                  <c:v>-22.690504217914992</c:v>
                </c:pt>
                <c:pt idx="14814">
                  <c:v>-22.690586803957018</c:v>
                </c:pt>
                <c:pt idx="14815">
                  <c:v>-22.690669346584002</c:v>
                </c:pt>
                <c:pt idx="14816">
                  <c:v>-22.690751845811008</c:v>
                </c:pt>
                <c:pt idx="14817">
                  <c:v>-22.690834301650995</c:v>
                </c:pt>
                <c:pt idx="14818">
                  <c:v>-22.690916714119993</c:v>
                </c:pt>
                <c:pt idx="14819">
                  <c:v>-22.690999083229002</c:v>
                </c:pt>
                <c:pt idx="14820">
                  <c:v>-22.691081408993995</c:v>
                </c:pt>
                <c:pt idx="14821">
                  <c:v>-22.691163691427022</c:v>
                </c:pt>
                <c:pt idx="14822">
                  <c:v>-22.691245930543005</c:v>
                </c:pt>
                <c:pt idx="14823">
                  <c:v>-22.691328126356012</c:v>
                </c:pt>
                <c:pt idx="14824">
                  <c:v>-22.691410278879999</c:v>
                </c:pt>
                <c:pt idx="14825">
                  <c:v>-22.691492388125994</c:v>
                </c:pt>
                <c:pt idx="14826">
                  <c:v>-22.691574454111986</c:v>
                </c:pt>
                <c:pt idx="14827">
                  <c:v>-22.691656476849005</c:v>
                </c:pt>
                <c:pt idx="14828">
                  <c:v>-22.691738456351999</c:v>
                </c:pt>
                <c:pt idx="14829">
                  <c:v>-22.691820392633986</c:v>
                </c:pt>
                <c:pt idx="14830">
                  <c:v>-22.691902285709006</c:v>
                </c:pt>
                <c:pt idx="14831">
                  <c:v>-22.691984135590985</c:v>
                </c:pt>
                <c:pt idx="14832">
                  <c:v>-22.692065942293993</c:v>
                </c:pt>
                <c:pt idx="14833">
                  <c:v>-22.692147705831985</c:v>
                </c:pt>
                <c:pt idx="14834">
                  <c:v>-22.692229426216016</c:v>
                </c:pt>
                <c:pt idx="14835">
                  <c:v>-22.692311103463993</c:v>
                </c:pt>
                <c:pt idx="14836">
                  <c:v>-22.692392737586999</c:v>
                </c:pt>
                <c:pt idx="14837">
                  <c:v>-22.692474328600014</c:v>
                </c:pt>
                <c:pt idx="14838">
                  <c:v>-22.692555876515002</c:v>
                </c:pt>
                <c:pt idx="14839">
                  <c:v>-22.692637381348021</c:v>
                </c:pt>
                <c:pt idx="14840">
                  <c:v>-22.692718843110981</c:v>
                </c:pt>
                <c:pt idx="14841">
                  <c:v>-22.692800261819997</c:v>
                </c:pt>
                <c:pt idx="14842">
                  <c:v>-22.692881637484987</c:v>
                </c:pt>
                <c:pt idx="14843">
                  <c:v>-22.692962970123006</c:v>
                </c:pt>
                <c:pt idx="14844">
                  <c:v>-22.693044259746017</c:v>
                </c:pt>
                <c:pt idx="14845">
                  <c:v>-22.693125506369</c:v>
                </c:pt>
                <c:pt idx="14846">
                  <c:v>-22.693206710004006</c:v>
                </c:pt>
                <c:pt idx="14847">
                  <c:v>-22.693287870667007</c:v>
                </c:pt>
                <c:pt idx="14848">
                  <c:v>-22.693368988369997</c:v>
                </c:pt>
                <c:pt idx="14849">
                  <c:v>-22.693450063127983</c:v>
                </c:pt>
                <c:pt idx="14850">
                  <c:v>-22.693531094952988</c:v>
                </c:pt>
                <c:pt idx="14851">
                  <c:v>-22.693612083858</c:v>
                </c:pt>
                <c:pt idx="14852">
                  <c:v>-22.693693029859986</c:v>
                </c:pt>
                <c:pt idx="14853">
                  <c:v>-22.693773932970998</c:v>
                </c:pt>
                <c:pt idx="14854">
                  <c:v>-22.693854793203997</c:v>
                </c:pt>
                <c:pt idx="14855">
                  <c:v>-22.693935610571998</c:v>
                </c:pt>
                <c:pt idx="14856">
                  <c:v>-22.694016385091999</c:v>
                </c:pt>
                <c:pt idx="14857">
                  <c:v>-22.694097116774003</c:v>
                </c:pt>
                <c:pt idx="14858">
                  <c:v>-22.694177805633984</c:v>
                </c:pt>
                <c:pt idx="14859">
                  <c:v>-22.694258451683993</c:v>
                </c:pt>
                <c:pt idx="14860">
                  <c:v>-22.694339054939974</c:v>
                </c:pt>
                <c:pt idx="14861">
                  <c:v>-22.694419615413011</c:v>
                </c:pt>
                <c:pt idx="14862">
                  <c:v>-22.694500133119021</c:v>
                </c:pt>
                <c:pt idx="14863">
                  <c:v>-22.694580608069003</c:v>
                </c:pt>
                <c:pt idx="14864">
                  <c:v>-22.694661040278021</c:v>
                </c:pt>
                <c:pt idx="14865">
                  <c:v>-22.694741429760995</c:v>
                </c:pt>
                <c:pt idx="14866">
                  <c:v>-22.694821776530006</c:v>
                </c:pt>
                <c:pt idx="14867">
                  <c:v>-22.694902080597984</c:v>
                </c:pt>
                <c:pt idx="14868">
                  <c:v>-22.694982341979994</c:v>
                </c:pt>
                <c:pt idx="14869">
                  <c:v>-22.695062560689024</c:v>
                </c:pt>
                <c:pt idx="14870">
                  <c:v>-22.695142736739996</c:v>
                </c:pt>
                <c:pt idx="14871">
                  <c:v>-22.695222870144022</c:v>
                </c:pt>
                <c:pt idx="14872">
                  <c:v>-22.695302960915996</c:v>
                </c:pt>
                <c:pt idx="14873">
                  <c:v>-22.695383009070014</c:v>
                </c:pt>
                <c:pt idx="14874">
                  <c:v>-22.69546301461898</c:v>
                </c:pt>
                <c:pt idx="14875">
                  <c:v>-22.695542977576991</c:v>
                </c:pt>
                <c:pt idx="14876">
                  <c:v>-22.69562289795698</c:v>
                </c:pt>
                <c:pt idx="14877">
                  <c:v>-22.695702775773015</c:v>
                </c:pt>
                <c:pt idx="14878">
                  <c:v>-22.695782611037998</c:v>
                </c:pt>
                <c:pt idx="14879">
                  <c:v>-22.695862403766995</c:v>
                </c:pt>
                <c:pt idx="14880">
                  <c:v>-22.695942153971004</c:v>
                </c:pt>
                <c:pt idx="14881">
                  <c:v>-22.696021861666992</c:v>
                </c:pt>
                <c:pt idx="14882">
                  <c:v>-22.696101526866016</c:v>
                </c:pt>
                <c:pt idx="14883">
                  <c:v>-22.696181149581975</c:v>
                </c:pt>
                <c:pt idx="14884">
                  <c:v>-22.696260729827998</c:v>
                </c:pt>
                <c:pt idx="14885">
                  <c:v>-22.696340267620002</c:v>
                </c:pt>
                <c:pt idx="14886">
                  <c:v>-22.696419762968986</c:v>
                </c:pt>
                <c:pt idx="14887">
                  <c:v>-22.696499215890015</c:v>
                </c:pt>
                <c:pt idx="14888">
                  <c:v>-22.696578626394</c:v>
                </c:pt>
                <c:pt idx="14889">
                  <c:v>-22.696657994497997</c:v>
                </c:pt>
                <c:pt idx="14890">
                  <c:v>-22.696737320213998</c:v>
                </c:pt>
                <c:pt idx="14891">
                  <c:v>-22.696816603556016</c:v>
                </c:pt>
                <c:pt idx="14892">
                  <c:v>-22.696895844536982</c:v>
                </c:pt>
                <c:pt idx="14893">
                  <c:v>-22.696975043169004</c:v>
                </c:pt>
                <c:pt idx="14894">
                  <c:v>-22.697054199467999</c:v>
                </c:pt>
                <c:pt idx="14895">
                  <c:v>-22.697133313445988</c:v>
                </c:pt>
                <c:pt idx="14896">
                  <c:v>-22.697212385118007</c:v>
                </c:pt>
                <c:pt idx="14897">
                  <c:v>-22.697291414494998</c:v>
                </c:pt>
                <c:pt idx="14898">
                  <c:v>-22.69737040159302</c:v>
                </c:pt>
                <c:pt idx="14899">
                  <c:v>-22.69744934642398</c:v>
                </c:pt>
                <c:pt idx="14900">
                  <c:v>-22.697528249003</c:v>
                </c:pt>
                <c:pt idx="14901">
                  <c:v>-22.697607109339998</c:v>
                </c:pt>
                <c:pt idx="14902">
                  <c:v>-22.697685927452994</c:v>
                </c:pt>
                <c:pt idx="14903">
                  <c:v>-22.697764703353016</c:v>
                </c:pt>
                <c:pt idx="14904">
                  <c:v>-22.69784343705399</c:v>
                </c:pt>
                <c:pt idx="14905">
                  <c:v>-22.697922128568024</c:v>
                </c:pt>
                <c:pt idx="14906">
                  <c:v>-22.698000777909982</c:v>
                </c:pt>
                <c:pt idx="14907">
                  <c:v>-22.698079385094019</c:v>
                </c:pt>
                <c:pt idx="14908">
                  <c:v>-22.69815795013298</c:v>
                </c:pt>
                <c:pt idx="14909">
                  <c:v>-22.698236473039003</c:v>
                </c:pt>
                <c:pt idx="14910">
                  <c:v>-22.698314953825985</c:v>
                </c:pt>
                <c:pt idx="14911">
                  <c:v>-22.69839339250899</c:v>
                </c:pt>
                <c:pt idx="14912">
                  <c:v>-22.698471789100012</c:v>
                </c:pt>
                <c:pt idx="14913">
                  <c:v>-22.698550143613005</c:v>
                </c:pt>
                <c:pt idx="14914">
                  <c:v>-22.698628456058998</c:v>
                </c:pt>
                <c:pt idx="14915">
                  <c:v>-22.698706726455981</c:v>
                </c:pt>
                <c:pt idx="14916">
                  <c:v>-22.698784954814016</c:v>
                </c:pt>
                <c:pt idx="14917">
                  <c:v>-22.698863141147996</c:v>
                </c:pt>
                <c:pt idx="14918">
                  <c:v>-22.698941285469999</c:v>
                </c:pt>
                <c:pt idx="14919">
                  <c:v>-22.699019387794976</c:v>
                </c:pt>
                <c:pt idx="14920">
                  <c:v>-22.699097448135007</c:v>
                </c:pt>
                <c:pt idx="14921">
                  <c:v>-22.699175466504016</c:v>
                </c:pt>
                <c:pt idx="14922">
                  <c:v>-22.699253442914994</c:v>
                </c:pt>
                <c:pt idx="14923">
                  <c:v>-22.699331377382009</c:v>
                </c:pt>
                <c:pt idx="14924">
                  <c:v>-22.699409269917993</c:v>
                </c:pt>
                <c:pt idx="14925">
                  <c:v>-22.699487120537015</c:v>
                </c:pt>
                <c:pt idx="14926">
                  <c:v>-22.699564929250982</c:v>
                </c:pt>
                <c:pt idx="14927">
                  <c:v>-22.699642696073994</c:v>
                </c:pt>
                <c:pt idx="14928">
                  <c:v>-22.699720421020004</c:v>
                </c:pt>
                <c:pt idx="14929">
                  <c:v>-22.699798104102996</c:v>
                </c:pt>
                <c:pt idx="14930">
                  <c:v>-22.699875745333998</c:v>
                </c:pt>
                <c:pt idx="14931">
                  <c:v>-22.699953344726993</c:v>
                </c:pt>
                <c:pt idx="14932">
                  <c:v>-22.700030902297016</c:v>
                </c:pt>
                <c:pt idx="14933">
                  <c:v>-22.700108418056004</c:v>
                </c:pt>
                <c:pt idx="14934">
                  <c:v>-22.700185892017004</c:v>
                </c:pt>
                <c:pt idx="14935">
                  <c:v>-22.700263324193998</c:v>
                </c:pt>
                <c:pt idx="14936">
                  <c:v>-22.700340714600003</c:v>
                </c:pt>
                <c:pt idx="14937">
                  <c:v>-22.700418063249998</c:v>
                </c:pt>
                <c:pt idx="14938">
                  <c:v>-22.700495370154982</c:v>
                </c:pt>
                <c:pt idx="14939">
                  <c:v>-22.700572635328001</c:v>
                </c:pt>
                <c:pt idx="14940">
                  <c:v>-22.700649858784999</c:v>
                </c:pt>
                <c:pt idx="14941">
                  <c:v>-22.700727040537004</c:v>
                </c:pt>
                <c:pt idx="14942">
                  <c:v>-22.700804180598993</c:v>
                </c:pt>
                <c:pt idx="14943">
                  <c:v>-22.700881278981996</c:v>
                </c:pt>
                <c:pt idx="14944">
                  <c:v>-22.700958335700989</c:v>
                </c:pt>
                <c:pt idx="14945">
                  <c:v>-22.701035350770013</c:v>
                </c:pt>
                <c:pt idx="14946">
                  <c:v>-22.701112324200011</c:v>
                </c:pt>
                <c:pt idx="14947">
                  <c:v>-22.701189256005989</c:v>
                </c:pt>
                <c:pt idx="14948">
                  <c:v>-22.701266146199998</c:v>
                </c:pt>
                <c:pt idx="14949">
                  <c:v>-22.701342994796988</c:v>
                </c:pt>
                <c:pt idx="14950">
                  <c:v>-22.701419801810005</c:v>
                </c:pt>
                <c:pt idx="14951">
                  <c:v>-22.70149656724999</c:v>
                </c:pt>
                <c:pt idx="14952">
                  <c:v>-22.701573291132007</c:v>
                </c:pt>
                <c:pt idx="14953">
                  <c:v>-22.701649973468989</c:v>
                </c:pt>
                <c:pt idx="14954">
                  <c:v>-22.701726614275003</c:v>
                </c:pt>
                <c:pt idx="14955">
                  <c:v>-22.701803213563011</c:v>
                </c:pt>
                <c:pt idx="14956">
                  <c:v>-22.701879771344011</c:v>
                </c:pt>
                <c:pt idx="14957">
                  <c:v>-22.701956287634005</c:v>
                </c:pt>
                <c:pt idx="14958">
                  <c:v>-22.702032762445981</c:v>
                </c:pt>
                <c:pt idx="14959">
                  <c:v>-22.702109195791991</c:v>
                </c:pt>
                <c:pt idx="14960">
                  <c:v>-22.702185587683999</c:v>
                </c:pt>
                <c:pt idx="14961">
                  <c:v>-22.702261938139003</c:v>
                </c:pt>
                <c:pt idx="14962">
                  <c:v>-22.702338247167006</c:v>
                </c:pt>
                <c:pt idx="14963">
                  <c:v>-22.702414514782987</c:v>
                </c:pt>
                <c:pt idx="14964">
                  <c:v>-22.70249074100002</c:v>
                </c:pt>
                <c:pt idx="14965">
                  <c:v>-22.702566925828989</c:v>
                </c:pt>
                <c:pt idx="14966">
                  <c:v>-22.702643069286012</c:v>
                </c:pt>
                <c:pt idx="14967">
                  <c:v>-22.702719171382995</c:v>
                </c:pt>
                <c:pt idx="14968">
                  <c:v>-22.702795232133013</c:v>
                </c:pt>
                <c:pt idx="14969">
                  <c:v>-22.702871251548999</c:v>
                </c:pt>
                <c:pt idx="14970">
                  <c:v>-22.702947229646014</c:v>
                </c:pt>
                <c:pt idx="14971">
                  <c:v>-22.703023166435003</c:v>
                </c:pt>
                <c:pt idx="14972">
                  <c:v>-22.703099061930999</c:v>
                </c:pt>
                <c:pt idx="14973">
                  <c:v>-22.703174916144008</c:v>
                </c:pt>
                <c:pt idx="14974">
                  <c:v>-22.703250729090996</c:v>
                </c:pt>
                <c:pt idx="14975">
                  <c:v>-22.703326500784016</c:v>
                </c:pt>
                <c:pt idx="14976">
                  <c:v>-22.703402231234975</c:v>
                </c:pt>
                <c:pt idx="14977">
                  <c:v>-22.703477920457004</c:v>
                </c:pt>
                <c:pt idx="14978">
                  <c:v>-22.703553568463974</c:v>
                </c:pt>
                <c:pt idx="14979">
                  <c:v>-22.703629175270009</c:v>
                </c:pt>
                <c:pt idx="14980">
                  <c:v>-22.703704740887019</c:v>
                </c:pt>
                <c:pt idx="14981">
                  <c:v>-22.703780265327993</c:v>
                </c:pt>
                <c:pt idx="14982">
                  <c:v>-22.703855748606003</c:v>
                </c:pt>
                <c:pt idx="14983">
                  <c:v>-22.703931190736</c:v>
                </c:pt>
                <c:pt idx="14984">
                  <c:v>-22.704006591729012</c:v>
                </c:pt>
                <c:pt idx="14985">
                  <c:v>-22.704081951598994</c:v>
                </c:pt>
                <c:pt idx="14986">
                  <c:v>-22.704157270357996</c:v>
                </c:pt>
                <c:pt idx="14987">
                  <c:v>-22.704232548021025</c:v>
                </c:pt>
                <c:pt idx="14988">
                  <c:v>-22.70430778459999</c:v>
                </c:pt>
                <c:pt idx="14989">
                  <c:v>-22.704382980108022</c:v>
                </c:pt>
                <c:pt idx="14990">
                  <c:v>-22.704458134557996</c:v>
                </c:pt>
                <c:pt idx="14991">
                  <c:v>-22.704533247964008</c:v>
                </c:pt>
                <c:pt idx="14992">
                  <c:v>-22.704608320338991</c:v>
                </c:pt>
                <c:pt idx="14993">
                  <c:v>-22.704683351694996</c:v>
                </c:pt>
                <c:pt idx="14994">
                  <c:v>-22.704758342044983</c:v>
                </c:pt>
                <c:pt idx="14995">
                  <c:v>-22.704833291404015</c:v>
                </c:pt>
                <c:pt idx="14996">
                  <c:v>-22.704908199783006</c:v>
                </c:pt>
                <c:pt idx="14997">
                  <c:v>-22.704983067196991</c:v>
                </c:pt>
                <c:pt idx="14998">
                  <c:v>-22.705057893656004</c:v>
                </c:pt>
                <c:pt idx="14999">
                  <c:v>-22.705132679176984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727-4417-93CD-5AE5351B95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15207023"/>
        <c:axId val="2015228143"/>
      </c:scatterChart>
      <c:valAx>
        <c:axId val="2015207023"/>
        <c:scaling>
          <c:orientation val="minMax"/>
          <c:max val="15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000" b="0" i="0" u="none" strike="noStrike" kern="1200" baseline="0" dirty="0">
                    <a:solidFill>
                      <a:schemeClr val="tx1"/>
                    </a:solidFill>
                  </a:rPr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15228143"/>
        <c:crosses val="autoZero"/>
        <c:crossBetween val="midCat"/>
      </c:valAx>
      <c:valAx>
        <c:axId val="2015228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000" b="0" i="0" u="none" strike="noStrike" kern="1200" baseline="0" dirty="0">
                    <a:solidFill>
                      <a:schemeClr val="tx1"/>
                    </a:solidFill>
                  </a:rPr>
                  <a:t>Temperature [K]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152070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72257377587595"/>
          <c:y val="7.4272756997296518E-2"/>
          <c:w val="0.46843249754860983"/>
          <c:h val="0.62591305780993722"/>
        </c:manualLayout>
      </c:layout>
      <c:scatterChart>
        <c:scatterStyle val="smoothMarker"/>
        <c:varyColors val="0"/>
        <c:ser>
          <c:idx val="0"/>
          <c:order val="0"/>
          <c:tx>
            <c:strRef>
              <c:f>'RC-Model'!$B$1</c:f>
              <c:strCache>
                <c:ptCount val="1"/>
                <c:pt idx="0">
                  <c:v>T_true [°C]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'RC-Model'!$A$2:$A$15001</c:f>
              <c:numCache>
                <c:formatCode>General</c:formatCode>
                <c:ptCount val="15000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  <c:pt idx="201">
                  <c:v>20.100000000000001</c:v>
                </c:pt>
                <c:pt idx="202">
                  <c:v>20.2</c:v>
                </c:pt>
                <c:pt idx="203">
                  <c:v>20.3</c:v>
                </c:pt>
                <c:pt idx="204">
                  <c:v>20.399999999999999</c:v>
                </c:pt>
                <c:pt idx="205">
                  <c:v>20.5</c:v>
                </c:pt>
                <c:pt idx="206">
                  <c:v>20.6</c:v>
                </c:pt>
                <c:pt idx="207">
                  <c:v>20.7</c:v>
                </c:pt>
                <c:pt idx="208">
                  <c:v>20.8</c:v>
                </c:pt>
                <c:pt idx="209">
                  <c:v>20.9</c:v>
                </c:pt>
                <c:pt idx="210">
                  <c:v>21</c:v>
                </c:pt>
                <c:pt idx="211">
                  <c:v>21.1</c:v>
                </c:pt>
                <c:pt idx="212">
                  <c:v>21.2</c:v>
                </c:pt>
                <c:pt idx="213">
                  <c:v>21.3</c:v>
                </c:pt>
                <c:pt idx="214">
                  <c:v>21.4</c:v>
                </c:pt>
                <c:pt idx="215">
                  <c:v>21.5</c:v>
                </c:pt>
                <c:pt idx="216">
                  <c:v>21.6</c:v>
                </c:pt>
                <c:pt idx="217">
                  <c:v>21.7</c:v>
                </c:pt>
                <c:pt idx="218">
                  <c:v>21.8</c:v>
                </c:pt>
                <c:pt idx="219">
                  <c:v>21.9</c:v>
                </c:pt>
                <c:pt idx="220">
                  <c:v>22</c:v>
                </c:pt>
                <c:pt idx="221">
                  <c:v>22.1</c:v>
                </c:pt>
                <c:pt idx="222">
                  <c:v>22.2</c:v>
                </c:pt>
                <c:pt idx="223">
                  <c:v>22.3</c:v>
                </c:pt>
                <c:pt idx="224">
                  <c:v>22.4</c:v>
                </c:pt>
                <c:pt idx="225">
                  <c:v>22.5</c:v>
                </c:pt>
                <c:pt idx="226">
                  <c:v>22.6</c:v>
                </c:pt>
                <c:pt idx="227">
                  <c:v>22.7</c:v>
                </c:pt>
                <c:pt idx="228">
                  <c:v>22.8</c:v>
                </c:pt>
                <c:pt idx="229">
                  <c:v>22.9</c:v>
                </c:pt>
                <c:pt idx="230">
                  <c:v>23</c:v>
                </c:pt>
                <c:pt idx="231">
                  <c:v>23.1</c:v>
                </c:pt>
                <c:pt idx="232">
                  <c:v>23.2</c:v>
                </c:pt>
                <c:pt idx="233">
                  <c:v>23.3</c:v>
                </c:pt>
                <c:pt idx="234">
                  <c:v>23.4</c:v>
                </c:pt>
                <c:pt idx="235">
                  <c:v>23.5</c:v>
                </c:pt>
                <c:pt idx="236">
                  <c:v>23.6</c:v>
                </c:pt>
                <c:pt idx="237">
                  <c:v>23.7</c:v>
                </c:pt>
                <c:pt idx="238">
                  <c:v>23.8</c:v>
                </c:pt>
                <c:pt idx="239">
                  <c:v>23.9</c:v>
                </c:pt>
                <c:pt idx="240">
                  <c:v>24</c:v>
                </c:pt>
                <c:pt idx="241">
                  <c:v>24.1</c:v>
                </c:pt>
                <c:pt idx="242">
                  <c:v>24.2</c:v>
                </c:pt>
                <c:pt idx="243">
                  <c:v>24.3</c:v>
                </c:pt>
                <c:pt idx="244">
                  <c:v>24.4</c:v>
                </c:pt>
                <c:pt idx="245">
                  <c:v>24.5</c:v>
                </c:pt>
                <c:pt idx="246">
                  <c:v>24.6</c:v>
                </c:pt>
                <c:pt idx="247">
                  <c:v>24.7</c:v>
                </c:pt>
                <c:pt idx="248">
                  <c:v>24.8</c:v>
                </c:pt>
                <c:pt idx="249">
                  <c:v>24.9</c:v>
                </c:pt>
                <c:pt idx="250">
                  <c:v>25</c:v>
                </c:pt>
                <c:pt idx="251">
                  <c:v>25.1</c:v>
                </c:pt>
                <c:pt idx="252">
                  <c:v>25.2</c:v>
                </c:pt>
                <c:pt idx="253">
                  <c:v>25.3</c:v>
                </c:pt>
                <c:pt idx="254">
                  <c:v>25.4</c:v>
                </c:pt>
                <c:pt idx="255">
                  <c:v>25.5</c:v>
                </c:pt>
                <c:pt idx="256">
                  <c:v>25.6</c:v>
                </c:pt>
                <c:pt idx="257">
                  <c:v>25.7</c:v>
                </c:pt>
                <c:pt idx="258">
                  <c:v>25.8</c:v>
                </c:pt>
                <c:pt idx="259">
                  <c:v>25.9</c:v>
                </c:pt>
                <c:pt idx="260">
                  <c:v>26</c:v>
                </c:pt>
                <c:pt idx="261">
                  <c:v>26.1</c:v>
                </c:pt>
                <c:pt idx="262">
                  <c:v>26.2</c:v>
                </c:pt>
                <c:pt idx="263">
                  <c:v>26.3</c:v>
                </c:pt>
                <c:pt idx="264">
                  <c:v>26.4</c:v>
                </c:pt>
                <c:pt idx="265">
                  <c:v>26.5</c:v>
                </c:pt>
                <c:pt idx="266">
                  <c:v>26.6</c:v>
                </c:pt>
                <c:pt idx="267">
                  <c:v>26.7</c:v>
                </c:pt>
                <c:pt idx="268">
                  <c:v>26.8</c:v>
                </c:pt>
                <c:pt idx="269">
                  <c:v>26.9</c:v>
                </c:pt>
                <c:pt idx="270">
                  <c:v>27</c:v>
                </c:pt>
                <c:pt idx="271">
                  <c:v>27.1</c:v>
                </c:pt>
                <c:pt idx="272">
                  <c:v>27.2</c:v>
                </c:pt>
                <c:pt idx="273">
                  <c:v>27.3</c:v>
                </c:pt>
                <c:pt idx="274">
                  <c:v>27.4</c:v>
                </c:pt>
                <c:pt idx="275">
                  <c:v>27.5</c:v>
                </c:pt>
                <c:pt idx="276">
                  <c:v>27.6</c:v>
                </c:pt>
                <c:pt idx="277">
                  <c:v>27.7</c:v>
                </c:pt>
                <c:pt idx="278">
                  <c:v>27.8</c:v>
                </c:pt>
                <c:pt idx="279">
                  <c:v>27.9</c:v>
                </c:pt>
                <c:pt idx="280">
                  <c:v>28</c:v>
                </c:pt>
                <c:pt idx="281">
                  <c:v>28.1</c:v>
                </c:pt>
                <c:pt idx="282">
                  <c:v>28.2</c:v>
                </c:pt>
                <c:pt idx="283">
                  <c:v>28.3</c:v>
                </c:pt>
                <c:pt idx="284">
                  <c:v>28.4</c:v>
                </c:pt>
                <c:pt idx="285">
                  <c:v>28.5</c:v>
                </c:pt>
                <c:pt idx="286">
                  <c:v>28.6</c:v>
                </c:pt>
                <c:pt idx="287">
                  <c:v>28.7</c:v>
                </c:pt>
                <c:pt idx="288">
                  <c:v>28.8</c:v>
                </c:pt>
                <c:pt idx="289">
                  <c:v>28.9</c:v>
                </c:pt>
                <c:pt idx="290">
                  <c:v>29</c:v>
                </c:pt>
                <c:pt idx="291">
                  <c:v>29.1</c:v>
                </c:pt>
                <c:pt idx="292">
                  <c:v>29.2</c:v>
                </c:pt>
                <c:pt idx="293">
                  <c:v>29.3</c:v>
                </c:pt>
                <c:pt idx="294">
                  <c:v>29.4</c:v>
                </c:pt>
                <c:pt idx="295">
                  <c:v>29.5</c:v>
                </c:pt>
                <c:pt idx="296">
                  <c:v>29.6</c:v>
                </c:pt>
                <c:pt idx="297">
                  <c:v>29.7</c:v>
                </c:pt>
                <c:pt idx="298">
                  <c:v>29.8</c:v>
                </c:pt>
                <c:pt idx="299">
                  <c:v>29.9</c:v>
                </c:pt>
                <c:pt idx="300">
                  <c:v>30</c:v>
                </c:pt>
                <c:pt idx="301">
                  <c:v>30.1</c:v>
                </c:pt>
                <c:pt idx="302">
                  <c:v>30.2</c:v>
                </c:pt>
                <c:pt idx="303">
                  <c:v>30.3</c:v>
                </c:pt>
                <c:pt idx="304">
                  <c:v>30.4</c:v>
                </c:pt>
                <c:pt idx="305">
                  <c:v>30.5</c:v>
                </c:pt>
                <c:pt idx="306">
                  <c:v>30.6</c:v>
                </c:pt>
                <c:pt idx="307">
                  <c:v>30.7</c:v>
                </c:pt>
                <c:pt idx="308">
                  <c:v>30.8</c:v>
                </c:pt>
                <c:pt idx="309">
                  <c:v>30.9</c:v>
                </c:pt>
                <c:pt idx="310">
                  <c:v>31</c:v>
                </c:pt>
                <c:pt idx="311">
                  <c:v>31.1</c:v>
                </c:pt>
                <c:pt idx="312">
                  <c:v>31.2</c:v>
                </c:pt>
                <c:pt idx="313">
                  <c:v>31.3</c:v>
                </c:pt>
                <c:pt idx="314">
                  <c:v>31.4</c:v>
                </c:pt>
                <c:pt idx="315">
                  <c:v>31.5</c:v>
                </c:pt>
                <c:pt idx="316">
                  <c:v>31.6</c:v>
                </c:pt>
                <c:pt idx="317">
                  <c:v>31.7</c:v>
                </c:pt>
                <c:pt idx="318">
                  <c:v>31.8</c:v>
                </c:pt>
                <c:pt idx="319">
                  <c:v>31.9</c:v>
                </c:pt>
                <c:pt idx="320">
                  <c:v>32</c:v>
                </c:pt>
                <c:pt idx="321">
                  <c:v>32.1</c:v>
                </c:pt>
                <c:pt idx="322">
                  <c:v>32.200000000000003</c:v>
                </c:pt>
                <c:pt idx="323">
                  <c:v>32.299999999999997</c:v>
                </c:pt>
                <c:pt idx="324">
                  <c:v>32.4</c:v>
                </c:pt>
                <c:pt idx="325">
                  <c:v>32.5</c:v>
                </c:pt>
                <c:pt idx="326">
                  <c:v>32.6</c:v>
                </c:pt>
                <c:pt idx="327">
                  <c:v>32.700000000000003</c:v>
                </c:pt>
                <c:pt idx="328">
                  <c:v>32.799999999999997</c:v>
                </c:pt>
                <c:pt idx="329">
                  <c:v>32.9</c:v>
                </c:pt>
                <c:pt idx="330">
                  <c:v>33</c:v>
                </c:pt>
                <c:pt idx="331">
                  <c:v>33.1</c:v>
                </c:pt>
                <c:pt idx="332">
                  <c:v>33.200000000000003</c:v>
                </c:pt>
                <c:pt idx="333">
                  <c:v>33.299999999999997</c:v>
                </c:pt>
                <c:pt idx="334">
                  <c:v>33.4</c:v>
                </c:pt>
                <c:pt idx="335">
                  <c:v>33.5</c:v>
                </c:pt>
                <c:pt idx="336">
                  <c:v>33.6</c:v>
                </c:pt>
                <c:pt idx="337">
                  <c:v>33.700000000000003</c:v>
                </c:pt>
                <c:pt idx="338">
                  <c:v>33.799999999999997</c:v>
                </c:pt>
                <c:pt idx="339">
                  <c:v>33.9</c:v>
                </c:pt>
                <c:pt idx="340">
                  <c:v>34</c:v>
                </c:pt>
                <c:pt idx="341">
                  <c:v>34.1</c:v>
                </c:pt>
                <c:pt idx="342">
                  <c:v>34.200000000000003</c:v>
                </c:pt>
                <c:pt idx="343">
                  <c:v>34.299999999999997</c:v>
                </c:pt>
                <c:pt idx="344">
                  <c:v>34.4</c:v>
                </c:pt>
                <c:pt idx="345">
                  <c:v>34.5</c:v>
                </c:pt>
                <c:pt idx="346">
                  <c:v>34.6</c:v>
                </c:pt>
                <c:pt idx="347">
                  <c:v>34.700000000000003</c:v>
                </c:pt>
                <c:pt idx="348">
                  <c:v>34.799999999999997</c:v>
                </c:pt>
                <c:pt idx="349">
                  <c:v>34.9</c:v>
                </c:pt>
                <c:pt idx="350">
                  <c:v>35</c:v>
                </c:pt>
                <c:pt idx="351">
                  <c:v>35.1</c:v>
                </c:pt>
                <c:pt idx="352">
                  <c:v>35.200000000000003</c:v>
                </c:pt>
                <c:pt idx="353">
                  <c:v>35.299999999999997</c:v>
                </c:pt>
                <c:pt idx="354">
                  <c:v>35.4</c:v>
                </c:pt>
                <c:pt idx="355">
                  <c:v>35.5</c:v>
                </c:pt>
                <c:pt idx="356">
                  <c:v>35.6</c:v>
                </c:pt>
                <c:pt idx="357">
                  <c:v>35.700000000000003</c:v>
                </c:pt>
                <c:pt idx="358">
                  <c:v>35.799999999999997</c:v>
                </c:pt>
                <c:pt idx="359">
                  <c:v>35.9</c:v>
                </c:pt>
                <c:pt idx="360">
                  <c:v>36</c:v>
                </c:pt>
                <c:pt idx="361">
                  <c:v>36.1</c:v>
                </c:pt>
                <c:pt idx="362">
                  <c:v>36.200000000000003</c:v>
                </c:pt>
                <c:pt idx="363">
                  <c:v>36.299999999999997</c:v>
                </c:pt>
                <c:pt idx="364">
                  <c:v>36.4</c:v>
                </c:pt>
                <c:pt idx="365">
                  <c:v>36.5</c:v>
                </c:pt>
                <c:pt idx="366">
                  <c:v>36.6</c:v>
                </c:pt>
                <c:pt idx="367">
                  <c:v>36.700000000000003</c:v>
                </c:pt>
                <c:pt idx="368">
                  <c:v>36.799999999999997</c:v>
                </c:pt>
                <c:pt idx="369">
                  <c:v>36.9</c:v>
                </c:pt>
                <c:pt idx="370">
                  <c:v>37</c:v>
                </c:pt>
                <c:pt idx="371">
                  <c:v>37.1</c:v>
                </c:pt>
                <c:pt idx="372">
                  <c:v>37.200000000000003</c:v>
                </c:pt>
                <c:pt idx="373">
                  <c:v>37.299999999999997</c:v>
                </c:pt>
                <c:pt idx="374">
                  <c:v>37.4</c:v>
                </c:pt>
                <c:pt idx="375">
                  <c:v>37.5</c:v>
                </c:pt>
                <c:pt idx="376">
                  <c:v>37.6</c:v>
                </c:pt>
                <c:pt idx="377">
                  <c:v>37.700000000000003</c:v>
                </c:pt>
                <c:pt idx="378">
                  <c:v>37.799999999999997</c:v>
                </c:pt>
                <c:pt idx="379">
                  <c:v>37.9</c:v>
                </c:pt>
                <c:pt idx="380">
                  <c:v>38</c:v>
                </c:pt>
                <c:pt idx="381">
                  <c:v>38.1</c:v>
                </c:pt>
                <c:pt idx="382">
                  <c:v>38.200000000000003</c:v>
                </c:pt>
                <c:pt idx="383">
                  <c:v>38.299999999999997</c:v>
                </c:pt>
                <c:pt idx="384">
                  <c:v>38.4</c:v>
                </c:pt>
                <c:pt idx="385">
                  <c:v>38.5</c:v>
                </c:pt>
                <c:pt idx="386">
                  <c:v>38.6</c:v>
                </c:pt>
                <c:pt idx="387">
                  <c:v>38.700000000000003</c:v>
                </c:pt>
                <c:pt idx="388">
                  <c:v>38.799999999999997</c:v>
                </c:pt>
                <c:pt idx="389">
                  <c:v>38.9</c:v>
                </c:pt>
                <c:pt idx="390">
                  <c:v>39</c:v>
                </c:pt>
                <c:pt idx="391">
                  <c:v>39.1</c:v>
                </c:pt>
                <c:pt idx="392">
                  <c:v>39.200000000000003</c:v>
                </c:pt>
                <c:pt idx="393">
                  <c:v>39.299999999999997</c:v>
                </c:pt>
                <c:pt idx="394">
                  <c:v>39.4</c:v>
                </c:pt>
                <c:pt idx="395">
                  <c:v>39.5</c:v>
                </c:pt>
                <c:pt idx="396">
                  <c:v>39.6</c:v>
                </c:pt>
                <c:pt idx="397">
                  <c:v>39.700000000000003</c:v>
                </c:pt>
                <c:pt idx="398">
                  <c:v>39.799999999999997</c:v>
                </c:pt>
                <c:pt idx="399">
                  <c:v>39.9</c:v>
                </c:pt>
                <c:pt idx="400">
                  <c:v>40</c:v>
                </c:pt>
                <c:pt idx="401">
                  <c:v>40.1</c:v>
                </c:pt>
                <c:pt idx="402">
                  <c:v>40.200000000000003</c:v>
                </c:pt>
                <c:pt idx="403">
                  <c:v>40.299999999999997</c:v>
                </c:pt>
                <c:pt idx="404">
                  <c:v>40.4</c:v>
                </c:pt>
                <c:pt idx="405">
                  <c:v>40.5</c:v>
                </c:pt>
                <c:pt idx="406">
                  <c:v>40.6</c:v>
                </c:pt>
                <c:pt idx="407">
                  <c:v>40.700000000000003</c:v>
                </c:pt>
                <c:pt idx="408">
                  <c:v>40.799999999999997</c:v>
                </c:pt>
                <c:pt idx="409">
                  <c:v>40.9</c:v>
                </c:pt>
                <c:pt idx="410">
                  <c:v>41</c:v>
                </c:pt>
                <c:pt idx="411">
                  <c:v>41.1</c:v>
                </c:pt>
                <c:pt idx="412">
                  <c:v>41.2</c:v>
                </c:pt>
                <c:pt idx="413">
                  <c:v>41.3</c:v>
                </c:pt>
                <c:pt idx="414">
                  <c:v>41.4</c:v>
                </c:pt>
                <c:pt idx="415">
                  <c:v>41.5</c:v>
                </c:pt>
                <c:pt idx="416">
                  <c:v>41.6</c:v>
                </c:pt>
                <c:pt idx="417">
                  <c:v>41.7</c:v>
                </c:pt>
                <c:pt idx="418">
                  <c:v>41.8</c:v>
                </c:pt>
                <c:pt idx="419">
                  <c:v>41.9</c:v>
                </c:pt>
                <c:pt idx="420">
                  <c:v>42</c:v>
                </c:pt>
                <c:pt idx="421">
                  <c:v>42.1</c:v>
                </c:pt>
                <c:pt idx="422">
                  <c:v>42.2</c:v>
                </c:pt>
                <c:pt idx="423">
                  <c:v>42.3</c:v>
                </c:pt>
                <c:pt idx="424">
                  <c:v>42.4</c:v>
                </c:pt>
                <c:pt idx="425">
                  <c:v>42.5</c:v>
                </c:pt>
                <c:pt idx="426">
                  <c:v>42.6</c:v>
                </c:pt>
                <c:pt idx="427">
                  <c:v>42.7</c:v>
                </c:pt>
                <c:pt idx="428">
                  <c:v>42.8</c:v>
                </c:pt>
                <c:pt idx="429">
                  <c:v>42.9</c:v>
                </c:pt>
                <c:pt idx="430">
                  <c:v>43</c:v>
                </c:pt>
                <c:pt idx="431">
                  <c:v>43.1</c:v>
                </c:pt>
                <c:pt idx="432">
                  <c:v>43.2</c:v>
                </c:pt>
                <c:pt idx="433">
                  <c:v>43.3</c:v>
                </c:pt>
                <c:pt idx="434">
                  <c:v>43.4</c:v>
                </c:pt>
                <c:pt idx="435">
                  <c:v>43.5</c:v>
                </c:pt>
                <c:pt idx="436">
                  <c:v>43.6</c:v>
                </c:pt>
                <c:pt idx="437">
                  <c:v>43.7</c:v>
                </c:pt>
                <c:pt idx="438">
                  <c:v>43.8</c:v>
                </c:pt>
                <c:pt idx="439">
                  <c:v>43.9</c:v>
                </c:pt>
                <c:pt idx="440">
                  <c:v>44</c:v>
                </c:pt>
                <c:pt idx="441">
                  <c:v>44.1</c:v>
                </c:pt>
                <c:pt idx="442">
                  <c:v>44.2</c:v>
                </c:pt>
                <c:pt idx="443">
                  <c:v>44.3</c:v>
                </c:pt>
                <c:pt idx="444">
                  <c:v>44.4</c:v>
                </c:pt>
                <c:pt idx="445">
                  <c:v>44.5</c:v>
                </c:pt>
                <c:pt idx="446">
                  <c:v>44.6</c:v>
                </c:pt>
                <c:pt idx="447">
                  <c:v>44.7</c:v>
                </c:pt>
                <c:pt idx="448">
                  <c:v>44.8</c:v>
                </c:pt>
                <c:pt idx="449">
                  <c:v>44.9</c:v>
                </c:pt>
                <c:pt idx="450">
                  <c:v>45</c:v>
                </c:pt>
                <c:pt idx="451">
                  <c:v>45.1</c:v>
                </c:pt>
                <c:pt idx="452">
                  <c:v>45.2</c:v>
                </c:pt>
                <c:pt idx="453">
                  <c:v>45.3</c:v>
                </c:pt>
                <c:pt idx="454">
                  <c:v>45.4</c:v>
                </c:pt>
                <c:pt idx="455">
                  <c:v>45.5</c:v>
                </c:pt>
                <c:pt idx="456">
                  <c:v>45.6</c:v>
                </c:pt>
                <c:pt idx="457">
                  <c:v>45.7</c:v>
                </c:pt>
                <c:pt idx="458">
                  <c:v>45.8</c:v>
                </c:pt>
                <c:pt idx="459">
                  <c:v>45.9</c:v>
                </c:pt>
                <c:pt idx="460">
                  <c:v>46</c:v>
                </c:pt>
                <c:pt idx="461">
                  <c:v>46.1</c:v>
                </c:pt>
                <c:pt idx="462">
                  <c:v>46.2</c:v>
                </c:pt>
                <c:pt idx="463">
                  <c:v>46.3</c:v>
                </c:pt>
                <c:pt idx="464">
                  <c:v>46.4</c:v>
                </c:pt>
                <c:pt idx="465">
                  <c:v>46.5</c:v>
                </c:pt>
                <c:pt idx="466">
                  <c:v>46.6</c:v>
                </c:pt>
                <c:pt idx="467">
                  <c:v>46.7</c:v>
                </c:pt>
                <c:pt idx="468">
                  <c:v>46.8</c:v>
                </c:pt>
                <c:pt idx="469">
                  <c:v>46.9</c:v>
                </c:pt>
                <c:pt idx="470">
                  <c:v>47</c:v>
                </c:pt>
                <c:pt idx="471">
                  <c:v>47.1</c:v>
                </c:pt>
                <c:pt idx="472">
                  <c:v>47.2</c:v>
                </c:pt>
                <c:pt idx="473">
                  <c:v>47.3</c:v>
                </c:pt>
                <c:pt idx="474">
                  <c:v>47.4</c:v>
                </c:pt>
                <c:pt idx="475">
                  <c:v>47.5</c:v>
                </c:pt>
                <c:pt idx="476">
                  <c:v>47.6</c:v>
                </c:pt>
                <c:pt idx="477">
                  <c:v>47.7</c:v>
                </c:pt>
                <c:pt idx="478">
                  <c:v>47.8</c:v>
                </c:pt>
                <c:pt idx="479">
                  <c:v>47.9</c:v>
                </c:pt>
                <c:pt idx="480">
                  <c:v>48</c:v>
                </c:pt>
                <c:pt idx="481">
                  <c:v>48.1</c:v>
                </c:pt>
                <c:pt idx="482">
                  <c:v>48.2</c:v>
                </c:pt>
                <c:pt idx="483">
                  <c:v>48.3</c:v>
                </c:pt>
                <c:pt idx="484">
                  <c:v>48.4</c:v>
                </c:pt>
                <c:pt idx="485">
                  <c:v>48.5</c:v>
                </c:pt>
                <c:pt idx="486">
                  <c:v>48.6</c:v>
                </c:pt>
                <c:pt idx="487">
                  <c:v>48.7</c:v>
                </c:pt>
                <c:pt idx="488">
                  <c:v>48.8</c:v>
                </c:pt>
                <c:pt idx="489">
                  <c:v>48.9</c:v>
                </c:pt>
                <c:pt idx="490">
                  <c:v>49</c:v>
                </c:pt>
                <c:pt idx="491">
                  <c:v>49.1</c:v>
                </c:pt>
                <c:pt idx="492">
                  <c:v>49.2</c:v>
                </c:pt>
                <c:pt idx="493">
                  <c:v>49.3</c:v>
                </c:pt>
                <c:pt idx="494">
                  <c:v>49.4</c:v>
                </c:pt>
                <c:pt idx="495">
                  <c:v>49.5</c:v>
                </c:pt>
                <c:pt idx="496">
                  <c:v>49.6</c:v>
                </c:pt>
                <c:pt idx="497">
                  <c:v>49.7</c:v>
                </c:pt>
                <c:pt idx="498">
                  <c:v>49.8</c:v>
                </c:pt>
                <c:pt idx="499">
                  <c:v>49.9</c:v>
                </c:pt>
                <c:pt idx="500">
                  <c:v>50</c:v>
                </c:pt>
                <c:pt idx="501">
                  <c:v>50.1</c:v>
                </c:pt>
                <c:pt idx="502">
                  <c:v>50.2</c:v>
                </c:pt>
                <c:pt idx="503">
                  <c:v>50.3</c:v>
                </c:pt>
                <c:pt idx="504">
                  <c:v>50.4</c:v>
                </c:pt>
                <c:pt idx="505">
                  <c:v>50.5</c:v>
                </c:pt>
                <c:pt idx="506">
                  <c:v>50.6</c:v>
                </c:pt>
                <c:pt idx="507">
                  <c:v>50.7</c:v>
                </c:pt>
                <c:pt idx="508">
                  <c:v>50.8</c:v>
                </c:pt>
                <c:pt idx="509">
                  <c:v>50.9</c:v>
                </c:pt>
                <c:pt idx="510">
                  <c:v>51</c:v>
                </c:pt>
                <c:pt idx="511">
                  <c:v>51.1</c:v>
                </c:pt>
                <c:pt idx="512">
                  <c:v>51.2</c:v>
                </c:pt>
                <c:pt idx="513">
                  <c:v>51.3</c:v>
                </c:pt>
                <c:pt idx="514">
                  <c:v>51.4</c:v>
                </c:pt>
                <c:pt idx="515">
                  <c:v>51.5</c:v>
                </c:pt>
                <c:pt idx="516">
                  <c:v>51.6</c:v>
                </c:pt>
                <c:pt idx="517">
                  <c:v>51.7</c:v>
                </c:pt>
                <c:pt idx="518">
                  <c:v>51.8</c:v>
                </c:pt>
                <c:pt idx="519">
                  <c:v>51.9</c:v>
                </c:pt>
                <c:pt idx="520">
                  <c:v>52</c:v>
                </c:pt>
                <c:pt idx="521">
                  <c:v>52.1</c:v>
                </c:pt>
                <c:pt idx="522">
                  <c:v>52.2</c:v>
                </c:pt>
                <c:pt idx="523">
                  <c:v>52.3</c:v>
                </c:pt>
                <c:pt idx="524">
                  <c:v>52.4</c:v>
                </c:pt>
                <c:pt idx="525">
                  <c:v>52.5</c:v>
                </c:pt>
                <c:pt idx="526">
                  <c:v>52.6</c:v>
                </c:pt>
                <c:pt idx="527">
                  <c:v>52.7</c:v>
                </c:pt>
                <c:pt idx="528">
                  <c:v>52.8</c:v>
                </c:pt>
                <c:pt idx="529">
                  <c:v>52.9</c:v>
                </c:pt>
                <c:pt idx="530">
                  <c:v>53</c:v>
                </c:pt>
                <c:pt idx="531">
                  <c:v>53.1</c:v>
                </c:pt>
                <c:pt idx="532">
                  <c:v>53.2</c:v>
                </c:pt>
                <c:pt idx="533">
                  <c:v>53.3</c:v>
                </c:pt>
                <c:pt idx="534">
                  <c:v>53.4</c:v>
                </c:pt>
                <c:pt idx="535">
                  <c:v>53.5</c:v>
                </c:pt>
                <c:pt idx="536">
                  <c:v>53.6</c:v>
                </c:pt>
                <c:pt idx="537">
                  <c:v>53.7</c:v>
                </c:pt>
                <c:pt idx="538">
                  <c:v>53.8</c:v>
                </c:pt>
                <c:pt idx="539">
                  <c:v>53.9</c:v>
                </c:pt>
                <c:pt idx="540">
                  <c:v>54</c:v>
                </c:pt>
                <c:pt idx="541">
                  <c:v>54.1</c:v>
                </c:pt>
                <c:pt idx="542">
                  <c:v>54.2</c:v>
                </c:pt>
                <c:pt idx="543">
                  <c:v>54.3</c:v>
                </c:pt>
                <c:pt idx="544">
                  <c:v>54.4</c:v>
                </c:pt>
                <c:pt idx="545">
                  <c:v>54.5</c:v>
                </c:pt>
                <c:pt idx="546">
                  <c:v>54.6</c:v>
                </c:pt>
                <c:pt idx="547">
                  <c:v>54.7</c:v>
                </c:pt>
                <c:pt idx="548">
                  <c:v>54.8</c:v>
                </c:pt>
                <c:pt idx="549">
                  <c:v>54.9</c:v>
                </c:pt>
                <c:pt idx="550">
                  <c:v>55</c:v>
                </c:pt>
                <c:pt idx="551">
                  <c:v>55.1</c:v>
                </c:pt>
                <c:pt idx="552">
                  <c:v>55.2</c:v>
                </c:pt>
                <c:pt idx="553">
                  <c:v>55.3</c:v>
                </c:pt>
                <c:pt idx="554">
                  <c:v>55.4</c:v>
                </c:pt>
                <c:pt idx="555">
                  <c:v>55.5</c:v>
                </c:pt>
                <c:pt idx="556">
                  <c:v>55.6</c:v>
                </c:pt>
                <c:pt idx="557">
                  <c:v>55.7</c:v>
                </c:pt>
                <c:pt idx="558">
                  <c:v>55.8</c:v>
                </c:pt>
                <c:pt idx="559">
                  <c:v>55.9</c:v>
                </c:pt>
                <c:pt idx="560">
                  <c:v>56</c:v>
                </c:pt>
                <c:pt idx="561">
                  <c:v>56.1</c:v>
                </c:pt>
                <c:pt idx="562">
                  <c:v>56.2</c:v>
                </c:pt>
                <c:pt idx="563">
                  <c:v>56.3</c:v>
                </c:pt>
                <c:pt idx="564">
                  <c:v>56.4</c:v>
                </c:pt>
                <c:pt idx="565">
                  <c:v>56.5</c:v>
                </c:pt>
                <c:pt idx="566">
                  <c:v>56.6</c:v>
                </c:pt>
                <c:pt idx="567">
                  <c:v>56.7</c:v>
                </c:pt>
                <c:pt idx="568">
                  <c:v>56.8</c:v>
                </c:pt>
                <c:pt idx="569">
                  <c:v>56.9</c:v>
                </c:pt>
                <c:pt idx="570">
                  <c:v>57</c:v>
                </c:pt>
                <c:pt idx="571">
                  <c:v>57.1</c:v>
                </c:pt>
                <c:pt idx="572">
                  <c:v>57.2</c:v>
                </c:pt>
                <c:pt idx="573">
                  <c:v>57.3</c:v>
                </c:pt>
                <c:pt idx="574">
                  <c:v>57.4</c:v>
                </c:pt>
                <c:pt idx="575">
                  <c:v>57.5</c:v>
                </c:pt>
                <c:pt idx="576">
                  <c:v>57.6</c:v>
                </c:pt>
                <c:pt idx="577">
                  <c:v>57.7</c:v>
                </c:pt>
                <c:pt idx="578">
                  <c:v>57.8</c:v>
                </c:pt>
                <c:pt idx="579">
                  <c:v>57.9</c:v>
                </c:pt>
                <c:pt idx="580">
                  <c:v>58</c:v>
                </c:pt>
                <c:pt idx="581">
                  <c:v>58.1</c:v>
                </c:pt>
                <c:pt idx="582">
                  <c:v>58.2</c:v>
                </c:pt>
                <c:pt idx="583">
                  <c:v>58.3</c:v>
                </c:pt>
                <c:pt idx="584">
                  <c:v>58.4</c:v>
                </c:pt>
                <c:pt idx="585">
                  <c:v>58.5</c:v>
                </c:pt>
                <c:pt idx="586">
                  <c:v>58.6</c:v>
                </c:pt>
                <c:pt idx="587">
                  <c:v>58.7</c:v>
                </c:pt>
                <c:pt idx="588">
                  <c:v>58.8</c:v>
                </c:pt>
                <c:pt idx="589">
                  <c:v>58.9</c:v>
                </c:pt>
                <c:pt idx="590">
                  <c:v>59</c:v>
                </c:pt>
                <c:pt idx="591">
                  <c:v>59.1</c:v>
                </c:pt>
                <c:pt idx="592">
                  <c:v>59.2</c:v>
                </c:pt>
                <c:pt idx="593">
                  <c:v>59.3</c:v>
                </c:pt>
                <c:pt idx="594">
                  <c:v>59.4</c:v>
                </c:pt>
                <c:pt idx="595">
                  <c:v>59.5</c:v>
                </c:pt>
                <c:pt idx="596">
                  <c:v>59.6</c:v>
                </c:pt>
                <c:pt idx="597">
                  <c:v>59.7</c:v>
                </c:pt>
                <c:pt idx="598">
                  <c:v>59.8</c:v>
                </c:pt>
                <c:pt idx="599">
                  <c:v>59.9</c:v>
                </c:pt>
                <c:pt idx="600">
                  <c:v>60</c:v>
                </c:pt>
                <c:pt idx="601">
                  <c:v>60.1</c:v>
                </c:pt>
                <c:pt idx="602">
                  <c:v>60.2</c:v>
                </c:pt>
                <c:pt idx="603">
                  <c:v>60.3</c:v>
                </c:pt>
                <c:pt idx="604">
                  <c:v>60.4</c:v>
                </c:pt>
                <c:pt idx="605">
                  <c:v>60.5</c:v>
                </c:pt>
                <c:pt idx="606">
                  <c:v>60.6</c:v>
                </c:pt>
                <c:pt idx="607">
                  <c:v>60.7</c:v>
                </c:pt>
                <c:pt idx="608">
                  <c:v>60.8</c:v>
                </c:pt>
                <c:pt idx="609">
                  <c:v>60.9</c:v>
                </c:pt>
                <c:pt idx="610">
                  <c:v>61</c:v>
                </c:pt>
                <c:pt idx="611">
                  <c:v>61.1</c:v>
                </c:pt>
                <c:pt idx="612">
                  <c:v>61.2</c:v>
                </c:pt>
                <c:pt idx="613">
                  <c:v>61.3</c:v>
                </c:pt>
                <c:pt idx="614">
                  <c:v>61.4</c:v>
                </c:pt>
                <c:pt idx="615">
                  <c:v>61.5</c:v>
                </c:pt>
                <c:pt idx="616">
                  <c:v>61.6</c:v>
                </c:pt>
                <c:pt idx="617">
                  <c:v>61.7</c:v>
                </c:pt>
                <c:pt idx="618">
                  <c:v>61.8</c:v>
                </c:pt>
                <c:pt idx="619">
                  <c:v>61.9</c:v>
                </c:pt>
                <c:pt idx="620">
                  <c:v>62</c:v>
                </c:pt>
                <c:pt idx="621">
                  <c:v>62.1</c:v>
                </c:pt>
                <c:pt idx="622">
                  <c:v>62.2</c:v>
                </c:pt>
                <c:pt idx="623">
                  <c:v>62.3</c:v>
                </c:pt>
                <c:pt idx="624">
                  <c:v>62.4</c:v>
                </c:pt>
                <c:pt idx="625">
                  <c:v>62.5</c:v>
                </c:pt>
                <c:pt idx="626">
                  <c:v>62.6</c:v>
                </c:pt>
                <c:pt idx="627">
                  <c:v>62.7</c:v>
                </c:pt>
                <c:pt idx="628">
                  <c:v>62.8</c:v>
                </c:pt>
                <c:pt idx="629">
                  <c:v>62.9</c:v>
                </c:pt>
                <c:pt idx="630">
                  <c:v>63</c:v>
                </c:pt>
                <c:pt idx="631">
                  <c:v>63.1</c:v>
                </c:pt>
                <c:pt idx="632">
                  <c:v>63.2</c:v>
                </c:pt>
                <c:pt idx="633">
                  <c:v>63.3</c:v>
                </c:pt>
                <c:pt idx="634">
                  <c:v>63.4</c:v>
                </c:pt>
                <c:pt idx="635">
                  <c:v>63.5</c:v>
                </c:pt>
                <c:pt idx="636">
                  <c:v>63.6</c:v>
                </c:pt>
                <c:pt idx="637">
                  <c:v>63.7</c:v>
                </c:pt>
                <c:pt idx="638">
                  <c:v>63.8</c:v>
                </c:pt>
                <c:pt idx="639">
                  <c:v>63.9</c:v>
                </c:pt>
                <c:pt idx="640">
                  <c:v>64</c:v>
                </c:pt>
                <c:pt idx="641">
                  <c:v>64.099999999999994</c:v>
                </c:pt>
                <c:pt idx="642">
                  <c:v>64.2</c:v>
                </c:pt>
                <c:pt idx="643">
                  <c:v>64.3</c:v>
                </c:pt>
                <c:pt idx="644">
                  <c:v>64.400000000000006</c:v>
                </c:pt>
                <c:pt idx="645">
                  <c:v>64.5</c:v>
                </c:pt>
                <c:pt idx="646">
                  <c:v>64.599999999999994</c:v>
                </c:pt>
                <c:pt idx="647">
                  <c:v>64.7</c:v>
                </c:pt>
                <c:pt idx="648">
                  <c:v>64.8</c:v>
                </c:pt>
                <c:pt idx="649">
                  <c:v>64.900000000000006</c:v>
                </c:pt>
                <c:pt idx="650">
                  <c:v>65</c:v>
                </c:pt>
                <c:pt idx="651">
                  <c:v>65.099999999999994</c:v>
                </c:pt>
                <c:pt idx="652">
                  <c:v>65.2</c:v>
                </c:pt>
                <c:pt idx="653">
                  <c:v>65.3</c:v>
                </c:pt>
                <c:pt idx="654">
                  <c:v>65.400000000000006</c:v>
                </c:pt>
                <c:pt idx="655">
                  <c:v>65.5</c:v>
                </c:pt>
                <c:pt idx="656">
                  <c:v>65.599999999999994</c:v>
                </c:pt>
                <c:pt idx="657">
                  <c:v>65.7</c:v>
                </c:pt>
                <c:pt idx="658">
                  <c:v>65.8</c:v>
                </c:pt>
                <c:pt idx="659">
                  <c:v>65.900000000000006</c:v>
                </c:pt>
                <c:pt idx="660">
                  <c:v>66</c:v>
                </c:pt>
                <c:pt idx="661">
                  <c:v>66.099999999999994</c:v>
                </c:pt>
                <c:pt idx="662">
                  <c:v>66.2</c:v>
                </c:pt>
                <c:pt idx="663">
                  <c:v>66.3</c:v>
                </c:pt>
                <c:pt idx="664">
                  <c:v>66.400000000000006</c:v>
                </c:pt>
                <c:pt idx="665">
                  <c:v>66.5</c:v>
                </c:pt>
                <c:pt idx="666">
                  <c:v>66.599999999999994</c:v>
                </c:pt>
                <c:pt idx="667">
                  <c:v>66.7</c:v>
                </c:pt>
                <c:pt idx="668">
                  <c:v>66.8</c:v>
                </c:pt>
                <c:pt idx="669">
                  <c:v>66.900000000000006</c:v>
                </c:pt>
                <c:pt idx="670">
                  <c:v>67</c:v>
                </c:pt>
                <c:pt idx="671">
                  <c:v>67.099999999999994</c:v>
                </c:pt>
                <c:pt idx="672">
                  <c:v>67.2</c:v>
                </c:pt>
                <c:pt idx="673">
                  <c:v>67.3</c:v>
                </c:pt>
                <c:pt idx="674">
                  <c:v>67.400000000000006</c:v>
                </c:pt>
                <c:pt idx="675">
                  <c:v>67.5</c:v>
                </c:pt>
                <c:pt idx="676">
                  <c:v>67.599999999999994</c:v>
                </c:pt>
                <c:pt idx="677">
                  <c:v>67.7</c:v>
                </c:pt>
                <c:pt idx="678">
                  <c:v>67.8</c:v>
                </c:pt>
                <c:pt idx="679">
                  <c:v>67.900000000000006</c:v>
                </c:pt>
                <c:pt idx="680">
                  <c:v>68</c:v>
                </c:pt>
                <c:pt idx="681">
                  <c:v>68.099999999999994</c:v>
                </c:pt>
                <c:pt idx="682">
                  <c:v>68.2</c:v>
                </c:pt>
                <c:pt idx="683">
                  <c:v>68.3</c:v>
                </c:pt>
                <c:pt idx="684">
                  <c:v>68.400000000000006</c:v>
                </c:pt>
                <c:pt idx="685">
                  <c:v>68.5</c:v>
                </c:pt>
                <c:pt idx="686">
                  <c:v>68.599999999999994</c:v>
                </c:pt>
                <c:pt idx="687">
                  <c:v>68.7</c:v>
                </c:pt>
                <c:pt idx="688">
                  <c:v>68.8</c:v>
                </c:pt>
                <c:pt idx="689">
                  <c:v>68.900000000000006</c:v>
                </c:pt>
                <c:pt idx="690">
                  <c:v>69</c:v>
                </c:pt>
                <c:pt idx="691">
                  <c:v>69.099999999999994</c:v>
                </c:pt>
                <c:pt idx="692">
                  <c:v>69.2</c:v>
                </c:pt>
                <c:pt idx="693">
                  <c:v>69.3</c:v>
                </c:pt>
                <c:pt idx="694">
                  <c:v>69.400000000000006</c:v>
                </c:pt>
                <c:pt idx="695">
                  <c:v>69.5</c:v>
                </c:pt>
                <c:pt idx="696">
                  <c:v>69.599999999999994</c:v>
                </c:pt>
                <c:pt idx="697">
                  <c:v>69.7</c:v>
                </c:pt>
                <c:pt idx="698">
                  <c:v>69.8</c:v>
                </c:pt>
                <c:pt idx="699">
                  <c:v>69.900000000000006</c:v>
                </c:pt>
                <c:pt idx="700">
                  <c:v>70</c:v>
                </c:pt>
                <c:pt idx="701">
                  <c:v>70.099999999999994</c:v>
                </c:pt>
                <c:pt idx="702">
                  <c:v>70.2</c:v>
                </c:pt>
                <c:pt idx="703">
                  <c:v>70.3</c:v>
                </c:pt>
                <c:pt idx="704">
                  <c:v>70.400000000000006</c:v>
                </c:pt>
                <c:pt idx="705">
                  <c:v>70.5</c:v>
                </c:pt>
                <c:pt idx="706">
                  <c:v>70.599999999999994</c:v>
                </c:pt>
                <c:pt idx="707">
                  <c:v>70.7</c:v>
                </c:pt>
                <c:pt idx="708">
                  <c:v>70.8</c:v>
                </c:pt>
                <c:pt idx="709">
                  <c:v>70.900000000000006</c:v>
                </c:pt>
                <c:pt idx="710">
                  <c:v>71</c:v>
                </c:pt>
                <c:pt idx="711">
                  <c:v>71.099999999999994</c:v>
                </c:pt>
                <c:pt idx="712">
                  <c:v>71.2</c:v>
                </c:pt>
                <c:pt idx="713">
                  <c:v>71.3</c:v>
                </c:pt>
                <c:pt idx="714">
                  <c:v>71.400000000000006</c:v>
                </c:pt>
                <c:pt idx="715">
                  <c:v>71.5</c:v>
                </c:pt>
                <c:pt idx="716">
                  <c:v>71.599999999999994</c:v>
                </c:pt>
                <c:pt idx="717">
                  <c:v>71.7</c:v>
                </c:pt>
                <c:pt idx="718">
                  <c:v>71.8</c:v>
                </c:pt>
                <c:pt idx="719">
                  <c:v>71.900000000000006</c:v>
                </c:pt>
                <c:pt idx="720">
                  <c:v>72</c:v>
                </c:pt>
                <c:pt idx="721">
                  <c:v>72.099999999999994</c:v>
                </c:pt>
                <c:pt idx="722">
                  <c:v>72.2</c:v>
                </c:pt>
                <c:pt idx="723">
                  <c:v>72.3</c:v>
                </c:pt>
                <c:pt idx="724">
                  <c:v>72.400000000000006</c:v>
                </c:pt>
                <c:pt idx="725">
                  <c:v>72.5</c:v>
                </c:pt>
                <c:pt idx="726">
                  <c:v>72.599999999999994</c:v>
                </c:pt>
                <c:pt idx="727">
                  <c:v>72.7</c:v>
                </c:pt>
                <c:pt idx="728">
                  <c:v>72.8</c:v>
                </c:pt>
                <c:pt idx="729">
                  <c:v>72.900000000000006</c:v>
                </c:pt>
                <c:pt idx="730">
                  <c:v>73</c:v>
                </c:pt>
                <c:pt idx="731">
                  <c:v>73.099999999999994</c:v>
                </c:pt>
                <c:pt idx="732">
                  <c:v>73.2</c:v>
                </c:pt>
                <c:pt idx="733">
                  <c:v>73.3</c:v>
                </c:pt>
                <c:pt idx="734">
                  <c:v>73.400000000000006</c:v>
                </c:pt>
                <c:pt idx="735">
                  <c:v>73.5</c:v>
                </c:pt>
                <c:pt idx="736">
                  <c:v>73.599999999999994</c:v>
                </c:pt>
                <c:pt idx="737">
                  <c:v>73.7</c:v>
                </c:pt>
                <c:pt idx="738">
                  <c:v>73.8</c:v>
                </c:pt>
                <c:pt idx="739">
                  <c:v>73.900000000000006</c:v>
                </c:pt>
                <c:pt idx="740">
                  <c:v>74</c:v>
                </c:pt>
                <c:pt idx="741">
                  <c:v>74.099999999999994</c:v>
                </c:pt>
                <c:pt idx="742">
                  <c:v>74.2</c:v>
                </c:pt>
                <c:pt idx="743">
                  <c:v>74.3</c:v>
                </c:pt>
                <c:pt idx="744">
                  <c:v>74.400000000000006</c:v>
                </c:pt>
                <c:pt idx="745">
                  <c:v>74.5</c:v>
                </c:pt>
                <c:pt idx="746">
                  <c:v>74.599999999999994</c:v>
                </c:pt>
                <c:pt idx="747">
                  <c:v>74.7</c:v>
                </c:pt>
                <c:pt idx="748">
                  <c:v>74.8</c:v>
                </c:pt>
                <c:pt idx="749">
                  <c:v>74.900000000000006</c:v>
                </c:pt>
                <c:pt idx="750">
                  <c:v>75</c:v>
                </c:pt>
                <c:pt idx="751">
                  <c:v>75.099999999999994</c:v>
                </c:pt>
                <c:pt idx="752">
                  <c:v>75.2</c:v>
                </c:pt>
                <c:pt idx="753">
                  <c:v>75.3</c:v>
                </c:pt>
                <c:pt idx="754">
                  <c:v>75.400000000000006</c:v>
                </c:pt>
                <c:pt idx="755">
                  <c:v>75.5</c:v>
                </c:pt>
                <c:pt idx="756">
                  <c:v>75.599999999999994</c:v>
                </c:pt>
                <c:pt idx="757">
                  <c:v>75.7</c:v>
                </c:pt>
                <c:pt idx="758">
                  <c:v>75.8</c:v>
                </c:pt>
                <c:pt idx="759">
                  <c:v>75.900000000000006</c:v>
                </c:pt>
                <c:pt idx="760">
                  <c:v>76</c:v>
                </c:pt>
                <c:pt idx="761">
                  <c:v>76.099999999999994</c:v>
                </c:pt>
                <c:pt idx="762">
                  <c:v>76.2</c:v>
                </c:pt>
                <c:pt idx="763">
                  <c:v>76.3</c:v>
                </c:pt>
                <c:pt idx="764">
                  <c:v>76.400000000000006</c:v>
                </c:pt>
                <c:pt idx="765">
                  <c:v>76.5</c:v>
                </c:pt>
                <c:pt idx="766">
                  <c:v>76.599999999999994</c:v>
                </c:pt>
                <c:pt idx="767">
                  <c:v>76.7</c:v>
                </c:pt>
                <c:pt idx="768">
                  <c:v>76.8</c:v>
                </c:pt>
                <c:pt idx="769">
                  <c:v>76.900000000000006</c:v>
                </c:pt>
                <c:pt idx="770">
                  <c:v>77</c:v>
                </c:pt>
                <c:pt idx="771">
                  <c:v>77.099999999999994</c:v>
                </c:pt>
                <c:pt idx="772">
                  <c:v>77.2</c:v>
                </c:pt>
                <c:pt idx="773">
                  <c:v>77.3</c:v>
                </c:pt>
                <c:pt idx="774">
                  <c:v>77.400000000000006</c:v>
                </c:pt>
                <c:pt idx="775">
                  <c:v>77.5</c:v>
                </c:pt>
                <c:pt idx="776">
                  <c:v>77.599999999999994</c:v>
                </c:pt>
                <c:pt idx="777">
                  <c:v>77.7</c:v>
                </c:pt>
                <c:pt idx="778">
                  <c:v>77.8</c:v>
                </c:pt>
                <c:pt idx="779">
                  <c:v>77.900000000000006</c:v>
                </c:pt>
                <c:pt idx="780">
                  <c:v>78</c:v>
                </c:pt>
                <c:pt idx="781">
                  <c:v>78.099999999999994</c:v>
                </c:pt>
                <c:pt idx="782">
                  <c:v>78.2</c:v>
                </c:pt>
                <c:pt idx="783">
                  <c:v>78.3</c:v>
                </c:pt>
                <c:pt idx="784">
                  <c:v>78.400000000000006</c:v>
                </c:pt>
                <c:pt idx="785">
                  <c:v>78.5</c:v>
                </c:pt>
                <c:pt idx="786">
                  <c:v>78.599999999999994</c:v>
                </c:pt>
                <c:pt idx="787">
                  <c:v>78.7</c:v>
                </c:pt>
                <c:pt idx="788">
                  <c:v>78.8</c:v>
                </c:pt>
                <c:pt idx="789">
                  <c:v>78.900000000000006</c:v>
                </c:pt>
                <c:pt idx="790">
                  <c:v>79</c:v>
                </c:pt>
                <c:pt idx="791">
                  <c:v>79.099999999999994</c:v>
                </c:pt>
                <c:pt idx="792">
                  <c:v>79.2</c:v>
                </c:pt>
                <c:pt idx="793">
                  <c:v>79.3</c:v>
                </c:pt>
                <c:pt idx="794">
                  <c:v>79.400000000000006</c:v>
                </c:pt>
                <c:pt idx="795">
                  <c:v>79.5</c:v>
                </c:pt>
                <c:pt idx="796">
                  <c:v>79.599999999999994</c:v>
                </c:pt>
                <c:pt idx="797">
                  <c:v>79.7</c:v>
                </c:pt>
                <c:pt idx="798">
                  <c:v>79.8</c:v>
                </c:pt>
                <c:pt idx="799">
                  <c:v>79.900000000000006</c:v>
                </c:pt>
                <c:pt idx="800">
                  <c:v>80</c:v>
                </c:pt>
                <c:pt idx="801">
                  <c:v>80.099999999999994</c:v>
                </c:pt>
                <c:pt idx="802">
                  <c:v>80.2</c:v>
                </c:pt>
                <c:pt idx="803">
                  <c:v>80.3</c:v>
                </c:pt>
                <c:pt idx="804">
                  <c:v>80.400000000000006</c:v>
                </c:pt>
                <c:pt idx="805">
                  <c:v>80.5</c:v>
                </c:pt>
                <c:pt idx="806">
                  <c:v>80.599999999999994</c:v>
                </c:pt>
                <c:pt idx="807">
                  <c:v>80.7</c:v>
                </c:pt>
                <c:pt idx="808">
                  <c:v>80.8</c:v>
                </c:pt>
                <c:pt idx="809">
                  <c:v>80.900000000000006</c:v>
                </c:pt>
                <c:pt idx="810">
                  <c:v>81</c:v>
                </c:pt>
                <c:pt idx="811">
                  <c:v>81.099999999999994</c:v>
                </c:pt>
                <c:pt idx="812">
                  <c:v>81.2</c:v>
                </c:pt>
                <c:pt idx="813">
                  <c:v>81.3</c:v>
                </c:pt>
                <c:pt idx="814">
                  <c:v>81.400000000000006</c:v>
                </c:pt>
                <c:pt idx="815">
                  <c:v>81.5</c:v>
                </c:pt>
                <c:pt idx="816">
                  <c:v>81.599999999999994</c:v>
                </c:pt>
                <c:pt idx="817">
                  <c:v>81.7</c:v>
                </c:pt>
                <c:pt idx="818">
                  <c:v>81.8</c:v>
                </c:pt>
                <c:pt idx="819">
                  <c:v>81.900000000000006</c:v>
                </c:pt>
                <c:pt idx="820">
                  <c:v>82</c:v>
                </c:pt>
                <c:pt idx="821">
                  <c:v>82.1</c:v>
                </c:pt>
                <c:pt idx="822">
                  <c:v>82.2</c:v>
                </c:pt>
                <c:pt idx="823">
                  <c:v>82.3</c:v>
                </c:pt>
                <c:pt idx="824">
                  <c:v>82.4</c:v>
                </c:pt>
                <c:pt idx="825">
                  <c:v>82.5</c:v>
                </c:pt>
                <c:pt idx="826">
                  <c:v>82.6</c:v>
                </c:pt>
                <c:pt idx="827">
                  <c:v>82.7</c:v>
                </c:pt>
                <c:pt idx="828">
                  <c:v>82.8</c:v>
                </c:pt>
                <c:pt idx="829">
                  <c:v>82.9</c:v>
                </c:pt>
                <c:pt idx="830">
                  <c:v>83</c:v>
                </c:pt>
                <c:pt idx="831">
                  <c:v>83.1</c:v>
                </c:pt>
                <c:pt idx="832">
                  <c:v>83.2</c:v>
                </c:pt>
                <c:pt idx="833">
                  <c:v>83.3</c:v>
                </c:pt>
                <c:pt idx="834">
                  <c:v>83.4</c:v>
                </c:pt>
                <c:pt idx="835">
                  <c:v>83.5</c:v>
                </c:pt>
                <c:pt idx="836">
                  <c:v>83.6</c:v>
                </c:pt>
                <c:pt idx="837">
                  <c:v>83.7</c:v>
                </c:pt>
                <c:pt idx="838">
                  <c:v>83.8</c:v>
                </c:pt>
                <c:pt idx="839">
                  <c:v>83.9</c:v>
                </c:pt>
                <c:pt idx="840">
                  <c:v>84</c:v>
                </c:pt>
                <c:pt idx="841">
                  <c:v>84.1</c:v>
                </c:pt>
                <c:pt idx="842">
                  <c:v>84.2</c:v>
                </c:pt>
                <c:pt idx="843">
                  <c:v>84.3</c:v>
                </c:pt>
                <c:pt idx="844">
                  <c:v>84.4</c:v>
                </c:pt>
                <c:pt idx="845">
                  <c:v>84.5</c:v>
                </c:pt>
                <c:pt idx="846">
                  <c:v>84.6</c:v>
                </c:pt>
                <c:pt idx="847">
                  <c:v>84.7</c:v>
                </c:pt>
                <c:pt idx="848">
                  <c:v>84.8</c:v>
                </c:pt>
                <c:pt idx="849">
                  <c:v>84.9</c:v>
                </c:pt>
                <c:pt idx="850">
                  <c:v>85</c:v>
                </c:pt>
                <c:pt idx="851">
                  <c:v>85.1</c:v>
                </c:pt>
                <c:pt idx="852">
                  <c:v>85.2</c:v>
                </c:pt>
                <c:pt idx="853">
                  <c:v>85.3</c:v>
                </c:pt>
                <c:pt idx="854">
                  <c:v>85.4</c:v>
                </c:pt>
                <c:pt idx="855">
                  <c:v>85.5</c:v>
                </c:pt>
                <c:pt idx="856">
                  <c:v>85.6</c:v>
                </c:pt>
                <c:pt idx="857">
                  <c:v>85.7</c:v>
                </c:pt>
                <c:pt idx="858">
                  <c:v>85.8</c:v>
                </c:pt>
                <c:pt idx="859">
                  <c:v>85.9</c:v>
                </c:pt>
                <c:pt idx="860">
                  <c:v>86</c:v>
                </c:pt>
                <c:pt idx="861">
                  <c:v>86.1</c:v>
                </c:pt>
                <c:pt idx="862">
                  <c:v>86.2</c:v>
                </c:pt>
                <c:pt idx="863">
                  <c:v>86.3</c:v>
                </c:pt>
                <c:pt idx="864">
                  <c:v>86.4</c:v>
                </c:pt>
                <c:pt idx="865">
                  <c:v>86.5</c:v>
                </c:pt>
                <c:pt idx="866">
                  <c:v>86.6</c:v>
                </c:pt>
                <c:pt idx="867">
                  <c:v>86.7</c:v>
                </c:pt>
                <c:pt idx="868">
                  <c:v>86.8</c:v>
                </c:pt>
                <c:pt idx="869">
                  <c:v>86.9</c:v>
                </c:pt>
                <c:pt idx="870">
                  <c:v>87</c:v>
                </c:pt>
                <c:pt idx="871">
                  <c:v>87.1</c:v>
                </c:pt>
                <c:pt idx="872">
                  <c:v>87.2</c:v>
                </c:pt>
                <c:pt idx="873">
                  <c:v>87.3</c:v>
                </c:pt>
                <c:pt idx="874">
                  <c:v>87.4</c:v>
                </c:pt>
                <c:pt idx="875">
                  <c:v>87.5</c:v>
                </c:pt>
                <c:pt idx="876">
                  <c:v>87.6</c:v>
                </c:pt>
                <c:pt idx="877">
                  <c:v>87.7</c:v>
                </c:pt>
                <c:pt idx="878">
                  <c:v>87.8</c:v>
                </c:pt>
                <c:pt idx="879">
                  <c:v>87.9</c:v>
                </c:pt>
                <c:pt idx="880">
                  <c:v>88</c:v>
                </c:pt>
                <c:pt idx="881">
                  <c:v>88.1</c:v>
                </c:pt>
                <c:pt idx="882">
                  <c:v>88.2</c:v>
                </c:pt>
                <c:pt idx="883">
                  <c:v>88.3</c:v>
                </c:pt>
                <c:pt idx="884">
                  <c:v>88.4</c:v>
                </c:pt>
                <c:pt idx="885">
                  <c:v>88.5</c:v>
                </c:pt>
                <c:pt idx="886">
                  <c:v>88.6</c:v>
                </c:pt>
                <c:pt idx="887">
                  <c:v>88.7</c:v>
                </c:pt>
                <c:pt idx="888">
                  <c:v>88.8</c:v>
                </c:pt>
                <c:pt idx="889">
                  <c:v>88.9</c:v>
                </c:pt>
                <c:pt idx="890">
                  <c:v>89</c:v>
                </c:pt>
                <c:pt idx="891">
                  <c:v>89.1</c:v>
                </c:pt>
                <c:pt idx="892">
                  <c:v>89.2</c:v>
                </c:pt>
                <c:pt idx="893">
                  <c:v>89.3</c:v>
                </c:pt>
                <c:pt idx="894">
                  <c:v>89.4</c:v>
                </c:pt>
                <c:pt idx="895">
                  <c:v>89.5</c:v>
                </c:pt>
                <c:pt idx="896">
                  <c:v>89.6</c:v>
                </c:pt>
                <c:pt idx="897">
                  <c:v>89.7</c:v>
                </c:pt>
                <c:pt idx="898">
                  <c:v>89.8</c:v>
                </c:pt>
                <c:pt idx="899">
                  <c:v>89.9</c:v>
                </c:pt>
                <c:pt idx="900">
                  <c:v>90</c:v>
                </c:pt>
                <c:pt idx="901">
                  <c:v>90.1</c:v>
                </c:pt>
                <c:pt idx="902">
                  <c:v>90.2</c:v>
                </c:pt>
                <c:pt idx="903">
                  <c:v>90.3</c:v>
                </c:pt>
                <c:pt idx="904">
                  <c:v>90.4</c:v>
                </c:pt>
                <c:pt idx="905">
                  <c:v>90.5</c:v>
                </c:pt>
                <c:pt idx="906">
                  <c:v>90.6</c:v>
                </c:pt>
                <c:pt idx="907">
                  <c:v>90.7</c:v>
                </c:pt>
                <c:pt idx="908">
                  <c:v>90.8</c:v>
                </c:pt>
                <c:pt idx="909">
                  <c:v>90.9</c:v>
                </c:pt>
                <c:pt idx="910">
                  <c:v>91</c:v>
                </c:pt>
                <c:pt idx="911">
                  <c:v>91.1</c:v>
                </c:pt>
                <c:pt idx="912">
                  <c:v>91.2</c:v>
                </c:pt>
                <c:pt idx="913">
                  <c:v>91.3</c:v>
                </c:pt>
                <c:pt idx="914">
                  <c:v>91.4</c:v>
                </c:pt>
                <c:pt idx="915">
                  <c:v>91.5</c:v>
                </c:pt>
                <c:pt idx="916">
                  <c:v>91.6</c:v>
                </c:pt>
                <c:pt idx="917">
                  <c:v>91.7</c:v>
                </c:pt>
                <c:pt idx="918">
                  <c:v>91.8</c:v>
                </c:pt>
                <c:pt idx="919">
                  <c:v>91.9</c:v>
                </c:pt>
                <c:pt idx="920">
                  <c:v>92</c:v>
                </c:pt>
                <c:pt idx="921">
                  <c:v>92.1</c:v>
                </c:pt>
                <c:pt idx="922">
                  <c:v>92.2</c:v>
                </c:pt>
                <c:pt idx="923">
                  <c:v>92.3</c:v>
                </c:pt>
                <c:pt idx="924">
                  <c:v>92.4</c:v>
                </c:pt>
                <c:pt idx="925">
                  <c:v>92.5</c:v>
                </c:pt>
                <c:pt idx="926">
                  <c:v>92.6</c:v>
                </c:pt>
                <c:pt idx="927">
                  <c:v>92.7</c:v>
                </c:pt>
                <c:pt idx="928">
                  <c:v>92.8</c:v>
                </c:pt>
                <c:pt idx="929">
                  <c:v>92.9</c:v>
                </c:pt>
                <c:pt idx="930">
                  <c:v>93</c:v>
                </c:pt>
                <c:pt idx="931">
                  <c:v>93.1</c:v>
                </c:pt>
                <c:pt idx="932">
                  <c:v>93.2</c:v>
                </c:pt>
                <c:pt idx="933">
                  <c:v>93.3</c:v>
                </c:pt>
                <c:pt idx="934">
                  <c:v>93.4</c:v>
                </c:pt>
                <c:pt idx="935">
                  <c:v>93.5</c:v>
                </c:pt>
                <c:pt idx="936">
                  <c:v>93.6</c:v>
                </c:pt>
                <c:pt idx="937">
                  <c:v>93.7</c:v>
                </c:pt>
                <c:pt idx="938">
                  <c:v>93.8</c:v>
                </c:pt>
                <c:pt idx="939">
                  <c:v>93.9</c:v>
                </c:pt>
                <c:pt idx="940">
                  <c:v>94</c:v>
                </c:pt>
                <c:pt idx="941">
                  <c:v>94.1</c:v>
                </c:pt>
                <c:pt idx="942">
                  <c:v>94.2</c:v>
                </c:pt>
                <c:pt idx="943">
                  <c:v>94.3</c:v>
                </c:pt>
                <c:pt idx="944">
                  <c:v>94.4</c:v>
                </c:pt>
                <c:pt idx="945">
                  <c:v>94.5</c:v>
                </c:pt>
                <c:pt idx="946">
                  <c:v>94.6</c:v>
                </c:pt>
                <c:pt idx="947">
                  <c:v>94.7</c:v>
                </c:pt>
                <c:pt idx="948">
                  <c:v>94.8</c:v>
                </c:pt>
                <c:pt idx="949">
                  <c:v>94.9</c:v>
                </c:pt>
                <c:pt idx="950">
                  <c:v>95</c:v>
                </c:pt>
                <c:pt idx="951">
                  <c:v>95.1</c:v>
                </c:pt>
                <c:pt idx="952">
                  <c:v>95.2</c:v>
                </c:pt>
                <c:pt idx="953">
                  <c:v>95.3</c:v>
                </c:pt>
                <c:pt idx="954">
                  <c:v>95.4</c:v>
                </c:pt>
                <c:pt idx="955">
                  <c:v>95.5</c:v>
                </c:pt>
                <c:pt idx="956">
                  <c:v>95.6</c:v>
                </c:pt>
                <c:pt idx="957">
                  <c:v>95.7</c:v>
                </c:pt>
                <c:pt idx="958">
                  <c:v>95.8</c:v>
                </c:pt>
                <c:pt idx="959">
                  <c:v>95.9</c:v>
                </c:pt>
                <c:pt idx="960">
                  <c:v>96</c:v>
                </c:pt>
                <c:pt idx="961">
                  <c:v>96.1</c:v>
                </c:pt>
                <c:pt idx="962">
                  <c:v>96.2</c:v>
                </c:pt>
                <c:pt idx="963">
                  <c:v>96.3</c:v>
                </c:pt>
                <c:pt idx="964">
                  <c:v>96.4</c:v>
                </c:pt>
                <c:pt idx="965">
                  <c:v>96.5</c:v>
                </c:pt>
                <c:pt idx="966">
                  <c:v>96.6</c:v>
                </c:pt>
                <c:pt idx="967">
                  <c:v>96.7</c:v>
                </c:pt>
                <c:pt idx="968">
                  <c:v>96.8</c:v>
                </c:pt>
                <c:pt idx="969">
                  <c:v>96.9</c:v>
                </c:pt>
                <c:pt idx="970">
                  <c:v>97</c:v>
                </c:pt>
                <c:pt idx="971">
                  <c:v>97.1</c:v>
                </c:pt>
                <c:pt idx="972">
                  <c:v>97.2</c:v>
                </c:pt>
                <c:pt idx="973">
                  <c:v>97.3</c:v>
                </c:pt>
                <c:pt idx="974">
                  <c:v>97.4</c:v>
                </c:pt>
                <c:pt idx="975">
                  <c:v>97.5</c:v>
                </c:pt>
                <c:pt idx="976">
                  <c:v>97.6</c:v>
                </c:pt>
                <c:pt idx="977">
                  <c:v>97.7</c:v>
                </c:pt>
                <c:pt idx="978">
                  <c:v>97.8</c:v>
                </c:pt>
                <c:pt idx="979">
                  <c:v>97.9</c:v>
                </c:pt>
                <c:pt idx="980">
                  <c:v>98</c:v>
                </c:pt>
                <c:pt idx="981">
                  <c:v>98.1</c:v>
                </c:pt>
                <c:pt idx="982">
                  <c:v>98.2</c:v>
                </c:pt>
                <c:pt idx="983">
                  <c:v>98.3</c:v>
                </c:pt>
                <c:pt idx="984">
                  <c:v>98.4</c:v>
                </c:pt>
                <c:pt idx="985">
                  <c:v>98.5</c:v>
                </c:pt>
                <c:pt idx="986">
                  <c:v>98.6</c:v>
                </c:pt>
                <c:pt idx="987">
                  <c:v>98.7</c:v>
                </c:pt>
                <c:pt idx="988">
                  <c:v>98.8</c:v>
                </c:pt>
                <c:pt idx="989">
                  <c:v>98.9</c:v>
                </c:pt>
                <c:pt idx="990">
                  <c:v>99</c:v>
                </c:pt>
                <c:pt idx="991">
                  <c:v>99.1</c:v>
                </c:pt>
                <c:pt idx="992">
                  <c:v>99.2</c:v>
                </c:pt>
                <c:pt idx="993">
                  <c:v>99.3</c:v>
                </c:pt>
                <c:pt idx="994">
                  <c:v>99.4</c:v>
                </c:pt>
                <c:pt idx="995">
                  <c:v>99.5</c:v>
                </c:pt>
                <c:pt idx="996">
                  <c:v>99.6</c:v>
                </c:pt>
                <c:pt idx="997">
                  <c:v>99.7</c:v>
                </c:pt>
                <c:pt idx="998">
                  <c:v>99.8</c:v>
                </c:pt>
                <c:pt idx="999">
                  <c:v>99.9</c:v>
                </c:pt>
                <c:pt idx="1000">
                  <c:v>100</c:v>
                </c:pt>
                <c:pt idx="1001">
                  <c:v>100.1</c:v>
                </c:pt>
                <c:pt idx="1002">
                  <c:v>100.2</c:v>
                </c:pt>
                <c:pt idx="1003">
                  <c:v>100.3</c:v>
                </c:pt>
                <c:pt idx="1004">
                  <c:v>100.4</c:v>
                </c:pt>
                <c:pt idx="1005">
                  <c:v>100.5</c:v>
                </c:pt>
                <c:pt idx="1006">
                  <c:v>100.6</c:v>
                </c:pt>
                <c:pt idx="1007">
                  <c:v>100.7</c:v>
                </c:pt>
                <c:pt idx="1008">
                  <c:v>100.8</c:v>
                </c:pt>
                <c:pt idx="1009">
                  <c:v>100.9</c:v>
                </c:pt>
                <c:pt idx="1010">
                  <c:v>101</c:v>
                </c:pt>
                <c:pt idx="1011">
                  <c:v>101.1</c:v>
                </c:pt>
                <c:pt idx="1012">
                  <c:v>101.2</c:v>
                </c:pt>
                <c:pt idx="1013">
                  <c:v>101.3</c:v>
                </c:pt>
                <c:pt idx="1014">
                  <c:v>101.4</c:v>
                </c:pt>
                <c:pt idx="1015">
                  <c:v>101.5</c:v>
                </c:pt>
                <c:pt idx="1016">
                  <c:v>101.6</c:v>
                </c:pt>
                <c:pt idx="1017">
                  <c:v>101.7</c:v>
                </c:pt>
                <c:pt idx="1018">
                  <c:v>101.8</c:v>
                </c:pt>
                <c:pt idx="1019">
                  <c:v>101.9</c:v>
                </c:pt>
                <c:pt idx="1020">
                  <c:v>102</c:v>
                </c:pt>
                <c:pt idx="1021">
                  <c:v>102.1</c:v>
                </c:pt>
                <c:pt idx="1022">
                  <c:v>102.2</c:v>
                </c:pt>
                <c:pt idx="1023">
                  <c:v>102.3</c:v>
                </c:pt>
                <c:pt idx="1024">
                  <c:v>102.4</c:v>
                </c:pt>
                <c:pt idx="1025">
                  <c:v>102.5</c:v>
                </c:pt>
                <c:pt idx="1026">
                  <c:v>102.6</c:v>
                </c:pt>
                <c:pt idx="1027">
                  <c:v>102.7</c:v>
                </c:pt>
                <c:pt idx="1028">
                  <c:v>102.8</c:v>
                </c:pt>
                <c:pt idx="1029">
                  <c:v>102.9</c:v>
                </c:pt>
                <c:pt idx="1030">
                  <c:v>103</c:v>
                </c:pt>
                <c:pt idx="1031">
                  <c:v>103.1</c:v>
                </c:pt>
                <c:pt idx="1032">
                  <c:v>103.2</c:v>
                </c:pt>
                <c:pt idx="1033">
                  <c:v>103.3</c:v>
                </c:pt>
                <c:pt idx="1034">
                  <c:v>103.4</c:v>
                </c:pt>
                <c:pt idx="1035">
                  <c:v>103.5</c:v>
                </c:pt>
                <c:pt idx="1036">
                  <c:v>103.6</c:v>
                </c:pt>
                <c:pt idx="1037">
                  <c:v>103.7</c:v>
                </c:pt>
                <c:pt idx="1038">
                  <c:v>103.8</c:v>
                </c:pt>
                <c:pt idx="1039">
                  <c:v>103.9</c:v>
                </c:pt>
                <c:pt idx="1040">
                  <c:v>104</c:v>
                </c:pt>
                <c:pt idx="1041">
                  <c:v>104.1</c:v>
                </c:pt>
                <c:pt idx="1042">
                  <c:v>104.2</c:v>
                </c:pt>
                <c:pt idx="1043">
                  <c:v>104.3</c:v>
                </c:pt>
                <c:pt idx="1044">
                  <c:v>104.4</c:v>
                </c:pt>
                <c:pt idx="1045">
                  <c:v>104.5</c:v>
                </c:pt>
                <c:pt idx="1046">
                  <c:v>104.6</c:v>
                </c:pt>
                <c:pt idx="1047">
                  <c:v>104.7</c:v>
                </c:pt>
                <c:pt idx="1048">
                  <c:v>104.8</c:v>
                </c:pt>
                <c:pt idx="1049">
                  <c:v>104.9</c:v>
                </c:pt>
                <c:pt idx="1050">
                  <c:v>105</c:v>
                </c:pt>
                <c:pt idx="1051">
                  <c:v>105.1</c:v>
                </c:pt>
                <c:pt idx="1052">
                  <c:v>105.2</c:v>
                </c:pt>
                <c:pt idx="1053">
                  <c:v>105.3</c:v>
                </c:pt>
                <c:pt idx="1054">
                  <c:v>105.4</c:v>
                </c:pt>
                <c:pt idx="1055">
                  <c:v>105.5</c:v>
                </c:pt>
                <c:pt idx="1056">
                  <c:v>105.6</c:v>
                </c:pt>
                <c:pt idx="1057">
                  <c:v>105.7</c:v>
                </c:pt>
                <c:pt idx="1058">
                  <c:v>105.8</c:v>
                </c:pt>
                <c:pt idx="1059">
                  <c:v>105.9</c:v>
                </c:pt>
                <c:pt idx="1060">
                  <c:v>106</c:v>
                </c:pt>
                <c:pt idx="1061">
                  <c:v>106.1</c:v>
                </c:pt>
                <c:pt idx="1062">
                  <c:v>106.2</c:v>
                </c:pt>
                <c:pt idx="1063">
                  <c:v>106.3</c:v>
                </c:pt>
                <c:pt idx="1064">
                  <c:v>106.4</c:v>
                </c:pt>
                <c:pt idx="1065">
                  <c:v>106.5</c:v>
                </c:pt>
                <c:pt idx="1066">
                  <c:v>106.6</c:v>
                </c:pt>
                <c:pt idx="1067">
                  <c:v>106.7</c:v>
                </c:pt>
                <c:pt idx="1068">
                  <c:v>106.8</c:v>
                </c:pt>
                <c:pt idx="1069">
                  <c:v>106.9</c:v>
                </c:pt>
                <c:pt idx="1070">
                  <c:v>107</c:v>
                </c:pt>
                <c:pt idx="1071">
                  <c:v>107.1</c:v>
                </c:pt>
                <c:pt idx="1072">
                  <c:v>107.2</c:v>
                </c:pt>
                <c:pt idx="1073">
                  <c:v>107.3</c:v>
                </c:pt>
                <c:pt idx="1074">
                  <c:v>107.4</c:v>
                </c:pt>
                <c:pt idx="1075">
                  <c:v>107.5</c:v>
                </c:pt>
                <c:pt idx="1076">
                  <c:v>107.6</c:v>
                </c:pt>
                <c:pt idx="1077">
                  <c:v>107.7</c:v>
                </c:pt>
                <c:pt idx="1078">
                  <c:v>107.8</c:v>
                </c:pt>
                <c:pt idx="1079">
                  <c:v>107.9</c:v>
                </c:pt>
                <c:pt idx="1080">
                  <c:v>108</c:v>
                </c:pt>
                <c:pt idx="1081">
                  <c:v>108.1</c:v>
                </c:pt>
                <c:pt idx="1082">
                  <c:v>108.2</c:v>
                </c:pt>
                <c:pt idx="1083">
                  <c:v>108.3</c:v>
                </c:pt>
                <c:pt idx="1084">
                  <c:v>108.4</c:v>
                </c:pt>
                <c:pt idx="1085">
                  <c:v>108.5</c:v>
                </c:pt>
                <c:pt idx="1086">
                  <c:v>108.6</c:v>
                </c:pt>
                <c:pt idx="1087">
                  <c:v>108.7</c:v>
                </c:pt>
                <c:pt idx="1088">
                  <c:v>108.8</c:v>
                </c:pt>
                <c:pt idx="1089">
                  <c:v>108.9</c:v>
                </c:pt>
                <c:pt idx="1090">
                  <c:v>109</c:v>
                </c:pt>
                <c:pt idx="1091">
                  <c:v>109.1</c:v>
                </c:pt>
                <c:pt idx="1092">
                  <c:v>109.2</c:v>
                </c:pt>
                <c:pt idx="1093">
                  <c:v>109.3</c:v>
                </c:pt>
                <c:pt idx="1094">
                  <c:v>109.4</c:v>
                </c:pt>
                <c:pt idx="1095">
                  <c:v>109.5</c:v>
                </c:pt>
                <c:pt idx="1096">
                  <c:v>109.6</c:v>
                </c:pt>
                <c:pt idx="1097">
                  <c:v>109.7</c:v>
                </c:pt>
                <c:pt idx="1098">
                  <c:v>109.8</c:v>
                </c:pt>
                <c:pt idx="1099">
                  <c:v>109.9</c:v>
                </c:pt>
                <c:pt idx="1100">
                  <c:v>110</c:v>
                </c:pt>
                <c:pt idx="1101">
                  <c:v>110.1</c:v>
                </c:pt>
                <c:pt idx="1102">
                  <c:v>110.2</c:v>
                </c:pt>
                <c:pt idx="1103">
                  <c:v>110.3</c:v>
                </c:pt>
                <c:pt idx="1104">
                  <c:v>110.4</c:v>
                </c:pt>
                <c:pt idx="1105">
                  <c:v>110.5</c:v>
                </c:pt>
                <c:pt idx="1106">
                  <c:v>110.6</c:v>
                </c:pt>
                <c:pt idx="1107">
                  <c:v>110.7</c:v>
                </c:pt>
                <c:pt idx="1108">
                  <c:v>110.8</c:v>
                </c:pt>
                <c:pt idx="1109">
                  <c:v>110.9</c:v>
                </c:pt>
                <c:pt idx="1110">
                  <c:v>111</c:v>
                </c:pt>
                <c:pt idx="1111">
                  <c:v>111.1</c:v>
                </c:pt>
                <c:pt idx="1112">
                  <c:v>111.2</c:v>
                </c:pt>
                <c:pt idx="1113">
                  <c:v>111.3</c:v>
                </c:pt>
                <c:pt idx="1114">
                  <c:v>111.4</c:v>
                </c:pt>
                <c:pt idx="1115">
                  <c:v>111.5</c:v>
                </c:pt>
                <c:pt idx="1116">
                  <c:v>111.6</c:v>
                </c:pt>
                <c:pt idx="1117">
                  <c:v>111.7</c:v>
                </c:pt>
                <c:pt idx="1118">
                  <c:v>111.8</c:v>
                </c:pt>
                <c:pt idx="1119">
                  <c:v>111.9</c:v>
                </c:pt>
                <c:pt idx="1120">
                  <c:v>112</c:v>
                </c:pt>
                <c:pt idx="1121">
                  <c:v>112.1</c:v>
                </c:pt>
                <c:pt idx="1122">
                  <c:v>112.2</c:v>
                </c:pt>
                <c:pt idx="1123">
                  <c:v>112.3</c:v>
                </c:pt>
                <c:pt idx="1124">
                  <c:v>112.4</c:v>
                </c:pt>
                <c:pt idx="1125">
                  <c:v>112.5</c:v>
                </c:pt>
                <c:pt idx="1126">
                  <c:v>112.6</c:v>
                </c:pt>
                <c:pt idx="1127">
                  <c:v>112.7</c:v>
                </c:pt>
                <c:pt idx="1128">
                  <c:v>112.8</c:v>
                </c:pt>
                <c:pt idx="1129">
                  <c:v>112.9</c:v>
                </c:pt>
                <c:pt idx="1130">
                  <c:v>113</c:v>
                </c:pt>
                <c:pt idx="1131">
                  <c:v>113.1</c:v>
                </c:pt>
                <c:pt idx="1132">
                  <c:v>113.2</c:v>
                </c:pt>
                <c:pt idx="1133">
                  <c:v>113.3</c:v>
                </c:pt>
                <c:pt idx="1134">
                  <c:v>113.4</c:v>
                </c:pt>
                <c:pt idx="1135">
                  <c:v>113.5</c:v>
                </c:pt>
                <c:pt idx="1136">
                  <c:v>113.6</c:v>
                </c:pt>
                <c:pt idx="1137">
                  <c:v>113.7</c:v>
                </c:pt>
                <c:pt idx="1138">
                  <c:v>113.8</c:v>
                </c:pt>
                <c:pt idx="1139">
                  <c:v>113.9</c:v>
                </c:pt>
                <c:pt idx="1140">
                  <c:v>114</c:v>
                </c:pt>
                <c:pt idx="1141">
                  <c:v>114.1</c:v>
                </c:pt>
                <c:pt idx="1142">
                  <c:v>114.2</c:v>
                </c:pt>
                <c:pt idx="1143">
                  <c:v>114.3</c:v>
                </c:pt>
                <c:pt idx="1144">
                  <c:v>114.4</c:v>
                </c:pt>
                <c:pt idx="1145">
                  <c:v>114.5</c:v>
                </c:pt>
                <c:pt idx="1146">
                  <c:v>114.6</c:v>
                </c:pt>
                <c:pt idx="1147">
                  <c:v>114.7</c:v>
                </c:pt>
                <c:pt idx="1148">
                  <c:v>114.8</c:v>
                </c:pt>
                <c:pt idx="1149">
                  <c:v>114.9</c:v>
                </c:pt>
                <c:pt idx="1150">
                  <c:v>115</c:v>
                </c:pt>
                <c:pt idx="1151">
                  <c:v>115.1</c:v>
                </c:pt>
                <c:pt idx="1152">
                  <c:v>115.2</c:v>
                </c:pt>
                <c:pt idx="1153">
                  <c:v>115.3</c:v>
                </c:pt>
                <c:pt idx="1154">
                  <c:v>115.4</c:v>
                </c:pt>
                <c:pt idx="1155">
                  <c:v>115.5</c:v>
                </c:pt>
                <c:pt idx="1156">
                  <c:v>115.6</c:v>
                </c:pt>
                <c:pt idx="1157">
                  <c:v>115.7</c:v>
                </c:pt>
                <c:pt idx="1158">
                  <c:v>115.8</c:v>
                </c:pt>
                <c:pt idx="1159">
                  <c:v>115.9</c:v>
                </c:pt>
                <c:pt idx="1160">
                  <c:v>116</c:v>
                </c:pt>
                <c:pt idx="1161">
                  <c:v>116.1</c:v>
                </c:pt>
                <c:pt idx="1162">
                  <c:v>116.2</c:v>
                </c:pt>
                <c:pt idx="1163">
                  <c:v>116.3</c:v>
                </c:pt>
                <c:pt idx="1164">
                  <c:v>116.4</c:v>
                </c:pt>
                <c:pt idx="1165">
                  <c:v>116.5</c:v>
                </c:pt>
                <c:pt idx="1166">
                  <c:v>116.6</c:v>
                </c:pt>
                <c:pt idx="1167">
                  <c:v>116.7</c:v>
                </c:pt>
                <c:pt idx="1168">
                  <c:v>116.8</c:v>
                </c:pt>
                <c:pt idx="1169">
                  <c:v>116.9</c:v>
                </c:pt>
                <c:pt idx="1170">
                  <c:v>117</c:v>
                </c:pt>
                <c:pt idx="1171">
                  <c:v>117.1</c:v>
                </c:pt>
                <c:pt idx="1172">
                  <c:v>117.2</c:v>
                </c:pt>
                <c:pt idx="1173">
                  <c:v>117.3</c:v>
                </c:pt>
                <c:pt idx="1174">
                  <c:v>117.4</c:v>
                </c:pt>
                <c:pt idx="1175">
                  <c:v>117.5</c:v>
                </c:pt>
                <c:pt idx="1176">
                  <c:v>117.6</c:v>
                </c:pt>
                <c:pt idx="1177">
                  <c:v>117.7</c:v>
                </c:pt>
                <c:pt idx="1178">
                  <c:v>117.8</c:v>
                </c:pt>
                <c:pt idx="1179">
                  <c:v>117.9</c:v>
                </c:pt>
                <c:pt idx="1180">
                  <c:v>118</c:v>
                </c:pt>
                <c:pt idx="1181">
                  <c:v>118.1</c:v>
                </c:pt>
                <c:pt idx="1182">
                  <c:v>118.2</c:v>
                </c:pt>
                <c:pt idx="1183">
                  <c:v>118.3</c:v>
                </c:pt>
                <c:pt idx="1184">
                  <c:v>118.4</c:v>
                </c:pt>
                <c:pt idx="1185">
                  <c:v>118.5</c:v>
                </c:pt>
                <c:pt idx="1186">
                  <c:v>118.6</c:v>
                </c:pt>
                <c:pt idx="1187">
                  <c:v>118.7</c:v>
                </c:pt>
                <c:pt idx="1188">
                  <c:v>118.8</c:v>
                </c:pt>
                <c:pt idx="1189">
                  <c:v>118.9</c:v>
                </c:pt>
                <c:pt idx="1190">
                  <c:v>119</c:v>
                </c:pt>
                <c:pt idx="1191">
                  <c:v>119.1</c:v>
                </c:pt>
                <c:pt idx="1192">
                  <c:v>119.2</c:v>
                </c:pt>
                <c:pt idx="1193">
                  <c:v>119.3</c:v>
                </c:pt>
                <c:pt idx="1194">
                  <c:v>119.4</c:v>
                </c:pt>
                <c:pt idx="1195">
                  <c:v>119.5</c:v>
                </c:pt>
                <c:pt idx="1196">
                  <c:v>119.6</c:v>
                </c:pt>
                <c:pt idx="1197">
                  <c:v>119.7</c:v>
                </c:pt>
                <c:pt idx="1198">
                  <c:v>119.8</c:v>
                </c:pt>
                <c:pt idx="1199">
                  <c:v>119.9</c:v>
                </c:pt>
                <c:pt idx="1200">
                  <c:v>120</c:v>
                </c:pt>
                <c:pt idx="1201">
                  <c:v>120.1</c:v>
                </c:pt>
                <c:pt idx="1202">
                  <c:v>120.2</c:v>
                </c:pt>
                <c:pt idx="1203">
                  <c:v>120.3</c:v>
                </c:pt>
                <c:pt idx="1204">
                  <c:v>120.4</c:v>
                </c:pt>
                <c:pt idx="1205">
                  <c:v>120.5</c:v>
                </c:pt>
                <c:pt idx="1206">
                  <c:v>120.6</c:v>
                </c:pt>
                <c:pt idx="1207">
                  <c:v>120.7</c:v>
                </c:pt>
                <c:pt idx="1208">
                  <c:v>120.8</c:v>
                </c:pt>
                <c:pt idx="1209">
                  <c:v>120.9</c:v>
                </c:pt>
                <c:pt idx="1210">
                  <c:v>121</c:v>
                </c:pt>
                <c:pt idx="1211">
                  <c:v>121.1</c:v>
                </c:pt>
                <c:pt idx="1212">
                  <c:v>121.2</c:v>
                </c:pt>
                <c:pt idx="1213">
                  <c:v>121.3</c:v>
                </c:pt>
                <c:pt idx="1214">
                  <c:v>121.4</c:v>
                </c:pt>
                <c:pt idx="1215">
                  <c:v>121.5</c:v>
                </c:pt>
                <c:pt idx="1216">
                  <c:v>121.6</c:v>
                </c:pt>
                <c:pt idx="1217">
                  <c:v>121.7</c:v>
                </c:pt>
                <c:pt idx="1218">
                  <c:v>121.8</c:v>
                </c:pt>
                <c:pt idx="1219">
                  <c:v>121.9</c:v>
                </c:pt>
                <c:pt idx="1220">
                  <c:v>122</c:v>
                </c:pt>
                <c:pt idx="1221">
                  <c:v>122.1</c:v>
                </c:pt>
                <c:pt idx="1222">
                  <c:v>122.2</c:v>
                </c:pt>
                <c:pt idx="1223">
                  <c:v>122.3</c:v>
                </c:pt>
                <c:pt idx="1224">
                  <c:v>122.4</c:v>
                </c:pt>
                <c:pt idx="1225">
                  <c:v>122.5</c:v>
                </c:pt>
                <c:pt idx="1226">
                  <c:v>122.6</c:v>
                </c:pt>
                <c:pt idx="1227">
                  <c:v>122.7</c:v>
                </c:pt>
                <c:pt idx="1228">
                  <c:v>122.8</c:v>
                </c:pt>
                <c:pt idx="1229">
                  <c:v>122.9</c:v>
                </c:pt>
                <c:pt idx="1230">
                  <c:v>123</c:v>
                </c:pt>
                <c:pt idx="1231">
                  <c:v>123.1</c:v>
                </c:pt>
                <c:pt idx="1232">
                  <c:v>123.2</c:v>
                </c:pt>
                <c:pt idx="1233">
                  <c:v>123.3</c:v>
                </c:pt>
                <c:pt idx="1234">
                  <c:v>123.4</c:v>
                </c:pt>
                <c:pt idx="1235">
                  <c:v>123.5</c:v>
                </c:pt>
                <c:pt idx="1236">
                  <c:v>123.6</c:v>
                </c:pt>
                <c:pt idx="1237">
                  <c:v>123.7</c:v>
                </c:pt>
                <c:pt idx="1238">
                  <c:v>123.8</c:v>
                </c:pt>
                <c:pt idx="1239">
                  <c:v>123.9</c:v>
                </c:pt>
                <c:pt idx="1240">
                  <c:v>124</c:v>
                </c:pt>
                <c:pt idx="1241">
                  <c:v>124.1</c:v>
                </c:pt>
                <c:pt idx="1242">
                  <c:v>124.2</c:v>
                </c:pt>
                <c:pt idx="1243">
                  <c:v>124.3</c:v>
                </c:pt>
                <c:pt idx="1244">
                  <c:v>124.4</c:v>
                </c:pt>
                <c:pt idx="1245">
                  <c:v>124.5</c:v>
                </c:pt>
                <c:pt idx="1246">
                  <c:v>124.6</c:v>
                </c:pt>
                <c:pt idx="1247">
                  <c:v>124.7</c:v>
                </c:pt>
                <c:pt idx="1248">
                  <c:v>124.8</c:v>
                </c:pt>
                <c:pt idx="1249">
                  <c:v>124.9</c:v>
                </c:pt>
                <c:pt idx="1250">
                  <c:v>125</c:v>
                </c:pt>
                <c:pt idx="1251">
                  <c:v>125.1</c:v>
                </c:pt>
                <c:pt idx="1252">
                  <c:v>125.2</c:v>
                </c:pt>
                <c:pt idx="1253">
                  <c:v>125.3</c:v>
                </c:pt>
                <c:pt idx="1254">
                  <c:v>125.4</c:v>
                </c:pt>
                <c:pt idx="1255">
                  <c:v>125.5</c:v>
                </c:pt>
                <c:pt idx="1256">
                  <c:v>125.6</c:v>
                </c:pt>
                <c:pt idx="1257">
                  <c:v>125.7</c:v>
                </c:pt>
                <c:pt idx="1258">
                  <c:v>125.8</c:v>
                </c:pt>
                <c:pt idx="1259">
                  <c:v>125.9</c:v>
                </c:pt>
                <c:pt idx="1260">
                  <c:v>126</c:v>
                </c:pt>
                <c:pt idx="1261">
                  <c:v>126.1</c:v>
                </c:pt>
                <c:pt idx="1262">
                  <c:v>126.2</c:v>
                </c:pt>
                <c:pt idx="1263">
                  <c:v>126.3</c:v>
                </c:pt>
                <c:pt idx="1264">
                  <c:v>126.4</c:v>
                </c:pt>
                <c:pt idx="1265">
                  <c:v>126.5</c:v>
                </c:pt>
                <c:pt idx="1266">
                  <c:v>126.6</c:v>
                </c:pt>
                <c:pt idx="1267">
                  <c:v>126.7</c:v>
                </c:pt>
                <c:pt idx="1268">
                  <c:v>126.8</c:v>
                </c:pt>
                <c:pt idx="1269">
                  <c:v>126.9</c:v>
                </c:pt>
                <c:pt idx="1270">
                  <c:v>127</c:v>
                </c:pt>
                <c:pt idx="1271">
                  <c:v>127.1</c:v>
                </c:pt>
                <c:pt idx="1272">
                  <c:v>127.2</c:v>
                </c:pt>
                <c:pt idx="1273">
                  <c:v>127.3</c:v>
                </c:pt>
                <c:pt idx="1274">
                  <c:v>127.4</c:v>
                </c:pt>
                <c:pt idx="1275">
                  <c:v>127.5</c:v>
                </c:pt>
                <c:pt idx="1276">
                  <c:v>127.6</c:v>
                </c:pt>
                <c:pt idx="1277">
                  <c:v>127.7</c:v>
                </c:pt>
                <c:pt idx="1278">
                  <c:v>127.8</c:v>
                </c:pt>
                <c:pt idx="1279">
                  <c:v>127.9</c:v>
                </c:pt>
                <c:pt idx="1280">
                  <c:v>128</c:v>
                </c:pt>
                <c:pt idx="1281">
                  <c:v>128.1</c:v>
                </c:pt>
                <c:pt idx="1282">
                  <c:v>128.19999999999999</c:v>
                </c:pt>
                <c:pt idx="1283">
                  <c:v>128.30000000000001</c:v>
                </c:pt>
                <c:pt idx="1284">
                  <c:v>128.4</c:v>
                </c:pt>
                <c:pt idx="1285">
                  <c:v>128.5</c:v>
                </c:pt>
                <c:pt idx="1286">
                  <c:v>128.6</c:v>
                </c:pt>
                <c:pt idx="1287">
                  <c:v>128.69999999999999</c:v>
                </c:pt>
                <c:pt idx="1288">
                  <c:v>128.80000000000001</c:v>
                </c:pt>
                <c:pt idx="1289">
                  <c:v>128.9</c:v>
                </c:pt>
                <c:pt idx="1290">
                  <c:v>129</c:v>
                </c:pt>
                <c:pt idx="1291">
                  <c:v>129.1</c:v>
                </c:pt>
                <c:pt idx="1292">
                  <c:v>129.19999999999999</c:v>
                </c:pt>
                <c:pt idx="1293">
                  <c:v>129.30000000000001</c:v>
                </c:pt>
                <c:pt idx="1294">
                  <c:v>129.4</c:v>
                </c:pt>
                <c:pt idx="1295">
                  <c:v>129.5</c:v>
                </c:pt>
                <c:pt idx="1296">
                  <c:v>129.6</c:v>
                </c:pt>
                <c:pt idx="1297">
                  <c:v>129.69999999999999</c:v>
                </c:pt>
                <c:pt idx="1298">
                  <c:v>129.80000000000001</c:v>
                </c:pt>
                <c:pt idx="1299">
                  <c:v>129.9</c:v>
                </c:pt>
                <c:pt idx="1300">
                  <c:v>130</c:v>
                </c:pt>
                <c:pt idx="1301">
                  <c:v>130.1</c:v>
                </c:pt>
                <c:pt idx="1302">
                  <c:v>130.19999999999999</c:v>
                </c:pt>
                <c:pt idx="1303">
                  <c:v>130.30000000000001</c:v>
                </c:pt>
                <c:pt idx="1304">
                  <c:v>130.4</c:v>
                </c:pt>
                <c:pt idx="1305">
                  <c:v>130.5</c:v>
                </c:pt>
                <c:pt idx="1306">
                  <c:v>130.6</c:v>
                </c:pt>
                <c:pt idx="1307">
                  <c:v>130.69999999999999</c:v>
                </c:pt>
                <c:pt idx="1308">
                  <c:v>130.80000000000001</c:v>
                </c:pt>
                <c:pt idx="1309">
                  <c:v>130.9</c:v>
                </c:pt>
                <c:pt idx="1310">
                  <c:v>131</c:v>
                </c:pt>
                <c:pt idx="1311">
                  <c:v>131.1</c:v>
                </c:pt>
                <c:pt idx="1312">
                  <c:v>131.19999999999999</c:v>
                </c:pt>
                <c:pt idx="1313">
                  <c:v>131.30000000000001</c:v>
                </c:pt>
                <c:pt idx="1314">
                  <c:v>131.4</c:v>
                </c:pt>
                <c:pt idx="1315">
                  <c:v>131.5</c:v>
                </c:pt>
                <c:pt idx="1316">
                  <c:v>131.6</c:v>
                </c:pt>
                <c:pt idx="1317">
                  <c:v>131.69999999999999</c:v>
                </c:pt>
                <c:pt idx="1318">
                  <c:v>131.80000000000001</c:v>
                </c:pt>
                <c:pt idx="1319">
                  <c:v>131.9</c:v>
                </c:pt>
                <c:pt idx="1320">
                  <c:v>132</c:v>
                </c:pt>
                <c:pt idx="1321">
                  <c:v>132.1</c:v>
                </c:pt>
                <c:pt idx="1322">
                  <c:v>132.19999999999999</c:v>
                </c:pt>
                <c:pt idx="1323">
                  <c:v>132.30000000000001</c:v>
                </c:pt>
                <c:pt idx="1324">
                  <c:v>132.4</c:v>
                </c:pt>
                <c:pt idx="1325">
                  <c:v>132.5</c:v>
                </c:pt>
                <c:pt idx="1326">
                  <c:v>132.6</c:v>
                </c:pt>
                <c:pt idx="1327">
                  <c:v>132.69999999999999</c:v>
                </c:pt>
                <c:pt idx="1328">
                  <c:v>132.80000000000001</c:v>
                </c:pt>
                <c:pt idx="1329">
                  <c:v>132.9</c:v>
                </c:pt>
                <c:pt idx="1330">
                  <c:v>133</c:v>
                </c:pt>
                <c:pt idx="1331">
                  <c:v>133.1</c:v>
                </c:pt>
                <c:pt idx="1332">
                  <c:v>133.19999999999999</c:v>
                </c:pt>
                <c:pt idx="1333">
                  <c:v>133.30000000000001</c:v>
                </c:pt>
                <c:pt idx="1334">
                  <c:v>133.4</c:v>
                </c:pt>
                <c:pt idx="1335">
                  <c:v>133.5</c:v>
                </c:pt>
                <c:pt idx="1336">
                  <c:v>133.6</c:v>
                </c:pt>
                <c:pt idx="1337">
                  <c:v>133.69999999999999</c:v>
                </c:pt>
                <c:pt idx="1338">
                  <c:v>133.80000000000001</c:v>
                </c:pt>
                <c:pt idx="1339">
                  <c:v>133.9</c:v>
                </c:pt>
                <c:pt idx="1340">
                  <c:v>134</c:v>
                </c:pt>
                <c:pt idx="1341">
                  <c:v>134.1</c:v>
                </c:pt>
                <c:pt idx="1342">
                  <c:v>134.19999999999999</c:v>
                </c:pt>
                <c:pt idx="1343">
                  <c:v>134.30000000000001</c:v>
                </c:pt>
                <c:pt idx="1344">
                  <c:v>134.4</c:v>
                </c:pt>
                <c:pt idx="1345">
                  <c:v>134.5</c:v>
                </c:pt>
                <c:pt idx="1346">
                  <c:v>134.6</c:v>
                </c:pt>
                <c:pt idx="1347">
                  <c:v>134.69999999999999</c:v>
                </c:pt>
                <c:pt idx="1348">
                  <c:v>134.80000000000001</c:v>
                </c:pt>
                <c:pt idx="1349">
                  <c:v>134.9</c:v>
                </c:pt>
                <c:pt idx="1350">
                  <c:v>135</c:v>
                </c:pt>
                <c:pt idx="1351">
                  <c:v>135.1</c:v>
                </c:pt>
                <c:pt idx="1352">
                  <c:v>135.19999999999999</c:v>
                </c:pt>
                <c:pt idx="1353">
                  <c:v>135.30000000000001</c:v>
                </c:pt>
                <c:pt idx="1354">
                  <c:v>135.4</c:v>
                </c:pt>
                <c:pt idx="1355">
                  <c:v>135.5</c:v>
                </c:pt>
                <c:pt idx="1356">
                  <c:v>135.6</c:v>
                </c:pt>
                <c:pt idx="1357">
                  <c:v>135.69999999999999</c:v>
                </c:pt>
                <c:pt idx="1358">
                  <c:v>135.80000000000001</c:v>
                </c:pt>
                <c:pt idx="1359">
                  <c:v>135.9</c:v>
                </c:pt>
                <c:pt idx="1360">
                  <c:v>136</c:v>
                </c:pt>
                <c:pt idx="1361">
                  <c:v>136.1</c:v>
                </c:pt>
                <c:pt idx="1362">
                  <c:v>136.19999999999999</c:v>
                </c:pt>
                <c:pt idx="1363">
                  <c:v>136.30000000000001</c:v>
                </c:pt>
                <c:pt idx="1364">
                  <c:v>136.4</c:v>
                </c:pt>
                <c:pt idx="1365">
                  <c:v>136.5</c:v>
                </c:pt>
                <c:pt idx="1366">
                  <c:v>136.6</c:v>
                </c:pt>
                <c:pt idx="1367">
                  <c:v>136.69999999999999</c:v>
                </c:pt>
                <c:pt idx="1368">
                  <c:v>136.80000000000001</c:v>
                </c:pt>
                <c:pt idx="1369">
                  <c:v>136.9</c:v>
                </c:pt>
                <c:pt idx="1370">
                  <c:v>137</c:v>
                </c:pt>
                <c:pt idx="1371">
                  <c:v>137.1</c:v>
                </c:pt>
                <c:pt idx="1372">
                  <c:v>137.19999999999999</c:v>
                </c:pt>
                <c:pt idx="1373">
                  <c:v>137.30000000000001</c:v>
                </c:pt>
                <c:pt idx="1374">
                  <c:v>137.4</c:v>
                </c:pt>
                <c:pt idx="1375">
                  <c:v>137.5</c:v>
                </c:pt>
                <c:pt idx="1376">
                  <c:v>137.6</c:v>
                </c:pt>
                <c:pt idx="1377">
                  <c:v>137.69999999999999</c:v>
                </c:pt>
                <c:pt idx="1378">
                  <c:v>137.80000000000001</c:v>
                </c:pt>
                <c:pt idx="1379">
                  <c:v>137.9</c:v>
                </c:pt>
                <c:pt idx="1380">
                  <c:v>138</c:v>
                </c:pt>
                <c:pt idx="1381">
                  <c:v>138.1</c:v>
                </c:pt>
                <c:pt idx="1382">
                  <c:v>138.19999999999999</c:v>
                </c:pt>
                <c:pt idx="1383">
                  <c:v>138.30000000000001</c:v>
                </c:pt>
                <c:pt idx="1384">
                  <c:v>138.4</c:v>
                </c:pt>
                <c:pt idx="1385">
                  <c:v>138.5</c:v>
                </c:pt>
                <c:pt idx="1386">
                  <c:v>138.6</c:v>
                </c:pt>
                <c:pt idx="1387">
                  <c:v>138.69999999999999</c:v>
                </c:pt>
                <c:pt idx="1388">
                  <c:v>138.80000000000001</c:v>
                </c:pt>
                <c:pt idx="1389">
                  <c:v>138.9</c:v>
                </c:pt>
                <c:pt idx="1390">
                  <c:v>139</c:v>
                </c:pt>
                <c:pt idx="1391">
                  <c:v>139.1</c:v>
                </c:pt>
                <c:pt idx="1392">
                  <c:v>139.19999999999999</c:v>
                </c:pt>
                <c:pt idx="1393">
                  <c:v>139.30000000000001</c:v>
                </c:pt>
                <c:pt idx="1394">
                  <c:v>139.4</c:v>
                </c:pt>
                <c:pt idx="1395">
                  <c:v>139.5</c:v>
                </c:pt>
                <c:pt idx="1396">
                  <c:v>139.6</c:v>
                </c:pt>
                <c:pt idx="1397">
                  <c:v>139.69999999999999</c:v>
                </c:pt>
                <c:pt idx="1398">
                  <c:v>139.80000000000001</c:v>
                </c:pt>
                <c:pt idx="1399">
                  <c:v>139.9</c:v>
                </c:pt>
                <c:pt idx="1400">
                  <c:v>140</c:v>
                </c:pt>
                <c:pt idx="1401">
                  <c:v>140.1</c:v>
                </c:pt>
                <c:pt idx="1402">
                  <c:v>140.19999999999999</c:v>
                </c:pt>
                <c:pt idx="1403">
                  <c:v>140.30000000000001</c:v>
                </c:pt>
                <c:pt idx="1404">
                  <c:v>140.4</c:v>
                </c:pt>
                <c:pt idx="1405">
                  <c:v>140.5</c:v>
                </c:pt>
                <c:pt idx="1406">
                  <c:v>140.6</c:v>
                </c:pt>
                <c:pt idx="1407">
                  <c:v>140.69999999999999</c:v>
                </c:pt>
                <c:pt idx="1408">
                  <c:v>140.80000000000001</c:v>
                </c:pt>
                <c:pt idx="1409">
                  <c:v>140.9</c:v>
                </c:pt>
                <c:pt idx="1410">
                  <c:v>141</c:v>
                </c:pt>
                <c:pt idx="1411">
                  <c:v>141.1</c:v>
                </c:pt>
                <c:pt idx="1412">
                  <c:v>141.19999999999999</c:v>
                </c:pt>
                <c:pt idx="1413">
                  <c:v>141.30000000000001</c:v>
                </c:pt>
                <c:pt idx="1414">
                  <c:v>141.4</c:v>
                </c:pt>
                <c:pt idx="1415">
                  <c:v>141.5</c:v>
                </c:pt>
                <c:pt idx="1416">
                  <c:v>141.6</c:v>
                </c:pt>
                <c:pt idx="1417">
                  <c:v>141.69999999999999</c:v>
                </c:pt>
                <c:pt idx="1418">
                  <c:v>141.80000000000001</c:v>
                </c:pt>
                <c:pt idx="1419">
                  <c:v>141.9</c:v>
                </c:pt>
                <c:pt idx="1420">
                  <c:v>142</c:v>
                </c:pt>
                <c:pt idx="1421">
                  <c:v>142.1</c:v>
                </c:pt>
                <c:pt idx="1422">
                  <c:v>142.19999999999999</c:v>
                </c:pt>
                <c:pt idx="1423">
                  <c:v>142.30000000000001</c:v>
                </c:pt>
                <c:pt idx="1424">
                  <c:v>142.4</c:v>
                </c:pt>
                <c:pt idx="1425">
                  <c:v>142.5</c:v>
                </c:pt>
                <c:pt idx="1426">
                  <c:v>142.6</c:v>
                </c:pt>
                <c:pt idx="1427">
                  <c:v>142.69999999999999</c:v>
                </c:pt>
                <c:pt idx="1428">
                  <c:v>142.80000000000001</c:v>
                </c:pt>
                <c:pt idx="1429">
                  <c:v>142.9</c:v>
                </c:pt>
                <c:pt idx="1430">
                  <c:v>143</c:v>
                </c:pt>
                <c:pt idx="1431">
                  <c:v>143.1</c:v>
                </c:pt>
                <c:pt idx="1432">
                  <c:v>143.19999999999999</c:v>
                </c:pt>
                <c:pt idx="1433">
                  <c:v>143.30000000000001</c:v>
                </c:pt>
                <c:pt idx="1434">
                  <c:v>143.4</c:v>
                </c:pt>
                <c:pt idx="1435">
                  <c:v>143.5</c:v>
                </c:pt>
                <c:pt idx="1436">
                  <c:v>143.6</c:v>
                </c:pt>
                <c:pt idx="1437">
                  <c:v>143.69999999999999</c:v>
                </c:pt>
                <c:pt idx="1438">
                  <c:v>143.80000000000001</c:v>
                </c:pt>
                <c:pt idx="1439">
                  <c:v>143.9</c:v>
                </c:pt>
                <c:pt idx="1440">
                  <c:v>144</c:v>
                </c:pt>
                <c:pt idx="1441">
                  <c:v>144.1</c:v>
                </c:pt>
                <c:pt idx="1442">
                  <c:v>144.19999999999999</c:v>
                </c:pt>
                <c:pt idx="1443">
                  <c:v>144.30000000000001</c:v>
                </c:pt>
                <c:pt idx="1444">
                  <c:v>144.4</c:v>
                </c:pt>
                <c:pt idx="1445">
                  <c:v>144.5</c:v>
                </c:pt>
                <c:pt idx="1446">
                  <c:v>144.6</c:v>
                </c:pt>
                <c:pt idx="1447">
                  <c:v>144.69999999999999</c:v>
                </c:pt>
                <c:pt idx="1448">
                  <c:v>144.80000000000001</c:v>
                </c:pt>
                <c:pt idx="1449">
                  <c:v>144.9</c:v>
                </c:pt>
                <c:pt idx="1450">
                  <c:v>145</c:v>
                </c:pt>
                <c:pt idx="1451">
                  <c:v>145.1</c:v>
                </c:pt>
                <c:pt idx="1452">
                  <c:v>145.19999999999999</c:v>
                </c:pt>
                <c:pt idx="1453">
                  <c:v>145.30000000000001</c:v>
                </c:pt>
                <c:pt idx="1454">
                  <c:v>145.4</c:v>
                </c:pt>
                <c:pt idx="1455">
                  <c:v>145.5</c:v>
                </c:pt>
                <c:pt idx="1456">
                  <c:v>145.6</c:v>
                </c:pt>
                <c:pt idx="1457">
                  <c:v>145.69999999999999</c:v>
                </c:pt>
                <c:pt idx="1458">
                  <c:v>145.80000000000001</c:v>
                </c:pt>
                <c:pt idx="1459">
                  <c:v>145.9</c:v>
                </c:pt>
                <c:pt idx="1460">
                  <c:v>146</c:v>
                </c:pt>
                <c:pt idx="1461">
                  <c:v>146.1</c:v>
                </c:pt>
                <c:pt idx="1462">
                  <c:v>146.19999999999999</c:v>
                </c:pt>
                <c:pt idx="1463">
                  <c:v>146.30000000000001</c:v>
                </c:pt>
                <c:pt idx="1464">
                  <c:v>146.4</c:v>
                </c:pt>
                <c:pt idx="1465">
                  <c:v>146.5</c:v>
                </c:pt>
                <c:pt idx="1466">
                  <c:v>146.6</c:v>
                </c:pt>
                <c:pt idx="1467">
                  <c:v>146.69999999999999</c:v>
                </c:pt>
                <c:pt idx="1468">
                  <c:v>146.80000000000001</c:v>
                </c:pt>
                <c:pt idx="1469">
                  <c:v>146.9</c:v>
                </c:pt>
                <c:pt idx="1470">
                  <c:v>147</c:v>
                </c:pt>
                <c:pt idx="1471">
                  <c:v>147.1</c:v>
                </c:pt>
                <c:pt idx="1472">
                  <c:v>147.19999999999999</c:v>
                </c:pt>
                <c:pt idx="1473">
                  <c:v>147.30000000000001</c:v>
                </c:pt>
                <c:pt idx="1474">
                  <c:v>147.4</c:v>
                </c:pt>
                <c:pt idx="1475">
                  <c:v>147.5</c:v>
                </c:pt>
                <c:pt idx="1476">
                  <c:v>147.6</c:v>
                </c:pt>
                <c:pt idx="1477">
                  <c:v>147.69999999999999</c:v>
                </c:pt>
                <c:pt idx="1478">
                  <c:v>147.80000000000001</c:v>
                </c:pt>
                <c:pt idx="1479">
                  <c:v>147.9</c:v>
                </c:pt>
                <c:pt idx="1480">
                  <c:v>148</c:v>
                </c:pt>
                <c:pt idx="1481">
                  <c:v>148.1</c:v>
                </c:pt>
                <c:pt idx="1482">
                  <c:v>148.19999999999999</c:v>
                </c:pt>
                <c:pt idx="1483">
                  <c:v>148.30000000000001</c:v>
                </c:pt>
                <c:pt idx="1484">
                  <c:v>148.4</c:v>
                </c:pt>
                <c:pt idx="1485">
                  <c:v>148.5</c:v>
                </c:pt>
                <c:pt idx="1486">
                  <c:v>148.6</c:v>
                </c:pt>
                <c:pt idx="1487">
                  <c:v>148.69999999999999</c:v>
                </c:pt>
                <c:pt idx="1488">
                  <c:v>148.80000000000001</c:v>
                </c:pt>
                <c:pt idx="1489">
                  <c:v>148.9</c:v>
                </c:pt>
                <c:pt idx="1490">
                  <c:v>149</c:v>
                </c:pt>
                <c:pt idx="1491">
                  <c:v>149.1</c:v>
                </c:pt>
                <c:pt idx="1492">
                  <c:v>149.19999999999999</c:v>
                </c:pt>
                <c:pt idx="1493">
                  <c:v>149.30000000000001</c:v>
                </c:pt>
                <c:pt idx="1494">
                  <c:v>149.4</c:v>
                </c:pt>
                <c:pt idx="1495">
                  <c:v>149.5</c:v>
                </c:pt>
                <c:pt idx="1496">
                  <c:v>149.6</c:v>
                </c:pt>
                <c:pt idx="1497">
                  <c:v>149.69999999999999</c:v>
                </c:pt>
                <c:pt idx="1498">
                  <c:v>149.80000000000001</c:v>
                </c:pt>
                <c:pt idx="1499">
                  <c:v>149.9</c:v>
                </c:pt>
                <c:pt idx="1500">
                  <c:v>150</c:v>
                </c:pt>
                <c:pt idx="1501">
                  <c:v>150.1</c:v>
                </c:pt>
                <c:pt idx="1502">
                  <c:v>150.19999999999999</c:v>
                </c:pt>
                <c:pt idx="1503">
                  <c:v>150.30000000000001</c:v>
                </c:pt>
                <c:pt idx="1504">
                  <c:v>150.4</c:v>
                </c:pt>
                <c:pt idx="1505">
                  <c:v>150.5</c:v>
                </c:pt>
                <c:pt idx="1506">
                  <c:v>150.6</c:v>
                </c:pt>
                <c:pt idx="1507">
                  <c:v>150.69999999999999</c:v>
                </c:pt>
                <c:pt idx="1508">
                  <c:v>150.80000000000001</c:v>
                </c:pt>
                <c:pt idx="1509">
                  <c:v>150.9</c:v>
                </c:pt>
                <c:pt idx="1510">
                  <c:v>151</c:v>
                </c:pt>
                <c:pt idx="1511">
                  <c:v>151.1</c:v>
                </c:pt>
                <c:pt idx="1512">
                  <c:v>151.19999999999999</c:v>
                </c:pt>
                <c:pt idx="1513">
                  <c:v>151.30000000000001</c:v>
                </c:pt>
                <c:pt idx="1514">
                  <c:v>151.4</c:v>
                </c:pt>
                <c:pt idx="1515">
                  <c:v>151.5</c:v>
                </c:pt>
                <c:pt idx="1516">
                  <c:v>151.6</c:v>
                </c:pt>
                <c:pt idx="1517">
                  <c:v>151.69999999999999</c:v>
                </c:pt>
                <c:pt idx="1518">
                  <c:v>151.80000000000001</c:v>
                </c:pt>
                <c:pt idx="1519">
                  <c:v>151.9</c:v>
                </c:pt>
                <c:pt idx="1520">
                  <c:v>152</c:v>
                </c:pt>
                <c:pt idx="1521">
                  <c:v>152.1</c:v>
                </c:pt>
                <c:pt idx="1522">
                  <c:v>152.19999999999999</c:v>
                </c:pt>
                <c:pt idx="1523">
                  <c:v>152.30000000000001</c:v>
                </c:pt>
                <c:pt idx="1524">
                  <c:v>152.4</c:v>
                </c:pt>
                <c:pt idx="1525">
                  <c:v>152.5</c:v>
                </c:pt>
                <c:pt idx="1526">
                  <c:v>152.6</c:v>
                </c:pt>
                <c:pt idx="1527">
                  <c:v>152.69999999999999</c:v>
                </c:pt>
                <c:pt idx="1528">
                  <c:v>152.80000000000001</c:v>
                </c:pt>
                <c:pt idx="1529">
                  <c:v>152.9</c:v>
                </c:pt>
                <c:pt idx="1530">
                  <c:v>153</c:v>
                </c:pt>
                <c:pt idx="1531">
                  <c:v>153.1</c:v>
                </c:pt>
                <c:pt idx="1532">
                  <c:v>153.19999999999999</c:v>
                </c:pt>
                <c:pt idx="1533">
                  <c:v>153.30000000000001</c:v>
                </c:pt>
                <c:pt idx="1534">
                  <c:v>153.4</c:v>
                </c:pt>
                <c:pt idx="1535">
                  <c:v>153.5</c:v>
                </c:pt>
                <c:pt idx="1536">
                  <c:v>153.6</c:v>
                </c:pt>
                <c:pt idx="1537">
                  <c:v>153.69999999999999</c:v>
                </c:pt>
                <c:pt idx="1538">
                  <c:v>153.80000000000001</c:v>
                </c:pt>
                <c:pt idx="1539">
                  <c:v>153.9</c:v>
                </c:pt>
                <c:pt idx="1540">
                  <c:v>154</c:v>
                </c:pt>
                <c:pt idx="1541">
                  <c:v>154.1</c:v>
                </c:pt>
                <c:pt idx="1542">
                  <c:v>154.19999999999999</c:v>
                </c:pt>
                <c:pt idx="1543">
                  <c:v>154.30000000000001</c:v>
                </c:pt>
                <c:pt idx="1544">
                  <c:v>154.4</c:v>
                </c:pt>
                <c:pt idx="1545">
                  <c:v>154.5</c:v>
                </c:pt>
                <c:pt idx="1546">
                  <c:v>154.6</c:v>
                </c:pt>
                <c:pt idx="1547">
                  <c:v>154.69999999999999</c:v>
                </c:pt>
                <c:pt idx="1548">
                  <c:v>154.80000000000001</c:v>
                </c:pt>
                <c:pt idx="1549">
                  <c:v>154.9</c:v>
                </c:pt>
                <c:pt idx="1550">
                  <c:v>155</c:v>
                </c:pt>
                <c:pt idx="1551">
                  <c:v>155.1</c:v>
                </c:pt>
                <c:pt idx="1552">
                  <c:v>155.19999999999999</c:v>
                </c:pt>
                <c:pt idx="1553">
                  <c:v>155.30000000000001</c:v>
                </c:pt>
                <c:pt idx="1554">
                  <c:v>155.4</c:v>
                </c:pt>
                <c:pt idx="1555">
                  <c:v>155.5</c:v>
                </c:pt>
                <c:pt idx="1556">
                  <c:v>155.6</c:v>
                </c:pt>
                <c:pt idx="1557">
                  <c:v>155.69999999999999</c:v>
                </c:pt>
                <c:pt idx="1558">
                  <c:v>155.80000000000001</c:v>
                </c:pt>
                <c:pt idx="1559">
                  <c:v>155.9</c:v>
                </c:pt>
                <c:pt idx="1560">
                  <c:v>156</c:v>
                </c:pt>
                <c:pt idx="1561">
                  <c:v>156.1</c:v>
                </c:pt>
                <c:pt idx="1562">
                  <c:v>156.19999999999999</c:v>
                </c:pt>
                <c:pt idx="1563">
                  <c:v>156.30000000000001</c:v>
                </c:pt>
                <c:pt idx="1564">
                  <c:v>156.4</c:v>
                </c:pt>
                <c:pt idx="1565">
                  <c:v>156.5</c:v>
                </c:pt>
                <c:pt idx="1566">
                  <c:v>156.6</c:v>
                </c:pt>
                <c:pt idx="1567">
                  <c:v>156.69999999999999</c:v>
                </c:pt>
                <c:pt idx="1568">
                  <c:v>156.80000000000001</c:v>
                </c:pt>
                <c:pt idx="1569">
                  <c:v>156.9</c:v>
                </c:pt>
                <c:pt idx="1570">
                  <c:v>157</c:v>
                </c:pt>
                <c:pt idx="1571">
                  <c:v>157.1</c:v>
                </c:pt>
                <c:pt idx="1572">
                  <c:v>157.19999999999999</c:v>
                </c:pt>
                <c:pt idx="1573">
                  <c:v>157.30000000000001</c:v>
                </c:pt>
                <c:pt idx="1574">
                  <c:v>157.4</c:v>
                </c:pt>
                <c:pt idx="1575">
                  <c:v>157.5</c:v>
                </c:pt>
                <c:pt idx="1576">
                  <c:v>157.6</c:v>
                </c:pt>
                <c:pt idx="1577">
                  <c:v>157.69999999999999</c:v>
                </c:pt>
                <c:pt idx="1578">
                  <c:v>157.80000000000001</c:v>
                </c:pt>
                <c:pt idx="1579">
                  <c:v>157.9</c:v>
                </c:pt>
                <c:pt idx="1580">
                  <c:v>158</c:v>
                </c:pt>
                <c:pt idx="1581">
                  <c:v>158.1</c:v>
                </c:pt>
                <c:pt idx="1582">
                  <c:v>158.19999999999999</c:v>
                </c:pt>
                <c:pt idx="1583">
                  <c:v>158.30000000000001</c:v>
                </c:pt>
                <c:pt idx="1584">
                  <c:v>158.4</c:v>
                </c:pt>
                <c:pt idx="1585">
                  <c:v>158.5</c:v>
                </c:pt>
                <c:pt idx="1586">
                  <c:v>158.6</c:v>
                </c:pt>
                <c:pt idx="1587">
                  <c:v>158.69999999999999</c:v>
                </c:pt>
                <c:pt idx="1588">
                  <c:v>158.80000000000001</c:v>
                </c:pt>
                <c:pt idx="1589">
                  <c:v>158.9</c:v>
                </c:pt>
                <c:pt idx="1590">
                  <c:v>159</c:v>
                </c:pt>
                <c:pt idx="1591">
                  <c:v>159.1</c:v>
                </c:pt>
                <c:pt idx="1592">
                  <c:v>159.19999999999999</c:v>
                </c:pt>
                <c:pt idx="1593">
                  <c:v>159.30000000000001</c:v>
                </c:pt>
                <c:pt idx="1594">
                  <c:v>159.4</c:v>
                </c:pt>
                <c:pt idx="1595">
                  <c:v>159.5</c:v>
                </c:pt>
                <c:pt idx="1596">
                  <c:v>159.6</c:v>
                </c:pt>
                <c:pt idx="1597">
                  <c:v>159.69999999999999</c:v>
                </c:pt>
                <c:pt idx="1598">
                  <c:v>159.80000000000001</c:v>
                </c:pt>
                <c:pt idx="1599">
                  <c:v>159.9</c:v>
                </c:pt>
                <c:pt idx="1600">
                  <c:v>160</c:v>
                </c:pt>
                <c:pt idx="1601">
                  <c:v>160.1</c:v>
                </c:pt>
                <c:pt idx="1602">
                  <c:v>160.19999999999999</c:v>
                </c:pt>
                <c:pt idx="1603">
                  <c:v>160.30000000000001</c:v>
                </c:pt>
                <c:pt idx="1604">
                  <c:v>160.4</c:v>
                </c:pt>
                <c:pt idx="1605">
                  <c:v>160.5</c:v>
                </c:pt>
                <c:pt idx="1606">
                  <c:v>160.6</c:v>
                </c:pt>
                <c:pt idx="1607">
                  <c:v>160.69999999999999</c:v>
                </c:pt>
                <c:pt idx="1608">
                  <c:v>160.80000000000001</c:v>
                </c:pt>
                <c:pt idx="1609">
                  <c:v>160.9</c:v>
                </c:pt>
                <c:pt idx="1610">
                  <c:v>161</c:v>
                </c:pt>
                <c:pt idx="1611">
                  <c:v>161.1</c:v>
                </c:pt>
                <c:pt idx="1612">
                  <c:v>161.19999999999999</c:v>
                </c:pt>
                <c:pt idx="1613">
                  <c:v>161.30000000000001</c:v>
                </c:pt>
                <c:pt idx="1614">
                  <c:v>161.4</c:v>
                </c:pt>
                <c:pt idx="1615">
                  <c:v>161.5</c:v>
                </c:pt>
                <c:pt idx="1616">
                  <c:v>161.6</c:v>
                </c:pt>
                <c:pt idx="1617">
                  <c:v>161.69999999999999</c:v>
                </c:pt>
                <c:pt idx="1618">
                  <c:v>161.80000000000001</c:v>
                </c:pt>
                <c:pt idx="1619">
                  <c:v>161.9</c:v>
                </c:pt>
                <c:pt idx="1620">
                  <c:v>162</c:v>
                </c:pt>
                <c:pt idx="1621">
                  <c:v>162.1</c:v>
                </c:pt>
                <c:pt idx="1622">
                  <c:v>162.19999999999999</c:v>
                </c:pt>
                <c:pt idx="1623">
                  <c:v>162.30000000000001</c:v>
                </c:pt>
                <c:pt idx="1624">
                  <c:v>162.4</c:v>
                </c:pt>
                <c:pt idx="1625">
                  <c:v>162.5</c:v>
                </c:pt>
                <c:pt idx="1626">
                  <c:v>162.6</c:v>
                </c:pt>
                <c:pt idx="1627">
                  <c:v>162.69999999999999</c:v>
                </c:pt>
                <c:pt idx="1628">
                  <c:v>162.80000000000001</c:v>
                </c:pt>
                <c:pt idx="1629">
                  <c:v>162.9</c:v>
                </c:pt>
                <c:pt idx="1630">
                  <c:v>163</c:v>
                </c:pt>
                <c:pt idx="1631">
                  <c:v>163.1</c:v>
                </c:pt>
                <c:pt idx="1632">
                  <c:v>163.19999999999999</c:v>
                </c:pt>
                <c:pt idx="1633">
                  <c:v>163.30000000000001</c:v>
                </c:pt>
                <c:pt idx="1634">
                  <c:v>163.4</c:v>
                </c:pt>
                <c:pt idx="1635">
                  <c:v>163.5</c:v>
                </c:pt>
                <c:pt idx="1636">
                  <c:v>163.6</c:v>
                </c:pt>
                <c:pt idx="1637">
                  <c:v>163.69999999999999</c:v>
                </c:pt>
                <c:pt idx="1638">
                  <c:v>163.80000000000001</c:v>
                </c:pt>
                <c:pt idx="1639">
                  <c:v>163.9</c:v>
                </c:pt>
                <c:pt idx="1640">
                  <c:v>164</c:v>
                </c:pt>
                <c:pt idx="1641">
                  <c:v>164.1</c:v>
                </c:pt>
                <c:pt idx="1642">
                  <c:v>164.2</c:v>
                </c:pt>
                <c:pt idx="1643">
                  <c:v>164.3</c:v>
                </c:pt>
                <c:pt idx="1644">
                  <c:v>164.4</c:v>
                </c:pt>
                <c:pt idx="1645">
                  <c:v>164.5</c:v>
                </c:pt>
                <c:pt idx="1646">
                  <c:v>164.6</c:v>
                </c:pt>
                <c:pt idx="1647">
                  <c:v>164.7</c:v>
                </c:pt>
                <c:pt idx="1648">
                  <c:v>164.8</c:v>
                </c:pt>
                <c:pt idx="1649">
                  <c:v>164.9</c:v>
                </c:pt>
                <c:pt idx="1650">
                  <c:v>165</c:v>
                </c:pt>
                <c:pt idx="1651">
                  <c:v>165.1</c:v>
                </c:pt>
                <c:pt idx="1652">
                  <c:v>165.2</c:v>
                </c:pt>
                <c:pt idx="1653">
                  <c:v>165.3</c:v>
                </c:pt>
                <c:pt idx="1654">
                  <c:v>165.4</c:v>
                </c:pt>
                <c:pt idx="1655">
                  <c:v>165.5</c:v>
                </c:pt>
                <c:pt idx="1656">
                  <c:v>165.6</c:v>
                </c:pt>
                <c:pt idx="1657">
                  <c:v>165.7</c:v>
                </c:pt>
                <c:pt idx="1658">
                  <c:v>165.8</c:v>
                </c:pt>
                <c:pt idx="1659">
                  <c:v>165.9</c:v>
                </c:pt>
                <c:pt idx="1660">
                  <c:v>166</c:v>
                </c:pt>
                <c:pt idx="1661">
                  <c:v>166.1</c:v>
                </c:pt>
                <c:pt idx="1662">
                  <c:v>166.2</c:v>
                </c:pt>
                <c:pt idx="1663">
                  <c:v>166.3</c:v>
                </c:pt>
                <c:pt idx="1664">
                  <c:v>166.4</c:v>
                </c:pt>
                <c:pt idx="1665">
                  <c:v>166.5</c:v>
                </c:pt>
                <c:pt idx="1666">
                  <c:v>166.6</c:v>
                </c:pt>
                <c:pt idx="1667">
                  <c:v>166.7</c:v>
                </c:pt>
                <c:pt idx="1668">
                  <c:v>166.8</c:v>
                </c:pt>
                <c:pt idx="1669">
                  <c:v>166.9</c:v>
                </c:pt>
                <c:pt idx="1670">
                  <c:v>167</c:v>
                </c:pt>
                <c:pt idx="1671">
                  <c:v>167.1</c:v>
                </c:pt>
                <c:pt idx="1672">
                  <c:v>167.2</c:v>
                </c:pt>
                <c:pt idx="1673">
                  <c:v>167.3</c:v>
                </c:pt>
                <c:pt idx="1674">
                  <c:v>167.4</c:v>
                </c:pt>
                <c:pt idx="1675">
                  <c:v>167.5</c:v>
                </c:pt>
                <c:pt idx="1676">
                  <c:v>167.6</c:v>
                </c:pt>
                <c:pt idx="1677">
                  <c:v>167.7</c:v>
                </c:pt>
                <c:pt idx="1678">
                  <c:v>167.8</c:v>
                </c:pt>
                <c:pt idx="1679">
                  <c:v>167.9</c:v>
                </c:pt>
                <c:pt idx="1680">
                  <c:v>168</c:v>
                </c:pt>
                <c:pt idx="1681">
                  <c:v>168.1</c:v>
                </c:pt>
                <c:pt idx="1682">
                  <c:v>168.2</c:v>
                </c:pt>
                <c:pt idx="1683">
                  <c:v>168.3</c:v>
                </c:pt>
                <c:pt idx="1684">
                  <c:v>168.4</c:v>
                </c:pt>
                <c:pt idx="1685">
                  <c:v>168.5</c:v>
                </c:pt>
                <c:pt idx="1686">
                  <c:v>168.6</c:v>
                </c:pt>
                <c:pt idx="1687">
                  <c:v>168.7</c:v>
                </c:pt>
                <c:pt idx="1688">
                  <c:v>168.8</c:v>
                </c:pt>
                <c:pt idx="1689">
                  <c:v>168.9</c:v>
                </c:pt>
                <c:pt idx="1690">
                  <c:v>169</c:v>
                </c:pt>
                <c:pt idx="1691">
                  <c:v>169.1</c:v>
                </c:pt>
                <c:pt idx="1692">
                  <c:v>169.2</c:v>
                </c:pt>
                <c:pt idx="1693">
                  <c:v>169.3</c:v>
                </c:pt>
                <c:pt idx="1694">
                  <c:v>169.4</c:v>
                </c:pt>
                <c:pt idx="1695">
                  <c:v>169.5</c:v>
                </c:pt>
                <c:pt idx="1696">
                  <c:v>169.6</c:v>
                </c:pt>
                <c:pt idx="1697">
                  <c:v>169.7</c:v>
                </c:pt>
                <c:pt idx="1698">
                  <c:v>169.8</c:v>
                </c:pt>
                <c:pt idx="1699">
                  <c:v>169.9</c:v>
                </c:pt>
                <c:pt idx="1700">
                  <c:v>170</c:v>
                </c:pt>
                <c:pt idx="1701">
                  <c:v>170.1</c:v>
                </c:pt>
                <c:pt idx="1702">
                  <c:v>170.2</c:v>
                </c:pt>
                <c:pt idx="1703">
                  <c:v>170.3</c:v>
                </c:pt>
                <c:pt idx="1704">
                  <c:v>170.4</c:v>
                </c:pt>
                <c:pt idx="1705">
                  <c:v>170.5</c:v>
                </c:pt>
                <c:pt idx="1706">
                  <c:v>170.6</c:v>
                </c:pt>
                <c:pt idx="1707">
                  <c:v>170.7</c:v>
                </c:pt>
                <c:pt idx="1708">
                  <c:v>170.8</c:v>
                </c:pt>
                <c:pt idx="1709">
                  <c:v>170.9</c:v>
                </c:pt>
                <c:pt idx="1710">
                  <c:v>171</c:v>
                </c:pt>
                <c:pt idx="1711">
                  <c:v>171.1</c:v>
                </c:pt>
                <c:pt idx="1712">
                  <c:v>171.2</c:v>
                </c:pt>
                <c:pt idx="1713">
                  <c:v>171.3</c:v>
                </c:pt>
                <c:pt idx="1714">
                  <c:v>171.4</c:v>
                </c:pt>
                <c:pt idx="1715">
                  <c:v>171.5</c:v>
                </c:pt>
                <c:pt idx="1716">
                  <c:v>171.6</c:v>
                </c:pt>
                <c:pt idx="1717">
                  <c:v>171.7</c:v>
                </c:pt>
                <c:pt idx="1718">
                  <c:v>171.8</c:v>
                </c:pt>
                <c:pt idx="1719">
                  <c:v>171.9</c:v>
                </c:pt>
                <c:pt idx="1720">
                  <c:v>172</c:v>
                </c:pt>
                <c:pt idx="1721">
                  <c:v>172.1</c:v>
                </c:pt>
                <c:pt idx="1722">
                  <c:v>172.2</c:v>
                </c:pt>
                <c:pt idx="1723">
                  <c:v>172.3</c:v>
                </c:pt>
                <c:pt idx="1724">
                  <c:v>172.4</c:v>
                </c:pt>
                <c:pt idx="1725">
                  <c:v>172.5</c:v>
                </c:pt>
                <c:pt idx="1726">
                  <c:v>172.6</c:v>
                </c:pt>
                <c:pt idx="1727">
                  <c:v>172.7</c:v>
                </c:pt>
                <c:pt idx="1728">
                  <c:v>172.8</c:v>
                </c:pt>
                <c:pt idx="1729">
                  <c:v>172.9</c:v>
                </c:pt>
                <c:pt idx="1730">
                  <c:v>173</c:v>
                </c:pt>
                <c:pt idx="1731">
                  <c:v>173.1</c:v>
                </c:pt>
                <c:pt idx="1732">
                  <c:v>173.2</c:v>
                </c:pt>
                <c:pt idx="1733">
                  <c:v>173.3</c:v>
                </c:pt>
                <c:pt idx="1734">
                  <c:v>173.4</c:v>
                </c:pt>
                <c:pt idx="1735">
                  <c:v>173.5</c:v>
                </c:pt>
                <c:pt idx="1736">
                  <c:v>173.6</c:v>
                </c:pt>
                <c:pt idx="1737">
                  <c:v>173.7</c:v>
                </c:pt>
                <c:pt idx="1738">
                  <c:v>173.8</c:v>
                </c:pt>
                <c:pt idx="1739">
                  <c:v>173.9</c:v>
                </c:pt>
                <c:pt idx="1740">
                  <c:v>174</c:v>
                </c:pt>
                <c:pt idx="1741">
                  <c:v>174.1</c:v>
                </c:pt>
                <c:pt idx="1742">
                  <c:v>174.2</c:v>
                </c:pt>
                <c:pt idx="1743">
                  <c:v>174.3</c:v>
                </c:pt>
                <c:pt idx="1744">
                  <c:v>174.4</c:v>
                </c:pt>
                <c:pt idx="1745">
                  <c:v>174.5</c:v>
                </c:pt>
                <c:pt idx="1746">
                  <c:v>174.6</c:v>
                </c:pt>
                <c:pt idx="1747">
                  <c:v>174.7</c:v>
                </c:pt>
                <c:pt idx="1748">
                  <c:v>174.8</c:v>
                </c:pt>
                <c:pt idx="1749">
                  <c:v>174.9</c:v>
                </c:pt>
                <c:pt idx="1750">
                  <c:v>175</c:v>
                </c:pt>
                <c:pt idx="1751">
                  <c:v>175.1</c:v>
                </c:pt>
                <c:pt idx="1752">
                  <c:v>175.2</c:v>
                </c:pt>
                <c:pt idx="1753">
                  <c:v>175.3</c:v>
                </c:pt>
                <c:pt idx="1754">
                  <c:v>175.4</c:v>
                </c:pt>
                <c:pt idx="1755">
                  <c:v>175.5</c:v>
                </c:pt>
                <c:pt idx="1756">
                  <c:v>175.6</c:v>
                </c:pt>
                <c:pt idx="1757">
                  <c:v>175.7</c:v>
                </c:pt>
                <c:pt idx="1758">
                  <c:v>175.8</c:v>
                </c:pt>
                <c:pt idx="1759">
                  <c:v>175.9</c:v>
                </c:pt>
                <c:pt idx="1760">
                  <c:v>176</c:v>
                </c:pt>
                <c:pt idx="1761">
                  <c:v>176.1</c:v>
                </c:pt>
                <c:pt idx="1762">
                  <c:v>176.2</c:v>
                </c:pt>
                <c:pt idx="1763">
                  <c:v>176.3</c:v>
                </c:pt>
                <c:pt idx="1764">
                  <c:v>176.4</c:v>
                </c:pt>
                <c:pt idx="1765">
                  <c:v>176.5</c:v>
                </c:pt>
                <c:pt idx="1766">
                  <c:v>176.6</c:v>
                </c:pt>
                <c:pt idx="1767">
                  <c:v>176.7</c:v>
                </c:pt>
                <c:pt idx="1768">
                  <c:v>176.8</c:v>
                </c:pt>
                <c:pt idx="1769">
                  <c:v>176.9</c:v>
                </c:pt>
                <c:pt idx="1770">
                  <c:v>177</c:v>
                </c:pt>
                <c:pt idx="1771">
                  <c:v>177.1</c:v>
                </c:pt>
                <c:pt idx="1772">
                  <c:v>177.2</c:v>
                </c:pt>
                <c:pt idx="1773">
                  <c:v>177.3</c:v>
                </c:pt>
                <c:pt idx="1774">
                  <c:v>177.4</c:v>
                </c:pt>
                <c:pt idx="1775">
                  <c:v>177.5</c:v>
                </c:pt>
                <c:pt idx="1776">
                  <c:v>177.6</c:v>
                </c:pt>
                <c:pt idx="1777">
                  <c:v>177.7</c:v>
                </c:pt>
                <c:pt idx="1778">
                  <c:v>177.8</c:v>
                </c:pt>
                <c:pt idx="1779">
                  <c:v>177.9</c:v>
                </c:pt>
                <c:pt idx="1780">
                  <c:v>178</c:v>
                </c:pt>
                <c:pt idx="1781">
                  <c:v>178.1</c:v>
                </c:pt>
                <c:pt idx="1782">
                  <c:v>178.2</c:v>
                </c:pt>
                <c:pt idx="1783">
                  <c:v>178.3</c:v>
                </c:pt>
                <c:pt idx="1784">
                  <c:v>178.4</c:v>
                </c:pt>
                <c:pt idx="1785">
                  <c:v>178.5</c:v>
                </c:pt>
                <c:pt idx="1786">
                  <c:v>178.6</c:v>
                </c:pt>
                <c:pt idx="1787">
                  <c:v>178.7</c:v>
                </c:pt>
                <c:pt idx="1788">
                  <c:v>178.8</c:v>
                </c:pt>
                <c:pt idx="1789">
                  <c:v>178.9</c:v>
                </c:pt>
                <c:pt idx="1790">
                  <c:v>179</c:v>
                </c:pt>
                <c:pt idx="1791">
                  <c:v>179.1</c:v>
                </c:pt>
                <c:pt idx="1792">
                  <c:v>179.2</c:v>
                </c:pt>
                <c:pt idx="1793">
                  <c:v>179.3</c:v>
                </c:pt>
                <c:pt idx="1794">
                  <c:v>179.4</c:v>
                </c:pt>
                <c:pt idx="1795">
                  <c:v>179.5</c:v>
                </c:pt>
                <c:pt idx="1796">
                  <c:v>179.6</c:v>
                </c:pt>
                <c:pt idx="1797">
                  <c:v>179.7</c:v>
                </c:pt>
                <c:pt idx="1798">
                  <c:v>179.8</c:v>
                </c:pt>
                <c:pt idx="1799">
                  <c:v>179.9</c:v>
                </c:pt>
                <c:pt idx="1800">
                  <c:v>180</c:v>
                </c:pt>
                <c:pt idx="1801">
                  <c:v>180.1</c:v>
                </c:pt>
                <c:pt idx="1802">
                  <c:v>180.2</c:v>
                </c:pt>
                <c:pt idx="1803">
                  <c:v>180.3</c:v>
                </c:pt>
                <c:pt idx="1804">
                  <c:v>180.4</c:v>
                </c:pt>
                <c:pt idx="1805">
                  <c:v>180.5</c:v>
                </c:pt>
                <c:pt idx="1806">
                  <c:v>180.6</c:v>
                </c:pt>
                <c:pt idx="1807">
                  <c:v>180.7</c:v>
                </c:pt>
                <c:pt idx="1808">
                  <c:v>180.8</c:v>
                </c:pt>
                <c:pt idx="1809">
                  <c:v>180.9</c:v>
                </c:pt>
                <c:pt idx="1810">
                  <c:v>181</c:v>
                </c:pt>
                <c:pt idx="1811">
                  <c:v>181.1</c:v>
                </c:pt>
                <c:pt idx="1812">
                  <c:v>181.2</c:v>
                </c:pt>
                <c:pt idx="1813">
                  <c:v>181.3</c:v>
                </c:pt>
                <c:pt idx="1814">
                  <c:v>181.4</c:v>
                </c:pt>
                <c:pt idx="1815">
                  <c:v>181.5</c:v>
                </c:pt>
                <c:pt idx="1816">
                  <c:v>181.6</c:v>
                </c:pt>
                <c:pt idx="1817">
                  <c:v>181.7</c:v>
                </c:pt>
                <c:pt idx="1818">
                  <c:v>181.8</c:v>
                </c:pt>
                <c:pt idx="1819">
                  <c:v>181.9</c:v>
                </c:pt>
                <c:pt idx="1820">
                  <c:v>182</c:v>
                </c:pt>
                <c:pt idx="1821">
                  <c:v>182.1</c:v>
                </c:pt>
                <c:pt idx="1822">
                  <c:v>182.2</c:v>
                </c:pt>
                <c:pt idx="1823">
                  <c:v>182.3</c:v>
                </c:pt>
                <c:pt idx="1824">
                  <c:v>182.4</c:v>
                </c:pt>
                <c:pt idx="1825">
                  <c:v>182.5</c:v>
                </c:pt>
                <c:pt idx="1826">
                  <c:v>182.6</c:v>
                </c:pt>
                <c:pt idx="1827">
                  <c:v>182.7</c:v>
                </c:pt>
                <c:pt idx="1828">
                  <c:v>182.8</c:v>
                </c:pt>
                <c:pt idx="1829">
                  <c:v>182.9</c:v>
                </c:pt>
                <c:pt idx="1830">
                  <c:v>183</c:v>
                </c:pt>
                <c:pt idx="1831">
                  <c:v>183.1</c:v>
                </c:pt>
                <c:pt idx="1832">
                  <c:v>183.2</c:v>
                </c:pt>
                <c:pt idx="1833">
                  <c:v>183.3</c:v>
                </c:pt>
                <c:pt idx="1834">
                  <c:v>183.4</c:v>
                </c:pt>
                <c:pt idx="1835">
                  <c:v>183.5</c:v>
                </c:pt>
                <c:pt idx="1836">
                  <c:v>183.6</c:v>
                </c:pt>
                <c:pt idx="1837">
                  <c:v>183.7</c:v>
                </c:pt>
                <c:pt idx="1838">
                  <c:v>183.8</c:v>
                </c:pt>
                <c:pt idx="1839">
                  <c:v>183.9</c:v>
                </c:pt>
                <c:pt idx="1840">
                  <c:v>184</c:v>
                </c:pt>
                <c:pt idx="1841">
                  <c:v>184.1</c:v>
                </c:pt>
                <c:pt idx="1842">
                  <c:v>184.2</c:v>
                </c:pt>
                <c:pt idx="1843">
                  <c:v>184.3</c:v>
                </c:pt>
                <c:pt idx="1844">
                  <c:v>184.4</c:v>
                </c:pt>
                <c:pt idx="1845">
                  <c:v>184.5</c:v>
                </c:pt>
                <c:pt idx="1846">
                  <c:v>184.6</c:v>
                </c:pt>
                <c:pt idx="1847">
                  <c:v>184.7</c:v>
                </c:pt>
                <c:pt idx="1848">
                  <c:v>184.8</c:v>
                </c:pt>
                <c:pt idx="1849">
                  <c:v>184.9</c:v>
                </c:pt>
                <c:pt idx="1850">
                  <c:v>185</c:v>
                </c:pt>
                <c:pt idx="1851">
                  <c:v>185.1</c:v>
                </c:pt>
                <c:pt idx="1852">
                  <c:v>185.2</c:v>
                </c:pt>
                <c:pt idx="1853">
                  <c:v>185.3</c:v>
                </c:pt>
                <c:pt idx="1854">
                  <c:v>185.4</c:v>
                </c:pt>
                <c:pt idx="1855">
                  <c:v>185.5</c:v>
                </c:pt>
                <c:pt idx="1856">
                  <c:v>185.6</c:v>
                </c:pt>
                <c:pt idx="1857">
                  <c:v>185.7</c:v>
                </c:pt>
                <c:pt idx="1858">
                  <c:v>185.8</c:v>
                </c:pt>
                <c:pt idx="1859">
                  <c:v>185.9</c:v>
                </c:pt>
                <c:pt idx="1860">
                  <c:v>186</c:v>
                </c:pt>
                <c:pt idx="1861">
                  <c:v>186.1</c:v>
                </c:pt>
                <c:pt idx="1862">
                  <c:v>186.2</c:v>
                </c:pt>
                <c:pt idx="1863">
                  <c:v>186.3</c:v>
                </c:pt>
                <c:pt idx="1864">
                  <c:v>186.4</c:v>
                </c:pt>
                <c:pt idx="1865">
                  <c:v>186.5</c:v>
                </c:pt>
                <c:pt idx="1866">
                  <c:v>186.6</c:v>
                </c:pt>
                <c:pt idx="1867">
                  <c:v>186.7</c:v>
                </c:pt>
                <c:pt idx="1868">
                  <c:v>186.8</c:v>
                </c:pt>
                <c:pt idx="1869">
                  <c:v>186.9</c:v>
                </c:pt>
                <c:pt idx="1870">
                  <c:v>187</c:v>
                </c:pt>
                <c:pt idx="1871">
                  <c:v>187.1</c:v>
                </c:pt>
                <c:pt idx="1872">
                  <c:v>187.2</c:v>
                </c:pt>
                <c:pt idx="1873">
                  <c:v>187.3</c:v>
                </c:pt>
                <c:pt idx="1874">
                  <c:v>187.4</c:v>
                </c:pt>
                <c:pt idx="1875">
                  <c:v>187.5</c:v>
                </c:pt>
                <c:pt idx="1876">
                  <c:v>187.6</c:v>
                </c:pt>
                <c:pt idx="1877">
                  <c:v>187.7</c:v>
                </c:pt>
                <c:pt idx="1878">
                  <c:v>187.8</c:v>
                </c:pt>
                <c:pt idx="1879">
                  <c:v>187.9</c:v>
                </c:pt>
                <c:pt idx="1880">
                  <c:v>188</c:v>
                </c:pt>
                <c:pt idx="1881">
                  <c:v>188.1</c:v>
                </c:pt>
                <c:pt idx="1882">
                  <c:v>188.2</c:v>
                </c:pt>
                <c:pt idx="1883">
                  <c:v>188.3</c:v>
                </c:pt>
                <c:pt idx="1884">
                  <c:v>188.4</c:v>
                </c:pt>
                <c:pt idx="1885">
                  <c:v>188.5</c:v>
                </c:pt>
                <c:pt idx="1886">
                  <c:v>188.6</c:v>
                </c:pt>
                <c:pt idx="1887">
                  <c:v>188.7</c:v>
                </c:pt>
                <c:pt idx="1888">
                  <c:v>188.8</c:v>
                </c:pt>
                <c:pt idx="1889">
                  <c:v>188.9</c:v>
                </c:pt>
                <c:pt idx="1890">
                  <c:v>189</c:v>
                </c:pt>
                <c:pt idx="1891">
                  <c:v>189.1</c:v>
                </c:pt>
                <c:pt idx="1892">
                  <c:v>189.2</c:v>
                </c:pt>
                <c:pt idx="1893">
                  <c:v>189.3</c:v>
                </c:pt>
                <c:pt idx="1894">
                  <c:v>189.4</c:v>
                </c:pt>
                <c:pt idx="1895">
                  <c:v>189.5</c:v>
                </c:pt>
                <c:pt idx="1896">
                  <c:v>189.6</c:v>
                </c:pt>
                <c:pt idx="1897">
                  <c:v>189.7</c:v>
                </c:pt>
                <c:pt idx="1898">
                  <c:v>189.8</c:v>
                </c:pt>
                <c:pt idx="1899">
                  <c:v>189.9</c:v>
                </c:pt>
                <c:pt idx="1900">
                  <c:v>190</c:v>
                </c:pt>
                <c:pt idx="1901">
                  <c:v>190.1</c:v>
                </c:pt>
                <c:pt idx="1902">
                  <c:v>190.2</c:v>
                </c:pt>
                <c:pt idx="1903">
                  <c:v>190.3</c:v>
                </c:pt>
                <c:pt idx="1904">
                  <c:v>190.4</c:v>
                </c:pt>
                <c:pt idx="1905">
                  <c:v>190.5</c:v>
                </c:pt>
                <c:pt idx="1906">
                  <c:v>190.6</c:v>
                </c:pt>
                <c:pt idx="1907">
                  <c:v>190.7</c:v>
                </c:pt>
                <c:pt idx="1908">
                  <c:v>190.8</c:v>
                </c:pt>
                <c:pt idx="1909">
                  <c:v>190.9</c:v>
                </c:pt>
                <c:pt idx="1910">
                  <c:v>191</c:v>
                </c:pt>
                <c:pt idx="1911">
                  <c:v>191.1</c:v>
                </c:pt>
                <c:pt idx="1912">
                  <c:v>191.2</c:v>
                </c:pt>
                <c:pt idx="1913">
                  <c:v>191.3</c:v>
                </c:pt>
                <c:pt idx="1914">
                  <c:v>191.4</c:v>
                </c:pt>
                <c:pt idx="1915">
                  <c:v>191.5</c:v>
                </c:pt>
                <c:pt idx="1916">
                  <c:v>191.6</c:v>
                </c:pt>
                <c:pt idx="1917">
                  <c:v>191.7</c:v>
                </c:pt>
                <c:pt idx="1918">
                  <c:v>191.8</c:v>
                </c:pt>
                <c:pt idx="1919">
                  <c:v>191.9</c:v>
                </c:pt>
                <c:pt idx="1920">
                  <c:v>192</c:v>
                </c:pt>
                <c:pt idx="1921">
                  <c:v>192.1</c:v>
                </c:pt>
                <c:pt idx="1922">
                  <c:v>192.2</c:v>
                </c:pt>
                <c:pt idx="1923">
                  <c:v>192.3</c:v>
                </c:pt>
                <c:pt idx="1924">
                  <c:v>192.4</c:v>
                </c:pt>
                <c:pt idx="1925">
                  <c:v>192.5</c:v>
                </c:pt>
                <c:pt idx="1926">
                  <c:v>192.6</c:v>
                </c:pt>
                <c:pt idx="1927">
                  <c:v>192.7</c:v>
                </c:pt>
                <c:pt idx="1928">
                  <c:v>192.8</c:v>
                </c:pt>
                <c:pt idx="1929">
                  <c:v>192.9</c:v>
                </c:pt>
                <c:pt idx="1930">
                  <c:v>193</c:v>
                </c:pt>
                <c:pt idx="1931">
                  <c:v>193.1</c:v>
                </c:pt>
                <c:pt idx="1932">
                  <c:v>193.2</c:v>
                </c:pt>
                <c:pt idx="1933">
                  <c:v>193.3</c:v>
                </c:pt>
                <c:pt idx="1934">
                  <c:v>193.4</c:v>
                </c:pt>
                <c:pt idx="1935">
                  <c:v>193.5</c:v>
                </c:pt>
                <c:pt idx="1936">
                  <c:v>193.6</c:v>
                </c:pt>
                <c:pt idx="1937">
                  <c:v>193.7</c:v>
                </c:pt>
                <c:pt idx="1938">
                  <c:v>193.8</c:v>
                </c:pt>
                <c:pt idx="1939">
                  <c:v>193.9</c:v>
                </c:pt>
                <c:pt idx="1940">
                  <c:v>194</c:v>
                </c:pt>
                <c:pt idx="1941">
                  <c:v>194.1</c:v>
                </c:pt>
                <c:pt idx="1942">
                  <c:v>194.2</c:v>
                </c:pt>
                <c:pt idx="1943">
                  <c:v>194.3</c:v>
                </c:pt>
                <c:pt idx="1944">
                  <c:v>194.4</c:v>
                </c:pt>
                <c:pt idx="1945">
                  <c:v>194.5</c:v>
                </c:pt>
                <c:pt idx="1946">
                  <c:v>194.6</c:v>
                </c:pt>
                <c:pt idx="1947">
                  <c:v>194.7</c:v>
                </c:pt>
                <c:pt idx="1948">
                  <c:v>194.8</c:v>
                </c:pt>
                <c:pt idx="1949">
                  <c:v>194.9</c:v>
                </c:pt>
                <c:pt idx="1950">
                  <c:v>195</c:v>
                </c:pt>
                <c:pt idx="1951">
                  <c:v>195.1</c:v>
                </c:pt>
                <c:pt idx="1952">
                  <c:v>195.2</c:v>
                </c:pt>
                <c:pt idx="1953">
                  <c:v>195.3</c:v>
                </c:pt>
                <c:pt idx="1954">
                  <c:v>195.4</c:v>
                </c:pt>
                <c:pt idx="1955">
                  <c:v>195.5</c:v>
                </c:pt>
                <c:pt idx="1956">
                  <c:v>195.6</c:v>
                </c:pt>
                <c:pt idx="1957">
                  <c:v>195.7</c:v>
                </c:pt>
                <c:pt idx="1958">
                  <c:v>195.8</c:v>
                </c:pt>
                <c:pt idx="1959">
                  <c:v>195.9</c:v>
                </c:pt>
                <c:pt idx="1960">
                  <c:v>196</c:v>
                </c:pt>
                <c:pt idx="1961">
                  <c:v>196.1</c:v>
                </c:pt>
                <c:pt idx="1962">
                  <c:v>196.2</c:v>
                </c:pt>
                <c:pt idx="1963">
                  <c:v>196.3</c:v>
                </c:pt>
                <c:pt idx="1964">
                  <c:v>196.4</c:v>
                </c:pt>
                <c:pt idx="1965">
                  <c:v>196.5</c:v>
                </c:pt>
                <c:pt idx="1966">
                  <c:v>196.6</c:v>
                </c:pt>
                <c:pt idx="1967">
                  <c:v>196.7</c:v>
                </c:pt>
                <c:pt idx="1968">
                  <c:v>196.8</c:v>
                </c:pt>
                <c:pt idx="1969">
                  <c:v>196.9</c:v>
                </c:pt>
                <c:pt idx="1970">
                  <c:v>197</c:v>
                </c:pt>
                <c:pt idx="1971">
                  <c:v>197.1</c:v>
                </c:pt>
                <c:pt idx="1972">
                  <c:v>197.2</c:v>
                </c:pt>
                <c:pt idx="1973">
                  <c:v>197.3</c:v>
                </c:pt>
                <c:pt idx="1974">
                  <c:v>197.4</c:v>
                </c:pt>
                <c:pt idx="1975">
                  <c:v>197.5</c:v>
                </c:pt>
                <c:pt idx="1976">
                  <c:v>197.6</c:v>
                </c:pt>
                <c:pt idx="1977">
                  <c:v>197.7</c:v>
                </c:pt>
                <c:pt idx="1978">
                  <c:v>197.8</c:v>
                </c:pt>
                <c:pt idx="1979">
                  <c:v>197.9</c:v>
                </c:pt>
                <c:pt idx="1980">
                  <c:v>198</c:v>
                </c:pt>
                <c:pt idx="1981">
                  <c:v>198.1</c:v>
                </c:pt>
                <c:pt idx="1982">
                  <c:v>198.2</c:v>
                </c:pt>
                <c:pt idx="1983">
                  <c:v>198.3</c:v>
                </c:pt>
                <c:pt idx="1984">
                  <c:v>198.4</c:v>
                </c:pt>
                <c:pt idx="1985">
                  <c:v>198.5</c:v>
                </c:pt>
                <c:pt idx="1986">
                  <c:v>198.6</c:v>
                </c:pt>
                <c:pt idx="1987">
                  <c:v>198.7</c:v>
                </c:pt>
                <c:pt idx="1988">
                  <c:v>198.8</c:v>
                </c:pt>
                <c:pt idx="1989">
                  <c:v>198.9</c:v>
                </c:pt>
                <c:pt idx="1990">
                  <c:v>199</c:v>
                </c:pt>
                <c:pt idx="1991">
                  <c:v>199.1</c:v>
                </c:pt>
                <c:pt idx="1992">
                  <c:v>199.2</c:v>
                </c:pt>
                <c:pt idx="1993">
                  <c:v>199.3</c:v>
                </c:pt>
                <c:pt idx="1994">
                  <c:v>199.4</c:v>
                </c:pt>
                <c:pt idx="1995">
                  <c:v>199.5</c:v>
                </c:pt>
                <c:pt idx="1996">
                  <c:v>199.6</c:v>
                </c:pt>
                <c:pt idx="1997">
                  <c:v>199.7</c:v>
                </c:pt>
                <c:pt idx="1998">
                  <c:v>199.8</c:v>
                </c:pt>
                <c:pt idx="1999">
                  <c:v>199.9</c:v>
                </c:pt>
                <c:pt idx="2000">
                  <c:v>200</c:v>
                </c:pt>
                <c:pt idx="2001">
                  <c:v>200.1</c:v>
                </c:pt>
                <c:pt idx="2002">
                  <c:v>200.2</c:v>
                </c:pt>
                <c:pt idx="2003">
                  <c:v>200.3</c:v>
                </c:pt>
                <c:pt idx="2004">
                  <c:v>200.4</c:v>
                </c:pt>
                <c:pt idx="2005">
                  <c:v>200.5</c:v>
                </c:pt>
                <c:pt idx="2006">
                  <c:v>200.6</c:v>
                </c:pt>
                <c:pt idx="2007">
                  <c:v>200.7</c:v>
                </c:pt>
                <c:pt idx="2008">
                  <c:v>200.8</c:v>
                </c:pt>
                <c:pt idx="2009">
                  <c:v>200.9</c:v>
                </c:pt>
                <c:pt idx="2010">
                  <c:v>201</c:v>
                </c:pt>
                <c:pt idx="2011">
                  <c:v>201.1</c:v>
                </c:pt>
                <c:pt idx="2012">
                  <c:v>201.2</c:v>
                </c:pt>
                <c:pt idx="2013">
                  <c:v>201.3</c:v>
                </c:pt>
                <c:pt idx="2014">
                  <c:v>201.4</c:v>
                </c:pt>
                <c:pt idx="2015">
                  <c:v>201.5</c:v>
                </c:pt>
                <c:pt idx="2016">
                  <c:v>201.6</c:v>
                </c:pt>
                <c:pt idx="2017">
                  <c:v>201.7</c:v>
                </c:pt>
                <c:pt idx="2018">
                  <c:v>201.8</c:v>
                </c:pt>
                <c:pt idx="2019">
                  <c:v>201.9</c:v>
                </c:pt>
                <c:pt idx="2020">
                  <c:v>202</c:v>
                </c:pt>
                <c:pt idx="2021">
                  <c:v>202.1</c:v>
                </c:pt>
                <c:pt idx="2022">
                  <c:v>202.2</c:v>
                </c:pt>
                <c:pt idx="2023">
                  <c:v>202.3</c:v>
                </c:pt>
                <c:pt idx="2024">
                  <c:v>202.4</c:v>
                </c:pt>
                <c:pt idx="2025">
                  <c:v>202.5</c:v>
                </c:pt>
                <c:pt idx="2026">
                  <c:v>202.6</c:v>
                </c:pt>
                <c:pt idx="2027">
                  <c:v>202.7</c:v>
                </c:pt>
                <c:pt idx="2028">
                  <c:v>202.8</c:v>
                </c:pt>
                <c:pt idx="2029">
                  <c:v>202.9</c:v>
                </c:pt>
                <c:pt idx="2030">
                  <c:v>203</c:v>
                </c:pt>
                <c:pt idx="2031">
                  <c:v>203.1</c:v>
                </c:pt>
                <c:pt idx="2032">
                  <c:v>203.2</c:v>
                </c:pt>
                <c:pt idx="2033">
                  <c:v>203.3</c:v>
                </c:pt>
                <c:pt idx="2034">
                  <c:v>203.4</c:v>
                </c:pt>
                <c:pt idx="2035">
                  <c:v>203.5</c:v>
                </c:pt>
                <c:pt idx="2036">
                  <c:v>203.6</c:v>
                </c:pt>
                <c:pt idx="2037">
                  <c:v>203.7</c:v>
                </c:pt>
                <c:pt idx="2038">
                  <c:v>203.8</c:v>
                </c:pt>
                <c:pt idx="2039">
                  <c:v>203.9</c:v>
                </c:pt>
                <c:pt idx="2040">
                  <c:v>204</c:v>
                </c:pt>
                <c:pt idx="2041">
                  <c:v>204.1</c:v>
                </c:pt>
                <c:pt idx="2042">
                  <c:v>204.2</c:v>
                </c:pt>
                <c:pt idx="2043">
                  <c:v>204.3</c:v>
                </c:pt>
                <c:pt idx="2044">
                  <c:v>204.4</c:v>
                </c:pt>
                <c:pt idx="2045">
                  <c:v>204.5</c:v>
                </c:pt>
                <c:pt idx="2046">
                  <c:v>204.6</c:v>
                </c:pt>
                <c:pt idx="2047">
                  <c:v>204.7</c:v>
                </c:pt>
                <c:pt idx="2048">
                  <c:v>204.8</c:v>
                </c:pt>
                <c:pt idx="2049">
                  <c:v>204.9</c:v>
                </c:pt>
                <c:pt idx="2050">
                  <c:v>205</c:v>
                </c:pt>
                <c:pt idx="2051">
                  <c:v>205.1</c:v>
                </c:pt>
                <c:pt idx="2052">
                  <c:v>205.2</c:v>
                </c:pt>
                <c:pt idx="2053">
                  <c:v>205.3</c:v>
                </c:pt>
                <c:pt idx="2054">
                  <c:v>205.4</c:v>
                </c:pt>
                <c:pt idx="2055">
                  <c:v>205.5</c:v>
                </c:pt>
                <c:pt idx="2056">
                  <c:v>205.6</c:v>
                </c:pt>
                <c:pt idx="2057">
                  <c:v>205.7</c:v>
                </c:pt>
                <c:pt idx="2058">
                  <c:v>205.8</c:v>
                </c:pt>
                <c:pt idx="2059">
                  <c:v>205.9</c:v>
                </c:pt>
                <c:pt idx="2060">
                  <c:v>206</c:v>
                </c:pt>
                <c:pt idx="2061">
                  <c:v>206.1</c:v>
                </c:pt>
                <c:pt idx="2062">
                  <c:v>206.2</c:v>
                </c:pt>
                <c:pt idx="2063">
                  <c:v>206.3</c:v>
                </c:pt>
                <c:pt idx="2064">
                  <c:v>206.4</c:v>
                </c:pt>
                <c:pt idx="2065">
                  <c:v>206.5</c:v>
                </c:pt>
                <c:pt idx="2066">
                  <c:v>206.6</c:v>
                </c:pt>
                <c:pt idx="2067">
                  <c:v>206.7</c:v>
                </c:pt>
                <c:pt idx="2068">
                  <c:v>206.8</c:v>
                </c:pt>
                <c:pt idx="2069">
                  <c:v>206.9</c:v>
                </c:pt>
                <c:pt idx="2070">
                  <c:v>207</c:v>
                </c:pt>
                <c:pt idx="2071">
                  <c:v>207.1</c:v>
                </c:pt>
                <c:pt idx="2072">
                  <c:v>207.2</c:v>
                </c:pt>
                <c:pt idx="2073">
                  <c:v>207.3</c:v>
                </c:pt>
                <c:pt idx="2074">
                  <c:v>207.4</c:v>
                </c:pt>
                <c:pt idx="2075">
                  <c:v>207.5</c:v>
                </c:pt>
                <c:pt idx="2076">
                  <c:v>207.6</c:v>
                </c:pt>
                <c:pt idx="2077">
                  <c:v>207.7</c:v>
                </c:pt>
                <c:pt idx="2078">
                  <c:v>207.8</c:v>
                </c:pt>
                <c:pt idx="2079">
                  <c:v>207.9</c:v>
                </c:pt>
                <c:pt idx="2080">
                  <c:v>208</c:v>
                </c:pt>
                <c:pt idx="2081">
                  <c:v>208.1</c:v>
                </c:pt>
                <c:pt idx="2082">
                  <c:v>208.2</c:v>
                </c:pt>
                <c:pt idx="2083">
                  <c:v>208.3</c:v>
                </c:pt>
                <c:pt idx="2084">
                  <c:v>208.4</c:v>
                </c:pt>
                <c:pt idx="2085">
                  <c:v>208.5</c:v>
                </c:pt>
                <c:pt idx="2086">
                  <c:v>208.6</c:v>
                </c:pt>
                <c:pt idx="2087">
                  <c:v>208.7</c:v>
                </c:pt>
                <c:pt idx="2088">
                  <c:v>208.8</c:v>
                </c:pt>
                <c:pt idx="2089">
                  <c:v>208.9</c:v>
                </c:pt>
                <c:pt idx="2090">
                  <c:v>209</c:v>
                </c:pt>
                <c:pt idx="2091">
                  <c:v>209.1</c:v>
                </c:pt>
                <c:pt idx="2092">
                  <c:v>209.2</c:v>
                </c:pt>
                <c:pt idx="2093">
                  <c:v>209.3</c:v>
                </c:pt>
                <c:pt idx="2094">
                  <c:v>209.4</c:v>
                </c:pt>
                <c:pt idx="2095">
                  <c:v>209.5</c:v>
                </c:pt>
                <c:pt idx="2096">
                  <c:v>209.6</c:v>
                </c:pt>
                <c:pt idx="2097">
                  <c:v>209.7</c:v>
                </c:pt>
                <c:pt idx="2098">
                  <c:v>209.8</c:v>
                </c:pt>
                <c:pt idx="2099">
                  <c:v>209.9</c:v>
                </c:pt>
                <c:pt idx="2100">
                  <c:v>210</c:v>
                </c:pt>
                <c:pt idx="2101">
                  <c:v>210.1</c:v>
                </c:pt>
                <c:pt idx="2102">
                  <c:v>210.2</c:v>
                </c:pt>
                <c:pt idx="2103">
                  <c:v>210.3</c:v>
                </c:pt>
                <c:pt idx="2104">
                  <c:v>210.4</c:v>
                </c:pt>
                <c:pt idx="2105">
                  <c:v>210.5</c:v>
                </c:pt>
                <c:pt idx="2106">
                  <c:v>210.6</c:v>
                </c:pt>
                <c:pt idx="2107">
                  <c:v>210.7</c:v>
                </c:pt>
                <c:pt idx="2108">
                  <c:v>210.8</c:v>
                </c:pt>
                <c:pt idx="2109">
                  <c:v>210.9</c:v>
                </c:pt>
                <c:pt idx="2110">
                  <c:v>211</c:v>
                </c:pt>
                <c:pt idx="2111">
                  <c:v>211.1</c:v>
                </c:pt>
                <c:pt idx="2112">
                  <c:v>211.2</c:v>
                </c:pt>
                <c:pt idx="2113">
                  <c:v>211.3</c:v>
                </c:pt>
                <c:pt idx="2114">
                  <c:v>211.4</c:v>
                </c:pt>
                <c:pt idx="2115">
                  <c:v>211.5</c:v>
                </c:pt>
                <c:pt idx="2116">
                  <c:v>211.6</c:v>
                </c:pt>
                <c:pt idx="2117">
                  <c:v>211.7</c:v>
                </c:pt>
                <c:pt idx="2118">
                  <c:v>211.8</c:v>
                </c:pt>
                <c:pt idx="2119">
                  <c:v>211.9</c:v>
                </c:pt>
                <c:pt idx="2120">
                  <c:v>212</c:v>
                </c:pt>
                <c:pt idx="2121">
                  <c:v>212.1</c:v>
                </c:pt>
                <c:pt idx="2122">
                  <c:v>212.2</c:v>
                </c:pt>
                <c:pt idx="2123">
                  <c:v>212.3</c:v>
                </c:pt>
                <c:pt idx="2124">
                  <c:v>212.4</c:v>
                </c:pt>
                <c:pt idx="2125">
                  <c:v>212.5</c:v>
                </c:pt>
                <c:pt idx="2126">
                  <c:v>212.6</c:v>
                </c:pt>
                <c:pt idx="2127">
                  <c:v>212.7</c:v>
                </c:pt>
                <c:pt idx="2128">
                  <c:v>212.8</c:v>
                </c:pt>
                <c:pt idx="2129">
                  <c:v>212.9</c:v>
                </c:pt>
                <c:pt idx="2130">
                  <c:v>213</c:v>
                </c:pt>
                <c:pt idx="2131">
                  <c:v>213.1</c:v>
                </c:pt>
                <c:pt idx="2132">
                  <c:v>213.2</c:v>
                </c:pt>
                <c:pt idx="2133">
                  <c:v>213.3</c:v>
                </c:pt>
                <c:pt idx="2134">
                  <c:v>213.4</c:v>
                </c:pt>
                <c:pt idx="2135">
                  <c:v>213.5</c:v>
                </c:pt>
                <c:pt idx="2136">
                  <c:v>213.6</c:v>
                </c:pt>
                <c:pt idx="2137">
                  <c:v>213.7</c:v>
                </c:pt>
                <c:pt idx="2138">
                  <c:v>213.8</c:v>
                </c:pt>
                <c:pt idx="2139">
                  <c:v>213.9</c:v>
                </c:pt>
                <c:pt idx="2140">
                  <c:v>214</c:v>
                </c:pt>
                <c:pt idx="2141">
                  <c:v>214.1</c:v>
                </c:pt>
                <c:pt idx="2142">
                  <c:v>214.2</c:v>
                </c:pt>
                <c:pt idx="2143">
                  <c:v>214.3</c:v>
                </c:pt>
                <c:pt idx="2144">
                  <c:v>214.4</c:v>
                </c:pt>
                <c:pt idx="2145">
                  <c:v>214.5</c:v>
                </c:pt>
                <c:pt idx="2146">
                  <c:v>214.6</c:v>
                </c:pt>
                <c:pt idx="2147">
                  <c:v>214.7</c:v>
                </c:pt>
                <c:pt idx="2148">
                  <c:v>214.8</c:v>
                </c:pt>
                <c:pt idx="2149">
                  <c:v>214.9</c:v>
                </c:pt>
                <c:pt idx="2150">
                  <c:v>215</c:v>
                </c:pt>
                <c:pt idx="2151">
                  <c:v>215.1</c:v>
                </c:pt>
                <c:pt idx="2152">
                  <c:v>215.2</c:v>
                </c:pt>
                <c:pt idx="2153">
                  <c:v>215.3</c:v>
                </c:pt>
                <c:pt idx="2154">
                  <c:v>215.4</c:v>
                </c:pt>
                <c:pt idx="2155">
                  <c:v>215.5</c:v>
                </c:pt>
                <c:pt idx="2156">
                  <c:v>215.6</c:v>
                </c:pt>
                <c:pt idx="2157">
                  <c:v>215.7</c:v>
                </c:pt>
                <c:pt idx="2158">
                  <c:v>215.8</c:v>
                </c:pt>
                <c:pt idx="2159">
                  <c:v>215.9</c:v>
                </c:pt>
                <c:pt idx="2160">
                  <c:v>216</c:v>
                </c:pt>
                <c:pt idx="2161">
                  <c:v>216.1</c:v>
                </c:pt>
                <c:pt idx="2162">
                  <c:v>216.2</c:v>
                </c:pt>
                <c:pt idx="2163">
                  <c:v>216.3</c:v>
                </c:pt>
                <c:pt idx="2164">
                  <c:v>216.4</c:v>
                </c:pt>
                <c:pt idx="2165">
                  <c:v>216.5</c:v>
                </c:pt>
                <c:pt idx="2166">
                  <c:v>216.6</c:v>
                </c:pt>
                <c:pt idx="2167">
                  <c:v>216.7</c:v>
                </c:pt>
                <c:pt idx="2168">
                  <c:v>216.8</c:v>
                </c:pt>
                <c:pt idx="2169">
                  <c:v>216.9</c:v>
                </c:pt>
                <c:pt idx="2170">
                  <c:v>217</c:v>
                </c:pt>
                <c:pt idx="2171">
                  <c:v>217.1</c:v>
                </c:pt>
                <c:pt idx="2172">
                  <c:v>217.2</c:v>
                </c:pt>
                <c:pt idx="2173">
                  <c:v>217.3</c:v>
                </c:pt>
                <c:pt idx="2174">
                  <c:v>217.4</c:v>
                </c:pt>
                <c:pt idx="2175">
                  <c:v>217.5</c:v>
                </c:pt>
                <c:pt idx="2176">
                  <c:v>217.6</c:v>
                </c:pt>
                <c:pt idx="2177">
                  <c:v>217.7</c:v>
                </c:pt>
                <c:pt idx="2178">
                  <c:v>217.8</c:v>
                </c:pt>
                <c:pt idx="2179">
                  <c:v>217.9</c:v>
                </c:pt>
                <c:pt idx="2180">
                  <c:v>218</c:v>
                </c:pt>
                <c:pt idx="2181">
                  <c:v>218.1</c:v>
                </c:pt>
                <c:pt idx="2182">
                  <c:v>218.2</c:v>
                </c:pt>
                <c:pt idx="2183">
                  <c:v>218.3</c:v>
                </c:pt>
                <c:pt idx="2184">
                  <c:v>218.4</c:v>
                </c:pt>
                <c:pt idx="2185">
                  <c:v>218.5</c:v>
                </c:pt>
                <c:pt idx="2186">
                  <c:v>218.6</c:v>
                </c:pt>
                <c:pt idx="2187">
                  <c:v>218.7</c:v>
                </c:pt>
                <c:pt idx="2188">
                  <c:v>218.8</c:v>
                </c:pt>
                <c:pt idx="2189">
                  <c:v>218.9</c:v>
                </c:pt>
                <c:pt idx="2190">
                  <c:v>219</c:v>
                </c:pt>
                <c:pt idx="2191">
                  <c:v>219.1</c:v>
                </c:pt>
                <c:pt idx="2192">
                  <c:v>219.2</c:v>
                </c:pt>
                <c:pt idx="2193">
                  <c:v>219.3</c:v>
                </c:pt>
                <c:pt idx="2194">
                  <c:v>219.4</c:v>
                </c:pt>
                <c:pt idx="2195">
                  <c:v>219.5</c:v>
                </c:pt>
                <c:pt idx="2196">
                  <c:v>219.6</c:v>
                </c:pt>
                <c:pt idx="2197">
                  <c:v>219.7</c:v>
                </c:pt>
                <c:pt idx="2198">
                  <c:v>219.8</c:v>
                </c:pt>
                <c:pt idx="2199">
                  <c:v>219.9</c:v>
                </c:pt>
                <c:pt idx="2200">
                  <c:v>220</c:v>
                </c:pt>
                <c:pt idx="2201">
                  <c:v>220.1</c:v>
                </c:pt>
                <c:pt idx="2202">
                  <c:v>220.2</c:v>
                </c:pt>
                <c:pt idx="2203">
                  <c:v>220.3</c:v>
                </c:pt>
                <c:pt idx="2204">
                  <c:v>220.4</c:v>
                </c:pt>
                <c:pt idx="2205">
                  <c:v>220.5</c:v>
                </c:pt>
                <c:pt idx="2206">
                  <c:v>220.6</c:v>
                </c:pt>
                <c:pt idx="2207">
                  <c:v>220.7</c:v>
                </c:pt>
                <c:pt idx="2208">
                  <c:v>220.8</c:v>
                </c:pt>
                <c:pt idx="2209">
                  <c:v>220.9</c:v>
                </c:pt>
                <c:pt idx="2210">
                  <c:v>221</c:v>
                </c:pt>
                <c:pt idx="2211">
                  <c:v>221.1</c:v>
                </c:pt>
                <c:pt idx="2212">
                  <c:v>221.2</c:v>
                </c:pt>
                <c:pt idx="2213">
                  <c:v>221.3</c:v>
                </c:pt>
                <c:pt idx="2214">
                  <c:v>221.4</c:v>
                </c:pt>
                <c:pt idx="2215">
                  <c:v>221.5</c:v>
                </c:pt>
                <c:pt idx="2216">
                  <c:v>221.6</c:v>
                </c:pt>
                <c:pt idx="2217">
                  <c:v>221.7</c:v>
                </c:pt>
                <c:pt idx="2218">
                  <c:v>221.8</c:v>
                </c:pt>
                <c:pt idx="2219">
                  <c:v>221.9</c:v>
                </c:pt>
                <c:pt idx="2220">
                  <c:v>222</c:v>
                </c:pt>
                <c:pt idx="2221">
                  <c:v>222.1</c:v>
                </c:pt>
                <c:pt idx="2222">
                  <c:v>222.2</c:v>
                </c:pt>
                <c:pt idx="2223">
                  <c:v>222.3</c:v>
                </c:pt>
                <c:pt idx="2224">
                  <c:v>222.4</c:v>
                </c:pt>
                <c:pt idx="2225">
                  <c:v>222.5</c:v>
                </c:pt>
                <c:pt idx="2226">
                  <c:v>222.6</c:v>
                </c:pt>
                <c:pt idx="2227">
                  <c:v>222.7</c:v>
                </c:pt>
                <c:pt idx="2228">
                  <c:v>222.8</c:v>
                </c:pt>
                <c:pt idx="2229">
                  <c:v>222.9</c:v>
                </c:pt>
                <c:pt idx="2230">
                  <c:v>223</c:v>
                </c:pt>
                <c:pt idx="2231">
                  <c:v>223.1</c:v>
                </c:pt>
                <c:pt idx="2232">
                  <c:v>223.2</c:v>
                </c:pt>
                <c:pt idx="2233">
                  <c:v>223.3</c:v>
                </c:pt>
                <c:pt idx="2234">
                  <c:v>223.4</c:v>
                </c:pt>
                <c:pt idx="2235">
                  <c:v>223.5</c:v>
                </c:pt>
                <c:pt idx="2236">
                  <c:v>223.6</c:v>
                </c:pt>
                <c:pt idx="2237">
                  <c:v>223.7</c:v>
                </c:pt>
                <c:pt idx="2238">
                  <c:v>223.8</c:v>
                </c:pt>
                <c:pt idx="2239">
                  <c:v>223.9</c:v>
                </c:pt>
                <c:pt idx="2240">
                  <c:v>224</c:v>
                </c:pt>
                <c:pt idx="2241">
                  <c:v>224.1</c:v>
                </c:pt>
                <c:pt idx="2242">
                  <c:v>224.2</c:v>
                </c:pt>
                <c:pt idx="2243">
                  <c:v>224.3</c:v>
                </c:pt>
                <c:pt idx="2244">
                  <c:v>224.4</c:v>
                </c:pt>
                <c:pt idx="2245">
                  <c:v>224.5</c:v>
                </c:pt>
                <c:pt idx="2246">
                  <c:v>224.6</c:v>
                </c:pt>
                <c:pt idx="2247">
                  <c:v>224.7</c:v>
                </c:pt>
                <c:pt idx="2248">
                  <c:v>224.8</c:v>
                </c:pt>
                <c:pt idx="2249">
                  <c:v>224.9</c:v>
                </c:pt>
                <c:pt idx="2250">
                  <c:v>225</c:v>
                </c:pt>
                <c:pt idx="2251">
                  <c:v>225.1</c:v>
                </c:pt>
                <c:pt idx="2252">
                  <c:v>225.2</c:v>
                </c:pt>
                <c:pt idx="2253">
                  <c:v>225.3</c:v>
                </c:pt>
                <c:pt idx="2254">
                  <c:v>225.4</c:v>
                </c:pt>
                <c:pt idx="2255">
                  <c:v>225.5</c:v>
                </c:pt>
                <c:pt idx="2256">
                  <c:v>225.6</c:v>
                </c:pt>
                <c:pt idx="2257">
                  <c:v>225.7</c:v>
                </c:pt>
                <c:pt idx="2258">
                  <c:v>225.8</c:v>
                </c:pt>
                <c:pt idx="2259">
                  <c:v>225.9</c:v>
                </c:pt>
                <c:pt idx="2260">
                  <c:v>226</c:v>
                </c:pt>
                <c:pt idx="2261">
                  <c:v>226.1</c:v>
                </c:pt>
                <c:pt idx="2262">
                  <c:v>226.2</c:v>
                </c:pt>
                <c:pt idx="2263">
                  <c:v>226.3</c:v>
                </c:pt>
                <c:pt idx="2264">
                  <c:v>226.4</c:v>
                </c:pt>
                <c:pt idx="2265">
                  <c:v>226.5</c:v>
                </c:pt>
                <c:pt idx="2266">
                  <c:v>226.6</c:v>
                </c:pt>
                <c:pt idx="2267">
                  <c:v>226.7</c:v>
                </c:pt>
                <c:pt idx="2268">
                  <c:v>226.8</c:v>
                </c:pt>
                <c:pt idx="2269">
                  <c:v>226.9</c:v>
                </c:pt>
                <c:pt idx="2270">
                  <c:v>227</c:v>
                </c:pt>
                <c:pt idx="2271">
                  <c:v>227.1</c:v>
                </c:pt>
                <c:pt idx="2272">
                  <c:v>227.2</c:v>
                </c:pt>
                <c:pt idx="2273">
                  <c:v>227.3</c:v>
                </c:pt>
                <c:pt idx="2274">
                  <c:v>227.4</c:v>
                </c:pt>
                <c:pt idx="2275">
                  <c:v>227.5</c:v>
                </c:pt>
                <c:pt idx="2276">
                  <c:v>227.6</c:v>
                </c:pt>
                <c:pt idx="2277">
                  <c:v>227.7</c:v>
                </c:pt>
                <c:pt idx="2278">
                  <c:v>227.8</c:v>
                </c:pt>
                <c:pt idx="2279">
                  <c:v>227.9</c:v>
                </c:pt>
                <c:pt idx="2280">
                  <c:v>228</c:v>
                </c:pt>
                <c:pt idx="2281">
                  <c:v>228.1</c:v>
                </c:pt>
                <c:pt idx="2282">
                  <c:v>228.2</c:v>
                </c:pt>
                <c:pt idx="2283">
                  <c:v>228.3</c:v>
                </c:pt>
                <c:pt idx="2284">
                  <c:v>228.4</c:v>
                </c:pt>
                <c:pt idx="2285">
                  <c:v>228.5</c:v>
                </c:pt>
                <c:pt idx="2286">
                  <c:v>228.6</c:v>
                </c:pt>
                <c:pt idx="2287">
                  <c:v>228.7</c:v>
                </c:pt>
                <c:pt idx="2288">
                  <c:v>228.8</c:v>
                </c:pt>
                <c:pt idx="2289">
                  <c:v>228.9</c:v>
                </c:pt>
                <c:pt idx="2290">
                  <c:v>229</c:v>
                </c:pt>
                <c:pt idx="2291">
                  <c:v>229.1</c:v>
                </c:pt>
                <c:pt idx="2292">
                  <c:v>229.2</c:v>
                </c:pt>
                <c:pt idx="2293">
                  <c:v>229.3</c:v>
                </c:pt>
                <c:pt idx="2294">
                  <c:v>229.4</c:v>
                </c:pt>
                <c:pt idx="2295">
                  <c:v>229.5</c:v>
                </c:pt>
                <c:pt idx="2296">
                  <c:v>229.6</c:v>
                </c:pt>
                <c:pt idx="2297">
                  <c:v>229.7</c:v>
                </c:pt>
                <c:pt idx="2298">
                  <c:v>229.8</c:v>
                </c:pt>
                <c:pt idx="2299">
                  <c:v>229.9</c:v>
                </c:pt>
                <c:pt idx="2300">
                  <c:v>230</c:v>
                </c:pt>
                <c:pt idx="2301">
                  <c:v>230.1</c:v>
                </c:pt>
                <c:pt idx="2302">
                  <c:v>230.2</c:v>
                </c:pt>
                <c:pt idx="2303">
                  <c:v>230.3</c:v>
                </c:pt>
                <c:pt idx="2304">
                  <c:v>230.4</c:v>
                </c:pt>
                <c:pt idx="2305">
                  <c:v>230.5</c:v>
                </c:pt>
                <c:pt idx="2306">
                  <c:v>230.6</c:v>
                </c:pt>
                <c:pt idx="2307">
                  <c:v>230.7</c:v>
                </c:pt>
                <c:pt idx="2308">
                  <c:v>230.8</c:v>
                </c:pt>
                <c:pt idx="2309">
                  <c:v>230.9</c:v>
                </c:pt>
                <c:pt idx="2310">
                  <c:v>231</c:v>
                </c:pt>
                <c:pt idx="2311">
                  <c:v>231.1</c:v>
                </c:pt>
                <c:pt idx="2312">
                  <c:v>231.2</c:v>
                </c:pt>
                <c:pt idx="2313">
                  <c:v>231.3</c:v>
                </c:pt>
                <c:pt idx="2314">
                  <c:v>231.4</c:v>
                </c:pt>
                <c:pt idx="2315">
                  <c:v>231.5</c:v>
                </c:pt>
                <c:pt idx="2316">
                  <c:v>231.6</c:v>
                </c:pt>
                <c:pt idx="2317">
                  <c:v>231.7</c:v>
                </c:pt>
                <c:pt idx="2318">
                  <c:v>231.8</c:v>
                </c:pt>
                <c:pt idx="2319">
                  <c:v>231.9</c:v>
                </c:pt>
                <c:pt idx="2320">
                  <c:v>232</c:v>
                </c:pt>
                <c:pt idx="2321">
                  <c:v>232.1</c:v>
                </c:pt>
                <c:pt idx="2322">
                  <c:v>232.2</c:v>
                </c:pt>
                <c:pt idx="2323">
                  <c:v>232.3</c:v>
                </c:pt>
                <c:pt idx="2324">
                  <c:v>232.4</c:v>
                </c:pt>
                <c:pt idx="2325">
                  <c:v>232.5</c:v>
                </c:pt>
                <c:pt idx="2326">
                  <c:v>232.6</c:v>
                </c:pt>
                <c:pt idx="2327">
                  <c:v>232.7</c:v>
                </c:pt>
                <c:pt idx="2328">
                  <c:v>232.8</c:v>
                </c:pt>
                <c:pt idx="2329">
                  <c:v>232.9</c:v>
                </c:pt>
                <c:pt idx="2330">
                  <c:v>233</c:v>
                </c:pt>
                <c:pt idx="2331">
                  <c:v>233.1</c:v>
                </c:pt>
                <c:pt idx="2332">
                  <c:v>233.2</c:v>
                </c:pt>
                <c:pt idx="2333">
                  <c:v>233.3</c:v>
                </c:pt>
                <c:pt idx="2334">
                  <c:v>233.4</c:v>
                </c:pt>
                <c:pt idx="2335">
                  <c:v>233.5</c:v>
                </c:pt>
                <c:pt idx="2336">
                  <c:v>233.6</c:v>
                </c:pt>
                <c:pt idx="2337">
                  <c:v>233.7</c:v>
                </c:pt>
                <c:pt idx="2338">
                  <c:v>233.8</c:v>
                </c:pt>
                <c:pt idx="2339">
                  <c:v>233.9</c:v>
                </c:pt>
                <c:pt idx="2340">
                  <c:v>234</c:v>
                </c:pt>
                <c:pt idx="2341">
                  <c:v>234.1</c:v>
                </c:pt>
                <c:pt idx="2342">
                  <c:v>234.2</c:v>
                </c:pt>
                <c:pt idx="2343">
                  <c:v>234.3</c:v>
                </c:pt>
                <c:pt idx="2344">
                  <c:v>234.4</c:v>
                </c:pt>
                <c:pt idx="2345">
                  <c:v>234.5</c:v>
                </c:pt>
                <c:pt idx="2346">
                  <c:v>234.6</c:v>
                </c:pt>
                <c:pt idx="2347">
                  <c:v>234.7</c:v>
                </c:pt>
                <c:pt idx="2348">
                  <c:v>234.8</c:v>
                </c:pt>
                <c:pt idx="2349">
                  <c:v>234.9</c:v>
                </c:pt>
                <c:pt idx="2350">
                  <c:v>235</c:v>
                </c:pt>
                <c:pt idx="2351">
                  <c:v>235.1</c:v>
                </c:pt>
                <c:pt idx="2352">
                  <c:v>235.2</c:v>
                </c:pt>
                <c:pt idx="2353">
                  <c:v>235.3</c:v>
                </c:pt>
                <c:pt idx="2354">
                  <c:v>235.4</c:v>
                </c:pt>
                <c:pt idx="2355">
                  <c:v>235.5</c:v>
                </c:pt>
                <c:pt idx="2356">
                  <c:v>235.6</c:v>
                </c:pt>
                <c:pt idx="2357">
                  <c:v>235.7</c:v>
                </c:pt>
                <c:pt idx="2358">
                  <c:v>235.8</c:v>
                </c:pt>
                <c:pt idx="2359">
                  <c:v>235.9</c:v>
                </c:pt>
                <c:pt idx="2360">
                  <c:v>236</c:v>
                </c:pt>
                <c:pt idx="2361">
                  <c:v>236.1</c:v>
                </c:pt>
                <c:pt idx="2362">
                  <c:v>236.2</c:v>
                </c:pt>
                <c:pt idx="2363">
                  <c:v>236.3</c:v>
                </c:pt>
                <c:pt idx="2364">
                  <c:v>236.4</c:v>
                </c:pt>
                <c:pt idx="2365">
                  <c:v>236.5</c:v>
                </c:pt>
                <c:pt idx="2366">
                  <c:v>236.6</c:v>
                </c:pt>
                <c:pt idx="2367">
                  <c:v>236.7</c:v>
                </c:pt>
                <c:pt idx="2368">
                  <c:v>236.8</c:v>
                </c:pt>
                <c:pt idx="2369">
                  <c:v>236.9</c:v>
                </c:pt>
                <c:pt idx="2370">
                  <c:v>237</c:v>
                </c:pt>
                <c:pt idx="2371">
                  <c:v>237.1</c:v>
                </c:pt>
                <c:pt idx="2372">
                  <c:v>237.2</c:v>
                </c:pt>
                <c:pt idx="2373">
                  <c:v>237.3</c:v>
                </c:pt>
                <c:pt idx="2374">
                  <c:v>237.4</c:v>
                </c:pt>
                <c:pt idx="2375">
                  <c:v>237.5</c:v>
                </c:pt>
                <c:pt idx="2376">
                  <c:v>237.6</c:v>
                </c:pt>
                <c:pt idx="2377">
                  <c:v>237.7</c:v>
                </c:pt>
                <c:pt idx="2378">
                  <c:v>237.8</c:v>
                </c:pt>
                <c:pt idx="2379">
                  <c:v>237.9</c:v>
                </c:pt>
                <c:pt idx="2380">
                  <c:v>238</c:v>
                </c:pt>
                <c:pt idx="2381">
                  <c:v>238.1</c:v>
                </c:pt>
                <c:pt idx="2382">
                  <c:v>238.2</c:v>
                </c:pt>
                <c:pt idx="2383">
                  <c:v>238.3</c:v>
                </c:pt>
                <c:pt idx="2384">
                  <c:v>238.4</c:v>
                </c:pt>
                <c:pt idx="2385">
                  <c:v>238.5</c:v>
                </c:pt>
                <c:pt idx="2386">
                  <c:v>238.6</c:v>
                </c:pt>
                <c:pt idx="2387">
                  <c:v>238.7</c:v>
                </c:pt>
                <c:pt idx="2388">
                  <c:v>238.8</c:v>
                </c:pt>
                <c:pt idx="2389">
                  <c:v>238.9</c:v>
                </c:pt>
                <c:pt idx="2390">
                  <c:v>239</c:v>
                </c:pt>
                <c:pt idx="2391">
                  <c:v>239.1</c:v>
                </c:pt>
                <c:pt idx="2392">
                  <c:v>239.2</c:v>
                </c:pt>
                <c:pt idx="2393">
                  <c:v>239.3</c:v>
                </c:pt>
                <c:pt idx="2394">
                  <c:v>239.4</c:v>
                </c:pt>
                <c:pt idx="2395">
                  <c:v>239.5</c:v>
                </c:pt>
                <c:pt idx="2396">
                  <c:v>239.6</c:v>
                </c:pt>
                <c:pt idx="2397">
                  <c:v>239.7</c:v>
                </c:pt>
                <c:pt idx="2398">
                  <c:v>239.8</c:v>
                </c:pt>
                <c:pt idx="2399">
                  <c:v>239.9</c:v>
                </c:pt>
                <c:pt idx="2400">
                  <c:v>240</c:v>
                </c:pt>
                <c:pt idx="2401">
                  <c:v>240.1</c:v>
                </c:pt>
                <c:pt idx="2402">
                  <c:v>240.2</c:v>
                </c:pt>
                <c:pt idx="2403">
                  <c:v>240.3</c:v>
                </c:pt>
                <c:pt idx="2404">
                  <c:v>240.4</c:v>
                </c:pt>
                <c:pt idx="2405">
                  <c:v>240.5</c:v>
                </c:pt>
                <c:pt idx="2406">
                  <c:v>240.6</c:v>
                </c:pt>
                <c:pt idx="2407">
                  <c:v>240.7</c:v>
                </c:pt>
                <c:pt idx="2408">
                  <c:v>240.8</c:v>
                </c:pt>
                <c:pt idx="2409">
                  <c:v>240.9</c:v>
                </c:pt>
                <c:pt idx="2410">
                  <c:v>241</c:v>
                </c:pt>
                <c:pt idx="2411">
                  <c:v>241.1</c:v>
                </c:pt>
                <c:pt idx="2412">
                  <c:v>241.2</c:v>
                </c:pt>
                <c:pt idx="2413">
                  <c:v>241.3</c:v>
                </c:pt>
                <c:pt idx="2414">
                  <c:v>241.4</c:v>
                </c:pt>
                <c:pt idx="2415">
                  <c:v>241.5</c:v>
                </c:pt>
                <c:pt idx="2416">
                  <c:v>241.6</c:v>
                </c:pt>
                <c:pt idx="2417">
                  <c:v>241.7</c:v>
                </c:pt>
                <c:pt idx="2418">
                  <c:v>241.8</c:v>
                </c:pt>
                <c:pt idx="2419">
                  <c:v>241.9</c:v>
                </c:pt>
                <c:pt idx="2420">
                  <c:v>242</c:v>
                </c:pt>
                <c:pt idx="2421">
                  <c:v>242.1</c:v>
                </c:pt>
                <c:pt idx="2422">
                  <c:v>242.2</c:v>
                </c:pt>
                <c:pt idx="2423">
                  <c:v>242.3</c:v>
                </c:pt>
                <c:pt idx="2424">
                  <c:v>242.4</c:v>
                </c:pt>
                <c:pt idx="2425">
                  <c:v>242.5</c:v>
                </c:pt>
                <c:pt idx="2426">
                  <c:v>242.6</c:v>
                </c:pt>
                <c:pt idx="2427">
                  <c:v>242.7</c:v>
                </c:pt>
                <c:pt idx="2428">
                  <c:v>242.8</c:v>
                </c:pt>
                <c:pt idx="2429">
                  <c:v>242.9</c:v>
                </c:pt>
                <c:pt idx="2430">
                  <c:v>243</c:v>
                </c:pt>
                <c:pt idx="2431">
                  <c:v>243.1</c:v>
                </c:pt>
                <c:pt idx="2432">
                  <c:v>243.2</c:v>
                </c:pt>
                <c:pt idx="2433">
                  <c:v>243.3</c:v>
                </c:pt>
                <c:pt idx="2434">
                  <c:v>243.4</c:v>
                </c:pt>
                <c:pt idx="2435">
                  <c:v>243.5</c:v>
                </c:pt>
                <c:pt idx="2436">
                  <c:v>243.6</c:v>
                </c:pt>
                <c:pt idx="2437">
                  <c:v>243.7</c:v>
                </c:pt>
                <c:pt idx="2438">
                  <c:v>243.8</c:v>
                </c:pt>
                <c:pt idx="2439">
                  <c:v>243.9</c:v>
                </c:pt>
                <c:pt idx="2440">
                  <c:v>244</c:v>
                </c:pt>
                <c:pt idx="2441">
                  <c:v>244.1</c:v>
                </c:pt>
                <c:pt idx="2442">
                  <c:v>244.2</c:v>
                </c:pt>
                <c:pt idx="2443">
                  <c:v>244.3</c:v>
                </c:pt>
                <c:pt idx="2444">
                  <c:v>244.4</c:v>
                </c:pt>
                <c:pt idx="2445">
                  <c:v>244.5</c:v>
                </c:pt>
                <c:pt idx="2446">
                  <c:v>244.6</c:v>
                </c:pt>
                <c:pt idx="2447">
                  <c:v>244.7</c:v>
                </c:pt>
                <c:pt idx="2448">
                  <c:v>244.8</c:v>
                </c:pt>
                <c:pt idx="2449">
                  <c:v>244.9</c:v>
                </c:pt>
                <c:pt idx="2450">
                  <c:v>245</c:v>
                </c:pt>
                <c:pt idx="2451">
                  <c:v>245.1</c:v>
                </c:pt>
                <c:pt idx="2452">
                  <c:v>245.2</c:v>
                </c:pt>
                <c:pt idx="2453">
                  <c:v>245.3</c:v>
                </c:pt>
                <c:pt idx="2454">
                  <c:v>245.4</c:v>
                </c:pt>
                <c:pt idx="2455">
                  <c:v>245.5</c:v>
                </c:pt>
                <c:pt idx="2456">
                  <c:v>245.6</c:v>
                </c:pt>
                <c:pt idx="2457">
                  <c:v>245.7</c:v>
                </c:pt>
                <c:pt idx="2458">
                  <c:v>245.8</c:v>
                </c:pt>
                <c:pt idx="2459">
                  <c:v>245.9</c:v>
                </c:pt>
                <c:pt idx="2460">
                  <c:v>246</c:v>
                </c:pt>
                <c:pt idx="2461">
                  <c:v>246.1</c:v>
                </c:pt>
                <c:pt idx="2462">
                  <c:v>246.2</c:v>
                </c:pt>
                <c:pt idx="2463">
                  <c:v>246.3</c:v>
                </c:pt>
                <c:pt idx="2464">
                  <c:v>246.4</c:v>
                </c:pt>
                <c:pt idx="2465">
                  <c:v>246.5</c:v>
                </c:pt>
                <c:pt idx="2466">
                  <c:v>246.6</c:v>
                </c:pt>
                <c:pt idx="2467">
                  <c:v>246.7</c:v>
                </c:pt>
                <c:pt idx="2468">
                  <c:v>246.8</c:v>
                </c:pt>
                <c:pt idx="2469">
                  <c:v>246.9</c:v>
                </c:pt>
                <c:pt idx="2470">
                  <c:v>247</c:v>
                </c:pt>
                <c:pt idx="2471">
                  <c:v>247.1</c:v>
                </c:pt>
                <c:pt idx="2472">
                  <c:v>247.2</c:v>
                </c:pt>
                <c:pt idx="2473">
                  <c:v>247.3</c:v>
                </c:pt>
                <c:pt idx="2474">
                  <c:v>247.4</c:v>
                </c:pt>
                <c:pt idx="2475">
                  <c:v>247.5</c:v>
                </c:pt>
                <c:pt idx="2476">
                  <c:v>247.6</c:v>
                </c:pt>
                <c:pt idx="2477">
                  <c:v>247.7</c:v>
                </c:pt>
                <c:pt idx="2478">
                  <c:v>247.8</c:v>
                </c:pt>
                <c:pt idx="2479">
                  <c:v>247.9</c:v>
                </c:pt>
                <c:pt idx="2480">
                  <c:v>248</c:v>
                </c:pt>
                <c:pt idx="2481">
                  <c:v>248.1</c:v>
                </c:pt>
                <c:pt idx="2482">
                  <c:v>248.2</c:v>
                </c:pt>
                <c:pt idx="2483">
                  <c:v>248.3</c:v>
                </c:pt>
                <c:pt idx="2484">
                  <c:v>248.4</c:v>
                </c:pt>
                <c:pt idx="2485">
                  <c:v>248.5</c:v>
                </c:pt>
                <c:pt idx="2486">
                  <c:v>248.6</c:v>
                </c:pt>
                <c:pt idx="2487">
                  <c:v>248.7</c:v>
                </c:pt>
                <c:pt idx="2488">
                  <c:v>248.8</c:v>
                </c:pt>
                <c:pt idx="2489">
                  <c:v>248.9</c:v>
                </c:pt>
                <c:pt idx="2490">
                  <c:v>249</c:v>
                </c:pt>
                <c:pt idx="2491">
                  <c:v>249.1</c:v>
                </c:pt>
                <c:pt idx="2492">
                  <c:v>249.2</c:v>
                </c:pt>
                <c:pt idx="2493">
                  <c:v>249.3</c:v>
                </c:pt>
                <c:pt idx="2494">
                  <c:v>249.4</c:v>
                </c:pt>
                <c:pt idx="2495">
                  <c:v>249.5</c:v>
                </c:pt>
                <c:pt idx="2496">
                  <c:v>249.6</c:v>
                </c:pt>
                <c:pt idx="2497">
                  <c:v>249.7</c:v>
                </c:pt>
                <c:pt idx="2498">
                  <c:v>249.8</c:v>
                </c:pt>
                <c:pt idx="2499">
                  <c:v>249.9</c:v>
                </c:pt>
                <c:pt idx="2500">
                  <c:v>250</c:v>
                </c:pt>
                <c:pt idx="2501">
                  <c:v>250.1</c:v>
                </c:pt>
                <c:pt idx="2502">
                  <c:v>250.2</c:v>
                </c:pt>
                <c:pt idx="2503">
                  <c:v>250.3</c:v>
                </c:pt>
                <c:pt idx="2504">
                  <c:v>250.4</c:v>
                </c:pt>
                <c:pt idx="2505">
                  <c:v>250.5</c:v>
                </c:pt>
                <c:pt idx="2506">
                  <c:v>250.6</c:v>
                </c:pt>
                <c:pt idx="2507">
                  <c:v>250.7</c:v>
                </c:pt>
                <c:pt idx="2508">
                  <c:v>250.8</c:v>
                </c:pt>
                <c:pt idx="2509">
                  <c:v>250.9</c:v>
                </c:pt>
                <c:pt idx="2510">
                  <c:v>251</c:v>
                </c:pt>
                <c:pt idx="2511">
                  <c:v>251.1</c:v>
                </c:pt>
                <c:pt idx="2512">
                  <c:v>251.2</c:v>
                </c:pt>
                <c:pt idx="2513">
                  <c:v>251.3</c:v>
                </c:pt>
                <c:pt idx="2514">
                  <c:v>251.4</c:v>
                </c:pt>
                <c:pt idx="2515">
                  <c:v>251.5</c:v>
                </c:pt>
                <c:pt idx="2516">
                  <c:v>251.6</c:v>
                </c:pt>
                <c:pt idx="2517">
                  <c:v>251.7</c:v>
                </c:pt>
                <c:pt idx="2518">
                  <c:v>251.8</c:v>
                </c:pt>
                <c:pt idx="2519">
                  <c:v>251.9</c:v>
                </c:pt>
                <c:pt idx="2520">
                  <c:v>252</c:v>
                </c:pt>
                <c:pt idx="2521">
                  <c:v>252.1</c:v>
                </c:pt>
                <c:pt idx="2522">
                  <c:v>252.2</c:v>
                </c:pt>
                <c:pt idx="2523">
                  <c:v>252.3</c:v>
                </c:pt>
                <c:pt idx="2524">
                  <c:v>252.4</c:v>
                </c:pt>
                <c:pt idx="2525">
                  <c:v>252.5</c:v>
                </c:pt>
                <c:pt idx="2526">
                  <c:v>252.6</c:v>
                </c:pt>
                <c:pt idx="2527">
                  <c:v>252.7</c:v>
                </c:pt>
                <c:pt idx="2528">
                  <c:v>252.8</c:v>
                </c:pt>
                <c:pt idx="2529">
                  <c:v>252.9</c:v>
                </c:pt>
                <c:pt idx="2530">
                  <c:v>253</c:v>
                </c:pt>
                <c:pt idx="2531">
                  <c:v>253.1</c:v>
                </c:pt>
                <c:pt idx="2532">
                  <c:v>253.2</c:v>
                </c:pt>
                <c:pt idx="2533">
                  <c:v>253.3</c:v>
                </c:pt>
                <c:pt idx="2534">
                  <c:v>253.4</c:v>
                </c:pt>
                <c:pt idx="2535">
                  <c:v>253.5</c:v>
                </c:pt>
                <c:pt idx="2536">
                  <c:v>253.6</c:v>
                </c:pt>
                <c:pt idx="2537">
                  <c:v>253.7</c:v>
                </c:pt>
                <c:pt idx="2538">
                  <c:v>253.8</c:v>
                </c:pt>
                <c:pt idx="2539">
                  <c:v>253.9</c:v>
                </c:pt>
                <c:pt idx="2540">
                  <c:v>254</c:v>
                </c:pt>
                <c:pt idx="2541">
                  <c:v>254.1</c:v>
                </c:pt>
                <c:pt idx="2542">
                  <c:v>254.2</c:v>
                </c:pt>
                <c:pt idx="2543">
                  <c:v>254.3</c:v>
                </c:pt>
                <c:pt idx="2544">
                  <c:v>254.4</c:v>
                </c:pt>
                <c:pt idx="2545">
                  <c:v>254.5</c:v>
                </c:pt>
                <c:pt idx="2546">
                  <c:v>254.6</c:v>
                </c:pt>
                <c:pt idx="2547">
                  <c:v>254.7</c:v>
                </c:pt>
                <c:pt idx="2548">
                  <c:v>254.8</c:v>
                </c:pt>
                <c:pt idx="2549">
                  <c:v>254.9</c:v>
                </c:pt>
                <c:pt idx="2550">
                  <c:v>255</c:v>
                </c:pt>
                <c:pt idx="2551">
                  <c:v>255.1</c:v>
                </c:pt>
                <c:pt idx="2552">
                  <c:v>255.2</c:v>
                </c:pt>
                <c:pt idx="2553">
                  <c:v>255.3</c:v>
                </c:pt>
                <c:pt idx="2554">
                  <c:v>255.4</c:v>
                </c:pt>
                <c:pt idx="2555">
                  <c:v>255.5</c:v>
                </c:pt>
                <c:pt idx="2556">
                  <c:v>255.6</c:v>
                </c:pt>
                <c:pt idx="2557">
                  <c:v>255.7</c:v>
                </c:pt>
                <c:pt idx="2558">
                  <c:v>255.8</c:v>
                </c:pt>
                <c:pt idx="2559">
                  <c:v>255.9</c:v>
                </c:pt>
                <c:pt idx="2560">
                  <c:v>256</c:v>
                </c:pt>
                <c:pt idx="2561">
                  <c:v>256.10000000000002</c:v>
                </c:pt>
                <c:pt idx="2562">
                  <c:v>256.2</c:v>
                </c:pt>
                <c:pt idx="2563">
                  <c:v>256.3</c:v>
                </c:pt>
                <c:pt idx="2564">
                  <c:v>256.39999999999998</c:v>
                </c:pt>
                <c:pt idx="2565">
                  <c:v>256.5</c:v>
                </c:pt>
                <c:pt idx="2566">
                  <c:v>256.60000000000002</c:v>
                </c:pt>
                <c:pt idx="2567">
                  <c:v>256.7</c:v>
                </c:pt>
                <c:pt idx="2568">
                  <c:v>256.8</c:v>
                </c:pt>
                <c:pt idx="2569">
                  <c:v>256.89999999999998</c:v>
                </c:pt>
                <c:pt idx="2570">
                  <c:v>257</c:v>
                </c:pt>
                <c:pt idx="2571">
                  <c:v>257.10000000000002</c:v>
                </c:pt>
                <c:pt idx="2572">
                  <c:v>257.2</c:v>
                </c:pt>
                <c:pt idx="2573">
                  <c:v>257.3</c:v>
                </c:pt>
                <c:pt idx="2574">
                  <c:v>257.39999999999998</c:v>
                </c:pt>
                <c:pt idx="2575">
                  <c:v>257.5</c:v>
                </c:pt>
                <c:pt idx="2576">
                  <c:v>257.60000000000002</c:v>
                </c:pt>
                <c:pt idx="2577">
                  <c:v>257.7</c:v>
                </c:pt>
                <c:pt idx="2578">
                  <c:v>257.8</c:v>
                </c:pt>
                <c:pt idx="2579">
                  <c:v>257.89999999999998</c:v>
                </c:pt>
                <c:pt idx="2580">
                  <c:v>258</c:v>
                </c:pt>
                <c:pt idx="2581">
                  <c:v>258.10000000000002</c:v>
                </c:pt>
                <c:pt idx="2582">
                  <c:v>258.2</c:v>
                </c:pt>
                <c:pt idx="2583">
                  <c:v>258.3</c:v>
                </c:pt>
                <c:pt idx="2584">
                  <c:v>258.39999999999998</c:v>
                </c:pt>
                <c:pt idx="2585">
                  <c:v>258.5</c:v>
                </c:pt>
                <c:pt idx="2586">
                  <c:v>258.60000000000002</c:v>
                </c:pt>
                <c:pt idx="2587">
                  <c:v>258.7</c:v>
                </c:pt>
                <c:pt idx="2588">
                  <c:v>258.8</c:v>
                </c:pt>
                <c:pt idx="2589">
                  <c:v>258.89999999999998</c:v>
                </c:pt>
                <c:pt idx="2590">
                  <c:v>259</c:v>
                </c:pt>
                <c:pt idx="2591">
                  <c:v>259.10000000000002</c:v>
                </c:pt>
                <c:pt idx="2592">
                  <c:v>259.2</c:v>
                </c:pt>
                <c:pt idx="2593">
                  <c:v>259.3</c:v>
                </c:pt>
                <c:pt idx="2594">
                  <c:v>259.39999999999998</c:v>
                </c:pt>
                <c:pt idx="2595">
                  <c:v>259.5</c:v>
                </c:pt>
                <c:pt idx="2596">
                  <c:v>259.60000000000002</c:v>
                </c:pt>
                <c:pt idx="2597">
                  <c:v>259.7</c:v>
                </c:pt>
                <c:pt idx="2598">
                  <c:v>259.8</c:v>
                </c:pt>
                <c:pt idx="2599">
                  <c:v>259.89999999999998</c:v>
                </c:pt>
                <c:pt idx="2600">
                  <c:v>260</c:v>
                </c:pt>
                <c:pt idx="2601">
                  <c:v>260.10000000000002</c:v>
                </c:pt>
                <c:pt idx="2602">
                  <c:v>260.2</c:v>
                </c:pt>
                <c:pt idx="2603">
                  <c:v>260.3</c:v>
                </c:pt>
                <c:pt idx="2604">
                  <c:v>260.39999999999998</c:v>
                </c:pt>
                <c:pt idx="2605">
                  <c:v>260.5</c:v>
                </c:pt>
                <c:pt idx="2606">
                  <c:v>260.60000000000002</c:v>
                </c:pt>
                <c:pt idx="2607">
                  <c:v>260.7</c:v>
                </c:pt>
                <c:pt idx="2608">
                  <c:v>260.8</c:v>
                </c:pt>
                <c:pt idx="2609">
                  <c:v>260.89999999999998</c:v>
                </c:pt>
                <c:pt idx="2610">
                  <c:v>261</c:v>
                </c:pt>
                <c:pt idx="2611">
                  <c:v>261.10000000000002</c:v>
                </c:pt>
                <c:pt idx="2612">
                  <c:v>261.2</c:v>
                </c:pt>
                <c:pt idx="2613">
                  <c:v>261.3</c:v>
                </c:pt>
                <c:pt idx="2614">
                  <c:v>261.39999999999998</c:v>
                </c:pt>
                <c:pt idx="2615">
                  <c:v>261.5</c:v>
                </c:pt>
                <c:pt idx="2616">
                  <c:v>261.60000000000002</c:v>
                </c:pt>
                <c:pt idx="2617">
                  <c:v>261.7</c:v>
                </c:pt>
                <c:pt idx="2618">
                  <c:v>261.8</c:v>
                </c:pt>
                <c:pt idx="2619">
                  <c:v>261.89999999999998</c:v>
                </c:pt>
                <c:pt idx="2620">
                  <c:v>262</c:v>
                </c:pt>
                <c:pt idx="2621">
                  <c:v>262.10000000000002</c:v>
                </c:pt>
                <c:pt idx="2622">
                  <c:v>262.2</c:v>
                </c:pt>
                <c:pt idx="2623">
                  <c:v>262.3</c:v>
                </c:pt>
                <c:pt idx="2624">
                  <c:v>262.39999999999998</c:v>
                </c:pt>
                <c:pt idx="2625">
                  <c:v>262.5</c:v>
                </c:pt>
                <c:pt idx="2626">
                  <c:v>262.60000000000002</c:v>
                </c:pt>
                <c:pt idx="2627">
                  <c:v>262.7</c:v>
                </c:pt>
                <c:pt idx="2628">
                  <c:v>262.8</c:v>
                </c:pt>
                <c:pt idx="2629">
                  <c:v>262.89999999999998</c:v>
                </c:pt>
                <c:pt idx="2630">
                  <c:v>263</c:v>
                </c:pt>
                <c:pt idx="2631">
                  <c:v>263.10000000000002</c:v>
                </c:pt>
                <c:pt idx="2632">
                  <c:v>263.2</c:v>
                </c:pt>
                <c:pt idx="2633">
                  <c:v>263.3</c:v>
                </c:pt>
                <c:pt idx="2634">
                  <c:v>263.39999999999998</c:v>
                </c:pt>
                <c:pt idx="2635">
                  <c:v>263.5</c:v>
                </c:pt>
                <c:pt idx="2636">
                  <c:v>263.60000000000002</c:v>
                </c:pt>
                <c:pt idx="2637">
                  <c:v>263.7</c:v>
                </c:pt>
                <c:pt idx="2638">
                  <c:v>263.8</c:v>
                </c:pt>
                <c:pt idx="2639">
                  <c:v>263.89999999999998</c:v>
                </c:pt>
                <c:pt idx="2640">
                  <c:v>264</c:v>
                </c:pt>
                <c:pt idx="2641">
                  <c:v>264.10000000000002</c:v>
                </c:pt>
                <c:pt idx="2642">
                  <c:v>264.2</c:v>
                </c:pt>
                <c:pt idx="2643">
                  <c:v>264.3</c:v>
                </c:pt>
                <c:pt idx="2644">
                  <c:v>264.39999999999998</c:v>
                </c:pt>
                <c:pt idx="2645">
                  <c:v>264.5</c:v>
                </c:pt>
                <c:pt idx="2646">
                  <c:v>264.60000000000002</c:v>
                </c:pt>
                <c:pt idx="2647">
                  <c:v>264.7</c:v>
                </c:pt>
                <c:pt idx="2648">
                  <c:v>264.8</c:v>
                </c:pt>
                <c:pt idx="2649">
                  <c:v>264.89999999999998</c:v>
                </c:pt>
                <c:pt idx="2650">
                  <c:v>265</c:v>
                </c:pt>
                <c:pt idx="2651">
                  <c:v>265.10000000000002</c:v>
                </c:pt>
                <c:pt idx="2652">
                  <c:v>265.2</c:v>
                </c:pt>
                <c:pt idx="2653">
                  <c:v>265.3</c:v>
                </c:pt>
                <c:pt idx="2654">
                  <c:v>265.39999999999998</c:v>
                </c:pt>
                <c:pt idx="2655">
                  <c:v>265.5</c:v>
                </c:pt>
                <c:pt idx="2656">
                  <c:v>265.60000000000002</c:v>
                </c:pt>
                <c:pt idx="2657">
                  <c:v>265.7</c:v>
                </c:pt>
                <c:pt idx="2658">
                  <c:v>265.8</c:v>
                </c:pt>
                <c:pt idx="2659">
                  <c:v>265.89999999999998</c:v>
                </c:pt>
                <c:pt idx="2660">
                  <c:v>266</c:v>
                </c:pt>
                <c:pt idx="2661">
                  <c:v>266.10000000000002</c:v>
                </c:pt>
                <c:pt idx="2662">
                  <c:v>266.2</c:v>
                </c:pt>
                <c:pt idx="2663">
                  <c:v>266.3</c:v>
                </c:pt>
                <c:pt idx="2664">
                  <c:v>266.39999999999998</c:v>
                </c:pt>
                <c:pt idx="2665">
                  <c:v>266.5</c:v>
                </c:pt>
                <c:pt idx="2666">
                  <c:v>266.60000000000002</c:v>
                </c:pt>
                <c:pt idx="2667">
                  <c:v>266.7</c:v>
                </c:pt>
                <c:pt idx="2668">
                  <c:v>266.8</c:v>
                </c:pt>
                <c:pt idx="2669">
                  <c:v>266.89999999999998</c:v>
                </c:pt>
                <c:pt idx="2670">
                  <c:v>267</c:v>
                </c:pt>
                <c:pt idx="2671">
                  <c:v>267.10000000000002</c:v>
                </c:pt>
                <c:pt idx="2672">
                  <c:v>267.2</c:v>
                </c:pt>
                <c:pt idx="2673">
                  <c:v>267.3</c:v>
                </c:pt>
                <c:pt idx="2674">
                  <c:v>267.39999999999998</c:v>
                </c:pt>
                <c:pt idx="2675">
                  <c:v>267.5</c:v>
                </c:pt>
                <c:pt idx="2676">
                  <c:v>267.60000000000002</c:v>
                </c:pt>
                <c:pt idx="2677">
                  <c:v>267.7</c:v>
                </c:pt>
                <c:pt idx="2678">
                  <c:v>267.8</c:v>
                </c:pt>
                <c:pt idx="2679">
                  <c:v>267.89999999999998</c:v>
                </c:pt>
                <c:pt idx="2680">
                  <c:v>268</c:v>
                </c:pt>
                <c:pt idx="2681">
                  <c:v>268.10000000000002</c:v>
                </c:pt>
                <c:pt idx="2682">
                  <c:v>268.2</c:v>
                </c:pt>
                <c:pt idx="2683">
                  <c:v>268.3</c:v>
                </c:pt>
                <c:pt idx="2684">
                  <c:v>268.39999999999998</c:v>
                </c:pt>
                <c:pt idx="2685">
                  <c:v>268.5</c:v>
                </c:pt>
                <c:pt idx="2686">
                  <c:v>268.60000000000002</c:v>
                </c:pt>
                <c:pt idx="2687">
                  <c:v>268.7</c:v>
                </c:pt>
                <c:pt idx="2688">
                  <c:v>268.8</c:v>
                </c:pt>
                <c:pt idx="2689">
                  <c:v>268.89999999999998</c:v>
                </c:pt>
                <c:pt idx="2690">
                  <c:v>269</c:v>
                </c:pt>
                <c:pt idx="2691">
                  <c:v>269.10000000000002</c:v>
                </c:pt>
                <c:pt idx="2692">
                  <c:v>269.2</c:v>
                </c:pt>
                <c:pt idx="2693">
                  <c:v>269.3</c:v>
                </c:pt>
                <c:pt idx="2694">
                  <c:v>269.39999999999998</c:v>
                </c:pt>
                <c:pt idx="2695">
                  <c:v>269.5</c:v>
                </c:pt>
                <c:pt idx="2696">
                  <c:v>269.60000000000002</c:v>
                </c:pt>
                <c:pt idx="2697">
                  <c:v>269.7</c:v>
                </c:pt>
                <c:pt idx="2698">
                  <c:v>269.8</c:v>
                </c:pt>
                <c:pt idx="2699">
                  <c:v>269.89999999999998</c:v>
                </c:pt>
                <c:pt idx="2700">
                  <c:v>270</c:v>
                </c:pt>
                <c:pt idx="2701">
                  <c:v>270.10000000000002</c:v>
                </c:pt>
                <c:pt idx="2702">
                  <c:v>270.2</c:v>
                </c:pt>
                <c:pt idx="2703">
                  <c:v>270.3</c:v>
                </c:pt>
                <c:pt idx="2704">
                  <c:v>270.39999999999998</c:v>
                </c:pt>
                <c:pt idx="2705">
                  <c:v>270.5</c:v>
                </c:pt>
                <c:pt idx="2706">
                  <c:v>270.60000000000002</c:v>
                </c:pt>
                <c:pt idx="2707">
                  <c:v>270.7</c:v>
                </c:pt>
                <c:pt idx="2708">
                  <c:v>270.8</c:v>
                </c:pt>
                <c:pt idx="2709">
                  <c:v>270.89999999999998</c:v>
                </c:pt>
                <c:pt idx="2710">
                  <c:v>271</c:v>
                </c:pt>
                <c:pt idx="2711">
                  <c:v>271.10000000000002</c:v>
                </c:pt>
                <c:pt idx="2712">
                  <c:v>271.2</c:v>
                </c:pt>
                <c:pt idx="2713">
                  <c:v>271.3</c:v>
                </c:pt>
                <c:pt idx="2714">
                  <c:v>271.39999999999998</c:v>
                </c:pt>
                <c:pt idx="2715">
                  <c:v>271.5</c:v>
                </c:pt>
                <c:pt idx="2716">
                  <c:v>271.60000000000002</c:v>
                </c:pt>
                <c:pt idx="2717">
                  <c:v>271.7</c:v>
                </c:pt>
                <c:pt idx="2718">
                  <c:v>271.8</c:v>
                </c:pt>
                <c:pt idx="2719">
                  <c:v>271.89999999999998</c:v>
                </c:pt>
                <c:pt idx="2720">
                  <c:v>272</c:v>
                </c:pt>
                <c:pt idx="2721">
                  <c:v>272.10000000000002</c:v>
                </c:pt>
                <c:pt idx="2722">
                  <c:v>272.2</c:v>
                </c:pt>
                <c:pt idx="2723">
                  <c:v>272.3</c:v>
                </c:pt>
                <c:pt idx="2724">
                  <c:v>272.39999999999998</c:v>
                </c:pt>
                <c:pt idx="2725">
                  <c:v>272.5</c:v>
                </c:pt>
                <c:pt idx="2726">
                  <c:v>272.60000000000002</c:v>
                </c:pt>
                <c:pt idx="2727">
                  <c:v>272.7</c:v>
                </c:pt>
                <c:pt idx="2728">
                  <c:v>272.8</c:v>
                </c:pt>
                <c:pt idx="2729">
                  <c:v>272.89999999999998</c:v>
                </c:pt>
                <c:pt idx="2730">
                  <c:v>273</c:v>
                </c:pt>
                <c:pt idx="2731">
                  <c:v>273.10000000000002</c:v>
                </c:pt>
                <c:pt idx="2732">
                  <c:v>273.2</c:v>
                </c:pt>
                <c:pt idx="2733">
                  <c:v>273.3</c:v>
                </c:pt>
                <c:pt idx="2734">
                  <c:v>273.39999999999998</c:v>
                </c:pt>
                <c:pt idx="2735">
                  <c:v>273.5</c:v>
                </c:pt>
                <c:pt idx="2736">
                  <c:v>273.60000000000002</c:v>
                </c:pt>
                <c:pt idx="2737">
                  <c:v>273.7</c:v>
                </c:pt>
                <c:pt idx="2738">
                  <c:v>273.8</c:v>
                </c:pt>
                <c:pt idx="2739">
                  <c:v>273.89999999999998</c:v>
                </c:pt>
                <c:pt idx="2740">
                  <c:v>274</c:v>
                </c:pt>
                <c:pt idx="2741">
                  <c:v>274.10000000000002</c:v>
                </c:pt>
                <c:pt idx="2742">
                  <c:v>274.2</c:v>
                </c:pt>
                <c:pt idx="2743">
                  <c:v>274.3</c:v>
                </c:pt>
                <c:pt idx="2744">
                  <c:v>274.39999999999998</c:v>
                </c:pt>
                <c:pt idx="2745">
                  <c:v>274.5</c:v>
                </c:pt>
                <c:pt idx="2746">
                  <c:v>274.60000000000002</c:v>
                </c:pt>
                <c:pt idx="2747">
                  <c:v>274.7</c:v>
                </c:pt>
                <c:pt idx="2748">
                  <c:v>274.8</c:v>
                </c:pt>
                <c:pt idx="2749">
                  <c:v>274.89999999999998</c:v>
                </c:pt>
                <c:pt idx="2750">
                  <c:v>275</c:v>
                </c:pt>
                <c:pt idx="2751">
                  <c:v>275.10000000000002</c:v>
                </c:pt>
                <c:pt idx="2752">
                  <c:v>275.2</c:v>
                </c:pt>
                <c:pt idx="2753">
                  <c:v>275.3</c:v>
                </c:pt>
                <c:pt idx="2754">
                  <c:v>275.39999999999998</c:v>
                </c:pt>
                <c:pt idx="2755">
                  <c:v>275.5</c:v>
                </c:pt>
                <c:pt idx="2756">
                  <c:v>275.60000000000002</c:v>
                </c:pt>
                <c:pt idx="2757">
                  <c:v>275.7</c:v>
                </c:pt>
                <c:pt idx="2758">
                  <c:v>275.8</c:v>
                </c:pt>
                <c:pt idx="2759">
                  <c:v>275.89999999999998</c:v>
                </c:pt>
                <c:pt idx="2760">
                  <c:v>276</c:v>
                </c:pt>
                <c:pt idx="2761">
                  <c:v>276.10000000000002</c:v>
                </c:pt>
                <c:pt idx="2762">
                  <c:v>276.2</c:v>
                </c:pt>
                <c:pt idx="2763">
                  <c:v>276.3</c:v>
                </c:pt>
                <c:pt idx="2764">
                  <c:v>276.39999999999998</c:v>
                </c:pt>
                <c:pt idx="2765">
                  <c:v>276.5</c:v>
                </c:pt>
                <c:pt idx="2766">
                  <c:v>276.60000000000002</c:v>
                </c:pt>
                <c:pt idx="2767">
                  <c:v>276.7</c:v>
                </c:pt>
                <c:pt idx="2768">
                  <c:v>276.8</c:v>
                </c:pt>
                <c:pt idx="2769">
                  <c:v>276.89999999999998</c:v>
                </c:pt>
                <c:pt idx="2770">
                  <c:v>277</c:v>
                </c:pt>
                <c:pt idx="2771">
                  <c:v>277.10000000000002</c:v>
                </c:pt>
                <c:pt idx="2772">
                  <c:v>277.2</c:v>
                </c:pt>
                <c:pt idx="2773">
                  <c:v>277.3</c:v>
                </c:pt>
                <c:pt idx="2774">
                  <c:v>277.39999999999998</c:v>
                </c:pt>
                <c:pt idx="2775">
                  <c:v>277.5</c:v>
                </c:pt>
                <c:pt idx="2776">
                  <c:v>277.60000000000002</c:v>
                </c:pt>
                <c:pt idx="2777">
                  <c:v>277.7</c:v>
                </c:pt>
                <c:pt idx="2778">
                  <c:v>277.8</c:v>
                </c:pt>
                <c:pt idx="2779">
                  <c:v>277.89999999999998</c:v>
                </c:pt>
                <c:pt idx="2780">
                  <c:v>278</c:v>
                </c:pt>
                <c:pt idx="2781">
                  <c:v>278.10000000000002</c:v>
                </c:pt>
                <c:pt idx="2782">
                  <c:v>278.2</c:v>
                </c:pt>
                <c:pt idx="2783">
                  <c:v>278.3</c:v>
                </c:pt>
                <c:pt idx="2784">
                  <c:v>278.39999999999998</c:v>
                </c:pt>
                <c:pt idx="2785">
                  <c:v>278.5</c:v>
                </c:pt>
                <c:pt idx="2786">
                  <c:v>278.60000000000002</c:v>
                </c:pt>
                <c:pt idx="2787">
                  <c:v>278.7</c:v>
                </c:pt>
                <c:pt idx="2788">
                  <c:v>278.8</c:v>
                </c:pt>
                <c:pt idx="2789">
                  <c:v>278.89999999999998</c:v>
                </c:pt>
                <c:pt idx="2790">
                  <c:v>279</c:v>
                </c:pt>
                <c:pt idx="2791">
                  <c:v>279.10000000000002</c:v>
                </c:pt>
                <c:pt idx="2792">
                  <c:v>279.2</c:v>
                </c:pt>
                <c:pt idx="2793">
                  <c:v>279.3</c:v>
                </c:pt>
                <c:pt idx="2794">
                  <c:v>279.39999999999998</c:v>
                </c:pt>
                <c:pt idx="2795">
                  <c:v>279.5</c:v>
                </c:pt>
                <c:pt idx="2796">
                  <c:v>279.60000000000002</c:v>
                </c:pt>
                <c:pt idx="2797">
                  <c:v>279.7</c:v>
                </c:pt>
                <c:pt idx="2798">
                  <c:v>279.8</c:v>
                </c:pt>
                <c:pt idx="2799">
                  <c:v>279.89999999999998</c:v>
                </c:pt>
                <c:pt idx="2800">
                  <c:v>280</c:v>
                </c:pt>
                <c:pt idx="2801">
                  <c:v>280.10000000000002</c:v>
                </c:pt>
                <c:pt idx="2802">
                  <c:v>280.2</c:v>
                </c:pt>
                <c:pt idx="2803">
                  <c:v>280.3</c:v>
                </c:pt>
                <c:pt idx="2804">
                  <c:v>280.39999999999998</c:v>
                </c:pt>
                <c:pt idx="2805">
                  <c:v>280.5</c:v>
                </c:pt>
                <c:pt idx="2806">
                  <c:v>280.60000000000002</c:v>
                </c:pt>
                <c:pt idx="2807">
                  <c:v>280.7</c:v>
                </c:pt>
                <c:pt idx="2808">
                  <c:v>280.8</c:v>
                </c:pt>
                <c:pt idx="2809">
                  <c:v>280.89999999999998</c:v>
                </c:pt>
                <c:pt idx="2810">
                  <c:v>281</c:v>
                </c:pt>
                <c:pt idx="2811">
                  <c:v>281.10000000000002</c:v>
                </c:pt>
                <c:pt idx="2812">
                  <c:v>281.2</c:v>
                </c:pt>
                <c:pt idx="2813">
                  <c:v>281.3</c:v>
                </c:pt>
                <c:pt idx="2814">
                  <c:v>281.39999999999998</c:v>
                </c:pt>
                <c:pt idx="2815">
                  <c:v>281.5</c:v>
                </c:pt>
                <c:pt idx="2816">
                  <c:v>281.60000000000002</c:v>
                </c:pt>
                <c:pt idx="2817">
                  <c:v>281.7</c:v>
                </c:pt>
                <c:pt idx="2818">
                  <c:v>281.8</c:v>
                </c:pt>
                <c:pt idx="2819">
                  <c:v>281.89999999999998</c:v>
                </c:pt>
                <c:pt idx="2820">
                  <c:v>282</c:v>
                </c:pt>
                <c:pt idx="2821">
                  <c:v>282.10000000000002</c:v>
                </c:pt>
                <c:pt idx="2822">
                  <c:v>282.2</c:v>
                </c:pt>
                <c:pt idx="2823">
                  <c:v>282.3</c:v>
                </c:pt>
                <c:pt idx="2824">
                  <c:v>282.39999999999998</c:v>
                </c:pt>
                <c:pt idx="2825">
                  <c:v>282.5</c:v>
                </c:pt>
                <c:pt idx="2826">
                  <c:v>282.60000000000002</c:v>
                </c:pt>
                <c:pt idx="2827">
                  <c:v>282.7</c:v>
                </c:pt>
                <c:pt idx="2828">
                  <c:v>282.8</c:v>
                </c:pt>
                <c:pt idx="2829">
                  <c:v>282.89999999999998</c:v>
                </c:pt>
                <c:pt idx="2830">
                  <c:v>283</c:v>
                </c:pt>
                <c:pt idx="2831">
                  <c:v>283.10000000000002</c:v>
                </c:pt>
                <c:pt idx="2832">
                  <c:v>283.2</c:v>
                </c:pt>
                <c:pt idx="2833">
                  <c:v>283.3</c:v>
                </c:pt>
                <c:pt idx="2834">
                  <c:v>283.39999999999998</c:v>
                </c:pt>
                <c:pt idx="2835">
                  <c:v>283.5</c:v>
                </c:pt>
                <c:pt idx="2836">
                  <c:v>283.60000000000002</c:v>
                </c:pt>
                <c:pt idx="2837">
                  <c:v>283.7</c:v>
                </c:pt>
                <c:pt idx="2838">
                  <c:v>283.8</c:v>
                </c:pt>
                <c:pt idx="2839">
                  <c:v>283.89999999999998</c:v>
                </c:pt>
                <c:pt idx="2840">
                  <c:v>284</c:v>
                </c:pt>
                <c:pt idx="2841">
                  <c:v>284.10000000000002</c:v>
                </c:pt>
                <c:pt idx="2842">
                  <c:v>284.2</c:v>
                </c:pt>
                <c:pt idx="2843">
                  <c:v>284.3</c:v>
                </c:pt>
                <c:pt idx="2844">
                  <c:v>284.39999999999998</c:v>
                </c:pt>
                <c:pt idx="2845">
                  <c:v>284.5</c:v>
                </c:pt>
                <c:pt idx="2846">
                  <c:v>284.60000000000002</c:v>
                </c:pt>
                <c:pt idx="2847">
                  <c:v>284.7</c:v>
                </c:pt>
                <c:pt idx="2848">
                  <c:v>284.8</c:v>
                </c:pt>
                <c:pt idx="2849">
                  <c:v>284.89999999999998</c:v>
                </c:pt>
                <c:pt idx="2850">
                  <c:v>285</c:v>
                </c:pt>
                <c:pt idx="2851">
                  <c:v>285.10000000000002</c:v>
                </c:pt>
                <c:pt idx="2852">
                  <c:v>285.2</c:v>
                </c:pt>
                <c:pt idx="2853">
                  <c:v>285.3</c:v>
                </c:pt>
                <c:pt idx="2854">
                  <c:v>285.39999999999998</c:v>
                </c:pt>
                <c:pt idx="2855">
                  <c:v>285.5</c:v>
                </c:pt>
                <c:pt idx="2856">
                  <c:v>285.60000000000002</c:v>
                </c:pt>
                <c:pt idx="2857">
                  <c:v>285.7</c:v>
                </c:pt>
                <c:pt idx="2858">
                  <c:v>285.8</c:v>
                </c:pt>
                <c:pt idx="2859">
                  <c:v>285.89999999999998</c:v>
                </c:pt>
                <c:pt idx="2860">
                  <c:v>286</c:v>
                </c:pt>
                <c:pt idx="2861">
                  <c:v>286.10000000000002</c:v>
                </c:pt>
                <c:pt idx="2862">
                  <c:v>286.2</c:v>
                </c:pt>
                <c:pt idx="2863">
                  <c:v>286.3</c:v>
                </c:pt>
                <c:pt idx="2864">
                  <c:v>286.39999999999998</c:v>
                </c:pt>
                <c:pt idx="2865">
                  <c:v>286.5</c:v>
                </c:pt>
                <c:pt idx="2866">
                  <c:v>286.60000000000002</c:v>
                </c:pt>
                <c:pt idx="2867">
                  <c:v>286.7</c:v>
                </c:pt>
                <c:pt idx="2868">
                  <c:v>286.8</c:v>
                </c:pt>
                <c:pt idx="2869">
                  <c:v>286.89999999999998</c:v>
                </c:pt>
                <c:pt idx="2870">
                  <c:v>287</c:v>
                </c:pt>
                <c:pt idx="2871">
                  <c:v>287.10000000000002</c:v>
                </c:pt>
                <c:pt idx="2872">
                  <c:v>287.2</c:v>
                </c:pt>
                <c:pt idx="2873">
                  <c:v>287.3</c:v>
                </c:pt>
                <c:pt idx="2874">
                  <c:v>287.39999999999998</c:v>
                </c:pt>
                <c:pt idx="2875">
                  <c:v>287.5</c:v>
                </c:pt>
                <c:pt idx="2876">
                  <c:v>287.60000000000002</c:v>
                </c:pt>
                <c:pt idx="2877">
                  <c:v>287.7</c:v>
                </c:pt>
                <c:pt idx="2878">
                  <c:v>287.8</c:v>
                </c:pt>
                <c:pt idx="2879">
                  <c:v>287.89999999999998</c:v>
                </c:pt>
                <c:pt idx="2880">
                  <c:v>288</c:v>
                </c:pt>
                <c:pt idx="2881">
                  <c:v>288.10000000000002</c:v>
                </c:pt>
                <c:pt idx="2882">
                  <c:v>288.2</c:v>
                </c:pt>
                <c:pt idx="2883">
                  <c:v>288.3</c:v>
                </c:pt>
                <c:pt idx="2884">
                  <c:v>288.39999999999998</c:v>
                </c:pt>
                <c:pt idx="2885">
                  <c:v>288.5</c:v>
                </c:pt>
                <c:pt idx="2886">
                  <c:v>288.60000000000002</c:v>
                </c:pt>
                <c:pt idx="2887">
                  <c:v>288.7</c:v>
                </c:pt>
                <c:pt idx="2888">
                  <c:v>288.8</c:v>
                </c:pt>
                <c:pt idx="2889">
                  <c:v>288.89999999999998</c:v>
                </c:pt>
                <c:pt idx="2890">
                  <c:v>289</c:v>
                </c:pt>
                <c:pt idx="2891">
                  <c:v>289.10000000000002</c:v>
                </c:pt>
                <c:pt idx="2892">
                  <c:v>289.2</c:v>
                </c:pt>
                <c:pt idx="2893">
                  <c:v>289.3</c:v>
                </c:pt>
                <c:pt idx="2894">
                  <c:v>289.39999999999998</c:v>
                </c:pt>
                <c:pt idx="2895">
                  <c:v>289.5</c:v>
                </c:pt>
                <c:pt idx="2896">
                  <c:v>289.60000000000002</c:v>
                </c:pt>
                <c:pt idx="2897">
                  <c:v>289.7</c:v>
                </c:pt>
                <c:pt idx="2898">
                  <c:v>289.8</c:v>
                </c:pt>
                <c:pt idx="2899">
                  <c:v>289.89999999999998</c:v>
                </c:pt>
                <c:pt idx="2900">
                  <c:v>290</c:v>
                </c:pt>
                <c:pt idx="2901">
                  <c:v>290.10000000000002</c:v>
                </c:pt>
                <c:pt idx="2902">
                  <c:v>290.2</c:v>
                </c:pt>
                <c:pt idx="2903">
                  <c:v>290.3</c:v>
                </c:pt>
                <c:pt idx="2904">
                  <c:v>290.39999999999998</c:v>
                </c:pt>
                <c:pt idx="2905">
                  <c:v>290.5</c:v>
                </c:pt>
                <c:pt idx="2906">
                  <c:v>290.60000000000002</c:v>
                </c:pt>
                <c:pt idx="2907">
                  <c:v>290.7</c:v>
                </c:pt>
                <c:pt idx="2908">
                  <c:v>290.8</c:v>
                </c:pt>
                <c:pt idx="2909">
                  <c:v>290.89999999999998</c:v>
                </c:pt>
                <c:pt idx="2910">
                  <c:v>291</c:v>
                </c:pt>
                <c:pt idx="2911">
                  <c:v>291.10000000000002</c:v>
                </c:pt>
                <c:pt idx="2912">
                  <c:v>291.2</c:v>
                </c:pt>
                <c:pt idx="2913">
                  <c:v>291.3</c:v>
                </c:pt>
                <c:pt idx="2914">
                  <c:v>291.39999999999998</c:v>
                </c:pt>
                <c:pt idx="2915">
                  <c:v>291.5</c:v>
                </c:pt>
                <c:pt idx="2916">
                  <c:v>291.60000000000002</c:v>
                </c:pt>
                <c:pt idx="2917">
                  <c:v>291.7</c:v>
                </c:pt>
                <c:pt idx="2918">
                  <c:v>291.8</c:v>
                </c:pt>
                <c:pt idx="2919">
                  <c:v>291.89999999999998</c:v>
                </c:pt>
                <c:pt idx="2920">
                  <c:v>292</c:v>
                </c:pt>
                <c:pt idx="2921">
                  <c:v>292.10000000000002</c:v>
                </c:pt>
                <c:pt idx="2922">
                  <c:v>292.2</c:v>
                </c:pt>
                <c:pt idx="2923">
                  <c:v>292.3</c:v>
                </c:pt>
                <c:pt idx="2924">
                  <c:v>292.39999999999998</c:v>
                </c:pt>
                <c:pt idx="2925">
                  <c:v>292.5</c:v>
                </c:pt>
                <c:pt idx="2926">
                  <c:v>292.60000000000002</c:v>
                </c:pt>
                <c:pt idx="2927">
                  <c:v>292.7</c:v>
                </c:pt>
                <c:pt idx="2928">
                  <c:v>292.8</c:v>
                </c:pt>
                <c:pt idx="2929">
                  <c:v>292.89999999999998</c:v>
                </c:pt>
                <c:pt idx="2930">
                  <c:v>293</c:v>
                </c:pt>
                <c:pt idx="2931">
                  <c:v>293.10000000000002</c:v>
                </c:pt>
                <c:pt idx="2932">
                  <c:v>293.2</c:v>
                </c:pt>
                <c:pt idx="2933">
                  <c:v>293.3</c:v>
                </c:pt>
                <c:pt idx="2934">
                  <c:v>293.39999999999998</c:v>
                </c:pt>
                <c:pt idx="2935">
                  <c:v>293.5</c:v>
                </c:pt>
                <c:pt idx="2936">
                  <c:v>293.60000000000002</c:v>
                </c:pt>
                <c:pt idx="2937">
                  <c:v>293.7</c:v>
                </c:pt>
                <c:pt idx="2938">
                  <c:v>293.8</c:v>
                </c:pt>
                <c:pt idx="2939">
                  <c:v>293.89999999999998</c:v>
                </c:pt>
                <c:pt idx="2940">
                  <c:v>294</c:v>
                </c:pt>
                <c:pt idx="2941">
                  <c:v>294.10000000000002</c:v>
                </c:pt>
                <c:pt idx="2942">
                  <c:v>294.2</c:v>
                </c:pt>
                <c:pt idx="2943">
                  <c:v>294.3</c:v>
                </c:pt>
                <c:pt idx="2944">
                  <c:v>294.39999999999998</c:v>
                </c:pt>
                <c:pt idx="2945">
                  <c:v>294.5</c:v>
                </c:pt>
                <c:pt idx="2946">
                  <c:v>294.60000000000002</c:v>
                </c:pt>
                <c:pt idx="2947">
                  <c:v>294.7</c:v>
                </c:pt>
                <c:pt idx="2948">
                  <c:v>294.8</c:v>
                </c:pt>
                <c:pt idx="2949">
                  <c:v>294.89999999999998</c:v>
                </c:pt>
                <c:pt idx="2950">
                  <c:v>295</c:v>
                </c:pt>
                <c:pt idx="2951">
                  <c:v>295.10000000000002</c:v>
                </c:pt>
                <c:pt idx="2952">
                  <c:v>295.2</c:v>
                </c:pt>
                <c:pt idx="2953">
                  <c:v>295.3</c:v>
                </c:pt>
                <c:pt idx="2954">
                  <c:v>295.39999999999998</c:v>
                </c:pt>
                <c:pt idx="2955">
                  <c:v>295.5</c:v>
                </c:pt>
                <c:pt idx="2956">
                  <c:v>295.60000000000002</c:v>
                </c:pt>
                <c:pt idx="2957">
                  <c:v>295.7</c:v>
                </c:pt>
                <c:pt idx="2958">
                  <c:v>295.8</c:v>
                </c:pt>
                <c:pt idx="2959">
                  <c:v>295.89999999999998</c:v>
                </c:pt>
                <c:pt idx="2960">
                  <c:v>296</c:v>
                </c:pt>
                <c:pt idx="2961">
                  <c:v>296.10000000000002</c:v>
                </c:pt>
                <c:pt idx="2962">
                  <c:v>296.2</c:v>
                </c:pt>
                <c:pt idx="2963">
                  <c:v>296.3</c:v>
                </c:pt>
                <c:pt idx="2964">
                  <c:v>296.39999999999998</c:v>
                </c:pt>
                <c:pt idx="2965">
                  <c:v>296.5</c:v>
                </c:pt>
                <c:pt idx="2966">
                  <c:v>296.60000000000002</c:v>
                </c:pt>
                <c:pt idx="2967">
                  <c:v>296.7</c:v>
                </c:pt>
                <c:pt idx="2968">
                  <c:v>296.8</c:v>
                </c:pt>
                <c:pt idx="2969">
                  <c:v>296.89999999999998</c:v>
                </c:pt>
                <c:pt idx="2970">
                  <c:v>297</c:v>
                </c:pt>
                <c:pt idx="2971">
                  <c:v>297.10000000000002</c:v>
                </c:pt>
                <c:pt idx="2972">
                  <c:v>297.2</c:v>
                </c:pt>
                <c:pt idx="2973">
                  <c:v>297.3</c:v>
                </c:pt>
                <c:pt idx="2974">
                  <c:v>297.39999999999998</c:v>
                </c:pt>
                <c:pt idx="2975">
                  <c:v>297.5</c:v>
                </c:pt>
                <c:pt idx="2976">
                  <c:v>297.60000000000002</c:v>
                </c:pt>
                <c:pt idx="2977">
                  <c:v>297.7</c:v>
                </c:pt>
                <c:pt idx="2978">
                  <c:v>297.8</c:v>
                </c:pt>
                <c:pt idx="2979">
                  <c:v>297.89999999999998</c:v>
                </c:pt>
                <c:pt idx="2980">
                  <c:v>298</c:v>
                </c:pt>
                <c:pt idx="2981">
                  <c:v>298.10000000000002</c:v>
                </c:pt>
                <c:pt idx="2982">
                  <c:v>298.2</c:v>
                </c:pt>
                <c:pt idx="2983">
                  <c:v>298.3</c:v>
                </c:pt>
                <c:pt idx="2984">
                  <c:v>298.39999999999998</c:v>
                </c:pt>
                <c:pt idx="2985">
                  <c:v>298.5</c:v>
                </c:pt>
                <c:pt idx="2986">
                  <c:v>298.60000000000002</c:v>
                </c:pt>
                <c:pt idx="2987">
                  <c:v>298.7</c:v>
                </c:pt>
                <c:pt idx="2988">
                  <c:v>298.8</c:v>
                </c:pt>
                <c:pt idx="2989">
                  <c:v>298.89999999999998</c:v>
                </c:pt>
                <c:pt idx="2990">
                  <c:v>299</c:v>
                </c:pt>
                <c:pt idx="2991">
                  <c:v>299.10000000000002</c:v>
                </c:pt>
                <c:pt idx="2992">
                  <c:v>299.2</c:v>
                </c:pt>
                <c:pt idx="2993">
                  <c:v>299.3</c:v>
                </c:pt>
                <c:pt idx="2994">
                  <c:v>299.39999999999998</c:v>
                </c:pt>
                <c:pt idx="2995">
                  <c:v>299.5</c:v>
                </c:pt>
                <c:pt idx="2996">
                  <c:v>299.60000000000002</c:v>
                </c:pt>
                <c:pt idx="2997">
                  <c:v>299.7</c:v>
                </c:pt>
                <c:pt idx="2998">
                  <c:v>299.8</c:v>
                </c:pt>
                <c:pt idx="2999">
                  <c:v>299.89999999999998</c:v>
                </c:pt>
                <c:pt idx="3000">
                  <c:v>300</c:v>
                </c:pt>
                <c:pt idx="3001">
                  <c:v>300.10000000000002</c:v>
                </c:pt>
                <c:pt idx="3002">
                  <c:v>300.2</c:v>
                </c:pt>
                <c:pt idx="3003">
                  <c:v>300.3</c:v>
                </c:pt>
                <c:pt idx="3004">
                  <c:v>300.39999999999998</c:v>
                </c:pt>
                <c:pt idx="3005">
                  <c:v>300.5</c:v>
                </c:pt>
                <c:pt idx="3006">
                  <c:v>300.60000000000002</c:v>
                </c:pt>
                <c:pt idx="3007">
                  <c:v>300.7</c:v>
                </c:pt>
                <c:pt idx="3008">
                  <c:v>300.8</c:v>
                </c:pt>
                <c:pt idx="3009">
                  <c:v>300.89999999999998</c:v>
                </c:pt>
                <c:pt idx="3010">
                  <c:v>301</c:v>
                </c:pt>
                <c:pt idx="3011">
                  <c:v>301.10000000000002</c:v>
                </c:pt>
                <c:pt idx="3012">
                  <c:v>301.2</c:v>
                </c:pt>
                <c:pt idx="3013">
                  <c:v>301.3</c:v>
                </c:pt>
                <c:pt idx="3014">
                  <c:v>301.39999999999998</c:v>
                </c:pt>
                <c:pt idx="3015">
                  <c:v>301.5</c:v>
                </c:pt>
                <c:pt idx="3016">
                  <c:v>301.60000000000002</c:v>
                </c:pt>
                <c:pt idx="3017">
                  <c:v>301.7</c:v>
                </c:pt>
                <c:pt idx="3018">
                  <c:v>301.8</c:v>
                </c:pt>
                <c:pt idx="3019">
                  <c:v>301.89999999999998</c:v>
                </c:pt>
                <c:pt idx="3020">
                  <c:v>302</c:v>
                </c:pt>
                <c:pt idx="3021">
                  <c:v>302.10000000000002</c:v>
                </c:pt>
                <c:pt idx="3022">
                  <c:v>302.2</c:v>
                </c:pt>
                <c:pt idx="3023">
                  <c:v>302.3</c:v>
                </c:pt>
                <c:pt idx="3024">
                  <c:v>302.39999999999998</c:v>
                </c:pt>
                <c:pt idx="3025">
                  <c:v>302.5</c:v>
                </c:pt>
                <c:pt idx="3026">
                  <c:v>302.60000000000002</c:v>
                </c:pt>
                <c:pt idx="3027">
                  <c:v>302.7</c:v>
                </c:pt>
                <c:pt idx="3028">
                  <c:v>302.8</c:v>
                </c:pt>
                <c:pt idx="3029">
                  <c:v>302.89999999999998</c:v>
                </c:pt>
                <c:pt idx="3030">
                  <c:v>303</c:v>
                </c:pt>
                <c:pt idx="3031">
                  <c:v>303.10000000000002</c:v>
                </c:pt>
                <c:pt idx="3032">
                  <c:v>303.2</c:v>
                </c:pt>
                <c:pt idx="3033">
                  <c:v>303.3</c:v>
                </c:pt>
                <c:pt idx="3034">
                  <c:v>303.39999999999998</c:v>
                </c:pt>
                <c:pt idx="3035">
                  <c:v>303.5</c:v>
                </c:pt>
                <c:pt idx="3036">
                  <c:v>303.60000000000002</c:v>
                </c:pt>
                <c:pt idx="3037">
                  <c:v>303.7</c:v>
                </c:pt>
                <c:pt idx="3038">
                  <c:v>303.8</c:v>
                </c:pt>
                <c:pt idx="3039">
                  <c:v>303.89999999999998</c:v>
                </c:pt>
                <c:pt idx="3040">
                  <c:v>304</c:v>
                </c:pt>
                <c:pt idx="3041">
                  <c:v>304.10000000000002</c:v>
                </c:pt>
                <c:pt idx="3042">
                  <c:v>304.2</c:v>
                </c:pt>
                <c:pt idx="3043">
                  <c:v>304.3</c:v>
                </c:pt>
                <c:pt idx="3044">
                  <c:v>304.39999999999998</c:v>
                </c:pt>
                <c:pt idx="3045">
                  <c:v>304.5</c:v>
                </c:pt>
                <c:pt idx="3046">
                  <c:v>304.60000000000002</c:v>
                </c:pt>
                <c:pt idx="3047">
                  <c:v>304.7</c:v>
                </c:pt>
                <c:pt idx="3048">
                  <c:v>304.8</c:v>
                </c:pt>
                <c:pt idx="3049">
                  <c:v>304.89999999999998</c:v>
                </c:pt>
                <c:pt idx="3050">
                  <c:v>305</c:v>
                </c:pt>
                <c:pt idx="3051">
                  <c:v>305.10000000000002</c:v>
                </c:pt>
                <c:pt idx="3052">
                  <c:v>305.2</c:v>
                </c:pt>
                <c:pt idx="3053">
                  <c:v>305.3</c:v>
                </c:pt>
                <c:pt idx="3054">
                  <c:v>305.39999999999998</c:v>
                </c:pt>
                <c:pt idx="3055">
                  <c:v>305.5</c:v>
                </c:pt>
                <c:pt idx="3056">
                  <c:v>305.60000000000002</c:v>
                </c:pt>
                <c:pt idx="3057">
                  <c:v>305.7</c:v>
                </c:pt>
                <c:pt idx="3058">
                  <c:v>305.8</c:v>
                </c:pt>
                <c:pt idx="3059">
                  <c:v>305.89999999999998</c:v>
                </c:pt>
                <c:pt idx="3060">
                  <c:v>306</c:v>
                </c:pt>
                <c:pt idx="3061">
                  <c:v>306.10000000000002</c:v>
                </c:pt>
                <c:pt idx="3062">
                  <c:v>306.2</c:v>
                </c:pt>
                <c:pt idx="3063">
                  <c:v>306.3</c:v>
                </c:pt>
                <c:pt idx="3064">
                  <c:v>306.39999999999998</c:v>
                </c:pt>
                <c:pt idx="3065">
                  <c:v>306.5</c:v>
                </c:pt>
                <c:pt idx="3066">
                  <c:v>306.60000000000002</c:v>
                </c:pt>
                <c:pt idx="3067">
                  <c:v>306.7</c:v>
                </c:pt>
                <c:pt idx="3068">
                  <c:v>306.8</c:v>
                </c:pt>
                <c:pt idx="3069">
                  <c:v>306.89999999999998</c:v>
                </c:pt>
                <c:pt idx="3070">
                  <c:v>307</c:v>
                </c:pt>
                <c:pt idx="3071">
                  <c:v>307.10000000000002</c:v>
                </c:pt>
                <c:pt idx="3072">
                  <c:v>307.2</c:v>
                </c:pt>
                <c:pt idx="3073">
                  <c:v>307.3</c:v>
                </c:pt>
                <c:pt idx="3074">
                  <c:v>307.39999999999998</c:v>
                </c:pt>
                <c:pt idx="3075">
                  <c:v>307.5</c:v>
                </c:pt>
                <c:pt idx="3076">
                  <c:v>307.60000000000002</c:v>
                </c:pt>
                <c:pt idx="3077">
                  <c:v>307.7</c:v>
                </c:pt>
                <c:pt idx="3078">
                  <c:v>307.8</c:v>
                </c:pt>
                <c:pt idx="3079">
                  <c:v>307.89999999999998</c:v>
                </c:pt>
                <c:pt idx="3080">
                  <c:v>308</c:v>
                </c:pt>
                <c:pt idx="3081">
                  <c:v>308.10000000000002</c:v>
                </c:pt>
                <c:pt idx="3082">
                  <c:v>308.2</c:v>
                </c:pt>
                <c:pt idx="3083">
                  <c:v>308.3</c:v>
                </c:pt>
                <c:pt idx="3084">
                  <c:v>308.39999999999998</c:v>
                </c:pt>
                <c:pt idx="3085">
                  <c:v>308.5</c:v>
                </c:pt>
                <c:pt idx="3086">
                  <c:v>308.60000000000002</c:v>
                </c:pt>
                <c:pt idx="3087">
                  <c:v>308.7</c:v>
                </c:pt>
                <c:pt idx="3088">
                  <c:v>308.8</c:v>
                </c:pt>
                <c:pt idx="3089">
                  <c:v>308.89999999999998</c:v>
                </c:pt>
                <c:pt idx="3090">
                  <c:v>309</c:v>
                </c:pt>
                <c:pt idx="3091">
                  <c:v>309.10000000000002</c:v>
                </c:pt>
                <c:pt idx="3092">
                  <c:v>309.2</c:v>
                </c:pt>
                <c:pt idx="3093">
                  <c:v>309.3</c:v>
                </c:pt>
                <c:pt idx="3094">
                  <c:v>309.39999999999998</c:v>
                </c:pt>
                <c:pt idx="3095">
                  <c:v>309.5</c:v>
                </c:pt>
                <c:pt idx="3096">
                  <c:v>309.60000000000002</c:v>
                </c:pt>
                <c:pt idx="3097">
                  <c:v>309.7</c:v>
                </c:pt>
                <c:pt idx="3098">
                  <c:v>309.8</c:v>
                </c:pt>
                <c:pt idx="3099">
                  <c:v>309.89999999999998</c:v>
                </c:pt>
                <c:pt idx="3100">
                  <c:v>310</c:v>
                </c:pt>
                <c:pt idx="3101">
                  <c:v>310.10000000000002</c:v>
                </c:pt>
                <c:pt idx="3102">
                  <c:v>310.2</c:v>
                </c:pt>
                <c:pt idx="3103">
                  <c:v>310.3</c:v>
                </c:pt>
                <c:pt idx="3104">
                  <c:v>310.39999999999998</c:v>
                </c:pt>
                <c:pt idx="3105">
                  <c:v>310.5</c:v>
                </c:pt>
                <c:pt idx="3106">
                  <c:v>310.60000000000002</c:v>
                </c:pt>
                <c:pt idx="3107">
                  <c:v>310.7</c:v>
                </c:pt>
                <c:pt idx="3108">
                  <c:v>310.8</c:v>
                </c:pt>
                <c:pt idx="3109">
                  <c:v>310.89999999999998</c:v>
                </c:pt>
                <c:pt idx="3110">
                  <c:v>311</c:v>
                </c:pt>
                <c:pt idx="3111">
                  <c:v>311.10000000000002</c:v>
                </c:pt>
                <c:pt idx="3112">
                  <c:v>311.2</c:v>
                </c:pt>
                <c:pt idx="3113">
                  <c:v>311.3</c:v>
                </c:pt>
                <c:pt idx="3114">
                  <c:v>311.39999999999998</c:v>
                </c:pt>
                <c:pt idx="3115">
                  <c:v>311.5</c:v>
                </c:pt>
                <c:pt idx="3116">
                  <c:v>311.60000000000002</c:v>
                </c:pt>
                <c:pt idx="3117">
                  <c:v>311.7</c:v>
                </c:pt>
                <c:pt idx="3118">
                  <c:v>311.8</c:v>
                </c:pt>
                <c:pt idx="3119">
                  <c:v>311.89999999999998</c:v>
                </c:pt>
                <c:pt idx="3120">
                  <c:v>312</c:v>
                </c:pt>
                <c:pt idx="3121">
                  <c:v>312.10000000000002</c:v>
                </c:pt>
                <c:pt idx="3122">
                  <c:v>312.2</c:v>
                </c:pt>
                <c:pt idx="3123">
                  <c:v>312.3</c:v>
                </c:pt>
                <c:pt idx="3124">
                  <c:v>312.39999999999998</c:v>
                </c:pt>
                <c:pt idx="3125">
                  <c:v>312.5</c:v>
                </c:pt>
                <c:pt idx="3126">
                  <c:v>312.60000000000002</c:v>
                </c:pt>
                <c:pt idx="3127">
                  <c:v>312.7</c:v>
                </c:pt>
                <c:pt idx="3128">
                  <c:v>312.8</c:v>
                </c:pt>
                <c:pt idx="3129">
                  <c:v>312.89999999999998</c:v>
                </c:pt>
                <c:pt idx="3130">
                  <c:v>313</c:v>
                </c:pt>
                <c:pt idx="3131">
                  <c:v>313.10000000000002</c:v>
                </c:pt>
                <c:pt idx="3132">
                  <c:v>313.2</c:v>
                </c:pt>
                <c:pt idx="3133">
                  <c:v>313.3</c:v>
                </c:pt>
                <c:pt idx="3134">
                  <c:v>313.39999999999998</c:v>
                </c:pt>
                <c:pt idx="3135">
                  <c:v>313.5</c:v>
                </c:pt>
                <c:pt idx="3136">
                  <c:v>313.60000000000002</c:v>
                </c:pt>
                <c:pt idx="3137">
                  <c:v>313.7</c:v>
                </c:pt>
                <c:pt idx="3138">
                  <c:v>313.8</c:v>
                </c:pt>
                <c:pt idx="3139">
                  <c:v>313.89999999999998</c:v>
                </c:pt>
                <c:pt idx="3140">
                  <c:v>314</c:v>
                </c:pt>
                <c:pt idx="3141">
                  <c:v>314.10000000000002</c:v>
                </c:pt>
                <c:pt idx="3142">
                  <c:v>314.2</c:v>
                </c:pt>
                <c:pt idx="3143">
                  <c:v>314.3</c:v>
                </c:pt>
                <c:pt idx="3144">
                  <c:v>314.39999999999998</c:v>
                </c:pt>
                <c:pt idx="3145">
                  <c:v>314.5</c:v>
                </c:pt>
                <c:pt idx="3146">
                  <c:v>314.60000000000002</c:v>
                </c:pt>
                <c:pt idx="3147">
                  <c:v>314.7</c:v>
                </c:pt>
                <c:pt idx="3148">
                  <c:v>314.8</c:v>
                </c:pt>
                <c:pt idx="3149">
                  <c:v>314.89999999999998</c:v>
                </c:pt>
                <c:pt idx="3150">
                  <c:v>315</c:v>
                </c:pt>
                <c:pt idx="3151">
                  <c:v>315.10000000000002</c:v>
                </c:pt>
                <c:pt idx="3152">
                  <c:v>315.2</c:v>
                </c:pt>
                <c:pt idx="3153">
                  <c:v>315.3</c:v>
                </c:pt>
                <c:pt idx="3154">
                  <c:v>315.39999999999998</c:v>
                </c:pt>
                <c:pt idx="3155">
                  <c:v>315.5</c:v>
                </c:pt>
                <c:pt idx="3156">
                  <c:v>315.60000000000002</c:v>
                </c:pt>
                <c:pt idx="3157">
                  <c:v>315.7</c:v>
                </c:pt>
                <c:pt idx="3158">
                  <c:v>315.8</c:v>
                </c:pt>
                <c:pt idx="3159">
                  <c:v>315.89999999999998</c:v>
                </c:pt>
                <c:pt idx="3160">
                  <c:v>316</c:v>
                </c:pt>
                <c:pt idx="3161">
                  <c:v>316.10000000000002</c:v>
                </c:pt>
                <c:pt idx="3162">
                  <c:v>316.2</c:v>
                </c:pt>
                <c:pt idx="3163">
                  <c:v>316.3</c:v>
                </c:pt>
                <c:pt idx="3164">
                  <c:v>316.39999999999998</c:v>
                </c:pt>
                <c:pt idx="3165">
                  <c:v>316.5</c:v>
                </c:pt>
                <c:pt idx="3166">
                  <c:v>316.60000000000002</c:v>
                </c:pt>
                <c:pt idx="3167">
                  <c:v>316.7</c:v>
                </c:pt>
                <c:pt idx="3168">
                  <c:v>316.8</c:v>
                </c:pt>
                <c:pt idx="3169">
                  <c:v>316.89999999999998</c:v>
                </c:pt>
                <c:pt idx="3170">
                  <c:v>317</c:v>
                </c:pt>
                <c:pt idx="3171">
                  <c:v>317.10000000000002</c:v>
                </c:pt>
                <c:pt idx="3172">
                  <c:v>317.2</c:v>
                </c:pt>
                <c:pt idx="3173">
                  <c:v>317.3</c:v>
                </c:pt>
                <c:pt idx="3174">
                  <c:v>317.39999999999998</c:v>
                </c:pt>
                <c:pt idx="3175">
                  <c:v>317.5</c:v>
                </c:pt>
                <c:pt idx="3176">
                  <c:v>317.60000000000002</c:v>
                </c:pt>
                <c:pt idx="3177">
                  <c:v>317.7</c:v>
                </c:pt>
                <c:pt idx="3178">
                  <c:v>317.8</c:v>
                </c:pt>
                <c:pt idx="3179">
                  <c:v>317.89999999999998</c:v>
                </c:pt>
                <c:pt idx="3180">
                  <c:v>318</c:v>
                </c:pt>
                <c:pt idx="3181">
                  <c:v>318.10000000000002</c:v>
                </c:pt>
                <c:pt idx="3182">
                  <c:v>318.2</c:v>
                </c:pt>
                <c:pt idx="3183">
                  <c:v>318.3</c:v>
                </c:pt>
                <c:pt idx="3184">
                  <c:v>318.39999999999998</c:v>
                </c:pt>
                <c:pt idx="3185">
                  <c:v>318.5</c:v>
                </c:pt>
                <c:pt idx="3186">
                  <c:v>318.60000000000002</c:v>
                </c:pt>
                <c:pt idx="3187">
                  <c:v>318.7</c:v>
                </c:pt>
                <c:pt idx="3188">
                  <c:v>318.8</c:v>
                </c:pt>
                <c:pt idx="3189">
                  <c:v>318.89999999999998</c:v>
                </c:pt>
                <c:pt idx="3190">
                  <c:v>319</c:v>
                </c:pt>
                <c:pt idx="3191">
                  <c:v>319.10000000000002</c:v>
                </c:pt>
                <c:pt idx="3192">
                  <c:v>319.2</c:v>
                </c:pt>
                <c:pt idx="3193">
                  <c:v>319.3</c:v>
                </c:pt>
                <c:pt idx="3194">
                  <c:v>319.39999999999998</c:v>
                </c:pt>
                <c:pt idx="3195">
                  <c:v>319.5</c:v>
                </c:pt>
                <c:pt idx="3196">
                  <c:v>319.60000000000002</c:v>
                </c:pt>
                <c:pt idx="3197">
                  <c:v>319.7</c:v>
                </c:pt>
                <c:pt idx="3198">
                  <c:v>319.8</c:v>
                </c:pt>
                <c:pt idx="3199">
                  <c:v>319.89999999999998</c:v>
                </c:pt>
                <c:pt idx="3200">
                  <c:v>320</c:v>
                </c:pt>
                <c:pt idx="3201">
                  <c:v>320.10000000000002</c:v>
                </c:pt>
                <c:pt idx="3202">
                  <c:v>320.2</c:v>
                </c:pt>
                <c:pt idx="3203">
                  <c:v>320.3</c:v>
                </c:pt>
                <c:pt idx="3204">
                  <c:v>320.39999999999998</c:v>
                </c:pt>
                <c:pt idx="3205">
                  <c:v>320.5</c:v>
                </c:pt>
                <c:pt idx="3206">
                  <c:v>320.60000000000002</c:v>
                </c:pt>
                <c:pt idx="3207">
                  <c:v>320.7</c:v>
                </c:pt>
                <c:pt idx="3208">
                  <c:v>320.8</c:v>
                </c:pt>
                <c:pt idx="3209">
                  <c:v>320.89999999999998</c:v>
                </c:pt>
                <c:pt idx="3210">
                  <c:v>321</c:v>
                </c:pt>
                <c:pt idx="3211">
                  <c:v>321.10000000000002</c:v>
                </c:pt>
                <c:pt idx="3212">
                  <c:v>321.2</c:v>
                </c:pt>
                <c:pt idx="3213">
                  <c:v>321.3</c:v>
                </c:pt>
                <c:pt idx="3214">
                  <c:v>321.39999999999998</c:v>
                </c:pt>
                <c:pt idx="3215">
                  <c:v>321.5</c:v>
                </c:pt>
                <c:pt idx="3216">
                  <c:v>321.60000000000002</c:v>
                </c:pt>
                <c:pt idx="3217">
                  <c:v>321.7</c:v>
                </c:pt>
                <c:pt idx="3218">
                  <c:v>321.8</c:v>
                </c:pt>
                <c:pt idx="3219">
                  <c:v>321.89999999999998</c:v>
                </c:pt>
                <c:pt idx="3220">
                  <c:v>322</c:v>
                </c:pt>
                <c:pt idx="3221">
                  <c:v>322.10000000000002</c:v>
                </c:pt>
                <c:pt idx="3222">
                  <c:v>322.2</c:v>
                </c:pt>
                <c:pt idx="3223">
                  <c:v>322.3</c:v>
                </c:pt>
                <c:pt idx="3224">
                  <c:v>322.39999999999998</c:v>
                </c:pt>
                <c:pt idx="3225">
                  <c:v>322.5</c:v>
                </c:pt>
                <c:pt idx="3226">
                  <c:v>322.60000000000002</c:v>
                </c:pt>
                <c:pt idx="3227">
                  <c:v>322.7</c:v>
                </c:pt>
                <c:pt idx="3228">
                  <c:v>322.8</c:v>
                </c:pt>
                <c:pt idx="3229">
                  <c:v>322.89999999999998</c:v>
                </c:pt>
                <c:pt idx="3230">
                  <c:v>323</c:v>
                </c:pt>
                <c:pt idx="3231">
                  <c:v>323.10000000000002</c:v>
                </c:pt>
                <c:pt idx="3232">
                  <c:v>323.2</c:v>
                </c:pt>
                <c:pt idx="3233">
                  <c:v>323.3</c:v>
                </c:pt>
                <c:pt idx="3234">
                  <c:v>323.39999999999998</c:v>
                </c:pt>
                <c:pt idx="3235">
                  <c:v>323.5</c:v>
                </c:pt>
                <c:pt idx="3236">
                  <c:v>323.60000000000002</c:v>
                </c:pt>
                <c:pt idx="3237">
                  <c:v>323.7</c:v>
                </c:pt>
                <c:pt idx="3238">
                  <c:v>323.8</c:v>
                </c:pt>
                <c:pt idx="3239">
                  <c:v>323.89999999999998</c:v>
                </c:pt>
                <c:pt idx="3240">
                  <c:v>324</c:v>
                </c:pt>
                <c:pt idx="3241">
                  <c:v>324.10000000000002</c:v>
                </c:pt>
                <c:pt idx="3242">
                  <c:v>324.2</c:v>
                </c:pt>
                <c:pt idx="3243">
                  <c:v>324.3</c:v>
                </c:pt>
                <c:pt idx="3244">
                  <c:v>324.39999999999998</c:v>
                </c:pt>
                <c:pt idx="3245">
                  <c:v>324.5</c:v>
                </c:pt>
                <c:pt idx="3246">
                  <c:v>324.60000000000002</c:v>
                </c:pt>
                <c:pt idx="3247">
                  <c:v>324.7</c:v>
                </c:pt>
                <c:pt idx="3248">
                  <c:v>324.8</c:v>
                </c:pt>
                <c:pt idx="3249">
                  <c:v>324.89999999999998</c:v>
                </c:pt>
                <c:pt idx="3250">
                  <c:v>325</c:v>
                </c:pt>
                <c:pt idx="3251">
                  <c:v>325.10000000000002</c:v>
                </c:pt>
                <c:pt idx="3252">
                  <c:v>325.2</c:v>
                </c:pt>
                <c:pt idx="3253">
                  <c:v>325.3</c:v>
                </c:pt>
                <c:pt idx="3254">
                  <c:v>325.39999999999998</c:v>
                </c:pt>
                <c:pt idx="3255">
                  <c:v>325.5</c:v>
                </c:pt>
                <c:pt idx="3256">
                  <c:v>325.60000000000002</c:v>
                </c:pt>
                <c:pt idx="3257">
                  <c:v>325.7</c:v>
                </c:pt>
                <c:pt idx="3258">
                  <c:v>325.8</c:v>
                </c:pt>
                <c:pt idx="3259">
                  <c:v>325.89999999999998</c:v>
                </c:pt>
                <c:pt idx="3260">
                  <c:v>326</c:v>
                </c:pt>
                <c:pt idx="3261">
                  <c:v>326.10000000000002</c:v>
                </c:pt>
                <c:pt idx="3262">
                  <c:v>326.2</c:v>
                </c:pt>
                <c:pt idx="3263">
                  <c:v>326.3</c:v>
                </c:pt>
                <c:pt idx="3264">
                  <c:v>326.39999999999998</c:v>
                </c:pt>
                <c:pt idx="3265">
                  <c:v>326.5</c:v>
                </c:pt>
                <c:pt idx="3266">
                  <c:v>326.60000000000002</c:v>
                </c:pt>
                <c:pt idx="3267">
                  <c:v>326.7</c:v>
                </c:pt>
                <c:pt idx="3268">
                  <c:v>326.8</c:v>
                </c:pt>
                <c:pt idx="3269">
                  <c:v>326.89999999999998</c:v>
                </c:pt>
                <c:pt idx="3270">
                  <c:v>327</c:v>
                </c:pt>
                <c:pt idx="3271">
                  <c:v>327.10000000000002</c:v>
                </c:pt>
                <c:pt idx="3272">
                  <c:v>327.2</c:v>
                </c:pt>
                <c:pt idx="3273">
                  <c:v>327.3</c:v>
                </c:pt>
                <c:pt idx="3274">
                  <c:v>327.39999999999998</c:v>
                </c:pt>
                <c:pt idx="3275">
                  <c:v>327.5</c:v>
                </c:pt>
                <c:pt idx="3276">
                  <c:v>327.60000000000002</c:v>
                </c:pt>
                <c:pt idx="3277">
                  <c:v>327.7</c:v>
                </c:pt>
                <c:pt idx="3278">
                  <c:v>327.8</c:v>
                </c:pt>
                <c:pt idx="3279">
                  <c:v>327.9</c:v>
                </c:pt>
                <c:pt idx="3280">
                  <c:v>328</c:v>
                </c:pt>
                <c:pt idx="3281">
                  <c:v>328.1</c:v>
                </c:pt>
                <c:pt idx="3282">
                  <c:v>328.2</c:v>
                </c:pt>
                <c:pt idx="3283">
                  <c:v>328.3</c:v>
                </c:pt>
                <c:pt idx="3284">
                  <c:v>328.4</c:v>
                </c:pt>
                <c:pt idx="3285">
                  <c:v>328.5</c:v>
                </c:pt>
                <c:pt idx="3286">
                  <c:v>328.6</c:v>
                </c:pt>
                <c:pt idx="3287">
                  <c:v>328.7</c:v>
                </c:pt>
                <c:pt idx="3288">
                  <c:v>328.8</c:v>
                </c:pt>
                <c:pt idx="3289">
                  <c:v>328.9</c:v>
                </c:pt>
                <c:pt idx="3290">
                  <c:v>329</c:v>
                </c:pt>
                <c:pt idx="3291">
                  <c:v>329.1</c:v>
                </c:pt>
                <c:pt idx="3292">
                  <c:v>329.2</c:v>
                </c:pt>
                <c:pt idx="3293">
                  <c:v>329.3</c:v>
                </c:pt>
                <c:pt idx="3294">
                  <c:v>329.4</c:v>
                </c:pt>
                <c:pt idx="3295">
                  <c:v>329.5</c:v>
                </c:pt>
                <c:pt idx="3296">
                  <c:v>329.6</c:v>
                </c:pt>
                <c:pt idx="3297">
                  <c:v>329.7</c:v>
                </c:pt>
                <c:pt idx="3298">
                  <c:v>329.8</c:v>
                </c:pt>
                <c:pt idx="3299">
                  <c:v>329.9</c:v>
                </c:pt>
                <c:pt idx="3300">
                  <c:v>330</c:v>
                </c:pt>
                <c:pt idx="3301">
                  <c:v>330.1</c:v>
                </c:pt>
                <c:pt idx="3302">
                  <c:v>330.2</c:v>
                </c:pt>
                <c:pt idx="3303">
                  <c:v>330.3</c:v>
                </c:pt>
                <c:pt idx="3304">
                  <c:v>330.4</c:v>
                </c:pt>
                <c:pt idx="3305">
                  <c:v>330.5</c:v>
                </c:pt>
                <c:pt idx="3306">
                  <c:v>330.6</c:v>
                </c:pt>
                <c:pt idx="3307">
                  <c:v>330.7</c:v>
                </c:pt>
                <c:pt idx="3308">
                  <c:v>330.8</c:v>
                </c:pt>
                <c:pt idx="3309">
                  <c:v>330.9</c:v>
                </c:pt>
                <c:pt idx="3310">
                  <c:v>331</c:v>
                </c:pt>
                <c:pt idx="3311">
                  <c:v>331.1</c:v>
                </c:pt>
                <c:pt idx="3312">
                  <c:v>331.2</c:v>
                </c:pt>
                <c:pt idx="3313">
                  <c:v>331.3</c:v>
                </c:pt>
                <c:pt idx="3314">
                  <c:v>331.4</c:v>
                </c:pt>
                <c:pt idx="3315">
                  <c:v>331.5</c:v>
                </c:pt>
                <c:pt idx="3316">
                  <c:v>331.6</c:v>
                </c:pt>
                <c:pt idx="3317">
                  <c:v>331.7</c:v>
                </c:pt>
                <c:pt idx="3318">
                  <c:v>331.8</c:v>
                </c:pt>
                <c:pt idx="3319">
                  <c:v>331.9</c:v>
                </c:pt>
                <c:pt idx="3320">
                  <c:v>332</c:v>
                </c:pt>
                <c:pt idx="3321">
                  <c:v>332.1</c:v>
                </c:pt>
                <c:pt idx="3322">
                  <c:v>332.2</c:v>
                </c:pt>
                <c:pt idx="3323">
                  <c:v>332.3</c:v>
                </c:pt>
                <c:pt idx="3324">
                  <c:v>332.4</c:v>
                </c:pt>
                <c:pt idx="3325">
                  <c:v>332.5</c:v>
                </c:pt>
                <c:pt idx="3326">
                  <c:v>332.6</c:v>
                </c:pt>
                <c:pt idx="3327">
                  <c:v>332.7</c:v>
                </c:pt>
                <c:pt idx="3328">
                  <c:v>332.8</c:v>
                </c:pt>
                <c:pt idx="3329">
                  <c:v>332.9</c:v>
                </c:pt>
                <c:pt idx="3330">
                  <c:v>333</c:v>
                </c:pt>
                <c:pt idx="3331">
                  <c:v>333.1</c:v>
                </c:pt>
                <c:pt idx="3332">
                  <c:v>333.2</c:v>
                </c:pt>
                <c:pt idx="3333">
                  <c:v>333.3</c:v>
                </c:pt>
                <c:pt idx="3334">
                  <c:v>333.4</c:v>
                </c:pt>
                <c:pt idx="3335">
                  <c:v>333.5</c:v>
                </c:pt>
                <c:pt idx="3336">
                  <c:v>333.6</c:v>
                </c:pt>
                <c:pt idx="3337">
                  <c:v>333.7</c:v>
                </c:pt>
                <c:pt idx="3338">
                  <c:v>333.8</c:v>
                </c:pt>
                <c:pt idx="3339">
                  <c:v>333.9</c:v>
                </c:pt>
                <c:pt idx="3340">
                  <c:v>334</c:v>
                </c:pt>
                <c:pt idx="3341">
                  <c:v>334.1</c:v>
                </c:pt>
                <c:pt idx="3342">
                  <c:v>334.2</c:v>
                </c:pt>
                <c:pt idx="3343">
                  <c:v>334.3</c:v>
                </c:pt>
                <c:pt idx="3344">
                  <c:v>334.4</c:v>
                </c:pt>
                <c:pt idx="3345">
                  <c:v>334.5</c:v>
                </c:pt>
                <c:pt idx="3346">
                  <c:v>334.6</c:v>
                </c:pt>
                <c:pt idx="3347">
                  <c:v>334.7</c:v>
                </c:pt>
                <c:pt idx="3348">
                  <c:v>334.8</c:v>
                </c:pt>
                <c:pt idx="3349">
                  <c:v>334.9</c:v>
                </c:pt>
                <c:pt idx="3350">
                  <c:v>335</c:v>
                </c:pt>
                <c:pt idx="3351">
                  <c:v>335.1</c:v>
                </c:pt>
                <c:pt idx="3352">
                  <c:v>335.2</c:v>
                </c:pt>
                <c:pt idx="3353">
                  <c:v>335.3</c:v>
                </c:pt>
                <c:pt idx="3354">
                  <c:v>335.4</c:v>
                </c:pt>
                <c:pt idx="3355">
                  <c:v>335.5</c:v>
                </c:pt>
                <c:pt idx="3356">
                  <c:v>335.6</c:v>
                </c:pt>
                <c:pt idx="3357">
                  <c:v>335.7</c:v>
                </c:pt>
                <c:pt idx="3358">
                  <c:v>335.8</c:v>
                </c:pt>
                <c:pt idx="3359">
                  <c:v>335.9</c:v>
                </c:pt>
                <c:pt idx="3360">
                  <c:v>336</c:v>
                </c:pt>
                <c:pt idx="3361">
                  <c:v>336.1</c:v>
                </c:pt>
                <c:pt idx="3362">
                  <c:v>336.2</c:v>
                </c:pt>
                <c:pt idx="3363">
                  <c:v>336.3</c:v>
                </c:pt>
                <c:pt idx="3364">
                  <c:v>336.4</c:v>
                </c:pt>
                <c:pt idx="3365">
                  <c:v>336.5</c:v>
                </c:pt>
                <c:pt idx="3366">
                  <c:v>336.6</c:v>
                </c:pt>
                <c:pt idx="3367">
                  <c:v>336.7</c:v>
                </c:pt>
                <c:pt idx="3368">
                  <c:v>336.8</c:v>
                </c:pt>
                <c:pt idx="3369">
                  <c:v>336.9</c:v>
                </c:pt>
                <c:pt idx="3370">
                  <c:v>337</c:v>
                </c:pt>
                <c:pt idx="3371">
                  <c:v>337.1</c:v>
                </c:pt>
                <c:pt idx="3372">
                  <c:v>337.2</c:v>
                </c:pt>
                <c:pt idx="3373">
                  <c:v>337.3</c:v>
                </c:pt>
                <c:pt idx="3374">
                  <c:v>337.4</c:v>
                </c:pt>
                <c:pt idx="3375">
                  <c:v>337.5</c:v>
                </c:pt>
                <c:pt idx="3376">
                  <c:v>337.6</c:v>
                </c:pt>
                <c:pt idx="3377">
                  <c:v>337.7</c:v>
                </c:pt>
                <c:pt idx="3378">
                  <c:v>337.8</c:v>
                </c:pt>
                <c:pt idx="3379">
                  <c:v>337.9</c:v>
                </c:pt>
                <c:pt idx="3380">
                  <c:v>338</c:v>
                </c:pt>
                <c:pt idx="3381">
                  <c:v>338.1</c:v>
                </c:pt>
                <c:pt idx="3382">
                  <c:v>338.2</c:v>
                </c:pt>
                <c:pt idx="3383">
                  <c:v>338.3</c:v>
                </c:pt>
                <c:pt idx="3384">
                  <c:v>338.4</c:v>
                </c:pt>
                <c:pt idx="3385">
                  <c:v>338.5</c:v>
                </c:pt>
                <c:pt idx="3386">
                  <c:v>338.6</c:v>
                </c:pt>
                <c:pt idx="3387">
                  <c:v>338.7</c:v>
                </c:pt>
                <c:pt idx="3388">
                  <c:v>338.8</c:v>
                </c:pt>
                <c:pt idx="3389">
                  <c:v>338.9</c:v>
                </c:pt>
                <c:pt idx="3390">
                  <c:v>339</c:v>
                </c:pt>
                <c:pt idx="3391">
                  <c:v>339.1</c:v>
                </c:pt>
                <c:pt idx="3392">
                  <c:v>339.2</c:v>
                </c:pt>
                <c:pt idx="3393">
                  <c:v>339.3</c:v>
                </c:pt>
                <c:pt idx="3394">
                  <c:v>339.4</c:v>
                </c:pt>
                <c:pt idx="3395">
                  <c:v>339.5</c:v>
                </c:pt>
                <c:pt idx="3396">
                  <c:v>339.6</c:v>
                </c:pt>
                <c:pt idx="3397">
                  <c:v>339.7</c:v>
                </c:pt>
                <c:pt idx="3398">
                  <c:v>339.8</c:v>
                </c:pt>
                <c:pt idx="3399">
                  <c:v>339.9</c:v>
                </c:pt>
                <c:pt idx="3400">
                  <c:v>340</c:v>
                </c:pt>
                <c:pt idx="3401">
                  <c:v>340.1</c:v>
                </c:pt>
                <c:pt idx="3402">
                  <c:v>340.2</c:v>
                </c:pt>
                <c:pt idx="3403">
                  <c:v>340.3</c:v>
                </c:pt>
                <c:pt idx="3404">
                  <c:v>340.4</c:v>
                </c:pt>
                <c:pt idx="3405">
                  <c:v>340.5</c:v>
                </c:pt>
                <c:pt idx="3406">
                  <c:v>340.6</c:v>
                </c:pt>
                <c:pt idx="3407">
                  <c:v>340.7</c:v>
                </c:pt>
                <c:pt idx="3408">
                  <c:v>340.8</c:v>
                </c:pt>
                <c:pt idx="3409">
                  <c:v>340.9</c:v>
                </c:pt>
                <c:pt idx="3410">
                  <c:v>341</c:v>
                </c:pt>
                <c:pt idx="3411">
                  <c:v>341.1</c:v>
                </c:pt>
                <c:pt idx="3412">
                  <c:v>341.2</c:v>
                </c:pt>
                <c:pt idx="3413">
                  <c:v>341.3</c:v>
                </c:pt>
                <c:pt idx="3414">
                  <c:v>341.4</c:v>
                </c:pt>
                <c:pt idx="3415">
                  <c:v>341.5</c:v>
                </c:pt>
                <c:pt idx="3416">
                  <c:v>341.6</c:v>
                </c:pt>
                <c:pt idx="3417">
                  <c:v>341.7</c:v>
                </c:pt>
                <c:pt idx="3418">
                  <c:v>341.8</c:v>
                </c:pt>
                <c:pt idx="3419">
                  <c:v>341.9</c:v>
                </c:pt>
                <c:pt idx="3420">
                  <c:v>342</c:v>
                </c:pt>
                <c:pt idx="3421">
                  <c:v>342.1</c:v>
                </c:pt>
                <c:pt idx="3422">
                  <c:v>342.2</c:v>
                </c:pt>
                <c:pt idx="3423">
                  <c:v>342.3</c:v>
                </c:pt>
                <c:pt idx="3424">
                  <c:v>342.4</c:v>
                </c:pt>
                <c:pt idx="3425">
                  <c:v>342.5</c:v>
                </c:pt>
                <c:pt idx="3426">
                  <c:v>342.6</c:v>
                </c:pt>
                <c:pt idx="3427">
                  <c:v>342.7</c:v>
                </c:pt>
                <c:pt idx="3428">
                  <c:v>342.8</c:v>
                </c:pt>
                <c:pt idx="3429">
                  <c:v>342.9</c:v>
                </c:pt>
                <c:pt idx="3430">
                  <c:v>343</c:v>
                </c:pt>
                <c:pt idx="3431">
                  <c:v>343.1</c:v>
                </c:pt>
                <c:pt idx="3432">
                  <c:v>343.2</c:v>
                </c:pt>
                <c:pt idx="3433">
                  <c:v>343.3</c:v>
                </c:pt>
                <c:pt idx="3434">
                  <c:v>343.4</c:v>
                </c:pt>
                <c:pt idx="3435">
                  <c:v>343.5</c:v>
                </c:pt>
                <c:pt idx="3436">
                  <c:v>343.6</c:v>
                </c:pt>
                <c:pt idx="3437">
                  <c:v>343.7</c:v>
                </c:pt>
                <c:pt idx="3438">
                  <c:v>343.8</c:v>
                </c:pt>
                <c:pt idx="3439">
                  <c:v>343.9</c:v>
                </c:pt>
                <c:pt idx="3440">
                  <c:v>344</c:v>
                </c:pt>
                <c:pt idx="3441">
                  <c:v>344.1</c:v>
                </c:pt>
                <c:pt idx="3442">
                  <c:v>344.2</c:v>
                </c:pt>
                <c:pt idx="3443">
                  <c:v>344.3</c:v>
                </c:pt>
                <c:pt idx="3444">
                  <c:v>344.4</c:v>
                </c:pt>
                <c:pt idx="3445">
                  <c:v>344.5</c:v>
                </c:pt>
                <c:pt idx="3446">
                  <c:v>344.6</c:v>
                </c:pt>
                <c:pt idx="3447">
                  <c:v>344.7</c:v>
                </c:pt>
                <c:pt idx="3448">
                  <c:v>344.8</c:v>
                </c:pt>
                <c:pt idx="3449">
                  <c:v>344.9</c:v>
                </c:pt>
                <c:pt idx="3450">
                  <c:v>345</c:v>
                </c:pt>
                <c:pt idx="3451">
                  <c:v>345.1</c:v>
                </c:pt>
                <c:pt idx="3452">
                  <c:v>345.2</c:v>
                </c:pt>
                <c:pt idx="3453">
                  <c:v>345.3</c:v>
                </c:pt>
                <c:pt idx="3454">
                  <c:v>345.4</c:v>
                </c:pt>
                <c:pt idx="3455">
                  <c:v>345.5</c:v>
                </c:pt>
                <c:pt idx="3456">
                  <c:v>345.6</c:v>
                </c:pt>
                <c:pt idx="3457">
                  <c:v>345.7</c:v>
                </c:pt>
                <c:pt idx="3458">
                  <c:v>345.8</c:v>
                </c:pt>
                <c:pt idx="3459">
                  <c:v>345.9</c:v>
                </c:pt>
                <c:pt idx="3460">
                  <c:v>346</c:v>
                </c:pt>
                <c:pt idx="3461">
                  <c:v>346.1</c:v>
                </c:pt>
                <c:pt idx="3462">
                  <c:v>346.2</c:v>
                </c:pt>
                <c:pt idx="3463">
                  <c:v>346.3</c:v>
                </c:pt>
                <c:pt idx="3464">
                  <c:v>346.4</c:v>
                </c:pt>
                <c:pt idx="3465">
                  <c:v>346.5</c:v>
                </c:pt>
                <c:pt idx="3466">
                  <c:v>346.6</c:v>
                </c:pt>
                <c:pt idx="3467">
                  <c:v>346.7</c:v>
                </c:pt>
                <c:pt idx="3468">
                  <c:v>346.8</c:v>
                </c:pt>
                <c:pt idx="3469">
                  <c:v>346.9</c:v>
                </c:pt>
                <c:pt idx="3470">
                  <c:v>347</c:v>
                </c:pt>
                <c:pt idx="3471">
                  <c:v>347.1</c:v>
                </c:pt>
                <c:pt idx="3472">
                  <c:v>347.2</c:v>
                </c:pt>
                <c:pt idx="3473">
                  <c:v>347.3</c:v>
                </c:pt>
                <c:pt idx="3474">
                  <c:v>347.4</c:v>
                </c:pt>
                <c:pt idx="3475">
                  <c:v>347.5</c:v>
                </c:pt>
                <c:pt idx="3476">
                  <c:v>347.6</c:v>
                </c:pt>
                <c:pt idx="3477">
                  <c:v>347.7</c:v>
                </c:pt>
                <c:pt idx="3478">
                  <c:v>347.8</c:v>
                </c:pt>
                <c:pt idx="3479">
                  <c:v>347.9</c:v>
                </c:pt>
                <c:pt idx="3480">
                  <c:v>348</c:v>
                </c:pt>
                <c:pt idx="3481">
                  <c:v>348.1</c:v>
                </c:pt>
                <c:pt idx="3482">
                  <c:v>348.2</c:v>
                </c:pt>
                <c:pt idx="3483">
                  <c:v>348.3</c:v>
                </c:pt>
                <c:pt idx="3484">
                  <c:v>348.4</c:v>
                </c:pt>
                <c:pt idx="3485">
                  <c:v>348.5</c:v>
                </c:pt>
                <c:pt idx="3486">
                  <c:v>348.6</c:v>
                </c:pt>
                <c:pt idx="3487">
                  <c:v>348.7</c:v>
                </c:pt>
                <c:pt idx="3488">
                  <c:v>348.8</c:v>
                </c:pt>
                <c:pt idx="3489">
                  <c:v>348.9</c:v>
                </c:pt>
                <c:pt idx="3490">
                  <c:v>349</c:v>
                </c:pt>
                <c:pt idx="3491">
                  <c:v>349.1</c:v>
                </c:pt>
                <c:pt idx="3492">
                  <c:v>349.2</c:v>
                </c:pt>
                <c:pt idx="3493">
                  <c:v>349.3</c:v>
                </c:pt>
                <c:pt idx="3494">
                  <c:v>349.4</c:v>
                </c:pt>
                <c:pt idx="3495">
                  <c:v>349.5</c:v>
                </c:pt>
                <c:pt idx="3496">
                  <c:v>349.6</c:v>
                </c:pt>
                <c:pt idx="3497">
                  <c:v>349.7</c:v>
                </c:pt>
                <c:pt idx="3498">
                  <c:v>349.8</c:v>
                </c:pt>
                <c:pt idx="3499">
                  <c:v>349.9</c:v>
                </c:pt>
                <c:pt idx="3500">
                  <c:v>350</c:v>
                </c:pt>
                <c:pt idx="3501">
                  <c:v>350.1</c:v>
                </c:pt>
                <c:pt idx="3502">
                  <c:v>350.2</c:v>
                </c:pt>
                <c:pt idx="3503">
                  <c:v>350.3</c:v>
                </c:pt>
                <c:pt idx="3504">
                  <c:v>350.4</c:v>
                </c:pt>
                <c:pt idx="3505">
                  <c:v>350.5</c:v>
                </c:pt>
                <c:pt idx="3506">
                  <c:v>350.6</c:v>
                </c:pt>
                <c:pt idx="3507">
                  <c:v>350.7</c:v>
                </c:pt>
                <c:pt idx="3508">
                  <c:v>350.8</c:v>
                </c:pt>
                <c:pt idx="3509">
                  <c:v>350.9</c:v>
                </c:pt>
                <c:pt idx="3510">
                  <c:v>351</c:v>
                </c:pt>
                <c:pt idx="3511">
                  <c:v>351.1</c:v>
                </c:pt>
                <c:pt idx="3512">
                  <c:v>351.2</c:v>
                </c:pt>
                <c:pt idx="3513">
                  <c:v>351.3</c:v>
                </c:pt>
                <c:pt idx="3514">
                  <c:v>351.4</c:v>
                </c:pt>
                <c:pt idx="3515">
                  <c:v>351.5</c:v>
                </c:pt>
                <c:pt idx="3516">
                  <c:v>351.6</c:v>
                </c:pt>
                <c:pt idx="3517">
                  <c:v>351.7</c:v>
                </c:pt>
                <c:pt idx="3518">
                  <c:v>351.8</c:v>
                </c:pt>
                <c:pt idx="3519">
                  <c:v>351.9</c:v>
                </c:pt>
                <c:pt idx="3520">
                  <c:v>352</c:v>
                </c:pt>
                <c:pt idx="3521">
                  <c:v>352.1</c:v>
                </c:pt>
                <c:pt idx="3522">
                  <c:v>352.2</c:v>
                </c:pt>
                <c:pt idx="3523">
                  <c:v>352.3</c:v>
                </c:pt>
                <c:pt idx="3524">
                  <c:v>352.4</c:v>
                </c:pt>
                <c:pt idx="3525">
                  <c:v>352.5</c:v>
                </c:pt>
                <c:pt idx="3526">
                  <c:v>352.6</c:v>
                </c:pt>
                <c:pt idx="3527">
                  <c:v>352.7</c:v>
                </c:pt>
                <c:pt idx="3528">
                  <c:v>352.8</c:v>
                </c:pt>
                <c:pt idx="3529">
                  <c:v>352.9</c:v>
                </c:pt>
                <c:pt idx="3530">
                  <c:v>353</c:v>
                </c:pt>
                <c:pt idx="3531">
                  <c:v>353.1</c:v>
                </c:pt>
                <c:pt idx="3532">
                  <c:v>353.2</c:v>
                </c:pt>
                <c:pt idx="3533">
                  <c:v>353.3</c:v>
                </c:pt>
                <c:pt idx="3534">
                  <c:v>353.4</c:v>
                </c:pt>
                <c:pt idx="3535">
                  <c:v>353.5</c:v>
                </c:pt>
                <c:pt idx="3536">
                  <c:v>353.6</c:v>
                </c:pt>
                <c:pt idx="3537">
                  <c:v>353.7</c:v>
                </c:pt>
                <c:pt idx="3538">
                  <c:v>353.8</c:v>
                </c:pt>
                <c:pt idx="3539">
                  <c:v>353.9</c:v>
                </c:pt>
                <c:pt idx="3540">
                  <c:v>354</c:v>
                </c:pt>
                <c:pt idx="3541">
                  <c:v>354.1</c:v>
                </c:pt>
                <c:pt idx="3542">
                  <c:v>354.2</c:v>
                </c:pt>
                <c:pt idx="3543">
                  <c:v>354.3</c:v>
                </c:pt>
                <c:pt idx="3544">
                  <c:v>354.4</c:v>
                </c:pt>
                <c:pt idx="3545">
                  <c:v>354.5</c:v>
                </c:pt>
                <c:pt idx="3546">
                  <c:v>354.6</c:v>
                </c:pt>
                <c:pt idx="3547">
                  <c:v>354.7</c:v>
                </c:pt>
                <c:pt idx="3548">
                  <c:v>354.8</c:v>
                </c:pt>
                <c:pt idx="3549">
                  <c:v>354.9</c:v>
                </c:pt>
                <c:pt idx="3550">
                  <c:v>355</c:v>
                </c:pt>
                <c:pt idx="3551">
                  <c:v>355.1</c:v>
                </c:pt>
                <c:pt idx="3552">
                  <c:v>355.2</c:v>
                </c:pt>
                <c:pt idx="3553">
                  <c:v>355.3</c:v>
                </c:pt>
                <c:pt idx="3554">
                  <c:v>355.4</c:v>
                </c:pt>
                <c:pt idx="3555">
                  <c:v>355.5</c:v>
                </c:pt>
                <c:pt idx="3556">
                  <c:v>355.6</c:v>
                </c:pt>
                <c:pt idx="3557">
                  <c:v>355.7</c:v>
                </c:pt>
                <c:pt idx="3558">
                  <c:v>355.8</c:v>
                </c:pt>
                <c:pt idx="3559">
                  <c:v>355.9</c:v>
                </c:pt>
                <c:pt idx="3560">
                  <c:v>356</c:v>
                </c:pt>
                <c:pt idx="3561">
                  <c:v>356.1</c:v>
                </c:pt>
                <c:pt idx="3562">
                  <c:v>356.2</c:v>
                </c:pt>
                <c:pt idx="3563">
                  <c:v>356.3</c:v>
                </c:pt>
                <c:pt idx="3564">
                  <c:v>356.4</c:v>
                </c:pt>
                <c:pt idx="3565">
                  <c:v>356.5</c:v>
                </c:pt>
                <c:pt idx="3566">
                  <c:v>356.6</c:v>
                </c:pt>
                <c:pt idx="3567">
                  <c:v>356.7</c:v>
                </c:pt>
                <c:pt idx="3568">
                  <c:v>356.8</c:v>
                </c:pt>
                <c:pt idx="3569">
                  <c:v>356.9</c:v>
                </c:pt>
                <c:pt idx="3570">
                  <c:v>357</c:v>
                </c:pt>
                <c:pt idx="3571">
                  <c:v>357.1</c:v>
                </c:pt>
                <c:pt idx="3572">
                  <c:v>357.2</c:v>
                </c:pt>
                <c:pt idx="3573">
                  <c:v>357.3</c:v>
                </c:pt>
                <c:pt idx="3574">
                  <c:v>357.4</c:v>
                </c:pt>
                <c:pt idx="3575">
                  <c:v>357.5</c:v>
                </c:pt>
                <c:pt idx="3576">
                  <c:v>357.6</c:v>
                </c:pt>
                <c:pt idx="3577">
                  <c:v>357.7</c:v>
                </c:pt>
                <c:pt idx="3578">
                  <c:v>357.8</c:v>
                </c:pt>
                <c:pt idx="3579">
                  <c:v>357.9</c:v>
                </c:pt>
                <c:pt idx="3580">
                  <c:v>358</c:v>
                </c:pt>
                <c:pt idx="3581">
                  <c:v>358.1</c:v>
                </c:pt>
                <c:pt idx="3582">
                  <c:v>358.2</c:v>
                </c:pt>
                <c:pt idx="3583">
                  <c:v>358.3</c:v>
                </c:pt>
                <c:pt idx="3584">
                  <c:v>358.4</c:v>
                </c:pt>
                <c:pt idx="3585">
                  <c:v>358.5</c:v>
                </c:pt>
                <c:pt idx="3586">
                  <c:v>358.6</c:v>
                </c:pt>
                <c:pt idx="3587">
                  <c:v>358.7</c:v>
                </c:pt>
                <c:pt idx="3588">
                  <c:v>358.8</c:v>
                </c:pt>
                <c:pt idx="3589">
                  <c:v>358.9</c:v>
                </c:pt>
                <c:pt idx="3590">
                  <c:v>359</c:v>
                </c:pt>
                <c:pt idx="3591">
                  <c:v>359.1</c:v>
                </c:pt>
                <c:pt idx="3592">
                  <c:v>359.2</c:v>
                </c:pt>
                <c:pt idx="3593">
                  <c:v>359.3</c:v>
                </c:pt>
                <c:pt idx="3594">
                  <c:v>359.4</c:v>
                </c:pt>
                <c:pt idx="3595">
                  <c:v>359.5</c:v>
                </c:pt>
                <c:pt idx="3596">
                  <c:v>359.6</c:v>
                </c:pt>
                <c:pt idx="3597">
                  <c:v>359.7</c:v>
                </c:pt>
                <c:pt idx="3598">
                  <c:v>359.8</c:v>
                </c:pt>
                <c:pt idx="3599">
                  <c:v>359.9</c:v>
                </c:pt>
                <c:pt idx="3600">
                  <c:v>360</c:v>
                </c:pt>
                <c:pt idx="3601">
                  <c:v>360.1</c:v>
                </c:pt>
                <c:pt idx="3602">
                  <c:v>360.2</c:v>
                </c:pt>
                <c:pt idx="3603">
                  <c:v>360.3</c:v>
                </c:pt>
                <c:pt idx="3604">
                  <c:v>360.4</c:v>
                </c:pt>
                <c:pt idx="3605">
                  <c:v>360.5</c:v>
                </c:pt>
                <c:pt idx="3606">
                  <c:v>360.6</c:v>
                </c:pt>
                <c:pt idx="3607">
                  <c:v>360.7</c:v>
                </c:pt>
                <c:pt idx="3608">
                  <c:v>360.8</c:v>
                </c:pt>
                <c:pt idx="3609">
                  <c:v>360.9</c:v>
                </c:pt>
                <c:pt idx="3610">
                  <c:v>361</c:v>
                </c:pt>
                <c:pt idx="3611">
                  <c:v>361.1</c:v>
                </c:pt>
                <c:pt idx="3612">
                  <c:v>361.2</c:v>
                </c:pt>
                <c:pt idx="3613">
                  <c:v>361.3</c:v>
                </c:pt>
                <c:pt idx="3614">
                  <c:v>361.4</c:v>
                </c:pt>
                <c:pt idx="3615">
                  <c:v>361.5</c:v>
                </c:pt>
                <c:pt idx="3616">
                  <c:v>361.6</c:v>
                </c:pt>
                <c:pt idx="3617">
                  <c:v>361.7</c:v>
                </c:pt>
                <c:pt idx="3618">
                  <c:v>361.8</c:v>
                </c:pt>
                <c:pt idx="3619">
                  <c:v>361.9</c:v>
                </c:pt>
                <c:pt idx="3620">
                  <c:v>362</c:v>
                </c:pt>
                <c:pt idx="3621">
                  <c:v>362.1</c:v>
                </c:pt>
                <c:pt idx="3622">
                  <c:v>362.2</c:v>
                </c:pt>
                <c:pt idx="3623">
                  <c:v>362.3</c:v>
                </c:pt>
                <c:pt idx="3624">
                  <c:v>362.4</c:v>
                </c:pt>
                <c:pt idx="3625">
                  <c:v>362.5</c:v>
                </c:pt>
                <c:pt idx="3626">
                  <c:v>362.6</c:v>
                </c:pt>
                <c:pt idx="3627">
                  <c:v>362.7</c:v>
                </c:pt>
                <c:pt idx="3628">
                  <c:v>362.8</c:v>
                </c:pt>
                <c:pt idx="3629">
                  <c:v>362.9</c:v>
                </c:pt>
                <c:pt idx="3630">
                  <c:v>363</c:v>
                </c:pt>
                <c:pt idx="3631">
                  <c:v>363.1</c:v>
                </c:pt>
                <c:pt idx="3632">
                  <c:v>363.2</c:v>
                </c:pt>
                <c:pt idx="3633">
                  <c:v>363.3</c:v>
                </c:pt>
                <c:pt idx="3634">
                  <c:v>363.4</c:v>
                </c:pt>
                <c:pt idx="3635">
                  <c:v>363.5</c:v>
                </c:pt>
                <c:pt idx="3636">
                  <c:v>363.6</c:v>
                </c:pt>
                <c:pt idx="3637">
                  <c:v>363.7</c:v>
                </c:pt>
                <c:pt idx="3638">
                  <c:v>363.8</c:v>
                </c:pt>
                <c:pt idx="3639">
                  <c:v>363.9</c:v>
                </c:pt>
                <c:pt idx="3640">
                  <c:v>364</c:v>
                </c:pt>
                <c:pt idx="3641">
                  <c:v>364.1</c:v>
                </c:pt>
                <c:pt idx="3642">
                  <c:v>364.2</c:v>
                </c:pt>
                <c:pt idx="3643">
                  <c:v>364.3</c:v>
                </c:pt>
                <c:pt idx="3644">
                  <c:v>364.4</c:v>
                </c:pt>
                <c:pt idx="3645">
                  <c:v>364.5</c:v>
                </c:pt>
                <c:pt idx="3646">
                  <c:v>364.6</c:v>
                </c:pt>
                <c:pt idx="3647">
                  <c:v>364.7</c:v>
                </c:pt>
                <c:pt idx="3648">
                  <c:v>364.8</c:v>
                </c:pt>
                <c:pt idx="3649">
                  <c:v>364.9</c:v>
                </c:pt>
                <c:pt idx="3650">
                  <c:v>365</c:v>
                </c:pt>
                <c:pt idx="3651">
                  <c:v>365.1</c:v>
                </c:pt>
                <c:pt idx="3652">
                  <c:v>365.2</c:v>
                </c:pt>
                <c:pt idx="3653">
                  <c:v>365.3</c:v>
                </c:pt>
                <c:pt idx="3654">
                  <c:v>365.4</c:v>
                </c:pt>
                <c:pt idx="3655">
                  <c:v>365.5</c:v>
                </c:pt>
                <c:pt idx="3656">
                  <c:v>365.6</c:v>
                </c:pt>
                <c:pt idx="3657">
                  <c:v>365.7</c:v>
                </c:pt>
                <c:pt idx="3658">
                  <c:v>365.8</c:v>
                </c:pt>
                <c:pt idx="3659">
                  <c:v>365.9</c:v>
                </c:pt>
                <c:pt idx="3660">
                  <c:v>366</c:v>
                </c:pt>
                <c:pt idx="3661">
                  <c:v>366.1</c:v>
                </c:pt>
                <c:pt idx="3662">
                  <c:v>366.2</c:v>
                </c:pt>
                <c:pt idx="3663">
                  <c:v>366.3</c:v>
                </c:pt>
                <c:pt idx="3664">
                  <c:v>366.4</c:v>
                </c:pt>
                <c:pt idx="3665">
                  <c:v>366.5</c:v>
                </c:pt>
                <c:pt idx="3666">
                  <c:v>366.6</c:v>
                </c:pt>
                <c:pt idx="3667">
                  <c:v>366.7</c:v>
                </c:pt>
                <c:pt idx="3668">
                  <c:v>366.8</c:v>
                </c:pt>
                <c:pt idx="3669">
                  <c:v>366.9</c:v>
                </c:pt>
                <c:pt idx="3670">
                  <c:v>367</c:v>
                </c:pt>
                <c:pt idx="3671">
                  <c:v>367.1</c:v>
                </c:pt>
                <c:pt idx="3672">
                  <c:v>367.2</c:v>
                </c:pt>
                <c:pt idx="3673">
                  <c:v>367.3</c:v>
                </c:pt>
                <c:pt idx="3674">
                  <c:v>367.4</c:v>
                </c:pt>
                <c:pt idx="3675">
                  <c:v>367.5</c:v>
                </c:pt>
                <c:pt idx="3676">
                  <c:v>367.6</c:v>
                </c:pt>
                <c:pt idx="3677">
                  <c:v>367.7</c:v>
                </c:pt>
                <c:pt idx="3678">
                  <c:v>367.8</c:v>
                </c:pt>
                <c:pt idx="3679">
                  <c:v>367.9</c:v>
                </c:pt>
                <c:pt idx="3680">
                  <c:v>368</c:v>
                </c:pt>
                <c:pt idx="3681">
                  <c:v>368.1</c:v>
                </c:pt>
                <c:pt idx="3682">
                  <c:v>368.2</c:v>
                </c:pt>
                <c:pt idx="3683">
                  <c:v>368.3</c:v>
                </c:pt>
                <c:pt idx="3684">
                  <c:v>368.4</c:v>
                </c:pt>
                <c:pt idx="3685">
                  <c:v>368.5</c:v>
                </c:pt>
                <c:pt idx="3686">
                  <c:v>368.6</c:v>
                </c:pt>
                <c:pt idx="3687">
                  <c:v>368.7</c:v>
                </c:pt>
                <c:pt idx="3688">
                  <c:v>368.8</c:v>
                </c:pt>
                <c:pt idx="3689">
                  <c:v>368.9</c:v>
                </c:pt>
                <c:pt idx="3690">
                  <c:v>369</c:v>
                </c:pt>
                <c:pt idx="3691">
                  <c:v>369.1</c:v>
                </c:pt>
                <c:pt idx="3692">
                  <c:v>369.2</c:v>
                </c:pt>
                <c:pt idx="3693">
                  <c:v>369.3</c:v>
                </c:pt>
                <c:pt idx="3694">
                  <c:v>369.4</c:v>
                </c:pt>
                <c:pt idx="3695">
                  <c:v>369.5</c:v>
                </c:pt>
                <c:pt idx="3696">
                  <c:v>369.6</c:v>
                </c:pt>
                <c:pt idx="3697">
                  <c:v>369.7</c:v>
                </c:pt>
                <c:pt idx="3698">
                  <c:v>369.8</c:v>
                </c:pt>
                <c:pt idx="3699">
                  <c:v>369.9</c:v>
                </c:pt>
                <c:pt idx="3700">
                  <c:v>370</c:v>
                </c:pt>
                <c:pt idx="3701">
                  <c:v>370.1</c:v>
                </c:pt>
                <c:pt idx="3702">
                  <c:v>370.2</c:v>
                </c:pt>
                <c:pt idx="3703">
                  <c:v>370.3</c:v>
                </c:pt>
                <c:pt idx="3704">
                  <c:v>370.4</c:v>
                </c:pt>
                <c:pt idx="3705">
                  <c:v>370.5</c:v>
                </c:pt>
                <c:pt idx="3706">
                  <c:v>370.6</c:v>
                </c:pt>
                <c:pt idx="3707">
                  <c:v>370.7</c:v>
                </c:pt>
                <c:pt idx="3708">
                  <c:v>370.8</c:v>
                </c:pt>
                <c:pt idx="3709">
                  <c:v>370.9</c:v>
                </c:pt>
                <c:pt idx="3710">
                  <c:v>371</c:v>
                </c:pt>
                <c:pt idx="3711">
                  <c:v>371.1</c:v>
                </c:pt>
                <c:pt idx="3712">
                  <c:v>371.2</c:v>
                </c:pt>
                <c:pt idx="3713">
                  <c:v>371.3</c:v>
                </c:pt>
                <c:pt idx="3714">
                  <c:v>371.4</c:v>
                </c:pt>
                <c:pt idx="3715">
                  <c:v>371.5</c:v>
                </c:pt>
                <c:pt idx="3716">
                  <c:v>371.6</c:v>
                </c:pt>
                <c:pt idx="3717">
                  <c:v>371.7</c:v>
                </c:pt>
                <c:pt idx="3718">
                  <c:v>371.8</c:v>
                </c:pt>
                <c:pt idx="3719">
                  <c:v>371.9</c:v>
                </c:pt>
                <c:pt idx="3720">
                  <c:v>372</c:v>
                </c:pt>
                <c:pt idx="3721">
                  <c:v>372.1</c:v>
                </c:pt>
                <c:pt idx="3722">
                  <c:v>372.2</c:v>
                </c:pt>
                <c:pt idx="3723">
                  <c:v>372.3</c:v>
                </c:pt>
                <c:pt idx="3724">
                  <c:v>372.4</c:v>
                </c:pt>
                <c:pt idx="3725">
                  <c:v>372.5</c:v>
                </c:pt>
                <c:pt idx="3726">
                  <c:v>372.6</c:v>
                </c:pt>
                <c:pt idx="3727">
                  <c:v>372.7</c:v>
                </c:pt>
                <c:pt idx="3728">
                  <c:v>372.8</c:v>
                </c:pt>
                <c:pt idx="3729">
                  <c:v>372.9</c:v>
                </c:pt>
                <c:pt idx="3730">
                  <c:v>373</c:v>
                </c:pt>
                <c:pt idx="3731">
                  <c:v>373.1</c:v>
                </c:pt>
                <c:pt idx="3732">
                  <c:v>373.2</c:v>
                </c:pt>
                <c:pt idx="3733">
                  <c:v>373.3</c:v>
                </c:pt>
                <c:pt idx="3734">
                  <c:v>373.4</c:v>
                </c:pt>
                <c:pt idx="3735">
                  <c:v>373.5</c:v>
                </c:pt>
                <c:pt idx="3736">
                  <c:v>373.6</c:v>
                </c:pt>
                <c:pt idx="3737">
                  <c:v>373.7</c:v>
                </c:pt>
                <c:pt idx="3738">
                  <c:v>373.8</c:v>
                </c:pt>
                <c:pt idx="3739">
                  <c:v>373.9</c:v>
                </c:pt>
                <c:pt idx="3740">
                  <c:v>374</c:v>
                </c:pt>
                <c:pt idx="3741">
                  <c:v>374.1</c:v>
                </c:pt>
                <c:pt idx="3742">
                  <c:v>374.2</c:v>
                </c:pt>
                <c:pt idx="3743">
                  <c:v>374.3</c:v>
                </c:pt>
                <c:pt idx="3744">
                  <c:v>374.4</c:v>
                </c:pt>
                <c:pt idx="3745">
                  <c:v>374.5</c:v>
                </c:pt>
                <c:pt idx="3746">
                  <c:v>374.6</c:v>
                </c:pt>
                <c:pt idx="3747">
                  <c:v>374.7</c:v>
                </c:pt>
                <c:pt idx="3748">
                  <c:v>374.8</c:v>
                </c:pt>
                <c:pt idx="3749">
                  <c:v>374.9</c:v>
                </c:pt>
                <c:pt idx="3750">
                  <c:v>375</c:v>
                </c:pt>
                <c:pt idx="3751">
                  <c:v>375.1</c:v>
                </c:pt>
                <c:pt idx="3752">
                  <c:v>375.2</c:v>
                </c:pt>
                <c:pt idx="3753">
                  <c:v>375.3</c:v>
                </c:pt>
                <c:pt idx="3754">
                  <c:v>375.4</c:v>
                </c:pt>
                <c:pt idx="3755">
                  <c:v>375.5</c:v>
                </c:pt>
                <c:pt idx="3756">
                  <c:v>375.6</c:v>
                </c:pt>
                <c:pt idx="3757">
                  <c:v>375.7</c:v>
                </c:pt>
                <c:pt idx="3758">
                  <c:v>375.8</c:v>
                </c:pt>
                <c:pt idx="3759">
                  <c:v>375.9</c:v>
                </c:pt>
                <c:pt idx="3760">
                  <c:v>376</c:v>
                </c:pt>
                <c:pt idx="3761">
                  <c:v>376.1</c:v>
                </c:pt>
                <c:pt idx="3762">
                  <c:v>376.2</c:v>
                </c:pt>
                <c:pt idx="3763">
                  <c:v>376.3</c:v>
                </c:pt>
                <c:pt idx="3764">
                  <c:v>376.4</c:v>
                </c:pt>
                <c:pt idx="3765">
                  <c:v>376.5</c:v>
                </c:pt>
                <c:pt idx="3766">
                  <c:v>376.6</c:v>
                </c:pt>
                <c:pt idx="3767">
                  <c:v>376.7</c:v>
                </c:pt>
                <c:pt idx="3768">
                  <c:v>376.8</c:v>
                </c:pt>
                <c:pt idx="3769">
                  <c:v>376.9</c:v>
                </c:pt>
                <c:pt idx="3770">
                  <c:v>377</c:v>
                </c:pt>
                <c:pt idx="3771">
                  <c:v>377.1</c:v>
                </c:pt>
                <c:pt idx="3772">
                  <c:v>377.2</c:v>
                </c:pt>
                <c:pt idx="3773">
                  <c:v>377.3</c:v>
                </c:pt>
                <c:pt idx="3774">
                  <c:v>377.4</c:v>
                </c:pt>
                <c:pt idx="3775">
                  <c:v>377.5</c:v>
                </c:pt>
                <c:pt idx="3776">
                  <c:v>377.6</c:v>
                </c:pt>
                <c:pt idx="3777">
                  <c:v>377.7</c:v>
                </c:pt>
                <c:pt idx="3778">
                  <c:v>377.8</c:v>
                </c:pt>
                <c:pt idx="3779">
                  <c:v>377.9</c:v>
                </c:pt>
                <c:pt idx="3780">
                  <c:v>378</c:v>
                </c:pt>
                <c:pt idx="3781">
                  <c:v>378.1</c:v>
                </c:pt>
                <c:pt idx="3782">
                  <c:v>378.2</c:v>
                </c:pt>
                <c:pt idx="3783">
                  <c:v>378.3</c:v>
                </c:pt>
                <c:pt idx="3784">
                  <c:v>378.4</c:v>
                </c:pt>
                <c:pt idx="3785">
                  <c:v>378.5</c:v>
                </c:pt>
                <c:pt idx="3786">
                  <c:v>378.6</c:v>
                </c:pt>
                <c:pt idx="3787">
                  <c:v>378.7</c:v>
                </c:pt>
                <c:pt idx="3788">
                  <c:v>378.8</c:v>
                </c:pt>
                <c:pt idx="3789">
                  <c:v>378.9</c:v>
                </c:pt>
                <c:pt idx="3790">
                  <c:v>379</c:v>
                </c:pt>
                <c:pt idx="3791">
                  <c:v>379.1</c:v>
                </c:pt>
                <c:pt idx="3792">
                  <c:v>379.2</c:v>
                </c:pt>
                <c:pt idx="3793">
                  <c:v>379.3</c:v>
                </c:pt>
                <c:pt idx="3794">
                  <c:v>379.4</c:v>
                </c:pt>
                <c:pt idx="3795">
                  <c:v>379.5</c:v>
                </c:pt>
                <c:pt idx="3796">
                  <c:v>379.6</c:v>
                </c:pt>
                <c:pt idx="3797">
                  <c:v>379.7</c:v>
                </c:pt>
                <c:pt idx="3798">
                  <c:v>379.8</c:v>
                </c:pt>
                <c:pt idx="3799">
                  <c:v>379.9</c:v>
                </c:pt>
                <c:pt idx="3800">
                  <c:v>380</c:v>
                </c:pt>
                <c:pt idx="3801">
                  <c:v>380.1</c:v>
                </c:pt>
                <c:pt idx="3802">
                  <c:v>380.2</c:v>
                </c:pt>
                <c:pt idx="3803">
                  <c:v>380.3</c:v>
                </c:pt>
                <c:pt idx="3804">
                  <c:v>380.4</c:v>
                </c:pt>
                <c:pt idx="3805">
                  <c:v>380.5</c:v>
                </c:pt>
                <c:pt idx="3806">
                  <c:v>380.6</c:v>
                </c:pt>
                <c:pt idx="3807">
                  <c:v>380.7</c:v>
                </c:pt>
                <c:pt idx="3808">
                  <c:v>380.8</c:v>
                </c:pt>
                <c:pt idx="3809">
                  <c:v>380.9</c:v>
                </c:pt>
                <c:pt idx="3810">
                  <c:v>381</c:v>
                </c:pt>
                <c:pt idx="3811">
                  <c:v>381.1</c:v>
                </c:pt>
                <c:pt idx="3812">
                  <c:v>381.2</c:v>
                </c:pt>
                <c:pt idx="3813">
                  <c:v>381.3</c:v>
                </c:pt>
                <c:pt idx="3814">
                  <c:v>381.4</c:v>
                </c:pt>
                <c:pt idx="3815">
                  <c:v>381.5</c:v>
                </c:pt>
                <c:pt idx="3816">
                  <c:v>381.6</c:v>
                </c:pt>
                <c:pt idx="3817">
                  <c:v>381.7</c:v>
                </c:pt>
                <c:pt idx="3818">
                  <c:v>381.8</c:v>
                </c:pt>
                <c:pt idx="3819">
                  <c:v>381.9</c:v>
                </c:pt>
                <c:pt idx="3820">
                  <c:v>382</c:v>
                </c:pt>
                <c:pt idx="3821">
                  <c:v>382.1</c:v>
                </c:pt>
                <c:pt idx="3822">
                  <c:v>382.2</c:v>
                </c:pt>
                <c:pt idx="3823">
                  <c:v>382.3</c:v>
                </c:pt>
                <c:pt idx="3824">
                  <c:v>382.4</c:v>
                </c:pt>
                <c:pt idx="3825">
                  <c:v>382.5</c:v>
                </c:pt>
                <c:pt idx="3826">
                  <c:v>382.6</c:v>
                </c:pt>
                <c:pt idx="3827">
                  <c:v>382.7</c:v>
                </c:pt>
                <c:pt idx="3828">
                  <c:v>382.8</c:v>
                </c:pt>
                <c:pt idx="3829">
                  <c:v>382.9</c:v>
                </c:pt>
                <c:pt idx="3830">
                  <c:v>383</c:v>
                </c:pt>
                <c:pt idx="3831">
                  <c:v>383.1</c:v>
                </c:pt>
                <c:pt idx="3832">
                  <c:v>383.2</c:v>
                </c:pt>
                <c:pt idx="3833">
                  <c:v>383.3</c:v>
                </c:pt>
                <c:pt idx="3834">
                  <c:v>383.4</c:v>
                </c:pt>
                <c:pt idx="3835">
                  <c:v>383.5</c:v>
                </c:pt>
                <c:pt idx="3836">
                  <c:v>383.6</c:v>
                </c:pt>
                <c:pt idx="3837">
                  <c:v>383.7</c:v>
                </c:pt>
                <c:pt idx="3838">
                  <c:v>383.8</c:v>
                </c:pt>
                <c:pt idx="3839">
                  <c:v>383.9</c:v>
                </c:pt>
                <c:pt idx="3840">
                  <c:v>384</c:v>
                </c:pt>
                <c:pt idx="3841">
                  <c:v>384.1</c:v>
                </c:pt>
                <c:pt idx="3842">
                  <c:v>384.2</c:v>
                </c:pt>
                <c:pt idx="3843">
                  <c:v>384.3</c:v>
                </c:pt>
                <c:pt idx="3844">
                  <c:v>384.4</c:v>
                </c:pt>
                <c:pt idx="3845">
                  <c:v>384.5</c:v>
                </c:pt>
                <c:pt idx="3846">
                  <c:v>384.6</c:v>
                </c:pt>
                <c:pt idx="3847">
                  <c:v>384.7</c:v>
                </c:pt>
                <c:pt idx="3848">
                  <c:v>384.8</c:v>
                </c:pt>
                <c:pt idx="3849">
                  <c:v>384.9</c:v>
                </c:pt>
                <c:pt idx="3850">
                  <c:v>385</c:v>
                </c:pt>
                <c:pt idx="3851">
                  <c:v>385.1</c:v>
                </c:pt>
                <c:pt idx="3852">
                  <c:v>385.2</c:v>
                </c:pt>
                <c:pt idx="3853">
                  <c:v>385.3</c:v>
                </c:pt>
                <c:pt idx="3854">
                  <c:v>385.4</c:v>
                </c:pt>
                <c:pt idx="3855">
                  <c:v>385.5</c:v>
                </c:pt>
                <c:pt idx="3856">
                  <c:v>385.6</c:v>
                </c:pt>
                <c:pt idx="3857">
                  <c:v>385.7</c:v>
                </c:pt>
                <c:pt idx="3858">
                  <c:v>385.8</c:v>
                </c:pt>
                <c:pt idx="3859">
                  <c:v>385.9</c:v>
                </c:pt>
                <c:pt idx="3860">
                  <c:v>386</c:v>
                </c:pt>
                <c:pt idx="3861">
                  <c:v>386.1</c:v>
                </c:pt>
                <c:pt idx="3862">
                  <c:v>386.2</c:v>
                </c:pt>
                <c:pt idx="3863">
                  <c:v>386.3</c:v>
                </c:pt>
                <c:pt idx="3864">
                  <c:v>386.4</c:v>
                </c:pt>
                <c:pt idx="3865">
                  <c:v>386.5</c:v>
                </c:pt>
                <c:pt idx="3866">
                  <c:v>386.6</c:v>
                </c:pt>
                <c:pt idx="3867">
                  <c:v>386.7</c:v>
                </c:pt>
                <c:pt idx="3868">
                  <c:v>386.8</c:v>
                </c:pt>
                <c:pt idx="3869">
                  <c:v>386.9</c:v>
                </c:pt>
                <c:pt idx="3870">
                  <c:v>387</c:v>
                </c:pt>
                <c:pt idx="3871">
                  <c:v>387.1</c:v>
                </c:pt>
                <c:pt idx="3872">
                  <c:v>387.2</c:v>
                </c:pt>
                <c:pt idx="3873">
                  <c:v>387.3</c:v>
                </c:pt>
                <c:pt idx="3874">
                  <c:v>387.4</c:v>
                </c:pt>
                <c:pt idx="3875">
                  <c:v>387.5</c:v>
                </c:pt>
                <c:pt idx="3876">
                  <c:v>387.6</c:v>
                </c:pt>
                <c:pt idx="3877">
                  <c:v>387.7</c:v>
                </c:pt>
                <c:pt idx="3878">
                  <c:v>387.8</c:v>
                </c:pt>
                <c:pt idx="3879">
                  <c:v>387.9</c:v>
                </c:pt>
                <c:pt idx="3880">
                  <c:v>388</c:v>
                </c:pt>
                <c:pt idx="3881">
                  <c:v>388.1</c:v>
                </c:pt>
                <c:pt idx="3882">
                  <c:v>388.2</c:v>
                </c:pt>
                <c:pt idx="3883">
                  <c:v>388.3</c:v>
                </c:pt>
                <c:pt idx="3884">
                  <c:v>388.4</c:v>
                </c:pt>
                <c:pt idx="3885">
                  <c:v>388.5</c:v>
                </c:pt>
                <c:pt idx="3886">
                  <c:v>388.6</c:v>
                </c:pt>
                <c:pt idx="3887">
                  <c:v>388.7</c:v>
                </c:pt>
                <c:pt idx="3888">
                  <c:v>388.8</c:v>
                </c:pt>
                <c:pt idx="3889">
                  <c:v>388.9</c:v>
                </c:pt>
                <c:pt idx="3890">
                  <c:v>389</c:v>
                </c:pt>
                <c:pt idx="3891">
                  <c:v>389.1</c:v>
                </c:pt>
                <c:pt idx="3892">
                  <c:v>389.2</c:v>
                </c:pt>
                <c:pt idx="3893">
                  <c:v>389.3</c:v>
                </c:pt>
                <c:pt idx="3894">
                  <c:v>389.4</c:v>
                </c:pt>
                <c:pt idx="3895">
                  <c:v>389.5</c:v>
                </c:pt>
                <c:pt idx="3896">
                  <c:v>389.6</c:v>
                </c:pt>
                <c:pt idx="3897">
                  <c:v>389.7</c:v>
                </c:pt>
                <c:pt idx="3898">
                  <c:v>389.8</c:v>
                </c:pt>
                <c:pt idx="3899">
                  <c:v>389.9</c:v>
                </c:pt>
                <c:pt idx="3900">
                  <c:v>390</c:v>
                </c:pt>
                <c:pt idx="3901">
                  <c:v>390.1</c:v>
                </c:pt>
                <c:pt idx="3902">
                  <c:v>390.2</c:v>
                </c:pt>
                <c:pt idx="3903">
                  <c:v>390.3</c:v>
                </c:pt>
                <c:pt idx="3904">
                  <c:v>390.4</c:v>
                </c:pt>
                <c:pt idx="3905">
                  <c:v>390.5</c:v>
                </c:pt>
                <c:pt idx="3906">
                  <c:v>390.6</c:v>
                </c:pt>
                <c:pt idx="3907">
                  <c:v>390.7</c:v>
                </c:pt>
                <c:pt idx="3908">
                  <c:v>390.8</c:v>
                </c:pt>
                <c:pt idx="3909">
                  <c:v>390.9</c:v>
                </c:pt>
                <c:pt idx="3910">
                  <c:v>391</c:v>
                </c:pt>
                <c:pt idx="3911">
                  <c:v>391.1</c:v>
                </c:pt>
                <c:pt idx="3912">
                  <c:v>391.2</c:v>
                </c:pt>
                <c:pt idx="3913">
                  <c:v>391.3</c:v>
                </c:pt>
                <c:pt idx="3914">
                  <c:v>391.4</c:v>
                </c:pt>
                <c:pt idx="3915">
                  <c:v>391.5</c:v>
                </c:pt>
                <c:pt idx="3916">
                  <c:v>391.6</c:v>
                </c:pt>
                <c:pt idx="3917">
                  <c:v>391.7</c:v>
                </c:pt>
                <c:pt idx="3918">
                  <c:v>391.8</c:v>
                </c:pt>
                <c:pt idx="3919">
                  <c:v>391.9</c:v>
                </c:pt>
                <c:pt idx="3920">
                  <c:v>392</c:v>
                </c:pt>
                <c:pt idx="3921">
                  <c:v>392.1</c:v>
                </c:pt>
                <c:pt idx="3922">
                  <c:v>392.2</c:v>
                </c:pt>
                <c:pt idx="3923">
                  <c:v>392.3</c:v>
                </c:pt>
                <c:pt idx="3924">
                  <c:v>392.4</c:v>
                </c:pt>
                <c:pt idx="3925">
                  <c:v>392.5</c:v>
                </c:pt>
                <c:pt idx="3926">
                  <c:v>392.6</c:v>
                </c:pt>
                <c:pt idx="3927">
                  <c:v>392.7</c:v>
                </c:pt>
                <c:pt idx="3928">
                  <c:v>392.8</c:v>
                </c:pt>
                <c:pt idx="3929">
                  <c:v>392.9</c:v>
                </c:pt>
                <c:pt idx="3930">
                  <c:v>393</c:v>
                </c:pt>
                <c:pt idx="3931">
                  <c:v>393.1</c:v>
                </c:pt>
                <c:pt idx="3932">
                  <c:v>393.2</c:v>
                </c:pt>
                <c:pt idx="3933">
                  <c:v>393.3</c:v>
                </c:pt>
                <c:pt idx="3934">
                  <c:v>393.4</c:v>
                </c:pt>
                <c:pt idx="3935">
                  <c:v>393.5</c:v>
                </c:pt>
                <c:pt idx="3936">
                  <c:v>393.6</c:v>
                </c:pt>
                <c:pt idx="3937">
                  <c:v>393.7</c:v>
                </c:pt>
                <c:pt idx="3938">
                  <c:v>393.8</c:v>
                </c:pt>
                <c:pt idx="3939">
                  <c:v>393.9</c:v>
                </c:pt>
                <c:pt idx="3940">
                  <c:v>394</c:v>
                </c:pt>
                <c:pt idx="3941">
                  <c:v>394.1</c:v>
                </c:pt>
                <c:pt idx="3942">
                  <c:v>394.2</c:v>
                </c:pt>
                <c:pt idx="3943">
                  <c:v>394.3</c:v>
                </c:pt>
                <c:pt idx="3944">
                  <c:v>394.4</c:v>
                </c:pt>
                <c:pt idx="3945">
                  <c:v>394.5</c:v>
                </c:pt>
                <c:pt idx="3946">
                  <c:v>394.6</c:v>
                </c:pt>
                <c:pt idx="3947">
                  <c:v>394.7</c:v>
                </c:pt>
                <c:pt idx="3948">
                  <c:v>394.8</c:v>
                </c:pt>
                <c:pt idx="3949">
                  <c:v>394.9</c:v>
                </c:pt>
                <c:pt idx="3950">
                  <c:v>395</c:v>
                </c:pt>
                <c:pt idx="3951">
                  <c:v>395.1</c:v>
                </c:pt>
                <c:pt idx="3952">
                  <c:v>395.2</c:v>
                </c:pt>
                <c:pt idx="3953">
                  <c:v>395.3</c:v>
                </c:pt>
                <c:pt idx="3954">
                  <c:v>395.4</c:v>
                </c:pt>
                <c:pt idx="3955">
                  <c:v>395.5</c:v>
                </c:pt>
                <c:pt idx="3956">
                  <c:v>395.6</c:v>
                </c:pt>
                <c:pt idx="3957">
                  <c:v>395.7</c:v>
                </c:pt>
                <c:pt idx="3958">
                  <c:v>395.8</c:v>
                </c:pt>
                <c:pt idx="3959">
                  <c:v>395.9</c:v>
                </c:pt>
                <c:pt idx="3960">
                  <c:v>396</c:v>
                </c:pt>
                <c:pt idx="3961">
                  <c:v>396.1</c:v>
                </c:pt>
                <c:pt idx="3962">
                  <c:v>396.2</c:v>
                </c:pt>
                <c:pt idx="3963">
                  <c:v>396.3</c:v>
                </c:pt>
                <c:pt idx="3964">
                  <c:v>396.4</c:v>
                </c:pt>
                <c:pt idx="3965">
                  <c:v>396.5</c:v>
                </c:pt>
                <c:pt idx="3966">
                  <c:v>396.6</c:v>
                </c:pt>
                <c:pt idx="3967">
                  <c:v>396.7</c:v>
                </c:pt>
                <c:pt idx="3968">
                  <c:v>396.8</c:v>
                </c:pt>
                <c:pt idx="3969">
                  <c:v>396.9</c:v>
                </c:pt>
                <c:pt idx="3970">
                  <c:v>397</c:v>
                </c:pt>
                <c:pt idx="3971">
                  <c:v>397.1</c:v>
                </c:pt>
                <c:pt idx="3972">
                  <c:v>397.2</c:v>
                </c:pt>
                <c:pt idx="3973">
                  <c:v>397.3</c:v>
                </c:pt>
                <c:pt idx="3974">
                  <c:v>397.4</c:v>
                </c:pt>
                <c:pt idx="3975">
                  <c:v>397.5</c:v>
                </c:pt>
                <c:pt idx="3976">
                  <c:v>397.6</c:v>
                </c:pt>
                <c:pt idx="3977">
                  <c:v>397.7</c:v>
                </c:pt>
                <c:pt idx="3978">
                  <c:v>397.8</c:v>
                </c:pt>
                <c:pt idx="3979">
                  <c:v>397.9</c:v>
                </c:pt>
                <c:pt idx="3980">
                  <c:v>398</c:v>
                </c:pt>
                <c:pt idx="3981">
                  <c:v>398.1</c:v>
                </c:pt>
                <c:pt idx="3982">
                  <c:v>398.2</c:v>
                </c:pt>
                <c:pt idx="3983">
                  <c:v>398.3</c:v>
                </c:pt>
                <c:pt idx="3984">
                  <c:v>398.4</c:v>
                </c:pt>
                <c:pt idx="3985">
                  <c:v>398.5</c:v>
                </c:pt>
                <c:pt idx="3986">
                  <c:v>398.6</c:v>
                </c:pt>
                <c:pt idx="3987">
                  <c:v>398.7</c:v>
                </c:pt>
                <c:pt idx="3988">
                  <c:v>398.8</c:v>
                </c:pt>
                <c:pt idx="3989">
                  <c:v>398.9</c:v>
                </c:pt>
                <c:pt idx="3990">
                  <c:v>399</c:v>
                </c:pt>
                <c:pt idx="3991">
                  <c:v>399.1</c:v>
                </c:pt>
                <c:pt idx="3992">
                  <c:v>399.2</c:v>
                </c:pt>
                <c:pt idx="3993">
                  <c:v>399.3</c:v>
                </c:pt>
                <c:pt idx="3994">
                  <c:v>399.4</c:v>
                </c:pt>
                <c:pt idx="3995">
                  <c:v>399.5</c:v>
                </c:pt>
                <c:pt idx="3996">
                  <c:v>399.6</c:v>
                </c:pt>
                <c:pt idx="3997">
                  <c:v>399.7</c:v>
                </c:pt>
                <c:pt idx="3998">
                  <c:v>399.8</c:v>
                </c:pt>
                <c:pt idx="3999">
                  <c:v>399.9</c:v>
                </c:pt>
                <c:pt idx="4000">
                  <c:v>400</c:v>
                </c:pt>
                <c:pt idx="4001">
                  <c:v>400.1</c:v>
                </c:pt>
                <c:pt idx="4002">
                  <c:v>400.2</c:v>
                </c:pt>
                <c:pt idx="4003">
                  <c:v>400.3</c:v>
                </c:pt>
                <c:pt idx="4004">
                  <c:v>400.4</c:v>
                </c:pt>
                <c:pt idx="4005">
                  <c:v>400.5</c:v>
                </c:pt>
                <c:pt idx="4006">
                  <c:v>400.6</c:v>
                </c:pt>
                <c:pt idx="4007">
                  <c:v>400.7</c:v>
                </c:pt>
                <c:pt idx="4008">
                  <c:v>400.8</c:v>
                </c:pt>
                <c:pt idx="4009">
                  <c:v>400.9</c:v>
                </c:pt>
                <c:pt idx="4010">
                  <c:v>401</c:v>
                </c:pt>
                <c:pt idx="4011">
                  <c:v>401.1</c:v>
                </c:pt>
                <c:pt idx="4012">
                  <c:v>401.2</c:v>
                </c:pt>
                <c:pt idx="4013">
                  <c:v>401.3</c:v>
                </c:pt>
                <c:pt idx="4014">
                  <c:v>401.4</c:v>
                </c:pt>
                <c:pt idx="4015">
                  <c:v>401.5</c:v>
                </c:pt>
                <c:pt idx="4016">
                  <c:v>401.6</c:v>
                </c:pt>
                <c:pt idx="4017">
                  <c:v>401.7</c:v>
                </c:pt>
                <c:pt idx="4018">
                  <c:v>401.8</c:v>
                </c:pt>
                <c:pt idx="4019">
                  <c:v>401.9</c:v>
                </c:pt>
                <c:pt idx="4020">
                  <c:v>402</c:v>
                </c:pt>
                <c:pt idx="4021">
                  <c:v>402.1</c:v>
                </c:pt>
                <c:pt idx="4022">
                  <c:v>402.2</c:v>
                </c:pt>
                <c:pt idx="4023">
                  <c:v>402.3</c:v>
                </c:pt>
                <c:pt idx="4024">
                  <c:v>402.4</c:v>
                </c:pt>
                <c:pt idx="4025">
                  <c:v>402.5</c:v>
                </c:pt>
                <c:pt idx="4026">
                  <c:v>402.6</c:v>
                </c:pt>
                <c:pt idx="4027">
                  <c:v>402.7</c:v>
                </c:pt>
                <c:pt idx="4028">
                  <c:v>402.8</c:v>
                </c:pt>
                <c:pt idx="4029">
                  <c:v>402.9</c:v>
                </c:pt>
                <c:pt idx="4030">
                  <c:v>403</c:v>
                </c:pt>
                <c:pt idx="4031">
                  <c:v>403.1</c:v>
                </c:pt>
                <c:pt idx="4032">
                  <c:v>403.2</c:v>
                </c:pt>
                <c:pt idx="4033">
                  <c:v>403.3</c:v>
                </c:pt>
                <c:pt idx="4034">
                  <c:v>403.4</c:v>
                </c:pt>
                <c:pt idx="4035">
                  <c:v>403.5</c:v>
                </c:pt>
                <c:pt idx="4036">
                  <c:v>403.6</c:v>
                </c:pt>
                <c:pt idx="4037">
                  <c:v>403.7</c:v>
                </c:pt>
                <c:pt idx="4038">
                  <c:v>403.8</c:v>
                </c:pt>
                <c:pt idx="4039">
                  <c:v>403.9</c:v>
                </c:pt>
                <c:pt idx="4040">
                  <c:v>404</c:v>
                </c:pt>
                <c:pt idx="4041">
                  <c:v>404.1</c:v>
                </c:pt>
                <c:pt idx="4042">
                  <c:v>404.2</c:v>
                </c:pt>
                <c:pt idx="4043">
                  <c:v>404.3</c:v>
                </c:pt>
                <c:pt idx="4044">
                  <c:v>404.4</c:v>
                </c:pt>
                <c:pt idx="4045">
                  <c:v>404.5</c:v>
                </c:pt>
                <c:pt idx="4046">
                  <c:v>404.6</c:v>
                </c:pt>
                <c:pt idx="4047">
                  <c:v>404.7</c:v>
                </c:pt>
                <c:pt idx="4048">
                  <c:v>404.8</c:v>
                </c:pt>
                <c:pt idx="4049">
                  <c:v>404.9</c:v>
                </c:pt>
                <c:pt idx="4050">
                  <c:v>405</c:v>
                </c:pt>
                <c:pt idx="4051">
                  <c:v>405.1</c:v>
                </c:pt>
                <c:pt idx="4052">
                  <c:v>405.2</c:v>
                </c:pt>
                <c:pt idx="4053">
                  <c:v>405.3</c:v>
                </c:pt>
                <c:pt idx="4054">
                  <c:v>405.4</c:v>
                </c:pt>
                <c:pt idx="4055">
                  <c:v>405.5</c:v>
                </c:pt>
                <c:pt idx="4056">
                  <c:v>405.6</c:v>
                </c:pt>
                <c:pt idx="4057">
                  <c:v>405.7</c:v>
                </c:pt>
                <c:pt idx="4058">
                  <c:v>405.8</c:v>
                </c:pt>
                <c:pt idx="4059">
                  <c:v>405.9</c:v>
                </c:pt>
                <c:pt idx="4060">
                  <c:v>406</c:v>
                </c:pt>
                <c:pt idx="4061">
                  <c:v>406.1</c:v>
                </c:pt>
                <c:pt idx="4062">
                  <c:v>406.2</c:v>
                </c:pt>
                <c:pt idx="4063">
                  <c:v>406.3</c:v>
                </c:pt>
                <c:pt idx="4064">
                  <c:v>406.4</c:v>
                </c:pt>
                <c:pt idx="4065">
                  <c:v>406.5</c:v>
                </c:pt>
                <c:pt idx="4066">
                  <c:v>406.6</c:v>
                </c:pt>
                <c:pt idx="4067">
                  <c:v>406.7</c:v>
                </c:pt>
                <c:pt idx="4068">
                  <c:v>406.8</c:v>
                </c:pt>
                <c:pt idx="4069">
                  <c:v>406.9</c:v>
                </c:pt>
                <c:pt idx="4070">
                  <c:v>407</c:v>
                </c:pt>
                <c:pt idx="4071">
                  <c:v>407.1</c:v>
                </c:pt>
                <c:pt idx="4072">
                  <c:v>407.2</c:v>
                </c:pt>
                <c:pt idx="4073">
                  <c:v>407.3</c:v>
                </c:pt>
                <c:pt idx="4074">
                  <c:v>407.4</c:v>
                </c:pt>
                <c:pt idx="4075">
                  <c:v>407.5</c:v>
                </c:pt>
                <c:pt idx="4076">
                  <c:v>407.6</c:v>
                </c:pt>
                <c:pt idx="4077">
                  <c:v>407.7</c:v>
                </c:pt>
                <c:pt idx="4078">
                  <c:v>407.8</c:v>
                </c:pt>
                <c:pt idx="4079">
                  <c:v>407.9</c:v>
                </c:pt>
                <c:pt idx="4080">
                  <c:v>408</c:v>
                </c:pt>
                <c:pt idx="4081">
                  <c:v>408.1</c:v>
                </c:pt>
                <c:pt idx="4082">
                  <c:v>408.2</c:v>
                </c:pt>
                <c:pt idx="4083">
                  <c:v>408.3</c:v>
                </c:pt>
                <c:pt idx="4084">
                  <c:v>408.4</c:v>
                </c:pt>
                <c:pt idx="4085">
                  <c:v>408.5</c:v>
                </c:pt>
                <c:pt idx="4086">
                  <c:v>408.6</c:v>
                </c:pt>
                <c:pt idx="4087">
                  <c:v>408.7</c:v>
                </c:pt>
                <c:pt idx="4088">
                  <c:v>408.8</c:v>
                </c:pt>
                <c:pt idx="4089">
                  <c:v>408.9</c:v>
                </c:pt>
                <c:pt idx="4090">
                  <c:v>409</c:v>
                </c:pt>
                <c:pt idx="4091">
                  <c:v>409.1</c:v>
                </c:pt>
                <c:pt idx="4092">
                  <c:v>409.2</c:v>
                </c:pt>
                <c:pt idx="4093">
                  <c:v>409.3</c:v>
                </c:pt>
                <c:pt idx="4094">
                  <c:v>409.4</c:v>
                </c:pt>
                <c:pt idx="4095">
                  <c:v>409.5</c:v>
                </c:pt>
                <c:pt idx="4096">
                  <c:v>409.6</c:v>
                </c:pt>
                <c:pt idx="4097">
                  <c:v>409.7</c:v>
                </c:pt>
                <c:pt idx="4098">
                  <c:v>409.8</c:v>
                </c:pt>
                <c:pt idx="4099">
                  <c:v>409.9</c:v>
                </c:pt>
                <c:pt idx="4100">
                  <c:v>410</c:v>
                </c:pt>
                <c:pt idx="4101">
                  <c:v>410.1</c:v>
                </c:pt>
                <c:pt idx="4102">
                  <c:v>410.2</c:v>
                </c:pt>
                <c:pt idx="4103">
                  <c:v>410.3</c:v>
                </c:pt>
                <c:pt idx="4104">
                  <c:v>410.4</c:v>
                </c:pt>
                <c:pt idx="4105">
                  <c:v>410.5</c:v>
                </c:pt>
                <c:pt idx="4106">
                  <c:v>410.6</c:v>
                </c:pt>
                <c:pt idx="4107">
                  <c:v>410.7</c:v>
                </c:pt>
                <c:pt idx="4108">
                  <c:v>410.8</c:v>
                </c:pt>
                <c:pt idx="4109">
                  <c:v>410.9</c:v>
                </c:pt>
                <c:pt idx="4110">
                  <c:v>411</c:v>
                </c:pt>
                <c:pt idx="4111">
                  <c:v>411.1</c:v>
                </c:pt>
                <c:pt idx="4112">
                  <c:v>411.2</c:v>
                </c:pt>
                <c:pt idx="4113">
                  <c:v>411.3</c:v>
                </c:pt>
                <c:pt idx="4114">
                  <c:v>411.4</c:v>
                </c:pt>
                <c:pt idx="4115">
                  <c:v>411.5</c:v>
                </c:pt>
                <c:pt idx="4116">
                  <c:v>411.6</c:v>
                </c:pt>
                <c:pt idx="4117">
                  <c:v>411.7</c:v>
                </c:pt>
                <c:pt idx="4118">
                  <c:v>411.8</c:v>
                </c:pt>
                <c:pt idx="4119">
                  <c:v>411.9</c:v>
                </c:pt>
                <c:pt idx="4120">
                  <c:v>412</c:v>
                </c:pt>
                <c:pt idx="4121">
                  <c:v>412.1</c:v>
                </c:pt>
                <c:pt idx="4122">
                  <c:v>412.2</c:v>
                </c:pt>
                <c:pt idx="4123">
                  <c:v>412.3</c:v>
                </c:pt>
                <c:pt idx="4124">
                  <c:v>412.4</c:v>
                </c:pt>
                <c:pt idx="4125">
                  <c:v>412.5</c:v>
                </c:pt>
                <c:pt idx="4126">
                  <c:v>412.6</c:v>
                </c:pt>
                <c:pt idx="4127">
                  <c:v>412.7</c:v>
                </c:pt>
                <c:pt idx="4128">
                  <c:v>412.8</c:v>
                </c:pt>
                <c:pt idx="4129">
                  <c:v>412.9</c:v>
                </c:pt>
                <c:pt idx="4130">
                  <c:v>413</c:v>
                </c:pt>
                <c:pt idx="4131">
                  <c:v>413.1</c:v>
                </c:pt>
                <c:pt idx="4132">
                  <c:v>413.2</c:v>
                </c:pt>
                <c:pt idx="4133">
                  <c:v>413.3</c:v>
                </c:pt>
                <c:pt idx="4134">
                  <c:v>413.4</c:v>
                </c:pt>
                <c:pt idx="4135">
                  <c:v>413.5</c:v>
                </c:pt>
                <c:pt idx="4136">
                  <c:v>413.6</c:v>
                </c:pt>
                <c:pt idx="4137">
                  <c:v>413.7</c:v>
                </c:pt>
                <c:pt idx="4138">
                  <c:v>413.8</c:v>
                </c:pt>
                <c:pt idx="4139">
                  <c:v>413.9</c:v>
                </c:pt>
                <c:pt idx="4140">
                  <c:v>414</c:v>
                </c:pt>
                <c:pt idx="4141">
                  <c:v>414.1</c:v>
                </c:pt>
                <c:pt idx="4142">
                  <c:v>414.2</c:v>
                </c:pt>
                <c:pt idx="4143">
                  <c:v>414.3</c:v>
                </c:pt>
                <c:pt idx="4144">
                  <c:v>414.4</c:v>
                </c:pt>
                <c:pt idx="4145">
                  <c:v>414.5</c:v>
                </c:pt>
                <c:pt idx="4146">
                  <c:v>414.6</c:v>
                </c:pt>
                <c:pt idx="4147">
                  <c:v>414.7</c:v>
                </c:pt>
                <c:pt idx="4148">
                  <c:v>414.8</c:v>
                </c:pt>
                <c:pt idx="4149">
                  <c:v>414.9</c:v>
                </c:pt>
                <c:pt idx="4150">
                  <c:v>415</c:v>
                </c:pt>
                <c:pt idx="4151">
                  <c:v>415.1</c:v>
                </c:pt>
                <c:pt idx="4152">
                  <c:v>415.2</c:v>
                </c:pt>
                <c:pt idx="4153">
                  <c:v>415.3</c:v>
                </c:pt>
                <c:pt idx="4154">
                  <c:v>415.4</c:v>
                </c:pt>
                <c:pt idx="4155">
                  <c:v>415.5</c:v>
                </c:pt>
                <c:pt idx="4156">
                  <c:v>415.6</c:v>
                </c:pt>
                <c:pt idx="4157">
                  <c:v>415.7</c:v>
                </c:pt>
                <c:pt idx="4158">
                  <c:v>415.8</c:v>
                </c:pt>
                <c:pt idx="4159">
                  <c:v>415.9</c:v>
                </c:pt>
                <c:pt idx="4160">
                  <c:v>416</c:v>
                </c:pt>
                <c:pt idx="4161">
                  <c:v>416.1</c:v>
                </c:pt>
                <c:pt idx="4162">
                  <c:v>416.2</c:v>
                </c:pt>
                <c:pt idx="4163">
                  <c:v>416.3</c:v>
                </c:pt>
                <c:pt idx="4164">
                  <c:v>416.4</c:v>
                </c:pt>
                <c:pt idx="4165">
                  <c:v>416.5</c:v>
                </c:pt>
                <c:pt idx="4166">
                  <c:v>416.6</c:v>
                </c:pt>
                <c:pt idx="4167">
                  <c:v>416.7</c:v>
                </c:pt>
                <c:pt idx="4168">
                  <c:v>416.8</c:v>
                </c:pt>
                <c:pt idx="4169">
                  <c:v>416.9</c:v>
                </c:pt>
                <c:pt idx="4170">
                  <c:v>417</c:v>
                </c:pt>
                <c:pt idx="4171">
                  <c:v>417.1</c:v>
                </c:pt>
                <c:pt idx="4172">
                  <c:v>417.2</c:v>
                </c:pt>
                <c:pt idx="4173">
                  <c:v>417.3</c:v>
                </c:pt>
                <c:pt idx="4174">
                  <c:v>417.4</c:v>
                </c:pt>
                <c:pt idx="4175">
                  <c:v>417.5</c:v>
                </c:pt>
                <c:pt idx="4176">
                  <c:v>417.6</c:v>
                </c:pt>
                <c:pt idx="4177">
                  <c:v>417.7</c:v>
                </c:pt>
                <c:pt idx="4178">
                  <c:v>417.8</c:v>
                </c:pt>
                <c:pt idx="4179">
                  <c:v>417.9</c:v>
                </c:pt>
                <c:pt idx="4180">
                  <c:v>418</c:v>
                </c:pt>
                <c:pt idx="4181">
                  <c:v>418.1</c:v>
                </c:pt>
                <c:pt idx="4182">
                  <c:v>418.2</c:v>
                </c:pt>
                <c:pt idx="4183">
                  <c:v>418.3</c:v>
                </c:pt>
                <c:pt idx="4184">
                  <c:v>418.4</c:v>
                </c:pt>
                <c:pt idx="4185">
                  <c:v>418.5</c:v>
                </c:pt>
                <c:pt idx="4186">
                  <c:v>418.6</c:v>
                </c:pt>
                <c:pt idx="4187">
                  <c:v>418.7</c:v>
                </c:pt>
                <c:pt idx="4188">
                  <c:v>418.8</c:v>
                </c:pt>
                <c:pt idx="4189">
                  <c:v>418.9</c:v>
                </c:pt>
                <c:pt idx="4190">
                  <c:v>419</c:v>
                </c:pt>
                <c:pt idx="4191">
                  <c:v>419.1</c:v>
                </c:pt>
                <c:pt idx="4192">
                  <c:v>419.2</c:v>
                </c:pt>
                <c:pt idx="4193">
                  <c:v>419.3</c:v>
                </c:pt>
                <c:pt idx="4194">
                  <c:v>419.4</c:v>
                </c:pt>
                <c:pt idx="4195">
                  <c:v>419.5</c:v>
                </c:pt>
                <c:pt idx="4196">
                  <c:v>419.6</c:v>
                </c:pt>
                <c:pt idx="4197">
                  <c:v>419.7</c:v>
                </c:pt>
                <c:pt idx="4198">
                  <c:v>419.8</c:v>
                </c:pt>
                <c:pt idx="4199">
                  <c:v>419.9</c:v>
                </c:pt>
                <c:pt idx="4200">
                  <c:v>420</c:v>
                </c:pt>
                <c:pt idx="4201">
                  <c:v>420.1</c:v>
                </c:pt>
                <c:pt idx="4202">
                  <c:v>420.2</c:v>
                </c:pt>
                <c:pt idx="4203">
                  <c:v>420.3</c:v>
                </c:pt>
                <c:pt idx="4204">
                  <c:v>420.4</c:v>
                </c:pt>
                <c:pt idx="4205">
                  <c:v>420.5</c:v>
                </c:pt>
                <c:pt idx="4206">
                  <c:v>420.6</c:v>
                </c:pt>
                <c:pt idx="4207">
                  <c:v>420.7</c:v>
                </c:pt>
                <c:pt idx="4208">
                  <c:v>420.8</c:v>
                </c:pt>
                <c:pt idx="4209">
                  <c:v>420.9</c:v>
                </c:pt>
                <c:pt idx="4210">
                  <c:v>421</c:v>
                </c:pt>
                <c:pt idx="4211">
                  <c:v>421.1</c:v>
                </c:pt>
                <c:pt idx="4212">
                  <c:v>421.2</c:v>
                </c:pt>
                <c:pt idx="4213">
                  <c:v>421.3</c:v>
                </c:pt>
                <c:pt idx="4214">
                  <c:v>421.4</c:v>
                </c:pt>
                <c:pt idx="4215">
                  <c:v>421.5</c:v>
                </c:pt>
                <c:pt idx="4216">
                  <c:v>421.6</c:v>
                </c:pt>
                <c:pt idx="4217">
                  <c:v>421.7</c:v>
                </c:pt>
                <c:pt idx="4218">
                  <c:v>421.8</c:v>
                </c:pt>
                <c:pt idx="4219">
                  <c:v>421.9</c:v>
                </c:pt>
                <c:pt idx="4220">
                  <c:v>422</c:v>
                </c:pt>
                <c:pt idx="4221">
                  <c:v>422.1</c:v>
                </c:pt>
                <c:pt idx="4222">
                  <c:v>422.2</c:v>
                </c:pt>
                <c:pt idx="4223">
                  <c:v>422.3</c:v>
                </c:pt>
                <c:pt idx="4224">
                  <c:v>422.4</c:v>
                </c:pt>
                <c:pt idx="4225">
                  <c:v>422.5</c:v>
                </c:pt>
                <c:pt idx="4226">
                  <c:v>422.6</c:v>
                </c:pt>
                <c:pt idx="4227">
                  <c:v>422.7</c:v>
                </c:pt>
                <c:pt idx="4228">
                  <c:v>422.8</c:v>
                </c:pt>
                <c:pt idx="4229">
                  <c:v>422.9</c:v>
                </c:pt>
                <c:pt idx="4230">
                  <c:v>423</c:v>
                </c:pt>
                <c:pt idx="4231">
                  <c:v>423.1</c:v>
                </c:pt>
                <c:pt idx="4232">
                  <c:v>423.2</c:v>
                </c:pt>
                <c:pt idx="4233">
                  <c:v>423.3</c:v>
                </c:pt>
                <c:pt idx="4234">
                  <c:v>423.4</c:v>
                </c:pt>
                <c:pt idx="4235">
                  <c:v>423.5</c:v>
                </c:pt>
                <c:pt idx="4236">
                  <c:v>423.6</c:v>
                </c:pt>
                <c:pt idx="4237">
                  <c:v>423.7</c:v>
                </c:pt>
                <c:pt idx="4238">
                  <c:v>423.8</c:v>
                </c:pt>
                <c:pt idx="4239">
                  <c:v>423.9</c:v>
                </c:pt>
                <c:pt idx="4240">
                  <c:v>424</c:v>
                </c:pt>
                <c:pt idx="4241">
                  <c:v>424.1</c:v>
                </c:pt>
                <c:pt idx="4242">
                  <c:v>424.2</c:v>
                </c:pt>
                <c:pt idx="4243">
                  <c:v>424.3</c:v>
                </c:pt>
                <c:pt idx="4244">
                  <c:v>424.4</c:v>
                </c:pt>
                <c:pt idx="4245">
                  <c:v>424.5</c:v>
                </c:pt>
                <c:pt idx="4246">
                  <c:v>424.6</c:v>
                </c:pt>
                <c:pt idx="4247">
                  <c:v>424.7</c:v>
                </c:pt>
                <c:pt idx="4248">
                  <c:v>424.8</c:v>
                </c:pt>
                <c:pt idx="4249">
                  <c:v>424.9</c:v>
                </c:pt>
                <c:pt idx="4250">
                  <c:v>425</c:v>
                </c:pt>
                <c:pt idx="4251">
                  <c:v>425.1</c:v>
                </c:pt>
                <c:pt idx="4252">
                  <c:v>425.2</c:v>
                </c:pt>
                <c:pt idx="4253">
                  <c:v>425.3</c:v>
                </c:pt>
                <c:pt idx="4254">
                  <c:v>425.4</c:v>
                </c:pt>
                <c:pt idx="4255">
                  <c:v>425.5</c:v>
                </c:pt>
                <c:pt idx="4256">
                  <c:v>425.6</c:v>
                </c:pt>
                <c:pt idx="4257">
                  <c:v>425.7</c:v>
                </c:pt>
                <c:pt idx="4258">
                  <c:v>425.8</c:v>
                </c:pt>
                <c:pt idx="4259">
                  <c:v>425.9</c:v>
                </c:pt>
                <c:pt idx="4260">
                  <c:v>426</c:v>
                </c:pt>
                <c:pt idx="4261">
                  <c:v>426.1</c:v>
                </c:pt>
                <c:pt idx="4262">
                  <c:v>426.2</c:v>
                </c:pt>
                <c:pt idx="4263">
                  <c:v>426.3</c:v>
                </c:pt>
                <c:pt idx="4264">
                  <c:v>426.4</c:v>
                </c:pt>
                <c:pt idx="4265">
                  <c:v>426.5</c:v>
                </c:pt>
                <c:pt idx="4266">
                  <c:v>426.6</c:v>
                </c:pt>
                <c:pt idx="4267">
                  <c:v>426.7</c:v>
                </c:pt>
                <c:pt idx="4268">
                  <c:v>426.8</c:v>
                </c:pt>
                <c:pt idx="4269">
                  <c:v>426.9</c:v>
                </c:pt>
                <c:pt idx="4270">
                  <c:v>427</c:v>
                </c:pt>
                <c:pt idx="4271">
                  <c:v>427.1</c:v>
                </c:pt>
                <c:pt idx="4272">
                  <c:v>427.2</c:v>
                </c:pt>
                <c:pt idx="4273">
                  <c:v>427.3</c:v>
                </c:pt>
                <c:pt idx="4274">
                  <c:v>427.4</c:v>
                </c:pt>
                <c:pt idx="4275">
                  <c:v>427.5</c:v>
                </c:pt>
                <c:pt idx="4276">
                  <c:v>427.6</c:v>
                </c:pt>
                <c:pt idx="4277">
                  <c:v>427.7</c:v>
                </c:pt>
                <c:pt idx="4278">
                  <c:v>427.8</c:v>
                </c:pt>
                <c:pt idx="4279">
                  <c:v>427.9</c:v>
                </c:pt>
                <c:pt idx="4280">
                  <c:v>428</c:v>
                </c:pt>
                <c:pt idx="4281">
                  <c:v>428.1</c:v>
                </c:pt>
                <c:pt idx="4282">
                  <c:v>428.2</c:v>
                </c:pt>
                <c:pt idx="4283">
                  <c:v>428.3</c:v>
                </c:pt>
                <c:pt idx="4284">
                  <c:v>428.4</c:v>
                </c:pt>
                <c:pt idx="4285">
                  <c:v>428.5</c:v>
                </c:pt>
                <c:pt idx="4286">
                  <c:v>428.6</c:v>
                </c:pt>
                <c:pt idx="4287">
                  <c:v>428.7</c:v>
                </c:pt>
                <c:pt idx="4288">
                  <c:v>428.8</c:v>
                </c:pt>
                <c:pt idx="4289">
                  <c:v>428.9</c:v>
                </c:pt>
                <c:pt idx="4290">
                  <c:v>429</c:v>
                </c:pt>
                <c:pt idx="4291">
                  <c:v>429.1</c:v>
                </c:pt>
                <c:pt idx="4292">
                  <c:v>429.2</c:v>
                </c:pt>
                <c:pt idx="4293">
                  <c:v>429.3</c:v>
                </c:pt>
                <c:pt idx="4294">
                  <c:v>429.4</c:v>
                </c:pt>
                <c:pt idx="4295">
                  <c:v>429.5</c:v>
                </c:pt>
                <c:pt idx="4296">
                  <c:v>429.6</c:v>
                </c:pt>
                <c:pt idx="4297">
                  <c:v>429.7</c:v>
                </c:pt>
                <c:pt idx="4298">
                  <c:v>429.8</c:v>
                </c:pt>
                <c:pt idx="4299">
                  <c:v>429.9</c:v>
                </c:pt>
                <c:pt idx="4300">
                  <c:v>430</c:v>
                </c:pt>
                <c:pt idx="4301">
                  <c:v>430.1</c:v>
                </c:pt>
                <c:pt idx="4302">
                  <c:v>430.2</c:v>
                </c:pt>
                <c:pt idx="4303">
                  <c:v>430.3</c:v>
                </c:pt>
                <c:pt idx="4304">
                  <c:v>430.4</c:v>
                </c:pt>
                <c:pt idx="4305">
                  <c:v>430.5</c:v>
                </c:pt>
                <c:pt idx="4306">
                  <c:v>430.6</c:v>
                </c:pt>
                <c:pt idx="4307">
                  <c:v>430.7</c:v>
                </c:pt>
                <c:pt idx="4308">
                  <c:v>430.8</c:v>
                </c:pt>
                <c:pt idx="4309">
                  <c:v>430.9</c:v>
                </c:pt>
                <c:pt idx="4310">
                  <c:v>431</c:v>
                </c:pt>
                <c:pt idx="4311">
                  <c:v>431.1</c:v>
                </c:pt>
                <c:pt idx="4312">
                  <c:v>431.2</c:v>
                </c:pt>
                <c:pt idx="4313">
                  <c:v>431.3</c:v>
                </c:pt>
                <c:pt idx="4314">
                  <c:v>431.4</c:v>
                </c:pt>
                <c:pt idx="4315">
                  <c:v>431.5</c:v>
                </c:pt>
                <c:pt idx="4316">
                  <c:v>431.6</c:v>
                </c:pt>
                <c:pt idx="4317">
                  <c:v>431.7</c:v>
                </c:pt>
                <c:pt idx="4318">
                  <c:v>431.8</c:v>
                </c:pt>
                <c:pt idx="4319">
                  <c:v>431.9</c:v>
                </c:pt>
                <c:pt idx="4320">
                  <c:v>432</c:v>
                </c:pt>
                <c:pt idx="4321">
                  <c:v>432.1</c:v>
                </c:pt>
                <c:pt idx="4322">
                  <c:v>432.2</c:v>
                </c:pt>
                <c:pt idx="4323">
                  <c:v>432.3</c:v>
                </c:pt>
                <c:pt idx="4324">
                  <c:v>432.4</c:v>
                </c:pt>
                <c:pt idx="4325">
                  <c:v>432.5</c:v>
                </c:pt>
                <c:pt idx="4326">
                  <c:v>432.6</c:v>
                </c:pt>
                <c:pt idx="4327">
                  <c:v>432.7</c:v>
                </c:pt>
                <c:pt idx="4328">
                  <c:v>432.8</c:v>
                </c:pt>
                <c:pt idx="4329">
                  <c:v>432.9</c:v>
                </c:pt>
                <c:pt idx="4330">
                  <c:v>433</c:v>
                </c:pt>
                <c:pt idx="4331">
                  <c:v>433.1</c:v>
                </c:pt>
                <c:pt idx="4332">
                  <c:v>433.2</c:v>
                </c:pt>
                <c:pt idx="4333">
                  <c:v>433.3</c:v>
                </c:pt>
                <c:pt idx="4334">
                  <c:v>433.4</c:v>
                </c:pt>
                <c:pt idx="4335">
                  <c:v>433.5</c:v>
                </c:pt>
                <c:pt idx="4336">
                  <c:v>433.6</c:v>
                </c:pt>
                <c:pt idx="4337">
                  <c:v>433.7</c:v>
                </c:pt>
                <c:pt idx="4338">
                  <c:v>433.8</c:v>
                </c:pt>
                <c:pt idx="4339">
                  <c:v>433.9</c:v>
                </c:pt>
                <c:pt idx="4340">
                  <c:v>434</c:v>
                </c:pt>
                <c:pt idx="4341">
                  <c:v>434.1</c:v>
                </c:pt>
                <c:pt idx="4342">
                  <c:v>434.2</c:v>
                </c:pt>
                <c:pt idx="4343">
                  <c:v>434.3</c:v>
                </c:pt>
                <c:pt idx="4344">
                  <c:v>434.4</c:v>
                </c:pt>
                <c:pt idx="4345">
                  <c:v>434.5</c:v>
                </c:pt>
                <c:pt idx="4346">
                  <c:v>434.6</c:v>
                </c:pt>
                <c:pt idx="4347">
                  <c:v>434.7</c:v>
                </c:pt>
                <c:pt idx="4348">
                  <c:v>434.8</c:v>
                </c:pt>
                <c:pt idx="4349">
                  <c:v>434.9</c:v>
                </c:pt>
                <c:pt idx="4350">
                  <c:v>435</c:v>
                </c:pt>
                <c:pt idx="4351">
                  <c:v>435.1</c:v>
                </c:pt>
                <c:pt idx="4352">
                  <c:v>435.2</c:v>
                </c:pt>
                <c:pt idx="4353">
                  <c:v>435.3</c:v>
                </c:pt>
                <c:pt idx="4354">
                  <c:v>435.4</c:v>
                </c:pt>
                <c:pt idx="4355">
                  <c:v>435.5</c:v>
                </c:pt>
                <c:pt idx="4356">
                  <c:v>435.6</c:v>
                </c:pt>
                <c:pt idx="4357">
                  <c:v>435.7</c:v>
                </c:pt>
                <c:pt idx="4358">
                  <c:v>435.8</c:v>
                </c:pt>
                <c:pt idx="4359">
                  <c:v>435.9</c:v>
                </c:pt>
                <c:pt idx="4360">
                  <c:v>436</c:v>
                </c:pt>
                <c:pt idx="4361">
                  <c:v>436.1</c:v>
                </c:pt>
                <c:pt idx="4362">
                  <c:v>436.2</c:v>
                </c:pt>
                <c:pt idx="4363">
                  <c:v>436.3</c:v>
                </c:pt>
                <c:pt idx="4364">
                  <c:v>436.4</c:v>
                </c:pt>
                <c:pt idx="4365">
                  <c:v>436.5</c:v>
                </c:pt>
                <c:pt idx="4366">
                  <c:v>436.6</c:v>
                </c:pt>
                <c:pt idx="4367">
                  <c:v>436.7</c:v>
                </c:pt>
                <c:pt idx="4368">
                  <c:v>436.8</c:v>
                </c:pt>
                <c:pt idx="4369">
                  <c:v>436.9</c:v>
                </c:pt>
                <c:pt idx="4370">
                  <c:v>437</c:v>
                </c:pt>
                <c:pt idx="4371">
                  <c:v>437.1</c:v>
                </c:pt>
                <c:pt idx="4372">
                  <c:v>437.2</c:v>
                </c:pt>
                <c:pt idx="4373">
                  <c:v>437.3</c:v>
                </c:pt>
                <c:pt idx="4374">
                  <c:v>437.4</c:v>
                </c:pt>
                <c:pt idx="4375">
                  <c:v>437.5</c:v>
                </c:pt>
                <c:pt idx="4376">
                  <c:v>437.6</c:v>
                </c:pt>
                <c:pt idx="4377">
                  <c:v>437.7</c:v>
                </c:pt>
                <c:pt idx="4378">
                  <c:v>437.8</c:v>
                </c:pt>
                <c:pt idx="4379">
                  <c:v>437.9</c:v>
                </c:pt>
                <c:pt idx="4380">
                  <c:v>438</c:v>
                </c:pt>
                <c:pt idx="4381">
                  <c:v>438.1</c:v>
                </c:pt>
                <c:pt idx="4382">
                  <c:v>438.2</c:v>
                </c:pt>
                <c:pt idx="4383">
                  <c:v>438.3</c:v>
                </c:pt>
                <c:pt idx="4384">
                  <c:v>438.4</c:v>
                </c:pt>
                <c:pt idx="4385">
                  <c:v>438.5</c:v>
                </c:pt>
                <c:pt idx="4386">
                  <c:v>438.6</c:v>
                </c:pt>
                <c:pt idx="4387">
                  <c:v>438.7</c:v>
                </c:pt>
                <c:pt idx="4388">
                  <c:v>438.8</c:v>
                </c:pt>
                <c:pt idx="4389">
                  <c:v>438.9</c:v>
                </c:pt>
                <c:pt idx="4390">
                  <c:v>439</c:v>
                </c:pt>
                <c:pt idx="4391">
                  <c:v>439.1</c:v>
                </c:pt>
                <c:pt idx="4392">
                  <c:v>439.2</c:v>
                </c:pt>
                <c:pt idx="4393">
                  <c:v>439.3</c:v>
                </c:pt>
                <c:pt idx="4394">
                  <c:v>439.4</c:v>
                </c:pt>
                <c:pt idx="4395">
                  <c:v>439.5</c:v>
                </c:pt>
                <c:pt idx="4396">
                  <c:v>439.6</c:v>
                </c:pt>
                <c:pt idx="4397">
                  <c:v>439.7</c:v>
                </c:pt>
                <c:pt idx="4398">
                  <c:v>439.8</c:v>
                </c:pt>
                <c:pt idx="4399">
                  <c:v>439.9</c:v>
                </c:pt>
                <c:pt idx="4400">
                  <c:v>440</c:v>
                </c:pt>
                <c:pt idx="4401">
                  <c:v>440.1</c:v>
                </c:pt>
                <c:pt idx="4402">
                  <c:v>440.2</c:v>
                </c:pt>
                <c:pt idx="4403">
                  <c:v>440.3</c:v>
                </c:pt>
                <c:pt idx="4404">
                  <c:v>440.4</c:v>
                </c:pt>
                <c:pt idx="4405">
                  <c:v>440.5</c:v>
                </c:pt>
                <c:pt idx="4406">
                  <c:v>440.6</c:v>
                </c:pt>
                <c:pt idx="4407">
                  <c:v>440.7</c:v>
                </c:pt>
                <c:pt idx="4408">
                  <c:v>440.8</c:v>
                </c:pt>
                <c:pt idx="4409">
                  <c:v>440.9</c:v>
                </c:pt>
                <c:pt idx="4410">
                  <c:v>441</c:v>
                </c:pt>
                <c:pt idx="4411">
                  <c:v>441.1</c:v>
                </c:pt>
                <c:pt idx="4412">
                  <c:v>441.2</c:v>
                </c:pt>
                <c:pt idx="4413">
                  <c:v>441.3</c:v>
                </c:pt>
                <c:pt idx="4414">
                  <c:v>441.4</c:v>
                </c:pt>
                <c:pt idx="4415">
                  <c:v>441.5</c:v>
                </c:pt>
                <c:pt idx="4416">
                  <c:v>441.6</c:v>
                </c:pt>
                <c:pt idx="4417">
                  <c:v>441.7</c:v>
                </c:pt>
                <c:pt idx="4418">
                  <c:v>441.8</c:v>
                </c:pt>
                <c:pt idx="4419">
                  <c:v>441.9</c:v>
                </c:pt>
                <c:pt idx="4420">
                  <c:v>442</c:v>
                </c:pt>
                <c:pt idx="4421">
                  <c:v>442.1</c:v>
                </c:pt>
                <c:pt idx="4422">
                  <c:v>442.2</c:v>
                </c:pt>
                <c:pt idx="4423">
                  <c:v>442.3</c:v>
                </c:pt>
                <c:pt idx="4424">
                  <c:v>442.4</c:v>
                </c:pt>
                <c:pt idx="4425">
                  <c:v>442.5</c:v>
                </c:pt>
                <c:pt idx="4426">
                  <c:v>442.6</c:v>
                </c:pt>
                <c:pt idx="4427">
                  <c:v>442.7</c:v>
                </c:pt>
                <c:pt idx="4428">
                  <c:v>442.8</c:v>
                </c:pt>
                <c:pt idx="4429">
                  <c:v>442.9</c:v>
                </c:pt>
                <c:pt idx="4430">
                  <c:v>443</c:v>
                </c:pt>
                <c:pt idx="4431">
                  <c:v>443.1</c:v>
                </c:pt>
                <c:pt idx="4432">
                  <c:v>443.2</c:v>
                </c:pt>
                <c:pt idx="4433">
                  <c:v>443.3</c:v>
                </c:pt>
                <c:pt idx="4434">
                  <c:v>443.4</c:v>
                </c:pt>
                <c:pt idx="4435">
                  <c:v>443.5</c:v>
                </c:pt>
                <c:pt idx="4436">
                  <c:v>443.6</c:v>
                </c:pt>
                <c:pt idx="4437">
                  <c:v>443.7</c:v>
                </c:pt>
                <c:pt idx="4438">
                  <c:v>443.8</c:v>
                </c:pt>
                <c:pt idx="4439">
                  <c:v>443.9</c:v>
                </c:pt>
                <c:pt idx="4440">
                  <c:v>444</c:v>
                </c:pt>
                <c:pt idx="4441">
                  <c:v>444.1</c:v>
                </c:pt>
                <c:pt idx="4442">
                  <c:v>444.2</c:v>
                </c:pt>
                <c:pt idx="4443">
                  <c:v>444.3</c:v>
                </c:pt>
                <c:pt idx="4444">
                  <c:v>444.4</c:v>
                </c:pt>
                <c:pt idx="4445">
                  <c:v>444.5</c:v>
                </c:pt>
                <c:pt idx="4446">
                  <c:v>444.6</c:v>
                </c:pt>
                <c:pt idx="4447">
                  <c:v>444.7</c:v>
                </c:pt>
                <c:pt idx="4448">
                  <c:v>444.8</c:v>
                </c:pt>
                <c:pt idx="4449">
                  <c:v>444.9</c:v>
                </c:pt>
                <c:pt idx="4450">
                  <c:v>445</c:v>
                </c:pt>
                <c:pt idx="4451">
                  <c:v>445.1</c:v>
                </c:pt>
                <c:pt idx="4452">
                  <c:v>445.2</c:v>
                </c:pt>
                <c:pt idx="4453">
                  <c:v>445.3</c:v>
                </c:pt>
                <c:pt idx="4454">
                  <c:v>445.4</c:v>
                </c:pt>
                <c:pt idx="4455">
                  <c:v>445.5</c:v>
                </c:pt>
                <c:pt idx="4456">
                  <c:v>445.6</c:v>
                </c:pt>
                <c:pt idx="4457">
                  <c:v>445.7</c:v>
                </c:pt>
                <c:pt idx="4458">
                  <c:v>445.8</c:v>
                </c:pt>
                <c:pt idx="4459">
                  <c:v>445.9</c:v>
                </c:pt>
                <c:pt idx="4460">
                  <c:v>446</c:v>
                </c:pt>
                <c:pt idx="4461">
                  <c:v>446.1</c:v>
                </c:pt>
                <c:pt idx="4462">
                  <c:v>446.2</c:v>
                </c:pt>
                <c:pt idx="4463">
                  <c:v>446.3</c:v>
                </c:pt>
                <c:pt idx="4464">
                  <c:v>446.4</c:v>
                </c:pt>
                <c:pt idx="4465">
                  <c:v>446.5</c:v>
                </c:pt>
                <c:pt idx="4466">
                  <c:v>446.6</c:v>
                </c:pt>
                <c:pt idx="4467">
                  <c:v>446.7</c:v>
                </c:pt>
                <c:pt idx="4468">
                  <c:v>446.8</c:v>
                </c:pt>
                <c:pt idx="4469">
                  <c:v>446.9</c:v>
                </c:pt>
                <c:pt idx="4470">
                  <c:v>447</c:v>
                </c:pt>
                <c:pt idx="4471">
                  <c:v>447.1</c:v>
                </c:pt>
                <c:pt idx="4472">
                  <c:v>447.2</c:v>
                </c:pt>
                <c:pt idx="4473">
                  <c:v>447.3</c:v>
                </c:pt>
                <c:pt idx="4474">
                  <c:v>447.4</c:v>
                </c:pt>
                <c:pt idx="4475">
                  <c:v>447.5</c:v>
                </c:pt>
                <c:pt idx="4476">
                  <c:v>447.6</c:v>
                </c:pt>
                <c:pt idx="4477">
                  <c:v>447.7</c:v>
                </c:pt>
                <c:pt idx="4478">
                  <c:v>447.8</c:v>
                </c:pt>
                <c:pt idx="4479">
                  <c:v>447.9</c:v>
                </c:pt>
                <c:pt idx="4480">
                  <c:v>448</c:v>
                </c:pt>
                <c:pt idx="4481">
                  <c:v>448.1</c:v>
                </c:pt>
                <c:pt idx="4482">
                  <c:v>448.2</c:v>
                </c:pt>
                <c:pt idx="4483">
                  <c:v>448.3</c:v>
                </c:pt>
                <c:pt idx="4484">
                  <c:v>448.4</c:v>
                </c:pt>
                <c:pt idx="4485">
                  <c:v>448.5</c:v>
                </c:pt>
                <c:pt idx="4486">
                  <c:v>448.6</c:v>
                </c:pt>
                <c:pt idx="4487">
                  <c:v>448.7</c:v>
                </c:pt>
                <c:pt idx="4488">
                  <c:v>448.8</c:v>
                </c:pt>
                <c:pt idx="4489">
                  <c:v>448.9</c:v>
                </c:pt>
                <c:pt idx="4490">
                  <c:v>449</c:v>
                </c:pt>
                <c:pt idx="4491">
                  <c:v>449.1</c:v>
                </c:pt>
                <c:pt idx="4492">
                  <c:v>449.2</c:v>
                </c:pt>
                <c:pt idx="4493">
                  <c:v>449.3</c:v>
                </c:pt>
                <c:pt idx="4494">
                  <c:v>449.4</c:v>
                </c:pt>
                <c:pt idx="4495">
                  <c:v>449.5</c:v>
                </c:pt>
                <c:pt idx="4496">
                  <c:v>449.6</c:v>
                </c:pt>
                <c:pt idx="4497">
                  <c:v>449.7</c:v>
                </c:pt>
                <c:pt idx="4498">
                  <c:v>449.8</c:v>
                </c:pt>
                <c:pt idx="4499">
                  <c:v>449.9</c:v>
                </c:pt>
                <c:pt idx="4500">
                  <c:v>450</c:v>
                </c:pt>
                <c:pt idx="4501">
                  <c:v>450.1</c:v>
                </c:pt>
                <c:pt idx="4502">
                  <c:v>450.2</c:v>
                </c:pt>
                <c:pt idx="4503">
                  <c:v>450.3</c:v>
                </c:pt>
                <c:pt idx="4504">
                  <c:v>450.4</c:v>
                </c:pt>
                <c:pt idx="4505">
                  <c:v>450.5</c:v>
                </c:pt>
                <c:pt idx="4506">
                  <c:v>450.6</c:v>
                </c:pt>
                <c:pt idx="4507">
                  <c:v>450.7</c:v>
                </c:pt>
                <c:pt idx="4508">
                  <c:v>450.8</c:v>
                </c:pt>
                <c:pt idx="4509">
                  <c:v>450.9</c:v>
                </c:pt>
                <c:pt idx="4510">
                  <c:v>451</c:v>
                </c:pt>
                <c:pt idx="4511">
                  <c:v>451.1</c:v>
                </c:pt>
                <c:pt idx="4512">
                  <c:v>451.2</c:v>
                </c:pt>
                <c:pt idx="4513">
                  <c:v>451.3</c:v>
                </c:pt>
                <c:pt idx="4514">
                  <c:v>451.4</c:v>
                </c:pt>
                <c:pt idx="4515">
                  <c:v>451.5</c:v>
                </c:pt>
                <c:pt idx="4516">
                  <c:v>451.6</c:v>
                </c:pt>
                <c:pt idx="4517">
                  <c:v>451.7</c:v>
                </c:pt>
                <c:pt idx="4518">
                  <c:v>451.8</c:v>
                </c:pt>
                <c:pt idx="4519">
                  <c:v>451.9</c:v>
                </c:pt>
                <c:pt idx="4520">
                  <c:v>452</c:v>
                </c:pt>
                <c:pt idx="4521">
                  <c:v>452.1</c:v>
                </c:pt>
                <c:pt idx="4522">
                  <c:v>452.2</c:v>
                </c:pt>
                <c:pt idx="4523">
                  <c:v>452.3</c:v>
                </c:pt>
                <c:pt idx="4524">
                  <c:v>452.4</c:v>
                </c:pt>
                <c:pt idx="4525">
                  <c:v>452.5</c:v>
                </c:pt>
                <c:pt idx="4526">
                  <c:v>452.6</c:v>
                </c:pt>
                <c:pt idx="4527">
                  <c:v>452.7</c:v>
                </c:pt>
                <c:pt idx="4528">
                  <c:v>452.8</c:v>
                </c:pt>
                <c:pt idx="4529">
                  <c:v>452.9</c:v>
                </c:pt>
                <c:pt idx="4530">
                  <c:v>453</c:v>
                </c:pt>
                <c:pt idx="4531">
                  <c:v>453.1</c:v>
                </c:pt>
                <c:pt idx="4532">
                  <c:v>453.2</c:v>
                </c:pt>
                <c:pt idx="4533">
                  <c:v>453.3</c:v>
                </c:pt>
                <c:pt idx="4534">
                  <c:v>453.4</c:v>
                </c:pt>
                <c:pt idx="4535">
                  <c:v>453.5</c:v>
                </c:pt>
                <c:pt idx="4536">
                  <c:v>453.6</c:v>
                </c:pt>
                <c:pt idx="4537">
                  <c:v>453.7</c:v>
                </c:pt>
                <c:pt idx="4538">
                  <c:v>453.8</c:v>
                </c:pt>
                <c:pt idx="4539">
                  <c:v>453.9</c:v>
                </c:pt>
                <c:pt idx="4540">
                  <c:v>454</c:v>
                </c:pt>
                <c:pt idx="4541">
                  <c:v>454.1</c:v>
                </c:pt>
                <c:pt idx="4542">
                  <c:v>454.2</c:v>
                </c:pt>
                <c:pt idx="4543">
                  <c:v>454.3</c:v>
                </c:pt>
                <c:pt idx="4544">
                  <c:v>454.4</c:v>
                </c:pt>
                <c:pt idx="4545">
                  <c:v>454.5</c:v>
                </c:pt>
                <c:pt idx="4546">
                  <c:v>454.6</c:v>
                </c:pt>
                <c:pt idx="4547">
                  <c:v>454.7</c:v>
                </c:pt>
                <c:pt idx="4548">
                  <c:v>454.8</c:v>
                </c:pt>
                <c:pt idx="4549">
                  <c:v>454.9</c:v>
                </c:pt>
                <c:pt idx="4550">
                  <c:v>455</c:v>
                </c:pt>
                <c:pt idx="4551">
                  <c:v>455.1</c:v>
                </c:pt>
                <c:pt idx="4552">
                  <c:v>455.2</c:v>
                </c:pt>
                <c:pt idx="4553">
                  <c:v>455.3</c:v>
                </c:pt>
                <c:pt idx="4554">
                  <c:v>455.4</c:v>
                </c:pt>
                <c:pt idx="4555">
                  <c:v>455.5</c:v>
                </c:pt>
                <c:pt idx="4556">
                  <c:v>455.6</c:v>
                </c:pt>
                <c:pt idx="4557">
                  <c:v>455.7</c:v>
                </c:pt>
                <c:pt idx="4558">
                  <c:v>455.8</c:v>
                </c:pt>
                <c:pt idx="4559">
                  <c:v>455.9</c:v>
                </c:pt>
                <c:pt idx="4560">
                  <c:v>456</c:v>
                </c:pt>
                <c:pt idx="4561">
                  <c:v>456.1</c:v>
                </c:pt>
                <c:pt idx="4562">
                  <c:v>456.2</c:v>
                </c:pt>
                <c:pt idx="4563">
                  <c:v>456.3</c:v>
                </c:pt>
                <c:pt idx="4564">
                  <c:v>456.4</c:v>
                </c:pt>
                <c:pt idx="4565">
                  <c:v>456.5</c:v>
                </c:pt>
                <c:pt idx="4566">
                  <c:v>456.6</c:v>
                </c:pt>
                <c:pt idx="4567">
                  <c:v>456.7</c:v>
                </c:pt>
                <c:pt idx="4568">
                  <c:v>456.8</c:v>
                </c:pt>
                <c:pt idx="4569">
                  <c:v>456.9</c:v>
                </c:pt>
                <c:pt idx="4570">
                  <c:v>457</c:v>
                </c:pt>
                <c:pt idx="4571">
                  <c:v>457.1</c:v>
                </c:pt>
                <c:pt idx="4572">
                  <c:v>457.2</c:v>
                </c:pt>
                <c:pt idx="4573">
                  <c:v>457.3</c:v>
                </c:pt>
                <c:pt idx="4574">
                  <c:v>457.4</c:v>
                </c:pt>
                <c:pt idx="4575">
                  <c:v>457.5</c:v>
                </c:pt>
                <c:pt idx="4576">
                  <c:v>457.6</c:v>
                </c:pt>
                <c:pt idx="4577">
                  <c:v>457.7</c:v>
                </c:pt>
                <c:pt idx="4578">
                  <c:v>457.8</c:v>
                </c:pt>
                <c:pt idx="4579">
                  <c:v>457.9</c:v>
                </c:pt>
                <c:pt idx="4580">
                  <c:v>458</c:v>
                </c:pt>
                <c:pt idx="4581">
                  <c:v>458.1</c:v>
                </c:pt>
                <c:pt idx="4582">
                  <c:v>458.2</c:v>
                </c:pt>
                <c:pt idx="4583">
                  <c:v>458.3</c:v>
                </c:pt>
                <c:pt idx="4584">
                  <c:v>458.4</c:v>
                </c:pt>
                <c:pt idx="4585">
                  <c:v>458.5</c:v>
                </c:pt>
                <c:pt idx="4586">
                  <c:v>458.6</c:v>
                </c:pt>
                <c:pt idx="4587">
                  <c:v>458.7</c:v>
                </c:pt>
                <c:pt idx="4588">
                  <c:v>458.8</c:v>
                </c:pt>
                <c:pt idx="4589">
                  <c:v>458.9</c:v>
                </c:pt>
                <c:pt idx="4590">
                  <c:v>459</c:v>
                </c:pt>
                <c:pt idx="4591">
                  <c:v>459.1</c:v>
                </c:pt>
                <c:pt idx="4592">
                  <c:v>459.2</c:v>
                </c:pt>
                <c:pt idx="4593">
                  <c:v>459.3</c:v>
                </c:pt>
                <c:pt idx="4594">
                  <c:v>459.4</c:v>
                </c:pt>
                <c:pt idx="4595">
                  <c:v>459.5</c:v>
                </c:pt>
                <c:pt idx="4596">
                  <c:v>459.6</c:v>
                </c:pt>
                <c:pt idx="4597">
                  <c:v>459.7</c:v>
                </c:pt>
                <c:pt idx="4598">
                  <c:v>459.8</c:v>
                </c:pt>
                <c:pt idx="4599">
                  <c:v>459.9</c:v>
                </c:pt>
                <c:pt idx="4600">
                  <c:v>460</c:v>
                </c:pt>
                <c:pt idx="4601">
                  <c:v>460.1</c:v>
                </c:pt>
                <c:pt idx="4602">
                  <c:v>460.2</c:v>
                </c:pt>
                <c:pt idx="4603">
                  <c:v>460.3</c:v>
                </c:pt>
                <c:pt idx="4604">
                  <c:v>460.4</c:v>
                </c:pt>
                <c:pt idx="4605">
                  <c:v>460.5</c:v>
                </c:pt>
                <c:pt idx="4606">
                  <c:v>460.6</c:v>
                </c:pt>
                <c:pt idx="4607">
                  <c:v>460.7</c:v>
                </c:pt>
                <c:pt idx="4608">
                  <c:v>460.8</c:v>
                </c:pt>
                <c:pt idx="4609">
                  <c:v>460.9</c:v>
                </c:pt>
                <c:pt idx="4610">
                  <c:v>461</c:v>
                </c:pt>
                <c:pt idx="4611">
                  <c:v>461.1</c:v>
                </c:pt>
                <c:pt idx="4612">
                  <c:v>461.2</c:v>
                </c:pt>
                <c:pt idx="4613">
                  <c:v>461.3</c:v>
                </c:pt>
                <c:pt idx="4614">
                  <c:v>461.4</c:v>
                </c:pt>
                <c:pt idx="4615">
                  <c:v>461.5</c:v>
                </c:pt>
                <c:pt idx="4616">
                  <c:v>461.6</c:v>
                </c:pt>
                <c:pt idx="4617">
                  <c:v>461.7</c:v>
                </c:pt>
                <c:pt idx="4618">
                  <c:v>461.8</c:v>
                </c:pt>
                <c:pt idx="4619">
                  <c:v>461.9</c:v>
                </c:pt>
                <c:pt idx="4620">
                  <c:v>462</c:v>
                </c:pt>
                <c:pt idx="4621">
                  <c:v>462.1</c:v>
                </c:pt>
                <c:pt idx="4622">
                  <c:v>462.2</c:v>
                </c:pt>
                <c:pt idx="4623">
                  <c:v>462.3</c:v>
                </c:pt>
                <c:pt idx="4624">
                  <c:v>462.4</c:v>
                </c:pt>
                <c:pt idx="4625">
                  <c:v>462.5</c:v>
                </c:pt>
                <c:pt idx="4626">
                  <c:v>462.6</c:v>
                </c:pt>
                <c:pt idx="4627">
                  <c:v>462.7</c:v>
                </c:pt>
                <c:pt idx="4628">
                  <c:v>462.8</c:v>
                </c:pt>
                <c:pt idx="4629">
                  <c:v>462.9</c:v>
                </c:pt>
                <c:pt idx="4630">
                  <c:v>463</c:v>
                </c:pt>
                <c:pt idx="4631">
                  <c:v>463.1</c:v>
                </c:pt>
                <c:pt idx="4632">
                  <c:v>463.2</c:v>
                </c:pt>
                <c:pt idx="4633">
                  <c:v>463.3</c:v>
                </c:pt>
                <c:pt idx="4634">
                  <c:v>463.4</c:v>
                </c:pt>
                <c:pt idx="4635">
                  <c:v>463.5</c:v>
                </c:pt>
                <c:pt idx="4636">
                  <c:v>463.6</c:v>
                </c:pt>
                <c:pt idx="4637">
                  <c:v>463.7</c:v>
                </c:pt>
                <c:pt idx="4638">
                  <c:v>463.8</c:v>
                </c:pt>
                <c:pt idx="4639">
                  <c:v>463.9</c:v>
                </c:pt>
                <c:pt idx="4640">
                  <c:v>464</c:v>
                </c:pt>
                <c:pt idx="4641">
                  <c:v>464.1</c:v>
                </c:pt>
                <c:pt idx="4642">
                  <c:v>464.2</c:v>
                </c:pt>
                <c:pt idx="4643">
                  <c:v>464.3</c:v>
                </c:pt>
                <c:pt idx="4644">
                  <c:v>464.4</c:v>
                </c:pt>
                <c:pt idx="4645">
                  <c:v>464.5</c:v>
                </c:pt>
                <c:pt idx="4646">
                  <c:v>464.6</c:v>
                </c:pt>
                <c:pt idx="4647">
                  <c:v>464.7</c:v>
                </c:pt>
                <c:pt idx="4648">
                  <c:v>464.8</c:v>
                </c:pt>
                <c:pt idx="4649">
                  <c:v>464.9</c:v>
                </c:pt>
                <c:pt idx="4650">
                  <c:v>465</c:v>
                </c:pt>
                <c:pt idx="4651">
                  <c:v>465.1</c:v>
                </c:pt>
                <c:pt idx="4652">
                  <c:v>465.2</c:v>
                </c:pt>
                <c:pt idx="4653">
                  <c:v>465.3</c:v>
                </c:pt>
                <c:pt idx="4654">
                  <c:v>465.4</c:v>
                </c:pt>
                <c:pt idx="4655">
                  <c:v>465.5</c:v>
                </c:pt>
                <c:pt idx="4656">
                  <c:v>465.6</c:v>
                </c:pt>
                <c:pt idx="4657">
                  <c:v>465.7</c:v>
                </c:pt>
                <c:pt idx="4658">
                  <c:v>465.8</c:v>
                </c:pt>
                <c:pt idx="4659">
                  <c:v>465.9</c:v>
                </c:pt>
                <c:pt idx="4660">
                  <c:v>466</c:v>
                </c:pt>
                <c:pt idx="4661">
                  <c:v>466.1</c:v>
                </c:pt>
                <c:pt idx="4662">
                  <c:v>466.2</c:v>
                </c:pt>
                <c:pt idx="4663">
                  <c:v>466.3</c:v>
                </c:pt>
                <c:pt idx="4664">
                  <c:v>466.4</c:v>
                </c:pt>
                <c:pt idx="4665">
                  <c:v>466.5</c:v>
                </c:pt>
                <c:pt idx="4666">
                  <c:v>466.6</c:v>
                </c:pt>
                <c:pt idx="4667">
                  <c:v>466.7</c:v>
                </c:pt>
                <c:pt idx="4668">
                  <c:v>466.8</c:v>
                </c:pt>
                <c:pt idx="4669">
                  <c:v>466.9</c:v>
                </c:pt>
                <c:pt idx="4670">
                  <c:v>467</c:v>
                </c:pt>
                <c:pt idx="4671">
                  <c:v>467.1</c:v>
                </c:pt>
                <c:pt idx="4672">
                  <c:v>467.2</c:v>
                </c:pt>
                <c:pt idx="4673">
                  <c:v>467.3</c:v>
                </c:pt>
                <c:pt idx="4674">
                  <c:v>467.4</c:v>
                </c:pt>
                <c:pt idx="4675">
                  <c:v>467.5</c:v>
                </c:pt>
                <c:pt idx="4676">
                  <c:v>467.6</c:v>
                </c:pt>
                <c:pt idx="4677">
                  <c:v>467.7</c:v>
                </c:pt>
                <c:pt idx="4678">
                  <c:v>467.8</c:v>
                </c:pt>
                <c:pt idx="4679">
                  <c:v>467.9</c:v>
                </c:pt>
                <c:pt idx="4680">
                  <c:v>468</c:v>
                </c:pt>
                <c:pt idx="4681">
                  <c:v>468.1</c:v>
                </c:pt>
                <c:pt idx="4682">
                  <c:v>468.2</c:v>
                </c:pt>
                <c:pt idx="4683">
                  <c:v>468.3</c:v>
                </c:pt>
                <c:pt idx="4684">
                  <c:v>468.4</c:v>
                </c:pt>
                <c:pt idx="4685">
                  <c:v>468.5</c:v>
                </c:pt>
                <c:pt idx="4686">
                  <c:v>468.6</c:v>
                </c:pt>
                <c:pt idx="4687">
                  <c:v>468.7</c:v>
                </c:pt>
                <c:pt idx="4688">
                  <c:v>468.8</c:v>
                </c:pt>
                <c:pt idx="4689">
                  <c:v>468.9</c:v>
                </c:pt>
                <c:pt idx="4690">
                  <c:v>469</c:v>
                </c:pt>
                <c:pt idx="4691">
                  <c:v>469.1</c:v>
                </c:pt>
                <c:pt idx="4692">
                  <c:v>469.2</c:v>
                </c:pt>
                <c:pt idx="4693">
                  <c:v>469.3</c:v>
                </c:pt>
                <c:pt idx="4694">
                  <c:v>469.4</c:v>
                </c:pt>
                <c:pt idx="4695">
                  <c:v>469.5</c:v>
                </c:pt>
                <c:pt idx="4696">
                  <c:v>469.6</c:v>
                </c:pt>
                <c:pt idx="4697">
                  <c:v>469.7</c:v>
                </c:pt>
                <c:pt idx="4698">
                  <c:v>469.8</c:v>
                </c:pt>
                <c:pt idx="4699">
                  <c:v>469.9</c:v>
                </c:pt>
                <c:pt idx="4700">
                  <c:v>470</c:v>
                </c:pt>
                <c:pt idx="4701">
                  <c:v>470.1</c:v>
                </c:pt>
                <c:pt idx="4702">
                  <c:v>470.2</c:v>
                </c:pt>
                <c:pt idx="4703">
                  <c:v>470.3</c:v>
                </c:pt>
                <c:pt idx="4704">
                  <c:v>470.4</c:v>
                </c:pt>
                <c:pt idx="4705">
                  <c:v>470.5</c:v>
                </c:pt>
                <c:pt idx="4706">
                  <c:v>470.6</c:v>
                </c:pt>
                <c:pt idx="4707">
                  <c:v>470.7</c:v>
                </c:pt>
                <c:pt idx="4708">
                  <c:v>470.8</c:v>
                </c:pt>
                <c:pt idx="4709">
                  <c:v>470.9</c:v>
                </c:pt>
                <c:pt idx="4710">
                  <c:v>471</c:v>
                </c:pt>
                <c:pt idx="4711">
                  <c:v>471.1</c:v>
                </c:pt>
                <c:pt idx="4712">
                  <c:v>471.2</c:v>
                </c:pt>
                <c:pt idx="4713">
                  <c:v>471.3</c:v>
                </c:pt>
                <c:pt idx="4714">
                  <c:v>471.4</c:v>
                </c:pt>
                <c:pt idx="4715">
                  <c:v>471.5</c:v>
                </c:pt>
                <c:pt idx="4716">
                  <c:v>471.6</c:v>
                </c:pt>
                <c:pt idx="4717">
                  <c:v>471.7</c:v>
                </c:pt>
                <c:pt idx="4718">
                  <c:v>471.8</c:v>
                </c:pt>
                <c:pt idx="4719">
                  <c:v>471.9</c:v>
                </c:pt>
                <c:pt idx="4720">
                  <c:v>472</c:v>
                </c:pt>
                <c:pt idx="4721">
                  <c:v>472.1</c:v>
                </c:pt>
                <c:pt idx="4722">
                  <c:v>472.2</c:v>
                </c:pt>
                <c:pt idx="4723">
                  <c:v>472.3</c:v>
                </c:pt>
                <c:pt idx="4724">
                  <c:v>472.4</c:v>
                </c:pt>
                <c:pt idx="4725">
                  <c:v>472.5</c:v>
                </c:pt>
                <c:pt idx="4726">
                  <c:v>472.6</c:v>
                </c:pt>
                <c:pt idx="4727">
                  <c:v>472.7</c:v>
                </c:pt>
                <c:pt idx="4728">
                  <c:v>472.8</c:v>
                </c:pt>
                <c:pt idx="4729">
                  <c:v>472.9</c:v>
                </c:pt>
                <c:pt idx="4730">
                  <c:v>473</c:v>
                </c:pt>
                <c:pt idx="4731">
                  <c:v>473.1</c:v>
                </c:pt>
                <c:pt idx="4732">
                  <c:v>473.2</c:v>
                </c:pt>
                <c:pt idx="4733">
                  <c:v>473.3</c:v>
                </c:pt>
                <c:pt idx="4734">
                  <c:v>473.4</c:v>
                </c:pt>
                <c:pt idx="4735">
                  <c:v>473.5</c:v>
                </c:pt>
                <c:pt idx="4736">
                  <c:v>473.6</c:v>
                </c:pt>
                <c:pt idx="4737">
                  <c:v>473.7</c:v>
                </c:pt>
                <c:pt idx="4738">
                  <c:v>473.8</c:v>
                </c:pt>
                <c:pt idx="4739">
                  <c:v>473.9</c:v>
                </c:pt>
                <c:pt idx="4740">
                  <c:v>474</c:v>
                </c:pt>
                <c:pt idx="4741">
                  <c:v>474.1</c:v>
                </c:pt>
                <c:pt idx="4742">
                  <c:v>474.2</c:v>
                </c:pt>
                <c:pt idx="4743">
                  <c:v>474.3</c:v>
                </c:pt>
                <c:pt idx="4744">
                  <c:v>474.4</c:v>
                </c:pt>
                <c:pt idx="4745">
                  <c:v>474.5</c:v>
                </c:pt>
                <c:pt idx="4746">
                  <c:v>474.6</c:v>
                </c:pt>
                <c:pt idx="4747">
                  <c:v>474.7</c:v>
                </c:pt>
                <c:pt idx="4748">
                  <c:v>474.8</c:v>
                </c:pt>
                <c:pt idx="4749">
                  <c:v>474.9</c:v>
                </c:pt>
                <c:pt idx="4750">
                  <c:v>475</c:v>
                </c:pt>
                <c:pt idx="4751">
                  <c:v>475.1</c:v>
                </c:pt>
                <c:pt idx="4752">
                  <c:v>475.2</c:v>
                </c:pt>
                <c:pt idx="4753">
                  <c:v>475.3</c:v>
                </c:pt>
                <c:pt idx="4754">
                  <c:v>475.4</c:v>
                </c:pt>
                <c:pt idx="4755">
                  <c:v>475.5</c:v>
                </c:pt>
                <c:pt idx="4756">
                  <c:v>475.6</c:v>
                </c:pt>
                <c:pt idx="4757">
                  <c:v>475.7</c:v>
                </c:pt>
                <c:pt idx="4758">
                  <c:v>475.8</c:v>
                </c:pt>
                <c:pt idx="4759">
                  <c:v>475.9</c:v>
                </c:pt>
                <c:pt idx="4760">
                  <c:v>476</c:v>
                </c:pt>
                <c:pt idx="4761">
                  <c:v>476.1</c:v>
                </c:pt>
                <c:pt idx="4762">
                  <c:v>476.2</c:v>
                </c:pt>
                <c:pt idx="4763">
                  <c:v>476.3</c:v>
                </c:pt>
                <c:pt idx="4764">
                  <c:v>476.4</c:v>
                </c:pt>
                <c:pt idx="4765">
                  <c:v>476.5</c:v>
                </c:pt>
                <c:pt idx="4766">
                  <c:v>476.6</c:v>
                </c:pt>
                <c:pt idx="4767">
                  <c:v>476.7</c:v>
                </c:pt>
                <c:pt idx="4768">
                  <c:v>476.8</c:v>
                </c:pt>
                <c:pt idx="4769">
                  <c:v>476.9</c:v>
                </c:pt>
                <c:pt idx="4770">
                  <c:v>477</c:v>
                </c:pt>
                <c:pt idx="4771">
                  <c:v>477.1</c:v>
                </c:pt>
                <c:pt idx="4772">
                  <c:v>477.2</c:v>
                </c:pt>
                <c:pt idx="4773">
                  <c:v>477.3</c:v>
                </c:pt>
                <c:pt idx="4774">
                  <c:v>477.4</c:v>
                </c:pt>
                <c:pt idx="4775">
                  <c:v>477.5</c:v>
                </c:pt>
                <c:pt idx="4776">
                  <c:v>477.6</c:v>
                </c:pt>
                <c:pt idx="4777">
                  <c:v>477.7</c:v>
                </c:pt>
                <c:pt idx="4778">
                  <c:v>477.8</c:v>
                </c:pt>
                <c:pt idx="4779">
                  <c:v>477.9</c:v>
                </c:pt>
                <c:pt idx="4780">
                  <c:v>478</c:v>
                </c:pt>
                <c:pt idx="4781">
                  <c:v>478.1</c:v>
                </c:pt>
                <c:pt idx="4782">
                  <c:v>478.2</c:v>
                </c:pt>
                <c:pt idx="4783">
                  <c:v>478.3</c:v>
                </c:pt>
                <c:pt idx="4784">
                  <c:v>478.4</c:v>
                </c:pt>
                <c:pt idx="4785">
                  <c:v>478.5</c:v>
                </c:pt>
                <c:pt idx="4786">
                  <c:v>478.6</c:v>
                </c:pt>
                <c:pt idx="4787">
                  <c:v>478.7</c:v>
                </c:pt>
                <c:pt idx="4788">
                  <c:v>478.8</c:v>
                </c:pt>
                <c:pt idx="4789">
                  <c:v>478.9</c:v>
                </c:pt>
                <c:pt idx="4790">
                  <c:v>479</c:v>
                </c:pt>
                <c:pt idx="4791">
                  <c:v>479.1</c:v>
                </c:pt>
                <c:pt idx="4792">
                  <c:v>479.2</c:v>
                </c:pt>
                <c:pt idx="4793">
                  <c:v>479.3</c:v>
                </c:pt>
                <c:pt idx="4794">
                  <c:v>479.4</c:v>
                </c:pt>
                <c:pt idx="4795">
                  <c:v>479.5</c:v>
                </c:pt>
                <c:pt idx="4796">
                  <c:v>479.6</c:v>
                </c:pt>
                <c:pt idx="4797">
                  <c:v>479.7</c:v>
                </c:pt>
                <c:pt idx="4798">
                  <c:v>479.8</c:v>
                </c:pt>
                <c:pt idx="4799">
                  <c:v>479.9</c:v>
                </c:pt>
                <c:pt idx="4800">
                  <c:v>480</c:v>
                </c:pt>
                <c:pt idx="4801">
                  <c:v>480.1</c:v>
                </c:pt>
                <c:pt idx="4802">
                  <c:v>480.2</c:v>
                </c:pt>
                <c:pt idx="4803">
                  <c:v>480.3</c:v>
                </c:pt>
                <c:pt idx="4804">
                  <c:v>480.4</c:v>
                </c:pt>
                <c:pt idx="4805">
                  <c:v>480.5</c:v>
                </c:pt>
                <c:pt idx="4806">
                  <c:v>480.6</c:v>
                </c:pt>
                <c:pt idx="4807">
                  <c:v>480.7</c:v>
                </c:pt>
                <c:pt idx="4808">
                  <c:v>480.8</c:v>
                </c:pt>
                <c:pt idx="4809">
                  <c:v>480.9</c:v>
                </c:pt>
                <c:pt idx="4810">
                  <c:v>481</c:v>
                </c:pt>
                <c:pt idx="4811">
                  <c:v>481.1</c:v>
                </c:pt>
                <c:pt idx="4812">
                  <c:v>481.2</c:v>
                </c:pt>
                <c:pt idx="4813">
                  <c:v>481.3</c:v>
                </c:pt>
                <c:pt idx="4814">
                  <c:v>481.4</c:v>
                </c:pt>
                <c:pt idx="4815">
                  <c:v>481.5</c:v>
                </c:pt>
                <c:pt idx="4816">
                  <c:v>481.6</c:v>
                </c:pt>
                <c:pt idx="4817">
                  <c:v>481.7</c:v>
                </c:pt>
                <c:pt idx="4818">
                  <c:v>481.8</c:v>
                </c:pt>
                <c:pt idx="4819">
                  <c:v>481.9</c:v>
                </c:pt>
                <c:pt idx="4820">
                  <c:v>482</c:v>
                </c:pt>
                <c:pt idx="4821">
                  <c:v>482.1</c:v>
                </c:pt>
                <c:pt idx="4822">
                  <c:v>482.2</c:v>
                </c:pt>
                <c:pt idx="4823">
                  <c:v>482.3</c:v>
                </c:pt>
                <c:pt idx="4824">
                  <c:v>482.4</c:v>
                </c:pt>
                <c:pt idx="4825">
                  <c:v>482.5</c:v>
                </c:pt>
                <c:pt idx="4826">
                  <c:v>482.6</c:v>
                </c:pt>
                <c:pt idx="4827">
                  <c:v>482.7</c:v>
                </c:pt>
                <c:pt idx="4828">
                  <c:v>482.8</c:v>
                </c:pt>
                <c:pt idx="4829">
                  <c:v>482.9</c:v>
                </c:pt>
                <c:pt idx="4830">
                  <c:v>483</c:v>
                </c:pt>
                <c:pt idx="4831">
                  <c:v>483.1</c:v>
                </c:pt>
                <c:pt idx="4832">
                  <c:v>483.2</c:v>
                </c:pt>
                <c:pt idx="4833">
                  <c:v>483.3</c:v>
                </c:pt>
                <c:pt idx="4834">
                  <c:v>483.4</c:v>
                </c:pt>
                <c:pt idx="4835">
                  <c:v>483.5</c:v>
                </c:pt>
                <c:pt idx="4836">
                  <c:v>483.6</c:v>
                </c:pt>
                <c:pt idx="4837">
                  <c:v>483.7</c:v>
                </c:pt>
                <c:pt idx="4838">
                  <c:v>483.8</c:v>
                </c:pt>
                <c:pt idx="4839">
                  <c:v>483.9</c:v>
                </c:pt>
                <c:pt idx="4840">
                  <c:v>484</c:v>
                </c:pt>
                <c:pt idx="4841">
                  <c:v>484.1</c:v>
                </c:pt>
                <c:pt idx="4842">
                  <c:v>484.2</c:v>
                </c:pt>
                <c:pt idx="4843">
                  <c:v>484.3</c:v>
                </c:pt>
                <c:pt idx="4844">
                  <c:v>484.4</c:v>
                </c:pt>
                <c:pt idx="4845">
                  <c:v>484.5</c:v>
                </c:pt>
                <c:pt idx="4846">
                  <c:v>484.6</c:v>
                </c:pt>
                <c:pt idx="4847">
                  <c:v>484.7</c:v>
                </c:pt>
                <c:pt idx="4848">
                  <c:v>484.8</c:v>
                </c:pt>
                <c:pt idx="4849">
                  <c:v>484.9</c:v>
                </c:pt>
                <c:pt idx="4850">
                  <c:v>485</c:v>
                </c:pt>
                <c:pt idx="4851">
                  <c:v>485.1</c:v>
                </c:pt>
                <c:pt idx="4852">
                  <c:v>485.2</c:v>
                </c:pt>
                <c:pt idx="4853">
                  <c:v>485.3</c:v>
                </c:pt>
                <c:pt idx="4854">
                  <c:v>485.4</c:v>
                </c:pt>
                <c:pt idx="4855">
                  <c:v>485.5</c:v>
                </c:pt>
                <c:pt idx="4856">
                  <c:v>485.6</c:v>
                </c:pt>
                <c:pt idx="4857">
                  <c:v>485.7</c:v>
                </c:pt>
                <c:pt idx="4858">
                  <c:v>485.8</c:v>
                </c:pt>
                <c:pt idx="4859">
                  <c:v>485.9</c:v>
                </c:pt>
                <c:pt idx="4860">
                  <c:v>486</c:v>
                </c:pt>
                <c:pt idx="4861">
                  <c:v>486.1</c:v>
                </c:pt>
                <c:pt idx="4862">
                  <c:v>486.2</c:v>
                </c:pt>
                <c:pt idx="4863">
                  <c:v>486.3</c:v>
                </c:pt>
                <c:pt idx="4864">
                  <c:v>486.4</c:v>
                </c:pt>
                <c:pt idx="4865">
                  <c:v>486.5</c:v>
                </c:pt>
                <c:pt idx="4866">
                  <c:v>486.6</c:v>
                </c:pt>
                <c:pt idx="4867">
                  <c:v>486.7</c:v>
                </c:pt>
                <c:pt idx="4868">
                  <c:v>486.8</c:v>
                </c:pt>
                <c:pt idx="4869">
                  <c:v>486.9</c:v>
                </c:pt>
                <c:pt idx="4870">
                  <c:v>487</c:v>
                </c:pt>
                <c:pt idx="4871">
                  <c:v>487.1</c:v>
                </c:pt>
                <c:pt idx="4872">
                  <c:v>487.2</c:v>
                </c:pt>
                <c:pt idx="4873">
                  <c:v>487.3</c:v>
                </c:pt>
                <c:pt idx="4874">
                  <c:v>487.4</c:v>
                </c:pt>
                <c:pt idx="4875">
                  <c:v>487.5</c:v>
                </c:pt>
                <c:pt idx="4876">
                  <c:v>487.6</c:v>
                </c:pt>
                <c:pt idx="4877">
                  <c:v>487.7</c:v>
                </c:pt>
                <c:pt idx="4878">
                  <c:v>487.8</c:v>
                </c:pt>
                <c:pt idx="4879">
                  <c:v>487.9</c:v>
                </c:pt>
                <c:pt idx="4880">
                  <c:v>488</c:v>
                </c:pt>
                <c:pt idx="4881">
                  <c:v>488.1</c:v>
                </c:pt>
                <c:pt idx="4882">
                  <c:v>488.2</c:v>
                </c:pt>
                <c:pt idx="4883">
                  <c:v>488.3</c:v>
                </c:pt>
                <c:pt idx="4884">
                  <c:v>488.4</c:v>
                </c:pt>
                <c:pt idx="4885">
                  <c:v>488.5</c:v>
                </c:pt>
                <c:pt idx="4886">
                  <c:v>488.6</c:v>
                </c:pt>
                <c:pt idx="4887">
                  <c:v>488.7</c:v>
                </c:pt>
                <c:pt idx="4888">
                  <c:v>488.8</c:v>
                </c:pt>
                <c:pt idx="4889">
                  <c:v>488.9</c:v>
                </c:pt>
                <c:pt idx="4890">
                  <c:v>489</c:v>
                </c:pt>
                <c:pt idx="4891">
                  <c:v>489.1</c:v>
                </c:pt>
                <c:pt idx="4892">
                  <c:v>489.2</c:v>
                </c:pt>
                <c:pt idx="4893">
                  <c:v>489.3</c:v>
                </c:pt>
                <c:pt idx="4894">
                  <c:v>489.4</c:v>
                </c:pt>
                <c:pt idx="4895">
                  <c:v>489.5</c:v>
                </c:pt>
                <c:pt idx="4896">
                  <c:v>489.6</c:v>
                </c:pt>
                <c:pt idx="4897">
                  <c:v>489.7</c:v>
                </c:pt>
                <c:pt idx="4898">
                  <c:v>489.8</c:v>
                </c:pt>
                <c:pt idx="4899">
                  <c:v>489.9</c:v>
                </c:pt>
                <c:pt idx="4900">
                  <c:v>490</c:v>
                </c:pt>
                <c:pt idx="4901">
                  <c:v>490.1</c:v>
                </c:pt>
                <c:pt idx="4902">
                  <c:v>490.2</c:v>
                </c:pt>
                <c:pt idx="4903">
                  <c:v>490.3</c:v>
                </c:pt>
                <c:pt idx="4904">
                  <c:v>490.4</c:v>
                </c:pt>
                <c:pt idx="4905">
                  <c:v>490.5</c:v>
                </c:pt>
                <c:pt idx="4906">
                  <c:v>490.6</c:v>
                </c:pt>
                <c:pt idx="4907">
                  <c:v>490.7</c:v>
                </c:pt>
                <c:pt idx="4908">
                  <c:v>490.8</c:v>
                </c:pt>
                <c:pt idx="4909">
                  <c:v>490.9</c:v>
                </c:pt>
                <c:pt idx="4910">
                  <c:v>491</c:v>
                </c:pt>
                <c:pt idx="4911">
                  <c:v>491.1</c:v>
                </c:pt>
                <c:pt idx="4912">
                  <c:v>491.2</c:v>
                </c:pt>
                <c:pt idx="4913">
                  <c:v>491.3</c:v>
                </c:pt>
                <c:pt idx="4914">
                  <c:v>491.4</c:v>
                </c:pt>
                <c:pt idx="4915">
                  <c:v>491.5</c:v>
                </c:pt>
                <c:pt idx="4916">
                  <c:v>491.6</c:v>
                </c:pt>
                <c:pt idx="4917">
                  <c:v>491.7</c:v>
                </c:pt>
                <c:pt idx="4918">
                  <c:v>491.8</c:v>
                </c:pt>
                <c:pt idx="4919">
                  <c:v>491.9</c:v>
                </c:pt>
                <c:pt idx="4920">
                  <c:v>492</c:v>
                </c:pt>
                <c:pt idx="4921">
                  <c:v>492.1</c:v>
                </c:pt>
                <c:pt idx="4922">
                  <c:v>492.2</c:v>
                </c:pt>
                <c:pt idx="4923">
                  <c:v>492.3</c:v>
                </c:pt>
                <c:pt idx="4924">
                  <c:v>492.4</c:v>
                </c:pt>
                <c:pt idx="4925">
                  <c:v>492.5</c:v>
                </c:pt>
                <c:pt idx="4926">
                  <c:v>492.6</c:v>
                </c:pt>
                <c:pt idx="4927">
                  <c:v>492.7</c:v>
                </c:pt>
                <c:pt idx="4928">
                  <c:v>492.8</c:v>
                </c:pt>
                <c:pt idx="4929">
                  <c:v>492.9</c:v>
                </c:pt>
                <c:pt idx="4930">
                  <c:v>493</c:v>
                </c:pt>
                <c:pt idx="4931">
                  <c:v>493.1</c:v>
                </c:pt>
                <c:pt idx="4932">
                  <c:v>493.2</c:v>
                </c:pt>
                <c:pt idx="4933">
                  <c:v>493.3</c:v>
                </c:pt>
                <c:pt idx="4934">
                  <c:v>493.4</c:v>
                </c:pt>
                <c:pt idx="4935">
                  <c:v>493.5</c:v>
                </c:pt>
                <c:pt idx="4936">
                  <c:v>493.6</c:v>
                </c:pt>
                <c:pt idx="4937">
                  <c:v>493.7</c:v>
                </c:pt>
                <c:pt idx="4938">
                  <c:v>493.8</c:v>
                </c:pt>
                <c:pt idx="4939">
                  <c:v>493.9</c:v>
                </c:pt>
                <c:pt idx="4940">
                  <c:v>494</c:v>
                </c:pt>
                <c:pt idx="4941">
                  <c:v>494.1</c:v>
                </c:pt>
                <c:pt idx="4942">
                  <c:v>494.2</c:v>
                </c:pt>
                <c:pt idx="4943">
                  <c:v>494.3</c:v>
                </c:pt>
                <c:pt idx="4944">
                  <c:v>494.4</c:v>
                </c:pt>
                <c:pt idx="4945">
                  <c:v>494.5</c:v>
                </c:pt>
                <c:pt idx="4946">
                  <c:v>494.6</c:v>
                </c:pt>
                <c:pt idx="4947">
                  <c:v>494.7</c:v>
                </c:pt>
                <c:pt idx="4948">
                  <c:v>494.8</c:v>
                </c:pt>
                <c:pt idx="4949">
                  <c:v>494.9</c:v>
                </c:pt>
                <c:pt idx="4950">
                  <c:v>495</c:v>
                </c:pt>
                <c:pt idx="4951">
                  <c:v>495.1</c:v>
                </c:pt>
                <c:pt idx="4952">
                  <c:v>495.2</c:v>
                </c:pt>
                <c:pt idx="4953">
                  <c:v>495.3</c:v>
                </c:pt>
                <c:pt idx="4954">
                  <c:v>495.4</c:v>
                </c:pt>
                <c:pt idx="4955">
                  <c:v>495.5</c:v>
                </c:pt>
                <c:pt idx="4956">
                  <c:v>495.6</c:v>
                </c:pt>
                <c:pt idx="4957">
                  <c:v>495.7</c:v>
                </c:pt>
                <c:pt idx="4958">
                  <c:v>495.8</c:v>
                </c:pt>
                <c:pt idx="4959">
                  <c:v>495.9</c:v>
                </c:pt>
                <c:pt idx="4960">
                  <c:v>496</c:v>
                </c:pt>
                <c:pt idx="4961">
                  <c:v>496.1</c:v>
                </c:pt>
                <c:pt idx="4962">
                  <c:v>496.2</c:v>
                </c:pt>
                <c:pt idx="4963">
                  <c:v>496.3</c:v>
                </c:pt>
                <c:pt idx="4964">
                  <c:v>496.4</c:v>
                </c:pt>
                <c:pt idx="4965">
                  <c:v>496.5</c:v>
                </c:pt>
                <c:pt idx="4966">
                  <c:v>496.6</c:v>
                </c:pt>
                <c:pt idx="4967">
                  <c:v>496.7</c:v>
                </c:pt>
                <c:pt idx="4968">
                  <c:v>496.8</c:v>
                </c:pt>
                <c:pt idx="4969">
                  <c:v>496.9</c:v>
                </c:pt>
                <c:pt idx="4970">
                  <c:v>497</c:v>
                </c:pt>
                <c:pt idx="4971">
                  <c:v>497.1</c:v>
                </c:pt>
                <c:pt idx="4972">
                  <c:v>497.2</c:v>
                </c:pt>
                <c:pt idx="4973">
                  <c:v>497.3</c:v>
                </c:pt>
                <c:pt idx="4974">
                  <c:v>497.4</c:v>
                </c:pt>
                <c:pt idx="4975">
                  <c:v>497.5</c:v>
                </c:pt>
                <c:pt idx="4976">
                  <c:v>497.6</c:v>
                </c:pt>
                <c:pt idx="4977">
                  <c:v>497.7</c:v>
                </c:pt>
                <c:pt idx="4978">
                  <c:v>497.8</c:v>
                </c:pt>
                <c:pt idx="4979">
                  <c:v>497.9</c:v>
                </c:pt>
                <c:pt idx="4980">
                  <c:v>498</c:v>
                </c:pt>
                <c:pt idx="4981">
                  <c:v>498.1</c:v>
                </c:pt>
                <c:pt idx="4982">
                  <c:v>498.2</c:v>
                </c:pt>
                <c:pt idx="4983">
                  <c:v>498.3</c:v>
                </c:pt>
                <c:pt idx="4984">
                  <c:v>498.4</c:v>
                </c:pt>
                <c:pt idx="4985">
                  <c:v>498.5</c:v>
                </c:pt>
                <c:pt idx="4986">
                  <c:v>498.6</c:v>
                </c:pt>
                <c:pt idx="4987">
                  <c:v>498.7</c:v>
                </c:pt>
                <c:pt idx="4988">
                  <c:v>498.8</c:v>
                </c:pt>
                <c:pt idx="4989">
                  <c:v>498.9</c:v>
                </c:pt>
                <c:pt idx="4990">
                  <c:v>499</c:v>
                </c:pt>
                <c:pt idx="4991">
                  <c:v>499.1</c:v>
                </c:pt>
                <c:pt idx="4992">
                  <c:v>499.2</c:v>
                </c:pt>
                <c:pt idx="4993">
                  <c:v>499.3</c:v>
                </c:pt>
                <c:pt idx="4994">
                  <c:v>499.4</c:v>
                </c:pt>
                <c:pt idx="4995">
                  <c:v>499.5</c:v>
                </c:pt>
                <c:pt idx="4996">
                  <c:v>499.6</c:v>
                </c:pt>
                <c:pt idx="4997">
                  <c:v>499.7</c:v>
                </c:pt>
                <c:pt idx="4998">
                  <c:v>499.8</c:v>
                </c:pt>
                <c:pt idx="4999">
                  <c:v>499.9</c:v>
                </c:pt>
                <c:pt idx="5000">
                  <c:v>500</c:v>
                </c:pt>
                <c:pt idx="5001">
                  <c:v>500.1</c:v>
                </c:pt>
                <c:pt idx="5002">
                  <c:v>500.2</c:v>
                </c:pt>
                <c:pt idx="5003">
                  <c:v>500.3</c:v>
                </c:pt>
                <c:pt idx="5004">
                  <c:v>500.4</c:v>
                </c:pt>
                <c:pt idx="5005">
                  <c:v>500.5</c:v>
                </c:pt>
                <c:pt idx="5006">
                  <c:v>500.6</c:v>
                </c:pt>
                <c:pt idx="5007">
                  <c:v>500.7</c:v>
                </c:pt>
                <c:pt idx="5008">
                  <c:v>500.8</c:v>
                </c:pt>
                <c:pt idx="5009">
                  <c:v>500.9</c:v>
                </c:pt>
                <c:pt idx="5010">
                  <c:v>501</c:v>
                </c:pt>
                <c:pt idx="5011">
                  <c:v>501.1</c:v>
                </c:pt>
                <c:pt idx="5012">
                  <c:v>501.2</c:v>
                </c:pt>
                <c:pt idx="5013">
                  <c:v>501.3</c:v>
                </c:pt>
                <c:pt idx="5014">
                  <c:v>501.4</c:v>
                </c:pt>
                <c:pt idx="5015">
                  <c:v>501.5</c:v>
                </c:pt>
                <c:pt idx="5016">
                  <c:v>501.6</c:v>
                </c:pt>
                <c:pt idx="5017">
                  <c:v>501.7</c:v>
                </c:pt>
                <c:pt idx="5018">
                  <c:v>501.8</c:v>
                </c:pt>
                <c:pt idx="5019">
                  <c:v>501.9</c:v>
                </c:pt>
                <c:pt idx="5020">
                  <c:v>502</c:v>
                </c:pt>
                <c:pt idx="5021">
                  <c:v>502.1</c:v>
                </c:pt>
                <c:pt idx="5022">
                  <c:v>502.2</c:v>
                </c:pt>
                <c:pt idx="5023">
                  <c:v>502.3</c:v>
                </c:pt>
                <c:pt idx="5024">
                  <c:v>502.4</c:v>
                </c:pt>
                <c:pt idx="5025">
                  <c:v>502.5</c:v>
                </c:pt>
                <c:pt idx="5026">
                  <c:v>502.6</c:v>
                </c:pt>
                <c:pt idx="5027">
                  <c:v>502.7</c:v>
                </c:pt>
                <c:pt idx="5028">
                  <c:v>502.8</c:v>
                </c:pt>
                <c:pt idx="5029">
                  <c:v>502.9</c:v>
                </c:pt>
                <c:pt idx="5030">
                  <c:v>503</c:v>
                </c:pt>
                <c:pt idx="5031">
                  <c:v>503.1</c:v>
                </c:pt>
                <c:pt idx="5032">
                  <c:v>503.2</c:v>
                </c:pt>
                <c:pt idx="5033">
                  <c:v>503.3</c:v>
                </c:pt>
                <c:pt idx="5034">
                  <c:v>503.4</c:v>
                </c:pt>
                <c:pt idx="5035">
                  <c:v>503.5</c:v>
                </c:pt>
                <c:pt idx="5036">
                  <c:v>503.6</c:v>
                </c:pt>
                <c:pt idx="5037">
                  <c:v>503.7</c:v>
                </c:pt>
                <c:pt idx="5038">
                  <c:v>503.8</c:v>
                </c:pt>
                <c:pt idx="5039">
                  <c:v>503.9</c:v>
                </c:pt>
                <c:pt idx="5040">
                  <c:v>504</c:v>
                </c:pt>
                <c:pt idx="5041">
                  <c:v>504.1</c:v>
                </c:pt>
                <c:pt idx="5042">
                  <c:v>504.2</c:v>
                </c:pt>
                <c:pt idx="5043">
                  <c:v>504.3</c:v>
                </c:pt>
                <c:pt idx="5044">
                  <c:v>504.4</c:v>
                </c:pt>
                <c:pt idx="5045">
                  <c:v>504.5</c:v>
                </c:pt>
                <c:pt idx="5046">
                  <c:v>504.6</c:v>
                </c:pt>
                <c:pt idx="5047">
                  <c:v>504.7</c:v>
                </c:pt>
                <c:pt idx="5048">
                  <c:v>504.8</c:v>
                </c:pt>
                <c:pt idx="5049">
                  <c:v>504.9</c:v>
                </c:pt>
                <c:pt idx="5050">
                  <c:v>505</c:v>
                </c:pt>
                <c:pt idx="5051">
                  <c:v>505.1</c:v>
                </c:pt>
                <c:pt idx="5052">
                  <c:v>505.2</c:v>
                </c:pt>
                <c:pt idx="5053">
                  <c:v>505.3</c:v>
                </c:pt>
                <c:pt idx="5054">
                  <c:v>505.4</c:v>
                </c:pt>
                <c:pt idx="5055">
                  <c:v>505.5</c:v>
                </c:pt>
                <c:pt idx="5056">
                  <c:v>505.6</c:v>
                </c:pt>
                <c:pt idx="5057">
                  <c:v>505.7</c:v>
                </c:pt>
                <c:pt idx="5058">
                  <c:v>505.8</c:v>
                </c:pt>
                <c:pt idx="5059">
                  <c:v>505.9</c:v>
                </c:pt>
                <c:pt idx="5060">
                  <c:v>506</c:v>
                </c:pt>
                <c:pt idx="5061">
                  <c:v>506.1</c:v>
                </c:pt>
                <c:pt idx="5062">
                  <c:v>506.2</c:v>
                </c:pt>
                <c:pt idx="5063">
                  <c:v>506.3</c:v>
                </c:pt>
                <c:pt idx="5064">
                  <c:v>506.4</c:v>
                </c:pt>
                <c:pt idx="5065">
                  <c:v>506.5</c:v>
                </c:pt>
                <c:pt idx="5066">
                  <c:v>506.6</c:v>
                </c:pt>
                <c:pt idx="5067">
                  <c:v>506.7</c:v>
                </c:pt>
                <c:pt idx="5068">
                  <c:v>506.8</c:v>
                </c:pt>
                <c:pt idx="5069">
                  <c:v>506.9</c:v>
                </c:pt>
                <c:pt idx="5070">
                  <c:v>507</c:v>
                </c:pt>
                <c:pt idx="5071">
                  <c:v>507.1</c:v>
                </c:pt>
                <c:pt idx="5072">
                  <c:v>507.2</c:v>
                </c:pt>
                <c:pt idx="5073">
                  <c:v>507.3</c:v>
                </c:pt>
                <c:pt idx="5074">
                  <c:v>507.4</c:v>
                </c:pt>
                <c:pt idx="5075">
                  <c:v>507.5</c:v>
                </c:pt>
                <c:pt idx="5076">
                  <c:v>507.6</c:v>
                </c:pt>
                <c:pt idx="5077">
                  <c:v>507.7</c:v>
                </c:pt>
                <c:pt idx="5078">
                  <c:v>507.8</c:v>
                </c:pt>
                <c:pt idx="5079">
                  <c:v>507.9</c:v>
                </c:pt>
                <c:pt idx="5080">
                  <c:v>508</c:v>
                </c:pt>
                <c:pt idx="5081">
                  <c:v>508.1</c:v>
                </c:pt>
                <c:pt idx="5082">
                  <c:v>508.2</c:v>
                </c:pt>
                <c:pt idx="5083">
                  <c:v>508.3</c:v>
                </c:pt>
                <c:pt idx="5084">
                  <c:v>508.4</c:v>
                </c:pt>
                <c:pt idx="5085">
                  <c:v>508.5</c:v>
                </c:pt>
                <c:pt idx="5086">
                  <c:v>508.6</c:v>
                </c:pt>
                <c:pt idx="5087">
                  <c:v>508.7</c:v>
                </c:pt>
                <c:pt idx="5088">
                  <c:v>508.8</c:v>
                </c:pt>
                <c:pt idx="5089">
                  <c:v>508.9</c:v>
                </c:pt>
                <c:pt idx="5090">
                  <c:v>509</c:v>
                </c:pt>
                <c:pt idx="5091">
                  <c:v>509.1</c:v>
                </c:pt>
                <c:pt idx="5092">
                  <c:v>509.2</c:v>
                </c:pt>
                <c:pt idx="5093">
                  <c:v>509.3</c:v>
                </c:pt>
                <c:pt idx="5094">
                  <c:v>509.4</c:v>
                </c:pt>
                <c:pt idx="5095">
                  <c:v>509.5</c:v>
                </c:pt>
                <c:pt idx="5096">
                  <c:v>509.6</c:v>
                </c:pt>
                <c:pt idx="5097">
                  <c:v>509.7</c:v>
                </c:pt>
                <c:pt idx="5098">
                  <c:v>509.8</c:v>
                </c:pt>
                <c:pt idx="5099">
                  <c:v>509.9</c:v>
                </c:pt>
                <c:pt idx="5100">
                  <c:v>510</c:v>
                </c:pt>
                <c:pt idx="5101">
                  <c:v>510.1</c:v>
                </c:pt>
                <c:pt idx="5102">
                  <c:v>510.2</c:v>
                </c:pt>
                <c:pt idx="5103">
                  <c:v>510.3</c:v>
                </c:pt>
                <c:pt idx="5104">
                  <c:v>510.4</c:v>
                </c:pt>
                <c:pt idx="5105">
                  <c:v>510.5</c:v>
                </c:pt>
                <c:pt idx="5106">
                  <c:v>510.6</c:v>
                </c:pt>
                <c:pt idx="5107">
                  <c:v>510.7</c:v>
                </c:pt>
                <c:pt idx="5108">
                  <c:v>510.8</c:v>
                </c:pt>
                <c:pt idx="5109">
                  <c:v>510.9</c:v>
                </c:pt>
                <c:pt idx="5110">
                  <c:v>511</c:v>
                </c:pt>
                <c:pt idx="5111">
                  <c:v>511.1</c:v>
                </c:pt>
                <c:pt idx="5112">
                  <c:v>511.2</c:v>
                </c:pt>
                <c:pt idx="5113">
                  <c:v>511.3</c:v>
                </c:pt>
                <c:pt idx="5114">
                  <c:v>511.4</c:v>
                </c:pt>
                <c:pt idx="5115">
                  <c:v>511.5</c:v>
                </c:pt>
                <c:pt idx="5116">
                  <c:v>511.6</c:v>
                </c:pt>
                <c:pt idx="5117">
                  <c:v>511.7</c:v>
                </c:pt>
                <c:pt idx="5118">
                  <c:v>511.8</c:v>
                </c:pt>
                <c:pt idx="5119">
                  <c:v>511.9</c:v>
                </c:pt>
                <c:pt idx="5120">
                  <c:v>512</c:v>
                </c:pt>
                <c:pt idx="5121">
                  <c:v>512.1</c:v>
                </c:pt>
                <c:pt idx="5122">
                  <c:v>512.20000000000005</c:v>
                </c:pt>
                <c:pt idx="5123">
                  <c:v>512.29999999999995</c:v>
                </c:pt>
                <c:pt idx="5124">
                  <c:v>512.4</c:v>
                </c:pt>
                <c:pt idx="5125">
                  <c:v>512.5</c:v>
                </c:pt>
                <c:pt idx="5126">
                  <c:v>512.6</c:v>
                </c:pt>
                <c:pt idx="5127">
                  <c:v>512.70000000000005</c:v>
                </c:pt>
                <c:pt idx="5128">
                  <c:v>512.79999999999995</c:v>
                </c:pt>
                <c:pt idx="5129">
                  <c:v>512.9</c:v>
                </c:pt>
                <c:pt idx="5130">
                  <c:v>513</c:v>
                </c:pt>
                <c:pt idx="5131">
                  <c:v>513.1</c:v>
                </c:pt>
                <c:pt idx="5132">
                  <c:v>513.20000000000005</c:v>
                </c:pt>
                <c:pt idx="5133">
                  <c:v>513.29999999999995</c:v>
                </c:pt>
                <c:pt idx="5134">
                  <c:v>513.4</c:v>
                </c:pt>
                <c:pt idx="5135">
                  <c:v>513.5</c:v>
                </c:pt>
                <c:pt idx="5136">
                  <c:v>513.6</c:v>
                </c:pt>
                <c:pt idx="5137">
                  <c:v>513.70000000000005</c:v>
                </c:pt>
                <c:pt idx="5138">
                  <c:v>513.79999999999995</c:v>
                </c:pt>
                <c:pt idx="5139">
                  <c:v>513.9</c:v>
                </c:pt>
                <c:pt idx="5140">
                  <c:v>514</c:v>
                </c:pt>
                <c:pt idx="5141">
                  <c:v>514.1</c:v>
                </c:pt>
                <c:pt idx="5142">
                  <c:v>514.20000000000005</c:v>
                </c:pt>
                <c:pt idx="5143">
                  <c:v>514.29999999999995</c:v>
                </c:pt>
                <c:pt idx="5144">
                  <c:v>514.4</c:v>
                </c:pt>
                <c:pt idx="5145">
                  <c:v>514.5</c:v>
                </c:pt>
                <c:pt idx="5146">
                  <c:v>514.6</c:v>
                </c:pt>
                <c:pt idx="5147">
                  <c:v>514.70000000000005</c:v>
                </c:pt>
                <c:pt idx="5148">
                  <c:v>514.79999999999995</c:v>
                </c:pt>
                <c:pt idx="5149">
                  <c:v>514.9</c:v>
                </c:pt>
                <c:pt idx="5150">
                  <c:v>515</c:v>
                </c:pt>
                <c:pt idx="5151">
                  <c:v>515.1</c:v>
                </c:pt>
                <c:pt idx="5152">
                  <c:v>515.20000000000005</c:v>
                </c:pt>
                <c:pt idx="5153">
                  <c:v>515.29999999999995</c:v>
                </c:pt>
                <c:pt idx="5154">
                  <c:v>515.4</c:v>
                </c:pt>
                <c:pt idx="5155">
                  <c:v>515.5</c:v>
                </c:pt>
                <c:pt idx="5156">
                  <c:v>515.6</c:v>
                </c:pt>
                <c:pt idx="5157">
                  <c:v>515.70000000000005</c:v>
                </c:pt>
                <c:pt idx="5158">
                  <c:v>515.79999999999995</c:v>
                </c:pt>
                <c:pt idx="5159">
                  <c:v>515.9</c:v>
                </c:pt>
                <c:pt idx="5160">
                  <c:v>516</c:v>
                </c:pt>
                <c:pt idx="5161">
                  <c:v>516.1</c:v>
                </c:pt>
                <c:pt idx="5162">
                  <c:v>516.20000000000005</c:v>
                </c:pt>
                <c:pt idx="5163">
                  <c:v>516.29999999999995</c:v>
                </c:pt>
                <c:pt idx="5164">
                  <c:v>516.4</c:v>
                </c:pt>
                <c:pt idx="5165">
                  <c:v>516.5</c:v>
                </c:pt>
                <c:pt idx="5166">
                  <c:v>516.6</c:v>
                </c:pt>
                <c:pt idx="5167">
                  <c:v>516.70000000000005</c:v>
                </c:pt>
                <c:pt idx="5168">
                  <c:v>516.79999999999995</c:v>
                </c:pt>
                <c:pt idx="5169">
                  <c:v>516.9</c:v>
                </c:pt>
                <c:pt idx="5170">
                  <c:v>517</c:v>
                </c:pt>
                <c:pt idx="5171">
                  <c:v>517.1</c:v>
                </c:pt>
                <c:pt idx="5172">
                  <c:v>517.20000000000005</c:v>
                </c:pt>
                <c:pt idx="5173">
                  <c:v>517.29999999999995</c:v>
                </c:pt>
                <c:pt idx="5174">
                  <c:v>517.4</c:v>
                </c:pt>
                <c:pt idx="5175">
                  <c:v>517.5</c:v>
                </c:pt>
                <c:pt idx="5176">
                  <c:v>517.6</c:v>
                </c:pt>
                <c:pt idx="5177">
                  <c:v>517.70000000000005</c:v>
                </c:pt>
                <c:pt idx="5178">
                  <c:v>517.79999999999995</c:v>
                </c:pt>
                <c:pt idx="5179">
                  <c:v>517.9</c:v>
                </c:pt>
                <c:pt idx="5180">
                  <c:v>518</c:v>
                </c:pt>
                <c:pt idx="5181">
                  <c:v>518.1</c:v>
                </c:pt>
                <c:pt idx="5182">
                  <c:v>518.20000000000005</c:v>
                </c:pt>
                <c:pt idx="5183">
                  <c:v>518.29999999999995</c:v>
                </c:pt>
                <c:pt idx="5184">
                  <c:v>518.4</c:v>
                </c:pt>
                <c:pt idx="5185">
                  <c:v>518.5</c:v>
                </c:pt>
                <c:pt idx="5186">
                  <c:v>518.6</c:v>
                </c:pt>
                <c:pt idx="5187">
                  <c:v>518.70000000000005</c:v>
                </c:pt>
                <c:pt idx="5188">
                  <c:v>518.79999999999995</c:v>
                </c:pt>
                <c:pt idx="5189">
                  <c:v>518.9</c:v>
                </c:pt>
                <c:pt idx="5190">
                  <c:v>519</c:v>
                </c:pt>
                <c:pt idx="5191">
                  <c:v>519.1</c:v>
                </c:pt>
                <c:pt idx="5192">
                  <c:v>519.20000000000005</c:v>
                </c:pt>
                <c:pt idx="5193">
                  <c:v>519.29999999999995</c:v>
                </c:pt>
                <c:pt idx="5194">
                  <c:v>519.4</c:v>
                </c:pt>
                <c:pt idx="5195">
                  <c:v>519.5</c:v>
                </c:pt>
                <c:pt idx="5196">
                  <c:v>519.6</c:v>
                </c:pt>
                <c:pt idx="5197">
                  <c:v>519.70000000000005</c:v>
                </c:pt>
                <c:pt idx="5198">
                  <c:v>519.79999999999995</c:v>
                </c:pt>
                <c:pt idx="5199">
                  <c:v>519.9</c:v>
                </c:pt>
                <c:pt idx="5200">
                  <c:v>520</c:v>
                </c:pt>
                <c:pt idx="5201">
                  <c:v>520.1</c:v>
                </c:pt>
                <c:pt idx="5202">
                  <c:v>520.20000000000005</c:v>
                </c:pt>
                <c:pt idx="5203">
                  <c:v>520.29999999999995</c:v>
                </c:pt>
                <c:pt idx="5204">
                  <c:v>520.4</c:v>
                </c:pt>
                <c:pt idx="5205">
                  <c:v>520.5</c:v>
                </c:pt>
                <c:pt idx="5206">
                  <c:v>520.6</c:v>
                </c:pt>
                <c:pt idx="5207">
                  <c:v>520.70000000000005</c:v>
                </c:pt>
                <c:pt idx="5208">
                  <c:v>520.79999999999995</c:v>
                </c:pt>
                <c:pt idx="5209">
                  <c:v>520.9</c:v>
                </c:pt>
                <c:pt idx="5210">
                  <c:v>521</c:v>
                </c:pt>
                <c:pt idx="5211">
                  <c:v>521.1</c:v>
                </c:pt>
                <c:pt idx="5212">
                  <c:v>521.20000000000005</c:v>
                </c:pt>
                <c:pt idx="5213">
                  <c:v>521.29999999999995</c:v>
                </c:pt>
                <c:pt idx="5214">
                  <c:v>521.4</c:v>
                </c:pt>
                <c:pt idx="5215">
                  <c:v>521.5</c:v>
                </c:pt>
                <c:pt idx="5216">
                  <c:v>521.6</c:v>
                </c:pt>
                <c:pt idx="5217">
                  <c:v>521.70000000000005</c:v>
                </c:pt>
                <c:pt idx="5218">
                  <c:v>521.79999999999995</c:v>
                </c:pt>
                <c:pt idx="5219">
                  <c:v>521.9</c:v>
                </c:pt>
                <c:pt idx="5220">
                  <c:v>522</c:v>
                </c:pt>
                <c:pt idx="5221">
                  <c:v>522.1</c:v>
                </c:pt>
                <c:pt idx="5222">
                  <c:v>522.20000000000005</c:v>
                </c:pt>
                <c:pt idx="5223">
                  <c:v>522.29999999999995</c:v>
                </c:pt>
                <c:pt idx="5224">
                  <c:v>522.4</c:v>
                </c:pt>
                <c:pt idx="5225">
                  <c:v>522.5</c:v>
                </c:pt>
                <c:pt idx="5226">
                  <c:v>522.6</c:v>
                </c:pt>
                <c:pt idx="5227">
                  <c:v>522.70000000000005</c:v>
                </c:pt>
                <c:pt idx="5228">
                  <c:v>522.79999999999995</c:v>
                </c:pt>
                <c:pt idx="5229">
                  <c:v>522.9</c:v>
                </c:pt>
                <c:pt idx="5230">
                  <c:v>523</c:v>
                </c:pt>
                <c:pt idx="5231">
                  <c:v>523.1</c:v>
                </c:pt>
                <c:pt idx="5232">
                  <c:v>523.20000000000005</c:v>
                </c:pt>
                <c:pt idx="5233">
                  <c:v>523.29999999999995</c:v>
                </c:pt>
                <c:pt idx="5234">
                  <c:v>523.4</c:v>
                </c:pt>
                <c:pt idx="5235">
                  <c:v>523.5</c:v>
                </c:pt>
                <c:pt idx="5236">
                  <c:v>523.6</c:v>
                </c:pt>
                <c:pt idx="5237">
                  <c:v>523.70000000000005</c:v>
                </c:pt>
                <c:pt idx="5238">
                  <c:v>523.79999999999995</c:v>
                </c:pt>
                <c:pt idx="5239">
                  <c:v>523.9</c:v>
                </c:pt>
                <c:pt idx="5240">
                  <c:v>524</c:v>
                </c:pt>
                <c:pt idx="5241">
                  <c:v>524.1</c:v>
                </c:pt>
                <c:pt idx="5242">
                  <c:v>524.20000000000005</c:v>
                </c:pt>
                <c:pt idx="5243">
                  <c:v>524.29999999999995</c:v>
                </c:pt>
                <c:pt idx="5244">
                  <c:v>524.4</c:v>
                </c:pt>
                <c:pt idx="5245">
                  <c:v>524.5</c:v>
                </c:pt>
                <c:pt idx="5246">
                  <c:v>524.6</c:v>
                </c:pt>
                <c:pt idx="5247">
                  <c:v>524.70000000000005</c:v>
                </c:pt>
                <c:pt idx="5248">
                  <c:v>524.79999999999995</c:v>
                </c:pt>
                <c:pt idx="5249">
                  <c:v>524.9</c:v>
                </c:pt>
                <c:pt idx="5250">
                  <c:v>525</c:v>
                </c:pt>
                <c:pt idx="5251">
                  <c:v>525.1</c:v>
                </c:pt>
                <c:pt idx="5252">
                  <c:v>525.20000000000005</c:v>
                </c:pt>
                <c:pt idx="5253">
                  <c:v>525.29999999999995</c:v>
                </c:pt>
                <c:pt idx="5254">
                  <c:v>525.4</c:v>
                </c:pt>
                <c:pt idx="5255">
                  <c:v>525.5</c:v>
                </c:pt>
                <c:pt idx="5256">
                  <c:v>525.6</c:v>
                </c:pt>
                <c:pt idx="5257">
                  <c:v>525.70000000000005</c:v>
                </c:pt>
                <c:pt idx="5258">
                  <c:v>525.79999999999995</c:v>
                </c:pt>
                <c:pt idx="5259">
                  <c:v>525.9</c:v>
                </c:pt>
                <c:pt idx="5260">
                  <c:v>526</c:v>
                </c:pt>
                <c:pt idx="5261">
                  <c:v>526.1</c:v>
                </c:pt>
                <c:pt idx="5262">
                  <c:v>526.20000000000005</c:v>
                </c:pt>
                <c:pt idx="5263">
                  <c:v>526.29999999999995</c:v>
                </c:pt>
                <c:pt idx="5264">
                  <c:v>526.4</c:v>
                </c:pt>
                <c:pt idx="5265">
                  <c:v>526.5</c:v>
                </c:pt>
                <c:pt idx="5266">
                  <c:v>526.6</c:v>
                </c:pt>
                <c:pt idx="5267">
                  <c:v>526.70000000000005</c:v>
                </c:pt>
                <c:pt idx="5268">
                  <c:v>526.79999999999995</c:v>
                </c:pt>
                <c:pt idx="5269">
                  <c:v>526.9</c:v>
                </c:pt>
                <c:pt idx="5270">
                  <c:v>527</c:v>
                </c:pt>
                <c:pt idx="5271">
                  <c:v>527.1</c:v>
                </c:pt>
                <c:pt idx="5272">
                  <c:v>527.20000000000005</c:v>
                </c:pt>
                <c:pt idx="5273">
                  <c:v>527.29999999999995</c:v>
                </c:pt>
                <c:pt idx="5274">
                  <c:v>527.4</c:v>
                </c:pt>
                <c:pt idx="5275">
                  <c:v>527.5</c:v>
                </c:pt>
                <c:pt idx="5276">
                  <c:v>527.6</c:v>
                </c:pt>
                <c:pt idx="5277">
                  <c:v>527.70000000000005</c:v>
                </c:pt>
                <c:pt idx="5278">
                  <c:v>527.79999999999995</c:v>
                </c:pt>
                <c:pt idx="5279">
                  <c:v>527.9</c:v>
                </c:pt>
                <c:pt idx="5280">
                  <c:v>528</c:v>
                </c:pt>
                <c:pt idx="5281">
                  <c:v>528.1</c:v>
                </c:pt>
                <c:pt idx="5282">
                  <c:v>528.20000000000005</c:v>
                </c:pt>
                <c:pt idx="5283">
                  <c:v>528.29999999999995</c:v>
                </c:pt>
                <c:pt idx="5284">
                  <c:v>528.4</c:v>
                </c:pt>
                <c:pt idx="5285">
                  <c:v>528.5</c:v>
                </c:pt>
                <c:pt idx="5286">
                  <c:v>528.6</c:v>
                </c:pt>
                <c:pt idx="5287">
                  <c:v>528.70000000000005</c:v>
                </c:pt>
                <c:pt idx="5288">
                  <c:v>528.79999999999995</c:v>
                </c:pt>
                <c:pt idx="5289">
                  <c:v>528.9</c:v>
                </c:pt>
                <c:pt idx="5290">
                  <c:v>529</c:v>
                </c:pt>
                <c:pt idx="5291">
                  <c:v>529.1</c:v>
                </c:pt>
                <c:pt idx="5292">
                  <c:v>529.20000000000005</c:v>
                </c:pt>
                <c:pt idx="5293">
                  <c:v>529.29999999999995</c:v>
                </c:pt>
                <c:pt idx="5294">
                  <c:v>529.4</c:v>
                </c:pt>
                <c:pt idx="5295">
                  <c:v>529.5</c:v>
                </c:pt>
                <c:pt idx="5296">
                  <c:v>529.6</c:v>
                </c:pt>
                <c:pt idx="5297">
                  <c:v>529.70000000000005</c:v>
                </c:pt>
                <c:pt idx="5298">
                  <c:v>529.79999999999995</c:v>
                </c:pt>
                <c:pt idx="5299">
                  <c:v>529.9</c:v>
                </c:pt>
                <c:pt idx="5300">
                  <c:v>530</c:v>
                </c:pt>
                <c:pt idx="5301">
                  <c:v>530.1</c:v>
                </c:pt>
                <c:pt idx="5302">
                  <c:v>530.20000000000005</c:v>
                </c:pt>
                <c:pt idx="5303">
                  <c:v>530.29999999999995</c:v>
                </c:pt>
                <c:pt idx="5304">
                  <c:v>530.4</c:v>
                </c:pt>
                <c:pt idx="5305">
                  <c:v>530.5</c:v>
                </c:pt>
                <c:pt idx="5306">
                  <c:v>530.6</c:v>
                </c:pt>
                <c:pt idx="5307">
                  <c:v>530.70000000000005</c:v>
                </c:pt>
                <c:pt idx="5308">
                  <c:v>530.79999999999995</c:v>
                </c:pt>
                <c:pt idx="5309">
                  <c:v>530.9</c:v>
                </c:pt>
                <c:pt idx="5310">
                  <c:v>531</c:v>
                </c:pt>
                <c:pt idx="5311">
                  <c:v>531.1</c:v>
                </c:pt>
                <c:pt idx="5312">
                  <c:v>531.20000000000005</c:v>
                </c:pt>
                <c:pt idx="5313">
                  <c:v>531.29999999999995</c:v>
                </c:pt>
                <c:pt idx="5314">
                  <c:v>531.4</c:v>
                </c:pt>
                <c:pt idx="5315">
                  <c:v>531.5</c:v>
                </c:pt>
                <c:pt idx="5316">
                  <c:v>531.6</c:v>
                </c:pt>
                <c:pt idx="5317">
                  <c:v>531.70000000000005</c:v>
                </c:pt>
                <c:pt idx="5318">
                  <c:v>531.79999999999995</c:v>
                </c:pt>
                <c:pt idx="5319">
                  <c:v>531.9</c:v>
                </c:pt>
                <c:pt idx="5320">
                  <c:v>532</c:v>
                </c:pt>
                <c:pt idx="5321">
                  <c:v>532.1</c:v>
                </c:pt>
                <c:pt idx="5322">
                  <c:v>532.20000000000005</c:v>
                </c:pt>
                <c:pt idx="5323">
                  <c:v>532.29999999999995</c:v>
                </c:pt>
                <c:pt idx="5324">
                  <c:v>532.4</c:v>
                </c:pt>
                <c:pt idx="5325">
                  <c:v>532.5</c:v>
                </c:pt>
                <c:pt idx="5326">
                  <c:v>532.6</c:v>
                </c:pt>
                <c:pt idx="5327">
                  <c:v>532.70000000000005</c:v>
                </c:pt>
                <c:pt idx="5328">
                  <c:v>532.79999999999995</c:v>
                </c:pt>
                <c:pt idx="5329">
                  <c:v>532.9</c:v>
                </c:pt>
                <c:pt idx="5330">
                  <c:v>533</c:v>
                </c:pt>
                <c:pt idx="5331">
                  <c:v>533.1</c:v>
                </c:pt>
                <c:pt idx="5332">
                  <c:v>533.20000000000005</c:v>
                </c:pt>
                <c:pt idx="5333">
                  <c:v>533.29999999999995</c:v>
                </c:pt>
                <c:pt idx="5334">
                  <c:v>533.4</c:v>
                </c:pt>
                <c:pt idx="5335">
                  <c:v>533.5</c:v>
                </c:pt>
                <c:pt idx="5336">
                  <c:v>533.6</c:v>
                </c:pt>
                <c:pt idx="5337">
                  <c:v>533.70000000000005</c:v>
                </c:pt>
                <c:pt idx="5338">
                  <c:v>533.79999999999995</c:v>
                </c:pt>
                <c:pt idx="5339">
                  <c:v>533.9</c:v>
                </c:pt>
                <c:pt idx="5340">
                  <c:v>534</c:v>
                </c:pt>
                <c:pt idx="5341">
                  <c:v>534.1</c:v>
                </c:pt>
                <c:pt idx="5342">
                  <c:v>534.20000000000005</c:v>
                </c:pt>
                <c:pt idx="5343">
                  <c:v>534.29999999999995</c:v>
                </c:pt>
                <c:pt idx="5344">
                  <c:v>534.4</c:v>
                </c:pt>
                <c:pt idx="5345">
                  <c:v>534.5</c:v>
                </c:pt>
                <c:pt idx="5346">
                  <c:v>534.6</c:v>
                </c:pt>
                <c:pt idx="5347">
                  <c:v>534.70000000000005</c:v>
                </c:pt>
                <c:pt idx="5348">
                  <c:v>534.79999999999995</c:v>
                </c:pt>
                <c:pt idx="5349">
                  <c:v>534.9</c:v>
                </c:pt>
                <c:pt idx="5350">
                  <c:v>535</c:v>
                </c:pt>
                <c:pt idx="5351">
                  <c:v>535.1</c:v>
                </c:pt>
                <c:pt idx="5352">
                  <c:v>535.20000000000005</c:v>
                </c:pt>
                <c:pt idx="5353">
                  <c:v>535.29999999999995</c:v>
                </c:pt>
                <c:pt idx="5354">
                  <c:v>535.4</c:v>
                </c:pt>
                <c:pt idx="5355">
                  <c:v>535.5</c:v>
                </c:pt>
                <c:pt idx="5356">
                  <c:v>535.6</c:v>
                </c:pt>
                <c:pt idx="5357">
                  <c:v>535.70000000000005</c:v>
                </c:pt>
                <c:pt idx="5358">
                  <c:v>535.79999999999995</c:v>
                </c:pt>
                <c:pt idx="5359">
                  <c:v>535.9</c:v>
                </c:pt>
                <c:pt idx="5360">
                  <c:v>536</c:v>
                </c:pt>
                <c:pt idx="5361">
                  <c:v>536.1</c:v>
                </c:pt>
                <c:pt idx="5362">
                  <c:v>536.20000000000005</c:v>
                </c:pt>
                <c:pt idx="5363">
                  <c:v>536.29999999999995</c:v>
                </c:pt>
                <c:pt idx="5364">
                  <c:v>536.4</c:v>
                </c:pt>
                <c:pt idx="5365">
                  <c:v>536.5</c:v>
                </c:pt>
                <c:pt idx="5366">
                  <c:v>536.6</c:v>
                </c:pt>
                <c:pt idx="5367">
                  <c:v>536.70000000000005</c:v>
                </c:pt>
                <c:pt idx="5368">
                  <c:v>536.79999999999995</c:v>
                </c:pt>
                <c:pt idx="5369">
                  <c:v>536.9</c:v>
                </c:pt>
                <c:pt idx="5370">
                  <c:v>537</c:v>
                </c:pt>
                <c:pt idx="5371">
                  <c:v>537.1</c:v>
                </c:pt>
                <c:pt idx="5372">
                  <c:v>537.20000000000005</c:v>
                </c:pt>
                <c:pt idx="5373">
                  <c:v>537.29999999999995</c:v>
                </c:pt>
                <c:pt idx="5374">
                  <c:v>537.4</c:v>
                </c:pt>
                <c:pt idx="5375">
                  <c:v>537.5</c:v>
                </c:pt>
                <c:pt idx="5376">
                  <c:v>537.6</c:v>
                </c:pt>
                <c:pt idx="5377">
                  <c:v>537.70000000000005</c:v>
                </c:pt>
                <c:pt idx="5378">
                  <c:v>537.79999999999995</c:v>
                </c:pt>
                <c:pt idx="5379">
                  <c:v>537.9</c:v>
                </c:pt>
                <c:pt idx="5380">
                  <c:v>538</c:v>
                </c:pt>
                <c:pt idx="5381">
                  <c:v>538.1</c:v>
                </c:pt>
                <c:pt idx="5382">
                  <c:v>538.20000000000005</c:v>
                </c:pt>
                <c:pt idx="5383">
                  <c:v>538.29999999999995</c:v>
                </c:pt>
                <c:pt idx="5384">
                  <c:v>538.4</c:v>
                </c:pt>
                <c:pt idx="5385">
                  <c:v>538.5</c:v>
                </c:pt>
                <c:pt idx="5386">
                  <c:v>538.6</c:v>
                </c:pt>
                <c:pt idx="5387">
                  <c:v>538.70000000000005</c:v>
                </c:pt>
                <c:pt idx="5388">
                  <c:v>538.79999999999995</c:v>
                </c:pt>
                <c:pt idx="5389">
                  <c:v>538.9</c:v>
                </c:pt>
                <c:pt idx="5390">
                  <c:v>539</c:v>
                </c:pt>
                <c:pt idx="5391">
                  <c:v>539.1</c:v>
                </c:pt>
                <c:pt idx="5392">
                  <c:v>539.20000000000005</c:v>
                </c:pt>
                <c:pt idx="5393">
                  <c:v>539.29999999999995</c:v>
                </c:pt>
                <c:pt idx="5394">
                  <c:v>539.4</c:v>
                </c:pt>
                <c:pt idx="5395">
                  <c:v>539.5</c:v>
                </c:pt>
                <c:pt idx="5396">
                  <c:v>539.6</c:v>
                </c:pt>
                <c:pt idx="5397">
                  <c:v>539.70000000000005</c:v>
                </c:pt>
                <c:pt idx="5398">
                  <c:v>539.79999999999995</c:v>
                </c:pt>
                <c:pt idx="5399">
                  <c:v>539.9</c:v>
                </c:pt>
                <c:pt idx="5400">
                  <c:v>540</c:v>
                </c:pt>
                <c:pt idx="5401">
                  <c:v>540.1</c:v>
                </c:pt>
                <c:pt idx="5402">
                  <c:v>540.20000000000005</c:v>
                </c:pt>
                <c:pt idx="5403">
                  <c:v>540.29999999999995</c:v>
                </c:pt>
                <c:pt idx="5404">
                  <c:v>540.4</c:v>
                </c:pt>
                <c:pt idx="5405">
                  <c:v>540.5</c:v>
                </c:pt>
                <c:pt idx="5406">
                  <c:v>540.6</c:v>
                </c:pt>
                <c:pt idx="5407">
                  <c:v>540.70000000000005</c:v>
                </c:pt>
                <c:pt idx="5408">
                  <c:v>540.79999999999995</c:v>
                </c:pt>
                <c:pt idx="5409">
                  <c:v>540.9</c:v>
                </c:pt>
                <c:pt idx="5410">
                  <c:v>541</c:v>
                </c:pt>
                <c:pt idx="5411">
                  <c:v>541.1</c:v>
                </c:pt>
                <c:pt idx="5412">
                  <c:v>541.20000000000005</c:v>
                </c:pt>
                <c:pt idx="5413">
                  <c:v>541.29999999999995</c:v>
                </c:pt>
                <c:pt idx="5414">
                  <c:v>541.4</c:v>
                </c:pt>
                <c:pt idx="5415">
                  <c:v>541.5</c:v>
                </c:pt>
                <c:pt idx="5416">
                  <c:v>541.6</c:v>
                </c:pt>
                <c:pt idx="5417">
                  <c:v>541.70000000000005</c:v>
                </c:pt>
                <c:pt idx="5418">
                  <c:v>541.79999999999995</c:v>
                </c:pt>
                <c:pt idx="5419">
                  <c:v>541.9</c:v>
                </c:pt>
                <c:pt idx="5420">
                  <c:v>542</c:v>
                </c:pt>
                <c:pt idx="5421">
                  <c:v>542.1</c:v>
                </c:pt>
                <c:pt idx="5422">
                  <c:v>542.20000000000005</c:v>
                </c:pt>
                <c:pt idx="5423">
                  <c:v>542.29999999999995</c:v>
                </c:pt>
                <c:pt idx="5424">
                  <c:v>542.4</c:v>
                </c:pt>
                <c:pt idx="5425">
                  <c:v>542.5</c:v>
                </c:pt>
                <c:pt idx="5426">
                  <c:v>542.6</c:v>
                </c:pt>
                <c:pt idx="5427">
                  <c:v>542.70000000000005</c:v>
                </c:pt>
                <c:pt idx="5428">
                  <c:v>542.79999999999995</c:v>
                </c:pt>
                <c:pt idx="5429">
                  <c:v>542.9</c:v>
                </c:pt>
                <c:pt idx="5430">
                  <c:v>543</c:v>
                </c:pt>
                <c:pt idx="5431">
                  <c:v>543.1</c:v>
                </c:pt>
                <c:pt idx="5432">
                  <c:v>543.20000000000005</c:v>
                </c:pt>
                <c:pt idx="5433">
                  <c:v>543.29999999999995</c:v>
                </c:pt>
                <c:pt idx="5434">
                  <c:v>543.4</c:v>
                </c:pt>
                <c:pt idx="5435">
                  <c:v>543.5</c:v>
                </c:pt>
                <c:pt idx="5436">
                  <c:v>543.6</c:v>
                </c:pt>
                <c:pt idx="5437">
                  <c:v>543.70000000000005</c:v>
                </c:pt>
                <c:pt idx="5438">
                  <c:v>543.79999999999995</c:v>
                </c:pt>
                <c:pt idx="5439">
                  <c:v>543.9</c:v>
                </c:pt>
                <c:pt idx="5440">
                  <c:v>544</c:v>
                </c:pt>
                <c:pt idx="5441">
                  <c:v>544.1</c:v>
                </c:pt>
                <c:pt idx="5442">
                  <c:v>544.20000000000005</c:v>
                </c:pt>
                <c:pt idx="5443">
                  <c:v>544.29999999999995</c:v>
                </c:pt>
                <c:pt idx="5444">
                  <c:v>544.4</c:v>
                </c:pt>
                <c:pt idx="5445">
                  <c:v>544.5</c:v>
                </c:pt>
                <c:pt idx="5446">
                  <c:v>544.6</c:v>
                </c:pt>
                <c:pt idx="5447">
                  <c:v>544.70000000000005</c:v>
                </c:pt>
                <c:pt idx="5448">
                  <c:v>544.79999999999995</c:v>
                </c:pt>
                <c:pt idx="5449">
                  <c:v>544.9</c:v>
                </c:pt>
                <c:pt idx="5450">
                  <c:v>545</c:v>
                </c:pt>
                <c:pt idx="5451">
                  <c:v>545.1</c:v>
                </c:pt>
                <c:pt idx="5452">
                  <c:v>545.20000000000005</c:v>
                </c:pt>
                <c:pt idx="5453">
                  <c:v>545.29999999999995</c:v>
                </c:pt>
                <c:pt idx="5454">
                  <c:v>545.4</c:v>
                </c:pt>
                <c:pt idx="5455">
                  <c:v>545.5</c:v>
                </c:pt>
                <c:pt idx="5456">
                  <c:v>545.6</c:v>
                </c:pt>
                <c:pt idx="5457">
                  <c:v>545.70000000000005</c:v>
                </c:pt>
                <c:pt idx="5458">
                  <c:v>545.79999999999995</c:v>
                </c:pt>
                <c:pt idx="5459">
                  <c:v>545.9</c:v>
                </c:pt>
                <c:pt idx="5460">
                  <c:v>546</c:v>
                </c:pt>
                <c:pt idx="5461">
                  <c:v>546.1</c:v>
                </c:pt>
                <c:pt idx="5462">
                  <c:v>546.20000000000005</c:v>
                </c:pt>
                <c:pt idx="5463">
                  <c:v>546.29999999999995</c:v>
                </c:pt>
                <c:pt idx="5464">
                  <c:v>546.4</c:v>
                </c:pt>
                <c:pt idx="5465">
                  <c:v>546.5</c:v>
                </c:pt>
                <c:pt idx="5466">
                  <c:v>546.6</c:v>
                </c:pt>
                <c:pt idx="5467">
                  <c:v>546.70000000000005</c:v>
                </c:pt>
                <c:pt idx="5468">
                  <c:v>546.79999999999995</c:v>
                </c:pt>
                <c:pt idx="5469">
                  <c:v>546.9</c:v>
                </c:pt>
                <c:pt idx="5470">
                  <c:v>547</c:v>
                </c:pt>
                <c:pt idx="5471">
                  <c:v>547.1</c:v>
                </c:pt>
                <c:pt idx="5472">
                  <c:v>547.20000000000005</c:v>
                </c:pt>
                <c:pt idx="5473">
                  <c:v>547.29999999999995</c:v>
                </c:pt>
                <c:pt idx="5474">
                  <c:v>547.4</c:v>
                </c:pt>
                <c:pt idx="5475">
                  <c:v>547.5</c:v>
                </c:pt>
                <c:pt idx="5476">
                  <c:v>547.6</c:v>
                </c:pt>
                <c:pt idx="5477">
                  <c:v>547.70000000000005</c:v>
                </c:pt>
                <c:pt idx="5478">
                  <c:v>547.79999999999995</c:v>
                </c:pt>
                <c:pt idx="5479">
                  <c:v>547.9</c:v>
                </c:pt>
                <c:pt idx="5480">
                  <c:v>548</c:v>
                </c:pt>
                <c:pt idx="5481">
                  <c:v>548.1</c:v>
                </c:pt>
                <c:pt idx="5482">
                  <c:v>548.20000000000005</c:v>
                </c:pt>
                <c:pt idx="5483">
                  <c:v>548.29999999999995</c:v>
                </c:pt>
                <c:pt idx="5484">
                  <c:v>548.4</c:v>
                </c:pt>
                <c:pt idx="5485">
                  <c:v>548.5</c:v>
                </c:pt>
                <c:pt idx="5486">
                  <c:v>548.6</c:v>
                </c:pt>
                <c:pt idx="5487">
                  <c:v>548.70000000000005</c:v>
                </c:pt>
                <c:pt idx="5488">
                  <c:v>548.79999999999995</c:v>
                </c:pt>
                <c:pt idx="5489">
                  <c:v>548.9</c:v>
                </c:pt>
                <c:pt idx="5490">
                  <c:v>549</c:v>
                </c:pt>
                <c:pt idx="5491">
                  <c:v>549.1</c:v>
                </c:pt>
                <c:pt idx="5492">
                  <c:v>549.20000000000005</c:v>
                </c:pt>
                <c:pt idx="5493">
                  <c:v>549.29999999999995</c:v>
                </c:pt>
                <c:pt idx="5494">
                  <c:v>549.4</c:v>
                </c:pt>
                <c:pt idx="5495">
                  <c:v>549.5</c:v>
                </c:pt>
                <c:pt idx="5496">
                  <c:v>549.6</c:v>
                </c:pt>
                <c:pt idx="5497">
                  <c:v>549.70000000000005</c:v>
                </c:pt>
                <c:pt idx="5498">
                  <c:v>549.79999999999995</c:v>
                </c:pt>
                <c:pt idx="5499">
                  <c:v>549.9</c:v>
                </c:pt>
                <c:pt idx="5500">
                  <c:v>550</c:v>
                </c:pt>
                <c:pt idx="5501">
                  <c:v>550.1</c:v>
                </c:pt>
                <c:pt idx="5502">
                  <c:v>550.20000000000005</c:v>
                </c:pt>
                <c:pt idx="5503">
                  <c:v>550.29999999999995</c:v>
                </c:pt>
                <c:pt idx="5504">
                  <c:v>550.4</c:v>
                </c:pt>
                <c:pt idx="5505">
                  <c:v>550.5</c:v>
                </c:pt>
                <c:pt idx="5506">
                  <c:v>550.6</c:v>
                </c:pt>
                <c:pt idx="5507">
                  <c:v>550.70000000000005</c:v>
                </c:pt>
                <c:pt idx="5508">
                  <c:v>550.79999999999995</c:v>
                </c:pt>
                <c:pt idx="5509">
                  <c:v>550.9</c:v>
                </c:pt>
                <c:pt idx="5510">
                  <c:v>551</c:v>
                </c:pt>
                <c:pt idx="5511">
                  <c:v>551.1</c:v>
                </c:pt>
                <c:pt idx="5512">
                  <c:v>551.20000000000005</c:v>
                </c:pt>
                <c:pt idx="5513">
                  <c:v>551.29999999999995</c:v>
                </c:pt>
                <c:pt idx="5514">
                  <c:v>551.4</c:v>
                </c:pt>
                <c:pt idx="5515">
                  <c:v>551.5</c:v>
                </c:pt>
                <c:pt idx="5516">
                  <c:v>551.6</c:v>
                </c:pt>
                <c:pt idx="5517">
                  <c:v>551.70000000000005</c:v>
                </c:pt>
                <c:pt idx="5518">
                  <c:v>551.79999999999995</c:v>
                </c:pt>
                <c:pt idx="5519">
                  <c:v>551.9</c:v>
                </c:pt>
                <c:pt idx="5520">
                  <c:v>552</c:v>
                </c:pt>
                <c:pt idx="5521">
                  <c:v>552.1</c:v>
                </c:pt>
                <c:pt idx="5522">
                  <c:v>552.20000000000005</c:v>
                </c:pt>
                <c:pt idx="5523">
                  <c:v>552.29999999999995</c:v>
                </c:pt>
                <c:pt idx="5524">
                  <c:v>552.4</c:v>
                </c:pt>
                <c:pt idx="5525">
                  <c:v>552.5</c:v>
                </c:pt>
                <c:pt idx="5526">
                  <c:v>552.6</c:v>
                </c:pt>
                <c:pt idx="5527">
                  <c:v>552.70000000000005</c:v>
                </c:pt>
                <c:pt idx="5528">
                  <c:v>552.79999999999995</c:v>
                </c:pt>
                <c:pt idx="5529">
                  <c:v>552.9</c:v>
                </c:pt>
                <c:pt idx="5530">
                  <c:v>553</c:v>
                </c:pt>
                <c:pt idx="5531">
                  <c:v>553.1</c:v>
                </c:pt>
                <c:pt idx="5532">
                  <c:v>553.20000000000005</c:v>
                </c:pt>
                <c:pt idx="5533">
                  <c:v>553.29999999999995</c:v>
                </c:pt>
                <c:pt idx="5534">
                  <c:v>553.4</c:v>
                </c:pt>
                <c:pt idx="5535">
                  <c:v>553.5</c:v>
                </c:pt>
                <c:pt idx="5536">
                  <c:v>553.6</c:v>
                </c:pt>
                <c:pt idx="5537">
                  <c:v>553.70000000000005</c:v>
                </c:pt>
                <c:pt idx="5538">
                  <c:v>553.79999999999995</c:v>
                </c:pt>
                <c:pt idx="5539">
                  <c:v>553.9</c:v>
                </c:pt>
                <c:pt idx="5540">
                  <c:v>554</c:v>
                </c:pt>
                <c:pt idx="5541">
                  <c:v>554.1</c:v>
                </c:pt>
                <c:pt idx="5542">
                  <c:v>554.20000000000005</c:v>
                </c:pt>
                <c:pt idx="5543">
                  <c:v>554.29999999999995</c:v>
                </c:pt>
                <c:pt idx="5544">
                  <c:v>554.4</c:v>
                </c:pt>
                <c:pt idx="5545">
                  <c:v>554.5</c:v>
                </c:pt>
                <c:pt idx="5546">
                  <c:v>554.6</c:v>
                </c:pt>
                <c:pt idx="5547">
                  <c:v>554.70000000000005</c:v>
                </c:pt>
                <c:pt idx="5548">
                  <c:v>554.79999999999995</c:v>
                </c:pt>
                <c:pt idx="5549">
                  <c:v>554.9</c:v>
                </c:pt>
                <c:pt idx="5550">
                  <c:v>555</c:v>
                </c:pt>
                <c:pt idx="5551">
                  <c:v>555.1</c:v>
                </c:pt>
                <c:pt idx="5552">
                  <c:v>555.20000000000005</c:v>
                </c:pt>
                <c:pt idx="5553">
                  <c:v>555.29999999999995</c:v>
                </c:pt>
                <c:pt idx="5554">
                  <c:v>555.4</c:v>
                </c:pt>
                <c:pt idx="5555">
                  <c:v>555.5</c:v>
                </c:pt>
                <c:pt idx="5556">
                  <c:v>555.6</c:v>
                </c:pt>
                <c:pt idx="5557">
                  <c:v>555.70000000000005</c:v>
                </c:pt>
                <c:pt idx="5558">
                  <c:v>555.79999999999995</c:v>
                </c:pt>
                <c:pt idx="5559">
                  <c:v>555.9</c:v>
                </c:pt>
                <c:pt idx="5560">
                  <c:v>556</c:v>
                </c:pt>
                <c:pt idx="5561">
                  <c:v>556.1</c:v>
                </c:pt>
                <c:pt idx="5562">
                  <c:v>556.20000000000005</c:v>
                </c:pt>
                <c:pt idx="5563">
                  <c:v>556.29999999999995</c:v>
                </c:pt>
                <c:pt idx="5564">
                  <c:v>556.4</c:v>
                </c:pt>
                <c:pt idx="5565">
                  <c:v>556.5</c:v>
                </c:pt>
                <c:pt idx="5566">
                  <c:v>556.6</c:v>
                </c:pt>
                <c:pt idx="5567">
                  <c:v>556.70000000000005</c:v>
                </c:pt>
                <c:pt idx="5568">
                  <c:v>556.79999999999995</c:v>
                </c:pt>
                <c:pt idx="5569">
                  <c:v>556.9</c:v>
                </c:pt>
                <c:pt idx="5570">
                  <c:v>557</c:v>
                </c:pt>
                <c:pt idx="5571">
                  <c:v>557.1</c:v>
                </c:pt>
                <c:pt idx="5572">
                  <c:v>557.20000000000005</c:v>
                </c:pt>
                <c:pt idx="5573">
                  <c:v>557.29999999999995</c:v>
                </c:pt>
                <c:pt idx="5574">
                  <c:v>557.4</c:v>
                </c:pt>
                <c:pt idx="5575">
                  <c:v>557.5</c:v>
                </c:pt>
                <c:pt idx="5576">
                  <c:v>557.6</c:v>
                </c:pt>
                <c:pt idx="5577">
                  <c:v>557.70000000000005</c:v>
                </c:pt>
                <c:pt idx="5578">
                  <c:v>557.79999999999995</c:v>
                </c:pt>
                <c:pt idx="5579">
                  <c:v>557.9</c:v>
                </c:pt>
                <c:pt idx="5580">
                  <c:v>558</c:v>
                </c:pt>
                <c:pt idx="5581">
                  <c:v>558.1</c:v>
                </c:pt>
                <c:pt idx="5582">
                  <c:v>558.20000000000005</c:v>
                </c:pt>
                <c:pt idx="5583">
                  <c:v>558.29999999999995</c:v>
                </c:pt>
                <c:pt idx="5584">
                  <c:v>558.4</c:v>
                </c:pt>
                <c:pt idx="5585">
                  <c:v>558.5</c:v>
                </c:pt>
                <c:pt idx="5586">
                  <c:v>558.6</c:v>
                </c:pt>
                <c:pt idx="5587">
                  <c:v>558.70000000000005</c:v>
                </c:pt>
                <c:pt idx="5588">
                  <c:v>558.79999999999995</c:v>
                </c:pt>
                <c:pt idx="5589">
                  <c:v>558.9</c:v>
                </c:pt>
                <c:pt idx="5590">
                  <c:v>559</c:v>
                </c:pt>
                <c:pt idx="5591">
                  <c:v>559.1</c:v>
                </c:pt>
                <c:pt idx="5592">
                  <c:v>559.20000000000005</c:v>
                </c:pt>
                <c:pt idx="5593">
                  <c:v>559.29999999999995</c:v>
                </c:pt>
                <c:pt idx="5594">
                  <c:v>559.4</c:v>
                </c:pt>
                <c:pt idx="5595">
                  <c:v>559.5</c:v>
                </c:pt>
                <c:pt idx="5596">
                  <c:v>559.6</c:v>
                </c:pt>
                <c:pt idx="5597">
                  <c:v>559.70000000000005</c:v>
                </c:pt>
                <c:pt idx="5598">
                  <c:v>559.79999999999995</c:v>
                </c:pt>
                <c:pt idx="5599">
                  <c:v>559.9</c:v>
                </c:pt>
                <c:pt idx="5600">
                  <c:v>560</c:v>
                </c:pt>
                <c:pt idx="5601">
                  <c:v>560.1</c:v>
                </c:pt>
                <c:pt idx="5602">
                  <c:v>560.20000000000005</c:v>
                </c:pt>
                <c:pt idx="5603">
                  <c:v>560.29999999999995</c:v>
                </c:pt>
                <c:pt idx="5604">
                  <c:v>560.4</c:v>
                </c:pt>
                <c:pt idx="5605">
                  <c:v>560.5</c:v>
                </c:pt>
                <c:pt idx="5606">
                  <c:v>560.6</c:v>
                </c:pt>
                <c:pt idx="5607">
                  <c:v>560.70000000000005</c:v>
                </c:pt>
                <c:pt idx="5608">
                  <c:v>560.79999999999995</c:v>
                </c:pt>
                <c:pt idx="5609">
                  <c:v>560.9</c:v>
                </c:pt>
                <c:pt idx="5610">
                  <c:v>561</c:v>
                </c:pt>
                <c:pt idx="5611">
                  <c:v>561.1</c:v>
                </c:pt>
                <c:pt idx="5612">
                  <c:v>561.20000000000005</c:v>
                </c:pt>
                <c:pt idx="5613">
                  <c:v>561.29999999999995</c:v>
                </c:pt>
                <c:pt idx="5614">
                  <c:v>561.4</c:v>
                </c:pt>
                <c:pt idx="5615">
                  <c:v>561.5</c:v>
                </c:pt>
                <c:pt idx="5616">
                  <c:v>561.6</c:v>
                </c:pt>
                <c:pt idx="5617">
                  <c:v>561.70000000000005</c:v>
                </c:pt>
                <c:pt idx="5618">
                  <c:v>561.79999999999995</c:v>
                </c:pt>
                <c:pt idx="5619">
                  <c:v>561.9</c:v>
                </c:pt>
                <c:pt idx="5620">
                  <c:v>562</c:v>
                </c:pt>
                <c:pt idx="5621">
                  <c:v>562.1</c:v>
                </c:pt>
                <c:pt idx="5622">
                  <c:v>562.20000000000005</c:v>
                </c:pt>
                <c:pt idx="5623">
                  <c:v>562.29999999999995</c:v>
                </c:pt>
                <c:pt idx="5624">
                  <c:v>562.4</c:v>
                </c:pt>
                <c:pt idx="5625">
                  <c:v>562.5</c:v>
                </c:pt>
                <c:pt idx="5626">
                  <c:v>562.6</c:v>
                </c:pt>
                <c:pt idx="5627">
                  <c:v>562.70000000000005</c:v>
                </c:pt>
                <c:pt idx="5628">
                  <c:v>562.79999999999995</c:v>
                </c:pt>
                <c:pt idx="5629">
                  <c:v>562.9</c:v>
                </c:pt>
                <c:pt idx="5630">
                  <c:v>563</c:v>
                </c:pt>
                <c:pt idx="5631">
                  <c:v>563.1</c:v>
                </c:pt>
                <c:pt idx="5632">
                  <c:v>563.20000000000005</c:v>
                </c:pt>
                <c:pt idx="5633">
                  <c:v>563.29999999999995</c:v>
                </c:pt>
                <c:pt idx="5634">
                  <c:v>563.4</c:v>
                </c:pt>
                <c:pt idx="5635">
                  <c:v>563.5</c:v>
                </c:pt>
                <c:pt idx="5636">
                  <c:v>563.6</c:v>
                </c:pt>
                <c:pt idx="5637">
                  <c:v>563.70000000000005</c:v>
                </c:pt>
                <c:pt idx="5638">
                  <c:v>563.79999999999995</c:v>
                </c:pt>
                <c:pt idx="5639">
                  <c:v>563.9</c:v>
                </c:pt>
                <c:pt idx="5640">
                  <c:v>564</c:v>
                </c:pt>
                <c:pt idx="5641">
                  <c:v>564.1</c:v>
                </c:pt>
                <c:pt idx="5642">
                  <c:v>564.20000000000005</c:v>
                </c:pt>
                <c:pt idx="5643">
                  <c:v>564.29999999999995</c:v>
                </c:pt>
                <c:pt idx="5644">
                  <c:v>564.4</c:v>
                </c:pt>
                <c:pt idx="5645">
                  <c:v>564.5</c:v>
                </c:pt>
                <c:pt idx="5646">
                  <c:v>564.6</c:v>
                </c:pt>
                <c:pt idx="5647">
                  <c:v>564.70000000000005</c:v>
                </c:pt>
                <c:pt idx="5648">
                  <c:v>564.79999999999995</c:v>
                </c:pt>
                <c:pt idx="5649">
                  <c:v>564.9</c:v>
                </c:pt>
                <c:pt idx="5650">
                  <c:v>565</c:v>
                </c:pt>
                <c:pt idx="5651">
                  <c:v>565.1</c:v>
                </c:pt>
                <c:pt idx="5652">
                  <c:v>565.20000000000005</c:v>
                </c:pt>
                <c:pt idx="5653">
                  <c:v>565.29999999999995</c:v>
                </c:pt>
                <c:pt idx="5654">
                  <c:v>565.4</c:v>
                </c:pt>
                <c:pt idx="5655">
                  <c:v>565.5</c:v>
                </c:pt>
                <c:pt idx="5656">
                  <c:v>565.6</c:v>
                </c:pt>
                <c:pt idx="5657">
                  <c:v>565.70000000000005</c:v>
                </c:pt>
                <c:pt idx="5658">
                  <c:v>565.79999999999995</c:v>
                </c:pt>
                <c:pt idx="5659">
                  <c:v>565.9</c:v>
                </c:pt>
                <c:pt idx="5660">
                  <c:v>566</c:v>
                </c:pt>
                <c:pt idx="5661">
                  <c:v>566.1</c:v>
                </c:pt>
                <c:pt idx="5662">
                  <c:v>566.20000000000005</c:v>
                </c:pt>
                <c:pt idx="5663">
                  <c:v>566.29999999999995</c:v>
                </c:pt>
                <c:pt idx="5664">
                  <c:v>566.4</c:v>
                </c:pt>
                <c:pt idx="5665">
                  <c:v>566.5</c:v>
                </c:pt>
                <c:pt idx="5666">
                  <c:v>566.6</c:v>
                </c:pt>
                <c:pt idx="5667">
                  <c:v>566.70000000000005</c:v>
                </c:pt>
                <c:pt idx="5668">
                  <c:v>566.79999999999995</c:v>
                </c:pt>
                <c:pt idx="5669">
                  <c:v>566.9</c:v>
                </c:pt>
                <c:pt idx="5670">
                  <c:v>567</c:v>
                </c:pt>
                <c:pt idx="5671">
                  <c:v>567.1</c:v>
                </c:pt>
                <c:pt idx="5672">
                  <c:v>567.20000000000005</c:v>
                </c:pt>
                <c:pt idx="5673">
                  <c:v>567.29999999999995</c:v>
                </c:pt>
                <c:pt idx="5674">
                  <c:v>567.4</c:v>
                </c:pt>
                <c:pt idx="5675">
                  <c:v>567.5</c:v>
                </c:pt>
                <c:pt idx="5676">
                  <c:v>567.6</c:v>
                </c:pt>
                <c:pt idx="5677">
                  <c:v>567.70000000000005</c:v>
                </c:pt>
                <c:pt idx="5678">
                  <c:v>567.79999999999995</c:v>
                </c:pt>
                <c:pt idx="5679">
                  <c:v>567.9</c:v>
                </c:pt>
                <c:pt idx="5680">
                  <c:v>568</c:v>
                </c:pt>
                <c:pt idx="5681">
                  <c:v>568.1</c:v>
                </c:pt>
                <c:pt idx="5682">
                  <c:v>568.20000000000005</c:v>
                </c:pt>
                <c:pt idx="5683">
                  <c:v>568.29999999999995</c:v>
                </c:pt>
                <c:pt idx="5684">
                  <c:v>568.4</c:v>
                </c:pt>
                <c:pt idx="5685">
                  <c:v>568.5</c:v>
                </c:pt>
                <c:pt idx="5686">
                  <c:v>568.6</c:v>
                </c:pt>
                <c:pt idx="5687">
                  <c:v>568.70000000000005</c:v>
                </c:pt>
                <c:pt idx="5688">
                  <c:v>568.79999999999995</c:v>
                </c:pt>
                <c:pt idx="5689">
                  <c:v>568.9</c:v>
                </c:pt>
                <c:pt idx="5690">
                  <c:v>569</c:v>
                </c:pt>
                <c:pt idx="5691">
                  <c:v>569.1</c:v>
                </c:pt>
                <c:pt idx="5692">
                  <c:v>569.20000000000005</c:v>
                </c:pt>
                <c:pt idx="5693">
                  <c:v>569.29999999999995</c:v>
                </c:pt>
                <c:pt idx="5694">
                  <c:v>569.4</c:v>
                </c:pt>
                <c:pt idx="5695">
                  <c:v>569.5</c:v>
                </c:pt>
                <c:pt idx="5696">
                  <c:v>569.6</c:v>
                </c:pt>
                <c:pt idx="5697">
                  <c:v>569.70000000000005</c:v>
                </c:pt>
                <c:pt idx="5698">
                  <c:v>569.79999999999995</c:v>
                </c:pt>
                <c:pt idx="5699">
                  <c:v>569.9</c:v>
                </c:pt>
                <c:pt idx="5700">
                  <c:v>570</c:v>
                </c:pt>
                <c:pt idx="5701">
                  <c:v>570.1</c:v>
                </c:pt>
                <c:pt idx="5702">
                  <c:v>570.20000000000005</c:v>
                </c:pt>
                <c:pt idx="5703">
                  <c:v>570.29999999999995</c:v>
                </c:pt>
                <c:pt idx="5704">
                  <c:v>570.4</c:v>
                </c:pt>
                <c:pt idx="5705">
                  <c:v>570.5</c:v>
                </c:pt>
                <c:pt idx="5706">
                  <c:v>570.6</c:v>
                </c:pt>
                <c:pt idx="5707">
                  <c:v>570.70000000000005</c:v>
                </c:pt>
                <c:pt idx="5708">
                  <c:v>570.79999999999995</c:v>
                </c:pt>
                <c:pt idx="5709">
                  <c:v>570.9</c:v>
                </c:pt>
                <c:pt idx="5710">
                  <c:v>571</c:v>
                </c:pt>
                <c:pt idx="5711">
                  <c:v>571.1</c:v>
                </c:pt>
                <c:pt idx="5712">
                  <c:v>571.20000000000005</c:v>
                </c:pt>
                <c:pt idx="5713">
                  <c:v>571.29999999999995</c:v>
                </c:pt>
                <c:pt idx="5714">
                  <c:v>571.4</c:v>
                </c:pt>
                <c:pt idx="5715">
                  <c:v>571.5</c:v>
                </c:pt>
                <c:pt idx="5716">
                  <c:v>571.6</c:v>
                </c:pt>
                <c:pt idx="5717">
                  <c:v>571.70000000000005</c:v>
                </c:pt>
                <c:pt idx="5718">
                  <c:v>571.79999999999995</c:v>
                </c:pt>
                <c:pt idx="5719">
                  <c:v>571.9</c:v>
                </c:pt>
                <c:pt idx="5720">
                  <c:v>572</c:v>
                </c:pt>
                <c:pt idx="5721">
                  <c:v>572.1</c:v>
                </c:pt>
                <c:pt idx="5722">
                  <c:v>572.20000000000005</c:v>
                </c:pt>
                <c:pt idx="5723">
                  <c:v>572.29999999999995</c:v>
                </c:pt>
                <c:pt idx="5724">
                  <c:v>572.4</c:v>
                </c:pt>
                <c:pt idx="5725">
                  <c:v>572.5</c:v>
                </c:pt>
                <c:pt idx="5726">
                  <c:v>572.6</c:v>
                </c:pt>
                <c:pt idx="5727">
                  <c:v>572.70000000000005</c:v>
                </c:pt>
                <c:pt idx="5728">
                  <c:v>572.79999999999995</c:v>
                </c:pt>
                <c:pt idx="5729">
                  <c:v>572.9</c:v>
                </c:pt>
                <c:pt idx="5730">
                  <c:v>573</c:v>
                </c:pt>
                <c:pt idx="5731">
                  <c:v>573.1</c:v>
                </c:pt>
                <c:pt idx="5732">
                  <c:v>573.20000000000005</c:v>
                </c:pt>
                <c:pt idx="5733">
                  <c:v>573.29999999999995</c:v>
                </c:pt>
                <c:pt idx="5734">
                  <c:v>573.4</c:v>
                </c:pt>
                <c:pt idx="5735">
                  <c:v>573.5</c:v>
                </c:pt>
                <c:pt idx="5736">
                  <c:v>573.6</c:v>
                </c:pt>
                <c:pt idx="5737">
                  <c:v>573.70000000000005</c:v>
                </c:pt>
                <c:pt idx="5738">
                  <c:v>573.79999999999995</c:v>
                </c:pt>
                <c:pt idx="5739">
                  <c:v>573.9</c:v>
                </c:pt>
                <c:pt idx="5740">
                  <c:v>574</c:v>
                </c:pt>
                <c:pt idx="5741">
                  <c:v>574.1</c:v>
                </c:pt>
                <c:pt idx="5742">
                  <c:v>574.20000000000005</c:v>
                </c:pt>
                <c:pt idx="5743">
                  <c:v>574.29999999999995</c:v>
                </c:pt>
                <c:pt idx="5744">
                  <c:v>574.4</c:v>
                </c:pt>
                <c:pt idx="5745">
                  <c:v>574.5</c:v>
                </c:pt>
                <c:pt idx="5746">
                  <c:v>574.6</c:v>
                </c:pt>
                <c:pt idx="5747">
                  <c:v>574.70000000000005</c:v>
                </c:pt>
                <c:pt idx="5748">
                  <c:v>574.79999999999995</c:v>
                </c:pt>
                <c:pt idx="5749">
                  <c:v>574.9</c:v>
                </c:pt>
                <c:pt idx="5750">
                  <c:v>575</c:v>
                </c:pt>
                <c:pt idx="5751">
                  <c:v>575.1</c:v>
                </c:pt>
                <c:pt idx="5752">
                  <c:v>575.20000000000005</c:v>
                </c:pt>
                <c:pt idx="5753">
                  <c:v>575.29999999999995</c:v>
                </c:pt>
                <c:pt idx="5754">
                  <c:v>575.4</c:v>
                </c:pt>
                <c:pt idx="5755">
                  <c:v>575.5</c:v>
                </c:pt>
                <c:pt idx="5756">
                  <c:v>575.6</c:v>
                </c:pt>
                <c:pt idx="5757">
                  <c:v>575.70000000000005</c:v>
                </c:pt>
                <c:pt idx="5758">
                  <c:v>575.79999999999995</c:v>
                </c:pt>
                <c:pt idx="5759">
                  <c:v>575.9</c:v>
                </c:pt>
                <c:pt idx="5760">
                  <c:v>576</c:v>
                </c:pt>
                <c:pt idx="5761">
                  <c:v>576.1</c:v>
                </c:pt>
                <c:pt idx="5762">
                  <c:v>576.20000000000005</c:v>
                </c:pt>
                <c:pt idx="5763">
                  <c:v>576.29999999999995</c:v>
                </c:pt>
                <c:pt idx="5764">
                  <c:v>576.4</c:v>
                </c:pt>
                <c:pt idx="5765">
                  <c:v>576.5</c:v>
                </c:pt>
                <c:pt idx="5766">
                  <c:v>576.6</c:v>
                </c:pt>
                <c:pt idx="5767">
                  <c:v>576.70000000000005</c:v>
                </c:pt>
                <c:pt idx="5768">
                  <c:v>576.79999999999995</c:v>
                </c:pt>
                <c:pt idx="5769">
                  <c:v>576.9</c:v>
                </c:pt>
                <c:pt idx="5770">
                  <c:v>577</c:v>
                </c:pt>
                <c:pt idx="5771">
                  <c:v>577.1</c:v>
                </c:pt>
                <c:pt idx="5772">
                  <c:v>577.20000000000005</c:v>
                </c:pt>
                <c:pt idx="5773">
                  <c:v>577.29999999999995</c:v>
                </c:pt>
                <c:pt idx="5774">
                  <c:v>577.4</c:v>
                </c:pt>
                <c:pt idx="5775">
                  <c:v>577.5</c:v>
                </c:pt>
                <c:pt idx="5776">
                  <c:v>577.6</c:v>
                </c:pt>
                <c:pt idx="5777">
                  <c:v>577.70000000000005</c:v>
                </c:pt>
                <c:pt idx="5778">
                  <c:v>577.79999999999995</c:v>
                </c:pt>
                <c:pt idx="5779">
                  <c:v>577.9</c:v>
                </c:pt>
                <c:pt idx="5780">
                  <c:v>578</c:v>
                </c:pt>
                <c:pt idx="5781">
                  <c:v>578.1</c:v>
                </c:pt>
                <c:pt idx="5782">
                  <c:v>578.20000000000005</c:v>
                </c:pt>
                <c:pt idx="5783">
                  <c:v>578.29999999999995</c:v>
                </c:pt>
                <c:pt idx="5784">
                  <c:v>578.4</c:v>
                </c:pt>
                <c:pt idx="5785">
                  <c:v>578.5</c:v>
                </c:pt>
                <c:pt idx="5786">
                  <c:v>578.6</c:v>
                </c:pt>
                <c:pt idx="5787">
                  <c:v>578.70000000000005</c:v>
                </c:pt>
                <c:pt idx="5788">
                  <c:v>578.79999999999995</c:v>
                </c:pt>
                <c:pt idx="5789">
                  <c:v>578.9</c:v>
                </c:pt>
                <c:pt idx="5790">
                  <c:v>579</c:v>
                </c:pt>
                <c:pt idx="5791">
                  <c:v>579.1</c:v>
                </c:pt>
                <c:pt idx="5792">
                  <c:v>579.20000000000005</c:v>
                </c:pt>
                <c:pt idx="5793">
                  <c:v>579.29999999999995</c:v>
                </c:pt>
                <c:pt idx="5794">
                  <c:v>579.4</c:v>
                </c:pt>
                <c:pt idx="5795">
                  <c:v>579.5</c:v>
                </c:pt>
                <c:pt idx="5796">
                  <c:v>579.6</c:v>
                </c:pt>
                <c:pt idx="5797">
                  <c:v>579.70000000000005</c:v>
                </c:pt>
                <c:pt idx="5798">
                  <c:v>579.79999999999995</c:v>
                </c:pt>
                <c:pt idx="5799">
                  <c:v>579.9</c:v>
                </c:pt>
                <c:pt idx="5800">
                  <c:v>580</c:v>
                </c:pt>
                <c:pt idx="5801">
                  <c:v>580.1</c:v>
                </c:pt>
                <c:pt idx="5802">
                  <c:v>580.20000000000005</c:v>
                </c:pt>
                <c:pt idx="5803">
                  <c:v>580.29999999999995</c:v>
                </c:pt>
                <c:pt idx="5804">
                  <c:v>580.4</c:v>
                </c:pt>
                <c:pt idx="5805">
                  <c:v>580.5</c:v>
                </c:pt>
                <c:pt idx="5806">
                  <c:v>580.6</c:v>
                </c:pt>
                <c:pt idx="5807">
                  <c:v>580.70000000000005</c:v>
                </c:pt>
                <c:pt idx="5808">
                  <c:v>580.79999999999995</c:v>
                </c:pt>
                <c:pt idx="5809">
                  <c:v>580.9</c:v>
                </c:pt>
                <c:pt idx="5810">
                  <c:v>581</c:v>
                </c:pt>
                <c:pt idx="5811">
                  <c:v>581.1</c:v>
                </c:pt>
                <c:pt idx="5812">
                  <c:v>581.20000000000005</c:v>
                </c:pt>
                <c:pt idx="5813">
                  <c:v>581.29999999999995</c:v>
                </c:pt>
                <c:pt idx="5814">
                  <c:v>581.4</c:v>
                </c:pt>
                <c:pt idx="5815">
                  <c:v>581.5</c:v>
                </c:pt>
                <c:pt idx="5816">
                  <c:v>581.6</c:v>
                </c:pt>
                <c:pt idx="5817">
                  <c:v>581.70000000000005</c:v>
                </c:pt>
                <c:pt idx="5818">
                  <c:v>581.79999999999995</c:v>
                </c:pt>
                <c:pt idx="5819">
                  <c:v>581.9</c:v>
                </c:pt>
                <c:pt idx="5820">
                  <c:v>582</c:v>
                </c:pt>
                <c:pt idx="5821">
                  <c:v>582.1</c:v>
                </c:pt>
                <c:pt idx="5822">
                  <c:v>582.20000000000005</c:v>
                </c:pt>
                <c:pt idx="5823">
                  <c:v>582.29999999999995</c:v>
                </c:pt>
                <c:pt idx="5824">
                  <c:v>582.4</c:v>
                </c:pt>
                <c:pt idx="5825">
                  <c:v>582.5</c:v>
                </c:pt>
                <c:pt idx="5826">
                  <c:v>582.6</c:v>
                </c:pt>
                <c:pt idx="5827">
                  <c:v>582.70000000000005</c:v>
                </c:pt>
                <c:pt idx="5828">
                  <c:v>582.79999999999995</c:v>
                </c:pt>
                <c:pt idx="5829">
                  <c:v>582.9</c:v>
                </c:pt>
                <c:pt idx="5830">
                  <c:v>583</c:v>
                </c:pt>
                <c:pt idx="5831">
                  <c:v>583.1</c:v>
                </c:pt>
                <c:pt idx="5832">
                  <c:v>583.20000000000005</c:v>
                </c:pt>
                <c:pt idx="5833">
                  <c:v>583.29999999999995</c:v>
                </c:pt>
                <c:pt idx="5834">
                  <c:v>583.4</c:v>
                </c:pt>
                <c:pt idx="5835">
                  <c:v>583.5</c:v>
                </c:pt>
                <c:pt idx="5836">
                  <c:v>583.6</c:v>
                </c:pt>
                <c:pt idx="5837">
                  <c:v>583.70000000000005</c:v>
                </c:pt>
                <c:pt idx="5838">
                  <c:v>583.79999999999995</c:v>
                </c:pt>
                <c:pt idx="5839">
                  <c:v>583.9</c:v>
                </c:pt>
                <c:pt idx="5840">
                  <c:v>584</c:v>
                </c:pt>
                <c:pt idx="5841">
                  <c:v>584.1</c:v>
                </c:pt>
                <c:pt idx="5842">
                  <c:v>584.20000000000005</c:v>
                </c:pt>
                <c:pt idx="5843">
                  <c:v>584.29999999999995</c:v>
                </c:pt>
                <c:pt idx="5844">
                  <c:v>584.4</c:v>
                </c:pt>
                <c:pt idx="5845">
                  <c:v>584.5</c:v>
                </c:pt>
                <c:pt idx="5846">
                  <c:v>584.6</c:v>
                </c:pt>
                <c:pt idx="5847">
                  <c:v>584.70000000000005</c:v>
                </c:pt>
                <c:pt idx="5848">
                  <c:v>584.79999999999995</c:v>
                </c:pt>
                <c:pt idx="5849">
                  <c:v>584.9</c:v>
                </c:pt>
                <c:pt idx="5850">
                  <c:v>585</c:v>
                </c:pt>
                <c:pt idx="5851">
                  <c:v>585.1</c:v>
                </c:pt>
                <c:pt idx="5852">
                  <c:v>585.20000000000005</c:v>
                </c:pt>
                <c:pt idx="5853">
                  <c:v>585.29999999999995</c:v>
                </c:pt>
                <c:pt idx="5854">
                  <c:v>585.4</c:v>
                </c:pt>
                <c:pt idx="5855">
                  <c:v>585.5</c:v>
                </c:pt>
                <c:pt idx="5856">
                  <c:v>585.6</c:v>
                </c:pt>
                <c:pt idx="5857">
                  <c:v>585.70000000000005</c:v>
                </c:pt>
                <c:pt idx="5858">
                  <c:v>585.79999999999995</c:v>
                </c:pt>
                <c:pt idx="5859">
                  <c:v>585.9</c:v>
                </c:pt>
                <c:pt idx="5860">
                  <c:v>586</c:v>
                </c:pt>
                <c:pt idx="5861">
                  <c:v>586.1</c:v>
                </c:pt>
                <c:pt idx="5862">
                  <c:v>586.20000000000005</c:v>
                </c:pt>
                <c:pt idx="5863">
                  <c:v>586.29999999999995</c:v>
                </c:pt>
                <c:pt idx="5864">
                  <c:v>586.4</c:v>
                </c:pt>
                <c:pt idx="5865">
                  <c:v>586.5</c:v>
                </c:pt>
                <c:pt idx="5866">
                  <c:v>586.6</c:v>
                </c:pt>
                <c:pt idx="5867">
                  <c:v>586.70000000000005</c:v>
                </c:pt>
                <c:pt idx="5868">
                  <c:v>586.79999999999995</c:v>
                </c:pt>
                <c:pt idx="5869">
                  <c:v>586.9</c:v>
                </c:pt>
                <c:pt idx="5870">
                  <c:v>587</c:v>
                </c:pt>
                <c:pt idx="5871">
                  <c:v>587.1</c:v>
                </c:pt>
                <c:pt idx="5872">
                  <c:v>587.20000000000005</c:v>
                </c:pt>
                <c:pt idx="5873">
                  <c:v>587.29999999999995</c:v>
                </c:pt>
                <c:pt idx="5874">
                  <c:v>587.4</c:v>
                </c:pt>
                <c:pt idx="5875">
                  <c:v>587.5</c:v>
                </c:pt>
                <c:pt idx="5876">
                  <c:v>587.6</c:v>
                </c:pt>
                <c:pt idx="5877">
                  <c:v>587.70000000000005</c:v>
                </c:pt>
                <c:pt idx="5878">
                  <c:v>587.79999999999995</c:v>
                </c:pt>
                <c:pt idx="5879">
                  <c:v>587.9</c:v>
                </c:pt>
                <c:pt idx="5880">
                  <c:v>588</c:v>
                </c:pt>
                <c:pt idx="5881">
                  <c:v>588.1</c:v>
                </c:pt>
                <c:pt idx="5882">
                  <c:v>588.20000000000005</c:v>
                </c:pt>
                <c:pt idx="5883">
                  <c:v>588.29999999999995</c:v>
                </c:pt>
                <c:pt idx="5884">
                  <c:v>588.4</c:v>
                </c:pt>
                <c:pt idx="5885">
                  <c:v>588.5</c:v>
                </c:pt>
                <c:pt idx="5886">
                  <c:v>588.6</c:v>
                </c:pt>
                <c:pt idx="5887">
                  <c:v>588.70000000000005</c:v>
                </c:pt>
                <c:pt idx="5888">
                  <c:v>588.79999999999995</c:v>
                </c:pt>
                <c:pt idx="5889">
                  <c:v>588.9</c:v>
                </c:pt>
                <c:pt idx="5890">
                  <c:v>589</c:v>
                </c:pt>
                <c:pt idx="5891">
                  <c:v>589.1</c:v>
                </c:pt>
                <c:pt idx="5892">
                  <c:v>589.20000000000005</c:v>
                </c:pt>
                <c:pt idx="5893">
                  <c:v>589.29999999999995</c:v>
                </c:pt>
                <c:pt idx="5894">
                  <c:v>589.4</c:v>
                </c:pt>
                <c:pt idx="5895">
                  <c:v>589.5</c:v>
                </c:pt>
                <c:pt idx="5896">
                  <c:v>589.6</c:v>
                </c:pt>
                <c:pt idx="5897">
                  <c:v>589.70000000000005</c:v>
                </c:pt>
                <c:pt idx="5898">
                  <c:v>589.79999999999995</c:v>
                </c:pt>
                <c:pt idx="5899">
                  <c:v>589.9</c:v>
                </c:pt>
                <c:pt idx="5900">
                  <c:v>590</c:v>
                </c:pt>
                <c:pt idx="5901">
                  <c:v>590.1</c:v>
                </c:pt>
                <c:pt idx="5902">
                  <c:v>590.20000000000005</c:v>
                </c:pt>
                <c:pt idx="5903">
                  <c:v>590.29999999999995</c:v>
                </c:pt>
                <c:pt idx="5904">
                  <c:v>590.4</c:v>
                </c:pt>
                <c:pt idx="5905">
                  <c:v>590.5</c:v>
                </c:pt>
                <c:pt idx="5906">
                  <c:v>590.6</c:v>
                </c:pt>
                <c:pt idx="5907">
                  <c:v>590.70000000000005</c:v>
                </c:pt>
                <c:pt idx="5908">
                  <c:v>590.79999999999995</c:v>
                </c:pt>
                <c:pt idx="5909">
                  <c:v>590.9</c:v>
                </c:pt>
                <c:pt idx="5910">
                  <c:v>591</c:v>
                </c:pt>
                <c:pt idx="5911">
                  <c:v>591.1</c:v>
                </c:pt>
                <c:pt idx="5912">
                  <c:v>591.20000000000005</c:v>
                </c:pt>
                <c:pt idx="5913">
                  <c:v>591.29999999999995</c:v>
                </c:pt>
                <c:pt idx="5914">
                  <c:v>591.4</c:v>
                </c:pt>
                <c:pt idx="5915">
                  <c:v>591.5</c:v>
                </c:pt>
                <c:pt idx="5916">
                  <c:v>591.6</c:v>
                </c:pt>
                <c:pt idx="5917">
                  <c:v>591.70000000000005</c:v>
                </c:pt>
                <c:pt idx="5918">
                  <c:v>591.79999999999995</c:v>
                </c:pt>
                <c:pt idx="5919">
                  <c:v>591.9</c:v>
                </c:pt>
                <c:pt idx="5920">
                  <c:v>592</c:v>
                </c:pt>
                <c:pt idx="5921">
                  <c:v>592.1</c:v>
                </c:pt>
                <c:pt idx="5922">
                  <c:v>592.20000000000005</c:v>
                </c:pt>
                <c:pt idx="5923">
                  <c:v>592.29999999999995</c:v>
                </c:pt>
                <c:pt idx="5924">
                  <c:v>592.4</c:v>
                </c:pt>
                <c:pt idx="5925">
                  <c:v>592.5</c:v>
                </c:pt>
                <c:pt idx="5926">
                  <c:v>592.6</c:v>
                </c:pt>
                <c:pt idx="5927">
                  <c:v>592.70000000000005</c:v>
                </c:pt>
                <c:pt idx="5928">
                  <c:v>592.79999999999995</c:v>
                </c:pt>
                <c:pt idx="5929">
                  <c:v>592.9</c:v>
                </c:pt>
                <c:pt idx="5930">
                  <c:v>593</c:v>
                </c:pt>
                <c:pt idx="5931">
                  <c:v>593.1</c:v>
                </c:pt>
                <c:pt idx="5932">
                  <c:v>593.20000000000005</c:v>
                </c:pt>
                <c:pt idx="5933">
                  <c:v>593.29999999999995</c:v>
                </c:pt>
                <c:pt idx="5934">
                  <c:v>593.4</c:v>
                </c:pt>
                <c:pt idx="5935">
                  <c:v>593.5</c:v>
                </c:pt>
                <c:pt idx="5936">
                  <c:v>593.6</c:v>
                </c:pt>
                <c:pt idx="5937">
                  <c:v>593.70000000000005</c:v>
                </c:pt>
                <c:pt idx="5938">
                  <c:v>593.79999999999995</c:v>
                </c:pt>
                <c:pt idx="5939">
                  <c:v>593.9</c:v>
                </c:pt>
                <c:pt idx="5940">
                  <c:v>594</c:v>
                </c:pt>
                <c:pt idx="5941">
                  <c:v>594.1</c:v>
                </c:pt>
                <c:pt idx="5942">
                  <c:v>594.20000000000005</c:v>
                </c:pt>
                <c:pt idx="5943">
                  <c:v>594.29999999999995</c:v>
                </c:pt>
                <c:pt idx="5944">
                  <c:v>594.4</c:v>
                </c:pt>
                <c:pt idx="5945">
                  <c:v>594.5</c:v>
                </c:pt>
                <c:pt idx="5946">
                  <c:v>594.6</c:v>
                </c:pt>
                <c:pt idx="5947">
                  <c:v>594.70000000000005</c:v>
                </c:pt>
                <c:pt idx="5948">
                  <c:v>594.79999999999995</c:v>
                </c:pt>
                <c:pt idx="5949">
                  <c:v>594.9</c:v>
                </c:pt>
                <c:pt idx="5950">
                  <c:v>595</c:v>
                </c:pt>
                <c:pt idx="5951">
                  <c:v>595.1</c:v>
                </c:pt>
                <c:pt idx="5952">
                  <c:v>595.20000000000005</c:v>
                </c:pt>
                <c:pt idx="5953">
                  <c:v>595.29999999999995</c:v>
                </c:pt>
                <c:pt idx="5954">
                  <c:v>595.4</c:v>
                </c:pt>
                <c:pt idx="5955">
                  <c:v>595.5</c:v>
                </c:pt>
                <c:pt idx="5956">
                  <c:v>595.6</c:v>
                </c:pt>
                <c:pt idx="5957">
                  <c:v>595.70000000000005</c:v>
                </c:pt>
                <c:pt idx="5958">
                  <c:v>595.79999999999995</c:v>
                </c:pt>
                <c:pt idx="5959">
                  <c:v>595.9</c:v>
                </c:pt>
                <c:pt idx="5960">
                  <c:v>596</c:v>
                </c:pt>
                <c:pt idx="5961">
                  <c:v>596.1</c:v>
                </c:pt>
                <c:pt idx="5962">
                  <c:v>596.20000000000005</c:v>
                </c:pt>
                <c:pt idx="5963">
                  <c:v>596.29999999999995</c:v>
                </c:pt>
                <c:pt idx="5964">
                  <c:v>596.4</c:v>
                </c:pt>
                <c:pt idx="5965">
                  <c:v>596.5</c:v>
                </c:pt>
                <c:pt idx="5966">
                  <c:v>596.6</c:v>
                </c:pt>
                <c:pt idx="5967">
                  <c:v>596.70000000000005</c:v>
                </c:pt>
                <c:pt idx="5968">
                  <c:v>596.79999999999995</c:v>
                </c:pt>
                <c:pt idx="5969">
                  <c:v>596.9</c:v>
                </c:pt>
                <c:pt idx="5970">
                  <c:v>597</c:v>
                </c:pt>
                <c:pt idx="5971">
                  <c:v>597.1</c:v>
                </c:pt>
                <c:pt idx="5972">
                  <c:v>597.20000000000005</c:v>
                </c:pt>
                <c:pt idx="5973">
                  <c:v>597.29999999999995</c:v>
                </c:pt>
                <c:pt idx="5974">
                  <c:v>597.4</c:v>
                </c:pt>
                <c:pt idx="5975">
                  <c:v>597.5</c:v>
                </c:pt>
                <c:pt idx="5976">
                  <c:v>597.6</c:v>
                </c:pt>
                <c:pt idx="5977">
                  <c:v>597.70000000000005</c:v>
                </c:pt>
                <c:pt idx="5978">
                  <c:v>597.79999999999995</c:v>
                </c:pt>
                <c:pt idx="5979">
                  <c:v>597.9</c:v>
                </c:pt>
                <c:pt idx="5980">
                  <c:v>598</c:v>
                </c:pt>
                <c:pt idx="5981">
                  <c:v>598.1</c:v>
                </c:pt>
                <c:pt idx="5982">
                  <c:v>598.20000000000005</c:v>
                </c:pt>
                <c:pt idx="5983">
                  <c:v>598.29999999999995</c:v>
                </c:pt>
                <c:pt idx="5984">
                  <c:v>598.4</c:v>
                </c:pt>
                <c:pt idx="5985">
                  <c:v>598.5</c:v>
                </c:pt>
                <c:pt idx="5986">
                  <c:v>598.6</c:v>
                </c:pt>
                <c:pt idx="5987">
                  <c:v>598.70000000000005</c:v>
                </c:pt>
                <c:pt idx="5988">
                  <c:v>598.79999999999995</c:v>
                </c:pt>
                <c:pt idx="5989">
                  <c:v>598.9</c:v>
                </c:pt>
                <c:pt idx="5990">
                  <c:v>599</c:v>
                </c:pt>
                <c:pt idx="5991">
                  <c:v>599.1</c:v>
                </c:pt>
                <c:pt idx="5992">
                  <c:v>599.20000000000005</c:v>
                </c:pt>
                <c:pt idx="5993">
                  <c:v>599.29999999999995</c:v>
                </c:pt>
                <c:pt idx="5994">
                  <c:v>599.4</c:v>
                </c:pt>
                <c:pt idx="5995">
                  <c:v>599.5</c:v>
                </c:pt>
                <c:pt idx="5996">
                  <c:v>599.6</c:v>
                </c:pt>
                <c:pt idx="5997">
                  <c:v>599.70000000000005</c:v>
                </c:pt>
                <c:pt idx="5998">
                  <c:v>599.79999999999995</c:v>
                </c:pt>
                <c:pt idx="5999">
                  <c:v>599.9</c:v>
                </c:pt>
                <c:pt idx="6000">
                  <c:v>600</c:v>
                </c:pt>
                <c:pt idx="6001">
                  <c:v>600.1</c:v>
                </c:pt>
                <c:pt idx="6002">
                  <c:v>600.20000000000005</c:v>
                </c:pt>
                <c:pt idx="6003">
                  <c:v>600.29999999999995</c:v>
                </c:pt>
                <c:pt idx="6004">
                  <c:v>600.4</c:v>
                </c:pt>
                <c:pt idx="6005">
                  <c:v>600.5</c:v>
                </c:pt>
                <c:pt idx="6006">
                  <c:v>600.6</c:v>
                </c:pt>
                <c:pt idx="6007">
                  <c:v>600.70000000000005</c:v>
                </c:pt>
                <c:pt idx="6008">
                  <c:v>600.79999999999995</c:v>
                </c:pt>
                <c:pt idx="6009">
                  <c:v>600.9</c:v>
                </c:pt>
                <c:pt idx="6010">
                  <c:v>601</c:v>
                </c:pt>
                <c:pt idx="6011">
                  <c:v>601.1</c:v>
                </c:pt>
                <c:pt idx="6012">
                  <c:v>601.20000000000005</c:v>
                </c:pt>
                <c:pt idx="6013">
                  <c:v>601.29999999999995</c:v>
                </c:pt>
                <c:pt idx="6014">
                  <c:v>601.4</c:v>
                </c:pt>
                <c:pt idx="6015">
                  <c:v>601.5</c:v>
                </c:pt>
                <c:pt idx="6016">
                  <c:v>601.6</c:v>
                </c:pt>
                <c:pt idx="6017">
                  <c:v>601.70000000000005</c:v>
                </c:pt>
                <c:pt idx="6018">
                  <c:v>601.79999999999995</c:v>
                </c:pt>
                <c:pt idx="6019">
                  <c:v>601.9</c:v>
                </c:pt>
                <c:pt idx="6020">
                  <c:v>602</c:v>
                </c:pt>
                <c:pt idx="6021">
                  <c:v>602.1</c:v>
                </c:pt>
                <c:pt idx="6022">
                  <c:v>602.20000000000005</c:v>
                </c:pt>
                <c:pt idx="6023">
                  <c:v>602.29999999999995</c:v>
                </c:pt>
                <c:pt idx="6024">
                  <c:v>602.4</c:v>
                </c:pt>
                <c:pt idx="6025">
                  <c:v>602.5</c:v>
                </c:pt>
                <c:pt idx="6026">
                  <c:v>602.6</c:v>
                </c:pt>
                <c:pt idx="6027">
                  <c:v>602.70000000000005</c:v>
                </c:pt>
                <c:pt idx="6028">
                  <c:v>602.79999999999995</c:v>
                </c:pt>
                <c:pt idx="6029">
                  <c:v>602.9</c:v>
                </c:pt>
                <c:pt idx="6030">
                  <c:v>603</c:v>
                </c:pt>
                <c:pt idx="6031">
                  <c:v>603.1</c:v>
                </c:pt>
                <c:pt idx="6032">
                  <c:v>603.20000000000005</c:v>
                </c:pt>
                <c:pt idx="6033">
                  <c:v>603.29999999999995</c:v>
                </c:pt>
                <c:pt idx="6034">
                  <c:v>603.4</c:v>
                </c:pt>
                <c:pt idx="6035">
                  <c:v>603.5</c:v>
                </c:pt>
                <c:pt idx="6036">
                  <c:v>603.6</c:v>
                </c:pt>
                <c:pt idx="6037">
                  <c:v>603.70000000000005</c:v>
                </c:pt>
                <c:pt idx="6038">
                  <c:v>603.79999999999995</c:v>
                </c:pt>
                <c:pt idx="6039">
                  <c:v>603.9</c:v>
                </c:pt>
                <c:pt idx="6040">
                  <c:v>604</c:v>
                </c:pt>
                <c:pt idx="6041">
                  <c:v>604.1</c:v>
                </c:pt>
                <c:pt idx="6042">
                  <c:v>604.20000000000005</c:v>
                </c:pt>
                <c:pt idx="6043">
                  <c:v>604.29999999999995</c:v>
                </c:pt>
                <c:pt idx="6044">
                  <c:v>604.4</c:v>
                </c:pt>
                <c:pt idx="6045">
                  <c:v>604.5</c:v>
                </c:pt>
                <c:pt idx="6046">
                  <c:v>604.6</c:v>
                </c:pt>
                <c:pt idx="6047">
                  <c:v>604.70000000000005</c:v>
                </c:pt>
                <c:pt idx="6048">
                  <c:v>604.79999999999995</c:v>
                </c:pt>
                <c:pt idx="6049">
                  <c:v>604.9</c:v>
                </c:pt>
                <c:pt idx="6050">
                  <c:v>605</c:v>
                </c:pt>
                <c:pt idx="6051">
                  <c:v>605.1</c:v>
                </c:pt>
                <c:pt idx="6052">
                  <c:v>605.20000000000005</c:v>
                </c:pt>
                <c:pt idx="6053">
                  <c:v>605.29999999999995</c:v>
                </c:pt>
                <c:pt idx="6054">
                  <c:v>605.4</c:v>
                </c:pt>
                <c:pt idx="6055">
                  <c:v>605.5</c:v>
                </c:pt>
                <c:pt idx="6056">
                  <c:v>605.6</c:v>
                </c:pt>
                <c:pt idx="6057">
                  <c:v>605.70000000000005</c:v>
                </c:pt>
                <c:pt idx="6058">
                  <c:v>605.79999999999995</c:v>
                </c:pt>
                <c:pt idx="6059">
                  <c:v>605.9</c:v>
                </c:pt>
                <c:pt idx="6060">
                  <c:v>606</c:v>
                </c:pt>
                <c:pt idx="6061">
                  <c:v>606.1</c:v>
                </c:pt>
                <c:pt idx="6062">
                  <c:v>606.20000000000005</c:v>
                </c:pt>
                <c:pt idx="6063">
                  <c:v>606.29999999999995</c:v>
                </c:pt>
                <c:pt idx="6064">
                  <c:v>606.4</c:v>
                </c:pt>
                <c:pt idx="6065">
                  <c:v>606.5</c:v>
                </c:pt>
                <c:pt idx="6066">
                  <c:v>606.6</c:v>
                </c:pt>
                <c:pt idx="6067">
                  <c:v>606.70000000000005</c:v>
                </c:pt>
                <c:pt idx="6068">
                  <c:v>606.79999999999995</c:v>
                </c:pt>
                <c:pt idx="6069">
                  <c:v>606.9</c:v>
                </c:pt>
                <c:pt idx="6070">
                  <c:v>607</c:v>
                </c:pt>
                <c:pt idx="6071">
                  <c:v>607.1</c:v>
                </c:pt>
                <c:pt idx="6072">
                  <c:v>607.20000000000005</c:v>
                </c:pt>
                <c:pt idx="6073">
                  <c:v>607.29999999999995</c:v>
                </c:pt>
                <c:pt idx="6074">
                  <c:v>607.4</c:v>
                </c:pt>
                <c:pt idx="6075">
                  <c:v>607.5</c:v>
                </c:pt>
                <c:pt idx="6076">
                  <c:v>607.6</c:v>
                </c:pt>
                <c:pt idx="6077">
                  <c:v>607.70000000000005</c:v>
                </c:pt>
                <c:pt idx="6078">
                  <c:v>607.79999999999995</c:v>
                </c:pt>
                <c:pt idx="6079">
                  <c:v>607.9</c:v>
                </c:pt>
                <c:pt idx="6080">
                  <c:v>608</c:v>
                </c:pt>
                <c:pt idx="6081">
                  <c:v>608.1</c:v>
                </c:pt>
                <c:pt idx="6082">
                  <c:v>608.20000000000005</c:v>
                </c:pt>
                <c:pt idx="6083">
                  <c:v>608.29999999999995</c:v>
                </c:pt>
                <c:pt idx="6084">
                  <c:v>608.4</c:v>
                </c:pt>
                <c:pt idx="6085">
                  <c:v>608.5</c:v>
                </c:pt>
                <c:pt idx="6086">
                  <c:v>608.6</c:v>
                </c:pt>
                <c:pt idx="6087">
                  <c:v>608.70000000000005</c:v>
                </c:pt>
                <c:pt idx="6088">
                  <c:v>608.79999999999995</c:v>
                </c:pt>
                <c:pt idx="6089">
                  <c:v>608.9</c:v>
                </c:pt>
                <c:pt idx="6090">
                  <c:v>609</c:v>
                </c:pt>
                <c:pt idx="6091">
                  <c:v>609.1</c:v>
                </c:pt>
                <c:pt idx="6092">
                  <c:v>609.20000000000005</c:v>
                </c:pt>
                <c:pt idx="6093">
                  <c:v>609.29999999999995</c:v>
                </c:pt>
                <c:pt idx="6094">
                  <c:v>609.4</c:v>
                </c:pt>
                <c:pt idx="6095">
                  <c:v>609.5</c:v>
                </c:pt>
                <c:pt idx="6096">
                  <c:v>609.6</c:v>
                </c:pt>
                <c:pt idx="6097">
                  <c:v>609.70000000000005</c:v>
                </c:pt>
                <c:pt idx="6098">
                  <c:v>609.79999999999995</c:v>
                </c:pt>
                <c:pt idx="6099">
                  <c:v>609.9</c:v>
                </c:pt>
                <c:pt idx="6100">
                  <c:v>610</c:v>
                </c:pt>
                <c:pt idx="6101">
                  <c:v>610.1</c:v>
                </c:pt>
                <c:pt idx="6102">
                  <c:v>610.20000000000005</c:v>
                </c:pt>
                <c:pt idx="6103">
                  <c:v>610.29999999999995</c:v>
                </c:pt>
                <c:pt idx="6104">
                  <c:v>610.4</c:v>
                </c:pt>
                <c:pt idx="6105">
                  <c:v>610.5</c:v>
                </c:pt>
                <c:pt idx="6106">
                  <c:v>610.6</c:v>
                </c:pt>
                <c:pt idx="6107">
                  <c:v>610.70000000000005</c:v>
                </c:pt>
                <c:pt idx="6108">
                  <c:v>610.79999999999995</c:v>
                </c:pt>
                <c:pt idx="6109">
                  <c:v>610.9</c:v>
                </c:pt>
                <c:pt idx="6110">
                  <c:v>611</c:v>
                </c:pt>
                <c:pt idx="6111">
                  <c:v>611.1</c:v>
                </c:pt>
                <c:pt idx="6112">
                  <c:v>611.20000000000005</c:v>
                </c:pt>
                <c:pt idx="6113">
                  <c:v>611.29999999999995</c:v>
                </c:pt>
                <c:pt idx="6114">
                  <c:v>611.4</c:v>
                </c:pt>
                <c:pt idx="6115">
                  <c:v>611.5</c:v>
                </c:pt>
                <c:pt idx="6116">
                  <c:v>611.6</c:v>
                </c:pt>
                <c:pt idx="6117">
                  <c:v>611.70000000000005</c:v>
                </c:pt>
                <c:pt idx="6118">
                  <c:v>611.79999999999995</c:v>
                </c:pt>
                <c:pt idx="6119">
                  <c:v>611.9</c:v>
                </c:pt>
                <c:pt idx="6120">
                  <c:v>612</c:v>
                </c:pt>
                <c:pt idx="6121">
                  <c:v>612.1</c:v>
                </c:pt>
                <c:pt idx="6122">
                  <c:v>612.20000000000005</c:v>
                </c:pt>
                <c:pt idx="6123">
                  <c:v>612.29999999999995</c:v>
                </c:pt>
                <c:pt idx="6124">
                  <c:v>612.4</c:v>
                </c:pt>
                <c:pt idx="6125">
                  <c:v>612.5</c:v>
                </c:pt>
                <c:pt idx="6126">
                  <c:v>612.6</c:v>
                </c:pt>
                <c:pt idx="6127">
                  <c:v>612.70000000000005</c:v>
                </c:pt>
                <c:pt idx="6128">
                  <c:v>612.79999999999995</c:v>
                </c:pt>
                <c:pt idx="6129">
                  <c:v>612.9</c:v>
                </c:pt>
                <c:pt idx="6130">
                  <c:v>613</c:v>
                </c:pt>
                <c:pt idx="6131">
                  <c:v>613.1</c:v>
                </c:pt>
                <c:pt idx="6132">
                  <c:v>613.20000000000005</c:v>
                </c:pt>
                <c:pt idx="6133">
                  <c:v>613.29999999999995</c:v>
                </c:pt>
                <c:pt idx="6134">
                  <c:v>613.4</c:v>
                </c:pt>
                <c:pt idx="6135">
                  <c:v>613.5</c:v>
                </c:pt>
                <c:pt idx="6136">
                  <c:v>613.6</c:v>
                </c:pt>
                <c:pt idx="6137">
                  <c:v>613.70000000000005</c:v>
                </c:pt>
                <c:pt idx="6138">
                  <c:v>613.79999999999995</c:v>
                </c:pt>
                <c:pt idx="6139">
                  <c:v>613.9</c:v>
                </c:pt>
                <c:pt idx="6140">
                  <c:v>614</c:v>
                </c:pt>
                <c:pt idx="6141">
                  <c:v>614.1</c:v>
                </c:pt>
                <c:pt idx="6142">
                  <c:v>614.20000000000005</c:v>
                </c:pt>
                <c:pt idx="6143">
                  <c:v>614.29999999999995</c:v>
                </c:pt>
                <c:pt idx="6144">
                  <c:v>614.4</c:v>
                </c:pt>
                <c:pt idx="6145">
                  <c:v>614.5</c:v>
                </c:pt>
                <c:pt idx="6146">
                  <c:v>614.6</c:v>
                </c:pt>
                <c:pt idx="6147">
                  <c:v>614.70000000000005</c:v>
                </c:pt>
                <c:pt idx="6148">
                  <c:v>614.79999999999995</c:v>
                </c:pt>
                <c:pt idx="6149">
                  <c:v>614.9</c:v>
                </c:pt>
                <c:pt idx="6150">
                  <c:v>615</c:v>
                </c:pt>
                <c:pt idx="6151">
                  <c:v>615.1</c:v>
                </c:pt>
                <c:pt idx="6152">
                  <c:v>615.20000000000005</c:v>
                </c:pt>
                <c:pt idx="6153">
                  <c:v>615.29999999999995</c:v>
                </c:pt>
                <c:pt idx="6154">
                  <c:v>615.4</c:v>
                </c:pt>
                <c:pt idx="6155">
                  <c:v>615.5</c:v>
                </c:pt>
                <c:pt idx="6156">
                  <c:v>615.6</c:v>
                </c:pt>
                <c:pt idx="6157">
                  <c:v>615.70000000000005</c:v>
                </c:pt>
                <c:pt idx="6158">
                  <c:v>615.79999999999995</c:v>
                </c:pt>
                <c:pt idx="6159">
                  <c:v>615.9</c:v>
                </c:pt>
                <c:pt idx="6160">
                  <c:v>616</c:v>
                </c:pt>
                <c:pt idx="6161">
                  <c:v>616.1</c:v>
                </c:pt>
                <c:pt idx="6162">
                  <c:v>616.20000000000005</c:v>
                </c:pt>
                <c:pt idx="6163">
                  <c:v>616.29999999999995</c:v>
                </c:pt>
                <c:pt idx="6164">
                  <c:v>616.4</c:v>
                </c:pt>
                <c:pt idx="6165">
                  <c:v>616.5</c:v>
                </c:pt>
                <c:pt idx="6166">
                  <c:v>616.6</c:v>
                </c:pt>
                <c:pt idx="6167">
                  <c:v>616.70000000000005</c:v>
                </c:pt>
                <c:pt idx="6168">
                  <c:v>616.79999999999995</c:v>
                </c:pt>
                <c:pt idx="6169">
                  <c:v>616.9</c:v>
                </c:pt>
                <c:pt idx="6170">
                  <c:v>617</c:v>
                </c:pt>
                <c:pt idx="6171">
                  <c:v>617.1</c:v>
                </c:pt>
                <c:pt idx="6172">
                  <c:v>617.20000000000005</c:v>
                </c:pt>
                <c:pt idx="6173">
                  <c:v>617.29999999999995</c:v>
                </c:pt>
                <c:pt idx="6174">
                  <c:v>617.4</c:v>
                </c:pt>
                <c:pt idx="6175">
                  <c:v>617.5</c:v>
                </c:pt>
                <c:pt idx="6176">
                  <c:v>617.6</c:v>
                </c:pt>
                <c:pt idx="6177">
                  <c:v>617.70000000000005</c:v>
                </c:pt>
                <c:pt idx="6178">
                  <c:v>617.79999999999995</c:v>
                </c:pt>
                <c:pt idx="6179">
                  <c:v>617.9</c:v>
                </c:pt>
                <c:pt idx="6180">
                  <c:v>618</c:v>
                </c:pt>
                <c:pt idx="6181">
                  <c:v>618.1</c:v>
                </c:pt>
                <c:pt idx="6182">
                  <c:v>618.20000000000005</c:v>
                </c:pt>
                <c:pt idx="6183">
                  <c:v>618.29999999999995</c:v>
                </c:pt>
                <c:pt idx="6184">
                  <c:v>618.4</c:v>
                </c:pt>
                <c:pt idx="6185">
                  <c:v>618.5</c:v>
                </c:pt>
                <c:pt idx="6186">
                  <c:v>618.6</c:v>
                </c:pt>
                <c:pt idx="6187">
                  <c:v>618.70000000000005</c:v>
                </c:pt>
                <c:pt idx="6188">
                  <c:v>618.79999999999995</c:v>
                </c:pt>
                <c:pt idx="6189">
                  <c:v>618.9</c:v>
                </c:pt>
                <c:pt idx="6190">
                  <c:v>619</c:v>
                </c:pt>
                <c:pt idx="6191">
                  <c:v>619.1</c:v>
                </c:pt>
                <c:pt idx="6192">
                  <c:v>619.20000000000005</c:v>
                </c:pt>
                <c:pt idx="6193">
                  <c:v>619.29999999999995</c:v>
                </c:pt>
                <c:pt idx="6194">
                  <c:v>619.4</c:v>
                </c:pt>
                <c:pt idx="6195">
                  <c:v>619.5</c:v>
                </c:pt>
                <c:pt idx="6196">
                  <c:v>619.6</c:v>
                </c:pt>
                <c:pt idx="6197">
                  <c:v>619.70000000000005</c:v>
                </c:pt>
                <c:pt idx="6198">
                  <c:v>619.79999999999995</c:v>
                </c:pt>
                <c:pt idx="6199">
                  <c:v>619.9</c:v>
                </c:pt>
                <c:pt idx="6200">
                  <c:v>620</c:v>
                </c:pt>
                <c:pt idx="6201">
                  <c:v>620.1</c:v>
                </c:pt>
                <c:pt idx="6202">
                  <c:v>620.20000000000005</c:v>
                </c:pt>
                <c:pt idx="6203">
                  <c:v>620.29999999999995</c:v>
                </c:pt>
                <c:pt idx="6204">
                  <c:v>620.4</c:v>
                </c:pt>
                <c:pt idx="6205">
                  <c:v>620.5</c:v>
                </c:pt>
                <c:pt idx="6206">
                  <c:v>620.6</c:v>
                </c:pt>
                <c:pt idx="6207">
                  <c:v>620.70000000000005</c:v>
                </c:pt>
                <c:pt idx="6208">
                  <c:v>620.79999999999995</c:v>
                </c:pt>
                <c:pt idx="6209">
                  <c:v>620.9</c:v>
                </c:pt>
                <c:pt idx="6210">
                  <c:v>621</c:v>
                </c:pt>
                <c:pt idx="6211">
                  <c:v>621.1</c:v>
                </c:pt>
                <c:pt idx="6212">
                  <c:v>621.20000000000005</c:v>
                </c:pt>
                <c:pt idx="6213">
                  <c:v>621.29999999999995</c:v>
                </c:pt>
                <c:pt idx="6214">
                  <c:v>621.4</c:v>
                </c:pt>
                <c:pt idx="6215">
                  <c:v>621.5</c:v>
                </c:pt>
                <c:pt idx="6216">
                  <c:v>621.6</c:v>
                </c:pt>
                <c:pt idx="6217">
                  <c:v>621.70000000000005</c:v>
                </c:pt>
                <c:pt idx="6218">
                  <c:v>621.79999999999995</c:v>
                </c:pt>
                <c:pt idx="6219">
                  <c:v>621.9</c:v>
                </c:pt>
                <c:pt idx="6220">
                  <c:v>622</c:v>
                </c:pt>
                <c:pt idx="6221">
                  <c:v>622.1</c:v>
                </c:pt>
                <c:pt idx="6222">
                  <c:v>622.20000000000005</c:v>
                </c:pt>
                <c:pt idx="6223">
                  <c:v>622.29999999999995</c:v>
                </c:pt>
                <c:pt idx="6224">
                  <c:v>622.4</c:v>
                </c:pt>
                <c:pt idx="6225">
                  <c:v>622.5</c:v>
                </c:pt>
                <c:pt idx="6226">
                  <c:v>622.6</c:v>
                </c:pt>
                <c:pt idx="6227">
                  <c:v>622.70000000000005</c:v>
                </c:pt>
                <c:pt idx="6228">
                  <c:v>622.79999999999995</c:v>
                </c:pt>
                <c:pt idx="6229">
                  <c:v>622.9</c:v>
                </c:pt>
                <c:pt idx="6230">
                  <c:v>623</c:v>
                </c:pt>
                <c:pt idx="6231">
                  <c:v>623.1</c:v>
                </c:pt>
                <c:pt idx="6232">
                  <c:v>623.20000000000005</c:v>
                </c:pt>
                <c:pt idx="6233">
                  <c:v>623.29999999999995</c:v>
                </c:pt>
                <c:pt idx="6234">
                  <c:v>623.4</c:v>
                </c:pt>
                <c:pt idx="6235">
                  <c:v>623.5</c:v>
                </c:pt>
                <c:pt idx="6236">
                  <c:v>623.6</c:v>
                </c:pt>
                <c:pt idx="6237">
                  <c:v>623.70000000000005</c:v>
                </c:pt>
                <c:pt idx="6238">
                  <c:v>623.79999999999995</c:v>
                </c:pt>
                <c:pt idx="6239">
                  <c:v>623.9</c:v>
                </c:pt>
                <c:pt idx="6240">
                  <c:v>624</c:v>
                </c:pt>
                <c:pt idx="6241">
                  <c:v>624.1</c:v>
                </c:pt>
                <c:pt idx="6242">
                  <c:v>624.20000000000005</c:v>
                </c:pt>
                <c:pt idx="6243">
                  <c:v>624.29999999999995</c:v>
                </c:pt>
                <c:pt idx="6244">
                  <c:v>624.4</c:v>
                </c:pt>
                <c:pt idx="6245">
                  <c:v>624.5</c:v>
                </c:pt>
                <c:pt idx="6246">
                  <c:v>624.6</c:v>
                </c:pt>
                <c:pt idx="6247">
                  <c:v>624.70000000000005</c:v>
                </c:pt>
                <c:pt idx="6248">
                  <c:v>624.79999999999995</c:v>
                </c:pt>
                <c:pt idx="6249">
                  <c:v>624.9</c:v>
                </c:pt>
                <c:pt idx="6250">
                  <c:v>625</c:v>
                </c:pt>
                <c:pt idx="6251">
                  <c:v>625.1</c:v>
                </c:pt>
                <c:pt idx="6252">
                  <c:v>625.20000000000005</c:v>
                </c:pt>
                <c:pt idx="6253">
                  <c:v>625.29999999999995</c:v>
                </c:pt>
                <c:pt idx="6254">
                  <c:v>625.4</c:v>
                </c:pt>
                <c:pt idx="6255">
                  <c:v>625.5</c:v>
                </c:pt>
                <c:pt idx="6256">
                  <c:v>625.6</c:v>
                </c:pt>
                <c:pt idx="6257">
                  <c:v>625.70000000000005</c:v>
                </c:pt>
                <c:pt idx="6258">
                  <c:v>625.79999999999995</c:v>
                </c:pt>
                <c:pt idx="6259">
                  <c:v>625.9</c:v>
                </c:pt>
                <c:pt idx="6260">
                  <c:v>626</c:v>
                </c:pt>
                <c:pt idx="6261">
                  <c:v>626.1</c:v>
                </c:pt>
                <c:pt idx="6262">
                  <c:v>626.20000000000005</c:v>
                </c:pt>
                <c:pt idx="6263">
                  <c:v>626.29999999999995</c:v>
                </c:pt>
                <c:pt idx="6264">
                  <c:v>626.4</c:v>
                </c:pt>
                <c:pt idx="6265">
                  <c:v>626.5</c:v>
                </c:pt>
                <c:pt idx="6266">
                  <c:v>626.6</c:v>
                </c:pt>
                <c:pt idx="6267">
                  <c:v>626.70000000000005</c:v>
                </c:pt>
                <c:pt idx="6268">
                  <c:v>626.79999999999995</c:v>
                </c:pt>
                <c:pt idx="6269">
                  <c:v>626.9</c:v>
                </c:pt>
                <c:pt idx="6270">
                  <c:v>627</c:v>
                </c:pt>
                <c:pt idx="6271">
                  <c:v>627.1</c:v>
                </c:pt>
                <c:pt idx="6272">
                  <c:v>627.20000000000005</c:v>
                </c:pt>
                <c:pt idx="6273">
                  <c:v>627.29999999999995</c:v>
                </c:pt>
                <c:pt idx="6274">
                  <c:v>627.4</c:v>
                </c:pt>
                <c:pt idx="6275">
                  <c:v>627.5</c:v>
                </c:pt>
                <c:pt idx="6276">
                  <c:v>627.6</c:v>
                </c:pt>
                <c:pt idx="6277">
                  <c:v>627.70000000000005</c:v>
                </c:pt>
                <c:pt idx="6278">
                  <c:v>627.79999999999995</c:v>
                </c:pt>
                <c:pt idx="6279">
                  <c:v>627.9</c:v>
                </c:pt>
                <c:pt idx="6280">
                  <c:v>628</c:v>
                </c:pt>
                <c:pt idx="6281">
                  <c:v>628.1</c:v>
                </c:pt>
                <c:pt idx="6282">
                  <c:v>628.20000000000005</c:v>
                </c:pt>
                <c:pt idx="6283">
                  <c:v>628.29999999999995</c:v>
                </c:pt>
                <c:pt idx="6284">
                  <c:v>628.4</c:v>
                </c:pt>
                <c:pt idx="6285">
                  <c:v>628.5</c:v>
                </c:pt>
                <c:pt idx="6286">
                  <c:v>628.6</c:v>
                </c:pt>
                <c:pt idx="6287">
                  <c:v>628.70000000000005</c:v>
                </c:pt>
                <c:pt idx="6288">
                  <c:v>628.79999999999995</c:v>
                </c:pt>
                <c:pt idx="6289">
                  <c:v>628.9</c:v>
                </c:pt>
                <c:pt idx="6290">
                  <c:v>629</c:v>
                </c:pt>
                <c:pt idx="6291">
                  <c:v>629.1</c:v>
                </c:pt>
                <c:pt idx="6292">
                  <c:v>629.20000000000005</c:v>
                </c:pt>
                <c:pt idx="6293">
                  <c:v>629.29999999999995</c:v>
                </c:pt>
                <c:pt idx="6294">
                  <c:v>629.4</c:v>
                </c:pt>
                <c:pt idx="6295">
                  <c:v>629.5</c:v>
                </c:pt>
                <c:pt idx="6296">
                  <c:v>629.6</c:v>
                </c:pt>
                <c:pt idx="6297">
                  <c:v>629.70000000000005</c:v>
                </c:pt>
                <c:pt idx="6298">
                  <c:v>629.79999999999995</c:v>
                </c:pt>
                <c:pt idx="6299">
                  <c:v>629.9</c:v>
                </c:pt>
                <c:pt idx="6300">
                  <c:v>630</c:v>
                </c:pt>
                <c:pt idx="6301">
                  <c:v>630.1</c:v>
                </c:pt>
                <c:pt idx="6302">
                  <c:v>630.20000000000005</c:v>
                </c:pt>
                <c:pt idx="6303">
                  <c:v>630.29999999999995</c:v>
                </c:pt>
                <c:pt idx="6304">
                  <c:v>630.4</c:v>
                </c:pt>
                <c:pt idx="6305">
                  <c:v>630.5</c:v>
                </c:pt>
                <c:pt idx="6306">
                  <c:v>630.6</c:v>
                </c:pt>
                <c:pt idx="6307">
                  <c:v>630.70000000000005</c:v>
                </c:pt>
                <c:pt idx="6308">
                  <c:v>630.79999999999995</c:v>
                </c:pt>
                <c:pt idx="6309">
                  <c:v>630.9</c:v>
                </c:pt>
                <c:pt idx="6310">
                  <c:v>631</c:v>
                </c:pt>
                <c:pt idx="6311">
                  <c:v>631.1</c:v>
                </c:pt>
                <c:pt idx="6312">
                  <c:v>631.20000000000005</c:v>
                </c:pt>
                <c:pt idx="6313">
                  <c:v>631.29999999999995</c:v>
                </c:pt>
                <c:pt idx="6314">
                  <c:v>631.4</c:v>
                </c:pt>
                <c:pt idx="6315">
                  <c:v>631.5</c:v>
                </c:pt>
                <c:pt idx="6316">
                  <c:v>631.6</c:v>
                </c:pt>
                <c:pt idx="6317">
                  <c:v>631.70000000000005</c:v>
                </c:pt>
                <c:pt idx="6318">
                  <c:v>631.79999999999995</c:v>
                </c:pt>
                <c:pt idx="6319">
                  <c:v>631.9</c:v>
                </c:pt>
                <c:pt idx="6320">
                  <c:v>632</c:v>
                </c:pt>
                <c:pt idx="6321">
                  <c:v>632.1</c:v>
                </c:pt>
                <c:pt idx="6322">
                  <c:v>632.20000000000005</c:v>
                </c:pt>
                <c:pt idx="6323">
                  <c:v>632.29999999999995</c:v>
                </c:pt>
                <c:pt idx="6324">
                  <c:v>632.4</c:v>
                </c:pt>
                <c:pt idx="6325">
                  <c:v>632.5</c:v>
                </c:pt>
                <c:pt idx="6326">
                  <c:v>632.6</c:v>
                </c:pt>
                <c:pt idx="6327">
                  <c:v>632.70000000000005</c:v>
                </c:pt>
                <c:pt idx="6328">
                  <c:v>632.79999999999995</c:v>
                </c:pt>
                <c:pt idx="6329">
                  <c:v>632.9</c:v>
                </c:pt>
                <c:pt idx="6330">
                  <c:v>633</c:v>
                </c:pt>
                <c:pt idx="6331">
                  <c:v>633.1</c:v>
                </c:pt>
                <c:pt idx="6332">
                  <c:v>633.20000000000005</c:v>
                </c:pt>
                <c:pt idx="6333">
                  <c:v>633.29999999999995</c:v>
                </c:pt>
                <c:pt idx="6334">
                  <c:v>633.4</c:v>
                </c:pt>
                <c:pt idx="6335">
                  <c:v>633.5</c:v>
                </c:pt>
                <c:pt idx="6336">
                  <c:v>633.6</c:v>
                </c:pt>
                <c:pt idx="6337">
                  <c:v>633.70000000000005</c:v>
                </c:pt>
                <c:pt idx="6338">
                  <c:v>633.79999999999995</c:v>
                </c:pt>
                <c:pt idx="6339">
                  <c:v>633.9</c:v>
                </c:pt>
                <c:pt idx="6340">
                  <c:v>634</c:v>
                </c:pt>
                <c:pt idx="6341">
                  <c:v>634.1</c:v>
                </c:pt>
                <c:pt idx="6342">
                  <c:v>634.20000000000005</c:v>
                </c:pt>
                <c:pt idx="6343">
                  <c:v>634.29999999999995</c:v>
                </c:pt>
                <c:pt idx="6344">
                  <c:v>634.4</c:v>
                </c:pt>
                <c:pt idx="6345">
                  <c:v>634.5</c:v>
                </c:pt>
                <c:pt idx="6346">
                  <c:v>634.6</c:v>
                </c:pt>
                <c:pt idx="6347">
                  <c:v>634.70000000000005</c:v>
                </c:pt>
                <c:pt idx="6348">
                  <c:v>634.79999999999995</c:v>
                </c:pt>
                <c:pt idx="6349">
                  <c:v>634.9</c:v>
                </c:pt>
                <c:pt idx="6350">
                  <c:v>635</c:v>
                </c:pt>
                <c:pt idx="6351">
                  <c:v>635.1</c:v>
                </c:pt>
                <c:pt idx="6352">
                  <c:v>635.20000000000005</c:v>
                </c:pt>
                <c:pt idx="6353">
                  <c:v>635.29999999999995</c:v>
                </c:pt>
                <c:pt idx="6354">
                  <c:v>635.4</c:v>
                </c:pt>
                <c:pt idx="6355">
                  <c:v>635.5</c:v>
                </c:pt>
                <c:pt idx="6356">
                  <c:v>635.6</c:v>
                </c:pt>
                <c:pt idx="6357">
                  <c:v>635.70000000000005</c:v>
                </c:pt>
                <c:pt idx="6358">
                  <c:v>635.79999999999995</c:v>
                </c:pt>
                <c:pt idx="6359">
                  <c:v>635.9</c:v>
                </c:pt>
                <c:pt idx="6360">
                  <c:v>636</c:v>
                </c:pt>
                <c:pt idx="6361">
                  <c:v>636.1</c:v>
                </c:pt>
                <c:pt idx="6362">
                  <c:v>636.20000000000005</c:v>
                </c:pt>
                <c:pt idx="6363">
                  <c:v>636.29999999999995</c:v>
                </c:pt>
                <c:pt idx="6364">
                  <c:v>636.4</c:v>
                </c:pt>
                <c:pt idx="6365">
                  <c:v>636.5</c:v>
                </c:pt>
                <c:pt idx="6366">
                  <c:v>636.6</c:v>
                </c:pt>
                <c:pt idx="6367">
                  <c:v>636.70000000000005</c:v>
                </c:pt>
                <c:pt idx="6368">
                  <c:v>636.79999999999995</c:v>
                </c:pt>
                <c:pt idx="6369">
                  <c:v>636.9</c:v>
                </c:pt>
                <c:pt idx="6370">
                  <c:v>637</c:v>
                </c:pt>
                <c:pt idx="6371">
                  <c:v>637.1</c:v>
                </c:pt>
                <c:pt idx="6372">
                  <c:v>637.20000000000005</c:v>
                </c:pt>
                <c:pt idx="6373">
                  <c:v>637.29999999999995</c:v>
                </c:pt>
                <c:pt idx="6374">
                  <c:v>637.4</c:v>
                </c:pt>
                <c:pt idx="6375">
                  <c:v>637.5</c:v>
                </c:pt>
                <c:pt idx="6376">
                  <c:v>637.6</c:v>
                </c:pt>
                <c:pt idx="6377">
                  <c:v>637.70000000000005</c:v>
                </c:pt>
                <c:pt idx="6378">
                  <c:v>637.79999999999995</c:v>
                </c:pt>
                <c:pt idx="6379">
                  <c:v>637.9</c:v>
                </c:pt>
                <c:pt idx="6380">
                  <c:v>638</c:v>
                </c:pt>
                <c:pt idx="6381">
                  <c:v>638.1</c:v>
                </c:pt>
                <c:pt idx="6382">
                  <c:v>638.20000000000005</c:v>
                </c:pt>
                <c:pt idx="6383">
                  <c:v>638.29999999999995</c:v>
                </c:pt>
                <c:pt idx="6384">
                  <c:v>638.4</c:v>
                </c:pt>
                <c:pt idx="6385">
                  <c:v>638.5</c:v>
                </c:pt>
                <c:pt idx="6386">
                  <c:v>638.6</c:v>
                </c:pt>
                <c:pt idx="6387">
                  <c:v>638.70000000000005</c:v>
                </c:pt>
                <c:pt idx="6388">
                  <c:v>638.79999999999995</c:v>
                </c:pt>
                <c:pt idx="6389">
                  <c:v>638.9</c:v>
                </c:pt>
                <c:pt idx="6390">
                  <c:v>639</c:v>
                </c:pt>
                <c:pt idx="6391">
                  <c:v>639.1</c:v>
                </c:pt>
                <c:pt idx="6392">
                  <c:v>639.20000000000005</c:v>
                </c:pt>
                <c:pt idx="6393">
                  <c:v>639.29999999999995</c:v>
                </c:pt>
                <c:pt idx="6394">
                  <c:v>639.4</c:v>
                </c:pt>
                <c:pt idx="6395">
                  <c:v>639.5</c:v>
                </c:pt>
                <c:pt idx="6396">
                  <c:v>639.6</c:v>
                </c:pt>
                <c:pt idx="6397">
                  <c:v>639.70000000000005</c:v>
                </c:pt>
                <c:pt idx="6398">
                  <c:v>639.79999999999995</c:v>
                </c:pt>
                <c:pt idx="6399">
                  <c:v>639.9</c:v>
                </c:pt>
                <c:pt idx="6400">
                  <c:v>640</c:v>
                </c:pt>
                <c:pt idx="6401">
                  <c:v>640.1</c:v>
                </c:pt>
                <c:pt idx="6402">
                  <c:v>640.20000000000005</c:v>
                </c:pt>
                <c:pt idx="6403">
                  <c:v>640.29999999999995</c:v>
                </c:pt>
                <c:pt idx="6404">
                  <c:v>640.4</c:v>
                </c:pt>
                <c:pt idx="6405">
                  <c:v>640.5</c:v>
                </c:pt>
                <c:pt idx="6406">
                  <c:v>640.6</c:v>
                </c:pt>
                <c:pt idx="6407">
                  <c:v>640.70000000000005</c:v>
                </c:pt>
                <c:pt idx="6408">
                  <c:v>640.79999999999995</c:v>
                </c:pt>
                <c:pt idx="6409">
                  <c:v>640.9</c:v>
                </c:pt>
                <c:pt idx="6410">
                  <c:v>641</c:v>
                </c:pt>
                <c:pt idx="6411">
                  <c:v>641.1</c:v>
                </c:pt>
                <c:pt idx="6412">
                  <c:v>641.20000000000005</c:v>
                </c:pt>
                <c:pt idx="6413">
                  <c:v>641.29999999999995</c:v>
                </c:pt>
                <c:pt idx="6414">
                  <c:v>641.4</c:v>
                </c:pt>
                <c:pt idx="6415">
                  <c:v>641.5</c:v>
                </c:pt>
                <c:pt idx="6416">
                  <c:v>641.6</c:v>
                </c:pt>
                <c:pt idx="6417">
                  <c:v>641.70000000000005</c:v>
                </c:pt>
                <c:pt idx="6418">
                  <c:v>641.79999999999995</c:v>
                </c:pt>
                <c:pt idx="6419">
                  <c:v>641.9</c:v>
                </c:pt>
                <c:pt idx="6420">
                  <c:v>642</c:v>
                </c:pt>
                <c:pt idx="6421">
                  <c:v>642.1</c:v>
                </c:pt>
                <c:pt idx="6422">
                  <c:v>642.20000000000005</c:v>
                </c:pt>
                <c:pt idx="6423">
                  <c:v>642.29999999999995</c:v>
                </c:pt>
                <c:pt idx="6424">
                  <c:v>642.4</c:v>
                </c:pt>
                <c:pt idx="6425">
                  <c:v>642.5</c:v>
                </c:pt>
                <c:pt idx="6426">
                  <c:v>642.6</c:v>
                </c:pt>
                <c:pt idx="6427">
                  <c:v>642.70000000000005</c:v>
                </c:pt>
                <c:pt idx="6428">
                  <c:v>642.79999999999995</c:v>
                </c:pt>
                <c:pt idx="6429">
                  <c:v>642.9</c:v>
                </c:pt>
                <c:pt idx="6430">
                  <c:v>643</c:v>
                </c:pt>
                <c:pt idx="6431">
                  <c:v>643.1</c:v>
                </c:pt>
                <c:pt idx="6432">
                  <c:v>643.20000000000005</c:v>
                </c:pt>
                <c:pt idx="6433">
                  <c:v>643.29999999999995</c:v>
                </c:pt>
                <c:pt idx="6434">
                  <c:v>643.4</c:v>
                </c:pt>
                <c:pt idx="6435">
                  <c:v>643.5</c:v>
                </c:pt>
                <c:pt idx="6436">
                  <c:v>643.6</c:v>
                </c:pt>
                <c:pt idx="6437">
                  <c:v>643.70000000000005</c:v>
                </c:pt>
                <c:pt idx="6438">
                  <c:v>643.79999999999995</c:v>
                </c:pt>
                <c:pt idx="6439">
                  <c:v>643.9</c:v>
                </c:pt>
                <c:pt idx="6440">
                  <c:v>644</c:v>
                </c:pt>
                <c:pt idx="6441">
                  <c:v>644.1</c:v>
                </c:pt>
                <c:pt idx="6442">
                  <c:v>644.20000000000005</c:v>
                </c:pt>
                <c:pt idx="6443">
                  <c:v>644.29999999999995</c:v>
                </c:pt>
                <c:pt idx="6444">
                  <c:v>644.4</c:v>
                </c:pt>
                <c:pt idx="6445">
                  <c:v>644.5</c:v>
                </c:pt>
                <c:pt idx="6446">
                  <c:v>644.6</c:v>
                </c:pt>
                <c:pt idx="6447">
                  <c:v>644.70000000000005</c:v>
                </c:pt>
                <c:pt idx="6448">
                  <c:v>644.79999999999995</c:v>
                </c:pt>
                <c:pt idx="6449">
                  <c:v>644.9</c:v>
                </c:pt>
                <c:pt idx="6450">
                  <c:v>645</c:v>
                </c:pt>
                <c:pt idx="6451">
                  <c:v>645.1</c:v>
                </c:pt>
                <c:pt idx="6452">
                  <c:v>645.20000000000005</c:v>
                </c:pt>
                <c:pt idx="6453">
                  <c:v>645.29999999999995</c:v>
                </c:pt>
                <c:pt idx="6454">
                  <c:v>645.4</c:v>
                </c:pt>
                <c:pt idx="6455">
                  <c:v>645.5</c:v>
                </c:pt>
                <c:pt idx="6456">
                  <c:v>645.6</c:v>
                </c:pt>
                <c:pt idx="6457">
                  <c:v>645.70000000000005</c:v>
                </c:pt>
                <c:pt idx="6458">
                  <c:v>645.79999999999995</c:v>
                </c:pt>
                <c:pt idx="6459">
                  <c:v>645.9</c:v>
                </c:pt>
                <c:pt idx="6460">
                  <c:v>646</c:v>
                </c:pt>
                <c:pt idx="6461">
                  <c:v>646.1</c:v>
                </c:pt>
                <c:pt idx="6462">
                  <c:v>646.20000000000005</c:v>
                </c:pt>
                <c:pt idx="6463">
                  <c:v>646.29999999999995</c:v>
                </c:pt>
                <c:pt idx="6464">
                  <c:v>646.4</c:v>
                </c:pt>
                <c:pt idx="6465">
                  <c:v>646.5</c:v>
                </c:pt>
                <c:pt idx="6466">
                  <c:v>646.6</c:v>
                </c:pt>
                <c:pt idx="6467">
                  <c:v>646.70000000000005</c:v>
                </c:pt>
                <c:pt idx="6468">
                  <c:v>646.79999999999995</c:v>
                </c:pt>
                <c:pt idx="6469">
                  <c:v>646.9</c:v>
                </c:pt>
                <c:pt idx="6470">
                  <c:v>647</c:v>
                </c:pt>
                <c:pt idx="6471">
                  <c:v>647.1</c:v>
                </c:pt>
                <c:pt idx="6472">
                  <c:v>647.20000000000005</c:v>
                </c:pt>
                <c:pt idx="6473">
                  <c:v>647.29999999999995</c:v>
                </c:pt>
                <c:pt idx="6474">
                  <c:v>647.4</c:v>
                </c:pt>
                <c:pt idx="6475">
                  <c:v>647.5</c:v>
                </c:pt>
                <c:pt idx="6476">
                  <c:v>647.6</c:v>
                </c:pt>
                <c:pt idx="6477">
                  <c:v>647.70000000000005</c:v>
                </c:pt>
                <c:pt idx="6478">
                  <c:v>647.79999999999995</c:v>
                </c:pt>
                <c:pt idx="6479">
                  <c:v>647.9</c:v>
                </c:pt>
                <c:pt idx="6480">
                  <c:v>648</c:v>
                </c:pt>
                <c:pt idx="6481">
                  <c:v>648.1</c:v>
                </c:pt>
                <c:pt idx="6482">
                  <c:v>648.20000000000005</c:v>
                </c:pt>
                <c:pt idx="6483">
                  <c:v>648.29999999999995</c:v>
                </c:pt>
                <c:pt idx="6484">
                  <c:v>648.4</c:v>
                </c:pt>
                <c:pt idx="6485">
                  <c:v>648.5</c:v>
                </c:pt>
                <c:pt idx="6486">
                  <c:v>648.6</c:v>
                </c:pt>
                <c:pt idx="6487">
                  <c:v>648.70000000000005</c:v>
                </c:pt>
                <c:pt idx="6488">
                  <c:v>648.79999999999995</c:v>
                </c:pt>
                <c:pt idx="6489">
                  <c:v>648.9</c:v>
                </c:pt>
                <c:pt idx="6490">
                  <c:v>649</c:v>
                </c:pt>
                <c:pt idx="6491">
                  <c:v>649.1</c:v>
                </c:pt>
                <c:pt idx="6492">
                  <c:v>649.20000000000005</c:v>
                </c:pt>
                <c:pt idx="6493">
                  <c:v>649.29999999999995</c:v>
                </c:pt>
                <c:pt idx="6494">
                  <c:v>649.4</c:v>
                </c:pt>
                <c:pt idx="6495">
                  <c:v>649.5</c:v>
                </c:pt>
                <c:pt idx="6496">
                  <c:v>649.6</c:v>
                </c:pt>
                <c:pt idx="6497">
                  <c:v>649.70000000000005</c:v>
                </c:pt>
                <c:pt idx="6498">
                  <c:v>649.79999999999995</c:v>
                </c:pt>
                <c:pt idx="6499">
                  <c:v>649.9</c:v>
                </c:pt>
                <c:pt idx="6500">
                  <c:v>650</c:v>
                </c:pt>
                <c:pt idx="6501">
                  <c:v>650.1</c:v>
                </c:pt>
                <c:pt idx="6502">
                  <c:v>650.20000000000005</c:v>
                </c:pt>
                <c:pt idx="6503">
                  <c:v>650.29999999999995</c:v>
                </c:pt>
                <c:pt idx="6504">
                  <c:v>650.4</c:v>
                </c:pt>
                <c:pt idx="6505">
                  <c:v>650.5</c:v>
                </c:pt>
                <c:pt idx="6506">
                  <c:v>650.6</c:v>
                </c:pt>
                <c:pt idx="6507">
                  <c:v>650.70000000000005</c:v>
                </c:pt>
                <c:pt idx="6508">
                  <c:v>650.79999999999995</c:v>
                </c:pt>
                <c:pt idx="6509">
                  <c:v>650.9</c:v>
                </c:pt>
                <c:pt idx="6510">
                  <c:v>651</c:v>
                </c:pt>
                <c:pt idx="6511">
                  <c:v>651.1</c:v>
                </c:pt>
                <c:pt idx="6512">
                  <c:v>651.20000000000005</c:v>
                </c:pt>
                <c:pt idx="6513">
                  <c:v>651.29999999999995</c:v>
                </c:pt>
                <c:pt idx="6514">
                  <c:v>651.4</c:v>
                </c:pt>
                <c:pt idx="6515">
                  <c:v>651.5</c:v>
                </c:pt>
                <c:pt idx="6516">
                  <c:v>651.6</c:v>
                </c:pt>
                <c:pt idx="6517">
                  <c:v>651.70000000000005</c:v>
                </c:pt>
                <c:pt idx="6518">
                  <c:v>651.79999999999995</c:v>
                </c:pt>
                <c:pt idx="6519">
                  <c:v>651.9</c:v>
                </c:pt>
                <c:pt idx="6520">
                  <c:v>652</c:v>
                </c:pt>
                <c:pt idx="6521">
                  <c:v>652.1</c:v>
                </c:pt>
                <c:pt idx="6522">
                  <c:v>652.20000000000005</c:v>
                </c:pt>
                <c:pt idx="6523">
                  <c:v>652.29999999999995</c:v>
                </c:pt>
                <c:pt idx="6524">
                  <c:v>652.4</c:v>
                </c:pt>
                <c:pt idx="6525">
                  <c:v>652.5</c:v>
                </c:pt>
                <c:pt idx="6526">
                  <c:v>652.6</c:v>
                </c:pt>
                <c:pt idx="6527">
                  <c:v>652.70000000000005</c:v>
                </c:pt>
                <c:pt idx="6528">
                  <c:v>652.79999999999995</c:v>
                </c:pt>
                <c:pt idx="6529">
                  <c:v>652.9</c:v>
                </c:pt>
                <c:pt idx="6530">
                  <c:v>653</c:v>
                </c:pt>
                <c:pt idx="6531">
                  <c:v>653.1</c:v>
                </c:pt>
                <c:pt idx="6532">
                  <c:v>653.20000000000005</c:v>
                </c:pt>
                <c:pt idx="6533">
                  <c:v>653.29999999999995</c:v>
                </c:pt>
                <c:pt idx="6534">
                  <c:v>653.4</c:v>
                </c:pt>
                <c:pt idx="6535">
                  <c:v>653.5</c:v>
                </c:pt>
                <c:pt idx="6536">
                  <c:v>653.6</c:v>
                </c:pt>
                <c:pt idx="6537">
                  <c:v>653.70000000000005</c:v>
                </c:pt>
                <c:pt idx="6538">
                  <c:v>653.79999999999995</c:v>
                </c:pt>
                <c:pt idx="6539">
                  <c:v>653.9</c:v>
                </c:pt>
                <c:pt idx="6540">
                  <c:v>654</c:v>
                </c:pt>
                <c:pt idx="6541">
                  <c:v>654.1</c:v>
                </c:pt>
                <c:pt idx="6542">
                  <c:v>654.20000000000005</c:v>
                </c:pt>
                <c:pt idx="6543">
                  <c:v>654.29999999999995</c:v>
                </c:pt>
                <c:pt idx="6544">
                  <c:v>654.4</c:v>
                </c:pt>
                <c:pt idx="6545">
                  <c:v>654.5</c:v>
                </c:pt>
                <c:pt idx="6546">
                  <c:v>654.6</c:v>
                </c:pt>
                <c:pt idx="6547">
                  <c:v>654.70000000000005</c:v>
                </c:pt>
                <c:pt idx="6548">
                  <c:v>654.79999999999995</c:v>
                </c:pt>
                <c:pt idx="6549">
                  <c:v>654.9</c:v>
                </c:pt>
                <c:pt idx="6550">
                  <c:v>655</c:v>
                </c:pt>
                <c:pt idx="6551">
                  <c:v>655.1</c:v>
                </c:pt>
                <c:pt idx="6552">
                  <c:v>655.20000000000005</c:v>
                </c:pt>
                <c:pt idx="6553">
                  <c:v>655.29999999999995</c:v>
                </c:pt>
                <c:pt idx="6554">
                  <c:v>655.4</c:v>
                </c:pt>
                <c:pt idx="6555">
                  <c:v>655.5</c:v>
                </c:pt>
                <c:pt idx="6556">
                  <c:v>655.6</c:v>
                </c:pt>
                <c:pt idx="6557">
                  <c:v>655.7</c:v>
                </c:pt>
                <c:pt idx="6558">
                  <c:v>655.8</c:v>
                </c:pt>
                <c:pt idx="6559">
                  <c:v>655.9</c:v>
                </c:pt>
                <c:pt idx="6560">
                  <c:v>656</c:v>
                </c:pt>
                <c:pt idx="6561">
                  <c:v>656.1</c:v>
                </c:pt>
                <c:pt idx="6562">
                  <c:v>656.2</c:v>
                </c:pt>
                <c:pt idx="6563">
                  <c:v>656.3</c:v>
                </c:pt>
                <c:pt idx="6564">
                  <c:v>656.4</c:v>
                </c:pt>
                <c:pt idx="6565">
                  <c:v>656.5</c:v>
                </c:pt>
                <c:pt idx="6566">
                  <c:v>656.6</c:v>
                </c:pt>
                <c:pt idx="6567">
                  <c:v>656.7</c:v>
                </c:pt>
                <c:pt idx="6568">
                  <c:v>656.8</c:v>
                </c:pt>
                <c:pt idx="6569">
                  <c:v>656.9</c:v>
                </c:pt>
                <c:pt idx="6570">
                  <c:v>657</c:v>
                </c:pt>
                <c:pt idx="6571">
                  <c:v>657.1</c:v>
                </c:pt>
                <c:pt idx="6572">
                  <c:v>657.2</c:v>
                </c:pt>
                <c:pt idx="6573">
                  <c:v>657.3</c:v>
                </c:pt>
                <c:pt idx="6574">
                  <c:v>657.4</c:v>
                </c:pt>
                <c:pt idx="6575">
                  <c:v>657.5</c:v>
                </c:pt>
                <c:pt idx="6576">
                  <c:v>657.6</c:v>
                </c:pt>
                <c:pt idx="6577">
                  <c:v>657.7</c:v>
                </c:pt>
                <c:pt idx="6578">
                  <c:v>657.8</c:v>
                </c:pt>
                <c:pt idx="6579">
                  <c:v>657.9</c:v>
                </c:pt>
                <c:pt idx="6580">
                  <c:v>658</c:v>
                </c:pt>
                <c:pt idx="6581">
                  <c:v>658.1</c:v>
                </c:pt>
                <c:pt idx="6582">
                  <c:v>658.2</c:v>
                </c:pt>
                <c:pt idx="6583">
                  <c:v>658.3</c:v>
                </c:pt>
                <c:pt idx="6584">
                  <c:v>658.4</c:v>
                </c:pt>
                <c:pt idx="6585">
                  <c:v>658.5</c:v>
                </c:pt>
                <c:pt idx="6586">
                  <c:v>658.6</c:v>
                </c:pt>
                <c:pt idx="6587">
                  <c:v>658.7</c:v>
                </c:pt>
                <c:pt idx="6588">
                  <c:v>658.8</c:v>
                </c:pt>
                <c:pt idx="6589">
                  <c:v>658.9</c:v>
                </c:pt>
                <c:pt idx="6590">
                  <c:v>659</c:v>
                </c:pt>
                <c:pt idx="6591">
                  <c:v>659.1</c:v>
                </c:pt>
                <c:pt idx="6592">
                  <c:v>659.2</c:v>
                </c:pt>
                <c:pt idx="6593">
                  <c:v>659.3</c:v>
                </c:pt>
                <c:pt idx="6594">
                  <c:v>659.4</c:v>
                </c:pt>
                <c:pt idx="6595">
                  <c:v>659.5</c:v>
                </c:pt>
                <c:pt idx="6596">
                  <c:v>659.6</c:v>
                </c:pt>
                <c:pt idx="6597">
                  <c:v>659.7</c:v>
                </c:pt>
                <c:pt idx="6598">
                  <c:v>659.8</c:v>
                </c:pt>
                <c:pt idx="6599">
                  <c:v>659.9</c:v>
                </c:pt>
                <c:pt idx="6600">
                  <c:v>660</c:v>
                </c:pt>
                <c:pt idx="6601">
                  <c:v>660.1</c:v>
                </c:pt>
                <c:pt idx="6602">
                  <c:v>660.2</c:v>
                </c:pt>
                <c:pt idx="6603">
                  <c:v>660.3</c:v>
                </c:pt>
                <c:pt idx="6604">
                  <c:v>660.4</c:v>
                </c:pt>
                <c:pt idx="6605">
                  <c:v>660.5</c:v>
                </c:pt>
                <c:pt idx="6606">
                  <c:v>660.6</c:v>
                </c:pt>
                <c:pt idx="6607">
                  <c:v>660.7</c:v>
                </c:pt>
                <c:pt idx="6608">
                  <c:v>660.8</c:v>
                </c:pt>
                <c:pt idx="6609">
                  <c:v>660.9</c:v>
                </c:pt>
                <c:pt idx="6610">
                  <c:v>661</c:v>
                </c:pt>
                <c:pt idx="6611">
                  <c:v>661.1</c:v>
                </c:pt>
                <c:pt idx="6612">
                  <c:v>661.2</c:v>
                </c:pt>
                <c:pt idx="6613">
                  <c:v>661.3</c:v>
                </c:pt>
                <c:pt idx="6614">
                  <c:v>661.4</c:v>
                </c:pt>
                <c:pt idx="6615">
                  <c:v>661.5</c:v>
                </c:pt>
                <c:pt idx="6616">
                  <c:v>661.6</c:v>
                </c:pt>
                <c:pt idx="6617">
                  <c:v>661.7</c:v>
                </c:pt>
                <c:pt idx="6618">
                  <c:v>661.8</c:v>
                </c:pt>
                <c:pt idx="6619">
                  <c:v>661.9</c:v>
                </c:pt>
                <c:pt idx="6620">
                  <c:v>662</c:v>
                </c:pt>
                <c:pt idx="6621">
                  <c:v>662.1</c:v>
                </c:pt>
                <c:pt idx="6622">
                  <c:v>662.2</c:v>
                </c:pt>
                <c:pt idx="6623">
                  <c:v>662.3</c:v>
                </c:pt>
                <c:pt idx="6624">
                  <c:v>662.4</c:v>
                </c:pt>
                <c:pt idx="6625">
                  <c:v>662.5</c:v>
                </c:pt>
                <c:pt idx="6626">
                  <c:v>662.6</c:v>
                </c:pt>
                <c:pt idx="6627">
                  <c:v>662.7</c:v>
                </c:pt>
                <c:pt idx="6628">
                  <c:v>662.8</c:v>
                </c:pt>
                <c:pt idx="6629">
                  <c:v>662.9</c:v>
                </c:pt>
                <c:pt idx="6630">
                  <c:v>663</c:v>
                </c:pt>
                <c:pt idx="6631">
                  <c:v>663.1</c:v>
                </c:pt>
                <c:pt idx="6632">
                  <c:v>663.2</c:v>
                </c:pt>
                <c:pt idx="6633">
                  <c:v>663.3</c:v>
                </c:pt>
                <c:pt idx="6634">
                  <c:v>663.4</c:v>
                </c:pt>
                <c:pt idx="6635">
                  <c:v>663.5</c:v>
                </c:pt>
                <c:pt idx="6636">
                  <c:v>663.6</c:v>
                </c:pt>
                <c:pt idx="6637">
                  <c:v>663.7</c:v>
                </c:pt>
                <c:pt idx="6638">
                  <c:v>663.8</c:v>
                </c:pt>
                <c:pt idx="6639">
                  <c:v>663.9</c:v>
                </c:pt>
                <c:pt idx="6640">
                  <c:v>664</c:v>
                </c:pt>
                <c:pt idx="6641">
                  <c:v>664.1</c:v>
                </c:pt>
                <c:pt idx="6642">
                  <c:v>664.2</c:v>
                </c:pt>
                <c:pt idx="6643">
                  <c:v>664.3</c:v>
                </c:pt>
                <c:pt idx="6644">
                  <c:v>664.4</c:v>
                </c:pt>
                <c:pt idx="6645">
                  <c:v>664.5</c:v>
                </c:pt>
                <c:pt idx="6646">
                  <c:v>664.6</c:v>
                </c:pt>
                <c:pt idx="6647">
                  <c:v>664.7</c:v>
                </c:pt>
                <c:pt idx="6648">
                  <c:v>664.8</c:v>
                </c:pt>
                <c:pt idx="6649">
                  <c:v>664.9</c:v>
                </c:pt>
                <c:pt idx="6650">
                  <c:v>665</c:v>
                </c:pt>
                <c:pt idx="6651">
                  <c:v>665.1</c:v>
                </c:pt>
                <c:pt idx="6652">
                  <c:v>665.2</c:v>
                </c:pt>
                <c:pt idx="6653">
                  <c:v>665.3</c:v>
                </c:pt>
                <c:pt idx="6654">
                  <c:v>665.4</c:v>
                </c:pt>
                <c:pt idx="6655">
                  <c:v>665.5</c:v>
                </c:pt>
                <c:pt idx="6656">
                  <c:v>665.6</c:v>
                </c:pt>
                <c:pt idx="6657">
                  <c:v>665.7</c:v>
                </c:pt>
                <c:pt idx="6658">
                  <c:v>665.8</c:v>
                </c:pt>
                <c:pt idx="6659">
                  <c:v>665.9</c:v>
                </c:pt>
                <c:pt idx="6660">
                  <c:v>666</c:v>
                </c:pt>
                <c:pt idx="6661">
                  <c:v>666.1</c:v>
                </c:pt>
                <c:pt idx="6662">
                  <c:v>666.2</c:v>
                </c:pt>
                <c:pt idx="6663">
                  <c:v>666.3</c:v>
                </c:pt>
                <c:pt idx="6664">
                  <c:v>666.4</c:v>
                </c:pt>
                <c:pt idx="6665">
                  <c:v>666.5</c:v>
                </c:pt>
                <c:pt idx="6666">
                  <c:v>666.6</c:v>
                </c:pt>
                <c:pt idx="6667">
                  <c:v>666.7</c:v>
                </c:pt>
                <c:pt idx="6668">
                  <c:v>666.8</c:v>
                </c:pt>
                <c:pt idx="6669">
                  <c:v>666.9</c:v>
                </c:pt>
                <c:pt idx="6670">
                  <c:v>667</c:v>
                </c:pt>
                <c:pt idx="6671">
                  <c:v>667.1</c:v>
                </c:pt>
                <c:pt idx="6672">
                  <c:v>667.2</c:v>
                </c:pt>
                <c:pt idx="6673">
                  <c:v>667.3</c:v>
                </c:pt>
                <c:pt idx="6674">
                  <c:v>667.4</c:v>
                </c:pt>
                <c:pt idx="6675">
                  <c:v>667.5</c:v>
                </c:pt>
                <c:pt idx="6676">
                  <c:v>667.6</c:v>
                </c:pt>
                <c:pt idx="6677">
                  <c:v>667.7</c:v>
                </c:pt>
                <c:pt idx="6678">
                  <c:v>667.8</c:v>
                </c:pt>
                <c:pt idx="6679">
                  <c:v>667.9</c:v>
                </c:pt>
                <c:pt idx="6680">
                  <c:v>668</c:v>
                </c:pt>
                <c:pt idx="6681">
                  <c:v>668.1</c:v>
                </c:pt>
                <c:pt idx="6682">
                  <c:v>668.2</c:v>
                </c:pt>
                <c:pt idx="6683">
                  <c:v>668.3</c:v>
                </c:pt>
                <c:pt idx="6684">
                  <c:v>668.4</c:v>
                </c:pt>
                <c:pt idx="6685">
                  <c:v>668.5</c:v>
                </c:pt>
                <c:pt idx="6686">
                  <c:v>668.6</c:v>
                </c:pt>
                <c:pt idx="6687">
                  <c:v>668.7</c:v>
                </c:pt>
                <c:pt idx="6688">
                  <c:v>668.8</c:v>
                </c:pt>
                <c:pt idx="6689">
                  <c:v>668.9</c:v>
                </c:pt>
                <c:pt idx="6690">
                  <c:v>669</c:v>
                </c:pt>
                <c:pt idx="6691">
                  <c:v>669.1</c:v>
                </c:pt>
                <c:pt idx="6692">
                  <c:v>669.2</c:v>
                </c:pt>
                <c:pt idx="6693">
                  <c:v>669.3</c:v>
                </c:pt>
                <c:pt idx="6694">
                  <c:v>669.4</c:v>
                </c:pt>
                <c:pt idx="6695">
                  <c:v>669.5</c:v>
                </c:pt>
                <c:pt idx="6696">
                  <c:v>669.6</c:v>
                </c:pt>
                <c:pt idx="6697">
                  <c:v>669.7</c:v>
                </c:pt>
                <c:pt idx="6698">
                  <c:v>669.8</c:v>
                </c:pt>
                <c:pt idx="6699">
                  <c:v>669.9</c:v>
                </c:pt>
                <c:pt idx="6700">
                  <c:v>670</c:v>
                </c:pt>
                <c:pt idx="6701">
                  <c:v>670.1</c:v>
                </c:pt>
                <c:pt idx="6702">
                  <c:v>670.2</c:v>
                </c:pt>
                <c:pt idx="6703">
                  <c:v>670.3</c:v>
                </c:pt>
                <c:pt idx="6704">
                  <c:v>670.4</c:v>
                </c:pt>
                <c:pt idx="6705">
                  <c:v>670.5</c:v>
                </c:pt>
                <c:pt idx="6706">
                  <c:v>670.6</c:v>
                </c:pt>
                <c:pt idx="6707">
                  <c:v>670.7</c:v>
                </c:pt>
                <c:pt idx="6708">
                  <c:v>670.8</c:v>
                </c:pt>
                <c:pt idx="6709">
                  <c:v>670.9</c:v>
                </c:pt>
                <c:pt idx="6710">
                  <c:v>671</c:v>
                </c:pt>
                <c:pt idx="6711">
                  <c:v>671.1</c:v>
                </c:pt>
                <c:pt idx="6712">
                  <c:v>671.2</c:v>
                </c:pt>
                <c:pt idx="6713">
                  <c:v>671.3</c:v>
                </c:pt>
                <c:pt idx="6714">
                  <c:v>671.4</c:v>
                </c:pt>
                <c:pt idx="6715">
                  <c:v>671.5</c:v>
                </c:pt>
                <c:pt idx="6716">
                  <c:v>671.6</c:v>
                </c:pt>
                <c:pt idx="6717">
                  <c:v>671.7</c:v>
                </c:pt>
                <c:pt idx="6718">
                  <c:v>671.8</c:v>
                </c:pt>
                <c:pt idx="6719">
                  <c:v>671.9</c:v>
                </c:pt>
                <c:pt idx="6720">
                  <c:v>672</c:v>
                </c:pt>
                <c:pt idx="6721">
                  <c:v>672.1</c:v>
                </c:pt>
                <c:pt idx="6722">
                  <c:v>672.2</c:v>
                </c:pt>
                <c:pt idx="6723">
                  <c:v>672.3</c:v>
                </c:pt>
                <c:pt idx="6724">
                  <c:v>672.4</c:v>
                </c:pt>
                <c:pt idx="6725">
                  <c:v>672.5</c:v>
                </c:pt>
                <c:pt idx="6726">
                  <c:v>672.6</c:v>
                </c:pt>
                <c:pt idx="6727">
                  <c:v>672.7</c:v>
                </c:pt>
                <c:pt idx="6728">
                  <c:v>672.8</c:v>
                </c:pt>
                <c:pt idx="6729">
                  <c:v>672.9</c:v>
                </c:pt>
                <c:pt idx="6730">
                  <c:v>673</c:v>
                </c:pt>
                <c:pt idx="6731">
                  <c:v>673.1</c:v>
                </c:pt>
                <c:pt idx="6732">
                  <c:v>673.2</c:v>
                </c:pt>
                <c:pt idx="6733">
                  <c:v>673.3</c:v>
                </c:pt>
                <c:pt idx="6734">
                  <c:v>673.4</c:v>
                </c:pt>
                <c:pt idx="6735">
                  <c:v>673.5</c:v>
                </c:pt>
                <c:pt idx="6736">
                  <c:v>673.6</c:v>
                </c:pt>
                <c:pt idx="6737">
                  <c:v>673.7</c:v>
                </c:pt>
                <c:pt idx="6738">
                  <c:v>673.8</c:v>
                </c:pt>
                <c:pt idx="6739">
                  <c:v>673.9</c:v>
                </c:pt>
                <c:pt idx="6740">
                  <c:v>674</c:v>
                </c:pt>
                <c:pt idx="6741">
                  <c:v>674.1</c:v>
                </c:pt>
                <c:pt idx="6742">
                  <c:v>674.2</c:v>
                </c:pt>
                <c:pt idx="6743">
                  <c:v>674.3</c:v>
                </c:pt>
                <c:pt idx="6744">
                  <c:v>674.4</c:v>
                </c:pt>
                <c:pt idx="6745">
                  <c:v>674.5</c:v>
                </c:pt>
                <c:pt idx="6746">
                  <c:v>674.6</c:v>
                </c:pt>
                <c:pt idx="6747">
                  <c:v>674.7</c:v>
                </c:pt>
                <c:pt idx="6748">
                  <c:v>674.8</c:v>
                </c:pt>
                <c:pt idx="6749">
                  <c:v>674.9</c:v>
                </c:pt>
                <c:pt idx="6750">
                  <c:v>675</c:v>
                </c:pt>
                <c:pt idx="6751">
                  <c:v>675.1</c:v>
                </c:pt>
                <c:pt idx="6752">
                  <c:v>675.2</c:v>
                </c:pt>
                <c:pt idx="6753">
                  <c:v>675.3</c:v>
                </c:pt>
                <c:pt idx="6754">
                  <c:v>675.4</c:v>
                </c:pt>
                <c:pt idx="6755">
                  <c:v>675.5</c:v>
                </c:pt>
                <c:pt idx="6756">
                  <c:v>675.6</c:v>
                </c:pt>
                <c:pt idx="6757">
                  <c:v>675.7</c:v>
                </c:pt>
                <c:pt idx="6758">
                  <c:v>675.8</c:v>
                </c:pt>
                <c:pt idx="6759">
                  <c:v>675.9</c:v>
                </c:pt>
                <c:pt idx="6760">
                  <c:v>676</c:v>
                </c:pt>
                <c:pt idx="6761">
                  <c:v>676.1</c:v>
                </c:pt>
                <c:pt idx="6762">
                  <c:v>676.2</c:v>
                </c:pt>
                <c:pt idx="6763">
                  <c:v>676.3</c:v>
                </c:pt>
                <c:pt idx="6764">
                  <c:v>676.4</c:v>
                </c:pt>
                <c:pt idx="6765">
                  <c:v>676.5</c:v>
                </c:pt>
                <c:pt idx="6766">
                  <c:v>676.6</c:v>
                </c:pt>
                <c:pt idx="6767">
                  <c:v>676.7</c:v>
                </c:pt>
                <c:pt idx="6768">
                  <c:v>676.8</c:v>
                </c:pt>
                <c:pt idx="6769">
                  <c:v>676.9</c:v>
                </c:pt>
                <c:pt idx="6770">
                  <c:v>677</c:v>
                </c:pt>
                <c:pt idx="6771">
                  <c:v>677.1</c:v>
                </c:pt>
                <c:pt idx="6772">
                  <c:v>677.2</c:v>
                </c:pt>
                <c:pt idx="6773">
                  <c:v>677.3</c:v>
                </c:pt>
                <c:pt idx="6774">
                  <c:v>677.4</c:v>
                </c:pt>
                <c:pt idx="6775">
                  <c:v>677.5</c:v>
                </c:pt>
                <c:pt idx="6776">
                  <c:v>677.6</c:v>
                </c:pt>
                <c:pt idx="6777">
                  <c:v>677.7</c:v>
                </c:pt>
                <c:pt idx="6778">
                  <c:v>677.8</c:v>
                </c:pt>
                <c:pt idx="6779">
                  <c:v>677.9</c:v>
                </c:pt>
                <c:pt idx="6780">
                  <c:v>678</c:v>
                </c:pt>
                <c:pt idx="6781">
                  <c:v>678.1</c:v>
                </c:pt>
                <c:pt idx="6782">
                  <c:v>678.2</c:v>
                </c:pt>
                <c:pt idx="6783">
                  <c:v>678.3</c:v>
                </c:pt>
                <c:pt idx="6784">
                  <c:v>678.4</c:v>
                </c:pt>
                <c:pt idx="6785">
                  <c:v>678.5</c:v>
                </c:pt>
                <c:pt idx="6786">
                  <c:v>678.6</c:v>
                </c:pt>
                <c:pt idx="6787">
                  <c:v>678.7</c:v>
                </c:pt>
                <c:pt idx="6788">
                  <c:v>678.8</c:v>
                </c:pt>
                <c:pt idx="6789">
                  <c:v>678.9</c:v>
                </c:pt>
                <c:pt idx="6790">
                  <c:v>679</c:v>
                </c:pt>
                <c:pt idx="6791">
                  <c:v>679.1</c:v>
                </c:pt>
                <c:pt idx="6792">
                  <c:v>679.2</c:v>
                </c:pt>
                <c:pt idx="6793">
                  <c:v>679.3</c:v>
                </c:pt>
                <c:pt idx="6794">
                  <c:v>679.4</c:v>
                </c:pt>
                <c:pt idx="6795">
                  <c:v>679.5</c:v>
                </c:pt>
                <c:pt idx="6796">
                  <c:v>679.6</c:v>
                </c:pt>
                <c:pt idx="6797">
                  <c:v>679.7</c:v>
                </c:pt>
                <c:pt idx="6798">
                  <c:v>679.8</c:v>
                </c:pt>
                <c:pt idx="6799">
                  <c:v>679.9</c:v>
                </c:pt>
                <c:pt idx="6800">
                  <c:v>680</c:v>
                </c:pt>
                <c:pt idx="6801">
                  <c:v>680.1</c:v>
                </c:pt>
                <c:pt idx="6802">
                  <c:v>680.2</c:v>
                </c:pt>
                <c:pt idx="6803">
                  <c:v>680.3</c:v>
                </c:pt>
                <c:pt idx="6804">
                  <c:v>680.4</c:v>
                </c:pt>
                <c:pt idx="6805">
                  <c:v>680.5</c:v>
                </c:pt>
                <c:pt idx="6806">
                  <c:v>680.6</c:v>
                </c:pt>
                <c:pt idx="6807">
                  <c:v>680.7</c:v>
                </c:pt>
                <c:pt idx="6808">
                  <c:v>680.8</c:v>
                </c:pt>
                <c:pt idx="6809">
                  <c:v>680.9</c:v>
                </c:pt>
                <c:pt idx="6810">
                  <c:v>681</c:v>
                </c:pt>
                <c:pt idx="6811">
                  <c:v>681.1</c:v>
                </c:pt>
                <c:pt idx="6812">
                  <c:v>681.2</c:v>
                </c:pt>
                <c:pt idx="6813">
                  <c:v>681.3</c:v>
                </c:pt>
                <c:pt idx="6814">
                  <c:v>681.4</c:v>
                </c:pt>
                <c:pt idx="6815">
                  <c:v>681.5</c:v>
                </c:pt>
                <c:pt idx="6816">
                  <c:v>681.6</c:v>
                </c:pt>
                <c:pt idx="6817">
                  <c:v>681.7</c:v>
                </c:pt>
                <c:pt idx="6818">
                  <c:v>681.8</c:v>
                </c:pt>
                <c:pt idx="6819">
                  <c:v>681.9</c:v>
                </c:pt>
                <c:pt idx="6820">
                  <c:v>682</c:v>
                </c:pt>
                <c:pt idx="6821">
                  <c:v>682.1</c:v>
                </c:pt>
                <c:pt idx="6822">
                  <c:v>682.2</c:v>
                </c:pt>
                <c:pt idx="6823">
                  <c:v>682.3</c:v>
                </c:pt>
                <c:pt idx="6824">
                  <c:v>682.4</c:v>
                </c:pt>
                <c:pt idx="6825">
                  <c:v>682.5</c:v>
                </c:pt>
                <c:pt idx="6826">
                  <c:v>682.6</c:v>
                </c:pt>
                <c:pt idx="6827">
                  <c:v>682.7</c:v>
                </c:pt>
                <c:pt idx="6828">
                  <c:v>682.8</c:v>
                </c:pt>
                <c:pt idx="6829">
                  <c:v>682.9</c:v>
                </c:pt>
                <c:pt idx="6830">
                  <c:v>683</c:v>
                </c:pt>
                <c:pt idx="6831">
                  <c:v>683.1</c:v>
                </c:pt>
                <c:pt idx="6832">
                  <c:v>683.2</c:v>
                </c:pt>
                <c:pt idx="6833">
                  <c:v>683.3</c:v>
                </c:pt>
                <c:pt idx="6834">
                  <c:v>683.4</c:v>
                </c:pt>
                <c:pt idx="6835">
                  <c:v>683.5</c:v>
                </c:pt>
                <c:pt idx="6836">
                  <c:v>683.6</c:v>
                </c:pt>
                <c:pt idx="6837">
                  <c:v>683.7</c:v>
                </c:pt>
                <c:pt idx="6838">
                  <c:v>683.8</c:v>
                </c:pt>
                <c:pt idx="6839">
                  <c:v>683.9</c:v>
                </c:pt>
                <c:pt idx="6840">
                  <c:v>684</c:v>
                </c:pt>
                <c:pt idx="6841">
                  <c:v>684.1</c:v>
                </c:pt>
                <c:pt idx="6842">
                  <c:v>684.2</c:v>
                </c:pt>
                <c:pt idx="6843">
                  <c:v>684.3</c:v>
                </c:pt>
                <c:pt idx="6844">
                  <c:v>684.4</c:v>
                </c:pt>
                <c:pt idx="6845">
                  <c:v>684.5</c:v>
                </c:pt>
                <c:pt idx="6846">
                  <c:v>684.6</c:v>
                </c:pt>
                <c:pt idx="6847">
                  <c:v>684.7</c:v>
                </c:pt>
                <c:pt idx="6848">
                  <c:v>684.8</c:v>
                </c:pt>
                <c:pt idx="6849">
                  <c:v>684.9</c:v>
                </c:pt>
                <c:pt idx="6850">
                  <c:v>685</c:v>
                </c:pt>
                <c:pt idx="6851">
                  <c:v>685.1</c:v>
                </c:pt>
                <c:pt idx="6852">
                  <c:v>685.2</c:v>
                </c:pt>
                <c:pt idx="6853">
                  <c:v>685.3</c:v>
                </c:pt>
                <c:pt idx="6854">
                  <c:v>685.4</c:v>
                </c:pt>
                <c:pt idx="6855">
                  <c:v>685.5</c:v>
                </c:pt>
                <c:pt idx="6856">
                  <c:v>685.6</c:v>
                </c:pt>
                <c:pt idx="6857">
                  <c:v>685.7</c:v>
                </c:pt>
                <c:pt idx="6858">
                  <c:v>685.8</c:v>
                </c:pt>
                <c:pt idx="6859">
                  <c:v>685.9</c:v>
                </c:pt>
                <c:pt idx="6860">
                  <c:v>686</c:v>
                </c:pt>
                <c:pt idx="6861">
                  <c:v>686.1</c:v>
                </c:pt>
                <c:pt idx="6862">
                  <c:v>686.2</c:v>
                </c:pt>
                <c:pt idx="6863">
                  <c:v>686.3</c:v>
                </c:pt>
                <c:pt idx="6864">
                  <c:v>686.4</c:v>
                </c:pt>
                <c:pt idx="6865">
                  <c:v>686.5</c:v>
                </c:pt>
                <c:pt idx="6866">
                  <c:v>686.6</c:v>
                </c:pt>
                <c:pt idx="6867">
                  <c:v>686.7</c:v>
                </c:pt>
                <c:pt idx="6868">
                  <c:v>686.8</c:v>
                </c:pt>
                <c:pt idx="6869">
                  <c:v>686.9</c:v>
                </c:pt>
                <c:pt idx="6870">
                  <c:v>687</c:v>
                </c:pt>
                <c:pt idx="6871">
                  <c:v>687.1</c:v>
                </c:pt>
                <c:pt idx="6872">
                  <c:v>687.2</c:v>
                </c:pt>
                <c:pt idx="6873">
                  <c:v>687.3</c:v>
                </c:pt>
                <c:pt idx="6874">
                  <c:v>687.4</c:v>
                </c:pt>
                <c:pt idx="6875">
                  <c:v>687.5</c:v>
                </c:pt>
                <c:pt idx="6876">
                  <c:v>687.6</c:v>
                </c:pt>
                <c:pt idx="6877">
                  <c:v>687.7</c:v>
                </c:pt>
                <c:pt idx="6878">
                  <c:v>687.8</c:v>
                </c:pt>
                <c:pt idx="6879">
                  <c:v>687.9</c:v>
                </c:pt>
                <c:pt idx="6880">
                  <c:v>688</c:v>
                </c:pt>
                <c:pt idx="6881">
                  <c:v>688.1</c:v>
                </c:pt>
                <c:pt idx="6882">
                  <c:v>688.2</c:v>
                </c:pt>
                <c:pt idx="6883">
                  <c:v>688.3</c:v>
                </c:pt>
                <c:pt idx="6884">
                  <c:v>688.4</c:v>
                </c:pt>
                <c:pt idx="6885">
                  <c:v>688.5</c:v>
                </c:pt>
                <c:pt idx="6886">
                  <c:v>688.6</c:v>
                </c:pt>
                <c:pt idx="6887">
                  <c:v>688.7</c:v>
                </c:pt>
                <c:pt idx="6888">
                  <c:v>688.8</c:v>
                </c:pt>
                <c:pt idx="6889">
                  <c:v>688.9</c:v>
                </c:pt>
                <c:pt idx="6890">
                  <c:v>689</c:v>
                </c:pt>
                <c:pt idx="6891">
                  <c:v>689.1</c:v>
                </c:pt>
                <c:pt idx="6892">
                  <c:v>689.2</c:v>
                </c:pt>
                <c:pt idx="6893">
                  <c:v>689.3</c:v>
                </c:pt>
                <c:pt idx="6894">
                  <c:v>689.4</c:v>
                </c:pt>
                <c:pt idx="6895">
                  <c:v>689.5</c:v>
                </c:pt>
                <c:pt idx="6896">
                  <c:v>689.6</c:v>
                </c:pt>
                <c:pt idx="6897">
                  <c:v>689.7</c:v>
                </c:pt>
                <c:pt idx="6898">
                  <c:v>689.8</c:v>
                </c:pt>
                <c:pt idx="6899">
                  <c:v>689.9</c:v>
                </c:pt>
                <c:pt idx="6900">
                  <c:v>690</c:v>
                </c:pt>
                <c:pt idx="6901">
                  <c:v>690.1</c:v>
                </c:pt>
                <c:pt idx="6902">
                  <c:v>690.2</c:v>
                </c:pt>
                <c:pt idx="6903">
                  <c:v>690.3</c:v>
                </c:pt>
                <c:pt idx="6904">
                  <c:v>690.4</c:v>
                </c:pt>
                <c:pt idx="6905">
                  <c:v>690.5</c:v>
                </c:pt>
                <c:pt idx="6906">
                  <c:v>690.6</c:v>
                </c:pt>
                <c:pt idx="6907">
                  <c:v>690.7</c:v>
                </c:pt>
                <c:pt idx="6908">
                  <c:v>690.8</c:v>
                </c:pt>
                <c:pt idx="6909">
                  <c:v>690.9</c:v>
                </c:pt>
                <c:pt idx="6910">
                  <c:v>691</c:v>
                </c:pt>
                <c:pt idx="6911">
                  <c:v>691.1</c:v>
                </c:pt>
                <c:pt idx="6912">
                  <c:v>691.2</c:v>
                </c:pt>
                <c:pt idx="6913">
                  <c:v>691.3</c:v>
                </c:pt>
                <c:pt idx="6914">
                  <c:v>691.4</c:v>
                </c:pt>
                <c:pt idx="6915">
                  <c:v>691.5</c:v>
                </c:pt>
                <c:pt idx="6916">
                  <c:v>691.6</c:v>
                </c:pt>
                <c:pt idx="6917">
                  <c:v>691.7</c:v>
                </c:pt>
                <c:pt idx="6918">
                  <c:v>691.8</c:v>
                </c:pt>
                <c:pt idx="6919">
                  <c:v>691.9</c:v>
                </c:pt>
                <c:pt idx="6920">
                  <c:v>692</c:v>
                </c:pt>
                <c:pt idx="6921">
                  <c:v>692.1</c:v>
                </c:pt>
                <c:pt idx="6922">
                  <c:v>692.2</c:v>
                </c:pt>
                <c:pt idx="6923">
                  <c:v>692.3</c:v>
                </c:pt>
                <c:pt idx="6924">
                  <c:v>692.4</c:v>
                </c:pt>
                <c:pt idx="6925">
                  <c:v>692.5</c:v>
                </c:pt>
                <c:pt idx="6926">
                  <c:v>692.6</c:v>
                </c:pt>
                <c:pt idx="6927">
                  <c:v>692.7</c:v>
                </c:pt>
                <c:pt idx="6928">
                  <c:v>692.8</c:v>
                </c:pt>
                <c:pt idx="6929">
                  <c:v>692.9</c:v>
                </c:pt>
                <c:pt idx="6930">
                  <c:v>693</c:v>
                </c:pt>
                <c:pt idx="6931">
                  <c:v>693.1</c:v>
                </c:pt>
                <c:pt idx="6932">
                  <c:v>693.2</c:v>
                </c:pt>
                <c:pt idx="6933">
                  <c:v>693.3</c:v>
                </c:pt>
                <c:pt idx="6934">
                  <c:v>693.4</c:v>
                </c:pt>
                <c:pt idx="6935">
                  <c:v>693.5</c:v>
                </c:pt>
                <c:pt idx="6936">
                  <c:v>693.6</c:v>
                </c:pt>
                <c:pt idx="6937">
                  <c:v>693.7</c:v>
                </c:pt>
                <c:pt idx="6938">
                  <c:v>693.8</c:v>
                </c:pt>
                <c:pt idx="6939">
                  <c:v>693.9</c:v>
                </c:pt>
                <c:pt idx="6940">
                  <c:v>694</c:v>
                </c:pt>
                <c:pt idx="6941">
                  <c:v>694.1</c:v>
                </c:pt>
                <c:pt idx="6942">
                  <c:v>694.2</c:v>
                </c:pt>
                <c:pt idx="6943">
                  <c:v>694.3</c:v>
                </c:pt>
                <c:pt idx="6944">
                  <c:v>694.4</c:v>
                </c:pt>
                <c:pt idx="6945">
                  <c:v>694.5</c:v>
                </c:pt>
                <c:pt idx="6946">
                  <c:v>694.6</c:v>
                </c:pt>
                <c:pt idx="6947">
                  <c:v>694.7</c:v>
                </c:pt>
                <c:pt idx="6948">
                  <c:v>694.8</c:v>
                </c:pt>
                <c:pt idx="6949">
                  <c:v>694.9</c:v>
                </c:pt>
                <c:pt idx="6950">
                  <c:v>695</c:v>
                </c:pt>
                <c:pt idx="6951">
                  <c:v>695.1</c:v>
                </c:pt>
                <c:pt idx="6952">
                  <c:v>695.2</c:v>
                </c:pt>
                <c:pt idx="6953">
                  <c:v>695.3</c:v>
                </c:pt>
                <c:pt idx="6954">
                  <c:v>695.4</c:v>
                </c:pt>
                <c:pt idx="6955">
                  <c:v>695.5</c:v>
                </c:pt>
                <c:pt idx="6956">
                  <c:v>695.6</c:v>
                </c:pt>
                <c:pt idx="6957">
                  <c:v>695.7</c:v>
                </c:pt>
                <c:pt idx="6958">
                  <c:v>695.8</c:v>
                </c:pt>
                <c:pt idx="6959">
                  <c:v>695.9</c:v>
                </c:pt>
                <c:pt idx="6960">
                  <c:v>696</c:v>
                </c:pt>
                <c:pt idx="6961">
                  <c:v>696.1</c:v>
                </c:pt>
                <c:pt idx="6962">
                  <c:v>696.2</c:v>
                </c:pt>
                <c:pt idx="6963">
                  <c:v>696.3</c:v>
                </c:pt>
                <c:pt idx="6964">
                  <c:v>696.4</c:v>
                </c:pt>
                <c:pt idx="6965">
                  <c:v>696.5</c:v>
                </c:pt>
                <c:pt idx="6966">
                  <c:v>696.6</c:v>
                </c:pt>
                <c:pt idx="6967">
                  <c:v>696.7</c:v>
                </c:pt>
                <c:pt idx="6968">
                  <c:v>696.8</c:v>
                </c:pt>
                <c:pt idx="6969">
                  <c:v>696.9</c:v>
                </c:pt>
                <c:pt idx="6970">
                  <c:v>697</c:v>
                </c:pt>
                <c:pt idx="6971">
                  <c:v>697.1</c:v>
                </c:pt>
                <c:pt idx="6972">
                  <c:v>697.2</c:v>
                </c:pt>
                <c:pt idx="6973">
                  <c:v>697.3</c:v>
                </c:pt>
                <c:pt idx="6974">
                  <c:v>697.4</c:v>
                </c:pt>
                <c:pt idx="6975">
                  <c:v>697.5</c:v>
                </c:pt>
                <c:pt idx="6976">
                  <c:v>697.6</c:v>
                </c:pt>
                <c:pt idx="6977">
                  <c:v>697.7</c:v>
                </c:pt>
                <c:pt idx="6978">
                  <c:v>697.8</c:v>
                </c:pt>
                <c:pt idx="6979">
                  <c:v>697.9</c:v>
                </c:pt>
                <c:pt idx="6980">
                  <c:v>698</c:v>
                </c:pt>
                <c:pt idx="6981">
                  <c:v>698.1</c:v>
                </c:pt>
                <c:pt idx="6982">
                  <c:v>698.2</c:v>
                </c:pt>
                <c:pt idx="6983">
                  <c:v>698.3</c:v>
                </c:pt>
                <c:pt idx="6984">
                  <c:v>698.4</c:v>
                </c:pt>
                <c:pt idx="6985">
                  <c:v>698.5</c:v>
                </c:pt>
                <c:pt idx="6986">
                  <c:v>698.6</c:v>
                </c:pt>
                <c:pt idx="6987">
                  <c:v>698.7</c:v>
                </c:pt>
                <c:pt idx="6988">
                  <c:v>698.8</c:v>
                </c:pt>
                <c:pt idx="6989">
                  <c:v>698.9</c:v>
                </c:pt>
                <c:pt idx="6990">
                  <c:v>699</c:v>
                </c:pt>
                <c:pt idx="6991">
                  <c:v>699.1</c:v>
                </c:pt>
                <c:pt idx="6992">
                  <c:v>699.2</c:v>
                </c:pt>
                <c:pt idx="6993">
                  <c:v>699.3</c:v>
                </c:pt>
                <c:pt idx="6994">
                  <c:v>699.4</c:v>
                </c:pt>
                <c:pt idx="6995">
                  <c:v>699.5</c:v>
                </c:pt>
                <c:pt idx="6996">
                  <c:v>699.6</c:v>
                </c:pt>
                <c:pt idx="6997">
                  <c:v>699.7</c:v>
                </c:pt>
                <c:pt idx="6998">
                  <c:v>699.8</c:v>
                </c:pt>
                <c:pt idx="6999">
                  <c:v>699.9</c:v>
                </c:pt>
                <c:pt idx="7000">
                  <c:v>700</c:v>
                </c:pt>
                <c:pt idx="7001">
                  <c:v>700.1</c:v>
                </c:pt>
                <c:pt idx="7002">
                  <c:v>700.2</c:v>
                </c:pt>
                <c:pt idx="7003">
                  <c:v>700.3</c:v>
                </c:pt>
                <c:pt idx="7004">
                  <c:v>700.4</c:v>
                </c:pt>
                <c:pt idx="7005">
                  <c:v>700.5</c:v>
                </c:pt>
                <c:pt idx="7006">
                  <c:v>700.6</c:v>
                </c:pt>
                <c:pt idx="7007">
                  <c:v>700.7</c:v>
                </c:pt>
                <c:pt idx="7008">
                  <c:v>700.8</c:v>
                </c:pt>
                <c:pt idx="7009">
                  <c:v>700.9</c:v>
                </c:pt>
                <c:pt idx="7010">
                  <c:v>701</c:v>
                </c:pt>
                <c:pt idx="7011">
                  <c:v>701.1</c:v>
                </c:pt>
                <c:pt idx="7012">
                  <c:v>701.2</c:v>
                </c:pt>
                <c:pt idx="7013">
                  <c:v>701.3</c:v>
                </c:pt>
                <c:pt idx="7014">
                  <c:v>701.4</c:v>
                </c:pt>
                <c:pt idx="7015">
                  <c:v>701.5</c:v>
                </c:pt>
                <c:pt idx="7016">
                  <c:v>701.6</c:v>
                </c:pt>
                <c:pt idx="7017">
                  <c:v>701.7</c:v>
                </c:pt>
                <c:pt idx="7018">
                  <c:v>701.8</c:v>
                </c:pt>
                <c:pt idx="7019">
                  <c:v>701.9</c:v>
                </c:pt>
                <c:pt idx="7020">
                  <c:v>702</c:v>
                </c:pt>
                <c:pt idx="7021">
                  <c:v>702.1</c:v>
                </c:pt>
                <c:pt idx="7022">
                  <c:v>702.2</c:v>
                </c:pt>
                <c:pt idx="7023">
                  <c:v>702.3</c:v>
                </c:pt>
                <c:pt idx="7024">
                  <c:v>702.4</c:v>
                </c:pt>
                <c:pt idx="7025">
                  <c:v>702.5</c:v>
                </c:pt>
                <c:pt idx="7026">
                  <c:v>702.6</c:v>
                </c:pt>
                <c:pt idx="7027">
                  <c:v>702.7</c:v>
                </c:pt>
                <c:pt idx="7028">
                  <c:v>702.8</c:v>
                </c:pt>
                <c:pt idx="7029">
                  <c:v>702.9</c:v>
                </c:pt>
                <c:pt idx="7030">
                  <c:v>703</c:v>
                </c:pt>
                <c:pt idx="7031">
                  <c:v>703.1</c:v>
                </c:pt>
                <c:pt idx="7032">
                  <c:v>703.2</c:v>
                </c:pt>
                <c:pt idx="7033">
                  <c:v>703.3</c:v>
                </c:pt>
                <c:pt idx="7034">
                  <c:v>703.4</c:v>
                </c:pt>
                <c:pt idx="7035">
                  <c:v>703.5</c:v>
                </c:pt>
                <c:pt idx="7036">
                  <c:v>703.6</c:v>
                </c:pt>
                <c:pt idx="7037">
                  <c:v>703.7</c:v>
                </c:pt>
                <c:pt idx="7038">
                  <c:v>703.8</c:v>
                </c:pt>
                <c:pt idx="7039">
                  <c:v>703.9</c:v>
                </c:pt>
                <c:pt idx="7040">
                  <c:v>704</c:v>
                </c:pt>
                <c:pt idx="7041">
                  <c:v>704.1</c:v>
                </c:pt>
                <c:pt idx="7042">
                  <c:v>704.2</c:v>
                </c:pt>
                <c:pt idx="7043">
                  <c:v>704.3</c:v>
                </c:pt>
                <c:pt idx="7044">
                  <c:v>704.4</c:v>
                </c:pt>
                <c:pt idx="7045">
                  <c:v>704.5</c:v>
                </c:pt>
                <c:pt idx="7046">
                  <c:v>704.6</c:v>
                </c:pt>
                <c:pt idx="7047">
                  <c:v>704.7</c:v>
                </c:pt>
                <c:pt idx="7048">
                  <c:v>704.8</c:v>
                </c:pt>
                <c:pt idx="7049">
                  <c:v>704.9</c:v>
                </c:pt>
                <c:pt idx="7050">
                  <c:v>705</c:v>
                </c:pt>
                <c:pt idx="7051">
                  <c:v>705.1</c:v>
                </c:pt>
                <c:pt idx="7052">
                  <c:v>705.2</c:v>
                </c:pt>
                <c:pt idx="7053">
                  <c:v>705.3</c:v>
                </c:pt>
                <c:pt idx="7054">
                  <c:v>705.4</c:v>
                </c:pt>
                <c:pt idx="7055">
                  <c:v>705.5</c:v>
                </c:pt>
                <c:pt idx="7056">
                  <c:v>705.6</c:v>
                </c:pt>
                <c:pt idx="7057">
                  <c:v>705.7</c:v>
                </c:pt>
                <c:pt idx="7058">
                  <c:v>705.8</c:v>
                </c:pt>
                <c:pt idx="7059">
                  <c:v>705.9</c:v>
                </c:pt>
                <c:pt idx="7060">
                  <c:v>706</c:v>
                </c:pt>
                <c:pt idx="7061">
                  <c:v>706.1</c:v>
                </c:pt>
                <c:pt idx="7062">
                  <c:v>706.2</c:v>
                </c:pt>
                <c:pt idx="7063">
                  <c:v>706.3</c:v>
                </c:pt>
                <c:pt idx="7064">
                  <c:v>706.4</c:v>
                </c:pt>
                <c:pt idx="7065">
                  <c:v>706.5</c:v>
                </c:pt>
                <c:pt idx="7066">
                  <c:v>706.6</c:v>
                </c:pt>
                <c:pt idx="7067">
                  <c:v>706.7</c:v>
                </c:pt>
                <c:pt idx="7068">
                  <c:v>706.8</c:v>
                </c:pt>
                <c:pt idx="7069">
                  <c:v>706.9</c:v>
                </c:pt>
                <c:pt idx="7070">
                  <c:v>707</c:v>
                </c:pt>
                <c:pt idx="7071">
                  <c:v>707.1</c:v>
                </c:pt>
                <c:pt idx="7072">
                  <c:v>707.2</c:v>
                </c:pt>
                <c:pt idx="7073">
                  <c:v>707.3</c:v>
                </c:pt>
                <c:pt idx="7074">
                  <c:v>707.4</c:v>
                </c:pt>
                <c:pt idx="7075">
                  <c:v>707.5</c:v>
                </c:pt>
                <c:pt idx="7076">
                  <c:v>707.6</c:v>
                </c:pt>
                <c:pt idx="7077">
                  <c:v>707.7</c:v>
                </c:pt>
                <c:pt idx="7078">
                  <c:v>707.8</c:v>
                </c:pt>
                <c:pt idx="7079">
                  <c:v>707.9</c:v>
                </c:pt>
                <c:pt idx="7080">
                  <c:v>708</c:v>
                </c:pt>
                <c:pt idx="7081">
                  <c:v>708.1</c:v>
                </c:pt>
                <c:pt idx="7082">
                  <c:v>708.2</c:v>
                </c:pt>
                <c:pt idx="7083">
                  <c:v>708.3</c:v>
                </c:pt>
                <c:pt idx="7084">
                  <c:v>708.4</c:v>
                </c:pt>
                <c:pt idx="7085">
                  <c:v>708.5</c:v>
                </c:pt>
                <c:pt idx="7086">
                  <c:v>708.6</c:v>
                </c:pt>
                <c:pt idx="7087">
                  <c:v>708.7</c:v>
                </c:pt>
                <c:pt idx="7088">
                  <c:v>708.8</c:v>
                </c:pt>
                <c:pt idx="7089">
                  <c:v>708.9</c:v>
                </c:pt>
                <c:pt idx="7090">
                  <c:v>709</c:v>
                </c:pt>
                <c:pt idx="7091">
                  <c:v>709.1</c:v>
                </c:pt>
                <c:pt idx="7092">
                  <c:v>709.2</c:v>
                </c:pt>
                <c:pt idx="7093">
                  <c:v>709.3</c:v>
                </c:pt>
                <c:pt idx="7094">
                  <c:v>709.4</c:v>
                </c:pt>
                <c:pt idx="7095">
                  <c:v>709.5</c:v>
                </c:pt>
                <c:pt idx="7096">
                  <c:v>709.6</c:v>
                </c:pt>
                <c:pt idx="7097">
                  <c:v>709.7</c:v>
                </c:pt>
                <c:pt idx="7098">
                  <c:v>709.8</c:v>
                </c:pt>
                <c:pt idx="7099">
                  <c:v>709.9</c:v>
                </c:pt>
                <c:pt idx="7100">
                  <c:v>710</c:v>
                </c:pt>
                <c:pt idx="7101">
                  <c:v>710.1</c:v>
                </c:pt>
                <c:pt idx="7102">
                  <c:v>710.2</c:v>
                </c:pt>
                <c:pt idx="7103">
                  <c:v>710.3</c:v>
                </c:pt>
                <c:pt idx="7104">
                  <c:v>710.4</c:v>
                </c:pt>
                <c:pt idx="7105">
                  <c:v>710.5</c:v>
                </c:pt>
                <c:pt idx="7106">
                  <c:v>710.6</c:v>
                </c:pt>
                <c:pt idx="7107">
                  <c:v>710.7</c:v>
                </c:pt>
                <c:pt idx="7108">
                  <c:v>710.8</c:v>
                </c:pt>
                <c:pt idx="7109">
                  <c:v>710.9</c:v>
                </c:pt>
                <c:pt idx="7110">
                  <c:v>711</c:v>
                </c:pt>
                <c:pt idx="7111">
                  <c:v>711.1</c:v>
                </c:pt>
                <c:pt idx="7112">
                  <c:v>711.2</c:v>
                </c:pt>
                <c:pt idx="7113">
                  <c:v>711.3</c:v>
                </c:pt>
                <c:pt idx="7114">
                  <c:v>711.4</c:v>
                </c:pt>
                <c:pt idx="7115">
                  <c:v>711.5</c:v>
                </c:pt>
                <c:pt idx="7116">
                  <c:v>711.6</c:v>
                </c:pt>
                <c:pt idx="7117">
                  <c:v>711.7</c:v>
                </c:pt>
                <c:pt idx="7118">
                  <c:v>711.8</c:v>
                </c:pt>
                <c:pt idx="7119">
                  <c:v>711.9</c:v>
                </c:pt>
                <c:pt idx="7120">
                  <c:v>712</c:v>
                </c:pt>
                <c:pt idx="7121">
                  <c:v>712.1</c:v>
                </c:pt>
                <c:pt idx="7122">
                  <c:v>712.2</c:v>
                </c:pt>
                <c:pt idx="7123">
                  <c:v>712.3</c:v>
                </c:pt>
                <c:pt idx="7124">
                  <c:v>712.4</c:v>
                </c:pt>
                <c:pt idx="7125">
                  <c:v>712.5</c:v>
                </c:pt>
                <c:pt idx="7126">
                  <c:v>712.6</c:v>
                </c:pt>
                <c:pt idx="7127">
                  <c:v>712.7</c:v>
                </c:pt>
                <c:pt idx="7128">
                  <c:v>712.8</c:v>
                </c:pt>
                <c:pt idx="7129">
                  <c:v>712.9</c:v>
                </c:pt>
                <c:pt idx="7130">
                  <c:v>713</c:v>
                </c:pt>
                <c:pt idx="7131">
                  <c:v>713.1</c:v>
                </c:pt>
                <c:pt idx="7132">
                  <c:v>713.2</c:v>
                </c:pt>
                <c:pt idx="7133">
                  <c:v>713.3</c:v>
                </c:pt>
                <c:pt idx="7134">
                  <c:v>713.4</c:v>
                </c:pt>
                <c:pt idx="7135">
                  <c:v>713.5</c:v>
                </c:pt>
                <c:pt idx="7136">
                  <c:v>713.6</c:v>
                </c:pt>
                <c:pt idx="7137">
                  <c:v>713.7</c:v>
                </c:pt>
                <c:pt idx="7138">
                  <c:v>713.8</c:v>
                </c:pt>
                <c:pt idx="7139">
                  <c:v>713.9</c:v>
                </c:pt>
                <c:pt idx="7140">
                  <c:v>714</c:v>
                </c:pt>
                <c:pt idx="7141">
                  <c:v>714.1</c:v>
                </c:pt>
                <c:pt idx="7142">
                  <c:v>714.2</c:v>
                </c:pt>
                <c:pt idx="7143">
                  <c:v>714.3</c:v>
                </c:pt>
                <c:pt idx="7144">
                  <c:v>714.4</c:v>
                </c:pt>
                <c:pt idx="7145">
                  <c:v>714.5</c:v>
                </c:pt>
                <c:pt idx="7146">
                  <c:v>714.6</c:v>
                </c:pt>
                <c:pt idx="7147">
                  <c:v>714.7</c:v>
                </c:pt>
                <c:pt idx="7148">
                  <c:v>714.8</c:v>
                </c:pt>
                <c:pt idx="7149">
                  <c:v>714.9</c:v>
                </c:pt>
                <c:pt idx="7150">
                  <c:v>715</c:v>
                </c:pt>
                <c:pt idx="7151">
                  <c:v>715.1</c:v>
                </c:pt>
                <c:pt idx="7152">
                  <c:v>715.2</c:v>
                </c:pt>
                <c:pt idx="7153">
                  <c:v>715.3</c:v>
                </c:pt>
                <c:pt idx="7154">
                  <c:v>715.4</c:v>
                </c:pt>
                <c:pt idx="7155">
                  <c:v>715.5</c:v>
                </c:pt>
                <c:pt idx="7156">
                  <c:v>715.6</c:v>
                </c:pt>
                <c:pt idx="7157">
                  <c:v>715.7</c:v>
                </c:pt>
                <c:pt idx="7158">
                  <c:v>715.8</c:v>
                </c:pt>
                <c:pt idx="7159">
                  <c:v>715.9</c:v>
                </c:pt>
                <c:pt idx="7160">
                  <c:v>716</c:v>
                </c:pt>
                <c:pt idx="7161">
                  <c:v>716.1</c:v>
                </c:pt>
                <c:pt idx="7162">
                  <c:v>716.2</c:v>
                </c:pt>
                <c:pt idx="7163">
                  <c:v>716.3</c:v>
                </c:pt>
                <c:pt idx="7164">
                  <c:v>716.4</c:v>
                </c:pt>
                <c:pt idx="7165">
                  <c:v>716.5</c:v>
                </c:pt>
                <c:pt idx="7166">
                  <c:v>716.6</c:v>
                </c:pt>
                <c:pt idx="7167">
                  <c:v>716.7</c:v>
                </c:pt>
                <c:pt idx="7168">
                  <c:v>716.8</c:v>
                </c:pt>
                <c:pt idx="7169">
                  <c:v>716.9</c:v>
                </c:pt>
                <c:pt idx="7170">
                  <c:v>717</c:v>
                </c:pt>
                <c:pt idx="7171">
                  <c:v>717.1</c:v>
                </c:pt>
                <c:pt idx="7172">
                  <c:v>717.2</c:v>
                </c:pt>
                <c:pt idx="7173">
                  <c:v>717.3</c:v>
                </c:pt>
                <c:pt idx="7174">
                  <c:v>717.4</c:v>
                </c:pt>
                <c:pt idx="7175">
                  <c:v>717.5</c:v>
                </c:pt>
                <c:pt idx="7176">
                  <c:v>717.6</c:v>
                </c:pt>
                <c:pt idx="7177">
                  <c:v>717.7</c:v>
                </c:pt>
                <c:pt idx="7178">
                  <c:v>717.8</c:v>
                </c:pt>
                <c:pt idx="7179">
                  <c:v>717.9</c:v>
                </c:pt>
                <c:pt idx="7180">
                  <c:v>718</c:v>
                </c:pt>
                <c:pt idx="7181">
                  <c:v>718.1</c:v>
                </c:pt>
                <c:pt idx="7182">
                  <c:v>718.2</c:v>
                </c:pt>
                <c:pt idx="7183">
                  <c:v>718.3</c:v>
                </c:pt>
                <c:pt idx="7184">
                  <c:v>718.4</c:v>
                </c:pt>
                <c:pt idx="7185">
                  <c:v>718.5</c:v>
                </c:pt>
                <c:pt idx="7186">
                  <c:v>718.6</c:v>
                </c:pt>
                <c:pt idx="7187">
                  <c:v>718.7</c:v>
                </c:pt>
                <c:pt idx="7188">
                  <c:v>718.8</c:v>
                </c:pt>
                <c:pt idx="7189">
                  <c:v>718.9</c:v>
                </c:pt>
                <c:pt idx="7190">
                  <c:v>719</c:v>
                </c:pt>
                <c:pt idx="7191">
                  <c:v>719.1</c:v>
                </c:pt>
                <c:pt idx="7192">
                  <c:v>719.2</c:v>
                </c:pt>
                <c:pt idx="7193">
                  <c:v>719.3</c:v>
                </c:pt>
                <c:pt idx="7194">
                  <c:v>719.4</c:v>
                </c:pt>
                <c:pt idx="7195">
                  <c:v>719.5</c:v>
                </c:pt>
                <c:pt idx="7196">
                  <c:v>719.6</c:v>
                </c:pt>
                <c:pt idx="7197">
                  <c:v>719.7</c:v>
                </c:pt>
                <c:pt idx="7198">
                  <c:v>719.8</c:v>
                </c:pt>
                <c:pt idx="7199">
                  <c:v>719.9</c:v>
                </c:pt>
                <c:pt idx="7200">
                  <c:v>720</c:v>
                </c:pt>
                <c:pt idx="7201">
                  <c:v>720.1</c:v>
                </c:pt>
                <c:pt idx="7202">
                  <c:v>720.2</c:v>
                </c:pt>
                <c:pt idx="7203">
                  <c:v>720.3</c:v>
                </c:pt>
                <c:pt idx="7204">
                  <c:v>720.4</c:v>
                </c:pt>
                <c:pt idx="7205">
                  <c:v>720.5</c:v>
                </c:pt>
                <c:pt idx="7206">
                  <c:v>720.6</c:v>
                </c:pt>
                <c:pt idx="7207">
                  <c:v>720.7</c:v>
                </c:pt>
                <c:pt idx="7208">
                  <c:v>720.8</c:v>
                </c:pt>
                <c:pt idx="7209">
                  <c:v>720.9</c:v>
                </c:pt>
                <c:pt idx="7210">
                  <c:v>721</c:v>
                </c:pt>
                <c:pt idx="7211">
                  <c:v>721.1</c:v>
                </c:pt>
                <c:pt idx="7212">
                  <c:v>721.2</c:v>
                </c:pt>
                <c:pt idx="7213">
                  <c:v>721.3</c:v>
                </c:pt>
                <c:pt idx="7214">
                  <c:v>721.4</c:v>
                </c:pt>
                <c:pt idx="7215">
                  <c:v>721.5</c:v>
                </c:pt>
                <c:pt idx="7216">
                  <c:v>721.6</c:v>
                </c:pt>
                <c:pt idx="7217">
                  <c:v>721.7</c:v>
                </c:pt>
                <c:pt idx="7218">
                  <c:v>721.8</c:v>
                </c:pt>
                <c:pt idx="7219">
                  <c:v>721.9</c:v>
                </c:pt>
                <c:pt idx="7220">
                  <c:v>722</c:v>
                </c:pt>
                <c:pt idx="7221">
                  <c:v>722.1</c:v>
                </c:pt>
                <c:pt idx="7222">
                  <c:v>722.2</c:v>
                </c:pt>
                <c:pt idx="7223">
                  <c:v>722.3</c:v>
                </c:pt>
                <c:pt idx="7224">
                  <c:v>722.4</c:v>
                </c:pt>
                <c:pt idx="7225">
                  <c:v>722.5</c:v>
                </c:pt>
                <c:pt idx="7226">
                  <c:v>722.6</c:v>
                </c:pt>
                <c:pt idx="7227">
                  <c:v>722.7</c:v>
                </c:pt>
                <c:pt idx="7228">
                  <c:v>722.8</c:v>
                </c:pt>
                <c:pt idx="7229">
                  <c:v>722.9</c:v>
                </c:pt>
                <c:pt idx="7230">
                  <c:v>723</c:v>
                </c:pt>
                <c:pt idx="7231">
                  <c:v>723.1</c:v>
                </c:pt>
                <c:pt idx="7232">
                  <c:v>723.2</c:v>
                </c:pt>
                <c:pt idx="7233">
                  <c:v>723.3</c:v>
                </c:pt>
                <c:pt idx="7234">
                  <c:v>723.4</c:v>
                </c:pt>
                <c:pt idx="7235">
                  <c:v>723.5</c:v>
                </c:pt>
                <c:pt idx="7236">
                  <c:v>723.6</c:v>
                </c:pt>
                <c:pt idx="7237">
                  <c:v>723.7</c:v>
                </c:pt>
                <c:pt idx="7238">
                  <c:v>723.8</c:v>
                </c:pt>
                <c:pt idx="7239">
                  <c:v>723.9</c:v>
                </c:pt>
                <c:pt idx="7240">
                  <c:v>724</c:v>
                </c:pt>
                <c:pt idx="7241">
                  <c:v>724.1</c:v>
                </c:pt>
                <c:pt idx="7242">
                  <c:v>724.2</c:v>
                </c:pt>
                <c:pt idx="7243">
                  <c:v>724.3</c:v>
                </c:pt>
                <c:pt idx="7244">
                  <c:v>724.4</c:v>
                </c:pt>
                <c:pt idx="7245">
                  <c:v>724.5</c:v>
                </c:pt>
                <c:pt idx="7246">
                  <c:v>724.6</c:v>
                </c:pt>
                <c:pt idx="7247">
                  <c:v>724.7</c:v>
                </c:pt>
                <c:pt idx="7248">
                  <c:v>724.8</c:v>
                </c:pt>
                <c:pt idx="7249">
                  <c:v>724.9</c:v>
                </c:pt>
                <c:pt idx="7250">
                  <c:v>725</c:v>
                </c:pt>
                <c:pt idx="7251">
                  <c:v>725.1</c:v>
                </c:pt>
                <c:pt idx="7252">
                  <c:v>725.2</c:v>
                </c:pt>
                <c:pt idx="7253">
                  <c:v>725.3</c:v>
                </c:pt>
                <c:pt idx="7254">
                  <c:v>725.4</c:v>
                </c:pt>
                <c:pt idx="7255">
                  <c:v>725.5</c:v>
                </c:pt>
                <c:pt idx="7256">
                  <c:v>725.6</c:v>
                </c:pt>
                <c:pt idx="7257">
                  <c:v>725.7</c:v>
                </c:pt>
                <c:pt idx="7258">
                  <c:v>725.8</c:v>
                </c:pt>
                <c:pt idx="7259">
                  <c:v>725.9</c:v>
                </c:pt>
                <c:pt idx="7260">
                  <c:v>726</c:v>
                </c:pt>
                <c:pt idx="7261">
                  <c:v>726.1</c:v>
                </c:pt>
                <c:pt idx="7262">
                  <c:v>726.2</c:v>
                </c:pt>
                <c:pt idx="7263">
                  <c:v>726.3</c:v>
                </c:pt>
                <c:pt idx="7264">
                  <c:v>726.4</c:v>
                </c:pt>
                <c:pt idx="7265">
                  <c:v>726.5</c:v>
                </c:pt>
                <c:pt idx="7266">
                  <c:v>726.6</c:v>
                </c:pt>
                <c:pt idx="7267">
                  <c:v>726.7</c:v>
                </c:pt>
                <c:pt idx="7268">
                  <c:v>726.8</c:v>
                </c:pt>
                <c:pt idx="7269">
                  <c:v>726.9</c:v>
                </c:pt>
                <c:pt idx="7270">
                  <c:v>727</c:v>
                </c:pt>
                <c:pt idx="7271">
                  <c:v>727.1</c:v>
                </c:pt>
                <c:pt idx="7272">
                  <c:v>727.2</c:v>
                </c:pt>
                <c:pt idx="7273">
                  <c:v>727.3</c:v>
                </c:pt>
                <c:pt idx="7274">
                  <c:v>727.4</c:v>
                </c:pt>
                <c:pt idx="7275">
                  <c:v>727.5</c:v>
                </c:pt>
                <c:pt idx="7276">
                  <c:v>727.6</c:v>
                </c:pt>
                <c:pt idx="7277">
                  <c:v>727.7</c:v>
                </c:pt>
                <c:pt idx="7278">
                  <c:v>727.8</c:v>
                </c:pt>
                <c:pt idx="7279">
                  <c:v>727.9</c:v>
                </c:pt>
                <c:pt idx="7280">
                  <c:v>728</c:v>
                </c:pt>
                <c:pt idx="7281">
                  <c:v>728.1</c:v>
                </c:pt>
                <c:pt idx="7282">
                  <c:v>728.2</c:v>
                </c:pt>
                <c:pt idx="7283">
                  <c:v>728.3</c:v>
                </c:pt>
                <c:pt idx="7284">
                  <c:v>728.4</c:v>
                </c:pt>
                <c:pt idx="7285">
                  <c:v>728.5</c:v>
                </c:pt>
                <c:pt idx="7286">
                  <c:v>728.6</c:v>
                </c:pt>
                <c:pt idx="7287">
                  <c:v>728.7</c:v>
                </c:pt>
                <c:pt idx="7288">
                  <c:v>728.8</c:v>
                </c:pt>
                <c:pt idx="7289">
                  <c:v>728.9</c:v>
                </c:pt>
                <c:pt idx="7290">
                  <c:v>729</c:v>
                </c:pt>
                <c:pt idx="7291">
                  <c:v>729.1</c:v>
                </c:pt>
                <c:pt idx="7292">
                  <c:v>729.2</c:v>
                </c:pt>
                <c:pt idx="7293">
                  <c:v>729.3</c:v>
                </c:pt>
                <c:pt idx="7294">
                  <c:v>729.4</c:v>
                </c:pt>
                <c:pt idx="7295">
                  <c:v>729.5</c:v>
                </c:pt>
                <c:pt idx="7296">
                  <c:v>729.6</c:v>
                </c:pt>
                <c:pt idx="7297">
                  <c:v>729.7</c:v>
                </c:pt>
                <c:pt idx="7298">
                  <c:v>729.8</c:v>
                </c:pt>
                <c:pt idx="7299">
                  <c:v>729.9</c:v>
                </c:pt>
                <c:pt idx="7300">
                  <c:v>730</c:v>
                </c:pt>
                <c:pt idx="7301">
                  <c:v>730.1</c:v>
                </c:pt>
                <c:pt idx="7302">
                  <c:v>730.2</c:v>
                </c:pt>
                <c:pt idx="7303">
                  <c:v>730.3</c:v>
                </c:pt>
                <c:pt idx="7304">
                  <c:v>730.4</c:v>
                </c:pt>
                <c:pt idx="7305">
                  <c:v>730.5</c:v>
                </c:pt>
                <c:pt idx="7306">
                  <c:v>730.6</c:v>
                </c:pt>
                <c:pt idx="7307">
                  <c:v>730.7</c:v>
                </c:pt>
                <c:pt idx="7308">
                  <c:v>730.8</c:v>
                </c:pt>
                <c:pt idx="7309">
                  <c:v>730.9</c:v>
                </c:pt>
                <c:pt idx="7310">
                  <c:v>731</c:v>
                </c:pt>
                <c:pt idx="7311">
                  <c:v>731.1</c:v>
                </c:pt>
                <c:pt idx="7312">
                  <c:v>731.2</c:v>
                </c:pt>
                <c:pt idx="7313">
                  <c:v>731.3</c:v>
                </c:pt>
                <c:pt idx="7314">
                  <c:v>731.4</c:v>
                </c:pt>
                <c:pt idx="7315">
                  <c:v>731.5</c:v>
                </c:pt>
                <c:pt idx="7316">
                  <c:v>731.6</c:v>
                </c:pt>
                <c:pt idx="7317">
                  <c:v>731.7</c:v>
                </c:pt>
                <c:pt idx="7318">
                  <c:v>731.8</c:v>
                </c:pt>
                <c:pt idx="7319">
                  <c:v>731.9</c:v>
                </c:pt>
                <c:pt idx="7320">
                  <c:v>732</c:v>
                </c:pt>
                <c:pt idx="7321">
                  <c:v>732.1</c:v>
                </c:pt>
                <c:pt idx="7322">
                  <c:v>732.2</c:v>
                </c:pt>
                <c:pt idx="7323">
                  <c:v>732.3</c:v>
                </c:pt>
                <c:pt idx="7324">
                  <c:v>732.4</c:v>
                </c:pt>
                <c:pt idx="7325">
                  <c:v>732.5</c:v>
                </c:pt>
                <c:pt idx="7326">
                  <c:v>732.6</c:v>
                </c:pt>
                <c:pt idx="7327">
                  <c:v>732.7</c:v>
                </c:pt>
                <c:pt idx="7328">
                  <c:v>732.8</c:v>
                </c:pt>
                <c:pt idx="7329">
                  <c:v>732.9</c:v>
                </c:pt>
                <c:pt idx="7330">
                  <c:v>733</c:v>
                </c:pt>
                <c:pt idx="7331">
                  <c:v>733.1</c:v>
                </c:pt>
                <c:pt idx="7332">
                  <c:v>733.2</c:v>
                </c:pt>
                <c:pt idx="7333">
                  <c:v>733.3</c:v>
                </c:pt>
                <c:pt idx="7334">
                  <c:v>733.4</c:v>
                </c:pt>
                <c:pt idx="7335">
                  <c:v>733.5</c:v>
                </c:pt>
                <c:pt idx="7336">
                  <c:v>733.6</c:v>
                </c:pt>
                <c:pt idx="7337">
                  <c:v>733.7</c:v>
                </c:pt>
                <c:pt idx="7338">
                  <c:v>733.8</c:v>
                </c:pt>
                <c:pt idx="7339">
                  <c:v>733.9</c:v>
                </c:pt>
                <c:pt idx="7340">
                  <c:v>734</c:v>
                </c:pt>
                <c:pt idx="7341">
                  <c:v>734.1</c:v>
                </c:pt>
                <c:pt idx="7342">
                  <c:v>734.2</c:v>
                </c:pt>
                <c:pt idx="7343">
                  <c:v>734.3</c:v>
                </c:pt>
                <c:pt idx="7344">
                  <c:v>734.4</c:v>
                </c:pt>
                <c:pt idx="7345">
                  <c:v>734.5</c:v>
                </c:pt>
                <c:pt idx="7346">
                  <c:v>734.6</c:v>
                </c:pt>
                <c:pt idx="7347">
                  <c:v>734.7</c:v>
                </c:pt>
                <c:pt idx="7348">
                  <c:v>734.8</c:v>
                </c:pt>
                <c:pt idx="7349">
                  <c:v>734.9</c:v>
                </c:pt>
                <c:pt idx="7350">
                  <c:v>735</c:v>
                </c:pt>
                <c:pt idx="7351">
                  <c:v>735.1</c:v>
                </c:pt>
                <c:pt idx="7352">
                  <c:v>735.2</c:v>
                </c:pt>
                <c:pt idx="7353">
                  <c:v>735.3</c:v>
                </c:pt>
                <c:pt idx="7354">
                  <c:v>735.4</c:v>
                </c:pt>
                <c:pt idx="7355">
                  <c:v>735.5</c:v>
                </c:pt>
                <c:pt idx="7356">
                  <c:v>735.6</c:v>
                </c:pt>
                <c:pt idx="7357">
                  <c:v>735.7</c:v>
                </c:pt>
                <c:pt idx="7358">
                  <c:v>735.8</c:v>
                </c:pt>
                <c:pt idx="7359">
                  <c:v>735.9</c:v>
                </c:pt>
                <c:pt idx="7360">
                  <c:v>736</c:v>
                </c:pt>
                <c:pt idx="7361">
                  <c:v>736.1</c:v>
                </c:pt>
                <c:pt idx="7362">
                  <c:v>736.2</c:v>
                </c:pt>
                <c:pt idx="7363">
                  <c:v>736.3</c:v>
                </c:pt>
                <c:pt idx="7364">
                  <c:v>736.4</c:v>
                </c:pt>
                <c:pt idx="7365">
                  <c:v>736.5</c:v>
                </c:pt>
                <c:pt idx="7366">
                  <c:v>736.6</c:v>
                </c:pt>
                <c:pt idx="7367">
                  <c:v>736.7</c:v>
                </c:pt>
                <c:pt idx="7368">
                  <c:v>736.8</c:v>
                </c:pt>
                <c:pt idx="7369">
                  <c:v>736.9</c:v>
                </c:pt>
                <c:pt idx="7370">
                  <c:v>737</c:v>
                </c:pt>
                <c:pt idx="7371">
                  <c:v>737.1</c:v>
                </c:pt>
                <c:pt idx="7372">
                  <c:v>737.2</c:v>
                </c:pt>
                <c:pt idx="7373">
                  <c:v>737.3</c:v>
                </c:pt>
                <c:pt idx="7374">
                  <c:v>737.4</c:v>
                </c:pt>
                <c:pt idx="7375">
                  <c:v>737.5</c:v>
                </c:pt>
                <c:pt idx="7376">
                  <c:v>737.6</c:v>
                </c:pt>
                <c:pt idx="7377">
                  <c:v>737.7</c:v>
                </c:pt>
                <c:pt idx="7378">
                  <c:v>737.8</c:v>
                </c:pt>
                <c:pt idx="7379">
                  <c:v>737.9</c:v>
                </c:pt>
                <c:pt idx="7380">
                  <c:v>738</c:v>
                </c:pt>
                <c:pt idx="7381">
                  <c:v>738.1</c:v>
                </c:pt>
                <c:pt idx="7382">
                  <c:v>738.2</c:v>
                </c:pt>
                <c:pt idx="7383">
                  <c:v>738.3</c:v>
                </c:pt>
                <c:pt idx="7384">
                  <c:v>738.4</c:v>
                </c:pt>
                <c:pt idx="7385">
                  <c:v>738.5</c:v>
                </c:pt>
                <c:pt idx="7386">
                  <c:v>738.6</c:v>
                </c:pt>
                <c:pt idx="7387">
                  <c:v>738.7</c:v>
                </c:pt>
                <c:pt idx="7388">
                  <c:v>738.8</c:v>
                </c:pt>
                <c:pt idx="7389">
                  <c:v>738.9</c:v>
                </c:pt>
                <c:pt idx="7390">
                  <c:v>739</c:v>
                </c:pt>
                <c:pt idx="7391">
                  <c:v>739.1</c:v>
                </c:pt>
                <c:pt idx="7392">
                  <c:v>739.2</c:v>
                </c:pt>
                <c:pt idx="7393">
                  <c:v>739.3</c:v>
                </c:pt>
                <c:pt idx="7394">
                  <c:v>739.4</c:v>
                </c:pt>
                <c:pt idx="7395">
                  <c:v>739.5</c:v>
                </c:pt>
                <c:pt idx="7396">
                  <c:v>739.6</c:v>
                </c:pt>
                <c:pt idx="7397">
                  <c:v>739.7</c:v>
                </c:pt>
                <c:pt idx="7398">
                  <c:v>739.8</c:v>
                </c:pt>
                <c:pt idx="7399">
                  <c:v>739.9</c:v>
                </c:pt>
                <c:pt idx="7400">
                  <c:v>740</c:v>
                </c:pt>
                <c:pt idx="7401">
                  <c:v>740.1</c:v>
                </c:pt>
                <c:pt idx="7402">
                  <c:v>740.2</c:v>
                </c:pt>
                <c:pt idx="7403">
                  <c:v>740.3</c:v>
                </c:pt>
                <c:pt idx="7404">
                  <c:v>740.4</c:v>
                </c:pt>
                <c:pt idx="7405">
                  <c:v>740.5</c:v>
                </c:pt>
                <c:pt idx="7406">
                  <c:v>740.6</c:v>
                </c:pt>
                <c:pt idx="7407">
                  <c:v>740.7</c:v>
                </c:pt>
                <c:pt idx="7408">
                  <c:v>740.8</c:v>
                </c:pt>
                <c:pt idx="7409">
                  <c:v>740.9</c:v>
                </c:pt>
                <c:pt idx="7410">
                  <c:v>741</c:v>
                </c:pt>
                <c:pt idx="7411">
                  <c:v>741.1</c:v>
                </c:pt>
                <c:pt idx="7412">
                  <c:v>741.2</c:v>
                </c:pt>
                <c:pt idx="7413">
                  <c:v>741.3</c:v>
                </c:pt>
                <c:pt idx="7414">
                  <c:v>741.4</c:v>
                </c:pt>
                <c:pt idx="7415">
                  <c:v>741.5</c:v>
                </c:pt>
                <c:pt idx="7416">
                  <c:v>741.6</c:v>
                </c:pt>
                <c:pt idx="7417">
                  <c:v>741.7</c:v>
                </c:pt>
                <c:pt idx="7418">
                  <c:v>741.8</c:v>
                </c:pt>
                <c:pt idx="7419">
                  <c:v>741.9</c:v>
                </c:pt>
                <c:pt idx="7420">
                  <c:v>742</c:v>
                </c:pt>
                <c:pt idx="7421">
                  <c:v>742.1</c:v>
                </c:pt>
                <c:pt idx="7422">
                  <c:v>742.2</c:v>
                </c:pt>
                <c:pt idx="7423">
                  <c:v>742.3</c:v>
                </c:pt>
                <c:pt idx="7424">
                  <c:v>742.4</c:v>
                </c:pt>
                <c:pt idx="7425">
                  <c:v>742.5</c:v>
                </c:pt>
                <c:pt idx="7426">
                  <c:v>742.6</c:v>
                </c:pt>
                <c:pt idx="7427">
                  <c:v>742.7</c:v>
                </c:pt>
                <c:pt idx="7428">
                  <c:v>742.8</c:v>
                </c:pt>
                <c:pt idx="7429">
                  <c:v>742.9</c:v>
                </c:pt>
                <c:pt idx="7430">
                  <c:v>743</c:v>
                </c:pt>
                <c:pt idx="7431">
                  <c:v>743.1</c:v>
                </c:pt>
                <c:pt idx="7432">
                  <c:v>743.2</c:v>
                </c:pt>
                <c:pt idx="7433">
                  <c:v>743.3</c:v>
                </c:pt>
                <c:pt idx="7434">
                  <c:v>743.4</c:v>
                </c:pt>
                <c:pt idx="7435">
                  <c:v>743.5</c:v>
                </c:pt>
                <c:pt idx="7436">
                  <c:v>743.6</c:v>
                </c:pt>
                <c:pt idx="7437">
                  <c:v>743.7</c:v>
                </c:pt>
                <c:pt idx="7438">
                  <c:v>743.8</c:v>
                </c:pt>
                <c:pt idx="7439">
                  <c:v>743.9</c:v>
                </c:pt>
                <c:pt idx="7440">
                  <c:v>744</c:v>
                </c:pt>
                <c:pt idx="7441">
                  <c:v>744.1</c:v>
                </c:pt>
                <c:pt idx="7442">
                  <c:v>744.2</c:v>
                </c:pt>
                <c:pt idx="7443">
                  <c:v>744.3</c:v>
                </c:pt>
                <c:pt idx="7444">
                  <c:v>744.4</c:v>
                </c:pt>
                <c:pt idx="7445">
                  <c:v>744.5</c:v>
                </c:pt>
                <c:pt idx="7446">
                  <c:v>744.6</c:v>
                </c:pt>
                <c:pt idx="7447">
                  <c:v>744.7</c:v>
                </c:pt>
                <c:pt idx="7448">
                  <c:v>744.8</c:v>
                </c:pt>
                <c:pt idx="7449">
                  <c:v>744.9</c:v>
                </c:pt>
                <c:pt idx="7450">
                  <c:v>745</c:v>
                </c:pt>
                <c:pt idx="7451">
                  <c:v>745.1</c:v>
                </c:pt>
                <c:pt idx="7452">
                  <c:v>745.2</c:v>
                </c:pt>
                <c:pt idx="7453">
                  <c:v>745.3</c:v>
                </c:pt>
                <c:pt idx="7454">
                  <c:v>745.4</c:v>
                </c:pt>
                <c:pt idx="7455">
                  <c:v>745.5</c:v>
                </c:pt>
                <c:pt idx="7456">
                  <c:v>745.6</c:v>
                </c:pt>
                <c:pt idx="7457">
                  <c:v>745.7</c:v>
                </c:pt>
                <c:pt idx="7458">
                  <c:v>745.8</c:v>
                </c:pt>
                <c:pt idx="7459">
                  <c:v>745.9</c:v>
                </c:pt>
                <c:pt idx="7460">
                  <c:v>746</c:v>
                </c:pt>
                <c:pt idx="7461">
                  <c:v>746.1</c:v>
                </c:pt>
                <c:pt idx="7462">
                  <c:v>746.2</c:v>
                </c:pt>
                <c:pt idx="7463">
                  <c:v>746.3</c:v>
                </c:pt>
                <c:pt idx="7464">
                  <c:v>746.4</c:v>
                </c:pt>
                <c:pt idx="7465">
                  <c:v>746.5</c:v>
                </c:pt>
                <c:pt idx="7466">
                  <c:v>746.6</c:v>
                </c:pt>
                <c:pt idx="7467">
                  <c:v>746.7</c:v>
                </c:pt>
                <c:pt idx="7468">
                  <c:v>746.8</c:v>
                </c:pt>
                <c:pt idx="7469">
                  <c:v>746.9</c:v>
                </c:pt>
                <c:pt idx="7470">
                  <c:v>747</c:v>
                </c:pt>
                <c:pt idx="7471">
                  <c:v>747.1</c:v>
                </c:pt>
                <c:pt idx="7472">
                  <c:v>747.2</c:v>
                </c:pt>
                <c:pt idx="7473">
                  <c:v>747.3</c:v>
                </c:pt>
                <c:pt idx="7474">
                  <c:v>747.4</c:v>
                </c:pt>
                <c:pt idx="7475">
                  <c:v>747.5</c:v>
                </c:pt>
                <c:pt idx="7476">
                  <c:v>747.6</c:v>
                </c:pt>
                <c:pt idx="7477">
                  <c:v>747.7</c:v>
                </c:pt>
                <c:pt idx="7478">
                  <c:v>747.8</c:v>
                </c:pt>
                <c:pt idx="7479">
                  <c:v>747.9</c:v>
                </c:pt>
                <c:pt idx="7480">
                  <c:v>748</c:v>
                </c:pt>
                <c:pt idx="7481">
                  <c:v>748.1</c:v>
                </c:pt>
                <c:pt idx="7482">
                  <c:v>748.2</c:v>
                </c:pt>
                <c:pt idx="7483">
                  <c:v>748.3</c:v>
                </c:pt>
                <c:pt idx="7484">
                  <c:v>748.4</c:v>
                </c:pt>
                <c:pt idx="7485">
                  <c:v>748.5</c:v>
                </c:pt>
                <c:pt idx="7486">
                  <c:v>748.6</c:v>
                </c:pt>
                <c:pt idx="7487">
                  <c:v>748.7</c:v>
                </c:pt>
                <c:pt idx="7488">
                  <c:v>748.8</c:v>
                </c:pt>
                <c:pt idx="7489">
                  <c:v>748.9</c:v>
                </c:pt>
                <c:pt idx="7490">
                  <c:v>749</c:v>
                </c:pt>
                <c:pt idx="7491">
                  <c:v>749.1</c:v>
                </c:pt>
                <c:pt idx="7492">
                  <c:v>749.2</c:v>
                </c:pt>
                <c:pt idx="7493">
                  <c:v>749.3</c:v>
                </c:pt>
                <c:pt idx="7494">
                  <c:v>749.4</c:v>
                </c:pt>
                <c:pt idx="7495">
                  <c:v>749.5</c:v>
                </c:pt>
                <c:pt idx="7496">
                  <c:v>749.6</c:v>
                </c:pt>
                <c:pt idx="7497">
                  <c:v>749.7</c:v>
                </c:pt>
                <c:pt idx="7498">
                  <c:v>749.8</c:v>
                </c:pt>
                <c:pt idx="7499">
                  <c:v>749.9</c:v>
                </c:pt>
                <c:pt idx="7500">
                  <c:v>750</c:v>
                </c:pt>
                <c:pt idx="7501">
                  <c:v>750.1</c:v>
                </c:pt>
                <c:pt idx="7502">
                  <c:v>750.2</c:v>
                </c:pt>
                <c:pt idx="7503">
                  <c:v>750.3</c:v>
                </c:pt>
                <c:pt idx="7504">
                  <c:v>750.4</c:v>
                </c:pt>
                <c:pt idx="7505">
                  <c:v>750.5</c:v>
                </c:pt>
                <c:pt idx="7506">
                  <c:v>750.6</c:v>
                </c:pt>
                <c:pt idx="7507">
                  <c:v>750.7</c:v>
                </c:pt>
                <c:pt idx="7508">
                  <c:v>750.8</c:v>
                </c:pt>
                <c:pt idx="7509">
                  <c:v>750.9</c:v>
                </c:pt>
                <c:pt idx="7510">
                  <c:v>751</c:v>
                </c:pt>
                <c:pt idx="7511">
                  <c:v>751.1</c:v>
                </c:pt>
                <c:pt idx="7512">
                  <c:v>751.2</c:v>
                </c:pt>
                <c:pt idx="7513">
                  <c:v>751.3</c:v>
                </c:pt>
                <c:pt idx="7514">
                  <c:v>751.4</c:v>
                </c:pt>
                <c:pt idx="7515">
                  <c:v>751.5</c:v>
                </c:pt>
                <c:pt idx="7516">
                  <c:v>751.6</c:v>
                </c:pt>
                <c:pt idx="7517">
                  <c:v>751.7</c:v>
                </c:pt>
                <c:pt idx="7518">
                  <c:v>751.8</c:v>
                </c:pt>
                <c:pt idx="7519">
                  <c:v>751.9</c:v>
                </c:pt>
                <c:pt idx="7520">
                  <c:v>752</c:v>
                </c:pt>
                <c:pt idx="7521">
                  <c:v>752.1</c:v>
                </c:pt>
                <c:pt idx="7522">
                  <c:v>752.2</c:v>
                </c:pt>
                <c:pt idx="7523">
                  <c:v>752.3</c:v>
                </c:pt>
                <c:pt idx="7524">
                  <c:v>752.4</c:v>
                </c:pt>
                <c:pt idx="7525">
                  <c:v>752.5</c:v>
                </c:pt>
                <c:pt idx="7526">
                  <c:v>752.6</c:v>
                </c:pt>
                <c:pt idx="7527">
                  <c:v>752.7</c:v>
                </c:pt>
                <c:pt idx="7528">
                  <c:v>752.8</c:v>
                </c:pt>
                <c:pt idx="7529">
                  <c:v>752.9</c:v>
                </c:pt>
                <c:pt idx="7530">
                  <c:v>753</c:v>
                </c:pt>
                <c:pt idx="7531">
                  <c:v>753.1</c:v>
                </c:pt>
                <c:pt idx="7532">
                  <c:v>753.2</c:v>
                </c:pt>
                <c:pt idx="7533">
                  <c:v>753.3</c:v>
                </c:pt>
                <c:pt idx="7534">
                  <c:v>753.4</c:v>
                </c:pt>
                <c:pt idx="7535">
                  <c:v>753.5</c:v>
                </c:pt>
                <c:pt idx="7536">
                  <c:v>753.6</c:v>
                </c:pt>
                <c:pt idx="7537">
                  <c:v>753.7</c:v>
                </c:pt>
                <c:pt idx="7538">
                  <c:v>753.8</c:v>
                </c:pt>
                <c:pt idx="7539">
                  <c:v>753.9</c:v>
                </c:pt>
                <c:pt idx="7540">
                  <c:v>754</c:v>
                </c:pt>
                <c:pt idx="7541">
                  <c:v>754.1</c:v>
                </c:pt>
                <c:pt idx="7542">
                  <c:v>754.2</c:v>
                </c:pt>
                <c:pt idx="7543">
                  <c:v>754.3</c:v>
                </c:pt>
                <c:pt idx="7544">
                  <c:v>754.4</c:v>
                </c:pt>
                <c:pt idx="7545">
                  <c:v>754.5</c:v>
                </c:pt>
                <c:pt idx="7546">
                  <c:v>754.6</c:v>
                </c:pt>
                <c:pt idx="7547">
                  <c:v>754.7</c:v>
                </c:pt>
                <c:pt idx="7548">
                  <c:v>754.8</c:v>
                </c:pt>
                <c:pt idx="7549">
                  <c:v>754.9</c:v>
                </c:pt>
                <c:pt idx="7550">
                  <c:v>755</c:v>
                </c:pt>
                <c:pt idx="7551">
                  <c:v>755.1</c:v>
                </c:pt>
                <c:pt idx="7552">
                  <c:v>755.2</c:v>
                </c:pt>
                <c:pt idx="7553">
                  <c:v>755.3</c:v>
                </c:pt>
                <c:pt idx="7554">
                  <c:v>755.4</c:v>
                </c:pt>
                <c:pt idx="7555">
                  <c:v>755.5</c:v>
                </c:pt>
                <c:pt idx="7556">
                  <c:v>755.6</c:v>
                </c:pt>
                <c:pt idx="7557">
                  <c:v>755.7</c:v>
                </c:pt>
                <c:pt idx="7558">
                  <c:v>755.8</c:v>
                </c:pt>
                <c:pt idx="7559">
                  <c:v>755.9</c:v>
                </c:pt>
                <c:pt idx="7560">
                  <c:v>756</c:v>
                </c:pt>
                <c:pt idx="7561">
                  <c:v>756.1</c:v>
                </c:pt>
                <c:pt idx="7562">
                  <c:v>756.2</c:v>
                </c:pt>
                <c:pt idx="7563">
                  <c:v>756.3</c:v>
                </c:pt>
                <c:pt idx="7564">
                  <c:v>756.4</c:v>
                </c:pt>
                <c:pt idx="7565">
                  <c:v>756.5</c:v>
                </c:pt>
                <c:pt idx="7566">
                  <c:v>756.6</c:v>
                </c:pt>
                <c:pt idx="7567">
                  <c:v>756.7</c:v>
                </c:pt>
                <c:pt idx="7568">
                  <c:v>756.8</c:v>
                </c:pt>
                <c:pt idx="7569">
                  <c:v>756.9</c:v>
                </c:pt>
                <c:pt idx="7570">
                  <c:v>757</c:v>
                </c:pt>
                <c:pt idx="7571">
                  <c:v>757.1</c:v>
                </c:pt>
                <c:pt idx="7572">
                  <c:v>757.2</c:v>
                </c:pt>
                <c:pt idx="7573">
                  <c:v>757.3</c:v>
                </c:pt>
                <c:pt idx="7574">
                  <c:v>757.4</c:v>
                </c:pt>
                <c:pt idx="7575">
                  <c:v>757.5</c:v>
                </c:pt>
                <c:pt idx="7576">
                  <c:v>757.6</c:v>
                </c:pt>
                <c:pt idx="7577">
                  <c:v>757.7</c:v>
                </c:pt>
                <c:pt idx="7578">
                  <c:v>757.8</c:v>
                </c:pt>
                <c:pt idx="7579">
                  <c:v>757.9</c:v>
                </c:pt>
                <c:pt idx="7580">
                  <c:v>758</c:v>
                </c:pt>
                <c:pt idx="7581">
                  <c:v>758.1</c:v>
                </c:pt>
                <c:pt idx="7582">
                  <c:v>758.2</c:v>
                </c:pt>
                <c:pt idx="7583">
                  <c:v>758.3</c:v>
                </c:pt>
                <c:pt idx="7584">
                  <c:v>758.4</c:v>
                </c:pt>
                <c:pt idx="7585">
                  <c:v>758.5</c:v>
                </c:pt>
                <c:pt idx="7586">
                  <c:v>758.6</c:v>
                </c:pt>
                <c:pt idx="7587">
                  <c:v>758.7</c:v>
                </c:pt>
                <c:pt idx="7588">
                  <c:v>758.8</c:v>
                </c:pt>
                <c:pt idx="7589">
                  <c:v>758.9</c:v>
                </c:pt>
                <c:pt idx="7590">
                  <c:v>759</c:v>
                </c:pt>
                <c:pt idx="7591">
                  <c:v>759.1</c:v>
                </c:pt>
                <c:pt idx="7592">
                  <c:v>759.2</c:v>
                </c:pt>
                <c:pt idx="7593">
                  <c:v>759.3</c:v>
                </c:pt>
                <c:pt idx="7594">
                  <c:v>759.4</c:v>
                </c:pt>
                <c:pt idx="7595">
                  <c:v>759.5</c:v>
                </c:pt>
                <c:pt idx="7596">
                  <c:v>759.6</c:v>
                </c:pt>
                <c:pt idx="7597">
                  <c:v>759.7</c:v>
                </c:pt>
                <c:pt idx="7598">
                  <c:v>759.8</c:v>
                </c:pt>
                <c:pt idx="7599">
                  <c:v>759.9</c:v>
                </c:pt>
                <c:pt idx="7600">
                  <c:v>760</c:v>
                </c:pt>
                <c:pt idx="7601">
                  <c:v>760.1</c:v>
                </c:pt>
                <c:pt idx="7602">
                  <c:v>760.2</c:v>
                </c:pt>
                <c:pt idx="7603">
                  <c:v>760.3</c:v>
                </c:pt>
                <c:pt idx="7604">
                  <c:v>760.4</c:v>
                </c:pt>
                <c:pt idx="7605">
                  <c:v>760.5</c:v>
                </c:pt>
                <c:pt idx="7606">
                  <c:v>760.6</c:v>
                </c:pt>
                <c:pt idx="7607">
                  <c:v>760.7</c:v>
                </c:pt>
                <c:pt idx="7608">
                  <c:v>760.8</c:v>
                </c:pt>
                <c:pt idx="7609">
                  <c:v>760.9</c:v>
                </c:pt>
                <c:pt idx="7610">
                  <c:v>761</c:v>
                </c:pt>
                <c:pt idx="7611">
                  <c:v>761.1</c:v>
                </c:pt>
                <c:pt idx="7612">
                  <c:v>761.2</c:v>
                </c:pt>
                <c:pt idx="7613">
                  <c:v>761.3</c:v>
                </c:pt>
                <c:pt idx="7614">
                  <c:v>761.4</c:v>
                </c:pt>
                <c:pt idx="7615">
                  <c:v>761.5</c:v>
                </c:pt>
                <c:pt idx="7616">
                  <c:v>761.6</c:v>
                </c:pt>
                <c:pt idx="7617">
                  <c:v>761.7</c:v>
                </c:pt>
                <c:pt idx="7618">
                  <c:v>761.8</c:v>
                </c:pt>
                <c:pt idx="7619">
                  <c:v>761.9</c:v>
                </c:pt>
                <c:pt idx="7620">
                  <c:v>762</c:v>
                </c:pt>
                <c:pt idx="7621">
                  <c:v>762.1</c:v>
                </c:pt>
                <c:pt idx="7622">
                  <c:v>762.2</c:v>
                </c:pt>
                <c:pt idx="7623">
                  <c:v>762.3</c:v>
                </c:pt>
                <c:pt idx="7624">
                  <c:v>762.4</c:v>
                </c:pt>
                <c:pt idx="7625">
                  <c:v>762.5</c:v>
                </c:pt>
                <c:pt idx="7626">
                  <c:v>762.6</c:v>
                </c:pt>
                <c:pt idx="7627">
                  <c:v>762.7</c:v>
                </c:pt>
                <c:pt idx="7628">
                  <c:v>762.8</c:v>
                </c:pt>
                <c:pt idx="7629">
                  <c:v>762.9</c:v>
                </c:pt>
                <c:pt idx="7630">
                  <c:v>763</c:v>
                </c:pt>
                <c:pt idx="7631">
                  <c:v>763.1</c:v>
                </c:pt>
                <c:pt idx="7632">
                  <c:v>763.2</c:v>
                </c:pt>
                <c:pt idx="7633">
                  <c:v>763.3</c:v>
                </c:pt>
                <c:pt idx="7634">
                  <c:v>763.4</c:v>
                </c:pt>
                <c:pt idx="7635">
                  <c:v>763.5</c:v>
                </c:pt>
                <c:pt idx="7636">
                  <c:v>763.6</c:v>
                </c:pt>
                <c:pt idx="7637">
                  <c:v>763.7</c:v>
                </c:pt>
                <c:pt idx="7638">
                  <c:v>763.8</c:v>
                </c:pt>
                <c:pt idx="7639">
                  <c:v>763.9</c:v>
                </c:pt>
                <c:pt idx="7640">
                  <c:v>764</c:v>
                </c:pt>
                <c:pt idx="7641">
                  <c:v>764.1</c:v>
                </c:pt>
                <c:pt idx="7642">
                  <c:v>764.2</c:v>
                </c:pt>
                <c:pt idx="7643">
                  <c:v>764.3</c:v>
                </c:pt>
                <c:pt idx="7644">
                  <c:v>764.4</c:v>
                </c:pt>
                <c:pt idx="7645">
                  <c:v>764.5</c:v>
                </c:pt>
                <c:pt idx="7646">
                  <c:v>764.6</c:v>
                </c:pt>
                <c:pt idx="7647">
                  <c:v>764.7</c:v>
                </c:pt>
                <c:pt idx="7648">
                  <c:v>764.8</c:v>
                </c:pt>
                <c:pt idx="7649">
                  <c:v>764.9</c:v>
                </c:pt>
                <c:pt idx="7650">
                  <c:v>765</c:v>
                </c:pt>
                <c:pt idx="7651">
                  <c:v>765.1</c:v>
                </c:pt>
                <c:pt idx="7652">
                  <c:v>765.2</c:v>
                </c:pt>
                <c:pt idx="7653">
                  <c:v>765.3</c:v>
                </c:pt>
                <c:pt idx="7654">
                  <c:v>765.4</c:v>
                </c:pt>
                <c:pt idx="7655">
                  <c:v>765.5</c:v>
                </c:pt>
                <c:pt idx="7656">
                  <c:v>765.6</c:v>
                </c:pt>
                <c:pt idx="7657">
                  <c:v>765.7</c:v>
                </c:pt>
                <c:pt idx="7658">
                  <c:v>765.8</c:v>
                </c:pt>
                <c:pt idx="7659">
                  <c:v>765.9</c:v>
                </c:pt>
                <c:pt idx="7660">
                  <c:v>766</c:v>
                </c:pt>
                <c:pt idx="7661">
                  <c:v>766.1</c:v>
                </c:pt>
                <c:pt idx="7662">
                  <c:v>766.2</c:v>
                </c:pt>
                <c:pt idx="7663">
                  <c:v>766.3</c:v>
                </c:pt>
                <c:pt idx="7664">
                  <c:v>766.4</c:v>
                </c:pt>
                <c:pt idx="7665">
                  <c:v>766.5</c:v>
                </c:pt>
                <c:pt idx="7666">
                  <c:v>766.6</c:v>
                </c:pt>
                <c:pt idx="7667">
                  <c:v>766.7</c:v>
                </c:pt>
                <c:pt idx="7668">
                  <c:v>766.8</c:v>
                </c:pt>
                <c:pt idx="7669">
                  <c:v>766.9</c:v>
                </c:pt>
                <c:pt idx="7670">
                  <c:v>767</c:v>
                </c:pt>
                <c:pt idx="7671">
                  <c:v>767.1</c:v>
                </c:pt>
                <c:pt idx="7672">
                  <c:v>767.2</c:v>
                </c:pt>
                <c:pt idx="7673">
                  <c:v>767.3</c:v>
                </c:pt>
                <c:pt idx="7674">
                  <c:v>767.4</c:v>
                </c:pt>
                <c:pt idx="7675">
                  <c:v>767.5</c:v>
                </c:pt>
                <c:pt idx="7676">
                  <c:v>767.6</c:v>
                </c:pt>
                <c:pt idx="7677">
                  <c:v>767.7</c:v>
                </c:pt>
                <c:pt idx="7678">
                  <c:v>767.8</c:v>
                </c:pt>
                <c:pt idx="7679">
                  <c:v>767.9</c:v>
                </c:pt>
                <c:pt idx="7680">
                  <c:v>768</c:v>
                </c:pt>
                <c:pt idx="7681">
                  <c:v>768.1</c:v>
                </c:pt>
                <c:pt idx="7682">
                  <c:v>768.2</c:v>
                </c:pt>
                <c:pt idx="7683">
                  <c:v>768.3</c:v>
                </c:pt>
                <c:pt idx="7684">
                  <c:v>768.4</c:v>
                </c:pt>
                <c:pt idx="7685">
                  <c:v>768.5</c:v>
                </c:pt>
                <c:pt idx="7686">
                  <c:v>768.6</c:v>
                </c:pt>
                <c:pt idx="7687">
                  <c:v>768.7</c:v>
                </c:pt>
                <c:pt idx="7688">
                  <c:v>768.8</c:v>
                </c:pt>
                <c:pt idx="7689">
                  <c:v>768.9</c:v>
                </c:pt>
                <c:pt idx="7690">
                  <c:v>769</c:v>
                </c:pt>
                <c:pt idx="7691">
                  <c:v>769.1</c:v>
                </c:pt>
                <c:pt idx="7692">
                  <c:v>769.2</c:v>
                </c:pt>
                <c:pt idx="7693">
                  <c:v>769.3</c:v>
                </c:pt>
                <c:pt idx="7694">
                  <c:v>769.4</c:v>
                </c:pt>
                <c:pt idx="7695">
                  <c:v>769.5</c:v>
                </c:pt>
                <c:pt idx="7696">
                  <c:v>769.6</c:v>
                </c:pt>
                <c:pt idx="7697">
                  <c:v>769.7</c:v>
                </c:pt>
                <c:pt idx="7698">
                  <c:v>769.8</c:v>
                </c:pt>
                <c:pt idx="7699">
                  <c:v>769.9</c:v>
                </c:pt>
                <c:pt idx="7700">
                  <c:v>770</c:v>
                </c:pt>
                <c:pt idx="7701">
                  <c:v>770.1</c:v>
                </c:pt>
                <c:pt idx="7702">
                  <c:v>770.2</c:v>
                </c:pt>
                <c:pt idx="7703">
                  <c:v>770.3</c:v>
                </c:pt>
                <c:pt idx="7704">
                  <c:v>770.4</c:v>
                </c:pt>
                <c:pt idx="7705">
                  <c:v>770.5</c:v>
                </c:pt>
                <c:pt idx="7706">
                  <c:v>770.6</c:v>
                </c:pt>
                <c:pt idx="7707">
                  <c:v>770.7</c:v>
                </c:pt>
                <c:pt idx="7708">
                  <c:v>770.8</c:v>
                </c:pt>
                <c:pt idx="7709">
                  <c:v>770.9</c:v>
                </c:pt>
                <c:pt idx="7710">
                  <c:v>771</c:v>
                </c:pt>
                <c:pt idx="7711">
                  <c:v>771.1</c:v>
                </c:pt>
                <c:pt idx="7712">
                  <c:v>771.2</c:v>
                </c:pt>
                <c:pt idx="7713">
                  <c:v>771.3</c:v>
                </c:pt>
                <c:pt idx="7714">
                  <c:v>771.4</c:v>
                </c:pt>
                <c:pt idx="7715">
                  <c:v>771.5</c:v>
                </c:pt>
                <c:pt idx="7716">
                  <c:v>771.6</c:v>
                </c:pt>
                <c:pt idx="7717">
                  <c:v>771.7</c:v>
                </c:pt>
                <c:pt idx="7718">
                  <c:v>771.8</c:v>
                </c:pt>
                <c:pt idx="7719">
                  <c:v>771.9</c:v>
                </c:pt>
                <c:pt idx="7720">
                  <c:v>772</c:v>
                </c:pt>
                <c:pt idx="7721">
                  <c:v>772.1</c:v>
                </c:pt>
                <c:pt idx="7722">
                  <c:v>772.2</c:v>
                </c:pt>
                <c:pt idx="7723">
                  <c:v>772.3</c:v>
                </c:pt>
                <c:pt idx="7724">
                  <c:v>772.4</c:v>
                </c:pt>
                <c:pt idx="7725">
                  <c:v>772.5</c:v>
                </c:pt>
                <c:pt idx="7726">
                  <c:v>772.6</c:v>
                </c:pt>
                <c:pt idx="7727">
                  <c:v>772.7</c:v>
                </c:pt>
                <c:pt idx="7728">
                  <c:v>772.8</c:v>
                </c:pt>
                <c:pt idx="7729">
                  <c:v>772.9</c:v>
                </c:pt>
                <c:pt idx="7730">
                  <c:v>773</c:v>
                </c:pt>
                <c:pt idx="7731">
                  <c:v>773.1</c:v>
                </c:pt>
                <c:pt idx="7732">
                  <c:v>773.2</c:v>
                </c:pt>
                <c:pt idx="7733">
                  <c:v>773.3</c:v>
                </c:pt>
                <c:pt idx="7734">
                  <c:v>773.4</c:v>
                </c:pt>
                <c:pt idx="7735">
                  <c:v>773.5</c:v>
                </c:pt>
                <c:pt idx="7736">
                  <c:v>773.6</c:v>
                </c:pt>
                <c:pt idx="7737">
                  <c:v>773.7</c:v>
                </c:pt>
                <c:pt idx="7738">
                  <c:v>773.8</c:v>
                </c:pt>
                <c:pt idx="7739">
                  <c:v>773.9</c:v>
                </c:pt>
                <c:pt idx="7740">
                  <c:v>774</c:v>
                </c:pt>
                <c:pt idx="7741">
                  <c:v>774.1</c:v>
                </c:pt>
                <c:pt idx="7742">
                  <c:v>774.2</c:v>
                </c:pt>
                <c:pt idx="7743">
                  <c:v>774.3</c:v>
                </c:pt>
                <c:pt idx="7744">
                  <c:v>774.4</c:v>
                </c:pt>
                <c:pt idx="7745">
                  <c:v>774.5</c:v>
                </c:pt>
                <c:pt idx="7746">
                  <c:v>774.6</c:v>
                </c:pt>
                <c:pt idx="7747">
                  <c:v>774.7</c:v>
                </c:pt>
                <c:pt idx="7748">
                  <c:v>774.8</c:v>
                </c:pt>
                <c:pt idx="7749">
                  <c:v>774.9</c:v>
                </c:pt>
                <c:pt idx="7750">
                  <c:v>775</c:v>
                </c:pt>
                <c:pt idx="7751">
                  <c:v>775.1</c:v>
                </c:pt>
                <c:pt idx="7752">
                  <c:v>775.2</c:v>
                </c:pt>
                <c:pt idx="7753">
                  <c:v>775.3</c:v>
                </c:pt>
                <c:pt idx="7754">
                  <c:v>775.4</c:v>
                </c:pt>
                <c:pt idx="7755">
                  <c:v>775.5</c:v>
                </c:pt>
                <c:pt idx="7756">
                  <c:v>775.6</c:v>
                </c:pt>
                <c:pt idx="7757">
                  <c:v>775.7</c:v>
                </c:pt>
                <c:pt idx="7758">
                  <c:v>775.8</c:v>
                </c:pt>
                <c:pt idx="7759">
                  <c:v>775.9</c:v>
                </c:pt>
                <c:pt idx="7760">
                  <c:v>776</c:v>
                </c:pt>
                <c:pt idx="7761">
                  <c:v>776.1</c:v>
                </c:pt>
                <c:pt idx="7762">
                  <c:v>776.2</c:v>
                </c:pt>
                <c:pt idx="7763">
                  <c:v>776.3</c:v>
                </c:pt>
                <c:pt idx="7764">
                  <c:v>776.4</c:v>
                </c:pt>
                <c:pt idx="7765">
                  <c:v>776.5</c:v>
                </c:pt>
                <c:pt idx="7766">
                  <c:v>776.6</c:v>
                </c:pt>
                <c:pt idx="7767">
                  <c:v>776.7</c:v>
                </c:pt>
                <c:pt idx="7768">
                  <c:v>776.8</c:v>
                </c:pt>
                <c:pt idx="7769">
                  <c:v>776.9</c:v>
                </c:pt>
                <c:pt idx="7770">
                  <c:v>777</c:v>
                </c:pt>
                <c:pt idx="7771">
                  <c:v>777.1</c:v>
                </c:pt>
                <c:pt idx="7772">
                  <c:v>777.2</c:v>
                </c:pt>
                <c:pt idx="7773">
                  <c:v>777.3</c:v>
                </c:pt>
                <c:pt idx="7774">
                  <c:v>777.4</c:v>
                </c:pt>
                <c:pt idx="7775">
                  <c:v>777.5</c:v>
                </c:pt>
                <c:pt idx="7776">
                  <c:v>777.6</c:v>
                </c:pt>
                <c:pt idx="7777">
                  <c:v>777.7</c:v>
                </c:pt>
                <c:pt idx="7778">
                  <c:v>777.8</c:v>
                </c:pt>
                <c:pt idx="7779">
                  <c:v>777.9</c:v>
                </c:pt>
                <c:pt idx="7780">
                  <c:v>778</c:v>
                </c:pt>
                <c:pt idx="7781">
                  <c:v>778.1</c:v>
                </c:pt>
                <c:pt idx="7782">
                  <c:v>778.2</c:v>
                </c:pt>
                <c:pt idx="7783">
                  <c:v>778.3</c:v>
                </c:pt>
                <c:pt idx="7784">
                  <c:v>778.4</c:v>
                </c:pt>
                <c:pt idx="7785">
                  <c:v>778.5</c:v>
                </c:pt>
                <c:pt idx="7786">
                  <c:v>778.6</c:v>
                </c:pt>
                <c:pt idx="7787">
                  <c:v>778.7</c:v>
                </c:pt>
                <c:pt idx="7788">
                  <c:v>778.8</c:v>
                </c:pt>
                <c:pt idx="7789">
                  <c:v>778.9</c:v>
                </c:pt>
                <c:pt idx="7790">
                  <c:v>779</c:v>
                </c:pt>
                <c:pt idx="7791">
                  <c:v>779.1</c:v>
                </c:pt>
                <c:pt idx="7792">
                  <c:v>779.2</c:v>
                </c:pt>
                <c:pt idx="7793">
                  <c:v>779.3</c:v>
                </c:pt>
                <c:pt idx="7794">
                  <c:v>779.4</c:v>
                </c:pt>
                <c:pt idx="7795">
                  <c:v>779.5</c:v>
                </c:pt>
                <c:pt idx="7796">
                  <c:v>779.6</c:v>
                </c:pt>
                <c:pt idx="7797">
                  <c:v>779.7</c:v>
                </c:pt>
                <c:pt idx="7798">
                  <c:v>779.8</c:v>
                </c:pt>
                <c:pt idx="7799">
                  <c:v>779.9</c:v>
                </c:pt>
                <c:pt idx="7800">
                  <c:v>780</c:v>
                </c:pt>
                <c:pt idx="7801">
                  <c:v>780.1</c:v>
                </c:pt>
                <c:pt idx="7802">
                  <c:v>780.2</c:v>
                </c:pt>
                <c:pt idx="7803">
                  <c:v>780.3</c:v>
                </c:pt>
                <c:pt idx="7804">
                  <c:v>780.4</c:v>
                </c:pt>
                <c:pt idx="7805">
                  <c:v>780.5</c:v>
                </c:pt>
                <c:pt idx="7806">
                  <c:v>780.6</c:v>
                </c:pt>
                <c:pt idx="7807">
                  <c:v>780.7</c:v>
                </c:pt>
                <c:pt idx="7808">
                  <c:v>780.8</c:v>
                </c:pt>
                <c:pt idx="7809">
                  <c:v>780.9</c:v>
                </c:pt>
                <c:pt idx="7810">
                  <c:v>781</c:v>
                </c:pt>
                <c:pt idx="7811">
                  <c:v>781.1</c:v>
                </c:pt>
                <c:pt idx="7812">
                  <c:v>781.2</c:v>
                </c:pt>
                <c:pt idx="7813">
                  <c:v>781.3</c:v>
                </c:pt>
                <c:pt idx="7814">
                  <c:v>781.4</c:v>
                </c:pt>
                <c:pt idx="7815">
                  <c:v>781.5</c:v>
                </c:pt>
                <c:pt idx="7816">
                  <c:v>781.6</c:v>
                </c:pt>
                <c:pt idx="7817">
                  <c:v>781.7</c:v>
                </c:pt>
                <c:pt idx="7818">
                  <c:v>781.8</c:v>
                </c:pt>
                <c:pt idx="7819">
                  <c:v>781.9</c:v>
                </c:pt>
                <c:pt idx="7820">
                  <c:v>782</c:v>
                </c:pt>
                <c:pt idx="7821">
                  <c:v>782.1</c:v>
                </c:pt>
                <c:pt idx="7822">
                  <c:v>782.2</c:v>
                </c:pt>
                <c:pt idx="7823">
                  <c:v>782.3</c:v>
                </c:pt>
                <c:pt idx="7824">
                  <c:v>782.4</c:v>
                </c:pt>
                <c:pt idx="7825">
                  <c:v>782.5</c:v>
                </c:pt>
                <c:pt idx="7826">
                  <c:v>782.6</c:v>
                </c:pt>
                <c:pt idx="7827">
                  <c:v>782.7</c:v>
                </c:pt>
                <c:pt idx="7828">
                  <c:v>782.8</c:v>
                </c:pt>
                <c:pt idx="7829">
                  <c:v>782.9</c:v>
                </c:pt>
                <c:pt idx="7830">
                  <c:v>783</c:v>
                </c:pt>
                <c:pt idx="7831">
                  <c:v>783.1</c:v>
                </c:pt>
                <c:pt idx="7832">
                  <c:v>783.2</c:v>
                </c:pt>
                <c:pt idx="7833">
                  <c:v>783.3</c:v>
                </c:pt>
                <c:pt idx="7834">
                  <c:v>783.4</c:v>
                </c:pt>
                <c:pt idx="7835">
                  <c:v>783.5</c:v>
                </c:pt>
                <c:pt idx="7836">
                  <c:v>783.6</c:v>
                </c:pt>
                <c:pt idx="7837">
                  <c:v>783.7</c:v>
                </c:pt>
                <c:pt idx="7838">
                  <c:v>783.8</c:v>
                </c:pt>
                <c:pt idx="7839">
                  <c:v>783.9</c:v>
                </c:pt>
                <c:pt idx="7840">
                  <c:v>784</c:v>
                </c:pt>
                <c:pt idx="7841">
                  <c:v>784.1</c:v>
                </c:pt>
                <c:pt idx="7842">
                  <c:v>784.2</c:v>
                </c:pt>
                <c:pt idx="7843">
                  <c:v>784.3</c:v>
                </c:pt>
                <c:pt idx="7844">
                  <c:v>784.4</c:v>
                </c:pt>
                <c:pt idx="7845">
                  <c:v>784.5</c:v>
                </c:pt>
                <c:pt idx="7846">
                  <c:v>784.6</c:v>
                </c:pt>
                <c:pt idx="7847">
                  <c:v>784.7</c:v>
                </c:pt>
                <c:pt idx="7848">
                  <c:v>784.8</c:v>
                </c:pt>
                <c:pt idx="7849">
                  <c:v>784.9</c:v>
                </c:pt>
                <c:pt idx="7850">
                  <c:v>785</c:v>
                </c:pt>
                <c:pt idx="7851">
                  <c:v>785.1</c:v>
                </c:pt>
                <c:pt idx="7852">
                  <c:v>785.2</c:v>
                </c:pt>
                <c:pt idx="7853">
                  <c:v>785.3</c:v>
                </c:pt>
                <c:pt idx="7854">
                  <c:v>785.4</c:v>
                </c:pt>
                <c:pt idx="7855">
                  <c:v>785.5</c:v>
                </c:pt>
                <c:pt idx="7856">
                  <c:v>785.6</c:v>
                </c:pt>
                <c:pt idx="7857">
                  <c:v>785.7</c:v>
                </c:pt>
                <c:pt idx="7858">
                  <c:v>785.8</c:v>
                </c:pt>
                <c:pt idx="7859">
                  <c:v>785.9</c:v>
                </c:pt>
                <c:pt idx="7860">
                  <c:v>786</c:v>
                </c:pt>
                <c:pt idx="7861">
                  <c:v>786.1</c:v>
                </c:pt>
                <c:pt idx="7862">
                  <c:v>786.2</c:v>
                </c:pt>
                <c:pt idx="7863">
                  <c:v>786.3</c:v>
                </c:pt>
                <c:pt idx="7864">
                  <c:v>786.4</c:v>
                </c:pt>
                <c:pt idx="7865">
                  <c:v>786.5</c:v>
                </c:pt>
                <c:pt idx="7866">
                  <c:v>786.6</c:v>
                </c:pt>
                <c:pt idx="7867">
                  <c:v>786.7</c:v>
                </c:pt>
                <c:pt idx="7868">
                  <c:v>786.8</c:v>
                </c:pt>
                <c:pt idx="7869">
                  <c:v>786.9</c:v>
                </c:pt>
                <c:pt idx="7870">
                  <c:v>787</c:v>
                </c:pt>
                <c:pt idx="7871">
                  <c:v>787.1</c:v>
                </c:pt>
                <c:pt idx="7872">
                  <c:v>787.2</c:v>
                </c:pt>
                <c:pt idx="7873">
                  <c:v>787.3</c:v>
                </c:pt>
                <c:pt idx="7874">
                  <c:v>787.4</c:v>
                </c:pt>
                <c:pt idx="7875">
                  <c:v>787.5</c:v>
                </c:pt>
                <c:pt idx="7876">
                  <c:v>787.6</c:v>
                </c:pt>
                <c:pt idx="7877">
                  <c:v>787.7</c:v>
                </c:pt>
                <c:pt idx="7878">
                  <c:v>787.8</c:v>
                </c:pt>
                <c:pt idx="7879">
                  <c:v>787.9</c:v>
                </c:pt>
                <c:pt idx="7880">
                  <c:v>788</c:v>
                </c:pt>
                <c:pt idx="7881">
                  <c:v>788.1</c:v>
                </c:pt>
                <c:pt idx="7882">
                  <c:v>788.2</c:v>
                </c:pt>
                <c:pt idx="7883">
                  <c:v>788.3</c:v>
                </c:pt>
                <c:pt idx="7884">
                  <c:v>788.4</c:v>
                </c:pt>
                <c:pt idx="7885">
                  <c:v>788.5</c:v>
                </c:pt>
                <c:pt idx="7886">
                  <c:v>788.6</c:v>
                </c:pt>
                <c:pt idx="7887">
                  <c:v>788.7</c:v>
                </c:pt>
                <c:pt idx="7888">
                  <c:v>788.8</c:v>
                </c:pt>
                <c:pt idx="7889">
                  <c:v>788.9</c:v>
                </c:pt>
                <c:pt idx="7890">
                  <c:v>789</c:v>
                </c:pt>
                <c:pt idx="7891">
                  <c:v>789.1</c:v>
                </c:pt>
                <c:pt idx="7892">
                  <c:v>789.2</c:v>
                </c:pt>
                <c:pt idx="7893">
                  <c:v>789.3</c:v>
                </c:pt>
                <c:pt idx="7894">
                  <c:v>789.4</c:v>
                </c:pt>
                <c:pt idx="7895">
                  <c:v>789.5</c:v>
                </c:pt>
                <c:pt idx="7896">
                  <c:v>789.6</c:v>
                </c:pt>
                <c:pt idx="7897">
                  <c:v>789.7</c:v>
                </c:pt>
                <c:pt idx="7898">
                  <c:v>789.8</c:v>
                </c:pt>
                <c:pt idx="7899">
                  <c:v>789.9</c:v>
                </c:pt>
                <c:pt idx="7900">
                  <c:v>790</c:v>
                </c:pt>
                <c:pt idx="7901">
                  <c:v>790.1</c:v>
                </c:pt>
                <c:pt idx="7902">
                  <c:v>790.2</c:v>
                </c:pt>
                <c:pt idx="7903">
                  <c:v>790.3</c:v>
                </c:pt>
                <c:pt idx="7904">
                  <c:v>790.4</c:v>
                </c:pt>
                <c:pt idx="7905">
                  <c:v>790.5</c:v>
                </c:pt>
                <c:pt idx="7906">
                  <c:v>790.6</c:v>
                </c:pt>
                <c:pt idx="7907">
                  <c:v>790.7</c:v>
                </c:pt>
                <c:pt idx="7908">
                  <c:v>790.8</c:v>
                </c:pt>
                <c:pt idx="7909">
                  <c:v>790.9</c:v>
                </c:pt>
                <c:pt idx="7910">
                  <c:v>791</c:v>
                </c:pt>
                <c:pt idx="7911">
                  <c:v>791.1</c:v>
                </c:pt>
                <c:pt idx="7912">
                  <c:v>791.2</c:v>
                </c:pt>
                <c:pt idx="7913">
                  <c:v>791.3</c:v>
                </c:pt>
                <c:pt idx="7914">
                  <c:v>791.4</c:v>
                </c:pt>
                <c:pt idx="7915">
                  <c:v>791.5</c:v>
                </c:pt>
                <c:pt idx="7916">
                  <c:v>791.6</c:v>
                </c:pt>
                <c:pt idx="7917">
                  <c:v>791.7</c:v>
                </c:pt>
                <c:pt idx="7918">
                  <c:v>791.8</c:v>
                </c:pt>
                <c:pt idx="7919">
                  <c:v>791.9</c:v>
                </c:pt>
                <c:pt idx="7920">
                  <c:v>792</c:v>
                </c:pt>
                <c:pt idx="7921">
                  <c:v>792.1</c:v>
                </c:pt>
                <c:pt idx="7922">
                  <c:v>792.2</c:v>
                </c:pt>
                <c:pt idx="7923">
                  <c:v>792.3</c:v>
                </c:pt>
                <c:pt idx="7924">
                  <c:v>792.4</c:v>
                </c:pt>
                <c:pt idx="7925">
                  <c:v>792.5</c:v>
                </c:pt>
                <c:pt idx="7926">
                  <c:v>792.6</c:v>
                </c:pt>
                <c:pt idx="7927">
                  <c:v>792.7</c:v>
                </c:pt>
                <c:pt idx="7928">
                  <c:v>792.8</c:v>
                </c:pt>
                <c:pt idx="7929">
                  <c:v>792.9</c:v>
                </c:pt>
                <c:pt idx="7930">
                  <c:v>793</c:v>
                </c:pt>
                <c:pt idx="7931">
                  <c:v>793.1</c:v>
                </c:pt>
                <c:pt idx="7932">
                  <c:v>793.2</c:v>
                </c:pt>
                <c:pt idx="7933">
                  <c:v>793.3</c:v>
                </c:pt>
                <c:pt idx="7934">
                  <c:v>793.4</c:v>
                </c:pt>
                <c:pt idx="7935">
                  <c:v>793.5</c:v>
                </c:pt>
                <c:pt idx="7936">
                  <c:v>793.6</c:v>
                </c:pt>
                <c:pt idx="7937">
                  <c:v>793.7</c:v>
                </c:pt>
                <c:pt idx="7938">
                  <c:v>793.8</c:v>
                </c:pt>
                <c:pt idx="7939">
                  <c:v>793.9</c:v>
                </c:pt>
                <c:pt idx="7940">
                  <c:v>794</c:v>
                </c:pt>
                <c:pt idx="7941">
                  <c:v>794.1</c:v>
                </c:pt>
                <c:pt idx="7942">
                  <c:v>794.2</c:v>
                </c:pt>
                <c:pt idx="7943">
                  <c:v>794.3</c:v>
                </c:pt>
                <c:pt idx="7944">
                  <c:v>794.4</c:v>
                </c:pt>
                <c:pt idx="7945">
                  <c:v>794.5</c:v>
                </c:pt>
                <c:pt idx="7946">
                  <c:v>794.6</c:v>
                </c:pt>
                <c:pt idx="7947">
                  <c:v>794.7</c:v>
                </c:pt>
                <c:pt idx="7948">
                  <c:v>794.8</c:v>
                </c:pt>
                <c:pt idx="7949">
                  <c:v>794.9</c:v>
                </c:pt>
                <c:pt idx="7950">
                  <c:v>795</c:v>
                </c:pt>
                <c:pt idx="7951">
                  <c:v>795.1</c:v>
                </c:pt>
                <c:pt idx="7952">
                  <c:v>795.2</c:v>
                </c:pt>
                <c:pt idx="7953">
                  <c:v>795.3</c:v>
                </c:pt>
                <c:pt idx="7954">
                  <c:v>795.4</c:v>
                </c:pt>
                <c:pt idx="7955">
                  <c:v>795.5</c:v>
                </c:pt>
                <c:pt idx="7956">
                  <c:v>795.6</c:v>
                </c:pt>
                <c:pt idx="7957">
                  <c:v>795.7</c:v>
                </c:pt>
                <c:pt idx="7958">
                  <c:v>795.8</c:v>
                </c:pt>
                <c:pt idx="7959">
                  <c:v>795.9</c:v>
                </c:pt>
                <c:pt idx="7960">
                  <c:v>796</c:v>
                </c:pt>
                <c:pt idx="7961">
                  <c:v>796.1</c:v>
                </c:pt>
                <c:pt idx="7962">
                  <c:v>796.2</c:v>
                </c:pt>
                <c:pt idx="7963">
                  <c:v>796.3</c:v>
                </c:pt>
                <c:pt idx="7964">
                  <c:v>796.4</c:v>
                </c:pt>
                <c:pt idx="7965">
                  <c:v>796.5</c:v>
                </c:pt>
                <c:pt idx="7966">
                  <c:v>796.6</c:v>
                </c:pt>
                <c:pt idx="7967">
                  <c:v>796.7</c:v>
                </c:pt>
                <c:pt idx="7968">
                  <c:v>796.8</c:v>
                </c:pt>
                <c:pt idx="7969">
                  <c:v>796.9</c:v>
                </c:pt>
                <c:pt idx="7970">
                  <c:v>797</c:v>
                </c:pt>
                <c:pt idx="7971">
                  <c:v>797.1</c:v>
                </c:pt>
                <c:pt idx="7972">
                  <c:v>797.2</c:v>
                </c:pt>
                <c:pt idx="7973">
                  <c:v>797.3</c:v>
                </c:pt>
                <c:pt idx="7974">
                  <c:v>797.4</c:v>
                </c:pt>
                <c:pt idx="7975">
                  <c:v>797.5</c:v>
                </c:pt>
                <c:pt idx="7976">
                  <c:v>797.6</c:v>
                </c:pt>
                <c:pt idx="7977">
                  <c:v>797.7</c:v>
                </c:pt>
                <c:pt idx="7978">
                  <c:v>797.8</c:v>
                </c:pt>
                <c:pt idx="7979">
                  <c:v>797.9</c:v>
                </c:pt>
                <c:pt idx="7980">
                  <c:v>798</c:v>
                </c:pt>
                <c:pt idx="7981">
                  <c:v>798.1</c:v>
                </c:pt>
                <c:pt idx="7982">
                  <c:v>798.2</c:v>
                </c:pt>
                <c:pt idx="7983">
                  <c:v>798.3</c:v>
                </c:pt>
                <c:pt idx="7984">
                  <c:v>798.4</c:v>
                </c:pt>
                <c:pt idx="7985">
                  <c:v>798.5</c:v>
                </c:pt>
                <c:pt idx="7986">
                  <c:v>798.6</c:v>
                </c:pt>
                <c:pt idx="7987">
                  <c:v>798.7</c:v>
                </c:pt>
                <c:pt idx="7988">
                  <c:v>798.8</c:v>
                </c:pt>
                <c:pt idx="7989">
                  <c:v>798.9</c:v>
                </c:pt>
                <c:pt idx="7990">
                  <c:v>799</c:v>
                </c:pt>
                <c:pt idx="7991">
                  <c:v>799.1</c:v>
                </c:pt>
                <c:pt idx="7992">
                  <c:v>799.2</c:v>
                </c:pt>
                <c:pt idx="7993">
                  <c:v>799.3</c:v>
                </c:pt>
                <c:pt idx="7994">
                  <c:v>799.4</c:v>
                </c:pt>
                <c:pt idx="7995">
                  <c:v>799.5</c:v>
                </c:pt>
                <c:pt idx="7996">
                  <c:v>799.6</c:v>
                </c:pt>
                <c:pt idx="7997">
                  <c:v>799.7</c:v>
                </c:pt>
                <c:pt idx="7998">
                  <c:v>799.8</c:v>
                </c:pt>
                <c:pt idx="7999">
                  <c:v>799.9</c:v>
                </c:pt>
                <c:pt idx="8000">
                  <c:v>800</c:v>
                </c:pt>
                <c:pt idx="8001">
                  <c:v>800.1</c:v>
                </c:pt>
                <c:pt idx="8002">
                  <c:v>800.2</c:v>
                </c:pt>
                <c:pt idx="8003">
                  <c:v>800.3</c:v>
                </c:pt>
                <c:pt idx="8004">
                  <c:v>800.4</c:v>
                </c:pt>
                <c:pt idx="8005">
                  <c:v>800.5</c:v>
                </c:pt>
                <c:pt idx="8006">
                  <c:v>800.6</c:v>
                </c:pt>
                <c:pt idx="8007">
                  <c:v>800.7</c:v>
                </c:pt>
                <c:pt idx="8008">
                  <c:v>800.8</c:v>
                </c:pt>
                <c:pt idx="8009">
                  <c:v>800.9</c:v>
                </c:pt>
                <c:pt idx="8010">
                  <c:v>801</c:v>
                </c:pt>
                <c:pt idx="8011">
                  <c:v>801.1</c:v>
                </c:pt>
                <c:pt idx="8012">
                  <c:v>801.2</c:v>
                </c:pt>
                <c:pt idx="8013">
                  <c:v>801.3</c:v>
                </c:pt>
                <c:pt idx="8014">
                  <c:v>801.4</c:v>
                </c:pt>
                <c:pt idx="8015">
                  <c:v>801.5</c:v>
                </c:pt>
                <c:pt idx="8016">
                  <c:v>801.6</c:v>
                </c:pt>
                <c:pt idx="8017">
                  <c:v>801.7</c:v>
                </c:pt>
                <c:pt idx="8018">
                  <c:v>801.8</c:v>
                </c:pt>
                <c:pt idx="8019">
                  <c:v>801.9</c:v>
                </c:pt>
                <c:pt idx="8020">
                  <c:v>802</c:v>
                </c:pt>
                <c:pt idx="8021">
                  <c:v>802.1</c:v>
                </c:pt>
                <c:pt idx="8022">
                  <c:v>802.2</c:v>
                </c:pt>
                <c:pt idx="8023">
                  <c:v>802.3</c:v>
                </c:pt>
                <c:pt idx="8024">
                  <c:v>802.4</c:v>
                </c:pt>
                <c:pt idx="8025">
                  <c:v>802.5</c:v>
                </c:pt>
                <c:pt idx="8026">
                  <c:v>802.6</c:v>
                </c:pt>
                <c:pt idx="8027">
                  <c:v>802.7</c:v>
                </c:pt>
                <c:pt idx="8028">
                  <c:v>802.8</c:v>
                </c:pt>
                <c:pt idx="8029">
                  <c:v>802.9</c:v>
                </c:pt>
                <c:pt idx="8030">
                  <c:v>803</c:v>
                </c:pt>
                <c:pt idx="8031">
                  <c:v>803.1</c:v>
                </c:pt>
                <c:pt idx="8032">
                  <c:v>803.2</c:v>
                </c:pt>
                <c:pt idx="8033">
                  <c:v>803.3</c:v>
                </c:pt>
                <c:pt idx="8034">
                  <c:v>803.4</c:v>
                </c:pt>
                <c:pt idx="8035">
                  <c:v>803.5</c:v>
                </c:pt>
                <c:pt idx="8036">
                  <c:v>803.6</c:v>
                </c:pt>
                <c:pt idx="8037">
                  <c:v>803.7</c:v>
                </c:pt>
                <c:pt idx="8038">
                  <c:v>803.8</c:v>
                </c:pt>
                <c:pt idx="8039">
                  <c:v>803.9</c:v>
                </c:pt>
                <c:pt idx="8040">
                  <c:v>804</c:v>
                </c:pt>
                <c:pt idx="8041">
                  <c:v>804.1</c:v>
                </c:pt>
                <c:pt idx="8042">
                  <c:v>804.2</c:v>
                </c:pt>
                <c:pt idx="8043">
                  <c:v>804.3</c:v>
                </c:pt>
                <c:pt idx="8044">
                  <c:v>804.4</c:v>
                </c:pt>
                <c:pt idx="8045">
                  <c:v>804.5</c:v>
                </c:pt>
                <c:pt idx="8046">
                  <c:v>804.6</c:v>
                </c:pt>
                <c:pt idx="8047">
                  <c:v>804.7</c:v>
                </c:pt>
                <c:pt idx="8048">
                  <c:v>804.8</c:v>
                </c:pt>
                <c:pt idx="8049">
                  <c:v>804.9</c:v>
                </c:pt>
                <c:pt idx="8050">
                  <c:v>805</c:v>
                </c:pt>
                <c:pt idx="8051">
                  <c:v>805.1</c:v>
                </c:pt>
                <c:pt idx="8052">
                  <c:v>805.2</c:v>
                </c:pt>
                <c:pt idx="8053">
                  <c:v>805.3</c:v>
                </c:pt>
                <c:pt idx="8054">
                  <c:v>805.4</c:v>
                </c:pt>
                <c:pt idx="8055">
                  <c:v>805.5</c:v>
                </c:pt>
                <c:pt idx="8056">
                  <c:v>805.6</c:v>
                </c:pt>
                <c:pt idx="8057">
                  <c:v>805.7</c:v>
                </c:pt>
                <c:pt idx="8058">
                  <c:v>805.8</c:v>
                </c:pt>
                <c:pt idx="8059">
                  <c:v>805.9</c:v>
                </c:pt>
                <c:pt idx="8060">
                  <c:v>806</c:v>
                </c:pt>
                <c:pt idx="8061">
                  <c:v>806.1</c:v>
                </c:pt>
                <c:pt idx="8062">
                  <c:v>806.2</c:v>
                </c:pt>
                <c:pt idx="8063">
                  <c:v>806.3</c:v>
                </c:pt>
                <c:pt idx="8064">
                  <c:v>806.4</c:v>
                </c:pt>
                <c:pt idx="8065">
                  <c:v>806.5</c:v>
                </c:pt>
                <c:pt idx="8066">
                  <c:v>806.6</c:v>
                </c:pt>
                <c:pt idx="8067">
                  <c:v>806.7</c:v>
                </c:pt>
                <c:pt idx="8068">
                  <c:v>806.8</c:v>
                </c:pt>
                <c:pt idx="8069">
                  <c:v>806.9</c:v>
                </c:pt>
                <c:pt idx="8070">
                  <c:v>807</c:v>
                </c:pt>
                <c:pt idx="8071">
                  <c:v>807.1</c:v>
                </c:pt>
                <c:pt idx="8072">
                  <c:v>807.2</c:v>
                </c:pt>
                <c:pt idx="8073">
                  <c:v>807.3</c:v>
                </c:pt>
                <c:pt idx="8074">
                  <c:v>807.4</c:v>
                </c:pt>
                <c:pt idx="8075">
                  <c:v>807.5</c:v>
                </c:pt>
                <c:pt idx="8076">
                  <c:v>807.6</c:v>
                </c:pt>
                <c:pt idx="8077">
                  <c:v>807.7</c:v>
                </c:pt>
                <c:pt idx="8078">
                  <c:v>807.8</c:v>
                </c:pt>
                <c:pt idx="8079">
                  <c:v>807.9</c:v>
                </c:pt>
                <c:pt idx="8080">
                  <c:v>808</c:v>
                </c:pt>
                <c:pt idx="8081">
                  <c:v>808.1</c:v>
                </c:pt>
                <c:pt idx="8082">
                  <c:v>808.2</c:v>
                </c:pt>
                <c:pt idx="8083">
                  <c:v>808.3</c:v>
                </c:pt>
                <c:pt idx="8084">
                  <c:v>808.4</c:v>
                </c:pt>
                <c:pt idx="8085">
                  <c:v>808.5</c:v>
                </c:pt>
                <c:pt idx="8086">
                  <c:v>808.6</c:v>
                </c:pt>
                <c:pt idx="8087">
                  <c:v>808.7</c:v>
                </c:pt>
                <c:pt idx="8088">
                  <c:v>808.8</c:v>
                </c:pt>
                <c:pt idx="8089">
                  <c:v>808.9</c:v>
                </c:pt>
                <c:pt idx="8090">
                  <c:v>809</c:v>
                </c:pt>
                <c:pt idx="8091">
                  <c:v>809.1</c:v>
                </c:pt>
                <c:pt idx="8092">
                  <c:v>809.2</c:v>
                </c:pt>
                <c:pt idx="8093">
                  <c:v>809.3</c:v>
                </c:pt>
                <c:pt idx="8094">
                  <c:v>809.4</c:v>
                </c:pt>
                <c:pt idx="8095">
                  <c:v>809.5</c:v>
                </c:pt>
                <c:pt idx="8096">
                  <c:v>809.6</c:v>
                </c:pt>
                <c:pt idx="8097">
                  <c:v>809.7</c:v>
                </c:pt>
                <c:pt idx="8098">
                  <c:v>809.8</c:v>
                </c:pt>
                <c:pt idx="8099">
                  <c:v>809.9</c:v>
                </c:pt>
                <c:pt idx="8100">
                  <c:v>810</c:v>
                </c:pt>
                <c:pt idx="8101">
                  <c:v>810.1</c:v>
                </c:pt>
                <c:pt idx="8102">
                  <c:v>810.2</c:v>
                </c:pt>
                <c:pt idx="8103">
                  <c:v>810.3</c:v>
                </c:pt>
                <c:pt idx="8104">
                  <c:v>810.4</c:v>
                </c:pt>
                <c:pt idx="8105">
                  <c:v>810.5</c:v>
                </c:pt>
                <c:pt idx="8106">
                  <c:v>810.6</c:v>
                </c:pt>
                <c:pt idx="8107">
                  <c:v>810.7</c:v>
                </c:pt>
                <c:pt idx="8108">
                  <c:v>810.8</c:v>
                </c:pt>
                <c:pt idx="8109">
                  <c:v>810.9</c:v>
                </c:pt>
                <c:pt idx="8110">
                  <c:v>811</c:v>
                </c:pt>
                <c:pt idx="8111">
                  <c:v>811.1</c:v>
                </c:pt>
                <c:pt idx="8112">
                  <c:v>811.2</c:v>
                </c:pt>
                <c:pt idx="8113">
                  <c:v>811.3</c:v>
                </c:pt>
                <c:pt idx="8114">
                  <c:v>811.4</c:v>
                </c:pt>
                <c:pt idx="8115">
                  <c:v>811.5</c:v>
                </c:pt>
                <c:pt idx="8116">
                  <c:v>811.6</c:v>
                </c:pt>
                <c:pt idx="8117">
                  <c:v>811.7</c:v>
                </c:pt>
                <c:pt idx="8118">
                  <c:v>811.8</c:v>
                </c:pt>
                <c:pt idx="8119">
                  <c:v>811.9</c:v>
                </c:pt>
                <c:pt idx="8120">
                  <c:v>812</c:v>
                </c:pt>
                <c:pt idx="8121">
                  <c:v>812.1</c:v>
                </c:pt>
                <c:pt idx="8122">
                  <c:v>812.2</c:v>
                </c:pt>
                <c:pt idx="8123">
                  <c:v>812.3</c:v>
                </c:pt>
                <c:pt idx="8124">
                  <c:v>812.4</c:v>
                </c:pt>
                <c:pt idx="8125">
                  <c:v>812.5</c:v>
                </c:pt>
                <c:pt idx="8126">
                  <c:v>812.6</c:v>
                </c:pt>
                <c:pt idx="8127">
                  <c:v>812.7</c:v>
                </c:pt>
                <c:pt idx="8128">
                  <c:v>812.8</c:v>
                </c:pt>
                <c:pt idx="8129">
                  <c:v>812.9</c:v>
                </c:pt>
                <c:pt idx="8130">
                  <c:v>813</c:v>
                </c:pt>
                <c:pt idx="8131">
                  <c:v>813.1</c:v>
                </c:pt>
                <c:pt idx="8132">
                  <c:v>813.2</c:v>
                </c:pt>
                <c:pt idx="8133">
                  <c:v>813.3</c:v>
                </c:pt>
                <c:pt idx="8134">
                  <c:v>813.4</c:v>
                </c:pt>
                <c:pt idx="8135">
                  <c:v>813.5</c:v>
                </c:pt>
                <c:pt idx="8136">
                  <c:v>813.6</c:v>
                </c:pt>
                <c:pt idx="8137">
                  <c:v>813.7</c:v>
                </c:pt>
                <c:pt idx="8138">
                  <c:v>813.8</c:v>
                </c:pt>
                <c:pt idx="8139">
                  <c:v>813.9</c:v>
                </c:pt>
                <c:pt idx="8140">
                  <c:v>814</c:v>
                </c:pt>
                <c:pt idx="8141">
                  <c:v>814.1</c:v>
                </c:pt>
                <c:pt idx="8142">
                  <c:v>814.2</c:v>
                </c:pt>
                <c:pt idx="8143">
                  <c:v>814.3</c:v>
                </c:pt>
                <c:pt idx="8144">
                  <c:v>814.4</c:v>
                </c:pt>
                <c:pt idx="8145">
                  <c:v>814.5</c:v>
                </c:pt>
                <c:pt idx="8146">
                  <c:v>814.6</c:v>
                </c:pt>
                <c:pt idx="8147">
                  <c:v>814.7</c:v>
                </c:pt>
                <c:pt idx="8148">
                  <c:v>814.8</c:v>
                </c:pt>
                <c:pt idx="8149">
                  <c:v>814.9</c:v>
                </c:pt>
                <c:pt idx="8150">
                  <c:v>815</c:v>
                </c:pt>
                <c:pt idx="8151">
                  <c:v>815.1</c:v>
                </c:pt>
                <c:pt idx="8152">
                  <c:v>815.2</c:v>
                </c:pt>
                <c:pt idx="8153">
                  <c:v>815.3</c:v>
                </c:pt>
                <c:pt idx="8154">
                  <c:v>815.4</c:v>
                </c:pt>
                <c:pt idx="8155">
                  <c:v>815.5</c:v>
                </c:pt>
                <c:pt idx="8156">
                  <c:v>815.6</c:v>
                </c:pt>
                <c:pt idx="8157">
                  <c:v>815.7</c:v>
                </c:pt>
                <c:pt idx="8158">
                  <c:v>815.8</c:v>
                </c:pt>
                <c:pt idx="8159">
                  <c:v>815.9</c:v>
                </c:pt>
                <c:pt idx="8160">
                  <c:v>816</c:v>
                </c:pt>
                <c:pt idx="8161">
                  <c:v>816.1</c:v>
                </c:pt>
                <c:pt idx="8162">
                  <c:v>816.2</c:v>
                </c:pt>
                <c:pt idx="8163">
                  <c:v>816.3</c:v>
                </c:pt>
                <c:pt idx="8164">
                  <c:v>816.4</c:v>
                </c:pt>
                <c:pt idx="8165">
                  <c:v>816.5</c:v>
                </c:pt>
                <c:pt idx="8166">
                  <c:v>816.6</c:v>
                </c:pt>
                <c:pt idx="8167">
                  <c:v>816.7</c:v>
                </c:pt>
                <c:pt idx="8168">
                  <c:v>816.8</c:v>
                </c:pt>
                <c:pt idx="8169">
                  <c:v>816.9</c:v>
                </c:pt>
                <c:pt idx="8170">
                  <c:v>817</c:v>
                </c:pt>
                <c:pt idx="8171">
                  <c:v>817.1</c:v>
                </c:pt>
                <c:pt idx="8172">
                  <c:v>817.2</c:v>
                </c:pt>
                <c:pt idx="8173">
                  <c:v>817.3</c:v>
                </c:pt>
                <c:pt idx="8174">
                  <c:v>817.4</c:v>
                </c:pt>
                <c:pt idx="8175">
                  <c:v>817.5</c:v>
                </c:pt>
                <c:pt idx="8176">
                  <c:v>817.6</c:v>
                </c:pt>
                <c:pt idx="8177">
                  <c:v>817.7</c:v>
                </c:pt>
                <c:pt idx="8178">
                  <c:v>817.8</c:v>
                </c:pt>
                <c:pt idx="8179">
                  <c:v>817.9</c:v>
                </c:pt>
                <c:pt idx="8180">
                  <c:v>818</c:v>
                </c:pt>
                <c:pt idx="8181">
                  <c:v>818.1</c:v>
                </c:pt>
                <c:pt idx="8182">
                  <c:v>818.2</c:v>
                </c:pt>
                <c:pt idx="8183">
                  <c:v>818.3</c:v>
                </c:pt>
                <c:pt idx="8184">
                  <c:v>818.4</c:v>
                </c:pt>
                <c:pt idx="8185">
                  <c:v>818.5</c:v>
                </c:pt>
                <c:pt idx="8186">
                  <c:v>818.6</c:v>
                </c:pt>
                <c:pt idx="8187">
                  <c:v>818.7</c:v>
                </c:pt>
                <c:pt idx="8188">
                  <c:v>818.8</c:v>
                </c:pt>
                <c:pt idx="8189">
                  <c:v>818.9</c:v>
                </c:pt>
                <c:pt idx="8190">
                  <c:v>819</c:v>
                </c:pt>
                <c:pt idx="8191">
                  <c:v>819.1</c:v>
                </c:pt>
                <c:pt idx="8192">
                  <c:v>819.2</c:v>
                </c:pt>
                <c:pt idx="8193">
                  <c:v>819.3</c:v>
                </c:pt>
                <c:pt idx="8194">
                  <c:v>819.4</c:v>
                </c:pt>
                <c:pt idx="8195">
                  <c:v>819.5</c:v>
                </c:pt>
                <c:pt idx="8196">
                  <c:v>819.6</c:v>
                </c:pt>
                <c:pt idx="8197">
                  <c:v>819.7</c:v>
                </c:pt>
                <c:pt idx="8198">
                  <c:v>819.8</c:v>
                </c:pt>
                <c:pt idx="8199">
                  <c:v>819.9</c:v>
                </c:pt>
                <c:pt idx="8200">
                  <c:v>820</c:v>
                </c:pt>
                <c:pt idx="8201">
                  <c:v>820.1</c:v>
                </c:pt>
                <c:pt idx="8202">
                  <c:v>820.2</c:v>
                </c:pt>
                <c:pt idx="8203">
                  <c:v>820.3</c:v>
                </c:pt>
                <c:pt idx="8204">
                  <c:v>820.4</c:v>
                </c:pt>
                <c:pt idx="8205">
                  <c:v>820.5</c:v>
                </c:pt>
                <c:pt idx="8206">
                  <c:v>820.6</c:v>
                </c:pt>
                <c:pt idx="8207">
                  <c:v>820.7</c:v>
                </c:pt>
                <c:pt idx="8208">
                  <c:v>820.8</c:v>
                </c:pt>
                <c:pt idx="8209">
                  <c:v>820.9</c:v>
                </c:pt>
                <c:pt idx="8210">
                  <c:v>821</c:v>
                </c:pt>
                <c:pt idx="8211">
                  <c:v>821.1</c:v>
                </c:pt>
                <c:pt idx="8212">
                  <c:v>821.2</c:v>
                </c:pt>
                <c:pt idx="8213">
                  <c:v>821.3</c:v>
                </c:pt>
                <c:pt idx="8214">
                  <c:v>821.4</c:v>
                </c:pt>
                <c:pt idx="8215">
                  <c:v>821.5</c:v>
                </c:pt>
                <c:pt idx="8216">
                  <c:v>821.6</c:v>
                </c:pt>
                <c:pt idx="8217">
                  <c:v>821.7</c:v>
                </c:pt>
                <c:pt idx="8218">
                  <c:v>821.8</c:v>
                </c:pt>
                <c:pt idx="8219">
                  <c:v>821.9</c:v>
                </c:pt>
                <c:pt idx="8220">
                  <c:v>822</c:v>
                </c:pt>
                <c:pt idx="8221">
                  <c:v>822.1</c:v>
                </c:pt>
                <c:pt idx="8222">
                  <c:v>822.2</c:v>
                </c:pt>
                <c:pt idx="8223">
                  <c:v>822.3</c:v>
                </c:pt>
                <c:pt idx="8224">
                  <c:v>822.4</c:v>
                </c:pt>
                <c:pt idx="8225">
                  <c:v>822.5</c:v>
                </c:pt>
                <c:pt idx="8226">
                  <c:v>822.6</c:v>
                </c:pt>
                <c:pt idx="8227">
                  <c:v>822.7</c:v>
                </c:pt>
                <c:pt idx="8228">
                  <c:v>822.8</c:v>
                </c:pt>
                <c:pt idx="8229">
                  <c:v>822.9</c:v>
                </c:pt>
                <c:pt idx="8230">
                  <c:v>823</c:v>
                </c:pt>
                <c:pt idx="8231">
                  <c:v>823.1</c:v>
                </c:pt>
                <c:pt idx="8232">
                  <c:v>823.2</c:v>
                </c:pt>
                <c:pt idx="8233">
                  <c:v>823.3</c:v>
                </c:pt>
                <c:pt idx="8234">
                  <c:v>823.4</c:v>
                </c:pt>
                <c:pt idx="8235">
                  <c:v>823.5</c:v>
                </c:pt>
                <c:pt idx="8236">
                  <c:v>823.6</c:v>
                </c:pt>
                <c:pt idx="8237">
                  <c:v>823.7</c:v>
                </c:pt>
                <c:pt idx="8238">
                  <c:v>823.8</c:v>
                </c:pt>
                <c:pt idx="8239">
                  <c:v>823.9</c:v>
                </c:pt>
                <c:pt idx="8240">
                  <c:v>824</c:v>
                </c:pt>
                <c:pt idx="8241">
                  <c:v>824.1</c:v>
                </c:pt>
                <c:pt idx="8242">
                  <c:v>824.2</c:v>
                </c:pt>
                <c:pt idx="8243">
                  <c:v>824.3</c:v>
                </c:pt>
                <c:pt idx="8244">
                  <c:v>824.4</c:v>
                </c:pt>
                <c:pt idx="8245">
                  <c:v>824.5</c:v>
                </c:pt>
                <c:pt idx="8246">
                  <c:v>824.6</c:v>
                </c:pt>
                <c:pt idx="8247">
                  <c:v>824.7</c:v>
                </c:pt>
                <c:pt idx="8248">
                  <c:v>824.8</c:v>
                </c:pt>
                <c:pt idx="8249">
                  <c:v>824.9</c:v>
                </c:pt>
                <c:pt idx="8250">
                  <c:v>825</c:v>
                </c:pt>
                <c:pt idx="8251">
                  <c:v>825.1</c:v>
                </c:pt>
                <c:pt idx="8252">
                  <c:v>825.2</c:v>
                </c:pt>
                <c:pt idx="8253">
                  <c:v>825.3</c:v>
                </c:pt>
                <c:pt idx="8254">
                  <c:v>825.4</c:v>
                </c:pt>
                <c:pt idx="8255">
                  <c:v>825.5</c:v>
                </c:pt>
                <c:pt idx="8256">
                  <c:v>825.6</c:v>
                </c:pt>
                <c:pt idx="8257">
                  <c:v>825.7</c:v>
                </c:pt>
                <c:pt idx="8258">
                  <c:v>825.8</c:v>
                </c:pt>
                <c:pt idx="8259">
                  <c:v>825.9</c:v>
                </c:pt>
                <c:pt idx="8260">
                  <c:v>826</c:v>
                </c:pt>
                <c:pt idx="8261">
                  <c:v>826.1</c:v>
                </c:pt>
                <c:pt idx="8262">
                  <c:v>826.2</c:v>
                </c:pt>
                <c:pt idx="8263">
                  <c:v>826.3</c:v>
                </c:pt>
                <c:pt idx="8264">
                  <c:v>826.4</c:v>
                </c:pt>
                <c:pt idx="8265">
                  <c:v>826.5</c:v>
                </c:pt>
                <c:pt idx="8266">
                  <c:v>826.6</c:v>
                </c:pt>
                <c:pt idx="8267">
                  <c:v>826.7</c:v>
                </c:pt>
                <c:pt idx="8268">
                  <c:v>826.8</c:v>
                </c:pt>
                <c:pt idx="8269">
                  <c:v>826.9</c:v>
                </c:pt>
                <c:pt idx="8270">
                  <c:v>827</c:v>
                </c:pt>
                <c:pt idx="8271">
                  <c:v>827.1</c:v>
                </c:pt>
                <c:pt idx="8272">
                  <c:v>827.2</c:v>
                </c:pt>
                <c:pt idx="8273">
                  <c:v>827.3</c:v>
                </c:pt>
                <c:pt idx="8274">
                  <c:v>827.4</c:v>
                </c:pt>
                <c:pt idx="8275">
                  <c:v>827.5</c:v>
                </c:pt>
                <c:pt idx="8276">
                  <c:v>827.6</c:v>
                </c:pt>
                <c:pt idx="8277">
                  <c:v>827.7</c:v>
                </c:pt>
                <c:pt idx="8278">
                  <c:v>827.8</c:v>
                </c:pt>
                <c:pt idx="8279">
                  <c:v>827.9</c:v>
                </c:pt>
                <c:pt idx="8280">
                  <c:v>828</c:v>
                </c:pt>
                <c:pt idx="8281">
                  <c:v>828.1</c:v>
                </c:pt>
                <c:pt idx="8282">
                  <c:v>828.2</c:v>
                </c:pt>
                <c:pt idx="8283">
                  <c:v>828.3</c:v>
                </c:pt>
                <c:pt idx="8284">
                  <c:v>828.4</c:v>
                </c:pt>
                <c:pt idx="8285">
                  <c:v>828.5</c:v>
                </c:pt>
                <c:pt idx="8286">
                  <c:v>828.6</c:v>
                </c:pt>
                <c:pt idx="8287">
                  <c:v>828.7</c:v>
                </c:pt>
                <c:pt idx="8288">
                  <c:v>828.8</c:v>
                </c:pt>
                <c:pt idx="8289">
                  <c:v>828.9</c:v>
                </c:pt>
                <c:pt idx="8290">
                  <c:v>829</c:v>
                </c:pt>
                <c:pt idx="8291">
                  <c:v>829.1</c:v>
                </c:pt>
                <c:pt idx="8292">
                  <c:v>829.2</c:v>
                </c:pt>
                <c:pt idx="8293">
                  <c:v>829.3</c:v>
                </c:pt>
                <c:pt idx="8294">
                  <c:v>829.4</c:v>
                </c:pt>
                <c:pt idx="8295">
                  <c:v>829.5</c:v>
                </c:pt>
                <c:pt idx="8296">
                  <c:v>829.6</c:v>
                </c:pt>
                <c:pt idx="8297">
                  <c:v>829.7</c:v>
                </c:pt>
                <c:pt idx="8298">
                  <c:v>829.8</c:v>
                </c:pt>
                <c:pt idx="8299">
                  <c:v>829.9</c:v>
                </c:pt>
                <c:pt idx="8300">
                  <c:v>830</c:v>
                </c:pt>
                <c:pt idx="8301">
                  <c:v>830.1</c:v>
                </c:pt>
                <c:pt idx="8302">
                  <c:v>830.2</c:v>
                </c:pt>
                <c:pt idx="8303">
                  <c:v>830.3</c:v>
                </c:pt>
                <c:pt idx="8304">
                  <c:v>830.4</c:v>
                </c:pt>
                <c:pt idx="8305">
                  <c:v>830.5</c:v>
                </c:pt>
                <c:pt idx="8306">
                  <c:v>830.6</c:v>
                </c:pt>
                <c:pt idx="8307">
                  <c:v>830.7</c:v>
                </c:pt>
                <c:pt idx="8308">
                  <c:v>830.8</c:v>
                </c:pt>
                <c:pt idx="8309">
                  <c:v>830.9</c:v>
                </c:pt>
                <c:pt idx="8310">
                  <c:v>831</c:v>
                </c:pt>
                <c:pt idx="8311">
                  <c:v>831.1</c:v>
                </c:pt>
                <c:pt idx="8312">
                  <c:v>831.2</c:v>
                </c:pt>
                <c:pt idx="8313">
                  <c:v>831.3</c:v>
                </c:pt>
                <c:pt idx="8314">
                  <c:v>831.4</c:v>
                </c:pt>
                <c:pt idx="8315">
                  <c:v>831.5</c:v>
                </c:pt>
                <c:pt idx="8316">
                  <c:v>831.6</c:v>
                </c:pt>
                <c:pt idx="8317">
                  <c:v>831.7</c:v>
                </c:pt>
                <c:pt idx="8318">
                  <c:v>831.8</c:v>
                </c:pt>
                <c:pt idx="8319">
                  <c:v>831.9</c:v>
                </c:pt>
                <c:pt idx="8320">
                  <c:v>832</c:v>
                </c:pt>
                <c:pt idx="8321">
                  <c:v>832.1</c:v>
                </c:pt>
                <c:pt idx="8322">
                  <c:v>832.2</c:v>
                </c:pt>
                <c:pt idx="8323">
                  <c:v>832.3</c:v>
                </c:pt>
                <c:pt idx="8324">
                  <c:v>832.4</c:v>
                </c:pt>
                <c:pt idx="8325">
                  <c:v>832.5</c:v>
                </c:pt>
                <c:pt idx="8326">
                  <c:v>832.6</c:v>
                </c:pt>
                <c:pt idx="8327">
                  <c:v>832.7</c:v>
                </c:pt>
                <c:pt idx="8328">
                  <c:v>832.8</c:v>
                </c:pt>
                <c:pt idx="8329">
                  <c:v>832.9</c:v>
                </c:pt>
                <c:pt idx="8330">
                  <c:v>833</c:v>
                </c:pt>
                <c:pt idx="8331">
                  <c:v>833.1</c:v>
                </c:pt>
                <c:pt idx="8332">
                  <c:v>833.2</c:v>
                </c:pt>
                <c:pt idx="8333">
                  <c:v>833.3</c:v>
                </c:pt>
                <c:pt idx="8334">
                  <c:v>833.4</c:v>
                </c:pt>
                <c:pt idx="8335">
                  <c:v>833.5</c:v>
                </c:pt>
                <c:pt idx="8336">
                  <c:v>833.6</c:v>
                </c:pt>
                <c:pt idx="8337">
                  <c:v>833.7</c:v>
                </c:pt>
                <c:pt idx="8338">
                  <c:v>833.8</c:v>
                </c:pt>
                <c:pt idx="8339">
                  <c:v>833.9</c:v>
                </c:pt>
                <c:pt idx="8340">
                  <c:v>834</c:v>
                </c:pt>
                <c:pt idx="8341">
                  <c:v>834.1</c:v>
                </c:pt>
                <c:pt idx="8342">
                  <c:v>834.2</c:v>
                </c:pt>
                <c:pt idx="8343">
                  <c:v>834.3</c:v>
                </c:pt>
                <c:pt idx="8344">
                  <c:v>834.4</c:v>
                </c:pt>
                <c:pt idx="8345">
                  <c:v>834.5</c:v>
                </c:pt>
                <c:pt idx="8346">
                  <c:v>834.6</c:v>
                </c:pt>
                <c:pt idx="8347">
                  <c:v>834.7</c:v>
                </c:pt>
                <c:pt idx="8348">
                  <c:v>834.8</c:v>
                </c:pt>
                <c:pt idx="8349">
                  <c:v>834.9</c:v>
                </c:pt>
                <c:pt idx="8350">
                  <c:v>835</c:v>
                </c:pt>
                <c:pt idx="8351">
                  <c:v>835.1</c:v>
                </c:pt>
                <c:pt idx="8352">
                  <c:v>835.2</c:v>
                </c:pt>
                <c:pt idx="8353">
                  <c:v>835.3</c:v>
                </c:pt>
                <c:pt idx="8354">
                  <c:v>835.4</c:v>
                </c:pt>
                <c:pt idx="8355">
                  <c:v>835.5</c:v>
                </c:pt>
                <c:pt idx="8356">
                  <c:v>835.6</c:v>
                </c:pt>
                <c:pt idx="8357">
                  <c:v>835.7</c:v>
                </c:pt>
                <c:pt idx="8358">
                  <c:v>835.8</c:v>
                </c:pt>
                <c:pt idx="8359">
                  <c:v>835.9</c:v>
                </c:pt>
                <c:pt idx="8360">
                  <c:v>836</c:v>
                </c:pt>
                <c:pt idx="8361">
                  <c:v>836.1</c:v>
                </c:pt>
                <c:pt idx="8362">
                  <c:v>836.2</c:v>
                </c:pt>
                <c:pt idx="8363">
                  <c:v>836.3</c:v>
                </c:pt>
                <c:pt idx="8364">
                  <c:v>836.4</c:v>
                </c:pt>
                <c:pt idx="8365">
                  <c:v>836.5</c:v>
                </c:pt>
                <c:pt idx="8366">
                  <c:v>836.6</c:v>
                </c:pt>
                <c:pt idx="8367">
                  <c:v>836.7</c:v>
                </c:pt>
                <c:pt idx="8368">
                  <c:v>836.8</c:v>
                </c:pt>
                <c:pt idx="8369">
                  <c:v>836.9</c:v>
                </c:pt>
                <c:pt idx="8370">
                  <c:v>837</c:v>
                </c:pt>
                <c:pt idx="8371">
                  <c:v>837.1</c:v>
                </c:pt>
                <c:pt idx="8372">
                  <c:v>837.2</c:v>
                </c:pt>
                <c:pt idx="8373">
                  <c:v>837.3</c:v>
                </c:pt>
                <c:pt idx="8374">
                  <c:v>837.4</c:v>
                </c:pt>
                <c:pt idx="8375">
                  <c:v>837.5</c:v>
                </c:pt>
                <c:pt idx="8376">
                  <c:v>837.6</c:v>
                </c:pt>
                <c:pt idx="8377">
                  <c:v>837.7</c:v>
                </c:pt>
                <c:pt idx="8378">
                  <c:v>837.8</c:v>
                </c:pt>
                <c:pt idx="8379">
                  <c:v>837.9</c:v>
                </c:pt>
                <c:pt idx="8380">
                  <c:v>838</c:v>
                </c:pt>
                <c:pt idx="8381">
                  <c:v>838.1</c:v>
                </c:pt>
                <c:pt idx="8382">
                  <c:v>838.2</c:v>
                </c:pt>
                <c:pt idx="8383">
                  <c:v>838.3</c:v>
                </c:pt>
                <c:pt idx="8384">
                  <c:v>838.4</c:v>
                </c:pt>
                <c:pt idx="8385">
                  <c:v>838.5</c:v>
                </c:pt>
                <c:pt idx="8386">
                  <c:v>838.6</c:v>
                </c:pt>
                <c:pt idx="8387">
                  <c:v>838.7</c:v>
                </c:pt>
                <c:pt idx="8388">
                  <c:v>838.8</c:v>
                </c:pt>
                <c:pt idx="8389">
                  <c:v>838.9</c:v>
                </c:pt>
                <c:pt idx="8390">
                  <c:v>839</c:v>
                </c:pt>
                <c:pt idx="8391">
                  <c:v>839.1</c:v>
                </c:pt>
                <c:pt idx="8392">
                  <c:v>839.2</c:v>
                </c:pt>
                <c:pt idx="8393">
                  <c:v>839.3</c:v>
                </c:pt>
                <c:pt idx="8394">
                  <c:v>839.4</c:v>
                </c:pt>
                <c:pt idx="8395">
                  <c:v>839.5</c:v>
                </c:pt>
                <c:pt idx="8396">
                  <c:v>839.6</c:v>
                </c:pt>
                <c:pt idx="8397">
                  <c:v>839.7</c:v>
                </c:pt>
                <c:pt idx="8398">
                  <c:v>839.8</c:v>
                </c:pt>
                <c:pt idx="8399">
                  <c:v>839.9</c:v>
                </c:pt>
                <c:pt idx="8400">
                  <c:v>840</c:v>
                </c:pt>
                <c:pt idx="8401">
                  <c:v>840.1</c:v>
                </c:pt>
                <c:pt idx="8402">
                  <c:v>840.2</c:v>
                </c:pt>
                <c:pt idx="8403">
                  <c:v>840.3</c:v>
                </c:pt>
                <c:pt idx="8404">
                  <c:v>840.4</c:v>
                </c:pt>
                <c:pt idx="8405">
                  <c:v>840.5</c:v>
                </c:pt>
                <c:pt idx="8406">
                  <c:v>840.6</c:v>
                </c:pt>
                <c:pt idx="8407">
                  <c:v>840.7</c:v>
                </c:pt>
                <c:pt idx="8408">
                  <c:v>840.8</c:v>
                </c:pt>
                <c:pt idx="8409">
                  <c:v>840.9</c:v>
                </c:pt>
                <c:pt idx="8410">
                  <c:v>841</c:v>
                </c:pt>
                <c:pt idx="8411">
                  <c:v>841.1</c:v>
                </c:pt>
                <c:pt idx="8412">
                  <c:v>841.2</c:v>
                </c:pt>
                <c:pt idx="8413">
                  <c:v>841.3</c:v>
                </c:pt>
                <c:pt idx="8414">
                  <c:v>841.4</c:v>
                </c:pt>
                <c:pt idx="8415">
                  <c:v>841.5</c:v>
                </c:pt>
                <c:pt idx="8416">
                  <c:v>841.6</c:v>
                </c:pt>
                <c:pt idx="8417">
                  <c:v>841.7</c:v>
                </c:pt>
                <c:pt idx="8418">
                  <c:v>841.8</c:v>
                </c:pt>
                <c:pt idx="8419">
                  <c:v>841.9</c:v>
                </c:pt>
                <c:pt idx="8420">
                  <c:v>842</c:v>
                </c:pt>
                <c:pt idx="8421">
                  <c:v>842.1</c:v>
                </c:pt>
                <c:pt idx="8422">
                  <c:v>842.2</c:v>
                </c:pt>
                <c:pt idx="8423">
                  <c:v>842.3</c:v>
                </c:pt>
                <c:pt idx="8424">
                  <c:v>842.4</c:v>
                </c:pt>
                <c:pt idx="8425">
                  <c:v>842.5</c:v>
                </c:pt>
                <c:pt idx="8426">
                  <c:v>842.6</c:v>
                </c:pt>
                <c:pt idx="8427">
                  <c:v>842.7</c:v>
                </c:pt>
                <c:pt idx="8428">
                  <c:v>842.8</c:v>
                </c:pt>
                <c:pt idx="8429">
                  <c:v>842.9</c:v>
                </c:pt>
                <c:pt idx="8430">
                  <c:v>843</c:v>
                </c:pt>
                <c:pt idx="8431">
                  <c:v>843.1</c:v>
                </c:pt>
                <c:pt idx="8432">
                  <c:v>843.2</c:v>
                </c:pt>
                <c:pt idx="8433">
                  <c:v>843.3</c:v>
                </c:pt>
                <c:pt idx="8434">
                  <c:v>843.4</c:v>
                </c:pt>
                <c:pt idx="8435">
                  <c:v>843.5</c:v>
                </c:pt>
                <c:pt idx="8436">
                  <c:v>843.6</c:v>
                </c:pt>
                <c:pt idx="8437">
                  <c:v>843.7</c:v>
                </c:pt>
                <c:pt idx="8438">
                  <c:v>843.8</c:v>
                </c:pt>
                <c:pt idx="8439">
                  <c:v>843.9</c:v>
                </c:pt>
                <c:pt idx="8440">
                  <c:v>844</c:v>
                </c:pt>
                <c:pt idx="8441">
                  <c:v>844.1</c:v>
                </c:pt>
                <c:pt idx="8442">
                  <c:v>844.2</c:v>
                </c:pt>
                <c:pt idx="8443">
                  <c:v>844.3</c:v>
                </c:pt>
                <c:pt idx="8444">
                  <c:v>844.4</c:v>
                </c:pt>
                <c:pt idx="8445">
                  <c:v>844.5</c:v>
                </c:pt>
                <c:pt idx="8446">
                  <c:v>844.6</c:v>
                </c:pt>
                <c:pt idx="8447">
                  <c:v>844.7</c:v>
                </c:pt>
                <c:pt idx="8448">
                  <c:v>844.8</c:v>
                </c:pt>
                <c:pt idx="8449">
                  <c:v>844.9</c:v>
                </c:pt>
                <c:pt idx="8450">
                  <c:v>845</c:v>
                </c:pt>
                <c:pt idx="8451">
                  <c:v>845.1</c:v>
                </c:pt>
                <c:pt idx="8452">
                  <c:v>845.2</c:v>
                </c:pt>
                <c:pt idx="8453">
                  <c:v>845.3</c:v>
                </c:pt>
                <c:pt idx="8454">
                  <c:v>845.4</c:v>
                </c:pt>
                <c:pt idx="8455">
                  <c:v>845.5</c:v>
                </c:pt>
                <c:pt idx="8456">
                  <c:v>845.6</c:v>
                </c:pt>
                <c:pt idx="8457">
                  <c:v>845.7</c:v>
                </c:pt>
                <c:pt idx="8458">
                  <c:v>845.8</c:v>
                </c:pt>
                <c:pt idx="8459">
                  <c:v>845.9</c:v>
                </c:pt>
                <c:pt idx="8460">
                  <c:v>846</c:v>
                </c:pt>
                <c:pt idx="8461">
                  <c:v>846.1</c:v>
                </c:pt>
                <c:pt idx="8462">
                  <c:v>846.2</c:v>
                </c:pt>
                <c:pt idx="8463">
                  <c:v>846.3</c:v>
                </c:pt>
                <c:pt idx="8464">
                  <c:v>846.4</c:v>
                </c:pt>
                <c:pt idx="8465">
                  <c:v>846.5</c:v>
                </c:pt>
                <c:pt idx="8466">
                  <c:v>846.6</c:v>
                </c:pt>
                <c:pt idx="8467">
                  <c:v>846.7</c:v>
                </c:pt>
                <c:pt idx="8468">
                  <c:v>846.8</c:v>
                </c:pt>
                <c:pt idx="8469">
                  <c:v>846.9</c:v>
                </c:pt>
                <c:pt idx="8470">
                  <c:v>847</c:v>
                </c:pt>
                <c:pt idx="8471">
                  <c:v>847.1</c:v>
                </c:pt>
                <c:pt idx="8472">
                  <c:v>847.2</c:v>
                </c:pt>
                <c:pt idx="8473">
                  <c:v>847.3</c:v>
                </c:pt>
                <c:pt idx="8474">
                  <c:v>847.4</c:v>
                </c:pt>
                <c:pt idx="8475">
                  <c:v>847.5</c:v>
                </c:pt>
                <c:pt idx="8476">
                  <c:v>847.6</c:v>
                </c:pt>
                <c:pt idx="8477">
                  <c:v>847.7</c:v>
                </c:pt>
                <c:pt idx="8478">
                  <c:v>847.8</c:v>
                </c:pt>
                <c:pt idx="8479">
                  <c:v>847.9</c:v>
                </c:pt>
                <c:pt idx="8480">
                  <c:v>848</c:v>
                </c:pt>
                <c:pt idx="8481">
                  <c:v>848.1</c:v>
                </c:pt>
                <c:pt idx="8482">
                  <c:v>848.2</c:v>
                </c:pt>
                <c:pt idx="8483">
                  <c:v>848.3</c:v>
                </c:pt>
                <c:pt idx="8484">
                  <c:v>848.4</c:v>
                </c:pt>
                <c:pt idx="8485">
                  <c:v>848.5</c:v>
                </c:pt>
                <c:pt idx="8486">
                  <c:v>848.6</c:v>
                </c:pt>
                <c:pt idx="8487">
                  <c:v>848.7</c:v>
                </c:pt>
                <c:pt idx="8488">
                  <c:v>848.8</c:v>
                </c:pt>
                <c:pt idx="8489">
                  <c:v>848.9</c:v>
                </c:pt>
                <c:pt idx="8490">
                  <c:v>849</c:v>
                </c:pt>
                <c:pt idx="8491">
                  <c:v>849.1</c:v>
                </c:pt>
                <c:pt idx="8492">
                  <c:v>849.2</c:v>
                </c:pt>
                <c:pt idx="8493">
                  <c:v>849.3</c:v>
                </c:pt>
                <c:pt idx="8494">
                  <c:v>849.4</c:v>
                </c:pt>
                <c:pt idx="8495">
                  <c:v>849.5</c:v>
                </c:pt>
                <c:pt idx="8496">
                  <c:v>849.6</c:v>
                </c:pt>
                <c:pt idx="8497">
                  <c:v>849.7</c:v>
                </c:pt>
                <c:pt idx="8498">
                  <c:v>849.8</c:v>
                </c:pt>
                <c:pt idx="8499">
                  <c:v>849.9</c:v>
                </c:pt>
                <c:pt idx="8500">
                  <c:v>850</c:v>
                </c:pt>
                <c:pt idx="8501">
                  <c:v>850.1</c:v>
                </c:pt>
                <c:pt idx="8502">
                  <c:v>850.2</c:v>
                </c:pt>
                <c:pt idx="8503">
                  <c:v>850.3</c:v>
                </c:pt>
                <c:pt idx="8504">
                  <c:v>850.4</c:v>
                </c:pt>
                <c:pt idx="8505">
                  <c:v>850.5</c:v>
                </c:pt>
                <c:pt idx="8506">
                  <c:v>850.6</c:v>
                </c:pt>
                <c:pt idx="8507">
                  <c:v>850.7</c:v>
                </c:pt>
                <c:pt idx="8508">
                  <c:v>850.8</c:v>
                </c:pt>
                <c:pt idx="8509">
                  <c:v>850.9</c:v>
                </c:pt>
                <c:pt idx="8510">
                  <c:v>851</c:v>
                </c:pt>
                <c:pt idx="8511">
                  <c:v>851.1</c:v>
                </c:pt>
                <c:pt idx="8512">
                  <c:v>851.2</c:v>
                </c:pt>
                <c:pt idx="8513">
                  <c:v>851.3</c:v>
                </c:pt>
                <c:pt idx="8514">
                  <c:v>851.4</c:v>
                </c:pt>
                <c:pt idx="8515">
                  <c:v>851.5</c:v>
                </c:pt>
                <c:pt idx="8516">
                  <c:v>851.6</c:v>
                </c:pt>
                <c:pt idx="8517">
                  <c:v>851.7</c:v>
                </c:pt>
                <c:pt idx="8518">
                  <c:v>851.8</c:v>
                </c:pt>
                <c:pt idx="8519">
                  <c:v>851.9</c:v>
                </c:pt>
                <c:pt idx="8520">
                  <c:v>852</c:v>
                </c:pt>
                <c:pt idx="8521">
                  <c:v>852.1</c:v>
                </c:pt>
                <c:pt idx="8522">
                  <c:v>852.2</c:v>
                </c:pt>
                <c:pt idx="8523">
                  <c:v>852.3</c:v>
                </c:pt>
                <c:pt idx="8524">
                  <c:v>852.4</c:v>
                </c:pt>
                <c:pt idx="8525">
                  <c:v>852.5</c:v>
                </c:pt>
                <c:pt idx="8526">
                  <c:v>852.6</c:v>
                </c:pt>
                <c:pt idx="8527">
                  <c:v>852.7</c:v>
                </c:pt>
                <c:pt idx="8528">
                  <c:v>852.8</c:v>
                </c:pt>
                <c:pt idx="8529">
                  <c:v>852.9</c:v>
                </c:pt>
                <c:pt idx="8530">
                  <c:v>853</c:v>
                </c:pt>
                <c:pt idx="8531">
                  <c:v>853.1</c:v>
                </c:pt>
                <c:pt idx="8532">
                  <c:v>853.2</c:v>
                </c:pt>
                <c:pt idx="8533">
                  <c:v>853.3</c:v>
                </c:pt>
                <c:pt idx="8534">
                  <c:v>853.4</c:v>
                </c:pt>
                <c:pt idx="8535">
                  <c:v>853.5</c:v>
                </c:pt>
                <c:pt idx="8536">
                  <c:v>853.6</c:v>
                </c:pt>
                <c:pt idx="8537">
                  <c:v>853.7</c:v>
                </c:pt>
                <c:pt idx="8538">
                  <c:v>853.8</c:v>
                </c:pt>
                <c:pt idx="8539">
                  <c:v>853.9</c:v>
                </c:pt>
                <c:pt idx="8540">
                  <c:v>854</c:v>
                </c:pt>
                <c:pt idx="8541">
                  <c:v>854.1</c:v>
                </c:pt>
                <c:pt idx="8542">
                  <c:v>854.2</c:v>
                </c:pt>
                <c:pt idx="8543">
                  <c:v>854.3</c:v>
                </c:pt>
                <c:pt idx="8544">
                  <c:v>854.4</c:v>
                </c:pt>
                <c:pt idx="8545">
                  <c:v>854.5</c:v>
                </c:pt>
                <c:pt idx="8546">
                  <c:v>854.6</c:v>
                </c:pt>
                <c:pt idx="8547">
                  <c:v>854.7</c:v>
                </c:pt>
                <c:pt idx="8548">
                  <c:v>854.8</c:v>
                </c:pt>
                <c:pt idx="8549">
                  <c:v>854.9</c:v>
                </c:pt>
                <c:pt idx="8550">
                  <c:v>855</c:v>
                </c:pt>
                <c:pt idx="8551">
                  <c:v>855.1</c:v>
                </c:pt>
                <c:pt idx="8552">
                  <c:v>855.2</c:v>
                </c:pt>
                <c:pt idx="8553">
                  <c:v>855.3</c:v>
                </c:pt>
                <c:pt idx="8554">
                  <c:v>855.4</c:v>
                </c:pt>
                <c:pt idx="8555">
                  <c:v>855.5</c:v>
                </c:pt>
                <c:pt idx="8556">
                  <c:v>855.6</c:v>
                </c:pt>
                <c:pt idx="8557">
                  <c:v>855.7</c:v>
                </c:pt>
                <c:pt idx="8558">
                  <c:v>855.8</c:v>
                </c:pt>
                <c:pt idx="8559">
                  <c:v>855.9</c:v>
                </c:pt>
                <c:pt idx="8560">
                  <c:v>856</c:v>
                </c:pt>
                <c:pt idx="8561">
                  <c:v>856.1</c:v>
                </c:pt>
                <c:pt idx="8562">
                  <c:v>856.2</c:v>
                </c:pt>
                <c:pt idx="8563">
                  <c:v>856.3</c:v>
                </c:pt>
                <c:pt idx="8564">
                  <c:v>856.4</c:v>
                </c:pt>
                <c:pt idx="8565">
                  <c:v>856.5</c:v>
                </c:pt>
                <c:pt idx="8566">
                  <c:v>856.6</c:v>
                </c:pt>
                <c:pt idx="8567">
                  <c:v>856.7</c:v>
                </c:pt>
                <c:pt idx="8568">
                  <c:v>856.8</c:v>
                </c:pt>
                <c:pt idx="8569">
                  <c:v>856.9</c:v>
                </c:pt>
                <c:pt idx="8570">
                  <c:v>857</c:v>
                </c:pt>
                <c:pt idx="8571">
                  <c:v>857.1</c:v>
                </c:pt>
                <c:pt idx="8572">
                  <c:v>857.2</c:v>
                </c:pt>
                <c:pt idx="8573">
                  <c:v>857.3</c:v>
                </c:pt>
                <c:pt idx="8574">
                  <c:v>857.4</c:v>
                </c:pt>
                <c:pt idx="8575">
                  <c:v>857.5</c:v>
                </c:pt>
                <c:pt idx="8576">
                  <c:v>857.6</c:v>
                </c:pt>
                <c:pt idx="8577">
                  <c:v>857.7</c:v>
                </c:pt>
                <c:pt idx="8578">
                  <c:v>857.8</c:v>
                </c:pt>
                <c:pt idx="8579">
                  <c:v>857.9</c:v>
                </c:pt>
                <c:pt idx="8580">
                  <c:v>858</c:v>
                </c:pt>
                <c:pt idx="8581">
                  <c:v>858.1</c:v>
                </c:pt>
                <c:pt idx="8582">
                  <c:v>858.2</c:v>
                </c:pt>
                <c:pt idx="8583">
                  <c:v>858.3</c:v>
                </c:pt>
                <c:pt idx="8584">
                  <c:v>858.4</c:v>
                </c:pt>
                <c:pt idx="8585">
                  <c:v>858.5</c:v>
                </c:pt>
                <c:pt idx="8586">
                  <c:v>858.6</c:v>
                </c:pt>
                <c:pt idx="8587">
                  <c:v>858.7</c:v>
                </c:pt>
                <c:pt idx="8588">
                  <c:v>858.8</c:v>
                </c:pt>
                <c:pt idx="8589">
                  <c:v>858.9</c:v>
                </c:pt>
                <c:pt idx="8590">
                  <c:v>859</c:v>
                </c:pt>
                <c:pt idx="8591">
                  <c:v>859.1</c:v>
                </c:pt>
                <c:pt idx="8592">
                  <c:v>859.2</c:v>
                </c:pt>
                <c:pt idx="8593">
                  <c:v>859.3</c:v>
                </c:pt>
                <c:pt idx="8594">
                  <c:v>859.4</c:v>
                </c:pt>
                <c:pt idx="8595">
                  <c:v>859.5</c:v>
                </c:pt>
                <c:pt idx="8596">
                  <c:v>859.6</c:v>
                </c:pt>
                <c:pt idx="8597">
                  <c:v>859.7</c:v>
                </c:pt>
                <c:pt idx="8598">
                  <c:v>859.8</c:v>
                </c:pt>
                <c:pt idx="8599">
                  <c:v>859.9</c:v>
                </c:pt>
                <c:pt idx="8600">
                  <c:v>860</c:v>
                </c:pt>
                <c:pt idx="8601">
                  <c:v>860.1</c:v>
                </c:pt>
                <c:pt idx="8602">
                  <c:v>860.2</c:v>
                </c:pt>
                <c:pt idx="8603">
                  <c:v>860.3</c:v>
                </c:pt>
                <c:pt idx="8604">
                  <c:v>860.4</c:v>
                </c:pt>
                <c:pt idx="8605">
                  <c:v>860.5</c:v>
                </c:pt>
                <c:pt idx="8606">
                  <c:v>860.6</c:v>
                </c:pt>
                <c:pt idx="8607">
                  <c:v>860.7</c:v>
                </c:pt>
                <c:pt idx="8608">
                  <c:v>860.8</c:v>
                </c:pt>
                <c:pt idx="8609">
                  <c:v>860.9</c:v>
                </c:pt>
                <c:pt idx="8610">
                  <c:v>861</c:v>
                </c:pt>
                <c:pt idx="8611">
                  <c:v>861.1</c:v>
                </c:pt>
                <c:pt idx="8612">
                  <c:v>861.2</c:v>
                </c:pt>
                <c:pt idx="8613">
                  <c:v>861.3</c:v>
                </c:pt>
                <c:pt idx="8614">
                  <c:v>861.4</c:v>
                </c:pt>
                <c:pt idx="8615">
                  <c:v>861.5</c:v>
                </c:pt>
                <c:pt idx="8616">
                  <c:v>861.6</c:v>
                </c:pt>
                <c:pt idx="8617">
                  <c:v>861.7</c:v>
                </c:pt>
                <c:pt idx="8618">
                  <c:v>861.8</c:v>
                </c:pt>
                <c:pt idx="8619">
                  <c:v>861.9</c:v>
                </c:pt>
                <c:pt idx="8620">
                  <c:v>862</c:v>
                </c:pt>
                <c:pt idx="8621">
                  <c:v>862.1</c:v>
                </c:pt>
                <c:pt idx="8622">
                  <c:v>862.2</c:v>
                </c:pt>
                <c:pt idx="8623">
                  <c:v>862.3</c:v>
                </c:pt>
                <c:pt idx="8624">
                  <c:v>862.4</c:v>
                </c:pt>
                <c:pt idx="8625">
                  <c:v>862.5</c:v>
                </c:pt>
                <c:pt idx="8626">
                  <c:v>862.6</c:v>
                </c:pt>
                <c:pt idx="8627">
                  <c:v>862.7</c:v>
                </c:pt>
                <c:pt idx="8628">
                  <c:v>862.8</c:v>
                </c:pt>
                <c:pt idx="8629">
                  <c:v>862.9</c:v>
                </c:pt>
                <c:pt idx="8630">
                  <c:v>863</c:v>
                </c:pt>
                <c:pt idx="8631">
                  <c:v>863.1</c:v>
                </c:pt>
                <c:pt idx="8632">
                  <c:v>863.2</c:v>
                </c:pt>
                <c:pt idx="8633">
                  <c:v>863.3</c:v>
                </c:pt>
                <c:pt idx="8634">
                  <c:v>863.4</c:v>
                </c:pt>
                <c:pt idx="8635">
                  <c:v>863.5</c:v>
                </c:pt>
                <c:pt idx="8636">
                  <c:v>863.6</c:v>
                </c:pt>
                <c:pt idx="8637">
                  <c:v>863.7</c:v>
                </c:pt>
                <c:pt idx="8638">
                  <c:v>863.8</c:v>
                </c:pt>
                <c:pt idx="8639">
                  <c:v>863.9</c:v>
                </c:pt>
                <c:pt idx="8640">
                  <c:v>864</c:v>
                </c:pt>
                <c:pt idx="8641">
                  <c:v>864.1</c:v>
                </c:pt>
                <c:pt idx="8642">
                  <c:v>864.2</c:v>
                </c:pt>
                <c:pt idx="8643">
                  <c:v>864.3</c:v>
                </c:pt>
                <c:pt idx="8644">
                  <c:v>864.4</c:v>
                </c:pt>
                <c:pt idx="8645">
                  <c:v>864.5</c:v>
                </c:pt>
                <c:pt idx="8646">
                  <c:v>864.6</c:v>
                </c:pt>
                <c:pt idx="8647">
                  <c:v>864.7</c:v>
                </c:pt>
                <c:pt idx="8648">
                  <c:v>864.8</c:v>
                </c:pt>
                <c:pt idx="8649">
                  <c:v>864.9</c:v>
                </c:pt>
                <c:pt idx="8650">
                  <c:v>865</c:v>
                </c:pt>
                <c:pt idx="8651">
                  <c:v>865.1</c:v>
                </c:pt>
                <c:pt idx="8652">
                  <c:v>865.2</c:v>
                </c:pt>
                <c:pt idx="8653">
                  <c:v>865.3</c:v>
                </c:pt>
                <c:pt idx="8654">
                  <c:v>865.4</c:v>
                </c:pt>
                <c:pt idx="8655">
                  <c:v>865.5</c:v>
                </c:pt>
                <c:pt idx="8656">
                  <c:v>865.6</c:v>
                </c:pt>
                <c:pt idx="8657">
                  <c:v>865.7</c:v>
                </c:pt>
                <c:pt idx="8658">
                  <c:v>865.8</c:v>
                </c:pt>
                <c:pt idx="8659">
                  <c:v>865.9</c:v>
                </c:pt>
                <c:pt idx="8660">
                  <c:v>866</c:v>
                </c:pt>
                <c:pt idx="8661">
                  <c:v>866.1</c:v>
                </c:pt>
                <c:pt idx="8662">
                  <c:v>866.2</c:v>
                </c:pt>
                <c:pt idx="8663">
                  <c:v>866.3</c:v>
                </c:pt>
                <c:pt idx="8664">
                  <c:v>866.4</c:v>
                </c:pt>
                <c:pt idx="8665">
                  <c:v>866.5</c:v>
                </c:pt>
                <c:pt idx="8666">
                  <c:v>866.6</c:v>
                </c:pt>
                <c:pt idx="8667">
                  <c:v>866.7</c:v>
                </c:pt>
                <c:pt idx="8668">
                  <c:v>866.8</c:v>
                </c:pt>
                <c:pt idx="8669">
                  <c:v>866.9</c:v>
                </c:pt>
                <c:pt idx="8670">
                  <c:v>867</c:v>
                </c:pt>
                <c:pt idx="8671">
                  <c:v>867.1</c:v>
                </c:pt>
                <c:pt idx="8672">
                  <c:v>867.2</c:v>
                </c:pt>
                <c:pt idx="8673">
                  <c:v>867.3</c:v>
                </c:pt>
                <c:pt idx="8674">
                  <c:v>867.4</c:v>
                </c:pt>
                <c:pt idx="8675">
                  <c:v>867.5</c:v>
                </c:pt>
                <c:pt idx="8676">
                  <c:v>867.6</c:v>
                </c:pt>
                <c:pt idx="8677">
                  <c:v>867.7</c:v>
                </c:pt>
                <c:pt idx="8678">
                  <c:v>867.8</c:v>
                </c:pt>
                <c:pt idx="8679">
                  <c:v>867.9</c:v>
                </c:pt>
                <c:pt idx="8680">
                  <c:v>868</c:v>
                </c:pt>
                <c:pt idx="8681">
                  <c:v>868.1</c:v>
                </c:pt>
                <c:pt idx="8682">
                  <c:v>868.2</c:v>
                </c:pt>
                <c:pt idx="8683">
                  <c:v>868.3</c:v>
                </c:pt>
                <c:pt idx="8684">
                  <c:v>868.4</c:v>
                </c:pt>
                <c:pt idx="8685">
                  <c:v>868.5</c:v>
                </c:pt>
                <c:pt idx="8686">
                  <c:v>868.6</c:v>
                </c:pt>
                <c:pt idx="8687">
                  <c:v>868.7</c:v>
                </c:pt>
                <c:pt idx="8688">
                  <c:v>868.8</c:v>
                </c:pt>
                <c:pt idx="8689">
                  <c:v>868.9</c:v>
                </c:pt>
                <c:pt idx="8690">
                  <c:v>869</c:v>
                </c:pt>
                <c:pt idx="8691">
                  <c:v>869.1</c:v>
                </c:pt>
                <c:pt idx="8692">
                  <c:v>869.2</c:v>
                </c:pt>
                <c:pt idx="8693">
                  <c:v>869.3</c:v>
                </c:pt>
                <c:pt idx="8694">
                  <c:v>869.4</c:v>
                </c:pt>
                <c:pt idx="8695">
                  <c:v>869.5</c:v>
                </c:pt>
                <c:pt idx="8696">
                  <c:v>869.6</c:v>
                </c:pt>
                <c:pt idx="8697">
                  <c:v>869.7</c:v>
                </c:pt>
                <c:pt idx="8698">
                  <c:v>869.8</c:v>
                </c:pt>
                <c:pt idx="8699">
                  <c:v>869.9</c:v>
                </c:pt>
                <c:pt idx="8700">
                  <c:v>870</c:v>
                </c:pt>
                <c:pt idx="8701">
                  <c:v>870.1</c:v>
                </c:pt>
                <c:pt idx="8702">
                  <c:v>870.2</c:v>
                </c:pt>
                <c:pt idx="8703">
                  <c:v>870.3</c:v>
                </c:pt>
                <c:pt idx="8704">
                  <c:v>870.4</c:v>
                </c:pt>
                <c:pt idx="8705">
                  <c:v>870.5</c:v>
                </c:pt>
                <c:pt idx="8706">
                  <c:v>870.6</c:v>
                </c:pt>
                <c:pt idx="8707">
                  <c:v>870.7</c:v>
                </c:pt>
                <c:pt idx="8708">
                  <c:v>870.8</c:v>
                </c:pt>
                <c:pt idx="8709">
                  <c:v>870.9</c:v>
                </c:pt>
                <c:pt idx="8710">
                  <c:v>871</c:v>
                </c:pt>
                <c:pt idx="8711">
                  <c:v>871.1</c:v>
                </c:pt>
                <c:pt idx="8712">
                  <c:v>871.2</c:v>
                </c:pt>
                <c:pt idx="8713">
                  <c:v>871.3</c:v>
                </c:pt>
                <c:pt idx="8714">
                  <c:v>871.4</c:v>
                </c:pt>
                <c:pt idx="8715">
                  <c:v>871.5</c:v>
                </c:pt>
                <c:pt idx="8716">
                  <c:v>871.6</c:v>
                </c:pt>
                <c:pt idx="8717">
                  <c:v>871.7</c:v>
                </c:pt>
                <c:pt idx="8718">
                  <c:v>871.8</c:v>
                </c:pt>
                <c:pt idx="8719">
                  <c:v>871.9</c:v>
                </c:pt>
                <c:pt idx="8720">
                  <c:v>872</c:v>
                </c:pt>
                <c:pt idx="8721">
                  <c:v>872.1</c:v>
                </c:pt>
                <c:pt idx="8722">
                  <c:v>872.2</c:v>
                </c:pt>
                <c:pt idx="8723">
                  <c:v>872.3</c:v>
                </c:pt>
                <c:pt idx="8724">
                  <c:v>872.4</c:v>
                </c:pt>
                <c:pt idx="8725">
                  <c:v>872.5</c:v>
                </c:pt>
                <c:pt idx="8726">
                  <c:v>872.6</c:v>
                </c:pt>
                <c:pt idx="8727">
                  <c:v>872.7</c:v>
                </c:pt>
                <c:pt idx="8728">
                  <c:v>872.8</c:v>
                </c:pt>
                <c:pt idx="8729">
                  <c:v>872.9</c:v>
                </c:pt>
                <c:pt idx="8730">
                  <c:v>873</c:v>
                </c:pt>
                <c:pt idx="8731">
                  <c:v>873.1</c:v>
                </c:pt>
                <c:pt idx="8732">
                  <c:v>873.2</c:v>
                </c:pt>
                <c:pt idx="8733">
                  <c:v>873.3</c:v>
                </c:pt>
                <c:pt idx="8734">
                  <c:v>873.4</c:v>
                </c:pt>
                <c:pt idx="8735">
                  <c:v>873.5</c:v>
                </c:pt>
                <c:pt idx="8736">
                  <c:v>873.6</c:v>
                </c:pt>
                <c:pt idx="8737">
                  <c:v>873.7</c:v>
                </c:pt>
                <c:pt idx="8738">
                  <c:v>873.8</c:v>
                </c:pt>
                <c:pt idx="8739">
                  <c:v>873.9</c:v>
                </c:pt>
                <c:pt idx="8740">
                  <c:v>874</c:v>
                </c:pt>
                <c:pt idx="8741">
                  <c:v>874.1</c:v>
                </c:pt>
                <c:pt idx="8742">
                  <c:v>874.2</c:v>
                </c:pt>
                <c:pt idx="8743">
                  <c:v>874.3</c:v>
                </c:pt>
                <c:pt idx="8744">
                  <c:v>874.4</c:v>
                </c:pt>
                <c:pt idx="8745">
                  <c:v>874.5</c:v>
                </c:pt>
                <c:pt idx="8746">
                  <c:v>874.6</c:v>
                </c:pt>
                <c:pt idx="8747">
                  <c:v>874.7</c:v>
                </c:pt>
                <c:pt idx="8748">
                  <c:v>874.8</c:v>
                </c:pt>
                <c:pt idx="8749">
                  <c:v>874.9</c:v>
                </c:pt>
                <c:pt idx="8750">
                  <c:v>875</c:v>
                </c:pt>
                <c:pt idx="8751">
                  <c:v>875.1</c:v>
                </c:pt>
                <c:pt idx="8752">
                  <c:v>875.2</c:v>
                </c:pt>
                <c:pt idx="8753">
                  <c:v>875.3</c:v>
                </c:pt>
                <c:pt idx="8754">
                  <c:v>875.4</c:v>
                </c:pt>
                <c:pt idx="8755">
                  <c:v>875.5</c:v>
                </c:pt>
                <c:pt idx="8756">
                  <c:v>875.6</c:v>
                </c:pt>
                <c:pt idx="8757">
                  <c:v>875.7</c:v>
                </c:pt>
                <c:pt idx="8758">
                  <c:v>875.8</c:v>
                </c:pt>
                <c:pt idx="8759">
                  <c:v>875.9</c:v>
                </c:pt>
                <c:pt idx="8760">
                  <c:v>876</c:v>
                </c:pt>
                <c:pt idx="8761">
                  <c:v>876.1</c:v>
                </c:pt>
                <c:pt idx="8762">
                  <c:v>876.2</c:v>
                </c:pt>
                <c:pt idx="8763">
                  <c:v>876.3</c:v>
                </c:pt>
                <c:pt idx="8764">
                  <c:v>876.4</c:v>
                </c:pt>
                <c:pt idx="8765">
                  <c:v>876.5</c:v>
                </c:pt>
                <c:pt idx="8766">
                  <c:v>876.6</c:v>
                </c:pt>
                <c:pt idx="8767">
                  <c:v>876.7</c:v>
                </c:pt>
                <c:pt idx="8768">
                  <c:v>876.8</c:v>
                </c:pt>
                <c:pt idx="8769">
                  <c:v>876.9</c:v>
                </c:pt>
                <c:pt idx="8770">
                  <c:v>877</c:v>
                </c:pt>
                <c:pt idx="8771">
                  <c:v>877.1</c:v>
                </c:pt>
                <c:pt idx="8772">
                  <c:v>877.2</c:v>
                </c:pt>
                <c:pt idx="8773">
                  <c:v>877.3</c:v>
                </c:pt>
                <c:pt idx="8774">
                  <c:v>877.4</c:v>
                </c:pt>
                <c:pt idx="8775">
                  <c:v>877.5</c:v>
                </c:pt>
                <c:pt idx="8776">
                  <c:v>877.6</c:v>
                </c:pt>
                <c:pt idx="8777">
                  <c:v>877.7</c:v>
                </c:pt>
                <c:pt idx="8778">
                  <c:v>877.8</c:v>
                </c:pt>
                <c:pt idx="8779">
                  <c:v>877.9</c:v>
                </c:pt>
                <c:pt idx="8780">
                  <c:v>878</c:v>
                </c:pt>
                <c:pt idx="8781">
                  <c:v>878.1</c:v>
                </c:pt>
                <c:pt idx="8782">
                  <c:v>878.2</c:v>
                </c:pt>
                <c:pt idx="8783">
                  <c:v>878.3</c:v>
                </c:pt>
                <c:pt idx="8784">
                  <c:v>878.4</c:v>
                </c:pt>
                <c:pt idx="8785">
                  <c:v>878.5</c:v>
                </c:pt>
                <c:pt idx="8786">
                  <c:v>878.6</c:v>
                </c:pt>
                <c:pt idx="8787">
                  <c:v>878.7</c:v>
                </c:pt>
                <c:pt idx="8788">
                  <c:v>878.8</c:v>
                </c:pt>
                <c:pt idx="8789">
                  <c:v>878.9</c:v>
                </c:pt>
                <c:pt idx="8790">
                  <c:v>879</c:v>
                </c:pt>
                <c:pt idx="8791">
                  <c:v>879.1</c:v>
                </c:pt>
                <c:pt idx="8792">
                  <c:v>879.2</c:v>
                </c:pt>
                <c:pt idx="8793">
                  <c:v>879.3</c:v>
                </c:pt>
                <c:pt idx="8794">
                  <c:v>879.4</c:v>
                </c:pt>
                <c:pt idx="8795">
                  <c:v>879.5</c:v>
                </c:pt>
                <c:pt idx="8796">
                  <c:v>879.6</c:v>
                </c:pt>
                <c:pt idx="8797">
                  <c:v>879.7</c:v>
                </c:pt>
                <c:pt idx="8798">
                  <c:v>879.8</c:v>
                </c:pt>
                <c:pt idx="8799">
                  <c:v>879.9</c:v>
                </c:pt>
                <c:pt idx="8800">
                  <c:v>880</c:v>
                </c:pt>
                <c:pt idx="8801">
                  <c:v>880.1</c:v>
                </c:pt>
                <c:pt idx="8802">
                  <c:v>880.2</c:v>
                </c:pt>
                <c:pt idx="8803">
                  <c:v>880.3</c:v>
                </c:pt>
                <c:pt idx="8804">
                  <c:v>880.4</c:v>
                </c:pt>
                <c:pt idx="8805">
                  <c:v>880.5</c:v>
                </c:pt>
                <c:pt idx="8806">
                  <c:v>880.6</c:v>
                </c:pt>
                <c:pt idx="8807">
                  <c:v>880.7</c:v>
                </c:pt>
                <c:pt idx="8808">
                  <c:v>880.8</c:v>
                </c:pt>
                <c:pt idx="8809">
                  <c:v>880.9</c:v>
                </c:pt>
                <c:pt idx="8810">
                  <c:v>881</c:v>
                </c:pt>
                <c:pt idx="8811">
                  <c:v>881.1</c:v>
                </c:pt>
                <c:pt idx="8812">
                  <c:v>881.2</c:v>
                </c:pt>
                <c:pt idx="8813">
                  <c:v>881.3</c:v>
                </c:pt>
                <c:pt idx="8814">
                  <c:v>881.4</c:v>
                </c:pt>
                <c:pt idx="8815">
                  <c:v>881.5</c:v>
                </c:pt>
                <c:pt idx="8816">
                  <c:v>881.6</c:v>
                </c:pt>
                <c:pt idx="8817">
                  <c:v>881.7</c:v>
                </c:pt>
                <c:pt idx="8818">
                  <c:v>881.8</c:v>
                </c:pt>
                <c:pt idx="8819">
                  <c:v>881.9</c:v>
                </c:pt>
                <c:pt idx="8820">
                  <c:v>882</c:v>
                </c:pt>
                <c:pt idx="8821">
                  <c:v>882.1</c:v>
                </c:pt>
                <c:pt idx="8822">
                  <c:v>882.2</c:v>
                </c:pt>
                <c:pt idx="8823">
                  <c:v>882.3</c:v>
                </c:pt>
                <c:pt idx="8824">
                  <c:v>882.4</c:v>
                </c:pt>
                <c:pt idx="8825">
                  <c:v>882.5</c:v>
                </c:pt>
                <c:pt idx="8826">
                  <c:v>882.6</c:v>
                </c:pt>
                <c:pt idx="8827">
                  <c:v>882.7</c:v>
                </c:pt>
                <c:pt idx="8828">
                  <c:v>882.8</c:v>
                </c:pt>
                <c:pt idx="8829">
                  <c:v>882.9</c:v>
                </c:pt>
                <c:pt idx="8830">
                  <c:v>883</c:v>
                </c:pt>
                <c:pt idx="8831">
                  <c:v>883.1</c:v>
                </c:pt>
                <c:pt idx="8832">
                  <c:v>883.2</c:v>
                </c:pt>
                <c:pt idx="8833">
                  <c:v>883.3</c:v>
                </c:pt>
                <c:pt idx="8834">
                  <c:v>883.4</c:v>
                </c:pt>
                <c:pt idx="8835">
                  <c:v>883.5</c:v>
                </c:pt>
                <c:pt idx="8836">
                  <c:v>883.6</c:v>
                </c:pt>
                <c:pt idx="8837">
                  <c:v>883.7</c:v>
                </c:pt>
                <c:pt idx="8838">
                  <c:v>883.8</c:v>
                </c:pt>
                <c:pt idx="8839">
                  <c:v>883.9</c:v>
                </c:pt>
                <c:pt idx="8840">
                  <c:v>884</c:v>
                </c:pt>
                <c:pt idx="8841">
                  <c:v>884.1</c:v>
                </c:pt>
                <c:pt idx="8842">
                  <c:v>884.2</c:v>
                </c:pt>
                <c:pt idx="8843">
                  <c:v>884.3</c:v>
                </c:pt>
                <c:pt idx="8844">
                  <c:v>884.4</c:v>
                </c:pt>
                <c:pt idx="8845">
                  <c:v>884.5</c:v>
                </c:pt>
                <c:pt idx="8846">
                  <c:v>884.6</c:v>
                </c:pt>
                <c:pt idx="8847">
                  <c:v>884.7</c:v>
                </c:pt>
                <c:pt idx="8848">
                  <c:v>884.8</c:v>
                </c:pt>
                <c:pt idx="8849">
                  <c:v>884.9</c:v>
                </c:pt>
                <c:pt idx="8850">
                  <c:v>885</c:v>
                </c:pt>
                <c:pt idx="8851">
                  <c:v>885.1</c:v>
                </c:pt>
                <c:pt idx="8852">
                  <c:v>885.2</c:v>
                </c:pt>
                <c:pt idx="8853">
                  <c:v>885.3</c:v>
                </c:pt>
                <c:pt idx="8854">
                  <c:v>885.4</c:v>
                </c:pt>
                <c:pt idx="8855">
                  <c:v>885.5</c:v>
                </c:pt>
                <c:pt idx="8856">
                  <c:v>885.6</c:v>
                </c:pt>
                <c:pt idx="8857">
                  <c:v>885.7</c:v>
                </c:pt>
                <c:pt idx="8858">
                  <c:v>885.8</c:v>
                </c:pt>
                <c:pt idx="8859">
                  <c:v>885.9</c:v>
                </c:pt>
                <c:pt idx="8860">
                  <c:v>886</c:v>
                </c:pt>
                <c:pt idx="8861">
                  <c:v>886.1</c:v>
                </c:pt>
                <c:pt idx="8862">
                  <c:v>886.2</c:v>
                </c:pt>
                <c:pt idx="8863">
                  <c:v>886.3</c:v>
                </c:pt>
                <c:pt idx="8864">
                  <c:v>886.4</c:v>
                </c:pt>
                <c:pt idx="8865">
                  <c:v>886.5</c:v>
                </c:pt>
                <c:pt idx="8866">
                  <c:v>886.6</c:v>
                </c:pt>
                <c:pt idx="8867">
                  <c:v>886.7</c:v>
                </c:pt>
                <c:pt idx="8868">
                  <c:v>886.8</c:v>
                </c:pt>
                <c:pt idx="8869">
                  <c:v>886.9</c:v>
                </c:pt>
                <c:pt idx="8870">
                  <c:v>887</c:v>
                </c:pt>
                <c:pt idx="8871">
                  <c:v>887.1</c:v>
                </c:pt>
                <c:pt idx="8872">
                  <c:v>887.2</c:v>
                </c:pt>
                <c:pt idx="8873">
                  <c:v>887.3</c:v>
                </c:pt>
                <c:pt idx="8874">
                  <c:v>887.4</c:v>
                </c:pt>
                <c:pt idx="8875">
                  <c:v>887.5</c:v>
                </c:pt>
                <c:pt idx="8876">
                  <c:v>887.6</c:v>
                </c:pt>
                <c:pt idx="8877">
                  <c:v>887.7</c:v>
                </c:pt>
                <c:pt idx="8878">
                  <c:v>887.8</c:v>
                </c:pt>
                <c:pt idx="8879">
                  <c:v>887.9</c:v>
                </c:pt>
                <c:pt idx="8880">
                  <c:v>888</c:v>
                </c:pt>
                <c:pt idx="8881">
                  <c:v>888.1</c:v>
                </c:pt>
                <c:pt idx="8882">
                  <c:v>888.2</c:v>
                </c:pt>
                <c:pt idx="8883">
                  <c:v>888.3</c:v>
                </c:pt>
                <c:pt idx="8884">
                  <c:v>888.4</c:v>
                </c:pt>
                <c:pt idx="8885">
                  <c:v>888.5</c:v>
                </c:pt>
                <c:pt idx="8886">
                  <c:v>888.6</c:v>
                </c:pt>
                <c:pt idx="8887">
                  <c:v>888.7</c:v>
                </c:pt>
                <c:pt idx="8888">
                  <c:v>888.8</c:v>
                </c:pt>
                <c:pt idx="8889">
                  <c:v>888.9</c:v>
                </c:pt>
                <c:pt idx="8890">
                  <c:v>889</c:v>
                </c:pt>
                <c:pt idx="8891">
                  <c:v>889.1</c:v>
                </c:pt>
                <c:pt idx="8892">
                  <c:v>889.2</c:v>
                </c:pt>
                <c:pt idx="8893">
                  <c:v>889.3</c:v>
                </c:pt>
                <c:pt idx="8894">
                  <c:v>889.4</c:v>
                </c:pt>
                <c:pt idx="8895">
                  <c:v>889.5</c:v>
                </c:pt>
                <c:pt idx="8896">
                  <c:v>889.6</c:v>
                </c:pt>
                <c:pt idx="8897">
                  <c:v>889.7</c:v>
                </c:pt>
                <c:pt idx="8898">
                  <c:v>889.8</c:v>
                </c:pt>
                <c:pt idx="8899">
                  <c:v>889.9</c:v>
                </c:pt>
                <c:pt idx="8900">
                  <c:v>890</c:v>
                </c:pt>
                <c:pt idx="8901">
                  <c:v>890.1</c:v>
                </c:pt>
                <c:pt idx="8902">
                  <c:v>890.2</c:v>
                </c:pt>
                <c:pt idx="8903">
                  <c:v>890.3</c:v>
                </c:pt>
                <c:pt idx="8904">
                  <c:v>890.4</c:v>
                </c:pt>
                <c:pt idx="8905">
                  <c:v>890.5</c:v>
                </c:pt>
                <c:pt idx="8906">
                  <c:v>890.6</c:v>
                </c:pt>
                <c:pt idx="8907">
                  <c:v>890.7</c:v>
                </c:pt>
                <c:pt idx="8908">
                  <c:v>890.8</c:v>
                </c:pt>
                <c:pt idx="8909">
                  <c:v>890.9</c:v>
                </c:pt>
                <c:pt idx="8910">
                  <c:v>891</c:v>
                </c:pt>
                <c:pt idx="8911">
                  <c:v>891.1</c:v>
                </c:pt>
                <c:pt idx="8912">
                  <c:v>891.2</c:v>
                </c:pt>
                <c:pt idx="8913">
                  <c:v>891.3</c:v>
                </c:pt>
                <c:pt idx="8914">
                  <c:v>891.4</c:v>
                </c:pt>
                <c:pt idx="8915">
                  <c:v>891.5</c:v>
                </c:pt>
                <c:pt idx="8916">
                  <c:v>891.6</c:v>
                </c:pt>
                <c:pt idx="8917">
                  <c:v>891.7</c:v>
                </c:pt>
                <c:pt idx="8918">
                  <c:v>891.8</c:v>
                </c:pt>
                <c:pt idx="8919">
                  <c:v>891.9</c:v>
                </c:pt>
                <c:pt idx="8920">
                  <c:v>892</c:v>
                </c:pt>
                <c:pt idx="8921">
                  <c:v>892.1</c:v>
                </c:pt>
                <c:pt idx="8922">
                  <c:v>892.2</c:v>
                </c:pt>
                <c:pt idx="8923">
                  <c:v>892.3</c:v>
                </c:pt>
                <c:pt idx="8924">
                  <c:v>892.4</c:v>
                </c:pt>
                <c:pt idx="8925">
                  <c:v>892.5</c:v>
                </c:pt>
                <c:pt idx="8926">
                  <c:v>892.6</c:v>
                </c:pt>
                <c:pt idx="8927">
                  <c:v>892.7</c:v>
                </c:pt>
                <c:pt idx="8928">
                  <c:v>892.8</c:v>
                </c:pt>
                <c:pt idx="8929">
                  <c:v>892.9</c:v>
                </c:pt>
                <c:pt idx="8930">
                  <c:v>893</c:v>
                </c:pt>
                <c:pt idx="8931">
                  <c:v>893.1</c:v>
                </c:pt>
                <c:pt idx="8932">
                  <c:v>893.2</c:v>
                </c:pt>
                <c:pt idx="8933">
                  <c:v>893.3</c:v>
                </c:pt>
                <c:pt idx="8934">
                  <c:v>893.4</c:v>
                </c:pt>
                <c:pt idx="8935">
                  <c:v>893.5</c:v>
                </c:pt>
                <c:pt idx="8936">
                  <c:v>893.6</c:v>
                </c:pt>
                <c:pt idx="8937">
                  <c:v>893.7</c:v>
                </c:pt>
                <c:pt idx="8938">
                  <c:v>893.8</c:v>
                </c:pt>
                <c:pt idx="8939">
                  <c:v>893.9</c:v>
                </c:pt>
                <c:pt idx="8940">
                  <c:v>894</c:v>
                </c:pt>
                <c:pt idx="8941">
                  <c:v>894.1</c:v>
                </c:pt>
                <c:pt idx="8942">
                  <c:v>894.2</c:v>
                </c:pt>
                <c:pt idx="8943">
                  <c:v>894.3</c:v>
                </c:pt>
                <c:pt idx="8944">
                  <c:v>894.4</c:v>
                </c:pt>
                <c:pt idx="8945">
                  <c:v>894.5</c:v>
                </c:pt>
                <c:pt idx="8946">
                  <c:v>894.6</c:v>
                </c:pt>
                <c:pt idx="8947">
                  <c:v>894.7</c:v>
                </c:pt>
                <c:pt idx="8948">
                  <c:v>894.8</c:v>
                </c:pt>
                <c:pt idx="8949">
                  <c:v>894.9</c:v>
                </c:pt>
                <c:pt idx="8950">
                  <c:v>895</c:v>
                </c:pt>
                <c:pt idx="8951">
                  <c:v>895.1</c:v>
                </c:pt>
                <c:pt idx="8952">
                  <c:v>895.2</c:v>
                </c:pt>
                <c:pt idx="8953">
                  <c:v>895.3</c:v>
                </c:pt>
                <c:pt idx="8954">
                  <c:v>895.4</c:v>
                </c:pt>
                <c:pt idx="8955">
                  <c:v>895.5</c:v>
                </c:pt>
                <c:pt idx="8956">
                  <c:v>895.6</c:v>
                </c:pt>
                <c:pt idx="8957">
                  <c:v>895.7</c:v>
                </c:pt>
                <c:pt idx="8958">
                  <c:v>895.8</c:v>
                </c:pt>
                <c:pt idx="8959">
                  <c:v>895.9</c:v>
                </c:pt>
                <c:pt idx="8960">
                  <c:v>896</c:v>
                </c:pt>
                <c:pt idx="8961">
                  <c:v>896.1</c:v>
                </c:pt>
                <c:pt idx="8962">
                  <c:v>896.2</c:v>
                </c:pt>
                <c:pt idx="8963">
                  <c:v>896.3</c:v>
                </c:pt>
                <c:pt idx="8964">
                  <c:v>896.4</c:v>
                </c:pt>
                <c:pt idx="8965">
                  <c:v>896.5</c:v>
                </c:pt>
                <c:pt idx="8966">
                  <c:v>896.6</c:v>
                </c:pt>
                <c:pt idx="8967">
                  <c:v>896.7</c:v>
                </c:pt>
                <c:pt idx="8968">
                  <c:v>896.8</c:v>
                </c:pt>
                <c:pt idx="8969">
                  <c:v>896.9</c:v>
                </c:pt>
                <c:pt idx="8970">
                  <c:v>897</c:v>
                </c:pt>
                <c:pt idx="8971">
                  <c:v>897.1</c:v>
                </c:pt>
                <c:pt idx="8972">
                  <c:v>897.2</c:v>
                </c:pt>
                <c:pt idx="8973">
                  <c:v>897.3</c:v>
                </c:pt>
                <c:pt idx="8974">
                  <c:v>897.4</c:v>
                </c:pt>
                <c:pt idx="8975">
                  <c:v>897.5</c:v>
                </c:pt>
                <c:pt idx="8976">
                  <c:v>897.6</c:v>
                </c:pt>
                <c:pt idx="8977">
                  <c:v>897.7</c:v>
                </c:pt>
                <c:pt idx="8978">
                  <c:v>897.8</c:v>
                </c:pt>
                <c:pt idx="8979">
                  <c:v>897.9</c:v>
                </c:pt>
                <c:pt idx="8980">
                  <c:v>898</c:v>
                </c:pt>
                <c:pt idx="8981">
                  <c:v>898.1</c:v>
                </c:pt>
                <c:pt idx="8982">
                  <c:v>898.2</c:v>
                </c:pt>
                <c:pt idx="8983">
                  <c:v>898.3</c:v>
                </c:pt>
                <c:pt idx="8984">
                  <c:v>898.4</c:v>
                </c:pt>
                <c:pt idx="8985">
                  <c:v>898.5</c:v>
                </c:pt>
                <c:pt idx="8986">
                  <c:v>898.6</c:v>
                </c:pt>
                <c:pt idx="8987">
                  <c:v>898.7</c:v>
                </c:pt>
                <c:pt idx="8988">
                  <c:v>898.8</c:v>
                </c:pt>
                <c:pt idx="8989">
                  <c:v>898.9</c:v>
                </c:pt>
                <c:pt idx="8990">
                  <c:v>899</c:v>
                </c:pt>
                <c:pt idx="8991">
                  <c:v>899.1</c:v>
                </c:pt>
                <c:pt idx="8992">
                  <c:v>899.2</c:v>
                </c:pt>
                <c:pt idx="8993">
                  <c:v>899.3</c:v>
                </c:pt>
                <c:pt idx="8994">
                  <c:v>899.4</c:v>
                </c:pt>
                <c:pt idx="8995">
                  <c:v>899.5</c:v>
                </c:pt>
                <c:pt idx="8996">
                  <c:v>899.6</c:v>
                </c:pt>
                <c:pt idx="8997">
                  <c:v>899.7</c:v>
                </c:pt>
                <c:pt idx="8998">
                  <c:v>899.8</c:v>
                </c:pt>
                <c:pt idx="8999">
                  <c:v>899.9</c:v>
                </c:pt>
                <c:pt idx="9000">
                  <c:v>900</c:v>
                </c:pt>
                <c:pt idx="9001">
                  <c:v>900.1</c:v>
                </c:pt>
                <c:pt idx="9002">
                  <c:v>900.2</c:v>
                </c:pt>
                <c:pt idx="9003">
                  <c:v>900.3</c:v>
                </c:pt>
                <c:pt idx="9004">
                  <c:v>900.4</c:v>
                </c:pt>
                <c:pt idx="9005">
                  <c:v>900.5</c:v>
                </c:pt>
                <c:pt idx="9006">
                  <c:v>900.6</c:v>
                </c:pt>
                <c:pt idx="9007">
                  <c:v>900.7</c:v>
                </c:pt>
                <c:pt idx="9008">
                  <c:v>900.8</c:v>
                </c:pt>
                <c:pt idx="9009">
                  <c:v>900.9</c:v>
                </c:pt>
                <c:pt idx="9010">
                  <c:v>901</c:v>
                </c:pt>
                <c:pt idx="9011">
                  <c:v>901.1</c:v>
                </c:pt>
                <c:pt idx="9012">
                  <c:v>901.2</c:v>
                </c:pt>
                <c:pt idx="9013">
                  <c:v>901.3</c:v>
                </c:pt>
                <c:pt idx="9014">
                  <c:v>901.4</c:v>
                </c:pt>
                <c:pt idx="9015">
                  <c:v>901.5</c:v>
                </c:pt>
                <c:pt idx="9016">
                  <c:v>901.6</c:v>
                </c:pt>
                <c:pt idx="9017">
                  <c:v>901.7</c:v>
                </c:pt>
                <c:pt idx="9018">
                  <c:v>901.8</c:v>
                </c:pt>
                <c:pt idx="9019">
                  <c:v>901.9</c:v>
                </c:pt>
                <c:pt idx="9020">
                  <c:v>902</c:v>
                </c:pt>
                <c:pt idx="9021">
                  <c:v>902.1</c:v>
                </c:pt>
                <c:pt idx="9022">
                  <c:v>902.2</c:v>
                </c:pt>
                <c:pt idx="9023">
                  <c:v>902.3</c:v>
                </c:pt>
                <c:pt idx="9024">
                  <c:v>902.4</c:v>
                </c:pt>
                <c:pt idx="9025">
                  <c:v>902.5</c:v>
                </c:pt>
                <c:pt idx="9026">
                  <c:v>902.6</c:v>
                </c:pt>
                <c:pt idx="9027">
                  <c:v>902.7</c:v>
                </c:pt>
                <c:pt idx="9028">
                  <c:v>902.8</c:v>
                </c:pt>
                <c:pt idx="9029">
                  <c:v>902.9</c:v>
                </c:pt>
                <c:pt idx="9030">
                  <c:v>903</c:v>
                </c:pt>
                <c:pt idx="9031">
                  <c:v>903.1</c:v>
                </c:pt>
                <c:pt idx="9032">
                  <c:v>903.2</c:v>
                </c:pt>
                <c:pt idx="9033">
                  <c:v>903.3</c:v>
                </c:pt>
                <c:pt idx="9034">
                  <c:v>903.4</c:v>
                </c:pt>
                <c:pt idx="9035">
                  <c:v>903.5</c:v>
                </c:pt>
                <c:pt idx="9036">
                  <c:v>903.6</c:v>
                </c:pt>
                <c:pt idx="9037">
                  <c:v>903.7</c:v>
                </c:pt>
                <c:pt idx="9038">
                  <c:v>903.8</c:v>
                </c:pt>
                <c:pt idx="9039">
                  <c:v>903.9</c:v>
                </c:pt>
                <c:pt idx="9040">
                  <c:v>904</c:v>
                </c:pt>
                <c:pt idx="9041">
                  <c:v>904.1</c:v>
                </c:pt>
                <c:pt idx="9042">
                  <c:v>904.2</c:v>
                </c:pt>
                <c:pt idx="9043">
                  <c:v>904.3</c:v>
                </c:pt>
                <c:pt idx="9044">
                  <c:v>904.4</c:v>
                </c:pt>
                <c:pt idx="9045">
                  <c:v>904.5</c:v>
                </c:pt>
                <c:pt idx="9046">
                  <c:v>904.6</c:v>
                </c:pt>
                <c:pt idx="9047">
                  <c:v>904.7</c:v>
                </c:pt>
                <c:pt idx="9048">
                  <c:v>904.8</c:v>
                </c:pt>
                <c:pt idx="9049">
                  <c:v>904.9</c:v>
                </c:pt>
                <c:pt idx="9050">
                  <c:v>905</c:v>
                </c:pt>
                <c:pt idx="9051">
                  <c:v>905.1</c:v>
                </c:pt>
                <c:pt idx="9052">
                  <c:v>905.2</c:v>
                </c:pt>
                <c:pt idx="9053">
                  <c:v>905.3</c:v>
                </c:pt>
                <c:pt idx="9054">
                  <c:v>905.4</c:v>
                </c:pt>
                <c:pt idx="9055">
                  <c:v>905.5</c:v>
                </c:pt>
                <c:pt idx="9056">
                  <c:v>905.6</c:v>
                </c:pt>
                <c:pt idx="9057">
                  <c:v>905.7</c:v>
                </c:pt>
                <c:pt idx="9058">
                  <c:v>905.8</c:v>
                </c:pt>
                <c:pt idx="9059">
                  <c:v>905.9</c:v>
                </c:pt>
                <c:pt idx="9060">
                  <c:v>906</c:v>
                </c:pt>
                <c:pt idx="9061">
                  <c:v>906.1</c:v>
                </c:pt>
                <c:pt idx="9062">
                  <c:v>906.2</c:v>
                </c:pt>
                <c:pt idx="9063">
                  <c:v>906.3</c:v>
                </c:pt>
                <c:pt idx="9064">
                  <c:v>906.4</c:v>
                </c:pt>
                <c:pt idx="9065">
                  <c:v>906.5</c:v>
                </c:pt>
                <c:pt idx="9066">
                  <c:v>906.6</c:v>
                </c:pt>
                <c:pt idx="9067">
                  <c:v>906.7</c:v>
                </c:pt>
                <c:pt idx="9068">
                  <c:v>906.8</c:v>
                </c:pt>
                <c:pt idx="9069">
                  <c:v>906.9</c:v>
                </c:pt>
                <c:pt idx="9070">
                  <c:v>907</c:v>
                </c:pt>
                <c:pt idx="9071">
                  <c:v>907.1</c:v>
                </c:pt>
                <c:pt idx="9072">
                  <c:v>907.2</c:v>
                </c:pt>
                <c:pt idx="9073">
                  <c:v>907.3</c:v>
                </c:pt>
                <c:pt idx="9074">
                  <c:v>907.4</c:v>
                </c:pt>
                <c:pt idx="9075">
                  <c:v>907.5</c:v>
                </c:pt>
                <c:pt idx="9076">
                  <c:v>907.6</c:v>
                </c:pt>
                <c:pt idx="9077">
                  <c:v>907.7</c:v>
                </c:pt>
                <c:pt idx="9078">
                  <c:v>907.8</c:v>
                </c:pt>
                <c:pt idx="9079">
                  <c:v>907.9</c:v>
                </c:pt>
                <c:pt idx="9080">
                  <c:v>908</c:v>
                </c:pt>
                <c:pt idx="9081">
                  <c:v>908.1</c:v>
                </c:pt>
                <c:pt idx="9082">
                  <c:v>908.2</c:v>
                </c:pt>
                <c:pt idx="9083">
                  <c:v>908.3</c:v>
                </c:pt>
                <c:pt idx="9084">
                  <c:v>908.4</c:v>
                </c:pt>
                <c:pt idx="9085">
                  <c:v>908.5</c:v>
                </c:pt>
                <c:pt idx="9086">
                  <c:v>908.6</c:v>
                </c:pt>
                <c:pt idx="9087">
                  <c:v>908.7</c:v>
                </c:pt>
                <c:pt idx="9088">
                  <c:v>908.8</c:v>
                </c:pt>
                <c:pt idx="9089">
                  <c:v>908.9</c:v>
                </c:pt>
                <c:pt idx="9090">
                  <c:v>909</c:v>
                </c:pt>
                <c:pt idx="9091">
                  <c:v>909.1</c:v>
                </c:pt>
                <c:pt idx="9092">
                  <c:v>909.2</c:v>
                </c:pt>
                <c:pt idx="9093">
                  <c:v>909.3</c:v>
                </c:pt>
                <c:pt idx="9094">
                  <c:v>909.4</c:v>
                </c:pt>
                <c:pt idx="9095">
                  <c:v>909.5</c:v>
                </c:pt>
                <c:pt idx="9096">
                  <c:v>909.6</c:v>
                </c:pt>
                <c:pt idx="9097">
                  <c:v>909.7</c:v>
                </c:pt>
                <c:pt idx="9098">
                  <c:v>909.8</c:v>
                </c:pt>
                <c:pt idx="9099">
                  <c:v>909.9</c:v>
                </c:pt>
                <c:pt idx="9100">
                  <c:v>910</c:v>
                </c:pt>
                <c:pt idx="9101">
                  <c:v>910.1</c:v>
                </c:pt>
                <c:pt idx="9102">
                  <c:v>910.2</c:v>
                </c:pt>
                <c:pt idx="9103">
                  <c:v>910.3</c:v>
                </c:pt>
                <c:pt idx="9104">
                  <c:v>910.4</c:v>
                </c:pt>
                <c:pt idx="9105">
                  <c:v>910.5</c:v>
                </c:pt>
                <c:pt idx="9106">
                  <c:v>910.6</c:v>
                </c:pt>
                <c:pt idx="9107">
                  <c:v>910.7</c:v>
                </c:pt>
                <c:pt idx="9108">
                  <c:v>910.8</c:v>
                </c:pt>
                <c:pt idx="9109">
                  <c:v>910.9</c:v>
                </c:pt>
                <c:pt idx="9110">
                  <c:v>911</c:v>
                </c:pt>
                <c:pt idx="9111">
                  <c:v>911.1</c:v>
                </c:pt>
                <c:pt idx="9112">
                  <c:v>911.2</c:v>
                </c:pt>
                <c:pt idx="9113">
                  <c:v>911.3</c:v>
                </c:pt>
                <c:pt idx="9114">
                  <c:v>911.4</c:v>
                </c:pt>
                <c:pt idx="9115">
                  <c:v>911.5</c:v>
                </c:pt>
                <c:pt idx="9116">
                  <c:v>911.6</c:v>
                </c:pt>
                <c:pt idx="9117">
                  <c:v>911.7</c:v>
                </c:pt>
                <c:pt idx="9118">
                  <c:v>911.8</c:v>
                </c:pt>
                <c:pt idx="9119">
                  <c:v>911.9</c:v>
                </c:pt>
                <c:pt idx="9120">
                  <c:v>912</c:v>
                </c:pt>
                <c:pt idx="9121">
                  <c:v>912.1</c:v>
                </c:pt>
                <c:pt idx="9122">
                  <c:v>912.2</c:v>
                </c:pt>
                <c:pt idx="9123">
                  <c:v>912.3</c:v>
                </c:pt>
                <c:pt idx="9124">
                  <c:v>912.4</c:v>
                </c:pt>
                <c:pt idx="9125">
                  <c:v>912.5</c:v>
                </c:pt>
                <c:pt idx="9126">
                  <c:v>912.6</c:v>
                </c:pt>
                <c:pt idx="9127">
                  <c:v>912.7</c:v>
                </c:pt>
                <c:pt idx="9128">
                  <c:v>912.8</c:v>
                </c:pt>
                <c:pt idx="9129">
                  <c:v>912.9</c:v>
                </c:pt>
                <c:pt idx="9130">
                  <c:v>913</c:v>
                </c:pt>
                <c:pt idx="9131">
                  <c:v>913.1</c:v>
                </c:pt>
                <c:pt idx="9132">
                  <c:v>913.2</c:v>
                </c:pt>
                <c:pt idx="9133">
                  <c:v>913.3</c:v>
                </c:pt>
                <c:pt idx="9134">
                  <c:v>913.4</c:v>
                </c:pt>
                <c:pt idx="9135">
                  <c:v>913.5</c:v>
                </c:pt>
                <c:pt idx="9136">
                  <c:v>913.6</c:v>
                </c:pt>
                <c:pt idx="9137">
                  <c:v>913.7</c:v>
                </c:pt>
                <c:pt idx="9138">
                  <c:v>913.8</c:v>
                </c:pt>
                <c:pt idx="9139">
                  <c:v>913.9</c:v>
                </c:pt>
                <c:pt idx="9140">
                  <c:v>914</c:v>
                </c:pt>
                <c:pt idx="9141">
                  <c:v>914.1</c:v>
                </c:pt>
                <c:pt idx="9142">
                  <c:v>914.2</c:v>
                </c:pt>
                <c:pt idx="9143">
                  <c:v>914.3</c:v>
                </c:pt>
                <c:pt idx="9144">
                  <c:v>914.4</c:v>
                </c:pt>
                <c:pt idx="9145">
                  <c:v>914.5</c:v>
                </c:pt>
                <c:pt idx="9146">
                  <c:v>914.6</c:v>
                </c:pt>
                <c:pt idx="9147">
                  <c:v>914.7</c:v>
                </c:pt>
                <c:pt idx="9148">
                  <c:v>914.8</c:v>
                </c:pt>
                <c:pt idx="9149">
                  <c:v>914.9</c:v>
                </c:pt>
                <c:pt idx="9150">
                  <c:v>915</c:v>
                </c:pt>
                <c:pt idx="9151">
                  <c:v>915.1</c:v>
                </c:pt>
                <c:pt idx="9152">
                  <c:v>915.2</c:v>
                </c:pt>
                <c:pt idx="9153">
                  <c:v>915.3</c:v>
                </c:pt>
                <c:pt idx="9154">
                  <c:v>915.4</c:v>
                </c:pt>
                <c:pt idx="9155">
                  <c:v>915.5</c:v>
                </c:pt>
                <c:pt idx="9156">
                  <c:v>915.6</c:v>
                </c:pt>
                <c:pt idx="9157">
                  <c:v>915.7</c:v>
                </c:pt>
                <c:pt idx="9158">
                  <c:v>915.8</c:v>
                </c:pt>
                <c:pt idx="9159">
                  <c:v>915.9</c:v>
                </c:pt>
                <c:pt idx="9160">
                  <c:v>916</c:v>
                </c:pt>
                <c:pt idx="9161">
                  <c:v>916.1</c:v>
                </c:pt>
                <c:pt idx="9162">
                  <c:v>916.2</c:v>
                </c:pt>
                <c:pt idx="9163">
                  <c:v>916.3</c:v>
                </c:pt>
                <c:pt idx="9164">
                  <c:v>916.4</c:v>
                </c:pt>
                <c:pt idx="9165">
                  <c:v>916.5</c:v>
                </c:pt>
                <c:pt idx="9166">
                  <c:v>916.6</c:v>
                </c:pt>
                <c:pt idx="9167">
                  <c:v>916.7</c:v>
                </c:pt>
                <c:pt idx="9168">
                  <c:v>916.8</c:v>
                </c:pt>
                <c:pt idx="9169">
                  <c:v>916.9</c:v>
                </c:pt>
                <c:pt idx="9170">
                  <c:v>917</c:v>
                </c:pt>
                <c:pt idx="9171">
                  <c:v>917.1</c:v>
                </c:pt>
                <c:pt idx="9172">
                  <c:v>917.2</c:v>
                </c:pt>
                <c:pt idx="9173">
                  <c:v>917.3</c:v>
                </c:pt>
                <c:pt idx="9174">
                  <c:v>917.4</c:v>
                </c:pt>
                <c:pt idx="9175">
                  <c:v>917.5</c:v>
                </c:pt>
                <c:pt idx="9176">
                  <c:v>917.6</c:v>
                </c:pt>
                <c:pt idx="9177">
                  <c:v>917.7</c:v>
                </c:pt>
                <c:pt idx="9178">
                  <c:v>917.8</c:v>
                </c:pt>
                <c:pt idx="9179">
                  <c:v>917.9</c:v>
                </c:pt>
                <c:pt idx="9180">
                  <c:v>918</c:v>
                </c:pt>
                <c:pt idx="9181">
                  <c:v>918.1</c:v>
                </c:pt>
                <c:pt idx="9182">
                  <c:v>918.2</c:v>
                </c:pt>
                <c:pt idx="9183">
                  <c:v>918.3</c:v>
                </c:pt>
                <c:pt idx="9184">
                  <c:v>918.4</c:v>
                </c:pt>
                <c:pt idx="9185">
                  <c:v>918.5</c:v>
                </c:pt>
                <c:pt idx="9186">
                  <c:v>918.6</c:v>
                </c:pt>
                <c:pt idx="9187">
                  <c:v>918.7</c:v>
                </c:pt>
                <c:pt idx="9188">
                  <c:v>918.8</c:v>
                </c:pt>
                <c:pt idx="9189">
                  <c:v>918.9</c:v>
                </c:pt>
                <c:pt idx="9190">
                  <c:v>919</c:v>
                </c:pt>
                <c:pt idx="9191">
                  <c:v>919.1</c:v>
                </c:pt>
                <c:pt idx="9192">
                  <c:v>919.2</c:v>
                </c:pt>
                <c:pt idx="9193">
                  <c:v>919.3</c:v>
                </c:pt>
                <c:pt idx="9194">
                  <c:v>919.4</c:v>
                </c:pt>
                <c:pt idx="9195">
                  <c:v>919.5</c:v>
                </c:pt>
                <c:pt idx="9196">
                  <c:v>919.6</c:v>
                </c:pt>
                <c:pt idx="9197">
                  <c:v>919.7</c:v>
                </c:pt>
                <c:pt idx="9198">
                  <c:v>919.8</c:v>
                </c:pt>
                <c:pt idx="9199">
                  <c:v>919.9</c:v>
                </c:pt>
                <c:pt idx="9200">
                  <c:v>920</c:v>
                </c:pt>
                <c:pt idx="9201">
                  <c:v>920.1</c:v>
                </c:pt>
                <c:pt idx="9202">
                  <c:v>920.2</c:v>
                </c:pt>
                <c:pt idx="9203">
                  <c:v>920.3</c:v>
                </c:pt>
                <c:pt idx="9204">
                  <c:v>920.4</c:v>
                </c:pt>
                <c:pt idx="9205">
                  <c:v>920.5</c:v>
                </c:pt>
                <c:pt idx="9206">
                  <c:v>920.6</c:v>
                </c:pt>
                <c:pt idx="9207">
                  <c:v>920.7</c:v>
                </c:pt>
                <c:pt idx="9208">
                  <c:v>920.8</c:v>
                </c:pt>
                <c:pt idx="9209">
                  <c:v>920.9</c:v>
                </c:pt>
                <c:pt idx="9210">
                  <c:v>921</c:v>
                </c:pt>
                <c:pt idx="9211">
                  <c:v>921.1</c:v>
                </c:pt>
                <c:pt idx="9212">
                  <c:v>921.2</c:v>
                </c:pt>
                <c:pt idx="9213">
                  <c:v>921.3</c:v>
                </c:pt>
                <c:pt idx="9214">
                  <c:v>921.4</c:v>
                </c:pt>
                <c:pt idx="9215">
                  <c:v>921.5</c:v>
                </c:pt>
                <c:pt idx="9216">
                  <c:v>921.6</c:v>
                </c:pt>
                <c:pt idx="9217">
                  <c:v>921.7</c:v>
                </c:pt>
                <c:pt idx="9218">
                  <c:v>921.8</c:v>
                </c:pt>
                <c:pt idx="9219">
                  <c:v>921.9</c:v>
                </c:pt>
                <c:pt idx="9220">
                  <c:v>922</c:v>
                </c:pt>
                <c:pt idx="9221">
                  <c:v>922.1</c:v>
                </c:pt>
                <c:pt idx="9222">
                  <c:v>922.2</c:v>
                </c:pt>
                <c:pt idx="9223">
                  <c:v>922.3</c:v>
                </c:pt>
                <c:pt idx="9224">
                  <c:v>922.4</c:v>
                </c:pt>
                <c:pt idx="9225">
                  <c:v>922.5</c:v>
                </c:pt>
                <c:pt idx="9226">
                  <c:v>922.6</c:v>
                </c:pt>
                <c:pt idx="9227">
                  <c:v>922.7</c:v>
                </c:pt>
                <c:pt idx="9228">
                  <c:v>922.8</c:v>
                </c:pt>
                <c:pt idx="9229">
                  <c:v>922.9</c:v>
                </c:pt>
                <c:pt idx="9230">
                  <c:v>923</c:v>
                </c:pt>
                <c:pt idx="9231">
                  <c:v>923.1</c:v>
                </c:pt>
                <c:pt idx="9232">
                  <c:v>923.2</c:v>
                </c:pt>
                <c:pt idx="9233">
                  <c:v>923.3</c:v>
                </c:pt>
                <c:pt idx="9234">
                  <c:v>923.4</c:v>
                </c:pt>
                <c:pt idx="9235">
                  <c:v>923.5</c:v>
                </c:pt>
                <c:pt idx="9236">
                  <c:v>923.6</c:v>
                </c:pt>
                <c:pt idx="9237">
                  <c:v>923.7</c:v>
                </c:pt>
                <c:pt idx="9238">
                  <c:v>923.8</c:v>
                </c:pt>
                <c:pt idx="9239">
                  <c:v>923.9</c:v>
                </c:pt>
                <c:pt idx="9240">
                  <c:v>924</c:v>
                </c:pt>
                <c:pt idx="9241">
                  <c:v>924.1</c:v>
                </c:pt>
                <c:pt idx="9242">
                  <c:v>924.2</c:v>
                </c:pt>
                <c:pt idx="9243">
                  <c:v>924.3</c:v>
                </c:pt>
                <c:pt idx="9244">
                  <c:v>924.4</c:v>
                </c:pt>
                <c:pt idx="9245">
                  <c:v>924.5</c:v>
                </c:pt>
                <c:pt idx="9246">
                  <c:v>924.6</c:v>
                </c:pt>
                <c:pt idx="9247">
                  <c:v>924.7</c:v>
                </c:pt>
                <c:pt idx="9248">
                  <c:v>924.8</c:v>
                </c:pt>
                <c:pt idx="9249">
                  <c:v>924.9</c:v>
                </c:pt>
                <c:pt idx="9250">
                  <c:v>925</c:v>
                </c:pt>
                <c:pt idx="9251">
                  <c:v>925.1</c:v>
                </c:pt>
                <c:pt idx="9252">
                  <c:v>925.2</c:v>
                </c:pt>
                <c:pt idx="9253">
                  <c:v>925.3</c:v>
                </c:pt>
                <c:pt idx="9254">
                  <c:v>925.4</c:v>
                </c:pt>
                <c:pt idx="9255">
                  <c:v>925.5</c:v>
                </c:pt>
                <c:pt idx="9256">
                  <c:v>925.6</c:v>
                </c:pt>
                <c:pt idx="9257">
                  <c:v>925.7</c:v>
                </c:pt>
                <c:pt idx="9258">
                  <c:v>925.8</c:v>
                </c:pt>
                <c:pt idx="9259">
                  <c:v>925.9</c:v>
                </c:pt>
                <c:pt idx="9260">
                  <c:v>926</c:v>
                </c:pt>
                <c:pt idx="9261">
                  <c:v>926.1</c:v>
                </c:pt>
                <c:pt idx="9262">
                  <c:v>926.2</c:v>
                </c:pt>
                <c:pt idx="9263">
                  <c:v>926.3</c:v>
                </c:pt>
                <c:pt idx="9264">
                  <c:v>926.4</c:v>
                </c:pt>
                <c:pt idx="9265">
                  <c:v>926.5</c:v>
                </c:pt>
                <c:pt idx="9266">
                  <c:v>926.6</c:v>
                </c:pt>
                <c:pt idx="9267">
                  <c:v>926.7</c:v>
                </c:pt>
                <c:pt idx="9268">
                  <c:v>926.8</c:v>
                </c:pt>
                <c:pt idx="9269">
                  <c:v>926.9</c:v>
                </c:pt>
                <c:pt idx="9270">
                  <c:v>927</c:v>
                </c:pt>
                <c:pt idx="9271">
                  <c:v>927.1</c:v>
                </c:pt>
                <c:pt idx="9272">
                  <c:v>927.2</c:v>
                </c:pt>
                <c:pt idx="9273">
                  <c:v>927.3</c:v>
                </c:pt>
                <c:pt idx="9274">
                  <c:v>927.4</c:v>
                </c:pt>
                <c:pt idx="9275">
                  <c:v>927.5</c:v>
                </c:pt>
                <c:pt idx="9276">
                  <c:v>927.6</c:v>
                </c:pt>
                <c:pt idx="9277">
                  <c:v>927.7</c:v>
                </c:pt>
                <c:pt idx="9278">
                  <c:v>927.8</c:v>
                </c:pt>
                <c:pt idx="9279">
                  <c:v>927.9</c:v>
                </c:pt>
                <c:pt idx="9280">
                  <c:v>928</c:v>
                </c:pt>
                <c:pt idx="9281">
                  <c:v>928.1</c:v>
                </c:pt>
                <c:pt idx="9282">
                  <c:v>928.2</c:v>
                </c:pt>
                <c:pt idx="9283">
                  <c:v>928.3</c:v>
                </c:pt>
                <c:pt idx="9284">
                  <c:v>928.4</c:v>
                </c:pt>
                <c:pt idx="9285">
                  <c:v>928.5</c:v>
                </c:pt>
                <c:pt idx="9286">
                  <c:v>928.6</c:v>
                </c:pt>
                <c:pt idx="9287">
                  <c:v>928.7</c:v>
                </c:pt>
                <c:pt idx="9288">
                  <c:v>928.8</c:v>
                </c:pt>
                <c:pt idx="9289">
                  <c:v>928.9</c:v>
                </c:pt>
                <c:pt idx="9290">
                  <c:v>929</c:v>
                </c:pt>
                <c:pt idx="9291">
                  <c:v>929.1</c:v>
                </c:pt>
                <c:pt idx="9292">
                  <c:v>929.2</c:v>
                </c:pt>
                <c:pt idx="9293">
                  <c:v>929.3</c:v>
                </c:pt>
                <c:pt idx="9294">
                  <c:v>929.4</c:v>
                </c:pt>
                <c:pt idx="9295">
                  <c:v>929.5</c:v>
                </c:pt>
                <c:pt idx="9296">
                  <c:v>929.6</c:v>
                </c:pt>
                <c:pt idx="9297">
                  <c:v>929.7</c:v>
                </c:pt>
                <c:pt idx="9298">
                  <c:v>929.8</c:v>
                </c:pt>
                <c:pt idx="9299">
                  <c:v>929.9</c:v>
                </c:pt>
                <c:pt idx="9300">
                  <c:v>930</c:v>
                </c:pt>
                <c:pt idx="9301">
                  <c:v>930.1</c:v>
                </c:pt>
                <c:pt idx="9302">
                  <c:v>930.2</c:v>
                </c:pt>
                <c:pt idx="9303">
                  <c:v>930.3</c:v>
                </c:pt>
                <c:pt idx="9304">
                  <c:v>930.4</c:v>
                </c:pt>
                <c:pt idx="9305">
                  <c:v>930.5</c:v>
                </c:pt>
                <c:pt idx="9306">
                  <c:v>930.6</c:v>
                </c:pt>
                <c:pt idx="9307">
                  <c:v>930.7</c:v>
                </c:pt>
                <c:pt idx="9308">
                  <c:v>930.8</c:v>
                </c:pt>
                <c:pt idx="9309">
                  <c:v>930.9</c:v>
                </c:pt>
                <c:pt idx="9310">
                  <c:v>931</c:v>
                </c:pt>
                <c:pt idx="9311">
                  <c:v>931.1</c:v>
                </c:pt>
                <c:pt idx="9312">
                  <c:v>931.2</c:v>
                </c:pt>
                <c:pt idx="9313">
                  <c:v>931.3</c:v>
                </c:pt>
                <c:pt idx="9314">
                  <c:v>931.4</c:v>
                </c:pt>
                <c:pt idx="9315">
                  <c:v>931.5</c:v>
                </c:pt>
                <c:pt idx="9316">
                  <c:v>931.6</c:v>
                </c:pt>
                <c:pt idx="9317">
                  <c:v>931.7</c:v>
                </c:pt>
                <c:pt idx="9318">
                  <c:v>931.8</c:v>
                </c:pt>
                <c:pt idx="9319">
                  <c:v>931.9</c:v>
                </c:pt>
                <c:pt idx="9320">
                  <c:v>932</c:v>
                </c:pt>
                <c:pt idx="9321">
                  <c:v>932.1</c:v>
                </c:pt>
                <c:pt idx="9322">
                  <c:v>932.2</c:v>
                </c:pt>
                <c:pt idx="9323">
                  <c:v>932.3</c:v>
                </c:pt>
                <c:pt idx="9324">
                  <c:v>932.4</c:v>
                </c:pt>
                <c:pt idx="9325">
                  <c:v>932.5</c:v>
                </c:pt>
                <c:pt idx="9326">
                  <c:v>932.6</c:v>
                </c:pt>
                <c:pt idx="9327">
                  <c:v>932.7</c:v>
                </c:pt>
                <c:pt idx="9328">
                  <c:v>932.8</c:v>
                </c:pt>
                <c:pt idx="9329">
                  <c:v>932.9</c:v>
                </c:pt>
                <c:pt idx="9330">
                  <c:v>933</c:v>
                </c:pt>
                <c:pt idx="9331">
                  <c:v>933.1</c:v>
                </c:pt>
                <c:pt idx="9332">
                  <c:v>933.2</c:v>
                </c:pt>
                <c:pt idx="9333">
                  <c:v>933.3</c:v>
                </c:pt>
                <c:pt idx="9334">
                  <c:v>933.4</c:v>
                </c:pt>
                <c:pt idx="9335">
                  <c:v>933.5</c:v>
                </c:pt>
                <c:pt idx="9336">
                  <c:v>933.6</c:v>
                </c:pt>
                <c:pt idx="9337">
                  <c:v>933.7</c:v>
                </c:pt>
                <c:pt idx="9338">
                  <c:v>933.8</c:v>
                </c:pt>
                <c:pt idx="9339">
                  <c:v>933.9</c:v>
                </c:pt>
                <c:pt idx="9340">
                  <c:v>934</c:v>
                </c:pt>
                <c:pt idx="9341">
                  <c:v>934.1</c:v>
                </c:pt>
                <c:pt idx="9342">
                  <c:v>934.2</c:v>
                </c:pt>
                <c:pt idx="9343">
                  <c:v>934.3</c:v>
                </c:pt>
                <c:pt idx="9344">
                  <c:v>934.4</c:v>
                </c:pt>
                <c:pt idx="9345">
                  <c:v>934.5</c:v>
                </c:pt>
                <c:pt idx="9346">
                  <c:v>934.6</c:v>
                </c:pt>
                <c:pt idx="9347">
                  <c:v>934.7</c:v>
                </c:pt>
                <c:pt idx="9348">
                  <c:v>934.8</c:v>
                </c:pt>
                <c:pt idx="9349">
                  <c:v>934.9</c:v>
                </c:pt>
                <c:pt idx="9350">
                  <c:v>935</c:v>
                </c:pt>
                <c:pt idx="9351">
                  <c:v>935.1</c:v>
                </c:pt>
                <c:pt idx="9352">
                  <c:v>935.2</c:v>
                </c:pt>
                <c:pt idx="9353">
                  <c:v>935.3</c:v>
                </c:pt>
                <c:pt idx="9354">
                  <c:v>935.4</c:v>
                </c:pt>
                <c:pt idx="9355">
                  <c:v>935.5</c:v>
                </c:pt>
                <c:pt idx="9356">
                  <c:v>935.6</c:v>
                </c:pt>
                <c:pt idx="9357">
                  <c:v>935.7</c:v>
                </c:pt>
                <c:pt idx="9358">
                  <c:v>935.8</c:v>
                </c:pt>
                <c:pt idx="9359">
                  <c:v>935.9</c:v>
                </c:pt>
                <c:pt idx="9360">
                  <c:v>936</c:v>
                </c:pt>
                <c:pt idx="9361">
                  <c:v>936.1</c:v>
                </c:pt>
                <c:pt idx="9362">
                  <c:v>936.2</c:v>
                </c:pt>
                <c:pt idx="9363">
                  <c:v>936.3</c:v>
                </c:pt>
                <c:pt idx="9364">
                  <c:v>936.4</c:v>
                </c:pt>
                <c:pt idx="9365">
                  <c:v>936.5</c:v>
                </c:pt>
                <c:pt idx="9366">
                  <c:v>936.6</c:v>
                </c:pt>
                <c:pt idx="9367">
                  <c:v>936.7</c:v>
                </c:pt>
                <c:pt idx="9368">
                  <c:v>936.8</c:v>
                </c:pt>
                <c:pt idx="9369">
                  <c:v>936.9</c:v>
                </c:pt>
                <c:pt idx="9370">
                  <c:v>937</c:v>
                </c:pt>
                <c:pt idx="9371">
                  <c:v>937.1</c:v>
                </c:pt>
                <c:pt idx="9372">
                  <c:v>937.2</c:v>
                </c:pt>
                <c:pt idx="9373">
                  <c:v>937.3</c:v>
                </c:pt>
                <c:pt idx="9374">
                  <c:v>937.4</c:v>
                </c:pt>
                <c:pt idx="9375">
                  <c:v>937.5</c:v>
                </c:pt>
                <c:pt idx="9376">
                  <c:v>937.6</c:v>
                </c:pt>
                <c:pt idx="9377">
                  <c:v>937.7</c:v>
                </c:pt>
                <c:pt idx="9378">
                  <c:v>937.8</c:v>
                </c:pt>
                <c:pt idx="9379">
                  <c:v>937.9</c:v>
                </c:pt>
                <c:pt idx="9380">
                  <c:v>938</c:v>
                </c:pt>
                <c:pt idx="9381">
                  <c:v>938.1</c:v>
                </c:pt>
                <c:pt idx="9382">
                  <c:v>938.2</c:v>
                </c:pt>
                <c:pt idx="9383">
                  <c:v>938.3</c:v>
                </c:pt>
                <c:pt idx="9384">
                  <c:v>938.4</c:v>
                </c:pt>
                <c:pt idx="9385">
                  <c:v>938.5</c:v>
                </c:pt>
                <c:pt idx="9386">
                  <c:v>938.6</c:v>
                </c:pt>
                <c:pt idx="9387">
                  <c:v>938.7</c:v>
                </c:pt>
                <c:pt idx="9388">
                  <c:v>938.8</c:v>
                </c:pt>
                <c:pt idx="9389">
                  <c:v>938.9</c:v>
                </c:pt>
                <c:pt idx="9390">
                  <c:v>939</c:v>
                </c:pt>
                <c:pt idx="9391">
                  <c:v>939.1</c:v>
                </c:pt>
                <c:pt idx="9392">
                  <c:v>939.2</c:v>
                </c:pt>
                <c:pt idx="9393">
                  <c:v>939.3</c:v>
                </c:pt>
                <c:pt idx="9394">
                  <c:v>939.4</c:v>
                </c:pt>
                <c:pt idx="9395">
                  <c:v>939.5</c:v>
                </c:pt>
                <c:pt idx="9396">
                  <c:v>939.6</c:v>
                </c:pt>
                <c:pt idx="9397">
                  <c:v>939.7</c:v>
                </c:pt>
                <c:pt idx="9398">
                  <c:v>939.8</c:v>
                </c:pt>
                <c:pt idx="9399">
                  <c:v>939.9</c:v>
                </c:pt>
                <c:pt idx="9400">
                  <c:v>940</c:v>
                </c:pt>
                <c:pt idx="9401">
                  <c:v>940.1</c:v>
                </c:pt>
                <c:pt idx="9402">
                  <c:v>940.2</c:v>
                </c:pt>
                <c:pt idx="9403">
                  <c:v>940.3</c:v>
                </c:pt>
                <c:pt idx="9404">
                  <c:v>940.4</c:v>
                </c:pt>
                <c:pt idx="9405">
                  <c:v>940.5</c:v>
                </c:pt>
                <c:pt idx="9406">
                  <c:v>940.6</c:v>
                </c:pt>
                <c:pt idx="9407">
                  <c:v>940.7</c:v>
                </c:pt>
                <c:pt idx="9408">
                  <c:v>940.8</c:v>
                </c:pt>
                <c:pt idx="9409">
                  <c:v>940.9</c:v>
                </c:pt>
                <c:pt idx="9410">
                  <c:v>941</c:v>
                </c:pt>
                <c:pt idx="9411">
                  <c:v>941.1</c:v>
                </c:pt>
                <c:pt idx="9412">
                  <c:v>941.2</c:v>
                </c:pt>
                <c:pt idx="9413">
                  <c:v>941.3</c:v>
                </c:pt>
                <c:pt idx="9414">
                  <c:v>941.4</c:v>
                </c:pt>
                <c:pt idx="9415">
                  <c:v>941.5</c:v>
                </c:pt>
                <c:pt idx="9416">
                  <c:v>941.6</c:v>
                </c:pt>
                <c:pt idx="9417">
                  <c:v>941.7</c:v>
                </c:pt>
                <c:pt idx="9418">
                  <c:v>941.8</c:v>
                </c:pt>
                <c:pt idx="9419">
                  <c:v>941.9</c:v>
                </c:pt>
                <c:pt idx="9420">
                  <c:v>942</c:v>
                </c:pt>
                <c:pt idx="9421">
                  <c:v>942.1</c:v>
                </c:pt>
                <c:pt idx="9422">
                  <c:v>942.2</c:v>
                </c:pt>
                <c:pt idx="9423">
                  <c:v>942.3</c:v>
                </c:pt>
                <c:pt idx="9424">
                  <c:v>942.4</c:v>
                </c:pt>
                <c:pt idx="9425">
                  <c:v>942.5</c:v>
                </c:pt>
                <c:pt idx="9426">
                  <c:v>942.6</c:v>
                </c:pt>
                <c:pt idx="9427">
                  <c:v>942.7</c:v>
                </c:pt>
                <c:pt idx="9428">
                  <c:v>942.8</c:v>
                </c:pt>
                <c:pt idx="9429">
                  <c:v>942.9</c:v>
                </c:pt>
                <c:pt idx="9430">
                  <c:v>943</c:v>
                </c:pt>
                <c:pt idx="9431">
                  <c:v>943.1</c:v>
                </c:pt>
                <c:pt idx="9432">
                  <c:v>943.2</c:v>
                </c:pt>
                <c:pt idx="9433">
                  <c:v>943.3</c:v>
                </c:pt>
                <c:pt idx="9434">
                  <c:v>943.4</c:v>
                </c:pt>
                <c:pt idx="9435">
                  <c:v>943.5</c:v>
                </c:pt>
                <c:pt idx="9436">
                  <c:v>943.6</c:v>
                </c:pt>
                <c:pt idx="9437">
                  <c:v>943.7</c:v>
                </c:pt>
                <c:pt idx="9438">
                  <c:v>943.8</c:v>
                </c:pt>
                <c:pt idx="9439">
                  <c:v>943.9</c:v>
                </c:pt>
                <c:pt idx="9440">
                  <c:v>944</c:v>
                </c:pt>
                <c:pt idx="9441">
                  <c:v>944.1</c:v>
                </c:pt>
                <c:pt idx="9442">
                  <c:v>944.2</c:v>
                </c:pt>
                <c:pt idx="9443">
                  <c:v>944.3</c:v>
                </c:pt>
                <c:pt idx="9444">
                  <c:v>944.4</c:v>
                </c:pt>
                <c:pt idx="9445">
                  <c:v>944.5</c:v>
                </c:pt>
                <c:pt idx="9446">
                  <c:v>944.6</c:v>
                </c:pt>
                <c:pt idx="9447">
                  <c:v>944.7</c:v>
                </c:pt>
                <c:pt idx="9448">
                  <c:v>944.8</c:v>
                </c:pt>
                <c:pt idx="9449">
                  <c:v>944.9</c:v>
                </c:pt>
                <c:pt idx="9450">
                  <c:v>945</c:v>
                </c:pt>
                <c:pt idx="9451">
                  <c:v>945.1</c:v>
                </c:pt>
                <c:pt idx="9452">
                  <c:v>945.2</c:v>
                </c:pt>
                <c:pt idx="9453">
                  <c:v>945.3</c:v>
                </c:pt>
                <c:pt idx="9454">
                  <c:v>945.4</c:v>
                </c:pt>
                <c:pt idx="9455">
                  <c:v>945.5</c:v>
                </c:pt>
                <c:pt idx="9456">
                  <c:v>945.6</c:v>
                </c:pt>
                <c:pt idx="9457">
                  <c:v>945.7</c:v>
                </c:pt>
                <c:pt idx="9458">
                  <c:v>945.8</c:v>
                </c:pt>
                <c:pt idx="9459">
                  <c:v>945.9</c:v>
                </c:pt>
                <c:pt idx="9460">
                  <c:v>946</c:v>
                </c:pt>
                <c:pt idx="9461">
                  <c:v>946.1</c:v>
                </c:pt>
                <c:pt idx="9462">
                  <c:v>946.2</c:v>
                </c:pt>
                <c:pt idx="9463">
                  <c:v>946.3</c:v>
                </c:pt>
                <c:pt idx="9464">
                  <c:v>946.4</c:v>
                </c:pt>
                <c:pt idx="9465">
                  <c:v>946.5</c:v>
                </c:pt>
                <c:pt idx="9466">
                  <c:v>946.6</c:v>
                </c:pt>
                <c:pt idx="9467">
                  <c:v>946.7</c:v>
                </c:pt>
                <c:pt idx="9468">
                  <c:v>946.8</c:v>
                </c:pt>
                <c:pt idx="9469">
                  <c:v>946.9</c:v>
                </c:pt>
                <c:pt idx="9470">
                  <c:v>947</c:v>
                </c:pt>
                <c:pt idx="9471">
                  <c:v>947.1</c:v>
                </c:pt>
                <c:pt idx="9472">
                  <c:v>947.2</c:v>
                </c:pt>
                <c:pt idx="9473">
                  <c:v>947.3</c:v>
                </c:pt>
                <c:pt idx="9474">
                  <c:v>947.4</c:v>
                </c:pt>
                <c:pt idx="9475">
                  <c:v>947.5</c:v>
                </c:pt>
                <c:pt idx="9476">
                  <c:v>947.6</c:v>
                </c:pt>
                <c:pt idx="9477">
                  <c:v>947.7</c:v>
                </c:pt>
                <c:pt idx="9478">
                  <c:v>947.8</c:v>
                </c:pt>
                <c:pt idx="9479">
                  <c:v>947.9</c:v>
                </c:pt>
                <c:pt idx="9480">
                  <c:v>948</c:v>
                </c:pt>
                <c:pt idx="9481">
                  <c:v>948.1</c:v>
                </c:pt>
                <c:pt idx="9482">
                  <c:v>948.2</c:v>
                </c:pt>
                <c:pt idx="9483">
                  <c:v>948.3</c:v>
                </c:pt>
                <c:pt idx="9484">
                  <c:v>948.4</c:v>
                </c:pt>
                <c:pt idx="9485">
                  <c:v>948.5</c:v>
                </c:pt>
                <c:pt idx="9486">
                  <c:v>948.6</c:v>
                </c:pt>
                <c:pt idx="9487">
                  <c:v>948.7</c:v>
                </c:pt>
                <c:pt idx="9488">
                  <c:v>948.8</c:v>
                </c:pt>
                <c:pt idx="9489">
                  <c:v>948.9</c:v>
                </c:pt>
                <c:pt idx="9490">
                  <c:v>949</c:v>
                </c:pt>
                <c:pt idx="9491">
                  <c:v>949.1</c:v>
                </c:pt>
                <c:pt idx="9492">
                  <c:v>949.2</c:v>
                </c:pt>
                <c:pt idx="9493">
                  <c:v>949.3</c:v>
                </c:pt>
                <c:pt idx="9494">
                  <c:v>949.4</c:v>
                </c:pt>
                <c:pt idx="9495">
                  <c:v>949.5</c:v>
                </c:pt>
                <c:pt idx="9496">
                  <c:v>949.6</c:v>
                </c:pt>
                <c:pt idx="9497">
                  <c:v>949.7</c:v>
                </c:pt>
                <c:pt idx="9498">
                  <c:v>949.8</c:v>
                </c:pt>
                <c:pt idx="9499">
                  <c:v>949.9</c:v>
                </c:pt>
                <c:pt idx="9500">
                  <c:v>950</c:v>
                </c:pt>
                <c:pt idx="9501">
                  <c:v>950.1</c:v>
                </c:pt>
                <c:pt idx="9502">
                  <c:v>950.2</c:v>
                </c:pt>
                <c:pt idx="9503">
                  <c:v>950.3</c:v>
                </c:pt>
                <c:pt idx="9504">
                  <c:v>950.4</c:v>
                </c:pt>
                <c:pt idx="9505">
                  <c:v>950.5</c:v>
                </c:pt>
                <c:pt idx="9506">
                  <c:v>950.6</c:v>
                </c:pt>
                <c:pt idx="9507">
                  <c:v>950.7</c:v>
                </c:pt>
                <c:pt idx="9508">
                  <c:v>950.8</c:v>
                </c:pt>
                <c:pt idx="9509">
                  <c:v>950.9</c:v>
                </c:pt>
                <c:pt idx="9510">
                  <c:v>951</c:v>
                </c:pt>
                <c:pt idx="9511">
                  <c:v>951.1</c:v>
                </c:pt>
                <c:pt idx="9512">
                  <c:v>951.2</c:v>
                </c:pt>
                <c:pt idx="9513">
                  <c:v>951.3</c:v>
                </c:pt>
                <c:pt idx="9514">
                  <c:v>951.4</c:v>
                </c:pt>
                <c:pt idx="9515">
                  <c:v>951.5</c:v>
                </c:pt>
                <c:pt idx="9516">
                  <c:v>951.6</c:v>
                </c:pt>
                <c:pt idx="9517">
                  <c:v>951.7</c:v>
                </c:pt>
                <c:pt idx="9518">
                  <c:v>951.8</c:v>
                </c:pt>
                <c:pt idx="9519">
                  <c:v>951.9</c:v>
                </c:pt>
                <c:pt idx="9520">
                  <c:v>952</c:v>
                </c:pt>
                <c:pt idx="9521">
                  <c:v>952.1</c:v>
                </c:pt>
                <c:pt idx="9522">
                  <c:v>952.2</c:v>
                </c:pt>
                <c:pt idx="9523">
                  <c:v>952.3</c:v>
                </c:pt>
                <c:pt idx="9524">
                  <c:v>952.4</c:v>
                </c:pt>
                <c:pt idx="9525">
                  <c:v>952.5</c:v>
                </c:pt>
                <c:pt idx="9526">
                  <c:v>952.6</c:v>
                </c:pt>
                <c:pt idx="9527">
                  <c:v>952.7</c:v>
                </c:pt>
                <c:pt idx="9528">
                  <c:v>952.8</c:v>
                </c:pt>
                <c:pt idx="9529">
                  <c:v>952.9</c:v>
                </c:pt>
                <c:pt idx="9530">
                  <c:v>953</c:v>
                </c:pt>
                <c:pt idx="9531">
                  <c:v>953.1</c:v>
                </c:pt>
                <c:pt idx="9532">
                  <c:v>953.2</c:v>
                </c:pt>
                <c:pt idx="9533">
                  <c:v>953.3</c:v>
                </c:pt>
                <c:pt idx="9534">
                  <c:v>953.4</c:v>
                </c:pt>
                <c:pt idx="9535">
                  <c:v>953.5</c:v>
                </c:pt>
                <c:pt idx="9536">
                  <c:v>953.6</c:v>
                </c:pt>
                <c:pt idx="9537">
                  <c:v>953.7</c:v>
                </c:pt>
                <c:pt idx="9538">
                  <c:v>953.8</c:v>
                </c:pt>
                <c:pt idx="9539">
                  <c:v>953.9</c:v>
                </c:pt>
                <c:pt idx="9540">
                  <c:v>954</c:v>
                </c:pt>
                <c:pt idx="9541">
                  <c:v>954.1</c:v>
                </c:pt>
                <c:pt idx="9542">
                  <c:v>954.2</c:v>
                </c:pt>
                <c:pt idx="9543">
                  <c:v>954.3</c:v>
                </c:pt>
                <c:pt idx="9544">
                  <c:v>954.4</c:v>
                </c:pt>
                <c:pt idx="9545">
                  <c:v>954.5</c:v>
                </c:pt>
                <c:pt idx="9546">
                  <c:v>954.6</c:v>
                </c:pt>
                <c:pt idx="9547">
                  <c:v>954.7</c:v>
                </c:pt>
                <c:pt idx="9548">
                  <c:v>954.8</c:v>
                </c:pt>
                <c:pt idx="9549">
                  <c:v>954.9</c:v>
                </c:pt>
                <c:pt idx="9550">
                  <c:v>955</c:v>
                </c:pt>
                <c:pt idx="9551">
                  <c:v>955.1</c:v>
                </c:pt>
                <c:pt idx="9552">
                  <c:v>955.2</c:v>
                </c:pt>
                <c:pt idx="9553">
                  <c:v>955.3</c:v>
                </c:pt>
                <c:pt idx="9554">
                  <c:v>955.4</c:v>
                </c:pt>
                <c:pt idx="9555">
                  <c:v>955.5</c:v>
                </c:pt>
                <c:pt idx="9556">
                  <c:v>955.6</c:v>
                </c:pt>
                <c:pt idx="9557">
                  <c:v>955.7</c:v>
                </c:pt>
                <c:pt idx="9558">
                  <c:v>955.8</c:v>
                </c:pt>
                <c:pt idx="9559">
                  <c:v>955.9</c:v>
                </c:pt>
                <c:pt idx="9560">
                  <c:v>956</c:v>
                </c:pt>
                <c:pt idx="9561">
                  <c:v>956.1</c:v>
                </c:pt>
                <c:pt idx="9562">
                  <c:v>956.2</c:v>
                </c:pt>
                <c:pt idx="9563">
                  <c:v>956.3</c:v>
                </c:pt>
                <c:pt idx="9564">
                  <c:v>956.4</c:v>
                </c:pt>
                <c:pt idx="9565">
                  <c:v>956.5</c:v>
                </c:pt>
                <c:pt idx="9566">
                  <c:v>956.6</c:v>
                </c:pt>
                <c:pt idx="9567">
                  <c:v>956.7</c:v>
                </c:pt>
                <c:pt idx="9568">
                  <c:v>956.8</c:v>
                </c:pt>
                <c:pt idx="9569">
                  <c:v>956.9</c:v>
                </c:pt>
                <c:pt idx="9570">
                  <c:v>957</c:v>
                </c:pt>
                <c:pt idx="9571">
                  <c:v>957.1</c:v>
                </c:pt>
                <c:pt idx="9572">
                  <c:v>957.2</c:v>
                </c:pt>
                <c:pt idx="9573">
                  <c:v>957.3</c:v>
                </c:pt>
                <c:pt idx="9574">
                  <c:v>957.4</c:v>
                </c:pt>
                <c:pt idx="9575">
                  <c:v>957.5</c:v>
                </c:pt>
                <c:pt idx="9576">
                  <c:v>957.6</c:v>
                </c:pt>
                <c:pt idx="9577">
                  <c:v>957.7</c:v>
                </c:pt>
                <c:pt idx="9578">
                  <c:v>957.8</c:v>
                </c:pt>
                <c:pt idx="9579">
                  <c:v>957.9</c:v>
                </c:pt>
                <c:pt idx="9580">
                  <c:v>958</c:v>
                </c:pt>
                <c:pt idx="9581">
                  <c:v>958.1</c:v>
                </c:pt>
                <c:pt idx="9582">
                  <c:v>958.2</c:v>
                </c:pt>
                <c:pt idx="9583">
                  <c:v>958.3</c:v>
                </c:pt>
                <c:pt idx="9584">
                  <c:v>958.4</c:v>
                </c:pt>
                <c:pt idx="9585">
                  <c:v>958.5</c:v>
                </c:pt>
                <c:pt idx="9586">
                  <c:v>958.6</c:v>
                </c:pt>
                <c:pt idx="9587">
                  <c:v>958.7</c:v>
                </c:pt>
                <c:pt idx="9588">
                  <c:v>958.8</c:v>
                </c:pt>
                <c:pt idx="9589">
                  <c:v>958.9</c:v>
                </c:pt>
                <c:pt idx="9590">
                  <c:v>959</c:v>
                </c:pt>
                <c:pt idx="9591">
                  <c:v>959.1</c:v>
                </c:pt>
                <c:pt idx="9592">
                  <c:v>959.2</c:v>
                </c:pt>
                <c:pt idx="9593">
                  <c:v>959.3</c:v>
                </c:pt>
                <c:pt idx="9594">
                  <c:v>959.4</c:v>
                </c:pt>
                <c:pt idx="9595">
                  <c:v>959.5</c:v>
                </c:pt>
                <c:pt idx="9596">
                  <c:v>959.6</c:v>
                </c:pt>
                <c:pt idx="9597">
                  <c:v>959.7</c:v>
                </c:pt>
                <c:pt idx="9598">
                  <c:v>959.8</c:v>
                </c:pt>
                <c:pt idx="9599">
                  <c:v>959.9</c:v>
                </c:pt>
                <c:pt idx="9600">
                  <c:v>960</c:v>
                </c:pt>
                <c:pt idx="9601">
                  <c:v>960.1</c:v>
                </c:pt>
                <c:pt idx="9602">
                  <c:v>960.2</c:v>
                </c:pt>
                <c:pt idx="9603">
                  <c:v>960.3</c:v>
                </c:pt>
                <c:pt idx="9604">
                  <c:v>960.4</c:v>
                </c:pt>
                <c:pt idx="9605">
                  <c:v>960.5</c:v>
                </c:pt>
                <c:pt idx="9606">
                  <c:v>960.6</c:v>
                </c:pt>
                <c:pt idx="9607">
                  <c:v>960.7</c:v>
                </c:pt>
                <c:pt idx="9608">
                  <c:v>960.8</c:v>
                </c:pt>
                <c:pt idx="9609">
                  <c:v>960.9</c:v>
                </c:pt>
                <c:pt idx="9610">
                  <c:v>961</c:v>
                </c:pt>
                <c:pt idx="9611">
                  <c:v>961.1</c:v>
                </c:pt>
                <c:pt idx="9612">
                  <c:v>961.2</c:v>
                </c:pt>
                <c:pt idx="9613">
                  <c:v>961.3</c:v>
                </c:pt>
                <c:pt idx="9614">
                  <c:v>961.4</c:v>
                </c:pt>
                <c:pt idx="9615">
                  <c:v>961.5</c:v>
                </c:pt>
                <c:pt idx="9616">
                  <c:v>961.6</c:v>
                </c:pt>
                <c:pt idx="9617">
                  <c:v>961.7</c:v>
                </c:pt>
                <c:pt idx="9618">
                  <c:v>961.8</c:v>
                </c:pt>
                <c:pt idx="9619">
                  <c:v>961.9</c:v>
                </c:pt>
                <c:pt idx="9620">
                  <c:v>962</c:v>
                </c:pt>
                <c:pt idx="9621">
                  <c:v>962.1</c:v>
                </c:pt>
                <c:pt idx="9622">
                  <c:v>962.2</c:v>
                </c:pt>
                <c:pt idx="9623">
                  <c:v>962.3</c:v>
                </c:pt>
                <c:pt idx="9624">
                  <c:v>962.4</c:v>
                </c:pt>
                <c:pt idx="9625">
                  <c:v>962.5</c:v>
                </c:pt>
                <c:pt idx="9626">
                  <c:v>962.6</c:v>
                </c:pt>
                <c:pt idx="9627">
                  <c:v>962.7</c:v>
                </c:pt>
                <c:pt idx="9628">
                  <c:v>962.8</c:v>
                </c:pt>
                <c:pt idx="9629">
                  <c:v>962.9</c:v>
                </c:pt>
                <c:pt idx="9630">
                  <c:v>963</c:v>
                </c:pt>
                <c:pt idx="9631">
                  <c:v>963.1</c:v>
                </c:pt>
                <c:pt idx="9632">
                  <c:v>963.2</c:v>
                </c:pt>
                <c:pt idx="9633">
                  <c:v>963.3</c:v>
                </c:pt>
                <c:pt idx="9634">
                  <c:v>963.4</c:v>
                </c:pt>
                <c:pt idx="9635">
                  <c:v>963.5</c:v>
                </c:pt>
                <c:pt idx="9636">
                  <c:v>963.6</c:v>
                </c:pt>
                <c:pt idx="9637">
                  <c:v>963.7</c:v>
                </c:pt>
                <c:pt idx="9638">
                  <c:v>963.8</c:v>
                </c:pt>
                <c:pt idx="9639">
                  <c:v>963.9</c:v>
                </c:pt>
                <c:pt idx="9640">
                  <c:v>964</c:v>
                </c:pt>
                <c:pt idx="9641">
                  <c:v>964.1</c:v>
                </c:pt>
                <c:pt idx="9642">
                  <c:v>964.2</c:v>
                </c:pt>
                <c:pt idx="9643">
                  <c:v>964.3</c:v>
                </c:pt>
                <c:pt idx="9644">
                  <c:v>964.4</c:v>
                </c:pt>
                <c:pt idx="9645">
                  <c:v>964.5</c:v>
                </c:pt>
                <c:pt idx="9646">
                  <c:v>964.6</c:v>
                </c:pt>
                <c:pt idx="9647">
                  <c:v>964.7</c:v>
                </c:pt>
                <c:pt idx="9648">
                  <c:v>964.8</c:v>
                </c:pt>
                <c:pt idx="9649">
                  <c:v>964.9</c:v>
                </c:pt>
                <c:pt idx="9650">
                  <c:v>965</c:v>
                </c:pt>
                <c:pt idx="9651">
                  <c:v>965.1</c:v>
                </c:pt>
                <c:pt idx="9652">
                  <c:v>965.2</c:v>
                </c:pt>
                <c:pt idx="9653">
                  <c:v>965.3</c:v>
                </c:pt>
                <c:pt idx="9654">
                  <c:v>965.4</c:v>
                </c:pt>
                <c:pt idx="9655">
                  <c:v>965.5</c:v>
                </c:pt>
                <c:pt idx="9656">
                  <c:v>965.6</c:v>
                </c:pt>
                <c:pt idx="9657">
                  <c:v>965.7</c:v>
                </c:pt>
                <c:pt idx="9658">
                  <c:v>965.8</c:v>
                </c:pt>
                <c:pt idx="9659">
                  <c:v>965.9</c:v>
                </c:pt>
                <c:pt idx="9660">
                  <c:v>966</c:v>
                </c:pt>
                <c:pt idx="9661">
                  <c:v>966.1</c:v>
                </c:pt>
                <c:pt idx="9662">
                  <c:v>966.2</c:v>
                </c:pt>
                <c:pt idx="9663">
                  <c:v>966.3</c:v>
                </c:pt>
                <c:pt idx="9664">
                  <c:v>966.4</c:v>
                </c:pt>
                <c:pt idx="9665">
                  <c:v>966.5</c:v>
                </c:pt>
                <c:pt idx="9666">
                  <c:v>966.6</c:v>
                </c:pt>
                <c:pt idx="9667">
                  <c:v>966.7</c:v>
                </c:pt>
                <c:pt idx="9668">
                  <c:v>966.8</c:v>
                </c:pt>
                <c:pt idx="9669">
                  <c:v>966.9</c:v>
                </c:pt>
                <c:pt idx="9670">
                  <c:v>967</c:v>
                </c:pt>
                <c:pt idx="9671">
                  <c:v>967.1</c:v>
                </c:pt>
                <c:pt idx="9672">
                  <c:v>967.2</c:v>
                </c:pt>
                <c:pt idx="9673">
                  <c:v>967.3</c:v>
                </c:pt>
                <c:pt idx="9674">
                  <c:v>967.4</c:v>
                </c:pt>
                <c:pt idx="9675">
                  <c:v>967.5</c:v>
                </c:pt>
                <c:pt idx="9676">
                  <c:v>967.6</c:v>
                </c:pt>
                <c:pt idx="9677">
                  <c:v>967.7</c:v>
                </c:pt>
                <c:pt idx="9678">
                  <c:v>967.8</c:v>
                </c:pt>
                <c:pt idx="9679">
                  <c:v>967.9</c:v>
                </c:pt>
                <c:pt idx="9680">
                  <c:v>968</c:v>
                </c:pt>
                <c:pt idx="9681">
                  <c:v>968.1</c:v>
                </c:pt>
                <c:pt idx="9682">
                  <c:v>968.2</c:v>
                </c:pt>
                <c:pt idx="9683">
                  <c:v>968.3</c:v>
                </c:pt>
                <c:pt idx="9684">
                  <c:v>968.4</c:v>
                </c:pt>
                <c:pt idx="9685">
                  <c:v>968.5</c:v>
                </c:pt>
                <c:pt idx="9686">
                  <c:v>968.6</c:v>
                </c:pt>
                <c:pt idx="9687">
                  <c:v>968.7</c:v>
                </c:pt>
                <c:pt idx="9688">
                  <c:v>968.8</c:v>
                </c:pt>
                <c:pt idx="9689">
                  <c:v>968.9</c:v>
                </c:pt>
                <c:pt idx="9690">
                  <c:v>969</c:v>
                </c:pt>
                <c:pt idx="9691">
                  <c:v>969.1</c:v>
                </c:pt>
                <c:pt idx="9692">
                  <c:v>969.2</c:v>
                </c:pt>
                <c:pt idx="9693">
                  <c:v>969.3</c:v>
                </c:pt>
                <c:pt idx="9694">
                  <c:v>969.4</c:v>
                </c:pt>
                <c:pt idx="9695">
                  <c:v>969.5</c:v>
                </c:pt>
                <c:pt idx="9696">
                  <c:v>969.6</c:v>
                </c:pt>
                <c:pt idx="9697">
                  <c:v>969.7</c:v>
                </c:pt>
                <c:pt idx="9698">
                  <c:v>969.8</c:v>
                </c:pt>
                <c:pt idx="9699">
                  <c:v>969.9</c:v>
                </c:pt>
                <c:pt idx="9700">
                  <c:v>970</c:v>
                </c:pt>
                <c:pt idx="9701">
                  <c:v>970.1</c:v>
                </c:pt>
                <c:pt idx="9702">
                  <c:v>970.2</c:v>
                </c:pt>
                <c:pt idx="9703">
                  <c:v>970.3</c:v>
                </c:pt>
                <c:pt idx="9704">
                  <c:v>970.4</c:v>
                </c:pt>
                <c:pt idx="9705">
                  <c:v>970.5</c:v>
                </c:pt>
                <c:pt idx="9706">
                  <c:v>970.6</c:v>
                </c:pt>
                <c:pt idx="9707">
                  <c:v>970.7</c:v>
                </c:pt>
                <c:pt idx="9708">
                  <c:v>970.8</c:v>
                </c:pt>
                <c:pt idx="9709">
                  <c:v>970.9</c:v>
                </c:pt>
                <c:pt idx="9710">
                  <c:v>971</c:v>
                </c:pt>
                <c:pt idx="9711">
                  <c:v>971.1</c:v>
                </c:pt>
                <c:pt idx="9712">
                  <c:v>971.2</c:v>
                </c:pt>
                <c:pt idx="9713">
                  <c:v>971.3</c:v>
                </c:pt>
                <c:pt idx="9714">
                  <c:v>971.4</c:v>
                </c:pt>
                <c:pt idx="9715">
                  <c:v>971.5</c:v>
                </c:pt>
                <c:pt idx="9716">
                  <c:v>971.6</c:v>
                </c:pt>
                <c:pt idx="9717">
                  <c:v>971.7</c:v>
                </c:pt>
                <c:pt idx="9718">
                  <c:v>971.8</c:v>
                </c:pt>
                <c:pt idx="9719">
                  <c:v>971.9</c:v>
                </c:pt>
                <c:pt idx="9720">
                  <c:v>972</c:v>
                </c:pt>
                <c:pt idx="9721">
                  <c:v>972.1</c:v>
                </c:pt>
                <c:pt idx="9722">
                  <c:v>972.2</c:v>
                </c:pt>
                <c:pt idx="9723">
                  <c:v>972.3</c:v>
                </c:pt>
                <c:pt idx="9724">
                  <c:v>972.4</c:v>
                </c:pt>
                <c:pt idx="9725">
                  <c:v>972.5</c:v>
                </c:pt>
                <c:pt idx="9726">
                  <c:v>972.6</c:v>
                </c:pt>
                <c:pt idx="9727">
                  <c:v>972.7</c:v>
                </c:pt>
                <c:pt idx="9728">
                  <c:v>972.8</c:v>
                </c:pt>
                <c:pt idx="9729">
                  <c:v>972.9</c:v>
                </c:pt>
                <c:pt idx="9730">
                  <c:v>973</c:v>
                </c:pt>
                <c:pt idx="9731">
                  <c:v>973.1</c:v>
                </c:pt>
                <c:pt idx="9732">
                  <c:v>973.2</c:v>
                </c:pt>
                <c:pt idx="9733">
                  <c:v>973.3</c:v>
                </c:pt>
                <c:pt idx="9734">
                  <c:v>973.4</c:v>
                </c:pt>
                <c:pt idx="9735">
                  <c:v>973.5</c:v>
                </c:pt>
                <c:pt idx="9736">
                  <c:v>973.6</c:v>
                </c:pt>
                <c:pt idx="9737">
                  <c:v>973.7</c:v>
                </c:pt>
                <c:pt idx="9738">
                  <c:v>973.8</c:v>
                </c:pt>
                <c:pt idx="9739">
                  <c:v>973.9</c:v>
                </c:pt>
                <c:pt idx="9740">
                  <c:v>974</c:v>
                </c:pt>
                <c:pt idx="9741">
                  <c:v>974.1</c:v>
                </c:pt>
                <c:pt idx="9742">
                  <c:v>974.2</c:v>
                </c:pt>
                <c:pt idx="9743">
                  <c:v>974.3</c:v>
                </c:pt>
                <c:pt idx="9744">
                  <c:v>974.4</c:v>
                </c:pt>
                <c:pt idx="9745">
                  <c:v>974.5</c:v>
                </c:pt>
                <c:pt idx="9746">
                  <c:v>974.6</c:v>
                </c:pt>
                <c:pt idx="9747">
                  <c:v>974.7</c:v>
                </c:pt>
                <c:pt idx="9748">
                  <c:v>974.8</c:v>
                </c:pt>
                <c:pt idx="9749">
                  <c:v>974.9</c:v>
                </c:pt>
                <c:pt idx="9750">
                  <c:v>975</c:v>
                </c:pt>
                <c:pt idx="9751">
                  <c:v>975.1</c:v>
                </c:pt>
                <c:pt idx="9752">
                  <c:v>975.2</c:v>
                </c:pt>
                <c:pt idx="9753">
                  <c:v>975.3</c:v>
                </c:pt>
                <c:pt idx="9754">
                  <c:v>975.4</c:v>
                </c:pt>
                <c:pt idx="9755">
                  <c:v>975.5</c:v>
                </c:pt>
                <c:pt idx="9756">
                  <c:v>975.6</c:v>
                </c:pt>
                <c:pt idx="9757">
                  <c:v>975.7</c:v>
                </c:pt>
                <c:pt idx="9758">
                  <c:v>975.8</c:v>
                </c:pt>
                <c:pt idx="9759">
                  <c:v>975.9</c:v>
                </c:pt>
                <c:pt idx="9760">
                  <c:v>976</c:v>
                </c:pt>
                <c:pt idx="9761">
                  <c:v>976.1</c:v>
                </c:pt>
                <c:pt idx="9762">
                  <c:v>976.2</c:v>
                </c:pt>
                <c:pt idx="9763">
                  <c:v>976.3</c:v>
                </c:pt>
                <c:pt idx="9764">
                  <c:v>976.4</c:v>
                </c:pt>
                <c:pt idx="9765">
                  <c:v>976.5</c:v>
                </c:pt>
                <c:pt idx="9766">
                  <c:v>976.6</c:v>
                </c:pt>
                <c:pt idx="9767">
                  <c:v>976.7</c:v>
                </c:pt>
                <c:pt idx="9768">
                  <c:v>976.8</c:v>
                </c:pt>
                <c:pt idx="9769">
                  <c:v>976.9</c:v>
                </c:pt>
                <c:pt idx="9770">
                  <c:v>977</c:v>
                </c:pt>
                <c:pt idx="9771">
                  <c:v>977.1</c:v>
                </c:pt>
                <c:pt idx="9772">
                  <c:v>977.2</c:v>
                </c:pt>
                <c:pt idx="9773">
                  <c:v>977.3</c:v>
                </c:pt>
                <c:pt idx="9774">
                  <c:v>977.4</c:v>
                </c:pt>
                <c:pt idx="9775">
                  <c:v>977.5</c:v>
                </c:pt>
                <c:pt idx="9776">
                  <c:v>977.6</c:v>
                </c:pt>
                <c:pt idx="9777">
                  <c:v>977.7</c:v>
                </c:pt>
                <c:pt idx="9778">
                  <c:v>977.8</c:v>
                </c:pt>
                <c:pt idx="9779">
                  <c:v>977.9</c:v>
                </c:pt>
                <c:pt idx="9780">
                  <c:v>978</c:v>
                </c:pt>
                <c:pt idx="9781">
                  <c:v>978.1</c:v>
                </c:pt>
                <c:pt idx="9782">
                  <c:v>978.2</c:v>
                </c:pt>
                <c:pt idx="9783">
                  <c:v>978.3</c:v>
                </c:pt>
                <c:pt idx="9784">
                  <c:v>978.4</c:v>
                </c:pt>
                <c:pt idx="9785">
                  <c:v>978.5</c:v>
                </c:pt>
                <c:pt idx="9786">
                  <c:v>978.6</c:v>
                </c:pt>
                <c:pt idx="9787">
                  <c:v>978.7</c:v>
                </c:pt>
                <c:pt idx="9788">
                  <c:v>978.8</c:v>
                </c:pt>
                <c:pt idx="9789">
                  <c:v>978.9</c:v>
                </c:pt>
                <c:pt idx="9790">
                  <c:v>979</c:v>
                </c:pt>
                <c:pt idx="9791">
                  <c:v>979.1</c:v>
                </c:pt>
                <c:pt idx="9792">
                  <c:v>979.2</c:v>
                </c:pt>
                <c:pt idx="9793">
                  <c:v>979.3</c:v>
                </c:pt>
                <c:pt idx="9794">
                  <c:v>979.4</c:v>
                </c:pt>
                <c:pt idx="9795">
                  <c:v>979.5</c:v>
                </c:pt>
                <c:pt idx="9796">
                  <c:v>979.6</c:v>
                </c:pt>
                <c:pt idx="9797">
                  <c:v>979.7</c:v>
                </c:pt>
                <c:pt idx="9798">
                  <c:v>979.8</c:v>
                </c:pt>
                <c:pt idx="9799">
                  <c:v>979.9</c:v>
                </c:pt>
                <c:pt idx="9800">
                  <c:v>980</c:v>
                </c:pt>
                <c:pt idx="9801">
                  <c:v>980.1</c:v>
                </c:pt>
                <c:pt idx="9802">
                  <c:v>980.2</c:v>
                </c:pt>
                <c:pt idx="9803">
                  <c:v>980.3</c:v>
                </c:pt>
                <c:pt idx="9804">
                  <c:v>980.4</c:v>
                </c:pt>
                <c:pt idx="9805">
                  <c:v>980.5</c:v>
                </c:pt>
                <c:pt idx="9806">
                  <c:v>980.6</c:v>
                </c:pt>
                <c:pt idx="9807">
                  <c:v>980.7</c:v>
                </c:pt>
                <c:pt idx="9808">
                  <c:v>980.8</c:v>
                </c:pt>
                <c:pt idx="9809">
                  <c:v>980.9</c:v>
                </c:pt>
                <c:pt idx="9810">
                  <c:v>981</c:v>
                </c:pt>
                <c:pt idx="9811">
                  <c:v>981.1</c:v>
                </c:pt>
                <c:pt idx="9812">
                  <c:v>981.2</c:v>
                </c:pt>
                <c:pt idx="9813">
                  <c:v>981.3</c:v>
                </c:pt>
                <c:pt idx="9814">
                  <c:v>981.4</c:v>
                </c:pt>
                <c:pt idx="9815">
                  <c:v>981.5</c:v>
                </c:pt>
                <c:pt idx="9816">
                  <c:v>981.6</c:v>
                </c:pt>
                <c:pt idx="9817">
                  <c:v>981.7</c:v>
                </c:pt>
                <c:pt idx="9818">
                  <c:v>981.8</c:v>
                </c:pt>
                <c:pt idx="9819">
                  <c:v>981.9</c:v>
                </c:pt>
                <c:pt idx="9820">
                  <c:v>982</c:v>
                </c:pt>
                <c:pt idx="9821">
                  <c:v>982.1</c:v>
                </c:pt>
                <c:pt idx="9822">
                  <c:v>982.2</c:v>
                </c:pt>
                <c:pt idx="9823">
                  <c:v>982.3</c:v>
                </c:pt>
                <c:pt idx="9824">
                  <c:v>982.4</c:v>
                </c:pt>
                <c:pt idx="9825">
                  <c:v>982.5</c:v>
                </c:pt>
                <c:pt idx="9826">
                  <c:v>982.6</c:v>
                </c:pt>
                <c:pt idx="9827">
                  <c:v>982.7</c:v>
                </c:pt>
                <c:pt idx="9828">
                  <c:v>982.8</c:v>
                </c:pt>
                <c:pt idx="9829">
                  <c:v>982.9</c:v>
                </c:pt>
                <c:pt idx="9830">
                  <c:v>983</c:v>
                </c:pt>
                <c:pt idx="9831">
                  <c:v>983.1</c:v>
                </c:pt>
                <c:pt idx="9832">
                  <c:v>983.2</c:v>
                </c:pt>
                <c:pt idx="9833">
                  <c:v>983.3</c:v>
                </c:pt>
                <c:pt idx="9834">
                  <c:v>983.4</c:v>
                </c:pt>
                <c:pt idx="9835">
                  <c:v>983.5</c:v>
                </c:pt>
                <c:pt idx="9836">
                  <c:v>983.6</c:v>
                </c:pt>
                <c:pt idx="9837">
                  <c:v>983.7</c:v>
                </c:pt>
                <c:pt idx="9838">
                  <c:v>983.8</c:v>
                </c:pt>
                <c:pt idx="9839">
                  <c:v>983.9</c:v>
                </c:pt>
                <c:pt idx="9840">
                  <c:v>984</c:v>
                </c:pt>
                <c:pt idx="9841">
                  <c:v>984.1</c:v>
                </c:pt>
                <c:pt idx="9842">
                  <c:v>984.2</c:v>
                </c:pt>
                <c:pt idx="9843">
                  <c:v>984.3</c:v>
                </c:pt>
                <c:pt idx="9844">
                  <c:v>984.4</c:v>
                </c:pt>
                <c:pt idx="9845">
                  <c:v>984.5</c:v>
                </c:pt>
                <c:pt idx="9846">
                  <c:v>984.6</c:v>
                </c:pt>
                <c:pt idx="9847">
                  <c:v>984.7</c:v>
                </c:pt>
                <c:pt idx="9848">
                  <c:v>984.8</c:v>
                </c:pt>
                <c:pt idx="9849">
                  <c:v>984.9</c:v>
                </c:pt>
                <c:pt idx="9850">
                  <c:v>985</c:v>
                </c:pt>
                <c:pt idx="9851">
                  <c:v>985.1</c:v>
                </c:pt>
                <c:pt idx="9852">
                  <c:v>985.2</c:v>
                </c:pt>
                <c:pt idx="9853">
                  <c:v>985.3</c:v>
                </c:pt>
                <c:pt idx="9854">
                  <c:v>985.4</c:v>
                </c:pt>
                <c:pt idx="9855">
                  <c:v>985.5</c:v>
                </c:pt>
                <c:pt idx="9856">
                  <c:v>985.6</c:v>
                </c:pt>
                <c:pt idx="9857">
                  <c:v>985.7</c:v>
                </c:pt>
                <c:pt idx="9858">
                  <c:v>985.8</c:v>
                </c:pt>
                <c:pt idx="9859">
                  <c:v>985.9</c:v>
                </c:pt>
                <c:pt idx="9860">
                  <c:v>986</c:v>
                </c:pt>
                <c:pt idx="9861">
                  <c:v>986.1</c:v>
                </c:pt>
                <c:pt idx="9862">
                  <c:v>986.2</c:v>
                </c:pt>
                <c:pt idx="9863">
                  <c:v>986.3</c:v>
                </c:pt>
                <c:pt idx="9864">
                  <c:v>986.4</c:v>
                </c:pt>
                <c:pt idx="9865">
                  <c:v>986.5</c:v>
                </c:pt>
                <c:pt idx="9866">
                  <c:v>986.6</c:v>
                </c:pt>
                <c:pt idx="9867">
                  <c:v>986.7</c:v>
                </c:pt>
                <c:pt idx="9868">
                  <c:v>986.8</c:v>
                </c:pt>
                <c:pt idx="9869">
                  <c:v>986.9</c:v>
                </c:pt>
                <c:pt idx="9870">
                  <c:v>987</c:v>
                </c:pt>
                <c:pt idx="9871">
                  <c:v>987.1</c:v>
                </c:pt>
                <c:pt idx="9872">
                  <c:v>987.2</c:v>
                </c:pt>
                <c:pt idx="9873">
                  <c:v>987.3</c:v>
                </c:pt>
                <c:pt idx="9874">
                  <c:v>987.4</c:v>
                </c:pt>
                <c:pt idx="9875">
                  <c:v>987.5</c:v>
                </c:pt>
                <c:pt idx="9876">
                  <c:v>987.6</c:v>
                </c:pt>
                <c:pt idx="9877">
                  <c:v>987.7</c:v>
                </c:pt>
                <c:pt idx="9878">
                  <c:v>987.8</c:v>
                </c:pt>
                <c:pt idx="9879">
                  <c:v>987.9</c:v>
                </c:pt>
                <c:pt idx="9880">
                  <c:v>988</c:v>
                </c:pt>
                <c:pt idx="9881">
                  <c:v>988.1</c:v>
                </c:pt>
                <c:pt idx="9882">
                  <c:v>988.2</c:v>
                </c:pt>
                <c:pt idx="9883">
                  <c:v>988.3</c:v>
                </c:pt>
                <c:pt idx="9884">
                  <c:v>988.4</c:v>
                </c:pt>
                <c:pt idx="9885">
                  <c:v>988.5</c:v>
                </c:pt>
                <c:pt idx="9886">
                  <c:v>988.6</c:v>
                </c:pt>
                <c:pt idx="9887">
                  <c:v>988.7</c:v>
                </c:pt>
                <c:pt idx="9888">
                  <c:v>988.8</c:v>
                </c:pt>
                <c:pt idx="9889">
                  <c:v>988.9</c:v>
                </c:pt>
                <c:pt idx="9890">
                  <c:v>989</c:v>
                </c:pt>
                <c:pt idx="9891">
                  <c:v>989.1</c:v>
                </c:pt>
                <c:pt idx="9892">
                  <c:v>989.2</c:v>
                </c:pt>
                <c:pt idx="9893">
                  <c:v>989.3</c:v>
                </c:pt>
                <c:pt idx="9894">
                  <c:v>989.4</c:v>
                </c:pt>
                <c:pt idx="9895">
                  <c:v>989.5</c:v>
                </c:pt>
                <c:pt idx="9896">
                  <c:v>989.6</c:v>
                </c:pt>
                <c:pt idx="9897">
                  <c:v>989.7</c:v>
                </c:pt>
                <c:pt idx="9898">
                  <c:v>989.8</c:v>
                </c:pt>
                <c:pt idx="9899">
                  <c:v>989.9</c:v>
                </c:pt>
                <c:pt idx="9900">
                  <c:v>990</c:v>
                </c:pt>
                <c:pt idx="9901">
                  <c:v>990.1</c:v>
                </c:pt>
                <c:pt idx="9902">
                  <c:v>990.2</c:v>
                </c:pt>
                <c:pt idx="9903">
                  <c:v>990.3</c:v>
                </c:pt>
                <c:pt idx="9904">
                  <c:v>990.4</c:v>
                </c:pt>
                <c:pt idx="9905">
                  <c:v>990.5</c:v>
                </c:pt>
                <c:pt idx="9906">
                  <c:v>990.6</c:v>
                </c:pt>
                <c:pt idx="9907">
                  <c:v>990.7</c:v>
                </c:pt>
                <c:pt idx="9908">
                  <c:v>990.8</c:v>
                </c:pt>
                <c:pt idx="9909">
                  <c:v>990.9</c:v>
                </c:pt>
                <c:pt idx="9910">
                  <c:v>991</c:v>
                </c:pt>
                <c:pt idx="9911">
                  <c:v>991.1</c:v>
                </c:pt>
                <c:pt idx="9912">
                  <c:v>991.2</c:v>
                </c:pt>
                <c:pt idx="9913">
                  <c:v>991.3</c:v>
                </c:pt>
                <c:pt idx="9914">
                  <c:v>991.4</c:v>
                </c:pt>
                <c:pt idx="9915">
                  <c:v>991.5</c:v>
                </c:pt>
                <c:pt idx="9916">
                  <c:v>991.6</c:v>
                </c:pt>
                <c:pt idx="9917">
                  <c:v>991.7</c:v>
                </c:pt>
                <c:pt idx="9918">
                  <c:v>991.8</c:v>
                </c:pt>
                <c:pt idx="9919">
                  <c:v>991.9</c:v>
                </c:pt>
                <c:pt idx="9920">
                  <c:v>992</c:v>
                </c:pt>
                <c:pt idx="9921">
                  <c:v>992.1</c:v>
                </c:pt>
                <c:pt idx="9922">
                  <c:v>992.2</c:v>
                </c:pt>
                <c:pt idx="9923">
                  <c:v>992.3</c:v>
                </c:pt>
                <c:pt idx="9924">
                  <c:v>992.4</c:v>
                </c:pt>
                <c:pt idx="9925">
                  <c:v>992.5</c:v>
                </c:pt>
                <c:pt idx="9926">
                  <c:v>992.6</c:v>
                </c:pt>
                <c:pt idx="9927">
                  <c:v>992.7</c:v>
                </c:pt>
                <c:pt idx="9928">
                  <c:v>992.8</c:v>
                </c:pt>
                <c:pt idx="9929">
                  <c:v>992.9</c:v>
                </c:pt>
                <c:pt idx="9930">
                  <c:v>993</c:v>
                </c:pt>
                <c:pt idx="9931">
                  <c:v>993.1</c:v>
                </c:pt>
                <c:pt idx="9932">
                  <c:v>993.2</c:v>
                </c:pt>
                <c:pt idx="9933">
                  <c:v>993.3</c:v>
                </c:pt>
                <c:pt idx="9934">
                  <c:v>993.4</c:v>
                </c:pt>
                <c:pt idx="9935">
                  <c:v>993.5</c:v>
                </c:pt>
                <c:pt idx="9936">
                  <c:v>993.6</c:v>
                </c:pt>
                <c:pt idx="9937">
                  <c:v>993.7</c:v>
                </c:pt>
                <c:pt idx="9938">
                  <c:v>993.8</c:v>
                </c:pt>
                <c:pt idx="9939">
                  <c:v>993.9</c:v>
                </c:pt>
                <c:pt idx="9940">
                  <c:v>994</c:v>
                </c:pt>
                <c:pt idx="9941">
                  <c:v>994.1</c:v>
                </c:pt>
                <c:pt idx="9942">
                  <c:v>994.2</c:v>
                </c:pt>
                <c:pt idx="9943">
                  <c:v>994.3</c:v>
                </c:pt>
                <c:pt idx="9944">
                  <c:v>994.4</c:v>
                </c:pt>
                <c:pt idx="9945">
                  <c:v>994.5</c:v>
                </c:pt>
                <c:pt idx="9946">
                  <c:v>994.6</c:v>
                </c:pt>
                <c:pt idx="9947">
                  <c:v>994.7</c:v>
                </c:pt>
                <c:pt idx="9948">
                  <c:v>994.8</c:v>
                </c:pt>
                <c:pt idx="9949">
                  <c:v>994.9</c:v>
                </c:pt>
                <c:pt idx="9950">
                  <c:v>995</c:v>
                </c:pt>
                <c:pt idx="9951">
                  <c:v>995.1</c:v>
                </c:pt>
                <c:pt idx="9952">
                  <c:v>995.2</c:v>
                </c:pt>
                <c:pt idx="9953">
                  <c:v>995.3</c:v>
                </c:pt>
                <c:pt idx="9954">
                  <c:v>995.4</c:v>
                </c:pt>
                <c:pt idx="9955">
                  <c:v>995.5</c:v>
                </c:pt>
                <c:pt idx="9956">
                  <c:v>995.6</c:v>
                </c:pt>
                <c:pt idx="9957">
                  <c:v>995.7</c:v>
                </c:pt>
                <c:pt idx="9958">
                  <c:v>995.8</c:v>
                </c:pt>
                <c:pt idx="9959">
                  <c:v>995.9</c:v>
                </c:pt>
                <c:pt idx="9960">
                  <c:v>996</c:v>
                </c:pt>
                <c:pt idx="9961">
                  <c:v>996.1</c:v>
                </c:pt>
                <c:pt idx="9962">
                  <c:v>996.2</c:v>
                </c:pt>
                <c:pt idx="9963">
                  <c:v>996.3</c:v>
                </c:pt>
                <c:pt idx="9964">
                  <c:v>996.4</c:v>
                </c:pt>
                <c:pt idx="9965">
                  <c:v>996.5</c:v>
                </c:pt>
                <c:pt idx="9966">
                  <c:v>996.6</c:v>
                </c:pt>
                <c:pt idx="9967">
                  <c:v>996.7</c:v>
                </c:pt>
                <c:pt idx="9968">
                  <c:v>996.8</c:v>
                </c:pt>
                <c:pt idx="9969">
                  <c:v>996.9</c:v>
                </c:pt>
                <c:pt idx="9970">
                  <c:v>997</c:v>
                </c:pt>
                <c:pt idx="9971">
                  <c:v>997.1</c:v>
                </c:pt>
                <c:pt idx="9972">
                  <c:v>997.2</c:v>
                </c:pt>
                <c:pt idx="9973">
                  <c:v>997.3</c:v>
                </c:pt>
                <c:pt idx="9974">
                  <c:v>997.4</c:v>
                </c:pt>
                <c:pt idx="9975">
                  <c:v>997.5</c:v>
                </c:pt>
                <c:pt idx="9976">
                  <c:v>997.6</c:v>
                </c:pt>
                <c:pt idx="9977">
                  <c:v>997.7</c:v>
                </c:pt>
                <c:pt idx="9978">
                  <c:v>997.8</c:v>
                </c:pt>
                <c:pt idx="9979">
                  <c:v>997.9</c:v>
                </c:pt>
                <c:pt idx="9980">
                  <c:v>998</c:v>
                </c:pt>
                <c:pt idx="9981">
                  <c:v>998.1</c:v>
                </c:pt>
                <c:pt idx="9982">
                  <c:v>998.2</c:v>
                </c:pt>
                <c:pt idx="9983">
                  <c:v>998.3</c:v>
                </c:pt>
                <c:pt idx="9984">
                  <c:v>998.4</c:v>
                </c:pt>
                <c:pt idx="9985">
                  <c:v>998.5</c:v>
                </c:pt>
                <c:pt idx="9986">
                  <c:v>998.6</c:v>
                </c:pt>
                <c:pt idx="9987">
                  <c:v>998.7</c:v>
                </c:pt>
                <c:pt idx="9988">
                  <c:v>998.8</c:v>
                </c:pt>
                <c:pt idx="9989">
                  <c:v>998.9</c:v>
                </c:pt>
                <c:pt idx="9990">
                  <c:v>999</c:v>
                </c:pt>
                <c:pt idx="9991">
                  <c:v>999.1</c:v>
                </c:pt>
                <c:pt idx="9992">
                  <c:v>999.2</c:v>
                </c:pt>
                <c:pt idx="9993">
                  <c:v>999.3</c:v>
                </c:pt>
                <c:pt idx="9994">
                  <c:v>999.4</c:v>
                </c:pt>
                <c:pt idx="9995">
                  <c:v>999.5</c:v>
                </c:pt>
                <c:pt idx="9996">
                  <c:v>999.6</c:v>
                </c:pt>
                <c:pt idx="9997">
                  <c:v>999.7</c:v>
                </c:pt>
                <c:pt idx="9998">
                  <c:v>999.8</c:v>
                </c:pt>
                <c:pt idx="9999">
                  <c:v>999.9</c:v>
                </c:pt>
                <c:pt idx="10000">
                  <c:v>1000</c:v>
                </c:pt>
                <c:pt idx="10001">
                  <c:v>1000.1</c:v>
                </c:pt>
                <c:pt idx="10002">
                  <c:v>1000.2</c:v>
                </c:pt>
                <c:pt idx="10003">
                  <c:v>1000.3</c:v>
                </c:pt>
                <c:pt idx="10004">
                  <c:v>1000.4</c:v>
                </c:pt>
                <c:pt idx="10005">
                  <c:v>1000.5</c:v>
                </c:pt>
                <c:pt idx="10006">
                  <c:v>1000.6</c:v>
                </c:pt>
                <c:pt idx="10007">
                  <c:v>1000.7</c:v>
                </c:pt>
                <c:pt idx="10008">
                  <c:v>1000.8</c:v>
                </c:pt>
                <c:pt idx="10009">
                  <c:v>1000.9</c:v>
                </c:pt>
                <c:pt idx="10010">
                  <c:v>1001</c:v>
                </c:pt>
                <c:pt idx="10011">
                  <c:v>1001.1</c:v>
                </c:pt>
                <c:pt idx="10012">
                  <c:v>1001.2</c:v>
                </c:pt>
                <c:pt idx="10013">
                  <c:v>1001.3</c:v>
                </c:pt>
                <c:pt idx="10014">
                  <c:v>1001.4</c:v>
                </c:pt>
                <c:pt idx="10015">
                  <c:v>1001.5</c:v>
                </c:pt>
                <c:pt idx="10016">
                  <c:v>1001.6</c:v>
                </c:pt>
                <c:pt idx="10017">
                  <c:v>1001.7</c:v>
                </c:pt>
                <c:pt idx="10018">
                  <c:v>1001.8</c:v>
                </c:pt>
                <c:pt idx="10019">
                  <c:v>1001.9</c:v>
                </c:pt>
                <c:pt idx="10020">
                  <c:v>1002</c:v>
                </c:pt>
                <c:pt idx="10021">
                  <c:v>1002.1</c:v>
                </c:pt>
                <c:pt idx="10022">
                  <c:v>1002.2</c:v>
                </c:pt>
                <c:pt idx="10023">
                  <c:v>1002.3</c:v>
                </c:pt>
                <c:pt idx="10024">
                  <c:v>1002.4</c:v>
                </c:pt>
                <c:pt idx="10025">
                  <c:v>1002.5</c:v>
                </c:pt>
                <c:pt idx="10026">
                  <c:v>1002.6</c:v>
                </c:pt>
                <c:pt idx="10027">
                  <c:v>1002.7</c:v>
                </c:pt>
                <c:pt idx="10028">
                  <c:v>1002.8</c:v>
                </c:pt>
                <c:pt idx="10029">
                  <c:v>1002.9</c:v>
                </c:pt>
                <c:pt idx="10030">
                  <c:v>1003</c:v>
                </c:pt>
                <c:pt idx="10031">
                  <c:v>1003.1</c:v>
                </c:pt>
                <c:pt idx="10032">
                  <c:v>1003.2</c:v>
                </c:pt>
                <c:pt idx="10033">
                  <c:v>1003.3</c:v>
                </c:pt>
                <c:pt idx="10034">
                  <c:v>1003.4</c:v>
                </c:pt>
                <c:pt idx="10035">
                  <c:v>1003.5</c:v>
                </c:pt>
                <c:pt idx="10036">
                  <c:v>1003.6</c:v>
                </c:pt>
                <c:pt idx="10037">
                  <c:v>1003.7</c:v>
                </c:pt>
                <c:pt idx="10038">
                  <c:v>1003.8</c:v>
                </c:pt>
                <c:pt idx="10039">
                  <c:v>1003.9</c:v>
                </c:pt>
                <c:pt idx="10040">
                  <c:v>1004</c:v>
                </c:pt>
                <c:pt idx="10041">
                  <c:v>1004.1</c:v>
                </c:pt>
                <c:pt idx="10042">
                  <c:v>1004.2</c:v>
                </c:pt>
                <c:pt idx="10043">
                  <c:v>1004.3</c:v>
                </c:pt>
                <c:pt idx="10044">
                  <c:v>1004.4</c:v>
                </c:pt>
                <c:pt idx="10045">
                  <c:v>1004.5</c:v>
                </c:pt>
                <c:pt idx="10046">
                  <c:v>1004.6</c:v>
                </c:pt>
                <c:pt idx="10047">
                  <c:v>1004.7</c:v>
                </c:pt>
                <c:pt idx="10048">
                  <c:v>1004.8</c:v>
                </c:pt>
                <c:pt idx="10049">
                  <c:v>1004.9</c:v>
                </c:pt>
                <c:pt idx="10050">
                  <c:v>1005</c:v>
                </c:pt>
                <c:pt idx="10051">
                  <c:v>1005.1</c:v>
                </c:pt>
                <c:pt idx="10052">
                  <c:v>1005.2</c:v>
                </c:pt>
                <c:pt idx="10053">
                  <c:v>1005.3</c:v>
                </c:pt>
                <c:pt idx="10054">
                  <c:v>1005.4</c:v>
                </c:pt>
                <c:pt idx="10055">
                  <c:v>1005.5</c:v>
                </c:pt>
                <c:pt idx="10056">
                  <c:v>1005.6</c:v>
                </c:pt>
                <c:pt idx="10057">
                  <c:v>1005.7</c:v>
                </c:pt>
                <c:pt idx="10058">
                  <c:v>1005.8</c:v>
                </c:pt>
                <c:pt idx="10059">
                  <c:v>1005.9</c:v>
                </c:pt>
                <c:pt idx="10060">
                  <c:v>1006</c:v>
                </c:pt>
                <c:pt idx="10061">
                  <c:v>1006.1</c:v>
                </c:pt>
                <c:pt idx="10062">
                  <c:v>1006.2</c:v>
                </c:pt>
                <c:pt idx="10063">
                  <c:v>1006.3</c:v>
                </c:pt>
                <c:pt idx="10064">
                  <c:v>1006.4</c:v>
                </c:pt>
                <c:pt idx="10065">
                  <c:v>1006.5</c:v>
                </c:pt>
                <c:pt idx="10066">
                  <c:v>1006.6</c:v>
                </c:pt>
                <c:pt idx="10067">
                  <c:v>1006.7</c:v>
                </c:pt>
                <c:pt idx="10068">
                  <c:v>1006.8</c:v>
                </c:pt>
                <c:pt idx="10069">
                  <c:v>1006.9</c:v>
                </c:pt>
                <c:pt idx="10070">
                  <c:v>1007</c:v>
                </c:pt>
                <c:pt idx="10071">
                  <c:v>1007.1</c:v>
                </c:pt>
                <c:pt idx="10072">
                  <c:v>1007.2</c:v>
                </c:pt>
                <c:pt idx="10073">
                  <c:v>1007.3</c:v>
                </c:pt>
                <c:pt idx="10074">
                  <c:v>1007.4</c:v>
                </c:pt>
                <c:pt idx="10075">
                  <c:v>1007.5</c:v>
                </c:pt>
                <c:pt idx="10076">
                  <c:v>1007.6</c:v>
                </c:pt>
                <c:pt idx="10077">
                  <c:v>1007.7</c:v>
                </c:pt>
                <c:pt idx="10078">
                  <c:v>1007.8</c:v>
                </c:pt>
                <c:pt idx="10079">
                  <c:v>1007.9</c:v>
                </c:pt>
                <c:pt idx="10080">
                  <c:v>1008</c:v>
                </c:pt>
                <c:pt idx="10081">
                  <c:v>1008.1</c:v>
                </c:pt>
                <c:pt idx="10082">
                  <c:v>1008.2</c:v>
                </c:pt>
                <c:pt idx="10083">
                  <c:v>1008.3</c:v>
                </c:pt>
                <c:pt idx="10084">
                  <c:v>1008.4</c:v>
                </c:pt>
                <c:pt idx="10085">
                  <c:v>1008.5</c:v>
                </c:pt>
                <c:pt idx="10086">
                  <c:v>1008.6</c:v>
                </c:pt>
                <c:pt idx="10087">
                  <c:v>1008.7</c:v>
                </c:pt>
                <c:pt idx="10088">
                  <c:v>1008.8</c:v>
                </c:pt>
                <c:pt idx="10089">
                  <c:v>1008.9</c:v>
                </c:pt>
                <c:pt idx="10090">
                  <c:v>1009</c:v>
                </c:pt>
                <c:pt idx="10091">
                  <c:v>1009.1</c:v>
                </c:pt>
                <c:pt idx="10092">
                  <c:v>1009.2</c:v>
                </c:pt>
                <c:pt idx="10093">
                  <c:v>1009.3</c:v>
                </c:pt>
                <c:pt idx="10094">
                  <c:v>1009.4</c:v>
                </c:pt>
                <c:pt idx="10095">
                  <c:v>1009.5</c:v>
                </c:pt>
                <c:pt idx="10096">
                  <c:v>1009.6</c:v>
                </c:pt>
                <c:pt idx="10097">
                  <c:v>1009.7</c:v>
                </c:pt>
                <c:pt idx="10098">
                  <c:v>1009.8</c:v>
                </c:pt>
                <c:pt idx="10099">
                  <c:v>1009.9</c:v>
                </c:pt>
                <c:pt idx="10100">
                  <c:v>1010</c:v>
                </c:pt>
                <c:pt idx="10101">
                  <c:v>1010.1</c:v>
                </c:pt>
                <c:pt idx="10102">
                  <c:v>1010.2</c:v>
                </c:pt>
                <c:pt idx="10103">
                  <c:v>1010.3</c:v>
                </c:pt>
                <c:pt idx="10104">
                  <c:v>1010.4</c:v>
                </c:pt>
                <c:pt idx="10105">
                  <c:v>1010.5</c:v>
                </c:pt>
                <c:pt idx="10106">
                  <c:v>1010.6</c:v>
                </c:pt>
                <c:pt idx="10107">
                  <c:v>1010.7</c:v>
                </c:pt>
                <c:pt idx="10108">
                  <c:v>1010.8</c:v>
                </c:pt>
                <c:pt idx="10109">
                  <c:v>1010.9</c:v>
                </c:pt>
                <c:pt idx="10110">
                  <c:v>1011</c:v>
                </c:pt>
                <c:pt idx="10111">
                  <c:v>1011.1</c:v>
                </c:pt>
                <c:pt idx="10112">
                  <c:v>1011.2</c:v>
                </c:pt>
                <c:pt idx="10113">
                  <c:v>1011.3</c:v>
                </c:pt>
                <c:pt idx="10114">
                  <c:v>1011.4</c:v>
                </c:pt>
                <c:pt idx="10115">
                  <c:v>1011.5</c:v>
                </c:pt>
                <c:pt idx="10116">
                  <c:v>1011.6</c:v>
                </c:pt>
                <c:pt idx="10117">
                  <c:v>1011.7</c:v>
                </c:pt>
                <c:pt idx="10118">
                  <c:v>1011.8</c:v>
                </c:pt>
                <c:pt idx="10119">
                  <c:v>1011.9</c:v>
                </c:pt>
                <c:pt idx="10120">
                  <c:v>1012</c:v>
                </c:pt>
                <c:pt idx="10121">
                  <c:v>1012.1</c:v>
                </c:pt>
                <c:pt idx="10122">
                  <c:v>1012.2</c:v>
                </c:pt>
                <c:pt idx="10123">
                  <c:v>1012.3</c:v>
                </c:pt>
                <c:pt idx="10124">
                  <c:v>1012.4</c:v>
                </c:pt>
                <c:pt idx="10125">
                  <c:v>1012.5</c:v>
                </c:pt>
                <c:pt idx="10126">
                  <c:v>1012.6</c:v>
                </c:pt>
                <c:pt idx="10127">
                  <c:v>1012.7</c:v>
                </c:pt>
                <c:pt idx="10128">
                  <c:v>1012.8</c:v>
                </c:pt>
                <c:pt idx="10129">
                  <c:v>1012.9</c:v>
                </c:pt>
                <c:pt idx="10130">
                  <c:v>1013</c:v>
                </c:pt>
                <c:pt idx="10131">
                  <c:v>1013.1</c:v>
                </c:pt>
                <c:pt idx="10132">
                  <c:v>1013.2</c:v>
                </c:pt>
                <c:pt idx="10133">
                  <c:v>1013.3</c:v>
                </c:pt>
                <c:pt idx="10134">
                  <c:v>1013.4</c:v>
                </c:pt>
                <c:pt idx="10135">
                  <c:v>1013.5</c:v>
                </c:pt>
                <c:pt idx="10136">
                  <c:v>1013.6</c:v>
                </c:pt>
                <c:pt idx="10137">
                  <c:v>1013.7</c:v>
                </c:pt>
                <c:pt idx="10138">
                  <c:v>1013.8</c:v>
                </c:pt>
                <c:pt idx="10139">
                  <c:v>1013.9</c:v>
                </c:pt>
                <c:pt idx="10140">
                  <c:v>1014</c:v>
                </c:pt>
                <c:pt idx="10141">
                  <c:v>1014.1</c:v>
                </c:pt>
                <c:pt idx="10142">
                  <c:v>1014.2</c:v>
                </c:pt>
                <c:pt idx="10143">
                  <c:v>1014.3</c:v>
                </c:pt>
                <c:pt idx="10144">
                  <c:v>1014.4</c:v>
                </c:pt>
                <c:pt idx="10145">
                  <c:v>1014.5</c:v>
                </c:pt>
                <c:pt idx="10146">
                  <c:v>1014.6</c:v>
                </c:pt>
                <c:pt idx="10147">
                  <c:v>1014.7</c:v>
                </c:pt>
                <c:pt idx="10148">
                  <c:v>1014.8</c:v>
                </c:pt>
                <c:pt idx="10149">
                  <c:v>1014.9</c:v>
                </c:pt>
                <c:pt idx="10150">
                  <c:v>1015</c:v>
                </c:pt>
                <c:pt idx="10151">
                  <c:v>1015.1</c:v>
                </c:pt>
                <c:pt idx="10152">
                  <c:v>1015.2</c:v>
                </c:pt>
                <c:pt idx="10153">
                  <c:v>1015.3</c:v>
                </c:pt>
                <c:pt idx="10154">
                  <c:v>1015.4</c:v>
                </c:pt>
                <c:pt idx="10155">
                  <c:v>1015.5</c:v>
                </c:pt>
                <c:pt idx="10156">
                  <c:v>1015.6</c:v>
                </c:pt>
                <c:pt idx="10157">
                  <c:v>1015.7</c:v>
                </c:pt>
                <c:pt idx="10158">
                  <c:v>1015.8</c:v>
                </c:pt>
                <c:pt idx="10159">
                  <c:v>1015.9</c:v>
                </c:pt>
                <c:pt idx="10160">
                  <c:v>1016</c:v>
                </c:pt>
                <c:pt idx="10161">
                  <c:v>1016.1</c:v>
                </c:pt>
                <c:pt idx="10162">
                  <c:v>1016.2</c:v>
                </c:pt>
                <c:pt idx="10163">
                  <c:v>1016.3</c:v>
                </c:pt>
                <c:pt idx="10164">
                  <c:v>1016.4</c:v>
                </c:pt>
                <c:pt idx="10165">
                  <c:v>1016.5</c:v>
                </c:pt>
                <c:pt idx="10166">
                  <c:v>1016.6</c:v>
                </c:pt>
                <c:pt idx="10167">
                  <c:v>1016.7</c:v>
                </c:pt>
                <c:pt idx="10168">
                  <c:v>1016.8</c:v>
                </c:pt>
                <c:pt idx="10169">
                  <c:v>1016.9</c:v>
                </c:pt>
                <c:pt idx="10170">
                  <c:v>1017</c:v>
                </c:pt>
                <c:pt idx="10171">
                  <c:v>1017.1</c:v>
                </c:pt>
                <c:pt idx="10172">
                  <c:v>1017.2</c:v>
                </c:pt>
                <c:pt idx="10173">
                  <c:v>1017.3</c:v>
                </c:pt>
                <c:pt idx="10174">
                  <c:v>1017.4</c:v>
                </c:pt>
                <c:pt idx="10175">
                  <c:v>1017.5</c:v>
                </c:pt>
                <c:pt idx="10176">
                  <c:v>1017.6</c:v>
                </c:pt>
                <c:pt idx="10177">
                  <c:v>1017.7</c:v>
                </c:pt>
                <c:pt idx="10178">
                  <c:v>1017.8</c:v>
                </c:pt>
                <c:pt idx="10179">
                  <c:v>1017.9</c:v>
                </c:pt>
                <c:pt idx="10180">
                  <c:v>1018</c:v>
                </c:pt>
                <c:pt idx="10181">
                  <c:v>1018.1</c:v>
                </c:pt>
                <c:pt idx="10182">
                  <c:v>1018.2</c:v>
                </c:pt>
                <c:pt idx="10183">
                  <c:v>1018.3</c:v>
                </c:pt>
                <c:pt idx="10184">
                  <c:v>1018.4</c:v>
                </c:pt>
                <c:pt idx="10185">
                  <c:v>1018.5</c:v>
                </c:pt>
                <c:pt idx="10186">
                  <c:v>1018.6</c:v>
                </c:pt>
                <c:pt idx="10187">
                  <c:v>1018.7</c:v>
                </c:pt>
                <c:pt idx="10188">
                  <c:v>1018.8</c:v>
                </c:pt>
                <c:pt idx="10189">
                  <c:v>1018.9</c:v>
                </c:pt>
                <c:pt idx="10190">
                  <c:v>1019</c:v>
                </c:pt>
                <c:pt idx="10191">
                  <c:v>1019.1</c:v>
                </c:pt>
                <c:pt idx="10192">
                  <c:v>1019.2</c:v>
                </c:pt>
                <c:pt idx="10193">
                  <c:v>1019.3</c:v>
                </c:pt>
                <c:pt idx="10194">
                  <c:v>1019.4</c:v>
                </c:pt>
                <c:pt idx="10195">
                  <c:v>1019.5</c:v>
                </c:pt>
                <c:pt idx="10196">
                  <c:v>1019.6</c:v>
                </c:pt>
                <c:pt idx="10197">
                  <c:v>1019.7</c:v>
                </c:pt>
                <c:pt idx="10198">
                  <c:v>1019.8</c:v>
                </c:pt>
                <c:pt idx="10199">
                  <c:v>1019.9</c:v>
                </c:pt>
                <c:pt idx="10200">
                  <c:v>1020</c:v>
                </c:pt>
                <c:pt idx="10201">
                  <c:v>1020.1</c:v>
                </c:pt>
                <c:pt idx="10202">
                  <c:v>1020.2</c:v>
                </c:pt>
                <c:pt idx="10203">
                  <c:v>1020.3</c:v>
                </c:pt>
                <c:pt idx="10204">
                  <c:v>1020.4</c:v>
                </c:pt>
                <c:pt idx="10205">
                  <c:v>1020.5</c:v>
                </c:pt>
                <c:pt idx="10206">
                  <c:v>1020.6</c:v>
                </c:pt>
                <c:pt idx="10207">
                  <c:v>1020.7</c:v>
                </c:pt>
                <c:pt idx="10208">
                  <c:v>1020.8</c:v>
                </c:pt>
                <c:pt idx="10209">
                  <c:v>1020.9</c:v>
                </c:pt>
                <c:pt idx="10210">
                  <c:v>1021</c:v>
                </c:pt>
                <c:pt idx="10211">
                  <c:v>1021.1</c:v>
                </c:pt>
                <c:pt idx="10212">
                  <c:v>1021.2</c:v>
                </c:pt>
                <c:pt idx="10213">
                  <c:v>1021.3</c:v>
                </c:pt>
                <c:pt idx="10214">
                  <c:v>1021.4</c:v>
                </c:pt>
                <c:pt idx="10215">
                  <c:v>1021.5</c:v>
                </c:pt>
                <c:pt idx="10216">
                  <c:v>1021.6</c:v>
                </c:pt>
                <c:pt idx="10217">
                  <c:v>1021.7</c:v>
                </c:pt>
                <c:pt idx="10218">
                  <c:v>1021.8</c:v>
                </c:pt>
                <c:pt idx="10219">
                  <c:v>1021.9</c:v>
                </c:pt>
                <c:pt idx="10220">
                  <c:v>1022</c:v>
                </c:pt>
                <c:pt idx="10221">
                  <c:v>1022.1</c:v>
                </c:pt>
                <c:pt idx="10222">
                  <c:v>1022.2</c:v>
                </c:pt>
                <c:pt idx="10223">
                  <c:v>1022.3</c:v>
                </c:pt>
                <c:pt idx="10224">
                  <c:v>1022.4</c:v>
                </c:pt>
                <c:pt idx="10225">
                  <c:v>1022.5</c:v>
                </c:pt>
                <c:pt idx="10226">
                  <c:v>1022.6</c:v>
                </c:pt>
                <c:pt idx="10227">
                  <c:v>1022.7</c:v>
                </c:pt>
                <c:pt idx="10228">
                  <c:v>1022.8</c:v>
                </c:pt>
                <c:pt idx="10229">
                  <c:v>1022.9</c:v>
                </c:pt>
                <c:pt idx="10230">
                  <c:v>1023</c:v>
                </c:pt>
                <c:pt idx="10231">
                  <c:v>1023.1</c:v>
                </c:pt>
                <c:pt idx="10232">
                  <c:v>1023.2</c:v>
                </c:pt>
                <c:pt idx="10233">
                  <c:v>1023.3</c:v>
                </c:pt>
                <c:pt idx="10234">
                  <c:v>1023.4</c:v>
                </c:pt>
                <c:pt idx="10235">
                  <c:v>1023.5</c:v>
                </c:pt>
                <c:pt idx="10236">
                  <c:v>1023.6</c:v>
                </c:pt>
                <c:pt idx="10237">
                  <c:v>1023.7</c:v>
                </c:pt>
                <c:pt idx="10238">
                  <c:v>1023.8</c:v>
                </c:pt>
                <c:pt idx="10239">
                  <c:v>1023.9</c:v>
                </c:pt>
                <c:pt idx="10240">
                  <c:v>1024</c:v>
                </c:pt>
                <c:pt idx="10241">
                  <c:v>1024.0999999999999</c:v>
                </c:pt>
                <c:pt idx="10242">
                  <c:v>1024.2</c:v>
                </c:pt>
                <c:pt idx="10243">
                  <c:v>1024.3</c:v>
                </c:pt>
                <c:pt idx="10244">
                  <c:v>1024.4000000000001</c:v>
                </c:pt>
                <c:pt idx="10245">
                  <c:v>1024.5</c:v>
                </c:pt>
                <c:pt idx="10246">
                  <c:v>1024.5999999999999</c:v>
                </c:pt>
                <c:pt idx="10247">
                  <c:v>1024.7</c:v>
                </c:pt>
                <c:pt idx="10248">
                  <c:v>1024.8</c:v>
                </c:pt>
                <c:pt idx="10249">
                  <c:v>1024.9000000000001</c:v>
                </c:pt>
                <c:pt idx="10250">
                  <c:v>1025</c:v>
                </c:pt>
                <c:pt idx="10251">
                  <c:v>1025.0999999999999</c:v>
                </c:pt>
                <c:pt idx="10252">
                  <c:v>1025.2</c:v>
                </c:pt>
                <c:pt idx="10253">
                  <c:v>1025.3</c:v>
                </c:pt>
                <c:pt idx="10254">
                  <c:v>1025.4000000000001</c:v>
                </c:pt>
                <c:pt idx="10255">
                  <c:v>1025.5</c:v>
                </c:pt>
                <c:pt idx="10256">
                  <c:v>1025.5999999999999</c:v>
                </c:pt>
                <c:pt idx="10257">
                  <c:v>1025.7</c:v>
                </c:pt>
                <c:pt idx="10258">
                  <c:v>1025.8</c:v>
                </c:pt>
                <c:pt idx="10259">
                  <c:v>1025.9000000000001</c:v>
                </c:pt>
                <c:pt idx="10260">
                  <c:v>1026</c:v>
                </c:pt>
                <c:pt idx="10261">
                  <c:v>1026.0999999999999</c:v>
                </c:pt>
                <c:pt idx="10262">
                  <c:v>1026.2</c:v>
                </c:pt>
                <c:pt idx="10263">
                  <c:v>1026.3</c:v>
                </c:pt>
                <c:pt idx="10264">
                  <c:v>1026.4000000000001</c:v>
                </c:pt>
                <c:pt idx="10265">
                  <c:v>1026.5</c:v>
                </c:pt>
                <c:pt idx="10266">
                  <c:v>1026.5999999999999</c:v>
                </c:pt>
                <c:pt idx="10267">
                  <c:v>1026.7</c:v>
                </c:pt>
                <c:pt idx="10268">
                  <c:v>1026.8</c:v>
                </c:pt>
                <c:pt idx="10269">
                  <c:v>1026.9000000000001</c:v>
                </c:pt>
                <c:pt idx="10270">
                  <c:v>1027</c:v>
                </c:pt>
                <c:pt idx="10271">
                  <c:v>1027.0999999999999</c:v>
                </c:pt>
                <c:pt idx="10272">
                  <c:v>1027.2</c:v>
                </c:pt>
                <c:pt idx="10273">
                  <c:v>1027.3</c:v>
                </c:pt>
                <c:pt idx="10274">
                  <c:v>1027.4000000000001</c:v>
                </c:pt>
                <c:pt idx="10275">
                  <c:v>1027.5</c:v>
                </c:pt>
                <c:pt idx="10276">
                  <c:v>1027.5999999999999</c:v>
                </c:pt>
                <c:pt idx="10277">
                  <c:v>1027.7</c:v>
                </c:pt>
                <c:pt idx="10278">
                  <c:v>1027.8</c:v>
                </c:pt>
                <c:pt idx="10279">
                  <c:v>1027.9000000000001</c:v>
                </c:pt>
                <c:pt idx="10280">
                  <c:v>1028</c:v>
                </c:pt>
                <c:pt idx="10281">
                  <c:v>1028.0999999999999</c:v>
                </c:pt>
                <c:pt idx="10282">
                  <c:v>1028.2</c:v>
                </c:pt>
                <c:pt idx="10283">
                  <c:v>1028.3</c:v>
                </c:pt>
                <c:pt idx="10284">
                  <c:v>1028.4000000000001</c:v>
                </c:pt>
                <c:pt idx="10285">
                  <c:v>1028.5</c:v>
                </c:pt>
                <c:pt idx="10286">
                  <c:v>1028.5999999999999</c:v>
                </c:pt>
                <c:pt idx="10287">
                  <c:v>1028.7</c:v>
                </c:pt>
                <c:pt idx="10288">
                  <c:v>1028.8</c:v>
                </c:pt>
                <c:pt idx="10289">
                  <c:v>1028.9000000000001</c:v>
                </c:pt>
                <c:pt idx="10290">
                  <c:v>1029</c:v>
                </c:pt>
                <c:pt idx="10291">
                  <c:v>1029.0999999999999</c:v>
                </c:pt>
                <c:pt idx="10292">
                  <c:v>1029.2</c:v>
                </c:pt>
                <c:pt idx="10293">
                  <c:v>1029.3</c:v>
                </c:pt>
                <c:pt idx="10294">
                  <c:v>1029.4000000000001</c:v>
                </c:pt>
                <c:pt idx="10295">
                  <c:v>1029.5</c:v>
                </c:pt>
                <c:pt idx="10296">
                  <c:v>1029.5999999999999</c:v>
                </c:pt>
                <c:pt idx="10297">
                  <c:v>1029.7</c:v>
                </c:pt>
                <c:pt idx="10298">
                  <c:v>1029.8</c:v>
                </c:pt>
                <c:pt idx="10299">
                  <c:v>1029.9000000000001</c:v>
                </c:pt>
                <c:pt idx="10300">
                  <c:v>1030</c:v>
                </c:pt>
                <c:pt idx="10301">
                  <c:v>1030.0999999999999</c:v>
                </c:pt>
                <c:pt idx="10302">
                  <c:v>1030.2</c:v>
                </c:pt>
                <c:pt idx="10303">
                  <c:v>1030.3</c:v>
                </c:pt>
                <c:pt idx="10304">
                  <c:v>1030.4000000000001</c:v>
                </c:pt>
                <c:pt idx="10305">
                  <c:v>1030.5</c:v>
                </c:pt>
                <c:pt idx="10306">
                  <c:v>1030.5999999999999</c:v>
                </c:pt>
                <c:pt idx="10307">
                  <c:v>1030.7</c:v>
                </c:pt>
                <c:pt idx="10308">
                  <c:v>1030.8</c:v>
                </c:pt>
                <c:pt idx="10309">
                  <c:v>1030.9000000000001</c:v>
                </c:pt>
                <c:pt idx="10310">
                  <c:v>1031</c:v>
                </c:pt>
                <c:pt idx="10311">
                  <c:v>1031.0999999999999</c:v>
                </c:pt>
                <c:pt idx="10312">
                  <c:v>1031.2</c:v>
                </c:pt>
                <c:pt idx="10313">
                  <c:v>1031.3</c:v>
                </c:pt>
                <c:pt idx="10314">
                  <c:v>1031.4000000000001</c:v>
                </c:pt>
                <c:pt idx="10315">
                  <c:v>1031.5</c:v>
                </c:pt>
                <c:pt idx="10316">
                  <c:v>1031.5999999999999</c:v>
                </c:pt>
                <c:pt idx="10317">
                  <c:v>1031.7</c:v>
                </c:pt>
                <c:pt idx="10318">
                  <c:v>1031.8</c:v>
                </c:pt>
                <c:pt idx="10319">
                  <c:v>1031.9000000000001</c:v>
                </c:pt>
                <c:pt idx="10320">
                  <c:v>1032</c:v>
                </c:pt>
                <c:pt idx="10321">
                  <c:v>1032.0999999999999</c:v>
                </c:pt>
                <c:pt idx="10322">
                  <c:v>1032.2</c:v>
                </c:pt>
                <c:pt idx="10323">
                  <c:v>1032.3</c:v>
                </c:pt>
                <c:pt idx="10324">
                  <c:v>1032.4000000000001</c:v>
                </c:pt>
                <c:pt idx="10325">
                  <c:v>1032.5</c:v>
                </c:pt>
                <c:pt idx="10326">
                  <c:v>1032.5999999999999</c:v>
                </c:pt>
                <c:pt idx="10327">
                  <c:v>1032.7</c:v>
                </c:pt>
                <c:pt idx="10328">
                  <c:v>1032.8</c:v>
                </c:pt>
                <c:pt idx="10329">
                  <c:v>1032.9000000000001</c:v>
                </c:pt>
                <c:pt idx="10330">
                  <c:v>1033</c:v>
                </c:pt>
                <c:pt idx="10331">
                  <c:v>1033.0999999999999</c:v>
                </c:pt>
                <c:pt idx="10332">
                  <c:v>1033.2</c:v>
                </c:pt>
                <c:pt idx="10333">
                  <c:v>1033.3</c:v>
                </c:pt>
                <c:pt idx="10334">
                  <c:v>1033.4000000000001</c:v>
                </c:pt>
                <c:pt idx="10335">
                  <c:v>1033.5</c:v>
                </c:pt>
                <c:pt idx="10336">
                  <c:v>1033.5999999999999</c:v>
                </c:pt>
                <c:pt idx="10337">
                  <c:v>1033.7</c:v>
                </c:pt>
                <c:pt idx="10338">
                  <c:v>1033.8</c:v>
                </c:pt>
                <c:pt idx="10339">
                  <c:v>1033.9000000000001</c:v>
                </c:pt>
                <c:pt idx="10340">
                  <c:v>1034</c:v>
                </c:pt>
                <c:pt idx="10341">
                  <c:v>1034.0999999999999</c:v>
                </c:pt>
                <c:pt idx="10342">
                  <c:v>1034.2</c:v>
                </c:pt>
                <c:pt idx="10343">
                  <c:v>1034.3</c:v>
                </c:pt>
                <c:pt idx="10344">
                  <c:v>1034.4000000000001</c:v>
                </c:pt>
                <c:pt idx="10345">
                  <c:v>1034.5</c:v>
                </c:pt>
                <c:pt idx="10346">
                  <c:v>1034.5999999999999</c:v>
                </c:pt>
                <c:pt idx="10347">
                  <c:v>1034.7</c:v>
                </c:pt>
                <c:pt idx="10348">
                  <c:v>1034.8</c:v>
                </c:pt>
                <c:pt idx="10349">
                  <c:v>1034.9000000000001</c:v>
                </c:pt>
                <c:pt idx="10350">
                  <c:v>1035</c:v>
                </c:pt>
                <c:pt idx="10351">
                  <c:v>1035.0999999999999</c:v>
                </c:pt>
                <c:pt idx="10352">
                  <c:v>1035.2</c:v>
                </c:pt>
                <c:pt idx="10353">
                  <c:v>1035.3</c:v>
                </c:pt>
                <c:pt idx="10354">
                  <c:v>1035.4000000000001</c:v>
                </c:pt>
                <c:pt idx="10355">
                  <c:v>1035.5</c:v>
                </c:pt>
                <c:pt idx="10356">
                  <c:v>1035.5999999999999</c:v>
                </c:pt>
                <c:pt idx="10357">
                  <c:v>1035.7</c:v>
                </c:pt>
                <c:pt idx="10358">
                  <c:v>1035.8</c:v>
                </c:pt>
                <c:pt idx="10359">
                  <c:v>1035.9000000000001</c:v>
                </c:pt>
                <c:pt idx="10360">
                  <c:v>1036</c:v>
                </c:pt>
                <c:pt idx="10361">
                  <c:v>1036.0999999999999</c:v>
                </c:pt>
                <c:pt idx="10362">
                  <c:v>1036.2</c:v>
                </c:pt>
                <c:pt idx="10363">
                  <c:v>1036.3</c:v>
                </c:pt>
                <c:pt idx="10364">
                  <c:v>1036.4000000000001</c:v>
                </c:pt>
                <c:pt idx="10365">
                  <c:v>1036.5</c:v>
                </c:pt>
                <c:pt idx="10366">
                  <c:v>1036.5999999999999</c:v>
                </c:pt>
                <c:pt idx="10367">
                  <c:v>1036.7</c:v>
                </c:pt>
                <c:pt idx="10368">
                  <c:v>1036.8</c:v>
                </c:pt>
                <c:pt idx="10369">
                  <c:v>1036.9000000000001</c:v>
                </c:pt>
                <c:pt idx="10370">
                  <c:v>1037</c:v>
                </c:pt>
                <c:pt idx="10371">
                  <c:v>1037.0999999999999</c:v>
                </c:pt>
                <c:pt idx="10372">
                  <c:v>1037.2</c:v>
                </c:pt>
                <c:pt idx="10373">
                  <c:v>1037.3</c:v>
                </c:pt>
                <c:pt idx="10374">
                  <c:v>1037.4000000000001</c:v>
                </c:pt>
                <c:pt idx="10375">
                  <c:v>1037.5</c:v>
                </c:pt>
                <c:pt idx="10376">
                  <c:v>1037.5999999999999</c:v>
                </c:pt>
                <c:pt idx="10377">
                  <c:v>1037.7</c:v>
                </c:pt>
                <c:pt idx="10378">
                  <c:v>1037.8</c:v>
                </c:pt>
                <c:pt idx="10379">
                  <c:v>1037.9000000000001</c:v>
                </c:pt>
                <c:pt idx="10380">
                  <c:v>1038</c:v>
                </c:pt>
                <c:pt idx="10381">
                  <c:v>1038.0999999999999</c:v>
                </c:pt>
                <c:pt idx="10382">
                  <c:v>1038.2</c:v>
                </c:pt>
                <c:pt idx="10383">
                  <c:v>1038.3</c:v>
                </c:pt>
                <c:pt idx="10384">
                  <c:v>1038.4000000000001</c:v>
                </c:pt>
                <c:pt idx="10385">
                  <c:v>1038.5</c:v>
                </c:pt>
                <c:pt idx="10386">
                  <c:v>1038.5999999999999</c:v>
                </c:pt>
                <c:pt idx="10387">
                  <c:v>1038.7</c:v>
                </c:pt>
                <c:pt idx="10388">
                  <c:v>1038.8</c:v>
                </c:pt>
                <c:pt idx="10389">
                  <c:v>1038.9000000000001</c:v>
                </c:pt>
                <c:pt idx="10390">
                  <c:v>1039</c:v>
                </c:pt>
                <c:pt idx="10391">
                  <c:v>1039.0999999999999</c:v>
                </c:pt>
                <c:pt idx="10392">
                  <c:v>1039.2</c:v>
                </c:pt>
                <c:pt idx="10393">
                  <c:v>1039.3</c:v>
                </c:pt>
                <c:pt idx="10394">
                  <c:v>1039.4000000000001</c:v>
                </c:pt>
                <c:pt idx="10395">
                  <c:v>1039.5</c:v>
                </c:pt>
                <c:pt idx="10396">
                  <c:v>1039.5999999999999</c:v>
                </c:pt>
                <c:pt idx="10397">
                  <c:v>1039.7</c:v>
                </c:pt>
                <c:pt idx="10398">
                  <c:v>1039.8</c:v>
                </c:pt>
                <c:pt idx="10399">
                  <c:v>1039.9000000000001</c:v>
                </c:pt>
                <c:pt idx="10400">
                  <c:v>1040</c:v>
                </c:pt>
                <c:pt idx="10401">
                  <c:v>1040.0999999999999</c:v>
                </c:pt>
                <c:pt idx="10402">
                  <c:v>1040.2</c:v>
                </c:pt>
                <c:pt idx="10403">
                  <c:v>1040.3</c:v>
                </c:pt>
                <c:pt idx="10404">
                  <c:v>1040.4000000000001</c:v>
                </c:pt>
                <c:pt idx="10405">
                  <c:v>1040.5</c:v>
                </c:pt>
                <c:pt idx="10406">
                  <c:v>1040.5999999999999</c:v>
                </c:pt>
                <c:pt idx="10407">
                  <c:v>1040.7</c:v>
                </c:pt>
                <c:pt idx="10408">
                  <c:v>1040.8</c:v>
                </c:pt>
                <c:pt idx="10409">
                  <c:v>1040.9000000000001</c:v>
                </c:pt>
                <c:pt idx="10410">
                  <c:v>1041</c:v>
                </c:pt>
                <c:pt idx="10411">
                  <c:v>1041.0999999999999</c:v>
                </c:pt>
                <c:pt idx="10412">
                  <c:v>1041.2</c:v>
                </c:pt>
                <c:pt idx="10413">
                  <c:v>1041.3</c:v>
                </c:pt>
                <c:pt idx="10414">
                  <c:v>1041.4000000000001</c:v>
                </c:pt>
                <c:pt idx="10415">
                  <c:v>1041.5</c:v>
                </c:pt>
                <c:pt idx="10416">
                  <c:v>1041.5999999999999</c:v>
                </c:pt>
                <c:pt idx="10417">
                  <c:v>1041.7</c:v>
                </c:pt>
                <c:pt idx="10418">
                  <c:v>1041.8</c:v>
                </c:pt>
                <c:pt idx="10419">
                  <c:v>1041.9000000000001</c:v>
                </c:pt>
                <c:pt idx="10420">
                  <c:v>1042</c:v>
                </c:pt>
                <c:pt idx="10421">
                  <c:v>1042.0999999999999</c:v>
                </c:pt>
                <c:pt idx="10422">
                  <c:v>1042.2</c:v>
                </c:pt>
                <c:pt idx="10423">
                  <c:v>1042.3</c:v>
                </c:pt>
                <c:pt idx="10424">
                  <c:v>1042.4000000000001</c:v>
                </c:pt>
                <c:pt idx="10425">
                  <c:v>1042.5</c:v>
                </c:pt>
                <c:pt idx="10426">
                  <c:v>1042.5999999999999</c:v>
                </c:pt>
                <c:pt idx="10427">
                  <c:v>1042.7</c:v>
                </c:pt>
                <c:pt idx="10428">
                  <c:v>1042.8</c:v>
                </c:pt>
                <c:pt idx="10429">
                  <c:v>1042.9000000000001</c:v>
                </c:pt>
                <c:pt idx="10430">
                  <c:v>1043</c:v>
                </c:pt>
                <c:pt idx="10431">
                  <c:v>1043.0999999999999</c:v>
                </c:pt>
                <c:pt idx="10432">
                  <c:v>1043.2</c:v>
                </c:pt>
                <c:pt idx="10433">
                  <c:v>1043.3</c:v>
                </c:pt>
                <c:pt idx="10434">
                  <c:v>1043.4000000000001</c:v>
                </c:pt>
                <c:pt idx="10435">
                  <c:v>1043.5</c:v>
                </c:pt>
                <c:pt idx="10436">
                  <c:v>1043.5999999999999</c:v>
                </c:pt>
                <c:pt idx="10437">
                  <c:v>1043.7</c:v>
                </c:pt>
                <c:pt idx="10438">
                  <c:v>1043.8</c:v>
                </c:pt>
                <c:pt idx="10439">
                  <c:v>1043.9000000000001</c:v>
                </c:pt>
                <c:pt idx="10440">
                  <c:v>1044</c:v>
                </c:pt>
                <c:pt idx="10441">
                  <c:v>1044.0999999999999</c:v>
                </c:pt>
                <c:pt idx="10442">
                  <c:v>1044.2</c:v>
                </c:pt>
                <c:pt idx="10443">
                  <c:v>1044.3</c:v>
                </c:pt>
                <c:pt idx="10444">
                  <c:v>1044.4000000000001</c:v>
                </c:pt>
                <c:pt idx="10445">
                  <c:v>1044.5</c:v>
                </c:pt>
                <c:pt idx="10446">
                  <c:v>1044.5999999999999</c:v>
                </c:pt>
                <c:pt idx="10447">
                  <c:v>1044.7</c:v>
                </c:pt>
                <c:pt idx="10448">
                  <c:v>1044.8</c:v>
                </c:pt>
                <c:pt idx="10449">
                  <c:v>1044.9000000000001</c:v>
                </c:pt>
                <c:pt idx="10450">
                  <c:v>1045</c:v>
                </c:pt>
                <c:pt idx="10451">
                  <c:v>1045.0999999999999</c:v>
                </c:pt>
                <c:pt idx="10452">
                  <c:v>1045.2</c:v>
                </c:pt>
                <c:pt idx="10453">
                  <c:v>1045.3</c:v>
                </c:pt>
                <c:pt idx="10454">
                  <c:v>1045.4000000000001</c:v>
                </c:pt>
                <c:pt idx="10455">
                  <c:v>1045.5</c:v>
                </c:pt>
                <c:pt idx="10456">
                  <c:v>1045.5999999999999</c:v>
                </c:pt>
                <c:pt idx="10457">
                  <c:v>1045.7</c:v>
                </c:pt>
                <c:pt idx="10458">
                  <c:v>1045.8</c:v>
                </c:pt>
                <c:pt idx="10459">
                  <c:v>1045.9000000000001</c:v>
                </c:pt>
                <c:pt idx="10460">
                  <c:v>1046</c:v>
                </c:pt>
                <c:pt idx="10461">
                  <c:v>1046.0999999999999</c:v>
                </c:pt>
                <c:pt idx="10462">
                  <c:v>1046.2</c:v>
                </c:pt>
                <c:pt idx="10463">
                  <c:v>1046.3</c:v>
                </c:pt>
                <c:pt idx="10464">
                  <c:v>1046.4000000000001</c:v>
                </c:pt>
                <c:pt idx="10465">
                  <c:v>1046.5</c:v>
                </c:pt>
                <c:pt idx="10466">
                  <c:v>1046.5999999999999</c:v>
                </c:pt>
                <c:pt idx="10467">
                  <c:v>1046.7</c:v>
                </c:pt>
                <c:pt idx="10468">
                  <c:v>1046.8</c:v>
                </c:pt>
                <c:pt idx="10469">
                  <c:v>1046.9000000000001</c:v>
                </c:pt>
                <c:pt idx="10470">
                  <c:v>1047</c:v>
                </c:pt>
                <c:pt idx="10471">
                  <c:v>1047.0999999999999</c:v>
                </c:pt>
                <c:pt idx="10472">
                  <c:v>1047.2</c:v>
                </c:pt>
                <c:pt idx="10473">
                  <c:v>1047.3</c:v>
                </c:pt>
                <c:pt idx="10474">
                  <c:v>1047.4000000000001</c:v>
                </c:pt>
                <c:pt idx="10475">
                  <c:v>1047.5</c:v>
                </c:pt>
                <c:pt idx="10476">
                  <c:v>1047.5999999999999</c:v>
                </c:pt>
                <c:pt idx="10477">
                  <c:v>1047.7</c:v>
                </c:pt>
                <c:pt idx="10478">
                  <c:v>1047.8</c:v>
                </c:pt>
                <c:pt idx="10479">
                  <c:v>1047.9000000000001</c:v>
                </c:pt>
                <c:pt idx="10480">
                  <c:v>1048</c:v>
                </c:pt>
                <c:pt idx="10481">
                  <c:v>1048.0999999999999</c:v>
                </c:pt>
                <c:pt idx="10482">
                  <c:v>1048.2</c:v>
                </c:pt>
                <c:pt idx="10483">
                  <c:v>1048.3</c:v>
                </c:pt>
                <c:pt idx="10484">
                  <c:v>1048.4000000000001</c:v>
                </c:pt>
                <c:pt idx="10485">
                  <c:v>1048.5</c:v>
                </c:pt>
                <c:pt idx="10486">
                  <c:v>1048.5999999999999</c:v>
                </c:pt>
                <c:pt idx="10487">
                  <c:v>1048.7</c:v>
                </c:pt>
                <c:pt idx="10488">
                  <c:v>1048.8</c:v>
                </c:pt>
                <c:pt idx="10489">
                  <c:v>1048.9000000000001</c:v>
                </c:pt>
                <c:pt idx="10490">
                  <c:v>1049</c:v>
                </c:pt>
                <c:pt idx="10491">
                  <c:v>1049.0999999999999</c:v>
                </c:pt>
                <c:pt idx="10492">
                  <c:v>1049.2</c:v>
                </c:pt>
                <c:pt idx="10493">
                  <c:v>1049.3</c:v>
                </c:pt>
                <c:pt idx="10494">
                  <c:v>1049.4000000000001</c:v>
                </c:pt>
                <c:pt idx="10495">
                  <c:v>1049.5</c:v>
                </c:pt>
                <c:pt idx="10496">
                  <c:v>1049.5999999999999</c:v>
                </c:pt>
                <c:pt idx="10497">
                  <c:v>1049.7</c:v>
                </c:pt>
                <c:pt idx="10498">
                  <c:v>1049.8</c:v>
                </c:pt>
                <c:pt idx="10499">
                  <c:v>1049.9000000000001</c:v>
                </c:pt>
                <c:pt idx="10500">
                  <c:v>1050</c:v>
                </c:pt>
                <c:pt idx="10501">
                  <c:v>1050.0999999999999</c:v>
                </c:pt>
                <c:pt idx="10502">
                  <c:v>1050.2</c:v>
                </c:pt>
                <c:pt idx="10503">
                  <c:v>1050.3</c:v>
                </c:pt>
                <c:pt idx="10504">
                  <c:v>1050.4000000000001</c:v>
                </c:pt>
                <c:pt idx="10505">
                  <c:v>1050.5</c:v>
                </c:pt>
                <c:pt idx="10506">
                  <c:v>1050.5999999999999</c:v>
                </c:pt>
                <c:pt idx="10507">
                  <c:v>1050.7</c:v>
                </c:pt>
                <c:pt idx="10508">
                  <c:v>1050.8</c:v>
                </c:pt>
                <c:pt idx="10509">
                  <c:v>1050.9000000000001</c:v>
                </c:pt>
                <c:pt idx="10510">
                  <c:v>1051</c:v>
                </c:pt>
                <c:pt idx="10511">
                  <c:v>1051.0999999999999</c:v>
                </c:pt>
                <c:pt idx="10512">
                  <c:v>1051.2</c:v>
                </c:pt>
                <c:pt idx="10513">
                  <c:v>1051.3</c:v>
                </c:pt>
                <c:pt idx="10514">
                  <c:v>1051.4000000000001</c:v>
                </c:pt>
                <c:pt idx="10515">
                  <c:v>1051.5</c:v>
                </c:pt>
                <c:pt idx="10516">
                  <c:v>1051.5999999999999</c:v>
                </c:pt>
                <c:pt idx="10517">
                  <c:v>1051.7</c:v>
                </c:pt>
                <c:pt idx="10518">
                  <c:v>1051.8</c:v>
                </c:pt>
                <c:pt idx="10519">
                  <c:v>1051.9000000000001</c:v>
                </c:pt>
                <c:pt idx="10520">
                  <c:v>1052</c:v>
                </c:pt>
                <c:pt idx="10521">
                  <c:v>1052.0999999999999</c:v>
                </c:pt>
                <c:pt idx="10522">
                  <c:v>1052.2</c:v>
                </c:pt>
                <c:pt idx="10523">
                  <c:v>1052.3</c:v>
                </c:pt>
                <c:pt idx="10524">
                  <c:v>1052.4000000000001</c:v>
                </c:pt>
                <c:pt idx="10525">
                  <c:v>1052.5</c:v>
                </c:pt>
                <c:pt idx="10526">
                  <c:v>1052.5999999999999</c:v>
                </c:pt>
                <c:pt idx="10527">
                  <c:v>1052.7</c:v>
                </c:pt>
                <c:pt idx="10528">
                  <c:v>1052.8</c:v>
                </c:pt>
                <c:pt idx="10529">
                  <c:v>1052.9000000000001</c:v>
                </c:pt>
                <c:pt idx="10530">
                  <c:v>1053</c:v>
                </c:pt>
                <c:pt idx="10531">
                  <c:v>1053.0999999999999</c:v>
                </c:pt>
                <c:pt idx="10532">
                  <c:v>1053.2</c:v>
                </c:pt>
                <c:pt idx="10533">
                  <c:v>1053.3</c:v>
                </c:pt>
                <c:pt idx="10534">
                  <c:v>1053.4000000000001</c:v>
                </c:pt>
                <c:pt idx="10535">
                  <c:v>1053.5</c:v>
                </c:pt>
                <c:pt idx="10536">
                  <c:v>1053.5999999999999</c:v>
                </c:pt>
                <c:pt idx="10537">
                  <c:v>1053.7</c:v>
                </c:pt>
                <c:pt idx="10538">
                  <c:v>1053.8</c:v>
                </c:pt>
                <c:pt idx="10539">
                  <c:v>1053.9000000000001</c:v>
                </c:pt>
                <c:pt idx="10540">
                  <c:v>1054</c:v>
                </c:pt>
                <c:pt idx="10541">
                  <c:v>1054.0999999999999</c:v>
                </c:pt>
                <c:pt idx="10542">
                  <c:v>1054.2</c:v>
                </c:pt>
                <c:pt idx="10543">
                  <c:v>1054.3</c:v>
                </c:pt>
                <c:pt idx="10544">
                  <c:v>1054.4000000000001</c:v>
                </c:pt>
                <c:pt idx="10545">
                  <c:v>1054.5</c:v>
                </c:pt>
                <c:pt idx="10546">
                  <c:v>1054.5999999999999</c:v>
                </c:pt>
                <c:pt idx="10547">
                  <c:v>1054.7</c:v>
                </c:pt>
                <c:pt idx="10548">
                  <c:v>1054.8</c:v>
                </c:pt>
                <c:pt idx="10549">
                  <c:v>1054.9000000000001</c:v>
                </c:pt>
                <c:pt idx="10550">
                  <c:v>1055</c:v>
                </c:pt>
                <c:pt idx="10551">
                  <c:v>1055.0999999999999</c:v>
                </c:pt>
                <c:pt idx="10552">
                  <c:v>1055.2</c:v>
                </c:pt>
                <c:pt idx="10553">
                  <c:v>1055.3</c:v>
                </c:pt>
                <c:pt idx="10554">
                  <c:v>1055.4000000000001</c:v>
                </c:pt>
                <c:pt idx="10555">
                  <c:v>1055.5</c:v>
                </c:pt>
                <c:pt idx="10556">
                  <c:v>1055.5999999999999</c:v>
                </c:pt>
                <c:pt idx="10557">
                  <c:v>1055.7</c:v>
                </c:pt>
                <c:pt idx="10558">
                  <c:v>1055.8</c:v>
                </c:pt>
                <c:pt idx="10559">
                  <c:v>1055.9000000000001</c:v>
                </c:pt>
                <c:pt idx="10560">
                  <c:v>1056</c:v>
                </c:pt>
                <c:pt idx="10561">
                  <c:v>1056.0999999999999</c:v>
                </c:pt>
                <c:pt idx="10562">
                  <c:v>1056.2</c:v>
                </c:pt>
                <c:pt idx="10563">
                  <c:v>1056.3</c:v>
                </c:pt>
                <c:pt idx="10564">
                  <c:v>1056.4000000000001</c:v>
                </c:pt>
                <c:pt idx="10565">
                  <c:v>1056.5</c:v>
                </c:pt>
                <c:pt idx="10566">
                  <c:v>1056.5999999999999</c:v>
                </c:pt>
                <c:pt idx="10567">
                  <c:v>1056.7</c:v>
                </c:pt>
                <c:pt idx="10568">
                  <c:v>1056.8</c:v>
                </c:pt>
                <c:pt idx="10569">
                  <c:v>1056.9000000000001</c:v>
                </c:pt>
                <c:pt idx="10570">
                  <c:v>1057</c:v>
                </c:pt>
                <c:pt idx="10571">
                  <c:v>1057.0999999999999</c:v>
                </c:pt>
                <c:pt idx="10572">
                  <c:v>1057.2</c:v>
                </c:pt>
                <c:pt idx="10573">
                  <c:v>1057.3</c:v>
                </c:pt>
                <c:pt idx="10574">
                  <c:v>1057.4000000000001</c:v>
                </c:pt>
                <c:pt idx="10575">
                  <c:v>1057.5</c:v>
                </c:pt>
                <c:pt idx="10576">
                  <c:v>1057.5999999999999</c:v>
                </c:pt>
                <c:pt idx="10577">
                  <c:v>1057.7</c:v>
                </c:pt>
                <c:pt idx="10578">
                  <c:v>1057.8</c:v>
                </c:pt>
                <c:pt idx="10579">
                  <c:v>1057.9000000000001</c:v>
                </c:pt>
                <c:pt idx="10580">
                  <c:v>1058</c:v>
                </c:pt>
                <c:pt idx="10581">
                  <c:v>1058.0999999999999</c:v>
                </c:pt>
                <c:pt idx="10582">
                  <c:v>1058.2</c:v>
                </c:pt>
                <c:pt idx="10583">
                  <c:v>1058.3</c:v>
                </c:pt>
                <c:pt idx="10584">
                  <c:v>1058.4000000000001</c:v>
                </c:pt>
                <c:pt idx="10585">
                  <c:v>1058.5</c:v>
                </c:pt>
                <c:pt idx="10586">
                  <c:v>1058.5999999999999</c:v>
                </c:pt>
                <c:pt idx="10587">
                  <c:v>1058.7</c:v>
                </c:pt>
                <c:pt idx="10588">
                  <c:v>1058.8</c:v>
                </c:pt>
                <c:pt idx="10589">
                  <c:v>1058.9000000000001</c:v>
                </c:pt>
                <c:pt idx="10590">
                  <c:v>1059</c:v>
                </c:pt>
                <c:pt idx="10591">
                  <c:v>1059.0999999999999</c:v>
                </c:pt>
                <c:pt idx="10592">
                  <c:v>1059.2</c:v>
                </c:pt>
                <c:pt idx="10593">
                  <c:v>1059.3</c:v>
                </c:pt>
                <c:pt idx="10594">
                  <c:v>1059.4000000000001</c:v>
                </c:pt>
                <c:pt idx="10595">
                  <c:v>1059.5</c:v>
                </c:pt>
                <c:pt idx="10596">
                  <c:v>1059.5999999999999</c:v>
                </c:pt>
                <c:pt idx="10597">
                  <c:v>1059.7</c:v>
                </c:pt>
                <c:pt idx="10598">
                  <c:v>1059.8</c:v>
                </c:pt>
                <c:pt idx="10599">
                  <c:v>1059.9000000000001</c:v>
                </c:pt>
                <c:pt idx="10600">
                  <c:v>1060</c:v>
                </c:pt>
                <c:pt idx="10601">
                  <c:v>1060.0999999999999</c:v>
                </c:pt>
                <c:pt idx="10602">
                  <c:v>1060.2</c:v>
                </c:pt>
                <c:pt idx="10603">
                  <c:v>1060.3</c:v>
                </c:pt>
                <c:pt idx="10604">
                  <c:v>1060.4000000000001</c:v>
                </c:pt>
                <c:pt idx="10605">
                  <c:v>1060.5</c:v>
                </c:pt>
                <c:pt idx="10606">
                  <c:v>1060.5999999999999</c:v>
                </c:pt>
                <c:pt idx="10607">
                  <c:v>1060.7</c:v>
                </c:pt>
                <c:pt idx="10608">
                  <c:v>1060.8</c:v>
                </c:pt>
                <c:pt idx="10609">
                  <c:v>1060.9000000000001</c:v>
                </c:pt>
                <c:pt idx="10610">
                  <c:v>1061</c:v>
                </c:pt>
                <c:pt idx="10611">
                  <c:v>1061.0999999999999</c:v>
                </c:pt>
                <c:pt idx="10612">
                  <c:v>1061.2</c:v>
                </c:pt>
                <c:pt idx="10613">
                  <c:v>1061.3</c:v>
                </c:pt>
                <c:pt idx="10614">
                  <c:v>1061.4000000000001</c:v>
                </c:pt>
                <c:pt idx="10615">
                  <c:v>1061.5</c:v>
                </c:pt>
                <c:pt idx="10616">
                  <c:v>1061.5999999999999</c:v>
                </c:pt>
                <c:pt idx="10617">
                  <c:v>1061.7</c:v>
                </c:pt>
                <c:pt idx="10618">
                  <c:v>1061.8</c:v>
                </c:pt>
                <c:pt idx="10619">
                  <c:v>1061.9000000000001</c:v>
                </c:pt>
                <c:pt idx="10620">
                  <c:v>1062</c:v>
                </c:pt>
                <c:pt idx="10621">
                  <c:v>1062.0999999999999</c:v>
                </c:pt>
                <c:pt idx="10622">
                  <c:v>1062.2</c:v>
                </c:pt>
                <c:pt idx="10623">
                  <c:v>1062.3</c:v>
                </c:pt>
                <c:pt idx="10624">
                  <c:v>1062.4000000000001</c:v>
                </c:pt>
                <c:pt idx="10625">
                  <c:v>1062.5</c:v>
                </c:pt>
                <c:pt idx="10626">
                  <c:v>1062.5999999999999</c:v>
                </c:pt>
                <c:pt idx="10627">
                  <c:v>1062.7</c:v>
                </c:pt>
                <c:pt idx="10628">
                  <c:v>1062.8</c:v>
                </c:pt>
                <c:pt idx="10629">
                  <c:v>1062.9000000000001</c:v>
                </c:pt>
                <c:pt idx="10630">
                  <c:v>1063</c:v>
                </c:pt>
                <c:pt idx="10631">
                  <c:v>1063.0999999999999</c:v>
                </c:pt>
                <c:pt idx="10632">
                  <c:v>1063.2</c:v>
                </c:pt>
                <c:pt idx="10633">
                  <c:v>1063.3</c:v>
                </c:pt>
                <c:pt idx="10634">
                  <c:v>1063.4000000000001</c:v>
                </c:pt>
                <c:pt idx="10635">
                  <c:v>1063.5</c:v>
                </c:pt>
                <c:pt idx="10636">
                  <c:v>1063.5999999999999</c:v>
                </c:pt>
                <c:pt idx="10637">
                  <c:v>1063.7</c:v>
                </c:pt>
                <c:pt idx="10638">
                  <c:v>1063.8</c:v>
                </c:pt>
                <c:pt idx="10639">
                  <c:v>1063.9000000000001</c:v>
                </c:pt>
                <c:pt idx="10640">
                  <c:v>1064</c:v>
                </c:pt>
                <c:pt idx="10641">
                  <c:v>1064.0999999999999</c:v>
                </c:pt>
                <c:pt idx="10642">
                  <c:v>1064.2</c:v>
                </c:pt>
                <c:pt idx="10643">
                  <c:v>1064.3</c:v>
                </c:pt>
                <c:pt idx="10644">
                  <c:v>1064.4000000000001</c:v>
                </c:pt>
                <c:pt idx="10645">
                  <c:v>1064.5</c:v>
                </c:pt>
                <c:pt idx="10646">
                  <c:v>1064.5999999999999</c:v>
                </c:pt>
                <c:pt idx="10647">
                  <c:v>1064.7</c:v>
                </c:pt>
                <c:pt idx="10648">
                  <c:v>1064.8</c:v>
                </c:pt>
                <c:pt idx="10649">
                  <c:v>1064.9000000000001</c:v>
                </c:pt>
                <c:pt idx="10650">
                  <c:v>1065</c:v>
                </c:pt>
                <c:pt idx="10651">
                  <c:v>1065.0999999999999</c:v>
                </c:pt>
                <c:pt idx="10652">
                  <c:v>1065.2</c:v>
                </c:pt>
                <c:pt idx="10653">
                  <c:v>1065.3</c:v>
                </c:pt>
                <c:pt idx="10654">
                  <c:v>1065.4000000000001</c:v>
                </c:pt>
                <c:pt idx="10655">
                  <c:v>1065.5</c:v>
                </c:pt>
                <c:pt idx="10656">
                  <c:v>1065.5999999999999</c:v>
                </c:pt>
                <c:pt idx="10657">
                  <c:v>1065.7</c:v>
                </c:pt>
                <c:pt idx="10658">
                  <c:v>1065.8</c:v>
                </c:pt>
                <c:pt idx="10659">
                  <c:v>1065.9000000000001</c:v>
                </c:pt>
                <c:pt idx="10660">
                  <c:v>1066</c:v>
                </c:pt>
                <c:pt idx="10661">
                  <c:v>1066.0999999999999</c:v>
                </c:pt>
                <c:pt idx="10662">
                  <c:v>1066.2</c:v>
                </c:pt>
                <c:pt idx="10663">
                  <c:v>1066.3</c:v>
                </c:pt>
                <c:pt idx="10664">
                  <c:v>1066.4000000000001</c:v>
                </c:pt>
                <c:pt idx="10665">
                  <c:v>1066.5</c:v>
                </c:pt>
                <c:pt idx="10666">
                  <c:v>1066.5999999999999</c:v>
                </c:pt>
                <c:pt idx="10667">
                  <c:v>1066.7</c:v>
                </c:pt>
                <c:pt idx="10668">
                  <c:v>1066.8</c:v>
                </c:pt>
                <c:pt idx="10669">
                  <c:v>1066.9000000000001</c:v>
                </c:pt>
                <c:pt idx="10670">
                  <c:v>1067</c:v>
                </c:pt>
                <c:pt idx="10671">
                  <c:v>1067.0999999999999</c:v>
                </c:pt>
                <c:pt idx="10672">
                  <c:v>1067.2</c:v>
                </c:pt>
                <c:pt idx="10673">
                  <c:v>1067.3</c:v>
                </c:pt>
                <c:pt idx="10674">
                  <c:v>1067.4000000000001</c:v>
                </c:pt>
                <c:pt idx="10675">
                  <c:v>1067.5</c:v>
                </c:pt>
                <c:pt idx="10676">
                  <c:v>1067.5999999999999</c:v>
                </c:pt>
                <c:pt idx="10677">
                  <c:v>1067.7</c:v>
                </c:pt>
                <c:pt idx="10678">
                  <c:v>1067.8</c:v>
                </c:pt>
                <c:pt idx="10679">
                  <c:v>1067.9000000000001</c:v>
                </c:pt>
                <c:pt idx="10680">
                  <c:v>1068</c:v>
                </c:pt>
                <c:pt idx="10681">
                  <c:v>1068.0999999999999</c:v>
                </c:pt>
                <c:pt idx="10682">
                  <c:v>1068.2</c:v>
                </c:pt>
                <c:pt idx="10683">
                  <c:v>1068.3</c:v>
                </c:pt>
                <c:pt idx="10684">
                  <c:v>1068.4000000000001</c:v>
                </c:pt>
                <c:pt idx="10685">
                  <c:v>1068.5</c:v>
                </c:pt>
                <c:pt idx="10686">
                  <c:v>1068.5999999999999</c:v>
                </c:pt>
                <c:pt idx="10687">
                  <c:v>1068.7</c:v>
                </c:pt>
                <c:pt idx="10688">
                  <c:v>1068.8</c:v>
                </c:pt>
                <c:pt idx="10689">
                  <c:v>1068.9000000000001</c:v>
                </c:pt>
                <c:pt idx="10690">
                  <c:v>1069</c:v>
                </c:pt>
                <c:pt idx="10691">
                  <c:v>1069.0999999999999</c:v>
                </c:pt>
                <c:pt idx="10692">
                  <c:v>1069.2</c:v>
                </c:pt>
                <c:pt idx="10693">
                  <c:v>1069.3</c:v>
                </c:pt>
                <c:pt idx="10694">
                  <c:v>1069.4000000000001</c:v>
                </c:pt>
                <c:pt idx="10695">
                  <c:v>1069.5</c:v>
                </c:pt>
                <c:pt idx="10696">
                  <c:v>1069.5999999999999</c:v>
                </c:pt>
                <c:pt idx="10697">
                  <c:v>1069.7</c:v>
                </c:pt>
                <c:pt idx="10698">
                  <c:v>1069.8</c:v>
                </c:pt>
                <c:pt idx="10699">
                  <c:v>1069.9000000000001</c:v>
                </c:pt>
                <c:pt idx="10700">
                  <c:v>1070</c:v>
                </c:pt>
                <c:pt idx="10701">
                  <c:v>1070.0999999999999</c:v>
                </c:pt>
                <c:pt idx="10702">
                  <c:v>1070.2</c:v>
                </c:pt>
                <c:pt idx="10703">
                  <c:v>1070.3</c:v>
                </c:pt>
                <c:pt idx="10704">
                  <c:v>1070.4000000000001</c:v>
                </c:pt>
                <c:pt idx="10705">
                  <c:v>1070.5</c:v>
                </c:pt>
                <c:pt idx="10706">
                  <c:v>1070.5999999999999</c:v>
                </c:pt>
                <c:pt idx="10707">
                  <c:v>1070.7</c:v>
                </c:pt>
                <c:pt idx="10708">
                  <c:v>1070.8</c:v>
                </c:pt>
                <c:pt idx="10709">
                  <c:v>1070.9000000000001</c:v>
                </c:pt>
                <c:pt idx="10710">
                  <c:v>1071</c:v>
                </c:pt>
                <c:pt idx="10711">
                  <c:v>1071.0999999999999</c:v>
                </c:pt>
                <c:pt idx="10712">
                  <c:v>1071.2</c:v>
                </c:pt>
                <c:pt idx="10713">
                  <c:v>1071.3</c:v>
                </c:pt>
                <c:pt idx="10714">
                  <c:v>1071.4000000000001</c:v>
                </c:pt>
                <c:pt idx="10715">
                  <c:v>1071.5</c:v>
                </c:pt>
                <c:pt idx="10716">
                  <c:v>1071.5999999999999</c:v>
                </c:pt>
                <c:pt idx="10717">
                  <c:v>1071.7</c:v>
                </c:pt>
                <c:pt idx="10718">
                  <c:v>1071.8</c:v>
                </c:pt>
                <c:pt idx="10719">
                  <c:v>1071.9000000000001</c:v>
                </c:pt>
                <c:pt idx="10720">
                  <c:v>1072</c:v>
                </c:pt>
                <c:pt idx="10721">
                  <c:v>1072.0999999999999</c:v>
                </c:pt>
                <c:pt idx="10722">
                  <c:v>1072.2</c:v>
                </c:pt>
                <c:pt idx="10723">
                  <c:v>1072.3</c:v>
                </c:pt>
                <c:pt idx="10724">
                  <c:v>1072.4000000000001</c:v>
                </c:pt>
                <c:pt idx="10725">
                  <c:v>1072.5</c:v>
                </c:pt>
                <c:pt idx="10726">
                  <c:v>1072.5999999999999</c:v>
                </c:pt>
                <c:pt idx="10727">
                  <c:v>1072.7</c:v>
                </c:pt>
                <c:pt idx="10728">
                  <c:v>1072.8</c:v>
                </c:pt>
                <c:pt idx="10729">
                  <c:v>1072.9000000000001</c:v>
                </c:pt>
                <c:pt idx="10730">
                  <c:v>1073</c:v>
                </c:pt>
                <c:pt idx="10731">
                  <c:v>1073.0999999999999</c:v>
                </c:pt>
                <c:pt idx="10732">
                  <c:v>1073.2</c:v>
                </c:pt>
                <c:pt idx="10733">
                  <c:v>1073.3</c:v>
                </c:pt>
                <c:pt idx="10734">
                  <c:v>1073.4000000000001</c:v>
                </c:pt>
                <c:pt idx="10735">
                  <c:v>1073.5</c:v>
                </c:pt>
                <c:pt idx="10736">
                  <c:v>1073.5999999999999</c:v>
                </c:pt>
                <c:pt idx="10737">
                  <c:v>1073.7</c:v>
                </c:pt>
                <c:pt idx="10738">
                  <c:v>1073.8</c:v>
                </c:pt>
                <c:pt idx="10739">
                  <c:v>1073.9000000000001</c:v>
                </c:pt>
                <c:pt idx="10740">
                  <c:v>1074</c:v>
                </c:pt>
                <c:pt idx="10741">
                  <c:v>1074.0999999999999</c:v>
                </c:pt>
                <c:pt idx="10742">
                  <c:v>1074.2</c:v>
                </c:pt>
                <c:pt idx="10743">
                  <c:v>1074.3</c:v>
                </c:pt>
                <c:pt idx="10744">
                  <c:v>1074.4000000000001</c:v>
                </c:pt>
                <c:pt idx="10745">
                  <c:v>1074.5</c:v>
                </c:pt>
                <c:pt idx="10746">
                  <c:v>1074.5999999999999</c:v>
                </c:pt>
                <c:pt idx="10747">
                  <c:v>1074.7</c:v>
                </c:pt>
                <c:pt idx="10748">
                  <c:v>1074.8</c:v>
                </c:pt>
                <c:pt idx="10749">
                  <c:v>1074.9000000000001</c:v>
                </c:pt>
                <c:pt idx="10750">
                  <c:v>1075</c:v>
                </c:pt>
                <c:pt idx="10751">
                  <c:v>1075.0999999999999</c:v>
                </c:pt>
                <c:pt idx="10752">
                  <c:v>1075.2</c:v>
                </c:pt>
                <c:pt idx="10753">
                  <c:v>1075.3</c:v>
                </c:pt>
                <c:pt idx="10754">
                  <c:v>1075.4000000000001</c:v>
                </c:pt>
                <c:pt idx="10755">
                  <c:v>1075.5</c:v>
                </c:pt>
                <c:pt idx="10756">
                  <c:v>1075.5999999999999</c:v>
                </c:pt>
                <c:pt idx="10757">
                  <c:v>1075.7</c:v>
                </c:pt>
                <c:pt idx="10758">
                  <c:v>1075.8</c:v>
                </c:pt>
                <c:pt idx="10759">
                  <c:v>1075.9000000000001</c:v>
                </c:pt>
                <c:pt idx="10760">
                  <c:v>1076</c:v>
                </c:pt>
                <c:pt idx="10761">
                  <c:v>1076.0999999999999</c:v>
                </c:pt>
                <c:pt idx="10762">
                  <c:v>1076.2</c:v>
                </c:pt>
                <c:pt idx="10763">
                  <c:v>1076.3</c:v>
                </c:pt>
                <c:pt idx="10764">
                  <c:v>1076.4000000000001</c:v>
                </c:pt>
                <c:pt idx="10765">
                  <c:v>1076.5</c:v>
                </c:pt>
                <c:pt idx="10766">
                  <c:v>1076.5999999999999</c:v>
                </c:pt>
                <c:pt idx="10767">
                  <c:v>1076.7</c:v>
                </c:pt>
                <c:pt idx="10768">
                  <c:v>1076.8</c:v>
                </c:pt>
                <c:pt idx="10769">
                  <c:v>1076.9000000000001</c:v>
                </c:pt>
                <c:pt idx="10770">
                  <c:v>1077</c:v>
                </c:pt>
                <c:pt idx="10771">
                  <c:v>1077.0999999999999</c:v>
                </c:pt>
                <c:pt idx="10772">
                  <c:v>1077.2</c:v>
                </c:pt>
                <c:pt idx="10773">
                  <c:v>1077.3</c:v>
                </c:pt>
                <c:pt idx="10774">
                  <c:v>1077.4000000000001</c:v>
                </c:pt>
                <c:pt idx="10775">
                  <c:v>1077.5</c:v>
                </c:pt>
                <c:pt idx="10776">
                  <c:v>1077.5999999999999</c:v>
                </c:pt>
                <c:pt idx="10777">
                  <c:v>1077.7</c:v>
                </c:pt>
                <c:pt idx="10778">
                  <c:v>1077.8</c:v>
                </c:pt>
                <c:pt idx="10779">
                  <c:v>1077.9000000000001</c:v>
                </c:pt>
                <c:pt idx="10780">
                  <c:v>1078</c:v>
                </c:pt>
                <c:pt idx="10781">
                  <c:v>1078.0999999999999</c:v>
                </c:pt>
                <c:pt idx="10782">
                  <c:v>1078.2</c:v>
                </c:pt>
                <c:pt idx="10783">
                  <c:v>1078.3</c:v>
                </c:pt>
                <c:pt idx="10784">
                  <c:v>1078.4000000000001</c:v>
                </c:pt>
                <c:pt idx="10785">
                  <c:v>1078.5</c:v>
                </c:pt>
                <c:pt idx="10786">
                  <c:v>1078.5999999999999</c:v>
                </c:pt>
                <c:pt idx="10787">
                  <c:v>1078.7</c:v>
                </c:pt>
                <c:pt idx="10788">
                  <c:v>1078.8</c:v>
                </c:pt>
                <c:pt idx="10789">
                  <c:v>1078.9000000000001</c:v>
                </c:pt>
                <c:pt idx="10790">
                  <c:v>1079</c:v>
                </c:pt>
                <c:pt idx="10791">
                  <c:v>1079.0999999999999</c:v>
                </c:pt>
                <c:pt idx="10792">
                  <c:v>1079.2</c:v>
                </c:pt>
                <c:pt idx="10793">
                  <c:v>1079.3</c:v>
                </c:pt>
                <c:pt idx="10794">
                  <c:v>1079.4000000000001</c:v>
                </c:pt>
                <c:pt idx="10795">
                  <c:v>1079.5</c:v>
                </c:pt>
                <c:pt idx="10796">
                  <c:v>1079.5999999999999</c:v>
                </c:pt>
                <c:pt idx="10797">
                  <c:v>1079.7</c:v>
                </c:pt>
                <c:pt idx="10798">
                  <c:v>1079.8</c:v>
                </c:pt>
                <c:pt idx="10799">
                  <c:v>1079.9000000000001</c:v>
                </c:pt>
                <c:pt idx="10800">
                  <c:v>1080</c:v>
                </c:pt>
                <c:pt idx="10801">
                  <c:v>1080.0999999999999</c:v>
                </c:pt>
                <c:pt idx="10802">
                  <c:v>1080.2</c:v>
                </c:pt>
                <c:pt idx="10803">
                  <c:v>1080.3</c:v>
                </c:pt>
                <c:pt idx="10804">
                  <c:v>1080.4000000000001</c:v>
                </c:pt>
                <c:pt idx="10805">
                  <c:v>1080.5</c:v>
                </c:pt>
                <c:pt idx="10806">
                  <c:v>1080.5999999999999</c:v>
                </c:pt>
                <c:pt idx="10807">
                  <c:v>1080.7</c:v>
                </c:pt>
                <c:pt idx="10808">
                  <c:v>1080.8</c:v>
                </c:pt>
                <c:pt idx="10809">
                  <c:v>1080.9000000000001</c:v>
                </c:pt>
                <c:pt idx="10810">
                  <c:v>1081</c:v>
                </c:pt>
                <c:pt idx="10811">
                  <c:v>1081.0999999999999</c:v>
                </c:pt>
                <c:pt idx="10812">
                  <c:v>1081.2</c:v>
                </c:pt>
                <c:pt idx="10813">
                  <c:v>1081.3</c:v>
                </c:pt>
                <c:pt idx="10814">
                  <c:v>1081.4000000000001</c:v>
                </c:pt>
                <c:pt idx="10815">
                  <c:v>1081.5</c:v>
                </c:pt>
                <c:pt idx="10816">
                  <c:v>1081.5999999999999</c:v>
                </c:pt>
                <c:pt idx="10817">
                  <c:v>1081.7</c:v>
                </c:pt>
                <c:pt idx="10818">
                  <c:v>1081.8</c:v>
                </c:pt>
                <c:pt idx="10819">
                  <c:v>1081.9000000000001</c:v>
                </c:pt>
                <c:pt idx="10820">
                  <c:v>1082</c:v>
                </c:pt>
                <c:pt idx="10821">
                  <c:v>1082.0999999999999</c:v>
                </c:pt>
                <c:pt idx="10822">
                  <c:v>1082.2</c:v>
                </c:pt>
                <c:pt idx="10823">
                  <c:v>1082.3</c:v>
                </c:pt>
                <c:pt idx="10824">
                  <c:v>1082.4000000000001</c:v>
                </c:pt>
                <c:pt idx="10825">
                  <c:v>1082.5</c:v>
                </c:pt>
                <c:pt idx="10826">
                  <c:v>1082.5999999999999</c:v>
                </c:pt>
                <c:pt idx="10827">
                  <c:v>1082.7</c:v>
                </c:pt>
                <c:pt idx="10828">
                  <c:v>1082.8</c:v>
                </c:pt>
                <c:pt idx="10829">
                  <c:v>1082.9000000000001</c:v>
                </c:pt>
                <c:pt idx="10830">
                  <c:v>1083</c:v>
                </c:pt>
                <c:pt idx="10831">
                  <c:v>1083.0999999999999</c:v>
                </c:pt>
                <c:pt idx="10832">
                  <c:v>1083.2</c:v>
                </c:pt>
                <c:pt idx="10833">
                  <c:v>1083.3</c:v>
                </c:pt>
                <c:pt idx="10834">
                  <c:v>1083.4000000000001</c:v>
                </c:pt>
                <c:pt idx="10835">
                  <c:v>1083.5</c:v>
                </c:pt>
                <c:pt idx="10836">
                  <c:v>1083.5999999999999</c:v>
                </c:pt>
                <c:pt idx="10837">
                  <c:v>1083.7</c:v>
                </c:pt>
                <c:pt idx="10838">
                  <c:v>1083.8</c:v>
                </c:pt>
                <c:pt idx="10839">
                  <c:v>1083.9000000000001</c:v>
                </c:pt>
                <c:pt idx="10840">
                  <c:v>1084</c:v>
                </c:pt>
                <c:pt idx="10841">
                  <c:v>1084.0999999999999</c:v>
                </c:pt>
                <c:pt idx="10842">
                  <c:v>1084.2</c:v>
                </c:pt>
                <c:pt idx="10843">
                  <c:v>1084.3</c:v>
                </c:pt>
                <c:pt idx="10844">
                  <c:v>1084.4000000000001</c:v>
                </c:pt>
                <c:pt idx="10845">
                  <c:v>1084.5</c:v>
                </c:pt>
                <c:pt idx="10846">
                  <c:v>1084.5999999999999</c:v>
                </c:pt>
                <c:pt idx="10847">
                  <c:v>1084.7</c:v>
                </c:pt>
                <c:pt idx="10848">
                  <c:v>1084.8</c:v>
                </c:pt>
                <c:pt idx="10849">
                  <c:v>1084.9000000000001</c:v>
                </c:pt>
                <c:pt idx="10850">
                  <c:v>1085</c:v>
                </c:pt>
                <c:pt idx="10851">
                  <c:v>1085.0999999999999</c:v>
                </c:pt>
                <c:pt idx="10852">
                  <c:v>1085.2</c:v>
                </c:pt>
                <c:pt idx="10853">
                  <c:v>1085.3</c:v>
                </c:pt>
                <c:pt idx="10854">
                  <c:v>1085.4000000000001</c:v>
                </c:pt>
                <c:pt idx="10855">
                  <c:v>1085.5</c:v>
                </c:pt>
                <c:pt idx="10856">
                  <c:v>1085.5999999999999</c:v>
                </c:pt>
                <c:pt idx="10857">
                  <c:v>1085.7</c:v>
                </c:pt>
                <c:pt idx="10858">
                  <c:v>1085.8</c:v>
                </c:pt>
                <c:pt idx="10859">
                  <c:v>1085.9000000000001</c:v>
                </c:pt>
                <c:pt idx="10860">
                  <c:v>1086</c:v>
                </c:pt>
                <c:pt idx="10861">
                  <c:v>1086.0999999999999</c:v>
                </c:pt>
                <c:pt idx="10862">
                  <c:v>1086.2</c:v>
                </c:pt>
                <c:pt idx="10863">
                  <c:v>1086.3</c:v>
                </c:pt>
                <c:pt idx="10864">
                  <c:v>1086.4000000000001</c:v>
                </c:pt>
                <c:pt idx="10865">
                  <c:v>1086.5</c:v>
                </c:pt>
                <c:pt idx="10866">
                  <c:v>1086.5999999999999</c:v>
                </c:pt>
                <c:pt idx="10867">
                  <c:v>1086.7</c:v>
                </c:pt>
                <c:pt idx="10868">
                  <c:v>1086.8</c:v>
                </c:pt>
                <c:pt idx="10869">
                  <c:v>1086.9000000000001</c:v>
                </c:pt>
                <c:pt idx="10870">
                  <c:v>1087</c:v>
                </c:pt>
                <c:pt idx="10871">
                  <c:v>1087.0999999999999</c:v>
                </c:pt>
                <c:pt idx="10872">
                  <c:v>1087.2</c:v>
                </c:pt>
                <c:pt idx="10873">
                  <c:v>1087.3</c:v>
                </c:pt>
                <c:pt idx="10874">
                  <c:v>1087.4000000000001</c:v>
                </c:pt>
                <c:pt idx="10875">
                  <c:v>1087.5</c:v>
                </c:pt>
                <c:pt idx="10876">
                  <c:v>1087.5999999999999</c:v>
                </c:pt>
                <c:pt idx="10877">
                  <c:v>1087.7</c:v>
                </c:pt>
                <c:pt idx="10878">
                  <c:v>1087.8</c:v>
                </c:pt>
                <c:pt idx="10879">
                  <c:v>1087.9000000000001</c:v>
                </c:pt>
                <c:pt idx="10880">
                  <c:v>1088</c:v>
                </c:pt>
                <c:pt idx="10881">
                  <c:v>1088.0999999999999</c:v>
                </c:pt>
                <c:pt idx="10882">
                  <c:v>1088.2</c:v>
                </c:pt>
                <c:pt idx="10883">
                  <c:v>1088.3</c:v>
                </c:pt>
                <c:pt idx="10884">
                  <c:v>1088.4000000000001</c:v>
                </c:pt>
                <c:pt idx="10885">
                  <c:v>1088.5</c:v>
                </c:pt>
                <c:pt idx="10886">
                  <c:v>1088.5999999999999</c:v>
                </c:pt>
                <c:pt idx="10887">
                  <c:v>1088.7</c:v>
                </c:pt>
                <c:pt idx="10888">
                  <c:v>1088.8</c:v>
                </c:pt>
                <c:pt idx="10889">
                  <c:v>1088.9000000000001</c:v>
                </c:pt>
                <c:pt idx="10890">
                  <c:v>1089</c:v>
                </c:pt>
                <c:pt idx="10891">
                  <c:v>1089.0999999999999</c:v>
                </c:pt>
                <c:pt idx="10892">
                  <c:v>1089.2</c:v>
                </c:pt>
                <c:pt idx="10893">
                  <c:v>1089.3</c:v>
                </c:pt>
                <c:pt idx="10894">
                  <c:v>1089.4000000000001</c:v>
                </c:pt>
                <c:pt idx="10895">
                  <c:v>1089.5</c:v>
                </c:pt>
                <c:pt idx="10896">
                  <c:v>1089.5999999999999</c:v>
                </c:pt>
                <c:pt idx="10897">
                  <c:v>1089.7</c:v>
                </c:pt>
                <c:pt idx="10898">
                  <c:v>1089.8</c:v>
                </c:pt>
                <c:pt idx="10899">
                  <c:v>1089.9000000000001</c:v>
                </c:pt>
                <c:pt idx="10900">
                  <c:v>1090</c:v>
                </c:pt>
                <c:pt idx="10901">
                  <c:v>1090.0999999999999</c:v>
                </c:pt>
                <c:pt idx="10902">
                  <c:v>1090.2</c:v>
                </c:pt>
                <c:pt idx="10903">
                  <c:v>1090.3</c:v>
                </c:pt>
                <c:pt idx="10904">
                  <c:v>1090.4000000000001</c:v>
                </c:pt>
                <c:pt idx="10905">
                  <c:v>1090.5</c:v>
                </c:pt>
                <c:pt idx="10906">
                  <c:v>1090.5999999999999</c:v>
                </c:pt>
                <c:pt idx="10907">
                  <c:v>1090.7</c:v>
                </c:pt>
                <c:pt idx="10908">
                  <c:v>1090.8</c:v>
                </c:pt>
                <c:pt idx="10909">
                  <c:v>1090.9000000000001</c:v>
                </c:pt>
                <c:pt idx="10910">
                  <c:v>1091</c:v>
                </c:pt>
                <c:pt idx="10911">
                  <c:v>1091.0999999999999</c:v>
                </c:pt>
                <c:pt idx="10912">
                  <c:v>1091.2</c:v>
                </c:pt>
                <c:pt idx="10913">
                  <c:v>1091.3</c:v>
                </c:pt>
                <c:pt idx="10914">
                  <c:v>1091.4000000000001</c:v>
                </c:pt>
                <c:pt idx="10915">
                  <c:v>1091.5</c:v>
                </c:pt>
                <c:pt idx="10916">
                  <c:v>1091.5999999999999</c:v>
                </c:pt>
                <c:pt idx="10917">
                  <c:v>1091.7</c:v>
                </c:pt>
                <c:pt idx="10918">
                  <c:v>1091.8</c:v>
                </c:pt>
                <c:pt idx="10919">
                  <c:v>1091.9000000000001</c:v>
                </c:pt>
                <c:pt idx="10920">
                  <c:v>1092</c:v>
                </c:pt>
                <c:pt idx="10921">
                  <c:v>1092.0999999999999</c:v>
                </c:pt>
                <c:pt idx="10922">
                  <c:v>1092.2</c:v>
                </c:pt>
                <c:pt idx="10923">
                  <c:v>1092.3</c:v>
                </c:pt>
                <c:pt idx="10924">
                  <c:v>1092.4000000000001</c:v>
                </c:pt>
                <c:pt idx="10925">
                  <c:v>1092.5</c:v>
                </c:pt>
                <c:pt idx="10926">
                  <c:v>1092.5999999999999</c:v>
                </c:pt>
                <c:pt idx="10927">
                  <c:v>1092.7</c:v>
                </c:pt>
                <c:pt idx="10928">
                  <c:v>1092.8</c:v>
                </c:pt>
                <c:pt idx="10929">
                  <c:v>1092.9000000000001</c:v>
                </c:pt>
                <c:pt idx="10930">
                  <c:v>1093</c:v>
                </c:pt>
                <c:pt idx="10931">
                  <c:v>1093.0999999999999</c:v>
                </c:pt>
                <c:pt idx="10932">
                  <c:v>1093.2</c:v>
                </c:pt>
                <c:pt idx="10933">
                  <c:v>1093.3</c:v>
                </c:pt>
                <c:pt idx="10934">
                  <c:v>1093.4000000000001</c:v>
                </c:pt>
                <c:pt idx="10935">
                  <c:v>1093.5</c:v>
                </c:pt>
                <c:pt idx="10936">
                  <c:v>1093.5999999999999</c:v>
                </c:pt>
                <c:pt idx="10937">
                  <c:v>1093.7</c:v>
                </c:pt>
                <c:pt idx="10938">
                  <c:v>1093.8</c:v>
                </c:pt>
                <c:pt idx="10939">
                  <c:v>1093.9000000000001</c:v>
                </c:pt>
                <c:pt idx="10940">
                  <c:v>1094</c:v>
                </c:pt>
                <c:pt idx="10941">
                  <c:v>1094.0999999999999</c:v>
                </c:pt>
                <c:pt idx="10942">
                  <c:v>1094.2</c:v>
                </c:pt>
                <c:pt idx="10943">
                  <c:v>1094.3</c:v>
                </c:pt>
                <c:pt idx="10944">
                  <c:v>1094.4000000000001</c:v>
                </c:pt>
                <c:pt idx="10945">
                  <c:v>1094.5</c:v>
                </c:pt>
                <c:pt idx="10946">
                  <c:v>1094.5999999999999</c:v>
                </c:pt>
                <c:pt idx="10947">
                  <c:v>1094.7</c:v>
                </c:pt>
                <c:pt idx="10948">
                  <c:v>1094.8</c:v>
                </c:pt>
                <c:pt idx="10949">
                  <c:v>1094.9000000000001</c:v>
                </c:pt>
                <c:pt idx="10950">
                  <c:v>1095</c:v>
                </c:pt>
                <c:pt idx="10951">
                  <c:v>1095.0999999999999</c:v>
                </c:pt>
                <c:pt idx="10952">
                  <c:v>1095.2</c:v>
                </c:pt>
                <c:pt idx="10953">
                  <c:v>1095.3</c:v>
                </c:pt>
                <c:pt idx="10954">
                  <c:v>1095.4000000000001</c:v>
                </c:pt>
                <c:pt idx="10955">
                  <c:v>1095.5</c:v>
                </c:pt>
                <c:pt idx="10956">
                  <c:v>1095.5999999999999</c:v>
                </c:pt>
                <c:pt idx="10957">
                  <c:v>1095.7</c:v>
                </c:pt>
                <c:pt idx="10958">
                  <c:v>1095.8</c:v>
                </c:pt>
                <c:pt idx="10959">
                  <c:v>1095.9000000000001</c:v>
                </c:pt>
                <c:pt idx="10960">
                  <c:v>1096</c:v>
                </c:pt>
                <c:pt idx="10961">
                  <c:v>1096.0999999999999</c:v>
                </c:pt>
                <c:pt idx="10962">
                  <c:v>1096.2</c:v>
                </c:pt>
                <c:pt idx="10963">
                  <c:v>1096.3</c:v>
                </c:pt>
                <c:pt idx="10964">
                  <c:v>1096.4000000000001</c:v>
                </c:pt>
                <c:pt idx="10965">
                  <c:v>1096.5</c:v>
                </c:pt>
                <c:pt idx="10966">
                  <c:v>1096.5999999999999</c:v>
                </c:pt>
                <c:pt idx="10967">
                  <c:v>1096.7</c:v>
                </c:pt>
                <c:pt idx="10968">
                  <c:v>1096.8</c:v>
                </c:pt>
                <c:pt idx="10969">
                  <c:v>1096.9000000000001</c:v>
                </c:pt>
                <c:pt idx="10970">
                  <c:v>1097</c:v>
                </c:pt>
                <c:pt idx="10971">
                  <c:v>1097.0999999999999</c:v>
                </c:pt>
                <c:pt idx="10972">
                  <c:v>1097.2</c:v>
                </c:pt>
                <c:pt idx="10973">
                  <c:v>1097.3</c:v>
                </c:pt>
                <c:pt idx="10974">
                  <c:v>1097.4000000000001</c:v>
                </c:pt>
                <c:pt idx="10975">
                  <c:v>1097.5</c:v>
                </c:pt>
                <c:pt idx="10976">
                  <c:v>1097.5999999999999</c:v>
                </c:pt>
                <c:pt idx="10977">
                  <c:v>1097.7</c:v>
                </c:pt>
                <c:pt idx="10978">
                  <c:v>1097.8</c:v>
                </c:pt>
                <c:pt idx="10979">
                  <c:v>1097.9000000000001</c:v>
                </c:pt>
                <c:pt idx="10980">
                  <c:v>1098</c:v>
                </c:pt>
                <c:pt idx="10981">
                  <c:v>1098.0999999999999</c:v>
                </c:pt>
                <c:pt idx="10982">
                  <c:v>1098.2</c:v>
                </c:pt>
                <c:pt idx="10983">
                  <c:v>1098.3</c:v>
                </c:pt>
                <c:pt idx="10984">
                  <c:v>1098.4000000000001</c:v>
                </c:pt>
                <c:pt idx="10985">
                  <c:v>1098.5</c:v>
                </c:pt>
                <c:pt idx="10986">
                  <c:v>1098.5999999999999</c:v>
                </c:pt>
                <c:pt idx="10987">
                  <c:v>1098.7</c:v>
                </c:pt>
                <c:pt idx="10988">
                  <c:v>1098.8</c:v>
                </c:pt>
                <c:pt idx="10989">
                  <c:v>1098.9000000000001</c:v>
                </c:pt>
                <c:pt idx="10990">
                  <c:v>1099</c:v>
                </c:pt>
                <c:pt idx="10991">
                  <c:v>1099.0999999999999</c:v>
                </c:pt>
                <c:pt idx="10992">
                  <c:v>1099.2</c:v>
                </c:pt>
                <c:pt idx="10993">
                  <c:v>1099.3</c:v>
                </c:pt>
                <c:pt idx="10994">
                  <c:v>1099.4000000000001</c:v>
                </c:pt>
                <c:pt idx="10995">
                  <c:v>1099.5</c:v>
                </c:pt>
                <c:pt idx="10996">
                  <c:v>1099.5999999999999</c:v>
                </c:pt>
                <c:pt idx="10997">
                  <c:v>1099.7</c:v>
                </c:pt>
                <c:pt idx="10998">
                  <c:v>1099.8</c:v>
                </c:pt>
                <c:pt idx="10999">
                  <c:v>1099.9000000000001</c:v>
                </c:pt>
                <c:pt idx="11000">
                  <c:v>1100</c:v>
                </c:pt>
                <c:pt idx="11001">
                  <c:v>1100.0999999999999</c:v>
                </c:pt>
                <c:pt idx="11002">
                  <c:v>1100.2</c:v>
                </c:pt>
                <c:pt idx="11003">
                  <c:v>1100.3</c:v>
                </c:pt>
                <c:pt idx="11004">
                  <c:v>1100.4000000000001</c:v>
                </c:pt>
                <c:pt idx="11005">
                  <c:v>1100.5</c:v>
                </c:pt>
                <c:pt idx="11006">
                  <c:v>1100.5999999999999</c:v>
                </c:pt>
                <c:pt idx="11007">
                  <c:v>1100.7</c:v>
                </c:pt>
                <c:pt idx="11008">
                  <c:v>1100.8</c:v>
                </c:pt>
                <c:pt idx="11009">
                  <c:v>1100.9000000000001</c:v>
                </c:pt>
                <c:pt idx="11010">
                  <c:v>1101</c:v>
                </c:pt>
                <c:pt idx="11011">
                  <c:v>1101.0999999999999</c:v>
                </c:pt>
                <c:pt idx="11012">
                  <c:v>1101.2</c:v>
                </c:pt>
                <c:pt idx="11013">
                  <c:v>1101.3</c:v>
                </c:pt>
                <c:pt idx="11014">
                  <c:v>1101.4000000000001</c:v>
                </c:pt>
                <c:pt idx="11015">
                  <c:v>1101.5</c:v>
                </c:pt>
                <c:pt idx="11016">
                  <c:v>1101.5999999999999</c:v>
                </c:pt>
                <c:pt idx="11017">
                  <c:v>1101.7</c:v>
                </c:pt>
                <c:pt idx="11018">
                  <c:v>1101.8</c:v>
                </c:pt>
                <c:pt idx="11019">
                  <c:v>1101.9000000000001</c:v>
                </c:pt>
                <c:pt idx="11020">
                  <c:v>1102</c:v>
                </c:pt>
                <c:pt idx="11021">
                  <c:v>1102.0999999999999</c:v>
                </c:pt>
                <c:pt idx="11022">
                  <c:v>1102.2</c:v>
                </c:pt>
                <c:pt idx="11023">
                  <c:v>1102.3</c:v>
                </c:pt>
                <c:pt idx="11024">
                  <c:v>1102.4000000000001</c:v>
                </c:pt>
                <c:pt idx="11025">
                  <c:v>1102.5</c:v>
                </c:pt>
                <c:pt idx="11026">
                  <c:v>1102.5999999999999</c:v>
                </c:pt>
                <c:pt idx="11027">
                  <c:v>1102.7</c:v>
                </c:pt>
                <c:pt idx="11028">
                  <c:v>1102.8</c:v>
                </c:pt>
                <c:pt idx="11029">
                  <c:v>1102.9000000000001</c:v>
                </c:pt>
                <c:pt idx="11030">
                  <c:v>1103</c:v>
                </c:pt>
                <c:pt idx="11031">
                  <c:v>1103.0999999999999</c:v>
                </c:pt>
                <c:pt idx="11032">
                  <c:v>1103.2</c:v>
                </c:pt>
                <c:pt idx="11033">
                  <c:v>1103.3</c:v>
                </c:pt>
                <c:pt idx="11034">
                  <c:v>1103.4000000000001</c:v>
                </c:pt>
                <c:pt idx="11035">
                  <c:v>1103.5</c:v>
                </c:pt>
                <c:pt idx="11036">
                  <c:v>1103.5999999999999</c:v>
                </c:pt>
                <c:pt idx="11037">
                  <c:v>1103.7</c:v>
                </c:pt>
                <c:pt idx="11038">
                  <c:v>1103.8</c:v>
                </c:pt>
                <c:pt idx="11039">
                  <c:v>1103.9000000000001</c:v>
                </c:pt>
                <c:pt idx="11040">
                  <c:v>1104</c:v>
                </c:pt>
                <c:pt idx="11041">
                  <c:v>1104.0999999999999</c:v>
                </c:pt>
                <c:pt idx="11042">
                  <c:v>1104.2</c:v>
                </c:pt>
                <c:pt idx="11043">
                  <c:v>1104.3</c:v>
                </c:pt>
                <c:pt idx="11044">
                  <c:v>1104.4000000000001</c:v>
                </c:pt>
                <c:pt idx="11045">
                  <c:v>1104.5</c:v>
                </c:pt>
                <c:pt idx="11046">
                  <c:v>1104.5999999999999</c:v>
                </c:pt>
                <c:pt idx="11047">
                  <c:v>1104.7</c:v>
                </c:pt>
                <c:pt idx="11048">
                  <c:v>1104.8</c:v>
                </c:pt>
                <c:pt idx="11049">
                  <c:v>1104.9000000000001</c:v>
                </c:pt>
                <c:pt idx="11050">
                  <c:v>1105</c:v>
                </c:pt>
                <c:pt idx="11051">
                  <c:v>1105.0999999999999</c:v>
                </c:pt>
                <c:pt idx="11052">
                  <c:v>1105.2</c:v>
                </c:pt>
                <c:pt idx="11053">
                  <c:v>1105.3</c:v>
                </c:pt>
                <c:pt idx="11054">
                  <c:v>1105.4000000000001</c:v>
                </c:pt>
                <c:pt idx="11055">
                  <c:v>1105.5</c:v>
                </c:pt>
                <c:pt idx="11056">
                  <c:v>1105.5999999999999</c:v>
                </c:pt>
                <c:pt idx="11057">
                  <c:v>1105.7</c:v>
                </c:pt>
                <c:pt idx="11058">
                  <c:v>1105.8</c:v>
                </c:pt>
                <c:pt idx="11059">
                  <c:v>1105.9000000000001</c:v>
                </c:pt>
                <c:pt idx="11060">
                  <c:v>1106</c:v>
                </c:pt>
                <c:pt idx="11061">
                  <c:v>1106.0999999999999</c:v>
                </c:pt>
                <c:pt idx="11062">
                  <c:v>1106.2</c:v>
                </c:pt>
                <c:pt idx="11063">
                  <c:v>1106.3</c:v>
                </c:pt>
                <c:pt idx="11064">
                  <c:v>1106.4000000000001</c:v>
                </c:pt>
                <c:pt idx="11065">
                  <c:v>1106.5</c:v>
                </c:pt>
                <c:pt idx="11066">
                  <c:v>1106.5999999999999</c:v>
                </c:pt>
                <c:pt idx="11067">
                  <c:v>1106.7</c:v>
                </c:pt>
                <c:pt idx="11068">
                  <c:v>1106.8</c:v>
                </c:pt>
                <c:pt idx="11069">
                  <c:v>1106.9000000000001</c:v>
                </c:pt>
                <c:pt idx="11070">
                  <c:v>1107</c:v>
                </c:pt>
                <c:pt idx="11071">
                  <c:v>1107.0999999999999</c:v>
                </c:pt>
                <c:pt idx="11072">
                  <c:v>1107.2</c:v>
                </c:pt>
                <c:pt idx="11073">
                  <c:v>1107.3</c:v>
                </c:pt>
                <c:pt idx="11074">
                  <c:v>1107.4000000000001</c:v>
                </c:pt>
                <c:pt idx="11075">
                  <c:v>1107.5</c:v>
                </c:pt>
                <c:pt idx="11076">
                  <c:v>1107.5999999999999</c:v>
                </c:pt>
                <c:pt idx="11077">
                  <c:v>1107.7</c:v>
                </c:pt>
                <c:pt idx="11078">
                  <c:v>1107.8</c:v>
                </c:pt>
                <c:pt idx="11079">
                  <c:v>1107.9000000000001</c:v>
                </c:pt>
                <c:pt idx="11080">
                  <c:v>1108</c:v>
                </c:pt>
                <c:pt idx="11081">
                  <c:v>1108.0999999999999</c:v>
                </c:pt>
                <c:pt idx="11082">
                  <c:v>1108.2</c:v>
                </c:pt>
                <c:pt idx="11083">
                  <c:v>1108.3</c:v>
                </c:pt>
                <c:pt idx="11084">
                  <c:v>1108.4000000000001</c:v>
                </c:pt>
                <c:pt idx="11085">
                  <c:v>1108.5</c:v>
                </c:pt>
                <c:pt idx="11086">
                  <c:v>1108.5999999999999</c:v>
                </c:pt>
                <c:pt idx="11087">
                  <c:v>1108.7</c:v>
                </c:pt>
                <c:pt idx="11088">
                  <c:v>1108.8</c:v>
                </c:pt>
                <c:pt idx="11089">
                  <c:v>1108.9000000000001</c:v>
                </c:pt>
                <c:pt idx="11090">
                  <c:v>1109</c:v>
                </c:pt>
                <c:pt idx="11091">
                  <c:v>1109.0999999999999</c:v>
                </c:pt>
                <c:pt idx="11092">
                  <c:v>1109.2</c:v>
                </c:pt>
                <c:pt idx="11093">
                  <c:v>1109.3</c:v>
                </c:pt>
                <c:pt idx="11094">
                  <c:v>1109.4000000000001</c:v>
                </c:pt>
                <c:pt idx="11095">
                  <c:v>1109.5</c:v>
                </c:pt>
                <c:pt idx="11096">
                  <c:v>1109.5999999999999</c:v>
                </c:pt>
                <c:pt idx="11097">
                  <c:v>1109.7</c:v>
                </c:pt>
                <c:pt idx="11098">
                  <c:v>1109.8</c:v>
                </c:pt>
                <c:pt idx="11099">
                  <c:v>1109.9000000000001</c:v>
                </c:pt>
                <c:pt idx="11100">
                  <c:v>1110</c:v>
                </c:pt>
                <c:pt idx="11101">
                  <c:v>1110.0999999999999</c:v>
                </c:pt>
                <c:pt idx="11102">
                  <c:v>1110.2</c:v>
                </c:pt>
                <c:pt idx="11103">
                  <c:v>1110.3</c:v>
                </c:pt>
                <c:pt idx="11104">
                  <c:v>1110.4000000000001</c:v>
                </c:pt>
                <c:pt idx="11105">
                  <c:v>1110.5</c:v>
                </c:pt>
                <c:pt idx="11106">
                  <c:v>1110.5999999999999</c:v>
                </c:pt>
                <c:pt idx="11107">
                  <c:v>1110.7</c:v>
                </c:pt>
                <c:pt idx="11108">
                  <c:v>1110.8</c:v>
                </c:pt>
                <c:pt idx="11109">
                  <c:v>1110.9000000000001</c:v>
                </c:pt>
                <c:pt idx="11110">
                  <c:v>1111</c:v>
                </c:pt>
                <c:pt idx="11111">
                  <c:v>1111.0999999999999</c:v>
                </c:pt>
                <c:pt idx="11112">
                  <c:v>1111.2</c:v>
                </c:pt>
                <c:pt idx="11113">
                  <c:v>1111.3</c:v>
                </c:pt>
                <c:pt idx="11114">
                  <c:v>1111.4000000000001</c:v>
                </c:pt>
                <c:pt idx="11115">
                  <c:v>1111.5</c:v>
                </c:pt>
                <c:pt idx="11116">
                  <c:v>1111.5999999999999</c:v>
                </c:pt>
                <c:pt idx="11117">
                  <c:v>1111.7</c:v>
                </c:pt>
                <c:pt idx="11118">
                  <c:v>1111.8</c:v>
                </c:pt>
                <c:pt idx="11119">
                  <c:v>1111.9000000000001</c:v>
                </c:pt>
                <c:pt idx="11120">
                  <c:v>1112</c:v>
                </c:pt>
                <c:pt idx="11121">
                  <c:v>1112.0999999999999</c:v>
                </c:pt>
                <c:pt idx="11122">
                  <c:v>1112.2</c:v>
                </c:pt>
                <c:pt idx="11123">
                  <c:v>1112.3</c:v>
                </c:pt>
                <c:pt idx="11124">
                  <c:v>1112.4000000000001</c:v>
                </c:pt>
                <c:pt idx="11125">
                  <c:v>1112.5</c:v>
                </c:pt>
                <c:pt idx="11126">
                  <c:v>1112.5999999999999</c:v>
                </c:pt>
                <c:pt idx="11127">
                  <c:v>1112.7</c:v>
                </c:pt>
                <c:pt idx="11128">
                  <c:v>1112.8</c:v>
                </c:pt>
                <c:pt idx="11129">
                  <c:v>1112.9000000000001</c:v>
                </c:pt>
                <c:pt idx="11130">
                  <c:v>1113</c:v>
                </c:pt>
                <c:pt idx="11131">
                  <c:v>1113.0999999999999</c:v>
                </c:pt>
                <c:pt idx="11132">
                  <c:v>1113.2</c:v>
                </c:pt>
                <c:pt idx="11133">
                  <c:v>1113.3</c:v>
                </c:pt>
                <c:pt idx="11134">
                  <c:v>1113.4000000000001</c:v>
                </c:pt>
                <c:pt idx="11135">
                  <c:v>1113.5</c:v>
                </c:pt>
                <c:pt idx="11136">
                  <c:v>1113.5999999999999</c:v>
                </c:pt>
                <c:pt idx="11137">
                  <c:v>1113.7</c:v>
                </c:pt>
                <c:pt idx="11138">
                  <c:v>1113.8</c:v>
                </c:pt>
                <c:pt idx="11139">
                  <c:v>1113.9000000000001</c:v>
                </c:pt>
                <c:pt idx="11140">
                  <c:v>1114</c:v>
                </c:pt>
                <c:pt idx="11141">
                  <c:v>1114.0999999999999</c:v>
                </c:pt>
                <c:pt idx="11142">
                  <c:v>1114.2</c:v>
                </c:pt>
                <c:pt idx="11143">
                  <c:v>1114.3</c:v>
                </c:pt>
                <c:pt idx="11144">
                  <c:v>1114.4000000000001</c:v>
                </c:pt>
                <c:pt idx="11145">
                  <c:v>1114.5</c:v>
                </c:pt>
                <c:pt idx="11146">
                  <c:v>1114.5999999999999</c:v>
                </c:pt>
                <c:pt idx="11147">
                  <c:v>1114.7</c:v>
                </c:pt>
                <c:pt idx="11148">
                  <c:v>1114.8</c:v>
                </c:pt>
                <c:pt idx="11149">
                  <c:v>1114.9000000000001</c:v>
                </c:pt>
                <c:pt idx="11150">
                  <c:v>1115</c:v>
                </c:pt>
                <c:pt idx="11151">
                  <c:v>1115.0999999999999</c:v>
                </c:pt>
                <c:pt idx="11152">
                  <c:v>1115.2</c:v>
                </c:pt>
                <c:pt idx="11153">
                  <c:v>1115.3</c:v>
                </c:pt>
                <c:pt idx="11154">
                  <c:v>1115.4000000000001</c:v>
                </c:pt>
                <c:pt idx="11155">
                  <c:v>1115.5</c:v>
                </c:pt>
                <c:pt idx="11156">
                  <c:v>1115.5999999999999</c:v>
                </c:pt>
                <c:pt idx="11157">
                  <c:v>1115.7</c:v>
                </c:pt>
                <c:pt idx="11158">
                  <c:v>1115.8</c:v>
                </c:pt>
                <c:pt idx="11159">
                  <c:v>1115.9000000000001</c:v>
                </c:pt>
                <c:pt idx="11160">
                  <c:v>1116</c:v>
                </c:pt>
                <c:pt idx="11161">
                  <c:v>1116.0999999999999</c:v>
                </c:pt>
                <c:pt idx="11162">
                  <c:v>1116.2</c:v>
                </c:pt>
                <c:pt idx="11163">
                  <c:v>1116.3</c:v>
                </c:pt>
                <c:pt idx="11164">
                  <c:v>1116.4000000000001</c:v>
                </c:pt>
                <c:pt idx="11165">
                  <c:v>1116.5</c:v>
                </c:pt>
                <c:pt idx="11166">
                  <c:v>1116.5999999999999</c:v>
                </c:pt>
                <c:pt idx="11167">
                  <c:v>1116.7</c:v>
                </c:pt>
                <c:pt idx="11168">
                  <c:v>1116.8</c:v>
                </c:pt>
                <c:pt idx="11169">
                  <c:v>1116.9000000000001</c:v>
                </c:pt>
                <c:pt idx="11170">
                  <c:v>1117</c:v>
                </c:pt>
                <c:pt idx="11171">
                  <c:v>1117.0999999999999</c:v>
                </c:pt>
                <c:pt idx="11172">
                  <c:v>1117.2</c:v>
                </c:pt>
                <c:pt idx="11173">
                  <c:v>1117.3</c:v>
                </c:pt>
                <c:pt idx="11174">
                  <c:v>1117.4000000000001</c:v>
                </c:pt>
                <c:pt idx="11175">
                  <c:v>1117.5</c:v>
                </c:pt>
                <c:pt idx="11176">
                  <c:v>1117.5999999999999</c:v>
                </c:pt>
                <c:pt idx="11177">
                  <c:v>1117.7</c:v>
                </c:pt>
                <c:pt idx="11178">
                  <c:v>1117.8</c:v>
                </c:pt>
                <c:pt idx="11179">
                  <c:v>1117.9000000000001</c:v>
                </c:pt>
                <c:pt idx="11180">
                  <c:v>1118</c:v>
                </c:pt>
                <c:pt idx="11181">
                  <c:v>1118.0999999999999</c:v>
                </c:pt>
                <c:pt idx="11182">
                  <c:v>1118.2</c:v>
                </c:pt>
                <c:pt idx="11183">
                  <c:v>1118.3</c:v>
                </c:pt>
                <c:pt idx="11184">
                  <c:v>1118.4000000000001</c:v>
                </c:pt>
                <c:pt idx="11185">
                  <c:v>1118.5</c:v>
                </c:pt>
                <c:pt idx="11186">
                  <c:v>1118.5999999999999</c:v>
                </c:pt>
                <c:pt idx="11187">
                  <c:v>1118.7</c:v>
                </c:pt>
                <c:pt idx="11188">
                  <c:v>1118.8</c:v>
                </c:pt>
                <c:pt idx="11189">
                  <c:v>1118.9000000000001</c:v>
                </c:pt>
                <c:pt idx="11190">
                  <c:v>1119</c:v>
                </c:pt>
                <c:pt idx="11191">
                  <c:v>1119.0999999999999</c:v>
                </c:pt>
                <c:pt idx="11192">
                  <c:v>1119.2</c:v>
                </c:pt>
                <c:pt idx="11193">
                  <c:v>1119.3</c:v>
                </c:pt>
                <c:pt idx="11194">
                  <c:v>1119.4000000000001</c:v>
                </c:pt>
                <c:pt idx="11195">
                  <c:v>1119.5</c:v>
                </c:pt>
                <c:pt idx="11196">
                  <c:v>1119.5999999999999</c:v>
                </c:pt>
                <c:pt idx="11197">
                  <c:v>1119.7</c:v>
                </c:pt>
                <c:pt idx="11198">
                  <c:v>1119.8</c:v>
                </c:pt>
                <c:pt idx="11199">
                  <c:v>1119.9000000000001</c:v>
                </c:pt>
                <c:pt idx="11200">
                  <c:v>1120</c:v>
                </c:pt>
                <c:pt idx="11201">
                  <c:v>1120.0999999999999</c:v>
                </c:pt>
                <c:pt idx="11202">
                  <c:v>1120.2</c:v>
                </c:pt>
                <c:pt idx="11203">
                  <c:v>1120.3</c:v>
                </c:pt>
                <c:pt idx="11204">
                  <c:v>1120.4000000000001</c:v>
                </c:pt>
                <c:pt idx="11205">
                  <c:v>1120.5</c:v>
                </c:pt>
                <c:pt idx="11206">
                  <c:v>1120.5999999999999</c:v>
                </c:pt>
                <c:pt idx="11207">
                  <c:v>1120.7</c:v>
                </c:pt>
                <c:pt idx="11208">
                  <c:v>1120.8</c:v>
                </c:pt>
                <c:pt idx="11209">
                  <c:v>1120.9000000000001</c:v>
                </c:pt>
                <c:pt idx="11210">
                  <c:v>1121</c:v>
                </c:pt>
                <c:pt idx="11211">
                  <c:v>1121.0999999999999</c:v>
                </c:pt>
                <c:pt idx="11212">
                  <c:v>1121.2</c:v>
                </c:pt>
                <c:pt idx="11213">
                  <c:v>1121.3</c:v>
                </c:pt>
                <c:pt idx="11214">
                  <c:v>1121.4000000000001</c:v>
                </c:pt>
                <c:pt idx="11215">
                  <c:v>1121.5</c:v>
                </c:pt>
                <c:pt idx="11216">
                  <c:v>1121.5999999999999</c:v>
                </c:pt>
                <c:pt idx="11217">
                  <c:v>1121.7</c:v>
                </c:pt>
                <c:pt idx="11218">
                  <c:v>1121.8</c:v>
                </c:pt>
                <c:pt idx="11219">
                  <c:v>1121.9000000000001</c:v>
                </c:pt>
                <c:pt idx="11220">
                  <c:v>1122</c:v>
                </c:pt>
                <c:pt idx="11221">
                  <c:v>1122.0999999999999</c:v>
                </c:pt>
                <c:pt idx="11222">
                  <c:v>1122.2</c:v>
                </c:pt>
                <c:pt idx="11223">
                  <c:v>1122.3</c:v>
                </c:pt>
                <c:pt idx="11224">
                  <c:v>1122.4000000000001</c:v>
                </c:pt>
                <c:pt idx="11225">
                  <c:v>1122.5</c:v>
                </c:pt>
                <c:pt idx="11226">
                  <c:v>1122.5999999999999</c:v>
                </c:pt>
                <c:pt idx="11227">
                  <c:v>1122.7</c:v>
                </c:pt>
                <c:pt idx="11228">
                  <c:v>1122.8</c:v>
                </c:pt>
                <c:pt idx="11229">
                  <c:v>1122.9000000000001</c:v>
                </c:pt>
                <c:pt idx="11230">
                  <c:v>1123</c:v>
                </c:pt>
                <c:pt idx="11231">
                  <c:v>1123.0999999999999</c:v>
                </c:pt>
                <c:pt idx="11232">
                  <c:v>1123.2</c:v>
                </c:pt>
                <c:pt idx="11233">
                  <c:v>1123.3</c:v>
                </c:pt>
                <c:pt idx="11234">
                  <c:v>1123.4000000000001</c:v>
                </c:pt>
                <c:pt idx="11235">
                  <c:v>1123.5</c:v>
                </c:pt>
                <c:pt idx="11236">
                  <c:v>1123.5999999999999</c:v>
                </c:pt>
                <c:pt idx="11237">
                  <c:v>1123.7</c:v>
                </c:pt>
                <c:pt idx="11238">
                  <c:v>1123.8</c:v>
                </c:pt>
                <c:pt idx="11239">
                  <c:v>1123.9000000000001</c:v>
                </c:pt>
                <c:pt idx="11240">
                  <c:v>1124</c:v>
                </c:pt>
                <c:pt idx="11241">
                  <c:v>1124.0999999999999</c:v>
                </c:pt>
                <c:pt idx="11242">
                  <c:v>1124.2</c:v>
                </c:pt>
                <c:pt idx="11243">
                  <c:v>1124.3</c:v>
                </c:pt>
                <c:pt idx="11244">
                  <c:v>1124.4000000000001</c:v>
                </c:pt>
                <c:pt idx="11245">
                  <c:v>1124.5</c:v>
                </c:pt>
                <c:pt idx="11246">
                  <c:v>1124.5999999999999</c:v>
                </c:pt>
                <c:pt idx="11247">
                  <c:v>1124.7</c:v>
                </c:pt>
                <c:pt idx="11248">
                  <c:v>1124.8</c:v>
                </c:pt>
                <c:pt idx="11249">
                  <c:v>1124.9000000000001</c:v>
                </c:pt>
                <c:pt idx="11250">
                  <c:v>1125</c:v>
                </c:pt>
                <c:pt idx="11251">
                  <c:v>1125.0999999999999</c:v>
                </c:pt>
                <c:pt idx="11252">
                  <c:v>1125.2</c:v>
                </c:pt>
                <c:pt idx="11253">
                  <c:v>1125.3</c:v>
                </c:pt>
                <c:pt idx="11254">
                  <c:v>1125.4000000000001</c:v>
                </c:pt>
                <c:pt idx="11255">
                  <c:v>1125.5</c:v>
                </c:pt>
                <c:pt idx="11256">
                  <c:v>1125.5999999999999</c:v>
                </c:pt>
                <c:pt idx="11257">
                  <c:v>1125.7</c:v>
                </c:pt>
                <c:pt idx="11258">
                  <c:v>1125.8</c:v>
                </c:pt>
                <c:pt idx="11259">
                  <c:v>1125.9000000000001</c:v>
                </c:pt>
                <c:pt idx="11260">
                  <c:v>1126</c:v>
                </c:pt>
                <c:pt idx="11261">
                  <c:v>1126.0999999999999</c:v>
                </c:pt>
                <c:pt idx="11262">
                  <c:v>1126.2</c:v>
                </c:pt>
                <c:pt idx="11263">
                  <c:v>1126.3</c:v>
                </c:pt>
                <c:pt idx="11264">
                  <c:v>1126.4000000000001</c:v>
                </c:pt>
                <c:pt idx="11265">
                  <c:v>1126.5</c:v>
                </c:pt>
                <c:pt idx="11266">
                  <c:v>1126.5999999999999</c:v>
                </c:pt>
                <c:pt idx="11267">
                  <c:v>1126.7</c:v>
                </c:pt>
                <c:pt idx="11268">
                  <c:v>1126.8</c:v>
                </c:pt>
                <c:pt idx="11269">
                  <c:v>1126.9000000000001</c:v>
                </c:pt>
                <c:pt idx="11270">
                  <c:v>1127</c:v>
                </c:pt>
                <c:pt idx="11271">
                  <c:v>1127.0999999999999</c:v>
                </c:pt>
                <c:pt idx="11272">
                  <c:v>1127.2</c:v>
                </c:pt>
                <c:pt idx="11273">
                  <c:v>1127.3</c:v>
                </c:pt>
                <c:pt idx="11274">
                  <c:v>1127.4000000000001</c:v>
                </c:pt>
                <c:pt idx="11275">
                  <c:v>1127.5</c:v>
                </c:pt>
                <c:pt idx="11276">
                  <c:v>1127.5999999999999</c:v>
                </c:pt>
                <c:pt idx="11277">
                  <c:v>1127.7</c:v>
                </c:pt>
                <c:pt idx="11278">
                  <c:v>1127.8</c:v>
                </c:pt>
                <c:pt idx="11279">
                  <c:v>1127.9000000000001</c:v>
                </c:pt>
                <c:pt idx="11280">
                  <c:v>1128</c:v>
                </c:pt>
                <c:pt idx="11281">
                  <c:v>1128.0999999999999</c:v>
                </c:pt>
                <c:pt idx="11282">
                  <c:v>1128.2</c:v>
                </c:pt>
                <c:pt idx="11283">
                  <c:v>1128.3</c:v>
                </c:pt>
                <c:pt idx="11284">
                  <c:v>1128.4000000000001</c:v>
                </c:pt>
                <c:pt idx="11285">
                  <c:v>1128.5</c:v>
                </c:pt>
                <c:pt idx="11286">
                  <c:v>1128.5999999999999</c:v>
                </c:pt>
                <c:pt idx="11287">
                  <c:v>1128.7</c:v>
                </c:pt>
                <c:pt idx="11288">
                  <c:v>1128.8</c:v>
                </c:pt>
                <c:pt idx="11289">
                  <c:v>1128.9000000000001</c:v>
                </c:pt>
                <c:pt idx="11290">
                  <c:v>1129</c:v>
                </c:pt>
                <c:pt idx="11291">
                  <c:v>1129.0999999999999</c:v>
                </c:pt>
                <c:pt idx="11292">
                  <c:v>1129.2</c:v>
                </c:pt>
                <c:pt idx="11293">
                  <c:v>1129.3</c:v>
                </c:pt>
                <c:pt idx="11294">
                  <c:v>1129.4000000000001</c:v>
                </c:pt>
                <c:pt idx="11295">
                  <c:v>1129.5</c:v>
                </c:pt>
                <c:pt idx="11296">
                  <c:v>1129.5999999999999</c:v>
                </c:pt>
                <c:pt idx="11297">
                  <c:v>1129.7</c:v>
                </c:pt>
                <c:pt idx="11298">
                  <c:v>1129.8</c:v>
                </c:pt>
                <c:pt idx="11299">
                  <c:v>1129.9000000000001</c:v>
                </c:pt>
                <c:pt idx="11300">
                  <c:v>1130</c:v>
                </c:pt>
                <c:pt idx="11301">
                  <c:v>1130.0999999999999</c:v>
                </c:pt>
                <c:pt idx="11302">
                  <c:v>1130.2</c:v>
                </c:pt>
                <c:pt idx="11303">
                  <c:v>1130.3</c:v>
                </c:pt>
                <c:pt idx="11304">
                  <c:v>1130.4000000000001</c:v>
                </c:pt>
                <c:pt idx="11305">
                  <c:v>1130.5</c:v>
                </c:pt>
                <c:pt idx="11306">
                  <c:v>1130.5999999999999</c:v>
                </c:pt>
                <c:pt idx="11307">
                  <c:v>1130.7</c:v>
                </c:pt>
                <c:pt idx="11308">
                  <c:v>1130.8</c:v>
                </c:pt>
                <c:pt idx="11309">
                  <c:v>1130.9000000000001</c:v>
                </c:pt>
                <c:pt idx="11310">
                  <c:v>1131</c:v>
                </c:pt>
                <c:pt idx="11311">
                  <c:v>1131.0999999999999</c:v>
                </c:pt>
                <c:pt idx="11312">
                  <c:v>1131.2</c:v>
                </c:pt>
                <c:pt idx="11313">
                  <c:v>1131.3</c:v>
                </c:pt>
                <c:pt idx="11314">
                  <c:v>1131.4000000000001</c:v>
                </c:pt>
                <c:pt idx="11315">
                  <c:v>1131.5</c:v>
                </c:pt>
                <c:pt idx="11316">
                  <c:v>1131.5999999999999</c:v>
                </c:pt>
                <c:pt idx="11317">
                  <c:v>1131.7</c:v>
                </c:pt>
                <c:pt idx="11318">
                  <c:v>1131.8</c:v>
                </c:pt>
                <c:pt idx="11319">
                  <c:v>1131.9000000000001</c:v>
                </c:pt>
                <c:pt idx="11320">
                  <c:v>1132</c:v>
                </c:pt>
                <c:pt idx="11321">
                  <c:v>1132.0999999999999</c:v>
                </c:pt>
                <c:pt idx="11322">
                  <c:v>1132.2</c:v>
                </c:pt>
                <c:pt idx="11323">
                  <c:v>1132.3</c:v>
                </c:pt>
                <c:pt idx="11324">
                  <c:v>1132.4000000000001</c:v>
                </c:pt>
                <c:pt idx="11325">
                  <c:v>1132.5</c:v>
                </c:pt>
                <c:pt idx="11326">
                  <c:v>1132.5999999999999</c:v>
                </c:pt>
                <c:pt idx="11327">
                  <c:v>1132.7</c:v>
                </c:pt>
                <c:pt idx="11328">
                  <c:v>1132.8</c:v>
                </c:pt>
                <c:pt idx="11329">
                  <c:v>1132.9000000000001</c:v>
                </c:pt>
                <c:pt idx="11330">
                  <c:v>1133</c:v>
                </c:pt>
                <c:pt idx="11331">
                  <c:v>1133.0999999999999</c:v>
                </c:pt>
                <c:pt idx="11332">
                  <c:v>1133.2</c:v>
                </c:pt>
                <c:pt idx="11333">
                  <c:v>1133.3</c:v>
                </c:pt>
                <c:pt idx="11334">
                  <c:v>1133.4000000000001</c:v>
                </c:pt>
                <c:pt idx="11335">
                  <c:v>1133.5</c:v>
                </c:pt>
                <c:pt idx="11336">
                  <c:v>1133.5999999999999</c:v>
                </c:pt>
                <c:pt idx="11337">
                  <c:v>1133.7</c:v>
                </c:pt>
                <c:pt idx="11338">
                  <c:v>1133.8</c:v>
                </c:pt>
                <c:pt idx="11339">
                  <c:v>1133.9000000000001</c:v>
                </c:pt>
                <c:pt idx="11340">
                  <c:v>1134</c:v>
                </c:pt>
                <c:pt idx="11341">
                  <c:v>1134.0999999999999</c:v>
                </c:pt>
                <c:pt idx="11342">
                  <c:v>1134.2</c:v>
                </c:pt>
                <c:pt idx="11343">
                  <c:v>1134.3</c:v>
                </c:pt>
                <c:pt idx="11344">
                  <c:v>1134.4000000000001</c:v>
                </c:pt>
                <c:pt idx="11345">
                  <c:v>1134.5</c:v>
                </c:pt>
                <c:pt idx="11346">
                  <c:v>1134.5999999999999</c:v>
                </c:pt>
                <c:pt idx="11347">
                  <c:v>1134.7</c:v>
                </c:pt>
                <c:pt idx="11348">
                  <c:v>1134.8</c:v>
                </c:pt>
                <c:pt idx="11349">
                  <c:v>1134.9000000000001</c:v>
                </c:pt>
                <c:pt idx="11350">
                  <c:v>1135</c:v>
                </c:pt>
                <c:pt idx="11351">
                  <c:v>1135.0999999999999</c:v>
                </c:pt>
                <c:pt idx="11352">
                  <c:v>1135.2</c:v>
                </c:pt>
                <c:pt idx="11353">
                  <c:v>1135.3</c:v>
                </c:pt>
                <c:pt idx="11354">
                  <c:v>1135.4000000000001</c:v>
                </c:pt>
                <c:pt idx="11355">
                  <c:v>1135.5</c:v>
                </c:pt>
                <c:pt idx="11356">
                  <c:v>1135.5999999999999</c:v>
                </c:pt>
                <c:pt idx="11357">
                  <c:v>1135.7</c:v>
                </c:pt>
                <c:pt idx="11358">
                  <c:v>1135.8</c:v>
                </c:pt>
                <c:pt idx="11359">
                  <c:v>1135.9000000000001</c:v>
                </c:pt>
                <c:pt idx="11360">
                  <c:v>1136</c:v>
                </c:pt>
                <c:pt idx="11361">
                  <c:v>1136.0999999999999</c:v>
                </c:pt>
                <c:pt idx="11362">
                  <c:v>1136.2</c:v>
                </c:pt>
                <c:pt idx="11363">
                  <c:v>1136.3</c:v>
                </c:pt>
                <c:pt idx="11364">
                  <c:v>1136.4000000000001</c:v>
                </c:pt>
                <c:pt idx="11365">
                  <c:v>1136.5</c:v>
                </c:pt>
                <c:pt idx="11366">
                  <c:v>1136.5999999999999</c:v>
                </c:pt>
                <c:pt idx="11367">
                  <c:v>1136.7</c:v>
                </c:pt>
                <c:pt idx="11368">
                  <c:v>1136.8</c:v>
                </c:pt>
                <c:pt idx="11369">
                  <c:v>1136.9000000000001</c:v>
                </c:pt>
                <c:pt idx="11370">
                  <c:v>1137</c:v>
                </c:pt>
                <c:pt idx="11371">
                  <c:v>1137.0999999999999</c:v>
                </c:pt>
                <c:pt idx="11372">
                  <c:v>1137.2</c:v>
                </c:pt>
                <c:pt idx="11373">
                  <c:v>1137.3</c:v>
                </c:pt>
                <c:pt idx="11374">
                  <c:v>1137.4000000000001</c:v>
                </c:pt>
                <c:pt idx="11375">
                  <c:v>1137.5</c:v>
                </c:pt>
                <c:pt idx="11376">
                  <c:v>1137.5999999999999</c:v>
                </c:pt>
                <c:pt idx="11377">
                  <c:v>1137.7</c:v>
                </c:pt>
                <c:pt idx="11378">
                  <c:v>1137.8</c:v>
                </c:pt>
                <c:pt idx="11379">
                  <c:v>1137.9000000000001</c:v>
                </c:pt>
                <c:pt idx="11380">
                  <c:v>1138</c:v>
                </c:pt>
                <c:pt idx="11381">
                  <c:v>1138.0999999999999</c:v>
                </c:pt>
                <c:pt idx="11382">
                  <c:v>1138.2</c:v>
                </c:pt>
                <c:pt idx="11383">
                  <c:v>1138.3</c:v>
                </c:pt>
                <c:pt idx="11384">
                  <c:v>1138.4000000000001</c:v>
                </c:pt>
                <c:pt idx="11385">
                  <c:v>1138.5</c:v>
                </c:pt>
                <c:pt idx="11386">
                  <c:v>1138.5999999999999</c:v>
                </c:pt>
                <c:pt idx="11387">
                  <c:v>1138.7</c:v>
                </c:pt>
                <c:pt idx="11388">
                  <c:v>1138.8</c:v>
                </c:pt>
                <c:pt idx="11389">
                  <c:v>1138.9000000000001</c:v>
                </c:pt>
                <c:pt idx="11390">
                  <c:v>1139</c:v>
                </c:pt>
                <c:pt idx="11391">
                  <c:v>1139.0999999999999</c:v>
                </c:pt>
                <c:pt idx="11392">
                  <c:v>1139.2</c:v>
                </c:pt>
                <c:pt idx="11393">
                  <c:v>1139.3</c:v>
                </c:pt>
                <c:pt idx="11394">
                  <c:v>1139.4000000000001</c:v>
                </c:pt>
                <c:pt idx="11395">
                  <c:v>1139.5</c:v>
                </c:pt>
                <c:pt idx="11396">
                  <c:v>1139.5999999999999</c:v>
                </c:pt>
                <c:pt idx="11397">
                  <c:v>1139.7</c:v>
                </c:pt>
                <c:pt idx="11398">
                  <c:v>1139.8</c:v>
                </c:pt>
                <c:pt idx="11399">
                  <c:v>1139.9000000000001</c:v>
                </c:pt>
                <c:pt idx="11400">
                  <c:v>1140</c:v>
                </c:pt>
                <c:pt idx="11401">
                  <c:v>1140.0999999999999</c:v>
                </c:pt>
                <c:pt idx="11402">
                  <c:v>1140.2</c:v>
                </c:pt>
                <c:pt idx="11403">
                  <c:v>1140.3</c:v>
                </c:pt>
                <c:pt idx="11404">
                  <c:v>1140.4000000000001</c:v>
                </c:pt>
                <c:pt idx="11405">
                  <c:v>1140.5</c:v>
                </c:pt>
                <c:pt idx="11406">
                  <c:v>1140.5999999999999</c:v>
                </c:pt>
                <c:pt idx="11407">
                  <c:v>1140.7</c:v>
                </c:pt>
                <c:pt idx="11408">
                  <c:v>1140.8</c:v>
                </c:pt>
                <c:pt idx="11409">
                  <c:v>1140.9000000000001</c:v>
                </c:pt>
                <c:pt idx="11410">
                  <c:v>1141</c:v>
                </c:pt>
                <c:pt idx="11411">
                  <c:v>1141.0999999999999</c:v>
                </c:pt>
                <c:pt idx="11412">
                  <c:v>1141.2</c:v>
                </c:pt>
                <c:pt idx="11413">
                  <c:v>1141.3</c:v>
                </c:pt>
                <c:pt idx="11414">
                  <c:v>1141.4000000000001</c:v>
                </c:pt>
                <c:pt idx="11415">
                  <c:v>1141.5</c:v>
                </c:pt>
                <c:pt idx="11416">
                  <c:v>1141.5999999999999</c:v>
                </c:pt>
                <c:pt idx="11417">
                  <c:v>1141.7</c:v>
                </c:pt>
                <c:pt idx="11418">
                  <c:v>1141.8</c:v>
                </c:pt>
                <c:pt idx="11419">
                  <c:v>1141.9000000000001</c:v>
                </c:pt>
                <c:pt idx="11420">
                  <c:v>1142</c:v>
                </c:pt>
                <c:pt idx="11421">
                  <c:v>1142.0999999999999</c:v>
                </c:pt>
                <c:pt idx="11422">
                  <c:v>1142.2</c:v>
                </c:pt>
                <c:pt idx="11423">
                  <c:v>1142.3</c:v>
                </c:pt>
                <c:pt idx="11424">
                  <c:v>1142.4000000000001</c:v>
                </c:pt>
                <c:pt idx="11425">
                  <c:v>1142.5</c:v>
                </c:pt>
                <c:pt idx="11426">
                  <c:v>1142.5999999999999</c:v>
                </c:pt>
                <c:pt idx="11427">
                  <c:v>1142.7</c:v>
                </c:pt>
                <c:pt idx="11428">
                  <c:v>1142.8</c:v>
                </c:pt>
                <c:pt idx="11429">
                  <c:v>1142.9000000000001</c:v>
                </c:pt>
                <c:pt idx="11430">
                  <c:v>1143</c:v>
                </c:pt>
                <c:pt idx="11431">
                  <c:v>1143.0999999999999</c:v>
                </c:pt>
                <c:pt idx="11432">
                  <c:v>1143.2</c:v>
                </c:pt>
                <c:pt idx="11433">
                  <c:v>1143.3</c:v>
                </c:pt>
                <c:pt idx="11434">
                  <c:v>1143.4000000000001</c:v>
                </c:pt>
                <c:pt idx="11435">
                  <c:v>1143.5</c:v>
                </c:pt>
                <c:pt idx="11436">
                  <c:v>1143.5999999999999</c:v>
                </c:pt>
                <c:pt idx="11437">
                  <c:v>1143.7</c:v>
                </c:pt>
                <c:pt idx="11438">
                  <c:v>1143.8</c:v>
                </c:pt>
                <c:pt idx="11439">
                  <c:v>1143.9000000000001</c:v>
                </c:pt>
                <c:pt idx="11440">
                  <c:v>1144</c:v>
                </c:pt>
                <c:pt idx="11441">
                  <c:v>1144.0999999999999</c:v>
                </c:pt>
                <c:pt idx="11442">
                  <c:v>1144.2</c:v>
                </c:pt>
                <c:pt idx="11443">
                  <c:v>1144.3</c:v>
                </c:pt>
                <c:pt idx="11444">
                  <c:v>1144.4000000000001</c:v>
                </c:pt>
                <c:pt idx="11445">
                  <c:v>1144.5</c:v>
                </c:pt>
                <c:pt idx="11446">
                  <c:v>1144.5999999999999</c:v>
                </c:pt>
                <c:pt idx="11447">
                  <c:v>1144.7</c:v>
                </c:pt>
                <c:pt idx="11448">
                  <c:v>1144.8</c:v>
                </c:pt>
                <c:pt idx="11449">
                  <c:v>1144.9000000000001</c:v>
                </c:pt>
                <c:pt idx="11450">
                  <c:v>1145</c:v>
                </c:pt>
                <c:pt idx="11451">
                  <c:v>1145.0999999999999</c:v>
                </c:pt>
                <c:pt idx="11452">
                  <c:v>1145.2</c:v>
                </c:pt>
                <c:pt idx="11453">
                  <c:v>1145.3</c:v>
                </c:pt>
                <c:pt idx="11454">
                  <c:v>1145.4000000000001</c:v>
                </c:pt>
                <c:pt idx="11455">
                  <c:v>1145.5</c:v>
                </c:pt>
                <c:pt idx="11456">
                  <c:v>1145.5999999999999</c:v>
                </c:pt>
                <c:pt idx="11457">
                  <c:v>1145.7</c:v>
                </c:pt>
                <c:pt idx="11458">
                  <c:v>1145.8</c:v>
                </c:pt>
                <c:pt idx="11459">
                  <c:v>1145.9000000000001</c:v>
                </c:pt>
                <c:pt idx="11460">
                  <c:v>1146</c:v>
                </c:pt>
                <c:pt idx="11461">
                  <c:v>1146.0999999999999</c:v>
                </c:pt>
                <c:pt idx="11462">
                  <c:v>1146.2</c:v>
                </c:pt>
                <c:pt idx="11463">
                  <c:v>1146.3</c:v>
                </c:pt>
                <c:pt idx="11464">
                  <c:v>1146.4000000000001</c:v>
                </c:pt>
                <c:pt idx="11465">
                  <c:v>1146.5</c:v>
                </c:pt>
                <c:pt idx="11466">
                  <c:v>1146.5999999999999</c:v>
                </c:pt>
                <c:pt idx="11467">
                  <c:v>1146.7</c:v>
                </c:pt>
                <c:pt idx="11468">
                  <c:v>1146.8</c:v>
                </c:pt>
                <c:pt idx="11469">
                  <c:v>1146.9000000000001</c:v>
                </c:pt>
                <c:pt idx="11470">
                  <c:v>1147</c:v>
                </c:pt>
                <c:pt idx="11471">
                  <c:v>1147.0999999999999</c:v>
                </c:pt>
                <c:pt idx="11472">
                  <c:v>1147.2</c:v>
                </c:pt>
                <c:pt idx="11473">
                  <c:v>1147.3</c:v>
                </c:pt>
                <c:pt idx="11474">
                  <c:v>1147.4000000000001</c:v>
                </c:pt>
                <c:pt idx="11475">
                  <c:v>1147.5</c:v>
                </c:pt>
                <c:pt idx="11476">
                  <c:v>1147.5999999999999</c:v>
                </c:pt>
                <c:pt idx="11477">
                  <c:v>1147.7</c:v>
                </c:pt>
                <c:pt idx="11478">
                  <c:v>1147.8</c:v>
                </c:pt>
                <c:pt idx="11479">
                  <c:v>1147.9000000000001</c:v>
                </c:pt>
                <c:pt idx="11480">
                  <c:v>1148</c:v>
                </c:pt>
                <c:pt idx="11481">
                  <c:v>1148.0999999999999</c:v>
                </c:pt>
                <c:pt idx="11482">
                  <c:v>1148.2</c:v>
                </c:pt>
                <c:pt idx="11483">
                  <c:v>1148.3</c:v>
                </c:pt>
                <c:pt idx="11484">
                  <c:v>1148.4000000000001</c:v>
                </c:pt>
                <c:pt idx="11485">
                  <c:v>1148.5</c:v>
                </c:pt>
                <c:pt idx="11486">
                  <c:v>1148.5999999999999</c:v>
                </c:pt>
                <c:pt idx="11487">
                  <c:v>1148.7</c:v>
                </c:pt>
                <c:pt idx="11488">
                  <c:v>1148.8</c:v>
                </c:pt>
                <c:pt idx="11489">
                  <c:v>1148.9000000000001</c:v>
                </c:pt>
                <c:pt idx="11490">
                  <c:v>1149</c:v>
                </c:pt>
                <c:pt idx="11491">
                  <c:v>1149.0999999999999</c:v>
                </c:pt>
                <c:pt idx="11492">
                  <c:v>1149.2</c:v>
                </c:pt>
                <c:pt idx="11493">
                  <c:v>1149.3</c:v>
                </c:pt>
                <c:pt idx="11494">
                  <c:v>1149.4000000000001</c:v>
                </c:pt>
                <c:pt idx="11495">
                  <c:v>1149.5</c:v>
                </c:pt>
                <c:pt idx="11496">
                  <c:v>1149.5999999999999</c:v>
                </c:pt>
                <c:pt idx="11497">
                  <c:v>1149.7</c:v>
                </c:pt>
                <c:pt idx="11498">
                  <c:v>1149.8</c:v>
                </c:pt>
                <c:pt idx="11499">
                  <c:v>1149.9000000000001</c:v>
                </c:pt>
                <c:pt idx="11500">
                  <c:v>1150</c:v>
                </c:pt>
                <c:pt idx="11501">
                  <c:v>1150.0999999999999</c:v>
                </c:pt>
                <c:pt idx="11502">
                  <c:v>1150.2</c:v>
                </c:pt>
                <c:pt idx="11503">
                  <c:v>1150.3</c:v>
                </c:pt>
                <c:pt idx="11504">
                  <c:v>1150.4000000000001</c:v>
                </c:pt>
                <c:pt idx="11505">
                  <c:v>1150.5</c:v>
                </c:pt>
                <c:pt idx="11506">
                  <c:v>1150.5999999999999</c:v>
                </c:pt>
                <c:pt idx="11507">
                  <c:v>1150.7</c:v>
                </c:pt>
                <c:pt idx="11508">
                  <c:v>1150.8</c:v>
                </c:pt>
                <c:pt idx="11509">
                  <c:v>1150.9000000000001</c:v>
                </c:pt>
                <c:pt idx="11510">
                  <c:v>1151</c:v>
                </c:pt>
                <c:pt idx="11511">
                  <c:v>1151.0999999999999</c:v>
                </c:pt>
                <c:pt idx="11512">
                  <c:v>1151.2</c:v>
                </c:pt>
                <c:pt idx="11513">
                  <c:v>1151.3</c:v>
                </c:pt>
                <c:pt idx="11514">
                  <c:v>1151.4000000000001</c:v>
                </c:pt>
                <c:pt idx="11515">
                  <c:v>1151.5</c:v>
                </c:pt>
                <c:pt idx="11516">
                  <c:v>1151.5999999999999</c:v>
                </c:pt>
                <c:pt idx="11517">
                  <c:v>1151.7</c:v>
                </c:pt>
                <c:pt idx="11518">
                  <c:v>1151.8</c:v>
                </c:pt>
                <c:pt idx="11519">
                  <c:v>1151.9000000000001</c:v>
                </c:pt>
                <c:pt idx="11520">
                  <c:v>1152</c:v>
                </c:pt>
                <c:pt idx="11521">
                  <c:v>1152.0999999999999</c:v>
                </c:pt>
                <c:pt idx="11522">
                  <c:v>1152.2</c:v>
                </c:pt>
                <c:pt idx="11523">
                  <c:v>1152.3</c:v>
                </c:pt>
                <c:pt idx="11524">
                  <c:v>1152.4000000000001</c:v>
                </c:pt>
                <c:pt idx="11525">
                  <c:v>1152.5</c:v>
                </c:pt>
                <c:pt idx="11526">
                  <c:v>1152.5999999999999</c:v>
                </c:pt>
                <c:pt idx="11527">
                  <c:v>1152.7</c:v>
                </c:pt>
                <c:pt idx="11528">
                  <c:v>1152.8</c:v>
                </c:pt>
                <c:pt idx="11529">
                  <c:v>1152.9000000000001</c:v>
                </c:pt>
                <c:pt idx="11530">
                  <c:v>1153</c:v>
                </c:pt>
                <c:pt idx="11531">
                  <c:v>1153.0999999999999</c:v>
                </c:pt>
                <c:pt idx="11532">
                  <c:v>1153.2</c:v>
                </c:pt>
                <c:pt idx="11533">
                  <c:v>1153.3</c:v>
                </c:pt>
                <c:pt idx="11534">
                  <c:v>1153.4000000000001</c:v>
                </c:pt>
                <c:pt idx="11535">
                  <c:v>1153.5</c:v>
                </c:pt>
                <c:pt idx="11536">
                  <c:v>1153.5999999999999</c:v>
                </c:pt>
                <c:pt idx="11537">
                  <c:v>1153.7</c:v>
                </c:pt>
                <c:pt idx="11538">
                  <c:v>1153.8</c:v>
                </c:pt>
                <c:pt idx="11539">
                  <c:v>1153.9000000000001</c:v>
                </c:pt>
                <c:pt idx="11540">
                  <c:v>1154</c:v>
                </c:pt>
                <c:pt idx="11541">
                  <c:v>1154.0999999999999</c:v>
                </c:pt>
                <c:pt idx="11542">
                  <c:v>1154.2</c:v>
                </c:pt>
                <c:pt idx="11543">
                  <c:v>1154.3</c:v>
                </c:pt>
                <c:pt idx="11544">
                  <c:v>1154.4000000000001</c:v>
                </c:pt>
                <c:pt idx="11545">
                  <c:v>1154.5</c:v>
                </c:pt>
                <c:pt idx="11546">
                  <c:v>1154.5999999999999</c:v>
                </c:pt>
                <c:pt idx="11547">
                  <c:v>1154.7</c:v>
                </c:pt>
                <c:pt idx="11548">
                  <c:v>1154.8</c:v>
                </c:pt>
                <c:pt idx="11549">
                  <c:v>1154.9000000000001</c:v>
                </c:pt>
                <c:pt idx="11550">
                  <c:v>1155</c:v>
                </c:pt>
                <c:pt idx="11551">
                  <c:v>1155.0999999999999</c:v>
                </c:pt>
                <c:pt idx="11552">
                  <c:v>1155.2</c:v>
                </c:pt>
                <c:pt idx="11553">
                  <c:v>1155.3</c:v>
                </c:pt>
                <c:pt idx="11554">
                  <c:v>1155.4000000000001</c:v>
                </c:pt>
                <c:pt idx="11555">
                  <c:v>1155.5</c:v>
                </c:pt>
                <c:pt idx="11556">
                  <c:v>1155.5999999999999</c:v>
                </c:pt>
                <c:pt idx="11557">
                  <c:v>1155.7</c:v>
                </c:pt>
                <c:pt idx="11558">
                  <c:v>1155.8</c:v>
                </c:pt>
                <c:pt idx="11559">
                  <c:v>1155.9000000000001</c:v>
                </c:pt>
                <c:pt idx="11560">
                  <c:v>1156</c:v>
                </c:pt>
                <c:pt idx="11561">
                  <c:v>1156.0999999999999</c:v>
                </c:pt>
                <c:pt idx="11562">
                  <c:v>1156.2</c:v>
                </c:pt>
                <c:pt idx="11563">
                  <c:v>1156.3</c:v>
                </c:pt>
                <c:pt idx="11564">
                  <c:v>1156.4000000000001</c:v>
                </c:pt>
                <c:pt idx="11565">
                  <c:v>1156.5</c:v>
                </c:pt>
                <c:pt idx="11566">
                  <c:v>1156.5999999999999</c:v>
                </c:pt>
                <c:pt idx="11567">
                  <c:v>1156.7</c:v>
                </c:pt>
                <c:pt idx="11568">
                  <c:v>1156.8</c:v>
                </c:pt>
                <c:pt idx="11569">
                  <c:v>1156.9000000000001</c:v>
                </c:pt>
                <c:pt idx="11570">
                  <c:v>1157</c:v>
                </c:pt>
                <c:pt idx="11571">
                  <c:v>1157.0999999999999</c:v>
                </c:pt>
                <c:pt idx="11572">
                  <c:v>1157.2</c:v>
                </c:pt>
                <c:pt idx="11573">
                  <c:v>1157.3</c:v>
                </c:pt>
                <c:pt idx="11574">
                  <c:v>1157.4000000000001</c:v>
                </c:pt>
                <c:pt idx="11575">
                  <c:v>1157.5</c:v>
                </c:pt>
                <c:pt idx="11576">
                  <c:v>1157.5999999999999</c:v>
                </c:pt>
                <c:pt idx="11577">
                  <c:v>1157.7</c:v>
                </c:pt>
                <c:pt idx="11578">
                  <c:v>1157.8</c:v>
                </c:pt>
                <c:pt idx="11579">
                  <c:v>1157.9000000000001</c:v>
                </c:pt>
                <c:pt idx="11580">
                  <c:v>1158</c:v>
                </c:pt>
                <c:pt idx="11581">
                  <c:v>1158.0999999999999</c:v>
                </c:pt>
                <c:pt idx="11582">
                  <c:v>1158.2</c:v>
                </c:pt>
                <c:pt idx="11583">
                  <c:v>1158.3</c:v>
                </c:pt>
                <c:pt idx="11584">
                  <c:v>1158.4000000000001</c:v>
                </c:pt>
                <c:pt idx="11585">
                  <c:v>1158.5</c:v>
                </c:pt>
                <c:pt idx="11586">
                  <c:v>1158.5999999999999</c:v>
                </c:pt>
                <c:pt idx="11587">
                  <c:v>1158.7</c:v>
                </c:pt>
                <c:pt idx="11588">
                  <c:v>1158.8</c:v>
                </c:pt>
                <c:pt idx="11589">
                  <c:v>1158.9000000000001</c:v>
                </c:pt>
                <c:pt idx="11590">
                  <c:v>1159</c:v>
                </c:pt>
                <c:pt idx="11591">
                  <c:v>1159.0999999999999</c:v>
                </c:pt>
                <c:pt idx="11592">
                  <c:v>1159.2</c:v>
                </c:pt>
                <c:pt idx="11593">
                  <c:v>1159.3</c:v>
                </c:pt>
                <c:pt idx="11594">
                  <c:v>1159.4000000000001</c:v>
                </c:pt>
                <c:pt idx="11595">
                  <c:v>1159.5</c:v>
                </c:pt>
                <c:pt idx="11596">
                  <c:v>1159.5999999999999</c:v>
                </c:pt>
                <c:pt idx="11597">
                  <c:v>1159.7</c:v>
                </c:pt>
                <c:pt idx="11598">
                  <c:v>1159.8</c:v>
                </c:pt>
                <c:pt idx="11599">
                  <c:v>1159.9000000000001</c:v>
                </c:pt>
                <c:pt idx="11600">
                  <c:v>1160</c:v>
                </c:pt>
                <c:pt idx="11601">
                  <c:v>1160.0999999999999</c:v>
                </c:pt>
                <c:pt idx="11602">
                  <c:v>1160.2</c:v>
                </c:pt>
                <c:pt idx="11603">
                  <c:v>1160.3</c:v>
                </c:pt>
                <c:pt idx="11604">
                  <c:v>1160.4000000000001</c:v>
                </c:pt>
                <c:pt idx="11605">
                  <c:v>1160.5</c:v>
                </c:pt>
                <c:pt idx="11606">
                  <c:v>1160.5999999999999</c:v>
                </c:pt>
                <c:pt idx="11607">
                  <c:v>1160.7</c:v>
                </c:pt>
                <c:pt idx="11608">
                  <c:v>1160.8</c:v>
                </c:pt>
                <c:pt idx="11609">
                  <c:v>1160.9000000000001</c:v>
                </c:pt>
                <c:pt idx="11610">
                  <c:v>1161</c:v>
                </c:pt>
                <c:pt idx="11611">
                  <c:v>1161.0999999999999</c:v>
                </c:pt>
                <c:pt idx="11612">
                  <c:v>1161.2</c:v>
                </c:pt>
                <c:pt idx="11613">
                  <c:v>1161.3</c:v>
                </c:pt>
                <c:pt idx="11614">
                  <c:v>1161.4000000000001</c:v>
                </c:pt>
                <c:pt idx="11615">
                  <c:v>1161.5</c:v>
                </c:pt>
                <c:pt idx="11616">
                  <c:v>1161.5999999999999</c:v>
                </c:pt>
                <c:pt idx="11617">
                  <c:v>1161.7</c:v>
                </c:pt>
                <c:pt idx="11618">
                  <c:v>1161.8</c:v>
                </c:pt>
                <c:pt idx="11619">
                  <c:v>1161.9000000000001</c:v>
                </c:pt>
                <c:pt idx="11620">
                  <c:v>1162</c:v>
                </c:pt>
                <c:pt idx="11621">
                  <c:v>1162.0999999999999</c:v>
                </c:pt>
                <c:pt idx="11622">
                  <c:v>1162.2</c:v>
                </c:pt>
                <c:pt idx="11623">
                  <c:v>1162.3</c:v>
                </c:pt>
                <c:pt idx="11624">
                  <c:v>1162.4000000000001</c:v>
                </c:pt>
                <c:pt idx="11625">
                  <c:v>1162.5</c:v>
                </c:pt>
                <c:pt idx="11626">
                  <c:v>1162.5999999999999</c:v>
                </c:pt>
                <c:pt idx="11627">
                  <c:v>1162.7</c:v>
                </c:pt>
                <c:pt idx="11628">
                  <c:v>1162.8</c:v>
                </c:pt>
                <c:pt idx="11629">
                  <c:v>1162.9000000000001</c:v>
                </c:pt>
                <c:pt idx="11630">
                  <c:v>1163</c:v>
                </c:pt>
                <c:pt idx="11631">
                  <c:v>1163.0999999999999</c:v>
                </c:pt>
                <c:pt idx="11632">
                  <c:v>1163.2</c:v>
                </c:pt>
                <c:pt idx="11633">
                  <c:v>1163.3</c:v>
                </c:pt>
                <c:pt idx="11634">
                  <c:v>1163.4000000000001</c:v>
                </c:pt>
                <c:pt idx="11635">
                  <c:v>1163.5</c:v>
                </c:pt>
                <c:pt idx="11636">
                  <c:v>1163.5999999999999</c:v>
                </c:pt>
                <c:pt idx="11637">
                  <c:v>1163.7</c:v>
                </c:pt>
                <c:pt idx="11638">
                  <c:v>1163.8</c:v>
                </c:pt>
                <c:pt idx="11639">
                  <c:v>1163.9000000000001</c:v>
                </c:pt>
                <c:pt idx="11640">
                  <c:v>1164</c:v>
                </c:pt>
                <c:pt idx="11641">
                  <c:v>1164.0999999999999</c:v>
                </c:pt>
                <c:pt idx="11642">
                  <c:v>1164.2</c:v>
                </c:pt>
                <c:pt idx="11643">
                  <c:v>1164.3</c:v>
                </c:pt>
                <c:pt idx="11644">
                  <c:v>1164.4000000000001</c:v>
                </c:pt>
                <c:pt idx="11645">
                  <c:v>1164.5</c:v>
                </c:pt>
                <c:pt idx="11646">
                  <c:v>1164.5999999999999</c:v>
                </c:pt>
                <c:pt idx="11647">
                  <c:v>1164.7</c:v>
                </c:pt>
                <c:pt idx="11648">
                  <c:v>1164.8</c:v>
                </c:pt>
                <c:pt idx="11649">
                  <c:v>1164.9000000000001</c:v>
                </c:pt>
                <c:pt idx="11650">
                  <c:v>1165</c:v>
                </c:pt>
                <c:pt idx="11651">
                  <c:v>1165.0999999999999</c:v>
                </c:pt>
                <c:pt idx="11652">
                  <c:v>1165.2</c:v>
                </c:pt>
                <c:pt idx="11653">
                  <c:v>1165.3</c:v>
                </c:pt>
                <c:pt idx="11654">
                  <c:v>1165.4000000000001</c:v>
                </c:pt>
                <c:pt idx="11655">
                  <c:v>1165.5</c:v>
                </c:pt>
                <c:pt idx="11656">
                  <c:v>1165.5999999999999</c:v>
                </c:pt>
                <c:pt idx="11657">
                  <c:v>1165.7</c:v>
                </c:pt>
                <c:pt idx="11658">
                  <c:v>1165.8</c:v>
                </c:pt>
                <c:pt idx="11659">
                  <c:v>1165.9000000000001</c:v>
                </c:pt>
                <c:pt idx="11660">
                  <c:v>1166</c:v>
                </c:pt>
                <c:pt idx="11661">
                  <c:v>1166.0999999999999</c:v>
                </c:pt>
                <c:pt idx="11662">
                  <c:v>1166.2</c:v>
                </c:pt>
                <c:pt idx="11663">
                  <c:v>1166.3</c:v>
                </c:pt>
                <c:pt idx="11664">
                  <c:v>1166.4000000000001</c:v>
                </c:pt>
                <c:pt idx="11665">
                  <c:v>1166.5</c:v>
                </c:pt>
                <c:pt idx="11666">
                  <c:v>1166.5999999999999</c:v>
                </c:pt>
                <c:pt idx="11667">
                  <c:v>1166.7</c:v>
                </c:pt>
                <c:pt idx="11668">
                  <c:v>1166.8</c:v>
                </c:pt>
                <c:pt idx="11669">
                  <c:v>1166.9000000000001</c:v>
                </c:pt>
                <c:pt idx="11670">
                  <c:v>1167</c:v>
                </c:pt>
                <c:pt idx="11671">
                  <c:v>1167.0999999999999</c:v>
                </c:pt>
                <c:pt idx="11672">
                  <c:v>1167.2</c:v>
                </c:pt>
                <c:pt idx="11673">
                  <c:v>1167.3</c:v>
                </c:pt>
                <c:pt idx="11674">
                  <c:v>1167.4000000000001</c:v>
                </c:pt>
                <c:pt idx="11675">
                  <c:v>1167.5</c:v>
                </c:pt>
                <c:pt idx="11676">
                  <c:v>1167.5999999999999</c:v>
                </c:pt>
                <c:pt idx="11677">
                  <c:v>1167.7</c:v>
                </c:pt>
                <c:pt idx="11678">
                  <c:v>1167.8</c:v>
                </c:pt>
                <c:pt idx="11679">
                  <c:v>1167.9000000000001</c:v>
                </c:pt>
                <c:pt idx="11680">
                  <c:v>1168</c:v>
                </c:pt>
                <c:pt idx="11681">
                  <c:v>1168.0999999999999</c:v>
                </c:pt>
                <c:pt idx="11682">
                  <c:v>1168.2</c:v>
                </c:pt>
                <c:pt idx="11683">
                  <c:v>1168.3</c:v>
                </c:pt>
                <c:pt idx="11684">
                  <c:v>1168.4000000000001</c:v>
                </c:pt>
                <c:pt idx="11685">
                  <c:v>1168.5</c:v>
                </c:pt>
                <c:pt idx="11686">
                  <c:v>1168.5999999999999</c:v>
                </c:pt>
                <c:pt idx="11687">
                  <c:v>1168.7</c:v>
                </c:pt>
                <c:pt idx="11688">
                  <c:v>1168.8</c:v>
                </c:pt>
                <c:pt idx="11689">
                  <c:v>1168.9000000000001</c:v>
                </c:pt>
                <c:pt idx="11690">
                  <c:v>1169</c:v>
                </c:pt>
                <c:pt idx="11691">
                  <c:v>1169.0999999999999</c:v>
                </c:pt>
                <c:pt idx="11692">
                  <c:v>1169.2</c:v>
                </c:pt>
                <c:pt idx="11693">
                  <c:v>1169.3</c:v>
                </c:pt>
                <c:pt idx="11694">
                  <c:v>1169.4000000000001</c:v>
                </c:pt>
                <c:pt idx="11695">
                  <c:v>1169.5</c:v>
                </c:pt>
                <c:pt idx="11696">
                  <c:v>1169.5999999999999</c:v>
                </c:pt>
                <c:pt idx="11697">
                  <c:v>1169.7</c:v>
                </c:pt>
                <c:pt idx="11698">
                  <c:v>1169.8</c:v>
                </c:pt>
                <c:pt idx="11699">
                  <c:v>1169.9000000000001</c:v>
                </c:pt>
                <c:pt idx="11700">
                  <c:v>1170</c:v>
                </c:pt>
                <c:pt idx="11701">
                  <c:v>1170.0999999999999</c:v>
                </c:pt>
                <c:pt idx="11702">
                  <c:v>1170.2</c:v>
                </c:pt>
                <c:pt idx="11703">
                  <c:v>1170.3</c:v>
                </c:pt>
                <c:pt idx="11704">
                  <c:v>1170.4000000000001</c:v>
                </c:pt>
                <c:pt idx="11705">
                  <c:v>1170.5</c:v>
                </c:pt>
                <c:pt idx="11706">
                  <c:v>1170.5999999999999</c:v>
                </c:pt>
                <c:pt idx="11707">
                  <c:v>1170.7</c:v>
                </c:pt>
                <c:pt idx="11708">
                  <c:v>1170.8</c:v>
                </c:pt>
                <c:pt idx="11709">
                  <c:v>1170.9000000000001</c:v>
                </c:pt>
                <c:pt idx="11710">
                  <c:v>1171</c:v>
                </c:pt>
                <c:pt idx="11711">
                  <c:v>1171.0999999999999</c:v>
                </c:pt>
                <c:pt idx="11712">
                  <c:v>1171.2</c:v>
                </c:pt>
                <c:pt idx="11713">
                  <c:v>1171.3</c:v>
                </c:pt>
                <c:pt idx="11714">
                  <c:v>1171.4000000000001</c:v>
                </c:pt>
                <c:pt idx="11715">
                  <c:v>1171.5</c:v>
                </c:pt>
                <c:pt idx="11716">
                  <c:v>1171.5999999999999</c:v>
                </c:pt>
                <c:pt idx="11717">
                  <c:v>1171.7</c:v>
                </c:pt>
                <c:pt idx="11718">
                  <c:v>1171.8</c:v>
                </c:pt>
                <c:pt idx="11719">
                  <c:v>1171.9000000000001</c:v>
                </c:pt>
                <c:pt idx="11720">
                  <c:v>1172</c:v>
                </c:pt>
                <c:pt idx="11721">
                  <c:v>1172.0999999999999</c:v>
                </c:pt>
                <c:pt idx="11722">
                  <c:v>1172.2</c:v>
                </c:pt>
                <c:pt idx="11723">
                  <c:v>1172.3</c:v>
                </c:pt>
                <c:pt idx="11724">
                  <c:v>1172.4000000000001</c:v>
                </c:pt>
                <c:pt idx="11725">
                  <c:v>1172.5</c:v>
                </c:pt>
                <c:pt idx="11726">
                  <c:v>1172.5999999999999</c:v>
                </c:pt>
                <c:pt idx="11727">
                  <c:v>1172.7</c:v>
                </c:pt>
                <c:pt idx="11728">
                  <c:v>1172.8</c:v>
                </c:pt>
                <c:pt idx="11729">
                  <c:v>1172.9000000000001</c:v>
                </c:pt>
                <c:pt idx="11730">
                  <c:v>1173</c:v>
                </c:pt>
                <c:pt idx="11731">
                  <c:v>1173.0999999999999</c:v>
                </c:pt>
                <c:pt idx="11732">
                  <c:v>1173.2</c:v>
                </c:pt>
                <c:pt idx="11733">
                  <c:v>1173.3</c:v>
                </c:pt>
                <c:pt idx="11734">
                  <c:v>1173.4000000000001</c:v>
                </c:pt>
                <c:pt idx="11735">
                  <c:v>1173.5</c:v>
                </c:pt>
                <c:pt idx="11736">
                  <c:v>1173.5999999999999</c:v>
                </c:pt>
                <c:pt idx="11737">
                  <c:v>1173.7</c:v>
                </c:pt>
                <c:pt idx="11738">
                  <c:v>1173.8</c:v>
                </c:pt>
                <c:pt idx="11739">
                  <c:v>1173.9000000000001</c:v>
                </c:pt>
                <c:pt idx="11740">
                  <c:v>1174</c:v>
                </c:pt>
                <c:pt idx="11741">
                  <c:v>1174.0999999999999</c:v>
                </c:pt>
                <c:pt idx="11742">
                  <c:v>1174.2</c:v>
                </c:pt>
                <c:pt idx="11743">
                  <c:v>1174.3</c:v>
                </c:pt>
                <c:pt idx="11744">
                  <c:v>1174.4000000000001</c:v>
                </c:pt>
                <c:pt idx="11745">
                  <c:v>1174.5</c:v>
                </c:pt>
                <c:pt idx="11746">
                  <c:v>1174.5999999999999</c:v>
                </c:pt>
                <c:pt idx="11747">
                  <c:v>1174.7</c:v>
                </c:pt>
                <c:pt idx="11748">
                  <c:v>1174.8</c:v>
                </c:pt>
                <c:pt idx="11749">
                  <c:v>1174.9000000000001</c:v>
                </c:pt>
                <c:pt idx="11750">
                  <c:v>1175</c:v>
                </c:pt>
                <c:pt idx="11751">
                  <c:v>1175.0999999999999</c:v>
                </c:pt>
                <c:pt idx="11752">
                  <c:v>1175.2</c:v>
                </c:pt>
                <c:pt idx="11753">
                  <c:v>1175.3</c:v>
                </c:pt>
                <c:pt idx="11754">
                  <c:v>1175.4000000000001</c:v>
                </c:pt>
                <c:pt idx="11755">
                  <c:v>1175.5</c:v>
                </c:pt>
                <c:pt idx="11756">
                  <c:v>1175.5999999999999</c:v>
                </c:pt>
                <c:pt idx="11757">
                  <c:v>1175.7</c:v>
                </c:pt>
                <c:pt idx="11758">
                  <c:v>1175.8</c:v>
                </c:pt>
                <c:pt idx="11759">
                  <c:v>1175.9000000000001</c:v>
                </c:pt>
                <c:pt idx="11760">
                  <c:v>1176</c:v>
                </c:pt>
                <c:pt idx="11761">
                  <c:v>1176.0999999999999</c:v>
                </c:pt>
                <c:pt idx="11762">
                  <c:v>1176.2</c:v>
                </c:pt>
                <c:pt idx="11763">
                  <c:v>1176.3</c:v>
                </c:pt>
                <c:pt idx="11764">
                  <c:v>1176.4000000000001</c:v>
                </c:pt>
                <c:pt idx="11765">
                  <c:v>1176.5</c:v>
                </c:pt>
                <c:pt idx="11766">
                  <c:v>1176.5999999999999</c:v>
                </c:pt>
                <c:pt idx="11767">
                  <c:v>1176.7</c:v>
                </c:pt>
                <c:pt idx="11768">
                  <c:v>1176.8</c:v>
                </c:pt>
                <c:pt idx="11769">
                  <c:v>1176.9000000000001</c:v>
                </c:pt>
                <c:pt idx="11770">
                  <c:v>1177</c:v>
                </c:pt>
                <c:pt idx="11771">
                  <c:v>1177.0999999999999</c:v>
                </c:pt>
                <c:pt idx="11772">
                  <c:v>1177.2</c:v>
                </c:pt>
                <c:pt idx="11773">
                  <c:v>1177.3</c:v>
                </c:pt>
                <c:pt idx="11774">
                  <c:v>1177.4000000000001</c:v>
                </c:pt>
                <c:pt idx="11775">
                  <c:v>1177.5</c:v>
                </c:pt>
                <c:pt idx="11776">
                  <c:v>1177.5999999999999</c:v>
                </c:pt>
                <c:pt idx="11777">
                  <c:v>1177.7</c:v>
                </c:pt>
                <c:pt idx="11778">
                  <c:v>1177.8</c:v>
                </c:pt>
                <c:pt idx="11779">
                  <c:v>1177.9000000000001</c:v>
                </c:pt>
                <c:pt idx="11780">
                  <c:v>1178</c:v>
                </c:pt>
                <c:pt idx="11781">
                  <c:v>1178.0999999999999</c:v>
                </c:pt>
                <c:pt idx="11782">
                  <c:v>1178.2</c:v>
                </c:pt>
                <c:pt idx="11783">
                  <c:v>1178.3</c:v>
                </c:pt>
                <c:pt idx="11784">
                  <c:v>1178.4000000000001</c:v>
                </c:pt>
                <c:pt idx="11785">
                  <c:v>1178.5</c:v>
                </c:pt>
                <c:pt idx="11786">
                  <c:v>1178.5999999999999</c:v>
                </c:pt>
                <c:pt idx="11787">
                  <c:v>1178.7</c:v>
                </c:pt>
                <c:pt idx="11788">
                  <c:v>1178.8</c:v>
                </c:pt>
                <c:pt idx="11789">
                  <c:v>1178.9000000000001</c:v>
                </c:pt>
                <c:pt idx="11790">
                  <c:v>1179</c:v>
                </c:pt>
                <c:pt idx="11791">
                  <c:v>1179.0999999999999</c:v>
                </c:pt>
                <c:pt idx="11792">
                  <c:v>1179.2</c:v>
                </c:pt>
                <c:pt idx="11793">
                  <c:v>1179.3</c:v>
                </c:pt>
                <c:pt idx="11794">
                  <c:v>1179.4000000000001</c:v>
                </c:pt>
                <c:pt idx="11795">
                  <c:v>1179.5</c:v>
                </c:pt>
                <c:pt idx="11796">
                  <c:v>1179.5999999999999</c:v>
                </c:pt>
                <c:pt idx="11797">
                  <c:v>1179.7</c:v>
                </c:pt>
                <c:pt idx="11798">
                  <c:v>1179.8</c:v>
                </c:pt>
                <c:pt idx="11799">
                  <c:v>1179.9000000000001</c:v>
                </c:pt>
                <c:pt idx="11800">
                  <c:v>1180</c:v>
                </c:pt>
                <c:pt idx="11801">
                  <c:v>1180.0999999999999</c:v>
                </c:pt>
                <c:pt idx="11802">
                  <c:v>1180.2</c:v>
                </c:pt>
                <c:pt idx="11803">
                  <c:v>1180.3</c:v>
                </c:pt>
                <c:pt idx="11804">
                  <c:v>1180.4000000000001</c:v>
                </c:pt>
                <c:pt idx="11805">
                  <c:v>1180.5</c:v>
                </c:pt>
                <c:pt idx="11806">
                  <c:v>1180.5999999999999</c:v>
                </c:pt>
                <c:pt idx="11807">
                  <c:v>1180.7</c:v>
                </c:pt>
                <c:pt idx="11808">
                  <c:v>1180.8</c:v>
                </c:pt>
                <c:pt idx="11809">
                  <c:v>1180.9000000000001</c:v>
                </c:pt>
                <c:pt idx="11810">
                  <c:v>1181</c:v>
                </c:pt>
                <c:pt idx="11811">
                  <c:v>1181.0999999999999</c:v>
                </c:pt>
                <c:pt idx="11812">
                  <c:v>1181.2</c:v>
                </c:pt>
                <c:pt idx="11813">
                  <c:v>1181.3</c:v>
                </c:pt>
                <c:pt idx="11814">
                  <c:v>1181.4000000000001</c:v>
                </c:pt>
                <c:pt idx="11815">
                  <c:v>1181.5</c:v>
                </c:pt>
                <c:pt idx="11816">
                  <c:v>1181.5999999999999</c:v>
                </c:pt>
                <c:pt idx="11817">
                  <c:v>1181.7</c:v>
                </c:pt>
                <c:pt idx="11818">
                  <c:v>1181.8</c:v>
                </c:pt>
                <c:pt idx="11819">
                  <c:v>1181.9000000000001</c:v>
                </c:pt>
                <c:pt idx="11820">
                  <c:v>1182</c:v>
                </c:pt>
                <c:pt idx="11821">
                  <c:v>1182.0999999999999</c:v>
                </c:pt>
                <c:pt idx="11822">
                  <c:v>1182.2</c:v>
                </c:pt>
                <c:pt idx="11823">
                  <c:v>1182.3</c:v>
                </c:pt>
                <c:pt idx="11824">
                  <c:v>1182.4000000000001</c:v>
                </c:pt>
                <c:pt idx="11825">
                  <c:v>1182.5</c:v>
                </c:pt>
                <c:pt idx="11826">
                  <c:v>1182.5999999999999</c:v>
                </c:pt>
                <c:pt idx="11827">
                  <c:v>1182.7</c:v>
                </c:pt>
                <c:pt idx="11828">
                  <c:v>1182.8</c:v>
                </c:pt>
                <c:pt idx="11829">
                  <c:v>1182.9000000000001</c:v>
                </c:pt>
                <c:pt idx="11830">
                  <c:v>1183</c:v>
                </c:pt>
                <c:pt idx="11831">
                  <c:v>1183.0999999999999</c:v>
                </c:pt>
                <c:pt idx="11832">
                  <c:v>1183.2</c:v>
                </c:pt>
                <c:pt idx="11833">
                  <c:v>1183.3</c:v>
                </c:pt>
                <c:pt idx="11834">
                  <c:v>1183.4000000000001</c:v>
                </c:pt>
                <c:pt idx="11835">
                  <c:v>1183.5</c:v>
                </c:pt>
                <c:pt idx="11836">
                  <c:v>1183.5999999999999</c:v>
                </c:pt>
                <c:pt idx="11837">
                  <c:v>1183.7</c:v>
                </c:pt>
                <c:pt idx="11838">
                  <c:v>1183.8</c:v>
                </c:pt>
                <c:pt idx="11839">
                  <c:v>1183.9000000000001</c:v>
                </c:pt>
                <c:pt idx="11840">
                  <c:v>1184</c:v>
                </c:pt>
                <c:pt idx="11841">
                  <c:v>1184.0999999999999</c:v>
                </c:pt>
                <c:pt idx="11842">
                  <c:v>1184.2</c:v>
                </c:pt>
                <c:pt idx="11843">
                  <c:v>1184.3</c:v>
                </c:pt>
                <c:pt idx="11844">
                  <c:v>1184.4000000000001</c:v>
                </c:pt>
                <c:pt idx="11845">
                  <c:v>1184.5</c:v>
                </c:pt>
                <c:pt idx="11846">
                  <c:v>1184.5999999999999</c:v>
                </c:pt>
                <c:pt idx="11847">
                  <c:v>1184.7</c:v>
                </c:pt>
                <c:pt idx="11848">
                  <c:v>1184.8</c:v>
                </c:pt>
                <c:pt idx="11849">
                  <c:v>1184.9000000000001</c:v>
                </c:pt>
                <c:pt idx="11850">
                  <c:v>1185</c:v>
                </c:pt>
                <c:pt idx="11851">
                  <c:v>1185.0999999999999</c:v>
                </c:pt>
                <c:pt idx="11852">
                  <c:v>1185.2</c:v>
                </c:pt>
                <c:pt idx="11853">
                  <c:v>1185.3</c:v>
                </c:pt>
                <c:pt idx="11854">
                  <c:v>1185.4000000000001</c:v>
                </c:pt>
                <c:pt idx="11855">
                  <c:v>1185.5</c:v>
                </c:pt>
                <c:pt idx="11856">
                  <c:v>1185.5999999999999</c:v>
                </c:pt>
                <c:pt idx="11857">
                  <c:v>1185.7</c:v>
                </c:pt>
                <c:pt idx="11858">
                  <c:v>1185.8</c:v>
                </c:pt>
                <c:pt idx="11859">
                  <c:v>1185.9000000000001</c:v>
                </c:pt>
                <c:pt idx="11860">
                  <c:v>1186</c:v>
                </c:pt>
                <c:pt idx="11861">
                  <c:v>1186.0999999999999</c:v>
                </c:pt>
                <c:pt idx="11862">
                  <c:v>1186.2</c:v>
                </c:pt>
                <c:pt idx="11863">
                  <c:v>1186.3</c:v>
                </c:pt>
                <c:pt idx="11864">
                  <c:v>1186.4000000000001</c:v>
                </c:pt>
                <c:pt idx="11865">
                  <c:v>1186.5</c:v>
                </c:pt>
                <c:pt idx="11866">
                  <c:v>1186.5999999999999</c:v>
                </c:pt>
                <c:pt idx="11867">
                  <c:v>1186.7</c:v>
                </c:pt>
                <c:pt idx="11868">
                  <c:v>1186.8</c:v>
                </c:pt>
                <c:pt idx="11869">
                  <c:v>1186.9000000000001</c:v>
                </c:pt>
                <c:pt idx="11870">
                  <c:v>1187</c:v>
                </c:pt>
                <c:pt idx="11871">
                  <c:v>1187.0999999999999</c:v>
                </c:pt>
                <c:pt idx="11872">
                  <c:v>1187.2</c:v>
                </c:pt>
                <c:pt idx="11873">
                  <c:v>1187.3</c:v>
                </c:pt>
                <c:pt idx="11874">
                  <c:v>1187.4000000000001</c:v>
                </c:pt>
                <c:pt idx="11875">
                  <c:v>1187.5</c:v>
                </c:pt>
                <c:pt idx="11876">
                  <c:v>1187.5999999999999</c:v>
                </c:pt>
                <c:pt idx="11877">
                  <c:v>1187.7</c:v>
                </c:pt>
                <c:pt idx="11878">
                  <c:v>1187.8</c:v>
                </c:pt>
                <c:pt idx="11879">
                  <c:v>1187.9000000000001</c:v>
                </c:pt>
                <c:pt idx="11880">
                  <c:v>1188</c:v>
                </c:pt>
                <c:pt idx="11881">
                  <c:v>1188.0999999999999</c:v>
                </c:pt>
                <c:pt idx="11882">
                  <c:v>1188.2</c:v>
                </c:pt>
                <c:pt idx="11883">
                  <c:v>1188.3</c:v>
                </c:pt>
                <c:pt idx="11884">
                  <c:v>1188.4000000000001</c:v>
                </c:pt>
                <c:pt idx="11885">
                  <c:v>1188.5</c:v>
                </c:pt>
                <c:pt idx="11886">
                  <c:v>1188.5999999999999</c:v>
                </c:pt>
                <c:pt idx="11887">
                  <c:v>1188.7</c:v>
                </c:pt>
                <c:pt idx="11888">
                  <c:v>1188.8</c:v>
                </c:pt>
                <c:pt idx="11889">
                  <c:v>1188.9000000000001</c:v>
                </c:pt>
                <c:pt idx="11890">
                  <c:v>1189</c:v>
                </c:pt>
                <c:pt idx="11891">
                  <c:v>1189.0999999999999</c:v>
                </c:pt>
                <c:pt idx="11892">
                  <c:v>1189.2</c:v>
                </c:pt>
                <c:pt idx="11893">
                  <c:v>1189.3</c:v>
                </c:pt>
                <c:pt idx="11894">
                  <c:v>1189.4000000000001</c:v>
                </c:pt>
                <c:pt idx="11895">
                  <c:v>1189.5</c:v>
                </c:pt>
                <c:pt idx="11896">
                  <c:v>1189.5999999999999</c:v>
                </c:pt>
                <c:pt idx="11897">
                  <c:v>1189.7</c:v>
                </c:pt>
                <c:pt idx="11898">
                  <c:v>1189.8</c:v>
                </c:pt>
                <c:pt idx="11899">
                  <c:v>1189.9000000000001</c:v>
                </c:pt>
                <c:pt idx="11900">
                  <c:v>1190</c:v>
                </c:pt>
                <c:pt idx="11901">
                  <c:v>1190.0999999999999</c:v>
                </c:pt>
                <c:pt idx="11902">
                  <c:v>1190.2</c:v>
                </c:pt>
                <c:pt idx="11903">
                  <c:v>1190.3</c:v>
                </c:pt>
                <c:pt idx="11904">
                  <c:v>1190.4000000000001</c:v>
                </c:pt>
                <c:pt idx="11905">
                  <c:v>1190.5</c:v>
                </c:pt>
                <c:pt idx="11906">
                  <c:v>1190.5999999999999</c:v>
                </c:pt>
                <c:pt idx="11907">
                  <c:v>1190.7</c:v>
                </c:pt>
                <c:pt idx="11908">
                  <c:v>1190.8</c:v>
                </c:pt>
                <c:pt idx="11909">
                  <c:v>1190.9000000000001</c:v>
                </c:pt>
                <c:pt idx="11910">
                  <c:v>1191</c:v>
                </c:pt>
                <c:pt idx="11911">
                  <c:v>1191.0999999999999</c:v>
                </c:pt>
                <c:pt idx="11912">
                  <c:v>1191.2</c:v>
                </c:pt>
                <c:pt idx="11913">
                  <c:v>1191.3</c:v>
                </c:pt>
                <c:pt idx="11914">
                  <c:v>1191.4000000000001</c:v>
                </c:pt>
                <c:pt idx="11915">
                  <c:v>1191.5</c:v>
                </c:pt>
                <c:pt idx="11916">
                  <c:v>1191.5999999999999</c:v>
                </c:pt>
                <c:pt idx="11917">
                  <c:v>1191.7</c:v>
                </c:pt>
                <c:pt idx="11918">
                  <c:v>1191.8</c:v>
                </c:pt>
                <c:pt idx="11919">
                  <c:v>1191.9000000000001</c:v>
                </c:pt>
                <c:pt idx="11920">
                  <c:v>1192</c:v>
                </c:pt>
                <c:pt idx="11921">
                  <c:v>1192.0999999999999</c:v>
                </c:pt>
                <c:pt idx="11922">
                  <c:v>1192.2</c:v>
                </c:pt>
                <c:pt idx="11923">
                  <c:v>1192.3</c:v>
                </c:pt>
                <c:pt idx="11924">
                  <c:v>1192.4000000000001</c:v>
                </c:pt>
                <c:pt idx="11925">
                  <c:v>1192.5</c:v>
                </c:pt>
                <c:pt idx="11926">
                  <c:v>1192.5999999999999</c:v>
                </c:pt>
                <c:pt idx="11927">
                  <c:v>1192.7</c:v>
                </c:pt>
                <c:pt idx="11928">
                  <c:v>1192.8</c:v>
                </c:pt>
                <c:pt idx="11929">
                  <c:v>1192.9000000000001</c:v>
                </c:pt>
                <c:pt idx="11930">
                  <c:v>1193</c:v>
                </c:pt>
                <c:pt idx="11931">
                  <c:v>1193.0999999999999</c:v>
                </c:pt>
                <c:pt idx="11932">
                  <c:v>1193.2</c:v>
                </c:pt>
                <c:pt idx="11933">
                  <c:v>1193.3</c:v>
                </c:pt>
                <c:pt idx="11934">
                  <c:v>1193.4000000000001</c:v>
                </c:pt>
                <c:pt idx="11935">
                  <c:v>1193.5</c:v>
                </c:pt>
                <c:pt idx="11936">
                  <c:v>1193.5999999999999</c:v>
                </c:pt>
                <c:pt idx="11937">
                  <c:v>1193.7</c:v>
                </c:pt>
                <c:pt idx="11938">
                  <c:v>1193.8</c:v>
                </c:pt>
                <c:pt idx="11939">
                  <c:v>1193.9000000000001</c:v>
                </c:pt>
                <c:pt idx="11940">
                  <c:v>1194</c:v>
                </c:pt>
                <c:pt idx="11941">
                  <c:v>1194.0999999999999</c:v>
                </c:pt>
                <c:pt idx="11942">
                  <c:v>1194.2</c:v>
                </c:pt>
                <c:pt idx="11943">
                  <c:v>1194.3</c:v>
                </c:pt>
                <c:pt idx="11944">
                  <c:v>1194.4000000000001</c:v>
                </c:pt>
                <c:pt idx="11945">
                  <c:v>1194.5</c:v>
                </c:pt>
                <c:pt idx="11946">
                  <c:v>1194.5999999999999</c:v>
                </c:pt>
                <c:pt idx="11947">
                  <c:v>1194.7</c:v>
                </c:pt>
                <c:pt idx="11948">
                  <c:v>1194.8</c:v>
                </c:pt>
                <c:pt idx="11949">
                  <c:v>1194.9000000000001</c:v>
                </c:pt>
                <c:pt idx="11950">
                  <c:v>1195</c:v>
                </c:pt>
                <c:pt idx="11951">
                  <c:v>1195.0999999999999</c:v>
                </c:pt>
                <c:pt idx="11952">
                  <c:v>1195.2</c:v>
                </c:pt>
                <c:pt idx="11953">
                  <c:v>1195.3</c:v>
                </c:pt>
                <c:pt idx="11954">
                  <c:v>1195.4000000000001</c:v>
                </c:pt>
                <c:pt idx="11955">
                  <c:v>1195.5</c:v>
                </c:pt>
                <c:pt idx="11956">
                  <c:v>1195.5999999999999</c:v>
                </c:pt>
                <c:pt idx="11957">
                  <c:v>1195.7</c:v>
                </c:pt>
                <c:pt idx="11958">
                  <c:v>1195.8</c:v>
                </c:pt>
                <c:pt idx="11959">
                  <c:v>1195.9000000000001</c:v>
                </c:pt>
                <c:pt idx="11960">
                  <c:v>1196</c:v>
                </c:pt>
                <c:pt idx="11961">
                  <c:v>1196.0999999999999</c:v>
                </c:pt>
                <c:pt idx="11962">
                  <c:v>1196.2</c:v>
                </c:pt>
                <c:pt idx="11963">
                  <c:v>1196.3</c:v>
                </c:pt>
                <c:pt idx="11964">
                  <c:v>1196.4000000000001</c:v>
                </c:pt>
                <c:pt idx="11965">
                  <c:v>1196.5</c:v>
                </c:pt>
                <c:pt idx="11966">
                  <c:v>1196.5999999999999</c:v>
                </c:pt>
                <c:pt idx="11967">
                  <c:v>1196.7</c:v>
                </c:pt>
                <c:pt idx="11968">
                  <c:v>1196.8</c:v>
                </c:pt>
                <c:pt idx="11969">
                  <c:v>1196.9000000000001</c:v>
                </c:pt>
                <c:pt idx="11970">
                  <c:v>1197</c:v>
                </c:pt>
                <c:pt idx="11971">
                  <c:v>1197.0999999999999</c:v>
                </c:pt>
                <c:pt idx="11972">
                  <c:v>1197.2</c:v>
                </c:pt>
                <c:pt idx="11973">
                  <c:v>1197.3</c:v>
                </c:pt>
                <c:pt idx="11974">
                  <c:v>1197.4000000000001</c:v>
                </c:pt>
                <c:pt idx="11975">
                  <c:v>1197.5</c:v>
                </c:pt>
                <c:pt idx="11976">
                  <c:v>1197.5999999999999</c:v>
                </c:pt>
                <c:pt idx="11977">
                  <c:v>1197.7</c:v>
                </c:pt>
                <c:pt idx="11978">
                  <c:v>1197.8</c:v>
                </c:pt>
                <c:pt idx="11979">
                  <c:v>1197.9000000000001</c:v>
                </c:pt>
                <c:pt idx="11980">
                  <c:v>1198</c:v>
                </c:pt>
                <c:pt idx="11981">
                  <c:v>1198.0999999999999</c:v>
                </c:pt>
                <c:pt idx="11982">
                  <c:v>1198.2</c:v>
                </c:pt>
                <c:pt idx="11983">
                  <c:v>1198.3</c:v>
                </c:pt>
                <c:pt idx="11984">
                  <c:v>1198.4000000000001</c:v>
                </c:pt>
                <c:pt idx="11985">
                  <c:v>1198.5</c:v>
                </c:pt>
                <c:pt idx="11986">
                  <c:v>1198.5999999999999</c:v>
                </c:pt>
                <c:pt idx="11987">
                  <c:v>1198.7</c:v>
                </c:pt>
                <c:pt idx="11988">
                  <c:v>1198.8</c:v>
                </c:pt>
                <c:pt idx="11989">
                  <c:v>1198.9000000000001</c:v>
                </c:pt>
                <c:pt idx="11990">
                  <c:v>1199</c:v>
                </c:pt>
                <c:pt idx="11991">
                  <c:v>1199.0999999999999</c:v>
                </c:pt>
                <c:pt idx="11992">
                  <c:v>1199.2</c:v>
                </c:pt>
                <c:pt idx="11993">
                  <c:v>1199.3</c:v>
                </c:pt>
                <c:pt idx="11994">
                  <c:v>1199.4000000000001</c:v>
                </c:pt>
                <c:pt idx="11995">
                  <c:v>1199.5</c:v>
                </c:pt>
                <c:pt idx="11996">
                  <c:v>1199.5999999999999</c:v>
                </c:pt>
                <c:pt idx="11997">
                  <c:v>1199.7</c:v>
                </c:pt>
                <c:pt idx="11998">
                  <c:v>1199.8</c:v>
                </c:pt>
                <c:pt idx="11999">
                  <c:v>1199.9000000000001</c:v>
                </c:pt>
                <c:pt idx="12000">
                  <c:v>1200</c:v>
                </c:pt>
                <c:pt idx="12001">
                  <c:v>1200.0999999999999</c:v>
                </c:pt>
                <c:pt idx="12002">
                  <c:v>1200.2</c:v>
                </c:pt>
                <c:pt idx="12003">
                  <c:v>1200.3</c:v>
                </c:pt>
                <c:pt idx="12004">
                  <c:v>1200.4000000000001</c:v>
                </c:pt>
                <c:pt idx="12005">
                  <c:v>1200.5</c:v>
                </c:pt>
                <c:pt idx="12006">
                  <c:v>1200.5999999999999</c:v>
                </c:pt>
                <c:pt idx="12007">
                  <c:v>1200.7</c:v>
                </c:pt>
                <c:pt idx="12008">
                  <c:v>1200.8</c:v>
                </c:pt>
                <c:pt idx="12009">
                  <c:v>1200.9000000000001</c:v>
                </c:pt>
                <c:pt idx="12010">
                  <c:v>1201</c:v>
                </c:pt>
                <c:pt idx="12011">
                  <c:v>1201.0999999999999</c:v>
                </c:pt>
                <c:pt idx="12012">
                  <c:v>1201.2</c:v>
                </c:pt>
                <c:pt idx="12013">
                  <c:v>1201.3</c:v>
                </c:pt>
                <c:pt idx="12014">
                  <c:v>1201.4000000000001</c:v>
                </c:pt>
                <c:pt idx="12015">
                  <c:v>1201.5</c:v>
                </c:pt>
                <c:pt idx="12016">
                  <c:v>1201.5999999999999</c:v>
                </c:pt>
                <c:pt idx="12017">
                  <c:v>1201.7</c:v>
                </c:pt>
                <c:pt idx="12018">
                  <c:v>1201.8</c:v>
                </c:pt>
                <c:pt idx="12019">
                  <c:v>1201.9000000000001</c:v>
                </c:pt>
                <c:pt idx="12020">
                  <c:v>1202</c:v>
                </c:pt>
                <c:pt idx="12021">
                  <c:v>1202.0999999999999</c:v>
                </c:pt>
                <c:pt idx="12022">
                  <c:v>1202.2</c:v>
                </c:pt>
                <c:pt idx="12023">
                  <c:v>1202.3</c:v>
                </c:pt>
                <c:pt idx="12024">
                  <c:v>1202.4000000000001</c:v>
                </c:pt>
                <c:pt idx="12025">
                  <c:v>1202.5</c:v>
                </c:pt>
                <c:pt idx="12026">
                  <c:v>1202.5999999999999</c:v>
                </c:pt>
                <c:pt idx="12027">
                  <c:v>1202.7</c:v>
                </c:pt>
                <c:pt idx="12028">
                  <c:v>1202.8</c:v>
                </c:pt>
                <c:pt idx="12029">
                  <c:v>1202.9000000000001</c:v>
                </c:pt>
                <c:pt idx="12030">
                  <c:v>1203</c:v>
                </c:pt>
                <c:pt idx="12031">
                  <c:v>1203.0999999999999</c:v>
                </c:pt>
                <c:pt idx="12032">
                  <c:v>1203.2</c:v>
                </c:pt>
                <c:pt idx="12033">
                  <c:v>1203.3</c:v>
                </c:pt>
                <c:pt idx="12034">
                  <c:v>1203.4000000000001</c:v>
                </c:pt>
                <c:pt idx="12035">
                  <c:v>1203.5</c:v>
                </c:pt>
                <c:pt idx="12036">
                  <c:v>1203.5999999999999</c:v>
                </c:pt>
                <c:pt idx="12037">
                  <c:v>1203.7</c:v>
                </c:pt>
                <c:pt idx="12038">
                  <c:v>1203.8</c:v>
                </c:pt>
                <c:pt idx="12039">
                  <c:v>1203.9000000000001</c:v>
                </c:pt>
                <c:pt idx="12040">
                  <c:v>1204</c:v>
                </c:pt>
                <c:pt idx="12041">
                  <c:v>1204.0999999999999</c:v>
                </c:pt>
                <c:pt idx="12042">
                  <c:v>1204.2</c:v>
                </c:pt>
                <c:pt idx="12043">
                  <c:v>1204.3</c:v>
                </c:pt>
                <c:pt idx="12044">
                  <c:v>1204.4000000000001</c:v>
                </c:pt>
                <c:pt idx="12045">
                  <c:v>1204.5</c:v>
                </c:pt>
                <c:pt idx="12046">
                  <c:v>1204.5999999999999</c:v>
                </c:pt>
                <c:pt idx="12047">
                  <c:v>1204.7</c:v>
                </c:pt>
                <c:pt idx="12048">
                  <c:v>1204.8</c:v>
                </c:pt>
                <c:pt idx="12049">
                  <c:v>1204.9000000000001</c:v>
                </c:pt>
                <c:pt idx="12050">
                  <c:v>1205</c:v>
                </c:pt>
                <c:pt idx="12051">
                  <c:v>1205.0999999999999</c:v>
                </c:pt>
                <c:pt idx="12052">
                  <c:v>1205.2</c:v>
                </c:pt>
                <c:pt idx="12053">
                  <c:v>1205.3</c:v>
                </c:pt>
                <c:pt idx="12054">
                  <c:v>1205.4000000000001</c:v>
                </c:pt>
                <c:pt idx="12055">
                  <c:v>1205.5</c:v>
                </c:pt>
                <c:pt idx="12056">
                  <c:v>1205.5999999999999</c:v>
                </c:pt>
                <c:pt idx="12057">
                  <c:v>1205.7</c:v>
                </c:pt>
                <c:pt idx="12058">
                  <c:v>1205.8</c:v>
                </c:pt>
                <c:pt idx="12059">
                  <c:v>1205.9000000000001</c:v>
                </c:pt>
                <c:pt idx="12060">
                  <c:v>1206</c:v>
                </c:pt>
                <c:pt idx="12061">
                  <c:v>1206.0999999999999</c:v>
                </c:pt>
                <c:pt idx="12062">
                  <c:v>1206.2</c:v>
                </c:pt>
                <c:pt idx="12063">
                  <c:v>1206.3</c:v>
                </c:pt>
                <c:pt idx="12064">
                  <c:v>1206.4000000000001</c:v>
                </c:pt>
                <c:pt idx="12065">
                  <c:v>1206.5</c:v>
                </c:pt>
                <c:pt idx="12066">
                  <c:v>1206.5999999999999</c:v>
                </c:pt>
                <c:pt idx="12067">
                  <c:v>1206.7</c:v>
                </c:pt>
                <c:pt idx="12068">
                  <c:v>1206.8</c:v>
                </c:pt>
                <c:pt idx="12069">
                  <c:v>1206.9000000000001</c:v>
                </c:pt>
                <c:pt idx="12070">
                  <c:v>1207</c:v>
                </c:pt>
                <c:pt idx="12071">
                  <c:v>1207.0999999999999</c:v>
                </c:pt>
                <c:pt idx="12072">
                  <c:v>1207.2</c:v>
                </c:pt>
                <c:pt idx="12073">
                  <c:v>1207.3</c:v>
                </c:pt>
                <c:pt idx="12074">
                  <c:v>1207.4000000000001</c:v>
                </c:pt>
                <c:pt idx="12075">
                  <c:v>1207.5</c:v>
                </c:pt>
                <c:pt idx="12076">
                  <c:v>1207.5999999999999</c:v>
                </c:pt>
                <c:pt idx="12077">
                  <c:v>1207.7</c:v>
                </c:pt>
                <c:pt idx="12078">
                  <c:v>1207.8</c:v>
                </c:pt>
                <c:pt idx="12079">
                  <c:v>1207.9000000000001</c:v>
                </c:pt>
                <c:pt idx="12080">
                  <c:v>1208</c:v>
                </c:pt>
                <c:pt idx="12081">
                  <c:v>1208.0999999999999</c:v>
                </c:pt>
                <c:pt idx="12082">
                  <c:v>1208.2</c:v>
                </c:pt>
                <c:pt idx="12083">
                  <c:v>1208.3</c:v>
                </c:pt>
                <c:pt idx="12084">
                  <c:v>1208.4000000000001</c:v>
                </c:pt>
                <c:pt idx="12085">
                  <c:v>1208.5</c:v>
                </c:pt>
                <c:pt idx="12086">
                  <c:v>1208.5999999999999</c:v>
                </c:pt>
                <c:pt idx="12087">
                  <c:v>1208.7</c:v>
                </c:pt>
                <c:pt idx="12088">
                  <c:v>1208.8</c:v>
                </c:pt>
                <c:pt idx="12089">
                  <c:v>1208.9000000000001</c:v>
                </c:pt>
                <c:pt idx="12090">
                  <c:v>1209</c:v>
                </c:pt>
                <c:pt idx="12091">
                  <c:v>1209.0999999999999</c:v>
                </c:pt>
                <c:pt idx="12092">
                  <c:v>1209.2</c:v>
                </c:pt>
                <c:pt idx="12093">
                  <c:v>1209.3</c:v>
                </c:pt>
                <c:pt idx="12094">
                  <c:v>1209.4000000000001</c:v>
                </c:pt>
                <c:pt idx="12095">
                  <c:v>1209.5</c:v>
                </c:pt>
                <c:pt idx="12096">
                  <c:v>1209.5999999999999</c:v>
                </c:pt>
                <c:pt idx="12097">
                  <c:v>1209.7</c:v>
                </c:pt>
                <c:pt idx="12098">
                  <c:v>1209.8</c:v>
                </c:pt>
                <c:pt idx="12099">
                  <c:v>1209.9000000000001</c:v>
                </c:pt>
                <c:pt idx="12100">
                  <c:v>1210</c:v>
                </c:pt>
                <c:pt idx="12101">
                  <c:v>1210.0999999999999</c:v>
                </c:pt>
                <c:pt idx="12102">
                  <c:v>1210.2</c:v>
                </c:pt>
                <c:pt idx="12103">
                  <c:v>1210.3</c:v>
                </c:pt>
                <c:pt idx="12104">
                  <c:v>1210.4000000000001</c:v>
                </c:pt>
                <c:pt idx="12105">
                  <c:v>1210.5</c:v>
                </c:pt>
                <c:pt idx="12106">
                  <c:v>1210.5999999999999</c:v>
                </c:pt>
                <c:pt idx="12107">
                  <c:v>1210.7</c:v>
                </c:pt>
                <c:pt idx="12108">
                  <c:v>1210.8</c:v>
                </c:pt>
                <c:pt idx="12109">
                  <c:v>1210.9000000000001</c:v>
                </c:pt>
                <c:pt idx="12110">
                  <c:v>1211</c:v>
                </c:pt>
                <c:pt idx="12111">
                  <c:v>1211.0999999999999</c:v>
                </c:pt>
                <c:pt idx="12112">
                  <c:v>1211.2</c:v>
                </c:pt>
                <c:pt idx="12113">
                  <c:v>1211.3</c:v>
                </c:pt>
                <c:pt idx="12114">
                  <c:v>1211.4000000000001</c:v>
                </c:pt>
                <c:pt idx="12115">
                  <c:v>1211.5</c:v>
                </c:pt>
                <c:pt idx="12116">
                  <c:v>1211.5999999999999</c:v>
                </c:pt>
                <c:pt idx="12117">
                  <c:v>1211.7</c:v>
                </c:pt>
                <c:pt idx="12118">
                  <c:v>1211.8</c:v>
                </c:pt>
                <c:pt idx="12119">
                  <c:v>1211.9000000000001</c:v>
                </c:pt>
                <c:pt idx="12120">
                  <c:v>1212</c:v>
                </c:pt>
                <c:pt idx="12121">
                  <c:v>1212.0999999999999</c:v>
                </c:pt>
                <c:pt idx="12122">
                  <c:v>1212.2</c:v>
                </c:pt>
                <c:pt idx="12123">
                  <c:v>1212.3</c:v>
                </c:pt>
                <c:pt idx="12124">
                  <c:v>1212.4000000000001</c:v>
                </c:pt>
                <c:pt idx="12125">
                  <c:v>1212.5</c:v>
                </c:pt>
                <c:pt idx="12126">
                  <c:v>1212.5999999999999</c:v>
                </c:pt>
                <c:pt idx="12127">
                  <c:v>1212.7</c:v>
                </c:pt>
                <c:pt idx="12128">
                  <c:v>1212.8</c:v>
                </c:pt>
                <c:pt idx="12129">
                  <c:v>1212.9000000000001</c:v>
                </c:pt>
                <c:pt idx="12130">
                  <c:v>1213</c:v>
                </c:pt>
                <c:pt idx="12131">
                  <c:v>1213.0999999999999</c:v>
                </c:pt>
                <c:pt idx="12132">
                  <c:v>1213.2</c:v>
                </c:pt>
                <c:pt idx="12133">
                  <c:v>1213.3</c:v>
                </c:pt>
                <c:pt idx="12134">
                  <c:v>1213.4000000000001</c:v>
                </c:pt>
                <c:pt idx="12135">
                  <c:v>1213.5</c:v>
                </c:pt>
                <c:pt idx="12136">
                  <c:v>1213.5999999999999</c:v>
                </c:pt>
                <c:pt idx="12137">
                  <c:v>1213.7</c:v>
                </c:pt>
                <c:pt idx="12138">
                  <c:v>1213.8</c:v>
                </c:pt>
                <c:pt idx="12139">
                  <c:v>1213.9000000000001</c:v>
                </c:pt>
                <c:pt idx="12140">
                  <c:v>1214</c:v>
                </c:pt>
                <c:pt idx="12141">
                  <c:v>1214.0999999999999</c:v>
                </c:pt>
                <c:pt idx="12142">
                  <c:v>1214.2</c:v>
                </c:pt>
                <c:pt idx="12143">
                  <c:v>1214.3</c:v>
                </c:pt>
                <c:pt idx="12144">
                  <c:v>1214.4000000000001</c:v>
                </c:pt>
                <c:pt idx="12145">
                  <c:v>1214.5</c:v>
                </c:pt>
                <c:pt idx="12146">
                  <c:v>1214.5999999999999</c:v>
                </c:pt>
                <c:pt idx="12147">
                  <c:v>1214.7</c:v>
                </c:pt>
                <c:pt idx="12148">
                  <c:v>1214.8</c:v>
                </c:pt>
                <c:pt idx="12149">
                  <c:v>1214.9000000000001</c:v>
                </c:pt>
                <c:pt idx="12150">
                  <c:v>1215</c:v>
                </c:pt>
                <c:pt idx="12151">
                  <c:v>1215.0999999999999</c:v>
                </c:pt>
                <c:pt idx="12152">
                  <c:v>1215.2</c:v>
                </c:pt>
                <c:pt idx="12153">
                  <c:v>1215.3</c:v>
                </c:pt>
                <c:pt idx="12154">
                  <c:v>1215.4000000000001</c:v>
                </c:pt>
                <c:pt idx="12155">
                  <c:v>1215.5</c:v>
                </c:pt>
                <c:pt idx="12156">
                  <c:v>1215.5999999999999</c:v>
                </c:pt>
                <c:pt idx="12157">
                  <c:v>1215.7</c:v>
                </c:pt>
                <c:pt idx="12158">
                  <c:v>1215.8</c:v>
                </c:pt>
                <c:pt idx="12159">
                  <c:v>1215.9000000000001</c:v>
                </c:pt>
                <c:pt idx="12160">
                  <c:v>1216</c:v>
                </c:pt>
                <c:pt idx="12161">
                  <c:v>1216.0999999999999</c:v>
                </c:pt>
                <c:pt idx="12162">
                  <c:v>1216.2</c:v>
                </c:pt>
                <c:pt idx="12163">
                  <c:v>1216.3</c:v>
                </c:pt>
                <c:pt idx="12164">
                  <c:v>1216.4000000000001</c:v>
                </c:pt>
                <c:pt idx="12165">
                  <c:v>1216.5</c:v>
                </c:pt>
                <c:pt idx="12166">
                  <c:v>1216.5999999999999</c:v>
                </c:pt>
                <c:pt idx="12167">
                  <c:v>1216.7</c:v>
                </c:pt>
                <c:pt idx="12168">
                  <c:v>1216.8</c:v>
                </c:pt>
                <c:pt idx="12169">
                  <c:v>1216.9000000000001</c:v>
                </c:pt>
                <c:pt idx="12170">
                  <c:v>1217</c:v>
                </c:pt>
                <c:pt idx="12171">
                  <c:v>1217.0999999999999</c:v>
                </c:pt>
                <c:pt idx="12172">
                  <c:v>1217.2</c:v>
                </c:pt>
                <c:pt idx="12173">
                  <c:v>1217.3</c:v>
                </c:pt>
                <c:pt idx="12174">
                  <c:v>1217.4000000000001</c:v>
                </c:pt>
                <c:pt idx="12175">
                  <c:v>1217.5</c:v>
                </c:pt>
                <c:pt idx="12176">
                  <c:v>1217.5999999999999</c:v>
                </c:pt>
                <c:pt idx="12177">
                  <c:v>1217.7</c:v>
                </c:pt>
                <c:pt idx="12178">
                  <c:v>1217.8</c:v>
                </c:pt>
                <c:pt idx="12179">
                  <c:v>1217.9000000000001</c:v>
                </c:pt>
                <c:pt idx="12180">
                  <c:v>1218</c:v>
                </c:pt>
                <c:pt idx="12181">
                  <c:v>1218.0999999999999</c:v>
                </c:pt>
                <c:pt idx="12182">
                  <c:v>1218.2</c:v>
                </c:pt>
                <c:pt idx="12183">
                  <c:v>1218.3</c:v>
                </c:pt>
                <c:pt idx="12184">
                  <c:v>1218.4000000000001</c:v>
                </c:pt>
                <c:pt idx="12185">
                  <c:v>1218.5</c:v>
                </c:pt>
                <c:pt idx="12186">
                  <c:v>1218.5999999999999</c:v>
                </c:pt>
                <c:pt idx="12187">
                  <c:v>1218.7</c:v>
                </c:pt>
                <c:pt idx="12188">
                  <c:v>1218.8</c:v>
                </c:pt>
                <c:pt idx="12189">
                  <c:v>1218.9000000000001</c:v>
                </c:pt>
                <c:pt idx="12190">
                  <c:v>1219</c:v>
                </c:pt>
                <c:pt idx="12191">
                  <c:v>1219.0999999999999</c:v>
                </c:pt>
                <c:pt idx="12192">
                  <c:v>1219.2</c:v>
                </c:pt>
                <c:pt idx="12193">
                  <c:v>1219.3</c:v>
                </c:pt>
                <c:pt idx="12194">
                  <c:v>1219.4000000000001</c:v>
                </c:pt>
                <c:pt idx="12195">
                  <c:v>1219.5</c:v>
                </c:pt>
                <c:pt idx="12196">
                  <c:v>1219.5999999999999</c:v>
                </c:pt>
                <c:pt idx="12197">
                  <c:v>1219.7</c:v>
                </c:pt>
                <c:pt idx="12198">
                  <c:v>1219.8</c:v>
                </c:pt>
                <c:pt idx="12199">
                  <c:v>1219.9000000000001</c:v>
                </c:pt>
                <c:pt idx="12200">
                  <c:v>1220</c:v>
                </c:pt>
                <c:pt idx="12201">
                  <c:v>1220.0999999999999</c:v>
                </c:pt>
                <c:pt idx="12202">
                  <c:v>1220.2</c:v>
                </c:pt>
                <c:pt idx="12203">
                  <c:v>1220.3</c:v>
                </c:pt>
                <c:pt idx="12204">
                  <c:v>1220.4000000000001</c:v>
                </c:pt>
                <c:pt idx="12205">
                  <c:v>1220.5</c:v>
                </c:pt>
                <c:pt idx="12206">
                  <c:v>1220.5999999999999</c:v>
                </c:pt>
                <c:pt idx="12207">
                  <c:v>1220.7</c:v>
                </c:pt>
                <c:pt idx="12208">
                  <c:v>1220.8</c:v>
                </c:pt>
                <c:pt idx="12209">
                  <c:v>1220.9000000000001</c:v>
                </c:pt>
                <c:pt idx="12210">
                  <c:v>1221</c:v>
                </c:pt>
                <c:pt idx="12211">
                  <c:v>1221.0999999999999</c:v>
                </c:pt>
                <c:pt idx="12212">
                  <c:v>1221.2</c:v>
                </c:pt>
                <c:pt idx="12213">
                  <c:v>1221.3</c:v>
                </c:pt>
                <c:pt idx="12214">
                  <c:v>1221.4000000000001</c:v>
                </c:pt>
                <c:pt idx="12215">
                  <c:v>1221.5</c:v>
                </c:pt>
                <c:pt idx="12216">
                  <c:v>1221.5999999999999</c:v>
                </c:pt>
                <c:pt idx="12217">
                  <c:v>1221.7</c:v>
                </c:pt>
                <c:pt idx="12218">
                  <c:v>1221.8</c:v>
                </c:pt>
                <c:pt idx="12219">
                  <c:v>1221.9000000000001</c:v>
                </c:pt>
                <c:pt idx="12220">
                  <c:v>1222</c:v>
                </c:pt>
                <c:pt idx="12221">
                  <c:v>1222.0999999999999</c:v>
                </c:pt>
                <c:pt idx="12222">
                  <c:v>1222.2</c:v>
                </c:pt>
                <c:pt idx="12223">
                  <c:v>1222.3</c:v>
                </c:pt>
                <c:pt idx="12224">
                  <c:v>1222.4000000000001</c:v>
                </c:pt>
                <c:pt idx="12225">
                  <c:v>1222.5</c:v>
                </c:pt>
                <c:pt idx="12226">
                  <c:v>1222.5999999999999</c:v>
                </c:pt>
                <c:pt idx="12227">
                  <c:v>1222.7</c:v>
                </c:pt>
                <c:pt idx="12228">
                  <c:v>1222.8</c:v>
                </c:pt>
                <c:pt idx="12229">
                  <c:v>1222.9000000000001</c:v>
                </c:pt>
                <c:pt idx="12230">
                  <c:v>1223</c:v>
                </c:pt>
                <c:pt idx="12231">
                  <c:v>1223.0999999999999</c:v>
                </c:pt>
                <c:pt idx="12232">
                  <c:v>1223.2</c:v>
                </c:pt>
                <c:pt idx="12233">
                  <c:v>1223.3</c:v>
                </c:pt>
                <c:pt idx="12234">
                  <c:v>1223.4000000000001</c:v>
                </c:pt>
                <c:pt idx="12235">
                  <c:v>1223.5</c:v>
                </c:pt>
                <c:pt idx="12236">
                  <c:v>1223.5999999999999</c:v>
                </c:pt>
                <c:pt idx="12237">
                  <c:v>1223.7</c:v>
                </c:pt>
                <c:pt idx="12238">
                  <c:v>1223.8</c:v>
                </c:pt>
                <c:pt idx="12239">
                  <c:v>1223.9000000000001</c:v>
                </c:pt>
                <c:pt idx="12240">
                  <c:v>1224</c:v>
                </c:pt>
                <c:pt idx="12241">
                  <c:v>1224.0999999999999</c:v>
                </c:pt>
                <c:pt idx="12242">
                  <c:v>1224.2</c:v>
                </c:pt>
                <c:pt idx="12243">
                  <c:v>1224.3</c:v>
                </c:pt>
                <c:pt idx="12244">
                  <c:v>1224.4000000000001</c:v>
                </c:pt>
                <c:pt idx="12245">
                  <c:v>1224.5</c:v>
                </c:pt>
                <c:pt idx="12246">
                  <c:v>1224.5999999999999</c:v>
                </c:pt>
                <c:pt idx="12247">
                  <c:v>1224.7</c:v>
                </c:pt>
                <c:pt idx="12248">
                  <c:v>1224.8</c:v>
                </c:pt>
                <c:pt idx="12249">
                  <c:v>1224.9000000000001</c:v>
                </c:pt>
                <c:pt idx="12250">
                  <c:v>1225</c:v>
                </c:pt>
                <c:pt idx="12251">
                  <c:v>1225.0999999999999</c:v>
                </c:pt>
                <c:pt idx="12252">
                  <c:v>1225.2</c:v>
                </c:pt>
                <c:pt idx="12253">
                  <c:v>1225.3</c:v>
                </c:pt>
                <c:pt idx="12254">
                  <c:v>1225.4000000000001</c:v>
                </c:pt>
                <c:pt idx="12255">
                  <c:v>1225.5</c:v>
                </c:pt>
                <c:pt idx="12256">
                  <c:v>1225.5999999999999</c:v>
                </c:pt>
                <c:pt idx="12257">
                  <c:v>1225.7</c:v>
                </c:pt>
                <c:pt idx="12258">
                  <c:v>1225.8</c:v>
                </c:pt>
                <c:pt idx="12259">
                  <c:v>1225.9000000000001</c:v>
                </c:pt>
                <c:pt idx="12260">
                  <c:v>1226</c:v>
                </c:pt>
                <c:pt idx="12261">
                  <c:v>1226.0999999999999</c:v>
                </c:pt>
                <c:pt idx="12262">
                  <c:v>1226.2</c:v>
                </c:pt>
                <c:pt idx="12263">
                  <c:v>1226.3</c:v>
                </c:pt>
                <c:pt idx="12264">
                  <c:v>1226.4000000000001</c:v>
                </c:pt>
                <c:pt idx="12265">
                  <c:v>1226.5</c:v>
                </c:pt>
                <c:pt idx="12266">
                  <c:v>1226.5999999999999</c:v>
                </c:pt>
                <c:pt idx="12267">
                  <c:v>1226.7</c:v>
                </c:pt>
                <c:pt idx="12268">
                  <c:v>1226.8</c:v>
                </c:pt>
                <c:pt idx="12269">
                  <c:v>1226.9000000000001</c:v>
                </c:pt>
                <c:pt idx="12270">
                  <c:v>1227</c:v>
                </c:pt>
                <c:pt idx="12271">
                  <c:v>1227.0999999999999</c:v>
                </c:pt>
                <c:pt idx="12272">
                  <c:v>1227.2</c:v>
                </c:pt>
                <c:pt idx="12273">
                  <c:v>1227.3</c:v>
                </c:pt>
                <c:pt idx="12274">
                  <c:v>1227.4000000000001</c:v>
                </c:pt>
                <c:pt idx="12275">
                  <c:v>1227.5</c:v>
                </c:pt>
                <c:pt idx="12276">
                  <c:v>1227.5999999999999</c:v>
                </c:pt>
                <c:pt idx="12277">
                  <c:v>1227.7</c:v>
                </c:pt>
                <c:pt idx="12278">
                  <c:v>1227.8</c:v>
                </c:pt>
                <c:pt idx="12279">
                  <c:v>1227.9000000000001</c:v>
                </c:pt>
                <c:pt idx="12280">
                  <c:v>1228</c:v>
                </c:pt>
                <c:pt idx="12281">
                  <c:v>1228.0999999999999</c:v>
                </c:pt>
                <c:pt idx="12282">
                  <c:v>1228.2</c:v>
                </c:pt>
                <c:pt idx="12283">
                  <c:v>1228.3</c:v>
                </c:pt>
                <c:pt idx="12284">
                  <c:v>1228.4000000000001</c:v>
                </c:pt>
                <c:pt idx="12285">
                  <c:v>1228.5</c:v>
                </c:pt>
                <c:pt idx="12286">
                  <c:v>1228.5999999999999</c:v>
                </c:pt>
                <c:pt idx="12287">
                  <c:v>1228.7</c:v>
                </c:pt>
                <c:pt idx="12288">
                  <c:v>1228.8</c:v>
                </c:pt>
                <c:pt idx="12289">
                  <c:v>1228.9000000000001</c:v>
                </c:pt>
                <c:pt idx="12290">
                  <c:v>1229</c:v>
                </c:pt>
                <c:pt idx="12291">
                  <c:v>1229.0999999999999</c:v>
                </c:pt>
                <c:pt idx="12292">
                  <c:v>1229.2</c:v>
                </c:pt>
                <c:pt idx="12293">
                  <c:v>1229.3</c:v>
                </c:pt>
                <c:pt idx="12294">
                  <c:v>1229.4000000000001</c:v>
                </c:pt>
                <c:pt idx="12295">
                  <c:v>1229.5</c:v>
                </c:pt>
                <c:pt idx="12296">
                  <c:v>1229.5999999999999</c:v>
                </c:pt>
                <c:pt idx="12297">
                  <c:v>1229.7</c:v>
                </c:pt>
                <c:pt idx="12298">
                  <c:v>1229.8</c:v>
                </c:pt>
                <c:pt idx="12299">
                  <c:v>1229.9000000000001</c:v>
                </c:pt>
                <c:pt idx="12300">
                  <c:v>1230</c:v>
                </c:pt>
                <c:pt idx="12301">
                  <c:v>1230.0999999999999</c:v>
                </c:pt>
                <c:pt idx="12302">
                  <c:v>1230.2</c:v>
                </c:pt>
                <c:pt idx="12303">
                  <c:v>1230.3</c:v>
                </c:pt>
                <c:pt idx="12304">
                  <c:v>1230.4000000000001</c:v>
                </c:pt>
                <c:pt idx="12305">
                  <c:v>1230.5</c:v>
                </c:pt>
                <c:pt idx="12306">
                  <c:v>1230.5999999999999</c:v>
                </c:pt>
                <c:pt idx="12307">
                  <c:v>1230.7</c:v>
                </c:pt>
                <c:pt idx="12308">
                  <c:v>1230.8</c:v>
                </c:pt>
                <c:pt idx="12309">
                  <c:v>1230.9000000000001</c:v>
                </c:pt>
                <c:pt idx="12310">
                  <c:v>1231</c:v>
                </c:pt>
                <c:pt idx="12311">
                  <c:v>1231.0999999999999</c:v>
                </c:pt>
                <c:pt idx="12312">
                  <c:v>1231.2</c:v>
                </c:pt>
                <c:pt idx="12313">
                  <c:v>1231.3</c:v>
                </c:pt>
                <c:pt idx="12314">
                  <c:v>1231.4000000000001</c:v>
                </c:pt>
                <c:pt idx="12315">
                  <c:v>1231.5</c:v>
                </c:pt>
                <c:pt idx="12316">
                  <c:v>1231.5999999999999</c:v>
                </c:pt>
                <c:pt idx="12317">
                  <c:v>1231.7</c:v>
                </c:pt>
                <c:pt idx="12318">
                  <c:v>1231.8</c:v>
                </c:pt>
                <c:pt idx="12319">
                  <c:v>1231.9000000000001</c:v>
                </c:pt>
                <c:pt idx="12320">
                  <c:v>1232</c:v>
                </c:pt>
                <c:pt idx="12321">
                  <c:v>1232.0999999999999</c:v>
                </c:pt>
                <c:pt idx="12322">
                  <c:v>1232.2</c:v>
                </c:pt>
                <c:pt idx="12323">
                  <c:v>1232.3</c:v>
                </c:pt>
                <c:pt idx="12324">
                  <c:v>1232.4000000000001</c:v>
                </c:pt>
                <c:pt idx="12325">
                  <c:v>1232.5</c:v>
                </c:pt>
                <c:pt idx="12326">
                  <c:v>1232.5999999999999</c:v>
                </c:pt>
                <c:pt idx="12327">
                  <c:v>1232.7</c:v>
                </c:pt>
                <c:pt idx="12328">
                  <c:v>1232.8</c:v>
                </c:pt>
                <c:pt idx="12329">
                  <c:v>1232.9000000000001</c:v>
                </c:pt>
                <c:pt idx="12330">
                  <c:v>1233</c:v>
                </c:pt>
                <c:pt idx="12331">
                  <c:v>1233.0999999999999</c:v>
                </c:pt>
                <c:pt idx="12332">
                  <c:v>1233.2</c:v>
                </c:pt>
                <c:pt idx="12333">
                  <c:v>1233.3</c:v>
                </c:pt>
                <c:pt idx="12334">
                  <c:v>1233.4000000000001</c:v>
                </c:pt>
                <c:pt idx="12335">
                  <c:v>1233.5</c:v>
                </c:pt>
                <c:pt idx="12336">
                  <c:v>1233.5999999999999</c:v>
                </c:pt>
                <c:pt idx="12337">
                  <c:v>1233.7</c:v>
                </c:pt>
                <c:pt idx="12338">
                  <c:v>1233.8</c:v>
                </c:pt>
                <c:pt idx="12339">
                  <c:v>1233.9000000000001</c:v>
                </c:pt>
                <c:pt idx="12340">
                  <c:v>1234</c:v>
                </c:pt>
                <c:pt idx="12341">
                  <c:v>1234.0999999999999</c:v>
                </c:pt>
                <c:pt idx="12342">
                  <c:v>1234.2</c:v>
                </c:pt>
                <c:pt idx="12343">
                  <c:v>1234.3</c:v>
                </c:pt>
                <c:pt idx="12344">
                  <c:v>1234.4000000000001</c:v>
                </c:pt>
                <c:pt idx="12345">
                  <c:v>1234.5</c:v>
                </c:pt>
                <c:pt idx="12346">
                  <c:v>1234.5999999999999</c:v>
                </c:pt>
                <c:pt idx="12347">
                  <c:v>1234.7</c:v>
                </c:pt>
                <c:pt idx="12348">
                  <c:v>1234.8</c:v>
                </c:pt>
                <c:pt idx="12349">
                  <c:v>1234.9000000000001</c:v>
                </c:pt>
                <c:pt idx="12350">
                  <c:v>1235</c:v>
                </c:pt>
                <c:pt idx="12351">
                  <c:v>1235.0999999999999</c:v>
                </c:pt>
                <c:pt idx="12352">
                  <c:v>1235.2</c:v>
                </c:pt>
                <c:pt idx="12353">
                  <c:v>1235.3</c:v>
                </c:pt>
                <c:pt idx="12354">
                  <c:v>1235.4000000000001</c:v>
                </c:pt>
                <c:pt idx="12355">
                  <c:v>1235.5</c:v>
                </c:pt>
                <c:pt idx="12356">
                  <c:v>1235.5999999999999</c:v>
                </c:pt>
                <c:pt idx="12357">
                  <c:v>1235.7</c:v>
                </c:pt>
                <c:pt idx="12358">
                  <c:v>1235.8</c:v>
                </c:pt>
                <c:pt idx="12359">
                  <c:v>1235.9000000000001</c:v>
                </c:pt>
                <c:pt idx="12360">
                  <c:v>1236</c:v>
                </c:pt>
                <c:pt idx="12361">
                  <c:v>1236.0999999999999</c:v>
                </c:pt>
                <c:pt idx="12362">
                  <c:v>1236.2</c:v>
                </c:pt>
                <c:pt idx="12363">
                  <c:v>1236.3</c:v>
                </c:pt>
                <c:pt idx="12364">
                  <c:v>1236.4000000000001</c:v>
                </c:pt>
                <c:pt idx="12365">
                  <c:v>1236.5</c:v>
                </c:pt>
                <c:pt idx="12366">
                  <c:v>1236.5999999999999</c:v>
                </c:pt>
                <c:pt idx="12367">
                  <c:v>1236.7</c:v>
                </c:pt>
                <c:pt idx="12368">
                  <c:v>1236.8</c:v>
                </c:pt>
                <c:pt idx="12369">
                  <c:v>1236.9000000000001</c:v>
                </c:pt>
                <c:pt idx="12370">
                  <c:v>1237</c:v>
                </c:pt>
                <c:pt idx="12371">
                  <c:v>1237.0999999999999</c:v>
                </c:pt>
                <c:pt idx="12372">
                  <c:v>1237.2</c:v>
                </c:pt>
                <c:pt idx="12373">
                  <c:v>1237.3</c:v>
                </c:pt>
                <c:pt idx="12374">
                  <c:v>1237.4000000000001</c:v>
                </c:pt>
                <c:pt idx="12375">
                  <c:v>1237.5</c:v>
                </c:pt>
                <c:pt idx="12376">
                  <c:v>1237.5999999999999</c:v>
                </c:pt>
                <c:pt idx="12377">
                  <c:v>1237.7</c:v>
                </c:pt>
                <c:pt idx="12378">
                  <c:v>1237.8</c:v>
                </c:pt>
                <c:pt idx="12379">
                  <c:v>1237.9000000000001</c:v>
                </c:pt>
                <c:pt idx="12380">
                  <c:v>1238</c:v>
                </c:pt>
                <c:pt idx="12381">
                  <c:v>1238.0999999999999</c:v>
                </c:pt>
                <c:pt idx="12382">
                  <c:v>1238.2</c:v>
                </c:pt>
                <c:pt idx="12383">
                  <c:v>1238.3</c:v>
                </c:pt>
                <c:pt idx="12384">
                  <c:v>1238.4000000000001</c:v>
                </c:pt>
                <c:pt idx="12385">
                  <c:v>1238.5</c:v>
                </c:pt>
                <c:pt idx="12386">
                  <c:v>1238.5999999999999</c:v>
                </c:pt>
                <c:pt idx="12387">
                  <c:v>1238.7</c:v>
                </c:pt>
                <c:pt idx="12388">
                  <c:v>1238.8</c:v>
                </c:pt>
                <c:pt idx="12389">
                  <c:v>1238.9000000000001</c:v>
                </c:pt>
                <c:pt idx="12390">
                  <c:v>1239</c:v>
                </c:pt>
                <c:pt idx="12391">
                  <c:v>1239.0999999999999</c:v>
                </c:pt>
                <c:pt idx="12392">
                  <c:v>1239.2</c:v>
                </c:pt>
                <c:pt idx="12393">
                  <c:v>1239.3</c:v>
                </c:pt>
                <c:pt idx="12394">
                  <c:v>1239.4000000000001</c:v>
                </c:pt>
                <c:pt idx="12395">
                  <c:v>1239.5</c:v>
                </c:pt>
                <c:pt idx="12396">
                  <c:v>1239.5999999999999</c:v>
                </c:pt>
                <c:pt idx="12397">
                  <c:v>1239.7</c:v>
                </c:pt>
                <c:pt idx="12398">
                  <c:v>1239.8</c:v>
                </c:pt>
                <c:pt idx="12399">
                  <c:v>1239.9000000000001</c:v>
                </c:pt>
                <c:pt idx="12400">
                  <c:v>1240</c:v>
                </c:pt>
                <c:pt idx="12401">
                  <c:v>1240.0999999999999</c:v>
                </c:pt>
                <c:pt idx="12402">
                  <c:v>1240.2</c:v>
                </c:pt>
                <c:pt idx="12403">
                  <c:v>1240.3</c:v>
                </c:pt>
                <c:pt idx="12404">
                  <c:v>1240.4000000000001</c:v>
                </c:pt>
                <c:pt idx="12405">
                  <c:v>1240.5</c:v>
                </c:pt>
                <c:pt idx="12406">
                  <c:v>1240.5999999999999</c:v>
                </c:pt>
                <c:pt idx="12407">
                  <c:v>1240.7</c:v>
                </c:pt>
                <c:pt idx="12408">
                  <c:v>1240.8</c:v>
                </c:pt>
                <c:pt idx="12409">
                  <c:v>1240.9000000000001</c:v>
                </c:pt>
                <c:pt idx="12410">
                  <c:v>1241</c:v>
                </c:pt>
                <c:pt idx="12411">
                  <c:v>1241.0999999999999</c:v>
                </c:pt>
                <c:pt idx="12412">
                  <c:v>1241.2</c:v>
                </c:pt>
                <c:pt idx="12413">
                  <c:v>1241.3</c:v>
                </c:pt>
                <c:pt idx="12414">
                  <c:v>1241.4000000000001</c:v>
                </c:pt>
                <c:pt idx="12415">
                  <c:v>1241.5</c:v>
                </c:pt>
                <c:pt idx="12416">
                  <c:v>1241.5999999999999</c:v>
                </c:pt>
                <c:pt idx="12417">
                  <c:v>1241.7</c:v>
                </c:pt>
                <c:pt idx="12418">
                  <c:v>1241.8</c:v>
                </c:pt>
                <c:pt idx="12419">
                  <c:v>1241.9000000000001</c:v>
                </c:pt>
                <c:pt idx="12420">
                  <c:v>1242</c:v>
                </c:pt>
                <c:pt idx="12421">
                  <c:v>1242.0999999999999</c:v>
                </c:pt>
                <c:pt idx="12422">
                  <c:v>1242.2</c:v>
                </c:pt>
                <c:pt idx="12423">
                  <c:v>1242.3</c:v>
                </c:pt>
                <c:pt idx="12424">
                  <c:v>1242.4000000000001</c:v>
                </c:pt>
                <c:pt idx="12425">
                  <c:v>1242.5</c:v>
                </c:pt>
                <c:pt idx="12426">
                  <c:v>1242.5999999999999</c:v>
                </c:pt>
                <c:pt idx="12427">
                  <c:v>1242.7</c:v>
                </c:pt>
                <c:pt idx="12428">
                  <c:v>1242.8</c:v>
                </c:pt>
                <c:pt idx="12429">
                  <c:v>1242.9000000000001</c:v>
                </c:pt>
                <c:pt idx="12430">
                  <c:v>1243</c:v>
                </c:pt>
                <c:pt idx="12431">
                  <c:v>1243.0999999999999</c:v>
                </c:pt>
                <c:pt idx="12432">
                  <c:v>1243.2</c:v>
                </c:pt>
                <c:pt idx="12433">
                  <c:v>1243.3</c:v>
                </c:pt>
                <c:pt idx="12434">
                  <c:v>1243.4000000000001</c:v>
                </c:pt>
                <c:pt idx="12435">
                  <c:v>1243.5</c:v>
                </c:pt>
                <c:pt idx="12436">
                  <c:v>1243.5999999999999</c:v>
                </c:pt>
                <c:pt idx="12437">
                  <c:v>1243.7</c:v>
                </c:pt>
                <c:pt idx="12438">
                  <c:v>1243.8</c:v>
                </c:pt>
                <c:pt idx="12439">
                  <c:v>1243.9000000000001</c:v>
                </c:pt>
                <c:pt idx="12440">
                  <c:v>1244</c:v>
                </c:pt>
                <c:pt idx="12441">
                  <c:v>1244.0999999999999</c:v>
                </c:pt>
                <c:pt idx="12442">
                  <c:v>1244.2</c:v>
                </c:pt>
                <c:pt idx="12443">
                  <c:v>1244.3</c:v>
                </c:pt>
                <c:pt idx="12444">
                  <c:v>1244.4000000000001</c:v>
                </c:pt>
                <c:pt idx="12445">
                  <c:v>1244.5</c:v>
                </c:pt>
                <c:pt idx="12446">
                  <c:v>1244.5999999999999</c:v>
                </c:pt>
                <c:pt idx="12447">
                  <c:v>1244.7</c:v>
                </c:pt>
                <c:pt idx="12448">
                  <c:v>1244.8</c:v>
                </c:pt>
                <c:pt idx="12449">
                  <c:v>1244.9000000000001</c:v>
                </c:pt>
                <c:pt idx="12450">
                  <c:v>1245</c:v>
                </c:pt>
                <c:pt idx="12451">
                  <c:v>1245.0999999999999</c:v>
                </c:pt>
                <c:pt idx="12452">
                  <c:v>1245.2</c:v>
                </c:pt>
                <c:pt idx="12453">
                  <c:v>1245.3</c:v>
                </c:pt>
                <c:pt idx="12454">
                  <c:v>1245.4000000000001</c:v>
                </c:pt>
                <c:pt idx="12455">
                  <c:v>1245.5</c:v>
                </c:pt>
                <c:pt idx="12456">
                  <c:v>1245.5999999999999</c:v>
                </c:pt>
                <c:pt idx="12457">
                  <c:v>1245.7</c:v>
                </c:pt>
                <c:pt idx="12458">
                  <c:v>1245.8</c:v>
                </c:pt>
                <c:pt idx="12459">
                  <c:v>1245.9000000000001</c:v>
                </c:pt>
                <c:pt idx="12460">
                  <c:v>1246</c:v>
                </c:pt>
                <c:pt idx="12461">
                  <c:v>1246.0999999999999</c:v>
                </c:pt>
                <c:pt idx="12462">
                  <c:v>1246.2</c:v>
                </c:pt>
                <c:pt idx="12463">
                  <c:v>1246.3</c:v>
                </c:pt>
                <c:pt idx="12464">
                  <c:v>1246.4000000000001</c:v>
                </c:pt>
                <c:pt idx="12465">
                  <c:v>1246.5</c:v>
                </c:pt>
                <c:pt idx="12466">
                  <c:v>1246.5999999999999</c:v>
                </c:pt>
                <c:pt idx="12467">
                  <c:v>1246.7</c:v>
                </c:pt>
                <c:pt idx="12468">
                  <c:v>1246.8</c:v>
                </c:pt>
                <c:pt idx="12469">
                  <c:v>1246.9000000000001</c:v>
                </c:pt>
                <c:pt idx="12470">
                  <c:v>1247</c:v>
                </c:pt>
                <c:pt idx="12471">
                  <c:v>1247.0999999999999</c:v>
                </c:pt>
                <c:pt idx="12472">
                  <c:v>1247.2</c:v>
                </c:pt>
                <c:pt idx="12473">
                  <c:v>1247.3</c:v>
                </c:pt>
                <c:pt idx="12474">
                  <c:v>1247.4000000000001</c:v>
                </c:pt>
                <c:pt idx="12475">
                  <c:v>1247.5</c:v>
                </c:pt>
                <c:pt idx="12476">
                  <c:v>1247.5999999999999</c:v>
                </c:pt>
                <c:pt idx="12477">
                  <c:v>1247.7</c:v>
                </c:pt>
                <c:pt idx="12478">
                  <c:v>1247.8</c:v>
                </c:pt>
                <c:pt idx="12479">
                  <c:v>1247.9000000000001</c:v>
                </c:pt>
                <c:pt idx="12480">
                  <c:v>1248</c:v>
                </c:pt>
                <c:pt idx="12481">
                  <c:v>1248.0999999999999</c:v>
                </c:pt>
                <c:pt idx="12482">
                  <c:v>1248.2</c:v>
                </c:pt>
                <c:pt idx="12483">
                  <c:v>1248.3</c:v>
                </c:pt>
                <c:pt idx="12484">
                  <c:v>1248.4000000000001</c:v>
                </c:pt>
                <c:pt idx="12485">
                  <c:v>1248.5</c:v>
                </c:pt>
                <c:pt idx="12486">
                  <c:v>1248.5999999999999</c:v>
                </c:pt>
                <c:pt idx="12487">
                  <c:v>1248.7</c:v>
                </c:pt>
                <c:pt idx="12488">
                  <c:v>1248.8</c:v>
                </c:pt>
                <c:pt idx="12489">
                  <c:v>1248.9000000000001</c:v>
                </c:pt>
                <c:pt idx="12490">
                  <c:v>1249</c:v>
                </c:pt>
                <c:pt idx="12491">
                  <c:v>1249.0999999999999</c:v>
                </c:pt>
                <c:pt idx="12492">
                  <c:v>1249.2</c:v>
                </c:pt>
                <c:pt idx="12493">
                  <c:v>1249.3</c:v>
                </c:pt>
                <c:pt idx="12494">
                  <c:v>1249.4000000000001</c:v>
                </c:pt>
                <c:pt idx="12495">
                  <c:v>1249.5</c:v>
                </c:pt>
                <c:pt idx="12496">
                  <c:v>1249.5999999999999</c:v>
                </c:pt>
                <c:pt idx="12497">
                  <c:v>1249.7</c:v>
                </c:pt>
                <c:pt idx="12498">
                  <c:v>1249.8</c:v>
                </c:pt>
                <c:pt idx="12499">
                  <c:v>1249.9000000000001</c:v>
                </c:pt>
                <c:pt idx="12500">
                  <c:v>1250</c:v>
                </c:pt>
                <c:pt idx="12501">
                  <c:v>1250.0999999999999</c:v>
                </c:pt>
                <c:pt idx="12502">
                  <c:v>1250.2</c:v>
                </c:pt>
                <c:pt idx="12503">
                  <c:v>1250.3</c:v>
                </c:pt>
                <c:pt idx="12504">
                  <c:v>1250.4000000000001</c:v>
                </c:pt>
                <c:pt idx="12505">
                  <c:v>1250.5</c:v>
                </c:pt>
                <c:pt idx="12506">
                  <c:v>1250.5999999999999</c:v>
                </c:pt>
                <c:pt idx="12507">
                  <c:v>1250.7</c:v>
                </c:pt>
                <c:pt idx="12508">
                  <c:v>1250.8</c:v>
                </c:pt>
                <c:pt idx="12509">
                  <c:v>1250.9000000000001</c:v>
                </c:pt>
                <c:pt idx="12510">
                  <c:v>1251</c:v>
                </c:pt>
                <c:pt idx="12511">
                  <c:v>1251.0999999999999</c:v>
                </c:pt>
                <c:pt idx="12512">
                  <c:v>1251.2</c:v>
                </c:pt>
                <c:pt idx="12513">
                  <c:v>1251.3</c:v>
                </c:pt>
                <c:pt idx="12514">
                  <c:v>1251.4000000000001</c:v>
                </c:pt>
                <c:pt idx="12515">
                  <c:v>1251.5</c:v>
                </c:pt>
                <c:pt idx="12516">
                  <c:v>1251.5999999999999</c:v>
                </c:pt>
                <c:pt idx="12517">
                  <c:v>1251.7</c:v>
                </c:pt>
                <c:pt idx="12518">
                  <c:v>1251.8</c:v>
                </c:pt>
                <c:pt idx="12519">
                  <c:v>1251.9000000000001</c:v>
                </c:pt>
                <c:pt idx="12520">
                  <c:v>1252</c:v>
                </c:pt>
                <c:pt idx="12521">
                  <c:v>1252.0999999999999</c:v>
                </c:pt>
                <c:pt idx="12522">
                  <c:v>1252.2</c:v>
                </c:pt>
                <c:pt idx="12523">
                  <c:v>1252.3</c:v>
                </c:pt>
                <c:pt idx="12524">
                  <c:v>1252.4000000000001</c:v>
                </c:pt>
                <c:pt idx="12525">
                  <c:v>1252.5</c:v>
                </c:pt>
                <c:pt idx="12526">
                  <c:v>1252.5999999999999</c:v>
                </c:pt>
                <c:pt idx="12527">
                  <c:v>1252.7</c:v>
                </c:pt>
                <c:pt idx="12528">
                  <c:v>1252.8</c:v>
                </c:pt>
                <c:pt idx="12529">
                  <c:v>1252.9000000000001</c:v>
                </c:pt>
                <c:pt idx="12530">
                  <c:v>1253</c:v>
                </c:pt>
                <c:pt idx="12531">
                  <c:v>1253.0999999999999</c:v>
                </c:pt>
                <c:pt idx="12532">
                  <c:v>1253.2</c:v>
                </c:pt>
                <c:pt idx="12533">
                  <c:v>1253.3</c:v>
                </c:pt>
                <c:pt idx="12534">
                  <c:v>1253.4000000000001</c:v>
                </c:pt>
                <c:pt idx="12535">
                  <c:v>1253.5</c:v>
                </c:pt>
                <c:pt idx="12536">
                  <c:v>1253.5999999999999</c:v>
                </c:pt>
                <c:pt idx="12537">
                  <c:v>1253.7</c:v>
                </c:pt>
                <c:pt idx="12538">
                  <c:v>1253.8</c:v>
                </c:pt>
                <c:pt idx="12539">
                  <c:v>1253.9000000000001</c:v>
                </c:pt>
                <c:pt idx="12540">
                  <c:v>1254</c:v>
                </c:pt>
                <c:pt idx="12541">
                  <c:v>1254.0999999999999</c:v>
                </c:pt>
                <c:pt idx="12542">
                  <c:v>1254.2</c:v>
                </c:pt>
                <c:pt idx="12543">
                  <c:v>1254.3</c:v>
                </c:pt>
                <c:pt idx="12544">
                  <c:v>1254.4000000000001</c:v>
                </c:pt>
                <c:pt idx="12545">
                  <c:v>1254.5</c:v>
                </c:pt>
                <c:pt idx="12546">
                  <c:v>1254.5999999999999</c:v>
                </c:pt>
                <c:pt idx="12547">
                  <c:v>1254.7</c:v>
                </c:pt>
                <c:pt idx="12548">
                  <c:v>1254.8</c:v>
                </c:pt>
                <c:pt idx="12549">
                  <c:v>1254.9000000000001</c:v>
                </c:pt>
                <c:pt idx="12550">
                  <c:v>1255</c:v>
                </c:pt>
                <c:pt idx="12551">
                  <c:v>1255.0999999999999</c:v>
                </c:pt>
                <c:pt idx="12552">
                  <c:v>1255.2</c:v>
                </c:pt>
                <c:pt idx="12553">
                  <c:v>1255.3</c:v>
                </c:pt>
                <c:pt idx="12554">
                  <c:v>1255.4000000000001</c:v>
                </c:pt>
                <c:pt idx="12555">
                  <c:v>1255.5</c:v>
                </c:pt>
                <c:pt idx="12556">
                  <c:v>1255.5999999999999</c:v>
                </c:pt>
                <c:pt idx="12557">
                  <c:v>1255.7</c:v>
                </c:pt>
                <c:pt idx="12558">
                  <c:v>1255.8</c:v>
                </c:pt>
                <c:pt idx="12559">
                  <c:v>1255.9000000000001</c:v>
                </c:pt>
                <c:pt idx="12560">
                  <c:v>1256</c:v>
                </c:pt>
                <c:pt idx="12561">
                  <c:v>1256.0999999999999</c:v>
                </c:pt>
                <c:pt idx="12562">
                  <c:v>1256.2</c:v>
                </c:pt>
                <c:pt idx="12563">
                  <c:v>1256.3</c:v>
                </c:pt>
                <c:pt idx="12564">
                  <c:v>1256.4000000000001</c:v>
                </c:pt>
                <c:pt idx="12565">
                  <c:v>1256.5</c:v>
                </c:pt>
                <c:pt idx="12566">
                  <c:v>1256.5999999999999</c:v>
                </c:pt>
                <c:pt idx="12567">
                  <c:v>1256.7</c:v>
                </c:pt>
                <c:pt idx="12568">
                  <c:v>1256.8</c:v>
                </c:pt>
                <c:pt idx="12569">
                  <c:v>1256.9000000000001</c:v>
                </c:pt>
                <c:pt idx="12570">
                  <c:v>1257</c:v>
                </c:pt>
                <c:pt idx="12571">
                  <c:v>1257.0999999999999</c:v>
                </c:pt>
                <c:pt idx="12572">
                  <c:v>1257.2</c:v>
                </c:pt>
                <c:pt idx="12573">
                  <c:v>1257.3</c:v>
                </c:pt>
                <c:pt idx="12574">
                  <c:v>1257.4000000000001</c:v>
                </c:pt>
                <c:pt idx="12575">
                  <c:v>1257.5</c:v>
                </c:pt>
                <c:pt idx="12576">
                  <c:v>1257.5999999999999</c:v>
                </c:pt>
                <c:pt idx="12577">
                  <c:v>1257.7</c:v>
                </c:pt>
                <c:pt idx="12578">
                  <c:v>1257.8</c:v>
                </c:pt>
                <c:pt idx="12579">
                  <c:v>1257.9000000000001</c:v>
                </c:pt>
                <c:pt idx="12580">
                  <c:v>1258</c:v>
                </c:pt>
                <c:pt idx="12581">
                  <c:v>1258.0999999999999</c:v>
                </c:pt>
                <c:pt idx="12582">
                  <c:v>1258.2</c:v>
                </c:pt>
                <c:pt idx="12583">
                  <c:v>1258.3</c:v>
                </c:pt>
                <c:pt idx="12584">
                  <c:v>1258.4000000000001</c:v>
                </c:pt>
                <c:pt idx="12585">
                  <c:v>1258.5</c:v>
                </c:pt>
                <c:pt idx="12586">
                  <c:v>1258.5999999999999</c:v>
                </c:pt>
                <c:pt idx="12587">
                  <c:v>1258.7</c:v>
                </c:pt>
                <c:pt idx="12588">
                  <c:v>1258.8</c:v>
                </c:pt>
                <c:pt idx="12589">
                  <c:v>1258.9000000000001</c:v>
                </c:pt>
                <c:pt idx="12590">
                  <c:v>1259</c:v>
                </c:pt>
                <c:pt idx="12591">
                  <c:v>1259.0999999999999</c:v>
                </c:pt>
                <c:pt idx="12592">
                  <c:v>1259.2</c:v>
                </c:pt>
                <c:pt idx="12593">
                  <c:v>1259.3</c:v>
                </c:pt>
                <c:pt idx="12594">
                  <c:v>1259.4000000000001</c:v>
                </c:pt>
                <c:pt idx="12595">
                  <c:v>1259.5</c:v>
                </c:pt>
                <c:pt idx="12596">
                  <c:v>1259.5999999999999</c:v>
                </c:pt>
                <c:pt idx="12597">
                  <c:v>1259.7</c:v>
                </c:pt>
                <c:pt idx="12598">
                  <c:v>1259.8</c:v>
                </c:pt>
                <c:pt idx="12599">
                  <c:v>1259.9000000000001</c:v>
                </c:pt>
                <c:pt idx="12600">
                  <c:v>1260</c:v>
                </c:pt>
                <c:pt idx="12601">
                  <c:v>1260.0999999999999</c:v>
                </c:pt>
                <c:pt idx="12602">
                  <c:v>1260.2</c:v>
                </c:pt>
                <c:pt idx="12603">
                  <c:v>1260.3</c:v>
                </c:pt>
                <c:pt idx="12604">
                  <c:v>1260.4000000000001</c:v>
                </c:pt>
                <c:pt idx="12605">
                  <c:v>1260.5</c:v>
                </c:pt>
                <c:pt idx="12606">
                  <c:v>1260.5999999999999</c:v>
                </c:pt>
                <c:pt idx="12607">
                  <c:v>1260.7</c:v>
                </c:pt>
                <c:pt idx="12608">
                  <c:v>1260.8</c:v>
                </c:pt>
                <c:pt idx="12609">
                  <c:v>1260.9000000000001</c:v>
                </c:pt>
                <c:pt idx="12610">
                  <c:v>1261</c:v>
                </c:pt>
                <c:pt idx="12611">
                  <c:v>1261.0999999999999</c:v>
                </c:pt>
                <c:pt idx="12612">
                  <c:v>1261.2</c:v>
                </c:pt>
                <c:pt idx="12613">
                  <c:v>1261.3</c:v>
                </c:pt>
                <c:pt idx="12614">
                  <c:v>1261.4000000000001</c:v>
                </c:pt>
                <c:pt idx="12615">
                  <c:v>1261.5</c:v>
                </c:pt>
                <c:pt idx="12616">
                  <c:v>1261.5999999999999</c:v>
                </c:pt>
                <c:pt idx="12617">
                  <c:v>1261.7</c:v>
                </c:pt>
                <c:pt idx="12618">
                  <c:v>1261.8</c:v>
                </c:pt>
                <c:pt idx="12619">
                  <c:v>1261.9000000000001</c:v>
                </c:pt>
                <c:pt idx="12620">
                  <c:v>1262</c:v>
                </c:pt>
                <c:pt idx="12621">
                  <c:v>1262.0999999999999</c:v>
                </c:pt>
                <c:pt idx="12622">
                  <c:v>1262.2</c:v>
                </c:pt>
                <c:pt idx="12623">
                  <c:v>1262.3</c:v>
                </c:pt>
                <c:pt idx="12624">
                  <c:v>1262.4000000000001</c:v>
                </c:pt>
                <c:pt idx="12625">
                  <c:v>1262.5</c:v>
                </c:pt>
                <c:pt idx="12626">
                  <c:v>1262.5999999999999</c:v>
                </c:pt>
                <c:pt idx="12627">
                  <c:v>1262.7</c:v>
                </c:pt>
                <c:pt idx="12628">
                  <c:v>1262.8</c:v>
                </c:pt>
                <c:pt idx="12629">
                  <c:v>1262.9000000000001</c:v>
                </c:pt>
                <c:pt idx="12630">
                  <c:v>1263</c:v>
                </c:pt>
                <c:pt idx="12631">
                  <c:v>1263.0999999999999</c:v>
                </c:pt>
                <c:pt idx="12632">
                  <c:v>1263.2</c:v>
                </c:pt>
                <c:pt idx="12633">
                  <c:v>1263.3</c:v>
                </c:pt>
                <c:pt idx="12634">
                  <c:v>1263.4000000000001</c:v>
                </c:pt>
                <c:pt idx="12635">
                  <c:v>1263.5</c:v>
                </c:pt>
                <c:pt idx="12636">
                  <c:v>1263.5999999999999</c:v>
                </c:pt>
                <c:pt idx="12637">
                  <c:v>1263.7</c:v>
                </c:pt>
                <c:pt idx="12638">
                  <c:v>1263.8</c:v>
                </c:pt>
                <c:pt idx="12639">
                  <c:v>1263.9000000000001</c:v>
                </c:pt>
                <c:pt idx="12640">
                  <c:v>1264</c:v>
                </c:pt>
                <c:pt idx="12641">
                  <c:v>1264.0999999999999</c:v>
                </c:pt>
                <c:pt idx="12642">
                  <c:v>1264.2</c:v>
                </c:pt>
                <c:pt idx="12643">
                  <c:v>1264.3</c:v>
                </c:pt>
                <c:pt idx="12644">
                  <c:v>1264.4000000000001</c:v>
                </c:pt>
                <c:pt idx="12645">
                  <c:v>1264.5</c:v>
                </c:pt>
                <c:pt idx="12646">
                  <c:v>1264.5999999999999</c:v>
                </c:pt>
                <c:pt idx="12647">
                  <c:v>1264.7</c:v>
                </c:pt>
                <c:pt idx="12648">
                  <c:v>1264.8</c:v>
                </c:pt>
                <c:pt idx="12649">
                  <c:v>1264.9000000000001</c:v>
                </c:pt>
                <c:pt idx="12650">
                  <c:v>1265</c:v>
                </c:pt>
                <c:pt idx="12651">
                  <c:v>1265.0999999999999</c:v>
                </c:pt>
                <c:pt idx="12652">
                  <c:v>1265.2</c:v>
                </c:pt>
                <c:pt idx="12653">
                  <c:v>1265.3</c:v>
                </c:pt>
                <c:pt idx="12654">
                  <c:v>1265.4000000000001</c:v>
                </c:pt>
                <c:pt idx="12655">
                  <c:v>1265.5</c:v>
                </c:pt>
                <c:pt idx="12656">
                  <c:v>1265.5999999999999</c:v>
                </c:pt>
                <c:pt idx="12657">
                  <c:v>1265.7</c:v>
                </c:pt>
                <c:pt idx="12658">
                  <c:v>1265.8</c:v>
                </c:pt>
                <c:pt idx="12659">
                  <c:v>1265.9000000000001</c:v>
                </c:pt>
                <c:pt idx="12660">
                  <c:v>1266</c:v>
                </c:pt>
                <c:pt idx="12661">
                  <c:v>1266.0999999999999</c:v>
                </c:pt>
                <c:pt idx="12662">
                  <c:v>1266.2</c:v>
                </c:pt>
                <c:pt idx="12663">
                  <c:v>1266.3</c:v>
                </c:pt>
                <c:pt idx="12664">
                  <c:v>1266.4000000000001</c:v>
                </c:pt>
                <c:pt idx="12665">
                  <c:v>1266.5</c:v>
                </c:pt>
                <c:pt idx="12666">
                  <c:v>1266.5999999999999</c:v>
                </c:pt>
                <c:pt idx="12667">
                  <c:v>1266.7</c:v>
                </c:pt>
                <c:pt idx="12668">
                  <c:v>1266.8</c:v>
                </c:pt>
                <c:pt idx="12669">
                  <c:v>1266.9000000000001</c:v>
                </c:pt>
                <c:pt idx="12670">
                  <c:v>1267</c:v>
                </c:pt>
                <c:pt idx="12671">
                  <c:v>1267.0999999999999</c:v>
                </c:pt>
                <c:pt idx="12672">
                  <c:v>1267.2</c:v>
                </c:pt>
                <c:pt idx="12673">
                  <c:v>1267.3</c:v>
                </c:pt>
                <c:pt idx="12674">
                  <c:v>1267.4000000000001</c:v>
                </c:pt>
                <c:pt idx="12675">
                  <c:v>1267.5</c:v>
                </c:pt>
                <c:pt idx="12676">
                  <c:v>1267.5999999999999</c:v>
                </c:pt>
                <c:pt idx="12677">
                  <c:v>1267.7</c:v>
                </c:pt>
                <c:pt idx="12678">
                  <c:v>1267.8</c:v>
                </c:pt>
                <c:pt idx="12679">
                  <c:v>1267.9000000000001</c:v>
                </c:pt>
                <c:pt idx="12680">
                  <c:v>1268</c:v>
                </c:pt>
                <c:pt idx="12681">
                  <c:v>1268.0999999999999</c:v>
                </c:pt>
                <c:pt idx="12682">
                  <c:v>1268.2</c:v>
                </c:pt>
                <c:pt idx="12683">
                  <c:v>1268.3</c:v>
                </c:pt>
                <c:pt idx="12684">
                  <c:v>1268.4000000000001</c:v>
                </c:pt>
                <c:pt idx="12685">
                  <c:v>1268.5</c:v>
                </c:pt>
                <c:pt idx="12686">
                  <c:v>1268.5999999999999</c:v>
                </c:pt>
                <c:pt idx="12687">
                  <c:v>1268.7</c:v>
                </c:pt>
                <c:pt idx="12688">
                  <c:v>1268.8</c:v>
                </c:pt>
                <c:pt idx="12689">
                  <c:v>1268.9000000000001</c:v>
                </c:pt>
                <c:pt idx="12690">
                  <c:v>1269</c:v>
                </c:pt>
                <c:pt idx="12691">
                  <c:v>1269.0999999999999</c:v>
                </c:pt>
                <c:pt idx="12692">
                  <c:v>1269.2</c:v>
                </c:pt>
                <c:pt idx="12693">
                  <c:v>1269.3</c:v>
                </c:pt>
                <c:pt idx="12694">
                  <c:v>1269.4000000000001</c:v>
                </c:pt>
                <c:pt idx="12695">
                  <c:v>1269.5</c:v>
                </c:pt>
                <c:pt idx="12696">
                  <c:v>1269.5999999999999</c:v>
                </c:pt>
                <c:pt idx="12697">
                  <c:v>1269.7</c:v>
                </c:pt>
                <c:pt idx="12698">
                  <c:v>1269.8</c:v>
                </c:pt>
                <c:pt idx="12699">
                  <c:v>1269.9000000000001</c:v>
                </c:pt>
                <c:pt idx="12700">
                  <c:v>1270</c:v>
                </c:pt>
                <c:pt idx="12701">
                  <c:v>1270.0999999999999</c:v>
                </c:pt>
                <c:pt idx="12702">
                  <c:v>1270.2</c:v>
                </c:pt>
                <c:pt idx="12703">
                  <c:v>1270.3</c:v>
                </c:pt>
                <c:pt idx="12704">
                  <c:v>1270.4000000000001</c:v>
                </c:pt>
                <c:pt idx="12705">
                  <c:v>1270.5</c:v>
                </c:pt>
                <c:pt idx="12706">
                  <c:v>1270.5999999999999</c:v>
                </c:pt>
                <c:pt idx="12707">
                  <c:v>1270.7</c:v>
                </c:pt>
                <c:pt idx="12708">
                  <c:v>1270.8</c:v>
                </c:pt>
                <c:pt idx="12709">
                  <c:v>1270.9000000000001</c:v>
                </c:pt>
                <c:pt idx="12710">
                  <c:v>1271</c:v>
                </c:pt>
                <c:pt idx="12711">
                  <c:v>1271.0999999999999</c:v>
                </c:pt>
                <c:pt idx="12712">
                  <c:v>1271.2</c:v>
                </c:pt>
                <c:pt idx="12713">
                  <c:v>1271.3</c:v>
                </c:pt>
                <c:pt idx="12714">
                  <c:v>1271.4000000000001</c:v>
                </c:pt>
                <c:pt idx="12715">
                  <c:v>1271.5</c:v>
                </c:pt>
                <c:pt idx="12716">
                  <c:v>1271.5999999999999</c:v>
                </c:pt>
                <c:pt idx="12717">
                  <c:v>1271.7</c:v>
                </c:pt>
                <c:pt idx="12718">
                  <c:v>1271.8</c:v>
                </c:pt>
                <c:pt idx="12719">
                  <c:v>1271.9000000000001</c:v>
                </c:pt>
                <c:pt idx="12720">
                  <c:v>1272</c:v>
                </c:pt>
                <c:pt idx="12721">
                  <c:v>1272.0999999999999</c:v>
                </c:pt>
                <c:pt idx="12722">
                  <c:v>1272.2</c:v>
                </c:pt>
                <c:pt idx="12723">
                  <c:v>1272.3</c:v>
                </c:pt>
                <c:pt idx="12724">
                  <c:v>1272.4000000000001</c:v>
                </c:pt>
                <c:pt idx="12725">
                  <c:v>1272.5</c:v>
                </c:pt>
                <c:pt idx="12726">
                  <c:v>1272.5999999999999</c:v>
                </c:pt>
                <c:pt idx="12727">
                  <c:v>1272.7</c:v>
                </c:pt>
                <c:pt idx="12728">
                  <c:v>1272.8</c:v>
                </c:pt>
                <c:pt idx="12729">
                  <c:v>1272.9000000000001</c:v>
                </c:pt>
                <c:pt idx="12730">
                  <c:v>1273</c:v>
                </c:pt>
                <c:pt idx="12731">
                  <c:v>1273.0999999999999</c:v>
                </c:pt>
                <c:pt idx="12732">
                  <c:v>1273.2</c:v>
                </c:pt>
                <c:pt idx="12733">
                  <c:v>1273.3</c:v>
                </c:pt>
                <c:pt idx="12734">
                  <c:v>1273.4000000000001</c:v>
                </c:pt>
                <c:pt idx="12735">
                  <c:v>1273.5</c:v>
                </c:pt>
                <c:pt idx="12736">
                  <c:v>1273.5999999999999</c:v>
                </c:pt>
                <c:pt idx="12737">
                  <c:v>1273.7</c:v>
                </c:pt>
                <c:pt idx="12738">
                  <c:v>1273.8</c:v>
                </c:pt>
                <c:pt idx="12739">
                  <c:v>1273.9000000000001</c:v>
                </c:pt>
                <c:pt idx="12740">
                  <c:v>1274</c:v>
                </c:pt>
                <c:pt idx="12741">
                  <c:v>1274.0999999999999</c:v>
                </c:pt>
                <c:pt idx="12742">
                  <c:v>1274.2</c:v>
                </c:pt>
                <c:pt idx="12743">
                  <c:v>1274.3</c:v>
                </c:pt>
                <c:pt idx="12744">
                  <c:v>1274.4000000000001</c:v>
                </c:pt>
                <c:pt idx="12745">
                  <c:v>1274.5</c:v>
                </c:pt>
                <c:pt idx="12746">
                  <c:v>1274.5999999999999</c:v>
                </c:pt>
                <c:pt idx="12747">
                  <c:v>1274.7</c:v>
                </c:pt>
                <c:pt idx="12748">
                  <c:v>1274.8</c:v>
                </c:pt>
                <c:pt idx="12749">
                  <c:v>1274.9000000000001</c:v>
                </c:pt>
                <c:pt idx="12750">
                  <c:v>1275</c:v>
                </c:pt>
                <c:pt idx="12751">
                  <c:v>1275.0999999999999</c:v>
                </c:pt>
                <c:pt idx="12752">
                  <c:v>1275.2</c:v>
                </c:pt>
                <c:pt idx="12753">
                  <c:v>1275.3</c:v>
                </c:pt>
                <c:pt idx="12754">
                  <c:v>1275.4000000000001</c:v>
                </c:pt>
                <c:pt idx="12755">
                  <c:v>1275.5</c:v>
                </c:pt>
                <c:pt idx="12756">
                  <c:v>1275.5999999999999</c:v>
                </c:pt>
                <c:pt idx="12757">
                  <c:v>1275.7</c:v>
                </c:pt>
                <c:pt idx="12758">
                  <c:v>1275.8</c:v>
                </c:pt>
                <c:pt idx="12759">
                  <c:v>1275.9000000000001</c:v>
                </c:pt>
                <c:pt idx="12760">
                  <c:v>1276</c:v>
                </c:pt>
                <c:pt idx="12761">
                  <c:v>1276.0999999999999</c:v>
                </c:pt>
                <c:pt idx="12762">
                  <c:v>1276.2</c:v>
                </c:pt>
                <c:pt idx="12763">
                  <c:v>1276.3</c:v>
                </c:pt>
                <c:pt idx="12764">
                  <c:v>1276.4000000000001</c:v>
                </c:pt>
                <c:pt idx="12765">
                  <c:v>1276.5</c:v>
                </c:pt>
                <c:pt idx="12766">
                  <c:v>1276.5999999999999</c:v>
                </c:pt>
                <c:pt idx="12767">
                  <c:v>1276.7</c:v>
                </c:pt>
                <c:pt idx="12768">
                  <c:v>1276.8</c:v>
                </c:pt>
                <c:pt idx="12769">
                  <c:v>1276.9000000000001</c:v>
                </c:pt>
                <c:pt idx="12770">
                  <c:v>1277</c:v>
                </c:pt>
                <c:pt idx="12771">
                  <c:v>1277.0999999999999</c:v>
                </c:pt>
                <c:pt idx="12772">
                  <c:v>1277.2</c:v>
                </c:pt>
                <c:pt idx="12773">
                  <c:v>1277.3</c:v>
                </c:pt>
                <c:pt idx="12774">
                  <c:v>1277.4000000000001</c:v>
                </c:pt>
                <c:pt idx="12775">
                  <c:v>1277.5</c:v>
                </c:pt>
                <c:pt idx="12776">
                  <c:v>1277.5999999999999</c:v>
                </c:pt>
                <c:pt idx="12777">
                  <c:v>1277.7</c:v>
                </c:pt>
                <c:pt idx="12778">
                  <c:v>1277.8</c:v>
                </c:pt>
                <c:pt idx="12779">
                  <c:v>1277.9000000000001</c:v>
                </c:pt>
                <c:pt idx="12780">
                  <c:v>1278</c:v>
                </c:pt>
                <c:pt idx="12781">
                  <c:v>1278.0999999999999</c:v>
                </c:pt>
                <c:pt idx="12782">
                  <c:v>1278.2</c:v>
                </c:pt>
                <c:pt idx="12783">
                  <c:v>1278.3</c:v>
                </c:pt>
                <c:pt idx="12784">
                  <c:v>1278.4000000000001</c:v>
                </c:pt>
                <c:pt idx="12785">
                  <c:v>1278.5</c:v>
                </c:pt>
                <c:pt idx="12786">
                  <c:v>1278.5999999999999</c:v>
                </c:pt>
                <c:pt idx="12787">
                  <c:v>1278.7</c:v>
                </c:pt>
                <c:pt idx="12788">
                  <c:v>1278.8</c:v>
                </c:pt>
                <c:pt idx="12789">
                  <c:v>1278.9000000000001</c:v>
                </c:pt>
                <c:pt idx="12790">
                  <c:v>1279</c:v>
                </c:pt>
                <c:pt idx="12791">
                  <c:v>1279.0999999999999</c:v>
                </c:pt>
                <c:pt idx="12792">
                  <c:v>1279.2</c:v>
                </c:pt>
                <c:pt idx="12793">
                  <c:v>1279.3</c:v>
                </c:pt>
                <c:pt idx="12794">
                  <c:v>1279.4000000000001</c:v>
                </c:pt>
                <c:pt idx="12795">
                  <c:v>1279.5</c:v>
                </c:pt>
                <c:pt idx="12796">
                  <c:v>1279.5999999999999</c:v>
                </c:pt>
                <c:pt idx="12797">
                  <c:v>1279.7</c:v>
                </c:pt>
                <c:pt idx="12798">
                  <c:v>1279.8</c:v>
                </c:pt>
                <c:pt idx="12799">
                  <c:v>1279.9000000000001</c:v>
                </c:pt>
                <c:pt idx="12800">
                  <c:v>1280</c:v>
                </c:pt>
                <c:pt idx="12801">
                  <c:v>1280.0999999999999</c:v>
                </c:pt>
                <c:pt idx="12802">
                  <c:v>1280.2</c:v>
                </c:pt>
                <c:pt idx="12803">
                  <c:v>1280.3</c:v>
                </c:pt>
                <c:pt idx="12804">
                  <c:v>1280.4000000000001</c:v>
                </c:pt>
                <c:pt idx="12805">
                  <c:v>1280.5</c:v>
                </c:pt>
                <c:pt idx="12806">
                  <c:v>1280.5999999999999</c:v>
                </c:pt>
                <c:pt idx="12807">
                  <c:v>1280.7</c:v>
                </c:pt>
                <c:pt idx="12808">
                  <c:v>1280.8</c:v>
                </c:pt>
                <c:pt idx="12809">
                  <c:v>1280.9000000000001</c:v>
                </c:pt>
                <c:pt idx="12810">
                  <c:v>1281</c:v>
                </c:pt>
                <c:pt idx="12811">
                  <c:v>1281.0999999999999</c:v>
                </c:pt>
                <c:pt idx="12812">
                  <c:v>1281.2</c:v>
                </c:pt>
                <c:pt idx="12813">
                  <c:v>1281.3</c:v>
                </c:pt>
                <c:pt idx="12814">
                  <c:v>1281.4000000000001</c:v>
                </c:pt>
                <c:pt idx="12815">
                  <c:v>1281.5</c:v>
                </c:pt>
                <c:pt idx="12816">
                  <c:v>1281.5999999999999</c:v>
                </c:pt>
                <c:pt idx="12817">
                  <c:v>1281.7</c:v>
                </c:pt>
                <c:pt idx="12818">
                  <c:v>1281.8</c:v>
                </c:pt>
                <c:pt idx="12819">
                  <c:v>1281.9000000000001</c:v>
                </c:pt>
                <c:pt idx="12820">
                  <c:v>1282</c:v>
                </c:pt>
                <c:pt idx="12821">
                  <c:v>1282.0999999999999</c:v>
                </c:pt>
                <c:pt idx="12822">
                  <c:v>1282.2</c:v>
                </c:pt>
                <c:pt idx="12823">
                  <c:v>1282.3</c:v>
                </c:pt>
                <c:pt idx="12824">
                  <c:v>1282.4000000000001</c:v>
                </c:pt>
                <c:pt idx="12825">
                  <c:v>1282.5</c:v>
                </c:pt>
                <c:pt idx="12826">
                  <c:v>1282.5999999999999</c:v>
                </c:pt>
                <c:pt idx="12827">
                  <c:v>1282.7</c:v>
                </c:pt>
                <c:pt idx="12828">
                  <c:v>1282.8</c:v>
                </c:pt>
                <c:pt idx="12829">
                  <c:v>1282.9000000000001</c:v>
                </c:pt>
                <c:pt idx="12830">
                  <c:v>1283</c:v>
                </c:pt>
                <c:pt idx="12831">
                  <c:v>1283.0999999999999</c:v>
                </c:pt>
                <c:pt idx="12832">
                  <c:v>1283.2</c:v>
                </c:pt>
                <c:pt idx="12833">
                  <c:v>1283.3</c:v>
                </c:pt>
                <c:pt idx="12834">
                  <c:v>1283.4000000000001</c:v>
                </c:pt>
                <c:pt idx="12835">
                  <c:v>1283.5</c:v>
                </c:pt>
                <c:pt idx="12836">
                  <c:v>1283.5999999999999</c:v>
                </c:pt>
                <c:pt idx="12837">
                  <c:v>1283.7</c:v>
                </c:pt>
                <c:pt idx="12838">
                  <c:v>1283.8</c:v>
                </c:pt>
                <c:pt idx="12839">
                  <c:v>1283.9000000000001</c:v>
                </c:pt>
                <c:pt idx="12840">
                  <c:v>1284</c:v>
                </c:pt>
                <c:pt idx="12841">
                  <c:v>1284.0999999999999</c:v>
                </c:pt>
                <c:pt idx="12842">
                  <c:v>1284.2</c:v>
                </c:pt>
                <c:pt idx="12843">
                  <c:v>1284.3</c:v>
                </c:pt>
                <c:pt idx="12844">
                  <c:v>1284.4000000000001</c:v>
                </c:pt>
                <c:pt idx="12845">
                  <c:v>1284.5</c:v>
                </c:pt>
                <c:pt idx="12846">
                  <c:v>1284.5999999999999</c:v>
                </c:pt>
                <c:pt idx="12847">
                  <c:v>1284.7</c:v>
                </c:pt>
                <c:pt idx="12848">
                  <c:v>1284.8</c:v>
                </c:pt>
                <c:pt idx="12849">
                  <c:v>1284.9000000000001</c:v>
                </c:pt>
                <c:pt idx="12850">
                  <c:v>1285</c:v>
                </c:pt>
                <c:pt idx="12851">
                  <c:v>1285.0999999999999</c:v>
                </c:pt>
                <c:pt idx="12852">
                  <c:v>1285.2</c:v>
                </c:pt>
                <c:pt idx="12853">
                  <c:v>1285.3</c:v>
                </c:pt>
                <c:pt idx="12854">
                  <c:v>1285.4000000000001</c:v>
                </c:pt>
                <c:pt idx="12855">
                  <c:v>1285.5</c:v>
                </c:pt>
                <c:pt idx="12856">
                  <c:v>1285.5999999999999</c:v>
                </c:pt>
                <c:pt idx="12857">
                  <c:v>1285.7</c:v>
                </c:pt>
                <c:pt idx="12858">
                  <c:v>1285.8</c:v>
                </c:pt>
                <c:pt idx="12859">
                  <c:v>1285.9000000000001</c:v>
                </c:pt>
                <c:pt idx="12860">
                  <c:v>1286</c:v>
                </c:pt>
                <c:pt idx="12861">
                  <c:v>1286.0999999999999</c:v>
                </c:pt>
                <c:pt idx="12862">
                  <c:v>1286.2</c:v>
                </c:pt>
                <c:pt idx="12863">
                  <c:v>1286.3</c:v>
                </c:pt>
                <c:pt idx="12864">
                  <c:v>1286.4000000000001</c:v>
                </c:pt>
                <c:pt idx="12865">
                  <c:v>1286.5</c:v>
                </c:pt>
                <c:pt idx="12866">
                  <c:v>1286.5999999999999</c:v>
                </c:pt>
                <c:pt idx="12867">
                  <c:v>1286.7</c:v>
                </c:pt>
                <c:pt idx="12868">
                  <c:v>1286.8</c:v>
                </c:pt>
                <c:pt idx="12869">
                  <c:v>1286.9000000000001</c:v>
                </c:pt>
                <c:pt idx="12870">
                  <c:v>1287</c:v>
                </c:pt>
                <c:pt idx="12871">
                  <c:v>1287.0999999999999</c:v>
                </c:pt>
                <c:pt idx="12872">
                  <c:v>1287.2</c:v>
                </c:pt>
                <c:pt idx="12873">
                  <c:v>1287.3</c:v>
                </c:pt>
                <c:pt idx="12874">
                  <c:v>1287.4000000000001</c:v>
                </c:pt>
                <c:pt idx="12875">
                  <c:v>1287.5</c:v>
                </c:pt>
                <c:pt idx="12876">
                  <c:v>1287.5999999999999</c:v>
                </c:pt>
                <c:pt idx="12877">
                  <c:v>1287.7</c:v>
                </c:pt>
                <c:pt idx="12878">
                  <c:v>1287.8</c:v>
                </c:pt>
                <c:pt idx="12879">
                  <c:v>1287.9000000000001</c:v>
                </c:pt>
                <c:pt idx="12880">
                  <c:v>1288</c:v>
                </c:pt>
                <c:pt idx="12881">
                  <c:v>1288.0999999999999</c:v>
                </c:pt>
                <c:pt idx="12882">
                  <c:v>1288.2</c:v>
                </c:pt>
                <c:pt idx="12883">
                  <c:v>1288.3</c:v>
                </c:pt>
                <c:pt idx="12884">
                  <c:v>1288.4000000000001</c:v>
                </c:pt>
                <c:pt idx="12885">
                  <c:v>1288.5</c:v>
                </c:pt>
                <c:pt idx="12886">
                  <c:v>1288.5999999999999</c:v>
                </c:pt>
                <c:pt idx="12887">
                  <c:v>1288.7</c:v>
                </c:pt>
                <c:pt idx="12888">
                  <c:v>1288.8</c:v>
                </c:pt>
                <c:pt idx="12889">
                  <c:v>1288.9000000000001</c:v>
                </c:pt>
                <c:pt idx="12890">
                  <c:v>1289</c:v>
                </c:pt>
                <c:pt idx="12891">
                  <c:v>1289.0999999999999</c:v>
                </c:pt>
                <c:pt idx="12892">
                  <c:v>1289.2</c:v>
                </c:pt>
                <c:pt idx="12893">
                  <c:v>1289.3</c:v>
                </c:pt>
                <c:pt idx="12894">
                  <c:v>1289.4000000000001</c:v>
                </c:pt>
                <c:pt idx="12895">
                  <c:v>1289.5</c:v>
                </c:pt>
                <c:pt idx="12896">
                  <c:v>1289.5999999999999</c:v>
                </c:pt>
                <c:pt idx="12897">
                  <c:v>1289.7</c:v>
                </c:pt>
                <c:pt idx="12898">
                  <c:v>1289.8</c:v>
                </c:pt>
                <c:pt idx="12899">
                  <c:v>1289.9000000000001</c:v>
                </c:pt>
                <c:pt idx="12900">
                  <c:v>1290</c:v>
                </c:pt>
                <c:pt idx="12901">
                  <c:v>1290.0999999999999</c:v>
                </c:pt>
                <c:pt idx="12902">
                  <c:v>1290.2</c:v>
                </c:pt>
                <c:pt idx="12903">
                  <c:v>1290.3</c:v>
                </c:pt>
                <c:pt idx="12904">
                  <c:v>1290.4000000000001</c:v>
                </c:pt>
                <c:pt idx="12905">
                  <c:v>1290.5</c:v>
                </c:pt>
                <c:pt idx="12906">
                  <c:v>1290.5999999999999</c:v>
                </c:pt>
                <c:pt idx="12907">
                  <c:v>1290.7</c:v>
                </c:pt>
                <c:pt idx="12908">
                  <c:v>1290.8</c:v>
                </c:pt>
                <c:pt idx="12909">
                  <c:v>1290.9000000000001</c:v>
                </c:pt>
                <c:pt idx="12910">
                  <c:v>1291</c:v>
                </c:pt>
                <c:pt idx="12911">
                  <c:v>1291.0999999999999</c:v>
                </c:pt>
                <c:pt idx="12912">
                  <c:v>1291.2</c:v>
                </c:pt>
                <c:pt idx="12913">
                  <c:v>1291.3</c:v>
                </c:pt>
                <c:pt idx="12914">
                  <c:v>1291.4000000000001</c:v>
                </c:pt>
                <c:pt idx="12915">
                  <c:v>1291.5</c:v>
                </c:pt>
                <c:pt idx="12916">
                  <c:v>1291.5999999999999</c:v>
                </c:pt>
                <c:pt idx="12917">
                  <c:v>1291.7</c:v>
                </c:pt>
                <c:pt idx="12918">
                  <c:v>1291.8</c:v>
                </c:pt>
                <c:pt idx="12919">
                  <c:v>1291.9000000000001</c:v>
                </c:pt>
                <c:pt idx="12920">
                  <c:v>1292</c:v>
                </c:pt>
                <c:pt idx="12921">
                  <c:v>1292.0999999999999</c:v>
                </c:pt>
                <c:pt idx="12922">
                  <c:v>1292.2</c:v>
                </c:pt>
                <c:pt idx="12923">
                  <c:v>1292.3</c:v>
                </c:pt>
                <c:pt idx="12924">
                  <c:v>1292.4000000000001</c:v>
                </c:pt>
                <c:pt idx="12925">
                  <c:v>1292.5</c:v>
                </c:pt>
                <c:pt idx="12926">
                  <c:v>1292.5999999999999</c:v>
                </c:pt>
                <c:pt idx="12927">
                  <c:v>1292.7</c:v>
                </c:pt>
                <c:pt idx="12928">
                  <c:v>1292.8</c:v>
                </c:pt>
                <c:pt idx="12929">
                  <c:v>1292.9000000000001</c:v>
                </c:pt>
                <c:pt idx="12930">
                  <c:v>1293</c:v>
                </c:pt>
                <c:pt idx="12931">
                  <c:v>1293.0999999999999</c:v>
                </c:pt>
                <c:pt idx="12932">
                  <c:v>1293.2</c:v>
                </c:pt>
                <c:pt idx="12933">
                  <c:v>1293.3</c:v>
                </c:pt>
                <c:pt idx="12934">
                  <c:v>1293.4000000000001</c:v>
                </c:pt>
                <c:pt idx="12935">
                  <c:v>1293.5</c:v>
                </c:pt>
                <c:pt idx="12936">
                  <c:v>1293.5999999999999</c:v>
                </c:pt>
                <c:pt idx="12937">
                  <c:v>1293.7</c:v>
                </c:pt>
                <c:pt idx="12938">
                  <c:v>1293.8</c:v>
                </c:pt>
                <c:pt idx="12939">
                  <c:v>1293.9000000000001</c:v>
                </c:pt>
                <c:pt idx="12940">
                  <c:v>1294</c:v>
                </c:pt>
                <c:pt idx="12941">
                  <c:v>1294.0999999999999</c:v>
                </c:pt>
                <c:pt idx="12942">
                  <c:v>1294.2</c:v>
                </c:pt>
                <c:pt idx="12943">
                  <c:v>1294.3</c:v>
                </c:pt>
                <c:pt idx="12944">
                  <c:v>1294.4000000000001</c:v>
                </c:pt>
                <c:pt idx="12945">
                  <c:v>1294.5</c:v>
                </c:pt>
                <c:pt idx="12946">
                  <c:v>1294.5999999999999</c:v>
                </c:pt>
                <c:pt idx="12947">
                  <c:v>1294.7</c:v>
                </c:pt>
                <c:pt idx="12948">
                  <c:v>1294.8</c:v>
                </c:pt>
                <c:pt idx="12949">
                  <c:v>1294.9000000000001</c:v>
                </c:pt>
                <c:pt idx="12950">
                  <c:v>1295</c:v>
                </c:pt>
                <c:pt idx="12951">
                  <c:v>1295.0999999999999</c:v>
                </c:pt>
                <c:pt idx="12952">
                  <c:v>1295.2</c:v>
                </c:pt>
                <c:pt idx="12953">
                  <c:v>1295.3</c:v>
                </c:pt>
                <c:pt idx="12954">
                  <c:v>1295.4000000000001</c:v>
                </c:pt>
                <c:pt idx="12955">
                  <c:v>1295.5</c:v>
                </c:pt>
                <c:pt idx="12956">
                  <c:v>1295.5999999999999</c:v>
                </c:pt>
                <c:pt idx="12957">
                  <c:v>1295.7</c:v>
                </c:pt>
                <c:pt idx="12958">
                  <c:v>1295.8</c:v>
                </c:pt>
                <c:pt idx="12959">
                  <c:v>1295.9000000000001</c:v>
                </c:pt>
                <c:pt idx="12960">
                  <c:v>1296</c:v>
                </c:pt>
                <c:pt idx="12961">
                  <c:v>1296.0999999999999</c:v>
                </c:pt>
                <c:pt idx="12962">
                  <c:v>1296.2</c:v>
                </c:pt>
                <c:pt idx="12963">
                  <c:v>1296.3</c:v>
                </c:pt>
                <c:pt idx="12964">
                  <c:v>1296.4000000000001</c:v>
                </c:pt>
                <c:pt idx="12965">
                  <c:v>1296.5</c:v>
                </c:pt>
                <c:pt idx="12966">
                  <c:v>1296.5999999999999</c:v>
                </c:pt>
                <c:pt idx="12967">
                  <c:v>1296.7</c:v>
                </c:pt>
                <c:pt idx="12968">
                  <c:v>1296.8</c:v>
                </c:pt>
                <c:pt idx="12969">
                  <c:v>1296.9000000000001</c:v>
                </c:pt>
                <c:pt idx="12970">
                  <c:v>1297</c:v>
                </c:pt>
                <c:pt idx="12971">
                  <c:v>1297.0999999999999</c:v>
                </c:pt>
                <c:pt idx="12972">
                  <c:v>1297.2</c:v>
                </c:pt>
                <c:pt idx="12973">
                  <c:v>1297.3</c:v>
                </c:pt>
                <c:pt idx="12974">
                  <c:v>1297.4000000000001</c:v>
                </c:pt>
                <c:pt idx="12975">
                  <c:v>1297.5</c:v>
                </c:pt>
                <c:pt idx="12976">
                  <c:v>1297.5999999999999</c:v>
                </c:pt>
                <c:pt idx="12977">
                  <c:v>1297.7</c:v>
                </c:pt>
                <c:pt idx="12978">
                  <c:v>1297.8</c:v>
                </c:pt>
                <c:pt idx="12979">
                  <c:v>1297.9000000000001</c:v>
                </c:pt>
                <c:pt idx="12980">
                  <c:v>1298</c:v>
                </c:pt>
                <c:pt idx="12981">
                  <c:v>1298.0999999999999</c:v>
                </c:pt>
                <c:pt idx="12982">
                  <c:v>1298.2</c:v>
                </c:pt>
                <c:pt idx="12983">
                  <c:v>1298.3</c:v>
                </c:pt>
                <c:pt idx="12984">
                  <c:v>1298.4000000000001</c:v>
                </c:pt>
                <c:pt idx="12985">
                  <c:v>1298.5</c:v>
                </c:pt>
                <c:pt idx="12986">
                  <c:v>1298.5999999999999</c:v>
                </c:pt>
                <c:pt idx="12987">
                  <c:v>1298.7</c:v>
                </c:pt>
                <c:pt idx="12988">
                  <c:v>1298.8</c:v>
                </c:pt>
                <c:pt idx="12989">
                  <c:v>1298.9000000000001</c:v>
                </c:pt>
                <c:pt idx="12990">
                  <c:v>1299</c:v>
                </c:pt>
                <c:pt idx="12991">
                  <c:v>1299.0999999999999</c:v>
                </c:pt>
                <c:pt idx="12992">
                  <c:v>1299.2</c:v>
                </c:pt>
                <c:pt idx="12993">
                  <c:v>1299.3</c:v>
                </c:pt>
                <c:pt idx="12994">
                  <c:v>1299.4000000000001</c:v>
                </c:pt>
                <c:pt idx="12995">
                  <c:v>1299.5</c:v>
                </c:pt>
                <c:pt idx="12996">
                  <c:v>1299.5999999999999</c:v>
                </c:pt>
                <c:pt idx="12997">
                  <c:v>1299.7</c:v>
                </c:pt>
                <c:pt idx="12998">
                  <c:v>1299.8</c:v>
                </c:pt>
                <c:pt idx="12999">
                  <c:v>1299.9000000000001</c:v>
                </c:pt>
                <c:pt idx="13000">
                  <c:v>1300</c:v>
                </c:pt>
                <c:pt idx="13001">
                  <c:v>1300.0999999999999</c:v>
                </c:pt>
                <c:pt idx="13002">
                  <c:v>1300.2</c:v>
                </c:pt>
                <c:pt idx="13003">
                  <c:v>1300.3</c:v>
                </c:pt>
                <c:pt idx="13004">
                  <c:v>1300.4000000000001</c:v>
                </c:pt>
                <c:pt idx="13005">
                  <c:v>1300.5</c:v>
                </c:pt>
                <c:pt idx="13006">
                  <c:v>1300.5999999999999</c:v>
                </c:pt>
                <c:pt idx="13007">
                  <c:v>1300.7</c:v>
                </c:pt>
                <c:pt idx="13008">
                  <c:v>1300.8</c:v>
                </c:pt>
                <c:pt idx="13009">
                  <c:v>1300.9000000000001</c:v>
                </c:pt>
                <c:pt idx="13010">
                  <c:v>1301</c:v>
                </c:pt>
                <c:pt idx="13011">
                  <c:v>1301.0999999999999</c:v>
                </c:pt>
                <c:pt idx="13012">
                  <c:v>1301.2</c:v>
                </c:pt>
                <c:pt idx="13013">
                  <c:v>1301.3</c:v>
                </c:pt>
                <c:pt idx="13014">
                  <c:v>1301.4000000000001</c:v>
                </c:pt>
                <c:pt idx="13015">
                  <c:v>1301.5</c:v>
                </c:pt>
                <c:pt idx="13016">
                  <c:v>1301.5999999999999</c:v>
                </c:pt>
                <c:pt idx="13017">
                  <c:v>1301.7</c:v>
                </c:pt>
                <c:pt idx="13018">
                  <c:v>1301.8</c:v>
                </c:pt>
                <c:pt idx="13019">
                  <c:v>1301.9000000000001</c:v>
                </c:pt>
                <c:pt idx="13020">
                  <c:v>1302</c:v>
                </c:pt>
                <c:pt idx="13021">
                  <c:v>1302.0999999999999</c:v>
                </c:pt>
                <c:pt idx="13022">
                  <c:v>1302.2</c:v>
                </c:pt>
                <c:pt idx="13023">
                  <c:v>1302.3</c:v>
                </c:pt>
                <c:pt idx="13024">
                  <c:v>1302.4000000000001</c:v>
                </c:pt>
                <c:pt idx="13025">
                  <c:v>1302.5</c:v>
                </c:pt>
                <c:pt idx="13026">
                  <c:v>1302.5999999999999</c:v>
                </c:pt>
                <c:pt idx="13027">
                  <c:v>1302.7</c:v>
                </c:pt>
                <c:pt idx="13028">
                  <c:v>1302.8</c:v>
                </c:pt>
                <c:pt idx="13029">
                  <c:v>1302.9000000000001</c:v>
                </c:pt>
                <c:pt idx="13030">
                  <c:v>1303</c:v>
                </c:pt>
                <c:pt idx="13031">
                  <c:v>1303.0999999999999</c:v>
                </c:pt>
                <c:pt idx="13032">
                  <c:v>1303.2</c:v>
                </c:pt>
                <c:pt idx="13033">
                  <c:v>1303.3</c:v>
                </c:pt>
                <c:pt idx="13034">
                  <c:v>1303.4000000000001</c:v>
                </c:pt>
                <c:pt idx="13035">
                  <c:v>1303.5</c:v>
                </c:pt>
                <c:pt idx="13036">
                  <c:v>1303.5999999999999</c:v>
                </c:pt>
                <c:pt idx="13037">
                  <c:v>1303.7</c:v>
                </c:pt>
                <c:pt idx="13038">
                  <c:v>1303.8</c:v>
                </c:pt>
                <c:pt idx="13039">
                  <c:v>1303.9000000000001</c:v>
                </c:pt>
                <c:pt idx="13040">
                  <c:v>1304</c:v>
                </c:pt>
                <c:pt idx="13041">
                  <c:v>1304.0999999999999</c:v>
                </c:pt>
                <c:pt idx="13042">
                  <c:v>1304.2</c:v>
                </c:pt>
                <c:pt idx="13043">
                  <c:v>1304.3</c:v>
                </c:pt>
                <c:pt idx="13044">
                  <c:v>1304.4000000000001</c:v>
                </c:pt>
                <c:pt idx="13045">
                  <c:v>1304.5</c:v>
                </c:pt>
                <c:pt idx="13046">
                  <c:v>1304.5999999999999</c:v>
                </c:pt>
                <c:pt idx="13047">
                  <c:v>1304.7</c:v>
                </c:pt>
                <c:pt idx="13048">
                  <c:v>1304.8</c:v>
                </c:pt>
                <c:pt idx="13049">
                  <c:v>1304.9000000000001</c:v>
                </c:pt>
                <c:pt idx="13050">
                  <c:v>1305</c:v>
                </c:pt>
                <c:pt idx="13051">
                  <c:v>1305.0999999999999</c:v>
                </c:pt>
                <c:pt idx="13052">
                  <c:v>1305.2</c:v>
                </c:pt>
                <c:pt idx="13053">
                  <c:v>1305.3</c:v>
                </c:pt>
                <c:pt idx="13054">
                  <c:v>1305.4000000000001</c:v>
                </c:pt>
                <c:pt idx="13055">
                  <c:v>1305.5</c:v>
                </c:pt>
                <c:pt idx="13056">
                  <c:v>1305.5999999999999</c:v>
                </c:pt>
                <c:pt idx="13057">
                  <c:v>1305.7</c:v>
                </c:pt>
                <c:pt idx="13058">
                  <c:v>1305.8</c:v>
                </c:pt>
                <c:pt idx="13059">
                  <c:v>1305.9000000000001</c:v>
                </c:pt>
                <c:pt idx="13060">
                  <c:v>1306</c:v>
                </c:pt>
                <c:pt idx="13061">
                  <c:v>1306.0999999999999</c:v>
                </c:pt>
                <c:pt idx="13062">
                  <c:v>1306.2</c:v>
                </c:pt>
                <c:pt idx="13063">
                  <c:v>1306.3</c:v>
                </c:pt>
                <c:pt idx="13064">
                  <c:v>1306.4000000000001</c:v>
                </c:pt>
                <c:pt idx="13065">
                  <c:v>1306.5</c:v>
                </c:pt>
                <c:pt idx="13066">
                  <c:v>1306.5999999999999</c:v>
                </c:pt>
                <c:pt idx="13067">
                  <c:v>1306.7</c:v>
                </c:pt>
                <c:pt idx="13068">
                  <c:v>1306.8</c:v>
                </c:pt>
                <c:pt idx="13069">
                  <c:v>1306.9000000000001</c:v>
                </c:pt>
                <c:pt idx="13070">
                  <c:v>1307</c:v>
                </c:pt>
                <c:pt idx="13071">
                  <c:v>1307.0999999999999</c:v>
                </c:pt>
                <c:pt idx="13072">
                  <c:v>1307.2</c:v>
                </c:pt>
                <c:pt idx="13073">
                  <c:v>1307.3</c:v>
                </c:pt>
                <c:pt idx="13074">
                  <c:v>1307.4000000000001</c:v>
                </c:pt>
                <c:pt idx="13075">
                  <c:v>1307.5</c:v>
                </c:pt>
                <c:pt idx="13076">
                  <c:v>1307.5999999999999</c:v>
                </c:pt>
                <c:pt idx="13077">
                  <c:v>1307.7</c:v>
                </c:pt>
                <c:pt idx="13078">
                  <c:v>1307.8</c:v>
                </c:pt>
                <c:pt idx="13079">
                  <c:v>1307.9000000000001</c:v>
                </c:pt>
                <c:pt idx="13080">
                  <c:v>1308</c:v>
                </c:pt>
                <c:pt idx="13081">
                  <c:v>1308.0999999999999</c:v>
                </c:pt>
                <c:pt idx="13082">
                  <c:v>1308.2</c:v>
                </c:pt>
                <c:pt idx="13083">
                  <c:v>1308.3</c:v>
                </c:pt>
                <c:pt idx="13084">
                  <c:v>1308.4000000000001</c:v>
                </c:pt>
                <c:pt idx="13085">
                  <c:v>1308.5</c:v>
                </c:pt>
                <c:pt idx="13086">
                  <c:v>1308.5999999999999</c:v>
                </c:pt>
                <c:pt idx="13087">
                  <c:v>1308.7</c:v>
                </c:pt>
                <c:pt idx="13088">
                  <c:v>1308.8</c:v>
                </c:pt>
                <c:pt idx="13089">
                  <c:v>1308.9000000000001</c:v>
                </c:pt>
                <c:pt idx="13090">
                  <c:v>1309</c:v>
                </c:pt>
                <c:pt idx="13091">
                  <c:v>1309.0999999999999</c:v>
                </c:pt>
                <c:pt idx="13092">
                  <c:v>1309.2</c:v>
                </c:pt>
                <c:pt idx="13093">
                  <c:v>1309.3</c:v>
                </c:pt>
                <c:pt idx="13094">
                  <c:v>1309.4000000000001</c:v>
                </c:pt>
                <c:pt idx="13095">
                  <c:v>1309.5</c:v>
                </c:pt>
                <c:pt idx="13096">
                  <c:v>1309.5999999999999</c:v>
                </c:pt>
                <c:pt idx="13097">
                  <c:v>1309.7</c:v>
                </c:pt>
                <c:pt idx="13098">
                  <c:v>1309.8</c:v>
                </c:pt>
                <c:pt idx="13099">
                  <c:v>1309.9000000000001</c:v>
                </c:pt>
                <c:pt idx="13100">
                  <c:v>1310</c:v>
                </c:pt>
                <c:pt idx="13101">
                  <c:v>1310.0999999999999</c:v>
                </c:pt>
                <c:pt idx="13102">
                  <c:v>1310.2</c:v>
                </c:pt>
                <c:pt idx="13103">
                  <c:v>1310.3</c:v>
                </c:pt>
                <c:pt idx="13104">
                  <c:v>1310.4000000000001</c:v>
                </c:pt>
                <c:pt idx="13105">
                  <c:v>1310.5</c:v>
                </c:pt>
                <c:pt idx="13106">
                  <c:v>1310.5999999999999</c:v>
                </c:pt>
                <c:pt idx="13107">
                  <c:v>1310.7</c:v>
                </c:pt>
                <c:pt idx="13108">
                  <c:v>1310.8</c:v>
                </c:pt>
                <c:pt idx="13109">
                  <c:v>1310.9</c:v>
                </c:pt>
                <c:pt idx="13110">
                  <c:v>1311</c:v>
                </c:pt>
                <c:pt idx="13111">
                  <c:v>1311.1</c:v>
                </c:pt>
                <c:pt idx="13112">
                  <c:v>1311.2</c:v>
                </c:pt>
                <c:pt idx="13113">
                  <c:v>1311.3</c:v>
                </c:pt>
                <c:pt idx="13114">
                  <c:v>1311.4</c:v>
                </c:pt>
                <c:pt idx="13115">
                  <c:v>1311.5</c:v>
                </c:pt>
                <c:pt idx="13116">
                  <c:v>1311.6</c:v>
                </c:pt>
                <c:pt idx="13117">
                  <c:v>1311.7</c:v>
                </c:pt>
                <c:pt idx="13118">
                  <c:v>1311.8</c:v>
                </c:pt>
                <c:pt idx="13119">
                  <c:v>1311.9</c:v>
                </c:pt>
                <c:pt idx="13120">
                  <c:v>1312</c:v>
                </c:pt>
                <c:pt idx="13121">
                  <c:v>1312.1</c:v>
                </c:pt>
                <c:pt idx="13122">
                  <c:v>1312.2</c:v>
                </c:pt>
                <c:pt idx="13123">
                  <c:v>1312.3</c:v>
                </c:pt>
                <c:pt idx="13124">
                  <c:v>1312.4</c:v>
                </c:pt>
                <c:pt idx="13125">
                  <c:v>1312.5</c:v>
                </c:pt>
                <c:pt idx="13126">
                  <c:v>1312.6</c:v>
                </c:pt>
                <c:pt idx="13127">
                  <c:v>1312.7</c:v>
                </c:pt>
                <c:pt idx="13128">
                  <c:v>1312.8</c:v>
                </c:pt>
                <c:pt idx="13129">
                  <c:v>1312.9</c:v>
                </c:pt>
                <c:pt idx="13130">
                  <c:v>1313</c:v>
                </c:pt>
                <c:pt idx="13131">
                  <c:v>1313.1</c:v>
                </c:pt>
                <c:pt idx="13132">
                  <c:v>1313.2</c:v>
                </c:pt>
                <c:pt idx="13133">
                  <c:v>1313.3</c:v>
                </c:pt>
                <c:pt idx="13134">
                  <c:v>1313.4</c:v>
                </c:pt>
                <c:pt idx="13135">
                  <c:v>1313.5</c:v>
                </c:pt>
                <c:pt idx="13136">
                  <c:v>1313.6</c:v>
                </c:pt>
                <c:pt idx="13137">
                  <c:v>1313.7</c:v>
                </c:pt>
                <c:pt idx="13138">
                  <c:v>1313.8</c:v>
                </c:pt>
                <c:pt idx="13139">
                  <c:v>1313.9</c:v>
                </c:pt>
                <c:pt idx="13140">
                  <c:v>1314</c:v>
                </c:pt>
                <c:pt idx="13141">
                  <c:v>1314.1</c:v>
                </c:pt>
                <c:pt idx="13142">
                  <c:v>1314.2</c:v>
                </c:pt>
                <c:pt idx="13143">
                  <c:v>1314.3</c:v>
                </c:pt>
                <c:pt idx="13144">
                  <c:v>1314.4</c:v>
                </c:pt>
                <c:pt idx="13145">
                  <c:v>1314.5</c:v>
                </c:pt>
                <c:pt idx="13146">
                  <c:v>1314.6</c:v>
                </c:pt>
                <c:pt idx="13147">
                  <c:v>1314.7</c:v>
                </c:pt>
                <c:pt idx="13148">
                  <c:v>1314.8</c:v>
                </c:pt>
                <c:pt idx="13149">
                  <c:v>1314.9</c:v>
                </c:pt>
                <c:pt idx="13150">
                  <c:v>1315</c:v>
                </c:pt>
                <c:pt idx="13151">
                  <c:v>1315.1</c:v>
                </c:pt>
                <c:pt idx="13152">
                  <c:v>1315.2</c:v>
                </c:pt>
                <c:pt idx="13153">
                  <c:v>1315.3</c:v>
                </c:pt>
                <c:pt idx="13154">
                  <c:v>1315.4</c:v>
                </c:pt>
                <c:pt idx="13155">
                  <c:v>1315.5</c:v>
                </c:pt>
                <c:pt idx="13156">
                  <c:v>1315.6</c:v>
                </c:pt>
                <c:pt idx="13157">
                  <c:v>1315.7</c:v>
                </c:pt>
                <c:pt idx="13158">
                  <c:v>1315.8</c:v>
                </c:pt>
                <c:pt idx="13159">
                  <c:v>1315.9</c:v>
                </c:pt>
                <c:pt idx="13160">
                  <c:v>1316</c:v>
                </c:pt>
                <c:pt idx="13161">
                  <c:v>1316.1</c:v>
                </c:pt>
                <c:pt idx="13162">
                  <c:v>1316.2</c:v>
                </c:pt>
                <c:pt idx="13163">
                  <c:v>1316.3</c:v>
                </c:pt>
                <c:pt idx="13164">
                  <c:v>1316.4</c:v>
                </c:pt>
                <c:pt idx="13165">
                  <c:v>1316.5</c:v>
                </c:pt>
                <c:pt idx="13166">
                  <c:v>1316.6</c:v>
                </c:pt>
                <c:pt idx="13167">
                  <c:v>1316.7</c:v>
                </c:pt>
                <c:pt idx="13168">
                  <c:v>1316.8</c:v>
                </c:pt>
                <c:pt idx="13169">
                  <c:v>1316.9</c:v>
                </c:pt>
                <c:pt idx="13170">
                  <c:v>1317</c:v>
                </c:pt>
                <c:pt idx="13171">
                  <c:v>1317.1</c:v>
                </c:pt>
                <c:pt idx="13172">
                  <c:v>1317.2</c:v>
                </c:pt>
                <c:pt idx="13173">
                  <c:v>1317.3</c:v>
                </c:pt>
                <c:pt idx="13174">
                  <c:v>1317.4</c:v>
                </c:pt>
                <c:pt idx="13175">
                  <c:v>1317.5</c:v>
                </c:pt>
                <c:pt idx="13176">
                  <c:v>1317.6</c:v>
                </c:pt>
                <c:pt idx="13177">
                  <c:v>1317.7</c:v>
                </c:pt>
                <c:pt idx="13178">
                  <c:v>1317.8</c:v>
                </c:pt>
                <c:pt idx="13179">
                  <c:v>1317.9</c:v>
                </c:pt>
                <c:pt idx="13180">
                  <c:v>1318</c:v>
                </c:pt>
                <c:pt idx="13181">
                  <c:v>1318.1</c:v>
                </c:pt>
                <c:pt idx="13182">
                  <c:v>1318.2</c:v>
                </c:pt>
                <c:pt idx="13183">
                  <c:v>1318.3</c:v>
                </c:pt>
                <c:pt idx="13184">
                  <c:v>1318.4</c:v>
                </c:pt>
                <c:pt idx="13185">
                  <c:v>1318.5</c:v>
                </c:pt>
                <c:pt idx="13186">
                  <c:v>1318.6</c:v>
                </c:pt>
                <c:pt idx="13187">
                  <c:v>1318.7</c:v>
                </c:pt>
                <c:pt idx="13188">
                  <c:v>1318.8</c:v>
                </c:pt>
                <c:pt idx="13189">
                  <c:v>1318.9</c:v>
                </c:pt>
                <c:pt idx="13190">
                  <c:v>1319</c:v>
                </c:pt>
                <c:pt idx="13191">
                  <c:v>1319.1</c:v>
                </c:pt>
                <c:pt idx="13192">
                  <c:v>1319.2</c:v>
                </c:pt>
                <c:pt idx="13193">
                  <c:v>1319.3</c:v>
                </c:pt>
                <c:pt idx="13194">
                  <c:v>1319.4</c:v>
                </c:pt>
                <c:pt idx="13195">
                  <c:v>1319.5</c:v>
                </c:pt>
                <c:pt idx="13196">
                  <c:v>1319.6</c:v>
                </c:pt>
                <c:pt idx="13197">
                  <c:v>1319.7</c:v>
                </c:pt>
                <c:pt idx="13198">
                  <c:v>1319.8</c:v>
                </c:pt>
                <c:pt idx="13199">
                  <c:v>1319.9</c:v>
                </c:pt>
                <c:pt idx="13200">
                  <c:v>1320</c:v>
                </c:pt>
                <c:pt idx="13201">
                  <c:v>1320.1</c:v>
                </c:pt>
                <c:pt idx="13202">
                  <c:v>1320.2</c:v>
                </c:pt>
                <c:pt idx="13203">
                  <c:v>1320.3</c:v>
                </c:pt>
                <c:pt idx="13204">
                  <c:v>1320.4</c:v>
                </c:pt>
                <c:pt idx="13205">
                  <c:v>1320.5</c:v>
                </c:pt>
                <c:pt idx="13206">
                  <c:v>1320.6</c:v>
                </c:pt>
                <c:pt idx="13207">
                  <c:v>1320.7</c:v>
                </c:pt>
                <c:pt idx="13208">
                  <c:v>1320.8</c:v>
                </c:pt>
                <c:pt idx="13209">
                  <c:v>1320.9</c:v>
                </c:pt>
                <c:pt idx="13210">
                  <c:v>1321</c:v>
                </c:pt>
                <c:pt idx="13211">
                  <c:v>1321.1</c:v>
                </c:pt>
                <c:pt idx="13212">
                  <c:v>1321.2</c:v>
                </c:pt>
                <c:pt idx="13213">
                  <c:v>1321.3</c:v>
                </c:pt>
                <c:pt idx="13214">
                  <c:v>1321.4</c:v>
                </c:pt>
                <c:pt idx="13215">
                  <c:v>1321.5</c:v>
                </c:pt>
                <c:pt idx="13216">
                  <c:v>1321.6</c:v>
                </c:pt>
                <c:pt idx="13217">
                  <c:v>1321.7</c:v>
                </c:pt>
                <c:pt idx="13218">
                  <c:v>1321.8</c:v>
                </c:pt>
                <c:pt idx="13219">
                  <c:v>1321.9</c:v>
                </c:pt>
                <c:pt idx="13220">
                  <c:v>1322</c:v>
                </c:pt>
                <c:pt idx="13221">
                  <c:v>1322.1</c:v>
                </c:pt>
                <c:pt idx="13222">
                  <c:v>1322.2</c:v>
                </c:pt>
                <c:pt idx="13223">
                  <c:v>1322.3</c:v>
                </c:pt>
                <c:pt idx="13224">
                  <c:v>1322.4</c:v>
                </c:pt>
                <c:pt idx="13225">
                  <c:v>1322.5</c:v>
                </c:pt>
                <c:pt idx="13226">
                  <c:v>1322.6</c:v>
                </c:pt>
                <c:pt idx="13227">
                  <c:v>1322.7</c:v>
                </c:pt>
                <c:pt idx="13228">
                  <c:v>1322.8</c:v>
                </c:pt>
                <c:pt idx="13229">
                  <c:v>1322.9</c:v>
                </c:pt>
                <c:pt idx="13230">
                  <c:v>1323</c:v>
                </c:pt>
                <c:pt idx="13231">
                  <c:v>1323.1</c:v>
                </c:pt>
                <c:pt idx="13232">
                  <c:v>1323.2</c:v>
                </c:pt>
                <c:pt idx="13233">
                  <c:v>1323.3</c:v>
                </c:pt>
                <c:pt idx="13234">
                  <c:v>1323.4</c:v>
                </c:pt>
                <c:pt idx="13235">
                  <c:v>1323.5</c:v>
                </c:pt>
                <c:pt idx="13236">
                  <c:v>1323.6</c:v>
                </c:pt>
                <c:pt idx="13237">
                  <c:v>1323.7</c:v>
                </c:pt>
                <c:pt idx="13238">
                  <c:v>1323.8</c:v>
                </c:pt>
                <c:pt idx="13239">
                  <c:v>1323.9</c:v>
                </c:pt>
                <c:pt idx="13240">
                  <c:v>1324</c:v>
                </c:pt>
                <c:pt idx="13241">
                  <c:v>1324.1</c:v>
                </c:pt>
                <c:pt idx="13242">
                  <c:v>1324.2</c:v>
                </c:pt>
                <c:pt idx="13243">
                  <c:v>1324.3</c:v>
                </c:pt>
                <c:pt idx="13244">
                  <c:v>1324.4</c:v>
                </c:pt>
                <c:pt idx="13245">
                  <c:v>1324.5</c:v>
                </c:pt>
                <c:pt idx="13246">
                  <c:v>1324.6</c:v>
                </c:pt>
                <c:pt idx="13247">
                  <c:v>1324.7</c:v>
                </c:pt>
                <c:pt idx="13248">
                  <c:v>1324.8</c:v>
                </c:pt>
                <c:pt idx="13249">
                  <c:v>1324.9</c:v>
                </c:pt>
                <c:pt idx="13250">
                  <c:v>1325</c:v>
                </c:pt>
                <c:pt idx="13251">
                  <c:v>1325.1</c:v>
                </c:pt>
                <c:pt idx="13252">
                  <c:v>1325.2</c:v>
                </c:pt>
                <c:pt idx="13253">
                  <c:v>1325.3</c:v>
                </c:pt>
                <c:pt idx="13254">
                  <c:v>1325.4</c:v>
                </c:pt>
                <c:pt idx="13255">
                  <c:v>1325.5</c:v>
                </c:pt>
                <c:pt idx="13256">
                  <c:v>1325.6</c:v>
                </c:pt>
                <c:pt idx="13257">
                  <c:v>1325.7</c:v>
                </c:pt>
                <c:pt idx="13258">
                  <c:v>1325.8</c:v>
                </c:pt>
                <c:pt idx="13259">
                  <c:v>1325.9</c:v>
                </c:pt>
                <c:pt idx="13260">
                  <c:v>1326</c:v>
                </c:pt>
                <c:pt idx="13261">
                  <c:v>1326.1</c:v>
                </c:pt>
                <c:pt idx="13262">
                  <c:v>1326.2</c:v>
                </c:pt>
                <c:pt idx="13263">
                  <c:v>1326.3</c:v>
                </c:pt>
                <c:pt idx="13264">
                  <c:v>1326.4</c:v>
                </c:pt>
                <c:pt idx="13265">
                  <c:v>1326.5</c:v>
                </c:pt>
                <c:pt idx="13266">
                  <c:v>1326.6</c:v>
                </c:pt>
                <c:pt idx="13267">
                  <c:v>1326.7</c:v>
                </c:pt>
                <c:pt idx="13268">
                  <c:v>1326.8</c:v>
                </c:pt>
                <c:pt idx="13269">
                  <c:v>1326.9</c:v>
                </c:pt>
                <c:pt idx="13270">
                  <c:v>1327</c:v>
                </c:pt>
                <c:pt idx="13271">
                  <c:v>1327.1</c:v>
                </c:pt>
                <c:pt idx="13272">
                  <c:v>1327.2</c:v>
                </c:pt>
                <c:pt idx="13273">
                  <c:v>1327.3</c:v>
                </c:pt>
                <c:pt idx="13274">
                  <c:v>1327.4</c:v>
                </c:pt>
                <c:pt idx="13275">
                  <c:v>1327.5</c:v>
                </c:pt>
                <c:pt idx="13276">
                  <c:v>1327.6</c:v>
                </c:pt>
                <c:pt idx="13277">
                  <c:v>1327.7</c:v>
                </c:pt>
                <c:pt idx="13278">
                  <c:v>1327.8</c:v>
                </c:pt>
                <c:pt idx="13279">
                  <c:v>1327.9</c:v>
                </c:pt>
                <c:pt idx="13280">
                  <c:v>1328</c:v>
                </c:pt>
                <c:pt idx="13281">
                  <c:v>1328.1</c:v>
                </c:pt>
                <c:pt idx="13282">
                  <c:v>1328.2</c:v>
                </c:pt>
                <c:pt idx="13283">
                  <c:v>1328.3</c:v>
                </c:pt>
                <c:pt idx="13284">
                  <c:v>1328.4</c:v>
                </c:pt>
                <c:pt idx="13285">
                  <c:v>1328.5</c:v>
                </c:pt>
                <c:pt idx="13286">
                  <c:v>1328.6</c:v>
                </c:pt>
                <c:pt idx="13287">
                  <c:v>1328.7</c:v>
                </c:pt>
                <c:pt idx="13288">
                  <c:v>1328.8</c:v>
                </c:pt>
                <c:pt idx="13289">
                  <c:v>1328.9</c:v>
                </c:pt>
                <c:pt idx="13290">
                  <c:v>1329</c:v>
                </c:pt>
                <c:pt idx="13291">
                  <c:v>1329.1</c:v>
                </c:pt>
                <c:pt idx="13292">
                  <c:v>1329.2</c:v>
                </c:pt>
                <c:pt idx="13293">
                  <c:v>1329.3</c:v>
                </c:pt>
                <c:pt idx="13294">
                  <c:v>1329.4</c:v>
                </c:pt>
                <c:pt idx="13295">
                  <c:v>1329.5</c:v>
                </c:pt>
                <c:pt idx="13296">
                  <c:v>1329.6</c:v>
                </c:pt>
                <c:pt idx="13297">
                  <c:v>1329.7</c:v>
                </c:pt>
                <c:pt idx="13298">
                  <c:v>1329.8</c:v>
                </c:pt>
                <c:pt idx="13299">
                  <c:v>1329.9</c:v>
                </c:pt>
                <c:pt idx="13300">
                  <c:v>1330</c:v>
                </c:pt>
                <c:pt idx="13301">
                  <c:v>1330.1</c:v>
                </c:pt>
                <c:pt idx="13302">
                  <c:v>1330.2</c:v>
                </c:pt>
                <c:pt idx="13303">
                  <c:v>1330.3</c:v>
                </c:pt>
                <c:pt idx="13304">
                  <c:v>1330.4</c:v>
                </c:pt>
                <c:pt idx="13305">
                  <c:v>1330.5</c:v>
                </c:pt>
                <c:pt idx="13306">
                  <c:v>1330.6</c:v>
                </c:pt>
                <c:pt idx="13307">
                  <c:v>1330.7</c:v>
                </c:pt>
                <c:pt idx="13308">
                  <c:v>1330.8</c:v>
                </c:pt>
                <c:pt idx="13309">
                  <c:v>1330.9</c:v>
                </c:pt>
                <c:pt idx="13310">
                  <c:v>1331</c:v>
                </c:pt>
                <c:pt idx="13311">
                  <c:v>1331.1</c:v>
                </c:pt>
                <c:pt idx="13312">
                  <c:v>1331.2</c:v>
                </c:pt>
                <c:pt idx="13313">
                  <c:v>1331.3</c:v>
                </c:pt>
                <c:pt idx="13314">
                  <c:v>1331.4</c:v>
                </c:pt>
                <c:pt idx="13315">
                  <c:v>1331.5</c:v>
                </c:pt>
                <c:pt idx="13316">
                  <c:v>1331.6</c:v>
                </c:pt>
                <c:pt idx="13317">
                  <c:v>1331.7</c:v>
                </c:pt>
                <c:pt idx="13318">
                  <c:v>1331.8</c:v>
                </c:pt>
                <c:pt idx="13319">
                  <c:v>1331.9</c:v>
                </c:pt>
                <c:pt idx="13320">
                  <c:v>1332</c:v>
                </c:pt>
                <c:pt idx="13321">
                  <c:v>1332.1</c:v>
                </c:pt>
                <c:pt idx="13322">
                  <c:v>1332.2</c:v>
                </c:pt>
                <c:pt idx="13323">
                  <c:v>1332.3</c:v>
                </c:pt>
                <c:pt idx="13324">
                  <c:v>1332.4</c:v>
                </c:pt>
                <c:pt idx="13325">
                  <c:v>1332.5</c:v>
                </c:pt>
                <c:pt idx="13326">
                  <c:v>1332.6</c:v>
                </c:pt>
                <c:pt idx="13327">
                  <c:v>1332.7</c:v>
                </c:pt>
                <c:pt idx="13328">
                  <c:v>1332.8</c:v>
                </c:pt>
                <c:pt idx="13329">
                  <c:v>1332.9</c:v>
                </c:pt>
                <c:pt idx="13330">
                  <c:v>1333</c:v>
                </c:pt>
                <c:pt idx="13331">
                  <c:v>1333.1</c:v>
                </c:pt>
                <c:pt idx="13332">
                  <c:v>1333.2</c:v>
                </c:pt>
                <c:pt idx="13333">
                  <c:v>1333.3</c:v>
                </c:pt>
                <c:pt idx="13334">
                  <c:v>1333.4</c:v>
                </c:pt>
                <c:pt idx="13335">
                  <c:v>1333.5</c:v>
                </c:pt>
                <c:pt idx="13336">
                  <c:v>1333.6</c:v>
                </c:pt>
                <c:pt idx="13337">
                  <c:v>1333.7</c:v>
                </c:pt>
                <c:pt idx="13338">
                  <c:v>1333.8</c:v>
                </c:pt>
                <c:pt idx="13339">
                  <c:v>1333.9</c:v>
                </c:pt>
                <c:pt idx="13340">
                  <c:v>1334</c:v>
                </c:pt>
                <c:pt idx="13341">
                  <c:v>1334.1</c:v>
                </c:pt>
                <c:pt idx="13342">
                  <c:v>1334.2</c:v>
                </c:pt>
                <c:pt idx="13343">
                  <c:v>1334.3</c:v>
                </c:pt>
                <c:pt idx="13344">
                  <c:v>1334.4</c:v>
                </c:pt>
                <c:pt idx="13345">
                  <c:v>1334.5</c:v>
                </c:pt>
                <c:pt idx="13346">
                  <c:v>1334.6</c:v>
                </c:pt>
                <c:pt idx="13347">
                  <c:v>1334.7</c:v>
                </c:pt>
                <c:pt idx="13348">
                  <c:v>1334.8</c:v>
                </c:pt>
                <c:pt idx="13349">
                  <c:v>1334.9</c:v>
                </c:pt>
                <c:pt idx="13350">
                  <c:v>1335</c:v>
                </c:pt>
                <c:pt idx="13351">
                  <c:v>1335.1</c:v>
                </c:pt>
                <c:pt idx="13352">
                  <c:v>1335.2</c:v>
                </c:pt>
                <c:pt idx="13353">
                  <c:v>1335.3</c:v>
                </c:pt>
                <c:pt idx="13354">
                  <c:v>1335.4</c:v>
                </c:pt>
                <c:pt idx="13355">
                  <c:v>1335.5</c:v>
                </c:pt>
                <c:pt idx="13356">
                  <c:v>1335.6</c:v>
                </c:pt>
                <c:pt idx="13357">
                  <c:v>1335.7</c:v>
                </c:pt>
                <c:pt idx="13358">
                  <c:v>1335.8</c:v>
                </c:pt>
                <c:pt idx="13359">
                  <c:v>1335.9</c:v>
                </c:pt>
                <c:pt idx="13360">
                  <c:v>1336</c:v>
                </c:pt>
                <c:pt idx="13361">
                  <c:v>1336.1</c:v>
                </c:pt>
                <c:pt idx="13362">
                  <c:v>1336.2</c:v>
                </c:pt>
                <c:pt idx="13363">
                  <c:v>1336.3</c:v>
                </c:pt>
                <c:pt idx="13364">
                  <c:v>1336.4</c:v>
                </c:pt>
                <c:pt idx="13365">
                  <c:v>1336.5</c:v>
                </c:pt>
                <c:pt idx="13366">
                  <c:v>1336.6</c:v>
                </c:pt>
                <c:pt idx="13367">
                  <c:v>1336.7</c:v>
                </c:pt>
                <c:pt idx="13368">
                  <c:v>1336.8</c:v>
                </c:pt>
                <c:pt idx="13369">
                  <c:v>1336.9</c:v>
                </c:pt>
                <c:pt idx="13370">
                  <c:v>1337</c:v>
                </c:pt>
                <c:pt idx="13371">
                  <c:v>1337.1</c:v>
                </c:pt>
                <c:pt idx="13372">
                  <c:v>1337.2</c:v>
                </c:pt>
                <c:pt idx="13373">
                  <c:v>1337.3</c:v>
                </c:pt>
                <c:pt idx="13374">
                  <c:v>1337.4</c:v>
                </c:pt>
                <c:pt idx="13375">
                  <c:v>1337.5</c:v>
                </c:pt>
                <c:pt idx="13376">
                  <c:v>1337.6</c:v>
                </c:pt>
                <c:pt idx="13377">
                  <c:v>1337.7</c:v>
                </c:pt>
                <c:pt idx="13378">
                  <c:v>1337.8</c:v>
                </c:pt>
                <c:pt idx="13379">
                  <c:v>1337.9</c:v>
                </c:pt>
                <c:pt idx="13380">
                  <c:v>1338</c:v>
                </c:pt>
                <c:pt idx="13381">
                  <c:v>1338.1</c:v>
                </c:pt>
                <c:pt idx="13382">
                  <c:v>1338.2</c:v>
                </c:pt>
                <c:pt idx="13383">
                  <c:v>1338.3</c:v>
                </c:pt>
                <c:pt idx="13384">
                  <c:v>1338.4</c:v>
                </c:pt>
                <c:pt idx="13385">
                  <c:v>1338.5</c:v>
                </c:pt>
                <c:pt idx="13386">
                  <c:v>1338.6</c:v>
                </c:pt>
                <c:pt idx="13387">
                  <c:v>1338.7</c:v>
                </c:pt>
                <c:pt idx="13388">
                  <c:v>1338.8</c:v>
                </c:pt>
                <c:pt idx="13389">
                  <c:v>1338.9</c:v>
                </c:pt>
                <c:pt idx="13390">
                  <c:v>1339</c:v>
                </c:pt>
                <c:pt idx="13391">
                  <c:v>1339.1</c:v>
                </c:pt>
                <c:pt idx="13392">
                  <c:v>1339.2</c:v>
                </c:pt>
                <c:pt idx="13393">
                  <c:v>1339.3</c:v>
                </c:pt>
                <c:pt idx="13394">
                  <c:v>1339.4</c:v>
                </c:pt>
                <c:pt idx="13395">
                  <c:v>1339.5</c:v>
                </c:pt>
                <c:pt idx="13396">
                  <c:v>1339.6</c:v>
                </c:pt>
                <c:pt idx="13397">
                  <c:v>1339.7</c:v>
                </c:pt>
                <c:pt idx="13398">
                  <c:v>1339.8</c:v>
                </c:pt>
                <c:pt idx="13399">
                  <c:v>1339.9</c:v>
                </c:pt>
                <c:pt idx="13400">
                  <c:v>1340</c:v>
                </c:pt>
                <c:pt idx="13401">
                  <c:v>1340.1</c:v>
                </c:pt>
                <c:pt idx="13402">
                  <c:v>1340.2</c:v>
                </c:pt>
                <c:pt idx="13403">
                  <c:v>1340.3</c:v>
                </c:pt>
                <c:pt idx="13404">
                  <c:v>1340.4</c:v>
                </c:pt>
                <c:pt idx="13405">
                  <c:v>1340.5</c:v>
                </c:pt>
                <c:pt idx="13406">
                  <c:v>1340.6</c:v>
                </c:pt>
                <c:pt idx="13407">
                  <c:v>1340.7</c:v>
                </c:pt>
                <c:pt idx="13408">
                  <c:v>1340.8</c:v>
                </c:pt>
                <c:pt idx="13409">
                  <c:v>1340.9</c:v>
                </c:pt>
                <c:pt idx="13410">
                  <c:v>1341</c:v>
                </c:pt>
                <c:pt idx="13411">
                  <c:v>1341.1</c:v>
                </c:pt>
                <c:pt idx="13412">
                  <c:v>1341.2</c:v>
                </c:pt>
                <c:pt idx="13413">
                  <c:v>1341.3</c:v>
                </c:pt>
                <c:pt idx="13414">
                  <c:v>1341.4</c:v>
                </c:pt>
                <c:pt idx="13415">
                  <c:v>1341.5</c:v>
                </c:pt>
                <c:pt idx="13416">
                  <c:v>1341.6</c:v>
                </c:pt>
                <c:pt idx="13417">
                  <c:v>1341.7</c:v>
                </c:pt>
                <c:pt idx="13418">
                  <c:v>1341.8</c:v>
                </c:pt>
                <c:pt idx="13419">
                  <c:v>1341.9</c:v>
                </c:pt>
                <c:pt idx="13420">
                  <c:v>1342</c:v>
                </c:pt>
                <c:pt idx="13421">
                  <c:v>1342.1</c:v>
                </c:pt>
                <c:pt idx="13422">
                  <c:v>1342.2</c:v>
                </c:pt>
                <c:pt idx="13423">
                  <c:v>1342.3</c:v>
                </c:pt>
                <c:pt idx="13424">
                  <c:v>1342.4</c:v>
                </c:pt>
                <c:pt idx="13425">
                  <c:v>1342.5</c:v>
                </c:pt>
                <c:pt idx="13426">
                  <c:v>1342.6</c:v>
                </c:pt>
                <c:pt idx="13427">
                  <c:v>1342.7</c:v>
                </c:pt>
                <c:pt idx="13428">
                  <c:v>1342.8</c:v>
                </c:pt>
                <c:pt idx="13429">
                  <c:v>1342.9</c:v>
                </c:pt>
                <c:pt idx="13430">
                  <c:v>1343</c:v>
                </c:pt>
                <c:pt idx="13431">
                  <c:v>1343.1</c:v>
                </c:pt>
                <c:pt idx="13432">
                  <c:v>1343.2</c:v>
                </c:pt>
                <c:pt idx="13433">
                  <c:v>1343.3</c:v>
                </c:pt>
                <c:pt idx="13434">
                  <c:v>1343.4</c:v>
                </c:pt>
                <c:pt idx="13435">
                  <c:v>1343.5</c:v>
                </c:pt>
                <c:pt idx="13436">
                  <c:v>1343.6</c:v>
                </c:pt>
                <c:pt idx="13437">
                  <c:v>1343.7</c:v>
                </c:pt>
                <c:pt idx="13438">
                  <c:v>1343.8</c:v>
                </c:pt>
                <c:pt idx="13439">
                  <c:v>1343.9</c:v>
                </c:pt>
                <c:pt idx="13440">
                  <c:v>1344</c:v>
                </c:pt>
                <c:pt idx="13441">
                  <c:v>1344.1</c:v>
                </c:pt>
                <c:pt idx="13442">
                  <c:v>1344.2</c:v>
                </c:pt>
                <c:pt idx="13443">
                  <c:v>1344.3</c:v>
                </c:pt>
                <c:pt idx="13444">
                  <c:v>1344.4</c:v>
                </c:pt>
                <c:pt idx="13445">
                  <c:v>1344.5</c:v>
                </c:pt>
                <c:pt idx="13446">
                  <c:v>1344.6</c:v>
                </c:pt>
                <c:pt idx="13447">
                  <c:v>1344.7</c:v>
                </c:pt>
                <c:pt idx="13448">
                  <c:v>1344.8</c:v>
                </c:pt>
                <c:pt idx="13449">
                  <c:v>1344.9</c:v>
                </c:pt>
                <c:pt idx="13450">
                  <c:v>1345</c:v>
                </c:pt>
                <c:pt idx="13451">
                  <c:v>1345.1</c:v>
                </c:pt>
                <c:pt idx="13452">
                  <c:v>1345.2</c:v>
                </c:pt>
                <c:pt idx="13453">
                  <c:v>1345.3</c:v>
                </c:pt>
                <c:pt idx="13454">
                  <c:v>1345.4</c:v>
                </c:pt>
                <c:pt idx="13455">
                  <c:v>1345.5</c:v>
                </c:pt>
                <c:pt idx="13456">
                  <c:v>1345.6</c:v>
                </c:pt>
                <c:pt idx="13457">
                  <c:v>1345.7</c:v>
                </c:pt>
                <c:pt idx="13458">
                  <c:v>1345.8</c:v>
                </c:pt>
                <c:pt idx="13459">
                  <c:v>1345.9</c:v>
                </c:pt>
                <c:pt idx="13460">
                  <c:v>1346</c:v>
                </c:pt>
                <c:pt idx="13461">
                  <c:v>1346.1</c:v>
                </c:pt>
                <c:pt idx="13462">
                  <c:v>1346.2</c:v>
                </c:pt>
                <c:pt idx="13463">
                  <c:v>1346.3</c:v>
                </c:pt>
                <c:pt idx="13464">
                  <c:v>1346.4</c:v>
                </c:pt>
                <c:pt idx="13465">
                  <c:v>1346.5</c:v>
                </c:pt>
                <c:pt idx="13466">
                  <c:v>1346.6</c:v>
                </c:pt>
                <c:pt idx="13467">
                  <c:v>1346.7</c:v>
                </c:pt>
                <c:pt idx="13468">
                  <c:v>1346.8</c:v>
                </c:pt>
                <c:pt idx="13469">
                  <c:v>1346.9</c:v>
                </c:pt>
                <c:pt idx="13470">
                  <c:v>1347</c:v>
                </c:pt>
                <c:pt idx="13471">
                  <c:v>1347.1</c:v>
                </c:pt>
                <c:pt idx="13472">
                  <c:v>1347.2</c:v>
                </c:pt>
                <c:pt idx="13473">
                  <c:v>1347.3</c:v>
                </c:pt>
                <c:pt idx="13474">
                  <c:v>1347.4</c:v>
                </c:pt>
                <c:pt idx="13475">
                  <c:v>1347.5</c:v>
                </c:pt>
                <c:pt idx="13476">
                  <c:v>1347.6</c:v>
                </c:pt>
                <c:pt idx="13477">
                  <c:v>1347.7</c:v>
                </c:pt>
                <c:pt idx="13478">
                  <c:v>1347.8</c:v>
                </c:pt>
                <c:pt idx="13479">
                  <c:v>1347.9</c:v>
                </c:pt>
                <c:pt idx="13480">
                  <c:v>1348</c:v>
                </c:pt>
                <c:pt idx="13481">
                  <c:v>1348.1</c:v>
                </c:pt>
                <c:pt idx="13482">
                  <c:v>1348.2</c:v>
                </c:pt>
                <c:pt idx="13483">
                  <c:v>1348.3</c:v>
                </c:pt>
                <c:pt idx="13484">
                  <c:v>1348.4</c:v>
                </c:pt>
                <c:pt idx="13485">
                  <c:v>1348.5</c:v>
                </c:pt>
                <c:pt idx="13486">
                  <c:v>1348.6</c:v>
                </c:pt>
                <c:pt idx="13487">
                  <c:v>1348.7</c:v>
                </c:pt>
                <c:pt idx="13488">
                  <c:v>1348.8</c:v>
                </c:pt>
                <c:pt idx="13489">
                  <c:v>1348.9</c:v>
                </c:pt>
                <c:pt idx="13490">
                  <c:v>1349</c:v>
                </c:pt>
                <c:pt idx="13491">
                  <c:v>1349.1</c:v>
                </c:pt>
                <c:pt idx="13492">
                  <c:v>1349.2</c:v>
                </c:pt>
                <c:pt idx="13493">
                  <c:v>1349.3</c:v>
                </c:pt>
                <c:pt idx="13494">
                  <c:v>1349.4</c:v>
                </c:pt>
                <c:pt idx="13495">
                  <c:v>1349.5</c:v>
                </c:pt>
                <c:pt idx="13496">
                  <c:v>1349.6</c:v>
                </c:pt>
                <c:pt idx="13497">
                  <c:v>1349.7</c:v>
                </c:pt>
                <c:pt idx="13498">
                  <c:v>1349.8</c:v>
                </c:pt>
                <c:pt idx="13499">
                  <c:v>1349.9</c:v>
                </c:pt>
                <c:pt idx="13500">
                  <c:v>1350</c:v>
                </c:pt>
                <c:pt idx="13501">
                  <c:v>1350.1</c:v>
                </c:pt>
                <c:pt idx="13502">
                  <c:v>1350.2</c:v>
                </c:pt>
                <c:pt idx="13503">
                  <c:v>1350.3</c:v>
                </c:pt>
                <c:pt idx="13504">
                  <c:v>1350.4</c:v>
                </c:pt>
                <c:pt idx="13505">
                  <c:v>1350.5</c:v>
                </c:pt>
                <c:pt idx="13506">
                  <c:v>1350.6</c:v>
                </c:pt>
                <c:pt idx="13507">
                  <c:v>1350.7</c:v>
                </c:pt>
                <c:pt idx="13508">
                  <c:v>1350.8</c:v>
                </c:pt>
                <c:pt idx="13509">
                  <c:v>1350.9</c:v>
                </c:pt>
                <c:pt idx="13510">
                  <c:v>1351</c:v>
                </c:pt>
                <c:pt idx="13511">
                  <c:v>1351.1</c:v>
                </c:pt>
                <c:pt idx="13512">
                  <c:v>1351.2</c:v>
                </c:pt>
                <c:pt idx="13513">
                  <c:v>1351.3</c:v>
                </c:pt>
                <c:pt idx="13514">
                  <c:v>1351.4</c:v>
                </c:pt>
                <c:pt idx="13515">
                  <c:v>1351.5</c:v>
                </c:pt>
                <c:pt idx="13516">
                  <c:v>1351.6</c:v>
                </c:pt>
                <c:pt idx="13517">
                  <c:v>1351.7</c:v>
                </c:pt>
                <c:pt idx="13518">
                  <c:v>1351.8</c:v>
                </c:pt>
                <c:pt idx="13519">
                  <c:v>1351.9</c:v>
                </c:pt>
                <c:pt idx="13520">
                  <c:v>1352</c:v>
                </c:pt>
                <c:pt idx="13521">
                  <c:v>1352.1</c:v>
                </c:pt>
                <c:pt idx="13522">
                  <c:v>1352.2</c:v>
                </c:pt>
                <c:pt idx="13523">
                  <c:v>1352.3</c:v>
                </c:pt>
                <c:pt idx="13524">
                  <c:v>1352.4</c:v>
                </c:pt>
                <c:pt idx="13525">
                  <c:v>1352.5</c:v>
                </c:pt>
                <c:pt idx="13526">
                  <c:v>1352.6</c:v>
                </c:pt>
                <c:pt idx="13527">
                  <c:v>1352.7</c:v>
                </c:pt>
                <c:pt idx="13528">
                  <c:v>1352.8</c:v>
                </c:pt>
                <c:pt idx="13529">
                  <c:v>1352.9</c:v>
                </c:pt>
                <c:pt idx="13530">
                  <c:v>1353</c:v>
                </c:pt>
                <c:pt idx="13531">
                  <c:v>1353.1</c:v>
                </c:pt>
                <c:pt idx="13532">
                  <c:v>1353.2</c:v>
                </c:pt>
                <c:pt idx="13533">
                  <c:v>1353.3</c:v>
                </c:pt>
                <c:pt idx="13534">
                  <c:v>1353.4</c:v>
                </c:pt>
                <c:pt idx="13535">
                  <c:v>1353.5</c:v>
                </c:pt>
                <c:pt idx="13536">
                  <c:v>1353.6</c:v>
                </c:pt>
                <c:pt idx="13537">
                  <c:v>1353.7</c:v>
                </c:pt>
                <c:pt idx="13538">
                  <c:v>1353.8</c:v>
                </c:pt>
                <c:pt idx="13539">
                  <c:v>1353.9</c:v>
                </c:pt>
                <c:pt idx="13540">
                  <c:v>1354</c:v>
                </c:pt>
                <c:pt idx="13541">
                  <c:v>1354.1</c:v>
                </c:pt>
                <c:pt idx="13542">
                  <c:v>1354.2</c:v>
                </c:pt>
                <c:pt idx="13543">
                  <c:v>1354.3</c:v>
                </c:pt>
                <c:pt idx="13544">
                  <c:v>1354.4</c:v>
                </c:pt>
                <c:pt idx="13545">
                  <c:v>1354.5</c:v>
                </c:pt>
                <c:pt idx="13546">
                  <c:v>1354.6</c:v>
                </c:pt>
                <c:pt idx="13547">
                  <c:v>1354.7</c:v>
                </c:pt>
                <c:pt idx="13548">
                  <c:v>1354.8</c:v>
                </c:pt>
                <c:pt idx="13549">
                  <c:v>1354.9</c:v>
                </c:pt>
                <c:pt idx="13550">
                  <c:v>1355</c:v>
                </c:pt>
                <c:pt idx="13551">
                  <c:v>1355.1</c:v>
                </c:pt>
                <c:pt idx="13552">
                  <c:v>1355.2</c:v>
                </c:pt>
                <c:pt idx="13553">
                  <c:v>1355.3</c:v>
                </c:pt>
                <c:pt idx="13554">
                  <c:v>1355.4</c:v>
                </c:pt>
                <c:pt idx="13555">
                  <c:v>1355.5</c:v>
                </c:pt>
                <c:pt idx="13556">
                  <c:v>1355.6</c:v>
                </c:pt>
                <c:pt idx="13557">
                  <c:v>1355.7</c:v>
                </c:pt>
                <c:pt idx="13558">
                  <c:v>1355.8</c:v>
                </c:pt>
                <c:pt idx="13559">
                  <c:v>1355.9</c:v>
                </c:pt>
                <c:pt idx="13560">
                  <c:v>1356</c:v>
                </c:pt>
                <c:pt idx="13561">
                  <c:v>1356.1</c:v>
                </c:pt>
                <c:pt idx="13562">
                  <c:v>1356.2</c:v>
                </c:pt>
                <c:pt idx="13563">
                  <c:v>1356.3</c:v>
                </c:pt>
                <c:pt idx="13564">
                  <c:v>1356.4</c:v>
                </c:pt>
                <c:pt idx="13565">
                  <c:v>1356.5</c:v>
                </c:pt>
                <c:pt idx="13566">
                  <c:v>1356.6</c:v>
                </c:pt>
                <c:pt idx="13567">
                  <c:v>1356.7</c:v>
                </c:pt>
                <c:pt idx="13568">
                  <c:v>1356.8</c:v>
                </c:pt>
                <c:pt idx="13569">
                  <c:v>1356.9</c:v>
                </c:pt>
                <c:pt idx="13570">
                  <c:v>1357</c:v>
                </c:pt>
                <c:pt idx="13571">
                  <c:v>1357.1</c:v>
                </c:pt>
                <c:pt idx="13572">
                  <c:v>1357.2</c:v>
                </c:pt>
                <c:pt idx="13573">
                  <c:v>1357.3</c:v>
                </c:pt>
                <c:pt idx="13574">
                  <c:v>1357.4</c:v>
                </c:pt>
                <c:pt idx="13575">
                  <c:v>1357.5</c:v>
                </c:pt>
                <c:pt idx="13576">
                  <c:v>1357.6</c:v>
                </c:pt>
                <c:pt idx="13577">
                  <c:v>1357.7</c:v>
                </c:pt>
                <c:pt idx="13578">
                  <c:v>1357.8</c:v>
                </c:pt>
                <c:pt idx="13579">
                  <c:v>1357.9</c:v>
                </c:pt>
                <c:pt idx="13580">
                  <c:v>1358</c:v>
                </c:pt>
                <c:pt idx="13581">
                  <c:v>1358.1</c:v>
                </c:pt>
                <c:pt idx="13582">
                  <c:v>1358.2</c:v>
                </c:pt>
                <c:pt idx="13583">
                  <c:v>1358.3</c:v>
                </c:pt>
                <c:pt idx="13584">
                  <c:v>1358.4</c:v>
                </c:pt>
                <c:pt idx="13585">
                  <c:v>1358.5</c:v>
                </c:pt>
                <c:pt idx="13586">
                  <c:v>1358.6</c:v>
                </c:pt>
                <c:pt idx="13587">
                  <c:v>1358.7</c:v>
                </c:pt>
                <c:pt idx="13588">
                  <c:v>1358.8</c:v>
                </c:pt>
                <c:pt idx="13589">
                  <c:v>1358.9</c:v>
                </c:pt>
                <c:pt idx="13590">
                  <c:v>1359</c:v>
                </c:pt>
                <c:pt idx="13591">
                  <c:v>1359.1</c:v>
                </c:pt>
                <c:pt idx="13592">
                  <c:v>1359.2</c:v>
                </c:pt>
                <c:pt idx="13593">
                  <c:v>1359.3</c:v>
                </c:pt>
                <c:pt idx="13594">
                  <c:v>1359.4</c:v>
                </c:pt>
                <c:pt idx="13595">
                  <c:v>1359.5</c:v>
                </c:pt>
                <c:pt idx="13596">
                  <c:v>1359.6</c:v>
                </c:pt>
                <c:pt idx="13597">
                  <c:v>1359.7</c:v>
                </c:pt>
                <c:pt idx="13598">
                  <c:v>1359.8</c:v>
                </c:pt>
                <c:pt idx="13599">
                  <c:v>1359.9</c:v>
                </c:pt>
                <c:pt idx="13600">
                  <c:v>1360</c:v>
                </c:pt>
                <c:pt idx="13601">
                  <c:v>1360.1</c:v>
                </c:pt>
                <c:pt idx="13602">
                  <c:v>1360.2</c:v>
                </c:pt>
                <c:pt idx="13603">
                  <c:v>1360.3</c:v>
                </c:pt>
                <c:pt idx="13604">
                  <c:v>1360.4</c:v>
                </c:pt>
                <c:pt idx="13605">
                  <c:v>1360.5</c:v>
                </c:pt>
                <c:pt idx="13606">
                  <c:v>1360.6</c:v>
                </c:pt>
                <c:pt idx="13607">
                  <c:v>1360.7</c:v>
                </c:pt>
                <c:pt idx="13608">
                  <c:v>1360.8</c:v>
                </c:pt>
                <c:pt idx="13609">
                  <c:v>1360.9</c:v>
                </c:pt>
                <c:pt idx="13610">
                  <c:v>1361</c:v>
                </c:pt>
                <c:pt idx="13611">
                  <c:v>1361.1</c:v>
                </c:pt>
                <c:pt idx="13612">
                  <c:v>1361.2</c:v>
                </c:pt>
                <c:pt idx="13613">
                  <c:v>1361.3</c:v>
                </c:pt>
                <c:pt idx="13614">
                  <c:v>1361.4</c:v>
                </c:pt>
                <c:pt idx="13615">
                  <c:v>1361.5</c:v>
                </c:pt>
                <c:pt idx="13616">
                  <c:v>1361.6</c:v>
                </c:pt>
                <c:pt idx="13617">
                  <c:v>1361.7</c:v>
                </c:pt>
                <c:pt idx="13618">
                  <c:v>1361.8</c:v>
                </c:pt>
                <c:pt idx="13619">
                  <c:v>1361.9</c:v>
                </c:pt>
                <c:pt idx="13620">
                  <c:v>1362</c:v>
                </c:pt>
                <c:pt idx="13621">
                  <c:v>1362.1</c:v>
                </c:pt>
                <c:pt idx="13622">
                  <c:v>1362.2</c:v>
                </c:pt>
                <c:pt idx="13623">
                  <c:v>1362.3</c:v>
                </c:pt>
                <c:pt idx="13624">
                  <c:v>1362.4</c:v>
                </c:pt>
                <c:pt idx="13625">
                  <c:v>1362.5</c:v>
                </c:pt>
                <c:pt idx="13626">
                  <c:v>1362.6</c:v>
                </c:pt>
                <c:pt idx="13627">
                  <c:v>1362.7</c:v>
                </c:pt>
                <c:pt idx="13628">
                  <c:v>1362.8</c:v>
                </c:pt>
                <c:pt idx="13629">
                  <c:v>1362.9</c:v>
                </c:pt>
                <c:pt idx="13630">
                  <c:v>1363</c:v>
                </c:pt>
                <c:pt idx="13631">
                  <c:v>1363.1</c:v>
                </c:pt>
                <c:pt idx="13632">
                  <c:v>1363.2</c:v>
                </c:pt>
                <c:pt idx="13633">
                  <c:v>1363.3</c:v>
                </c:pt>
                <c:pt idx="13634">
                  <c:v>1363.4</c:v>
                </c:pt>
                <c:pt idx="13635">
                  <c:v>1363.5</c:v>
                </c:pt>
                <c:pt idx="13636">
                  <c:v>1363.6</c:v>
                </c:pt>
                <c:pt idx="13637">
                  <c:v>1363.7</c:v>
                </c:pt>
                <c:pt idx="13638">
                  <c:v>1363.8</c:v>
                </c:pt>
                <c:pt idx="13639">
                  <c:v>1363.9</c:v>
                </c:pt>
                <c:pt idx="13640">
                  <c:v>1364</c:v>
                </c:pt>
                <c:pt idx="13641">
                  <c:v>1364.1</c:v>
                </c:pt>
                <c:pt idx="13642">
                  <c:v>1364.2</c:v>
                </c:pt>
                <c:pt idx="13643">
                  <c:v>1364.3</c:v>
                </c:pt>
                <c:pt idx="13644">
                  <c:v>1364.4</c:v>
                </c:pt>
                <c:pt idx="13645">
                  <c:v>1364.5</c:v>
                </c:pt>
                <c:pt idx="13646">
                  <c:v>1364.6</c:v>
                </c:pt>
                <c:pt idx="13647">
                  <c:v>1364.7</c:v>
                </c:pt>
                <c:pt idx="13648">
                  <c:v>1364.8</c:v>
                </c:pt>
                <c:pt idx="13649">
                  <c:v>1364.9</c:v>
                </c:pt>
                <c:pt idx="13650">
                  <c:v>1365</c:v>
                </c:pt>
                <c:pt idx="13651">
                  <c:v>1365.1</c:v>
                </c:pt>
                <c:pt idx="13652">
                  <c:v>1365.2</c:v>
                </c:pt>
                <c:pt idx="13653">
                  <c:v>1365.3</c:v>
                </c:pt>
                <c:pt idx="13654">
                  <c:v>1365.4</c:v>
                </c:pt>
                <c:pt idx="13655">
                  <c:v>1365.5</c:v>
                </c:pt>
                <c:pt idx="13656">
                  <c:v>1365.6</c:v>
                </c:pt>
                <c:pt idx="13657">
                  <c:v>1365.7</c:v>
                </c:pt>
                <c:pt idx="13658">
                  <c:v>1365.8</c:v>
                </c:pt>
                <c:pt idx="13659">
                  <c:v>1365.9</c:v>
                </c:pt>
                <c:pt idx="13660">
                  <c:v>1366</c:v>
                </c:pt>
                <c:pt idx="13661">
                  <c:v>1366.1</c:v>
                </c:pt>
                <c:pt idx="13662">
                  <c:v>1366.2</c:v>
                </c:pt>
                <c:pt idx="13663">
                  <c:v>1366.3</c:v>
                </c:pt>
                <c:pt idx="13664">
                  <c:v>1366.4</c:v>
                </c:pt>
                <c:pt idx="13665">
                  <c:v>1366.5</c:v>
                </c:pt>
                <c:pt idx="13666">
                  <c:v>1366.6</c:v>
                </c:pt>
                <c:pt idx="13667">
                  <c:v>1366.7</c:v>
                </c:pt>
                <c:pt idx="13668">
                  <c:v>1366.8</c:v>
                </c:pt>
                <c:pt idx="13669">
                  <c:v>1366.9</c:v>
                </c:pt>
                <c:pt idx="13670">
                  <c:v>1367</c:v>
                </c:pt>
                <c:pt idx="13671">
                  <c:v>1367.1</c:v>
                </c:pt>
                <c:pt idx="13672">
                  <c:v>1367.2</c:v>
                </c:pt>
                <c:pt idx="13673">
                  <c:v>1367.3</c:v>
                </c:pt>
                <c:pt idx="13674">
                  <c:v>1367.4</c:v>
                </c:pt>
                <c:pt idx="13675">
                  <c:v>1367.5</c:v>
                </c:pt>
                <c:pt idx="13676">
                  <c:v>1367.6</c:v>
                </c:pt>
                <c:pt idx="13677">
                  <c:v>1367.7</c:v>
                </c:pt>
                <c:pt idx="13678">
                  <c:v>1367.8</c:v>
                </c:pt>
                <c:pt idx="13679">
                  <c:v>1367.9</c:v>
                </c:pt>
                <c:pt idx="13680">
                  <c:v>1368</c:v>
                </c:pt>
                <c:pt idx="13681">
                  <c:v>1368.1</c:v>
                </c:pt>
                <c:pt idx="13682">
                  <c:v>1368.2</c:v>
                </c:pt>
                <c:pt idx="13683">
                  <c:v>1368.3</c:v>
                </c:pt>
                <c:pt idx="13684">
                  <c:v>1368.4</c:v>
                </c:pt>
                <c:pt idx="13685">
                  <c:v>1368.5</c:v>
                </c:pt>
                <c:pt idx="13686">
                  <c:v>1368.6</c:v>
                </c:pt>
                <c:pt idx="13687">
                  <c:v>1368.7</c:v>
                </c:pt>
                <c:pt idx="13688">
                  <c:v>1368.8</c:v>
                </c:pt>
                <c:pt idx="13689">
                  <c:v>1368.9</c:v>
                </c:pt>
                <c:pt idx="13690">
                  <c:v>1369</c:v>
                </c:pt>
                <c:pt idx="13691">
                  <c:v>1369.1</c:v>
                </c:pt>
                <c:pt idx="13692">
                  <c:v>1369.2</c:v>
                </c:pt>
                <c:pt idx="13693">
                  <c:v>1369.3</c:v>
                </c:pt>
                <c:pt idx="13694">
                  <c:v>1369.4</c:v>
                </c:pt>
                <c:pt idx="13695">
                  <c:v>1369.5</c:v>
                </c:pt>
                <c:pt idx="13696">
                  <c:v>1369.6</c:v>
                </c:pt>
                <c:pt idx="13697">
                  <c:v>1369.7</c:v>
                </c:pt>
                <c:pt idx="13698">
                  <c:v>1369.8</c:v>
                </c:pt>
                <c:pt idx="13699">
                  <c:v>1369.9</c:v>
                </c:pt>
                <c:pt idx="13700">
                  <c:v>1370</c:v>
                </c:pt>
                <c:pt idx="13701">
                  <c:v>1370.1</c:v>
                </c:pt>
                <c:pt idx="13702">
                  <c:v>1370.2</c:v>
                </c:pt>
                <c:pt idx="13703">
                  <c:v>1370.3</c:v>
                </c:pt>
                <c:pt idx="13704">
                  <c:v>1370.4</c:v>
                </c:pt>
                <c:pt idx="13705">
                  <c:v>1370.5</c:v>
                </c:pt>
                <c:pt idx="13706">
                  <c:v>1370.6</c:v>
                </c:pt>
                <c:pt idx="13707">
                  <c:v>1370.7</c:v>
                </c:pt>
                <c:pt idx="13708">
                  <c:v>1370.8</c:v>
                </c:pt>
                <c:pt idx="13709">
                  <c:v>1370.9</c:v>
                </c:pt>
                <c:pt idx="13710">
                  <c:v>1371</c:v>
                </c:pt>
                <c:pt idx="13711">
                  <c:v>1371.1</c:v>
                </c:pt>
                <c:pt idx="13712">
                  <c:v>1371.2</c:v>
                </c:pt>
                <c:pt idx="13713">
                  <c:v>1371.3</c:v>
                </c:pt>
                <c:pt idx="13714">
                  <c:v>1371.4</c:v>
                </c:pt>
                <c:pt idx="13715">
                  <c:v>1371.5</c:v>
                </c:pt>
                <c:pt idx="13716">
                  <c:v>1371.6</c:v>
                </c:pt>
                <c:pt idx="13717">
                  <c:v>1371.7</c:v>
                </c:pt>
                <c:pt idx="13718">
                  <c:v>1371.8</c:v>
                </c:pt>
                <c:pt idx="13719">
                  <c:v>1371.9</c:v>
                </c:pt>
                <c:pt idx="13720">
                  <c:v>1372</c:v>
                </c:pt>
                <c:pt idx="13721">
                  <c:v>1372.1</c:v>
                </c:pt>
                <c:pt idx="13722">
                  <c:v>1372.2</c:v>
                </c:pt>
                <c:pt idx="13723">
                  <c:v>1372.3</c:v>
                </c:pt>
                <c:pt idx="13724">
                  <c:v>1372.4</c:v>
                </c:pt>
                <c:pt idx="13725">
                  <c:v>1372.5</c:v>
                </c:pt>
                <c:pt idx="13726">
                  <c:v>1372.6</c:v>
                </c:pt>
                <c:pt idx="13727">
                  <c:v>1372.7</c:v>
                </c:pt>
                <c:pt idx="13728">
                  <c:v>1372.8</c:v>
                </c:pt>
                <c:pt idx="13729">
                  <c:v>1372.9</c:v>
                </c:pt>
                <c:pt idx="13730">
                  <c:v>1373</c:v>
                </c:pt>
                <c:pt idx="13731">
                  <c:v>1373.1</c:v>
                </c:pt>
                <c:pt idx="13732">
                  <c:v>1373.2</c:v>
                </c:pt>
                <c:pt idx="13733">
                  <c:v>1373.3</c:v>
                </c:pt>
                <c:pt idx="13734">
                  <c:v>1373.4</c:v>
                </c:pt>
                <c:pt idx="13735">
                  <c:v>1373.5</c:v>
                </c:pt>
                <c:pt idx="13736">
                  <c:v>1373.6</c:v>
                </c:pt>
                <c:pt idx="13737">
                  <c:v>1373.7</c:v>
                </c:pt>
                <c:pt idx="13738">
                  <c:v>1373.8</c:v>
                </c:pt>
                <c:pt idx="13739">
                  <c:v>1373.9</c:v>
                </c:pt>
                <c:pt idx="13740">
                  <c:v>1374</c:v>
                </c:pt>
                <c:pt idx="13741">
                  <c:v>1374.1</c:v>
                </c:pt>
                <c:pt idx="13742">
                  <c:v>1374.2</c:v>
                </c:pt>
                <c:pt idx="13743">
                  <c:v>1374.3</c:v>
                </c:pt>
                <c:pt idx="13744">
                  <c:v>1374.4</c:v>
                </c:pt>
                <c:pt idx="13745">
                  <c:v>1374.5</c:v>
                </c:pt>
                <c:pt idx="13746">
                  <c:v>1374.6</c:v>
                </c:pt>
                <c:pt idx="13747">
                  <c:v>1374.7</c:v>
                </c:pt>
                <c:pt idx="13748">
                  <c:v>1374.8</c:v>
                </c:pt>
                <c:pt idx="13749">
                  <c:v>1374.9</c:v>
                </c:pt>
                <c:pt idx="13750">
                  <c:v>1375</c:v>
                </c:pt>
                <c:pt idx="13751">
                  <c:v>1375.1</c:v>
                </c:pt>
                <c:pt idx="13752">
                  <c:v>1375.2</c:v>
                </c:pt>
                <c:pt idx="13753">
                  <c:v>1375.3</c:v>
                </c:pt>
                <c:pt idx="13754">
                  <c:v>1375.4</c:v>
                </c:pt>
                <c:pt idx="13755">
                  <c:v>1375.5</c:v>
                </c:pt>
                <c:pt idx="13756">
                  <c:v>1375.6</c:v>
                </c:pt>
                <c:pt idx="13757">
                  <c:v>1375.7</c:v>
                </c:pt>
                <c:pt idx="13758">
                  <c:v>1375.8</c:v>
                </c:pt>
                <c:pt idx="13759">
                  <c:v>1375.9</c:v>
                </c:pt>
                <c:pt idx="13760">
                  <c:v>1376</c:v>
                </c:pt>
                <c:pt idx="13761">
                  <c:v>1376.1</c:v>
                </c:pt>
                <c:pt idx="13762">
                  <c:v>1376.2</c:v>
                </c:pt>
                <c:pt idx="13763">
                  <c:v>1376.3</c:v>
                </c:pt>
                <c:pt idx="13764">
                  <c:v>1376.4</c:v>
                </c:pt>
                <c:pt idx="13765">
                  <c:v>1376.5</c:v>
                </c:pt>
                <c:pt idx="13766">
                  <c:v>1376.6</c:v>
                </c:pt>
                <c:pt idx="13767">
                  <c:v>1376.7</c:v>
                </c:pt>
                <c:pt idx="13768">
                  <c:v>1376.8</c:v>
                </c:pt>
                <c:pt idx="13769">
                  <c:v>1376.9</c:v>
                </c:pt>
                <c:pt idx="13770">
                  <c:v>1377</c:v>
                </c:pt>
                <c:pt idx="13771">
                  <c:v>1377.1</c:v>
                </c:pt>
                <c:pt idx="13772">
                  <c:v>1377.2</c:v>
                </c:pt>
                <c:pt idx="13773">
                  <c:v>1377.3</c:v>
                </c:pt>
                <c:pt idx="13774">
                  <c:v>1377.4</c:v>
                </c:pt>
                <c:pt idx="13775">
                  <c:v>1377.5</c:v>
                </c:pt>
                <c:pt idx="13776">
                  <c:v>1377.6</c:v>
                </c:pt>
                <c:pt idx="13777">
                  <c:v>1377.7</c:v>
                </c:pt>
                <c:pt idx="13778">
                  <c:v>1377.8</c:v>
                </c:pt>
                <c:pt idx="13779">
                  <c:v>1377.9</c:v>
                </c:pt>
                <c:pt idx="13780">
                  <c:v>1378</c:v>
                </c:pt>
                <c:pt idx="13781">
                  <c:v>1378.1</c:v>
                </c:pt>
                <c:pt idx="13782">
                  <c:v>1378.2</c:v>
                </c:pt>
                <c:pt idx="13783">
                  <c:v>1378.3</c:v>
                </c:pt>
                <c:pt idx="13784">
                  <c:v>1378.4</c:v>
                </c:pt>
                <c:pt idx="13785">
                  <c:v>1378.5</c:v>
                </c:pt>
                <c:pt idx="13786">
                  <c:v>1378.6</c:v>
                </c:pt>
                <c:pt idx="13787">
                  <c:v>1378.7</c:v>
                </c:pt>
                <c:pt idx="13788">
                  <c:v>1378.8</c:v>
                </c:pt>
                <c:pt idx="13789">
                  <c:v>1378.9</c:v>
                </c:pt>
                <c:pt idx="13790">
                  <c:v>1379</c:v>
                </c:pt>
                <c:pt idx="13791">
                  <c:v>1379.1</c:v>
                </c:pt>
                <c:pt idx="13792">
                  <c:v>1379.2</c:v>
                </c:pt>
                <c:pt idx="13793">
                  <c:v>1379.3</c:v>
                </c:pt>
                <c:pt idx="13794">
                  <c:v>1379.4</c:v>
                </c:pt>
                <c:pt idx="13795">
                  <c:v>1379.5</c:v>
                </c:pt>
                <c:pt idx="13796">
                  <c:v>1379.6</c:v>
                </c:pt>
                <c:pt idx="13797">
                  <c:v>1379.7</c:v>
                </c:pt>
                <c:pt idx="13798">
                  <c:v>1379.8</c:v>
                </c:pt>
                <c:pt idx="13799">
                  <c:v>1379.9</c:v>
                </c:pt>
                <c:pt idx="13800">
                  <c:v>1380</c:v>
                </c:pt>
                <c:pt idx="13801">
                  <c:v>1380.1</c:v>
                </c:pt>
                <c:pt idx="13802">
                  <c:v>1380.2</c:v>
                </c:pt>
                <c:pt idx="13803">
                  <c:v>1380.3</c:v>
                </c:pt>
                <c:pt idx="13804">
                  <c:v>1380.4</c:v>
                </c:pt>
                <c:pt idx="13805">
                  <c:v>1380.5</c:v>
                </c:pt>
                <c:pt idx="13806">
                  <c:v>1380.6</c:v>
                </c:pt>
                <c:pt idx="13807">
                  <c:v>1380.7</c:v>
                </c:pt>
                <c:pt idx="13808">
                  <c:v>1380.8</c:v>
                </c:pt>
                <c:pt idx="13809">
                  <c:v>1380.9</c:v>
                </c:pt>
                <c:pt idx="13810">
                  <c:v>1381</c:v>
                </c:pt>
                <c:pt idx="13811">
                  <c:v>1381.1</c:v>
                </c:pt>
                <c:pt idx="13812">
                  <c:v>1381.2</c:v>
                </c:pt>
                <c:pt idx="13813">
                  <c:v>1381.3</c:v>
                </c:pt>
                <c:pt idx="13814">
                  <c:v>1381.4</c:v>
                </c:pt>
                <c:pt idx="13815">
                  <c:v>1381.5</c:v>
                </c:pt>
                <c:pt idx="13816">
                  <c:v>1381.6</c:v>
                </c:pt>
                <c:pt idx="13817">
                  <c:v>1381.7</c:v>
                </c:pt>
                <c:pt idx="13818">
                  <c:v>1381.8</c:v>
                </c:pt>
                <c:pt idx="13819">
                  <c:v>1381.9</c:v>
                </c:pt>
                <c:pt idx="13820">
                  <c:v>1382</c:v>
                </c:pt>
                <c:pt idx="13821">
                  <c:v>1382.1</c:v>
                </c:pt>
                <c:pt idx="13822">
                  <c:v>1382.2</c:v>
                </c:pt>
                <c:pt idx="13823">
                  <c:v>1382.3</c:v>
                </c:pt>
                <c:pt idx="13824">
                  <c:v>1382.4</c:v>
                </c:pt>
                <c:pt idx="13825">
                  <c:v>1382.5</c:v>
                </c:pt>
                <c:pt idx="13826">
                  <c:v>1382.6</c:v>
                </c:pt>
                <c:pt idx="13827">
                  <c:v>1382.7</c:v>
                </c:pt>
                <c:pt idx="13828">
                  <c:v>1382.8</c:v>
                </c:pt>
                <c:pt idx="13829">
                  <c:v>1382.9</c:v>
                </c:pt>
                <c:pt idx="13830">
                  <c:v>1383</c:v>
                </c:pt>
                <c:pt idx="13831">
                  <c:v>1383.1</c:v>
                </c:pt>
                <c:pt idx="13832">
                  <c:v>1383.2</c:v>
                </c:pt>
                <c:pt idx="13833">
                  <c:v>1383.3</c:v>
                </c:pt>
                <c:pt idx="13834">
                  <c:v>1383.4</c:v>
                </c:pt>
                <c:pt idx="13835">
                  <c:v>1383.5</c:v>
                </c:pt>
                <c:pt idx="13836">
                  <c:v>1383.6</c:v>
                </c:pt>
                <c:pt idx="13837">
                  <c:v>1383.7</c:v>
                </c:pt>
                <c:pt idx="13838">
                  <c:v>1383.8</c:v>
                </c:pt>
                <c:pt idx="13839">
                  <c:v>1383.9</c:v>
                </c:pt>
                <c:pt idx="13840">
                  <c:v>1384</c:v>
                </c:pt>
                <c:pt idx="13841">
                  <c:v>1384.1</c:v>
                </c:pt>
                <c:pt idx="13842">
                  <c:v>1384.2</c:v>
                </c:pt>
                <c:pt idx="13843">
                  <c:v>1384.3</c:v>
                </c:pt>
                <c:pt idx="13844">
                  <c:v>1384.4</c:v>
                </c:pt>
                <c:pt idx="13845">
                  <c:v>1384.5</c:v>
                </c:pt>
                <c:pt idx="13846">
                  <c:v>1384.6</c:v>
                </c:pt>
                <c:pt idx="13847">
                  <c:v>1384.7</c:v>
                </c:pt>
                <c:pt idx="13848">
                  <c:v>1384.8</c:v>
                </c:pt>
                <c:pt idx="13849">
                  <c:v>1384.9</c:v>
                </c:pt>
                <c:pt idx="13850">
                  <c:v>1385</c:v>
                </c:pt>
                <c:pt idx="13851">
                  <c:v>1385.1</c:v>
                </c:pt>
                <c:pt idx="13852">
                  <c:v>1385.2</c:v>
                </c:pt>
                <c:pt idx="13853">
                  <c:v>1385.3</c:v>
                </c:pt>
                <c:pt idx="13854">
                  <c:v>1385.4</c:v>
                </c:pt>
                <c:pt idx="13855">
                  <c:v>1385.5</c:v>
                </c:pt>
                <c:pt idx="13856">
                  <c:v>1385.6</c:v>
                </c:pt>
                <c:pt idx="13857">
                  <c:v>1385.7</c:v>
                </c:pt>
                <c:pt idx="13858">
                  <c:v>1385.8</c:v>
                </c:pt>
                <c:pt idx="13859">
                  <c:v>1385.9</c:v>
                </c:pt>
                <c:pt idx="13860">
                  <c:v>1386</c:v>
                </c:pt>
                <c:pt idx="13861">
                  <c:v>1386.1</c:v>
                </c:pt>
                <c:pt idx="13862">
                  <c:v>1386.2</c:v>
                </c:pt>
                <c:pt idx="13863">
                  <c:v>1386.3</c:v>
                </c:pt>
                <c:pt idx="13864">
                  <c:v>1386.4</c:v>
                </c:pt>
                <c:pt idx="13865">
                  <c:v>1386.5</c:v>
                </c:pt>
                <c:pt idx="13866">
                  <c:v>1386.6</c:v>
                </c:pt>
                <c:pt idx="13867">
                  <c:v>1386.7</c:v>
                </c:pt>
                <c:pt idx="13868">
                  <c:v>1386.8</c:v>
                </c:pt>
                <c:pt idx="13869">
                  <c:v>1386.9</c:v>
                </c:pt>
                <c:pt idx="13870">
                  <c:v>1387</c:v>
                </c:pt>
                <c:pt idx="13871">
                  <c:v>1387.1</c:v>
                </c:pt>
                <c:pt idx="13872">
                  <c:v>1387.2</c:v>
                </c:pt>
                <c:pt idx="13873">
                  <c:v>1387.3</c:v>
                </c:pt>
                <c:pt idx="13874">
                  <c:v>1387.4</c:v>
                </c:pt>
                <c:pt idx="13875">
                  <c:v>1387.5</c:v>
                </c:pt>
                <c:pt idx="13876">
                  <c:v>1387.6</c:v>
                </c:pt>
                <c:pt idx="13877">
                  <c:v>1387.7</c:v>
                </c:pt>
                <c:pt idx="13878">
                  <c:v>1387.8</c:v>
                </c:pt>
                <c:pt idx="13879">
                  <c:v>1387.9</c:v>
                </c:pt>
                <c:pt idx="13880">
                  <c:v>1388</c:v>
                </c:pt>
                <c:pt idx="13881">
                  <c:v>1388.1</c:v>
                </c:pt>
                <c:pt idx="13882">
                  <c:v>1388.2</c:v>
                </c:pt>
                <c:pt idx="13883">
                  <c:v>1388.3</c:v>
                </c:pt>
                <c:pt idx="13884">
                  <c:v>1388.4</c:v>
                </c:pt>
                <c:pt idx="13885">
                  <c:v>1388.5</c:v>
                </c:pt>
                <c:pt idx="13886">
                  <c:v>1388.6</c:v>
                </c:pt>
                <c:pt idx="13887">
                  <c:v>1388.7</c:v>
                </c:pt>
                <c:pt idx="13888">
                  <c:v>1388.8</c:v>
                </c:pt>
                <c:pt idx="13889">
                  <c:v>1388.9</c:v>
                </c:pt>
                <c:pt idx="13890">
                  <c:v>1389</c:v>
                </c:pt>
                <c:pt idx="13891">
                  <c:v>1389.1</c:v>
                </c:pt>
                <c:pt idx="13892">
                  <c:v>1389.2</c:v>
                </c:pt>
                <c:pt idx="13893">
                  <c:v>1389.3</c:v>
                </c:pt>
                <c:pt idx="13894">
                  <c:v>1389.4</c:v>
                </c:pt>
                <c:pt idx="13895">
                  <c:v>1389.5</c:v>
                </c:pt>
                <c:pt idx="13896">
                  <c:v>1389.6</c:v>
                </c:pt>
                <c:pt idx="13897">
                  <c:v>1389.7</c:v>
                </c:pt>
                <c:pt idx="13898">
                  <c:v>1389.8</c:v>
                </c:pt>
                <c:pt idx="13899">
                  <c:v>1389.9</c:v>
                </c:pt>
                <c:pt idx="13900">
                  <c:v>1390</c:v>
                </c:pt>
                <c:pt idx="13901">
                  <c:v>1390.1</c:v>
                </c:pt>
                <c:pt idx="13902">
                  <c:v>1390.2</c:v>
                </c:pt>
                <c:pt idx="13903">
                  <c:v>1390.3</c:v>
                </c:pt>
                <c:pt idx="13904">
                  <c:v>1390.4</c:v>
                </c:pt>
                <c:pt idx="13905">
                  <c:v>1390.5</c:v>
                </c:pt>
                <c:pt idx="13906">
                  <c:v>1390.6</c:v>
                </c:pt>
                <c:pt idx="13907">
                  <c:v>1390.7</c:v>
                </c:pt>
                <c:pt idx="13908">
                  <c:v>1390.8</c:v>
                </c:pt>
                <c:pt idx="13909">
                  <c:v>1390.9</c:v>
                </c:pt>
                <c:pt idx="13910">
                  <c:v>1391</c:v>
                </c:pt>
                <c:pt idx="13911">
                  <c:v>1391.1</c:v>
                </c:pt>
                <c:pt idx="13912">
                  <c:v>1391.2</c:v>
                </c:pt>
                <c:pt idx="13913">
                  <c:v>1391.3</c:v>
                </c:pt>
                <c:pt idx="13914">
                  <c:v>1391.4</c:v>
                </c:pt>
                <c:pt idx="13915">
                  <c:v>1391.5</c:v>
                </c:pt>
                <c:pt idx="13916">
                  <c:v>1391.6</c:v>
                </c:pt>
                <c:pt idx="13917">
                  <c:v>1391.7</c:v>
                </c:pt>
                <c:pt idx="13918">
                  <c:v>1391.8</c:v>
                </c:pt>
                <c:pt idx="13919">
                  <c:v>1391.9</c:v>
                </c:pt>
                <c:pt idx="13920">
                  <c:v>1392</c:v>
                </c:pt>
                <c:pt idx="13921">
                  <c:v>1392.1</c:v>
                </c:pt>
                <c:pt idx="13922">
                  <c:v>1392.2</c:v>
                </c:pt>
                <c:pt idx="13923">
                  <c:v>1392.3</c:v>
                </c:pt>
                <c:pt idx="13924">
                  <c:v>1392.4</c:v>
                </c:pt>
                <c:pt idx="13925">
                  <c:v>1392.5</c:v>
                </c:pt>
                <c:pt idx="13926">
                  <c:v>1392.6</c:v>
                </c:pt>
                <c:pt idx="13927">
                  <c:v>1392.7</c:v>
                </c:pt>
                <c:pt idx="13928">
                  <c:v>1392.8</c:v>
                </c:pt>
                <c:pt idx="13929">
                  <c:v>1392.9</c:v>
                </c:pt>
                <c:pt idx="13930">
                  <c:v>1393</c:v>
                </c:pt>
                <c:pt idx="13931">
                  <c:v>1393.1</c:v>
                </c:pt>
                <c:pt idx="13932">
                  <c:v>1393.2</c:v>
                </c:pt>
                <c:pt idx="13933">
                  <c:v>1393.3</c:v>
                </c:pt>
                <c:pt idx="13934">
                  <c:v>1393.4</c:v>
                </c:pt>
                <c:pt idx="13935">
                  <c:v>1393.5</c:v>
                </c:pt>
                <c:pt idx="13936">
                  <c:v>1393.6</c:v>
                </c:pt>
                <c:pt idx="13937">
                  <c:v>1393.7</c:v>
                </c:pt>
                <c:pt idx="13938">
                  <c:v>1393.8</c:v>
                </c:pt>
                <c:pt idx="13939">
                  <c:v>1393.9</c:v>
                </c:pt>
                <c:pt idx="13940">
                  <c:v>1394</c:v>
                </c:pt>
                <c:pt idx="13941">
                  <c:v>1394.1</c:v>
                </c:pt>
                <c:pt idx="13942">
                  <c:v>1394.2</c:v>
                </c:pt>
                <c:pt idx="13943">
                  <c:v>1394.3</c:v>
                </c:pt>
                <c:pt idx="13944">
                  <c:v>1394.4</c:v>
                </c:pt>
                <c:pt idx="13945">
                  <c:v>1394.5</c:v>
                </c:pt>
                <c:pt idx="13946">
                  <c:v>1394.6</c:v>
                </c:pt>
                <c:pt idx="13947">
                  <c:v>1394.7</c:v>
                </c:pt>
                <c:pt idx="13948">
                  <c:v>1394.8</c:v>
                </c:pt>
                <c:pt idx="13949">
                  <c:v>1394.9</c:v>
                </c:pt>
                <c:pt idx="13950">
                  <c:v>1395</c:v>
                </c:pt>
                <c:pt idx="13951">
                  <c:v>1395.1</c:v>
                </c:pt>
                <c:pt idx="13952">
                  <c:v>1395.2</c:v>
                </c:pt>
                <c:pt idx="13953">
                  <c:v>1395.3</c:v>
                </c:pt>
                <c:pt idx="13954">
                  <c:v>1395.4</c:v>
                </c:pt>
                <c:pt idx="13955">
                  <c:v>1395.5</c:v>
                </c:pt>
                <c:pt idx="13956">
                  <c:v>1395.6</c:v>
                </c:pt>
                <c:pt idx="13957">
                  <c:v>1395.7</c:v>
                </c:pt>
                <c:pt idx="13958">
                  <c:v>1395.8</c:v>
                </c:pt>
                <c:pt idx="13959">
                  <c:v>1395.9</c:v>
                </c:pt>
                <c:pt idx="13960">
                  <c:v>1396</c:v>
                </c:pt>
                <c:pt idx="13961">
                  <c:v>1396.1</c:v>
                </c:pt>
                <c:pt idx="13962">
                  <c:v>1396.2</c:v>
                </c:pt>
                <c:pt idx="13963">
                  <c:v>1396.3</c:v>
                </c:pt>
                <c:pt idx="13964">
                  <c:v>1396.4</c:v>
                </c:pt>
                <c:pt idx="13965">
                  <c:v>1396.5</c:v>
                </c:pt>
                <c:pt idx="13966">
                  <c:v>1396.6</c:v>
                </c:pt>
                <c:pt idx="13967">
                  <c:v>1396.7</c:v>
                </c:pt>
                <c:pt idx="13968">
                  <c:v>1396.8</c:v>
                </c:pt>
                <c:pt idx="13969">
                  <c:v>1396.9</c:v>
                </c:pt>
                <c:pt idx="13970">
                  <c:v>1397</c:v>
                </c:pt>
                <c:pt idx="13971">
                  <c:v>1397.1</c:v>
                </c:pt>
                <c:pt idx="13972">
                  <c:v>1397.2</c:v>
                </c:pt>
                <c:pt idx="13973">
                  <c:v>1397.3</c:v>
                </c:pt>
                <c:pt idx="13974">
                  <c:v>1397.4</c:v>
                </c:pt>
                <c:pt idx="13975">
                  <c:v>1397.5</c:v>
                </c:pt>
                <c:pt idx="13976">
                  <c:v>1397.6</c:v>
                </c:pt>
                <c:pt idx="13977">
                  <c:v>1397.7</c:v>
                </c:pt>
                <c:pt idx="13978">
                  <c:v>1397.8</c:v>
                </c:pt>
                <c:pt idx="13979">
                  <c:v>1397.9</c:v>
                </c:pt>
                <c:pt idx="13980">
                  <c:v>1398</c:v>
                </c:pt>
                <c:pt idx="13981">
                  <c:v>1398.1</c:v>
                </c:pt>
                <c:pt idx="13982">
                  <c:v>1398.2</c:v>
                </c:pt>
                <c:pt idx="13983">
                  <c:v>1398.3</c:v>
                </c:pt>
                <c:pt idx="13984">
                  <c:v>1398.4</c:v>
                </c:pt>
                <c:pt idx="13985">
                  <c:v>1398.5</c:v>
                </c:pt>
                <c:pt idx="13986">
                  <c:v>1398.6</c:v>
                </c:pt>
                <c:pt idx="13987">
                  <c:v>1398.7</c:v>
                </c:pt>
                <c:pt idx="13988">
                  <c:v>1398.8</c:v>
                </c:pt>
                <c:pt idx="13989">
                  <c:v>1398.9</c:v>
                </c:pt>
                <c:pt idx="13990">
                  <c:v>1399</c:v>
                </c:pt>
                <c:pt idx="13991">
                  <c:v>1399.1</c:v>
                </c:pt>
                <c:pt idx="13992">
                  <c:v>1399.2</c:v>
                </c:pt>
                <c:pt idx="13993">
                  <c:v>1399.3</c:v>
                </c:pt>
                <c:pt idx="13994">
                  <c:v>1399.4</c:v>
                </c:pt>
                <c:pt idx="13995">
                  <c:v>1399.5</c:v>
                </c:pt>
                <c:pt idx="13996">
                  <c:v>1399.6</c:v>
                </c:pt>
                <c:pt idx="13997">
                  <c:v>1399.7</c:v>
                </c:pt>
                <c:pt idx="13998">
                  <c:v>1399.8</c:v>
                </c:pt>
                <c:pt idx="13999">
                  <c:v>1399.9</c:v>
                </c:pt>
                <c:pt idx="14000">
                  <c:v>1400</c:v>
                </c:pt>
                <c:pt idx="14001">
                  <c:v>1400.1</c:v>
                </c:pt>
                <c:pt idx="14002">
                  <c:v>1400.2</c:v>
                </c:pt>
                <c:pt idx="14003">
                  <c:v>1400.3</c:v>
                </c:pt>
                <c:pt idx="14004">
                  <c:v>1400.4</c:v>
                </c:pt>
                <c:pt idx="14005">
                  <c:v>1400.5</c:v>
                </c:pt>
                <c:pt idx="14006">
                  <c:v>1400.6</c:v>
                </c:pt>
                <c:pt idx="14007">
                  <c:v>1400.7</c:v>
                </c:pt>
                <c:pt idx="14008">
                  <c:v>1400.8</c:v>
                </c:pt>
                <c:pt idx="14009">
                  <c:v>1400.9</c:v>
                </c:pt>
                <c:pt idx="14010">
                  <c:v>1401</c:v>
                </c:pt>
                <c:pt idx="14011">
                  <c:v>1401.1</c:v>
                </c:pt>
                <c:pt idx="14012">
                  <c:v>1401.2</c:v>
                </c:pt>
                <c:pt idx="14013">
                  <c:v>1401.3</c:v>
                </c:pt>
                <c:pt idx="14014">
                  <c:v>1401.4</c:v>
                </c:pt>
                <c:pt idx="14015">
                  <c:v>1401.5</c:v>
                </c:pt>
                <c:pt idx="14016">
                  <c:v>1401.6</c:v>
                </c:pt>
                <c:pt idx="14017">
                  <c:v>1401.7</c:v>
                </c:pt>
                <c:pt idx="14018">
                  <c:v>1401.8</c:v>
                </c:pt>
                <c:pt idx="14019">
                  <c:v>1401.9</c:v>
                </c:pt>
                <c:pt idx="14020">
                  <c:v>1402</c:v>
                </c:pt>
                <c:pt idx="14021">
                  <c:v>1402.1</c:v>
                </c:pt>
                <c:pt idx="14022">
                  <c:v>1402.2</c:v>
                </c:pt>
                <c:pt idx="14023">
                  <c:v>1402.3</c:v>
                </c:pt>
                <c:pt idx="14024">
                  <c:v>1402.4</c:v>
                </c:pt>
                <c:pt idx="14025">
                  <c:v>1402.5</c:v>
                </c:pt>
                <c:pt idx="14026">
                  <c:v>1402.6</c:v>
                </c:pt>
                <c:pt idx="14027">
                  <c:v>1402.7</c:v>
                </c:pt>
                <c:pt idx="14028">
                  <c:v>1402.8</c:v>
                </c:pt>
                <c:pt idx="14029">
                  <c:v>1402.9</c:v>
                </c:pt>
                <c:pt idx="14030">
                  <c:v>1403</c:v>
                </c:pt>
                <c:pt idx="14031">
                  <c:v>1403.1</c:v>
                </c:pt>
                <c:pt idx="14032">
                  <c:v>1403.2</c:v>
                </c:pt>
                <c:pt idx="14033">
                  <c:v>1403.3</c:v>
                </c:pt>
                <c:pt idx="14034">
                  <c:v>1403.4</c:v>
                </c:pt>
                <c:pt idx="14035">
                  <c:v>1403.5</c:v>
                </c:pt>
                <c:pt idx="14036">
                  <c:v>1403.6</c:v>
                </c:pt>
                <c:pt idx="14037">
                  <c:v>1403.7</c:v>
                </c:pt>
                <c:pt idx="14038">
                  <c:v>1403.8</c:v>
                </c:pt>
                <c:pt idx="14039">
                  <c:v>1403.9</c:v>
                </c:pt>
                <c:pt idx="14040">
                  <c:v>1404</c:v>
                </c:pt>
                <c:pt idx="14041">
                  <c:v>1404.1</c:v>
                </c:pt>
                <c:pt idx="14042">
                  <c:v>1404.2</c:v>
                </c:pt>
                <c:pt idx="14043">
                  <c:v>1404.3</c:v>
                </c:pt>
                <c:pt idx="14044">
                  <c:v>1404.4</c:v>
                </c:pt>
                <c:pt idx="14045">
                  <c:v>1404.5</c:v>
                </c:pt>
                <c:pt idx="14046">
                  <c:v>1404.6</c:v>
                </c:pt>
                <c:pt idx="14047">
                  <c:v>1404.7</c:v>
                </c:pt>
                <c:pt idx="14048">
                  <c:v>1404.8</c:v>
                </c:pt>
                <c:pt idx="14049">
                  <c:v>1404.9</c:v>
                </c:pt>
                <c:pt idx="14050">
                  <c:v>1405</c:v>
                </c:pt>
                <c:pt idx="14051">
                  <c:v>1405.1</c:v>
                </c:pt>
                <c:pt idx="14052">
                  <c:v>1405.2</c:v>
                </c:pt>
                <c:pt idx="14053">
                  <c:v>1405.3</c:v>
                </c:pt>
                <c:pt idx="14054">
                  <c:v>1405.4</c:v>
                </c:pt>
                <c:pt idx="14055">
                  <c:v>1405.5</c:v>
                </c:pt>
                <c:pt idx="14056">
                  <c:v>1405.6</c:v>
                </c:pt>
                <c:pt idx="14057">
                  <c:v>1405.7</c:v>
                </c:pt>
                <c:pt idx="14058">
                  <c:v>1405.8</c:v>
                </c:pt>
                <c:pt idx="14059">
                  <c:v>1405.9</c:v>
                </c:pt>
                <c:pt idx="14060">
                  <c:v>1406</c:v>
                </c:pt>
                <c:pt idx="14061">
                  <c:v>1406.1</c:v>
                </c:pt>
                <c:pt idx="14062">
                  <c:v>1406.2</c:v>
                </c:pt>
                <c:pt idx="14063">
                  <c:v>1406.3</c:v>
                </c:pt>
                <c:pt idx="14064">
                  <c:v>1406.4</c:v>
                </c:pt>
                <c:pt idx="14065">
                  <c:v>1406.5</c:v>
                </c:pt>
                <c:pt idx="14066">
                  <c:v>1406.6</c:v>
                </c:pt>
                <c:pt idx="14067">
                  <c:v>1406.7</c:v>
                </c:pt>
                <c:pt idx="14068">
                  <c:v>1406.8</c:v>
                </c:pt>
                <c:pt idx="14069">
                  <c:v>1406.9</c:v>
                </c:pt>
                <c:pt idx="14070">
                  <c:v>1407</c:v>
                </c:pt>
                <c:pt idx="14071">
                  <c:v>1407.1</c:v>
                </c:pt>
                <c:pt idx="14072">
                  <c:v>1407.2</c:v>
                </c:pt>
                <c:pt idx="14073">
                  <c:v>1407.3</c:v>
                </c:pt>
                <c:pt idx="14074">
                  <c:v>1407.4</c:v>
                </c:pt>
                <c:pt idx="14075">
                  <c:v>1407.5</c:v>
                </c:pt>
                <c:pt idx="14076">
                  <c:v>1407.6</c:v>
                </c:pt>
                <c:pt idx="14077">
                  <c:v>1407.7</c:v>
                </c:pt>
                <c:pt idx="14078">
                  <c:v>1407.8</c:v>
                </c:pt>
                <c:pt idx="14079">
                  <c:v>1407.9</c:v>
                </c:pt>
                <c:pt idx="14080">
                  <c:v>1408</c:v>
                </c:pt>
                <c:pt idx="14081">
                  <c:v>1408.1</c:v>
                </c:pt>
                <c:pt idx="14082">
                  <c:v>1408.2</c:v>
                </c:pt>
                <c:pt idx="14083">
                  <c:v>1408.3</c:v>
                </c:pt>
                <c:pt idx="14084">
                  <c:v>1408.4</c:v>
                </c:pt>
                <c:pt idx="14085">
                  <c:v>1408.5</c:v>
                </c:pt>
                <c:pt idx="14086">
                  <c:v>1408.6</c:v>
                </c:pt>
                <c:pt idx="14087">
                  <c:v>1408.7</c:v>
                </c:pt>
                <c:pt idx="14088">
                  <c:v>1408.8</c:v>
                </c:pt>
                <c:pt idx="14089">
                  <c:v>1408.9</c:v>
                </c:pt>
                <c:pt idx="14090">
                  <c:v>1409</c:v>
                </c:pt>
                <c:pt idx="14091">
                  <c:v>1409.1</c:v>
                </c:pt>
                <c:pt idx="14092">
                  <c:v>1409.2</c:v>
                </c:pt>
                <c:pt idx="14093">
                  <c:v>1409.3</c:v>
                </c:pt>
                <c:pt idx="14094">
                  <c:v>1409.4</c:v>
                </c:pt>
                <c:pt idx="14095">
                  <c:v>1409.5</c:v>
                </c:pt>
                <c:pt idx="14096">
                  <c:v>1409.6</c:v>
                </c:pt>
                <c:pt idx="14097">
                  <c:v>1409.7</c:v>
                </c:pt>
                <c:pt idx="14098">
                  <c:v>1409.8</c:v>
                </c:pt>
                <c:pt idx="14099">
                  <c:v>1409.9</c:v>
                </c:pt>
                <c:pt idx="14100">
                  <c:v>1410</c:v>
                </c:pt>
                <c:pt idx="14101">
                  <c:v>1410.1</c:v>
                </c:pt>
                <c:pt idx="14102">
                  <c:v>1410.2</c:v>
                </c:pt>
                <c:pt idx="14103">
                  <c:v>1410.3</c:v>
                </c:pt>
                <c:pt idx="14104">
                  <c:v>1410.4</c:v>
                </c:pt>
                <c:pt idx="14105">
                  <c:v>1410.5</c:v>
                </c:pt>
                <c:pt idx="14106">
                  <c:v>1410.6</c:v>
                </c:pt>
                <c:pt idx="14107">
                  <c:v>1410.7</c:v>
                </c:pt>
                <c:pt idx="14108">
                  <c:v>1410.8</c:v>
                </c:pt>
                <c:pt idx="14109">
                  <c:v>1410.9</c:v>
                </c:pt>
                <c:pt idx="14110">
                  <c:v>1411</c:v>
                </c:pt>
                <c:pt idx="14111">
                  <c:v>1411.1</c:v>
                </c:pt>
                <c:pt idx="14112">
                  <c:v>1411.2</c:v>
                </c:pt>
                <c:pt idx="14113">
                  <c:v>1411.3</c:v>
                </c:pt>
                <c:pt idx="14114">
                  <c:v>1411.4</c:v>
                </c:pt>
                <c:pt idx="14115">
                  <c:v>1411.5</c:v>
                </c:pt>
                <c:pt idx="14116">
                  <c:v>1411.6</c:v>
                </c:pt>
                <c:pt idx="14117">
                  <c:v>1411.7</c:v>
                </c:pt>
                <c:pt idx="14118">
                  <c:v>1411.8</c:v>
                </c:pt>
                <c:pt idx="14119">
                  <c:v>1411.9</c:v>
                </c:pt>
                <c:pt idx="14120">
                  <c:v>1412</c:v>
                </c:pt>
                <c:pt idx="14121">
                  <c:v>1412.1</c:v>
                </c:pt>
                <c:pt idx="14122">
                  <c:v>1412.2</c:v>
                </c:pt>
                <c:pt idx="14123">
                  <c:v>1412.3</c:v>
                </c:pt>
                <c:pt idx="14124">
                  <c:v>1412.4</c:v>
                </c:pt>
                <c:pt idx="14125">
                  <c:v>1412.5</c:v>
                </c:pt>
                <c:pt idx="14126">
                  <c:v>1412.6</c:v>
                </c:pt>
                <c:pt idx="14127">
                  <c:v>1412.7</c:v>
                </c:pt>
                <c:pt idx="14128">
                  <c:v>1412.8</c:v>
                </c:pt>
                <c:pt idx="14129">
                  <c:v>1412.9</c:v>
                </c:pt>
                <c:pt idx="14130">
                  <c:v>1413</c:v>
                </c:pt>
                <c:pt idx="14131">
                  <c:v>1413.1</c:v>
                </c:pt>
                <c:pt idx="14132">
                  <c:v>1413.2</c:v>
                </c:pt>
                <c:pt idx="14133">
                  <c:v>1413.3</c:v>
                </c:pt>
                <c:pt idx="14134">
                  <c:v>1413.4</c:v>
                </c:pt>
                <c:pt idx="14135">
                  <c:v>1413.5</c:v>
                </c:pt>
                <c:pt idx="14136">
                  <c:v>1413.6</c:v>
                </c:pt>
                <c:pt idx="14137">
                  <c:v>1413.7</c:v>
                </c:pt>
                <c:pt idx="14138">
                  <c:v>1413.8</c:v>
                </c:pt>
                <c:pt idx="14139">
                  <c:v>1413.9</c:v>
                </c:pt>
                <c:pt idx="14140">
                  <c:v>1414</c:v>
                </c:pt>
                <c:pt idx="14141">
                  <c:v>1414.1</c:v>
                </c:pt>
                <c:pt idx="14142">
                  <c:v>1414.2</c:v>
                </c:pt>
                <c:pt idx="14143">
                  <c:v>1414.3</c:v>
                </c:pt>
                <c:pt idx="14144">
                  <c:v>1414.4</c:v>
                </c:pt>
                <c:pt idx="14145">
                  <c:v>1414.5</c:v>
                </c:pt>
                <c:pt idx="14146">
                  <c:v>1414.6</c:v>
                </c:pt>
                <c:pt idx="14147">
                  <c:v>1414.7</c:v>
                </c:pt>
                <c:pt idx="14148">
                  <c:v>1414.8</c:v>
                </c:pt>
                <c:pt idx="14149">
                  <c:v>1414.9</c:v>
                </c:pt>
                <c:pt idx="14150">
                  <c:v>1415</c:v>
                </c:pt>
                <c:pt idx="14151">
                  <c:v>1415.1</c:v>
                </c:pt>
                <c:pt idx="14152">
                  <c:v>1415.2</c:v>
                </c:pt>
                <c:pt idx="14153">
                  <c:v>1415.3</c:v>
                </c:pt>
                <c:pt idx="14154">
                  <c:v>1415.4</c:v>
                </c:pt>
                <c:pt idx="14155">
                  <c:v>1415.5</c:v>
                </c:pt>
                <c:pt idx="14156">
                  <c:v>1415.6</c:v>
                </c:pt>
                <c:pt idx="14157">
                  <c:v>1415.7</c:v>
                </c:pt>
                <c:pt idx="14158">
                  <c:v>1415.8</c:v>
                </c:pt>
                <c:pt idx="14159">
                  <c:v>1415.9</c:v>
                </c:pt>
                <c:pt idx="14160">
                  <c:v>1416</c:v>
                </c:pt>
                <c:pt idx="14161">
                  <c:v>1416.1</c:v>
                </c:pt>
                <c:pt idx="14162">
                  <c:v>1416.2</c:v>
                </c:pt>
                <c:pt idx="14163">
                  <c:v>1416.3</c:v>
                </c:pt>
                <c:pt idx="14164">
                  <c:v>1416.4</c:v>
                </c:pt>
                <c:pt idx="14165">
                  <c:v>1416.5</c:v>
                </c:pt>
                <c:pt idx="14166">
                  <c:v>1416.6</c:v>
                </c:pt>
                <c:pt idx="14167">
                  <c:v>1416.7</c:v>
                </c:pt>
                <c:pt idx="14168">
                  <c:v>1416.8</c:v>
                </c:pt>
                <c:pt idx="14169">
                  <c:v>1416.9</c:v>
                </c:pt>
                <c:pt idx="14170">
                  <c:v>1417</c:v>
                </c:pt>
                <c:pt idx="14171">
                  <c:v>1417.1</c:v>
                </c:pt>
                <c:pt idx="14172">
                  <c:v>1417.2</c:v>
                </c:pt>
                <c:pt idx="14173">
                  <c:v>1417.3</c:v>
                </c:pt>
                <c:pt idx="14174">
                  <c:v>1417.4</c:v>
                </c:pt>
                <c:pt idx="14175">
                  <c:v>1417.5</c:v>
                </c:pt>
                <c:pt idx="14176">
                  <c:v>1417.6</c:v>
                </c:pt>
                <c:pt idx="14177">
                  <c:v>1417.7</c:v>
                </c:pt>
                <c:pt idx="14178">
                  <c:v>1417.8</c:v>
                </c:pt>
                <c:pt idx="14179">
                  <c:v>1417.9</c:v>
                </c:pt>
                <c:pt idx="14180">
                  <c:v>1418</c:v>
                </c:pt>
                <c:pt idx="14181">
                  <c:v>1418.1</c:v>
                </c:pt>
                <c:pt idx="14182">
                  <c:v>1418.2</c:v>
                </c:pt>
                <c:pt idx="14183">
                  <c:v>1418.3</c:v>
                </c:pt>
                <c:pt idx="14184">
                  <c:v>1418.4</c:v>
                </c:pt>
                <c:pt idx="14185">
                  <c:v>1418.5</c:v>
                </c:pt>
                <c:pt idx="14186">
                  <c:v>1418.6</c:v>
                </c:pt>
                <c:pt idx="14187">
                  <c:v>1418.7</c:v>
                </c:pt>
                <c:pt idx="14188">
                  <c:v>1418.8</c:v>
                </c:pt>
                <c:pt idx="14189">
                  <c:v>1418.9</c:v>
                </c:pt>
                <c:pt idx="14190">
                  <c:v>1419</c:v>
                </c:pt>
                <c:pt idx="14191">
                  <c:v>1419.1</c:v>
                </c:pt>
                <c:pt idx="14192">
                  <c:v>1419.2</c:v>
                </c:pt>
                <c:pt idx="14193">
                  <c:v>1419.3</c:v>
                </c:pt>
                <c:pt idx="14194">
                  <c:v>1419.4</c:v>
                </c:pt>
                <c:pt idx="14195">
                  <c:v>1419.5</c:v>
                </c:pt>
                <c:pt idx="14196">
                  <c:v>1419.6</c:v>
                </c:pt>
                <c:pt idx="14197">
                  <c:v>1419.7</c:v>
                </c:pt>
                <c:pt idx="14198">
                  <c:v>1419.8</c:v>
                </c:pt>
                <c:pt idx="14199">
                  <c:v>1419.9</c:v>
                </c:pt>
                <c:pt idx="14200">
                  <c:v>1420</c:v>
                </c:pt>
                <c:pt idx="14201">
                  <c:v>1420.1</c:v>
                </c:pt>
                <c:pt idx="14202">
                  <c:v>1420.2</c:v>
                </c:pt>
                <c:pt idx="14203">
                  <c:v>1420.3</c:v>
                </c:pt>
                <c:pt idx="14204">
                  <c:v>1420.4</c:v>
                </c:pt>
                <c:pt idx="14205">
                  <c:v>1420.5</c:v>
                </c:pt>
                <c:pt idx="14206">
                  <c:v>1420.6</c:v>
                </c:pt>
                <c:pt idx="14207">
                  <c:v>1420.7</c:v>
                </c:pt>
                <c:pt idx="14208">
                  <c:v>1420.8</c:v>
                </c:pt>
                <c:pt idx="14209">
                  <c:v>1420.9</c:v>
                </c:pt>
                <c:pt idx="14210">
                  <c:v>1421</c:v>
                </c:pt>
                <c:pt idx="14211">
                  <c:v>1421.1</c:v>
                </c:pt>
                <c:pt idx="14212">
                  <c:v>1421.2</c:v>
                </c:pt>
                <c:pt idx="14213">
                  <c:v>1421.3</c:v>
                </c:pt>
                <c:pt idx="14214">
                  <c:v>1421.4</c:v>
                </c:pt>
                <c:pt idx="14215">
                  <c:v>1421.5</c:v>
                </c:pt>
                <c:pt idx="14216">
                  <c:v>1421.6</c:v>
                </c:pt>
                <c:pt idx="14217">
                  <c:v>1421.7</c:v>
                </c:pt>
                <c:pt idx="14218">
                  <c:v>1421.8</c:v>
                </c:pt>
                <c:pt idx="14219">
                  <c:v>1421.9</c:v>
                </c:pt>
                <c:pt idx="14220">
                  <c:v>1422</c:v>
                </c:pt>
                <c:pt idx="14221">
                  <c:v>1422.1</c:v>
                </c:pt>
                <c:pt idx="14222">
                  <c:v>1422.2</c:v>
                </c:pt>
                <c:pt idx="14223">
                  <c:v>1422.3</c:v>
                </c:pt>
                <c:pt idx="14224">
                  <c:v>1422.4</c:v>
                </c:pt>
                <c:pt idx="14225">
                  <c:v>1422.5</c:v>
                </c:pt>
                <c:pt idx="14226">
                  <c:v>1422.6</c:v>
                </c:pt>
                <c:pt idx="14227">
                  <c:v>1422.7</c:v>
                </c:pt>
                <c:pt idx="14228">
                  <c:v>1422.8</c:v>
                </c:pt>
                <c:pt idx="14229">
                  <c:v>1422.9</c:v>
                </c:pt>
                <c:pt idx="14230">
                  <c:v>1423</c:v>
                </c:pt>
                <c:pt idx="14231">
                  <c:v>1423.1</c:v>
                </c:pt>
                <c:pt idx="14232">
                  <c:v>1423.2</c:v>
                </c:pt>
                <c:pt idx="14233">
                  <c:v>1423.3</c:v>
                </c:pt>
                <c:pt idx="14234">
                  <c:v>1423.4</c:v>
                </c:pt>
                <c:pt idx="14235">
                  <c:v>1423.5</c:v>
                </c:pt>
                <c:pt idx="14236">
                  <c:v>1423.6</c:v>
                </c:pt>
                <c:pt idx="14237">
                  <c:v>1423.7</c:v>
                </c:pt>
                <c:pt idx="14238">
                  <c:v>1423.8</c:v>
                </c:pt>
                <c:pt idx="14239">
                  <c:v>1423.9</c:v>
                </c:pt>
                <c:pt idx="14240">
                  <c:v>1424</c:v>
                </c:pt>
                <c:pt idx="14241">
                  <c:v>1424.1</c:v>
                </c:pt>
                <c:pt idx="14242">
                  <c:v>1424.2</c:v>
                </c:pt>
                <c:pt idx="14243">
                  <c:v>1424.3</c:v>
                </c:pt>
                <c:pt idx="14244">
                  <c:v>1424.4</c:v>
                </c:pt>
                <c:pt idx="14245">
                  <c:v>1424.5</c:v>
                </c:pt>
                <c:pt idx="14246">
                  <c:v>1424.6</c:v>
                </c:pt>
                <c:pt idx="14247">
                  <c:v>1424.7</c:v>
                </c:pt>
                <c:pt idx="14248">
                  <c:v>1424.8</c:v>
                </c:pt>
                <c:pt idx="14249">
                  <c:v>1424.9</c:v>
                </c:pt>
                <c:pt idx="14250">
                  <c:v>1425</c:v>
                </c:pt>
                <c:pt idx="14251">
                  <c:v>1425.1</c:v>
                </c:pt>
                <c:pt idx="14252">
                  <c:v>1425.2</c:v>
                </c:pt>
                <c:pt idx="14253">
                  <c:v>1425.3</c:v>
                </c:pt>
                <c:pt idx="14254">
                  <c:v>1425.4</c:v>
                </c:pt>
                <c:pt idx="14255">
                  <c:v>1425.5</c:v>
                </c:pt>
                <c:pt idx="14256">
                  <c:v>1425.6</c:v>
                </c:pt>
                <c:pt idx="14257">
                  <c:v>1425.7</c:v>
                </c:pt>
                <c:pt idx="14258">
                  <c:v>1425.8</c:v>
                </c:pt>
                <c:pt idx="14259">
                  <c:v>1425.9</c:v>
                </c:pt>
                <c:pt idx="14260">
                  <c:v>1426</c:v>
                </c:pt>
                <c:pt idx="14261">
                  <c:v>1426.1</c:v>
                </c:pt>
                <c:pt idx="14262">
                  <c:v>1426.2</c:v>
                </c:pt>
                <c:pt idx="14263">
                  <c:v>1426.3</c:v>
                </c:pt>
                <c:pt idx="14264">
                  <c:v>1426.4</c:v>
                </c:pt>
                <c:pt idx="14265">
                  <c:v>1426.5</c:v>
                </c:pt>
                <c:pt idx="14266">
                  <c:v>1426.6</c:v>
                </c:pt>
                <c:pt idx="14267">
                  <c:v>1426.7</c:v>
                </c:pt>
                <c:pt idx="14268">
                  <c:v>1426.8</c:v>
                </c:pt>
                <c:pt idx="14269">
                  <c:v>1426.9</c:v>
                </c:pt>
                <c:pt idx="14270">
                  <c:v>1427</c:v>
                </c:pt>
                <c:pt idx="14271">
                  <c:v>1427.1</c:v>
                </c:pt>
                <c:pt idx="14272">
                  <c:v>1427.2</c:v>
                </c:pt>
                <c:pt idx="14273">
                  <c:v>1427.3</c:v>
                </c:pt>
                <c:pt idx="14274">
                  <c:v>1427.4</c:v>
                </c:pt>
                <c:pt idx="14275">
                  <c:v>1427.5</c:v>
                </c:pt>
                <c:pt idx="14276">
                  <c:v>1427.6</c:v>
                </c:pt>
                <c:pt idx="14277">
                  <c:v>1427.7</c:v>
                </c:pt>
                <c:pt idx="14278">
                  <c:v>1427.8</c:v>
                </c:pt>
                <c:pt idx="14279">
                  <c:v>1427.9</c:v>
                </c:pt>
                <c:pt idx="14280">
                  <c:v>1428</c:v>
                </c:pt>
                <c:pt idx="14281">
                  <c:v>1428.1</c:v>
                </c:pt>
                <c:pt idx="14282">
                  <c:v>1428.2</c:v>
                </c:pt>
                <c:pt idx="14283">
                  <c:v>1428.3</c:v>
                </c:pt>
                <c:pt idx="14284">
                  <c:v>1428.4</c:v>
                </c:pt>
                <c:pt idx="14285">
                  <c:v>1428.5</c:v>
                </c:pt>
                <c:pt idx="14286">
                  <c:v>1428.6</c:v>
                </c:pt>
                <c:pt idx="14287">
                  <c:v>1428.7</c:v>
                </c:pt>
                <c:pt idx="14288">
                  <c:v>1428.8</c:v>
                </c:pt>
                <c:pt idx="14289">
                  <c:v>1428.9</c:v>
                </c:pt>
                <c:pt idx="14290">
                  <c:v>1429</c:v>
                </c:pt>
                <c:pt idx="14291">
                  <c:v>1429.1</c:v>
                </c:pt>
                <c:pt idx="14292">
                  <c:v>1429.2</c:v>
                </c:pt>
                <c:pt idx="14293">
                  <c:v>1429.3</c:v>
                </c:pt>
                <c:pt idx="14294">
                  <c:v>1429.4</c:v>
                </c:pt>
                <c:pt idx="14295">
                  <c:v>1429.5</c:v>
                </c:pt>
                <c:pt idx="14296">
                  <c:v>1429.6</c:v>
                </c:pt>
                <c:pt idx="14297">
                  <c:v>1429.7</c:v>
                </c:pt>
                <c:pt idx="14298">
                  <c:v>1429.8</c:v>
                </c:pt>
                <c:pt idx="14299">
                  <c:v>1429.9</c:v>
                </c:pt>
                <c:pt idx="14300">
                  <c:v>1430</c:v>
                </c:pt>
                <c:pt idx="14301">
                  <c:v>1430.1</c:v>
                </c:pt>
                <c:pt idx="14302">
                  <c:v>1430.2</c:v>
                </c:pt>
                <c:pt idx="14303">
                  <c:v>1430.3</c:v>
                </c:pt>
                <c:pt idx="14304">
                  <c:v>1430.4</c:v>
                </c:pt>
                <c:pt idx="14305">
                  <c:v>1430.5</c:v>
                </c:pt>
                <c:pt idx="14306">
                  <c:v>1430.6</c:v>
                </c:pt>
                <c:pt idx="14307">
                  <c:v>1430.7</c:v>
                </c:pt>
                <c:pt idx="14308">
                  <c:v>1430.8</c:v>
                </c:pt>
                <c:pt idx="14309">
                  <c:v>1430.9</c:v>
                </c:pt>
                <c:pt idx="14310">
                  <c:v>1431</c:v>
                </c:pt>
                <c:pt idx="14311">
                  <c:v>1431.1</c:v>
                </c:pt>
                <c:pt idx="14312">
                  <c:v>1431.2</c:v>
                </c:pt>
                <c:pt idx="14313">
                  <c:v>1431.3</c:v>
                </c:pt>
                <c:pt idx="14314">
                  <c:v>1431.4</c:v>
                </c:pt>
                <c:pt idx="14315">
                  <c:v>1431.5</c:v>
                </c:pt>
                <c:pt idx="14316">
                  <c:v>1431.6</c:v>
                </c:pt>
                <c:pt idx="14317">
                  <c:v>1431.7</c:v>
                </c:pt>
                <c:pt idx="14318">
                  <c:v>1431.8</c:v>
                </c:pt>
                <c:pt idx="14319">
                  <c:v>1431.9</c:v>
                </c:pt>
                <c:pt idx="14320">
                  <c:v>1432</c:v>
                </c:pt>
                <c:pt idx="14321">
                  <c:v>1432.1</c:v>
                </c:pt>
                <c:pt idx="14322">
                  <c:v>1432.2</c:v>
                </c:pt>
                <c:pt idx="14323">
                  <c:v>1432.3</c:v>
                </c:pt>
                <c:pt idx="14324">
                  <c:v>1432.4</c:v>
                </c:pt>
                <c:pt idx="14325">
                  <c:v>1432.5</c:v>
                </c:pt>
                <c:pt idx="14326">
                  <c:v>1432.6</c:v>
                </c:pt>
                <c:pt idx="14327">
                  <c:v>1432.7</c:v>
                </c:pt>
                <c:pt idx="14328">
                  <c:v>1432.8</c:v>
                </c:pt>
                <c:pt idx="14329">
                  <c:v>1432.9</c:v>
                </c:pt>
                <c:pt idx="14330">
                  <c:v>1433</c:v>
                </c:pt>
                <c:pt idx="14331">
                  <c:v>1433.1</c:v>
                </c:pt>
                <c:pt idx="14332">
                  <c:v>1433.2</c:v>
                </c:pt>
                <c:pt idx="14333">
                  <c:v>1433.3</c:v>
                </c:pt>
                <c:pt idx="14334">
                  <c:v>1433.4</c:v>
                </c:pt>
                <c:pt idx="14335">
                  <c:v>1433.5</c:v>
                </c:pt>
                <c:pt idx="14336">
                  <c:v>1433.6</c:v>
                </c:pt>
                <c:pt idx="14337">
                  <c:v>1433.7</c:v>
                </c:pt>
                <c:pt idx="14338">
                  <c:v>1433.8</c:v>
                </c:pt>
                <c:pt idx="14339">
                  <c:v>1433.9</c:v>
                </c:pt>
                <c:pt idx="14340">
                  <c:v>1434</c:v>
                </c:pt>
                <c:pt idx="14341">
                  <c:v>1434.1</c:v>
                </c:pt>
                <c:pt idx="14342">
                  <c:v>1434.2</c:v>
                </c:pt>
                <c:pt idx="14343">
                  <c:v>1434.3</c:v>
                </c:pt>
                <c:pt idx="14344">
                  <c:v>1434.4</c:v>
                </c:pt>
                <c:pt idx="14345">
                  <c:v>1434.5</c:v>
                </c:pt>
                <c:pt idx="14346">
                  <c:v>1434.6</c:v>
                </c:pt>
                <c:pt idx="14347">
                  <c:v>1434.7</c:v>
                </c:pt>
                <c:pt idx="14348">
                  <c:v>1434.8</c:v>
                </c:pt>
                <c:pt idx="14349">
                  <c:v>1434.9</c:v>
                </c:pt>
                <c:pt idx="14350">
                  <c:v>1435</c:v>
                </c:pt>
                <c:pt idx="14351">
                  <c:v>1435.1</c:v>
                </c:pt>
                <c:pt idx="14352">
                  <c:v>1435.2</c:v>
                </c:pt>
                <c:pt idx="14353">
                  <c:v>1435.3</c:v>
                </c:pt>
                <c:pt idx="14354">
                  <c:v>1435.4</c:v>
                </c:pt>
                <c:pt idx="14355">
                  <c:v>1435.5</c:v>
                </c:pt>
                <c:pt idx="14356">
                  <c:v>1435.6</c:v>
                </c:pt>
                <c:pt idx="14357">
                  <c:v>1435.7</c:v>
                </c:pt>
                <c:pt idx="14358">
                  <c:v>1435.8</c:v>
                </c:pt>
                <c:pt idx="14359">
                  <c:v>1435.9</c:v>
                </c:pt>
                <c:pt idx="14360">
                  <c:v>1436</c:v>
                </c:pt>
                <c:pt idx="14361">
                  <c:v>1436.1</c:v>
                </c:pt>
                <c:pt idx="14362">
                  <c:v>1436.2</c:v>
                </c:pt>
                <c:pt idx="14363">
                  <c:v>1436.3</c:v>
                </c:pt>
                <c:pt idx="14364">
                  <c:v>1436.4</c:v>
                </c:pt>
                <c:pt idx="14365">
                  <c:v>1436.5</c:v>
                </c:pt>
                <c:pt idx="14366">
                  <c:v>1436.6</c:v>
                </c:pt>
                <c:pt idx="14367">
                  <c:v>1436.7</c:v>
                </c:pt>
                <c:pt idx="14368">
                  <c:v>1436.8</c:v>
                </c:pt>
                <c:pt idx="14369">
                  <c:v>1436.9</c:v>
                </c:pt>
                <c:pt idx="14370">
                  <c:v>1437</c:v>
                </c:pt>
                <c:pt idx="14371">
                  <c:v>1437.1</c:v>
                </c:pt>
                <c:pt idx="14372">
                  <c:v>1437.2</c:v>
                </c:pt>
                <c:pt idx="14373">
                  <c:v>1437.3</c:v>
                </c:pt>
                <c:pt idx="14374">
                  <c:v>1437.4</c:v>
                </c:pt>
                <c:pt idx="14375">
                  <c:v>1437.5</c:v>
                </c:pt>
                <c:pt idx="14376">
                  <c:v>1437.6</c:v>
                </c:pt>
                <c:pt idx="14377">
                  <c:v>1437.7</c:v>
                </c:pt>
                <c:pt idx="14378">
                  <c:v>1437.8</c:v>
                </c:pt>
                <c:pt idx="14379">
                  <c:v>1437.9</c:v>
                </c:pt>
                <c:pt idx="14380">
                  <c:v>1438</c:v>
                </c:pt>
                <c:pt idx="14381">
                  <c:v>1438.1</c:v>
                </c:pt>
                <c:pt idx="14382">
                  <c:v>1438.2</c:v>
                </c:pt>
                <c:pt idx="14383">
                  <c:v>1438.3</c:v>
                </c:pt>
                <c:pt idx="14384">
                  <c:v>1438.4</c:v>
                </c:pt>
                <c:pt idx="14385">
                  <c:v>1438.5</c:v>
                </c:pt>
                <c:pt idx="14386">
                  <c:v>1438.6</c:v>
                </c:pt>
                <c:pt idx="14387">
                  <c:v>1438.7</c:v>
                </c:pt>
                <c:pt idx="14388">
                  <c:v>1438.8</c:v>
                </c:pt>
                <c:pt idx="14389">
                  <c:v>1438.9</c:v>
                </c:pt>
                <c:pt idx="14390">
                  <c:v>1439</c:v>
                </c:pt>
                <c:pt idx="14391">
                  <c:v>1439.1</c:v>
                </c:pt>
                <c:pt idx="14392">
                  <c:v>1439.2</c:v>
                </c:pt>
                <c:pt idx="14393">
                  <c:v>1439.3</c:v>
                </c:pt>
                <c:pt idx="14394">
                  <c:v>1439.4</c:v>
                </c:pt>
                <c:pt idx="14395">
                  <c:v>1439.5</c:v>
                </c:pt>
                <c:pt idx="14396">
                  <c:v>1439.6</c:v>
                </c:pt>
                <c:pt idx="14397">
                  <c:v>1439.7</c:v>
                </c:pt>
                <c:pt idx="14398">
                  <c:v>1439.8</c:v>
                </c:pt>
                <c:pt idx="14399">
                  <c:v>1439.9</c:v>
                </c:pt>
                <c:pt idx="14400">
                  <c:v>1440</c:v>
                </c:pt>
                <c:pt idx="14401">
                  <c:v>1440.1</c:v>
                </c:pt>
                <c:pt idx="14402">
                  <c:v>1440.2</c:v>
                </c:pt>
                <c:pt idx="14403">
                  <c:v>1440.3</c:v>
                </c:pt>
                <c:pt idx="14404">
                  <c:v>1440.4</c:v>
                </c:pt>
                <c:pt idx="14405">
                  <c:v>1440.5</c:v>
                </c:pt>
                <c:pt idx="14406">
                  <c:v>1440.6</c:v>
                </c:pt>
                <c:pt idx="14407">
                  <c:v>1440.7</c:v>
                </c:pt>
                <c:pt idx="14408">
                  <c:v>1440.8</c:v>
                </c:pt>
                <c:pt idx="14409">
                  <c:v>1440.9</c:v>
                </c:pt>
                <c:pt idx="14410">
                  <c:v>1441</c:v>
                </c:pt>
                <c:pt idx="14411">
                  <c:v>1441.1</c:v>
                </c:pt>
                <c:pt idx="14412">
                  <c:v>1441.2</c:v>
                </c:pt>
                <c:pt idx="14413">
                  <c:v>1441.3</c:v>
                </c:pt>
                <c:pt idx="14414">
                  <c:v>1441.4</c:v>
                </c:pt>
                <c:pt idx="14415">
                  <c:v>1441.5</c:v>
                </c:pt>
                <c:pt idx="14416">
                  <c:v>1441.6</c:v>
                </c:pt>
                <c:pt idx="14417">
                  <c:v>1441.7</c:v>
                </c:pt>
                <c:pt idx="14418">
                  <c:v>1441.8</c:v>
                </c:pt>
                <c:pt idx="14419">
                  <c:v>1441.9</c:v>
                </c:pt>
                <c:pt idx="14420">
                  <c:v>1442</c:v>
                </c:pt>
                <c:pt idx="14421">
                  <c:v>1442.1</c:v>
                </c:pt>
                <c:pt idx="14422">
                  <c:v>1442.2</c:v>
                </c:pt>
                <c:pt idx="14423">
                  <c:v>1442.3</c:v>
                </c:pt>
                <c:pt idx="14424">
                  <c:v>1442.4</c:v>
                </c:pt>
                <c:pt idx="14425">
                  <c:v>1442.5</c:v>
                </c:pt>
                <c:pt idx="14426">
                  <c:v>1442.6</c:v>
                </c:pt>
                <c:pt idx="14427">
                  <c:v>1442.7</c:v>
                </c:pt>
                <c:pt idx="14428">
                  <c:v>1442.8</c:v>
                </c:pt>
                <c:pt idx="14429">
                  <c:v>1442.9</c:v>
                </c:pt>
                <c:pt idx="14430">
                  <c:v>1443</c:v>
                </c:pt>
                <c:pt idx="14431">
                  <c:v>1443.1</c:v>
                </c:pt>
                <c:pt idx="14432">
                  <c:v>1443.2</c:v>
                </c:pt>
                <c:pt idx="14433">
                  <c:v>1443.3</c:v>
                </c:pt>
                <c:pt idx="14434">
                  <c:v>1443.4</c:v>
                </c:pt>
                <c:pt idx="14435">
                  <c:v>1443.5</c:v>
                </c:pt>
                <c:pt idx="14436">
                  <c:v>1443.6</c:v>
                </c:pt>
                <c:pt idx="14437">
                  <c:v>1443.7</c:v>
                </c:pt>
                <c:pt idx="14438">
                  <c:v>1443.8</c:v>
                </c:pt>
                <c:pt idx="14439">
                  <c:v>1443.9</c:v>
                </c:pt>
                <c:pt idx="14440">
                  <c:v>1444</c:v>
                </c:pt>
                <c:pt idx="14441">
                  <c:v>1444.1</c:v>
                </c:pt>
                <c:pt idx="14442">
                  <c:v>1444.2</c:v>
                </c:pt>
                <c:pt idx="14443">
                  <c:v>1444.3</c:v>
                </c:pt>
                <c:pt idx="14444">
                  <c:v>1444.4</c:v>
                </c:pt>
                <c:pt idx="14445">
                  <c:v>1444.5</c:v>
                </c:pt>
                <c:pt idx="14446">
                  <c:v>1444.6</c:v>
                </c:pt>
                <c:pt idx="14447">
                  <c:v>1444.7</c:v>
                </c:pt>
                <c:pt idx="14448">
                  <c:v>1444.8</c:v>
                </c:pt>
                <c:pt idx="14449">
                  <c:v>1444.9</c:v>
                </c:pt>
                <c:pt idx="14450">
                  <c:v>1445</c:v>
                </c:pt>
                <c:pt idx="14451">
                  <c:v>1445.1</c:v>
                </c:pt>
                <c:pt idx="14452">
                  <c:v>1445.2</c:v>
                </c:pt>
                <c:pt idx="14453">
                  <c:v>1445.3</c:v>
                </c:pt>
                <c:pt idx="14454">
                  <c:v>1445.4</c:v>
                </c:pt>
                <c:pt idx="14455">
                  <c:v>1445.5</c:v>
                </c:pt>
                <c:pt idx="14456">
                  <c:v>1445.6</c:v>
                </c:pt>
                <c:pt idx="14457">
                  <c:v>1445.7</c:v>
                </c:pt>
                <c:pt idx="14458">
                  <c:v>1445.8</c:v>
                </c:pt>
                <c:pt idx="14459">
                  <c:v>1445.9</c:v>
                </c:pt>
                <c:pt idx="14460">
                  <c:v>1446</c:v>
                </c:pt>
                <c:pt idx="14461">
                  <c:v>1446.1</c:v>
                </c:pt>
                <c:pt idx="14462">
                  <c:v>1446.2</c:v>
                </c:pt>
                <c:pt idx="14463">
                  <c:v>1446.3</c:v>
                </c:pt>
                <c:pt idx="14464">
                  <c:v>1446.4</c:v>
                </c:pt>
                <c:pt idx="14465">
                  <c:v>1446.5</c:v>
                </c:pt>
                <c:pt idx="14466">
                  <c:v>1446.6</c:v>
                </c:pt>
                <c:pt idx="14467">
                  <c:v>1446.7</c:v>
                </c:pt>
                <c:pt idx="14468">
                  <c:v>1446.8</c:v>
                </c:pt>
                <c:pt idx="14469">
                  <c:v>1446.9</c:v>
                </c:pt>
                <c:pt idx="14470">
                  <c:v>1447</c:v>
                </c:pt>
                <c:pt idx="14471">
                  <c:v>1447.1</c:v>
                </c:pt>
                <c:pt idx="14472">
                  <c:v>1447.2</c:v>
                </c:pt>
                <c:pt idx="14473">
                  <c:v>1447.3</c:v>
                </c:pt>
                <c:pt idx="14474">
                  <c:v>1447.4</c:v>
                </c:pt>
                <c:pt idx="14475">
                  <c:v>1447.5</c:v>
                </c:pt>
                <c:pt idx="14476">
                  <c:v>1447.6</c:v>
                </c:pt>
                <c:pt idx="14477">
                  <c:v>1447.7</c:v>
                </c:pt>
                <c:pt idx="14478">
                  <c:v>1447.8</c:v>
                </c:pt>
                <c:pt idx="14479">
                  <c:v>1447.9</c:v>
                </c:pt>
                <c:pt idx="14480">
                  <c:v>1448</c:v>
                </c:pt>
                <c:pt idx="14481">
                  <c:v>1448.1</c:v>
                </c:pt>
                <c:pt idx="14482">
                  <c:v>1448.2</c:v>
                </c:pt>
                <c:pt idx="14483">
                  <c:v>1448.3</c:v>
                </c:pt>
                <c:pt idx="14484">
                  <c:v>1448.4</c:v>
                </c:pt>
                <c:pt idx="14485">
                  <c:v>1448.5</c:v>
                </c:pt>
                <c:pt idx="14486">
                  <c:v>1448.6</c:v>
                </c:pt>
                <c:pt idx="14487">
                  <c:v>1448.7</c:v>
                </c:pt>
                <c:pt idx="14488">
                  <c:v>1448.8</c:v>
                </c:pt>
                <c:pt idx="14489">
                  <c:v>1448.9</c:v>
                </c:pt>
                <c:pt idx="14490">
                  <c:v>1449</c:v>
                </c:pt>
                <c:pt idx="14491">
                  <c:v>1449.1</c:v>
                </c:pt>
                <c:pt idx="14492">
                  <c:v>1449.2</c:v>
                </c:pt>
                <c:pt idx="14493">
                  <c:v>1449.3</c:v>
                </c:pt>
                <c:pt idx="14494">
                  <c:v>1449.4</c:v>
                </c:pt>
                <c:pt idx="14495">
                  <c:v>1449.5</c:v>
                </c:pt>
                <c:pt idx="14496">
                  <c:v>1449.6</c:v>
                </c:pt>
                <c:pt idx="14497">
                  <c:v>1449.7</c:v>
                </c:pt>
                <c:pt idx="14498">
                  <c:v>1449.8</c:v>
                </c:pt>
                <c:pt idx="14499">
                  <c:v>1449.9</c:v>
                </c:pt>
                <c:pt idx="14500">
                  <c:v>1450</c:v>
                </c:pt>
                <c:pt idx="14501">
                  <c:v>1450.1</c:v>
                </c:pt>
                <c:pt idx="14502">
                  <c:v>1450.2</c:v>
                </c:pt>
                <c:pt idx="14503">
                  <c:v>1450.3</c:v>
                </c:pt>
                <c:pt idx="14504">
                  <c:v>1450.4</c:v>
                </c:pt>
                <c:pt idx="14505">
                  <c:v>1450.5</c:v>
                </c:pt>
                <c:pt idx="14506">
                  <c:v>1450.6</c:v>
                </c:pt>
                <c:pt idx="14507">
                  <c:v>1450.7</c:v>
                </c:pt>
                <c:pt idx="14508">
                  <c:v>1450.8</c:v>
                </c:pt>
                <c:pt idx="14509">
                  <c:v>1450.9</c:v>
                </c:pt>
                <c:pt idx="14510">
                  <c:v>1451</c:v>
                </c:pt>
                <c:pt idx="14511">
                  <c:v>1451.1</c:v>
                </c:pt>
                <c:pt idx="14512">
                  <c:v>1451.2</c:v>
                </c:pt>
                <c:pt idx="14513">
                  <c:v>1451.3</c:v>
                </c:pt>
                <c:pt idx="14514">
                  <c:v>1451.4</c:v>
                </c:pt>
                <c:pt idx="14515">
                  <c:v>1451.5</c:v>
                </c:pt>
                <c:pt idx="14516">
                  <c:v>1451.6</c:v>
                </c:pt>
                <c:pt idx="14517">
                  <c:v>1451.7</c:v>
                </c:pt>
                <c:pt idx="14518">
                  <c:v>1451.8</c:v>
                </c:pt>
                <c:pt idx="14519">
                  <c:v>1451.9</c:v>
                </c:pt>
                <c:pt idx="14520">
                  <c:v>1452</c:v>
                </c:pt>
                <c:pt idx="14521">
                  <c:v>1452.1</c:v>
                </c:pt>
                <c:pt idx="14522">
                  <c:v>1452.2</c:v>
                </c:pt>
                <c:pt idx="14523">
                  <c:v>1452.3</c:v>
                </c:pt>
                <c:pt idx="14524">
                  <c:v>1452.4</c:v>
                </c:pt>
                <c:pt idx="14525">
                  <c:v>1452.5</c:v>
                </c:pt>
                <c:pt idx="14526">
                  <c:v>1452.6</c:v>
                </c:pt>
                <c:pt idx="14527">
                  <c:v>1452.7</c:v>
                </c:pt>
                <c:pt idx="14528">
                  <c:v>1452.8</c:v>
                </c:pt>
                <c:pt idx="14529">
                  <c:v>1452.9</c:v>
                </c:pt>
                <c:pt idx="14530">
                  <c:v>1453</c:v>
                </c:pt>
                <c:pt idx="14531">
                  <c:v>1453.1</c:v>
                </c:pt>
                <c:pt idx="14532">
                  <c:v>1453.2</c:v>
                </c:pt>
                <c:pt idx="14533">
                  <c:v>1453.3</c:v>
                </c:pt>
                <c:pt idx="14534">
                  <c:v>1453.4</c:v>
                </c:pt>
                <c:pt idx="14535">
                  <c:v>1453.5</c:v>
                </c:pt>
                <c:pt idx="14536">
                  <c:v>1453.6</c:v>
                </c:pt>
                <c:pt idx="14537">
                  <c:v>1453.7</c:v>
                </c:pt>
                <c:pt idx="14538">
                  <c:v>1453.8</c:v>
                </c:pt>
                <c:pt idx="14539">
                  <c:v>1453.9</c:v>
                </c:pt>
                <c:pt idx="14540">
                  <c:v>1454</c:v>
                </c:pt>
                <c:pt idx="14541">
                  <c:v>1454.1</c:v>
                </c:pt>
                <c:pt idx="14542">
                  <c:v>1454.2</c:v>
                </c:pt>
                <c:pt idx="14543">
                  <c:v>1454.3</c:v>
                </c:pt>
                <c:pt idx="14544">
                  <c:v>1454.4</c:v>
                </c:pt>
                <c:pt idx="14545">
                  <c:v>1454.5</c:v>
                </c:pt>
                <c:pt idx="14546">
                  <c:v>1454.6</c:v>
                </c:pt>
                <c:pt idx="14547">
                  <c:v>1454.7</c:v>
                </c:pt>
                <c:pt idx="14548">
                  <c:v>1454.8</c:v>
                </c:pt>
                <c:pt idx="14549">
                  <c:v>1454.9</c:v>
                </c:pt>
                <c:pt idx="14550">
                  <c:v>1455</c:v>
                </c:pt>
                <c:pt idx="14551">
                  <c:v>1455.1</c:v>
                </c:pt>
                <c:pt idx="14552">
                  <c:v>1455.2</c:v>
                </c:pt>
                <c:pt idx="14553">
                  <c:v>1455.3</c:v>
                </c:pt>
                <c:pt idx="14554">
                  <c:v>1455.4</c:v>
                </c:pt>
                <c:pt idx="14555">
                  <c:v>1455.5</c:v>
                </c:pt>
                <c:pt idx="14556">
                  <c:v>1455.6</c:v>
                </c:pt>
                <c:pt idx="14557">
                  <c:v>1455.7</c:v>
                </c:pt>
                <c:pt idx="14558">
                  <c:v>1455.8</c:v>
                </c:pt>
                <c:pt idx="14559">
                  <c:v>1455.9</c:v>
                </c:pt>
                <c:pt idx="14560">
                  <c:v>1456</c:v>
                </c:pt>
                <c:pt idx="14561">
                  <c:v>1456.1</c:v>
                </c:pt>
                <c:pt idx="14562">
                  <c:v>1456.2</c:v>
                </c:pt>
                <c:pt idx="14563">
                  <c:v>1456.3</c:v>
                </c:pt>
                <c:pt idx="14564">
                  <c:v>1456.4</c:v>
                </c:pt>
                <c:pt idx="14565">
                  <c:v>1456.5</c:v>
                </c:pt>
                <c:pt idx="14566">
                  <c:v>1456.6</c:v>
                </c:pt>
                <c:pt idx="14567">
                  <c:v>1456.7</c:v>
                </c:pt>
                <c:pt idx="14568">
                  <c:v>1456.8</c:v>
                </c:pt>
                <c:pt idx="14569">
                  <c:v>1456.9</c:v>
                </c:pt>
                <c:pt idx="14570">
                  <c:v>1457</c:v>
                </c:pt>
                <c:pt idx="14571">
                  <c:v>1457.1</c:v>
                </c:pt>
                <c:pt idx="14572">
                  <c:v>1457.2</c:v>
                </c:pt>
                <c:pt idx="14573">
                  <c:v>1457.3</c:v>
                </c:pt>
                <c:pt idx="14574">
                  <c:v>1457.4</c:v>
                </c:pt>
                <c:pt idx="14575">
                  <c:v>1457.5</c:v>
                </c:pt>
                <c:pt idx="14576">
                  <c:v>1457.6</c:v>
                </c:pt>
                <c:pt idx="14577">
                  <c:v>1457.7</c:v>
                </c:pt>
                <c:pt idx="14578">
                  <c:v>1457.8</c:v>
                </c:pt>
                <c:pt idx="14579">
                  <c:v>1457.9</c:v>
                </c:pt>
                <c:pt idx="14580">
                  <c:v>1458</c:v>
                </c:pt>
                <c:pt idx="14581">
                  <c:v>1458.1</c:v>
                </c:pt>
                <c:pt idx="14582">
                  <c:v>1458.2</c:v>
                </c:pt>
                <c:pt idx="14583">
                  <c:v>1458.3</c:v>
                </c:pt>
                <c:pt idx="14584">
                  <c:v>1458.4</c:v>
                </c:pt>
                <c:pt idx="14585">
                  <c:v>1458.5</c:v>
                </c:pt>
                <c:pt idx="14586">
                  <c:v>1458.6</c:v>
                </c:pt>
                <c:pt idx="14587">
                  <c:v>1458.7</c:v>
                </c:pt>
                <c:pt idx="14588">
                  <c:v>1458.8</c:v>
                </c:pt>
                <c:pt idx="14589">
                  <c:v>1458.9</c:v>
                </c:pt>
                <c:pt idx="14590">
                  <c:v>1459</c:v>
                </c:pt>
                <c:pt idx="14591">
                  <c:v>1459.1</c:v>
                </c:pt>
                <c:pt idx="14592">
                  <c:v>1459.2</c:v>
                </c:pt>
                <c:pt idx="14593">
                  <c:v>1459.3</c:v>
                </c:pt>
                <c:pt idx="14594">
                  <c:v>1459.4</c:v>
                </c:pt>
                <c:pt idx="14595">
                  <c:v>1459.5</c:v>
                </c:pt>
                <c:pt idx="14596">
                  <c:v>1459.6</c:v>
                </c:pt>
                <c:pt idx="14597">
                  <c:v>1459.7</c:v>
                </c:pt>
                <c:pt idx="14598">
                  <c:v>1459.8</c:v>
                </c:pt>
                <c:pt idx="14599">
                  <c:v>1459.9</c:v>
                </c:pt>
                <c:pt idx="14600">
                  <c:v>1460</c:v>
                </c:pt>
                <c:pt idx="14601">
                  <c:v>1460.1</c:v>
                </c:pt>
                <c:pt idx="14602">
                  <c:v>1460.2</c:v>
                </c:pt>
                <c:pt idx="14603">
                  <c:v>1460.3</c:v>
                </c:pt>
                <c:pt idx="14604">
                  <c:v>1460.4</c:v>
                </c:pt>
                <c:pt idx="14605">
                  <c:v>1460.5</c:v>
                </c:pt>
                <c:pt idx="14606">
                  <c:v>1460.6</c:v>
                </c:pt>
                <c:pt idx="14607">
                  <c:v>1460.7</c:v>
                </c:pt>
                <c:pt idx="14608">
                  <c:v>1460.8</c:v>
                </c:pt>
                <c:pt idx="14609">
                  <c:v>1460.9</c:v>
                </c:pt>
                <c:pt idx="14610">
                  <c:v>1461</c:v>
                </c:pt>
                <c:pt idx="14611">
                  <c:v>1461.1</c:v>
                </c:pt>
                <c:pt idx="14612">
                  <c:v>1461.2</c:v>
                </c:pt>
                <c:pt idx="14613">
                  <c:v>1461.3</c:v>
                </c:pt>
                <c:pt idx="14614">
                  <c:v>1461.4</c:v>
                </c:pt>
                <c:pt idx="14615">
                  <c:v>1461.5</c:v>
                </c:pt>
                <c:pt idx="14616">
                  <c:v>1461.6</c:v>
                </c:pt>
                <c:pt idx="14617">
                  <c:v>1461.7</c:v>
                </c:pt>
                <c:pt idx="14618">
                  <c:v>1461.8</c:v>
                </c:pt>
                <c:pt idx="14619">
                  <c:v>1461.9</c:v>
                </c:pt>
                <c:pt idx="14620">
                  <c:v>1462</c:v>
                </c:pt>
                <c:pt idx="14621">
                  <c:v>1462.1</c:v>
                </c:pt>
                <c:pt idx="14622">
                  <c:v>1462.2</c:v>
                </c:pt>
                <c:pt idx="14623">
                  <c:v>1462.3</c:v>
                </c:pt>
                <c:pt idx="14624">
                  <c:v>1462.4</c:v>
                </c:pt>
                <c:pt idx="14625">
                  <c:v>1462.5</c:v>
                </c:pt>
                <c:pt idx="14626">
                  <c:v>1462.6</c:v>
                </c:pt>
                <c:pt idx="14627">
                  <c:v>1462.7</c:v>
                </c:pt>
                <c:pt idx="14628">
                  <c:v>1462.8</c:v>
                </c:pt>
                <c:pt idx="14629">
                  <c:v>1462.9</c:v>
                </c:pt>
                <c:pt idx="14630">
                  <c:v>1463</c:v>
                </c:pt>
                <c:pt idx="14631">
                  <c:v>1463.1</c:v>
                </c:pt>
                <c:pt idx="14632">
                  <c:v>1463.2</c:v>
                </c:pt>
                <c:pt idx="14633">
                  <c:v>1463.3</c:v>
                </c:pt>
                <c:pt idx="14634">
                  <c:v>1463.4</c:v>
                </c:pt>
                <c:pt idx="14635">
                  <c:v>1463.5</c:v>
                </c:pt>
                <c:pt idx="14636">
                  <c:v>1463.6</c:v>
                </c:pt>
                <c:pt idx="14637">
                  <c:v>1463.7</c:v>
                </c:pt>
                <c:pt idx="14638">
                  <c:v>1463.8</c:v>
                </c:pt>
                <c:pt idx="14639">
                  <c:v>1463.9</c:v>
                </c:pt>
                <c:pt idx="14640">
                  <c:v>1464</c:v>
                </c:pt>
                <c:pt idx="14641">
                  <c:v>1464.1</c:v>
                </c:pt>
                <c:pt idx="14642">
                  <c:v>1464.2</c:v>
                </c:pt>
                <c:pt idx="14643">
                  <c:v>1464.3</c:v>
                </c:pt>
                <c:pt idx="14644">
                  <c:v>1464.4</c:v>
                </c:pt>
                <c:pt idx="14645">
                  <c:v>1464.5</c:v>
                </c:pt>
                <c:pt idx="14646">
                  <c:v>1464.6</c:v>
                </c:pt>
                <c:pt idx="14647">
                  <c:v>1464.7</c:v>
                </c:pt>
                <c:pt idx="14648">
                  <c:v>1464.8</c:v>
                </c:pt>
                <c:pt idx="14649">
                  <c:v>1464.9</c:v>
                </c:pt>
                <c:pt idx="14650">
                  <c:v>1465</c:v>
                </c:pt>
                <c:pt idx="14651">
                  <c:v>1465.1</c:v>
                </c:pt>
                <c:pt idx="14652">
                  <c:v>1465.2</c:v>
                </c:pt>
                <c:pt idx="14653">
                  <c:v>1465.3</c:v>
                </c:pt>
                <c:pt idx="14654">
                  <c:v>1465.4</c:v>
                </c:pt>
                <c:pt idx="14655">
                  <c:v>1465.5</c:v>
                </c:pt>
                <c:pt idx="14656">
                  <c:v>1465.6</c:v>
                </c:pt>
                <c:pt idx="14657">
                  <c:v>1465.7</c:v>
                </c:pt>
                <c:pt idx="14658">
                  <c:v>1465.8</c:v>
                </c:pt>
                <c:pt idx="14659">
                  <c:v>1465.9</c:v>
                </c:pt>
                <c:pt idx="14660">
                  <c:v>1466</c:v>
                </c:pt>
                <c:pt idx="14661">
                  <c:v>1466.1</c:v>
                </c:pt>
                <c:pt idx="14662">
                  <c:v>1466.2</c:v>
                </c:pt>
                <c:pt idx="14663">
                  <c:v>1466.3</c:v>
                </c:pt>
                <c:pt idx="14664">
                  <c:v>1466.4</c:v>
                </c:pt>
                <c:pt idx="14665">
                  <c:v>1466.5</c:v>
                </c:pt>
                <c:pt idx="14666">
                  <c:v>1466.6</c:v>
                </c:pt>
                <c:pt idx="14667">
                  <c:v>1466.7</c:v>
                </c:pt>
                <c:pt idx="14668">
                  <c:v>1466.8</c:v>
                </c:pt>
                <c:pt idx="14669">
                  <c:v>1466.9</c:v>
                </c:pt>
                <c:pt idx="14670">
                  <c:v>1467</c:v>
                </c:pt>
                <c:pt idx="14671">
                  <c:v>1467.1</c:v>
                </c:pt>
                <c:pt idx="14672">
                  <c:v>1467.2</c:v>
                </c:pt>
                <c:pt idx="14673">
                  <c:v>1467.3</c:v>
                </c:pt>
                <c:pt idx="14674">
                  <c:v>1467.4</c:v>
                </c:pt>
                <c:pt idx="14675">
                  <c:v>1467.5</c:v>
                </c:pt>
                <c:pt idx="14676">
                  <c:v>1467.6</c:v>
                </c:pt>
                <c:pt idx="14677">
                  <c:v>1467.7</c:v>
                </c:pt>
                <c:pt idx="14678">
                  <c:v>1467.8</c:v>
                </c:pt>
                <c:pt idx="14679">
                  <c:v>1467.9</c:v>
                </c:pt>
                <c:pt idx="14680">
                  <c:v>1468</c:v>
                </c:pt>
                <c:pt idx="14681">
                  <c:v>1468.1</c:v>
                </c:pt>
                <c:pt idx="14682">
                  <c:v>1468.2</c:v>
                </c:pt>
                <c:pt idx="14683">
                  <c:v>1468.3</c:v>
                </c:pt>
                <c:pt idx="14684">
                  <c:v>1468.4</c:v>
                </c:pt>
                <c:pt idx="14685">
                  <c:v>1468.5</c:v>
                </c:pt>
                <c:pt idx="14686">
                  <c:v>1468.6</c:v>
                </c:pt>
                <c:pt idx="14687">
                  <c:v>1468.7</c:v>
                </c:pt>
                <c:pt idx="14688">
                  <c:v>1468.8</c:v>
                </c:pt>
                <c:pt idx="14689">
                  <c:v>1468.9</c:v>
                </c:pt>
                <c:pt idx="14690">
                  <c:v>1469</c:v>
                </c:pt>
                <c:pt idx="14691">
                  <c:v>1469.1</c:v>
                </c:pt>
                <c:pt idx="14692">
                  <c:v>1469.2</c:v>
                </c:pt>
                <c:pt idx="14693">
                  <c:v>1469.3</c:v>
                </c:pt>
                <c:pt idx="14694">
                  <c:v>1469.4</c:v>
                </c:pt>
                <c:pt idx="14695">
                  <c:v>1469.5</c:v>
                </c:pt>
                <c:pt idx="14696">
                  <c:v>1469.6</c:v>
                </c:pt>
                <c:pt idx="14697">
                  <c:v>1469.7</c:v>
                </c:pt>
                <c:pt idx="14698">
                  <c:v>1469.8</c:v>
                </c:pt>
                <c:pt idx="14699">
                  <c:v>1469.9</c:v>
                </c:pt>
                <c:pt idx="14700">
                  <c:v>1470</c:v>
                </c:pt>
                <c:pt idx="14701">
                  <c:v>1470.1</c:v>
                </c:pt>
                <c:pt idx="14702">
                  <c:v>1470.2</c:v>
                </c:pt>
                <c:pt idx="14703">
                  <c:v>1470.3</c:v>
                </c:pt>
                <c:pt idx="14704">
                  <c:v>1470.4</c:v>
                </c:pt>
                <c:pt idx="14705">
                  <c:v>1470.5</c:v>
                </c:pt>
                <c:pt idx="14706">
                  <c:v>1470.6</c:v>
                </c:pt>
                <c:pt idx="14707">
                  <c:v>1470.7</c:v>
                </c:pt>
                <c:pt idx="14708">
                  <c:v>1470.8</c:v>
                </c:pt>
                <c:pt idx="14709">
                  <c:v>1470.9</c:v>
                </c:pt>
                <c:pt idx="14710">
                  <c:v>1471</c:v>
                </c:pt>
                <c:pt idx="14711">
                  <c:v>1471.1</c:v>
                </c:pt>
                <c:pt idx="14712">
                  <c:v>1471.2</c:v>
                </c:pt>
                <c:pt idx="14713">
                  <c:v>1471.3</c:v>
                </c:pt>
                <c:pt idx="14714">
                  <c:v>1471.4</c:v>
                </c:pt>
                <c:pt idx="14715">
                  <c:v>1471.5</c:v>
                </c:pt>
                <c:pt idx="14716">
                  <c:v>1471.6</c:v>
                </c:pt>
                <c:pt idx="14717">
                  <c:v>1471.7</c:v>
                </c:pt>
                <c:pt idx="14718">
                  <c:v>1471.8</c:v>
                </c:pt>
                <c:pt idx="14719">
                  <c:v>1471.9</c:v>
                </c:pt>
                <c:pt idx="14720">
                  <c:v>1472</c:v>
                </c:pt>
                <c:pt idx="14721">
                  <c:v>1472.1</c:v>
                </c:pt>
                <c:pt idx="14722">
                  <c:v>1472.2</c:v>
                </c:pt>
                <c:pt idx="14723">
                  <c:v>1472.3</c:v>
                </c:pt>
                <c:pt idx="14724">
                  <c:v>1472.4</c:v>
                </c:pt>
                <c:pt idx="14725">
                  <c:v>1472.5</c:v>
                </c:pt>
                <c:pt idx="14726">
                  <c:v>1472.6</c:v>
                </c:pt>
                <c:pt idx="14727">
                  <c:v>1472.7</c:v>
                </c:pt>
                <c:pt idx="14728">
                  <c:v>1472.8</c:v>
                </c:pt>
                <c:pt idx="14729">
                  <c:v>1472.9</c:v>
                </c:pt>
                <c:pt idx="14730">
                  <c:v>1473</c:v>
                </c:pt>
                <c:pt idx="14731">
                  <c:v>1473.1</c:v>
                </c:pt>
                <c:pt idx="14732">
                  <c:v>1473.2</c:v>
                </c:pt>
                <c:pt idx="14733">
                  <c:v>1473.3</c:v>
                </c:pt>
                <c:pt idx="14734">
                  <c:v>1473.4</c:v>
                </c:pt>
                <c:pt idx="14735">
                  <c:v>1473.5</c:v>
                </c:pt>
                <c:pt idx="14736">
                  <c:v>1473.6</c:v>
                </c:pt>
                <c:pt idx="14737">
                  <c:v>1473.7</c:v>
                </c:pt>
                <c:pt idx="14738">
                  <c:v>1473.8</c:v>
                </c:pt>
                <c:pt idx="14739">
                  <c:v>1473.9</c:v>
                </c:pt>
                <c:pt idx="14740">
                  <c:v>1474</c:v>
                </c:pt>
                <c:pt idx="14741">
                  <c:v>1474.1</c:v>
                </c:pt>
                <c:pt idx="14742">
                  <c:v>1474.2</c:v>
                </c:pt>
                <c:pt idx="14743">
                  <c:v>1474.3</c:v>
                </c:pt>
                <c:pt idx="14744">
                  <c:v>1474.4</c:v>
                </c:pt>
                <c:pt idx="14745">
                  <c:v>1474.5</c:v>
                </c:pt>
                <c:pt idx="14746">
                  <c:v>1474.6</c:v>
                </c:pt>
                <c:pt idx="14747">
                  <c:v>1474.7</c:v>
                </c:pt>
                <c:pt idx="14748">
                  <c:v>1474.8</c:v>
                </c:pt>
                <c:pt idx="14749">
                  <c:v>1474.9</c:v>
                </c:pt>
                <c:pt idx="14750">
                  <c:v>1475</c:v>
                </c:pt>
                <c:pt idx="14751">
                  <c:v>1475.1</c:v>
                </c:pt>
                <c:pt idx="14752">
                  <c:v>1475.2</c:v>
                </c:pt>
                <c:pt idx="14753">
                  <c:v>1475.3</c:v>
                </c:pt>
                <c:pt idx="14754">
                  <c:v>1475.4</c:v>
                </c:pt>
                <c:pt idx="14755">
                  <c:v>1475.5</c:v>
                </c:pt>
                <c:pt idx="14756">
                  <c:v>1475.6</c:v>
                </c:pt>
                <c:pt idx="14757">
                  <c:v>1475.7</c:v>
                </c:pt>
                <c:pt idx="14758">
                  <c:v>1475.8</c:v>
                </c:pt>
                <c:pt idx="14759">
                  <c:v>1475.9</c:v>
                </c:pt>
                <c:pt idx="14760">
                  <c:v>1476</c:v>
                </c:pt>
                <c:pt idx="14761">
                  <c:v>1476.1</c:v>
                </c:pt>
                <c:pt idx="14762">
                  <c:v>1476.2</c:v>
                </c:pt>
                <c:pt idx="14763">
                  <c:v>1476.3</c:v>
                </c:pt>
                <c:pt idx="14764">
                  <c:v>1476.4</c:v>
                </c:pt>
                <c:pt idx="14765">
                  <c:v>1476.5</c:v>
                </c:pt>
                <c:pt idx="14766">
                  <c:v>1476.6</c:v>
                </c:pt>
                <c:pt idx="14767">
                  <c:v>1476.7</c:v>
                </c:pt>
                <c:pt idx="14768">
                  <c:v>1476.8</c:v>
                </c:pt>
                <c:pt idx="14769">
                  <c:v>1476.9</c:v>
                </c:pt>
                <c:pt idx="14770">
                  <c:v>1477</c:v>
                </c:pt>
                <c:pt idx="14771">
                  <c:v>1477.1</c:v>
                </c:pt>
                <c:pt idx="14772">
                  <c:v>1477.2</c:v>
                </c:pt>
                <c:pt idx="14773">
                  <c:v>1477.3</c:v>
                </c:pt>
                <c:pt idx="14774">
                  <c:v>1477.4</c:v>
                </c:pt>
                <c:pt idx="14775">
                  <c:v>1477.5</c:v>
                </c:pt>
                <c:pt idx="14776">
                  <c:v>1477.6</c:v>
                </c:pt>
                <c:pt idx="14777">
                  <c:v>1477.7</c:v>
                </c:pt>
                <c:pt idx="14778">
                  <c:v>1477.8</c:v>
                </c:pt>
                <c:pt idx="14779">
                  <c:v>1477.9</c:v>
                </c:pt>
                <c:pt idx="14780">
                  <c:v>1478</c:v>
                </c:pt>
                <c:pt idx="14781">
                  <c:v>1478.1</c:v>
                </c:pt>
                <c:pt idx="14782">
                  <c:v>1478.2</c:v>
                </c:pt>
                <c:pt idx="14783">
                  <c:v>1478.3</c:v>
                </c:pt>
                <c:pt idx="14784">
                  <c:v>1478.4</c:v>
                </c:pt>
                <c:pt idx="14785">
                  <c:v>1478.5</c:v>
                </c:pt>
                <c:pt idx="14786">
                  <c:v>1478.6</c:v>
                </c:pt>
                <c:pt idx="14787">
                  <c:v>1478.7</c:v>
                </c:pt>
                <c:pt idx="14788">
                  <c:v>1478.8</c:v>
                </c:pt>
                <c:pt idx="14789">
                  <c:v>1478.9</c:v>
                </c:pt>
                <c:pt idx="14790">
                  <c:v>1479</c:v>
                </c:pt>
                <c:pt idx="14791">
                  <c:v>1479.1</c:v>
                </c:pt>
                <c:pt idx="14792">
                  <c:v>1479.2</c:v>
                </c:pt>
                <c:pt idx="14793">
                  <c:v>1479.3</c:v>
                </c:pt>
                <c:pt idx="14794">
                  <c:v>1479.4</c:v>
                </c:pt>
                <c:pt idx="14795">
                  <c:v>1479.5</c:v>
                </c:pt>
                <c:pt idx="14796">
                  <c:v>1479.6</c:v>
                </c:pt>
                <c:pt idx="14797">
                  <c:v>1479.7</c:v>
                </c:pt>
                <c:pt idx="14798">
                  <c:v>1479.8</c:v>
                </c:pt>
                <c:pt idx="14799">
                  <c:v>1479.9</c:v>
                </c:pt>
                <c:pt idx="14800">
                  <c:v>1480</c:v>
                </c:pt>
                <c:pt idx="14801">
                  <c:v>1480.1</c:v>
                </c:pt>
                <c:pt idx="14802">
                  <c:v>1480.2</c:v>
                </c:pt>
                <c:pt idx="14803">
                  <c:v>1480.3</c:v>
                </c:pt>
                <c:pt idx="14804">
                  <c:v>1480.4</c:v>
                </c:pt>
                <c:pt idx="14805">
                  <c:v>1480.5</c:v>
                </c:pt>
                <c:pt idx="14806">
                  <c:v>1480.6</c:v>
                </c:pt>
                <c:pt idx="14807">
                  <c:v>1480.7</c:v>
                </c:pt>
                <c:pt idx="14808">
                  <c:v>1480.8</c:v>
                </c:pt>
                <c:pt idx="14809">
                  <c:v>1480.9</c:v>
                </c:pt>
                <c:pt idx="14810">
                  <c:v>1481</c:v>
                </c:pt>
                <c:pt idx="14811">
                  <c:v>1481.1</c:v>
                </c:pt>
                <c:pt idx="14812">
                  <c:v>1481.2</c:v>
                </c:pt>
                <c:pt idx="14813">
                  <c:v>1481.3</c:v>
                </c:pt>
                <c:pt idx="14814">
                  <c:v>1481.4</c:v>
                </c:pt>
                <c:pt idx="14815">
                  <c:v>1481.5</c:v>
                </c:pt>
                <c:pt idx="14816">
                  <c:v>1481.6</c:v>
                </c:pt>
                <c:pt idx="14817">
                  <c:v>1481.7</c:v>
                </c:pt>
                <c:pt idx="14818">
                  <c:v>1481.8</c:v>
                </c:pt>
                <c:pt idx="14819">
                  <c:v>1481.9</c:v>
                </c:pt>
                <c:pt idx="14820">
                  <c:v>1482</c:v>
                </c:pt>
                <c:pt idx="14821">
                  <c:v>1482.1</c:v>
                </c:pt>
                <c:pt idx="14822">
                  <c:v>1482.2</c:v>
                </c:pt>
                <c:pt idx="14823">
                  <c:v>1482.3</c:v>
                </c:pt>
                <c:pt idx="14824">
                  <c:v>1482.4</c:v>
                </c:pt>
                <c:pt idx="14825">
                  <c:v>1482.5</c:v>
                </c:pt>
                <c:pt idx="14826">
                  <c:v>1482.6</c:v>
                </c:pt>
                <c:pt idx="14827">
                  <c:v>1482.7</c:v>
                </c:pt>
                <c:pt idx="14828">
                  <c:v>1482.8</c:v>
                </c:pt>
                <c:pt idx="14829">
                  <c:v>1482.9</c:v>
                </c:pt>
                <c:pt idx="14830">
                  <c:v>1483</c:v>
                </c:pt>
                <c:pt idx="14831">
                  <c:v>1483.1</c:v>
                </c:pt>
                <c:pt idx="14832">
                  <c:v>1483.2</c:v>
                </c:pt>
                <c:pt idx="14833">
                  <c:v>1483.3</c:v>
                </c:pt>
                <c:pt idx="14834">
                  <c:v>1483.4</c:v>
                </c:pt>
                <c:pt idx="14835">
                  <c:v>1483.5</c:v>
                </c:pt>
                <c:pt idx="14836">
                  <c:v>1483.6</c:v>
                </c:pt>
                <c:pt idx="14837">
                  <c:v>1483.7</c:v>
                </c:pt>
                <c:pt idx="14838">
                  <c:v>1483.8</c:v>
                </c:pt>
                <c:pt idx="14839">
                  <c:v>1483.9</c:v>
                </c:pt>
                <c:pt idx="14840">
                  <c:v>1484</c:v>
                </c:pt>
                <c:pt idx="14841">
                  <c:v>1484.1</c:v>
                </c:pt>
                <c:pt idx="14842">
                  <c:v>1484.2</c:v>
                </c:pt>
                <c:pt idx="14843">
                  <c:v>1484.3</c:v>
                </c:pt>
                <c:pt idx="14844">
                  <c:v>1484.4</c:v>
                </c:pt>
                <c:pt idx="14845">
                  <c:v>1484.5</c:v>
                </c:pt>
                <c:pt idx="14846">
                  <c:v>1484.6</c:v>
                </c:pt>
                <c:pt idx="14847">
                  <c:v>1484.7</c:v>
                </c:pt>
                <c:pt idx="14848">
                  <c:v>1484.8</c:v>
                </c:pt>
                <c:pt idx="14849">
                  <c:v>1484.9</c:v>
                </c:pt>
                <c:pt idx="14850">
                  <c:v>1485</c:v>
                </c:pt>
                <c:pt idx="14851">
                  <c:v>1485.1</c:v>
                </c:pt>
                <c:pt idx="14852">
                  <c:v>1485.2</c:v>
                </c:pt>
                <c:pt idx="14853">
                  <c:v>1485.3</c:v>
                </c:pt>
                <c:pt idx="14854">
                  <c:v>1485.4</c:v>
                </c:pt>
                <c:pt idx="14855">
                  <c:v>1485.5</c:v>
                </c:pt>
                <c:pt idx="14856">
                  <c:v>1485.6</c:v>
                </c:pt>
                <c:pt idx="14857">
                  <c:v>1485.7</c:v>
                </c:pt>
                <c:pt idx="14858">
                  <c:v>1485.8</c:v>
                </c:pt>
                <c:pt idx="14859">
                  <c:v>1485.9</c:v>
                </c:pt>
                <c:pt idx="14860">
                  <c:v>1486</c:v>
                </c:pt>
                <c:pt idx="14861">
                  <c:v>1486.1</c:v>
                </c:pt>
                <c:pt idx="14862">
                  <c:v>1486.2</c:v>
                </c:pt>
                <c:pt idx="14863">
                  <c:v>1486.3</c:v>
                </c:pt>
                <c:pt idx="14864">
                  <c:v>1486.4</c:v>
                </c:pt>
                <c:pt idx="14865">
                  <c:v>1486.5</c:v>
                </c:pt>
                <c:pt idx="14866">
                  <c:v>1486.6</c:v>
                </c:pt>
                <c:pt idx="14867">
                  <c:v>1486.7</c:v>
                </c:pt>
                <c:pt idx="14868">
                  <c:v>1486.8</c:v>
                </c:pt>
                <c:pt idx="14869">
                  <c:v>1486.9</c:v>
                </c:pt>
                <c:pt idx="14870">
                  <c:v>1487</c:v>
                </c:pt>
                <c:pt idx="14871">
                  <c:v>1487.1</c:v>
                </c:pt>
                <c:pt idx="14872">
                  <c:v>1487.2</c:v>
                </c:pt>
                <c:pt idx="14873">
                  <c:v>1487.3</c:v>
                </c:pt>
                <c:pt idx="14874">
                  <c:v>1487.4</c:v>
                </c:pt>
                <c:pt idx="14875">
                  <c:v>1487.5</c:v>
                </c:pt>
                <c:pt idx="14876">
                  <c:v>1487.6</c:v>
                </c:pt>
                <c:pt idx="14877">
                  <c:v>1487.7</c:v>
                </c:pt>
                <c:pt idx="14878">
                  <c:v>1487.8</c:v>
                </c:pt>
                <c:pt idx="14879">
                  <c:v>1487.9</c:v>
                </c:pt>
                <c:pt idx="14880">
                  <c:v>1488</c:v>
                </c:pt>
                <c:pt idx="14881">
                  <c:v>1488.1</c:v>
                </c:pt>
                <c:pt idx="14882">
                  <c:v>1488.2</c:v>
                </c:pt>
                <c:pt idx="14883">
                  <c:v>1488.3</c:v>
                </c:pt>
                <c:pt idx="14884">
                  <c:v>1488.4</c:v>
                </c:pt>
                <c:pt idx="14885">
                  <c:v>1488.5</c:v>
                </c:pt>
                <c:pt idx="14886">
                  <c:v>1488.6</c:v>
                </c:pt>
                <c:pt idx="14887">
                  <c:v>1488.7</c:v>
                </c:pt>
                <c:pt idx="14888">
                  <c:v>1488.8</c:v>
                </c:pt>
                <c:pt idx="14889">
                  <c:v>1488.9</c:v>
                </c:pt>
                <c:pt idx="14890">
                  <c:v>1489</c:v>
                </c:pt>
                <c:pt idx="14891">
                  <c:v>1489.1</c:v>
                </c:pt>
                <c:pt idx="14892">
                  <c:v>1489.2</c:v>
                </c:pt>
                <c:pt idx="14893">
                  <c:v>1489.3</c:v>
                </c:pt>
                <c:pt idx="14894">
                  <c:v>1489.4</c:v>
                </c:pt>
                <c:pt idx="14895">
                  <c:v>1489.5</c:v>
                </c:pt>
                <c:pt idx="14896">
                  <c:v>1489.6</c:v>
                </c:pt>
                <c:pt idx="14897">
                  <c:v>1489.7</c:v>
                </c:pt>
                <c:pt idx="14898">
                  <c:v>1489.8</c:v>
                </c:pt>
                <c:pt idx="14899">
                  <c:v>1489.9</c:v>
                </c:pt>
                <c:pt idx="14900">
                  <c:v>1490</c:v>
                </c:pt>
                <c:pt idx="14901">
                  <c:v>1490.1</c:v>
                </c:pt>
                <c:pt idx="14902">
                  <c:v>1490.2</c:v>
                </c:pt>
                <c:pt idx="14903">
                  <c:v>1490.3</c:v>
                </c:pt>
                <c:pt idx="14904">
                  <c:v>1490.4</c:v>
                </c:pt>
                <c:pt idx="14905">
                  <c:v>1490.5</c:v>
                </c:pt>
                <c:pt idx="14906">
                  <c:v>1490.6</c:v>
                </c:pt>
                <c:pt idx="14907">
                  <c:v>1490.7</c:v>
                </c:pt>
                <c:pt idx="14908">
                  <c:v>1490.8</c:v>
                </c:pt>
                <c:pt idx="14909">
                  <c:v>1490.9</c:v>
                </c:pt>
                <c:pt idx="14910">
                  <c:v>1491</c:v>
                </c:pt>
                <c:pt idx="14911">
                  <c:v>1491.1</c:v>
                </c:pt>
                <c:pt idx="14912">
                  <c:v>1491.2</c:v>
                </c:pt>
                <c:pt idx="14913">
                  <c:v>1491.3</c:v>
                </c:pt>
                <c:pt idx="14914">
                  <c:v>1491.4</c:v>
                </c:pt>
                <c:pt idx="14915">
                  <c:v>1491.5</c:v>
                </c:pt>
                <c:pt idx="14916">
                  <c:v>1491.6</c:v>
                </c:pt>
                <c:pt idx="14917">
                  <c:v>1491.7</c:v>
                </c:pt>
                <c:pt idx="14918">
                  <c:v>1491.8</c:v>
                </c:pt>
                <c:pt idx="14919">
                  <c:v>1491.9</c:v>
                </c:pt>
                <c:pt idx="14920">
                  <c:v>1492</c:v>
                </c:pt>
                <c:pt idx="14921">
                  <c:v>1492.1</c:v>
                </c:pt>
                <c:pt idx="14922">
                  <c:v>1492.2</c:v>
                </c:pt>
                <c:pt idx="14923">
                  <c:v>1492.3</c:v>
                </c:pt>
                <c:pt idx="14924">
                  <c:v>1492.4</c:v>
                </c:pt>
                <c:pt idx="14925">
                  <c:v>1492.5</c:v>
                </c:pt>
                <c:pt idx="14926">
                  <c:v>1492.6</c:v>
                </c:pt>
                <c:pt idx="14927">
                  <c:v>1492.7</c:v>
                </c:pt>
                <c:pt idx="14928">
                  <c:v>1492.8</c:v>
                </c:pt>
                <c:pt idx="14929">
                  <c:v>1492.9</c:v>
                </c:pt>
                <c:pt idx="14930">
                  <c:v>1493</c:v>
                </c:pt>
                <c:pt idx="14931">
                  <c:v>1493.1</c:v>
                </c:pt>
                <c:pt idx="14932">
                  <c:v>1493.2</c:v>
                </c:pt>
                <c:pt idx="14933">
                  <c:v>1493.3</c:v>
                </c:pt>
                <c:pt idx="14934">
                  <c:v>1493.4</c:v>
                </c:pt>
                <c:pt idx="14935">
                  <c:v>1493.5</c:v>
                </c:pt>
                <c:pt idx="14936">
                  <c:v>1493.6</c:v>
                </c:pt>
                <c:pt idx="14937">
                  <c:v>1493.7</c:v>
                </c:pt>
                <c:pt idx="14938">
                  <c:v>1493.8</c:v>
                </c:pt>
                <c:pt idx="14939">
                  <c:v>1493.9</c:v>
                </c:pt>
                <c:pt idx="14940">
                  <c:v>1494</c:v>
                </c:pt>
                <c:pt idx="14941">
                  <c:v>1494.1</c:v>
                </c:pt>
                <c:pt idx="14942">
                  <c:v>1494.2</c:v>
                </c:pt>
                <c:pt idx="14943">
                  <c:v>1494.3</c:v>
                </c:pt>
                <c:pt idx="14944">
                  <c:v>1494.4</c:v>
                </c:pt>
                <c:pt idx="14945">
                  <c:v>1494.5</c:v>
                </c:pt>
                <c:pt idx="14946">
                  <c:v>1494.6</c:v>
                </c:pt>
                <c:pt idx="14947">
                  <c:v>1494.7</c:v>
                </c:pt>
                <c:pt idx="14948">
                  <c:v>1494.8</c:v>
                </c:pt>
                <c:pt idx="14949">
                  <c:v>1494.9</c:v>
                </c:pt>
                <c:pt idx="14950">
                  <c:v>1495</c:v>
                </c:pt>
                <c:pt idx="14951">
                  <c:v>1495.1</c:v>
                </c:pt>
                <c:pt idx="14952">
                  <c:v>1495.2</c:v>
                </c:pt>
                <c:pt idx="14953">
                  <c:v>1495.3</c:v>
                </c:pt>
                <c:pt idx="14954">
                  <c:v>1495.4</c:v>
                </c:pt>
                <c:pt idx="14955">
                  <c:v>1495.5</c:v>
                </c:pt>
                <c:pt idx="14956">
                  <c:v>1495.6</c:v>
                </c:pt>
                <c:pt idx="14957">
                  <c:v>1495.7</c:v>
                </c:pt>
                <c:pt idx="14958">
                  <c:v>1495.8</c:v>
                </c:pt>
                <c:pt idx="14959">
                  <c:v>1495.9</c:v>
                </c:pt>
                <c:pt idx="14960">
                  <c:v>1496</c:v>
                </c:pt>
                <c:pt idx="14961">
                  <c:v>1496.1</c:v>
                </c:pt>
                <c:pt idx="14962">
                  <c:v>1496.2</c:v>
                </c:pt>
                <c:pt idx="14963">
                  <c:v>1496.3</c:v>
                </c:pt>
                <c:pt idx="14964">
                  <c:v>1496.4</c:v>
                </c:pt>
                <c:pt idx="14965">
                  <c:v>1496.5</c:v>
                </c:pt>
                <c:pt idx="14966">
                  <c:v>1496.6</c:v>
                </c:pt>
                <c:pt idx="14967">
                  <c:v>1496.7</c:v>
                </c:pt>
                <c:pt idx="14968">
                  <c:v>1496.8</c:v>
                </c:pt>
                <c:pt idx="14969">
                  <c:v>1496.9</c:v>
                </c:pt>
                <c:pt idx="14970">
                  <c:v>1497</c:v>
                </c:pt>
                <c:pt idx="14971">
                  <c:v>1497.1</c:v>
                </c:pt>
                <c:pt idx="14972">
                  <c:v>1497.2</c:v>
                </c:pt>
                <c:pt idx="14973">
                  <c:v>1497.3</c:v>
                </c:pt>
                <c:pt idx="14974">
                  <c:v>1497.4</c:v>
                </c:pt>
                <c:pt idx="14975">
                  <c:v>1497.5</c:v>
                </c:pt>
                <c:pt idx="14976">
                  <c:v>1497.6</c:v>
                </c:pt>
                <c:pt idx="14977">
                  <c:v>1497.7</c:v>
                </c:pt>
                <c:pt idx="14978">
                  <c:v>1497.8</c:v>
                </c:pt>
                <c:pt idx="14979">
                  <c:v>1497.9</c:v>
                </c:pt>
                <c:pt idx="14980">
                  <c:v>1498</c:v>
                </c:pt>
                <c:pt idx="14981">
                  <c:v>1498.1</c:v>
                </c:pt>
                <c:pt idx="14982">
                  <c:v>1498.2</c:v>
                </c:pt>
                <c:pt idx="14983">
                  <c:v>1498.3</c:v>
                </c:pt>
                <c:pt idx="14984">
                  <c:v>1498.4</c:v>
                </c:pt>
                <c:pt idx="14985">
                  <c:v>1498.5</c:v>
                </c:pt>
                <c:pt idx="14986">
                  <c:v>1498.6</c:v>
                </c:pt>
                <c:pt idx="14987">
                  <c:v>1498.7</c:v>
                </c:pt>
                <c:pt idx="14988">
                  <c:v>1498.8</c:v>
                </c:pt>
                <c:pt idx="14989">
                  <c:v>1498.9</c:v>
                </c:pt>
                <c:pt idx="14990">
                  <c:v>1499</c:v>
                </c:pt>
                <c:pt idx="14991">
                  <c:v>1499.1</c:v>
                </c:pt>
                <c:pt idx="14992">
                  <c:v>1499.2</c:v>
                </c:pt>
                <c:pt idx="14993">
                  <c:v>1499.3</c:v>
                </c:pt>
                <c:pt idx="14994">
                  <c:v>1499.4</c:v>
                </c:pt>
                <c:pt idx="14995">
                  <c:v>1499.5</c:v>
                </c:pt>
                <c:pt idx="14996">
                  <c:v>1499.6</c:v>
                </c:pt>
                <c:pt idx="14997">
                  <c:v>1499.7</c:v>
                </c:pt>
                <c:pt idx="14998">
                  <c:v>1499.8</c:v>
                </c:pt>
                <c:pt idx="14999">
                  <c:v>1499.9</c:v>
                </c:pt>
              </c:numCache>
            </c:numRef>
          </c:xVal>
          <c:yVal>
            <c:numRef>
              <c:f>'RC-Model'!$B$2:$B$15001</c:f>
              <c:numCache>
                <c:formatCode>General</c:formatCode>
                <c:ptCount val="15000"/>
                <c:pt idx="0">
                  <c:v>75</c:v>
                </c:pt>
                <c:pt idx="1">
                  <c:v>75.160165405273403</c:v>
                </c:pt>
                <c:pt idx="2">
                  <c:v>75.320330810546807</c:v>
                </c:pt>
                <c:pt idx="3">
                  <c:v>75.480496215820295</c:v>
                </c:pt>
                <c:pt idx="4">
                  <c:v>75.640661621093699</c:v>
                </c:pt>
                <c:pt idx="5">
                  <c:v>75.800827026367102</c:v>
                </c:pt>
                <c:pt idx="6">
                  <c:v>75.951672363281205</c:v>
                </c:pt>
                <c:pt idx="7">
                  <c:v>76.102517700195307</c:v>
                </c:pt>
                <c:pt idx="8">
                  <c:v>76.253363037109395</c:v>
                </c:pt>
                <c:pt idx="9">
                  <c:v>76.404208374023398</c:v>
                </c:pt>
                <c:pt idx="10">
                  <c:v>76.5550537109375</c:v>
                </c:pt>
                <c:pt idx="11">
                  <c:v>76.697236633300804</c:v>
                </c:pt>
                <c:pt idx="12">
                  <c:v>76.839419555664094</c:v>
                </c:pt>
                <c:pt idx="13">
                  <c:v>76.981602478027298</c:v>
                </c:pt>
                <c:pt idx="14">
                  <c:v>77.123785400390602</c:v>
                </c:pt>
                <c:pt idx="15">
                  <c:v>77.265968322753906</c:v>
                </c:pt>
                <c:pt idx="16">
                  <c:v>77.400271606445301</c:v>
                </c:pt>
                <c:pt idx="17">
                  <c:v>77.534574890136696</c:v>
                </c:pt>
                <c:pt idx="18">
                  <c:v>77.668878173828105</c:v>
                </c:pt>
                <c:pt idx="19">
                  <c:v>77.8031814575195</c:v>
                </c:pt>
                <c:pt idx="20">
                  <c:v>77.937484741210895</c:v>
                </c:pt>
                <c:pt idx="21">
                  <c:v>78.064584350585903</c:v>
                </c:pt>
                <c:pt idx="22">
                  <c:v>78.191683959960898</c:v>
                </c:pt>
                <c:pt idx="23">
                  <c:v>78.318783569335906</c:v>
                </c:pt>
                <c:pt idx="24">
                  <c:v>78.445883178710901</c:v>
                </c:pt>
                <c:pt idx="25">
                  <c:v>78.572982788085895</c:v>
                </c:pt>
                <c:pt idx="26">
                  <c:v>78.693470764160097</c:v>
                </c:pt>
                <c:pt idx="27">
                  <c:v>78.813958740234298</c:v>
                </c:pt>
                <c:pt idx="28">
                  <c:v>78.934446716308599</c:v>
                </c:pt>
                <c:pt idx="29">
                  <c:v>79.054934692382801</c:v>
                </c:pt>
                <c:pt idx="30">
                  <c:v>79.175422668457003</c:v>
                </c:pt>
                <c:pt idx="31">
                  <c:v>79.289825439453097</c:v>
                </c:pt>
                <c:pt idx="32">
                  <c:v>79.404228210449205</c:v>
                </c:pt>
                <c:pt idx="33">
                  <c:v>79.518630981445298</c:v>
                </c:pt>
                <c:pt idx="34">
                  <c:v>79.633033752441406</c:v>
                </c:pt>
                <c:pt idx="35">
                  <c:v>79.7474365234375</c:v>
                </c:pt>
                <c:pt idx="36">
                  <c:v>79.856230163574196</c:v>
                </c:pt>
                <c:pt idx="37">
                  <c:v>79.965023803710906</c:v>
                </c:pt>
                <c:pt idx="38">
                  <c:v>80.073817443847702</c:v>
                </c:pt>
                <c:pt idx="39">
                  <c:v>80.182611083984398</c:v>
                </c:pt>
                <c:pt idx="40">
                  <c:v>80.291404724121094</c:v>
                </c:pt>
                <c:pt idx="41">
                  <c:v>80.372173118591306</c:v>
                </c:pt>
                <c:pt idx="42">
                  <c:v>80.452941513061504</c:v>
                </c:pt>
                <c:pt idx="43">
                  <c:v>80.533709907531701</c:v>
                </c:pt>
                <c:pt idx="44">
                  <c:v>80.614478302001899</c:v>
                </c:pt>
                <c:pt idx="45">
                  <c:v>80.695246696472196</c:v>
                </c:pt>
                <c:pt idx="46">
                  <c:v>80.776015090942394</c:v>
                </c:pt>
                <c:pt idx="47">
                  <c:v>80.856783485412606</c:v>
                </c:pt>
                <c:pt idx="48">
                  <c:v>80.937551879882804</c:v>
                </c:pt>
                <c:pt idx="49">
                  <c:v>81.018320274353002</c:v>
                </c:pt>
                <c:pt idx="50">
                  <c:v>81.0990886688232</c:v>
                </c:pt>
                <c:pt idx="51">
                  <c:v>81.179857063293397</c:v>
                </c:pt>
                <c:pt idx="52">
                  <c:v>81.260625457763595</c:v>
                </c:pt>
                <c:pt idx="53">
                  <c:v>81.341393852233907</c:v>
                </c:pt>
                <c:pt idx="54">
                  <c:v>81.422162246704104</c:v>
                </c:pt>
                <c:pt idx="55">
                  <c:v>81.502930641174302</c:v>
                </c:pt>
                <c:pt idx="56">
                  <c:v>81.5836990356445</c:v>
                </c:pt>
                <c:pt idx="57">
                  <c:v>81.664467430114698</c:v>
                </c:pt>
                <c:pt idx="58">
                  <c:v>81.745235824584896</c:v>
                </c:pt>
                <c:pt idx="59">
                  <c:v>81.826004219055093</c:v>
                </c:pt>
                <c:pt idx="60">
                  <c:v>81.906772613525405</c:v>
                </c:pt>
                <c:pt idx="61">
                  <c:v>81.987541007995603</c:v>
                </c:pt>
                <c:pt idx="62">
                  <c:v>82.0683094024658</c:v>
                </c:pt>
                <c:pt idx="63">
                  <c:v>82.149077796935998</c:v>
                </c:pt>
                <c:pt idx="64">
                  <c:v>82.229846191406196</c:v>
                </c:pt>
                <c:pt idx="65">
                  <c:v>82.310614585876394</c:v>
                </c:pt>
                <c:pt idx="66">
                  <c:v>82.391382980346606</c:v>
                </c:pt>
                <c:pt idx="67">
                  <c:v>82.472151374816804</c:v>
                </c:pt>
                <c:pt idx="68">
                  <c:v>82.552919769287101</c:v>
                </c:pt>
                <c:pt idx="69">
                  <c:v>82.633688163757299</c:v>
                </c:pt>
                <c:pt idx="70">
                  <c:v>82.714456558227496</c:v>
                </c:pt>
                <c:pt idx="71">
                  <c:v>82.795224952697694</c:v>
                </c:pt>
                <c:pt idx="72">
                  <c:v>82.875993347167906</c:v>
                </c:pt>
                <c:pt idx="73">
                  <c:v>82.956761741638104</c:v>
                </c:pt>
                <c:pt idx="74">
                  <c:v>83.037530136108302</c:v>
                </c:pt>
                <c:pt idx="75">
                  <c:v>83.1182985305785</c:v>
                </c:pt>
                <c:pt idx="76">
                  <c:v>83.199066925048797</c:v>
                </c:pt>
                <c:pt idx="77">
                  <c:v>83.279835319518995</c:v>
                </c:pt>
                <c:pt idx="78">
                  <c:v>83.360603713989207</c:v>
                </c:pt>
                <c:pt idx="79">
                  <c:v>83.441372108459404</c:v>
                </c:pt>
                <c:pt idx="80">
                  <c:v>83.522140502929602</c:v>
                </c:pt>
                <c:pt idx="81">
                  <c:v>83.584556579589801</c:v>
                </c:pt>
                <c:pt idx="82">
                  <c:v>83.646972656249901</c:v>
                </c:pt>
                <c:pt idx="83">
                  <c:v>83.709388732910099</c:v>
                </c:pt>
                <c:pt idx="84">
                  <c:v>83.771804809570199</c:v>
                </c:pt>
                <c:pt idx="85">
                  <c:v>83.834220886230398</c:v>
                </c:pt>
                <c:pt idx="86">
                  <c:v>83.896636962890497</c:v>
                </c:pt>
                <c:pt idx="87">
                  <c:v>83.959053039550696</c:v>
                </c:pt>
                <c:pt idx="88">
                  <c:v>84.021469116210895</c:v>
                </c:pt>
                <c:pt idx="89">
                  <c:v>84.083885192870994</c:v>
                </c:pt>
                <c:pt idx="90">
                  <c:v>84.146301269531193</c:v>
                </c:pt>
                <c:pt idx="91">
                  <c:v>84.208717346191307</c:v>
                </c:pt>
                <c:pt idx="92">
                  <c:v>84.271133422851506</c:v>
                </c:pt>
                <c:pt idx="93">
                  <c:v>84.333549499511705</c:v>
                </c:pt>
                <c:pt idx="94">
                  <c:v>84.395965576171804</c:v>
                </c:pt>
                <c:pt idx="95">
                  <c:v>84.458381652832003</c:v>
                </c:pt>
                <c:pt idx="96">
                  <c:v>84.520797729492102</c:v>
                </c:pt>
                <c:pt idx="97">
                  <c:v>84.583213806152301</c:v>
                </c:pt>
                <c:pt idx="98">
                  <c:v>84.645629882812401</c:v>
                </c:pt>
                <c:pt idx="99">
                  <c:v>84.708045959472599</c:v>
                </c:pt>
                <c:pt idx="100">
                  <c:v>84.770462036132798</c:v>
                </c:pt>
                <c:pt idx="101">
                  <c:v>84.832878112792898</c:v>
                </c:pt>
                <c:pt idx="102">
                  <c:v>84.895294189453097</c:v>
                </c:pt>
                <c:pt idx="103">
                  <c:v>84.957710266113196</c:v>
                </c:pt>
                <c:pt idx="104">
                  <c:v>85.020126342773395</c:v>
                </c:pt>
                <c:pt idx="105">
                  <c:v>85.082542419433494</c:v>
                </c:pt>
                <c:pt idx="106">
                  <c:v>85.144958496093693</c:v>
                </c:pt>
                <c:pt idx="107">
                  <c:v>85.207374572753906</c:v>
                </c:pt>
                <c:pt idx="108">
                  <c:v>85.269790649414006</c:v>
                </c:pt>
                <c:pt idx="109">
                  <c:v>85.332206726074205</c:v>
                </c:pt>
                <c:pt idx="110">
                  <c:v>85.394622802734304</c:v>
                </c:pt>
                <c:pt idx="111">
                  <c:v>85.457038879394503</c:v>
                </c:pt>
                <c:pt idx="112">
                  <c:v>85.519454956054602</c:v>
                </c:pt>
                <c:pt idx="113">
                  <c:v>85.581871032714801</c:v>
                </c:pt>
                <c:pt idx="114">
                  <c:v>85.644287109375</c:v>
                </c:pt>
                <c:pt idx="115">
                  <c:v>85.706703186035099</c:v>
                </c:pt>
                <c:pt idx="116">
                  <c:v>85.769119262695298</c:v>
                </c:pt>
                <c:pt idx="117">
                  <c:v>85.831535339355398</c:v>
                </c:pt>
                <c:pt idx="118">
                  <c:v>85.893951416015597</c:v>
                </c:pt>
                <c:pt idx="119">
                  <c:v>85.956367492675696</c:v>
                </c:pt>
                <c:pt idx="120">
                  <c:v>86.018783569335895</c:v>
                </c:pt>
                <c:pt idx="121">
                  <c:v>86.068621635436998</c:v>
                </c:pt>
                <c:pt idx="122">
                  <c:v>86.118459701538001</c:v>
                </c:pt>
                <c:pt idx="123">
                  <c:v>86.168297767639103</c:v>
                </c:pt>
                <c:pt idx="124">
                  <c:v>86.218135833740206</c:v>
                </c:pt>
                <c:pt idx="125">
                  <c:v>86.267973899841294</c:v>
                </c:pt>
                <c:pt idx="126">
                  <c:v>86.317811965942298</c:v>
                </c:pt>
                <c:pt idx="127">
                  <c:v>86.3676500320434</c:v>
                </c:pt>
                <c:pt idx="128">
                  <c:v>86.417488098144503</c:v>
                </c:pt>
                <c:pt idx="129">
                  <c:v>86.467326164245605</c:v>
                </c:pt>
                <c:pt idx="130">
                  <c:v>86.517164230346694</c:v>
                </c:pt>
                <c:pt idx="131">
                  <c:v>86.567002296447697</c:v>
                </c:pt>
                <c:pt idx="132">
                  <c:v>86.6168403625488</c:v>
                </c:pt>
                <c:pt idx="133">
                  <c:v>86.666678428649902</c:v>
                </c:pt>
                <c:pt idx="134">
                  <c:v>86.716516494751005</c:v>
                </c:pt>
                <c:pt idx="135">
                  <c:v>86.766354560851994</c:v>
                </c:pt>
                <c:pt idx="136">
                  <c:v>86.816192626953097</c:v>
                </c:pt>
                <c:pt idx="137">
                  <c:v>86.866030693054199</c:v>
                </c:pt>
                <c:pt idx="138">
                  <c:v>86.915868759155302</c:v>
                </c:pt>
                <c:pt idx="139">
                  <c:v>86.965706825256305</c:v>
                </c:pt>
                <c:pt idx="140">
                  <c:v>87.015544891357393</c:v>
                </c:pt>
                <c:pt idx="141">
                  <c:v>87.065382957458496</c:v>
                </c:pt>
                <c:pt idx="142">
                  <c:v>87.115221023559499</c:v>
                </c:pt>
                <c:pt idx="143">
                  <c:v>87.165059089660602</c:v>
                </c:pt>
                <c:pt idx="144">
                  <c:v>87.214897155761705</c:v>
                </c:pt>
                <c:pt idx="145">
                  <c:v>87.264735221862793</c:v>
                </c:pt>
                <c:pt idx="146">
                  <c:v>87.314573287963896</c:v>
                </c:pt>
                <c:pt idx="147">
                  <c:v>87.364411354064899</c:v>
                </c:pt>
                <c:pt idx="148">
                  <c:v>87.414249420166001</c:v>
                </c:pt>
                <c:pt idx="149">
                  <c:v>87.464087486267104</c:v>
                </c:pt>
                <c:pt idx="150">
                  <c:v>87.513925552368207</c:v>
                </c:pt>
                <c:pt idx="151">
                  <c:v>87.563763618469196</c:v>
                </c:pt>
                <c:pt idx="152">
                  <c:v>87.613601684570298</c:v>
                </c:pt>
                <c:pt idx="153">
                  <c:v>87.663439750671401</c:v>
                </c:pt>
                <c:pt idx="154">
                  <c:v>87.713277816772504</c:v>
                </c:pt>
                <c:pt idx="155">
                  <c:v>87.763115882873507</c:v>
                </c:pt>
                <c:pt idx="156">
                  <c:v>87.812953948974595</c:v>
                </c:pt>
                <c:pt idx="157">
                  <c:v>87.862792015075698</c:v>
                </c:pt>
                <c:pt idx="158">
                  <c:v>87.9126300811768</c:v>
                </c:pt>
                <c:pt idx="159">
                  <c:v>87.962468147277804</c:v>
                </c:pt>
                <c:pt idx="160">
                  <c:v>88.012306213378906</c:v>
                </c:pt>
                <c:pt idx="161">
                  <c:v>88.053183364868204</c:v>
                </c:pt>
                <c:pt idx="162">
                  <c:v>88.094060516357402</c:v>
                </c:pt>
                <c:pt idx="163">
                  <c:v>88.1349376678467</c:v>
                </c:pt>
                <c:pt idx="164">
                  <c:v>88.175814819335898</c:v>
                </c:pt>
                <c:pt idx="165">
                  <c:v>88.216691970825195</c:v>
                </c:pt>
                <c:pt idx="166">
                  <c:v>88.257569122314493</c:v>
                </c:pt>
                <c:pt idx="167">
                  <c:v>88.298446273803705</c:v>
                </c:pt>
                <c:pt idx="168">
                  <c:v>88.339323425293003</c:v>
                </c:pt>
                <c:pt idx="169">
                  <c:v>88.380200576782201</c:v>
                </c:pt>
                <c:pt idx="170">
                  <c:v>88.421077728271499</c:v>
                </c:pt>
                <c:pt idx="171">
                  <c:v>88.461954879760697</c:v>
                </c:pt>
                <c:pt idx="172">
                  <c:v>88.502832031249994</c:v>
                </c:pt>
                <c:pt idx="173">
                  <c:v>88.543709182739306</c:v>
                </c:pt>
                <c:pt idx="174">
                  <c:v>88.584586334228504</c:v>
                </c:pt>
                <c:pt idx="175">
                  <c:v>88.625463485717802</c:v>
                </c:pt>
                <c:pt idx="176">
                  <c:v>88.666340637207</c:v>
                </c:pt>
                <c:pt idx="177">
                  <c:v>88.707217788696298</c:v>
                </c:pt>
                <c:pt idx="178">
                  <c:v>88.748094940185595</c:v>
                </c:pt>
                <c:pt idx="179">
                  <c:v>88.788972091674793</c:v>
                </c:pt>
                <c:pt idx="180">
                  <c:v>88.829849243164105</c:v>
                </c:pt>
                <c:pt idx="181">
                  <c:v>88.870726394653303</c:v>
                </c:pt>
                <c:pt idx="182">
                  <c:v>88.911603546142601</c:v>
                </c:pt>
                <c:pt idx="183">
                  <c:v>88.952480697631799</c:v>
                </c:pt>
                <c:pt idx="184">
                  <c:v>88.993357849121097</c:v>
                </c:pt>
                <c:pt idx="185">
                  <c:v>89.034235000610394</c:v>
                </c:pt>
                <c:pt idx="186">
                  <c:v>89.075112152099607</c:v>
                </c:pt>
                <c:pt idx="187">
                  <c:v>89.115989303588904</c:v>
                </c:pt>
                <c:pt idx="188">
                  <c:v>89.156866455078102</c:v>
                </c:pt>
                <c:pt idx="189">
                  <c:v>89.1977436065674</c:v>
                </c:pt>
                <c:pt idx="190">
                  <c:v>89.238620758056598</c:v>
                </c:pt>
                <c:pt idx="191">
                  <c:v>89.279497909545896</c:v>
                </c:pt>
                <c:pt idx="192">
                  <c:v>89.320375061035094</c:v>
                </c:pt>
                <c:pt idx="193">
                  <c:v>89.361252212524406</c:v>
                </c:pt>
                <c:pt idx="194">
                  <c:v>89.402129364013703</c:v>
                </c:pt>
                <c:pt idx="195">
                  <c:v>89.443006515502901</c:v>
                </c:pt>
                <c:pt idx="196">
                  <c:v>89.483883666992199</c:v>
                </c:pt>
                <c:pt idx="197">
                  <c:v>89.524760818481397</c:v>
                </c:pt>
                <c:pt idx="198">
                  <c:v>89.565637969970695</c:v>
                </c:pt>
                <c:pt idx="199">
                  <c:v>89.606515121460006</c:v>
                </c:pt>
                <c:pt idx="200">
                  <c:v>89.647392272949205</c:v>
                </c:pt>
                <c:pt idx="201">
                  <c:v>89.676050643920902</c:v>
                </c:pt>
                <c:pt idx="202">
                  <c:v>89.7047090148926</c:v>
                </c:pt>
                <c:pt idx="203">
                  <c:v>89.733367385864199</c:v>
                </c:pt>
                <c:pt idx="204">
                  <c:v>89.762025756835897</c:v>
                </c:pt>
                <c:pt idx="205">
                  <c:v>89.790684127807594</c:v>
                </c:pt>
                <c:pt idx="206">
                  <c:v>89.819342498779307</c:v>
                </c:pt>
                <c:pt idx="207">
                  <c:v>89.848000869751004</c:v>
                </c:pt>
                <c:pt idx="208">
                  <c:v>89.876659240722603</c:v>
                </c:pt>
                <c:pt idx="209">
                  <c:v>89.905317611694301</c:v>
                </c:pt>
                <c:pt idx="210">
                  <c:v>89.933975982665999</c:v>
                </c:pt>
                <c:pt idx="211">
                  <c:v>89.962634353637696</c:v>
                </c:pt>
                <c:pt idx="212">
                  <c:v>89.991292724609295</c:v>
                </c:pt>
                <c:pt idx="213">
                  <c:v>90.019951095581007</c:v>
                </c:pt>
                <c:pt idx="214">
                  <c:v>90.048609466552705</c:v>
                </c:pt>
                <c:pt idx="215">
                  <c:v>90.077267837524403</c:v>
                </c:pt>
                <c:pt idx="216">
                  <c:v>90.105926208496101</c:v>
                </c:pt>
                <c:pt idx="217">
                  <c:v>90.134584579467798</c:v>
                </c:pt>
                <c:pt idx="218">
                  <c:v>90.163242950439397</c:v>
                </c:pt>
                <c:pt idx="219">
                  <c:v>90.191901321411095</c:v>
                </c:pt>
                <c:pt idx="220">
                  <c:v>90.220559692382807</c:v>
                </c:pt>
                <c:pt idx="221">
                  <c:v>90.249218063354505</c:v>
                </c:pt>
                <c:pt idx="222">
                  <c:v>90.277876434326203</c:v>
                </c:pt>
                <c:pt idx="223">
                  <c:v>90.306534805297801</c:v>
                </c:pt>
                <c:pt idx="224">
                  <c:v>90.335193176269499</c:v>
                </c:pt>
                <c:pt idx="225">
                  <c:v>90.363851547241197</c:v>
                </c:pt>
                <c:pt idx="226">
                  <c:v>90.392509918212895</c:v>
                </c:pt>
                <c:pt idx="227">
                  <c:v>90.421168289184607</c:v>
                </c:pt>
                <c:pt idx="228">
                  <c:v>90.449826660156205</c:v>
                </c:pt>
                <c:pt idx="229">
                  <c:v>90.478485031127903</c:v>
                </c:pt>
                <c:pt idx="230">
                  <c:v>90.507143402099601</c:v>
                </c:pt>
                <c:pt idx="231">
                  <c:v>90.535801773071299</c:v>
                </c:pt>
                <c:pt idx="232">
                  <c:v>90.564460144042897</c:v>
                </c:pt>
                <c:pt idx="233">
                  <c:v>90.593118515014595</c:v>
                </c:pt>
                <c:pt idx="234">
                  <c:v>90.621776885986307</c:v>
                </c:pt>
                <c:pt idx="235">
                  <c:v>90.650435256958005</c:v>
                </c:pt>
                <c:pt idx="236">
                  <c:v>90.679093627929703</c:v>
                </c:pt>
                <c:pt idx="237">
                  <c:v>90.707751998901301</c:v>
                </c:pt>
                <c:pt idx="238">
                  <c:v>90.736410369872999</c:v>
                </c:pt>
                <c:pt idx="239">
                  <c:v>90.765068740844697</c:v>
                </c:pt>
                <c:pt idx="240">
                  <c:v>90.793727111816395</c:v>
                </c:pt>
                <c:pt idx="241">
                  <c:v>90.822385482787993</c:v>
                </c:pt>
                <c:pt idx="242">
                  <c:v>90.851043853759705</c:v>
                </c:pt>
                <c:pt idx="243">
                  <c:v>90.879702224731403</c:v>
                </c:pt>
                <c:pt idx="244">
                  <c:v>90.908360595703101</c:v>
                </c:pt>
                <c:pt idx="245">
                  <c:v>90.937018966674799</c:v>
                </c:pt>
                <c:pt idx="246">
                  <c:v>90.965677337646397</c:v>
                </c:pt>
                <c:pt idx="247">
                  <c:v>90.994335708618095</c:v>
                </c:pt>
                <c:pt idx="248">
                  <c:v>91.022994079589793</c:v>
                </c:pt>
                <c:pt idx="249">
                  <c:v>91.051652450561505</c:v>
                </c:pt>
                <c:pt idx="250">
                  <c:v>91.080310821533203</c:v>
                </c:pt>
                <c:pt idx="251">
                  <c:v>91.108969192504802</c:v>
                </c:pt>
                <c:pt idx="252">
                  <c:v>91.137627563476499</c:v>
                </c:pt>
                <c:pt idx="253">
                  <c:v>91.166285934448197</c:v>
                </c:pt>
                <c:pt idx="254">
                  <c:v>91.194944305419895</c:v>
                </c:pt>
                <c:pt idx="255">
                  <c:v>91.223602676391593</c:v>
                </c:pt>
                <c:pt idx="256">
                  <c:v>91.252261047363206</c:v>
                </c:pt>
                <c:pt idx="257">
                  <c:v>91.280919418334904</c:v>
                </c:pt>
                <c:pt idx="258">
                  <c:v>91.309577789306601</c:v>
                </c:pt>
                <c:pt idx="259">
                  <c:v>91.338236160278299</c:v>
                </c:pt>
                <c:pt idx="260">
                  <c:v>91.366894531249898</c:v>
                </c:pt>
                <c:pt idx="261">
                  <c:v>91.395552902221596</c:v>
                </c:pt>
                <c:pt idx="262">
                  <c:v>91.424211273193293</c:v>
                </c:pt>
                <c:pt idx="263">
                  <c:v>91.452869644165006</c:v>
                </c:pt>
                <c:pt idx="264">
                  <c:v>91.481528015136703</c:v>
                </c:pt>
                <c:pt idx="265">
                  <c:v>91.510186386108302</c:v>
                </c:pt>
                <c:pt idx="266">
                  <c:v>91.53884475708</c:v>
                </c:pt>
                <c:pt idx="267">
                  <c:v>91.567503128051698</c:v>
                </c:pt>
                <c:pt idx="268">
                  <c:v>91.596161499023395</c:v>
                </c:pt>
                <c:pt idx="269">
                  <c:v>91.624819869995093</c:v>
                </c:pt>
                <c:pt idx="270">
                  <c:v>91.653478240966706</c:v>
                </c:pt>
                <c:pt idx="271">
                  <c:v>91.682136611938404</c:v>
                </c:pt>
                <c:pt idx="272">
                  <c:v>91.710794982910102</c:v>
                </c:pt>
                <c:pt idx="273">
                  <c:v>91.7394533538818</c:v>
                </c:pt>
                <c:pt idx="274">
                  <c:v>91.768111724853497</c:v>
                </c:pt>
                <c:pt idx="275">
                  <c:v>91.796770095825096</c:v>
                </c:pt>
                <c:pt idx="276">
                  <c:v>91.825428466796794</c:v>
                </c:pt>
                <c:pt idx="277">
                  <c:v>91.854086837768506</c:v>
                </c:pt>
                <c:pt idx="278">
                  <c:v>91.882745208740204</c:v>
                </c:pt>
                <c:pt idx="279">
                  <c:v>91.911403579711802</c:v>
                </c:pt>
                <c:pt idx="280">
                  <c:v>91.9400619506835</c:v>
                </c:pt>
                <c:pt idx="281">
                  <c:v>91.968720321655198</c:v>
                </c:pt>
                <c:pt idx="282">
                  <c:v>91.997378692626896</c:v>
                </c:pt>
                <c:pt idx="283">
                  <c:v>92.026037063598594</c:v>
                </c:pt>
                <c:pt idx="284">
                  <c:v>92.054695434570306</c:v>
                </c:pt>
                <c:pt idx="285">
                  <c:v>92.083353805541904</c:v>
                </c:pt>
                <c:pt idx="286">
                  <c:v>92.112012176513602</c:v>
                </c:pt>
                <c:pt idx="287">
                  <c:v>92.1406705474853</c:v>
                </c:pt>
                <c:pt idx="288">
                  <c:v>92.169328918456998</c:v>
                </c:pt>
                <c:pt idx="289">
                  <c:v>92.197987289428596</c:v>
                </c:pt>
                <c:pt idx="290">
                  <c:v>92.226645660400294</c:v>
                </c:pt>
                <c:pt idx="291">
                  <c:v>92.255304031372006</c:v>
                </c:pt>
                <c:pt idx="292">
                  <c:v>92.283962402343704</c:v>
                </c:pt>
                <c:pt idx="293">
                  <c:v>92.312620773315402</c:v>
                </c:pt>
                <c:pt idx="294">
                  <c:v>92.341279144287</c:v>
                </c:pt>
                <c:pt idx="295">
                  <c:v>92.369937515258698</c:v>
                </c:pt>
                <c:pt idx="296">
                  <c:v>92.398595886230396</c:v>
                </c:pt>
                <c:pt idx="297">
                  <c:v>92.427254257202094</c:v>
                </c:pt>
                <c:pt idx="298">
                  <c:v>92.455912628173806</c:v>
                </c:pt>
                <c:pt idx="299">
                  <c:v>92.484570999145404</c:v>
                </c:pt>
                <c:pt idx="300">
                  <c:v>92.513229370117102</c:v>
                </c:pt>
                <c:pt idx="301">
                  <c:v>92.550067062377906</c:v>
                </c:pt>
                <c:pt idx="302">
                  <c:v>92.586904754638596</c:v>
                </c:pt>
                <c:pt idx="303">
                  <c:v>92.6237424468993</c:v>
                </c:pt>
                <c:pt idx="304">
                  <c:v>92.660580139160103</c:v>
                </c:pt>
                <c:pt idx="305">
                  <c:v>92.697417831420793</c:v>
                </c:pt>
                <c:pt idx="306">
                  <c:v>92.734255523681597</c:v>
                </c:pt>
                <c:pt idx="307">
                  <c:v>92.771093215942301</c:v>
                </c:pt>
                <c:pt idx="308">
                  <c:v>92.807930908203105</c:v>
                </c:pt>
                <c:pt idx="309">
                  <c:v>92.844768600463794</c:v>
                </c:pt>
                <c:pt idx="310">
                  <c:v>92.881606292724499</c:v>
                </c:pt>
                <c:pt idx="311">
                  <c:v>92.918443984985302</c:v>
                </c:pt>
                <c:pt idx="312">
                  <c:v>92.955281677246006</c:v>
                </c:pt>
                <c:pt idx="313">
                  <c:v>92.992119369506796</c:v>
                </c:pt>
                <c:pt idx="314">
                  <c:v>93.0289570617675</c:v>
                </c:pt>
                <c:pt idx="315">
                  <c:v>93.065794754028303</c:v>
                </c:pt>
                <c:pt idx="316">
                  <c:v>93.102632446288993</c:v>
                </c:pt>
                <c:pt idx="317">
                  <c:v>93.139470138549697</c:v>
                </c:pt>
                <c:pt idx="318">
                  <c:v>93.176307830810501</c:v>
                </c:pt>
                <c:pt idx="319">
                  <c:v>93.213145523071205</c:v>
                </c:pt>
                <c:pt idx="320">
                  <c:v>93.249983215331994</c:v>
                </c:pt>
                <c:pt idx="321">
                  <c:v>93.286820907592698</c:v>
                </c:pt>
                <c:pt idx="322">
                  <c:v>93.323658599853502</c:v>
                </c:pt>
                <c:pt idx="323">
                  <c:v>93.360496292114206</c:v>
                </c:pt>
                <c:pt idx="324">
                  <c:v>93.397333984374896</c:v>
                </c:pt>
                <c:pt idx="325">
                  <c:v>93.4341716766357</c:v>
                </c:pt>
                <c:pt idx="326">
                  <c:v>93.471009368896404</c:v>
                </c:pt>
                <c:pt idx="327">
                  <c:v>93.507847061157193</c:v>
                </c:pt>
                <c:pt idx="328">
                  <c:v>93.544684753417897</c:v>
                </c:pt>
                <c:pt idx="329">
                  <c:v>93.581522445678701</c:v>
                </c:pt>
                <c:pt idx="330">
                  <c:v>93.618360137939405</c:v>
                </c:pt>
                <c:pt idx="331">
                  <c:v>93.655197830200095</c:v>
                </c:pt>
                <c:pt idx="332">
                  <c:v>93.692035522460898</c:v>
                </c:pt>
                <c:pt idx="333">
                  <c:v>93.728873214721602</c:v>
                </c:pt>
                <c:pt idx="334">
                  <c:v>93.765710906982406</c:v>
                </c:pt>
                <c:pt idx="335">
                  <c:v>93.802548599243096</c:v>
                </c:pt>
                <c:pt idx="336">
                  <c:v>93.839386291503899</c:v>
                </c:pt>
                <c:pt idx="337">
                  <c:v>93.876223983764604</c:v>
                </c:pt>
                <c:pt idx="338">
                  <c:v>93.913061676025293</c:v>
                </c:pt>
                <c:pt idx="339">
                  <c:v>93.949899368286097</c:v>
                </c:pt>
                <c:pt idx="340">
                  <c:v>93.986737060546801</c:v>
                </c:pt>
                <c:pt idx="341">
                  <c:v>94.023574752807605</c:v>
                </c:pt>
                <c:pt idx="342">
                  <c:v>94.060412445068295</c:v>
                </c:pt>
                <c:pt idx="343">
                  <c:v>94.097250137329098</c:v>
                </c:pt>
                <c:pt idx="344">
                  <c:v>94.134087829589802</c:v>
                </c:pt>
                <c:pt idx="345">
                  <c:v>94.170925521850606</c:v>
                </c:pt>
                <c:pt idx="346">
                  <c:v>94.207763214111296</c:v>
                </c:pt>
                <c:pt idx="347">
                  <c:v>94.244600906372</c:v>
                </c:pt>
                <c:pt idx="348">
                  <c:v>94.281438598632803</c:v>
                </c:pt>
                <c:pt idx="349">
                  <c:v>94.318276290893493</c:v>
                </c:pt>
                <c:pt idx="350">
                  <c:v>94.355113983154297</c:v>
                </c:pt>
                <c:pt idx="351">
                  <c:v>94.391951675415001</c:v>
                </c:pt>
                <c:pt idx="352">
                  <c:v>94.428789367675705</c:v>
                </c:pt>
                <c:pt idx="353">
                  <c:v>94.465627059936494</c:v>
                </c:pt>
                <c:pt idx="354">
                  <c:v>94.502464752197199</c:v>
                </c:pt>
                <c:pt idx="355">
                  <c:v>94.539302444458002</c:v>
                </c:pt>
                <c:pt idx="356">
                  <c:v>94.576140136718706</c:v>
                </c:pt>
                <c:pt idx="357">
                  <c:v>94.612977828979496</c:v>
                </c:pt>
                <c:pt idx="358">
                  <c:v>94.6498155212402</c:v>
                </c:pt>
                <c:pt idx="359">
                  <c:v>94.686653213500904</c:v>
                </c:pt>
                <c:pt idx="360">
                  <c:v>94.723490905761693</c:v>
                </c:pt>
                <c:pt idx="361">
                  <c:v>94.760328598022397</c:v>
                </c:pt>
                <c:pt idx="362">
                  <c:v>94.797166290283201</c:v>
                </c:pt>
                <c:pt idx="363">
                  <c:v>94.834003982543905</c:v>
                </c:pt>
                <c:pt idx="364">
                  <c:v>94.870841674804694</c:v>
                </c:pt>
                <c:pt idx="365">
                  <c:v>94.907679367065398</c:v>
                </c:pt>
                <c:pt idx="366">
                  <c:v>94.944517059326202</c:v>
                </c:pt>
                <c:pt idx="367">
                  <c:v>94.981354751586906</c:v>
                </c:pt>
                <c:pt idx="368">
                  <c:v>95.018192443847596</c:v>
                </c:pt>
                <c:pt idx="369">
                  <c:v>95.0550301361084</c:v>
                </c:pt>
                <c:pt idx="370">
                  <c:v>95.091867828369104</c:v>
                </c:pt>
                <c:pt idx="371">
                  <c:v>95.128705520629893</c:v>
                </c:pt>
                <c:pt idx="372">
                  <c:v>95.165543212890597</c:v>
                </c:pt>
                <c:pt idx="373">
                  <c:v>95.202380905151301</c:v>
                </c:pt>
                <c:pt idx="374">
                  <c:v>95.239218597412105</c:v>
                </c:pt>
                <c:pt idx="375">
                  <c:v>95.276056289672795</c:v>
                </c:pt>
                <c:pt idx="376">
                  <c:v>95.312893981933598</c:v>
                </c:pt>
                <c:pt idx="377">
                  <c:v>95.349731674194302</c:v>
                </c:pt>
                <c:pt idx="378">
                  <c:v>95.386569366455106</c:v>
                </c:pt>
                <c:pt idx="379">
                  <c:v>95.423407058715796</c:v>
                </c:pt>
                <c:pt idx="380">
                  <c:v>95.4602447509765</c:v>
                </c:pt>
                <c:pt idx="381">
                  <c:v>95.497082443237304</c:v>
                </c:pt>
                <c:pt idx="382">
                  <c:v>95.533920135497993</c:v>
                </c:pt>
                <c:pt idx="383">
                  <c:v>95.570757827758797</c:v>
                </c:pt>
                <c:pt idx="384">
                  <c:v>95.607595520019501</c:v>
                </c:pt>
                <c:pt idx="385">
                  <c:v>95.644433212280305</c:v>
                </c:pt>
                <c:pt idx="386">
                  <c:v>95.681270904540995</c:v>
                </c:pt>
                <c:pt idx="387">
                  <c:v>95.718108596801798</c:v>
                </c:pt>
                <c:pt idx="388">
                  <c:v>95.754946289062502</c:v>
                </c:pt>
                <c:pt idx="389">
                  <c:v>95.791783981323206</c:v>
                </c:pt>
                <c:pt idx="390">
                  <c:v>95.828621673583996</c:v>
                </c:pt>
                <c:pt idx="391">
                  <c:v>95.8654593658447</c:v>
                </c:pt>
                <c:pt idx="392">
                  <c:v>95.902297058105503</c:v>
                </c:pt>
                <c:pt idx="393">
                  <c:v>95.939134750366193</c:v>
                </c:pt>
                <c:pt idx="394">
                  <c:v>95.975972442626897</c:v>
                </c:pt>
                <c:pt idx="395">
                  <c:v>96.012810134887701</c:v>
                </c:pt>
                <c:pt idx="396">
                  <c:v>96.049647827148405</c:v>
                </c:pt>
                <c:pt idx="397">
                  <c:v>96.086485519409194</c:v>
                </c:pt>
                <c:pt idx="398">
                  <c:v>96.123323211669899</c:v>
                </c:pt>
                <c:pt idx="399">
                  <c:v>96.160160903930702</c:v>
                </c:pt>
                <c:pt idx="400">
                  <c:v>96.196998596191406</c:v>
                </c:pt>
                <c:pt idx="401">
                  <c:v>96.230095977783193</c:v>
                </c:pt>
                <c:pt idx="402">
                  <c:v>96.263193359374995</c:v>
                </c:pt>
                <c:pt idx="403">
                  <c:v>96.296290740966796</c:v>
                </c:pt>
                <c:pt idx="404">
                  <c:v>96.329388122558598</c:v>
                </c:pt>
                <c:pt idx="405">
                  <c:v>96.362485504150399</c:v>
                </c:pt>
                <c:pt idx="406">
                  <c:v>96.395582885742201</c:v>
                </c:pt>
                <c:pt idx="407">
                  <c:v>96.428680267334002</c:v>
                </c:pt>
                <c:pt idx="408">
                  <c:v>96.461777648925803</c:v>
                </c:pt>
                <c:pt idx="409">
                  <c:v>96.494875030517605</c:v>
                </c:pt>
                <c:pt idx="410">
                  <c:v>96.527972412109406</c:v>
                </c:pt>
                <c:pt idx="411">
                  <c:v>96.561069793701193</c:v>
                </c:pt>
                <c:pt idx="412">
                  <c:v>96.594167175292995</c:v>
                </c:pt>
                <c:pt idx="413">
                  <c:v>96.627264556884796</c:v>
                </c:pt>
                <c:pt idx="414">
                  <c:v>96.660361938476598</c:v>
                </c:pt>
                <c:pt idx="415">
                  <c:v>96.6934593200683</c:v>
                </c:pt>
                <c:pt idx="416">
                  <c:v>96.726556701660201</c:v>
                </c:pt>
                <c:pt idx="417">
                  <c:v>96.759654083252002</c:v>
                </c:pt>
                <c:pt idx="418">
                  <c:v>96.792751464843803</c:v>
                </c:pt>
                <c:pt idx="419">
                  <c:v>96.825848846435605</c:v>
                </c:pt>
                <c:pt idx="420">
                  <c:v>96.858946228027406</c:v>
                </c:pt>
                <c:pt idx="421">
                  <c:v>96.892043609619094</c:v>
                </c:pt>
                <c:pt idx="422">
                  <c:v>96.925140991210895</c:v>
                </c:pt>
                <c:pt idx="423">
                  <c:v>96.958238372802697</c:v>
                </c:pt>
                <c:pt idx="424">
                  <c:v>96.991335754394498</c:v>
                </c:pt>
                <c:pt idx="425">
                  <c:v>97.0244331359863</c:v>
                </c:pt>
                <c:pt idx="426">
                  <c:v>97.057530517578101</c:v>
                </c:pt>
                <c:pt idx="427">
                  <c:v>97.090627899169903</c:v>
                </c:pt>
                <c:pt idx="428">
                  <c:v>97.123725280761704</c:v>
                </c:pt>
                <c:pt idx="429">
                  <c:v>97.156822662353505</c:v>
                </c:pt>
                <c:pt idx="430">
                  <c:v>97.189920043945307</c:v>
                </c:pt>
                <c:pt idx="431">
                  <c:v>97.223017425537094</c:v>
                </c:pt>
                <c:pt idx="432">
                  <c:v>97.256114807128895</c:v>
                </c:pt>
                <c:pt idx="433">
                  <c:v>97.289212188720697</c:v>
                </c:pt>
                <c:pt idx="434">
                  <c:v>97.322309570312498</c:v>
                </c:pt>
                <c:pt idx="435">
                  <c:v>97.3554069519043</c:v>
                </c:pt>
                <c:pt idx="436">
                  <c:v>97.388504333496101</c:v>
                </c:pt>
                <c:pt idx="437">
                  <c:v>97.421601715087903</c:v>
                </c:pt>
                <c:pt idx="438">
                  <c:v>97.454699096679704</c:v>
                </c:pt>
                <c:pt idx="439">
                  <c:v>97.487796478271505</c:v>
                </c:pt>
                <c:pt idx="440">
                  <c:v>97.520893859863307</c:v>
                </c:pt>
                <c:pt idx="441">
                  <c:v>97.553991241455094</c:v>
                </c:pt>
                <c:pt idx="442">
                  <c:v>97.587088623046895</c:v>
                </c:pt>
                <c:pt idx="443">
                  <c:v>97.620186004638697</c:v>
                </c:pt>
                <c:pt idx="444">
                  <c:v>97.653283386230498</c:v>
                </c:pt>
                <c:pt idx="445">
                  <c:v>97.6863807678223</c:v>
                </c:pt>
                <c:pt idx="446">
                  <c:v>97.719478149414101</c:v>
                </c:pt>
                <c:pt idx="447">
                  <c:v>97.752575531005903</c:v>
                </c:pt>
                <c:pt idx="448">
                  <c:v>97.785672912597704</c:v>
                </c:pt>
                <c:pt idx="449">
                  <c:v>97.818770294189505</c:v>
                </c:pt>
                <c:pt idx="450">
                  <c:v>97.851867675781307</c:v>
                </c:pt>
                <c:pt idx="451">
                  <c:v>97.884965057373094</c:v>
                </c:pt>
                <c:pt idx="452">
                  <c:v>97.918062438964895</c:v>
                </c:pt>
                <c:pt idx="453">
                  <c:v>97.951159820556597</c:v>
                </c:pt>
                <c:pt idx="454">
                  <c:v>97.984257202148399</c:v>
                </c:pt>
                <c:pt idx="455">
                  <c:v>98.0173545837402</c:v>
                </c:pt>
                <c:pt idx="456">
                  <c:v>98.050451965332002</c:v>
                </c:pt>
                <c:pt idx="457">
                  <c:v>98.083549346923803</c:v>
                </c:pt>
                <c:pt idx="458">
                  <c:v>98.116646728515605</c:v>
                </c:pt>
                <c:pt idx="459">
                  <c:v>98.149744110107406</c:v>
                </c:pt>
                <c:pt idx="460">
                  <c:v>98.182841491699193</c:v>
                </c:pt>
                <c:pt idx="461">
                  <c:v>98.215938873290995</c:v>
                </c:pt>
                <c:pt idx="462">
                  <c:v>98.249036254882796</c:v>
                </c:pt>
                <c:pt idx="463">
                  <c:v>98.282133636474597</c:v>
                </c:pt>
                <c:pt idx="464">
                  <c:v>98.315231018066399</c:v>
                </c:pt>
                <c:pt idx="465">
                  <c:v>98.3483283996582</c:v>
                </c:pt>
                <c:pt idx="466">
                  <c:v>98.381425781250002</c:v>
                </c:pt>
                <c:pt idx="467">
                  <c:v>98.414523162841803</c:v>
                </c:pt>
                <c:pt idx="468">
                  <c:v>98.447620544433605</c:v>
                </c:pt>
                <c:pt idx="469">
                  <c:v>98.480717926025406</c:v>
                </c:pt>
                <c:pt idx="470">
                  <c:v>98.513815307617193</c:v>
                </c:pt>
                <c:pt idx="471">
                  <c:v>98.546912689208995</c:v>
                </c:pt>
                <c:pt idx="472">
                  <c:v>98.580010070800796</c:v>
                </c:pt>
                <c:pt idx="473">
                  <c:v>98.613107452392597</c:v>
                </c:pt>
                <c:pt idx="474">
                  <c:v>98.646204833984399</c:v>
                </c:pt>
                <c:pt idx="475">
                  <c:v>98.6793022155762</c:v>
                </c:pt>
                <c:pt idx="476">
                  <c:v>98.712399597168002</c:v>
                </c:pt>
                <c:pt idx="477">
                  <c:v>98.745496978759803</c:v>
                </c:pt>
                <c:pt idx="478">
                  <c:v>98.778594360351605</c:v>
                </c:pt>
                <c:pt idx="479">
                  <c:v>98.811691741943406</c:v>
                </c:pt>
                <c:pt idx="480">
                  <c:v>98.844789123535193</c:v>
                </c:pt>
                <c:pt idx="481">
                  <c:v>98.877886505126995</c:v>
                </c:pt>
                <c:pt idx="482">
                  <c:v>98.910983886718697</c:v>
                </c:pt>
                <c:pt idx="483">
                  <c:v>98.944081268310597</c:v>
                </c:pt>
                <c:pt idx="484">
                  <c:v>98.977178649902299</c:v>
                </c:pt>
                <c:pt idx="485">
                  <c:v>99.010276031494101</c:v>
                </c:pt>
                <c:pt idx="486">
                  <c:v>99.043373413085902</c:v>
                </c:pt>
                <c:pt idx="487">
                  <c:v>99.076470794677704</c:v>
                </c:pt>
                <c:pt idx="488">
                  <c:v>99.109568176269505</c:v>
                </c:pt>
                <c:pt idx="489">
                  <c:v>99.142665557861307</c:v>
                </c:pt>
                <c:pt idx="490">
                  <c:v>99.175762939453094</c:v>
                </c:pt>
                <c:pt idx="491">
                  <c:v>99.208860321044895</c:v>
                </c:pt>
                <c:pt idx="492">
                  <c:v>99.241957702636697</c:v>
                </c:pt>
                <c:pt idx="493">
                  <c:v>99.275055084228498</c:v>
                </c:pt>
                <c:pt idx="494">
                  <c:v>99.308152465820299</c:v>
                </c:pt>
                <c:pt idx="495">
                  <c:v>99.341249847412101</c:v>
                </c:pt>
                <c:pt idx="496">
                  <c:v>99.374347229003902</c:v>
                </c:pt>
                <c:pt idx="497">
                  <c:v>99.407444610595704</c:v>
                </c:pt>
                <c:pt idx="498">
                  <c:v>99.440541992187505</c:v>
                </c:pt>
                <c:pt idx="499">
                  <c:v>99.473639373779307</c:v>
                </c:pt>
                <c:pt idx="500">
                  <c:v>99.506736755371094</c:v>
                </c:pt>
                <c:pt idx="501">
                  <c:v>99.536089477539093</c:v>
                </c:pt>
                <c:pt idx="502">
                  <c:v>99.565442199706993</c:v>
                </c:pt>
                <c:pt idx="503">
                  <c:v>99.594794921875007</c:v>
                </c:pt>
                <c:pt idx="504">
                  <c:v>99.624147644042907</c:v>
                </c:pt>
                <c:pt idx="505">
                  <c:v>99.653500366210906</c:v>
                </c:pt>
                <c:pt idx="506">
                  <c:v>99.682853088378906</c:v>
                </c:pt>
                <c:pt idx="507">
                  <c:v>99.712205810546806</c:v>
                </c:pt>
                <c:pt idx="508">
                  <c:v>99.741558532714805</c:v>
                </c:pt>
                <c:pt idx="509">
                  <c:v>99.770911254882705</c:v>
                </c:pt>
                <c:pt idx="510">
                  <c:v>99.800263977050705</c:v>
                </c:pt>
                <c:pt idx="511">
                  <c:v>99.829616699218704</c:v>
                </c:pt>
                <c:pt idx="512">
                  <c:v>99.858969421386604</c:v>
                </c:pt>
                <c:pt idx="513">
                  <c:v>99.888322143554603</c:v>
                </c:pt>
                <c:pt idx="514">
                  <c:v>99.917674865722503</c:v>
                </c:pt>
                <c:pt idx="515">
                  <c:v>99.947027587890503</c:v>
                </c:pt>
                <c:pt idx="516">
                  <c:v>99.976380310058502</c:v>
                </c:pt>
                <c:pt idx="517">
                  <c:v>100.005733032226</c:v>
                </c:pt>
                <c:pt idx="518">
                  <c:v>100.035085754394</c:v>
                </c:pt>
                <c:pt idx="519">
                  <c:v>100.064438476562</c:v>
                </c:pt>
                <c:pt idx="520">
                  <c:v>100.09379119873</c:v>
                </c:pt>
                <c:pt idx="521">
                  <c:v>100.123143920898</c:v>
                </c:pt>
                <c:pt idx="522">
                  <c:v>100.152496643066</c:v>
                </c:pt>
                <c:pt idx="523">
                  <c:v>100.181849365234</c:v>
                </c:pt>
                <c:pt idx="524">
                  <c:v>100.211202087402</c:v>
                </c:pt>
                <c:pt idx="525">
                  <c:v>100.24055480957</c:v>
                </c:pt>
                <c:pt idx="526">
                  <c:v>100.269907531738</c:v>
                </c:pt>
                <c:pt idx="527">
                  <c:v>100.299260253906</c:v>
                </c:pt>
                <c:pt idx="528">
                  <c:v>100.328612976074</c:v>
                </c:pt>
                <c:pt idx="529">
                  <c:v>100.357965698242</c:v>
                </c:pt>
                <c:pt idx="530">
                  <c:v>100.38731842041</c:v>
                </c:pt>
                <c:pt idx="531">
                  <c:v>100.416671142578</c:v>
                </c:pt>
                <c:pt idx="532">
                  <c:v>100.446023864746</c:v>
                </c:pt>
                <c:pt idx="533">
                  <c:v>100.475376586914</c:v>
                </c:pt>
                <c:pt idx="534">
                  <c:v>100.50472930908199</c:v>
                </c:pt>
                <c:pt idx="535">
                  <c:v>100.53408203124999</c:v>
                </c:pt>
                <c:pt idx="536">
                  <c:v>100.56343475341799</c:v>
                </c:pt>
                <c:pt idx="537">
                  <c:v>100.59278747558599</c:v>
                </c:pt>
                <c:pt idx="538">
                  <c:v>100.62214019775401</c:v>
                </c:pt>
                <c:pt idx="539">
                  <c:v>100.65149291992201</c:v>
                </c:pt>
                <c:pt idx="540">
                  <c:v>100.680845642089</c:v>
                </c:pt>
                <c:pt idx="541">
                  <c:v>100.710198364257</c:v>
                </c:pt>
                <c:pt idx="542">
                  <c:v>100.739551086425</c:v>
                </c:pt>
                <c:pt idx="543">
                  <c:v>100.768903808593</c:v>
                </c:pt>
                <c:pt idx="544">
                  <c:v>100.79825653076099</c:v>
                </c:pt>
                <c:pt idx="545">
                  <c:v>100.82760925292899</c:v>
                </c:pt>
                <c:pt idx="546">
                  <c:v>100.85696197509699</c:v>
                </c:pt>
                <c:pt idx="547">
                  <c:v>100.88631469726499</c:v>
                </c:pt>
                <c:pt idx="548">
                  <c:v>100.91566741943301</c:v>
                </c:pt>
                <c:pt idx="549">
                  <c:v>100.94502014160101</c:v>
                </c:pt>
                <c:pt idx="550">
                  <c:v>100.97437286376901</c:v>
                </c:pt>
                <c:pt idx="551">
                  <c:v>101.003725585937</c:v>
                </c:pt>
                <c:pt idx="552">
                  <c:v>101.033078308105</c:v>
                </c:pt>
                <c:pt idx="553">
                  <c:v>101.062431030273</c:v>
                </c:pt>
                <c:pt idx="554">
                  <c:v>101.091783752441</c:v>
                </c:pt>
                <c:pt idx="555">
                  <c:v>101.121136474609</c:v>
                </c:pt>
                <c:pt idx="556">
                  <c:v>101.150489196777</c:v>
                </c:pt>
                <c:pt idx="557">
                  <c:v>101.179841918945</c:v>
                </c:pt>
                <c:pt idx="558">
                  <c:v>101.209194641113</c:v>
                </c:pt>
                <c:pt idx="559">
                  <c:v>101.238547363281</c:v>
                </c:pt>
                <c:pt idx="560">
                  <c:v>101.267900085449</c:v>
                </c:pt>
                <c:pt idx="561">
                  <c:v>101.297252807617</c:v>
                </c:pt>
                <c:pt idx="562">
                  <c:v>101.326605529785</c:v>
                </c:pt>
                <c:pt idx="563">
                  <c:v>101.355958251953</c:v>
                </c:pt>
                <c:pt idx="564">
                  <c:v>101.38531097412</c:v>
                </c:pt>
                <c:pt idx="565">
                  <c:v>101.414663696288</c:v>
                </c:pt>
                <c:pt idx="566">
                  <c:v>101.444016418456</c:v>
                </c:pt>
                <c:pt idx="567">
                  <c:v>101.473369140624</c:v>
                </c:pt>
                <c:pt idx="568">
                  <c:v>101.502721862792</c:v>
                </c:pt>
                <c:pt idx="569">
                  <c:v>101.53207458496</c:v>
                </c:pt>
                <c:pt idx="570">
                  <c:v>101.561427307128</c:v>
                </c:pt>
                <c:pt idx="571">
                  <c:v>101.590780029296</c:v>
                </c:pt>
                <c:pt idx="572">
                  <c:v>101.620132751464</c:v>
                </c:pt>
                <c:pt idx="573">
                  <c:v>101.649485473632</c:v>
                </c:pt>
                <c:pt idx="574">
                  <c:v>101.6788381958</c:v>
                </c:pt>
                <c:pt idx="575">
                  <c:v>101.708190917968</c:v>
                </c:pt>
                <c:pt idx="576">
                  <c:v>101.737543640136</c:v>
                </c:pt>
                <c:pt idx="577">
                  <c:v>101.766896362304</c:v>
                </c:pt>
                <c:pt idx="578">
                  <c:v>101.796249084472</c:v>
                </c:pt>
                <c:pt idx="579">
                  <c:v>101.82560180663999</c:v>
                </c:pt>
                <c:pt idx="580">
                  <c:v>101.85495452880799</c:v>
                </c:pt>
                <c:pt idx="581">
                  <c:v>101.88430725097599</c:v>
                </c:pt>
                <c:pt idx="582">
                  <c:v>101.91365997314399</c:v>
                </c:pt>
                <c:pt idx="583">
                  <c:v>101.94301269531201</c:v>
                </c:pt>
                <c:pt idx="584">
                  <c:v>101.97236541748001</c:v>
                </c:pt>
                <c:pt idx="585">
                  <c:v>102.00171813964801</c:v>
                </c:pt>
                <c:pt idx="586">
                  <c:v>102.031070861816</c:v>
                </c:pt>
                <c:pt idx="587">
                  <c:v>102.060423583984</c:v>
                </c:pt>
                <c:pt idx="588">
                  <c:v>102.08977630615099</c:v>
                </c:pt>
                <c:pt idx="589">
                  <c:v>102.11912902831899</c:v>
                </c:pt>
                <c:pt idx="590">
                  <c:v>102.14848175048699</c:v>
                </c:pt>
                <c:pt idx="591">
                  <c:v>102.17783447265499</c:v>
                </c:pt>
                <c:pt idx="592">
                  <c:v>102.20718719482301</c:v>
                </c:pt>
                <c:pt idx="593">
                  <c:v>102.23653991699101</c:v>
                </c:pt>
                <c:pt idx="594">
                  <c:v>102.26589263915901</c:v>
                </c:pt>
                <c:pt idx="595">
                  <c:v>102.29524536132701</c:v>
                </c:pt>
                <c:pt idx="596">
                  <c:v>102.324598083495</c:v>
                </c:pt>
                <c:pt idx="597">
                  <c:v>102.353950805663</c:v>
                </c:pt>
                <c:pt idx="598">
                  <c:v>102.383303527831</c:v>
                </c:pt>
                <c:pt idx="599">
                  <c:v>102.412656249999</c:v>
                </c:pt>
                <c:pt idx="600">
                  <c:v>102.442008972167</c:v>
                </c:pt>
                <c:pt idx="601">
                  <c:v>102.464213994343</c:v>
                </c:pt>
                <c:pt idx="602">
                  <c:v>102.48641901651899</c:v>
                </c:pt>
                <c:pt idx="603">
                  <c:v>102.508624038695</c:v>
                </c:pt>
                <c:pt idx="604">
                  <c:v>102.530829060871</c:v>
                </c:pt>
                <c:pt idx="605">
                  <c:v>102.553034083048</c:v>
                </c:pt>
                <c:pt idx="606">
                  <c:v>102.575239105224</c:v>
                </c:pt>
                <c:pt idx="607">
                  <c:v>102.5974441274</c:v>
                </c:pt>
                <c:pt idx="608">
                  <c:v>102.61964914957601</c:v>
                </c:pt>
                <c:pt idx="609">
                  <c:v>102.641854171752</c:v>
                </c:pt>
                <c:pt idx="610">
                  <c:v>102.664059193928</c:v>
                </c:pt>
                <c:pt idx="611">
                  <c:v>102.68626421610399</c:v>
                </c:pt>
                <c:pt idx="612">
                  <c:v>102.70846923828</c:v>
                </c:pt>
                <c:pt idx="613">
                  <c:v>102.730674260456</c:v>
                </c:pt>
                <c:pt idx="614">
                  <c:v>102.752879282633</c:v>
                </c:pt>
                <c:pt idx="615">
                  <c:v>102.775084304809</c:v>
                </c:pt>
                <c:pt idx="616">
                  <c:v>102.79728932698499</c:v>
                </c:pt>
                <c:pt idx="617">
                  <c:v>102.819494349161</c:v>
                </c:pt>
                <c:pt idx="618">
                  <c:v>102.841699371337</c:v>
                </c:pt>
                <c:pt idx="619">
                  <c:v>102.863904393513</c:v>
                </c:pt>
                <c:pt idx="620">
                  <c:v>102.88610941568901</c:v>
                </c:pt>
                <c:pt idx="621">
                  <c:v>102.908314437865</c:v>
                </c:pt>
                <c:pt idx="622">
                  <c:v>102.930519460041</c:v>
                </c:pt>
                <c:pt idx="623">
                  <c:v>102.952724482218</c:v>
                </c:pt>
                <c:pt idx="624">
                  <c:v>102.974929504394</c:v>
                </c:pt>
                <c:pt idx="625">
                  <c:v>102.99713452656999</c:v>
                </c:pt>
                <c:pt idx="626">
                  <c:v>103.019339548746</c:v>
                </c:pt>
                <c:pt idx="627">
                  <c:v>103.041544570922</c:v>
                </c:pt>
                <c:pt idx="628">
                  <c:v>103.063749593098</c:v>
                </c:pt>
                <c:pt idx="629">
                  <c:v>103.08595461527401</c:v>
                </c:pt>
                <c:pt idx="630">
                  <c:v>103.10815963745</c:v>
                </c:pt>
                <c:pt idx="631">
                  <c:v>103.130364659626</c:v>
                </c:pt>
                <c:pt idx="632">
                  <c:v>103.152569681803</c:v>
                </c:pt>
                <c:pt idx="633">
                  <c:v>103.174774703979</c:v>
                </c:pt>
                <c:pt idx="634">
                  <c:v>103.19697972615501</c:v>
                </c:pt>
                <c:pt idx="635">
                  <c:v>103.219184748331</c:v>
                </c:pt>
                <c:pt idx="636">
                  <c:v>103.241389770507</c:v>
                </c:pt>
                <c:pt idx="637">
                  <c:v>103.26359479268299</c:v>
                </c:pt>
                <c:pt idx="638">
                  <c:v>103.285799814859</c:v>
                </c:pt>
                <c:pt idx="639">
                  <c:v>103.308004837035</c:v>
                </c:pt>
                <c:pt idx="640">
                  <c:v>103.330209859211</c:v>
                </c:pt>
                <c:pt idx="641">
                  <c:v>103.352414881388</c:v>
                </c:pt>
                <c:pt idx="642">
                  <c:v>103.374619903564</c:v>
                </c:pt>
                <c:pt idx="643">
                  <c:v>103.39682492574001</c:v>
                </c:pt>
                <c:pt idx="644">
                  <c:v>103.419029947916</c:v>
                </c:pt>
                <c:pt idx="645">
                  <c:v>103.441234970092</c:v>
                </c:pt>
                <c:pt idx="646">
                  <c:v>103.46343999226799</c:v>
                </c:pt>
                <c:pt idx="647">
                  <c:v>103.485645014444</c:v>
                </c:pt>
                <c:pt idx="648">
                  <c:v>103.50785003662</c:v>
                </c:pt>
                <c:pt idx="649">
                  <c:v>103.53005505879599</c:v>
                </c:pt>
                <c:pt idx="650">
                  <c:v>103.552260080973</c:v>
                </c:pt>
                <c:pt idx="651">
                  <c:v>103.574465103149</c:v>
                </c:pt>
                <c:pt idx="652">
                  <c:v>103.59667012532501</c:v>
                </c:pt>
                <c:pt idx="653">
                  <c:v>103.618875147501</c:v>
                </c:pt>
                <c:pt idx="654">
                  <c:v>103.641080169677</c:v>
                </c:pt>
                <c:pt idx="655">
                  <c:v>103.66328519185301</c:v>
                </c:pt>
                <c:pt idx="656">
                  <c:v>103.685490214029</c:v>
                </c:pt>
                <c:pt idx="657">
                  <c:v>103.707695236205</c:v>
                </c:pt>
                <c:pt idx="658">
                  <c:v>103.72990025838099</c:v>
                </c:pt>
                <c:pt idx="659">
                  <c:v>103.752105280557</c:v>
                </c:pt>
                <c:pt idx="660">
                  <c:v>103.77431030273399</c:v>
                </c:pt>
                <c:pt idx="661">
                  <c:v>103.79651532491</c:v>
                </c:pt>
                <c:pt idx="662">
                  <c:v>103.818720347086</c:v>
                </c:pt>
                <c:pt idx="663">
                  <c:v>103.840925369262</c:v>
                </c:pt>
                <c:pt idx="664">
                  <c:v>103.86313039143801</c:v>
                </c:pt>
                <c:pt idx="665">
                  <c:v>103.885335413614</c:v>
                </c:pt>
                <c:pt idx="666">
                  <c:v>103.90754043579</c:v>
                </c:pt>
                <c:pt idx="667">
                  <c:v>103.92974545796601</c:v>
                </c:pt>
                <c:pt idx="668">
                  <c:v>103.951950480142</c:v>
                </c:pt>
                <c:pt idx="669">
                  <c:v>103.97415550231899</c:v>
                </c:pt>
                <c:pt idx="670">
                  <c:v>103.996360524495</c:v>
                </c:pt>
                <c:pt idx="671">
                  <c:v>104.018565546671</c:v>
                </c:pt>
                <c:pt idx="672">
                  <c:v>104.04077056884699</c:v>
                </c:pt>
                <c:pt idx="673">
                  <c:v>104.062975591023</c:v>
                </c:pt>
                <c:pt idx="674">
                  <c:v>104.085180613199</c:v>
                </c:pt>
                <c:pt idx="675">
                  <c:v>104.107385635375</c:v>
                </c:pt>
                <c:pt idx="676">
                  <c:v>104.12959065755101</c:v>
                </c:pt>
                <c:pt idx="677">
                  <c:v>104.151795679727</c:v>
                </c:pt>
                <c:pt idx="678">
                  <c:v>104.17400070190401</c:v>
                </c:pt>
                <c:pt idx="679">
                  <c:v>104.19620572408</c:v>
                </c:pt>
                <c:pt idx="680">
                  <c:v>104.218410746256</c:v>
                </c:pt>
                <c:pt idx="681">
                  <c:v>104.24061576843199</c:v>
                </c:pt>
                <c:pt idx="682">
                  <c:v>104.262820790608</c:v>
                </c:pt>
                <c:pt idx="683">
                  <c:v>104.285025812784</c:v>
                </c:pt>
                <c:pt idx="684">
                  <c:v>104.30723083496</c:v>
                </c:pt>
                <c:pt idx="685">
                  <c:v>104.329435857136</c:v>
                </c:pt>
                <c:pt idx="686">
                  <c:v>104.351640879312</c:v>
                </c:pt>
                <c:pt idx="687">
                  <c:v>104.37384590148901</c:v>
                </c:pt>
                <c:pt idx="688">
                  <c:v>104.396050923665</c:v>
                </c:pt>
                <c:pt idx="689">
                  <c:v>104.418255945841</c:v>
                </c:pt>
                <c:pt idx="690">
                  <c:v>104.44046096801701</c:v>
                </c:pt>
                <c:pt idx="691">
                  <c:v>104.462665990193</c:v>
                </c:pt>
                <c:pt idx="692">
                  <c:v>104.484871012369</c:v>
                </c:pt>
                <c:pt idx="693">
                  <c:v>104.50707603454499</c:v>
                </c:pt>
                <c:pt idx="694">
                  <c:v>104.529281056721</c:v>
                </c:pt>
                <c:pt idx="695">
                  <c:v>104.551486078897</c:v>
                </c:pt>
                <c:pt idx="696">
                  <c:v>104.573691101074</c:v>
                </c:pt>
                <c:pt idx="697">
                  <c:v>104.59589612325</c:v>
                </c:pt>
                <c:pt idx="698">
                  <c:v>104.618101145426</c:v>
                </c:pt>
                <c:pt idx="699">
                  <c:v>104.64030616760201</c:v>
                </c:pt>
                <c:pt idx="700">
                  <c:v>104.662511189778</c:v>
                </c:pt>
                <c:pt idx="701">
                  <c:v>104.684716211954</c:v>
                </c:pt>
                <c:pt idx="702">
                  <c:v>104.70692123412999</c:v>
                </c:pt>
                <c:pt idx="703">
                  <c:v>104.729126256306</c:v>
                </c:pt>
                <c:pt idx="704">
                  <c:v>104.751331278482</c:v>
                </c:pt>
                <c:pt idx="705">
                  <c:v>104.773536300659</c:v>
                </c:pt>
                <c:pt idx="706">
                  <c:v>104.795741322835</c:v>
                </c:pt>
                <c:pt idx="707">
                  <c:v>104.81794634501099</c:v>
                </c:pt>
                <c:pt idx="708">
                  <c:v>104.840151367187</c:v>
                </c:pt>
                <c:pt idx="709">
                  <c:v>104.862356389363</c:v>
                </c:pt>
                <c:pt idx="710">
                  <c:v>104.884561411539</c:v>
                </c:pt>
                <c:pt idx="711">
                  <c:v>104.90676643371501</c:v>
                </c:pt>
                <c:pt idx="712">
                  <c:v>104.928971455891</c:v>
                </c:pt>
                <c:pt idx="713">
                  <c:v>104.951176478067</c:v>
                </c:pt>
                <c:pt idx="714">
                  <c:v>104.973381500244</c:v>
                </c:pt>
                <c:pt idx="715">
                  <c:v>104.99558652242</c:v>
                </c:pt>
                <c:pt idx="716">
                  <c:v>105.01779154459599</c:v>
                </c:pt>
                <c:pt idx="717">
                  <c:v>105.039996566772</c:v>
                </c:pt>
                <c:pt idx="718">
                  <c:v>105.062201588948</c:v>
                </c:pt>
                <c:pt idx="719">
                  <c:v>105.084406611124</c:v>
                </c:pt>
                <c:pt idx="720">
                  <c:v>105.10661163330001</c:v>
                </c:pt>
                <c:pt idx="721">
                  <c:v>105.128816655476</c:v>
                </c:pt>
                <c:pt idx="722">
                  <c:v>105.151021677652</c:v>
                </c:pt>
                <c:pt idx="723">
                  <c:v>105.173226699829</c:v>
                </c:pt>
                <c:pt idx="724">
                  <c:v>105.195431722005</c:v>
                </c:pt>
                <c:pt idx="725">
                  <c:v>105.21763674418099</c:v>
                </c:pt>
                <c:pt idx="726">
                  <c:v>105.239841766357</c:v>
                </c:pt>
                <c:pt idx="727">
                  <c:v>105.262046788533</c:v>
                </c:pt>
                <c:pt idx="728">
                  <c:v>105.28425181070899</c:v>
                </c:pt>
                <c:pt idx="729">
                  <c:v>105.306456832885</c:v>
                </c:pt>
                <c:pt idx="730">
                  <c:v>105.328661855061</c:v>
                </c:pt>
                <c:pt idx="731">
                  <c:v>105.350866877237</c:v>
                </c:pt>
                <c:pt idx="732">
                  <c:v>105.373071899414</c:v>
                </c:pt>
                <c:pt idx="733">
                  <c:v>105.39527692159</c:v>
                </c:pt>
                <c:pt idx="734">
                  <c:v>105.41748194376601</c:v>
                </c:pt>
                <c:pt idx="735">
                  <c:v>105.439686965942</c:v>
                </c:pt>
                <c:pt idx="736">
                  <c:v>105.461891988118</c:v>
                </c:pt>
                <c:pt idx="737">
                  <c:v>105.48409701029399</c:v>
                </c:pt>
                <c:pt idx="738">
                  <c:v>105.50630203247</c:v>
                </c:pt>
                <c:pt idx="739">
                  <c:v>105.528507054646</c:v>
                </c:pt>
                <c:pt idx="740">
                  <c:v>105.55071207682199</c:v>
                </c:pt>
                <c:pt idx="741">
                  <c:v>105.572917098999</c:v>
                </c:pt>
                <c:pt idx="742">
                  <c:v>105.595122121175</c:v>
                </c:pt>
                <c:pt idx="743">
                  <c:v>105.61732714335101</c:v>
                </c:pt>
                <c:pt idx="744">
                  <c:v>105.639532165527</c:v>
                </c:pt>
                <c:pt idx="745">
                  <c:v>105.661737187703</c:v>
                </c:pt>
                <c:pt idx="746">
                  <c:v>105.68394220987901</c:v>
                </c:pt>
                <c:pt idx="747">
                  <c:v>105.706147232055</c:v>
                </c:pt>
                <c:pt idx="748">
                  <c:v>105.728352254231</c:v>
                </c:pt>
                <c:pt idx="749">
                  <c:v>105.75055727640699</c:v>
                </c:pt>
                <c:pt idx="750">
                  <c:v>105.772762298584</c:v>
                </c:pt>
                <c:pt idx="751">
                  <c:v>105.79496732075999</c:v>
                </c:pt>
                <c:pt idx="752">
                  <c:v>105.817172342936</c:v>
                </c:pt>
                <c:pt idx="753">
                  <c:v>105.839377365112</c:v>
                </c:pt>
                <c:pt idx="754">
                  <c:v>105.861582387288</c:v>
                </c:pt>
                <c:pt idx="755">
                  <c:v>105.88378740946401</c:v>
                </c:pt>
                <c:pt idx="756">
                  <c:v>105.90599243164</c:v>
                </c:pt>
                <c:pt idx="757">
                  <c:v>105.928197453816</c:v>
                </c:pt>
                <c:pt idx="758">
                  <c:v>105.95040247599199</c:v>
                </c:pt>
                <c:pt idx="759">
                  <c:v>105.972607498168</c:v>
                </c:pt>
                <c:pt idx="760">
                  <c:v>105.99481252034499</c:v>
                </c:pt>
                <c:pt idx="761">
                  <c:v>106.017017542521</c:v>
                </c:pt>
                <c:pt idx="762">
                  <c:v>106.039222564697</c:v>
                </c:pt>
                <c:pt idx="763">
                  <c:v>106.06142758687299</c:v>
                </c:pt>
                <c:pt idx="764">
                  <c:v>106.083632609049</c:v>
                </c:pt>
                <c:pt idx="765">
                  <c:v>106.105837631225</c:v>
                </c:pt>
                <c:pt idx="766">
                  <c:v>106.128042653401</c:v>
                </c:pt>
                <c:pt idx="767">
                  <c:v>106.15024767557701</c:v>
                </c:pt>
                <c:pt idx="768">
                  <c:v>106.172452697753</c:v>
                </c:pt>
                <c:pt idx="769">
                  <c:v>106.19465771993001</c:v>
                </c:pt>
                <c:pt idx="770">
                  <c:v>106.216862742106</c:v>
                </c:pt>
                <c:pt idx="771">
                  <c:v>106.239067764282</c:v>
                </c:pt>
                <c:pt idx="772">
                  <c:v>106.26127278645799</c:v>
                </c:pt>
                <c:pt idx="773">
                  <c:v>106.283477808634</c:v>
                </c:pt>
                <c:pt idx="774">
                  <c:v>106.30568283081</c:v>
                </c:pt>
                <c:pt idx="775">
                  <c:v>106.327887852986</c:v>
                </c:pt>
                <c:pt idx="776">
                  <c:v>106.35009287516201</c:v>
                </c:pt>
                <c:pt idx="777">
                  <c:v>106.372297897338</c:v>
                </c:pt>
                <c:pt idx="778">
                  <c:v>106.39450291951501</c:v>
                </c:pt>
                <c:pt idx="779">
                  <c:v>106.416707941691</c:v>
                </c:pt>
                <c:pt idx="780">
                  <c:v>106.438912963867</c:v>
                </c:pt>
                <c:pt idx="781">
                  <c:v>106.46111798604301</c:v>
                </c:pt>
                <c:pt idx="782">
                  <c:v>106.483323008219</c:v>
                </c:pt>
                <c:pt idx="783">
                  <c:v>106.505528030395</c:v>
                </c:pt>
                <c:pt idx="784">
                  <c:v>106.52773305257099</c:v>
                </c:pt>
                <c:pt idx="785">
                  <c:v>106.549938074747</c:v>
                </c:pt>
                <c:pt idx="786">
                  <c:v>106.572143096923</c:v>
                </c:pt>
                <c:pt idx="787">
                  <c:v>106.5943481191</c:v>
                </c:pt>
                <c:pt idx="788">
                  <c:v>106.616553141276</c:v>
                </c:pt>
                <c:pt idx="789">
                  <c:v>106.638758163452</c:v>
                </c:pt>
                <c:pt idx="790">
                  <c:v>106.66096318562801</c:v>
                </c:pt>
                <c:pt idx="791">
                  <c:v>106.683168207804</c:v>
                </c:pt>
                <c:pt idx="792">
                  <c:v>106.70537322998</c:v>
                </c:pt>
                <c:pt idx="793">
                  <c:v>106.72757825215599</c:v>
                </c:pt>
                <c:pt idx="794">
                  <c:v>106.749783274332</c:v>
                </c:pt>
                <c:pt idx="795">
                  <c:v>106.771988296508</c:v>
                </c:pt>
                <c:pt idx="796">
                  <c:v>106.794193318685</c:v>
                </c:pt>
                <c:pt idx="797">
                  <c:v>106.816398340861</c:v>
                </c:pt>
                <c:pt idx="798">
                  <c:v>106.838603363037</c:v>
                </c:pt>
                <c:pt idx="799">
                  <c:v>106.86080838521301</c:v>
                </c:pt>
                <c:pt idx="800">
                  <c:v>106.883013407389</c:v>
                </c:pt>
                <c:pt idx="801">
                  <c:v>106.905218429565</c:v>
                </c:pt>
                <c:pt idx="802">
                  <c:v>106.92742345174101</c:v>
                </c:pt>
                <c:pt idx="803">
                  <c:v>106.949628473917</c:v>
                </c:pt>
                <c:pt idx="804">
                  <c:v>106.971833496093</c:v>
                </c:pt>
                <c:pt idx="805">
                  <c:v>106.99403851827</c:v>
                </c:pt>
                <c:pt idx="806">
                  <c:v>107.016243540446</c:v>
                </c:pt>
                <c:pt idx="807">
                  <c:v>107.03844856262199</c:v>
                </c:pt>
                <c:pt idx="808">
                  <c:v>107.060653584798</c:v>
                </c:pt>
                <c:pt idx="809">
                  <c:v>107.082858606974</c:v>
                </c:pt>
                <c:pt idx="810">
                  <c:v>107.10506362915</c:v>
                </c:pt>
                <c:pt idx="811">
                  <c:v>107.12726865132601</c:v>
                </c:pt>
                <c:pt idx="812">
                  <c:v>107.149473673502</c:v>
                </c:pt>
                <c:pt idx="813">
                  <c:v>107.171678695678</c:v>
                </c:pt>
                <c:pt idx="814">
                  <c:v>107.193883717855</c:v>
                </c:pt>
                <c:pt idx="815">
                  <c:v>107.216088740031</c:v>
                </c:pt>
                <c:pt idx="816">
                  <c:v>107.23829376220699</c:v>
                </c:pt>
                <c:pt idx="817">
                  <c:v>107.260498784383</c:v>
                </c:pt>
                <c:pt idx="818">
                  <c:v>107.282703806559</c:v>
                </c:pt>
                <c:pt idx="819">
                  <c:v>107.30490882873499</c:v>
                </c:pt>
                <c:pt idx="820">
                  <c:v>107.327113850911</c:v>
                </c:pt>
                <c:pt idx="821">
                  <c:v>107.349318873087</c:v>
                </c:pt>
                <c:pt idx="822">
                  <c:v>107.371523895263</c:v>
                </c:pt>
                <c:pt idx="823">
                  <c:v>107.39372891744</c:v>
                </c:pt>
                <c:pt idx="824">
                  <c:v>107.415933939616</c:v>
                </c:pt>
                <c:pt idx="825">
                  <c:v>107.43813896179201</c:v>
                </c:pt>
                <c:pt idx="826">
                  <c:v>107.460343983968</c:v>
                </c:pt>
                <c:pt idx="827">
                  <c:v>107.482549006144</c:v>
                </c:pt>
                <c:pt idx="828">
                  <c:v>107.50475402831999</c:v>
                </c:pt>
                <c:pt idx="829">
                  <c:v>107.526959050496</c:v>
                </c:pt>
                <c:pt idx="830">
                  <c:v>107.549164072672</c:v>
                </c:pt>
                <c:pt idx="831">
                  <c:v>107.571369094848</c:v>
                </c:pt>
                <c:pt idx="832">
                  <c:v>107.593574117025</c:v>
                </c:pt>
                <c:pt idx="833">
                  <c:v>107.615779139201</c:v>
                </c:pt>
                <c:pt idx="834">
                  <c:v>107.63798416137701</c:v>
                </c:pt>
                <c:pt idx="835">
                  <c:v>107.660189183553</c:v>
                </c:pt>
                <c:pt idx="836">
                  <c:v>107.682394205729</c:v>
                </c:pt>
                <c:pt idx="837">
                  <c:v>107.70459922790501</c:v>
                </c:pt>
                <c:pt idx="838">
                  <c:v>107.726804250081</c:v>
                </c:pt>
                <c:pt idx="839">
                  <c:v>107.749009272257</c:v>
                </c:pt>
                <c:pt idx="840">
                  <c:v>107.77121429443299</c:v>
                </c:pt>
                <c:pt idx="841">
                  <c:v>107.79341931661</c:v>
                </c:pt>
                <c:pt idx="842">
                  <c:v>107.81562433878599</c:v>
                </c:pt>
                <c:pt idx="843">
                  <c:v>107.837829360962</c:v>
                </c:pt>
                <c:pt idx="844">
                  <c:v>107.860034383138</c:v>
                </c:pt>
                <c:pt idx="845">
                  <c:v>107.882239405314</c:v>
                </c:pt>
                <c:pt idx="846">
                  <c:v>107.90444442749001</c:v>
                </c:pt>
                <c:pt idx="847">
                  <c:v>107.926649449666</c:v>
                </c:pt>
                <c:pt idx="848">
                  <c:v>107.948854471842</c:v>
                </c:pt>
                <c:pt idx="849">
                  <c:v>107.97105949401799</c:v>
                </c:pt>
                <c:pt idx="850">
                  <c:v>107.993264516195</c:v>
                </c:pt>
                <c:pt idx="851">
                  <c:v>108.01546953837099</c:v>
                </c:pt>
                <c:pt idx="852">
                  <c:v>108.037674560547</c:v>
                </c:pt>
                <c:pt idx="853">
                  <c:v>108.059879582723</c:v>
                </c:pt>
                <c:pt idx="854">
                  <c:v>108.08208460489899</c:v>
                </c:pt>
                <c:pt idx="855">
                  <c:v>108.104289627075</c:v>
                </c:pt>
                <c:pt idx="856">
                  <c:v>108.126494649251</c:v>
                </c:pt>
                <c:pt idx="857">
                  <c:v>108.148699671427</c:v>
                </c:pt>
                <c:pt idx="858">
                  <c:v>108.17090469360301</c:v>
                </c:pt>
                <c:pt idx="859">
                  <c:v>108.19310971578</c:v>
                </c:pt>
                <c:pt idx="860">
                  <c:v>108.21531473795601</c:v>
                </c:pt>
                <c:pt idx="861">
                  <c:v>108.237519760132</c:v>
                </c:pt>
                <c:pt idx="862">
                  <c:v>108.259724782308</c:v>
                </c:pt>
                <c:pt idx="863">
                  <c:v>108.28192980448399</c:v>
                </c:pt>
                <c:pt idx="864">
                  <c:v>108.30413482666</c:v>
                </c:pt>
                <c:pt idx="865">
                  <c:v>108.326339848836</c:v>
                </c:pt>
                <c:pt idx="866">
                  <c:v>108.348544871012</c:v>
                </c:pt>
                <c:pt idx="867">
                  <c:v>108.37074989318801</c:v>
                </c:pt>
                <c:pt idx="868">
                  <c:v>108.392954915364</c:v>
                </c:pt>
                <c:pt idx="869">
                  <c:v>108.41515993754101</c:v>
                </c:pt>
                <c:pt idx="870">
                  <c:v>108.437364959717</c:v>
                </c:pt>
                <c:pt idx="871">
                  <c:v>108.459569981893</c:v>
                </c:pt>
                <c:pt idx="872">
                  <c:v>108.48177500406899</c:v>
                </c:pt>
                <c:pt idx="873">
                  <c:v>108.503980026245</c:v>
                </c:pt>
                <c:pt idx="874">
                  <c:v>108.526185048421</c:v>
                </c:pt>
                <c:pt idx="875">
                  <c:v>108.54839007059699</c:v>
                </c:pt>
                <c:pt idx="876">
                  <c:v>108.570595092773</c:v>
                </c:pt>
                <c:pt idx="877">
                  <c:v>108.592800114949</c:v>
                </c:pt>
                <c:pt idx="878">
                  <c:v>108.615005137126</c:v>
                </c:pt>
                <c:pt idx="879">
                  <c:v>108.637210159302</c:v>
                </c:pt>
                <c:pt idx="880">
                  <c:v>108.659415181478</c:v>
                </c:pt>
                <c:pt idx="881">
                  <c:v>108.68162020365401</c:v>
                </c:pt>
                <c:pt idx="882">
                  <c:v>108.70382522583</c:v>
                </c:pt>
                <c:pt idx="883">
                  <c:v>108.726030248006</c:v>
                </c:pt>
                <c:pt idx="884">
                  <c:v>108.74823527018199</c:v>
                </c:pt>
                <c:pt idx="885">
                  <c:v>108.770440292358</c:v>
                </c:pt>
                <c:pt idx="886">
                  <c:v>108.792645314534</c:v>
                </c:pt>
                <c:pt idx="887">
                  <c:v>108.814850336711</c:v>
                </c:pt>
                <c:pt idx="888">
                  <c:v>108.837055358887</c:v>
                </c:pt>
                <c:pt idx="889">
                  <c:v>108.859260381063</c:v>
                </c:pt>
                <c:pt idx="890">
                  <c:v>108.88146540323901</c:v>
                </c:pt>
                <c:pt idx="891">
                  <c:v>108.903670425415</c:v>
                </c:pt>
                <c:pt idx="892">
                  <c:v>108.925875447591</c:v>
                </c:pt>
                <c:pt idx="893">
                  <c:v>108.94808046976701</c:v>
                </c:pt>
                <c:pt idx="894">
                  <c:v>108.970285491943</c:v>
                </c:pt>
                <c:pt idx="895">
                  <c:v>108.992490514119</c:v>
                </c:pt>
                <c:pt idx="896">
                  <c:v>109.014695536296</c:v>
                </c:pt>
                <c:pt idx="897">
                  <c:v>109.036900558472</c:v>
                </c:pt>
                <c:pt idx="898">
                  <c:v>109.05910558064799</c:v>
                </c:pt>
                <c:pt idx="899">
                  <c:v>109.081310602824</c:v>
                </c:pt>
                <c:pt idx="900">
                  <c:v>109.103515625</c:v>
                </c:pt>
                <c:pt idx="901">
                  <c:v>109.120750834147</c:v>
                </c:pt>
                <c:pt idx="902">
                  <c:v>109.13798604329401</c:v>
                </c:pt>
                <c:pt idx="903">
                  <c:v>109.155221252441</c:v>
                </c:pt>
                <c:pt idx="904">
                  <c:v>109.17245646158899</c:v>
                </c:pt>
                <c:pt idx="905">
                  <c:v>109.189691670736</c:v>
                </c:pt>
                <c:pt idx="906">
                  <c:v>109.206926879883</c:v>
                </c:pt>
                <c:pt idx="907">
                  <c:v>109.22416208903</c:v>
                </c:pt>
                <c:pt idx="908">
                  <c:v>109.24139729817701</c:v>
                </c:pt>
                <c:pt idx="909">
                  <c:v>109.25863250732399</c:v>
                </c:pt>
                <c:pt idx="910">
                  <c:v>109.275867716471</c:v>
                </c:pt>
                <c:pt idx="911">
                  <c:v>109.293102925618</c:v>
                </c:pt>
                <c:pt idx="912">
                  <c:v>109.310338134766</c:v>
                </c:pt>
                <c:pt idx="913">
                  <c:v>109.327573343913</c:v>
                </c:pt>
                <c:pt idx="914">
                  <c:v>109.34480855306001</c:v>
                </c:pt>
                <c:pt idx="915">
                  <c:v>109.36204376220699</c:v>
                </c:pt>
                <c:pt idx="916">
                  <c:v>109.379278971354</c:v>
                </c:pt>
                <c:pt idx="917">
                  <c:v>109.396514180501</c:v>
                </c:pt>
                <c:pt idx="918">
                  <c:v>109.413749389648</c:v>
                </c:pt>
                <c:pt idx="919">
                  <c:v>109.430984598796</c:v>
                </c:pt>
                <c:pt idx="920">
                  <c:v>109.448219807943</c:v>
                </c:pt>
                <c:pt idx="921">
                  <c:v>109.46545501708999</c:v>
                </c:pt>
                <c:pt idx="922">
                  <c:v>109.482690226237</c:v>
                </c:pt>
                <c:pt idx="923">
                  <c:v>109.499925435384</c:v>
                </c:pt>
                <c:pt idx="924">
                  <c:v>109.517160644531</c:v>
                </c:pt>
                <c:pt idx="925">
                  <c:v>109.53439585367801</c:v>
                </c:pt>
                <c:pt idx="926">
                  <c:v>109.551631062825</c:v>
                </c:pt>
                <c:pt idx="927">
                  <c:v>109.56886627197299</c:v>
                </c:pt>
                <c:pt idx="928">
                  <c:v>109.58610148112</c:v>
                </c:pt>
                <c:pt idx="929">
                  <c:v>109.603336690267</c:v>
                </c:pt>
                <c:pt idx="930">
                  <c:v>109.620571899414</c:v>
                </c:pt>
                <c:pt idx="931">
                  <c:v>109.63780710856101</c:v>
                </c:pt>
                <c:pt idx="932">
                  <c:v>109.65504231770799</c:v>
                </c:pt>
                <c:pt idx="933">
                  <c:v>109.672277526855</c:v>
                </c:pt>
                <c:pt idx="934">
                  <c:v>109.689512736003</c:v>
                </c:pt>
                <c:pt idx="935">
                  <c:v>109.70674794515</c:v>
                </c:pt>
                <c:pt idx="936">
                  <c:v>109.723983154297</c:v>
                </c:pt>
                <c:pt idx="937">
                  <c:v>109.74121836344401</c:v>
                </c:pt>
                <c:pt idx="938">
                  <c:v>109.75845357259099</c:v>
                </c:pt>
                <c:pt idx="939">
                  <c:v>109.775688781738</c:v>
                </c:pt>
                <c:pt idx="940">
                  <c:v>109.792923990885</c:v>
                </c:pt>
                <c:pt idx="941">
                  <c:v>109.810159200032</c:v>
                </c:pt>
                <c:pt idx="942">
                  <c:v>109.82739440918</c:v>
                </c:pt>
                <c:pt idx="943">
                  <c:v>109.84462961832701</c:v>
                </c:pt>
                <c:pt idx="944">
                  <c:v>109.86186482747399</c:v>
                </c:pt>
                <c:pt idx="945">
                  <c:v>109.879100036621</c:v>
                </c:pt>
                <c:pt idx="946">
                  <c:v>109.896335245768</c:v>
                </c:pt>
                <c:pt idx="947">
                  <c:v>109.913570454915</c:v>
                </c:pt>
                <c:pt idx="948">
                  <c:v>109.93080566406201</c:v>
                </c:pt>
                <c:pt idx="949">
                  <c:v>109.94804087321</c:v>
                </c:pt>
                <c:pt idx="950">
                  <c:v>109.96527608235699</c:v>
                </c:pt>
                <c:pt idx="951">
                  <c:v>109.982511291504</c:v>
                </c:pt>
                <c:pt idx="952">
                  <c:v>109.999746500651</c:v>
                </c:pt>
                <c:pt idx="953">
                  <c:v>110.016981709798</c:v>
                </c:pt>
                <c:pt idx="954">
                  <c:v>110.03421691894501</c:v>
                </c:pt>
                <c:pt idx="955">
                  <c:v>110.051452128092</c:v>
                </c:pt>
                <c:pt idx="956">
                  <c:v>110.068687337239</c:v>
                </c:pt>
                <c:pt idx="957">
                  <c:v>110.085922546387</c:v>
                </c:pt>
                <c:pt idx="958">
                  <c:v>110.103157755534</c:v>
                </c:pt>
                <c:pt idx="959">
                  <c:v>110.120392964681</c:v>
                </c:pt>
                <c:pt idx="960">
                  <c:v>110.13762817382801</c:v>
                </c:pt>
                <c:pt idx="961">
                  <c:v>110.15486338297499</c:v>
                </c:pt>
                <c:pt idx="962">
                  <c:v>110.172098592122</c:v>
                </c:pt>
                <c:pt idx="963">
                  <c:v>110.189333801269</c:v>
                </c:pt>
                <c:pt idx="964">
                  <c:v>110.206569010417</c:v>
                </c:pt>
                <c:pt idx="965">
                  <c:v>110.223804219564</c:v>
                </c:pt>
                <c:pt idx="966">
                  <c:v>110.24103942871101</c:v>
                </c:pt>
                <c:pt idx="967">
                  <c:v>110.25827463785799</c:v>
                </c:pt>
                <c:pt idx="968">
                  <c:v>110.275509847005</c:v>
                </c:pt>
                <c:pt idx="969">
                  <c:v>110.292745056152</c:v>
                </c:pt>
                <c:pt idx="970">
                  <c:v>110.309980265299</c:v>
                </c:pt>
                <c:pt idx="971">
                  <c:v>110.32721547444601</c:v>
                </c:pt>
                <c:pt idx="972">
                  <c:v>110.344450683594</c:v>
                </c:pt>
                <c:pt idx="973">
                  <c:v>110.36168589274099</c:v>
                </c:pt>
                <c:pt idx="974">
                  <c:v>110.378921101888</c:v>
                </c:pt>
                <c:pt idx="975">
                  <c:v>110.396156311035</c:v>
                </c:pt>
                <c:pt idx="976">
                  <c:v>110.413391520182</c:v>
                </c:pt>
                <c:pt idx="977">
                  <c:v>110.43062672932901</c:v>
                </c:pt>
                <c:pt idx="978">
                  <c:v>110.447861938476</c:v>
                </c:pt>
                <c:pt idx="979">
                  <c:v>110.46509714762399</c:v>
                </c:pt>
                <c:pt idx="980">
                  <c:v>110.482332356771</c:v>
                </c:pt>
                <c:pt idx="981">
                  <c:v>110.499567565918</c:v>
                </c:pt>
                <c:pt idx="982">
                  <c:v>110.516802775065</c:v>
                </c:pt>
                <c:pt idx="983">
                  <c:v>110.53403798421201</c:v>
                </c:pt>
                <c:pt idx="984">
                  <c:v>110.55127319335899</c:v>
                </c:pt>
                <c:pt idx="985">
                  <c:v>110.568508402506</c:v>
                </c:pt>
                <c:pt idx="986">
                  <c:v>110.585743611653</c:v>
                </c:pt>
                <c:pt idx="987">
                  <c:v>110.602978820801</c:v>
                </c:pt>
                <c:pt idx="988">
                  <c:v>110.620214029948</c:v>
                </c:pt>
                <c:pt idx="989">
                  <c:v>110.63744923909501</c:v>
                </c:pt>
                <c:pt idx="990">
                  <c:v>110.65468444824199</c:v>
                </c:pt>
                <c:pt idx="991">
                  <c:v>110.671919657389</c:v>
                </c:pt>
                <c:pt idx="992">
                  <c:v>110.689154866536</c:v>
                </c:pt>
                <c:pt idx="993">
                  <c:v>110.706390075683</c:v>
                </c:pt>
                <c:pt idx="994">
                  <c:v>110.723625284831</c:v>
                </c:pt>
                <c:pt idx="995">
                  <c:v>110.740860493978</c:v>
                </c:pt>
                <c:pt idx="996">
                  <c:v>110.75809570312499</c:v>
                </c:pt>
                <c:pt idx="997">
                  <c:v>110.775330912272</c:v>
                </c:pt>
                <c:pt idx="998">
                  <c:v>110.792566121419</c:v>
                </c:pt>
                <c:pt idx="999">
                  <c:v>110.809801330566</c:v>
                </c:pt>
                <c:pt idx="1000">
                  <c:v>110.82703653971301</c:v>
                </c:pt>
                <c:pt idx="1001">
                  <c:v>110.84427174886</c:v>
                </c:pt>
                <c:pt idx="1002">
                  <c:v>110.86150695800799</c:v>
                </c:pt>
                <c:pt idx="1003">
                  <c:v>110.878742167155</c:v>
                </c:pt>
                <c:pt idx="1004">
                  <c:v>110.895977376302</c:v>
                </c:pt>
                <c:pt idx="1005">
                  <c:v>110.913212585449</c:v>
                </c:pt>
                <c:pt idx="1006">
                  <c:v>110.93044779459601</c:v>
                </c:pt>
                <c:pt idx="1007">
                  <c:v>110.94768300374299</c:v>
                </c:pt>
                <c:pt idx="1008">
                  <c:v>110.96491821289</c:v>
                </c:pt>
                <c:pt idx="1009">
                  <c:v>110.982153422038</c:v>
                </c:pt>
                <c:pt idx="1010">
                  <c:v>110.999388631185</c:v>
                </c:pt>
                <c:pt idx="1011">
                  <c:v>111.016623840332</c:v>
                </c:pt>
                <c:pt idx="1012">
                  <c:v>111.03385904947901</c:v>
                </c:pt>
                <c:pt idx="1013">
                  <c:v>111.05109425862599</c:v>
                </c:pt>
                <c:pt idx="1014">
                  <c:v>111.068329467773</c:v>
                </c:pt>
                <c:pt idx="1015">
                  <c:v>111.08556467692</c:v>
                </c:pt>
                <c:pt idx="1016">
                  <c:v>111.102799886067</c:v>
                </c:pt>
                <c:pt idx="1017">
                  <c:v>111.120035095215</c:v>
                </c:pt>
                <c:pt idx="1018">
                  <c:v>111.137270304362</c:v>
                </c:pt>
                <c:pt idx="1019">
                  <c:v>111.15450551350899</c:v>
                </c:pt>
                <c:pt idx="1020">
                  <c:v>111.171740722656</c:v>
                </c:pt>
                <c:pt idx="1021">
                  <c:v>111.188975931803</c:v>
                </c:pt>
                <c:pt idx="1022">
                  <c:v>111.20621114095</c:v>
                </c:pt>
                <c:pt idx="1023">
                  <c:v>111.22344635009701</c:v>
                </c:pt>
                <c:pt idx="1024">
                  <c:v>111.240681559245</c:v>
                </c:pt>
                <c:pt idx="1025">
                  <c:v>111.25791676839199</c:v>
                </c:pt>
                <c:pt idx="1026">
                  <c:v>111.275151977539</c:v>
                </c:pt>
                <c:pt idx="1027">
                  <c:v>111.292387186686</c:v>
                </c:pt>
                <c:pt idx="1028">
                  <c:v>111.309622395833</c:v>
                </c:pt>
                <c:pt idx="1029">
                  <c:v>111.32685760498001</c:v>
                </c:pt>
                <c:pt idx="1030">
                  <c:v>111.34409281412699</c:v>
                </c:pt>
                <c:pt idx="1031">
                  <c:v>111.361328023274</c:v>
                </c:pt>
                <c:pt idx="1032">
                  <c:v>111.378563232422</c:v>
                </c:pt>
                <c:pt idx="1033">
                  <c:v>111.395798441569</c:v>
                </c:pt>
                <c:pt idx="1034">
                  <c:v>111.413033650716</c:v>
                </c:pt>
                <c:pt idx="1035">
                  <c:v>111.43026885986301</c:v>
                </c:pt>
                <c:pt idx="1036">
                  <c:v>111.44750406900999</c:v>
                </c:pt>
                <c:pt idx="1037">
                  <c:v>111.464739278157</c:v>
                </c:pt>
                <c:pt idx="1038">
                  <c:v>111.481974487304</c:v>
                </c:pt>
                <c:pt idx="1039">
                  <c:v>111.499209696452</c:v>
                </c:pt>
                <c:pt idx="1040">
                  <c:v>111.516444905599</c:v>
                </c:pt>
                <c:pt idx="1041">
                  <c:v>111.53368011474601</c:v>
                </c:pt>
                <c:pt idx="1042">
                  <c:v>111.55091532389299</c:v>
                </c:pt>
                <c:pt idx="1043">
                  <c:v>111.56815053304</c:v>
                </c:pt>
                <c:pt idx="1044">
                  <c:v>111.585385742187</c:v>
                </c:pt>
                <c:pt idx="1045">
                  <c:v>111.602620951334</c:v>
                </c:pt>
                <c:pt idx="1046">
                  <c:v>111.61985616048101</c:v>
                </c:pt>
                <c:pt idx="1047">
                  <c:v>111.637091369629</c:v>
                </c:pt>
                <c:pt idx="1048">
                  <c:v>111.65432657877599</c:v>
                </c:pt>
                <c:pt idx="1049">
                  <c:v>111.671561787923</c:v>
                </c:pt>
                <c:pt idx="1050">
                  <c:v>111.68879699707</c:v>
                </c:pt>
                <c:pt idx="1051">
                  <c:v>111.706032206217</c:v>
                </c:pt>
                <c:pt idx="1052">
                  <c:v>111.72326741536401</c:v>
                </c:pt>
                <c:pt idx="1053">
                  <c:v>111.740502624511</c:v>
                </c:pt>
                <c:pt idx="1054">
                  <c:v>111.75773783365899</c:v>
                </c:pt>
                <c:pt idx="1055">
                  <c:v>111.774973042806</c:v>
                </c:pt>
                <c:pt idx="1056">
                  <c:v>111.792208251953</c:v>
                </c:pt>
                <c:pt idx="1057">
                  <c:v>111.8094434611</c:v>
                </c:pt>
                <c:pt idx="1058">
                  <c:v>111.82667867024701</c:v>
                </c:pt>
                <c:pt idx="1059">
                  <c:v>111.84391387939399</c:v>
                </c:pt>
                <c:pt idx="1060">
                  <c:v>111.861149088541</c:v>
                </c:pt>
                <c:pt idx="1061">
                  <c:v>111.878384297688</c:v>
                </c:pt>
                <c:pt idx="1062">
                  <c:v>111.895619506836</c:v>
                </c:pt>
                <c:pt idx="1063">
                  <c:v>111.912854715983</c:v>
                </c:pt>
                <c:pt idx="1064">
                  <c:v>111.93008992513001</c:v>
                </c:pt>
                <c:pt idx="1065">
                  <c:v>111.94732513427699</c:v>
                </c:pt>
                <c:pt idx="1066">
                  <c:v>111.964560343424</c:v>
                </c:pt>
                <c:pt idx="1067">
                  <c:v>111.981795552571</c:v>
                </c:pt>
                <c:pt idx="1068">
                  <c:v>111.999030761718</c:v>
                </c:pt>
                <c:pt idx="1069">
                  <c:v>112.016265970866</c:v>
                </c:pt>
                <c:pt idx="1070">
                  <c:v>112.033501180013</c:v>
                </c:pt>
                <c:pt idx="1071">
                  <c:v>112.05073638915999</c:v>
                </c:pt>
                <c:pt idx="1072">
                  <c:v>112.067971598307</c:v>
                </c:pt>
                <c:pt idx="1073">
                  <c:v>112.085206807454</c:v>
                </c:pt>
                <c:pt idx="1074">
                  <c:v>112.102442016601</c:v>
                </c:pt>
                <c:pt idx="1075">
                  <c:v>112.11967722574801</c:v>
                </c:pt>
                <c:pt idx="1076">
                  <c:v>112.136912434895</c:v>
                </c:pt>
                <c:pt idx="1077">
                  <c:v>112.15414764404299</c:v>
                </c:pt>
                <c:pt idx="1078">
                  <c:v>112.17138285319</c:v>
                </c:pt>
                <c:pt idx="1079">
                  <c:v>112.188618062337</c:v>
                </c:pt>
                <c:pt idx="1080">
                  <c:v>112.205853271484</c:v>
                </c:pt>
                <c:pt idx="1081">
                  <c:v>112.22308848063101</c:v>
                </c:pt>
                <c:pt idx="1082">
                  <c:v>112.24032368977799</c:v>
                </c:pt>
                <c:pt idx="1083">
                  <c:v>112.257558898925</c:v>
                </c:pt>
                <c:pt idx="1084">
                  <c:v>112.274794108073</c:v>
                </c:pt>
                <c:pt idx="1085">
                  <c:v>112.29202931722</c:v>
                </c:pt>
                <c:pt idx="1086">
                  <c:v>112.309264526367</c:v>
                </c:pt>
                <c:pt idx="1087">
                  <c:v>112.32649973551401</c:v>
                </c:pt>
                <c:pt idx="1088">
                  <c:v>112.34373494466099</c:v>
                </c:pt>
                <c:pt idx="1089">
                  <c:v>112.360970153808</c:v>
                </c:pt>
                <c:pt idx="1090">
                  <c:v>112.378205362955</c:v>
                </c:pt>
                <c:pt idx="1091">
                  <c:v>112.395440572102</c:v>
                </c:pt>
                <c:pt idx="1092">
                  <c:v>112.41267578125</c:v>
                </c:pt>
                <c:pt idx="1093">
                  <c:v>112.429910990397</c:v>
                </c:pt>
                <c:pt idx="1094">
                  <c:v>112.44714619954399</c:v>
                </c:pt>
                <c:pt idx="1095">
                  <c:v>112.464381408691</c:v>
                </c:pt>
                <c:pt idx="1096">
                  <c:v>112.481616617838</c:v>
                </c:pt>
                <c:pt idx="1097">
                  <c:v>112.498851826985</c:v>
                </c:pt>
                <c:pt idx="1098">
                  <c:v>112.51608703613201</c:v>
                </c:pt>
                <c:pt idx="1099">
                  <c:v>112.53332224528</c:v>
                </c:pt>
                <c:pt idx="1100">
                  <c:v>112.55055745442699</c:v>
                </c:pt>
                <c:pt idx="1101">
                  <c:v>112.567792663574</c:v>
                </c:pt>
                <c:pt idx="1102">
                  <c:v>112.585027872721</c:v>
                </c:pt>
                <c:pt idx="1103">
                  <c:v>112.602263081868</c:v>
                </c:pt>
                <c:pt idx="1104">
                  <c:v>112.61949829101501</c:v>
                </c:pt>
                <c:pt idx="1105">
                  <c:v>112.63673350016199</c:v>
                </c:pt>
                <c:pt idx="1106">
                  <c:v>112.653968709309</c:v>
                </c:pt>
                <c:pt idx="1107">
                  <c:v>112.671203918457</c:v>
                </c:pt>
                <c:pt idx="1108">
                  <c:v>112.688439127604</c:v>
                </c:pt>
                <c:pt idx="1109">
                  <c:v>112.705674336751</c:v>
                </c:pt>
                <c:pt idx="1110">
                  <c:v>112.72290954589801</c:v>
                </c:pt>
                <c:pt idx="1111">
                  <c:v>112.74014475504499</c:v>
                </c:pt>
                <c:pt idx="1112">
                  <c:v>112.757379964192</c:v>
                </c:pt>
                <c:pt idx="1113">
                  <c:v>112.774615173339</c:v>
                </c:pt>
                <c:pt idx="1114">
                  <c:v>112.791850382487</c:v>
                </c:pt>
                <c:pt idx="1115">
                  <c:v>112.809085591634</c:v>
                </c:pt>
                <c:pt idx="1116">
                  <c:v>112.82632080078101</c:v>
                </c:pt>
                <c:pt idx="1117">
                  <c:v>112.84355600992799</c:v>
                </c:pt>
                <c:pt idx="1118">
                  <c:v>112.860791219075</c:v>
                </c:pt>
                <c:pt idx="1119">
                  <c:v>112.878026428222</c:v>
                </c:pt>
                <c:pt idx="1120">
                  <c:v>112.895261637369</c:v>
                </c:pt>
                <c:pt idx="1121">
                  <c:v>112.91249684651601</c:v>
                </c:pt>
                <c:pt idx="1122">
                  <c:v>112.929732055664</c:v>
                </c:pt>
                <c:pt idx="1123">
                  <c:v>112.94696726481099</c:v>
                </c:pt>
                <c:pt idx="1124">
                  <c:v>112.964202473958</c:v>
                </c:pt>
                <c:pt idx="1125">
                  <c:v>112.981437683105</c:v>
                </c:pt>
                <c:pt idx="1126">
                  <c:v>112.998672892252</c:v>
                </c:pt>
                <c:pt idx="1127">
                  <c:v>113.01590810139901</c:v>
                </c:pt>
                <c:pt idx="1128">
                  <c:v>113.033143310546</c:v>
                </c:pt>
                <c:pt idx="1129">
                  <c:v>113.05037851969399</c:v>
                </c:pt>
                <c:pt idx="1130">
                  <c:v>113.067613728841</c:v>
                </c:pt>
                <c:pt idx="1131">
                  <c:v>113.084848937988</c:v>
                </c:pt>
                <c:pt idx="1132">
                  <c:v>113.102084147135</c:v>
                </c:pt>
                <c:pt idx="1133">
                  <c:v>113.11931935628201</c:v>
                </c:pt>
                <c:pt idx="1134">
                  <c:v>113.13655456542899</c:v>
                </c:pt>
                <c:pt idx="1135">
                  <c:v>113.153789774576</c:v>
                </c:pt>
                <c:pt idx="1136">
                  <c:v>113.171024983723</c:v>
                </c:pt>
                <c:pt idx="1137">
                  <c:v>113.188260192871</c:v>
                </c:pt>
                <c:pt idx="1138">
                  <c:v>113.205495402018</c:v>
                </c:pt>
                <c:pt idx="1139">
                  <c:v>113.22273061116501</c:v>
                </c:pt>
                <c:pt idx="1140">
                  <c:v>113.23996582031199</c:v>
                </c:pt>
                <c:pt idx="1141">
                  <c:v>113.257201029459</c:v>
                </c:pt>
                <c:pt idx="1142">
                  <c:v>113.274436238606</c:v>
                </c:pt>
                <c:pt idx="1143">
                  <c:v>113.291671447753</c:v>
                </c:pt>
                <c:pt idx="1144">
                  <c:v>113.308906656901</c:v>
                </c:pt>
                <c:pt idx="1145">
                  <c:v>113.326141866048</c:v>
                </c:pt>
                <c:pt idx="1146">
                  <c:v>113.34337707519499</c:v>
                </c:pt>
                <c:pt idx="1147">
                  <c:v>113.360612284342</c:v>
                </c:pt>
                <c:pt idx="1148">
                  <c:v>113.377847493489</c:v>
                </c:pt>
                <c:pt idx="1149">
                  <c:v>113.395082702636</c:v>
                </c:pt>
                <c:pt idx="1150">
                  <c:v>113.41231791178301</c:v>
                </c:pt>
                <c:pt idx="1151">
                  <c:v>113.42955312093</c:v>
                </c:pt>
                <c:pt idx="1152">
                  <c:v>113.44678833007799</c:v>
                </c:pt>
                <c:pt idx="1153">
                  <c:v>113.464023539225</c:v>
                </c:pt>
                <c:pt idx="1154">
                  <c:v>113.481258748372</c:v>
                </c:pt>
                <c:pt idx="1155">
                  <c:v>113.498493957519</c:v>
                </c:pt>
                <c:pt idx="1156">
                  <c:v>113.51572916666601</c:v>
                </c:pt>
                <c:pt idx="1157">
                  <c:v>113.53296437581299</c:v>
                </c:pt>
                <c:pt idx="1158">
                  <c:v>113.55019958496</c:v>
                </c:pt>
                <c:pt idx="1159">
                  <c:v>113.567434794108</c:v>
                </c:pt>
                <c:pt idx="1160">
                  <c:v>113.584670003255</c:v>
                </c:pt>
                <c:pt idx="1161">
                  <c:v>113.601905212402</c:v>
                </c:pt>
                <c:pt idx="1162">
                  <c:v>113.61914042154901</c:v>
                </c:pt>
                <c:pt idx="1163">
                  <c:v>113.63637563069599</c:v>
                </c:pt>
                <c:pt idx="1164">
                  <c:v>113.653610839843</c:v>
                </c:pt>
                <c:pt idx="1165">
                  <c:v>113.67084604899</c:v>
                </c:pt>
                <c:pt idx="1166">
                  <c:v>113.688081258137</c:v>
                </c:pt>
                <c:pt idx="1167">
                  <c:v>113.705316467285</c:v>
                </c:pt>
                <c:pt idx="1168">
                  <c:v>113.722551676432</c:v>
                </c:pt>
                <c:pt idx="1169">
                  <c:v>113.73978688557899</c:v>
                </c:pt>
                <c:pt idx="1170">
                  <c:v>113.757022094726</c:v>
                </c:pt>
                <c:pt idx="1171">
                  <c:v>113.774257303873</c:v>
                </c:pt>
                <c:pt idx="1172">
                  <c:v>113.79149251302</c:v>
                </c:pt>
                <c:pt idx="1173">
                  <c:v>113.80872772216701</c:v>
                </c:pt>
                <c:pt idx="1174">
                  <c:v>113.825962931315</c:v>
                </c:pt>
                <c:pt idx="1175">
                  <c:v>113.84319814046199</c:v>
                </c:pt>
                <c:pt idx="1176">
                  <c:v>113.860433349609</c:v>
                </c:pt>
                <c:pt idx="1177">
                  <c:v>113.877668558756</c:v>
                </c:pt>
                <c:pt idx="1178">
                  <c:v>113.894903767903</c:v>
                </c:pt>
                <c:pt idx="1179">
                  <c:v>113.91213897705001</c:v>
                </c:pt>
                <c:pt idx="1180">
                  <c:v>113.92937418619699</c:v>
                </c:pt>
                <c:pt idx="1181">
                  <c:v>113.946609395344</c:v>
                </c:pt>
                <c:pt idx="1182">
                  <c:v>113.963844604492</c:v>
                </c:pt>
                <c:pt idx="1183">
                  <c:v>113.981079813639</c:v>
                </c:pt>
                <c:pt idx="1184">
                  <c:v>113.998315022786</c:v>
                </c:pt>
                <c:pt idx="1185">
                  <c:v>114.01555023193301</c:v>
                </c:pt>
                <c:pt idx="1186">
                  <c:v>114.03278544107999</c:v>
                </c:pt>
                <c:pt idx="1187">
                  <c:v>114.050020650227</c:v>
                </c:pt>
                <c:pt idx="1188">
                  <c:v>114.067255859374</c:v>
                </c:pt>
                <c:pt idx="1189">
                  <c:v>114.084491068522</c:v>
                </c:pt>
                <c:pt idx="1190">
                  <c:v>114.101726277669</c:v>
                </c:pt>
                <c:pt idx="1191">
                  <c:v>114.118961486816</c:v>
                </c:pt>
                <c:pt idx="1192">
                  <c:v>114.13619669596299</c:v>
                </c:pt>
                <c:pt idx="1193">
                  <c:v>114.15343190511</c:v>
                </c:pt>
                <c:pt idx="1194">
                  <c:v>114.170667114257</c:v>
                </c:pt>
                <c:pt idx="1195">
                  <c:v>114.187902323404</c:v>
                </c:pt>
                <c:pt idx="1196">
                  <c:v>114.20513753255101</c:v>
                </c:pt>
                <c:pt idx="1197">
                  <c:v>114.222372741699</c:v>
                </c:pt>
                <c:pt idx="1198">
                  <c:v>114.23960795084599</c:v>
                </c:pt>
                <c:pt idx="1199">
                  <c:v>114.256843159993</c:v>
                </c:pt>
                <c:pt idx="1200">
                  <c:v>114.27407836914</c:v>
                </c:pt>
                <c:pt idx="1201">
                  <c:v>114.28774854024201</c:v>
                </c:pt>
                <c:pt idx="1202">
                  <c:v>114.301418711344</c:v>
                </c:pt>
                <c:pt idx="1203">
                  <c:v>114.31508888244601</c:v>
                </c:pt>
                <c:pt idx="1204">
                  <c:v>114.328759053548</c:v>
                </c:pt>
                <c:pt idx="1205">
                  <c:v>114.342429224649</c:v>
                </c:pt>
                <c:pt idx="1206">
                  <c:v>114.356099395751</c:v>
                </c:pt>
                <c:pt idx="1207">
                  <c:v>114.36976956685299</c:v>
                </c:pt>
                <c:pt idx="1208">
                  <c:v>114.383439737955</c:v>
                </c:pt>
                <c:pt idx="1209">
                  <c:v>114.39710990905699</c:v>
                </c:pt>
                <c:pt idx="1210">
                  <c:v>114.410780080159</c:v>
                </c:pt>
                <c:pt idx="1211">
                  <c:v>114.42445025126101</c:v>
                </c:pt>
                <c:pt idx="1212">
                  <c:v>114.438120422363</c:v>
                </c:pt>
                <c:pt idx="1213">
                  <c:v>114.45179059346501</c:v>
                </c:pt>
                <c:pt idx="1214">
                  <c:v>114.465460764566</c:v>
                </c:pt>
                <c:pt idx="1215">
                  <c:v>114.479130935668</c:v>
                </c:pt>
                <c:pt idx="1216">
                  <c:v>114.49280110677</c:v>
                </c:pt>
                <c:pt idx="1217">
                  <c:v>114.506471277872</c:v>
                </c:pt>
                <c:pt idx="1218">
                  <c:v>114.520141448974</c:v>
                </c:pt>
                <c:pt idx="1219">
                  <c:v>114.53381162007599</c:v>
                </c:pt>
                <c:pt idx="1220">
                  <c:v>114.547481791178</c:v>
                </c:pt>
                <c:pt idx="1221">
                  <c:v>114.56115196227999</c:v>
                </c:pt>
                <c:pt idx="1222">
                  <c:v>114.574822133382</c:v>
                </c:pt>
                <c:pt idx="1223">
                  <c:v>114.588492304483</c:v>
                </c:pt>
                <c:pt idx="1224">
                  <c:v>114.602162475585</c:v>
                </c:pt>
                <c:pt idx="1225">
                  <c:v>114.615832646687</c:v>
                </c:pt>
                <c:pt idx="1226">
                  <c:v>114.629502817789</c:v>
                </c:pt>
                <c:pt idx="1227">
                  <c:v>114.643172988891</c:v>
                </c:pt>
                <c:pt idx="1228">
                  <c:v>114.656843159993</c:v>
                </c:pt>
                <c:pt idx="1229">
                  <c:v>114.67051333109499</c:v>
                </c:pt>
                <c:pt idx="1230">
                  <c:v>114.684183502197</c:v>
                </c:pt>
                <c:pt idx="1231">
                  <c:v>114.69785367329899</c:v>
                </c:pt>
                <c:pt idx="1232">
                  <c:v>114.71152384440001</c:v>
                </c:pt>
                <c:pt idx="1233">
                  <c:v>114.725194015502</c:v>
                </c:pt>
                <c:pt idx="1234">
                  <c:v>114.738864186604</c:v>
                </c:pt>
                <c:pt idx="1235">
                  <c:v>114.752534357706</c:v>
                </c:pt>
                <c:pt idx="1236">
                  <c:v>114.766204528808</c:v>
                </c:pt>
                <c:pt idx="1237">
                  <c:v>114.77987469991</c:v>
                </c:pt>
                <c:pt idx="1238">
                  <c:v>114.793544871012</c:v>
                </c:pt>
                <c:pt idx="1239">
                  <c:v>114.807215042114</c:v>
                </c:pt>
                <c:pt idx="1240">
                  <c:v>114.820885213216</c:v>
                </c:pt>
                <c:pt idx="1241">
                  <c:v>114.83455538431799</c:v>
                </c:pt>
                <c:pt idx="1242">
                  <c:v>114.84822555541901</c:v>
                </c:pt>
                <c:pt idx="1243">
                  <c:v>114.861895726521</c:v>
                </c:pt>
                <c:pt idx="1244">
                  <c:v>114.87556589762301</c:v>
                </c:pt>
                <c:pt idx="1245">
                  <c:v>114.889236068725</c:v>
                </c:pt>
                <c:pt idx="1246">
                  <c:v>114.902906239827</c:v>
                </c:pt>
                <c:pt idx="1247">
                  <c:v>114.916576410929</c:v>
                </c:pt>
                <c:pt idx="1248">
                  <c:v>114.930246582031</c:v>
                </c:pt>
                <c:pt idx="1249">
                  <c:v>114.943916753133</c:v>
                </c:pt>
                <c:pt idx="1250">
                  <c:v>114.957586924235</c:v>
                </c:pt>
                <c:pt idx="1251">
                  <c:v>114.971257095336</c:v>
                </c:pt>
                <c:pt idx="1252">
                  <c:v>114.98492726643801</c:v>
                </c:pt>
                <c:pt idx="1253">
                  <c:v>114.99859743754</c:v>
                </c:pt>
                <c:pt idx="1254">
                  <c:v>115.01226760864201</c:v>
                </c:pt>
                <c:pt idx="1255">
                  <c:v>115.025937779744</c:v>
                </c:pt>
                <c:pt idx="1256">
                  <c:v>115.039607950846</c:v>
                </c:pt>
                <c:pt idx="1257">
                  <c:v>115.053278121948</c:v>
                </c:pt>
                <c:pt idx="1258">
                  <c:v>115.06694829305</c:v>
                </c:pt>
                <c:pt idx="1259">
                  <c:v>115.080618464152</c:v>
                </c:pt>
                <c:pt idx="1260">
                  <c:v>115.09428863525299</c:v>
                </c:pt>
                <c:pt idx="1261">
                  <c:v>115.107958806355</c:v>
                </c:pt>
                <c:pt idx="1262">
                  <c:v>115.12162897745699</c:v>
                </c:pt>
                <c:pt idx="1263">
                  <c:v>115.135299148559</c:v>
                </c:pt>
                <c:pt idx="1264">
                  <c:v>115.14896931966101</c:v>
                </c:pt>
                <c:pt idx="1265">
                  <c:v>115.162639490763</c:v>
                </c:pt>
                <c:pt idx="1266">
                  <c:v>115.17630966186501</c:v>
                </c:pt>
                <c:pt idx="1267">
                  <c:v>115.189979832967</c:v>
                </c:pt>
                <c:pt idx="1268">
                  <c:v>115.203650004069</c:v>
                </c:pt>
                <c:pt idx="1269">
                  <c:v>115.21732017517</c:v>
                </c:pt>
                <c:pt idx="1270">
                  <c:v>115.23099034627199</c:v>
                </c:pt>
                <c:pt idx="1271">
                  <c:v>115.244660517374</c:v>
                </c:pt>
                <c:pt idx="1272">
                  <c:v>115.25833068847599</c:v>
                </c:pt>
                <c:pt idx="1273">
                  <c:v>115.272000859578</c:v>
                </c:pt>
                <c:pt idx="1274">
                  <c:v>115.28567103068001</c:v>
                </c:pt>
                <c:pt idx="1275">
                  <c:v>115.299341201782</c:v>
                </c:pt>
                <c:pt idx="1276">
                  <c:v>115.31301137288401</c:v>
                </c:pt>
                <c:pt idx="1277">
                  <c:v>115.326681543986</c:v>
                </c:pt>
                <c:pt idx="1278">
                  <c:v>115.340351715087</c:v>
                </c:pt>
                <c:pt idx="1279">
                  <c:v>115.354021886189</c:v>
                </c:pt>
                <c:pt idx="1280">
                  <c:v>115.36769205729099</c:v>
                </c:pt>
                <c:pt idx="1281">
                  <c:v>115.381362228393</c:v>
                </c:pt>
                <c:pt idx="1282">
                  <c:v>115.39503239949499</c:v>
                </c:pt>
                <c:pt idx="1283">
                  <c:v>115.408702570597</c:v>
                </c:pt>
                <c:pt idx="1284">
                  <c:v>115.42237274169899</c:v>
                </c:pt>
                <c:pt idx="1285">
                  <c:v>115.436042912801</c:v>
                </c:pt>
                <c:pt idx="1286">
                  <c:v>115.44971308390301</c:v>
                </c:pt>
                <c:pt idx="1287">
                  <c:v>115.463383255004</c:v>
                </c:pt>
                <c:pt idx="1288">
                  <c:v>115.477053426106</c:v>
                </c:pt>
                <c:pt idx="1289">
                  <c:v>115.490723597208</c:v>
                </c:pt>
                <c:pt idx="1290">
                  <c:v>115.50439376831</c:v>
                </c:pt>
                <c:pt idx="1291">
                  <c:v>115.518063939412</c:v>
                </c:pt>
                <c:pt idx="1292">
                  <c:v>115.53173411051399</c:v>
                </c:pt>
                <c:pt idx="1293">
                  <c:v>115.545404281616</c:v>
                </c:pt>
                <c:pt idx="1294">
                  <c:v>115.55907445271799</c:v>
                </c:pt>
                <c:pt idx="1295">
                  <c:v>115.57274462382</c:v>
                </c:pt>
                <c:pt idx="1296">
                  <c:v>115.586414794921</c:v>
                </c:pt>
                <c:pt idx="1297">
                  <c:v>115.600084966023</c:v>
                </c:pt>
                <c:pt idx="1298">
                  <c:v>115.613755137125</c:v>
                </c:pt>
                <c:pt idx="1299">
                  <c:v>115.627425308227</c:v>
                </c:pt>
                <c:pt idx="1300">
                  <c:v>115.641095479329</c:v>
                </c:pt>
                <c:pt idx="1301">
                  <c:v>115.654765650431</c:v>
                </c:pt>
                <c:pt idx="1302">
                  <c:v>115.668435821533</c:v>
                </c:pt>
                <c:pt idx="1303">
                  <c:v>115.682105992635</c:v>
                </c:pt>
                <c:pt idx="1304">
                  <c:v>115.69577616373699</c:v>
                </c:pt>
                <c:pt idx="1305">
                  <c:v>115.70944633483801</c:v>
                </c:pt>
                <c:pt idx="1306">
                  <c:v>115.72311650594</c:v>
                </c:pt>
                <c:pt idx="1307">
                  <c:v>115.73678667704201</c:v>
                </c:pt>
                <c:pt idx="1308">
                  <c:v>115.750456848144</c:v>
                </c:pt>
                <c:pt idx="1309">
                  <c:v>115.764127019246</c:v>
                </c:pt>
                <c:pt idx="1310">
                  <c:v>115.777797190348</c:v>
                </c:pt>
                <c:pt idx="1311">
                  <c:v>115.79146736145</c:v>
                </c:pt>
                <c:pt idx="1312">
                  <c:v>115.805137532552</c:v>
                </c:pt>
                <c:pt idx="1313">
                  <c:v>115.818807703654</c:v>
                </c:pt>
                <c:pt idx="1314">
                  <c:v>115.832477874755</c:v>
                </c:pt>
                <c:pt idx="1315">
                  <c:v>115.84614804585701</c:v>
                </c:pt>
                <c:pt idx="1316">
                  <c:v>115.859818216959</c:v>
                </c:pt>
                <c:pt idx="1317">
                  <c:v>115.87348838806101</c:v>
                </c:pt>
                <c:pt idx="1318">
                  <c:v>115.887158559163</c:v>
                </c:pt>
                <c:pt idx="1319">
                  <c:v>115.900828730265</c:v>
                </c:pt>
                <c:pt idx="1320">
                  <c:v>115.914498901367</c:v>
                </c:pt>
                <c:pt idx="1321">
                  <c:v>115.928169072469</c:v>
                </c:pt>
                <c:pt idx="1322">
                  <c:v>115.941839243571</c:v>
                </c:pt>
                <c:pt idx="1323">
                  <c:v>115.95550941467199</c:v>
                </c:pt>
                <c:pt idx="1324">
                  <c:v>115.969179585774</c:v>
                </c:pt>
                <c:pt idx="1325">
                  <c:v>115.98284975687601</c:v>
                </c:pt>
                <c:pt idx="1326">
                  <c:v>115.996519927978</c:v>
                </c:pt>
                <c:pt idx="1327">
                  <c:v>116.01019009908001</c:v>
                </c:pt>
                <c:pt idx="1328">
                  <c:v>116.023860270182</c:v>
                </c:pt>
                <c:pt idx="1329">
                  <c:v>116.03753044128401</c:v>
                </c:pt>
                <c:pt idx="1330">
                  <c:v>116.051200612386</c:v>
                </c:pt>
                <c:pt idx="1331">
                  <c:v>116.064870783488</c:v>
                </c:pt>
                <c:pt idx="1332">
                  <c:v>116.078540954589</c:v>
                </c:pt>
                <c:pt idx="1333">
                  <c:v>116.09221112569099</c:v>
                </c:pt>
                <c:pt idx="1334">
                  <c:v>116.105881296793</c:v>
                </c:pt>
                <c:pt idx="1335">
                  <c:v>116.11955146789499</c:v>
                </c:pt>
                <c:pt idx="1336">
                  <c:v>116.133221638997</c:v>
                </c:pt>
                <c:pt idx="1337">
                  <c:v>116.14689181009901</c:v>
                </c:pt>
                <c:pt idx="1338">
                  <c:v>116.160561981201</c:v>
                </c:pt>
                <c:pt idx="1339">
                  <c:v>116.17423215230301</c:v>
                </c:pt>
                <c:pt idx="1340">
                  <c:v>116.187902323405</c:v>
                </c:pt>
                <c:pt idx="1341">
                  <c:v>116.201572494507</c:v>
                </c:pt>
                <c:pt idx="1342">
                  <c:v>116.215242665608</c:v>
                </c:pt>
                <c:pt idx="1343">
                  <c:v>116.22891283670999</c:v>
                </c:pt>
                <c:pt idx="1344">
                  <c:v>116.242583007812</c:v>
                </c:pt>
                <c:pt idx="1345">
                  <c:v>116.25625317891399</c:v>
                </c:pt>
                <c:pt idx="1346">
                  <c:v>116.269923350016</c:v>
                </c:pt>
                <c:pt idx="1347">
                  <c:v>116.28359352111799</c:v>
                </c:pt>
                <c:pt idx="1348">
                  <c:v>116.29726369222</c:v>
                </c:pt>
                <c:pt idx="1349">
                  <c:v>116.31093386332201</c:v>
                </c:pt>
                <c:pt idx="1350">
                  <c:v>116.324604034424</c:v>
                </c:pt>
                <c:pt idx="1351">
                  <c:v>116.338274205525</c:v>
                </c:pt>
                <c:pt idx="1352">
                  <c:v>116.351944376627</c:v>
                </c:pt>
                <c:pt idx="1353">
                  <c:v>116.365614547729</c:v>
                </c:pt>
                <c:pt idx="1354">
                  <c:v>116.379284718831</c:v>
                </c:pt>
                <c:pt idx="1355">
                  <c:v>116.39295488993299</c:v>
                </c:pt>
                <c:pt idx="1356">
                  <c:v>116.406625061035</c:v>
                </c:pt>
                <c:pt idx="1357">
                  <c:v>116.42029523213699</c:v>
                </c:pt>
                <c:pt idx="1358">
                  <c:v>116.433965403239</c:v>
                </c:pt>
                <c:pt idx="1359">
                  <c:v>116.44763557434101</c:v>
                </c:pt>
                <c:pt idx="1360">
                  <c:v>116.461305745442</c:v>
                </c:pt>
                <c:pt idx="1361">
                  <c:v>116.474975916544</c:v>
                </c:pt>
                <c:pt idx="1362">
                  <c:v>116.488646087646</c:v>
                </c:pt>
                <c:pt idx="1363">
                  <c:v>116.502316258748</c:v>
                </c:pt>
                <c:pt idx="1364">
                  <c:v>116.51598642985</c:v>
                </c:pt>
                <c:pt idx="1365">
                  <c:v>116.52965660095199</c:v>
                </c:pt>
                <c:pt idx="1366">
                  <c:v>116.543326772054</c:v>
                </c:pt>
                <c:pt idx="1367">
                  <c:v>116.55699694315599</c:v>
                </c:pt>
                <c:pt idx="1368">
                  <c:v>116.570667114258</c:v>
                </c:pt>
                <c:pt idx="1369">
                  <c:v>116.584337285359</c:v>
                </c:pt>
                <c:pt idx="1370">
                  <c:v>116.598007456461</c:v>
                </c:pt>
                <c:pt idx="1371">
                  <c:v>116.611677627563</c:v>
                </c:pt>
                <c:pt idx="1372">
                  <c:v>116.625347798665</c:v>
                </c:pt>
                <c:pt idx="1373">
                  <c:v>116.639017969767</c:v>
                </c:pt>
                <c:pt idx="1374">
                  <c:v>116.652688140869</c:v>
                </c:pt>
                <c:pt idx="1375">
                  <c:v>116.666358311971</c:v>
                </c:pt>
                <c:pt idx="1376">
                  <c:v>116.680028483073</c:v>
                </c:pt>
                <c:pt idx="1377">
                  <c:v>116.69369865417499</c:v>
                </c:pt>
                <c:pt idx="1378">
                  <c:v>116.70736882527601</c:v>
                </c:pt>
                <c:pt idx="1379">
                  <c:v>116.721038996378</c:v>
                </c:pt>
                <c:pt idx="1380">
                  <c:v>116.73470916748001</c:v>
                </c:pt>
                <c:pt idx="1381">
                  <c:v>116.748379338582</c:v>
                </c:pt>
                <c:pt idx="1382">
                  <c:v>116.762049509684</c:v>
                </c:pt>
                <c:pt idx="1383">
                  <c:v>116.775719680786</c:v>
                </c:pt>
                <c:pt idx="1384">
                  <c:v>116.789389851888</c:v>
                </c:pt>
                <c:pt idx="1385">
                  <c:v>116.80306002299</c:v>
                </c:pt>
                <c:pt idx="1386">
                  <c:v>116.816730194092</c:v>
                </c:pt>
                <c:pt idx="1387">
                  <c:v>116.830400365193</c:v>
                </c:pt>
                <c:pt idx="1388">
                  <c:v>116.84407053629501</c:v>
                </c:pt>
                <c:pt idx="1389">
                  <c:v>116.857740707397</c:v>
                </c:pt>
                <c:pt idx="1390">
                  <c:v>116.87141087849901</c:v>
                </c:pt>
                <c:pt idx="1391">
                  <c:v>116.885081049601</c:v>
                </c:pt>
                <c:pt idx="1392">
                  <c:v>116.89875122070301</c:v>
                </c:pt>
                <c:pt idx="1393">
                  <c:v>116.912421391805</c:v>
                </c:pt>
                <c:pt idx="1394">
                  <c:v>116.926091562907</c:v>
                </c:pt>
                <c:pt idx="1395">
                  <c:v>116.939761734009</c:v>
                </c:pt>
                <c:pt idx="1396">
                  <c:v>116.95343190510999</c:v>
                </c:pt>
                <c:pt idx="1397">
                  <c:v>116.967102076212</c:v>
                </c:pt>
                <c:pt idx="1398">
                  <c:v>116.98077224731399</c:v>
                </c:pt>
                <c:pt idx="1399">
                  <c:v>116.994442418416</c:v>
                </c:pt>
                <c:pt idx="1400">
                  <c:v>117.00811258951801</c:v>
                </c:pt>
                <c:pt idx="1401">
                  <c:v>117.02178276062</c:v>
                </c:pt>
                <c:pt idx="1402">
                  <c:v>117.03545293172201</c:v>
                </c:pt>
                <c:pt idx="1403">
                  <c:v>117.049123102824</c:v>
                </c:pt>
                <c:pt idx="1404">
                  <c:v>117.062793273926</c:v>
                </c:pt>
                <c:pt idx="1405">
                  <c:v>117.076463445027</c:v>
                </c:pt>
                <c:pt idx="1406">
                  <c:v>117.09013361612899</c:v>
                </c:pt>
                <c:pt idx="1407">
                  <c:v>117.103803787231</c:v>
                </c:pt>
                <c:pt idx="1408">
                  <c:v>117.11747395833299</c:v>
                </c:pt>
                <c:pt idx="1409">
                  <c:v>117.131144129435</c:v>
                </c:pt>
                <c:pt idx="1410">
                  <c:v>117.14481430053701</c:v>
                </c:pt>
                <c:pt idx="1411">
                  <c:v>117.158484471639</c:v>
                </c:pt>
                <c:pt idx="1412">
                  <c:v>117.17215464274101</c:v>
                </c:pt>
                <c:pt idx="1413">
                  <c:v>117.185824813843</c:v>
                </c:pt>
                <c:pt idx="1414">
                  <c:v>117.199494984944</c:v>
                </c:pt>
                <c:pt idx="1415">
                  <c:v>117.213165156046</c:v>
                </c:pt>
                <c:pt idx="1416">
                  <c:v>117.226835327148</c:v>
                </c:pt>
                <c:pt idx="1417">
                  <c:v>117.24050549825</c:v>
                </c:pt>
                <c:pt idx="1418">
                  <c:v>117.25417566935199</c:v>
                </c:pt>
                <c:pt idx="1419">
                  <c:v>117.267845840454</c:v>
                </c:pt>
                <c:pt idx="1420">
                  <c:v>117.28151601155599</c:v>
                </c:pt>
                <c:pt idx="1421">
                  <c:v>117.295186182658</c:v>
                </c:pt>
                <c:pt idx="1422">
                  <c:v>117.30885635376001</c:v>
                </c:pt>
                <c:pt idx="1423">
                  <c:v>117.322526524861</c:v>
                </c:pt>
                <c:pt idx="1424">
                  <c:v>117.336196695963</c:v>
                </c:pt>
                <c:pt idx="1425">
                  <c:v>117.349866867065</c:v>
                </c:pt>
                <c:pt idx="1426">
                  <c:v>117.363537038167</c:v>
                </c:pt>
                <c:pt idx="1427">
                  <c:v>117.377207209269</c:v>
                </c:pt>
                <c:pt idx="1428">
                  <c:v>117.39087738037099</c:v>
                </c:pt>
                <c:pt idx="1429">
                  <c:v>117.404547551473</c:v>
                </c:pt>
                <c:pt idx="1430">
                  <c:v>117.41821772257499</c:v>
                </c:pt>
                <c:pt idx="1431">
                  <c:v>117.431887893677</c:v>
                </c:pt>
                <c:pt idx="1432">
                  <c:v>117.445558064778</c:v>
                </c:pt>
                <c:pt idx="1433">
                  <c:v>117.45922823588</c:v>
                </c:pt>
                <c:pt idx="1434">
                  <c:v>117.472898406982</c:v>
                </c:pt>
                <c:pt idx="1435">
                  <c:v>117.486568578084</c:v>
                </c:pt>
                <c:pt idx="1436">
                  <c:v>117.500238749186</c:v>
                </c:pt>
                <c:pt idx="1437">
                  <c:v>117.513908920288</c:v>
                </c:pt>
                <c:pt idx="1438">
                  <c:v>117.52757909139</c:v>
                </c:pt>
                <c:pt idx="1439">
                  <c:v>117.541249262492</c:v>
                </c:pt>
                <c:pt idx="1440">
                  <c:v>117.55491943359399</c:v>
                </c:pt>
                <c:pt idx="1441">
                  <c:v>117.56858960469501</c:v>
                </c:pt>
                <c:pt idx="1442">
                  <c:v>117.582259775797</c:v>
                </c:pt>
                <c:pt idx="1443">
                  <c:v>117.59592994689901</c:v>
                </c:pt>
                <c:pt idx="1444">
                  <c:v>117.609600118001</c:v>
                </c:pt>
                <c:pt idx="1445">
                  <c:v>117.623270289103</c:v>
                </c:pt>
                <c:pt idx="1446">
                  <c:v>117.636940460205</c:v>
                </c:pt>
                <c:pt idx="1447">
                  <c:v>117.650610631307</c:v>
                </c:pt>
                <c:pt idx="1448">
                  <c:v>117.664280802409</c:v>
                </c:pt>
                <c:pt idx="1449">
                  <c:v>117.677950973511</c:v>
                </c:pt>
                <c:pt idx="1450">
                  <c:v>117.69162114461299</c:v>
                </c:pt>
                <c:pt idx="1451">
                  <c:v>117.70529131571401</c:v>
                </c:pt>
                <c:pt idx="1452">
                  <c:v>117.718961486816</c:v>
                </c:pt>
                <c:pt idx="1453">
                  <c:v>117.73263165791801</c:v>
                </c:pt>
                <c:pt idx="1454">
                  <c:v>117.74630182902</c:v>
                </c:pt>
                <c:pt idx="1455">
                  <c:v>117.759972000122</c:v>
                </c:pt>
                <c:pt idx="1456">
                  <c:v>117.773642171224</c:v>
                </c:pt>
                <c:pt idx="1457">
                  <c:v>117.787312342326</c:v>
                </c:pt>
                <c:pt idx="1458">
                  <c:v>117.800982513428</c:v>
                </c:pt>
                <c:pt idx="1459">
                  <c:v>117.81465268453</c:v>
                </c:pt>
                <c:pt idx="1460">
                  <c:v>117.828322855631</c:v>
                </c:pt>
                <c:pt idx="1461">
                  <c:v>117.84199302673299</c:v>
                </c:pt>
                <c:pt idx="1462">
                  <c:v>117.855663197835</c:v>
                </c:pt>
                <c:pt idx="1463">
                  <c:v>117.86933336893701</c:v>
                </c:pt>
                <c:pt idx="1464">
                  <c:v>117.883003540039</c:v>
                </c:pt>
                <c:pt idx="1465">
                  <c:v>117.89667371114101</c:v>
                </c:pt>
                <c:pt idx="1466">
                  <c:v>117.910343882243</c:v>
                </c:pt>
                <c:pt idx="1467">
                  <c:v>117.924014053345</c:v>
                </c:pt>
                <c:pt idx="1468">
                  <c:v>117.937684224447</c:v>
                </c:pt>
                <c:pt idx="1469">
                  <c:v>117.95135439554799</c:v>
                </c:pt>
                <c:pt idx="1470">
                  <c:v>117.96502456665</c:v>
                </c:pt>
                <c:pt idx="1471">
                  <c:v>117.97869473775199</c:v>
                </c:pt>
                <c:pt idx="1472">
                  <c:v>117.992364908854</c:v>
                </c:pt>
                <c:pt idx="1473">
                  <c:v>118.00603507995601</c:v>
                </c:pt>
                <c:pt idx="1474">
                  <c:v>118.019705251058</c:v>
                </c:pt>
                <c:pt idx="1475">
                  <c:v>118.03337542216001</c:v>
                </c:pt>
                <c:pt idx="1476">
                  <c:v>118.047045593262</c:v>
                </c:pt>
                <c:pt idx="1477">
                  <c:v>118.06071576436401</c:v>
                </c:pt>
                <c:pt idx="1478">
                  <c:v>118.074385935465</c:v>
                </c:pt>
                <c:pt idx="1479">
                  <c:v>118.088056106567</c:v>
                </c:pt>
                <c:pt idx="1480">
                  <c:v>118.101726277669</c:v>
                </c:pt>
                <c:pt idx="1481">
                  <c:v>118.11539644877099</c:v>
                </c:pt>
                <c:pt idx="1482">
                  <c:v>118.129066619873</c:v>
                </c:pt>
                <c:pt idx="1483">
                  <c:v>118.14273679097499</c:v>
                </c:pt>
                <c:pt idx="1484">
                  <c:v>118.156406962077</c:v>
                </c:pt>
                <c:pt idx="1485">
                  <c:v>118.17007713317901</c:v>
                </c:pt>
                <c:pt idx="1486">
                  <c:v>118.183747304281</c:v>
                </c:pt>
                <c:pt idx="1487">
                  <c:v>118.197417475382</c:v>
                </c:pt>
                <c:pt idx="1488">
                  <c:v>118.211087646484</c:v>
                </c:pt>
                <c:pt idx="1489">
                  <c:v>118.224757817586</c:v>
                </c:pt>
                <c:pt idx="1490">
                  <c:v>118.238427988688</c:v>
                </c:pt>
                <c:pt idx="1491">
                  <c:v>118.25209815978999</c:v>
                </c:pt>
                <c:pt idx="1492">
                  <c:v>118.265768330892</c:v>
                </c:pt>
                <c:pt idx="1493">
                  <c:v>118.27943850199399</c:v>
                </c:pt>
                <c:pt idx="1494">
                  <c:v>118.293108673096</c:v>
                </c:pt>
                <c:pt idx="1495">
                  <c:v>118.30677884419801</c:v>
                </c:pt>
                <c:pt idx="1496">
                  <c:v>118.320449015299</c:v>
                </c:pt>
                <c:pt idx="1497">
                  <c:v>118.334119186401</c:v>
                </c:pt>
                <c:pt idx="1498">
                  <c:v>118.347789357503</c:v>
                </c:pt>
                <c:pt idx="1499">
                  <c:v>118.361459528605</c:v>
                </c:pt>
                <c:pt idx="1500">
                  <c:v>118.375129699707</c:v>
                </c:pt>
                <c:pt idx="1501">
                  <c:v>118.386184387207</c:v>
                </c:pt>
                <c:pt idx="1502">
                  <c:v>118.397239074707</c:v>
                </c:pt>
                <c:pt idx="1503">
                  <c:v>118.40829376220699</c:v>
                </c:pt>
                <c:pt idx="1504">
                  <c:v>118.419348449707</c:v>
                </c:pt>
                <c:pt idx="1505">
                  <c:v>118.43040313720699</c:v>
                </c:pt>
                <c:pt idx="1506">
                  <c:v>118.441457824707</c:v>
                </c:pt>
                <c:pt idx="1507">
                  <c:v>118.45251251220699</c:v>
                </c:pt>
                <c:pt idx="1508">
                  <c:v>118.463567199707</c:v>
                </c:pt>
                <c:pt idx="1509">
                  <c:v>118.47462188720699</c:v>
                </c:pt>
                <c:pt idx="1510">
                  <c:v>118.485676574707</c:v>
                </c:pt>
                <c:pt idx="1511">
                  <c:v>118.49673126220701</c:v>
                </c:pt>
                <c:pt idx="1512">
                  <c:v>118.507785949707</c:v>
                </c:pt>
                <c:pt idx="1513">
                  <c:v>118.51884063720701</c:v>
                </c:pt>
                <c:pt idx="1514">
                  <c:v>118.529895324707</c:v>
                </c:pt>
                <c:pt idx="1515">
                  <c:v>118.54095001220701</c:v>
                </c:pt>
                <c:pt idx="1516">
                  <c:v>118.552004699707</c:v>
                </c:pt>
                <c:pt idx="1517">
                  <c:v>118.56305938720701</c:v>
                </c:pt>
                <c:pt idx="1518">
                  <c:v>118.574114074707</c:v>
                </c:pt>
                <c:pt idx="1519">
                  <c:v>118.585168762207</c:v>
                </c:pt>
                <c:pt idx="1520">
                  <c:v>118.596223449707</c:v>
                </c:pt>
                <c:pt idx="1521">
                  <c:v>118.607278137207</c:v>
                </c:pt>
                <c:pt idx="1522">
                  <c:v>118.618332824707</c:v>
                </c:pt>
                <c:pt idx="1523">
                  <c:v>118.629387512207</c:v>
                </c:pt>
                <c:pt idx="1524">
                  <c:v>118.640442199707</c:v>
                </c:pt>
                <c:pt idx="1525">
                  <c:v>118.651496887207</c:v>
                </c:pt>
                <c:pt idx="1526">
                  <c:v>118.662551574707</c:v>
                </c:pt>
                <c:pt idx="1527">
                  <c:v>118.673606262207</c:v>
                </c:pt>
                <c:pt idx="1528">
                  <c:v>118.68466094970699</c:v>
                </c:pt>
                <c:pt idx="1529">
                  <c:v>118.695715637207</c:v>
                </c:pt>
                <c:pt idx="1530">
                  <c:v>118.70677032470699</c:v>
                </c:pt>
                <c:pt idx="1531">
                  <c:v>118.717825012207</c:v>
                </c:pt>
                <c:pt idx="1532">
                  <c:v>118.72887969970699</c:v>
                </c:pt>
                <c:pt idx="1533">
                  <c:v>118.739934387207</c:v>
                </c:pt>
                <c:pt idx="1534">
                  <c:v>118.75098907470699</c:v>
                </c:pt>
                <c:pt idx="1535">
                  <c:v>118.762043762207</c:v>
                </c:pt>
                <c:pt idx="1536">
                  <c:v>118.77309844970701</c:v>
                </c:pt>
                <c:pt idx="1537">
                  <c:v>118.784153137207</c:v>
                </c:pt>
                <c:pt idx="1538">
                  <c:v>118.79520782470701</c:v>
                </c:pt>
                <c:pt idx="1539">
                  <c:v>118.806262512207</c:v>
                </c:pt>
                <c:pt idx="1540">
                  <c:v>118.81731719970701</c:v>
                </c:pt>
                <c:pt idx="1541">
                  <c:v>118.828371887207</c:v>
                </c:pt>
                <c:pt idx="1542">
                  <c:v>118.83942657470701</c:v>
                </c:pt>
                <c:pt idx="1543">
                  <c:v>118.850481262207</c:v>
                </c:pt>
                <c:pt idx="1544">
                  <c:v>118.861535949707</c:v>
                </c:pt>
                <c:pt idx="1545">
                  <c:v>118.872590637207</c:v>
                </c:pt>
                <c:pt idx="1546">
                  <c:v>118.883645324707</c:v>
                </c:pt>
                <c:pt idx="1547">
                  <c:v>118.894700012207</c:v>
                </c:pt>
                <c:pt idx="1548">
                  <c:v>118.905754699707</c:v>
                </c:pt>
                <c:pt idx="1549">
                  <c:v>118.916809387207</c:v>
                </c:pt>
                <c:pt idx="1550">
                  <c:v>118.927864074707</c:v>
                </c:pt>
                <c:pt idx="1551">
                  <c:v>118.938918762207</c:v>
                </c:pt>
                <c:pt idx="1552">
                  <c:v>118.949973449707</c:v>
                </c:pt>
                <c:pt idx="1553">
                  <c:v>118.96102813720699</c:v>
                </c:pt>
                <c:pt idx="1554">
                  <c:v>118.972082824707</c:v>
                </c:pt>
                <c:pt idx="1555">
                  <c:v>118.98313751220699</c:v>
                </c:pt>
                <c:pt idx="1556">
                  <c:v>118.994192199707</c:v>
                </c:pt>
                <c:pt idx="1557">
                  <c:v>119.00524688720699</c:v>
                </c:pt>
                <c:pt idx="1558">
                  <c:v>119.016301574707</c:v>
                </c:pt>
                <c:pt idx="1559">
                  <c:v>119.02735626220699</c:v>
                </c:pt>
                <c:pt idx="1560">
                  <c:v>119.038410949707</c:v>
                </c:pt>
                <c:pt idx="1561">
                  <c:v>119.04946563720701</c:v>
                </c:pt>
                <c:pt idx="1562">
                  <c:v>119.060520324707</c:v>
                </c:pt>
                <c:pt idx="1563">
                  <c:v>119.07157501220701</c:v>
                </c:pt>
                <c:pt idx="1564">
                  <c:v>119.082629699707</c:v>
                </c:pt>
                <c:pt idx="1565">
                  <c:v>119.09368438720701</c:v>
                </c:pt>
                <c:pt idx="1566">
                  <c:v>119.104739074707</c:v>
                </c:pt>
                <c:pt idx="1567">
                  <c:v>119.11579376220701</c:v>
                </c:pt>
                <c:pt idx="1568">
                  <c:v>119.126848449707</c:v>
                </c:pt>
                <c:pt idx="1569">
                  <c:v>119.137903137207</c:v>
                </c:pt>
                <c:pt idx="1570">
                  <c:v>119.148957824707</c:v>
                </c:pt>
                <c:pt idx="1571">
                  <c:v>119.160012512207</c:v>
                </c:pt>
                <c:pt idx="1572">
                  <c:v>119.171067199707</c:v>
                </c:pt>
                <c:pt idx="1573">
                  <c:v>119.182121887207</c:v>
                </c:pt>
                <c:pt idx="1574">
                  <c:v>119.193176574707</c:v>
                </c:pt>
                <c:pt idx="1575">
                  <c:v>119.204231262207</c:v>
                </c:pt>
                <c:pt idx="1576">
                  <c:v>119.215285949707</c:v>
                </c:pt>
                <c:pt idx="1577">
                  <c:v>119.226340637207</c:v>
                </c:pt>
                <c:pt idx="1578">
                  <c:v>119.23739532470699</c:v>
                </c:pt>
                <c:pt idx="1579">
                  <c:v>119.248450012207</c:v>
                </c:pt>
                <c:pt idx="1580">
                  <c:v>119.25950469970699</c:v>
                </c:pt>
                <c:pt idx="1581">
                  <c:v>119.270559387207</c:v>
                </c:pt>
                <c:pt idx="1582">
                  <c:v>119.28161407470699</c:v>
                </c:pt>
                <c:pt idx="1583">
                  <c:v>119.292668762207</c:v>
                </c:pt>
                <c:pt idx="1584">
                  <c:v>119.30372344970699</c:v>
                </c:pt>
                <c:pt idx="1585">
                  <c:v>119.314778137207</c:v>
                </c:pt>
                <c:pt idx="1586">
                  <c:v>119.32583282470701</c:v>
                </c:pt>
                <c:pt idx="1587">
                  <c:v>119.336887512207</c:v>
                </c:pt>
                <c:pt idx="1588">
                  <c:v>119.34794219970701</c:v>
                </c:pt>
                <c:pt idx="1589">
                  <c:v>119.358996887207</c:v>
                </c:pt>
                <c:pt idx="1590">
                  <c:v>119.37005157470701</c:v>
                </c:pt>
                <c:pt idx="1591">
                  <c:v>119.381106262207</c:v>
                </c:pt>
                <c:pt idx="1592">
                  <c:v>119.39216094970701</c:v>
                </c:pt>
                <c:pt idx="1593">
                  <c:v>119.403215637207</c:v>
                </c:pt>
                <c:pt idx="1594">
                  <c:v>119.414270324707</c:v>
                </c:pt>
                <c:pt idx="1595">
                  <c:v>119.425325012207</c:v>
                </c:pt>
                <c:pt idx="1596">
                  <c:v>119.436379699707</c:v>
                </c:pt>
                <c:pt idx="1597">
                  <c:v>119.447434387207</c:v>
                </c:pt>
                <c:pt idx="1598">
                  <c:v>119.458489074707</c:v>
                </c:pt>
                <c:pt idx="1599">
                  <c:v>119.469543762207</c:v>
                </c:pt>
                <c:pt idx="1600">
                  <c:v>119.480598449707</c:v>
                </c:pt>
                <c:pt idx="1601">
                  <c:v>119.491653137207</c:v>
                </c:pt>
                <c:pt idx="1602">
                  <c:v>119.502707824707</c:v>
                </c:pt>
                <c:pt idx="1603">
                  <c:v>119.51376251220699</c:v>
                </c:pt>
                <c:pt idx="1604">
                  <c:v>119.524817199707</c:v>
                </c:pt>
                <c:pt idx="1605">
                  <c:v>119.53587188720699</c:v>
                </c:pt>
                <c:pt idx="1606">
                  <c:v>119.546926574707</c:v>
                </c:pt>
                <c:pt idx="1607">
                  <c:v>119.55798126220699</c:v>
                </c:pt>
                <c:pt idx="1608">
                  <c:v>119.569035949707</c:v>
                </c:pt>
                <c:pt idx="1609">
                  <c:v>119.58009063720699</c:v>
                </c:pt>
                <c:pt idx="1610">
                  <c:v>119.591145324707</c:v>
                </c:pt>
                <c:pt idx="1611">
                  <c:v>119.60220001220701</c:v>
                </c:pt>
                <c:pt idx="1612">
                  <c:v>119.613254699707</c:v>
                </c:pt>
                <c:pt idx="1613">
                  <c:v>119.62430938720701</c:v>
                </c:pt>
                <c:pt idx="1614">
                  <c:v>119.635364074707</c:v>
                </c:pt>
                <c:pt idx="1615">
                  <c:v>119.64641876220701</c:v>
                </c:pt>
                <c:pt idx="1616">
                  <c:v>119.657473449707</c:v>
                </c:pt>
                <c:pt idx="1617">
                  <c:v>119.66852813720701</c:v>
                </c:pt>
                <c:pt idx="1618">
                  <c:v>119.679582824707</c:v>
                </c:pt>
                <c:pt idx="1619">
                  <c:v>119.690637512207</c:v>
                </c:pt>
                <c:pt idx="1620">
                  <c:v>119.701692199707</c:v>
                </c:pt>
                <c:pt idx="1621">
                  <c:v>119.712746887207</c:v>
                </c:pt>
                <c:pt idx="1622">
                  <c:v>119.723801574707</c:v>
                </c:pt>
                <c:pt idx="1623">
                  <c:v>119.734856262207</c:v>
                </c:pt>
                <c:pt idx="1624">
                  <c:v>119.745910949707</c:v>
                </c:pt>
                <c:pt idx="1625">
                  <c:v>119.756965637207</c:v>
                </c:pt>
                <c:pt idx="1626">
                  <c:v>119.768020324707</c:v>
                </c:pt>
                <c:pt idx="1627">
                  <c:v>119.779075012207</c:v>
                </c:pt>
                <c:pt idx="1628">
                  <c:v>119.79012969970699</c:v>
                </c:pt>
                <c:pt idx="1629">
                  <c:v>119.801184387207</c:v>
                </c:pt>
                <c:pt idx="1630">
                  <c:v>119.81223907470699</c:v>
                </c:pt>
                <c:pt idx="1631">
                  <c:v>119.823293762207</c:v>
                </c:pt>
                <c:pt idx="1632">
                  <c:v>119.83434844970699</c:v>
                </c:pt>
                <c:pt idx="1633">
                  <c:v>119.845403137207</c:v>
                </c:pt>
                <c:pt idx="1634">
                  <c:v>119.85645782470699</c:v>
                </c:pt>
                <c:pt idx="1635">
                  <c:v>119.867512512207</c:v>
                </c:pt>
                <c:pt idx="1636">
                  <c:v>119.87856719970701</c:v>
                </c:pt>
                <c:pt idx="1637">
                  <c:v>119.889621887207</c:v>
                </c:pt>
                <c:pt idx="1638">
                  <c:v>119.90067657470701</c:v>
                </c:pt>
                <c:pt idx="1639">
                  <c:v>119.911731262207</c:v>
                </c:pt>
                <c:pt idx="1640">
                  <c:v>119.92278594970701</c:v>
                </c:pt>
                <c:pt idx="1641">
                  <c:v>119.933840637207</c:v>
                </c:pt>
                <c:pt idx="1642">
                  <c:v>119.94489532470701</c:v>
                </c:pt>
                <c:pt idx="1643">
                  <c:v>119.955950012207</c:v>
                </c:pt>
                <c:pt idx="1644">
                  <c:v>119.967004699707</c:v>
                </c:pt>
                <c:pt idx="1645">
                  <c:v>119.978059387207</c:v>
                </c:pt>
                <c:pt idx="1646">
                  <c:v>119.989114074707</c:v>
                </c:pt>
                <c:pt idx="1647">
                  <c:v>120.000168762207</c:v>
                </c:pt>
                <c:pt idx="1648">
                  <c:v>120.011223449707</c:v>
                </c:pt>
                <c:pt idx="1649">
                  <c:v>120.022278137207</c:v>
                </c:pt>
                <c:pt idx="1650">
                  <c:v>120.033332824707</c:v>
                </c:pt>
                <c:pt idx="1651">
                  <c:v>120.044387512207</c:v>
                </c:pt>
                <c:pt idx="1652">
                  <c:v>120.055442199707</c:v>
                </c:pt>
                <c:pt idx="1653">
                  <c:v>120.06649688720699</c:v>
                </c:pt>
                <c:pt idx="1654">
                  <c:v>120.077551574707</c:v>
                </c:pt>
                <c:pt idx="1655">
                  <c:v>120.08860626220699</c:v>
                </c:pt>
                <c:pt idx="1656">
                  <c:v>120.099660949707</c:v>
                </c:pt>
                <c:pt idx="1657">
                  <c:v>120.11071563720699</c:v>
                </c:pt>
                <c:pt idx="1658">
                  <c:v>120.121770324707</c:v>
                </c:pt>
                <c:pt idx="1659">
                  <c:v>120.13282501220699</c:v>
                </c:pt>
                <c:pt idx="1660">
                  <c:v>120.143879699707</c:v>
                </c:pt>
                <c:pt idx="1661">
                  <c:v>120.15493438720701</c:v>
                </c:pt>
                <c:pt idx="1662">
                  <c:v>120.165989074707</c:v>
                </c:pt>
                <c:pt idx="1663">
                  <c:v>120.17704376220701</c:v>
                </c:pt>
                <c:pt idx="1664">
                  <c:v>120.188098449707</c:v>
                </c:pt>
                <c:pt idx="1665">
                  <c:v>120.19915313720701</c:v>
                </c:pt>
                <c:pt idx="1666">
                  <c:v>120.210207824707</c:v>
                </c:pt>
                <c:pt idx="1667">
                  <c:v>120.22126251220701</c:v>
                </c:pt>
                <c:pt idx="1668">
                  <c:v>120.232317199707</c:v>
                </c:pt>
                <c:pt idx="1669">
                  <c:v>120.243371887207</c:v>
                </c:pt>
                <c:pt idx="1670">
                  <c:v>120.254426574707</c:v>
                </c:pt>
                <c:pt idx="1671">
                  <c:v>120.265481262207</c:v>
                </c:pt>
                <c:pt idx="1672">
                  <c:v>120.276535949707</c:v>
                </c:pt>
                <c:pt idx="1673">
                  <c:v>120.287590637207</c:v>
                </c:pt>
                <c:pt idx="1674">
                  <c:v>120.298645324707</c:v>
                </c:pt>
                <c:pt idx="1675">
                  <c:v>120.309700012207</c:v>
                </c:pt>
                <c:pt idx="1676">
                  <c:v>120.320754699707</c:v>
                </c:pt>
                <c:pt idx="1677">
                  <c:v>120.331809387207</c:v>
                </c:pt>
                <c:pt idx="1678">
                  <c:v>120.34286407470699</c:v>
                </c:pt>
                <c:pt idx="1679">
                  <c:v>120.353918762207</c:v>
                </c:pt>
                <c:pt idx="1680">
                  <c:v>120.36497344970699</c:v>
                </c:pt>
                <c:pt idx="1681">
                  <c:v>120.376028137207</c:v>
                </c:pt>
                <c:pt idx="1682">
                  <c:v>120.38708282470699</c:v>
                </c:pt>
                <c:pt idx="1683">
                  <c:v>120.398137512207</c:v>
                </c:pt>
                <c:pt idx="1684">
                  <c:v>120.40919219970699</c:v>
                </c:pt>
                <c:pt idx="1685">
                  <c:v>120.420246887207</c:v>
                </c:pt>
                <c:pt idx="1686">
                  <c:v>120.43130157470701</c:v>
                </c:pt>
                <c:pt idx="1687">
                  <c:v>120.442356262207</c:v>
                </c:pt>
                <c:pt idx="1688">
                  <c:v>120.45341094970701</c:v>
                </c:pt>
                <c:pt idx="1689">
                  <c:v>120.464465637207</c:v>
                </c:pt>
                <c:pt idx="1690">
                  <c:v>120.47552032470701</c:v>
                </c:pt>
                <c:pt idx="1691">
                  <c:v>120.486575012207</c:v>
                </c:pt>
                <c:pt idx="1692">
                  <c:v>120.49762969970701</c:v>
                </c:pt>
                <c:pt idx="1693">
                  <c:v>120.508684387207</c:v>
                </c:pt>
                <c:pt idx="1694">
                  <c:v>120.519739074707</c:v>
                </c:pt>
                <c:pt idx="1695">
                  <c:v>120.530793762207</c:v>
                </c:pt>
                <c:pt idx="1696">
                  <c:v>120.541848449707</c:v>
                </c:pt>
                <c:pt idx="1697">
                  <c:v>120.552903137207</c:v>
                </c:pt>
                <c:pt idx="1698">
                  <c:v>120.563957824707</c:v>
                </c:pt>
                <c:pt idx="1699">
                  <c:v>120.575012512207</c:v>
                </c:pt>
                <c:pt idx="1700">
                  <c:v>120.586067199707</c:v>
                </c:pt>
                <c:pt idx="1701">
                  <c:v>120.597121887207</c:v>
                </c:pt>
                <c:pt idx="1702">
                  <c:v>120.608176574707</c:v>
                </c:pt>
                <c:pt idx="1703">
                  <c:v>120.61923126220699</c:v>
                </c:pt>
                <c:pt idx="1704">
                  <c:v>120.630285949707</c:v>
                </c:pt>
                <c:pt idx="1705">
                  <c:v>120.64134063720699</c:v>
                </c:pt>
                <c:pt idx="1706">
                  <c:v>120.652395324707</c:v>
                </c:pt>
                <c:pt idx="1707">
                  <c:v>120.66345001220699</c:v>
                </c:pt>
                <c:pt idx="1708">
                  <c:v>120.674504699707</c:v>
                </c:pt>
                <c:pt idx="1709">
                  <c:v>120.68555938720699</c:v>
                </c:pt>
                <c:pt idx="1710">
                  <c:v>120.696614074707</c:v>
                </c:pt>
                <c:pt idx="1711">
                  <c:v>120.70766876220701</c:v>
                </c:pt>
                <c:pt idx="1712">
                  <c:v>120.718723449707</c:v>
                </c:pt>
                <c:pt idx="1713">
                  <c:v>120.72977813720701</c:v>
                </c:pt>
                <c:pt idx="1714">
                  <c:v>120.740832824707</c:v>
                </c:pt>
                <c:pt idx="1715">
                  <c:v>120.75188751220701</c:v>
                </c:pt>
                <c:pt idx="1716">
                  <c:v>120.762942199707</c:v>
                </c:pt>
                <c:pt idx="1717">
                  <c:v>120.77399688720701</c:v>
                </c:pt>
                <c:pt idx="1718">
                  <c:v>120.785051574707</c:v>
                </c:pt>
                <c:pt idx="1719">
                  <c:v>120.796106262207</c:v>
                </c:pt>
                <c:pt idx="1720">
                  <c:v>120.807160949707</c:v>
                </c:pt>
                <c:pt idx="1721">
                  <c:v>120.818215637207</c:v>
                </c:pt>
                <c:pt idx="1722">
                  <c:v>120.829270324707</c:v>
                </c:pt>
                <c:pt idx="1723">
                  <c:v>120.840325012207</c:v>
                </c:pt>
                <c:pt idx="1724">
                  <c:v>120.851379699707</c:v>
                </c:pt>
                <c:pt idx="1725">
                  <c:v>120.862434387207</c:v>
                </c:pt>
                <c:pt idx="1726">
                  <c:v>120.873489074707</c:v>
                </c:pt>
                <c:pt idx="1727">
                  <c:v>120.884543762207</c:v>
                </c:pt>
                <c:pt idx="1728">
                  <c:v>120.89559844970699</c:v>
                </c:pt>
                <c:pt idx="1729">
                  <c:v>120.906653137207</c:v>
                </c:pt>
                <c:pt idx="1730">
                  <c:v>120.91770782470699</c:v>
                </c:pt>
                <c:pt idx="1731">
                  <c:v>120.928762512207</c:v>
                </c:pt>
                <c:pt idx="1732">
                  <c:v>120.93981719970699</c:v>
                </c:pt>
                <c:pt idx="1733">
                  <c:v>120.950871887207</c:v>
                </c:pt>
                <c:pt idx="1734">
                  <c:v>120.96192657470699</c:v>
                </c:pt>
                <c:pt idx="1735">
                  <c:v>120.972981262207</c:v>
                </c:pt>
                <c:pt idx="1736">
                  <c:v>120.98403594970701</c:v>
                </c:pt>
                <c:pt idx="1737">
                  <c:v>120.995090637207</c:v>
                </c:pt>
                <c:pt idx="1738">
                  <c:v>121.00614532470701</c:v>
                </c:pt>
                <c:pt idx="1739">
                  <c:v>121.017200012207</c:v>
                </c:pt>
                <c:pt idx="1740">
                  <c:v>121.02825469970701</c:v>
                </c:pt>
                <c:pt idx="1741">
                  <c:v>121.039309387207</c:v>
                </c:pt>
                <c:pt idx="1742">
                  <c:v>121.05036407470701</c:v>
                </c:pt>
                <c:pt idx="1743">
                  <c:v>121.061418762207</c:v>
                </c:pt>
                <c:pt idx="1744">
                  <c:v>121.072473449707</c:v>
                </c:pt>
                <c:pt idx="1745">
                  <c:v>121.083528137207</c:v>
                </c:pt>
                <c:pt idx="1746">
                  <c:v>121.094582824707</c:v>
                </c:pt>
                <c:pt idx="1747">
                  <c:v>121.105637512207</c:v>
                </c:pt>
                <c:pt idx="1748">
                  <c:v>121.116692199707</c:v>
                </c:pt>
                <c:pt idx="1749">
                  <c:v>121.127746887207</c:v>
                </c:pt>
                <c:pt idx="1750">
                  <c:v>121.138801574707</c:v>
                </c:pt>
                <c:pt idx="1751">
                  <c:v>121.149856262207</c:v>
                </c:pt>
                <c:pt idx="1752">
                  <c:v>121.160910949707</c:v>
                </c:pt>
                <c:pt idx="1753">
                  <c:v>121.17196563720699</c:v>
                </c:pt>
                <c:pt idx="1754">
                  <c:v>121.183020324707</c:v>
                </c:pt>
                <c:pt idx="1755">
                  <c:v>121.19407501220699</c:v>
                </c:pt>
                <c:pt idx="1756">
                  <c:v>121.205129699707</c:v>
                </c:pt>
                <c:pt idx="1757">
                  <c:v>121.21618438720699</c:v>
                </c:pt>
                <c:pt idx="1758">
                  <c:v>121.227239074707</c:v>
                </c:pt>
                <c:pt idx="1759">
                  <c:v>121.23829376220699</c:v>
                </c:pt>
                <c:pt idx="1760">
                  <c:v>121.249348449707</c:v>
                </c:pt>
                <c:pt idx="1761">
                  <c:v>121.26040313720701</c:v>
                </c:pt>
                <c:pt idx="1762">
                  <c:v>121.271457824707</c:v>
                </c:pt>
                <c:pt idx="1763">
                  <c:v>121.28251251220701</c:v>
                </c:pt>
                <c:pt idx="1764">
                  <c:v>121.293567199707</c:v>
                </c:pt>
                <c:pt idx="1765">
                  <c:v>121.30462188720701</c:v>
                </c:pt>
                <c:pt idx="1766">
                  <c:v>121.315676574707</c:v>
                </c:pt>
                <c:pt idx="1767">
                  <c:v>121.32673126220701</c:v>
                </c:pt>
                <c:pt idx="1768">
                  <c:v>121.337785949707</c:v>
                </c:pt>
                <c:pt idx="1769">
                  <c:v>121.348840637207</c:v>
                </c:pt>
                <c:pt idx="1770">
                  <c:v>121.359895324707</c:v>
                </c:pt>
                <c:pt idx="1771">
                  <c:v>121.370950012207</c:v>
                </c:pt>
                <c:pt idx="1772">
                  <c:v>121.382004699707</c:v>
                </c:pt>
                <c:pt idx="1773">
                  <c:v>121.393059387207</c:v>
                </c:pt>
                <c:pt idx="1774">
                  <c:v>121.404114074707</c:v>
                </c:pt>
                <c:pt idx="1775">
                  <c:v>121.415168762207</c:v>
                </c:pt>
                <c:pt idx="1776">
                  <c:v>121.426223449707</c:v>
                </c:pt>
                <c:pt idx="1777">
                  <c:v>121.437278137207</c:v>
                </c:pt>
                <c:pt idx="1778">
                  <c:v>121.44833282470699</c:v>
                </c:pt>
                <c:pt idx="1779">
                  <c:v>121.459387512207</c:v>
                </c:pt>
                <c:pt idx="1780">
                  <c:v>121.47044219970699</c:v>
                </c:pt>
                <c:pt idx="1781">
                  <c:v>121.481496887207</c:v>
                </c:pt>
                <c:pt idx="1782">
                  <c:v>121.49255157470699</c:v>
                </c:pt>
                <c:pt idx="1783">
                  <c:v>121.503606262207</c:v>
                </c:pt>
                <c:pt idx="1784">
                  <c:v>121.51466094970699</c:v>
                </c:pt>
                <c:pt idx="1785">
                  <c:v>121.525715637207</c:v>
                </c:pt>
                <c:pt idx="1786">
                  <c:v>121.53677032470701</c:v>
                </c:pt>
                <c:pt idx="1787">
                  <c:v>121.547825012207</c:v>
                </c:pt>
                <c:pt idx="1788">
                  <c:v>121.55887969970701</c:v>
                </c:pt>
                <c:pt idx="1789">
                  <c:v>121.569934387207</c:v>
                </c:pt>
                <c:pt idx="1790">
                  <c:v>121.58098907470701</c:v>
                </c:pt>
                <c:pt idx="1791">
                  <c:v>121.592043762207</c:v>
                </c:pt>
                <c:pt idx="1792">
                  <c:v>121.60309844970701</c:v>
                </c:pt>
                <c:pt idx="1793">
                  <c:v>121.614153137207</c:v>
                </c:pt>
                <c:pt idx="1794">
                  <c:v>121.625207824707</c:v>
                </c:pt>
                <c:pt idx="1795">
                  <c:v>121.636262512207</c:v>
                </c:pt>
                <c:pt idx="1796">
                  <c:v>121.647317199707</c:v>
                </c:pt>
                <c:pt idx="1797">
                  <c:v>121.658371887207</c:v>
                </c:pt>
                <c:pt idx="1798">
                  <c:v>121.669426574707</c:v>
                </c:pt>
                <c:pt idx="1799">
                  <c:v>121.680481262207</c:v>
                </c:pt>
                <c:pt idx="1800">
                  <c:v>121.691535949707</c:v>
                </c:pt>
                <c:pt idx="1801">
                  <c:v>121.700587259928</c:v>
                </c:pt>
                <c:pt idx="1802">
                  <c:v>121.70963857015001</c:v>
                </c:pt>
                <c:pt idx="1803">
                  <c:v>121.718689880371</c:v>
                </c:pt>
                <c:pt idx="1804">
                  <c:v>121.727741190592</c:v>
                </c:pt>
                <c:pt idx="1805">
                  <c:v>121.736792500814</c:v>
                </c:pt>
                <c:pt idx="1806">
                  <c:v>121.745843811035</c:v>
                </c:pt>
                <c:pt idx="1807">
                  <c:v>121.754895121256</c:v>
                </c:pt>
                <c:pt idx="1808">
                  <c:v>121.763946431478</c:v>
                </c:pt>
                <c:pt idx="1809">
                  <c:v>121.772997741699</c:v>
                </c:pt>
                <c:pt idx="1810">
                  <c:v>121.78204905192101</c:v>
                </c:pt>
                <c:pt idx="1811">
                  <c:v>121.791100362142</c:v>
                </c:pt>
                <c:pt idx="1812">
                  <c:v>121.800151672363</c:v>
                </c:pt>
                <c:pt idx="1813">
                  <c:v>121.80920298258501</c:v>
                </c:pt>
                <c:pt idx="1814">
                  <c:v>121.818254292806</c:v>
                </c:pt>
                <c:pt idx="1815">
                  <c:v>121.827305603027</c:v>
                </c:pt>
                <c:pt idx="1816">
                  <c:v>121.83635691324901</c:v>
                </c:pt>
                <c:pt idx="1817">
                  <c:v>121.84540822347</c:v>
                </c:pt>
                <c:pt idx="1818">
                  <c:v>121.854459533691</c:v>
                </c:pt>
                <c:pt idx="1819">
                  <c:v>121.86351084391301</c:v>
                </c:pt>
                <c:pt idx="1820">
                  <c:v>121.872562154134</c:v>
                </c:pt>
                <c:pt idx="1821">
                  <c:v>121.881613464355</c:v>
                </c:pt>
                <c:pt idx="1822">
                  <c:v>121.890664774577</c:v>
                </c:pt>
                <c:pt idx="1823">
                  <c:v>121.899716084798</c:v>
                </c:pt>
                <c:pt idx="1824">
                  <c:v>121.908767395019</c:v>
                </c:pt>
                <c:pt idx="1825">
                  <c:v>121.917818705241</c:v>
                </c:pt>
                <c:pt idx="1826">
                  <c:v>121.926870015462</c:v>
                </c:pt>
                <c:pt idx="1827">
                  <c:v>121.93592132568401</c:v>
                </c:pt>
                <c:pt idx="1828">
                  <c:v>121.944972635905</c:v>
                </c:pt>
                <c:pt idx="1829">
                  <c:v>121.954023946126</c:v>
                </c:pt>
                <c:pt idx="1830">
                  <c:v>121.96307525634801</c:v>
                </c:pt>
                <c:pt idx="1831">
                  <c:v>121.972126566569</c:v>
                </c:pt>
                <c:pt idx="1832">
                  <c:v>121.98117787679</c:v>
                </c:pt>
                <c:pt idx="1833">
                  <c:v>121.99022918701201</c:v>
                </c:pt>
                <c:pt idx="1834">
                  <c:v>121.999280497233</c:v>
                </c:pt>
                <c:pt idx="1835">
                  <c:v>122.008331807454</c:v>
                </c:pt>
                <c:pt idx="1836">
                  <c:v>122.017383117676</c:v>
                </c:pt>
                <c:pt idx="1837">
                  <c:v>122.026434427897</c:v>
                </c:pt>
                <c:pt idx="1838">
                  <c:v>122.035485738118</c:v>
                </c:pt>
                <c:pt idx="1839">
                  <c:v>122.04453704834</c:v>
                </c:pt>
                <c:pt idx="1840">
                  <c:v>122.053588358561</c:v>
                </c:pt>
                <c:pt idx="1841">
                  <c:v>122.06263966878301</c:v>
                </c:pt>
                <c:pt idx="1842">
                  <c:v>122.071690979004</c:v>
                </c:pt>
                <c:pt idx="1843">
                  <c:v>122.080742289225</c:v>
                </c:pt>
                <c:pt idx="1844">
                  <c:v>122.08979359944701</c:v>
                </c:pt>
                <c:pt idx="1845">
                  <c:v>122.098844909668</c:v>
                </c:pt>
                <c:pt idx="1846">
                  <c:v>122.107896219889</c:v>
                </c:pt>
                <c:pt idx="1847">
                  <c:v>122.11694753011101</c:v>
                </c:pt>
                <c:pt idx="1848">
                  <c:v>122.125998840332</c:v>
                </c:pt>
                <c:pt idx="1849">
                  <c:v>122.135050150553</c:v>
                </c:pt>
                <c:pt idx="1850">
                  <c:v>122.144101460775</c:v>
                </c:pt>
                <c:pt idx="1851">
                  <c:v>122.153152770996</c:v>
                </c:pt>
                <c:pt idx="1852">
                  <c:v>122.162204081217</c:v>
                </c:pt>
                <c:pt idx="1853">
                  <c:v>122.171255391439</c:v>
                </c:pt>
                <c:pt idx="1854">
                  <c:v>122.18030670166</c:v>
                </c:pt>
                <c:pt idx="1855">
                  <c:v>122.189358011881</c:v>
                </c:pt>
                <c:pt idx="1856">
                  <c:v>122.198409322103</c:v>
                </c:pt>
                <c:pt idx="1857">
                  <c:v>122.207460632324</c:v>
                </c:pt>
                <c:pt idx="1858">
                  <c:v>122.21651194254601</c:v>
                </c:pt>
                <c:pt idx="1859">
                  <c:v>122.225563252767</c:v>
                </c:pt>
                <c:pt idx="1860">
                  <c:v>122.234614562988</c:v>
                </c:pt>
                <c:pt idx="1861">
                  <c:v>122.24366587321001</c:v>
                </c:pt>
                <c:pt idx="1862">
                  <c:v>122.252717183431</c:v>
                </c:pt>
                <c:pt idx="1863">
                  <c:v>122.261768493652</c:v>
                </c:pt>
                <c:pt idx="1864">
                  <c:v>122.27081980387401</c:v>
                </c:pt>
                <c:pt idx="1865">
                  <c:v>122.279871114095</c:v>
                </c:pt>
                <c:pt idx="1866">
                  <c:v>122.288922424316</c:v>
                </c:pt>
                <c:pt idx="1867">
                  <c:v>122.297973734538</c:v>
                </c:pt>
                <c:pt idx="1868">
                  <c:v>122.307025044759</c:v>
                </c:pt>
                <c:pt idx="1869">
                  <c:v>122.31607635498</c:v>
                </c:pt>
                <c:pt idx="1870">
                  <c:v>122.325127665202</c:v>
                </c:pt>
                <c:pt idx="1871">
                  <c:v>122.334178975423</c:v>
                </c:pt>
                <c:pt idx="1872">
                  <c:v>122.343230285644</c:v>
                </c:pt>
                <c:pt idx="1873">
                  <c:v>122.352281595866</c:v>
                </c:pt>
                <c:pt idx="1874">
                  <c:v>122.361332906087</c:v>
                </c:pt>
                <c:pt idx="1875">
                  <c:v>122.37038421630901</c:v>
                </c:pt>
                <c:pt idx="1876">
                  <c:v>122.37943552653</c:v>
                </c:pt>
                <c:pt idx="1877">
                  <c:v>122.388486836751</c:v>
                </c:pt>
                <c:pt idx="1878">
                  <c:v>122.39753814697301</c:v>
                </c:pt>
                <c:pt idx="1879">
                  <c:v>122.406589457194</c:v>
                </c:pt>
                <c:pt idx="1880">
                  <c:v>122.415640767415</c:v>
                </c:pt>
                <c:pt idx="1881">
                  <c:v>122.424692077637</c:v>
                </c:pt>
                <c:pt idx="1882">
                  <c:v>122.433743387858</c:v>
                </c:pt>
                <c:pt idx="1883">
                  <c:v>122.442794698079</c:v>
                </c:pt>
                <c:pt idx="1884">
                  <c:v>122.451846008301</c:v>
                </c:pt>
                <c:pt idx="1885">
                  <c:v>122.460897318522</c:v>
                </c:pt>
                <c:pt idx="1886">
                  <c:v>122.469948628743</c:v>
                </c:pt>
                <c:pt idx="1887">
                  <c:v>122.478999938965</c:v>
                </c:pt>
                <c:pt idx="1888">
                  <c:v>122.488051249186</c:v>
                </c:pt>
                <c:pt idx="1889">
                  <c:v>122.497102559407</c:v>
                </c:pt>
                <c:pt idx="1890">
                  <c:v>122.506153869629</c:v>
                </c:pt>
                <c:pt idx="1891">
                  <c:v>122.51520517985</c:v>
                </c:pt>
                <c:pt idx="1892">
                  <c:v>122.52425649007201</c:v>
                </c:pt>
                <c:pt idx="1893">
                  <c:v>122.533307800293</c:v>
                </c:pt>
                <c:pt idx="1894">
                  <c:v>122.542359110514</c:v>
                </c:pt>
                <c:pt idx="1895">
                  <c:v>122.551410420736</c:v>
                </c:pt>
                <c:pt idx="1896">
                  <c:v>122.560461730957</c:v>
                </c:pt>
                <c:pt idx="1897">
                  <c:v>122.569513041178</c:v>
                </c:pt>
                <c:pt idx="1898">
                  <c:v>122.5785643514</c:v>
                </c:pt>
                <c:pt idx="1899">
                  <c:v>122.587615661621</c:v>
                </c:pt>
                <c:pt idx="1900">
                  <c:v>122.596666971842</c:v>
                </c:pt>
                <c:pt idx="1901">
                  <c:v>122.605718282064</c:v>
                </c:pt>
                <c:pt idx="1902">
                  <c:v>122.614769592285</c:v>
                </c:pt>
                <c:pt idx="1903">
                  <c:v>122.623820902506</c:v>
                </c:pt>
                <c:pt idx="1904">
                  <c:v>122.632872212728</c:v>
                </c:pt>
                <c:pt idx="1905">
                  <c:v>122.641923522949</c:v>
                </c:pt>
                <c:pt idx="1906">
                  <c:v>122.65097483317</c:v>
                </c:pt>
                <c:pt idx="1907">
                  <c:v>122.660026143392</c:v>
                </c:pt>
                <c:pt idx="1908">
                  <c:v>122.669077453613</c:v>
                </c:pt>
                <c:pt idx="1909">
                  <c:v>122.67812876383501</c:v>
                </c:pt>
                <c:pt idx="1910">
                  <c:v>122.687180074056</c:v>
                </c:pt>
                <c:pt idx="1911">
                  <c:v>122.696231384277</c:v>
                </c:pt>
                <c:pt idx="1912">
                  <c:v>122.705282694499</c:v>
                </c:pt>
                <c:pt idx="1913">
                  <c:v>122.71433400472</c:v>
                </c:pt>
                <c:pt idx="1914">
                  <c:v>122.723385314941</c:v>
                </c:pt>
                <c:pt idx="1915">
                  <c:v>122.732436625163</c:v>
                </c:pt>
                <c:pt idx="1916">
                  <c:v>122.741487935384</c:v>
                </c:pt>
                <c:pt idx="1917">
                  <c:v>122.750539245605</c:v>
                </c:pt>
                <c:pt idx="1918">
                  <c:v>122.759590555827</c:v>
                </c:pt>
                <c:pt idx="1919">
                  <c:v>122.768641866048</c:v>
                </c:pt>
                <c:pt idx="1920">
                  <c:v>122.777693176269</c:v>
                </c:pt>
                <c:pt idx="1921">
                  <c:v>122.786744486491</c:v>
                </c:pt>
                <c:pt idx="1922">
                  <c:v>122.795795796712</c:v>
                </c:pt>
                <c:pt idx="1923">
                  <c:v>122.804847106933</c:v>
                </c:pt>
                <c:pt idx="1924">
                  <c:v>122.813898417155</c:v>
                </c:pt>
                <c:pt idx="1925">
                  <c:v>122.822949727376</c:v>
                </c:pt>
                <c:pt idx="1926">
                  <c:v>122.832001037598</c:v>
                </c:pt>
                <c:pt idx="1927">
                  <c:v>122.841052347819</c:v>
                </c:pt>
                <c:pt idx="1928">
                  <c:v>122.85010365804</c:v>
                </c:pt>
                <c:pt idx="1929">
                  <c:v>122.859154968262</c:v>
                </c:pt>
                <c:pt idx="1930">
                  <c:v>122.868206278483</c:v>
                </c:pt>
                <c:pt idx="1931">
                  <c:v>122.877257588704</c:v>
                </c:pt>
                <c:pt idx="1932">
                  <c:v>122.886308898926</c:v>
                </c:pt>
                <c:pt idx="1933">
                  <c:v>122.895360209147</c:v>
                </c:pt>
                <c:pt idx="1934">
                  <c:v>122.904411519368</c:v>
                </c:pt>
                <c:pt idx="1935">
                  <c:v>122.91346282959</c:v>
                </c:pt>
                <c:pt idx="1936">
                  <c:v>122.922514139811</c:v>
                </c:pt>
                <c:pt idx="1937">
                  <c:v>122.931565450032</c:v>
                </c:pt>
                <c:pt idx="1938">
                  <c:v>122.940616760254</c:v>
                </c:pt>
                <c:pt idx="1939">
                  <c:v>122.949668070475</c:v>
                </c:pt>
                <c:pt idx="1940">
                  <c:v>122.958719380696</c:v>
                </c:pt>
                <c:pt idx="1941">
                  <c:v>122.967770690918</c:v>
                </c:pt>
                <c:pt idx="1942">
                  <c:v>122.976822001139</c:v>
                </c:pt>
                <c:pt idx="1943">
                  <c:v>122.985873311361</c:v>
                </c:pt>
                <c:pt idx="1944">
                  <c:v>122.994924621582</c:v>
                </c:pt>
                <c:pt idx="1945">
                  <c:v>123.003975931803</c:v>
                </c:pt>
                <c:pt idx="1946">
                  <c:v>123.013027242025</c:v>
                </c:pt>
                <c:pt idx="1947">
                  <c:v>123.022078552246</c:v>
                </c:pt>
                <c:pt idx="1948">
                  <c:v>123.031129862467</c:v>
                </c:pt>
                <c:pt idx="1949">
                  <c:v>123.040181172689</c:v>
                </c:pt>
                <c:pt idx="1950">
                  <c:v>123.04923248291</c:v>
                </c:pt>
                <c:pt idx="1951">
                  <c:v>123.058283793131</c:v>
                </c:pt>
                <c:pt idx="1952">
                  <c:v>123.067335103353</c:v>
                </c:pt>
                <c:pt idx="1953">
                  <c:v>123.076386413574</c:v>
                </c:pt>
                <c:pt idx="1954">
                  <c:v>123.085437723795</c:v>
                </c:pt>
                <c:pt idx="1955">
                  <c:v>123.094489034017</c:v>
                </c:pt>
                <c:pt idx="1956">
                  <c:v>123.103540344238</c:v>
                </c:pt>
                <c:pt idx="1957">
                  <c:v>123.112591654459</c:v>
                </c:pt>
                <c:pt idx="1958">
                  <c:v>123.121642964681</c:v>
                </c:pt>
                <c:pt idx="1959">
                  <c:v>123.130694274902</c:v>
                </c:pt>
                <c:pt idx="1960">
                  <c:v>123.139745585124</c:v>
                </c:pt>
                <c:pt idx="1961">
                  <c:v>123.148796895345</c:v>
                </c:pt>
                <c:pt idx="1962">
                  <c:v>123.157848205566</c:v>
                </c:pt>
                <c:pt idx="1963">
                  <c:v>123.166899515788</c:v>
                </c:pt>
                <c:pt idx="1964">
                  <c:v>123.175950826009</c:v>
                </c:pt>
                <c:pt idx="1965">
                  <c:v>123.18500213623</c:v>
                </c:pt>
                <c:pt idx="1966">
                  <c:v>123.194053446452</c:v>
                </c:pt>
                <c:pt idx="1967">
                  <c:v>123.203104756673</c:v>
                </c:pt>
                <c:pt idx="1968">
                  <c:v>123.212156066894</c:v>
                </c:pt>
                <c:pt idx="1969">
                  <c:v>123.221207377116</c:v>
                </c:pt>
                <c:pt idx="1970">
                  <c:v>123.230258687337</c:v>
                </c:pt>
                <c:pt idx="1971">
                  <c:v>123.239309997558</c:v>
                </c:pt>
                <c:pt idx="1972">
                  <c:v>123.24836130778</c:v>
                </c:pt>
                <c:pt idx="1973">
                  <c:v>123.257412618001</c:v>
                </c:pt>
                <c:pt idx="1974">
                  <c:v>123.266463928222</c:v>
                </c:pt>
                <c:pt idx="1975">
                  <c:v>123.275515238444</c:v>
                </c:pt>
                <c:pt idx="1976">
                  <c:v>123.284566548665</c:v>
                </c:pt>
                <c:pt idx="1977">
                  <c:v>123.293617858887</c:v>
                </c:pt>
                <c:pt idx="1978">
                  <c:v>123.302669169108</c:v>
                </c:pt>
                <c:pt idx="1979">
                  <c:v>123.311720479329</c:v>
                </c:pt>
                <c:pt idx="1980">
                  <c:v>123.320771789551</c:v>
                </c:pt>
                <c:pt idx="1981">
                  <c:v>123.329823099772</c:v>
                </c:pt>
                <c:pt idx="1982">
                  <c:v>123.338874409993</c:v>
                </c:pt>
                <c:pt idx="1983">
                  <c:v>123.347925720215</c:v>
                </c:pt>
                <c:pt idx="1984">
                  <c:v>123.356977030436</c:v>
                </c:pt>
                <c:pt idx="1985">
                  <c:v>123.366028340657</c:v>
                </c:pt>
                <c:pt idx="1986">
                  <c:v>123.375079650879</c:v>
                </c:pt>
                <c:pt idx="1987">
                  <c:v>123.3841309611</c:v>
                </c:pt>
                <c:pt idx="1988">
                  <c:v>123.393182271321</c:v>
                </c:pt>
                <c:pt idx="1989">
                  <c:v>123.402233581543</c:v>
                </c:pt>
                <c:pt idx="1990">
                  <c:v>123.411284891764</c:v>
                </c:pt>
                <c:pt idx="1991">
                  <c:v>123.42033620198499</c:v>
                </c:pt>
                <c:pt idx="1992">
                  <c:v>123.429387512207</c:v>
                </c:pt>
                <c:pt idx="1993">
                  <c:v>123.438438822428</c:v>
                </c:pt>
                <c:pt idx="1994">
                  <c:v>123.44749013265</c:v>
                </c:pt>
                <c:pt idx="1995">
                  <c:v>123.456541442871</c:v>
                </c:pt>
                <c:pt idx="1996">
                  <c:v>123.465592753092</c:v>
                </c:pt>
                <c:pt idx="1997">
                  <c:v>123.474644063314</c:v>
                </c:pt>
                <c:pt idx="1998">
                  <c:v>123.483695373535</c:v>
                </c:pt>
                <c:pt idx="1999">
                  <c:v>123.492746683756</c:v>
                </c:pt>
                <c:pt idx="2000">
                  <c:v>123.501797993978</c:v>
                </c:pt>
                <c:pt idx="2001">
                  <c:v>123.510849304199</c:v>
                </c:pt>
                <c:pt idx="2002">
                  <c:v>123.51990061442</c:v>
                </c:pt>
                <c:pt idx="2003">
                  <c:v>123.528951924642</c:v>
                </c:pt>
                <c:pt idx="2004">
                  <c:v>123.538003234863</c:v>
                </c:pt>
                <c:pt idx="2005">
                  <c:v>123.54705454508399</c:v>
                </c:pt>
                <c:pt idx="2006">
                  <c:v>123.556105855306</c:v>
                </c:pt>
                <c:pt idx="2007">
                  <c:v>123.565157165527</c:v>
                </c:pt>
                <c:pt idx="2008">
                  <c:v>123.57420847574799</c:v>
                </c:pt>
                <c:pt idx="2009">
                  <c:v>123.58325978597</c:v>
                </c:pt>
                <c:pt idx="2010">
                  <c:v>123.592311096191</c:v>
                </c:pt>
                <c:pt idx="2011">
                  <c:v>123.601362406413</c:v>
                </c:pt>
                <c:pt idx="2012">
                  <c:v>123.610413716634</c:v>
                </c:pt>
                <c:pt idx="2013">
                  <c:v>123.619465026855</c:v>
                </c:pt>
                <c:pt idx="2014">
                  <c:v>123.628516337077</c:v>
                </c:pt>
                <c:pt idx="2015">
                  <c:v>123.637567647298</c:v>
                </c:pt>
                <c:pt idx="2016">
                  <c:v>123.646618957519</c:v>
                </c:pt>
                <c:pt idx="2017">
                  <c:v>123.655670267741</c:v>
                </c:pt>
                <c:pt idx="2018">
                  <c:v>123.664721577962</c:v>
                </c:pt>
                <c:pt idx="2019">
                  <c:v>123.673772888183</c:v>
                </c:pt>
                <c:pt idx="2020">
                  <c:v>123.682824198405</c:v>
                </c:pt>
                <c:pt idx="2021">
                  <c:v>123.691875508626</c:v>
                </c:pt>
                <c:pt idx="2022">
                  <c:v>123.70092681884699</c:v>
                </c:pt>
                <c:pt idx="2023">
                  <c:v>123.709978129069</c:v>
                </c:pt>
                <c:pt idx="2024">
                  <c:v>123.71902943929</c:v>
                </c:pt>
                <c:pt idx="2025">
                  <c:v>123.72808074951099</c:v>
                </c:pt>
                <c:pt idx="2026">
                  <c:v>123.737132059733</c:v>
                </c:pt>
                <c:pt idx="2027">
                  <c:v>123.746183369954</c:v>
                </c:pt>
                <c:pt idx="2028">
                  <c:v>123.755234680176</c:v>
                </c:pt>
                <c:pt idx="2029">
                  <c:v>123.764285990397</c:v>
                </c:pt>
                <c:pt idx="2030">
                  <c:v>123.773337300618</c:v>
                </c:pt>
                <c:pt idx="2031">
                  <c:v>123.78238861084</c:v>
                </c:pt>
                <c:pt idx="2032">
                  <c:v>123.791439921061</c:v>
                </c:pt>
                <c:pt idx="2033">
                  <c:v>123.800491231282</c:v>
                </c:pt>
                <c:pt idx="2034">
                  <c:v>123.809542541504</c:v>
                </c:pt>
                <c:pt idx="2035">
                  <c:v>123.818593851725</c:v>
                </c:pt>
                <c:pt idx="2036">
                  <c:v>123.82764516194599</c:v>
                </c:pt>
                <c:pt idx="2037">
                  <c:v>123.836696472168</c:v>
                </c:pt>
                <c:pt idx="2038">
                  <c:v>123.845747782389</c:v>
                </c:pt>
                <c:pt idx="2039">
                  <c:v>123.85479909260999</c:v>
                </c:pt>
                <c:pt idx="2040">
                  <c:v>123.863850402832</c:v>
                </c:pt>
                <c:pt idx="2041">
                  <c:v>123.872901713053</c:v>
                </c:pt>
                <c:pt idx="2042">
                  <c:v>123.881953023275</c:v>
                </c:pt>
                <c:pt idx="2043">
                  <c:v>123.891004333496</c:v>
                </c:pt>
                <c:pt idx="2044">
                  <c:v>123.900055643717</c:v>
                </c:pt>
                <c:pt idx="2045">
                  <c:v>123.909106953939</c:v>
                </c:pt>
                <c:pt idx="2046">
                  <c:v>123.91815826416</c:v>
                </c:pt>
                <c:pt idx="2047">
                  <c:v>123.927209574381</c:v>
                </c:pt>
                <c:pt idx="2048">
                  <c:v>123.936260884603</c:v>
                </c:pt>
                <c:pt idx="2049">
                  <c:v>123.945312194824</c:v>
                </c:pt>
                <c:pt idx="2050">
                  <c:v>123.954363505045</c:v>
                </c:pt>
                <c:pt idx="2051">
                  <c:v>123.963414815267</c:v>
                </c:pt>
                <c:pt idx="2052">
                  <c:v>123.972466125488</c:v>
                </c:pt>
                <c:pt idx="2053">
                  <c:v>123.98151743570899</c:v>
                </c:pt>
                <c:pt idx="2054">
                  <c:v>123.990568745931</c:v>
                </c:pt>
                <c:pt idx="2055">
                  <c:v>123.999620056152</c:v>
                </c:pt>
                <c:pt idx="2056">
                  <c:v>124.00867136637299</c:v>
                </c:pt>
                <c:pt idx="2057">
                  <c:v>124.017722676595</c:v>
                </c:pt>
                <c:pt idx="2058">
                  <c:v>124.026773986816</c:v>
                </c:pt>
                <c:pt idx="2059">
                  <c:v>124.035825297038</c:v>
                </c:pt>
                <c:pt idx="2060">
                  <c:v>124.044876607259</c:v>
                </c:pt>
                <c:pt idx="2061">
                  <c:v>124.05392791748</c:v>
                </c:pt>
                <c:pt idx="2062">
                  <c:v>124.062979227702</c:v>
                </c:pt>
                <c:pt idx="2063">
                  <c:v>124.072030537923</c:v>
                </c:pt>
                <c:pt idx="2064">
                  <c:v>124.081081848144</c:v>
                </c:pt>
                <c:pt idx="2065">
                  <c:v>124.090133158366</c:v>
                </c:pt>
                <c:pt idx="2066">
                  <c:v>124.099184468587</c:v>
                </c:pt>
                <c:pt idx="2067">
                  <c:v>124.10823577880799</c:v>
                </c:pt>
                <c:pt idx="2068">
                  <c:v>124.11728708903</c:v>
                </c:pt>
                <c:pt idx="2069">
                  <c:v>124.126338399251</c:v>
                </c:pt>
                <c:pt idx="2070">
                  <c:v>124.13538970947199</c:v>
                </c:pt>
                <c:pt idx="2071">
                  <c:v>124.144441019694</c:v>
                </c:pt>
                <c:pt idx="2072">
                  <c:v>124.153492329915</c:v>
                </c:pt>
                <c:pt idx="2073">
                  <c:v>124.16254364013599</c:v>
                </c:pt>
                <c:pt idx="2074">
                  <c:v>124.171594950358</c:v>
                </c:pt>
                <c:pt idx="2075">
                  <c:v>124.180646260579</c:v>
                </c:pt>
                <c:pt idx="2076">
                  <c:v>124.189697570801</c:v>
                </c:pt>
                <c:pt idx="2077">
                  <c:v>124.198748881022</c:v>
                </c:pt>
                <c:pt idx="2078">
                  <c:v>124.207800191243</c:v>
                </c:pt>
                <c:pt idx="2079">
                  <c:v>124.216851501465</c:v>
                </c:pt>
                <c:pt idx="2080">
                  <c:v>124.225902811686</c:v>
                </c:pt>
                <c:pt idx="2081">
                  <c:v>124.23495412190699</c:v>
                </c:pt>
                <c:pt idx="2082">
                  <c:v>124.244005432129</c:v>
                </c:pt>
                <c:pt idx="2083">
                  <c:v>124.25305674235</c:v>
                </c:pt>
                <c:pt idx="2084">
                  <c:v>124.26210805257099</c:v>
                </c:pt>
                <c:pt idx="2085">
                  <c:v>124.271159362793</c:v>
                </c:pt>
                <c:pt idx="2086">
                  <c:v>124.280210673014</c:v>
                </c:pt>
                <c:pt idx="2087">
                  <c:v>124.28926198323499</c:v>
                </c:pt>
                <c:pt idx="2088">
                  <c:v>124.298313293457</c:v>
                </c:pt>
                <c:pt idx="2089">
                  <c:v>124.307364603678</c:v>
                </c:pt>
                <c:pt idx="2090">
                  <c:v>124.31641591389899</c:v>
                </c:pt>
                <c:pt idx="2091">
                  <c:v>124.325467224121</c:v>
                </c:pt>
                <c:pt idx="2092">
                  <c:v>124.334518534342</c:v>
                </c:pt>
                <c:pt idx="2093">
                  <c:v>124.343569844564</c:v>
                </c:pt>
                <c:pt idx="2094">
                  <c:v>124.352621154785</c:v>
                </c:pt>
                <c:pt idx="2095">
                  <c:v>124.361672465006</c:v>
                </c:pt>
                <c:pt idx="2096">
                  <c:v>124.370723775228</c:v>
                </c:pt>
                <c:pt idx="2097">
                  <c:v>124.379775085449</c:v>
                </c:pt>
                <c:pt idx="2098">
                  <c:v>124.38882639566999</c:v>
                </c:pt>
                <c:pt idx="2099">
                  <c:v>124.397877705892</c:v>
                </c:pt>
                <c:pt idx="2100">
                  <c:v>124.406929016113</c:v>
                </c:pt>
                <c:pt idx="2101">
                  <c:v>124.414403686523</c:v>
                </c:pt>
                <c:pt idx="2102">
                  <c:v>124.42187835693299</c:v>
                </c:pt>
                <c:pt idx="2103">
                  <c:v>124.429353027343</c:v>
                </c:pt>
                <c:pt idx="2104">
                  <c:v>124.436827697754</c:v>
                </c:pt>
                <c:pt idx="2105">
                  <c:v>124.444302368164</c:v>
                </c:pt>
                <c:pt idx="2106">
                  <c:v>124.45177703857399</c:v>
                </c:pt>
                <c:pt idx="2107">
                  <c:v>124.459251708984</c:v>
                </c:pt>
                <c:pt idx="2108">
                  <c:v>124.466726379394</c:v>
                </c:pt>
                <c:pt idx="2109">
                  <c:v>124.47420104980399</c:v>
                </c:pt>
                <c:pt idx="2110">
                  <c:v>124.48167572021499</c:v>
                </c:pt>
                <c:pt idx="2111">
                  <c:v>124.489150390625</c:v>
                </c:pt>
                <c:pt idx="2112">
                  <c:v>124.496625061035</c:v>
                </c:pt>
                <c:pt idx="2113">
                  <c:v>124.504099731445</c:v>
                </c:pt>
                <c:pt idx="2114">
                  <c:v>124.511574401855</c:v>
                </c:pt>
                <c:pt idx="2115">
                  <c:v>124.51904907226501</c:v>
                </c:pt>
                <c:pt idx="2116">
                  <c:v>124.52652374267601</c:v>
                </c:pt>
                <c:pt idx="2117">
                  <c:v>124.533998413086</c:v>
                </c:pt>
                <c:pt idx="2118">
                  <c:v>124.541473083496</c:v>
                </c:pt>
                <c:pt idx="2119">
                  <c:v>124.54894775390601</c:v>
                </c:pt>
                <c:pt idx="2120">
                  <c:v>124.556422424316</c:v>
                </c:pt>
                <c:pt idx="2121">
                  <c:v>124.563897094726</c:v>
                </c:pt>
                <c:pt idx="2122">
                  <c:v>124.57137176513601</c:v>
                </c:pt>
                <c:pt idx="2123">
                  <c:v>124.57884643554701</c:v>
                </c:pt>
                <c:pt idx="2124">
                  <c:v>124.586321105957</c:v>
                </c:pt>
                <c:pt idx="2125">
                  <c:v>124.593795776367</c:v>
                </c:pt>
                <c:pt idx="2126">
                  <c:v>124.60127044677699</c:v>
                </c:pt>
                <c:pt idx="2127">
                  <c:v>124.608745117187</c:v>
                </c:pt>
                <c:pt idx="2128">
                  <c:v>124.616219787597</c:v>
                </c:pt>
                <c:pt idx="2129">
                  <c:v>124.623694458008</c:v>
                </c:pt>
                <c:pt idx="2130">
                  <c:v>124.63116912841799</c:v>
                </c:pt>
                <c:pt idx="2131">
                  <c:v>124.638643798828</c:v>
                </c:pt>
                <c:pt idx="2132">
                  <c:v>124.646118469238</c:v>
                </c:pt>
                <c:pt idx="2133">
                  <c:v>124.653593139648</c:v>
                </c:pt>
                <c:pt idx="2134">
                  <c:v>124.661067810058</c:v>
                </c:pt>
                <c:pt idx="2135">
                  <c:v>124.66854248046801</c:v>
                </c:pt>
                <c:pt idx="2136">
                  <c:v>124.67601715087901</c:v>
                </c:pt>
                <c:pt idx="2137">
                  <c:v>124.683491821289</c:v>
                </c:pt>
                <c:pt idx="2138">
                  <c:v>124.690966491699</c:v>
                </c:pt>
                <c:pt idx="2139">
                  <c:v>124.69844116210901</c:v>
                </c:pt>
                <c:pt idx="2140">
                  <c:v>124.705915832519</c:v>
                </c:pt>
                <c:pt idx="2141">
                  <c:v>124.713390502929</c:v>
                </c:pt>
                <c:pt idx="2142">
                  <c:v>124.72086517334</c:v>
                </c:pt>
                <c:pt idx="2143">
                  <c:v>124.72833984375001</c:v>
                </c:pt>
                <c:pt idx="2144">
                  <c:v>124.73581451416</c:v>
                </c:pt>
                <c:pt idx="2145">
                  <c:v>124.74328918457</c:v>
                </c:pt>
                <c:pt idx="2146">
                  <c:v>124.75076385497999</c:v>
                </c:pt>
                <c:pt idx="2147">
                  <c:v>124.75823852539</c:v>
                </c:pt>
                <c:pt idx="2148">
                  <c:v>124.765713195801</c:v>
                </c:pt>
                <c:pt idx="2149">
                  <c:v>124.773187866211</c:v>
                </c:pt>
                <c:pt idx="2150">
                  <c:v>124.78066253662099</c:v>
                </c:pt>
                <c:pt idx="2151">
                  <c:v>124.788137207031</c:v>
                </c:pt>
                <c:pt idx="2152">
                  <c:v>124.795611877441</c:v>
                </c:pt>
                <c:pt idx="2153">
                  <c:v>124.803086547851</c:v>
                </c:pt>
                <c:pt idx="2154">
                  <c:v>124.810561218261</c:v>
                </c:pt>
                <c:pt idx="2155">
                  <c:v>124.818035888672</c:v>
                </c:pt>
                <c:pt idx="2156">
                  <c:v>124.82551055908201</c:v>
                </c:pt>
                <c:pt idx="2157">
                  <c:v>124.832985229492</c:v>
                </c:pt>
                <c:pt idx="2158">
                  <c:v>124.840459899902</c:v>
                </c:pt>
                <c:pt idx="2159">
                  <c:v>124.84793457031201</c:v>
                </c:pt>
                <c:pt idx="2160">
                  <c:v>124.855409240722</c:v>
                </c:pt>
                <c:pt idx="2161">
                  <c:v>124.862883911133</c:v>
                </c:pt>
                <c:pt idx="2162">
                  <c:v>124.870358581543</c:v>
                </c:pt>
                <c:pt idx="2163">
                  <c:v>124.87783325195301</c:v>
                </c:pt>
                <c:pt idx="2164">
                  <c:v>124.885307922363</c:v>
                </c:pt>
                <c:pt idx="2165">
                  <c:v>124.892782592773</c:v>
                </c:pt>
                <c:pt idx="2166">
                  <c:v>124.90025726318299</c:v>
                </c:pt>
                <c:pt idx="2167">
                  <c:v>124.90773193359399</c:v>
                </c:pt>
                <c:pt idx="2168">
                  <c:v>124.915206604004</c:v>
                </c:pt>
                <c:pt idx="2169">
                  <c:v>124.922681274414</c:v>
                </c:pt>
                <c:pt idx="2170">
                  <c:v>124.93015594482399</c:v>
                </c:pt>
                <c:pt idx="2171">
                  <c:v>124.937630615234</c:v>
                </c:pt>
                <c:pt idx="2172">
                  <c:v>124.945105285644</c:v>
                </c:pt>
                <c:pt idx="2173">
                  <c:v>124.952579956054</c:v>
                </c:pt>
                <c:pt idx="2174">
                  <c:v>124.96005462646499</c:v>
                </c:pt>
                <c:pt idx="2175">
                  <c:v>124.967529296875</c:v>
                </c:pt>
                <c:pt idx="2176">
                  <c:v>124.97500396728501</c:v>
                </c:pt>
                <c:pt idx="2177">
                  <c:v>124.982478637695</c:v>
                </c:pt>
                <c:pt idx="2178">
                  <c:v>124.989953308105</c:v>
                </c:pt>
                <c:pt idx="2179">
                  <c:v>124.99742797851501</c:v>
                </c:pt>
                <c:pt idx="2180">
                  <c:v>125.00490264892601</c:v>
                </c:pt>
                <c:pt idx="2181">
                  <c:v>125.012377319336</c:v>
                </c:pt>
                <c:pt idx="2182">
                  <c:v>125.019851989746</c:v>
                </c:pt>
                <c:pt idx="2183">
                  <c:v>125.02732666015601</c:v>
                </c:pt>
                <c:pt idx="2184">
                  <c:v>125.034801330566</c:v>
                </c:pt>
                <c:pt idx="2185">
                  <c:v>125.042276000976</c:v>
                </c:pt>
                <c:pt idx="2186">
                  <c:v>125.04975067138599</c:v>
                </c:pt>
                <c:pt idx="2187">
                  <c:v>125.05722534179699</c:v>
                </c:pt>
                <c:pt idx="2188">
                  <c:v>125.064700012207</c:v>
                </c:pt>
                <c:pt idx="2189">
                  <c:v>125.072174682617</c:v>
                </c:pt>
                <c:pt idx="2190">
                  <c:v>125.07964935302699</c:v>
                </c:pt>
                <c:pt idx="2191">
                  <c:v>125.087124023437</c:v>
                </c:pt>
                <c:pt idx="2192">
                  <c:v>125.094598693847</c:v>
                </c:pt>
                <c:pt idx="2193">
                  <c:v>125.102073364258</c:v>
                </c:pt>
                <c:pt idx="2194">
                  <c:v>125.10954803466799</c:v>
                </c:pt>
                <c:pt idx="2195">
                  <c:v>125.117022705078</c:v>
                </c:pt>
                <c:pt idx="2196">
                  <c:v>125.124497375488</c:v>
                </c:pt>
                <c:pt idx="2197">
                  <c:v>125.131972045898</c:v>
                </c:pt>
                <c:pt idx="2198">
                  <c:v>125.139446716308</c:v>
                </c:pt>
                <c:pt idx="2199">
                  <c:v>125.146921386719</c:v>
                </c:pt>
                <c:pt idx="2200">
                  <c:v>125.15439605712901</c:v>
                </c:pt>
                <c:pt idx="2201">
                  <c:v>125.161870727539</c:v>
                </c:pt>
                <c:pt idx="2202">
                  <c:v>125.169345397949</c:v>
                </c:pt>
                <c:pt idx="2203">
                  <c:v>125.17682006835901</c:v>
                </c:pt>
                <c:pt idx="2204">
                  <c:v>125.184294738769</c:v>
                </c:pt>
                <c:pt idx="2205">
                  <c:v>125.191769409179</c:v>
                </c:pt>
                <c:pt idx="2206">
                  <c:v>125.19924407959</c:v>
                </c:pt>
                <c:pt idx="2207">
                  <c:v>125.20671874999999</c:v>
                </c:pt>
                <c:pt idx="2208">
                  <c:v>125.21419342041</c:v>
                </c:pt>
                <c:pt idx="2209">
                  <c:v>125.22166809082</c:v>
                </c:pt>
                <c:pt idx="2210">
                  <c:v>125.22914276122999</c:v>
                </c:pt>
                <c:pt idx="2211">
                  <c:v>125.23661743164</c:v>
                </c:pt>
                <c:pt idx="2212">
                  <c:v>125.244092102051</c:v>
                </c:pt>
                <c:pt idx="2213">
                  <c:v>125.251566772461</c:v>
                </c:pt>
                <c:pt idx="2214">
                  <c:v>125.25904144287099</c:v>
                </c:pt>
                <c:pt idx="2215">
                  <c:v>125.266516113281</c:v>
                </c:pt>
                <c:pt idx="2216">
                  <c:v>125.273990783691</c:v>
                </c:pt>
                <c:pt idx="2217">
                  <c:v>125.281465454101</c:v>
                </c:pt>
                <c:pt idx="2218">
                  <c:v>125.288940124511</c:v>
                </c:pt>
                <c:pt idx="2219">
                  <c:v>125.296414794922</c:v>
                </c:pt>
                <c:pt idx="2220">
                  <c:v>125.30388946533201</c:v>
                </c:pt>
                <c:pt idx="2221">
                  <c:v>125.311364135742</c:v>
                </c:pt>
                <c:pt idx="2222">
                  <c:v>125.318838806152</c:v>
                </c:pt>
                <c:pt idx="2223">
                  <c:v>125.32631347656201</c:v>
                </c:pt>
                <c:pt idx="2224">
                  <c:v>125.333788146972</c:v>
                </c:pt>
                <c:pt idx="2225">
                  <c:v>125.341262817383</c:v>
                </c:pt>
                <c:pt idx="2226">
                  <c:v>125.348737487793</c:v>
                </c:pt>
                <c:pt idx="2227">
                  <c:v>125.35621215820299</c:v>
                </c:pt>
                <c:pt idx="2228">
                  <c:v>125.363686828613</c:v>
                </c:pt>
                <c:pt idx="2229">
                  <c:v>125.371161499023</c:v>
                </c:pt>
                <c:pt idx="2230">
                  <c:v>125.37863616943299</c:v>
                </c:pt>
                <c:pt idx="2231">
                  <c:v>125.38611083984399</c:v>
                </c:pt>
                <c:pt idx="2232">
                  <c:v>125.393585510254</c:v>
                </c:pt>
                <c:pt idx="2233">
                  <c:v>125.401060180664</c:v>
                </c:pt>
                <c:pt idx="2234">
                  <c:v>125.40853485107399</c:v>
                </c:pt>
                <c:pt idx="2235">
                  <c:v>125.416009521484</c:v>
                </c:pt>
                <c:pt idx="2236">
                  <c:v>125.423484191894</c:v>
                </c:pt>
                <c:pt idx="2237">
                  <c:v>125.430958862304</c:v>
                </c:pt>
                <c:pt idx="2238">
                  <c:v>125.438433532715</c:v>
                </c:pt>
                <c:pt idx="2239">
                  <c:v>125.445908203125</c:v>
                </c:pt>
                <c:pt idx="2240">
                  <c:v>125.45338287353501</c:v>
                </c:pt>
                <c:pt idx="2241">
                  <c:v>125.460857543945</c:v>
                </c:pt>
                <c:pt idx="2242">
                  <c:v>125.468332214355</c:v>
                </c:pt>
                <c:pt idx="2243">
                  <c:v>125.47580688476501</c:v>
                </c:pt>
                <c:pt idx="2244">
                  <c:v>125.48328155517601</c:v>
                </c:pt>
                <c:pt idx="2245">
                  <c:v>125.490756225586</c:v>
                </c:pt>
                <c:pt idx="2246">
                  <c:v>125.498230895996</c:v>
                </c:pt>
                <c:pt idx="2247">
                  <c:v>125.50570556640599</c:v>
                </c:pt>
                <c:pt idx="2248">
                  <c:v>125.513180236816</c:v>
                </c:pt>
                <c:pt idx="2249">
                  <c:v>125.520654907226</c:v>
                </c:pt>
                <c:pt idx="2250">
                  <c:v>125.52812957763599</c:v>
                </c:pt>
                <c:pt idx="2251">
                  <c:v>125.53560424804699</c:v>
                </c:pt>
                <c:pt idx="2252">
                  <c:v>125.543078918457</c:v>
                </c:pt>
                <c:pt idx="2253">
                  <c:v>125.550553588867</c:v>
                </c:pt>
                <c:pt idx="2254">
                  <c:v>125.55802825927699</c:v>
                </c:pt>
                <c:pt idx="2255">
                  <c:v>125.565502929687</c:v>
                </c:pt>
                <c:pt idx="2256">
                  <c:v>125.572977600097</c:v>
                </c:pt>
                <c:pt idx="2257">
                  <c:v>125.580452270508</c:v>
                </c:pt>
                <c:pt idx="2258">
                  <c:v>125.587926940918</c:v>
                </c:pt>
                <c:pt idx="2259">
                  <c:v>125.595401611328</c:v>
                </c:pt>
                <c:pt idx="2260">
                  <c:v>125.60287628173801</c:v>
                </c:pt>
                <c:pt idx="2261">
                  <c:v>125.610350952148</c:v>
                </c:pt>
                <c:pt idx="2262">
                  <c:v>125.617825622558</c:v>
                </c:pt>
                <c:pt idx="2263">
                  <c:v>125.625300292969</c:v>
                </c:pt>
                <c:pt idx="2264">
                  <c:v>125.63277496337901</c:v>
                </c:pt>
                <c:pt idx="2265">
                  <c:v>125.640249633789</c:v>
                </c:pt>
                <c:pt idx="2266">
                  <c:v>125.647724304199</c:v>
                </c:pt>
                <c:pt idx="2267">
                  <c:v>125.65519897460899</c:v>
                </c:pt>
                <c:pt idx="2268">
                  <c:v>125.662673645019</c:v>
                </c:pt>
                <c:pt idx="2269">
                  <c:v>125.670148315429</c:v>
                </c:pt>
                <c:pt idx="2270">
                  <c:v>125.67762298584</c:v>
                </c:pt>
                <c:pt idx="2271">
                  <c:v>125.68509765624999</c:v>
                </c:pt>
                <c:pt idx="2272">
                  <c:v>125.69257232666</c:v>
                </c:pt>
                <c:pt idx="2273">
                  <c:v>125.70004699707</c:v>
                </c:pt>
                <c:pt idx="2274">
                  <c:v>125.70752166747999</c:v>
                </c:pt>
                <c:pt idx="2275">
                  <c:v>125.71499633789</c:v>
                </c:pt>
                <c:pt idx="2276">
                  <c:v>125.722471008301</c:v>
                </c:pt>
                <c:pt idx="2277">
                  <c:v>125.729945678711</c:v>
                </c:pt>
                <c:pt idx="2278">
                  <c:v>125.737420349121</c:v>
                </c:pt>
                <c:pt idx="2279">
                  <c:v>125.744895019531</c:v>
                </c:pt>
                <c:pt idx="2280">
                  <c:v>125.75236968994101</c:v>
                </c:pt>
                <c:pt idx="2281">
                  <c:v>125.759844360351</c:v>
                </c:pt>
                <c:pt idx="2282">
                  <c:v>125.767319030762</c:v>
                </c:pt>
                <c:pt idx="2283">
                  <c:v>125.774793701172</c:v>
                </c:pt>
                <c:pt idx="2284">
                  <c:v>125.78226837158201</c:v>
                </c:pt>
                <c:pt idx="2285">
                  <c:v>125.789743041992</c:v>
                </c:pt>
                <c:pt idx="2286">
                  <c:v>125.797217712402</c:v>
                </c:pt>
                <c:pt idx="2287">
                  <c:v>125.80469238281199</c:v>
                </c:pt>
                <c:pt idx="2288">
                  <c:v>125.812167053222</c:v>
                </c:pt>
                <c:pt idx="2289">
                  <c:v>125.819641723633</c:v>
                </c:pt>
                <c:pt idx="2290">
                  <c:v>125.827116394043</c:v>
                </c:pt>
                <c:pt idx="2291">
                  <c:v>125.83459106445299</c:v>
                </c:pt>
                <c:pt idx="2292">
                  <c:v>125.842065734863</c:v>
                </c:pt>
                <c:pt idx="2293">
                  <c:v>125.849540405273</c:v>
                </c:pt>
                <c:pt idx="2294">
                  <c:v>125.85701507568299</c:v>
                </c:pt>
                <c:pt idx="2295">
                  <c:v>125.86448974609399</c:v>
                </c:pt>
                <c:pt idx="2296">
                  <c:v>125.871964416504</c:v>
                </c:pt>
                <c:pt idx="2297">
                  <c:v>125.879439086914</c:v>
                </c:pt>
                <c:pt idx="2298">
                  <c:v>125.886913757324</c:v>
                </c:pt>
                <c:pt idx="2299">
                  <c:v>125.894388427734</c:v>
                </c:pt>
                <c:pt idx="2300">
                  <c:v>125.90186309814401</c:v>
                </c:pt>
                <c:pt idx="2301">
                  <c:v>125.909337768554</c:v>
                </c:pt>
                <c:pt idx="2302">
                  <c:v>125.916812438965</c:v>
                </c:pt>
                <c:pt idx="2303">
                  <c:v>125.924287109375</c:v>
                </c:pt>
                <c:pt idx="2304">
                  <c:v>125.93176177978501</c:v>
                </c:pt>
                <c:pt idx="2305">
                  <c:v>125.939236450195</c:v>
                </c:pt>
                <c:pt idx="2306">
                  <c:v>125.946711120605</c:v>
                </c:pt>
                <c:pt idx="2307">
                  <c:v>125.95418579101499</c:v>
                </c:pt>
                <c:pt idx="2308">
                  <c:v>125.96166046142601</c:v>
                </c:pt>
                <c:pt idx="2309">
                  <c:v>125.969135131836</c:v>
                </c:pt>
                <c:pt idx="2310">
                  <c:v>125.976609802246</c:v>
                </c:pt>
                <c:pt idx="2311">
                  <c:v>125.98408447265599</c:v>
                </c:pt>
                <c:pt idx="2312">
                  <c:v>125.991559143066</c:v>
                </c:pt>
                <c:pt idx="2313">
                  <c:v>125.999033813476</c:v>
                </c:pt>
                <c:pt idx="2314">
                  <c:v>126.006508483887</c:v>
                </c:pt>
                <c:pt idx="2315">
                  <c:v>126.01398315429699</c:v>
                </c:pt>
                <c:pt idx="2316">
                  <c:v>126.021457824707</c:v>
                </c:pt>
                <c:pt idx="2317">
                  <c:v>126.028932495117</c:v>
                </c:pt>
                <c:pt idx="2318">
                  <c:v>126.036407165527</c:v>
                </c:pt>
                <c:pt idx="2319">
                  <c:v>126.043881835937</c:v>
                </c:pt>
                <c:pt idx="2320">
                  <c:v>126.05135650634701</c:v>
                </c:pt>
                <c:pt idx="2321">
                  <c:v>126.05883117675801</c:v>
                </c:pt>
                <c:pt idx="2322">
                  <c:v>126.066305847168</c:v>
                </c:pt>
                <c:pt idx="2323">
                  <c:v>126.073780517578</c:v>
                </c:pt>
                <c:pt idx="2324">
                  <c:v>126.08125518798801</c:v>
                </c:pt>
                <c:pt idx="2325">
                  <c:v>126.088729858398</c:v>
                </c:pt>
                <c:pt idx="2326">
                  <c:v>126.096204528808</c:v>
                </c:pt>
                <c:pt idx="2327">
                  <c:v>126.103679199219</c:v>
                </c:pt>
                <c:pt idx="2328">
                  <c:v>126.11115386962901</c:v>
                </c:pt>
                <c:pt idx="2329">
                  <c:v>126.118628540039</c:v>
                </c:pt>
                <c:pt idx="2330">
                  <c:v>126.126103210449</c:v>
                </c:pt>
                <c:pt idx="2331">
                  <c:v>126.13357788085899</c:v>
                </c:pt>
                <c:pt idx="2332">
                  <c:v>126.141052551269</c:v>
                </c:pt>
                <c:pt idx="2333">
                  <c:v>126.14852722168</c:v>
                </c:pt>
                <c:pt idx="2334">
                  <c:v>126.15600189209</c:v>
                </c:pt>
                <c:pt idx="2335">
                  <c:v>126.16347656249999</c:v>
                </c:pt>
                <c:pt idx="2336">
                  <c:v>126.17095123291</c:v>
                </c:pt>
                <c:pt idx="2337">
                  <c:v>126.17842590332</c:v>
                </c:pt>
                <c:pt idx="2338">
                  <c:v>126.18590057373</c:v>
                </c:pt>
                <c:pt idx="2339">
                  <c:v>126.19337524414</c:v>
                </c:pt>
                <c:pt idx="2340">
                  <c:v>126.200849914551</c:v>
                </c:pt>
                <c:pt idx="2341">
                  <c:v>126.20832458496101</c:v>
                </c:pt>
                <c:pt idx="2342">
                  <c:v>126.215799255371</c:v>
                </c:pt>
                <c:pt idx="2343">
                  <c:v>126.223273925781</c:v>
                </c:pt>
                <c:pt idx="2344">
                  <c:v>126.23074859619101</c:v>
                </c:pt>
                <c:pt idx="2345">
                  <c:v>126.238223266601</c:v>
                </c:pt>
                <c:pt idx="2346">
                  <c:v>126.245697937012</c:v>
                </c:pt>
                <c:pt idx="2347">
                  <c:v>126.253172607422</c:v>
                </c:pt>
                <c:pt idx="2348">
                  <c:v>126.26064727783201</c:v>
                </c:pt>
                <c:pt idx="2349">
                  <c:v>126.268121948242</c:v>
                </c:pt>
                <c:pt idx="2350">
                  <c:v>126.275596618652</c:v>
                </c:pt>
                <c:pt idx="2351">
                  <c:v>126.28307128906199</c:v>
                </c:pt>
                <c:pt idx="2352">
                  <c:v>126.290545959472</c:v>
                </c:pt>
                <c:pt idx="2353">
                  <c:v>126.298020629883</c:v>
                </c:pt>
                <c:pt idx="2354">
                  <c:v>126.305495300293</c:v>
                </c:pt>
                <c:pt idx="2355">
                  <c:v>126.31296997070299</c:v>
                </c:pt>
                <c:pt idx="2356">
                  <c:v>126.320444641113</c:v>
                </c:pt>
                <c:pt idx="2357">
                  <c:v>126.327919311523</c:v>
                </c:pt>
                <c:pt idx="2358">
                  <c:v>126.335393981933</c:v>
                </c:pt>
                <c:pt idx="2359">
                  <c:v>126.34286865234399</c:v>
                </c:pt>
                <c:pt idx="2360">
                  <c:v>126.350343322754</c:v>
                </c:pt>
                <c:pt idx="2361">
                  <c:v>126.35781799316401</c:v>
                </c:pt>
                <c:pt idx="2362">
                  <c:v>126.365292663574</c:v>
                </c:pt>
                <c:pt idx="2363">
                  <c:v>126.372767333984</c:v>
                </c:pt>
                <c:pt idx="2364">
                  <c:v>126.38024200439401</c:v>
                </c:pt>
                <c:pt idx="2365">
                  <c:v>126.38771667480501</c:v>
                </c:pt>
                <c:pt idx="2366">
                  <c:v>126.395191345215</c:v>
                </c:pt>
                <c:pt idx="2367">
                  <c:v>126.402666015625</c:v>
                </c:pt>
                <c:pt idx="2368">
                  <c:v>126.41014068603501</c:v>
                </c:pt>
                <c:pt idx="2369">
                  <c:v>126.417615356445</c:v>
                </c:pt>
                <c:pt idx="2370">
                  <c:v>126.425090026855</c:v>
                </c:pt>
                <c:pt idx="2371">
                  <c:v>126.43256469726499</c:v>
                </c:pt>
                <c:pt idx="2372">
                  <c:v>126.44003936767599</c:v>
                </c:pt>
                <c:pt idx="2373">
                  <c:v>126.447514038086</c:v>
                </c:pt>
                <c:pt idx="2374">
                  <c:v>126.454988708496</c:v>
                </c:pt>
                <c:pt idx="2375">
                  <c:v>126.46246337890599</c:v>
                </c:pt>
                <c:pt idx="2376">
                  <c:v>126.469938049316</c:v>
                </c:pt>
                <c:pt idx="2377">
                  <c:v>126.477412719726</c:v>
                </c:pt>
                <c:pt idx="2378">
                  <c:v>126.484887390137</c:v>
                </c:pt>
                <c:pt idx="2379">
                  <c:v>126.49236206054699</c:v>
                </c:pt>
                <c:pt idx="2380">
                  <c:v>126.499836730957</c:v>
                </c:pt>
                <c:pt idx="2381">
                  <c:v>126.50731140136701</c:v>
                </c:pt>
                <c:pt idx="2382">
                  <c:v>126.514786071777</c:v>
                </c:pt>
                <c:pt idx="2383">
                  <c:v>126.522260742187</c:v>
                </c:pt>
                <c:pt idx="2384">
                  <c:v>126.52973541259701</c:v>
                </c:pt>
                <c:pt idx="2385">
                  <c:v>126.53721008300801</c:v>
                </c:pt>
                <c:pt idx="2386">
                  <c:v>126.544684753418</c:v>
                </c:pt>
                <c:pt idx="2387">
                  <c:v>126.552159423828</c:v>
                </c:pt>
                <c:pt idx="2388">
                  <c:v>126.55963409423801</c:v>
                </c:pt>
                <c:pt idx="2389">
                  <c:v>126.567108764648</c:v>
                </c:pt>
                <c:pt idx="2390">
                  <c:v>126.574583435058</c:v>
                </c:pt>
                <c:pt idx="2391">
                  <c:v>126.582058105469</c:v>
                </c:pt>
                <c:pt idx="2392">
                  <c:v>126.58953277587899</c:v>
                </c:pt>
                <c:pt idx="2393">
                  <c:v>126.597007446289</c:v>
                </c:pt>
                <c:pt idx="2394">
                  <c:v>126.604482116699</c:v>
                </c:pt>
                <c:pt idx="2395">
                  <c:v>126.61195678710899</c:v>
                </c:pt>
                <c:pt idx="2396">
                  <c:v>126.619431457519</c:v>
                </c:pt>
                <c:pt idx="2397">
                  <c:v>126.62690612793</c:v>
                </c:pt>
                <c:pt idx="2398">
                  <c:v>126.63438079834</c:v>
                </c:pt>
                <c:pt idx="2399">
                  <c:v>126.64185546874999</c:v>
                </c:pt>
                <c:pt idx="2400">
                  <c:v>126.64933013916</c:v>
                </c:pt>
                <c:pt idx="2401">
                  <c:v>126.655534235636</c:v>
                </c:pt>
                <c:pt idx="2402">
                  <c:v>126.66173833211199</c:v>
                </c:pt>
                <c:pt idx="2403">
                  <c:v>126.667942428589</c:v>
                </c:pt>
                <c:pt idx="2404">
                  <c:v>126.674146525065</c:v>
                </c:pt>
                <c:pt idx="2405">
                  <c:v>126.680350621541</c:v>
                </c:pt>
                <c:pt idx="2406">
                  <c:v>126.68655471801701</c:v>
                </c:pt>
                <c:pt idx="2407">
                  <c:v>126.692758814494</c:v>
                </c:pt>
                <c:pt idx="2408">
                  <c:v>126.69896291097</c:v>
                </c:pt>
                <c:pt idx="2409">
                  <c:v>126.70516700744599</c:v>
                </c:pt>
                <c:pt idx="2410">
                  <c:v>126.711371103922</c:v>
                </c:pt>
                <c:pt idx="2411">
                  <c:v>126.717575200399</c:v>
                </c:pt>
                <c:pt idx="2412">
                  <c:v>126.72377929687499</c:v>
                </c:pt>
                <c:pt idx="2413">
                  <c:v>126.72998339335101</c:v>
                </c:pt>
                <c:pt idx="2414">
                  <c:v>126.736187489827</c:v>
                </c:pt>
                <c:pt idx="2415">
                  <c:v>126.742391586304</c:v>
                </c:pt>
                <c:pt idx="2416">
                  <c:v>126.74859568278001</c:v>
                </c:pt>
                <c:pt idx="2417">
                  <c:v>126.754799779256</c:v>
                </c:pt>
                <c:pt idx="2418">
                  <c:v>126.761003875732</c:v>
                </c:pt>
                <c:pt idx="2419">
                  <c:v>126.76720797220899</c:v>
                </c:pt>
                <c:pt idx="2420">
                  <c:v>126.773412068685</c:v>
                </c:pt>
                <c:pt idx="2421">
                  <c:v>126.779616165161</c:v>
                </c:pt>
                <c:pt idx="2422">
                  <c:v>126.785820261637</c:v>
                </c:pt>
                <c:pt idx="2423">
                  <c:v>126.792024358113</c:v>
                </c:pt>
                <c:pt idx="2424">
                  <c:v>126.79822845459</c:v>
                </c:pt>
                <c:pt idx="2425">
                  <c:v>126.804432551066</c:v>
                </c:pt>
                <c:pt idx="2426">
                  <c:v>126.810636647542</c:v>
                </c:pt>
                <c:pt idx="2427">
                  <c:v>126.81684074401799</c:v>
                </c:pt>
                <c:pt idx="2428">
                  <c:v>126.823044840495</c:v>
                </c:pt>
                <c:pt idx="2429">
                  <c:v>126.829248936971</c:v>
                </c:pt>
                <c:pt idx="2430">
                  <c:v>126.835453033447</c:v>
                </c:pt>
                <c:pt idx="2431">
                  <c:v>126.84165712992299</c:v>
                </c:pt>
                <c:pt idx="2432">
                  <c:v>126.8478612264</c:v>
                </c:pt>
                <c:pt idx="2433">
                  <c:v>126.854065322876</c:v>
                </c:pt>
                <c:pt idx="2434">
                  <c:v>126.86026941935199</c:v>
                </c:pt>
                <c:pt idx="2435">
                  <c:v>126.86647351582801</c:v>
                </c:pt>
                <c:pt idx="2436">
                  <c:v>126.872677612305</c:v>
                </c:pt>
                <c:pt idx="2437">
                  <c:v>126.87888170878099</c:v>
                </c:pt>
                <c:pt idx="2438">
                  <c:v>126.88508580525701</c:v>
                </c:pt>
                <c:pt idx="2439">
                  <c:v>126.891289901733</c:v>
                </c:pt>
                <c:pt idx="2440">
                  <c:v>126.897493998209</c:v>
                </c:pt>
                <c:pt idx="2441">
                  <c:v>126.90369809468601</c:v>
                </c:pt>
                <c:pt idx="2442">
                  <c:v>126.909902191162</c:v>
                </c:pt>
                <c:pt idx="2443">
                  <c:v>126.916106287638</c:v>
                </c:pt>
                <c:pt idx="2444">
                  <c:v>126.922310384114</c:v>
                </c:pt>
                <c:pt idx="2445">
                  <c:v>126.92851448059101</c:v>
                </c:pt>
                <c:pt idx="2446">
                  <c:v>126.934718577067</c:v>
                </c:pt>
                <c:pt idx="2447">
                  <c:v>126.940922673543</c:v>
                </c:pt>
                <c:pt idx="2448">
                  <c:v>126.947126770019</c:v>
                </c:pt>
                <c:pt idx="2449">
                  <c:v>126.953330866496</c:v>
                </c:pt>
                <c:pt idx="2450">
                  <c:v>126.959534962972</c:v>
                </c:pt>
                <c:pt idx="2451">
                  <c:v>126.965739059448</c:v>
                </c:pt>
                <c:pt idx="2452">
                  <c:v>126.971943155924</c:v>
                </c:pt>
                <c:pt idx="2453">
                  <c:v>126.978147252401</c:v>
                </c:pt>
                <c:pt idx="2454">
                  <c:v>126.984351348877</c:v>
                </c:pt>
                <c:pt idx="2455">
                  <c:v>126.990555445353</c:v>
                </c:pt>
                <c:pt idx="2456">
                  <c:v>126.99675954182899</c:v>
                </c:pt>
                <c:pt idx="2457">
                  <c:v>127.002963638305</c:v>
                </c:pt>
                <c:pt idx="2458">
                  <c:v>127.009167734782</c:v>
                </c:pt>
                <c:pt idx="2459">
                  <c:v>127.01537183125799</c:v>
                </c:pt>
                <c:pt idx="2460">
                  <c:v>127.02157592773401</c:v>
                </c:pt>
                <c:pt idx="2461">
                  <c:v>127.02778002421</c:v>
                </c:pt>
                <c:pt idx="2462">
                  <c:v>127.03398412068699</c:v>
                </c:pt>
                <c:pt idx="2463">
                  <c:v>127.04018821716301</c:v>
                </c:pt>
                <c:pt idx="2464">
                  <c:v>127.046392313639</c:v>
                </c:pt>
                <c:pt idx="2465">
                  <c:v>127.052596410115</c:v>
                </c:pt>
                <c:pt idx="2466">
                  <c:v>127.05880050659199</c:v>
                </c:pt>
                <c:pt idx="2467">
                  <c:v>127.065004603068</c:v>
                </c:pt>
                <c:pt idx="2468">
                  <c:v>127.071208699544</c:v>
                </c:pt>
                <c:pt idx="2469">
                  <c:v>127.07741279602</c:v>
                </c:pt>
                <c:pt idx="2470">
                  <c:v>127.08361689249701</c:v>
                </c:pt>
                <c:pt idx="2471">
                  <c:v>127.089820988973</c:v>
                </c:pt>
                <c:pt idx="2472">
                  <c:v>127.096025085449</c:v>
                </c:pt>
                <c:pt idx="2473">
                  <c:v>127.102229181925</c:v>
                </c:pt>
                <c:pt idx="2474">
                  <c:v>127.108433278402</c:v>
                </c:pt>
                <c:pt idx="2475">
                  <c:v>127.114637374878</c:v>
                </c:pt>
                <c:pt idx="2476">
                  <c:v>127.120841471354</c:v>
                </c:pt>
                <c:pt idx="2477">
                  <c:v>127.12704556783</c:v>
                </c:pt>
                <c:pt idx="2478">
                  <c:v>127.13324966430601</c:v>
                </c:pt>
                <c:pt idx="2479">
                  <c:v>127.139453760783</c:v>
                </c:pt>
                <c:pt idx="2480">
                  <c:v>127.145657857259</c:v>
                </c:pt>
                <c:pt idx="2481">
                  <c:v>127.15186195373499</c:v>
                </c:pt>
                <c:pt idx="2482">
                  <c:v>127.158066050211</c:v>
                </c:pt>
                <c:pt idx="2483">
                  <c:v>127.164270146688</c:v>
                </c:pt>
                <c:pt idx="2484">
                  <c:v>127.17047424316399</c:v>
                </c:pt>
                <c:pt idx="2485">
                  <c:v>127.17667833964001</c:v>
                </c:pt>
                <c:pt idx="2486">
                  <c:v>127.182882436116</c:v>
                </c:pt>
                <c:pt idx="2487">
                  <c:v>127.189086532593</c:v>
                </c:pt>
                <c:pt idx="2488">
                  <c:v>127.19529062906901</c:v>
                </c:pt>
                <c:pt idx="2489">
                  <c:v>127.201494725545</c:v>
                </c:pt>
                <c:pt idx="2490">
                  <c:v>127.207698822021</c:v>
                </c:pt>
                <c:pt idx="2491">
                  <c:v>127.21390291849799</c:v>
                </c:pt>
                <c:pt idx="2492">
                  <c:v>127.220107014974</c:v>
                </c:pt>
                <c:pt idx="2493">
                  <c:v>127.22631111145</c:v>
                </c:pt>
                <c:pt idx="2494">
                  <c:v>127.232515207926</c:v>
                </c:pt>
                <c:pt idx="2495">
                  <c:v>127.238719304402</c:v>
                </c:pt>
                <c:pt idx="2496">
                  <c:v>127.244923400879</c:v>
                </c:pt>
                <c:pt idx="2497">
                  <c:v>127.251127497355</c:v>
                </c:pt>
                <c:pt idx="2498">
                  <c:v>127.257331593831</c:v>
                </c:pt>
                <c:pt idx="2499">
                  <c:v>127.26353569030699</c:v>
                </c:pt>
                <c:pt idx="2500">
                  <c:v>127.269739786784</c:v>
                </c:pt>
                <c:pt idx="2501">
                  <c:v>127.27594388326</c:v>
                </c:pt>
                <c:pt idx="2502">
                  <c:v>127.282147979736</c:v>
                </c:pt>
                <c:pt idx="2503">
                  <c:v>127.28835207621201</c:v>
                </c:pt>
                <c:pt idx="2504">
                  <c:v>127.294556172689</c:v>
                </c:pt>
                <c:pt idx="2505">
                  <c:v>127.300760269165</c:v>
                </c:pt>
                <c:pt idx="2506">
                  <c:v>127.30696436564099</c:v>
                </c:pt>
                <c:pt idx="2507">
                  <c:v>127.31316846211701</c:v>
                </c:pt>
                <c:pt idx="2508">
                  <c:v>127.319372558594</c:v>
                </c:pt>
                <c:pt idx="2509">
                  <c:v>127.32557665506999</c:v>
                </c:pt>
                <c:pt idx="2510">
                  <c:v>127.33178075154601</c:v>
                </c:pt>
                <c:pt idx="2511">
                  <c:v>127.337984848022</c:v>
                </c:pt>
                <c:pt idx="2512">
                  <c:v>127.344188944498</c:v>
                </c:pt>
                <c:pt idx="2513">
                  <c:v>127.35039304097501</c:v>
                </c:pt>
                <c:pt idx="2514">
                  <c:v>127.356597137451</c:v>
                </c:pt>
                <c:pt idx="2515">
                  <c:v>127.362801233927</c:v>
                </c:pt>
                <c:pt idx="2516">
                  <c:v>127.369005330403</c:v>
                </c:pt>
                <c:pt idx="2517">
                  <c:v>127.37520942688001</c:v>
                </c:pt>
                <c:pt idx="2518">
                  <c:v>127.381413523356</c:v>
                </c:pt>
                <c:pt idx="2519">
                  <c:v>127.387617619832</c:v>
                </c:pt>
                <c:pt idx="2520">
                  <c:v>127.393821716308</c:v>
                </c:pt>
                <c:pt idx="2521">
                  <c:v>127.400025812785</c:v>
                </c:pt>
                <c:pt idx="2522">
                  <c:v>127.406229909261</c:v>
                </c:pt>
                <c:pt idx="2523">
                  <c:v>127.412434005737</c:v>
                </c:pt>
                <c:pt idx="2524">
                  <c:v>127.418638102213</c:v>
                </c:pt>
                <c:pt idx="2525">
                  <c:v>127.42484219869</c:v>
                </c:pt>
                <c:pt idx="2526">
                  <c:v>127.431046295166</c:v>
                </c:pt>
                <c:pt idx="2527">
                  <c:v>127.437250391642</c:v>
                </c:pt>
                <c:pt idx="2528">
                  <c:v>127.44345448811799</c:v>
                </c:pt>
                <c:pt idx="2529">
                  <c:v>127.449658584595</c:v>
                </c:pt>
                <c:pt idx="2530">
                  <c:v>127.455862681071</c:v>
                </c:pt>
                <c:pt idx="2531">
                  <c:v>127.46206677754699</c:v>
                </c:pt>
                <c:pt idx="2532">
                  <c:v>127.46827087402301</c:v>
                </c:pt>
                <c:pt idx="2533">
                  <c:v>127.474474970499</c:v>
                </c:pt>
                <c:pt idx="2534">
                  <c:v>127.48067906697599</c:v>
                </c:pt>
                <c:pt idx="2535">
                  <c:v>127.48688316345201</c:v>
                </c:pt>
                <c:pt idx="2536">
                  <c:v>127.493087259928</c:v>
                </c:pt>
                <c:pt idx="2537">
                  <c:v>127.499291356404</c:v>
                </c:pt>
                <c:pt idx="2538">
                  <c:v>127.50549545288099</c:v>
                </c:pt>
                <c:pt idx="2539">
                  <c:v>127.511699549357</c:v>
                </c:pt>
                <c:pt idx="2540">
                  <c:v>127.517903645833</c:v>
                </c:pt>
                <c:pt idx="2541">
                  <c:v>127.524107742309</c:v>
                </c:pt>
                <c:pt idx="2542">
                  <c:v>127.53031183878601</c:v>
                </c:pt>
                <c:pt idx="2543">
                  <c:v>127.536515935262</c:v>
                </c:pt>
                <c:pt idx="2544">
                  <c:v>127.542720031738</c:v>
                </c:pt>
                <c:pt idx="2545">
                  <c:v>127.548924128214</c:v>
                </c:pt>
                <c:pt idx="2546">
                  <c:v>127.555128224691</c:v>
                </c:pt>
                <c:pt idx="2547">
                  <c:v>127.561332321167</c:v>
                </c:pt>
                <c:pt idx="2548">
                  <c:v>127.567536417643</c:v>
                </c:pt>
                <c:pt idx="2549">
                  <c:v>127.573740514119</c:v>
                </c:pt>
                <c:pt idx="2550">
                  <c:v>127.579944610596</c:v>
                </c:pt>
                <c:pt idx="2551">
                  <c:v>127.586148707072</c:v>
                </c:pt>
                <c:pt idx="2552">
                  <c:v>127.592352803548</c:v>
                </c:pt>
                <c:pt idx="2553">
                  <c:v>127.59855690002399</c:v>
                </c:pt>
                <c:pt idx="2554">
                  <c:v>127.6047609965</c:v>
                </c:pt>
                <c:pt idx="2555">
                  <c:v>127.610965092977</c:v>
                </c:pt>
                <c:pt idx="2556">
                  <c:v>127.61716918945299</c:v>
                </c:pt>
                <c:pt idx="2557">
                  <c:v>127.62337328592901</c:v>
                </c:pt>
                <c:pt idx="2558">
                  <c:v>127.629577382405</c:v>
                </c:pt>
                <c:pt idx="2559">
                  <c:v>127.635781478882</c:v>
                </c:pt>
                <c:pt idx="2560">
                  <c:v>127.64198557535801</c:v>
                </c:pt>
                <c:pt idx="2561">
                  <c:v>127.648189671834</c:v>
                </c:pt>
                <c:pt idx="2562">
                  <c:v>127.65439376831</c:v>
                </c:pt>
                <c:pt idx="2563">
                  <c:v>127.66059786478699</c:v>
                </c:pt>
                <c:pt idx="2564">
                  <c:v>127.666801961263</c:v>
                </c:pt>
                <c:pt idx="2565">
                  <c:v>127.673006057739</c:v>
                </c:pt>
                <c:pt idx="2566">
                  <c:v>127.679210154215</c:v>
                </c:pt>
                <c:pt idx="2567">
                  <c:v>127.68541425069201</c:v>
                </c:pt>
                <c:pt idx="2568">
                  <c:v>127.691618347168</c:v>
                </c:pt>
                <c:pt idx="2569">
                  <c:v>127.697822443644</c:v>
                </c:pt>
                <c:pt idx="2570">
                  <c:v>127.70402654012</c:v>
                </c:pt>
                <c:pt idx="2571">
                  <c:v>127.71023063659599</c:v>
                </c:pt>
                <c:pt idx="2572">
                  <c:v>127.716434733073</c:v>
                </c:pt>
                <c:pt idx="2573">
                  <c:v>127.722638829549</c:v>
                </c:pt>
                <c:pt idx="2574">
                  <c:v>127.728842926025</c:v>
                </c:pt>
                <c:pt idx="2575">
                  <c:v>127.73504702250101</c:v>
                </c:pt>
                <c:pt idx="2576">
                  <c:v>127.741251118978</c:v>
                </c:pt>
                <c:pt idx="2577">
                  <c:v>127.747455215454</c:v>
                </c:pt>
                <c:pt idx="2578">
                  <c:v>127.75365931192999</c:v>
                </c:pt>
                <c:pt idx="2579">
                  <c:v>127.75986340840601</c:v>
                </c:pt>
                <c:pt idx="2580">
                  <c:v>127.766067504883</c:v>
                </c:pt>
                <c:pt idx="2581">
                  <c:v>127.77227160135899</c:v>
                </c:pt>
                <c:pt idx="2582">
                  <c:v>127.77847569783501</c:v>
                </c:pt>
                <c:pt idx="2583">
                  <c:v>127.784679794311</c:v>
                </c:pt>
                <c:pt idx="2584">
                  <c:v>127.790883890788</c:v>
                </c:pt>
                <c:pt idx="2585">
                  <c:v>127.79708798726401</c:v>
                </c:pt>
                <c:pt idx="2586">
                  <c:v>127.80329208374</c:v>
                </c:pt>
                <c:pt idx="2587">
                  <c:v>127.809496180216</c:v>
                </c:pt>
                <c:pt idx="2588">
                  <c:v>127.81570027669299</c:v>
                </c:pt>
                <c:pt idx="2589">
                  <c:v>127.821904373169</c:v>
                </c:pt>
                <c:pt idx="2590">
                  <c:v>127.828108469645</c:v>
                </c:pt>
                <c:pt idx="2591">
                  <c:v>127.834312566121</c:v>
                </c:pt>
                <c:pt idx="2592">
                  <c:v>127.840516662597</c:v>
                </c:pt>
                <c:pt idx="2593">
                  <c:v>127.846720759074</c:v>
                </c:pt>
                <c:pt idx="2594">
                  <c:v>127.85292485555</c:v>
                </c:pt>
                <c:pt idx="2595">
                  <c:v>127.859128952026</c:v>
                </c:pt>
                <c:pt idx="2596">
                  <c:v>127.86533304850199</c:v>
                </c:pt>
                <c:pt idx="2597">
                  <c:v>127.871537144979</c:v>
                </c:pt>
                <c:pt idx="2598">
                  <c:v>127.877741241455</c:v>
                </c:pt>
                <c:pt idx="2599">
                  <c:v>127.883945337931</c:v>
                </c:pt>
                <c:pt idx="2600">
                  <c:v>127.89014943440699</c:v>
                </c:pt>
                <c:pt idx="2601">
                  <c:v>127.896353530884</c:v>
                </c:pt>
                <c:pt idx="2602">
                  <c:v>127.90255762736</c:v>
                </c:pt>
                <c:pt idx="2603">
                  <c:v>127.90876172383599</c:v>
                </c:pt>
                <c:pt idx="2604">
                  <c:v>127.91496582031201</c:v>
                </c:pt>
                <c:pt idx="2605">
                  <c:v>127.921169916789</c:v>
                </c:pt>
                <c:pt idx="2606">
                  <c:v>127.92737401326499</c:v>
                </c:pt>
                <c:pt idx="2607">
                  <c:v>127.93357810974101</c:v>
                </c:pt>
                <c:pt idx="2608">
                  <c:v>127.939782206217</c:v>
                </c:pt>
                <c:pt idx="2609">
                  <c:v>127.945986302693</c:v>
                </c:pt>
                <c:pt idx="2610">
                  <c:v>127.95219039916999</c:v>
                </c:pt>
                <c:pt idx="2611">
                  <c:v>127.958394495646</c:v>
                </c:pt>
                <c:pt idx="2612">
                  <c:v>127.964598592122</c:v>
                </c:pt>
                <c:pt idx="2613">
                  <c:v>127.970802688598</c:v>
                </c:pt>
                <c:pt idx="2614">
                  <c:v>127.97700678507501</c:v>
                </c:pt>
                <c:pt idx="2615">
                  <c:v>127.983210881551</c:v>
                </c:pt>
                <c:pt idx="2616">
                  <c:v>127.989414978027</c:v>
                </c:pt>
                <c:pt idx="2617">
                  <c:v>127.995619074503</c:v>
                </c:pt>
                <c:pt idx="2618">
                  <c:v>128.00182317098</c:v>
                </c:pt>
                <c:pt idx="2619">
                  <c:v>128.00802726745599</c:v>
                </c:pt>
                <c:pt idx="2620">
                  <c:v>128.014231363932</c:v>
                </c:pt>
                <c:pt idx="2621">
                  <c:v>128.02043546040801</c:v>
                </c:pt>
                <c:pt idx="2622">
                  <c:v>128.02663955688499</c:v>
                </c:pt>
                <c:pt idx="2623">
                  <c:v>128.032843653361</c:v>
                </c:pt>
                <c:pt idx="2624">
                  <c:v>128.03904774983701</c:v>
                </c:pt>
                <c:pt idx="2625">
                  <c:v>128.04525184631299</c:v>
                </c:pt>
                <c:pt idx="2626">
                  <c:v>128.05145594279</c:v>
                </c:pt>
                <c:pt idx="2627">
                  <c:v>128.05766003926601</c:v>
                </c:pt>
                <c:pt idx="2628">
                  <c:v>128.06386413574199</c:v>
                </c:pt>
                <c:pt idx="2629">
                  <c:v>128.07006823221801</c:v>
                </c:pt>
                <c:pt idx="2630">
                  <c:v>128.07627232869399</c:v>
                </c:pt>
                <c:pt idx="2631">
                  <c:v>128.082476425171</c:v>
                </c:pt>
                <c:pt idx="2632">
                  <c:v>128.08868052164701</c:v>
                </c:pt>
                <c:pt idx="2633">
                  <c:v>128.09488461812299</c:v>
                </c:pt>
                <c:pt idx="2634">
                  <c:v>128.101088714599</c:v>
                </c:pt>
                <c:pt idx="2635">
                  <c:v>128.10729281107601</c:v>
                </c:pt>
                <c:pt idx="2636">
                  <c:v>128.11349690755199</c:v>
                </c:pt>
                <c:pt idx="2637">
                  <c:v>128.119701004028</c:v>
                </c:pt>
                <c:pt idx="2638">
                  <c:v>128.12590510050401</c:v>
                </c:pt>
                <c:pt idx="2639">
                  <c:v>128.13210919698099</c:v>
                </c:pt>
                <c:pt idx="2640">
                  <c:v>128.138313293457</c:v>
                </c:pt>
                <c:pt idx="2641">
                  <c:v>128.14451738993299</c:v>
                </c:pt>
                <c:pt idx="2642">
                  <c:v>128.150721486409</c:v>
                </c:pt>
                <c:pt idx="2643">
                  <c:v>128.156925582886</c:v>
                </c:pt>
                <c:pt idx="2644">
                  <c:v>128.16312967936199</c:v>
                </c:pt>
                <c:pt idx="2645">
                  <c:v>128.169333775838</c:v>
                </c:pt>
                <c:pt idx="2646">
                  <c:v>128.17553787231401</c:v>
                </c:pt>
                <c:pt idx="2647">
                  <c:v>128.18174196878999</c:v>
                </c:pt>
                <c:pt idx="2648">
                  <c:v>128.187946065267</c:v>
                </c:pt>
                <c:pt idx="2649">
                  <c:v>128.19415016174301</c:v>
                </c:pt>
                <c:pt idx="2650">
                  <c:v>128.20035425821899</c:v>
                </c:pt>
                <c:pt idx="2651">
                  <c:v>128.20655835469501</c:v>
                </c:pt>
                <c:pt idx="2652">
                  <c:v>128.21276245117201</c:v>
                </c:pt>
                <c:pt idx="2653">
                  <c:v>128.21896654764799</c:v>
                </c:pt>
                <c:pt idx="2654">
                  <c:v>128.22517064412401</c:v>
                </c:pt>
                <c:pt idx="2655">
                  <c:v>128.23137474059999</c:v>
                </c:pt>
                <c:pt idx="2656">
                  <c:v>128.237578837077</c:v>
                </c:pt>
                <c:pt idx="2657">
                  <c:v>128.24378293355301</c:v>
                </c:pt>
                <c:pt idx="2658">
                  <c:v>128.24998703002899</c:v>
                </c:pt>
                <c:pt idx="2659">
                  <c:v>128.256191126505</c:v>
                </c:pt>
                <c:pt idx="2660">
                  <c:v>128.26239522298201</c:v>
                </c:pt>
                <c:pt idx="2661">
                  <c:v>128.26859931945799</c:v>
                </c:pt>
                <c:pt idx="2662">
                  <c:v>128.274803415934</c:v>
                </c:pt>
                <c:pt idx="2663">
                  <c:v>128.28100751241001</c:v>
                </c:pt>
                <c:pt idx="2664">
                  <c:v>128.287211608886</c:v>
                </c:pt>
                <c:pt idx="2665">
                  <c:v>128.293415705363</c:v>
                </c:pt>
                <c:pt idx="2666">
                  <c:v>128.29961980183899</c:v>
                </c:pt>
                <c:pt idx="2667">
                  <c:v>128.305823898315</c:v>
                </c:pt>
                <c:pt idx="2668">
                  <c:v>128.31202799479101</c:v>
                </c:pt>
                <c:pt idx="2669">
                  <c:v>128.31823209126799</c:v>
                </c:pt>
                <c:pt idx="2670">
                  <c:v>128.324436187744</c:v>
                </c:pt>
                <c:pt idx="2671">
                  <c:v>128.33064028422001</c:v>
                </c:pt>
                <c:pt idx="2672">
                  <c:v>128.33684438069599</c:v>
                </c:pt>
                <c:pt idx="2673">
                  <c:v>128.343048477173</c:v>
                </c:pt>
                <c:pt idx="2674">
                  <c:v>128.34925257364901</c:v>
                </c:pt>
                <c:pt idx="2675">
                  <c:v>128.35545667012499</c:v>
                </c:pt>
                <c:pt idx="2676">
                  <c:v>128.36166076660101</c:v>
                </c:pt>
                <c:pt idx="2677">
                  <c:v>128.36786486307801</c:v>
                </c:pt>
                <c:pt idx="2678">
                  <c:v>128.37406895955399</c:v>
                </c:pt>
                <c:pt idx="2679">
                  <c:v>128.38027305603001</c:v>
                </c:pt>
                <c:pt idx="2680">
                  <c:v>128.38647715250599</c:v>
                </c:pt>
                <c:pt idx="2681">
                  <c:v>128.392681248983</c:v>
                </c:pt>
                <c:pt idx="2682">
                  <c:v>128.39888534545901</c:v>
                </c:pt>
                <c:pt idx="2683">
                  <c:v>128.40508944193499</c:v>
                </c:pt>
                <c:pt idx="2684">
                  <c:v>128.411293538411</c:v>
                </c:pt>
                <c:pt idx="2685">
                  <c:v>128.41749763488701</c:v>
                </c:pt>
                <c:pt idx="2686">
                  <c:v>128.42370173136399</c:v>
                </c:pt>
                <c:pt idx="2687">
                  <c:v>128.42990582784</c:v>
                </c:pt>
                <c:pt idx="2688">
                  <c:v>128.43610992431601</c:v>
                </c:pt>
                <c:pt idx="2689">
                  <c:v>128.442314020792</c:v>
                </c:pt>
                <c:pt idx="2690">
                  <c:v>128.448518117269</c:v>
                </c:pt>
                <c:pt idx="2691">
                  <c:v>128.45472221374499</c:v>
                </c:pt>
                <c:pt idx="2692">
                  <c:v>128.460926310221</c:v>
                </c:pt>
                <c:pt idx="2693">
                  <c:v>128.46713040669701</c:v>
                </c:pt>
                <c:pt idx="2694">
                  <c:v>128.47333450317399</c:v>
                </c:pt>
                <c:pt idx="2695">
                  <c:v>128.47953859965</c:v>
                </c:pt>
                <c:pt idx="2696">
                  <c:v>128.48574269612601</c:v>
                </c:pt>
                <c:pt idx="2697">
                  <c:v>128.49194679260199</c:v>
                </c:pt>
                <c:pt idx="2698">
                  <c:v>128.498150889079</c:v>
                </c:pt>
                <c:pt idx="2699">
                  <c:v>128.50435498555501</c:v>
                </c:pt>
                <c:pt idx="2700">
                  <c:v>128.51055908203099</c:v>
                </c:pt>
                <c:pt idx="2701">
                  <c:v>128.515730438232</c:v>
                </c:pt>
                <c:pt idx="2702">
                  <c:v>128.520901794433</c:v>
                </c:pt>
                <c:pt idx="2703">
                  <c:v>128.526073150635</c:v>
                </c:pt>
                <c:pt idx="2704">
                  <c:v>128.531244506836</c:v>
                </c:pt>
                <c:pt idx="2705">
                  <c:v>128.53641586303701</c:v>
                </c:pt>
                <c:pt idx="2706">
                  <c:v>128.54158721923801</c:v>
                </c:pt>
                <c:pt idx="2707">
                  <c:v>128.54675857543899</c:v>
                </c:pt>
                <c:pt idx="2708">
                  <c:v>128.55192993163999</c:v>
                </c:pt>
                <c:pt idx="2709">
                  <c:v>128.55710128784199</c:v>
                </c:pt>
                <c:pt idx="2710">
                  <c:v>128.56227264404299</c:v>
                </c:pt>
                <c:pt idx="2711">
                  <c:v>128.567444000244</c:v>
                </c:pt>
                <c:pt idx="2712">
                  <c:v>128.572615356445</c:v>
                </c:pt>
                <c:pt idx="2713">
                  <c:v>128.577786712646</c:v>
                </c:pt>
                <c:pt idx="2714">
                  <c:v>128.58295806884701</c:v>
                </c:pt>
                <c:pt idx="2715">
                  <c:v>128.588129425049</c:v>
                </c:pt>
                <c:pt idx="2716">
                  <c:v>128.59330078125001</c:v>
                </c:pt>
                <c:pt idx="2717">
                  <c:v>128.59847213745101</c:v>
                </c:pt>
                <c:pt idx="2718">
                  <c:v>128.60364349365199</c:v>
                </c:pt>
                <c:pt idx="2719">
                  <c:v>128.60881484985299</c:v>
                </c:pt>
                <c:pt idx="2720">
                  <c:v>128.61398620605399</c:v>
                </c:pt>
                <c:pt idx="2721">
                  <c:v>128.61915756225599</c:v>
                </c:pt>
                <c:pt idx="2722">
                  <c:v>128.624328918457</c:v>
                </c:pt>
                <c:pt idx="2723">
                  <c:v>128.629500274658</c:v>
                </c:pt>
                <c:pt idx="2724">
                  <c:v>128.634671630859</c:v>
                </c:pt>
                <c:pt idx="2725">
                  <c:v>128.63984298706001</c:v>
                </c:pt>
                <c:pt idx="2726">
                  <c:v>128.64501434326101</c:v>
                </c:pt>
                <c:pt idx="2727">
                  <c:v>128.65018569946301</c:v>
                </c:pt>
                <c:pt idx="2728">
                  <c:v>128.65535705566401</c:v>
                </c:pt>
                <c:pt idx="2729">
                  <c:v>128.66052841186499</c:v>
                </c:pt>
                <c:pt idx="2730">
                  <c:v>128.66569976806599</c:v>
                </c:pt>
                <c:pt idx="2731">
                  <c:v>128.67087112426699</c:v>
                </c:pt>
                <c:pt idx="2732">
                  <c:v>128.676042480468</c:v>
                </c:pt>
                <c:pt idx="2733">
                  <c:v>128.68121383667</c:v>
                </c:pt>
                <c:pt idx="2734">
                  <c:v>128.686385192871</c:v>
                </c:pt>
                <c:pt idx="2735">
                  <c:v>128.691556549072</c:v>
                </c:pt>
                <c:pt idx="2736">
                  <c:v>128.69672790527301</c:v>
                </c:pt>
                <c:pt idx="2737">
                  <c:v>128.70189926147401</c:v>
                </c:pt>
                <c:pt idx="2738">
                  <c:v>128.70707061767499</c:v>
                </c:pt>
                <c:pt idx="2739">
                  <c:v>128.71224197387701</c:v>
                </c:pt>
                <c:pt idx="2740">
                  <c:v>128.71741333007799</c:v>
                </c:pt>
                <c:pt idx="2741">
                  <c:v>128.72258468627899</c:v>
                </c:pt>
                <c:pt idx="2742">
                  <c:v>128.72775604248</c:v>
                </c:pt>
                <c:pt idx="2743">
                  <c:v>128.732927398681</c:v>
                </c:pt>
                <c:pt idx="2744">
                  <c:v>128.738098754883</c:v>
                </c:pt>
                <c:pt idx="2745">
                  <c:v>128.743270111084</c:v>
                </c:pt>
                <c:pt idx="2746">
                  <c:v>128.74844146728501</c:v>
                </c:pt>
                <c:pt idx="2747">
                  <c:v>128.75361282348601</c:v>
                </c:pt>
                <c:pt idx="2748">
                  <c:v>128.75878417968701</c:v>
                </c:pt>
                <c:pt idx="2749">
                  <c:v>128.76395553588799</c:v>
                </c:pt>
                <c:pt idx="2750">
                  <c:v>128.76912689208999</c:v>
                </c:pt>
                <c:pt idx="2751">
                  <c:v>128.77429824829099</c:v>
                </c:pt>
                <c:pt idx="2752">
                  <c:v>128.77946960449199</c:v>
                </c:pt>
                <c:pt idx="2753">
                  <c:v>128.784640960693</c:v>
                </c:pt>
                <c:pt idx="2754">
                  <c:v>128.789812316894</c:v>
                </c:pt>
                <c:pt idx="2755">
                  <c:v>128.794983673095</c:v>
                </c:pt>
                <c:pt idx="2756">
                  <c:v>128.800155029297</c:v>
                </c:pt>
                <c:pt idx="2757">
                  <c:v>128.80532638549801</c:v>
                </c:pt>
                <c:pt idx="2758">
                  <c:v>128.81049774169901</c:v>
                </c:pt>
                <c:pt idx="2759">
                  <c:v>128.81566909790001</c:v>
                </c:pt>
                <c:pt idx="2760">
                  <c:v>128.82084045410099</c:v>
                </c:pt>
                <c:pt idx="2761">
                  <c:v>128.82601181030199</c:v>
                </c:pt>
                <c:pt idx="2762">
                  <c:v>128.83118316650399</c:v>
                </c:pt>
                <c:pt idx="2763">
                  <c:v>128.83635452270499</c:v>
                </c:pt>
                <c:pt idx="2764">
                  <c:v>128.841525878906</c:v>
                </c:pt>
                <c:pt idx="2765">
                  <c:v>128.846697235107</c:v>
                </c:pt>
                <c:pt idx="2766">
                  <c:v>128.851868591308</c:v>
                </c:pt>
                <c:pt idx="2767">
                  <c:v>128.85703994750901</c:v>
                </c:pt>
                <c:pt idx="2768">
                  <c:v>128.86221130371101</c:v>
                </c:pt>
                <c:pt idx="2769">
                  <c:v>128.86738265991201</c:v>
                </c:pt>
                <c:pt idx="2770">
                  <c:v>128.87255401611301</c:v>
                </c:pt>
                <c:pt idx="2771">
                  <c:v>128.87772537231399</c:v>
                </c:pt>
                <c:pt idx="2772">
                  <c:v>128.88289672851499</c:v>
                </c:pt>
                <c:pt idx="2773">
                  <c:v>128.888068084716</c:v>
                </c:pt>
                <c:pt idx="2774">
                  <c:v>128.89323944091799</c:v>
                </c:pt>
                <c:pt idx="2775">
                  <c:v>128.898410797119</c:v>
                </c:pt>
                <c:pt idx="2776">
                  <c:v>128.90358215332</c:v>
                </c:pt>
                <c:pt idx="2777">
                  <c:v>128.90875350952101</c:v>
                </c:pt>
                <c:pt idx="2778">
                  <c:v>128.91392486572201</c:v>
                </c:pt>
                <c:pt idx="2779">
                  <c:v>128.91909622192301</c:v>
                </c:pt>
                <c:pt idx="2780">
                  <c:v>128.92426757812501</c:v>
                </c:pt>
                <c:pt idx="2781">
                  <c:v>128.92943893432599</c:v>
                </c:pt>
                <c:pt idx="2782">
                  <c:v>128.93461029052699</c:v>
                </c:pt>
                <c:pt idx="2783">
                  <c:v>128.93978164672799</c:v>
                </c:pt>
                <c:pt idx="2784">
                  <c:v>128.944953002929</c:v>
                </c:pt>
                <c:pt idx="2785">
                  <c:v>128.95012435913</c:v>
                </c:pt>
                <c:pt idx="2786">
                  <c:v>128.955295715332</c:v>
                </c:pt>
                <c:pt idx="2787">
                  <c:v>128.960467071533</c:v>
                </c:pt>
                <c:pt idx="2788">
                  <c:v>128.96563842773401</c:v>
                </c:pt>
                <c:pt idx="2789">
                  <c:v>128.97080978393501</c:v>
                </c:pt>
                <c:pt idx="2790">
                  <c:v>128.97598114013601</c:v>
                </c:pt>
                <c:pt idx="2791">
                  <c:v>128.98115249633699</c:v>
                </c:pt>
                <c:pt idx="2792">
                  <c:v>128.98632385253899</c:v>
                </c:pt>
                <c:pt idx="2793">
                  <c:v>128.99149520873999</c:v>
                </c:pt>
                <c:pt idx="2794">
                  <c:v>128.99666656494099</c:v>
                </c:pt>
                <c:pt idx="2795">
                  <c:v>129.001837921142</c:v>
                </c:pt>
                <c:pt idx="2796">
                  <c:v>129.007009277343</c:v>
                </c:pt>
                <c:pt idx="2797">
                  <c:v>129.01218063354401</c:v>
                </c:pt>
                <c:pt idx="2798">
                  <c:v>129.017351989746</c:v>
                </c:pt>
                <c:pt idx="2799">
                  <c:v>129.02252334594701</c:v>
                </c:pt>
                <c:pt idx="2800">
                  <c:v>129.02769470214801</c:v>
                </c:pt>
                <c:pt idx="2801">
                  <c:v>129.03286605834899</c:v>
                </c:pt>
                <c:pt idx="2802">
                  <c:v>129.03803741454999</c:v>
                </c:pt>
                <c:pt idx="2803">
                  <c:v>129.04320877075199</c:v>
                </c:pt>
                <c:pt idx="2804">
                  <c:v>129.04838012695299</c:v>
                </c:pt>
                <c:pt idx="2805">
                  <c:v>129.053551483154</c:v>
                </c:pt>
                <c:pt idx="2806">
                  <c:v>129.058722839355</c:v>
                </c:pt>
                <c:pt idx="2807">
                  <c:v>129.063894195556</c:v>
                </c:pt>
                <c:pt idx="2808">
                  <c:v>129.06906555175701</c:v>
                </c:pt>
                <c:pt idx="2809">
                  <c:v>129.074236907959</c:v>
                </c:pt>
                <c:pt idx="2810">
                  <c:v>129.07940826416001</c:v>
                </c:pt>
                <c:pt idx="2811">
                  <c:v>129.08457962036101</c:v>
                </c:pt>
                <c:pt idx="2812">
                  <c:v>129.08975097656199</c:v>
                </c:pt>
                <c:pt idx="2813">
                  <c:v>129.09492233276299</c:v>
                </c:pt>
                <c:pt idx="2814">
                  <c:v>129.10009368896399</c:v>
                </c:pt>
                <c:pt idx="2815">
                  <c:v>129.10526504516599</c:v>
                </c:pt>
                <c:pt idx="2816">
                  <c:v>129.110436401367</c:v>
                </c:pt>
                <c:pt idx="2817">
                  <c:v>129.115607757568</c:v>
                </c:pt>
                <c:pt idx="2818">
                  <c:v>129.120779113769</c:v>
                </c:pt>
                <c:pt idx="2819">
                  <c:v>129.12595046997001</c:v>
                </c:pt>
                <c:pt idx="2820">
                  <c:v>129.13112182617101</c:v>
                </c:pt>
                <c:pt idx="2821">
                  <c:v>129.13629318237301</c:v>
                </c:pt>
                <c:pt idx="2822">
                  <c:v>129.14146453857401</c:v>
                </c:pt>
                <c:pt idx="2823">
                  <c:v>129.14663589477499</c:v>
                </c:pt>
                <c:pt idx="2824">
                  <c:v>129.15180725097599</c:v>
                </c:pt>
                <c:pt idx="2825">
                  <c:v>129.156978607177</c:v>
                </c:pt>
                <c:pt idx="2826">
                  <c:v>129.162149963378</c:v>
                </c:pt>
                <c:pt idx="2827">
                  <c:v>129.16732131958</c:v>
                </c:pt>
                <c:pt idx="2828">
                  <c:v>129.172492675781</c:v>
                </c:pt>
                <c:pt idx="2829">
                  <c:v>129.177664031982</c:v>
                </c:pt>
                <c:pt idx="2830">
                  <c:v>129.18283538818301</c:v>
                </c:pt>
                <c:pt idx="2831">
                  <c:v>129.18800674438401</c:v>
                </c:pt>
                <c:pt idx="2832">
                  <c:v>129.19317810058499</c:v>
                </c:pt>
                <c:pt idx="2833">
                  <c:v>129.19834945678701</c:v>
                </c:pt>
                <c:pt idx="2834">
                  <c:v>129.20352081298799</c:v>
                </c:pt>
                <c:pt idx="2835">
                  <c:v>129.20869216918899</c:v>
                </c:pt>
                <c:pt idx="2836">
                  <c:v>129.21386352539</c:v>
                </c:pt>
                <c:pt idx="2837">
                  <c:v>129.219034881591</c:v>
                </c:pt>
                <c:pt idx="2838">
                  <c:v>129.224206237792</c:v>
                </c:pt>
                <c:pt idx="2839">
                  <c:v>129.229377593994</c:v>
                </c:pt>
                <c:pt idx="2840">
                  <c:v>129.23454895019501</c:v>
                </c:pt>
                <c:pt idx="2841">
                  <c:v>129.23972030639601</c:v>
                </c:pt>
                <c:pt idx="2842">
                  <c:v>129.24489166259701</c:v>
                </c:pt>
                <c:pt idx="2843">
                  <c:v>129.25006301879799</c:v>
                </c:pt>
                <c:pt idx="2844">
                  <c:v>129.25523437499899</c:v>
                </c:pt>
                <c:pt idx="2845">
                  <c:v>129.26040573120099</c:v>
                </c:pt>
                <c:pt idx="2846">
                  <c:v>129.26557708740199</c:v>
                </c:pt>
                <c:pt idx="2847">
                  <c:v>129.270748443603</c:v>
                </c:pt>
                <c:pt idx="2848">
                  <c:v>129.275919799804</c:v>
                </c:pt>
                <c:pt idx="2849">
                  <c:v>129.281091156005</c:v>
                </c:pt>
                <c:pt idx="2850">
                  <c:v>129.286262512207</c:v>
                </c:pt>
                <c:pt idx="2851">
                  <c:v>129.29143386840801</c:v>
                </c:pt>
                <c:pt idx="2852">
                  <c:v>129.29660522460901</c:v>
                </c:pt>
                <c:pt idx="2853">
                  <c:v>129.30177658081001</c:v>
                </c:pt>
                <c:pt idx="2854">
                  <c:v>129.30694793701099</c:v>
                </c:pt>
                <c:pt idx="2855">
                  <c:v>129.31211929321199</c:v>
                </c:pt>
                <c:pt idx="2856">
                  <c:v>129.31729064941399</c:v>
                </c:pt>
                <c:pt idx="2857">
                  <c:v>129.32246200561499</c:v>
                </c:pt>
                <c:pt idx="2858">
                  <c:v>129.327633361816</c:v>
                </c:pt>
                <c:pt idx="2859">
                  <c:v>129.332804718017</c:v>
                </c:pt>
                <c:pt idx="2860">
                  <c:v>129.33797607421801</c:v>
                </c:pt>
                <c:pt idx="2861">
                  <c:v>129.34314743041901</c:v>
                </c:pt>
                <c:pt idx="2862">
                  <c:v>129.34831878662101</c:v>
                </c:pt>
                <c:pt idx="2863">
                  <c:v>129.35349014282201</c:v>
                </c:pt>
                <c:pt idx="2864">
                  <c:v>129.35866149902299</c:v>
                </c:pt>
                <c:pt idx="2865">
                  <c:v>129.36383285522399</c:v>
                </c:pt>
                <c:pt idx="2866">
                  <c:v>129.36900421142499</c:v>
                </c:pt>
                <c:pt idx="2867">
                  <c:v>129.374175567626</c:v>
                </c:pt>
                <c:pt idx="2868">
                  <c:v>129.379346923828</c:v>
                </c:pt>
                <c:pt idx="2869">
                  <c:v>129.384518280029</c:v>
                </c:pt>
                <c:pt idx="2870">
                  <c:v>129.38968963623</c:v>
                </c:pt>
                <c:pt idx="2871">
                  <c:v>129.39486099243101</c:v>
                </c:pt>
                <c:pt idx="2872">
                  <c:v>129.40003234863201</c:v>
                </c:pt>
                <c:pt idx="2873">
                  <c:v>129.40520370483301</c:v>
                </c:pt>
                <c:pt idx="2874">
                  <c:v>129.41037506103501</c:v>
                </c:pt>
                <c:pt idx="2875">
                  <c:v>129.41554641723599</c:v>
                </c:pt>
                <c:pt idx="2876">
                  <c:v>129.42071777343699</c:v>
                </c:pt>
                <c:pt idx="2877">
                  <c:v>129.42588912963799</c:v>
                </c:pt>
                <c:pt idx="2878">
                  <c:v>129.431060485839</c:v>
                </c:pt>
                <c:pt idx="2879">
                  <c:v>129.43623184204</c:v>
                </c:pt>
                <c:pt idx="2880">
                  <c:v>129.441403198242</c:v>
                </c:pt>
                <c:pt idx="2881">
                  <c:v>129.446574554443</c:v>
                </c:pt>
                <c:pt idx="2882">
                  <c:v>129.45174591064401</c:v>
                </c:pt>
                <c:pt idx="2883">
                  <c:v>129.45691726684501</c:v>
                </c:pt>
                <c:pt idx="2884">
                  <c:v>129.46208862304599</c:v>
                </c:pt>
                <c:pt idx="2885">
                  <c:v>129.46725997924699</c:v>
                </c:pt>
                <c:pt idx="2886">
                  <c:v>129.47243133544899</c:v>
                </c:pt>
                <c:pt idx="2887">
                  <c:v>129.47760269164999</c:v>
                </c:pt>
                <c:pt idx="2888">
                  <c:v>129.482774047851</c:v>
                </c:pt>
                <c:pt idx="2889">
                  <c:v>129.487945404052</c:v>
                </c:pt>
                <c:pt idx="2890">
                  <c:v>129.493116760253</c:v>
                </c:pt>
                <c:pt idx="2891">
                  <c:v>129.49828811645401</c:v>
                </c:pt>
                <c:pt idx="2892">
                  <c:v>129.503459472656</c:v>
                </c:pt>
                <c:pt idx="2893">
                  <c:v>129.50863082885701</c:v>
                </c:pt>
                <c:pt idx="2894">
                  <c:v>129.51380218505801</c:v>
                </c:pt>
                <c:pt idx="2895">
                  <c:v>129.51897354125899</c:v>
                </c:pt>
                <c:pt idx="2896">
                  <c:v>129.52414489745999</c:v>
                </c:pt>
                <c:pt idx="2897">
                  <c:v>129.52931625366099</c:v>
                </c:pt>
                <c:pt idx="2898">
                  <c:v>129.53448760986299</c:v>
                </c:pt>
                <c:pt idx="2899">
                  <c:v>129.539658966064</c:v>
                </c:pt>
                <c:pt idx="2900">
                  <c:v>129.544830322265</c:v>
                </c:pt>
                <c:pt idx="2901">
                  <c:v>129.550001678466</c:v>
                </c:pt>
                <c:pt idx="2902">
                  <c:v>129.55517303466701</c:v>
                </c:pt>
                <c:pt idx="2903">
                  <c:v>129.56034439086901</c:v>
                </c:pt>
                <c:pt idx="2904">
                  <c:v>129.56551574707001</c:v>
                </c:pt>
                <c:pt idx="2905">
                  <c:v>129.57068710327101</c:v>
                </c:pt>
                <c:pt idx="2906">
                  <c:v>129.57585845947199</c:v>
                </c:pt>
                <c:pt idx="2907">
                  <c:v>129.58102981567299</c:v>
                </c:pt>
                <c:pt idx="2908">
                  <c:v>129.586201171874</c:v>
                </c:pt>
                <c:pt idx="2909">
                  <c:v>129.59137252807599</c:v>
                </c:pt>
                <c:pt idx="2910">
                  <c:v>129.596543884277</c:v>
                </c:pt>
                <c:pt idx="2911">
                  <c:v>129.601715240478</c:v>
                </c:pt>
                <c:pt idx="2912">
                  <c:v>129.606886596679</c:v>
                </c:pt>
                <c:pt idx="2913">
                  <c:v>129.61205795288001</c:v>
                </c:pt>
                <c:pt idx="2914">
                  <c:v>129.61722930908101</c:v>
                </c:pt>
                <c:pt idx="2915">
                  <c:v>129.62240066528301</c:v>
                </c:pt>
                <c:pt idx="2916">
                  <c:v>129.62757202148401</c:v>
                </c:pt>
                <c:pt idx="2917">
                  <c:v>129.63274337768499</c:v>
                </c:pt>
                <c:pt idx="2918">
                  <c:v>129.63791473388599</c:v>
                </c:pt>
                <c:pt idx="2919">
                  <c:v>129.643086090087</c:v>
                </c:pt>
                <c:pt idx="2920">
                  <c:v>129.648257446288</c:v>
                </c:pt>
                <c:pt idx="2921">
                  <c:v>129.65342880249</c:v>
                </c:pt>
                <c:pt idx="2922">
                  <c:v>129.658600158691</c:v>
                </c:pt>
                <c:pt idx="2923">
                  <c:v>129.66377151489201</c:v>
                </c:pt>
                <c:pt idx="2924">
                  <c:v>129.66894287109301</c:v>
                </c:pt>
                <c:pt idx="2925">
                  <c:v>129.67411422729401</c:v>
                </c:pt>
                <c:pt idx="2926">
                  <c:v>129.67928558349499</c:v>
                </c:pt>
                <c:pt idx="2927">
                  <c:v>129.68445693969699</c:v>
                </c:pt>
                <c:pt idx="2928">
                  <c:v>129.68962829589799</c:v>
                </c:pt>
                <c:pt idx="2929">
                  <c:v>129.69479965209899</c:v>
                </c:pt>
                <c:pt idx="2930">
                  <c:v>129.6999710083</c:v>
                </c:pt>
                <c:pt idx="2931">
                  <c:v>129.705142364501</c:v>
                </c:pt>
                <c:pt idx="2932">
                  <c:v>129.710313720702</c:v>
                </c:pt>
                <c:pt idx="2933">
                  <c:v>129.715485076904</c:v>
                </c:pt>
                <c:pt idx="2934">
                  <c:v>129.72065643310501</c:v>
                </c:pt>
                <c:pt idx="2935">
                  <c:v>129.72582778930601</c:v>
                </c:pt>
                <c:pt idx="2936">
                  <c:v>129.73099914550701</c:v>
                </c:pt>
                <c:pt idx="2937">
                  <c:v>129.73617050170799</c:v>
                </c:pt>
                <c:pt idx="2938">
                  <c:v>129.74134185790899</c:v>
                </c:pt>
                <c:pt idx="2939">
                  <c:v>129.74651321411099</c:v>
                </c:pt>
                <c:pt idx="2940">
                  <c:v>129.75168457031199</c:v>
                </c:pt>
                <c:pt idx="2941">
                  <c:v>129.756855926513</c:v>
                </c:pt>
                <c:pt idx="2942">
                  <c:v>129.762027282714</c:v>
                </c:pt>
                <c:pt idx="2943">
                  <c:v>129.767198638915</c:v>
                </c:pt>
                <c:pt idx="2944">
                  <c:v>129.77236999511601</c:v>
                </c:pt>
                <c:pt idx="2945">
                  <c:v>129.77754135131801</c:v>
                </c:pt>
                <c:pt idx="2946">
                  <c:v>129.78271270751901</c:v>
                </c:pt>
                <c:pt idx="2947">
                  <c:v>129.78788406372001</c:v>
                </c:pt>
                <c:pt idx="2948">
                  <c:v>129.79305541992099</c:v>
                </c:pt>
                <c:pt idx="2949">
                  <c:v>129.79822677612199</c:v>
                </c:pt>
                <c:pt idx="2950">
                  <c:v>129.803398132323</c:v>
                </c:pt>
                <c:pt idx="2951">
                  <c:v>129.80856948852499</c:v>
                </c:pt>
                <c:pt idx="2952">
                  <c:v>129.813740844726</c:v>
                </c:pt>
                <c:pt idx="2953">
                  <c:v>129.818912200927</c:v>
                </c:pt>
                <c:pt idx="2954">
                  <c:v>129.82408355712801</c:v>
                </c:pt>
                <c:pt idx="2955">
                  <c:v>129.82925491332901</c:v>
                </c:pt>
                <c:pt idx="2956">
                  <c:v>129.83442626953101</c:v>
                </c:pt>
                <c:pt idx="2957">
                  <c:v>129.83959762573201</c:v>
                </c:pt>
                <c:pt idx="2958">
                  <c:v>129.84476898193299</c:v>
                </c:pt>
                <c:pt idx="2959">
                  <c:v>129.84994033813399</c:v>
                </c:pt>
                <c:pt idx="2960">
                  <c:v>129.85511169433499</c:v>
                </c:pt>
                <c:pt idx="2961">
                  <c:v>129.860283050536</c:v>
                </c:pt>
                <c:pt idx="2962">
                  <c:v>129.865454406738</c:v>
                </c:pt>
                <c:pt idx="2963">
                  <c:v>129.870625762939</c:v>
                </c:pt>
                <c:pt idx="2964">
                  <c:v>129.87579711914</c:v>
                </c:pt>
                <c:pt idx="2965">
                  <c:v>129.88096847534101</c:v>
                </c:pt>
                <c:pt idx="2966">
                  <c:v>129.88613983154201</c:v>
                </c:pt>
                <c:pt idx="2967">
                  <c:v>129.89131118774301</c:v>
                </c:pt>
                <c:pt idx="2968">
                  <c:v>129.89648254394501</c:v>
                </c:pt>
                <c:pt idx="2969">
                  <c:v>129.90165390014599</c:v>
                </c:pt>
                <c:pt idx="2970">
                  <c:v>129.90682525634699</c:v>
                </c:pt>
                <c:pt idx="2971">
                  <c:v>129.91199661254799</c:v>
                </c:pt>
                <c:pt idx="2972">
                  <c:v>129.917167968749</c:v>
                </c:pt>
                <c:pt idx="2973">
                  <c:v>129.92233932495</c:v>
                </c:pt>
                <c:pt idx="2974">
                  <c:v>129.927510681152</c:v>
                </c:pt>
                <c:pt idx="2975">
                  <c:v>129.932682037353</c:v>
                </c:pt>
                <c:pt idx="2976">
                  <c:v>129.93785339355401</c:v>
                </c:pt>
                <c:pt idx="2977">
                  <c:v>129.94302474975501</c:v>
                </c:pt>
                <c:pt idx="2978">
                  <c:v>129.94819610595599</c:v>
                </c:pt>
                <c:pt idx="2979">
                  <c:v>129.95336746215699</c:v>
                </c:pt>
                <c:pt idx="2980">
                  <c:v>129.95853881835899</c:v>
                </c:pt>
                <c:pt idx="2981">
                  <c:v>129.96371017455999</c:v>
                </c:pt>
                <c:pt idx="2982">
                  <c:v>129.968881530761</c:v>
                </c:pt>
                <c:pt idx="2983">
                  <c:v>129.974052886962</c:v>
                </c:pt>
                <c:pt idx="2984">
                  <c:v>129.979224243163</c:v>
                </c:pt>
                <c:pt idx="2985">
                  <c:v>129.98439559936401</c:v>
                </c:pt>
                <c:pt idx="2986">
                  <c:v>129.989566955566</c:v>
                </c:pt>
                <c:pt idx="2987">
                  <c:v>129.99473831176701</c:v>
                </c:pt>
                <c:pt idx="2988">
                  <c:v>129.99990966796801</c:v>
                </c:pt>
                <c:pt idx="2989">
                  <c:v>130.00508102416899</c:v>
                </c:pt>
                <c:pt idx="2990">
                  <c:v>130.01025238036999</c:v>
                </c:pt>
                <c:pt idx="2991">
                  <c:v>130.01542373657099</c:v>
                </c:pt>
                <c:pt idx="2992">
                  <c:v>130.02059509277299</c:v>
                </c:pt>
                <c:pt idx="2993">
                  <c:v>130.025766448974</c:v>
                </c:pt>
                <c:pt idx="2994">
                  <c:v>130.030937805175</c:v>
                </c:pt>
                <c:pt idx="2995">
                  <c:v>130.036109161376</c:v>
                </c:pt>
                <c:pt idx="2996">
                  <c:v>130.04128051757701</c:v>
                </c:pt>
                <c:pt idx="2997">
                  <c:v>130.04645187377901</c:v>
                </c:pt>
                <c:pt idx="2998">
                  <c:v>130.05162322998001</c:v>
                </c:pt>
                <c:pt idx="2999">
                  <c:v>130.05679458618101</c:v>
                </c:pt>
                <c:pt idx="3000">
                  <c:v>130.06196594238199</c:v>
                </c:pt>
                <c:pt idx="3001">
                  <c:v>130.06629165649301</c:v>
                </c:pt>
                <c:pt idx="3002">
                  <c:v>130.07061737060499</c:v>
                </c:pt>
                <c:pt idx="3003">
                  <c:v>130.07494308471601</c:v>
                </c:pt>
                <c:pt idx="3004">
                  <c:v>130.079268798827</c:v>
                </c:pt>
                <c:pt idx="3005">
                  <c:v>130.08359451293899</c:v>
                </c:pt>
                <c:pt idx="3006">
                  <c:v>130.08792022705001</c:v>
                </c:pt>
                <c:pt idx="3007">
                  <c:v>130.092245941161</c:v>
                </c:pt>
                <c:pt idx="3008">
                  <c:v>130.09657165527301</c:v>
                </c:pt>
                <c:pt idx="3009">
                  <c:v>130.100897369384</c:v>
                </c:pt>
                <c:pt idx="3010">
                  <c:v>130.10522308349499</c:v>
                </c:pt>
                <c:pt idx="3011">
                  <c:v>130.109548797607</c:v>
                </c:pt>
                <c:pt idx="3012">
                  <c:v>130.113874511718</c:v>
                </c:pt>
                <c:pt idx="3013">
                  <c:v>130.11820022582901</c:v>
                </c:pt>
                <c:pt idx="3014">
                  <c:v>130.122525939941</c:v>
                </c:pt>
                <c:pt idx="3015">
                  <c:v>130.12685165405199</c:v>
                </c:pt>
                <c:pt idx="3016">
                  <c:v>130.13117736816301</c:v>
                </c:pt>
                <c:pt idx="3017">
                  <c:v>130.13550308227499</c:v>
                </c:pt>
                <c:pt idx="3018">
                  <c:v>130.13982879638601</c:v>
                </c:pt>
                <c:pt idx="3019">
                  <c:v>130.144154510497</c:v>
                </c:pt>
                <c:pt idx="3020">
                  <c:v>130.14848022460899</c:v>
                </c:pt>
                <c:pt idx="3021">
                  <c:v>130.15280593872001</c:v>
                </c:pt>
                <c:pt idx="3022">
                  <c:v>130.157131652831</c:v>
                </c:pt>
                <c:pt idx="3023">
                  <c:v>130.16145736694301</c:v>
                </c:pt>
                <c:pt idx="3024">
                  <c:v>130.165783081054</c:v>
                </c:pt>
                <c:pt idx="3025">
                  <c:v>130.17010879516499</c:v>
                </c:pt>
                <c:pt idx="3026">
                  <c:v>130.17443450927701</c:v>
                </c:pt>
                <c:pt idx="3027">
                  <c:v>130.178760223388</c:v>
                </c:pt>
                <c:pt idx="3028">
                  <c:v>130.18308593749899</c:v>
                </c:pt>
                <c:pt idx="3029">
                  <c:v>130.187411651611</c:v>
                </c:pt>
                <c:pt idx="3030">
                  <c:v>130.19173736572199</c:v>
                </c:pt>
                <c:pt idx="3031">
                  <c:v>130.19606307983301</c:v>
                </c:pt>
                <c:pt idx="3032">
                  <c:v>130.200388793945</c:v>
                </c:pt>
                <c:pt idx="3033">
                  <c:v>130.20471450805599</c:v>
                </c:pt>
                <c:pt idx="3034">
                  <c:v>130.209040222167</c:v>
                </c:pt>
                <c:pt idx="3035">
                  <c:v>130.21336593627899</c:v>
                </c:pt>
                <c:pt idx="3036">
                  <c:v>130.21769165039001</c:v>
                </c:pt>
                <c:pt idx="3037">
                  <c:v>130.222017364501</c:v>
                </c:pt>
                <c:pt idx="3038">
                  <c:v>130.22634307861301</c:v>
                </c:pt>
                <c:pt idx="3039">
                  <c:v>130.230668792724</c:v>
                </c:pt>
                <c:pt idx="3040">
                  <c:v>130.23499450683499</c:v>
                </c:pt>
                <c:pt idx="3041">
                  <c:v>130.23932022094701</c:v>
                </c:pt>
                <c:pt idx="3042">
                  <c:v>130.243645935058</c:v>
                </c:pt>
                <c:pt idx="3043">
                  <c:v>130.24797164916899</c:v>
                </c:pt>
                <c:pt idx="3044">
                  <c:v>130.252297363281</c:v>
                </c:pt>
                <c:pt idx="3045">
                  <c:v>130.25662307739199</c:v>
                </c:pt>
                <c:pt idx="3046">
                  <c:v>130.26094879150301</c:v>
                </c:pt>
                <c:pt idx="3047">
                  <c:v>130.265274505614</c:v>
                </c:pt>
                <c:pt idx="3048">
                  <c:v>130.26960021972599</c:v>
                </c:pt>
                <c:pt idx="3049">
                  <c:v>130.27392593383701</c:v>
                </c:pt>
                <c:pt idx="3050">
                  <c:v>130.278251647948</c:v>
                </c:pt>
                <c:pt idx="3051">
                  <c:v>130.28257736206001</c:v>
                </c:pt>
                <c:pt idx="3052">
                  <c:v>130.286903076171</c:v>
                </c:pt>
                <c:pt idx="3053">
                  <c:v>130.29122879028199</c:v>
                </c:pt>
                <c:pt idx="3054">
                  <c:v>130.295554504394</c:v>
                </c:pt>
                <c:pt idx="3055">
                  <c:v>130.299880218505</c:v>
                </c:pt>
                <c:pt idx="3056">
                  <c:v>130.30420593261599</c:v>
                </c:pt>
                <c:pt idx="3057">
                  <c:v>130.308531646728</c:v>
                </c:pt>
                <c:pt idx="3058">
                  <c:v>130.31285736083899</c:v>
                </c:pt>
                <c:pt idx="3059">
                  <c:v>130.31718307495001</c:v>
                </c:pt>
                <c:pt idx="3060">
                  <c:v>130.32150878906199</c:v>
                </c:pt>
                <c:pt idx="3061">
                  <c:v>130.32583450317301</c:v>
                </c:pt>
                <c:pt idx="3062">
                  <c:v>130.330160217284</c:v>
                </c:pt>
                <c:pt idx="3063">
                  <c:v>130.33448593139599</c:v>
                </c:pt>
                <c:pt idx="3064">
                  <c:v>130.33881164550701</c:v>
                </c:pt>
                <c:pt idx="3065">
                  <c:v>130.343137359618</c:v>
                </c:pt>
                <c:pt idx="3066">
                  <c:v>130.34746307373001</c:v>
                </c:pt>
                <c:pt idx="3067">
                  <c:v>130.351788787841</c:v>
                </c:pt>
                <c:pt idx="3068">
                  <c:v>130.35611450195199</c:v>
                </c:pt>
                <c:pt idx="3069">
                  <c:v>130.36044021606401</c:v>
                </c:pt>
                <c:pt idx="3070">
                  <c:v>130.364765930175</c:v>
                </c:pt>
                <c:pt idx="3071">
                  <c:v>130.36909164428599</c:v>
                </c:pt>
                <c:pt idx="3072">
                  <c:v>130.373417358398</c:v>
                </c:pt>
                <c:pt idx="3073">
                  <c:v>130.37774307250899</c:v>
                </c:pt>
                <c:pt idx="3074">
                  <c:v>130.38206878662001</c:v>
                </c:pt>
                <c:pt idx="3075">
                  <c:v>130.386394500732</c:v>
                </c:pt>
                <c:pt idx="3076">
                  <c:v>130.39072021484299</c:v>
                </c:pt>
                <c:pt idx="3077">
                  <c:v>130.395045928954</c:v>
                </c:pt>
                <c:pt idx="3078">
                  <c:v>130.39937164306599</c:v>
                </c:pt>
                <c:pt idx="3079">
                  <c:v>130.40369735717701</c:v>
                </c:pt>
                <c:pt idx="3080">
                  <c:v>130.408023071288</c:v>
                </c:pt>
                <c:pt idx="3081">
                  <c:v>130.41234878540001</c:v>
                </c:pt>
                <c:pt idx="3082">
                  <c:v>130.416674499511</c:v>
                </c:pt>
                <c:pt idx="3083">
                  <c:v>130.42100021362199</c:v>
                </c:pt>
                <c:pt idx="3084">
                  <c:v>130.42532592773401</c:v>
                </c:pt>
                <c:pt idx="3085">
                  <c:v>130.429651641845</c:v>
                </c:pt>
                <c:pt idx="3086">
                  <c:v>130.43397735595599</c:v>
                </c:pt>
                <c:pt idx="3087">
                  <c:v>130.438303070068</c:v>
                </c:pt>
                <c:pt idx="3088">
                  <c:v>130.44262878417899</c:v>
                </c:pt>
                <c:pt idx="3089">
                  <c:v>130.44695449829001</c:v>
                </c:pt>
                <c:pt idx="3090">
                  <c:v>130.451280212402</c:v>
                </c:pt>
                <c:pt idx="3091">
                  <c:v>130.45560592651299</c:v>
                </c:pt>
                <c:pt idx="3092">
                  <c:v>130.45993164062401</c:v>
                </c:pt>
                <c:pt idx="3093">
                  <c:v>130.46425735473599</c:v>
                </c:pt>
                <c:pt idx="3094">
                  <c:v>130.46858306884701</c:v>
                </c:pt>
                <c:pt idx="3095">
                  <c:v>130.472908782958</c:v>
                </c:pt>
                <c:pt idx="3096">
                  <c:v>130.47723449706999</c:v>
                </c:pt>
                <c:pt idx="3097">
                  <c:v>130.48156021118101</c:v>
                </c:pt>
                <c:pt idx="3098">
                  <c:v>130.485885925292</c:v>
                </c:pt>
                <c:pt idx="3099">
                  <c:v>130.49021163940401</c:v>
                </c:pt>
                <c:pt idx="3100">
                  <c:v>130.494537353515</c:v>
                </c:pt>
                <c:pt idx="3101">
                  <c:v>130.49886306762599</c:v>
                </c:pt>
                <c:pt idx="3102">
                  <c:v>130.503188781738</c:v>
                </c:pt>
                <c:pt idx="3103">
                  <c:v>130.50751449584899</c:v>
                </c:pt>
                <c:pt idx="3104">
                  <c:v>130.51184020996001</c:v>
                </c:pt>
                <c:pt idx="3105">
                  <c:v>130.516165924072</c:v>
                </c:pt>
                <c:pt idx="3106">
                  <c:v>130.52049163818299</c:v>
                </c:pt>
                <c:pt idx="3107">
                  <c:v>130.52481735229401</c:v>
                </c:pt>
                <c:pt idx="3108">
                  <c:v>130.52914306640599</c:v>
                </c:pt>
                <c:pt idx="3109">
                  <c:v>130.53346878051701</c:v>
                </c:pt>
                <c:pt idx="3110">
                  <c:v>130.537794494628</c:v>
                </c:pt>
                <c:pt idx="3111">
                  <c:v>130.54212020873999</c:v>
                </c:pt>
                <c:pt idx="3112">
                  <c:v>130.54644592285101</c:v>
                </c:pt>
                <c:pt idx="3113">
                  <c:v>130.550771636962</c:v>
                </c:pt>
                <c:pt idx="3114">
                  <c:v>130.55509735107401</c:v>
                </c:pt>
                <c:pt idx="3115">
                  <c:v>130.559423065185</c:v>
                </c:pt>
                <c:pt idx="3116">
                  <c:v>130.56374877929599</c:v>
                </c:pt>
                <c:pt idx="3117">
                  <c:v>130.56807449340801</c:v>
                </c:pt>
                <c:pt idx="3118">
                  <c:v>130.572400207519</c:v>
                </c:pt>
                <c:pt idx="3119">
                  <c:v>130.57672592162999</c:v>
                </c:pt>
                <c:pt idx="3120">
                  <c:v>130.581051635742</c:v>
                </c:pt>
                <c:pt idx="3121">
                  <c:v>130.58537734985299</c:v>
                </c:pt>
                <c:pt idx="3122">
                  <c:v>130.58970306396401</c:v>
                </c:pt>
                <c:pt idx="3123">
                  <c:v>130.59402877807599</c:v>
                </c:pt>
                <c:pt idx="3124">
                  <c:v>130.59835449218701</c:v>
                </c:pt>
                <c:pt idx="3125">
                  <c:v>130.602680206298</c:v>
                </c:pt>
                <c:pt idx="3126">
                  <c:v>130.60700592040999</c:v>
                </c:pt>
                <c:pt idx="3127">
                  <c:v>130.61133163452101</c:v>
                </c:pt>
                <c:pt idx="3128">
                  <c:v>130.615657348632</c:v>
                </c:pt>
                <c:pt idx="3129">
                  <c:v>130.61998306274401</c:v>
                </c:pt>
                <c:pt idx="3130">
                  <c:v>130.624308776855</c:v>
                </c:pt>
                <c:pt idx="3131">
                  <c:v>130.62863449096599</c:v>
                </c:pt>
                <c:pt idx="3132">
                  <c:v>130.63296020507801</c:v>
                </c:pt>
                <c:pt idx="3133">
                  <c:v>130.637285919189</c:v>
                </c:pt>
                <c:pt idx="3134">
                  <c:v>130.64161163329999</c:v>
                </c:pt>
                <c:pt idx="3135">
                  <c:v>130.645937347412</c:v>
                </c:pt>
                <c:pt idx="3136">
                  <c:v>130.65026306152299</c:v>
                </c:pt>
                <c:pt idx="3137">
                  <c:v>130.65458877563401</c:v>
                </c:pt>
                <c:pt idx="3138">
                  <c:v>130.658914489746</c:v>
                </c:pt>
                <c:pt idx="3139">
                  <c:v>130.66324020385699</c:v>
                </c:pt>
                <c:pt idx="3140">
                  <c:v>130.66756591796801</c:v>
                </c:pt>
                <c:pt idx="3141">
                  <c:v>130.67189163207999</c:v>
                </c:pt>
                <c:pt idx="3142">
                  <c:v>130.67621734619101</c:v>
                </c:pt>
                <c:pt idx="3143">
                  <c:v>130.680543060302</c:v>
                </c:pt>
                <c:pt idx="3144">
                  <c:v>130.68486877441401</c:v>
                </c:pt>
                <c:pt idx="3145">
                  <c:v>130.689194488525</c:v>
                </c:pt>
                <c:pt idx="3146">
                  <c:v>130.69352020263599</c:v>
                </c:pt>
                <c:pt idx="3147">
                  <c:v>130.69784591674801</c:v>
                </c:pt>
                <c:pt idx="3148">
                  <c:v>130.702171630859</c:v>
                </c:pt>
                <c:pt idx="3149">
                  <c:v>130.70649734496999</c:v>
                </c:pt>
                <c:pt idx="3150">
                  <c:v>130.710823059082</c:v>
                </c:pt>
                <c:pt idx="3151">
                  <c:v>130.71514877319299</c:v>
                </c:pt>
                <c:pt idx="3152">
                  <c:v>130.71947448730401</c:v>
                </c:pt>
                <c:pt idx="3153">
                  <c:v>130.723800201416</c:v>
                </c:pt>
                <c:pt idx="3154">
                  <c:v>130.72812591552699</c:v>
                </c:pt>
                <c:pt idx="3155">
                  <c:v>130.73245162963801</c:v>
                </c:pt>
                <c:pt idx="3156">
                  <c:v>130.736777343749</c:v>
                </c:pt>
                <c:pt idx="3157">
                  <c:v>130.74110305786101</c:v>
                </c:pt>
                <c:pt idx="3158">
                  <c:v>130.745428771972</c:v>
                </c:pt>
                <c:pt idx="3159">
                  <c:v>130.74975448608299</c:v>
                </c:pt>
                <c:pt idx="3160">
                  <c:v>130.75408020019501</c:v>
                </c:pt>
                <c:pt idx="3161">
                  <c:v>130.758405914306</c:v>
                </c:pt>
                <c:pt idx="3162">
                  <c:v>130.76273162841699</c:v>
                </c:pt>
                <c:pt idx="3163">
                  <c:v>130.767057342529</c:v>
                </c:pt>
                <c:pt idx="3164">
                  <c:v>130.77138305663999</c:v>
                </c:pt>
                <c:pt idx="3165">
                  <c:v>130.77570877075101</c:v>
                </c:pt>
                <c:pt idx="3166">
                  <c:v>130.78003448486299</c:v>
                </c:pt>
                <c:pt idx="3167">
                  <c:v>130.78436019897401</c:v>
                </c:pt>
                <c:pt idx="3168">
                  <c:v>130.788685913085</c:v>
                </c:pt>
                <c:pt idx="3169">
                  <c:v>130.79301162719699</c:v>
                </c:pt>
                <c:pt idx="3170">
                  <c:v>130.79733734130801</c:v>
                </c:pt>
                <c:pt idx="3171">
                  <c:v>130.801663055419</c:v>
                </c:pt>
                <c:pt idx="3172">
                  <c:v>130.80598876953101</c:v>
                </c:pt>
                <c:pt idx="3173">
                  <c:v>130.810314483642</c:v>
                </c:pt>
                <c:pt idx="3174">
                  <c:v>130.81464019775299</c:v>
                </c:pt>
                <c:pt idx="3175">
                  <c:v>130.81896591186501</c:v>
                </c:pt>
                <c:pt idx="3176">
                  <c:v>130.823291625976</c:v>
                </c:pt>
                <c:pt idx="3177">
                  <c:v>130.82761734008699</c:v>
                </c:pt>
                <c:pt idx="3178">
                  <c:v>130.831943054199</c:v>
                </c:pt>
                <c:pt idx="3179">
                  <c:v>130.83626876830999</c:v>
                </c:pt>
                <c:pt idx="3180">
                  <c:v>130.84059448242101</c:v>
                </c:pt>
                <c:pt idx="3181">
                  <c:v>130.844920196533</c:v>
                </c:pt>
                <c:pt idx="3182">
                  <c:v>130.84924591064399</c:v>
                </c:pt>
                <c:pt idx="3183">
                  <c:v>130.85357162475501</c:v>
                </c:pt>
                <c:pt idx="3184">
                  <c:v>130.85789733886699</c:v>
                </c:pt>
                <c:pt idx="3185">
                  <c:v>130.86222305297801</c:v>
                </c:pt>
                <c:pt idx="3186">
                  <c:v>130.866548767089</c:v>
                </c:pt>
                <c:pt idx="3187">
                  <c:v>130.87087448120101</c:v>
                </c:pt>
                <c:pt idx="3188">
                  <c:v>130.875200195312</c:v>
                </c:pt>
                <c:pt idx="3189">
                  <c:v>130.87952590942299</c:v>
                </c:pt>
                <c:pt idx="3190">
                  <c:v>130.88385162353501</c:v>
                </c:pt>
                <c:pt idx="3191">
                  <c:v>130.888177337646</c:v>
                </c:pt>
                <c:pt idx="3192">
                  <c:v>130.89250305175699</c:v>
                </c:pt>
                <c:pt idx="3193">
                  <c:v>130.896828765869</c:v>
                </c:pt>
                <c:pt idx="3194">
                  <c:v>130.90115447997999</c:v>
                </c:pt>
                <c:pt idx="3195">
                  <c:v>130.90548019409101</c:v>
                </c:pt>
                <c:pt idx="3196">
                  <c:v>130.909805908203</c:v>
                </c:pt>
                <c:pt idx="3197">
                  <c:v>130.91413162231399</c:v>
                </c:pt>
                <c:pt idx="3198">
                  <c:v>130.91845733642501</c:v>
                </c:pt>
                <c:pt idx="3199">
                  <c:v>130.92278305053699</c:v>
                </c:pt>
                <c:pt idx="3200">
                  <c:v>130.92710876464801</c:v>
                </c:pt>
                <c:pt idx="3201">
                  <c:v>130.931434478759</c:v>
                </c:pt>
                <c:pt idx="3202">
                  <c:v>130.93576019287099</c:v>
                </c:pt>
                <c:pt idx="3203">
                  <c:v>130.94008590698201</c:v>
                </c:pt>
                <c:pt idx="3204">
                  <c:v>130.944411621093</c:v>
                </c:pt>
                <c:pt idx="3205">
                  <c:v>130.94873733520501</c:v>
                </c:pt>
                <c:pt idx="3206">
                  <c:v>130.953063049316</c:v>
                </c:pt>
                <c:pt idx="3207">
                  <c:v>130.95738876342699</c:v>
                </c:pt>
                <c:pt idx="3208">
                  <c:v>130.961714477539</c:v>
                </c:pt>
                <c:pt idx="3209">
                  <c:v>130.96604019164999</c:v>
                </c:pt>
                <c:pt idx="3210">
                  <c:v>130.97036590576101</c:v>
                </c:pt>
                <c:pt idx="3211">
                  <c:v>130.974691619873</c:v>
                </c:pt>
                <c:pt idx="3212">
                  <c:v>130.97901733398399</c:v>
                </c:pt>
                <c:pt idx="3213">
                  <c:v>130.98334304809501</c:v>
                </c:pt>
                <c:pt idx="3214">
                  <c:v>130.98766876220699</c:v>
                </c:pt>
                <c:pt idx="3215">
                  <c:v>130.99199447631801</c:v>
                </c:pt>
                <c:pt idx="3216">
                  <c:v>130.996320190429</c:v>
                </c:pt>
                <c:pt idx="3217">
                  <c:v>131.00064590454099</c:v>
                </c:pt>
                <c:pt idx="3218">
                  <c:v>131.00497161865201</c:v>
                </c:pt>
                <c:pt idx="3219">
                  <c:v>131.009297332763</c:v>
                </c:pt>
                <c:pt idx="3220">
                  <c:v>131.01362304687501</c:v>
                </c:pt>
                <c:pt idx="3221">
                  <c:v>131.017948760986</c:v>
                </c:pt>
                <c:pt idx="3222">
                  <c:v>131.02227447509699</c:v>
                </c:pt>
                <c:pt idx="3223">
                  <c:v>131.02660018920901</c:v>
                </c:pt>
                <c:pt idx="3224">
                  <c:v>131.03092590332</c:v>
                </c:pt>
                <c:pt idx="3225">
                  <c:v>131.03525161743099</c:v>
                </c:pt>
                <c:pt idx="3226">
                  <c:v>131.039577331543</c:v>
                </c:pt>
                <c:pt idx="3227">
                  <c:v>131.04390304565399</c:v>
                </c:pt>
                <c:pt idx="3228">
                  <c:v>131.04822875976501</c:v>
                </c:pt>
                <c:pt idx="3229">
                  <c:v>131.052554473877</c:v>
                </c:pt>
                <c:pt idx="3230">
                  <c:v>131.05688018798801</c:v>
                </c:pt>
                <c:pt idx="3231">
                  <c:v>131.061205902099</c:v>
                </c:pt>
                <c:pt idx="3232">
                  <c:v>131.06553161621099</c:v>
                </c:pt>
                <c:pt idx="3233">
                  <c:v>131.06985733032201</c:v>
                </c:pt>
                <c:pt idx="3234">
                  <c:v>131.074183044433</c:v>
                </c:pt>
                <c:pt idx="3235">
                  <c:v>131.07850875854501</c:v>
                </c:pt>
                <c:pt idx="3236">
                  <c:v>131.082834472656</c:v>
                </c:pt>
                <c:pt idx="3237">
                  <c:v>131.08716018676699</c:v>
                </c:pt>
                <c:pt idx="3238">
                  <c:v>131.09148590087901</c:v>
                </c:pt>
                <c:pt idx="3239">
                  <c:v>131.09581161499</c:v>
                </c:pt>
                <c:pt idx="3240">
                  <c:v>131.10013732910099</c:v>
                </c:pt>
                <c:pt idx="3241">
                  <c:v>131.104463043213</c:v>
                </c:pt>
                <c:pt idx="3242">
                  <c:v>131.10878875732399</c:v>
                </c:pt>
                <c:pt idx="3243">
                  <c:v>131.11311447143501</c:v>
                </c:pt>
                <c:pt idx="3244">
                  <c:v>131.117440185547</c:v>
                </c:pt>
                <c:pt idx="3245">
                  <c:v>131.12176589965799</c:v>
                </c:pt>
                <c:pt idx="3246">
                  <c:v>131.12609161376901</c:v>
                </c:pt>
                <c:pt idx="3247">
                  <c:v>131.13041732788099</c:v>
                </c:pt>
                <c:pt idx="3248">
                  <c:v>131.13474304199201</c:v>
                </c:pt>
                <c:pt idx="3249">
                  <c:v>131.139068756103</c:v>
                </c:pt>
                <c:pt idx="3250">
                  <c:v>131.14339447021499</c:v>
                </c:pt>
                <c:pt idx="3251">
                  <c:v>131.147720184326</c:v>
                </c:pt>
                <c:pt idx="3252">
                  <c:v>131.152045898437</c:v>
                </c:pt>
                <c:pt idx="3253">
                  <c:v>131.15637161254801</c:v>
                </c:pt>
                <c:pt idx="3254">
                  <c:v>131.16069732666</c:v>
                </c:pt>
                <c:pt idx="3255">
                  <c:v>131.16502304077099</c:v>
                </c:pt>
                <c:pt idx="3256">
                  <c:v>131.169348754883</c:v>
                </c:pt>
                <c:pt idx="3257">
                  <c:v>131.17367446899399</c:v>
                </c:pt>
                <c:pt idx="3258">
                  <c:v>131.17800018310501</c:v>
                </c:pt>
                <c:pt idx="3259">
                  <c:v>131.182325897216</c:v>
                </c:pt>
                <c:pt idx="3260">
                  <c:v>131.18665161132799</c:v>
                </c:pt>
                <c:pt idx="3261">
                  <c:v>131.19097732543901</c:v>
                </c:pt>
                <c:pt idx="3262">
                  <c:v>131.19530303955</c:v>
                </c:pt>
                <c:pt idx="3263">
                  <c:v>131.19962875366201</c:v>
                </c:pt>
                <c:pt idx="3264">
                  <c:v>131.203954467773</c:v>
                </c:pt>
                <c:pt idx="3265">
                  <c:v>131.20828018188399</c:v>
                </c:pt>
                <c:pt idx="3266">
                  <c:v>131.21260589599601</c:v>
                </c:pt>
                <c:pt idx="3267">
                  <c:v>131.216931610107</c:v>
                </c:pt>
                <c:pt idx="3268">
                  <c:v>131.22125732421799</c:v>
                </c:pt>
                <c:pt idx="3269">
                  <c:v>131.22558303833</c:v>
                </c:pt>
                <c:pt idx="3270">
                  <c:v>131.22990875244099</c:v>
                </c:pt>
                <c:pt idx="3271">
                  <c:v>131.23423446655201</c:v>
                </c:pt>
                <c:pt idx="3272">
                  <c:v>131.238560180664</c:v>
                </c:pt>
                <c:pt idx="3273">
                  <c:v>131.24288589477499</c:v>
                </c:pt>
                <c:pt idx="3274">
                  <c:v>131.247211608886</c:v>
                </c:pt>
                <c:pt idx="3275">
                  <c:v>131.25153732299799</c:v>
                </c:pt>
                <c:pt idx="3276">
                  <c:v>131.25586303710901</c:v>
                </c:pt>
                <c:pt idx="3277">
                  <c:v>131.26018875122</c:v>
                </c:pt>
                <c:pt idx="3278">
                  <c:v>131.26451446533201</c:v>
                </c:pt>
                <c:pt idx="3279">
                  <c:v>131.268840179443</c:v>
                </c:pt>
                <c:pt idx="3280">
                  <c:v>131.27316589355399</c:v>
                </c:pt>
                <c:pt idx="3281">
                  <c:v>131.27749160766601</c:v>
                </c:pt>
                <c:pt idx="3282">
                  <c:v>131.281817321777</c:v>
                </c:pt>
                <c:pt idx="3283">
                  <c:v>131.28614303588799</c:v>
                </c:pt>
                <c:pt idx="3284">
                  <c:v>131.29046875</c:v>
                </c:pt>
                <c:pt idx="3285">
                  <c:v>131.29479446411099</c:v>
                </c:pt>
                <c:pt idx="3286">
                  <c:v>131.29912017822201</c:v>
                </c:pt>
                <c:pt idx="3287">
                  <c:v>131.303445892334</c:v>
                </c:pt>
                <c:pt idx="3288">
                  <c:v>131.30777160644499</c:v>
                </c:pt>
                <c:pt idx="3289">
                  <c:v>131.31209732055601</c:v>
                </c:pt>
                <c:pt idx="3290">
                  <c:v>131.31642303466799</c:v>
                </c:pt>
                <c:pt idx="3291">
                  <c:v>131.32074874877901</c:v>
                </c:pt>
                <c:pt idx="3292">
                  <c:v>131.32507446289</c:v>
                </c:pt>
                <c:pt idx="3293">
                  <c:v>131.32940017700199</c:v>
                </c:pt>
                <c:pt idx="3294">
                  <c:v>131.333725891113</c:v>
                </c:pt>
                <c:pt idx="3295">
                  <c:v>131.338051605224</c:v>
                </c:pt>
                <c:pt idx="3296">
                  <c:v>131.34237731933601</c:v>
                </c:pt>
                <c:pt idx="3297">
                  <c:v>131.346703033447</c:v>
                </c:pt>
                <c:pt idx="3298">
                  <c:v>131.35102874755799</c:v>
                </c:pt>
                <c:pt idx="3299">
                  <c:v>131.35535446167</c:v>
                </c:pt>
                <c:pt idx="3300">
                  <c:v>131.35968017578099</c:v>
                </c:pt>
                <c:pt idx="3301">
                  <c:v>131.36330942789701</c:v>
                </c:pt>
                <c:pt idx="3302">
                  <c:v>131.36693868001299</c:v>
                </c:pt>
                <c:pt idx="3303">
                  <c:v>131.37056793212901</c:v>
                </c:pt>
                <c:pt idx="3304">
                  <c:v>131.37419718424499</c:v>
                </c:pt>
                <c:pt idx="3305">
                  <c:v>131.37782643636001</c:v>
                </c:pt>
                <c:pt idx="3306">
                  <c:v>131.381455688476</c:v>
                </c:pt>
                <c:pt idx="3307">
                  <c:v>131.38508494059201</c:v>
                </c:pt>
                <c:pt idx="3308">
                  <c:v>131.38871419270799</c:v>
                </c:pt>
                <c:pt idx="3309">
                  <c:v>131.39234344482401</c:v>
                </c:pt>
                <c:pt idx="3310">
                  <c:v>131.39597269693999</c:v>
                </c:pt>
                <c:pt idx="3311">
                  <c:v>131.39960194905601</c:v>
                </c:pt>
                <c:pt idx="3312">
                  <c:v>131.40323120117199</c:v>
                </c:pt>
                <c:pt idx="3313">
                  <c:v>131.406860453288</c:v>
                </c:pt>
                <c:pt idx="3314">
                  <c:v>131.41048970540299</c:v>
                </c:pt>
                <c:pt idx="3315">
                  <c:v>131.41411895751901</c:v>
                </c:pt>
                <c:pt idx="3316">
                  <c:v>131.41774820963499</c:v>
                </c:pt>
                <c:pt idx="3317">
                  <c:v>131.42137746175101</c:v>
                </c:pt>
                <c:pt idx="3318">
                  <c:v>131.42500671386699</c:v>
                </c:pt>
                <c:pt idx="3319">
                  <c:v>131.42863596598301</c:v>
                </c:pt>
                <c:pt idx="3320">
                  <c:v>131.43226521809899</c:v>
                </c:pt>
                <c:pt idx="3321">
                  <c:v>131.435894470215</c:v>
                </c:pt>
                <c:pt idx="3322">
                  <c:v>131.43952372232999</c:v>
                </c:pt>
                <c:pt idx="3323">
                  <c:v>131.44315297444601</c:v>
                </c:pt>
                <c:pt idx="3324">
                  <c:v>131.44678222656199</c:v>
                </c:pt>
                <c:pt idx="3325">
                  <c:v>131.45041147867801</c:v>
                </c:pt>
                <c:pt idx="3326">
                  <c:v>131.45404073079399</c:v>
                </c:pt>
                <c:pt idx="3327">
                  <c:v>131.45766998291001</c:v>
                </c:pt>
                <c:pt idx="3328">
                  <c:v>131.46129923502599</c:v>
                </c:pt>
                <c:pt idx="3329">
                  <c:v>131.464928487142</c:v>
                </c:pt>
                <c:pt idx="3330">
                  <c:v>131.46855773925799</c:v>
                </c:pt>
                <c:pt idx="3331">
                  <c:v>131.47218699137301</c:v>
                </c:pt>
                <c:pt idx="3332">
                  <c:v>131.47581624348899</c:v>
                </c:pt>
                <c:pt idx="3333">
                  <c:v>131.47944549560501</c:v>
                </c:pt>
                <c:pt idx="3334">
                  <c:v>131.48307474772099</c:v>
                </c:pt>
                <c:pt idx="3335">
                  <c:v>131.486703999837</c:v>
                </c:pt>
                <c:pt idx="3336">
                  <c:v>131.49033325195299</c:v>
                </c:pt>
                <c:pt idx="3337">
                  <c:v>131.493962504069</c:v>
                </c:pt>
                <c:pt idx="3338">
                  <c:v>131.49759175618499</c:v>
                </c:pt>
                <c:pt idx="3339">
                  <c:v>131.50122100830001</c:v>
                </c:pt>
                <c:pt idx="3340">
                  <c:v>131.50485026041599</c:v>
                </c:pt>
                <c:pt idx="3341">
                  <c:v>131.50847951253201</c:v>
                </c:pt>
                <c:pt idx="3342">
                  <c:v>131.51210876464799</c:v>
                </c:pt>
                <c:pt idx="3343">
                  <c:v>131.515738016764</c:v>
                </c:pt>
                <c:pt idx="3344">
                  <c:v>131.51936726887999</c:v>
                </c:pt>
                <c:pt idx="3345">
                  <c:v>131.522996520996</c:v>
                </c:pt>
                <c:pt idx="3346">
                  <c:v>131.52662577311199</c:v>
                </c:pt>
                <c:pt idx="3347">
                  <c:v>131.530255025228</c:v>
                </c:pt>
                <c:pt idx="3348">
                  <c:v>131.53388427734299</c:v>
                </c:pt>
                <c:pt idx="3349">
                  <c:v>131.53751352945901</c:v>
                </c:pt>
                <c:pt idx="3350">
                  <c:v>131.54114278157499</c:v>
                </c:pt>
                <c:pt idx="3351">
                  <c:v>131.544772033691</c:v>
                </c:pt>
                <c:pt idx="3352">
                  <c:v>131.54840128580699</c:v>
                </c:pt>
                <c:pt idx="3353">
                  <c:v>131.552030537923</c:v>
                </c:pt>
                <c:pt idx="3354">
                  <c:v>131.55565979003899</c:v>
                </c:pt>
                <c:pt idx="3355">
                  <c:v>131.559289042155</c:v>
                </c:pt>
                <c:pt idx="3356">
                  <c:v>131.56291829426999</c:v>
                </c:pt>
                <c:pt idx="3357">
                  <c:v>131.566547546386</c:v>
                </c:pt>
                <c:pt idx="3358">
                  <c:v>131.57017679850199</c:v>
                </c:pt>
                <c:pt idx="3359">
                  <c:v>131.573806050618</c:v>
                </c:pt>
                <c:pt idx="3360">
                  <c:v>131.57743530273399</c:v>
                </c:pt>
                <c:pt idx="3361">
                  <c:v>131.58106455485</c:v>
                </c:pt>
                <c:pt idx="3362">
                  <c:v>131.58469380696599</c:v>
                </c:pt>
                <c:pt idx="3363">
                  <c:v>131.588323059082</c:v>
                </c:pt>
                <c:pt idx="3364">
                  <c:v>131.59195231119801</c:v>
                </c:pt>
                <c:pt idx="3365">
                  <c:v>131.595581563313</c:v>
                </c:pt>
                <c:pt idx="3366">
                  <c:v>131.59921081542899</c:v>
                </c:pt>
                <c:pt idx="3367">
                  <c:v>131.602840067545</c:v>
                </c:pt>
                <c:pt idx="3368">
                  <c:v>131.60646931966099</c:v>
                </c:pt>
                <c:pt idx="3369">
                  <c:v>131.610098571777</c:v>
                </c:pt>
                <c:pt idx="3370">
                  <c:v>131.61372782389299</c:v>
                </c:pt>
                <c:pt idx="3371">
                  <c:v>131.617357076009</c:v>
                </c:pt>
                <c:pt idx="3372">
                  <c:v>131.62098632812501</c:v>
                </c:pt>
                <c:pt idx="3373">
                  <c:v>131.624615580241</c:v>
                </c:pt>
                <c:pt idx="3374">
                  <c:v>131.62824483235599</c:v>
                </c:pt>
                <c:pt idx="3375">
                  <c:v>131.631874084472</c:v>
                </c:pt>
                <c:pt idx="3376">
                  <c:v>131.63550333658799</c:v>
                </c:pt>
                <c:pt idx="3377">
                  <c:v>131.639132588704</c:v>
                </c:pt>
                <c:pt idx="3378">
                  <c:v>131.64276184081999</c:v>
                </c:pt>
                <c:pt idx="3379">
                  <c:v>131.646391092936</c:v>
                </c:pt>
                <c:pt idx="3380">
                  <c:v>131.65002034505201</c:v>
                </c:pt>
                <c:pt idx="3381">
                  <c:v>131.653649597168</c:v>
                </c:pt>
                <c:pt idx="3382">
                  <c:v>131.65727884928299</c:v>
                </c:pt>
                <c:pt idx="3383">
                  <c:v>131.660908101399</c:v>
                </c:pt>
                <c:pt idx="3384">
                  <c:v>131.66453735351499</c:v>
                </c:pt>
                <c:pt idx="3385">
                  <c:v>131.668166605631</c:v>
                </c:pt>
                <c:pt idx="3386">
                  <c:v>131.67179585774699</c:v>
                </c:pt>
                <c:pt idx="3387">
                  <c:v>131.675425109863</c:v>
                </c:pt>
                <c:pt idx="3388">
                  <c:v>131.67905436197901</c:v>
                </c:pt>
                <c:pt idx="3389">
                  <c:v>131.682683614095</c:v>
                </c:pt>
                <c:pt idx="3390">
                  <c:v>131.68631286620999</c:v>
                </c:pt>
                <c:pt idx="3391">
                  <c:v>131.689942118326</c:v>
                </c:pt>
                <c:pt idx="3392">
                  <c:v>131.69357137044199</c:v>
                </c:pt>
                <c:pt idx="3393">
                  <c:v>131.697200622558</c:v>
                </c:pt>
                <c:pt idx="3394">
                  <c:v>131.70082987467401</c:v>
                </c:pt>
                <c:pt idx="3395">
                  <c:v>131.70445912679</c:v>
                </c:pt>
                <c:pt idx="3396">
                  <c:v>131.70808837890601</c:v>
                </c:pt>
                <c:pt idx="3397">
                  <c:v>131.711717631022</c:v>
                </c:pt>
                <c:pt idx="3398">
                  <c:v>131.71534688313801</c:v>
                </c:pt>
                <c:pt idx="3399">
                  <c:v>131.718976135253</c:v>
                </c:pt>
                <c:pt idx="3400">
                  <c:v>131.72260538736899</c:v>
                </c:pt>
                <c:pt idx="3401">
                  <c:v>131.726234639485</c:v>
                </c:pt>
                <c:pt idx="3402">
                  <c:v>131.72986389160101</c:v>
                </c:pt>
                <c:pt idx="3403">
                  <c:v>131.733493143717</c:v>
                </c:pt>
                <c:pt idx="3404">
                  <c:v>131.73712239583301</c:v>
                </c:pt>
                <c:pt idx="3405">
                  <c:v>131.740751647949</c:v>
                </c:pt>
                <c:pt idx="3406">
                  <c:v>131.74438090006501</c:v>
                </c:pt>
                <c:pt idx="3407">
                  <c:v>131.748010152181</c:v>
                </c:pt>
                <c:pt idx="3408">
                  <c:v>131.75163940429599</c:v>
                </c:pt>
                <c:pt idx="3409">
                  <c:v>131.755268656412</c:v>
                </c:pt>
                <c:pt idx="3410">
                  <c:v>131.75889790852801</c:v>
                </c:pt>
                <c:pt idx="3411">
                  <c:v>131.762527160644</c:v>
                </c:pt>
                <c:pt idx="3412">
                  <c:v>131.76615641276001</c:v>
                </c:pt>
                <c:pt idx="3413">
                  <c:v>131.769785664876</c:v>
                </c:pt>
                <c:pt idx="3414">
                  <c:v>131.77341491699201</c:v>
                </c:pt>
                <c:pt idx="3415">
                  <c:v>131.777044169108</c:v>
                </c:pt>
                <c:pt idx="3416">
                  <c:v>131.78067342122301</c:v>
                </c:pt>
                <c:pt idx="3417">
                  <c:v>131.784302673339</c:v>
                </c:pt>
                <c:pt idx="3418">
                  <c:v>131.78793192545501</c:v>
                </c:pt>
                <c:pt idx="3419">
                  <c:v>131.791561177571</c:v>
                </c:pt>
                <c:pt idx="3420">
                  <c:v>131.79519042968701</c:v>
                </c:pt>
                <c:pt idx="3421">
                  <c:v>131.798819681803</c:v>
                </c:pt>
                <c:pt idx="3422">
                  <c:v>131.80244893391901</c:v>
                </c:pt>
                <c:pt idx="3423">
                  <c:v>131.80607818603499</c:v>
                </c:pt>
                <c:pt idx="3424">
                  <c:v>131.80970743815101</c:v>
                </c:pt>
                <c:pt idx="3425">
                  <c:v>131.813336690266</c:v>
                </c:pt>
                <c:pt idx="3426">
                  <c:v>131.81696594238201</c:v>
                </c:pt>
                <c:pt idx="3427">
                  <c:v>131.820595194498</c:v>
                </c:pt>
                <c:pt idx="3428">
                  <c:v>131.82422444661401</c:v>
                </c:pt>
                <c:pt idx="3429">
                  <c:v>131.82785369873</c:v>
                </c:pt>
                <c:pt idx="3430">
                  <c:v>131.83148295084601</c:v>
                </c:pt>
                <c:pt idx="3431">
                  <c:v>131.83511220296199</c:v>
                </c:pt>
                <c:pt idx="3432">
                  <c:v>131.83874145507801</c:v>
                </c:pt>
                <c:pt idx="3433">
                  <c:v>131.842370707193</c:v>
                </c:pt>
                <c:pt idx="3434">
                  <c:v>131.84599995930901</c:v>
                </c:pt>
                <c:pt idx="3435">
                  <c:v>131.849629211425</c:v>
                </c:pt>
                <c:pt idx="3436">
                  <c:v>131.85325846354101</c:v>
                </c:pt>
                <c:pt idx="3437">
                  <c:v>131.856887715657</c:v>
                </c:pt>
                <c:pt idx="3438">
                  <c:v>131.86051696777301</c:v>
                </c:pt>
                <c:pt idx="3439">
                  <c:v>131.86414621988899</c:v>
                </c:pt>
                <c:pt idx="3440">
                  <c:v>131.86777547200501</c:v>
                </c:pt>
                <c:pt idx="3441">
                  <c:v>131.87140472412099</c:v>
                </c:pt>
                <c:pt idx="3442">
                  <c:v>131.87503397623601</c:v>
                </c:pt>
                <c:pt idx="3443">
                  <c:v>131.878663228352</c:v>
                </c:pt>
                <c:pt idx="3444">
                  <c:v>131.88229248046801</c:v>
                </c:pt>
                <c:pt idx="3445">
                  <c:v>131.88592173258399</c:v>
                </c:pt>
                <c:pt idx="3446">
                  <c:v>131.88955098470001</c:v>
                </c:pt>
                <c:pt idx="3447">
                  <c:v>131.89318023681599</c:v>
                </c:pt>
                <c:pt idx="3448">
                  <c:v>131.89680948893201</c:v>
                </c:pt>
                <c:pt idx="3449">
                  <c:v>131.90043874104799</c:v>
                </c:pt>
                <c:pt idx="3450">
                  <c:v>131.90406799316401</c:v>
                </c:pt>
                <c:pt idx="3451">
                  <c:v>131.907697245279</c:v>
                </c:pt>
                <c:pt idx="3452">
                  <c:v>131.91132649739501</c:v>
                </c:pt>
                <c:pt idx="3453">
                  <c:v>131.91495574951099</c:v>
                </c:pt>
                <c:pt idx="3454">
                  <c:v>131.91858500162701</c:v>
                </c:pt>
                <c:pt idx="3455">
                  <c:v>131.92221425374299</c:v>
                </c:pt>
                <c:pt idx="3456">
                  <c:v>131.92584350585901</c:v>
                </c:pt>
                <c:pt idx="3457">
                  <c:v>131.92947275797499</c:v>
                </c:pt>
                <c:pt idx="3458">
                  <c:v>131.93310201009101</c:v>
                </c:pt>
                <c:pt idx="3459">
                  <c:v>131.936731262206</c:v>
                </c:pt>
                <c:pt idx="3460">
                  <c:v>131.94036051432201</c:v>
                </c:pt>
                <c:pt idx="3461">
                  <c:v>131.94398976643799</c:v>
                </c:pt>
                <c:pt idx="3462">
                  <c:v>131.94761901855401</c:v>
                </c:pt>
                <c:pt idx="3463">
                  <c:v>131.95124827066999</c:v>
                </c:pt>
                <c:pt idx="3464">
                  <c:v>131.95487752278601</c:v>
                </c:pt>
                <c:pt idx="3465">
                  <c:v>131.95850677490199</c:v>
                </c:pt>
                <c:pt idx="3466">
                  <c:v>131.962136027018</c:v>
                </c:pt>
                <c:pt idx="3467">
                  <c:v>131.96576527913399</c:v>
                </c:pt>
                <c:pt idx="3468">
                  <c:v>131.96939453124901</c:v>
                </c:pt>
                <c:pt idx="3469">
                  <c:v>131.97302378336499</c:v>
                </c:pt>
                <c:pt idx="3470">
                  <c:v>131.97665303548101</c:v>
                </c:pt>
                <c:pt idx="3471">
                  <c:v>131.98028228759699</c:v>
                </c:pt>
                <c:pt idx="3472">
                  <c:v>131.98391153971301</c:v>
                </c:pt>
                <c:pt idx="3473">
                  <c:v>131.98754079182899</c:v>
                </c:pt>
                <c:pt idx="3474">
                  <c:v>131.991170043945</c:v>
                </c:pt>
                <c:pt idx="3475">
                  <c:v>131.99479929606099</c:v>
                </c:pt>
                <c:pt idx="3476">
                  <c:v>131.99842854817601</c:v>
                </c:pt>
                <c:pt idx="3477">
                  <c:v>132.00205780029199</c:v>
                </c:pt>
                <c:pt idx="3478">
                  <c:v>132.00568705240801</c:v>
                </c:pt>
                <c:pt idx="3479">
                  <c:v>132.00931630452399</c:v>
                </c:pt>
                <c:pt idx="3480">
                  <c:v>132.01294555664001</c:v>
                </c:pt>
                <c:pt idx="3481">
                  <c:v>132.01657480875599</c:v>
                </c:pt>
                <c:pt idx="3482">
                  <c:v>132.020204060872</c:v>
                </c:pt>
                <c:pt idx="3483">
                  <c:v>132.02383331298799</c:v>
                </c:pt>
                <c:pt idx="3484">
                  <c:v>132.027462565104</c:v>
                </c:pt>
                <c:pt idx="3485">
                  <c:v>132.03109181721899</c:v>
                </c:pt>
                <c:pt idx="3486">
                  <c:v>132.03472106933501</c:v>
                </c:pt>
                <c:pt idx="3487">
                  <c:v>132.03835032145099</c:v>
                </c:pt>
                <c:pt idx="3488">
                  <c:v>132.041979573567</c:v>
                </c:pt>
                <c:pt idx="3489">
                  <c:v>132.04560882568299</c:v>
                </c:pt>
                <c:pt idx="3490">
                  <c:v>132.049238077799</c:v>
                </c:pt>
                <c:pt idx="3491">
                  <c:v>132.05286732991499</c:v>
                </c:pt>
                <c:pt idx="3492">
                  <c:v>132.056496582031</c:v>
                </c:pt>
                <c:pt idx="3493">
                  <c:v>132.06012583414599</c:v>
                </c:pt>
                <c:pt idx="3494">
                  <c:v>132.06375508626201</c:v>
                </c:pt>
                <c:pt idx="3495">
                  <c:v>132.06738433837799</c:v>
                </c:pt>
                <c:pt idx="3496">
                  <c:v>132.071013590494</c:v>
                </c:pt>
                <c:pt idx="3497">
                  <c:v>132.07464284260999</c:v>
                </c:pt>
                <c:pt idx="3498">
                  <c:v>132.078272094726</c:v>
                </c:pt>
                <c:pt idx="3499">
                  <c:v>132.08190134684199</c:v>
                </c:pt>
                <c:pt idx="3500">
                  <c:v>132.085530598958</c:v>
                </c:pt>
                <c:pt idx="3501">
                  <c:v>132.08915985107399</c:v>
                </c:pt>
                <c:pt idx="3502">
                  <c:v>132.09278910318901</c:v>
                </c:pt>
                <c:pt idx="3503">
                  <c:v>132.09641835530499</c:v>
                </c:pt>
                <c:pt idx="3504">
                  <c:v>132.100047607421</c:v>
                </c:pt>
                <c:pt idx="3505">
                  <c:v>132.10367685953699</c:v>
                </c:pt>
                <c:pt idx="3506">
                  <c:v>132.107306111653</c:v>
                </c:pt>
                <c:pt idx="3507">
                  <c:v>132.11093536376899</c:v>
                </c:pt>
                <c:pt idx="3508">
                  <c:v>132.114564615885</c:v>
                </c:pt>
                <c:pt idx="3509">
                  <c:v>132.11819386800099</c:v>
                </c:pt>
                <c:pt idx="3510">
                  <c:v>132.121823120117</c:v>
                </c:pt>
                <c:pt idx="3511">
                  <c:v>132.12545237223199</c:v>
                </c:pt>
                <c:pt idx="3512">
                  <c:v>132.129081624348</c:v>
                </c:pt>
                <c:pt idx="3513">
                  <c:v>132.13271087646399</c:v>
                </c:pt>
                <c:pt idx="3514">
                  <c:v>132.13634012858</c:v>
                </c:pt>
                <c:pt idx="3515">
                  <c:v>132.13996938069599</c:v>
                </c:pt>
                <c:pt idx="3516">
                  <c:v>132.143598632812</c:v>
                </c:pt>
                <c:pt idx="3517">
                  <c:v>132.14722788492799</c:v>
                </c:pt>
                <c:pt idx="3518">
                  <c:v>132.150857137044</c:v>
                </c:pt>
                <c:pt idx="3519">
                  <c:v>132.15448638915899</c:v>
                </c:pt>
                <c:pt idx="3520">
                  <c:v>132.158115641275</c:v>
                </c:pt>
                <c:pt idx="3521">
                  <c:v>132.16174489339099</c:v>
                </c:pt>
                <c:pt idx="3522">
                  <c:v>132.165374145507</c:v>
                </c:pt>
                <c:pt idx="3523">
                  <c:v>132.16900339762299</c:v>
                </c:pt>
                <c:pt idx="3524">
                  <c:v>132.172632649739</c:v>
                </c:pt>
                <c:pt idx="3525">
                  <c:v>132.17626190185501</c:v>
                </c:pt>
                <c:pt idx="3526">
                  <c:v>132.179891153971</c:v>
                </c:pt>
                <c:pt idx="3527">
                  <c:v>132.18352040608701</c:v>
                </c:pt>
                <c:pt idx="3528">
                  <c:v>132.187149658202</c:v>
                </c:pt>
                <c:pt idx="3529">
                  <c:v>132.19077891031799</c:v>
                </c:pt>
                <c:pt idx="3530">
                  <c:v>132.194408162434</c:v>
                </c:pt>
                <c:pt idx="3531">
                  <c:v>132.19803741454999</c:v>
                </c:pt>
                <c:pt idx="3532">
                  <c:v>132.201666666666</c:v>
                </c:pt>
                <c:pt idx="3533">
                  <c:v>132.20529591878201</c:v>
                </c:pt>
                <c:pt idx="3534">
                  <c:v>132.208925170898</c:v>
                </c:pt>
                <c:pt idx="3535">
                  <c:v>132.21255442301401</c:v>
                </c:pt>
                <c:pt idx="3536">
                  <c:v>132.216183675129</c:v>
                </c:pt>
                <c:pt idx="3537">
                  <c:v>132.21981292724499</c:v>
                </c:pt>
                <c:pt idx="3538">
                  <c:v>132.223442179361</c:v>
                </c:pt>
                <c:pt idx="3539">
                  <c:v>132.22707143147699</c:v>
                </c:pt>
                <c:pt idx="3540">
                  <c:v>132.230700683593</c:v>
                </c:pt>
                <c:pt idx="3541">
                  <c:v>132.23432993570901</c:v>
                </c:pt>
                <c:pt idx="3542">
                  <c:v>132.237959187825</c:v>
                </c:pt>
                <c:pt idx="3543">
                  <c:v>132.24158843994101</c:v>
                </c:pt>
                <c:pt idx="3544">
                  <c:v>132.245217692057</c:v>
                </c:pt>
                <c:pt idx="3545">
                  <c:v>132.24884694417199</c:v>
                </c:pt>
                <c:pt idx="3546">
                  <c:v>132.252476196288</c:v>
                </c:pt>
                <c:pt idx="3547">
                  <c:v>132.25610544840401</c:v>
                </c:pt>
                <c:pt idx="3548">
                  <c:v>132.25973470052</c:v>
                </c:pt>
                <c:pt idx="3549">
                  <c:v>132.26336395263601</c:v>
                </c:pt>
                <c:pt idx="3550">
                  <c:v>132.266993204752</c:v>
                </c:pt>
                <c:pt idx="3551">
                  <c:v>132.27062245686801</c:v>
                </c:pt>
                <c:pt idx="3552">
                  <c:v>132.274251708984</c:v>
                </c:pt>
                <c:pt idx="3553">
                  <c:v>132.27788096109899</c:v>
                </c:pt>
                <c:pt idx="3554">
                  <c:v>132.281510213215</c:v>
                </c:pt>
                <c:pt idx="3555">
                  <c:v>132.28513946533101</c:v>
                </c:pt>
                <c:pt idx="3556">
                  <c:v>132.288768717447</c:v>
                </c:pt>
                <c:pt idx="3557">
                  <c:v>132.29239796956301</c:v>
                </c:pt>
                <c:pt idx="3558">
                  <c:v>132.296027221679</c:v>
                </c:pt>
                <c:pt idx="3559">
                  <c:v>132.29965647379501</c:v>
                </c:pt>
                <c:pt idx="3560">
                  <c:v>132.303285725911</c:v>
                </c:pt>
                <c:pt idx="3561">
                  <c:v>132.30691497802701</c:v>
                </c:pt>
                <c:pt idx="3562">
                  <c:v>132.310544230142</c:v>
                </c:pt>
                <c:pt idx="3563">
                  <c:v>132.31417348225801</c:v>
                </c:pt>
                <c:pt idx="3564">
                  <c:v>132.317802734374</c:v>
                </c:pt>
                <c:pt idx="3565">
                  <c:v>132.32143198649001</c:v>
                </c:pt>
                <c:pt idx="3566">
                  <c:v>132.325061238606</c:v>
                </c:pt>
                <c:pt idx="3567">
                  <c:v>132.32869049072201</c:v>
                </c:pt>
                <c:pt idx="3568">
                  <c:v>132.332319742838</c:v>
                </c:pt>
                <c:pt idx="3569">
                  <c:v>132.33594899495401</c:v>
                </c:pt>
                <c:pt idx="3570">
                  <c:v>132.33957824706999</c:v>
                </c:pt>
                <c:pt idx="3571">
                  <c:v>132.34320749918501</c:v>
                </c:pt>
                <c:pt idx="3572">
                  <c:v>132.346836751301</c:v>
                </c:pt>
                <c:pt idx="3573">
                  <c:v>132.35046600341701</c:v>
                </c:pt>
                <c:pt idx="3574">
                  <c:v>132.354095255533</c:v>
                </c:pt>
                <c:pt idx="3575">
                  <c:v>132.35772450764901</c:v>
                </c:pt>
                <c:pt idx="3576">
                  <c:v>132.361353759765</c:v>
                </c:pt>
                <c:pt idx="3577">
                  <c:v>132.36498301188101</c:v>
                </c:pt>
                <c:pt idx="3578">
                  <c:v>132.36861226399699</c:v>
                </c:pt>
                <c:pt idx="3579">
                  <c:v>132.37224151611201</c:v>
                </c:pt>
                <c:pt idx="3580">
                  <c:v>132.375870768228</c:v>
                </c:pt>
                <c:pt idx="3581">
                  <c:v>132.37950002034401</c:v>
                </c:pt>
                <c:pt idx="3582">
                  <c:v>132.38312927246</c:v>
                </c:pt>
                <c:pt idx="3583">
                  <c:v>132.38675852457601</c:v>
                </c:pt>
                <c:pt idx="3584">
                  <c:v>132.39038777669199</c:v>
                </c:pt>
                <c:pt idx="3585">
                  <c:v>132.39401702880801</c:v>
                </c:pt>
                <c:pt idx="3586">
                  <c:v>132.39764628092399</c:v>
                </c:pt>
                <c:pt idx="3587">
                  <c:v>132.40127553304001</c:v>
                </c:pt>
                <c:pt idx="3588">
                  <c:v>132.404904785155</c:v>
                </c:pt>
                <c:pt idx="3589">
                  <c:v>132.40853403727101</c:v>
                </c:pt>
                <c:pt idx="3590">
                  <c:v>132.412163289387</c:v>
                </c:pt>
                <c:pt idx="3591">
                  <c:v>132.41579254150301</c:v>
                </c:pt>
                <c:pt idx="3592">
                  <c:v>132.41942179361899</c:v>
                </c:pt>
                <c:pt idx="3593">
                  <c:v>132.42305104573501</c:v>
                </c:pt>
                <c:pt idx="3594">
                  <c:v>132.42668029785099</c:v>
                </c:pt>
                <c:pt idx="3595">
                  <c:v>132.43030954996701</c:v>
                </c:pt>
                <c:pt idx="3596">
                  <c:v>132.433938802082</c:v>
                </c:pt>
                <c:pt idx="3597">
                  <c:v>132.43756805419801</c:v>
                </c:pt>
                <c:pt idx="3598">
                  <c:v>132.441197306314</c:v>
                </c:pt>
                <c:pt idx="3599">
                  <c:v>132.44482655843001</c:v>
                </c:pt>
                <c:pt idx="3600">
                  <c:v>132.44845581054599</c:v>
                </c:pt>
                <c:pt idx="3601">
                  <c:v>132.451509857177</c:v>
                </c:pt>
                <c:pt idx="3602">
                  <c:v>132.45456390380801</c:v>
                </c:pt>
                <c:pt idx="3603">
                  <c:v>132.45761795043899</c:v>
                </c:pt>
                <c:pt idx="3604">
                  <c:v>132.460671997069</c:v>
                </c:pt>
                <c:pt idx="3605">
                  <c:v>132.46372604370001</c:v>
                </c:pt>
                <c:pt idx="3606">
                  <c:v>132.46678009033101</c:v>
                </c:pt>
                <c:pt idx="3607">
                  <c:v>132.46983413696199</c:v>
                </c:pt>
                <c:pt idx="3608">
                  <c:v>132.472888183593</c:v>
                </c:pt>
                <c:pt idx="3609">
                  <c:v>132.47594223022401</c:v>
                </c:pt>
                <c:pt idx="3610">
                  <c:v>132.47899627685501</c:v>
                </c:pt>
                <c:pt idx="3611">
                  <c:v>132.482050323485</c:v>
                </c:pt>
                <c:pt idx="3612">
                  <c:v>132.48510437011601</c:v>
                </c:pt>
                <c:pt idx="3613">
                  <c:v>132.48815841674701</c:v>
                </c:pt>
                <c:pt idx="3614">
                  <c:v>132.49121246337799</c:v>
                </c:pt>
                <c:pt idx="3615">
                  <c:v>132.494266510009</c:v>
                </c:pt>
                <c:pt idx="3616">
                  <c:v>132.49732055664001</c:v>
                </c:pt>
                <c:pt idx="3617">
                  <c:v>132.50037460327101</c:v>
                </c:pt>
                <c:pt idx="3618">
                  <c:v>132.503428649901</c:v>
                </c:pt>
                <c:pt idx="3619">
                  <c:v>132.506482696532</c:v>
                </c:pt>
                <c:pt idx="3620">
                  <c:v>132.50953674316301</c:v>
                </c:pt>
                <c:pt idx="3621">
                  <c:v>132.51259078979399</c:v>
                </c:pt>
                <c:pt idx="3622">
                  <c:v>132.515644836425</c:v>
                </c:pt>
                <c:pt idx="3623">
                  <c:v>132.518698883056</c:v>
                </c:pt>
                <c:pt idx="3624">
                  <c:v>132.52175292968701</c:v>
                </c:pt>
                <c:pt idx="3625">
                  <c:v>132.524806976317</c:v>
                </c:pt>
                <c:pt idx="3626">
                  <c:v>132.527861022948</c:v>
                </c:pt>
                <c:pt idx="3627">
                  <c:v>132.53091506957901</c:v>
                </c:pt>
                <c:pt idx="3628">
                  <c:v>132.53396911620999</c:v>
                </c:pt>
                <c:pt idx="3629">
                  <c:v>132.537023162841</c:v>
                </c:pt>
                <c:pt idx="3630">
                  <c:v>132.540077209472</c:v>
                </c:pt>
                <c:pt idx="3631">
                  <c:v>132.54313125610301</c:v>
                </c:pt>
                <c:pt idx="3632">
                  <c:v>132.54618530273399</c:v>
                </c:pt>
                <c:pt idx="3633">
                  <c:v>132.549239349364</c:v>
                </c:pt>
                <c:pt idx="3634">
                  <c:v>132.55229339599501</c:v>
                </c:pt>
                <c:pt idx="3635">
                  <c:v>132.55534744262599</c:v>
                </c:pt>
                <c:pt idx="3636">
                  <c:v>132.55840148925699</c:v>
                </c:pt>
                <c:pt idx="3637">
                  <c:v>132.561455535888</c:v>
                </c:pt>
                <c:pt idx="3638">
                  <c:v>132.56450958251901</c:v>
                </c:pt>
                <c:pt idx="3639">
                  <c:v>132.56756362914999</c:v>
                </c:pt>
                <c:pt idx="3640">
                  <c:v>132.57061767578</c:v>
                </c:pt>
                <c:pt idx="3641">
                  <c:v>132.57367172241101</c:v>
                </c:pt>
                <c:pt idx="3642">
                  <c:v>132.57672576904201</c:v>
                </c:pt>
                <c:pt idx="3643">
                  <c:v>132.57977981567299</c:v>
                </c:pt>
                <c:pt idx="3644">
                  <c:v>132.582833862304</c:v>
                </c:pt>
                <c:pt idx="3645">
                  <c:v>132.58588790893501</c:v>
                </c:pt>
                <c:pt idx="3646">
                  <c:v>132.58894195556601</c:v>
                </c:pt>
                <c:pt idx="3647">
                  <c:v>132.591996002196</c:v>
                </c:pt>
                <c:pt idx="3648">
                  <c:v>132.59505004882701</c:v>
                </c:pt>
                <c:pt idx="3649">
                  <c:v>132.59810409545801</c:v>
                </c:pt>
                <c:pt idx="3650">
                  <c:v>132.60115814208899</c:v>
                </c:pt>
                <c:pt idx="3651">
                  <c:v>132.60421218872</c:v>
                </c:pt>
                <c:pt idx="3652">
                  <c:v>132.60726623535101</c:v>
                </c:pt>
                <c:pt idx="3653">
                  <c:v>132.61032028198201</c:v>
                </c:pt>
                <c:pt idx="3654">
                  <c:v>132.613374328612</c:v>
                </c:pt>
                <c:pt idx="3655">
                  <c:v>132.616428375243</c:v>
                </c:pt>
                <c:pt idx="3656">
                  <c:v>132.61948242187401</c:v>
                </c:pt>
                <c:pt idx="3657">
                  <c:v>132.62253646850499</c:v>
                </c:pt>
                <c:pt idx="3658">
                  <c:v>132.625590515136</c:v>
                </c:pt>
                <c:pt idx="3659">
                  <c:v>132.628644561767</c:v>
                </c:pt>
                <c:pt idx="3660">
                  <c:v>132.63169860839801</c:v>
                </c:pt>
                <c:pt idx="3661">
                  <c:v>132.634752655028</c:v>
                </c:pt>
                <c:pt idx="3662">
                  <c:v>132.637806701659</c:v>
                </c:pt>
                <c:pt idx="3663">
                  <c:v>132.64086074829001</c:v>
                </c:pt>
                <c:pt idx="3664">
                  <c:v>132.64391479492099</c:v>
                </c:pt>
                <c:pt idx="3665">
                  <c:v>132.646968841552</c:v>
                </c:pt>
                <c:pt idx="3666">
                  <c:v>132.650022888183</c:v>
                </c:pt>
                <c:pt idx="3667">
                  <c:v>132.65307693481401</c:v>
                </c:pt>
                <c:pt idx="3668">
                  <c:v>132.65613098144399</c:v>
                </c:pt>
                <c:pt idx="3669">
                  <c:v>132.659185028075</c:v>
                </c:pt>
                <c:pt idx="3670">
                  <c:v>132.66223907470601</c:v>
                </c:pt>
                <c:pt idx="3671">
                  <c:v>132.66529312133699</c:v>
                </c:pt>
                <c:pt idx="3672">
                  <c:v>132.66834716796799</c:v>
                </c:pt>
                <c:pt idx="3673">
                  <c:v>132.671401214599</c:v>
                </c:pt>
                <c:pt idx="3674">
                  <c:v>132.67445526123001</c:v>
                </c:pt>
                <c:pt idx="3675">
                  <c:v>132.67750930786099</c:v>
                </c:pt>
                <c:pt idx="3676">
                  <c:v>132.680563354491</c:v>
                </c:pt>
                <c:pt idx="3677">
                  <c:v>132.68361740112201</c:v>
                </c:pt>
                <c:pt idx="3678">
                  <c:v>132.68667144775301</c:v>
                </c:pt>
                <c:pt idx="3679">
                  <c:v>132.68972549438399</c:v>
                </c:pt>
                <c:pt idx="3680">
                  <c:v>132.692779541015</c:v>
                </c:pt>
                <c:pt idx="3681">
                  <c:v>132.69583358764601</c:v>
                </c:pt>
                <c:pt idx="3682">
                  <c:v>132.69888763427701</c:v>
                </c:pt>
                <c:pt idx="3683">
                  <c:v>132.701941680907</c:v>
                </c:pt>
                <c:pt idx="3684">
                  <c:v>132.70499572753801</c:v>
                </c:pt>
                <c:pt idx="3685">
                  <c:v>132.70804977416901</c:v>
                </c:pt>
                <c:pt idx="3686">
                  <c:v>132.71110382079999</c:v>
                </c:pt>
                <c:pt idx="3687">
                  <c:v>132.714157867431</c:v>
                </c:pt>
                <c:pt idx="3688">
                  <c:v>132.71721191406201</c:v>
                </c:pt>
                <c:pt idx="3689">
                  <c:v>132.72026596069301</c:v>
                </c:pt>
                <c:pt idx="3690">
                  <c:v>132.723320007323</c:v>
                </c:pt>
                <c:pt idx="3691">
                  <c:v>132.726374053954</c:v>
                </c:pt>
                <c:pt idx="3692">
                  <c:v>132.72942810058501</c:v>
                </c:pt>
                <c:pt idx="3693">
                  <c:v>132.73248214721599</c:v>
                </c:pt>
                <c:pt idx="3694">
                  <c:v>132.735536193847</c:v>
                </c:pt>
                <c:pt idx="3695">
                  <c:v>132.738590240478</c:v>
                </c:pt>
                <c:pt idx="3696">
                  <c:v>132.74164428710901</c:v>
                </c:pt>
                <c:pt idx="3697">
                  <c:v>132.744698333739</c:v>
                </c:pt>
                <c:pt idx="3698">
                  <c:v>132.74775238037</c:v>
                </c:pt>
                <c:pt idx="3699">
                  <c:v>132.75080642700101</c:v>
                </c:pt>
                <c:pt idx="3700">
                  <c:v>132.75386047363199</c:v>
                </c:pt>
                <c:pt idx="3701">
                  <c:v>132.756914520263</c:v>
                </c:pt>
                <c:pt idx="3702">
                  <c:v>132.759968566894</c:v>
                </c:pt>
                <c:pt idx="3703">
                  <c:v>132.76302261352501</c:v>
                </c:pt>
                <c:pt idx="3704">
                  <c:v>132.76607666015499</c:v>
                </c:pt>
                <c:pt idx="3705">
                  <c:v>132.769130706786</c:v>
                </c:pt>
                <c:pt idx="3706">
                  <c:v>132.77218475341701</c:v>
                </c:pt>
                <c:pt idx="3707">
                  <c:v>132.77523880004799</c:v>
                </c:pt>
                <c:pt idx="3708">
                  <c:v>132.77829284667899</c:v>
                </c:pt>
                <c:pt idx="3709">
                  <c:v>132.78134689331</c:v>
                </c:pt>
                <c:pt idx="3710">
                  <c:v>132.78440093994101</c:v>
                </c:pt>
                <c:pt idx="3711">
                  <c:v>132.78745498657099</c:v>
                </c:pt>
                <c:pt idx="3712">
                  <c:v>132.790509033202</c:v>
                </c:pt>
                <c:pt idx="3713">
                  <c:v>132.79356307983301</c:v>
                </c:pt>
                <c:pt idx="3714">
                  <c:v>132.79661712646401</c:v>
                </c:pt>
                <c:pt idx="3715">
                  <c:v>132.79967117309499</c:v>
                </c:pt>
                <c:pt idx="3716">
                  <c:v>132.802725219726</c:v>
                </c:pt>
                <c:pt idx="3717">
                  <c:v>132.80577926635701</c:v>
                </c:pt>
                <c:pt idx="3718">
                  <c:v>132.80883331298699</c:v>
                </c:pt>
                <c:pt idx="3719">
                  <c:v>132.811887359618</c:v>
                </c:pt>
                <c:pt idx="3720">
                  <c:v>132.81494140624901</c:v>
                </c:pt>
                <c:pt idx="3721">
                  <c:v>132.81799545288001</c:v>
                </c:pt>
                <c:pt idx="3722">
                  <c:v>132.82104949951099</c:v>
                </c:pt>
                <c:pt idx="3723">
                  <c:v>132.824103546142</c:v>
                </c:pt>
                <c:pt idx="3724">
                  <c:v>132.82715759277301</c:v>
                </c:pt>
                <c:pt idx="3725">
                  <c:v>132.83021163940401</c:v>
                </c:pt>
                <c:pt idx="3726">
                  <c:v>132.833265686034</c:v>
                </c:pt>
                <c:pt idx="3727">
                  <c:v>132.836319732665</c:v>
                </c:pt>
                <c:pt idx="3728">
                  <c:v>132.83937377929601</c:v>
                </c:pt>
                <c:pt idx="3729">
                  <c:v>132.84242782592699</c:v>
                </c:pt>
                <c:pt idx="3730">
                  <c:v>132.845481872558</c:v>
                </c:pt>
                <c:pt idx="3731">
                  <c:v>132.848535919189</c:v>
                </c:pt>
                <c:pt idx="3732">
                  <c:v>132.85158996582001</c:v>
                </c:pt>
                <c:pt idx="3733">
                  <c:v>132.85464401245</c:v>
                </c:pt>
                <c:pt idx="3734">
                  <c:v>132.857698059081</c:v>
                </c:pt>
                <c:pt idx="3735">
                  <c:v>132.86075210571201</c:v>
                </c:pt>
                <c:pt idx="3736">
                  <c:v>132.86380615234299</c:v>
                </c:pt>
                <c:pt idx="3737">
                  <c:v>132.866860198974</c:v>
                </c:pt>
                <c:pt idx="3738">
                  <c:v>132.869914245605</c:v>
                </c:pt>
                <c:pt idx="3739">
                  <c:v>132.87296829223601</c:v>
                </c:pt>
                <c:pt idx="3740">
                  <c:v>132.87602233886599</c:v>
                </c:pt>
                <c:pt idx="3741">
                  <c:v>132.879076385497</c:v>
                </c:pt>
                <c:pt idx="3742">
                  <c:v>132.88213043212801</c:v>
                </c:pt>
                <c:pt idx="3743">
                  <c:v>132.88518447875899</c:v>
                </c:pt>
                <c:pt idx="3744">
                  <c:v>132.88823852538999</c:v>
                </c:pt>
                <c:pt idx="3745">
                  <c:v>132.891292572021</c:v>
                </c:pt>
                <c:pt idx="3746">
                  <c:v>132.89434661865201</c:v>
                </c:pt>
                <c:pt idx="3747">
                  <c:v>132.89740066528199</c:v>
                </c:pt>
                <c:pt idx="3748">
                  <c:v>132.900454711913</c:v>
                </c:pt>
                <c:pt idx="3749">
                  <c:v>132.90350875854401</c:v>
                </c:pt>
                <c:pt idx="3750">
                  <c:v>132.90656280517501</c:v>
                </c:pt>
                <c:pt idx="3751">
                  <c:v>132.90961685180599</c:v>
                </c:pt>
                <c:pt idx="3752">
                  <c:v>132.912670898437</c:v>
                </c:pt>
                <c:pt idx="3753">
                  <c:v>132.91572494506801</c:v>
                </c:pt>
                <c:pt idx="3754">
                  <c:v>132.91877899169799</c:v>
                </c:pt>
                <c:pt idx="3755">
                  <c:v>132.921833038329</c:v>
                </c:pt>
                <c:pt idx="3756">
                  <c:v>132.92488708496001</c:v>
                </c:pt>
                <c:pt idx="3757">
                  <c:v>132.92794113159101</c:v>
                </c:pt>
                <c:pt idx="3758">
                  <c:v>132.93099517822199</c:v>
                </c:pt>
                <c:pt idx="3759">
                  <c:v>132.934049224853</c:v>
                </c:pt>
                <c:pt idx="3760">
                  <c:v>132.93710327148401</c:v>
                </c:pt>
                <c:pt idx="3761">
                  <c:v>132.94015731811399</c:v>
                </c:pt>
                <c:pt idx="3762">
                  <c:v>132.943211364745</c:v>
                </c:pt>
                <c:pt idx="3763">
                  <c:v>132.946265411376</c:v>
                </c:pt>
                <c:pt idx="3764">
                  <c:v>132.94931945800701</c:v>
                </c:pt>
                <c:pt idx="3765">
                  <c:v>132.95237350463799</c:v>
                </c:pt>
                <c:pt idx="3766">
                  <c:v>132.955427551269</c:v>
                </c:pt>
                <c:pt idx="3767">
                  <c:v>132.9584815979</c:v>
                </c:pt>
                <c:pt idx="3768">
                  <c:v>132.96153564452999</c:v>
                </c:pt>
                <c:pt idx="3769">
                  <c:v>132.964589691161</c:v>
                </c:pt>
                <c:pt idx="3770">
                  <c:v>132.967643737792</c:v>
                </c:pt>
                <c:pt idx="3771">
                  <c:v>132.97069778442301</c:v>
                </c:pt>
                <c:pt idx="3772">
                  <c:v>132.97375183105399</c:v>
                </c:pt>
                <c:pt idx="3773">
                  <c:v>132.976805877685</c:v>
                </c:pt>
                <c:pt idx="3774">
                  <c:v>132.979859924316</c:v>
                </c:pt>
                <c:pt idx="3775">
                  <c:v>132.98291397094701</c:v>
                </c:pt>
                <c:pt idx="3776">
                  <c:v>132.98596801757699</c:v>
                </c:pt>
                <c:pt idx="3777">
                  <c:v>132.989022064208</c:v>
                </c:pt>
                <c:pt idx="3778">
                  <c:v>132.99207611083901</c:v>
                </c:pt>
                <c:pt idx="3779">
                  <c:v>132.99513015746999</c:v>
                </c:pt>
                <c:pt idx="3780">
                  <c:v>132.99818420410099</c:v>
                </c:pt>
                <c:pt idx="3781">
                  <c:v>133.001238250732</c:v>
                </c:pt>
                <c:pt idx="3782">
                  <c:v>133.00429229736301</c:v>
                </c:pt>
                <c:pt idx="3783">
                  <c:v>133.00734634399299</c:v>
                </c:pt>
                <c:pt idx="3784">
                  <c:v>133.010400390624</c:v>
                </c:pt>
                <c:pt idx="3785">
                  <c:v>133.01345443725501</c:v>
                </c:pt>
                <c:pt idx="3786">
                  <c:v>133.01650848388601</c:v>
                </c:pt>
                <c:pt idx="3787">
                  <c:v>133.01956253051699</c:v>
                </c:pt>
                <c:pt idx="3788">
                  <c:v>133.022616577148</c:v>
                </c:pt>
                <c:pt idx="3789">
                  <c:v>133.02567062377901</c:v>
                </c:pt>
                <c:pt idx="3790">
                  <c:v>133.02872467040899</c:v>
                </c:pt>
                <c:pt idx="3791">
                  <c:v>133.03177871704</c:v>
                </c:pt>
                <c:pt idx="3792">
                  <c:v>133.03483276367101</c:v>
                </c:pt>
                <c:pt idx="3793">
                  <c:v>133.03788681030201</c:v>
                </c:pt>
                <c:pt idx="3794">
                  <c:v>133.04094085693299</c:v>
                </c:pt>
                <c:pt idx="3795">
                  <c:v>133.043994903564</c:v>
                </c:pt>
                <c:pt idx="3796">
                  <c:v>133.04704895019501</c:v>
                </c:pt>
                <c:pt idx="3797">
                  <c:v>133.05010299682499</c:v>
                </c:pt>
                <c:pt idx="3798">
                  <c:v>133.053157043456</c:v>
                </c:pt>
                <c:pt idx="3799">
                  <c:v>133.056211090087</c:v>
                </c:pt>
                <c:pt idx="3800">
                  <c:v>133.05926513671801</c:v>
                </c:pt>
                <c:pt idx="3801">
                  <c:v>133.06231918334899</c:v>
                </c:pt>
                <c:pt idx="3802">
                  <c:v>133.06537322998</c:v>
                </c:pt>
                <c:pt idx="3803">
                  <c:v>133.068427276611</c:v>
                </c:pt>
                <c:pt idx="3804">
                  <c:v>133.07148132324099</c:v>
                </c:pt>
                <c:pt idx="3805">
                  <c:v>133.074535369872</c:v>
                </c:pt>
                <c:pt idx="3806">
                  <c:v>133.077589416503</c:v>
                </c:pt>
                <c:pt idx="3807">
                  <c:v>133.08064346313401</c:v>
                </c:pt>
                <c:pt idx="3808">
                  <c:v>133.08369750976499</c:v>
                </c:pt>
                <c:pt idx="3809">
                  <c:v>133.086751556396</c:v>
                </c:pt>
                <c:pt idx="3810">
                  <c:v>133.089805603027</c:v>
                </c:pt>
                <c:pt idx="3811">
                  <c:v>133.09285964965699</c:v>
                </c:pt>
                <c:pt idx="3812">
                  <c:v>133.09591369628799</c:v>
                </c:pt>
                <c:pt idx="3813">
                  <c:v>133.098967742919</c:v>
                </c:pt>
                <c:pt idx="3814">
                  <c:v>133.10202178955001</c:v>
                </c:pt>
                <c:pt idx="3815">
                  <c:v>133.10507583618099</c:v>
                </c:pt>
                <c:pt idx="3816">
                  <c:v>133.10812988281199</c:v>
                </c:pt>
                <c:pt idx="3817">
                  <c:v>133.111183929443</c:v>
                </c:pt>
                <c:pt idx="3818">
                  <c:v>133.11423797607301</c:v>
                </c:pt>
                <c:pt idx="3819">
                  <c:v>133.11729202270399</c:v>
                </c:pt>
                <c:pt idx="3820">
                  <c:v>133.120346069335</c:v>
                </c:pt>
                <c:pt idx="3821">
                  <c:v>133.12340011596601</c:v>
                </c:pt>
                <c:pt idx="3822">
                  <c:v>133.12645416259701</c:v>
                </c:pt>
                <c:pt idx="3823">
                  <c:v>133.12950820922799</c:v>
                </c:pt>
                <c:pt idx="3824">
                  <c:v>133.132562255859</c:v>
                </c:pt>
                <c:pt idx="3825">
                  <c:v>133.13561630249001</c:v>
                </c:pt>
                <c:pt idx="3826">
                  <c:v>133.13867034911999</c:v>
                </c:pt>
                <c:pt idx="3827">
                  <c:v>133.141724395751</c:v>
                </c:pt>
                <c:pt idx="3828">
                  <c:v>133.14477844238201</c:v>
                </c:pt>
                <c:pt idx="3829">
                  <c:v>133.14783248901301</c:v>
                </c:pt>
                <c:pt idx="3830">
                  <c:v>133.15088653564399</c:v>
                </c:pt>
                <c:pt idx="3831">
                  <c:v>133.153940582275</c:v>
                </c:pt>
                <c:pt idx="3832">
                  <c:v>133.15699462890601</c:v>
                </c:pt>
                <c:pt idx="3833">
                  <c:v>133.16004867553599</c:v>
                </c:pt>
                <c:pt idx="3834">
                  <c:v>133.163102722167</c:v>
                </c:pt>
                <c:pt idx="3835">
                  <c:v>133.166156768798</c:v>
                </c:pt>
                <c:pt idx="3836">
                  <c:v>133.16921081542901</c:v>
                </c:pt>
                <c:pt idx="3837">
                  <c:v>133.17226486205999</c:v>
                </c:pt>
                <c:pt idx="3838">
                  <c:v>133.175318908691</c:v>
                </c:pt>
                <c:pt idx="3839">
                  <c:v>133.178372955322</c:v>
                </c:pt>
                <c:pt idx="3840">
                  <c:v>133.18142700195199</c:v>
                </c:pt>
                <c:pt idx="3841">
                  <c:v>133.184481048583</c:v>
                </c:pt>
                <c:pt idx="3842">
                  <c:v>133.187535095214</c:v>
                </c:pt>
                <c:pt idx="3843">
                  <c:v>133.19058914184501</c:v>
                </c:pt>
                <c:pt idx="3844">
                  <c:v>133.19364318847599</c:v>
                </c:pt>
                <c:pt idx="3845">
                  <c:v>133.196697235107</c:v>
                </c:pt>
                <c:pt idx="3846">
                  <c:v>133.199751281738</c:v>
                </c:pt>
                <c:pt idx="3847">
                  <c:v>133.20280532836799</c:v>
                </c:pt>
                <c:pt idx="3848">
                  <c:v>133.20585937499899</c:v>
                </c:pt>
                <c:pt idx="3849">
                  <c:v>133.20891342163</c:v>
                </c:pt>
                <c:pt idx="3850">
                  <c:v>133.21196746826101</c:v>
                </c:pt>
                <c:pt idx="3851">
                  <c:v>133.21502151489199</c:v>
                </c:pt>
                <c:pt idx="3852">
                  <c:v>133.21807556152299</c:v>
                </c:pt>
                <c:pt idx="3853">
                  <c:v>133.221129608154</c:v>
                </c:pt>
                <c:pt idx="3854">
                  <c:v>133.22418365478401</c:v>
                </c:pt>
                <c:pt idx="3855">
                  <c:v>133.22723770141499</c:v>
                </c:pt>
                <c:pt idx="3856">
                  <c:v>133.230291748046</c:v>
                </c:pt>
                <c:pt idx="3857">
                  <c:v>133.23334579467701</c:v>
                </c:pt>
                <c:pt idx="3858">
                  <c:v>133.23639984130801</c:v>
                </c:pt>
                <c:pt idx="3859">
                  <c:v>133.23945388793899</c:v>
                </c:pt>
                <c:pt idx="3860">
                  <c:v>133.24250793457</c:v>
                </c:pt>
                <c:pt idx="3861">
                  <c:v>133.24556198120001</c:v>
                </c:pt>
                <c:pt idx="3862">
                  <c:v>133.24861602783099</c:v>
                </c:pt>
                <c:pt idx="3863">
                  <c:v>133.251670074462</c:v>
                </c:pt>
                <c:pt idx="3864">
                  <c:v>133.25472412109301</c:v>
                </c:pt>
                <c:pt idx="3865">
                  <c:v>133.25777816772401</c:v>
                </c:pt>
                <c:pt idx="3866">
                  <c:v>133.26083221435499</c:v>
                </c:pt>
                <c:pt idx="3867">
                  <c:v>133.263886260986</c:v>
                </c:pt>
                <c:pt idx="3868">
                  <c:v>133.26694030761701</c:v>
                </c:pt>
                <c:pt idx="3869">
                  <c:v>133.26999435424699</c:v>
                </c:pt>
                <c:pt idx="3870">
                  <c:v>133.273048400878</c:v>
                </c:pt>
                <c:pt idx="3871">
                  <c:v>133.276102447509</c:v>
                </c:pt>
                <c:pt idx="3872">
                  <c:v>133.27915649414001</c:v>
                </c:pt>
                <c:pt idx="3873">
                  <c:v>133.28221054077099</c:v>
                </c:pt>
                <c:pt idx="3874">
                  <c:v>133.285264587402</c:v>
                </c:pt>
                <c:pt idx="3875">
                  <c:v>133.288318634033</c:v>
                </c:pt>
                <c:pt idx="3876">
                  <c:v>133.29137268066299</c:v>
                </c:pt>
                <c:pt idx="3877">
                  <c:v>133.294426727294</c:v>
                </c:pt>
                <c:pt idx="3878">
                  <c:v>133.297480773925</c:v>
                </c:pt>
                <c:pt idx="3879">
                  <c:v>133.30053482055601</c:v>
                </c:pt>
                <c:pt idx="3880">
                  <c:v>133.30358886718699</c:v>
                </c:pt>
                <c:pt idx="3881">
                  <c:v>133.306642913818</c:v>
                </c:pt>
                <c:pt idx="3882">
                  <c:v>133.309696960449</c:v>
                </c:pt>
                <c:pt idx="3883">
                  <c:v>133.31275100707899</c:v>
                </c:pt>
                <c:pt idx="3884">
                  <c:v>133.31580505370999</c:v>
                </c:pt>
                <c:pt idx="3885">
                  <c:v>133.318859100341</c:v>
                </c:pt>
                <c:pt idx="3886">
                  <c:v>133.32191314697201</c:v>
                </c:pt>
                <c:pt idx="3887">
                  <c:v>133.32496719360299</c:v>
                </c:pt>
                <c:pt idx="3888">
                  <c:v>133.32802124023399</c:v>
                </c:pt>
                <c:pt idx="3889">
                  <c:v>133.331075286865</c:v>
                </c:pt>
                <c:pt idx="3890">
                  <c:v>133.33412933349501</c:v>
                </c:pt>
                <c:pt idx="3891">
                  <c:v>133.33718338012599</c:v>
                </c:pt>
                <c:pt idx="3892">
                  <c:v>133.340237426757</c:v>
                </c:pt>
                <c:pt idx="3893">
                  <c:v>133.34329147338801</c:v>
                </c:pt>
                <c:pt idx="3894">
                  <c:v>133.34634552001901</c:v>
                </c:pt>
                <c:pt idx="3895">
                  <c:v>133.34939956664999</c:v>
                </c:pt>
                <c:pt idx="3896">
                  <c:v>133.352453613281</c:v>
                </c:pt>
                <c:pt idx="3897">
                  <c:v>133.35550765991101</c:v>
                </c:pt>
                <c:pt idx="3898">
                  <c:v>133.35856170654199</c:v>
                </c:pt>
                <c:pt idx="3899">
                  <c:v>133.361615753173</c:v>
                </c:pt>
                <c:pt idx="3900">
                  <c:v>133.36466979980401</c:v>
                </c:pt>
                <c:pt idx="3901">
                  <c:v>133.367247365315</c:v>
                </c:pt>
                <c:pt idx="3902">
                  <c:v>133.36982493082601</c:v>
                </c:pt>
                <c:pt idx="3903">
                  <c:v>133.372402496337</c:v>
                </c:pt>
                <c:pt idx="3904">
                  <c:v>133.37498006184799</c:v>
                </c:pt>
                <c:pt idx="3905">
                  <c:v>133.37755762735901</c:v>
                </c:pt>
                <c:pt idx="3906">
                  <c:v>133.38013519287</c:v>
                </c:pt>
                <c:pt idx="3907">
                  <c:v>133.38271275838201</c:v>
                </c:pt>
                <c:pt idx="3908">
                  <c:v>133.385290323893</c:v>
                </c:pt>
                <c:pt idx="3909">
                  <c:v>133.38786788940399</c:v>
                </c:pt>
                <c:pt idx="3910">
                  <c:v>133.39044545491501</c:v>
                </c:pt>
                <c:pt idx="3911">
                  <c:v>133.393023020426</c:v>
                </c:pt>
                <c:pt idx="3912">
                  <c:v>133.39560058593699</c:v>
                </c:pt>
                <c:pt idx="3913">
                  <c:v>133.39817815144801</c:v>
                </c:pt>
                <c:pt idx="3914">
                  <c:v>133.400755716959</c:v>
                </c:pt>
                <c:pt idx="3915">
                  <c:v>133.40333328246999</c:v>
                </c:pt>
                <c:pt idx="3916">
                  <c:v>133.405910847981</c:v>
                </c:pt>
                <c:pt idx="3917">
                  <c:v>133.40848841349199</c:v>
                </c:pt>
                <c:pt idx="3918">
                  <c:v>133.41106597900301</c:v>
                </c:pt>
                <c:pt idx="3919">
                  <c:v>133.413643544514</c:v>
                </c:pt>
                <c:pt idx="3920">
                  <c:v>133.41622111002499</c:v>
                </c:pt>
                <c:pt idx="3921">
                  <c:v>133.41879867553601</c:v>
                </c:pt>
                <c:pt idx="3922">
                  <c:v>133.42137624104799</c:v>
                </c:pt>
                <c:pt idx="3923">
                  <c:v>133.42395380655901</c:v>
                </c:pt>
                <c:pt idx="3924">
                  <c:v>133.42653137207</c:v>
                </c:pt>
                <c:pt idx="3925">
                  <c:v>133.42910893758099</c:v>
                </c:pt>
                <c:pt idx="3926">
                  <c:v>133.43168650309201</c:v>
                </c:pt>
                <c:pt idx="3927">
                  <c:v>133.434264068603</c:v>
                </c:pt>
                <c:pt idx="3928">
                  <c:v>133.43684163411399</c:v>
                </c:pt>
                <c:pt idx="3929">
                  <c:v>133.43941919962501</c:v>
                </c:pt>
                <c:pt idx="3930">
                  <c:v>133.441996765136</c:v>
                </c:pt>
                <c:pt idx="3931">
                  <c:v>133.44457433064699</c:v>
                </c:pt>
                <c:pt idx="3932">
                  <c:v>133.447151896158</c:v>
                </c:pt>
                <c:pt idx="3933">
                  <c:v>133.44972946166899</c:v>
                </c:pt>
                <c:pt idx="3934">
                  <c:v>133.45230702718001</c:v>
                </c:pt>
                <c:pt idx="3935">
                  <c:v>133.454884592691</c:v>
                </c:pt>
                <c:pt idx="3936">
                  <c:v>133.45746215820299</c:v>
                </c:pt>
                <c:pt idx="3937">
                  <c:v>133.460039723714</c:v>
                </c:pt>
                <c:pt idx="3938">
                  <c:v>133.46261728922499</c:v>
                </c:pt>
                <c:pt idx="3939">
                  <c:v>133.46519485473601</c:v>
                </c:pt>
                <c:pt idx="3940">
                  <c:v>133.467772420247</c:v>
                </c:pt>
                <c:pt idx="3941">
                  <c:v>133.47034998575799</c:v>
                </c:pt>
                <c:pt idx="3942">
                  <c:v>133.47292755126901</c:v>
                </c:pt>
                <c:pt idx="3943">
                  <c:v>133.47550511678</c:v>
                </c:pt>
                <c:pt idx="3944">
                  <c:v>133.47808268229099</c:v>
                </c:pt>
                <c:pt idx="3945">
                  <c:v>133.48066024780201</c:v>
                </c:pt>
                <c:pt idx="3946">
                  <c:v>133.483237813313</c:v>
                </c:pt>
                <c:pt idx="3947">
                  <c:v>133.48581537882399</c:v>
                </c:pt>
                <c:pt idx="3948">
                  <c:v>133.488392944335</c:v>
                </c:pt>
                <c:pt idx="3949">
                  <c:v>133.49097050984599</c:v>
                </c:pt>
                <c:pt idx="3950">
                  <c:v>133.49354807535801</c:v>
                </c:pt>
                <c:pt idx="3951">
                  <c:v>133.496125640869</c:v>
                </c:pt>
                <c:pt idx="3952">
                  <c:v>133.49870320637999</c:v>
                </c:pt>
                <c:pt idx="3953">
                  <c:v>133.501280771891</c:v>
                </c:pt>
                <c:pt idx="3954">
                  <c:v>133.50385833740199</c:v>
                </c:pt>
                <c:pt idx="3955">
                  <c:v>133.50643590291301</c:v>
                </c:pt>
                <c:pt idx="3956">
                  <c:v>133.509013468424</c:v>
                </c:pt>
                <c:pt idx="3957">
                  <c:v>133.51159103393499</c:v>
                </c:pt>
                <c:pt idx="3958">
                  <c:v>133.51416859944601</c:v>
                </c:pt>
                <c:pt idx="3959">
                  <c:v>133.516746164957</c:v>
                </c:pt>
                <c:pt idx="3960">
                  <c:v>133.51932373046799</c:v>
                </c:pt>
                <c:pt idx="3961">
                  <c:v>133.52190129597901</c:v>
                </c:pt>
                <c:pt idx="3962">
                  <c:v>133.52447886149</c:v>
                </c:pt>
                <c:pt idx="3963">
                  <c:v>133.52705642700101</c:v>
                </c:pt>
                <c:pt idx="3964">
                  <c:v>133.529633992513</c:v>
                </c:pt>
                <c:pt idx="3965">
                  <c:v>133.53221155802399</c:v>
                </c:pt>
                <c:pt idx="3966">
                  <c:v>133.53478912353501</c:v>
                </c:pt>
                <c:pt idx="3967">
                  <c:v>133.537366689046</c:v>
                </c:pt>
                <c:pt idx="3968">
                  <c:v>133.53994425455701</c:v>
                </c:pt>
                <c:pt idx="3969">
                  <c:v>133.542521820068</c:v>
                </c:pt>
                <c:pt idx="3970">
                  <c:v>133.54509938557899</c:v>
                </c:pt>
                <c:pt idx="3971">
                  <c:v>133.54767695109001</c:v>
                </c:pt>
                <c:pt idx="3972">
                  <c:v>133.550254516601</c:v>
                </c:pt>
                <c:pt idx="3973">
                  <c:v>133.55283208211199</c:v>
                </c:pt>
                <c:pt idx="3974">
                  <c:v>133.55540964762301</c:v>
                </c:pt>
                <c:pt idx="3975">
                  <c:v>133.557987213134</c:v>
                </c:pt>
                <c:pt idx="3976">
                  <c:v>133.56056477864499</c:v>
                </c:pt>
                <c:pt idx="3977">
                  <c:v>133.56314234415601</c:v>
                </c:pt>
                <c:pt idx="3978">
                  <c:v>133.565719909667</c:v>
                </c:pt>
                <c:pt idx="3979">
                  <c:v>133.56829747517901</c:v>
                </c:pt>
                <c:pt idx="3980">
                  <c:v>133.57087504069</c:v>
                </c:pt>
                <c:pt idx="3981">
                  <c:v>133.57345260620099</c:v>
                </c:pt>
                <c:pt idx="3982">
                  <c:v>133.57603017171201</c:v>
                </c:pt>
                <c:pt idx="3983">
                  <c:v>133.578607737223</c:v>
                </c:pt>
                <c:pt idx="3984">
                  <c:v>133.58118530273401</c:v>
                </c:pt>
                <c:pt idx="3985">
                  <c:v>133.583762868245</c:v>
                </c:pt>
                <c:pt idx="3986">
                  <c:v>133.58634043375599</c:v>
                </c:pt>
                <c:pt idx="3987">
                  <c:v>133.58891799926701</c:v>
                </c:pt>
                <c:pt idx="3988">
                  <c:v>133.591495564778</c:v>
                </c:pt>
                <c:pt idx="3989">
                  <c:v>133.59407313028899</c:v>
                </c:pt>
                <c:pt idx="3990">
                  <c:v>133.59665069580001</c:v>
                </c:pt>
                <c:pt idx="3991">
                  <c:v>133.599228261311</c:v>
                </c:pt>
                <c:pt idx="3992">
                  <c:v>133.60180582682199</c:v>
                </c:pt>
                <c:pt idx="3993">
                  <c:v>133.604383392334</c:v>
                </c:pt>
                <c:pt idx="3994">
                  <c:v>133.60696095784499</c:v>
                </c:pt>
                <c:pt idx="3995">
                  <c:v>133.60953852335601</c:v>
                </c:pt>
                <c:pt idx="3996">
                  <c:v>133.612116088867</c:v>
                </c:pt>
                <c:pt idx="3997">
                  <c:v>133.61469365437799</c:v>
                </c:pt>
                <c:pt idx="3998">
                  <c:v>133.61727121988901</c:v>
                </c:pt>
                <c:pt idx="3999">
                  <c:v>133.61984878539999</c:v>
                </c:pt>
                <c:pt idx="4000">
                  <c:v>133.62242635091101</c:v>
                </c:pt>
                <c:pt idx="4001">
                  <c:v>133.625003916422</c:v>
                </c:pt>
                <c:pt idx="4002">
                  <c:v>133.62758148193299</c:v>
                </c:pt>
                <c:pt idx="4003">
                  <c:v>133.63015904744401</c:v>
                </c:pt>
                <c:pt idx="4004">
                  <c:v>133.632736612955</c:v>
                </c:pt>
                <c:pt idx="4005">
                  <c:v>133.63531417846599</c:v>
                </c:pt>
                <c:pt idx="4006">
                  <c:v>133.63789174397701</c:v>
                </c:pt>
                <c:pt idx="4007">
                  <c:v>133.640469309488</c:v>
                </c:pt>
                <c:pt idx="4008">
                  <c:v>133.64304687500001</c:v>
                </c:pt>
                <c:pt idx="4009">
                  <c:v>133.645624440511</c:v>
                </c:pt>
                <c:pt idx="4010">
                  <c:v>133.64820200602199</c:v>
                </c:pt>
                <c:pt idx="4011">
                  <c:v>133.65077957153301</c:v>
                </c:pt>
                <c:pt idx="4012">
                  <c:v>133.653357137044</c:v>
                </c:pt>
                <c:pt idx="4013">
                  <c:v>133.65593470255499</c:v>
                </c:pt>
                <c:pt idx="4014">
                  <c:v>133.658512268066</c:v>
                </c:pt>
                <c:pt idx="4015">
                  <c:v>133.66108983357699</c:v>
                </c:pt>
                <c:pt idx="4016">
                  <c:v>133.66366739908801</c:v>
                </c:pt>
                <c:pt idx="4017">
                  <c:v>133.666244964599</c:v>
                </c:pt>
                <c:pt idx="4018">
                  <c:v>133.66882253010999</c:v>
                </c:pt>
                <c:pt idx="4019">
                  <c:v>133.67140009562101</c:v>
                </c:pt>
                <c:pt idx="4020">
                  <c:v>133.673977661132</c:v>
                </c:pt>
                <c:pt idx="4021">
                  <c:v>133.67655522664299</c:v>
                </c:pt>
                <c:pt idx="4022">
                  <c:v>133.679132792155</c:v>
                </c:pt>
                <c:pt idx="4023">
                  <c:v>133.68171035766599</c:v>
                </c:pt>
                <c:pt idx="4024">
                  <c:v>133.68428792317701</c:v>
                </c:pt>
                <c:pt idx="4025">
                  <c:v>133.686865488688</c:v>
                </c:pt>
                <c:pt idx="4026">
                  <c:v>133.68944305419899</c:v>
                </c:pt>
                <c:pt idx="4027">
                  <c:v>133.69202061971001</c:v>
                </c:pt>
                <c:pt idx="4028">
                  <c:v>133.694598185221</c:v>
                </c:pt>
                <c:pt idx="4029">
                  <c:v>133.69717575073199</c:v>
                </c:pt>
                <c:pt idx="4030">
                  <c:v>133.699753316243</c:v>
                </c:pt>
                <c:pt idx="4031">
                  <c:v>133.70233088175399</c:v>
                </c:pt>
                <c:pt idx="4032">
                  <c:v>133.70490844726501</c:v>
                </c:pt>
                <c:pt idx="4033">
                  <c:v>133.707486012776</c:v>
                </c:pt>
                <c:pt idx="4034">
                  <c:v>133.71006357828699</c:v>
                </c:pt>
                <c:pt idx="4035">
                  <c:v>133.71264114379801</c:v>
                </c:pt>
                <c:pt idx="4036">
                  <c:v>133.71521870930999</c:v>
                </c:pt>
                <c:pt idx="4037">
                  <c:v>133.71779627482101</c:v>
                </c:pt>
                <c:pt idx="4038">
                  <c:v>133.720373840332</c:v>
                </c:pt>
                <c:pt idx="4039">
                  <c:v>133.72295140584299</c:v>
                </c:pt>
                <c:pt idx="4040">
                  <c:v>133.72552897135401</c:v>
                </c:pt>
                <c:pt idx="4041">
                  <c:v>133.728106536865</c:v>
                </c:pt>
                <c:pt idx="4042">
                  <c:v>133.73068410237599</c:v>
                </c:pt>
                <c:pt idx="4043">
                  <c:v>133.73326166788701</c:v>
                </c:pt>
                <c:pt idx="4044">
                  <c:v>133.735839233398</c:v>
                </c:pt>
                <c:pt idx="4045">
                  <c:v>133.73841679890899</c:v>
                </c:pt>
                <c:pt idx="4046">
                  <c:v>133.74099436442</c:v>
                </c:pt>
                <c:pt idx="4047">
                  <c:v>133.74357192993099</c:v>
                </c:pt>
                <c:pt idx="4048">
                  <c:v>133.74614949544201</c:v>
                </c:pt>
                <c:pt idx="4049">
                  <c:v>133.748727060953</c:v>
                </c:pt>
                <c:pt idx="4050">
                  <c:v>133.75130462646499</c:v>
                </c:pt>
                <c:pt idx="4051">
                  <c:v>133.753882191976</c:v>
                </c:pt>
                <c:pt idx="4052">
                  <c:v>133.75645975748699</c:v>
                </c:pt>
                <c:pt idx="4053">
                  <c:v>133.75903732299801</c:v>
                </c:pt>
                <c:pt idx="4054">
                  <c:v>133.761614888509</c:v>
                </c:pt>
                <c:pt idx="4055">
                  <c:v>133.76419245401999</c:v>
                </c:pt>
                <c:pt idx="4056">
                  <c:v>133.76677001953101</c:v>
                </c:pt>
                <c:pt idx="4057">
                  <c:v>133.769347585042</c:v>
                </c:pt>
                <c:pt idx="4058">
                  <c:v>133.77192515055299</c:v>
                </c:pt>
                <c:pt idx="4059">
                  <c:v>133.77450271606401</c:v>
                </c:pt>
                <c:pt idx="4060">
                  <c:v>133.777080281575</c:v>
                </c:pt>
                <c:pt idx="4061">
                  <c:v>133.77965784708601</c:v>
                </c:pt>
                <c:pt idx="4062">
                  <c:v>133.782235412597</c:v>
                </c:pt>
                <c:pt idx="4063">
                  <c:v>133.78481297810799</c:v>
                </c:pt>
                <c:pt idx="4064">
                  <c:v>133.78739054362001</c:v>
                </c:pt>
                <c:pt idx="4065">
                  <c:v>133.789968109131</c:v>
                </c:pt>
                <c:pt idx="4066">
                  <c:v>133.79254567464201</c:v>
                </c:pt>
                <c:pt idx="4067">
                  <c:v>133.795123240153</c:v>
                </c:pt>
                <c:pt idx="4068">
                  <c:v>133.79770080566399</c:v>
                </c:pt>
                <c:pt idx="4069">
                  <c:v>133.80027837117501</c:v>
                </c:pt>
                <c:pt idx="4070">
                  <c:v>133.802855936686</c:v>
                </c:pt>
                <c:pt idx="4071">
                  <c:v>133.80543350219699</c:v>
                </c:pt>
                <c:pt idx="4072">
                  <c:v>133.80801106770801</c:v>
                </c:pt>
                <c:pt idx="4073">
                  <c:v>133.810588633219</c:v>
                </c:pt>
                <c:pt idx="4074">
                  <c:v>133.81316619872999</c:v>
                </c:pt>
                <c:pt idx="4075">
                  <c:v>133.81574376424101</c:v>
                </c:pt>
                <c:pt idx="4076">
                  <c:v>133.818321329752</c:v>
                </c:pt>
                <c:pt idx="4077">
                  <c:v>133.82089889526301</c:v>
                </c:pt>
                <c:pt idx="4078">
                  <c:v>133.823476460774</c:v>
                </c:pt>
                <c:pt idx="4079">
                  <c:v>133.82605402628599</c:v>
                </c:pt>
                <c:pt idx="4080">
                  <c:v>133.82863159179701</c:v>
                </c:pt>
                <c:pt idx="4081">
                  <c:v>133.831209157308</c:v>
                </c:pt>
                <c:pt idx="4082">
                  <c:v>133.83378672281901</c:v>
                </c:pt>
                <c:pt idx="4083">
                  <c:v>133.83636428833</c:v>
                </c:pt>
                <c:pt idx="4084">
                  <c:v>133.83894185384099</c:v>
                </c:pt>
                <c:pt idx="4085">
                  <c:v>133.84151941935201</c:v>
                </c:pt>
                <c:pt idx="4086">
                  <c:v>133.844096984863</c:v>
                </c:pt>
                <c:pt idx="4087">
                  <c:v>133.84667455037399</c:v>
                </c:pt>
                <c:pt idx="4088">
                  <c:v>133.84925211588501</c:v>
                </c:pt>
                <c:pt idx="4089">
                  <c:v>133.851829681396</c:v>
                </c:pt>
                <c:pt idx="4090">
                  <c:v>133.85440724690699</c:v>
                </c:pt>
                <c:pt idx="4091">
                  <c:v>133.85698481241801</c:v>
                </c:pt>
                <c:pt idx="4092">
                  <c:v>133.859562377929</c:v>
                </c:pt>
                <c:pt idx="4093">
                  <c:v>133.86213994344101</c:v>
                </c:pt>
                <c:pt idx="4094">
                  <c:v>133.864717508952</c:v>
                </c:pt>
                <c:pt idx="4095">
                  <c:v>133.86729507446299</c:v>
                </c:pt>
                <c:pt idx="4096">
                  <c:v>133.86987263997401</c:v>
                </c:pt>
                <c:pt idx="4097">
                  <c:v>133.87245020548499</c:v>
                </c:pt>
                <c:pt idx="4098">
                  <c:v>133.87502777099601</c:v>
                </c:pt>
                <c:pt idx="4099">
                  <c:v>133.877605336507</c:v>
                </c:pt>
                <c:pt idx="4100">
                  <c:v>133.88018290201799</c:v>
                </c:pt>
                <c:pt idx="4101">
                  <c:v>133.88276046752901</c:v>
                </c:pt>
                <c:pt idx="4102">
                  <c:v>133.88533803304</c:v>
                </c:pt>
                <c:pt idx="4103">
                  <c:v>133.88791559855099</c:v>
                </c:pt>
                <c:pt idx="4104">
                  <c:v>133.89049316406201</c:v>
                </c:pt>
                <c:pt idx="4105">
                  <c:v>133.893070729573</c:v>
                </c:pt>
                <c:pt idx="4106">
                  <c:v>133.89564829508399</c:v>
                </c:pt>
                <c:pt idx="4107">
                  <c:v>133.898225860596</c:v>
                </c:pt>
                <c:pt idx="4108">
                  <c:v>133.90080342610699</c:v>
                </c:pt>
                <c:pt idx="4109">
                  <c:v>133.90338099161801</c:v>
                </c:pt>
                <c:pt idx="4110">
                  <c:v>133.905958557129</c:v>
                </c:pt>
                <c:pt idx="4111">
                  <c:v>133.90853612263999</c:v>
                </c:pt>
                <c:pt idx="4112">
                  <c:v>133.911113688151</c:v>
                </c:pt>
                <c:pt idx="4113">
                  <c:v>133.91369125366199</c:v>
                </c:pt>
                <c:pt idx="4114">
                  <c:v>133.91626881917301</c:v>
                </c:pt>
                <c:pt idx="4115">
                  <c:v>133.918846384684</c:v>
                </c:pt>
                <c:pt idx="4116">
                  <c:v>133.92142395019499</c:v>
                </c:pt>
                <c:pt idx="4117">
                  <c:v>133.92400151570601</c:v>
                </c:pt>
                <c:pt idx="4118">
                  <c:v>133.926579081217</c:v>
                </c:pt>
                <c:pt idx="4119">
                  <c:v>133.92915664672799</c:v>
                </c:pt>
                <c:pt idx="4120">
                  <c:v>133.93173421223901</c:v>
                </c:pt>
                <c:pt idx="4121">
                  <c:v>133.93431177775</c:v>
                </c:pt>
                <c:pt idx="4122">
                  <c:v>133.93688934326201</c:v>
                </c:pt>
                <c:pt idx="4123">
                  <c:v>133.939466908773</c:v>
                </c:pt>
                <c:pt idx="4124">
                  <c:v>133.94204447428399</c:v>
                </c:pt>
                <c:pt idx="4125">
                  <c:v>133.94462203979501</c:v>
                </c:pt>
                <c:pt idx="4126">
                  <c:v>133.947199605306</c:v>
                </c:pt>
                <c:pt idx="4127">
                  <c:v>133.94977717081699</c:v>
                </c:pt>
                <c:pt idx="4128">
                  <c:v>133.952354736328</c:v>
                </c:pt>
                <c:pt idx="4129">
                  <c:v>133.95493230183899</c:v>
                </c:pt>
                <c:pt idx="4130">
                  <c:v>133.95750986735001</c:v>
                </c:pt>
                <c:pt idx="4131">
                  <c:v>133.960087432861</c:v>
                </c:pt>
                <c:pt idx="4132">
                  <c:v>133.96266499837199</c:v>
                </c:pt>
                <c:pt idx="4133">
                  <c:v>133.96524256388301</c:v>
                </c:pt>
                <c:pt idx="4134">
                  <c:v>133.967820129394</c:v>
                </c:pt>
                <c:pt idx="4135">
                  <c:v>133.97039769490499</c:v>
                </c:pt>
                <c:pt idx="4136">
                  <c:v>133.972975260417</c:v>
                </c:pt>
                <c:pt idx="4137">
                  <c:v>133.97555282592799</c:v>
                </c:pt>
                <c:pt idx="4138">
                  <c:v>133.97813039143901</c:v>
                </c:pt>
                <c:pt idx="4139">
                  <c:v>133.98070795695</c:v>
                </c:pt>
                <c:pt idx="4140">
                  <c:v>133.98328552246099</c:v>
                </c:pt>
                <c:pt idx="4141">
                  <c:v>133.98586308797201</c:v>
                </c:pt>
                <c:pt idx="4142">
                  <c:v>133.988440653483</c:v>
                </c:pt>
                <c:pt idx="4143">
                  <c:v>133.99101821899399</c:v>
                </c:pt>
                <c:pt idx="4144">
                  <c:v>133.993595784505</c:v>
                </c:pt>
                <c:pt idx="4145">
                  <c:v>133.99617335001599</c:v>
                </c:pt>
                <c:pt idx="4146">
                  <c:v>133.99875091552701</c:v>
                </c:pt>
                <c:pt idx="4147">
                  <c:v>134.001328481038</c:v>
                </c:pt>
                <c:pt idx="4148">
                  <c:v>134.00390604654899</c:v>
                </c:pt>
                <c:pt idx="4149">
                  <c:v>134.00648361206001</c:v>
                </c:pt>
                <c:pt idx="4150">
                  <c:v>134.009061177571</c:v>
                </c:pt>
                <c:pt idx="4151">
                  <c:v>134.01163874308301</c:v>
                </c:pt>
                <c:pt idx="4152">
                  <c:v>134.014216308594</c:v>
                </c:pt>
                <c:pt idx="4153">
                  <c:v>134.01679387410499</c:v>
                </c:pt>
                <c:pt idx="4154">
                  <c:v>134.01937143961601</c:v>
                </c:pt>
                <c:pt idx="4155">
                  <c:v>134.021949005127</c:v>
                </c:pt>
                <c:pt idx="4156">
                  <c:v>134.02452657063799</c:v>
                </c:pt>
                <c:pt idx="4157">
                  <c:v>134.02710413614901</c:v>
                </c:pt>
                <c:pt idx="4158">
                  <c:v>134.02968170166</c:v>
                </c:pt>
                <c:pt idx="4159">
                  <c:v>134.03225926717101</c:v>
                </c:pt>
                <c:pt idx="4160">
                  <c:v>134.034836832682</c:v>
                </c:pt>
                <c:pt idx="4161">
                  <c:v>134.03741439819299</c:v>
                </c:pt>
                <c:pt idx="4162">
                  <c:v>134.03999196370401</c:v>
                </c:pt>
                <c:pt idx="4163">
                  <c:v>134.042569529215</c:v>
                </c:pt>
                <c:pt idx="4164">
                  <c:v>134.04514709472599</c:v>
                </c:pt>
                <c:pt idx="4165">
                  <c:v>134.047724660238</c:v>
                </c:pt>
                <c:pt idx="4166">
                  <c:v>134.05030222574899</c:v>
                </c:pt>
                <c:pt idx="4167">
                  <c:v>134.05287979126001</c:v>
                </c:pt>
                <c:pt idx="4168">
                  <c:v>134.055457356771</c:v>
                </c:pt>
                <c:pt idx="4169">
                  <c:v>134.05803492228199</c:v>
                </c:pt>
                <c:pt idx="4170">
                  <c:v>134.06061248779301</c:v>
                </c:pt>
                <c:pt idx="4171">
                  <c:v>134.063190053304</c:v>
                </c:pt>
                <c:pt idx="4172">
                  <c:v>134.06576761881499</c:v>
                </c:pt>
                <c:pt idx="4173">
                  <c:v>134.06834518432601</c:v>
                </c:pt>
                <c:pt idx="4174">
                  <c:v>134.070922749837</c:v>
                </c:pt>
                <c:pt idx="4175">
                  <c:v>134.07350031534801</c:v>
                </c:pt>
                <c:pt idx="4176">
                  <c:v>134.076077880859</c:v>
                </c:pt>
                <c:pt idx="4177">
                  <c:v>134.07865544636999</c:v>
                </c:pt>
                <c:pt idx="4178">
                  <c:v>134.08123301188101</c:v>
                </c:pt>
                <c:pt idx="4179">
                  <c:v>134.083810577393</c:v>
                </c:pt>
                <c:pt idx="4180">
                  <c:v>134.08638814290401</c:v>
                </c:pt>
                <c:pt idx="4181">
                  <c:v>134.088965708415</c:v>
                </c:pt>
                <c:pt idx="4182">
                  <c:v>134.09154327392599</c:v>
                </c:pt>
                <c:pt idx="4183">
                  <c:v>134.09412083943701</c:v>
                </c:pt>
                <c:pt idx="4184">
                  <c:v>134.096698404948</c:v>
                </c:pt>
                <c:pt idx="4185">
                  <c:v>134.09927597045899</c:v>
                </c:pt>
                <c:pt idx="4186">
                  <c:v>134.10185353597001</c:v>
                </c:pt>
                <c:pt idx="4187">
                  <c:v>134.104431101481</c:v>
                </c:pt>
                <c:pt idx="4188">
                  <c:v>134.10700866699199</c:v>
                </c:pt>
                <c:pt idx="4189">
                  <c:v>134.10958623250301</c:v>
                </c:pt>
                <c:pt idx="4190">
                  <c:v>134.112163798014</c:v>
                </c:pt>
                <c:pt idx="4191">
                  <c:v>134.11474136352501</c:v>
                </c:pt>
                <c:pt idx="4192">
                  <c:v>134.117318929036</c:v>
                </c:pt>
                <c:pt idx="4193">
                  <c:v>134.11989649454799</c:v>
                </c:pt>
                <c:pt idx="4194">
                  <c:v>134.12247406005901</c:v>
                </c:pt>
                <c:pt idx="4195">
                  <c:v>134.12505162556999</c:v>
                </c:pt>
                <c:pt idx="4196">
                  <c:v>134.12762919108101</c:v>
                </c:pt>
                <c:pt idx="4197">
                  <c:v>134.130206756592</c:v>
                </c:pt>
                <c:pt idx="4198">
                  <c:v>134.13278432210299</c:v>
                </c:pt>
                <c:pt idx="4199">
                  <c:v>134.13536188761401</c:v>
                </c:pt>
                <c:pt idx="4200">
                  <c:v>134.137939453125</c:v>
                </c:pt>
                <c:pt idx="4201">
                  <c:v>134.140121510824</c:v>
                </c:pt>
                <c:pt idx="4202">
                  <c:v>134.14230356852201</c:v>
                </c:pt>
                <c:pt idx="4203">
                  <c:v>134.14448562622101</c:v>
                </c:pt>
                <c:pt idx="4204">
                  <c:v>134.14666768391899</c:v>
                </c:pt>
                <c:pt idx="4205">
                  <c:v>134.14884974161799</c:v>
                </c:pt>
                <c:pt idx="4206">
                  <c:v>134.151031799316</c:v>
                </c:pt>
                <c:pt idx="4207">
                  <c:v>134.153213857015</c:v>
                </c:pt>
                <c:pt idx="4208">
                  <c:v>134.15539591471401</c:v>
                </c:pt>
                <c:pt idx="4209">
                  <c:v>134.15757797241201</c:v>
                </c:pt>
                <c:pt idx="4210">
                  <c:v>134.15976003011099</c:v>
                </c:pt>
                <c:pt idx="4211">
                  <c:v>134.161942087809</c:v>
                </c:pt>
                <c:pt idx="4212">
                  <c:v>134.164124145508</c:v>
                </c:pt>
                <c:pt idx="4213">
                  <c:v>134.16630620320601</c:v>
                </c:pt>
                <c:pt idx="4214">
                  <c:v>134.16848826090501</c:v>
                </c:pt>
                <c:pt idx="4215">
                  <c:v>134.17067031860401</c:v>
                </c:pt>
                <c:pt idx="4216">
                  <c:v>134.17285237630199</c:v>
                </c:pt>
                <c:pt idx="4217">
                  <c:v>134.17503443400099</c:v>
                </c:pt>
                <c:pt idx="4218">
                  <c:v>134.177216491699</c:v>
                </c:pt>
                <c:pt idx="4219">
                  <c:v>134.179398549398</c:v>
                </c:pt>
                <c:pt idx="4220">
                  <c:v>134.18158060709601</c:v>
                </c:pt>
                <c:pt idx="4221">
                  <c:v>134.18376266479501</c:v>
                </c:pt>
                <c:pt idx="4222">
                  <c:v>134.18594472249299</c:v>
                </c:pt>
                <c:pt idx="4223">
                  <c:v>134.18812678019199</c:v>
                </c:pt>
                <c:pt idx="4224">
                  <c:v>134.190308837891</c:v>
                </c:pt>
                <c:pt idx="4225">
                  <c:v>134.192490895589</c:v>
                </c:pt>
                <c:pt idx="4226">
                  <c:v>134.19467295328801</c:v>
                </c:pt>
                <c:pt idx="4227">
                  <c:v>134.19685501098601</c:v>
                </c:pt>
                <c:pt idx="4228">
                  <c:v>134.19903706868499</c:v>
                </c:pt>
                <c:pt idx="4229">
                  <c:v>134.20121912638299</c:v>
                </c:pt>
                <c:pt idx="4230">
                  <c:v>134.203401184082</c:v>
                </c:pt>
                <c:pt idx="4231">
                  <c:v>134.205583241781</c:v>
                </c:pt>
                <c:pt idx="4232">
                  <c:v>134.20776529947901</c:v>
                </c:pt>
                <c:pt idx="4233">
                  <c:v>134.20994735717801</c:v>
                </c:pt>
                <c:pt idx="4234">
                  <c:v>134.21212941487599</c:v>
                </c:pt>
                <c:pt idx="4235">
                  <c:v>134.21431147257499</c:v>
                </c:pt>
                <c:pt idx="4236">
                  <c:v>134.216493530273</c:v>
                </c:pt>
                <c:pt idx="4237">
                  <c:v>134.218675587972</c:v>
                </c:pt>
                <c:pt idx="4238">
                  <c:v>134.220857645671</c:v>
                </c:pt>
                <c:pt idx="4239">
                  <c:v>134.22303970336901</c:v>
                </c:pt>
                <c:pt idx="4240">
                  <c:v>134.22522176106801</c:v>
                </c:pt>
                <c:pt idx="4241">
                  <c:v>134.22740381876599</c:v>
                </c:pt>
                <c:pt idx="4242">
                  <c:v>134.22958587646499</c:v>
                </c:pt>
                <c:pt idx="4243">
                  <c:v>134.231767934163</c:v>
                </c:pt>
                <c:pt idx="4244">
                  <c:v>134.233949991862</c:v>
                </c:pt>
                <c:pt idx="4245">
                  <c:v>134.23613204956101</c:v>
                </c:pt>
                <c:pt idx="4246">
                  <c:v>134.23831410725899</c:v>
                </c:pt>
                <c:pt idx="4247">
                  <c:v>134.24049616495799</c:v>
                </c:pt>
                <c:pt idx="4248">
                  <c:v>134.242678222656</c:v>
                </c:pt>
                <c:pt idx="4249">
                  <c:v>134.244860280355</c:v>
                </c:pt>
                <c:pt idx="4250">
                  <c:v>134.24704233805301</c:v>
                </c:pt>
                <c:pt idx="4251">
                  <c:v>134.24922439575201</c:v>
                </c:pt>
                <c:pt idx="4252">
                  <c:v>134.25140645344999</c:v>
                </c:pt>
                <c:pt idx="4253">
                  <c:v>134.25358851114899</c:v>
                </c:pt>
                <c:pt idx="4254">
                  <c:v>134.25577056884799</c:v>
                </c:pt>
                <c:pt idx="4255">
                  <c:v>134.257952626546</c:v>
                </c:pt>
                <c:pt idx="4256">
                  <c:v>134.260134684245</c:v>
                </c:pt>
                <c:pt idx="4257">
                  <c:v>134.26231674194301</c:v>
                </c:pt>
                <c:pt idx="4258">
                  <c:v>134.26449879964201</c:v>
                </c:pt>
                <c:pt idx="4259">
                  <c:v>134.26668085733999</c:v>
                </c:pt>
                <c:pt idx="4260">
                  <c:v>134.26886291503899</c:v>
                </c:pt>
                <c:pt idx="4261">
                  <c:v>134.271044972738</c:v>
                </c:pt>
                <c:pt idx="4262">
                  <c:v>134.273227030436</c:v>
                </c:pt>
                <c:pt idx="4263">
                  <c:v>134.27540908813501</c:v>
                </c:pt>
                <c:pt idx="4264">
                  <c:v>134.27759114583299</c:v>
                </c:pt>
                <c:pt idx="4265">
                  <c:v>134.27977320353199</c:v>
                </c:pt>
                <c:pt idx="4266">
                  <c:v>134.28195526123</c:v>
                </c:pt>
                <c:pt idx="4267">
                  <c:v>134.284137318929</c:v>
                </c:pt>
                <c:pt idx="4268">
                  <c:v>134.286319376628</c:v>
                </c:pt>
                <c:pt idx="4269">
                  <c:v>134.28850143432601</c:v>
                </c:pt>
                <c:pt idx="4270">
                  <c:v>134.29068349202501</c:v>
                </c:pt>
                <c:pt idx="4271">
                  <c:v>134.29286554972299</c:v>
                </c:pt>
                <c:pt idx="4272">
                  <c:v>134.29504760742199</c:v>
                </c:pt>
                <c:pt idx="4273">
                  <c:v>134.29722966512</c:v>
                </c:pt>
                <c:pt idx="4274">
                  <c:v>134.299411722819</c:v>
                </c:pt>
                <c:pt idx="4275">
                  <c:v>134.301593780518</c:v>
                </c:pt>
                <c:pt idx="4276">
                  <c:v>134.30377583821601</c:v>
                </c:pt>
                <c:pt idx="4277">
                  <c:v>134.30595789591499</c:v>
                </c:pt>
                <c:pt idx="4278">
                  <c:v>134.30813995361299</c:v>
                </c:pt>
                <c:pt idx="4279">
                  <c:v>134.310322011312</c:v>
                </c:pt>
                <c:pt idx="4280">
                  <c:v>134.31250406901</c:v>
                </c:pt>
                <c:pt idx="4281">
                  <c:v>134.31468612670901</c:v>
                </c:pt>
                <c:pt idx="4282">
                  <c:v>134.31686818440701</c:v>
                </c:pt>
                <c:pt idx="4283">
                  <c:v>134.31905024210599</c:v>
                </c:pt>
                <c:pt idx="4284">
                  <c:v>134.32123229980499</c:v>
                </c:pt>
                <c:pt idx="4285">
                  <c:v>134.323414357503</c:v>
                </c:pt>
                <c:pt idx="4286">
                  <c:v>134.325596415202</c:v>
                </c:pt>
                <c:pt idx="4287">
                  <c:v>134.32777847290001</c:v>
                </c:pt>
                <c:pt idx="4288">
                  <c:v>134.32996053059901</c:v>
                </c:pt>
                <c:pt idx="4289">
                  <c:v>134.33214258829699</c:v>
                </c:pt>
                <c:pt idx="4290">
                  <c:v>134.33432464599599</c:v>
                </c:pt>
                <c:pt idx="4291">
                  <c:v>134.33650670369499</c:v>
                </c:pt>
                <c:pt idx="4292">
                  <c:v>134.338688761393</c:v>
                </c:pt>
                <c:pt idx="4293">
                  <c:v>134.340870819092</c:v>
                </c:pt>
                <c:pt idx="4294">
                  <c:v>134.34305287679001</c:v>
                </c:pt>
                <c:pt idx="4295">
                  <c:v>134.34523493448901</c:v>
                </c:pt>
                <c:pt idx="4296">
                  <c:v>134.34741699218699</c:v>
                </c:pt>
                <c:pt idx="4297">
                  <c:v>134.349599049886</c:v>
                </c:pt>
                <c:pt idx="4298">
                  <c:v>134.351781107585</c:v>
                </c:pt>
                <c:pt idx="4299">
                  <c:v>134.35396316528301</c:v>
                </c:pt>
                <c:pt idx="4300">
                  <c:v>134.35614522298201</c:v>
                </c:pt>
                <c:pt idx="4301">
                  <c:v>134.35832728067999</c:v>
                </c:pt>
                <c:pt idx="4302">
                  <c:v>134.36050933837899</c:v>
                </c:pt>
                <c:pt idx="4303">
                  <c:v>134.362691396077</c:v>
                </c:pt>
                <c:pt idx="4304">
                  <c:v>134.364873453776</c:v>
                </c:pt>
                <c:pt idx="4305">
                  <c:v>134.367055511475</c:v>
                </c:pt>
                <c:pt idx="4306">
                  <c:v>134.36923756917301</c:v>
                </c:pt>
                <c:pt idx="4307">
                  <c:v>134.37141962687201</c:v>
                </c:pt>
                <c:pt idx="4308">
                  <c:v>134.37360168456999</c:v>
                </c:pt>
                <c:pt idx="4309">
                  <c:v>134.37578374226899</c:v>
                </c:pt>
                <c:pt idx="4310">
                  <c:v>134.377965799967</c:v>
                </c:pt>
                <c:pt idx="4311">
                  <c:v>134.380147857666</c:v>
                </c:pt>
                <c:pt idx="4312">
                  <c:v>134.38232991536401</c:v>
                </c:pt>
                <c:pt idx="4313">
                  <c:v>134.38451197306301</c:v>
                </c:pt>
                <c:pt idx="4314">
                  <c:v>134.38669403076199</c:v>
                </c:pt>
                <c:pt idx="4315">
                  <c:v>134.38887608845999</c:v>
                </c:pt>
                <c:pt idx="4316">
                  <c:v>134.391058146159</c:v>
                </c:pt>
                <c:pt idx="4317">
                  <c:v>134.393240203857</c:v>
                </c:pt>
                <c:pt idx="4318">
                  <c:v>134.39542226155601</c:v>
                </c:pt>
                <c:pt idx="4319">
                  <c:v>134.39760431925399</c:v>
                </c:pt>
                <c:pt idx="4320">
                  <c:v>134.39978637695299</c:v>
                </c:pt>
                <c:pt idx="4321">
                  <c:v>134.40196843465199</c:v>
                </c:pt>
                <c:pt idx="4322">
                  <c:v>134.40415049235</c:v>
                </c:pt>
                <c:pt idx="4323">
                  <c:v>134.406332550049</c:v>
                </c:pt>
                <c:pt idx="4324">
                  <c:v>134.40851460774701</c:v>
                </c:pt>
                <c:pt idx="4325">
                  <c:v>134.41069666544601</c:v>
                </c:pt>
                <c:pt idx="4326">
                  <c:v>134.41287872314399</c:v>
                </c:pt>
                <c:pt idx="4327">
                  <c:v>134.41506078084299</c:v>
                </c:pt>
                <c:pt idx="4328">
                  <c:v>134.41724283854199</c:v>
                </c:pt>
                <c:pt idx="4329">
                  <c:v>134.41942489624</c:v>
                </c:pt>
                <c:pt idx="4330">
                  <c:v>134.421606953939</c:v>
                </c:pt>
                <c:pt idx="4331">
                  <c:v>134.42378901163701</c:v>
                </c:pt>
                <c:pt idx="4332">
                  <c:v>134.42597106933599</c:v>
                </c:pt>
                <c:pt idx="4333">
                  <c:v>134.42815312703399</c:v>
                </c:pt>
                <c:pt idx="4334">
                  <c:v>134.430335184733</c:v>
                </c:pt>
                <c:pt idx="4335">
                  <c:v>134.432517242432</c:v>
                </c:pt>
                <c:pt idx="4336">
                  <c:v>134.43469930013001</c:v>
                </c:pt>
                <c:pt idx="4337">
                  <c:v>134.43688135782901</c:v>
                </c:pt>
                <c:pt idx="4338">
                  <c:v>134.43906341552699</c:v>
                </c:pt>
                <c:pt idx="4339">
                  <c:v>134.44124547322599</c:v>
                </c:pt>
                <c:pt idx="4340">
                  <c:v>134.443427530924</c:v>
                </c:pt>
                <c:pt idx="4341">
                  <c:v>134.445609588623</c:v>
                </c:pt>
                <c:pt idx="4342">
                  <c:v>134.44779164632101</c:v>
                </c:pt>
                <c:pt idx="4343">
                  <c:v>134.44997370402001</c:v>
                </c:pt>
                <c:pt idx="4344">
                  <c:v>134.45215576171901</c:v>
                </c:pt>
                <c:pt idx="4345">
                  <c:v>134.45433781941699</c:v>
                </c:pt>
                <c:pt idx="4346">
                  <c:v>134.45651987711599</c:v>
                </c:pt>
                <c:pt idx="4347">
                  <c:v>134.458701934814</c:v>
                </c:pt>
                <c:pt idx="4348">
                  <c:v>134.460883992513</c:v>
                </c:pt>
                <c:pt idx="4349">
                  <c:v>134.46306605021101</c:v>
                </c:pt>
                <c:pt idx="4350">
                  <c:v>134.46524810791001</c:v>
                </c:pt>
                <c:pt idx="4351">
                  <c:v>134.46743016560899</c:v>
                </c:pt>
                <c:pt idx="4352">
                  <c:v>134.469612223307</c:v>
                </c:pt>
                <c:pt idx="4353">
                  <c:v>134.471794281006</c:v>
                </c:pt>
                <c:pt idx="4354">
                  <c:v>134.47397633870401</c:v>
                </c:pt>
                <c:pt idx="4355">
                  <c:v>134.47615839640301</c:v>
                </c:pt>
                <c:pt idx="4356">
                  <c:v>134.47834045410099</c:v>
                </c:pt>
                <c:pt idx="4357">
                  <c:v>134.48052251179999</c:v>
                </c:pt>
                <c:pt idx="4358">
                  <c:v>134.48270456949899</c:v>
                </c:pt>
                <c:pt idx="4359">
                  <c:v>134.484886627197</c:v>
                </c:pt>
                <c:pt idx="4360">
                  <c:v>134.487068684896</c:v>
                </c:pt>
                <c:pt idx="4361">
                  <c:v>134.48925074259401</c:v>
                </c:pt>
                <c:pt idx="4362">
                  <c:v>134.49143280029301</c:v>
                </c:pt>
                <c:pt idx="4363">
                  <c:v>134.49361485799099</c:v>
                </c:pt>
                <c:pt idx="4364">
                  <c:v>134.49579691568999</c:v>
                </c:pt>
                <c:pt idx="4365">
                  <c:v>134.497978973389</c:v>
                </c:pt>
                <c:pt idx="4366">
                  <c:v>134.500161031087</c:v>
                </c:pt>
                <c:pt idx="4367">
                  <c:v>134.50234308878601</c:v>
                </c:pt>
                <c:pt idx="4368">
                  <c:v>134.50452514648401</c:v>
                </c:pt>
                <c:pt idx="4369">
                  <c:v>134.50670720418299</c:v>
                </c:pt>
                <c:pt idx="4370">
                  <c:v>134.508889261881</c:v>
                </c:pt>
                <c:pt idx="4371">
                  <c:v>134.51107131958</c:v>
                </c:pt>
                <c:pt idx="4372">
                  <c:v>134.51325337727801</c:v>
                </c:pt>
                <c:pt idx="4373">
                  <c:v>134.51543543497701</c:v>
                </c:pt>
                <c:pt idx="4374">
                  <c:v>134.51761749267601</c:v>
                </c:pt>
                <c:pt idx="4375">
                  <c:v>134.51979955037399</c:v>
                </c:pt>
                <c:pt idx="4376">
                  <c:v>134.52198160807299</c:v>
                </c:pt>
                <c:pt idx="4377">
                  <c:v>134.524163665771</c:v>
                </c:pt>
                <c:pt idx="4378">
                  <c:v>134.52634572347</c:v>
                </c:pt>
                <c:pt idx="4379">
                  <c:v>134.52852778116801</c:v>
                </c:pt>
                <c:pt idx="4380">
                  <c:v>134.53070983886701</c:v>
                </c:pt>
                <c:pt idx="4381">
                  <c:v>134.53289189656601</c:v>
                </c:pt>
                <c:pt idx="4382">
                  <c:v>134.53507395426399</c:v>
                </c:pt>
                <c:pt idx="4383">
                  <c:v>134.537256011963</c:v>
                </c:pt>
                <c:pt idx="4384">
                  <c:v>134.539438069661</c:v>
                </c:pt>
                <c:pt idx="4385">
                  <c:v>134.54162012736001</c:v>
                </c:pt>
                <c:pt idx="4386">
                  <c:v>134.54380218505801</c:v>
                </c:pt>
                <c:pt idx="4387">
                  <c:v>134.54598424275699</c:v>
                </c:pt>
                <c:pt idx="4388">
                  <c:v>134.54816630045599</c:v>
                </c:pt>
                <c:pt idx="4389">
                  <c:v>134.550348358154</c:v>
                </c:pt>
                <c:pt idx="4390">
                  <c:v>134.552530415853</c:v>
                </c:pt>
                <c:pt idx="4391">
                  <c:v>134.55471247355101</c:v>
                </c:pt>
                <c:pt idx="4392">
                  <c:v>134.55689453125001</c:v>
                </c:pt>
                <c:pt idx="4393">
                  <c:v>134.55907658894799</c:v>
                </c:pt>
                <c:pt idx="4394">
                  <c:v>134.56125864664699</c:v>
                </c:pt>
                <c:pt idx="4395">
                  <c:v>134.56344070434599</c:v>
                </c:pt>
                <c:pt idx="4396">
                  <c:v>134.565622762044</c:v>
                </c:pt>
                <c:pt idx="4397">
                  <c:v>134.567804819743</c:v>
                </c:pt>
                <c:pt idx="4398">
                  <c:v>134.56998687744101</c:v>
                </c:pt>
                <c:pt idx="4399">
                  <c:v>134.57216893514001</c:v>
                </c:pt>
                <c:pt idx="4400">
                  <c:v>134.57435099283799</c:v>
                </c:pt>
                <c:pt idx="4401">
                  <c:v>134.57653305053699</c:v>
                </c:pt>
                <c:pt idx="4402">
                  <c:v>134.578715108235</c:v>
                </c:pt>
                <c:pt idx="4403">
                  <c:v>134.580897165934</c:v>
                </c:pt>
                <c:pt idx="4404">
                  <c:v>134.58307922363301</c:v>
                </c:pt>
                <c:pt idx="4405">
                  <c:v>134.58526128133099</c:v>
                </c:pt>
                <c:pt idx="4406">
                  <c:v>134.58744333902999</c:v>
                </c:pt>
                <c:pt idx="4407">
                  <c:v>134.589625396728</c:v>
                </c:pt>
                <c:pt idx="4408">
                  <c:v>134.591807454427</c:v>
                </c:pt>
                <c:pt idx="4409">
                  <c:v>134.59398951212501</c:v>
                </c:pt>
                <c:pt idx="4410">
                  <c:v>134.59617156982401</c:v>
                </c:pt>
                <c:pt idx="4411">
                  <c:v>134.59835362752301</c:v>
                </c:pt>
                <c:pt idx="4412">
                  <c:v>134.60053568522099</c:v>
                </c:pt>
                <c:pt idx="4413">
                  <c:v>134.60271774291999</c:v>
                </c:pt>
                <c:pt idx="4414">
                  <c:v>134.604899800618</c:v>
                </c:pt>
                <c:pt idx="4415">
                  <c:v>134.607081858317</c:v>
                </c:pt>
                <c:pt idx="4416">
                  <c:v>134.60926391601501</c:v>
                </c:pt>
                <c:pt idx="4417">
                  <c:v>134.61144597371401</c:v>
                </c:pt>
                <c:pt idx="4418">
                  <c:v>134.61362803141299</c:v>
                </c:pt>
                <c:pt idx="4419">
                  <c:v>134.61581008911099</c:v>
                </c:pt>
                <c:pt idx="4420">
                  <c:v>134.61799214681</c:v>
                </c:pt>
                <c:pt idx="4421">
                  <c:v>134.620174204508</c:v>
                </c:pt>
                <c:pt idx="4422">
                  <c:v>134.62235626220701</c:v>
                </c:pt>
                <c:pt idx="4423">
                  <c:v>134.62453831990501</c:v>
                </c:pt>
                <c:pt idx="4424">
                  <c:v>134.62672037760399</c:v>
                </c:pt>
                <c:pt idx="4425">
                  <c:v>134.62890243530299</c:v>
                </c:pt>
                <c:pt idx="4426">
                  <c:v>134.631084493001</c:v>
                </c:pt>
                <c:pt idx="4427">
                  <c:v>134.6332665507</c:v>
                </c:pt>
                <c:pt idx="4428">
                  <c:v>134.63544860839801</c:v>
                </c:pt>
                <c:pt idx="4429">
                  <c:v>134.63763066609701</c:v>
                </c:pt>
                <c:pt idx="4430">
                  <c:v>134.63981272379499</c:v>
                </c:pt>
                <c:pt idx="4431">
                  <c:v>134.64199478149399</c:v>
                </c:pt>
                <c:pt idx="4432">
                  <c:v>134.644176839192</c:v>
                </c:pt>
                <c:pt idx="4433">
                  <c:v>134.646358896891</c:v>
                </c:pt>
                <c:pt idx="4434">
                  <c:v>134.64854095459</c:v>
                </c:pt>
                <c:pt idx="4435">
                  <c:v>134.65072301228801</c:v>
                </c:pt>
                <c:pt idx="4436">
                  <c:v>134.65290506998701</c:v>
                </c:pt>
                <c:pt idx="4437">
                  <c:v>134.65508712768499</c:v>
                </c:pt>
                <c:pt idx="4438">
                  <c:v>134.657269185384</c:v>
                </c:pt>
                <c:pt idx="4439">
                  <c:v>134.659451243082</c:v>
                </c:pt>
                <c:pt idx="4440">
                  <c:v>134.66163330078101</c:v>
                </c:pt>
                <c:pt idx="4441">
                  <c:v>134.66381535848001</c:v>
                </c:pt>
                <c:pt idx="4442">
                  <c:v>134.66599741617799</c:v>
                </c:pt>
                <c:pt idx="4443">
                  <c:v>134.66817947387699</c:v>
                </c:pt>
                <c:pt idx="4444">
                  <c:v>134.670361531575</c:v>
                </c:pt>
                <c:pt idx="4445">
                  <c:v>134.672543589274</c:v>
                </c:pt>
                <c:pt idx="4446">
                  <c:v>134.67472564697201</c:v>
                </c:pt>
                <c:pt idx="4447">
                  <c:v>134.67690770467101</c:v>
                </c:pt>
                <c:pt idx="4448">
                  <c:v>134.67908976237001</c:v>
                </c:pt>
                <c:pt idx="4449">
                  <c:v>134.68127182006799</c:v>
                </c:pt>
                <c:pt idx="4450">
                  <c:v>134.68345387776699</c:v>
                </c:pt>
                <c:pt idx="4451">
                  <c:v>134.685635935465</c:v>
                </c:pt>
                <c:pt idx="4452">
                  <c:v>134.687817993164</c:v>
                </c:pt>
                <c:pt idx="4453">
                  <c:v>134.69000005086201</c:v>
                </c:pt>
                <c:pt idx="4454">
                  <c:v>134.69218210856101</c:v>
                </c:pt>
                <c:pt idx="4455">
                  <c:v>134.69436416625999</c:v>
                </c:pt>
                <c:pt idx="4456">
                  <c:v>134.69654622395799</c:v>
                </c:pt>
                <c:pt idx="4457">
                  <c:v>134.698728281657</c:v>
                </c:pt>
                <c:pt idx="4458">
                  <c:v>134.700910339355</c:v>
                </c:pt>
                <c:pt idx="4459">
                  <c:v>134.70309239705401</c:v>
                </c:pt>
                <c:pt idx="4460">
                  <c:v>134.70527445475199</c:v>
                </c:pt>
                <c:pt idx="4461">
                  <c:v>134.70745651245099</c:v>
                </c:pt>
                <c:pt idx="4462">
                  <c:v>134.709638570149</c:v>
                </c:pt>
                <c:pt idx="4463">
                  <c:v>134.711820627848</c:v>
                </c:pt>
                <c:pt idx="4464">
                  <c:v>134.714002685547</c:v>
                </c:pt>
                <c:pt idx="4465">
                  <c:v>134.71618474324501</c:v>
                </c:pt>
                <c:pt idx="4466">
                  <c:v>134.71836680094401</c:v>
                </c:pt>
                <c:pt idx="4467">
                  <c:v>134.72054885864199</c:v>
                </c:pt>
                <c:pt idx="4468">
                  <c:v>134.72273091634099</c:v>
                </c:pt>
                <c:pt idx="4469">
                  <c:v>134.724912974039</c:v>
                </c:pt>
                <c:pt idx="4470">
                  <c:v>134.727095031738</c:v>
                </c:pt>
                <c:pt idx="4471">
                  <c:v>134.72927708943701</c:v>
                </c:pt>
                <c:pt idx="4472">
                  <c:v>134.73145914713501</c:v>
                </c:pt>
                <c:pt idx="4473">
                  <c:v>134.73364120483399</c:v>
                </c:pt>
                <c:pt idx="4474">
                  <c:v>134.73582326253199</c:v>
                </c:pt>
                <c:pt idx="4475">
                  <c:v>134.738005320231</c:v>
                </c:pt>
                <c:pt idx="4476">
                  <c:v>134.740187377929</c:v>
                </c:pt>
                <c:pt idx="4477">
                  <c:v>134.74236943562801</c:v>
                </c:pt>
                <c:pt idx="4478">
                  <c:v>134.74455149332701</c:v>
                </c:pt>
                <c:pt idx="4479">
                  <c:v>134.74673355102499</c:v>
                </c:pt>
                <c:pt idx="4480">
                  <c:v>134.74891560872399</c:v>
                </c:pt>
                <c:pt idx="4481">
                  <c:v>134.751097666422</c:v>
                </c:pt>
                <c:pt idx="4482">
                  <c:v>134.753279724121</c:v>
                </c:pt>
                <c:pt idx="4483">
                  <c:v>134.75546178181901</c:v>
                </c:pt>
                <c:pt idx="4484">
                  <c:v>134.75764383951801</c:v>
                </c:pt>
                <c:pt idx="4485">
                  <c:v>134.75982589721701</c:v>
                </c:pt>
                <c:pt idx="4486">
                  <c:v>134.76200795491499</c:v>
                </c:pt>
                <c:pt idx="4487">
                  <c:v>134.76419001261399</c:v>
                </c:pt>
                <c:pt idx="4488">
                  <c:v>134.766372070312</c:v>
                </c:pt>
                <c:pt idx="4489">
                  <c:v>134.768554128011</c:v>
                </c:pt>
                <c:pt idx="4490">
                  <c:v>134.77073618570901</c:v>
                </c:pt>
                <c:pt idx="4491">
                  <c:v>134.77291824340799</c:v>
                </c:pt>
                <c:pt idx="4492">
                  <c:v>134.77510030110599</c:v>
                </c:pt>
                <c:pt idx="4493">
                  <c:v>134.777282358805</c:v>
                </c:pt>
                <c:pt idx="4494">
                  <c:v>134.779464416504</c:v>
                </c:pt>
                <c:pt idx="4495">
                  <c:v>134.78164647420201</c:v>
                </c:pt>
                <c:pt idx="4496">
                  <c:v>134.78382853190101</c:v>
                </c:pt>
                <c:pt idx="4497">
                  <c:v>134.78601058959899</c:v>
                </c:pt>
                <c:pt idx="4498">
                  <c:v>134.78819264729799</c:v>
                </c:pt>
                <c:pt idx="4499">
                  <c:v>134.790374704996</c:v>
                </c:pt>
                <c:pt idx="4500">
                  <c:v>134.792556762695</c:v>
                </c:pt>
                <c:pt idx="4501">
                  <c:v>134.794409688314</c:v>
                </c:pt>
                <c:pt idx="4502">
                  <c:v>134.79626261393199</c:v>
                </c:pt>
                <c:pt idx="4503">
                  <c:v>134.79811553955</c:v>
                </c:pt>
                <c:pt idx="4504">
                  <c:v>134.799968465169</c:v>
                </c:pt>
                <c:pt idx="4505">
                  <c:v>134.80182139078701</c:v>
                </c:pt>
                <c:pt idx="4506">
                  <c:v>134.80367431640599</c:v>
                </c:pt>
                <c:pt idx="4507">
                  <c:v>134.805527242024</c:v>
                </c:pt>
                <c:pt idx="4508">
                  <c:v>134.807380167643</c:v>
                </c:pt>
                <c:pt idx="4509">
                  <c:v>134.80923309326101</c:v>
                </c:pt>
                <c:pt idx="4510">
                  <c:v>134.81108601887999</c:v>
                </c:pt>
                <c:pt idx="4511">
                  <c:v>134.812938944498</c:v>
                </c:pt>
                <c:pt idx="4512">
                  <c:v>134.81479187011701</c:v>
                </c:pt>
                <c:pt idx="4513">
                  <c:v>134.81664479573499</c:v>
                </c:pt>
                <c:pt idx="4514">
                  <c:v>134.81849772135399</c:v>
                </c:pt>
                <c:pt idx="4515">
                  <c:v>134.820350646972</c:v>
                </c:pt>
                <c:pt idx="4516">
                  <c:v>134.82220357259101</c:v>
                </c:pt>
                <c:pt idx="4517">
                  <c:v>134.82405649820899</c:v>
                </c:pt>
                <c:pt idx="4518">
                  <c:v>134.82590942382799</c:v>
                </c:pt>
                <c:pt idx="4519">
                  <c:v>134.827762349446</c:v>
                </c:pt>
                <c:pt idx="4520">
                  <c:v>134.82961527506501</c:v>
                </c:pt>
                <c:pt idx="4521">
                  <c:v>134.83146820068299</c:v>
                </c:pt>
                <c:pt idx="4522">
                  <c:v>134.833321126302</c:v>
                </c:pt>
                <c:pt idx="4523">
                  <c:v>134.83517405192001</c:v>
                </c:pt>
                <c:pt idx="4524">
                  <c:v>134.83702697753901</c:v>
                </c:pt>
                <c:pt idx="4525">
                  <c:v>134.83887990315699</c:v>
                </c:pt>
                <c:pt idx="4526">
                  <c:v>134.840732828776</c:v>
                </c:pt>
                <c:pt idx="4527">
                  <c:v>134.84258575439401</c:v>
                </c:pt>
                <c:pt idx="4528">
                  <c:v>134.84443868001301</c:v>
                </c:pt>
                <c:pt idx="4529">
                  <c:v>134.846291605631</c:v>
                </c:pt>
                <c:pt idx="4530">
                  <c:v>134.84814453125</c:v>
                </c:pt>
                <c:pt idx="4531">
                  <c:v>134.84999745686801</c:v>
                </c:pt>
                <c:pt idx="4532">
                  <c:v>134.85185038248699</c:v>
                </c:pt>
                <c:pt idx="4533">
                  <c:v>134.853703308105</c:v>
                </c:pt>
                <c:pt idx="4534">
                  <c:v>134.855556233724</c:v>
                </c:pt>
                <c:pt idx="4535">
                  <c:v>134.85740915934201</c:v>
                </c:pt>
                <c:pt idx="4536">
                  <c:v>134.85926208496099</c:v>
                </c:pt>
                <c:pt idx="4537">
                  <c:v>134.861115010579</c:v>
                </c:pt>
                <c:pt idx="4538">
                  <c:v>134.862967936198</c:v>
                </c:pt>
                <c:pt idx="4539">
                  <c:v>134.86482086181601</c:v>
                </c:pt>
                <c:pt idx="4540">
                  <c:v>134.86667378743499</c:v>
                </c:pt>
                <c:pt idx="4541">
                  <c:v>134.868526713053</c:v>
                </c:pt>
                <c:pt idx="4542">
                  <c:v>134.87037963867201</c:v>
                </c:pt>
                <c:pt idx="4543">
                  <c:v>134.87223256428999</c:v>
                </c:pt>
                <c:pt idx="4544">
                  <c:v>134.87408548990899</c:v>
                </c:pt>
                <c:pt idx="4545">
                  <c:v>134.875938415527</c:v>
                </c:pt>
                <c:pt idx="4546">
                  <c:v>134.87779134114601</c:v>
                </c:pt>
                <c:pt idx="4547">
                  <c:v>134.87964426676399</c:v>
                </c:pt>
                <c:pt idx="4548">
                  <c:v>134.88149719238299</c:v>
                </c:pt>
                <c:pt idx="4549">
                  <c:v>134.883350118001</c:v>
                </c:pt>
                <c:pt idx="4550">
                  <c:v>134.88520304362001</c:v>
                </c:pt>
                <c:pt idx="4551">
                  <c:v>134.88705596923799</c:v>
                </c:pt>
                <c:pt idx="4552">
                  <c:v>134.888908894856</c:v>
                </c:pt>
                <c:pt idx="4553">
                  <c:v>134.89076182047501</c:v>
                </c:pt>
                <c:pt idx="4554">
                  <c:v>134.89261474609299</c:v>
                </c:pt>
                <c:pt idx="4555">
                  <c:v>134.89446767171199</c:v>
                </c:pt>
                <c:pt idx="4556">
                  <c:v>134.89632059733</c:v>
                </c:pt>
                <c:pt idx="4557">
                  <c:v>134.89817352294901</c:v>
                </c:pt>
                <c:pt idx="4558">
                  <c:v>134.90002644856699</c:v>
                </c:pt>
                <c:pt idx="4559">
                  <c:v>134.901879374186</c:v>
                </c:pt>
                <c:pt idx="4560">
                  <c:v>134.90373229980401</c:v>
                </c:pt>
                <c:pt idx="4561">
                  <c:v>134.90558522542301</c:v>
                </c:pt>
                <c:pt idx="4562">
                  <c:v>134.90743815104099</c:v>
                </c:pt>
                <c:pt idx="4563">
                  <c:v>134.90929107666</c:v>
                </c:pt>
                <c:pt idx="4564">
                  <c:v>134.91114400227801</c:v>
                </c:pt>
                <c:pt idx="4565">
                  <c:v>134.91299692789701</c:v>
                </c:pt>
                <c:pt idx="4566">
                  <c:v>134.91484985351499</c:v>
                </c:pt>
                <c:pt idx="4567">
                  <c:v>134.916702779134</c:v>
                </c:pt>
                <c:pt idx="4568">
                  <c:v>134.91855570475201</c:v>
                </c:pt>
                <c:pt idx="4569">
                  <c:v>134.92040863037101</c:v>
                </c:pt>
                <c:pt idx="4570">
                  <c:v>134.922261555989</c:v>
                </c:pt>
                <c:pt idx="4571">
                  <c:v>134.924114481608</c:v>
                </c:pt>
                <c:pt idx="4572">
                  <c:v>134.92596740722601</c:v>
                </c:pt>
                <c:pt idx="4573">
                  <c:v>134.92782033284499</c:v>
                </c:pt>
                <c:pt idx="4574">
                  <c:v>134.929673258463</c:v>
                </c:pt>
                <c:pt idx="4575">
                  <c:v>134.931526184082</c:v>
                </c:pt>
                <c:pt idx="4576">
                  <c:v>134.93337910970001</c:v>
                </c:pt>
                <c:pt idx="4577">
                  <c:v>134.93523203531899</c:v>
                </c:pt>
                <c:pt idx="4578">
                  <c:v>134.937084960937</c:v>
                </c:pt>
                <c:pt idx="4579">
                  <c:v>134.938937886556</c:v>
                </c:pt>
                <c:pt idx="4580">
                  <c:v>134.94079081217399</c:v>
                </c:pt>
                <c:pt idx="4581">
                  <c:v>134.94264373779299</c:v>
                </c:pt>
                <c:pt idx="4582">
                  <c:v>134.944496663411</c:v>
                </c:pt>
                <c:pt idx="4583">
                  <c:v>134.94634958903001</c:v>
                </c:pt>
                <c:pt idx="4584">
                  <c:v>134.94820251464799</c:v>
                </c:pt>
                <c:pt idx="4585">
                  <c:v>134.95005544026699</c:v>
                </c:pt>
                <c:pt idx="4586">
                  <c:v>134.951908365885</c:v>
                </c:pt>
                <c:pt idx="4587">
                  <c:v>134.95376129150401</c:v>
                </c:pt>
                <c:pt idx="4588">
                  <c:v>134.95561421712199</c:v>
                </c:pt>
                <c:pt idx="4589">
                  <c:v>134.957467142741</c:v>
                </c:pt>
                <c:pt idx="4590">
                  <c:v>134.95932006835901</c:v>
                </c:pt>
                <c:pt idx="4591">
                  <c:v>134.96117299397801</c:v>
                </c:pt>
                <c:pt idx="4592">
                  <c:v>134.96302591959599</c:v>
                </c:pt>
                <c:pt idx="4593">
                  <c:v>134.964878845215</c:v>
                </c:pt>
                <c:pt idx="4594">
                  <c:v>134.96673177083301</c:v>
                </c:pt>
                <c:pt idx="4595">
                  <c:v>134.96858469645201</c:v>
                </c:pt>
                <c:pt idx="4596">
                  <c:v>134.97043762206999</c:v>
                </c:pt>
                <c:pt idx="4597">
                  <c:v>134.972290547689</c:v>
                </c:pt>
                <c:pt idx="4598">
                  <c:v>134.97414347330701</c:v>
                </c:pt>
                <c:pt idx="4599">
                  <c:v>134.97599639892599</c:v>
                </c:pt>
                <c:pt idx="4600">
                  <c:v>134.977849324544</c:v>
                </c:pt>
                <c:pt idx="4601">
                  <c:v>134.979702250163</c:v>
                </c:pt>
                <c:pt idx="4602">
                  <c:v>134.98155517578101</c:v>
                </c:pt>
                <c:pt idx="4603">
                  <c:v>134.98340810139899</c:v>
                </c:pt>
                <c:pt idx="4604">
                  <c:v>134.985261027018</c:v>
                </c:pt>
                <c:pt idx="4605">
                  <c:v>134.98711395263601</c:v>
                </c:pt>
                <c:pt idx="4606">
                  <c:v>134.98896687825501</c:v>
                </c:pt>
                <c:pt idx="4607">
                  <c:v>134.99081980387299</c:v>
                </c:pt>
                <c:pt idx="4608">
                  <c:v>134.992672729492</c:v>
                </c:pt>
                <c:pt idx="4609">
                  <c:v>134.99452565511001</c:v>
                </c:pt>
                <c:pt idx="4610">
                  <c:v>134.99637858072899</c:v>
                </c:pt>
                <c:pt idx="4611">
                  <c:v>134.998231506347</c:v>
                </c:pt>
                <c:pt idx="4612">
                  <c:v>135.000084431966</c:v>
                </c:pt>
                <c:pt idx="4613">
                  <c:v>135.00193735758401</c:v>
                </c:pt>
                <c:pt idx="4614">
                  <c:v>135.00379028320299</c:v>
                </c:pt>
                <c:pt idx="4615">
                  <c:v>135.005643208821</c:v>
                </c:pt>
                <c:pt idx="4616">
                  <c:v>135.00749613444</c:v>
                </c:pt>
                <c:pt idx="4617">
                  <c:v>135.00934906005801</c:v>
                </c:pt>
                <c:pt idx="4618">
                  <c:v>135.01120198567699</c:v>
                </c:pt>
                <c:pt idx="4619">
                  <c:v>135.013054911295</c:v>
                </c:pt>
                <c:pt idx="4620">
                  <c:v>135.01490783691401</c:v>
                </c:pt>
                <c:pt idx="4621">
                  <c:v>135.01676076253199</c:v>
                </c:pt>
                <c:pt idx="4622">
                  <c:v>135.01861368815099</c:v>
                </c:pt>
                <c:pt idx="4623">
                  <c:v>135.020466613769</c:v>
                </c:pt>
                <c:pt idx="4624">
                  <c:v>135.02231953938801</c:v>
                </c:pt>
                <c:pt idx="4625">
                  <c:v>135.02417246500599</c:v>
                </c:pt>
                <c:pt idx="4626">
                  <c:v>135.02602539062499</c:v>
                </c:pt>
                <c:pt idx="4627">
                  <c:v>135.027878316243</c:v>
                </c:pt>
                <c:pt idx="4628">
                  <c:v>135.02973124186201</c:v>
                </c:pt>
                <c:pt idx="4629">
                  <c:v>135.03158416747999</c:v>
                </c:pt>
                <c:pt idx="4630">
                  <c:v>135.033437093099</c:v>
                </c:pt>
                <c:pt idx="4631">
                  <c:v>135.03529001871701</c:v>
                </c:pt>
                <c:pt idx="4632">
                  <c:v>135.03714294433601</c:v>
                </c:pt>
                <c:pt idx="4633">
                  <c:v>135.03899586995399</c:v>
                </c:pt>
                <c:pt idx="4634">
                  <c:v>135.040848795573</c:v>
                </c:pt>
                <c:pt idx="4635">
                  <c:v>135.04270172119101</c:v>
                </c:pt>
                <c:pt idx="4636">
                  <c:v>135.04455464681001</c:v>
                </c:pt>
                <c:pt idx="4637">
                  <c:v>135.046407572428</c:v>
                </c:pt>
                <c:pt idx="4638">
                  <c:v>135.048260498047</c:v>
                </c:pt>
                <c:pt idx="4639">
                  <c:v>135.05011342366501</c:v>
                </c:pt>
                <c:pt idx="4640">
                  <c:v>135.05196634928399</c:v>
                </c:pt>
                <c:pt idx="4641">
                  <c:v>135.053819274902</c:v>
                </c:pt>
                <c:pt idx="4642">
                  <c:v>135.055672200521</c:v>
                </c:pt>
                <c:pt idx="4643">
                  <c:v>135.05752512613901</c:v>
                </c:pt>
                <c:pt idx="4644">
                  <c:v>135.05937805175799</c:v>
                </c:pt>
                <c:pt idx="4645">
                  <c:v>135.061230977376</c:v>
                </c:pt>
                <c:pt idx="4646">
                  <c:v>135.063083902995</c:v>
                </c:pt>
                <c:pt idx="4647">
                  <c:v>135.06493682861301</c:v>
                </c:pt>
                <c:pt idx="4648">
                  <c:v>135.06678975423199</c:v>
                </c:pt>
                <c:pt idx="4649">
                  <c:v>135.06864267985</c:v>
                </c:pt>
                <c:pt idx="4650">
                  <c:v>135.07049560546901</c:v>
                </c:pt>
                <c:pt idx="4651">
                  <c:v>135.07234853108699</c:v>
                </c:pt>
                <c:pt idx="4652">
                  <c:v>135.074201456705</c:v>
                </c:pt>
                <c:pt idx="4653">
                  <c:v>135.076054382324</c:v>
                </c:pt>
                <c:pt idx="4654">
                  <c:v>135.07790730794201</c:v>
                </c:pt>
                <c:pt idx="4655">
                  <c:v>135.07976023356099</c:v>
                </c:pt>
                <c:pt idx="4656">
                  <c:v>135.081613159179</c:v>
                </c:pt>
                <c:pt idx="4657">
                  <c:v>135.083466084798</c:v>
                </c:pt>
                <c:pt idx="4658">
                  <c:v>135.08531901041599</c:v>
                </c:pt>
                <c:pt idx="4659">
                  <c:v>135.08717193603499</c:v>
                </c:pt>
                <c:pt idx="4660">
                  <c:v>135.089024861653</c:v>
                </c:pt>
                <c:pt idx="4661">
                  <c:v>135.09087778727201</c:v>
                </c:pt>
                <c:pt idx="4662">
                  <c:v>135.09273071288999</c:v>
                </c:pt>
                <c:pt idx="4663">
                  <c:v>135.09458363850899</c:v>
                </c:pt>
                <c:pt idx="4664">
                  <c:v>135.096436564127</c:v>
                </c:pt>
                <c:pt idx="4665">
                  <c:v>135.09828948974601</c:v>
                </c:pt>
                <c:pt idx="4666">
                  <c:v>135.10014241536399</c:v>
                </c:pt>
                <c:pt idx="4667">
                  <c:v>135.101995340983</c:v>
                </c:pt>
                <c:pt idx="4668">
                  <c:v>135.10384826660101</c:v>
                </c:pt>
                <c:pt idx="4669">
                  <c:v>135.10570119222001</c:v>
                </c:pt>
                <c:pt idx="4670">
                  <c:v>135.10755411783799</c:v>
                </c:pt>
                <c:pt idx="4671">
                  <c:v>135.109407043457</c:v>
                </c:pt>
                <c:pt idx="4672">
                  <c:v>135.11125996907501</c:v>
                </c:pt>
                <c:pt idx="4673">
                  <c:v>135.11311289469401</c:v>
                </c:pt>
                <c:pt idx="4674">
                  <c:v>135.11496582031199</c:v>
                </c:pt>
                <c:pt idx="4675">
                  <c:v>135.116818745931</c:v>
                </c:pt>
                <c:pt idx="4676">
                  <c:v>135.11867167154901</c:v>
                </c:pt>
                <c:pt idx="4677">
                  <c:v>135.12052459716799</c:v>
                </c:pt>
                <c:pt idx="4678">
                  <c:v>135.122377522786</c:v>
                </c:pt>
                <c:pt idx="4679">
                  <c:v>135.124230448405</c:v>
                </c:pt>
                <c:pt idx="4680">
                  <c:v>135.12608337402301</c:v>
                </c:pt>
                <c:pt idx="4681">
                  <c:v>135.12793629964199</c:v>
                </c:pt>
                <c:pt idx="4682">
                  <c:v>135.12978922526</c:v>
                </c:pt>
                <c:pt idx="4683">
                  <c:v>135.131642150879</c:v>
                </c:pt>
                <c:pt idx="4684">
                  <c:v>135.13349507649701</c:v>
                </c:pt>
                <c:pt idx="4685">
                  <c:v>135.13534800211599</c:v>
                </c:pt>
                <c:pt idx="4686">
                  <c:v>135.137200927734</c:v>
                </c:pt>
                <c:pt idx="4687">
                  <c:v>135.139053853353</c:v>
                </c:pt>
                <c:pt idx="4688">
                  <c:v>135.14090677897099</c:v>
                </c:pt>
                <c:pt idx="4689">
                  <c:v>135.14275970458999</c:v>
                </c:pt>
                <c:pt idx="4690">
                  <c:v>135.144612630208</c:v>
                </c:pt>
                <c:pt idx="4691">
                  <c:v>135.14646555582701</c:v>
                </c:pt>
                <c:pt idx="4692">
                  <c:v>135.14831848144499</c:v>
                </c:pt>
                <c:pt idx="4693">
                  <c:v>135.15017140706399</c:v>
                </c:pt>
                <c:pt idx="4694">
                  <c:v>135.152024332682</c:v>
                </c:pt>
                <c:pt idx="4695">
                  <c:v>135.15387725830101</c:v>
                </c:pt>
                <c:pt idx="4696">
                  <c:v>135.15573018391899</c:v>
                </c:pt>
                <c:pt idx="4697">
                  <c:v>135.157583109538</c:v>
                </c:pt>
                <c:pt idx="4698">
                  <c:v>135.15943603515601</c:v>
                </c:pt>
                <c:pt idx="4699">
                  <c:v>135.16128896077501</c:v>
                </c:pt>
                <c:pt idx="4700">
                  <c:v>135.16314188639299</c:v>
                </c:pt>
                <c:pt idx="4701">
                  <c:v>135.164994812011</c:v>
                </c:pt>
                <c:pt idx="4702">
                  <c:v>135.16684773763001</c:v>
                </c:pt>
                <c:pt idx="4703">
                  <c:v>135.16870066324799</c:v>
                </c:pt>
                <c:pt idx="4704">
                  <c:v>135.17055358886699</c:v>
                </c:pt>
                <c:pt idx="4705">
                  <c:v>135.172406514485</c:v>
                </c:pt>
                <c:pt idx="4706">
                  <c:v>135.17425944010401</c:v>
                </c:pt>
                <c:pt idx="4707">
                  <c:v>135.17611236572199</c:v>
                </c:pt>
                <c:pt idx="4708">
                  <c:v>135.177965291341</c:v>
                </c:pt>
                <c:pt idx="4709">
                  <c:v>135.17981821695901</c:v>
                </c:pt>
                <c:pt idx="4710">
                  <c:v>135.18167114257801</c:v>
                </c:pt>
                <c:pt idx="4711">
                  <c:v>135.18352406819599</c:v>
                </c:pt>
                <c:pt idx="4712">
                  <c:v>135.185376993815</c:v>
                </c:pt>
                <c:pt idx="4713">
                  <c:v>135.18722991943301</c:v>
                </c:pt>
                <c:pt idx="4714">
                  <c:v>135.18908284505201</c:v>
                </c:pt>
                <c:pt idx="4715">
                  <c:v>135.19093577067</c:v>
                </c:pt>
                <c:pt idx="4716">
                  <c:v>135.192788696289</c:v>
                </c:pt>
                <c:pt idx="4717">
                  <c:v>135.19464162190701</c:v>
                </c:pt>
                <c:pt idx="4718">
                  <c:v>135.19649454752599</c:v>
                </c:pt>
                <c:pt idx="4719">
                  <c:v>135.198347473144</c:v>
                </c:pt>
                <c:pt idx="4720">
                  <c:v>135.200200398763</c:v>
                </c:pt>
                <c:pt idx="4721">
                  <c:v>135.20205332438101</c:v>
                </c:pt>
                <c:pt idx="4722">
                  <c:v>135.20390624999999</c:v>
                </c:pt>
                <c:pt idx="4723">
                  <c:v>135.205759175618</c:v>
                </c:pt>
                <c:pt idx="4724">
                  <c:v>135.207612101237</c:v>
                </c:pt>
                <c:pt idx="4725">
                  <c:v>135.20946502685501</c:v>
                </c:pt>
                <c:pt idx="4726">
                  <c:v>135.21131795247399</c:v>
                </c:pt>
                <c:pt idx="4727">
                  <c:v>135.213170878092</c:v>
                </c:pt>
                <c:pt idx="4728">
                  <c:v>135.21502380371101</c:v>
                </c:pt>
                <c:pt idx="4729">
                  <c:v>135.21687672932899</c:v>
                </c:pt>
                <c:pt idx="4730">
                  <c:v>135.21872965494799</c:v>
                </c:pt>
                <c:pt idx="4731">
                  <c:v>135.220582580566</c:v>
                </c:pt>
                <c:pt idx="4732">
                  <c:v>135.22243550618501</c:v>
                </c:pt>
                <c:pt idx="4733">
                  <c:v>135.22428843180299</c:v>
                </c:pt>
                <c:pt idx="4734">
                  <c:v>135.22614135742199</c:v>
                </c:pt>
                <c:pt idx="4735">
                  <c:v>135.22799428304</c:v>
                </c:pt>
                <c:pt idx="4736">
                  <c:v>135.22984720865901</c:v>
                </c:pt>
                <c:pt idx="4737">
                  <c:v>135.23170013427699</c:v>
                </c:pt>
                <c:pt idx="4738">
                  <c:v>135.233553059896</c:v>
                </c:pt>
                <c:pt idx="4739">
                  <c:v>135.23540598551401</c:v>
                </c:pt>
                <c:pt idx="4740">
                  <c:v>135.23725891113301</c:v>
                </c:pt>
                <c:pt idx="4741">
                  <c:v>135.23911183675099</c:v>
                </c:pt>
                <c:pt idx="4742">
                  <c:v>135.24096476237</c:v>
                </c:pt>
                <c:pt idx="4743">
                  <c:v>135.24281768798801</c:v>
                </c:pt>
                <c:pt idx="4744">
                  <c:v>135.24467061360701</c:v>
                </c:pt>
                <c:pt idx="4745">
                  <c:v>135.246523539225</c:v>
                </c:pt>
                <c:pt idx="4746">
                  <c:v>135.248376464844</c:v>
                </c:pt>
                <c:pt idx="4747">
                  <c:v>135.25022939046201</c:v>
                </c:pt>
                <c:pt idx="4748">
                  <c:v>135.25208231608099</c:v>
                </c:pt>
                <c:pt idx="4749">
                  <c:v>135.253935241699</c:v>
                </c:pt>
                <c:pt idx="4750">
                  <c:v>135.255788167318</c:v>
                </c:pt>
                <c:pt idx="4751">
                  <c:v>135.25764109293601</c:v>
                </c:pt>
                <c:pt idx="4752">
                  <c:v>135.25949401855399</c:v>
                </c:pt>
                <c:pt idx="4753">
                  <c:v>135.261346944173</c:v>
                </c:pt>
                <c:pt idx="4754">
                  <c:v>135.26319986979101</c:v>
                </c:pt>
                <c:pt idx="4755">
                  <c:v>135.26505279541001</c:v>
                </c:pt>
                <c:pt idx="4756">
                  <c:v>135.266905721028</c:v>
                </c:pt>
                <c:pt idx="4757">
                  <c:v>135.268758646647</c:v>
                </c:pt>
                <c:pt idx="4758">
                  <c:v>135.27061157226501</c:v>
                </c:pt>
                <c:pt idx="4759">
                  <c:v>135.27246449788399</c:v>
                </c:pt>
                <c:pt idx="4760">
                  <c:v>135.274317423502</c:v>
                </c:pt>
                <c:pt idx="4761">
                  <c:v>135.276170349121</c:v>
                </c:pt>
                <c:pt idx="4762">
                  <c:v>135.27802327473901</c:v>
                </c:pt>
                <c:pt idx="4763">
                  <c:v>135.27987620035799</c:v>
                </c:pt>
                <c:pt idx="4764">
                  <c:v>135.281729125976</c:v>
                </c:pt>
                <c:pt idx="4765">
                  <c:v>135.283582051595</c:v>
                </c:pt>
                <c:pt idx="4766">
                  <c:v>135.28543497721299</c:v>
                </c:pt>
                <c:pt idx="4767">
                  <c:v>135.28728790283199</c:v>
                </c:pt>
                <c:pt idx="4768">
                  <c:v>135.28914082845</c:v>
                </c:pt>
                <c:pt idx="4769">
                  <c:v>135.29099375406901</c:v>
                </c:pt>
                <c:pt idx="4770">
                  <c:v>135.29284667968699</c:v>
                </c:pt>
                <c:pt idx="4771">
                  <c:v>135.29469960530599</c:v>
                </c:pt>
                <c:pt idx="4772">
                  <c:v>135.296552530924</c:v>
                </c:pt>
                <c:pt idx="4773">
                  <c:v>135.29840545654301</c:v>
                </c:pt>
                <c:pt idx="4774">
                  <c:v>135.30025838216099</c:v>
                </c:pt>
                <c:pt idx="4775">
                  <c:v>135.30211130778</c:v>
                </c:pt>
                <c:pt idx="4776">
                  <c:v>135.30396423339801</c:v>
                </c:pt>
                <c:pt idx="4777">
                  <c:v>135.30581715901701</c:v>
                </c:pt>
                <c:pt idx="4778">
                  <c:v>135.30767008463499</c:v>
                </c:pt>
                <c:pt idx="4779">
                  <c:v>135.309523010254</c:v>
                </c:pt>
                <c:pt idx="4780">
                  <c:v>135.31137593587201</c:v>
                </c:pt>
                <c:pt idx="4781">
                  <c:v>135.31322886149101</c:v>
                </c:pt>
                <c:pt idx="4782">
                  <c:v>135.31508178710899</c:v>
                </c:pt>
                <c:pt idx="4783">
                  <c:v>135.316934712728</c:v>
                </c:pt>
                <c:pt idx="4784">
                  <c:v>135.31878763834601</c:v>
                </c:pt>
                <c:pt idx="4785">
                  <c:v>135.32064056396499</c:v>
                </c:pt>
                <c:pt idx="4786">
                  <c:v>135.322493489583</c:v>
                </c:pt>
                <c:pt idx="4787">
                  <c:v>135.324346415202</c:v>
                </c:pt>
                <c:pt idx="4788">
                  <c:v>135.32619934082001</c:v>
                </c:pt>
                <c:pt idx="4789">
                  <c:v>135.32805226643899</c:v>
                </c:pt>
                <c:pt idx="4790">
                  <c:v>135.329905192057</c:v>
                </c:pt>
                <c:pt idx="4791">
                  <c:v>135.331758117676</c:v>
                </c:pt>
                <c:pt idx="4792">
                  <c:v>135.33361104329401</c:v>
                </c:pt>
                <c:pt idx="4793">
                  <c:v>135.33546396891299</c:v>
                </c:pt>
                <c:pt idx="4794">
                  <c:v>135.337316894531</c:v>
                </c:pt>
                <c:pt idx="4795">
                  <c:v>135.33916982015</c:v>
                </c:pt>
                <c:pt idx="4796">
                  <c:v>135.34102274576799</c:v>
                </c:pt>
                <c:pt idx="4797">
                  <c:v>135.34287567138699</c:v>
                </c:pt>
                <c:pt idx="4798">
                  <c:v>135.344728597005</c:v>
                </c:pt>
                <c:pt idx="4799">
                  <c:v>135.34658152262401</c:v>
                </c:pt>
                <c:pt idx="4800">
                  <c:v>135.34843444824199</c:v>
                </c:pt>
                <c:pt idx="4801">
                  <c:v>135.350012969971</c:v>
                </c:pt>
                <c:pt idx="4802">
                  <c:v>135.351591491699</c:v>
                </c:pt>
                <c:pt idx="4803">
                  <c:v>135.35317001342801</c:v>
                </c:pt>
                <c:pt idx="4804">
                  <c:v>135.35474853515601</c:v>
                </c:pt>
                <c:pt idx="4805">
                  <c:v>135.35632705688499</c:v>
                </c:pt>
                <c:pt idx="4806">
                  <c:v>135.35790557861301</c:v>
                </c:pt>
                <c:pt idx="4807">
                  <c:v>135.359484100342</c:v>
                </c:pt>
                <c:pt idx="4808">
                  <c:v>135.36106262206999</c:v>
                </c:pt>
                <c:pt idx="4809">
                  <c:v>135.36264114379901</c:v>
                </c:pt>
                <c:pt idx="4810">
                  <c:v>135.364219665527</c:v>
                </c:pt>
                <c:pt idx="4811">
                  <c:v>135.36579818725599</c:v>
                </c:pt>
                <c:pt idx="4812">
                  <c:v>135.36737670898401</c:v>
                </c:pt>
                <c:pt idx="4813">
                  <c:v>135.368955230713</c:v>
                </c:pt>
                <c:pt idx="4814">
                  <c:v>135.37053375244099</c:v>
                </c:pt>
                <c:pt idx="4815">
                  <c:v>135.37211227417001</c:v>
                </c:pt>
                <c:pt idx="4816">
                  <c:v>135.373690795898</c:v>
                </c:pt>
                <c:pt idx="4817">
                  <c:v>135.37526931762699</c:v>
                </c:pt>
                <c:pt idx="4818">
                  <c:v>135.37684783935501</c:v>
                </c:pt>
                <c:pt idx="4819">
                  <c:v>135.378426361084</c:v>
                </c:pt>
                <c:pt idx="4820">
                  <c:v>135.38000488281199</c:v>
                </c:pt>
                <c:pt idx="4821">
                  <c:v>135.381583404541</c:v>
                </c:pt>
                <c:pt idx="4822">
                  <c:v>135.383161926269</c:v>
                </c:pt>
                <c:pt idx="4823">
                  <c:v>135.38474044799801</c:v>
                </c:pt>
                <c:pt idx="4824">
                  <c:v>135.38631896972601</c:v>
                </c:pt>
                <c:pt idx="4825">
                  <c:v>135.38789749145499</c:v>
                </c:pt>
                <c:pt idx="4826">
                  <c:v>135.38947601318301</c:v>
                </c:pt>
                <c:pt idx="4827">
                  <c:v>135.391054534912</c:v>
                </c:pt>
                <c:pt idx="4828">
                  <c:v>135.39263305663999</c:v>
                </c:pt>
                <c:pt idx="4829">
                  <c:v>135.39421157836901</c:v>
                </c:pt>
                <c:pt idx="4830">
                  <c:v>135.395790100097</c:v>
                </c:pt>
                <c:pt idx="4831">
                  <c:v>135.39736862182599</c:v>
                </c:pt>
                <c:pt idx="4832">
                  <c:v>135.39894714355401</c:v>
                </c:pt>
                <c:pt idx="4833">
                  <c:v>135.400525665283</c:v>
                </c:pt>
                <c:pt idx="4834">
                  <c:v>135.40210418701099</c:v>
                </c:pt>
                <c:pt idx="4835">
                  <c:v>135.40368270874001</c:v>
                </c:pt>
                <c:pt idx="4836">
                  <c:v>135.405261230468</c:v>
                </c:pt>
                <c:pt idx="4837">
                  <c:v>135.40683975219699</c:v>
                </c:pt>
                <c:pt idx="4838">
                  <c:v>135.408418273926</c:v>
                </c:pt>
                <c:pt idx="4839">
                  <c:v>135.409996795654</c:v>
                </c:pt>
                <c:pt idx="4840">
                  <c:v>135.41157531738301</c:v>
                </c:pt>
                <c:pt idx="4841">
                  <c:v>135.413153839111</c:v>
                </c:pt>
                <c:pt idx="4842">
                  <c:v>135.41473236083999</c:v>
                </c:pt>
                <c:pt idx="4843">
                  <c:v>135.41631088256801</c:v>
                </c:pt>
                <c:pt idx="4844">
                  <c:v>135.417889404297</c:v>
                </c:pt>
                <c:pt idx="4845">
                  <c:v>135.41946792602499</c:v>
                </c:pt>
                <c:pt idx="4846">
                  <c:v>135.42104644775401</c:v>
                </c:pt>
                <c:pt idx="4847">
                  <c:v>135.422624969482</c:v>
                </c:pt>
                <c:pt idx="4848">
                  <c:v>135.42420349121099</c:v>
                </c:pt>
                <c:pt idx="4849">
                  <c:v>135.42578201293901</c:v>
                </c:pt>
                <c:pt idx="4850">
                  <c:v>135.427360534668</c:v>
                </c:pt>
                <c:pt idx="4851">
                  <c:v>135.42893905639599</c:v>
                </c:pt>
                <c:pt idx="4852">
                  <c:v>135.43051757812501</c:v>
                </c:pt>
                <c:pt idx="4853">
                  <c:v>135.432096099853</c:v>
                </c:pt>
                <c:pt idx="4854">
                  <c:v>135.43367462158201</c:v>
                </c:pt>
                <c:pt idx="4855">
                  <c:v>135.43525314331001</c:v>
                </c:pt>
                <c:pt idx="4856">
                  <c:v>135.43683166503899</c:v>
                </c:pt>
                <c:pt idx="4857">
                  <c:v>135.43841018676699</c:v>
                </c:pt>
                <c:pt idx="4858">
                  <c:v>135.439988708496</c:v>
                </c:pt>
                <c:pt idx="4859">
                  <c:v>135.441567230224</c:v>
                </c:pt>
                <c:pt idx="4860">
                  <c:v>135.44314575195301</c:v>
                </c:pt>
                <c:pt idx="4861">
                  <c:v>135.444724273681</c:v>
                </c:pt>
                <c:pt idx="4862">
                  <c:v>135.44630279540999</c:v>
                </c:pt>
                <c:pt idx="4863">
                  <c:v>135.44788131713801</c:v>
                </c:pt>
                <c:pt idx="4864">
                  <c:v>135.449459838867</c:v>
                </c:pt>
                <c:pt idx="4865">
                  <c:v>135.45103836059499</c:v>
                </c:pt>
                <c:pt idx="4866">
                  <c:v>135.45261688232401</c:v>
                </c:pt>
                <c:pt idx="4867">
                  <c:v>135.454195404052</c:v>
                </c:pt>
                <c:pt idx="4868">
                  <c:v>135.45577392578099</c:v>
                </c:pt>
                <c:pt idx="4869">
                  <c:v>135.45735244750901</c:v>
                </c:pt>
                <c:pt idx="4870">
                  <c:v>135.458930969238</c:v>
                </c:pt>
                <c:pt idx="4871">
                  <c:v>135.46050949096599</c:v>
                </c:pt>
                <c:pt idx="4872">
                  <c:v>135.46208801269501</c:v>
                </c:pt>
                <c:pt idx="4873">
                  <c:v>135.463666534423</c:v>
                </c:pt>
                <c:pt idx="4874">
                  <c:v>135.46524505615201</c:v>
                </c:pt>
                <c:pt idx="4875">
                  <c:v>135.466823577881</c:v>
                </c:pt>
                <c:pt idx="4876">
                  <c:v>135.46840209960899</c:v>
                </c:pt>
                <c:pt idx="4877">
                  <c:v>135.46998062133801</c:v>
                </c:pt>
                <c:pt idx="4878">
                  <c:v>135.471559143066</c:v>
                </c:pt>
                <c:pt idx="4879">
                  <c:v>135.47313766479499</c:v>
                </c:pt>
                <c:pt idx="4880">
                  <c:v>135.47471618652301</c:v>
                </c:pt>
                <c:pt idx="4881">
                  <c:v>135.476294708252</c:v>
                </c:pt>
                <c:pt idx="4882">
                  <c:v>135.47787322997999</c:v>
                </c:pt>
                <c:pt idx="4883">
                  <c:v>135.47945175170901</c:v>
                </c:pt>
                <c:pt idx="4884">
                  <c:v>135.481030273437</c:v>
                </c:pt>
                <c:pt idx="4885">
                  <c:v>135.48260879516599</c:v>
                </c:pt>
                <c:pt idx="4886">
                  <c:v>135.48418731689401</c:v>
                </c:pt>
                <c:pt idx="4887">
                  <c:v>135.485765838623</c:v>
                </c:pt>
                <c:pt idx="4888">
                  <c:v>135.48734436035099</c:v>
                </c:pt>
                <c:pt idx="4889">
                  <c:v>135.48892288208</c:v>
                </c:pt>
                <c:pt idx="4890">
                  <c:v>135.490501403808</c:v>
                </c:pt>
                <c:pt idx="4891">
                  <c:v>135.49207992553701</c:v>
                </c:pt>
                <c:pt idx="4892">
                  <c:v>135.49365844726501</c:v>
                </c:pt>
                <c:pt idx="4893">
                  <c:v>135.49523696899399</c:v>
                </c:pt>
                <c:pt idx="4894">
                  <c:v>135.49681549072201</c:v>
                </c:pt>
                <c:pt idx="4895">
                  <c:v>135.498394012451</c:v>
                </c:pt>
                <c:pt idx="4896">
                  <c:v>135.49997253417899</c:v>
                </c:pt>
                <c:pt idx="4897">
                  <c:v>135.50155105590801</c:v>
                </c:pt>
                <c:pt idx="4898">
                  <c:v>135.503129577636</c:v>
                </c:pt>
                <c:pt idx="4899">
                  <c:v>135.50470809936499</c:v>
                </c:pt>
                <c:pt idx="4900">
                  <c:v>135.50628662109301</c:v>
                </c:pt>
                <c:pt idx="4901">
                  <c:v>135.507865142822</c:v>
                </c:pt>
                <c:pt idx="4902">
                  <c:v>135.50944366454999</c:v>
                </c:pt>
                <c:pt idx="4903">
                  <c:v>135.51102218627901</c:v>
                </c:pt>
                <c:pt idx="4904">
                  <c:v>135.512600708007</c:v>
                </c:pt>
                <c:pt idx="4905">
                  <c:v>135.51417922973599</c:v>
                </c:pt>
                <c:pt idx="4906">
                  <c:v>135.51575775146401</c:v>
                </c:pt>
                <c:pt idx="4907">
                  <c:v>135.517336273193</c:v>
                </c:pt>
                <c:pt idx="4908">
                  <c:v>135.51891479492099</c:v>
                </c:pt>
                <c:pt idx="4909">
                  <c:v>135.52049331665</c:v>
                </c:pt>
                <c:pt idx="4910">
                  <c:v>135.522071838378</c:v>
                </c:pt>
                <c:pt idx="4911">
                  <c:v>135.52365036010701</c:v>
                </c:pt>
                <c:pt idx="4912">
                  <c:v>135.525228881836</c:v>
                </c:pt>
                <c:pt idx="4913">
                  <c:v>135.52680740356399</c:v>
                </c:pt>
                <c:pt idx="4914">
                  <c:v>135.52838592529301</c:v>
                </c:pt>
                <c:pt idx="4915">
                  <c:v>135.529964447021</c:v>
                </c:pt>
                <c:pt idx="4916">
                  <c:v>135.53154296874999</c:v>
                </c:pt>
                <c:pt idx="4917">
                  <c:v>135.53312149047801</c:v>
                </c:pt>
                <c:pt idx="4918">
                  <c:v>135.534700012207</c:v>
                </c:pt>
                <c:pt idx="4919">
                  <c:v>135.53627853393499</c:v>
                </c:pt>
                <c:pt idx="4920">
                  <c:v>135.53785705566401</c:v>
                </c:pt>
                <c:pt idx="4921">
                  <c:v>135.539435577392</c:v>
                </c:pt>
                <c:pt idx="4922">
                  <c:v>135.54101409912101</c:v>
                </c:pt>
                <c:pt idx="4923">
                  <c:v>135.54259262084901</c:v>
                </c:pt>
                <c:pt idx="4924">
                  <c:v>135.54417114257799</c:v>
                </c:pt>
                <c:pt idx="4925">
                  <c:v>135.54574966430599</c:v>
                </c:pt>
                <c:pt idx="4926">
                  <c:v>135.547328186035</c:v>
                </c:pt>
                <c:pt idx="4927">
                  <c:v>135.548906707763</c:v>
                </c:pt>
                <c:pt idx="4928">
                  <c:v>135.55048522949201</c:v>
                </c:pt>
                <c:pt idx="4929">
                  <c:v>135.55206375122</c:v>
                </c:pt>
                <c:pt idx="4930">
                  <c:v>135.55364227294899</c:v>
                </c:pt>
                <c:pt idx="4931">
                  <c:v>135.55522079467701</c:v>
                </c:pt>
                <c:pt idx="4932">
                  <c:v>135.556799316406</c:v>
                </c:pt>
                <c:pt idx="4933">
                  <c:v>135.55837783813399</c:v>
                </c:pt>
                <c:pt idx="4934">
                  <c:v>135.55995635986301</c:v>
                </c:pt>
                <c:pt idx="4935">
                  <c:v>135.561534881591</c:v>
                </c:pt>
                <c:pt idx="4936">
                  <c:v>135.56311340331999</c:v>
                </c:pt>
                <c:pt idx="4937">
                  <c:v>135.56469192504801</c:v>
                </c:pt>
                <c:pt idx="4938">
                  <c:v>135.566270446777</c:v>
                </c:pt>
                <c:pt idx="4939">
                  <c:v>135.56784896850499</c:v>
                </c:pt>
                <c:pt idx="4940">
                  <c:v>135.56942749023401</c:v>
                </c:pt>
                <c:pt idx="4941">
                  <c:v>135.571006011962</c:v>
                </c:pt>
                <c:pt idx="4942">
                  <c:v>135.57258453369101</c:v>
                </c:pt>
                <c:pt idx="4943">
                  <c:v>135.57416305541901</c:v>
                </c:pt>
                <c:pt idx="4944">
                  <c:v>135.57574157714799</c:v>
                </c:pt>
                <c:pt idx="4945">
                  <c:v>135.57732009887599</c:v>
                </c:pt>
                <c:pt idx="4946">
                  <c:v>135.578898620605</c:v>
                </c:pt>
                <c:pt idx="4947">
                  <c:v>135.580477142333</c:v>
                </c:pt>
                <c:pt idx="4948">
                  <c:v>135.58205566406201</c:v>
                </c:pt>
                <c:pt idx="4949">
                  <c:v>135.58363418579</c:v>
                </c:pt>
                <c:pt idx="4950">
                  <c:v>135.58521270751899</c:v>
                </c:pt>
                <c:pt idx="4951">
                  <c:v>135.58679122924801</c:v>
                </c:pt>
                <c:pt idx="4952">
                  <c:v>135.588369750976</c:v>
                </c:pt>
                <c:pt idx="4953">
                  <c:v>135.58994827270499</c:v>
                </c:pt>
                <c:pt idx="4954">
                  <c:v>135.59152679443301</c:v>
                </c:pt>
                <c:pt idx="4955">
                  <c:v>135.593105316162</c:v>
                </c:pt>
                <c:pt idx="4956">
                  <c:v>135.59468383788999</c:v>
                </c:pt>
                <c:pt idx="4957">
                  <c:v>135.596262359619</c:v>
                </c:pt>
                <c:pt idx="4958">
                  <c:v>135.597840881347</c:v>
                </c:pt>
                <c:pt idx="4959">
                  <c:v>135.59941940307601</c:v>
                </c:pt>
                <c:pt idx="4960">
                  <c:v>135.60099792480401</c:v>
                </c:pt>
                <c:pt idx="4961">
                  <c:v>135.60257644653299</c:v>
                </c:pt>
                <c:pt idx="4962">
                  <c:v>135.60415496826101</c:v>
                </c:pt>
                <c:pt idx="4963">
                  <c:v>135.60573348999</c:v>
                </c:pt>
                <c:pt idx="4964">
                  <c:v>135.60731201171799</c:v>
                </c:pt>
                <c:pt idx="4965">
                  <c:v>135.60889053344701</c:v>
                </c:pt>
                <c:pt idx="4966">
                  <c:v>135.610469055175</c:v>
                </c:pt>
                <c:pt idx="4967">
                  <c:v>135.61204757690399</c:v>
                </c:pt>
                <c:pt idx="4968">
                  <c:v>135.61362609863201</c:v>
                </c:pt>
                <c:pt idx="4969">
                  <c:v>135.615204620361</c:v>
                </c:pt>
                <c:pt idx="4970">
                  <c:v>135.61678314208899</c:v>
                </c:pt>
                <c:pt idx="4971">
                  <c:v>135.61836166381801</c:v>
                </c:pt>
                <c:pt idx="4972">
                  <c:v>135.619940185546</c:v>
                </c:pt>
                <c:pt idx="4973">
                  <c:v>135.62151870727499</c:v>
                </c:pt>
                <c:pt idx="4974">
                  <c:v>135.62309722900301</c:v>
                </c:pt>
                <c:pt idx="4975">
                  <c:v>135.624675750732</c:v>
                </c:pt>
                <c:pt idx="4976">
                  <c:v>135.62625427245999</c:v>
                </c:pt>
                <c:pt idx="4977">
                  <c:v>135.627832794189</c:v>
                </c:pt>
                <c:pt idx="4978">
                  <c:v>135.629411315917</c:v>
                </c:pt>
                <c:pt idx="4979">
                  <c:v>135.63098983764601</c:v>
                </c:pt>
                <c:pt idx="4980">
                  <c:v>135.63256835937401</c:v>
                </c:pt>
                <c:pt idx="4981">
                  <c:v>135.63414688110299</c:v>
                </c:pt>
                <c:pt idx="4982">
                  <c:v>135.63572540283101</c:v>
                </c:pt>
                <c:pt idx="4983">
                  <c:v>135.63730392456</c:v>
                </c:pt>
                <c:pt idx="4984">
                  <c:v>135.63888244628799</c:v>
                </c:pt>
                <c:pt idx="4985">
                  <c:v>135.64046096801701</c:v>
                </c:pt>
                <c:pt idx="4986">
                  <c:v>135.642039489745</c:v>
                </c:pt>
                <c:pt idx="4987">
                  <c:v>135.64361801147399</c:v>
                </c:pt>
                <c:pt idx="4988">
                  <c:v>135.64519653320301</c:v>
                </c:pt>
                <c:pt idx="4989">
                  <c:v>135.646775054931</c:v>
                </c:pt>
                <c:pt idx="4990">
                  <c:v>135.64835357666001</c:v>
                </c:pt>
                <c:pt idx="4991">
                  <c:v>135.64993209838801</c:v>
                </c:pt>
                <c:pt idx="4992">
                  <c:v>135.65151062011699</c:v>
                </c:pt>
                <c:pt idx="4993">
                  <c:v>135.65308914184499</c:v>
                </c:pt>
                <c:pt idx="4994">
                  <c:v>135.654667663574</c:v>
                </c:pt>
                <c:pt idx="4995">
                  <c:v>135.656246185302</c:v>
                </c:pt>
                <c:pt idx="4996">
                  <c:v>135.65782470703101</c:v>
                </c:pt>
                <c:pt idx="4997">
                  <c:v>135.659403228759</c:v>
                </c:pt>
                <c:pt idx="4998">
                  <c:v>135.66098175048799</c:v>
                </c:pt>
                <c:pt idx="4999">
                  <c:v>135.66256027221601</c:v>
                </c:pt>
                <c:pt idx="5000">
                  <c:v>135.664138793945</c:v>
                </c:pt>
                <c:pt idx="5001">
                  <c:v>135.66571731567299</c:v>
                </c:pt>
                <c:pt idx="5002">
                  <c:v>135.66729583740201</c:v>
                </c:pt>
                <c:pt idx="5003">
                  <c:v>135.66887435913</c:v>
                </c:pt>
                <c:pt idx="5004">
                  <c:v>135.67045288085899</c:v>
                </c:pt>
                <c:pt idx="5005">
                  <c:v>135.67203140258701</c:v>
                </c:pt>
                <c:pt idx="5006">
                  <c:v>135.673609924316</c:v>
                </c:pt>
                <c:pt idx="5007">
                  <c:v>135.67518844604399</c:v>
                </c:pt>
                <c:pt idx="5008">
                  <c:v>135.67676696777301</c:v>
                </c:pt>
                <c:pt idx="5009">
                  <c:v>135.678345489501</c:v>
                </c:pt>
                <c:pt idx="5010">
                  <c:v>135.67992401123001</c:v>
                </c:pt>
                <c:pt idx="5011">
                  <c:v>135.68150253295801</c:v>
                </c:pt>
                <c:pt idx="5012">
                  <c:v>135.68308105468699</c:v>
                </c:pt>
                <c:pt idx="5013">
                  <c:v>135.68465957641499</c:v>
                </c:pt>
                <c:pt idx="5014">
                  <c:v>135.686238098144</c:v>
                </c:pt>
                <c:pt idx="5015">
                  <c:v>135.687816619872</c:v>
                </c:pt>
                <c:pt idx="5016">
                  <c:v>135.68939514160101</c:v>
                </c:pt>
                <c:pt idx="5017">
                  <c:v>135.690973663329</c:v>
                </c:pt>
                <c:pt idx="5018">
                  <c:v>135.69255218505799</c:v>
                </c:pt>
                <c:pt idx="5019">
                  <c:v>135.69413070678601</c:v>
                </c:pt>
                <c:pt idx="5020">
                  <c:v>135.695709228515</c:v>
                </c:pt>
                <c:pt idx="5021">
                  <c:v>135.69728775024299</c:v>
                </c:pt>
                <c:pt idx="5022">
                  <c:v>135.69886627197201</c:v>
                </c:pt>
                <c:pt idx="5023">
                  <c:v>135.7004447937</c:v>
                </c:pt>
                <c:pt idx="5024">
                  <c:v>135.70202331542899</c:v>
                </c:pt>
                <c:pt idx="5025">
                  <c:v>135.703601837158</c:v>
                </c:pt>
                <c:pt idx="5026">
                  <c:v>135.705180358886</c:v>
                </c:pt>
                <c:pt idx="5027">
                  <c:v>135.70675888061501</c:v>
                </c:pt>
                <c:pt idx="5028">
                  <c:v>135.70833740234301</c:v>
                </c:pt>
                <c:pt idx="5029">
                  <c:v>135.70991592407199</c:v>
                </c:pt>
                <c:pt idx="5030">
                  <c:v>135.71149444580001</c:v>
                </c:pt>
                <c:pt idx="5031">
                  <c:v>135.713072967529</c:v>
                </c:pt>
                <c:pt idx="5032">
                  <c:v>135.71465148925699</c:v>
                </c:pt>
                <c:pt idx="5033">
                  <c:v>135.71623001098601</c:v>
                </c:pt>
                <c:pt idx="5034">
                  <c:v>135.717808532714</c:v>
                </c:pt>
                <c:pt idx="5035">
                  <c:v>135.71938705444299</c:v>
                </c:pt>
                <c:pt idx="5036">
                  <c:v>135.72096557617101</c:v>
                </c:pt>
                <c:pt idx="5037">
                  <c:v>135.7225440979</c:v>
                </c:pt>
                <c:pt idx="5038">
                  <c:v>135.72412261962799</c:v>
                </c:pt>
                <c:pt idx="5039">
                  <c:v>135.72570114135701</c:v>
                </c:pt>
                <c:pt idx="5040">
                  <c:v>135.727279663085</c:v>
                </c:pt>
                <c:pt idx="5041">
                  <c:v>135.72885818481399</c:v>
                </c:pt>
                <c:pt idx="5042">
                  <c:v>135.73043670654201</c:v>
                </c:pt>
                <c:pt idx="5043">
                  <c:v>135.732015228271</c:v>
                </c:pt>
                <c:pt idx="5044">
                  <c:v>135.73359374999899</c:v>
                </c:pt>
                <c:pt idx="5045">
                  <c:v>135.735172271728</c:v>
                </c:pt>
                <c:pt idx="5046">
                  <c:v>135.736750793456</c:v>
                </c:pt>
                <c:pt idx="5047">
                  <c:v>135.73832931518501</c:v>
                </c:pt>
                <c:pt idx="5048">
                  <c:v>135.73990783691301</c:v>
                </c:pt>
                <c:pt idx="5049">
                  <c:v>135.74148635864199</c:v>
                </c:pt>
                <c:pt idx="5050">
                  <c:v>135.74306488037001</c:v>
                </c:pt>
                <c:pt idx="5051">
                  <c:v>135.744643402099</c:v>
                </c:pt>
                <c:pt idx="5052">
                  <c:v>135.74622192382699</c:v>
                </c:pt>
                <c:pt idx="5053">
                  <c:v>135.74780044555601</c:v>
                </c:pt>
                <c:pt idx="5054">
                  <c:v>135.749378967284</c:v>
                </c:pt>
                <c:pt idx="5055">
                  <c:v>135.75095748901299</c:v>
                </c:pt>
                <c:pt idx="5056">
                  <c:v>135.75253601074101</c:v>
                </c:pt>
                <c:pt idx="5057">
                  <c:v>135.75411453247</c:v>
                </c:pt>
                <c:pt idx="5058">
                  <c:v>135.75569305419799</c:v>
                </c:pt>
                <c:pt idx="5059">
                  <c:v>135.75727157592701</c:v>
                </c:pt>
                <c:pt idx="5060">
                  <c:v>135.758850097655</c:v>
                </c:pt>
                <c:pt idx="5061">
                  <c:v>135.76042861938399</c:v>
                </c:pt>
                <c:pt idx="5062">
                  <c:v>135.762007141113</c:v>
                </c:pt>
                <c:pt idx="5063">
                  <c:v>135.763585662841</c:v>
                </c:pt>
                <c:pt idx="5064">
                  <c:v>135.76516418457001</c:v>
                </c:pt>
                <c:pt idx="5065">
                  <c:v>135.766742706298</c:v>
                </c:pt>
                <c:pt idx="5066">
                  <c:v>135.76832122802699</c:v>
                </c:pt>
                <c:pt idx="5067">
                  <c:v>135.76989974975501</c:v>
                </c:pt>
                <c:pt idx="5068">
                  <c:v>135.771478271484</c:v>
                </c:pt>
                <c:pt idx="5069">
                  <c:v>135.77305679321199</c:v>
                </c:pt>
                <c:pt idx="5070">
                  <c:v>135.77463531494101</c:v>
                </c:pt>
                <c:pt idx="5071">
                  <c:v>135.776213836669</c:v>
                </c:pt>
                <c:pt idx="5072">
                  <c:v>135.77779235839799</c:v>
                </c:pt>
                <c:pt idx="5073">
                  <c:v>135.77937088012601</c:v>
                </c:pt>
                <c:pt idx="5074">
                  <c:v>135.780949401855</c:v>
                </c:pt>
                <c:pt idx="5075">
                  <c:v>135.78252792358299</c:v>
                </c:pt>
                <c:pt idx="5076">
                  <c:v>135.78410644531201</c:v>
                </c:pt>
                <c:pt idx="5077">
                  <c:v>135.78568496704</c:v>
                </c:pt>
                <c:pt idx="5078">
                  <c:v>135.78726348876901</c:v>
                </c:pt>
                <c:pt idx="5079">
                  <c:v>135.78884201049701</c:v>
                </c:pt>
                <c:pt idx="5080">
                  <c:v>135.79042053222599</c:v>
                </c:pt>
                <c:pt idx="5081">
                  <c:v>135.79199905395399</c:v>
                </c:pt>
                <c:pt idx="5082">
                  <c:v>135.793577575683</c:v>
                </c:pt>
                <c:pt idx="5083">
                  <c:v>135.795156097411</c:v>
                </c:pt>
                <c:pt idx="5084">
                  <c:v>135.79673461914001</c:v>
                </c:pt>
                <c:pt idx="5085">
                  <c:v>135.798313140868</c:v>
                </c:pt>
                <c:pt idx="5086">
                  <c:v>135.79989166259699</c:v>
                </c:pt>
                <c:pt idx="5087">
                  <c:v>135.80147018432501</c:v>
                </c:pt>
                <c:pt idx="5088">
                  <c:v>135.803048706054</c:v>
                </c:pt>
                <c:pt idx="5089">
                  <c:v>135.80462722778199</c:v>
                </c:pt>
                <c:pt idx="5090">
                  <c:v>135.80620574951101</c:v>
                </c:pt>
                <c:pt idx="5091">
                  <c:v>135.807784271239</c:v>
                </c:pt>
                <c:pt idx="5092">
                  <c:v>135.80936279296799</c:v>
                </c:pt>
                <c:pt idx="5093">
                  <c:v>135.81094131469601</c:v>
                </c:pt>
                <c:pt idx="5094">
                  <c:v>135.812519836425</c:v>
                </c:pt>
                <c:pt idx="5095">
                  <c:v>135.81409835815299</c:v>
                </c:pt>
                <c:pt idx="5096">
                  <c:v>135.81567687988201</c:v>
                </c:pt>
                <c:pt idx="5097">
                  <c:v>135.81725540161</c:v>
                </c:pt>
                <c:pt idx="5098">
                  <c:v>135.81883392333901</c:v>
                </c:pt>
                <c:pt idx="5099">
                  <c:v>135.820412445068</c:v>
                </c:pt>
                <c:pt idx="5100">
                  <c:v>135.82199096679599</c:v>
                </c:pt>
                <c:pt idx="5101">
                  <c:v>135.82334025065001</c:v>
                </c:pt>
                <c:pt idx="5102">
                  <c:v>135.82468953450399</c:v>
                </c:pt>
                <c:pt idx="5103">
                  <c:v>135.826038818358</c:v>
                </c:pt>
                <c:pt idx="5104">
                  <c:v>135.82738810221301</c:v>
                </c:pt>
                <c:pt idx="5105">
                  <c:v>135.82873738606699</c:v>
                </c:pt>
                <c:pt idx="5106">
                  <c:v>135.830086669921</c:v>
                </c:pt>
                <c:pt idx="5107">
                  <c:v>135.83143595377501</c:v>
                </c:pt>
                <c:pt idx="5108">
                  <c:v>135.832785237629</c:v>
                </c:pt>
                <c:pt idx="5109">
                  <c:v>135.834134521484</c:v>
                </c:pt>
                <c:pt idx="5110">
                  <c:v>135.83548380533799</c:v>
                </c:pt>
                <c:pt idx="5111">
                  <c:v>135.836833089192</c:v>
                </c:pt>
                <c:pt idx="5112">
                  <c:v>135.83818237304601</c:v>
                </c:pt>
                <c:pt idx="5113">
                  <c:v>135.83953165689999</c:v>
                </c:pt>
                <c:pt idx="5114">
                  <c:v>135.840880940754</c:v>
                </c:pt>
                <c:pt idx="5115">
                  <c:v>135.84223022460799</c:v>
                </c:pt>
                <c:pt idx="5116">
                  <c:v>135.84357950846299</c:v>
                </c:pt>
                <c:pt idx="5117">
                  <c:v>135.84492879231701</c:v>
                </c:pt>
                <c:pt idx="5118">
                  <c:v>135.84627807617099</c:v>
                </c:pt>
                <c:pt idx="5119">
                  <c:v>135.847627360025</c:v>
                </c:pt>
                <c:pt idx="5120">
                  <c:v>135.84897664387901</c:v>
                </c:pt>
                <c:pt idx="5121">
                  <c:v>135.85032592773399</c:v>
                </c:pt>
                <c:pt idx="5122">
                  <c:v>135.851675211588</c:v>
                </c:pt>
                <c:pt idx="5123">
                  <c:v>135.85302449544201</c:v>
                </c:pt>
                <c:pt idx="5124">
                  <c:v>135.854373779296</c:v>
                </c:pt>
                <c:pt idx="5125">
                  <c:v>135.85572306315001</c:v>
                </c:pt>
                <c:pt idx="5126">
                  <c:v>135.85707234700399</c:v>
                </c:pt>
                <c:pt idx="5127">
                  <c:v>135.858421630859</c:v>
                </c:pt>
                <c:pt idx="5128">
                  <c:v>135.85977091471301</c:v>
                </c:pt>
                <c:pt idx="5129">
                  <c:v>135.86112019856699</c:v>
                </c:pt>
                <c:pt idx="5130">
                  <c:v>135.86246948242101</c:v>
                </c:pt>
                <c:pt idx="5131">
                  <c:v>135.86381876627499</c:v>
                </c:pt>
                <c:pt idx="5132">
                  <c:v>135.865168050129</c:v>
                </c:pt>
                <c:pt idx="5133">
                  <c:v>135.86651733398401</c:v>
                </c:pt>
                <c:pt idx="5134">
                  <c:v>135.86786661783799</c:v>
                </c:pt>
                <c:pt idx="5135">
                  <c:v>135.869215901692</c:v>
                </c:pt>
                <c:pt idx="5136">
                  <c:v>135.87056518554601</c:v>
                </c:pt>
                <c:pt idx="5137">
                  <c:v>135.8719144694</c:v>
                </c:pt>
                <c:pt idx="5138">
                  <c:v>135.87326375325401</c:v>
                </c:pt>
                <c:pt idx="5139">
                  <c:v>135.87461303710899</c:v>
                </c:pt>
                <c:pt idx="5140">
                  <c:v>135.875962320963</c:v>
                </c:pt>
                <c:pt idx="5141">
                  <c:v>135.87731160481701</c:v>
                </c:pt>
                <c:pt idx="5142">
                  <c:v>135.87866088867099</c:v>
                </c:pt>
                <c:pt idx="5143">
                  <c:v>135.880010172525</c:v>
                </c:pt>
                <c:pt idx="5144">
                  <c:v>135.88135945637899</c:v>
                </c:pt>
                <c:pt idx="5145">
                  <c:v>135.882708740233</c:v>
                </c:pt>
                <c:pt idx="5146">
                  <c:v>135.88405802408801</c:v>
                </c:pt>
                <c:pt idx="5147">
                  <c:v>135.88540730794199</c:v>
                </c:pt>
                <c:pt idx="5148">
                  <c:v>135.886756591796</c:v>
                </c:pt>
                <c:pt idx="5149">
                  <c:v>135.88810587565001</c:v>
                </c:pt>
                <c:pt idx="5150">
                  <c:v>135.889455159504</c:v>
                </c:pt>
                <c:pt idx="5151">
                  <c:v>135.890804443359</c:v>
                </c:pt>
                <c:pt idx="5152">
                  <c:v>135.89215372721301</c:v>
                </c:pt>
                <c:pt idx="5153">
                  <c:v>135.893503011067</c:v>
                </c:pt>
                <c:pt idx="5154">
                  <c:v>135.89485229492101</c:v>
                </c:pt>
                <c:pt idx="5155">
                  <c:v>135.89620157877499</c:v>
                </c:pt>
                <c:pt idx="5156">
                  <c:v>135.897550862629</c:v>
                </c:pt>
                <c:pt idx="5157">
                  <c:v>135.89890014648401</c:v>
                </c:pt>
                <c:pt idx="5158">
                  <c:v>135.90024943033799</c:v>
                </c:pt>
                <c:pt idx="5159">
                  <c:v>135.901598714192</c:v>
                </c:pt>
                <c:pt idx="5160">
                  <c:v>135.90294799804599</c:v>
                </c:pt>
                <c:pt idx="5161">
                  <c:v>135.9042972819</c:v>
                </c:pt>
                <c:pt idx="5162">
                  <c:v>135.90564656575401</c:v>
                </c:pt>
                <c:pt idx="5163">
                  <c:v>135.90699584960899</c:v>
                </c:pt>
                <c:pt idx="5164">
                  <c:v>135.908345133463</c:v>
                </c:pt>
                <c:pt idx="5165">
                  <c:v>135.90969441731701</c:v>
                </c:pt>
                <c:pt idx="5166">
                  <c:v>135.911043701171</c:v>
                </c:pt>
                <c:pt idx="5167">
                  <c:v>135.91239298502501</c:v>
                </c:pt>
                <c:pt idx="5168">
                  <c:v>135.91374226887899</c:v>
                </c:pt>
                <c:pt idx="5169">
                  <c:v>135.915091552734</c:v>
                </c:pt>
                <c:pt idx="5170">
                  <c:v>135.91644083658801</c:v>
                </c:pt>
                <c:pt idx="5171">
                  <c:v>135.91779012044199</c:v>
                </c:pt>
                <c:pt idx="5172">
                  <c:v>135.919139404296</c:v>
                </c:pt>
                <c:pt idx="5173">
                  <c:v>135.92048868814999</c:v>
                </c:pt>
                <c:pt idx="5174">
                  <c:v>135.921837972004</c:v>
                </c:pt>
                <c:pt idx="5175">
                  <c:v>135.92318725585901</c:v>
                </c:pt>
                <c:pt idx="5176">
                  <c:v>135.92453653971299</c:v>
                </c:pt>
                <c:pt idx="5177">
                  <c:v>135.925885823567</c:v>
                </c:pt>
                <c:pt idx="5178">
                  <c:v>135.92723510742101</c:v>
                </c:pt>
                <c:pt idx="5179">
                  <c:v>135.928584391275</c:v>
                </c:pt>
                <c:pt idx="5180">
                  <c:v>135.92993367512901</c:v>
                </c:pt>
                <c:pt idx="5181">
                  <c:v>135.93128295898401</c:v>
                </c:pt>
                <c:pt idx="5182">
                  <c:v>135.932632242838</c:v>
                </c:pt>
                <c:pt idx="5183">
                  <c:v>135.93398152669201</c:v>
                </c:pt>
                <c:pt idx="5184">
                  <c:v>135.93533081054599</c:v>
                </c:pt>
                <c:pt idx="5185">
                  <c:v>135.9366800944</c:v>
                </c:pt>
                <c:pt idx="5186">
                  <c:v>135.93802937825399</c:v>
                </c:pt>
                <c:pt idx="5187">
                  <c:v>135.939378662108</c:v>
                </c:pt>
                <c:pt idx="5188">
                  <c:v>135.940727945963</c:v>
                </c:pt>
                <c:pt idx="5189">
                  <c:v>135.94207722981699</c:v>
                </c:pt>
                <c:pt idx="5190">
                  <c:v>135.943426513671</c:v>
                </c:pt>
                <c:pt idx="5191">
                  <c:v>135.94477579752501</c:v>
                </c:pt>
                <c:pt idx="5192">
                  <c:v>135.94612508137899</c:v>
                </c:pt>
                <c:pt idx="5193">
                  <c:v>135.947474365234</c:v>
                </c:pt>
                <c:pt idx="5194">
                  <c:v>135.94882364908801</c:v>
                </c:pt>
                <c:pt idx="5195">
                  <c:v>135.950172932942</c:v>
                </c:pt>
                <c:pt idx="5196">
                  <c:v>135.95152221679601</c:v>
                </c:pt>
                <c:pt idx="5197">
                  <c:v>135.95287150064999</c:v>
                </c:pt>
                <c:pt idx="5198">
                  <c:v>135.954220784504</c:v>
                </c:pt>
                <c:pt idx="5199">
                  <c:v>135.95557006835901</c:v>
                </c:pt>
                <c:pt idx="5200">
                  <c:v>135.95691935221299</c:v>
                </c:pt>
                <c:pt idx="5201">
                  <c:v>135.958268636067</c:v>
                </c:pt>
                <c:pt idx="5202">
                  <c:v>135.95961791992099</c:v>
                </c:pt>
                <c:pt idx="5203">
                  <c:v>135.960967203775</c:v>
                </c:pt>
                <c:pt idx="5204">
                  <c:v>135.96231648762901</c:v>
                </c:pt>
                <c:pt idx="5205">
                  <c:v>135.96366577148399</c:v>
                </c:pt>
                <c:pt idx="5206">
                  <c:v>135.965015055338</c:v>
                </c:pt>
                <c:pt idx="5207">
                  <c:v>135.96636433919201</c:v>
                </c:pt>
                <c:pt idx="5208">
                  <c:v>135.967713623046</c:v>
                </c:pt>
                <c:pt idx="5209">
                  <c:v>135.96906290690001</c:v>
                </c:pt>
                <c:pt idx="5210">
                  <c:v>135.97041219075399</c:v>
                </c:pt>
                <c:pt idx="5211">
                  <c:v>135.971761474608</c:v>
                </c:pt>
                <c:pt idx="5212">
                  <c:v>135.97311075846301</c:v>
                </c:pt>
                <c:pt idx="5213">
                  <c:v>135.97446004231699</c:v>
                </c:pt>
                <c:pt idx="5214">
                  <c:v>135.975809326171</c:v>
                </c:pt>
                <c:pt idx="5215">
                  <c:v>135.97715861002499</c:v>
                </c:pt>
                <c:pt idx="5216">
                  <c:v>135.978507893879</c:v>
                </c:pt>
                <c:pt idx="5217">
                  <c:v>135.979857177734</c:v>
                </c:pt>
                <c:pt idx="5218">
                  <c:v>135.98120646158799</c:v>
                </c:pt>
                <c:pt idx="5219">
                  <c:v>135.982555745442</c:v>
                </c:pt>
                <c:pt idx="5220">
                  <c:v>135.98390502929601</c:v>
                </c:pt>
                <c:pt idx="5221">
                  <c:v>135.98525431314999</c:v>
                </c:pt>
                <c:pt idx="5222">
                  <c:v>135.98660359700401</c:v>
                </c:pt>
                <c:pt idx="5223">
                  <c:v>135.98795288085901</c:v>
                </c:pt>
                <c:pt idx="5224">
                  <c:v>135.989302164713</c:v>
                </c:pt>
                <c:pt idx="5225">
                  <c:v>135.99065144856701</c:v>
                </c:pt>
                <c:pt idx="5226">
                  <c:v>135.99200073242099</c:v>
                </c:pt>
                <c:pt idx="5227">
                  <c:v>135.993350016275</c:v>
                </c:pt>
                <c:pt idx="5228">
                  <c:v>135.99469930012901</c:v>
                </c:pt>
                <c:pt idx="5229">
                  <c:v>135.996048583983</c:v>
                </c:pt>
                <c:pt idx="5230">
                  <c:v>135.997397867838</c:v>
                </c:pt>
                <c:pt idx="5231">
                  <c:v>135.99874715169199</c:v>
                </c:pt>
                <c:pt idx="5232">
                  <c:v>136.000096435546</c:v>
                </c:pt>
                <c:pt idx="5233">
                  <c:v>136.00144571940001</c:v>
                </c:pt>
                <c:pt idx="5234">
                  <c:v>136.00279500325399</c:v>
                </c:pt>
                <c:pt idx="5235">
                  <c:v>136.004144287109</c:v>
                </c:pt>
                <c:pt idx="5236">
                  <c:v>136.00549357096301</c:v>
                </c:pt>
                <c:pt idx="5237">
                  <c:v>136.00684285481699</c:v>
                </c:pt>
                <c:pt idx="5238">
                  <c:v>136.00819213867101</c:v>
                </c:pt>
                <c:pt idx="5239">
                  <c:v>136.00954142252499</c:v>
                </c:pt>
                <c:pt idx="5240">
                  <c:v>136.010890706379</c:v>
                </c:pt>
                <c:pt idx="5241">
                  <c:v>136.01223999023401</c:v>
                </c:pt>
                <c:pt idx="5242">
                  <c:v>136.01358927408799</c:v>
                </c:pt>
                <c:pt idx="5243">
                  <c:v>136.014938557942</c:v>
                </c:pt>
                <c:pt idx="5244">
                  <c:v>136.01628784179599</c:v>
                </c:pt>
                <c:pt idx="5245">
                  <c:v>136.01763712565</c:v>
                </c:pt>
                <c:pt idx="5246">
                  <c:v>136.01898640950401</c:v>
                </c:pt>
                <c:pt idx="5247">
                  <c:v>136.02033569335899</c:v>
                </c:pt>
                <c:pt idx="5248">
                  <c:v>136.021684977213</c:v>
                </c:pt>
                <c:pt idx="5249">
                  <c:v>136.02303426106701</c:v>
                </c:pt>
                <c:pt idx="5250">
                  <c:v>136.02438354492099</c:v>
                </c:pt>
                <c:pt idx="5251">
                  <c:v>136.02573282877501</c:v>
                </c:pt>
                <c:pt idx="5252">
                  <c:v>136.02708211262899</c:v>
                </c:pt>
                <c:pt idx="5253">
                  <c:v>136.028431396483</c:v>
                </c:pt>
                <c:pt idx="5254">
                  <c:v>136.02978068033801</c:v>
                </c:pt>
                <c:pt idx="5255">
                  <c:v>136.03112996419199</c:v>
                </c:pt>
                <c:pt idx="5256">
                  <c:v>136.032479248046</c:v>
                </c:pt>
                <c:pt idx="5257">
                  <c:v>136.03382853190001</c:v>
                </c:pt>
                <c:pt idx="5258">
                  <c:v>136.035177815754</c:v>
                </c:pt>
                <c:pt idx="5259">
                  <c:v>136.036527099609</c:v>
                </c:pt>
                <c:pt idx="5260">
                  <c:v>136.03787638346299</c:v>
                </c:pt>
                <c:pt idx="5261">
                  <c:v>136.039225667317</c:v>
                </c:pt>
                <c:pt idx="5262">
                  <c:v>136.04057495117101</c:v>
                </c:pt>
                <c:pt idx="5263">
                  <c:v>136.04192423502499</c:v>
                </c:pt>
                <c:pt idx="5264">
                  <c:v>136.043273518879</c:v>
                </c:pt>
                <c:pt idx="5265">
                  <c:v>136.04462280273401</c:v>
                </c:pt>
                <c:pt idx="5266">
                  <c:v>136.04597208658799</c:v>
                </c:pt>
                <c:pt idx="5267">
                  <c:v>136.04732137044201</c:v>
                </c:pt>
                <c:pt idx="5268">
                  <c:v>136.04867065429599</c:v>
                </c:pt>
                <c:pt idx="5269">
                  <c:v>136.05001993815</c:v>
                </c:pt>
                <c:pt idx="5270">
                  <c:v>136.05136922200401</c:v>
                </c:pt>
                <c:pt idx="5271">
                  <c:v>136.052718505858</c:v>
                </c:pt>
                <c:pt idx="5272">
                  <c:v>136.054067789713</c:v>
                </c:pt>
                <c:pt idx="5273">
                  <c:v>136.05541707356701</c:v>
                </c:pt>
                <c:pt idx="5274">
                  <c:v>136.056766357421</c:v>
                </c:pt>
                <c:pt idx="5275">
                  <c:v>136.05811564127501</c:v>
                </c:pt>
                <c:pt idx="5276">
                  <c:v>136.05946492512899</c:v>
                </c:pt>
                <c:pt idx="5277">
                  <c:v>136.060814208984</c:v>
                </c:pt>
                <c:pt idx="5278">
                  <c:v>136.06216349283801</c:v>
                </c:pt>
                <c:pt idx="5279">
                  <c:v>136.06351277669199</c:v>
                </c:pt>
                <c:pt idx="5280">
                  <c:v>136.06486206054601</c:v>
                </c:pt>
                <c:pt idx="5281">
                  <c:v>136.06621134439999</c:v>
                </c:pt>
                <c:pt idx="5282">
                  <c:v>136.067560628254</c:v>
                </c:pt>
                <c:pt idx="5283">
                  <c:v>136.06890991210901</c:v>
                </c:pt>
                <c:pt idx="5284">
                  <c:v>136.07025919596299</c:v>
                </c:pt>
                <c:pt idx="5285">
                  <c:v>136.071608479817</c:v>
                </c:pt>
                <c:pt idx="5286">
                  <c:v>136.07295776367101</c:v>
                </c:pt>
                <c:pt idx="5287">
                  <c:v>136.074307047525</c:v>
                </c:pt>
                <c:pt idx="5288">
                  <c:v>136.07565633137901</c:v>
                </c:pt>
                <c:pt idx="5289">
                  <c:v>136.07700561523299</c:v>
                </c:pt>
                <c:pt idx="5290">
                  <c:v>136.078354899088</c:v>
                </c:pt>
                <c:pt idx="5291">
                  <c:v>136.07970418294201</c:v>
                </c:pt>
                <c:pt idx="5292">
                  <c:v>136.08105346679599</c:v>
                </c:pt>
                <c:pt idx="5293">
                  <c:v>136.08240275065</c:v>
                </c:pt>
                <c:pt idx="5294">
                  <c:v>136.08375203450399</c:v>
                </c:pt>
                <c:pt idx="5295">
                  <c:v>136.08510131835899</c:v>
                </c:pt>
                <c:pt idx="5296">
                  <c:v>136.08645060221301</c:v>
                </c:pt>
                <c:pt idx="5297">
                  <c:v>136.08779988606699</c:v>
                </c:pt>
                <c:pt idx="5298">
                  <c:v>136.089149169921</c:v>
                </c:pt>
                <c:pt idx="5299">
                  <c:v>136.09049845377501</c:v>
                </c:pt>
                <c:pt idx="5300">
                  <c:v>136.091847737629</c:v>
                </c:pt>
                <c:pt idx="5301">
                  <c:v>136.093197021484</c:v>
                </c:pt>
                <c:pt idx="5302">
                  <c:v>136.09454630533801</c:v>
                </c:pt>
                <c:pt idx="5303">
                  <c:v>136.095895589192</c:v>
                </c:pt>
                <c:pt idx="5304">
                  <c:v>136.09724487304601</c:v>
                </c:pt>
                <c:pt idx="5305">
                  <c:v>136.09859415689999</c:v>
                </c:pt>
                <c:pt idx="5306">
                  <c:v>136.099943440754</c:v>
                </c:pt>
                <c:pt idx="5307">
                  <c:v>136.10129272460901</c:v>
                </c:pt>
                <c:pt idx="5308">
                  <c:v>136.10264200846299</c:v>
                </c:pt>
                <c:pt idx="5309">
                  <c:v>136.103991292317</c:v>
                </c:pt>
                <c:pt idx="5310">
                  <c:v>136.10534057617099</c:v>
                </c:pt>
                <c:pt idx="5311">
                  <c:v>136.106689860025</c:v>
                </c:pt>
                <c:pt idx="5312">
                  <c:v>136.10803914387901</c:v>
                </c:pt>
                <c:pt idx="5313">
                  <c:v>136.10938842773399</c:v>
                </c:pt>
                <c:pt idx="5314">
                  <c:v>136.110737711588</c:v>
                </c:pt>
                <c:pt idx="5315">
                  <c:v>136.11208699544201</c:v>
                </c:pt>
                <c:pt idx="5316">
                  <c:v>136.113436279296</c:v>
                </c:pt>
                <c:pt idx="5317">
                  <c:v>136.11478556315001</c:v>
                </c:pt>
                <c:pt idx="5318">
                  <c:v>136.11613484700399</c:v>
                </c:pt>
                <c:pt idx="5319">
                  <c:v>136.117484130859</c:v>
                </c:pt>
                <c:pt idx="5320">
                  <c:v>136.11883341471301</c:v>
                </c:pt>
                <c:pt idx="5321">
                  <c:v>136.12018269856699</c:v>
                </c:pt>
                <c:pt idx="5322">
                  <c:v>136.121531982421</c:v>
                </c:pt>
                <c:pt idx="5323">
                  <c:v>136.12288126627499</c:v>
                </c:pt>
                <c:pt idx="5324">
                  <c:v>136.124230550129</c:v>
                </c:pt>
                <c:pt idx="5325">
                  <c:v>136.12557983398401</c:v>
                </c:pt>
                <c:pt idx="5326">
                  <c:v>136.12692911783799</c:v>
                </c:pt>
                <c:pt idx="5327">
                  <c:v>136.128278401692</c:v>
                </c:pt>
                <c:pt idx="5328">
                  <c:v>136.12962768554601</c:v>
                </c:pt>
                <c:pt idx="5329">
                  <c:v>136.1309769694</c:v>
                </c:pt>
                <c:pt idx="5330">
                  <c:v>136.13232625325401</c:v>
                </c:pt>
                <c:pt idx="5331">
                  <c:v>136.13367553710901</c:v>
                </c:pt>
                <c:pt idx="5332">
                  <c:v>136.135024820963</c:v>
                </c:pt>
                <c:pt idx="5333">
                  <c:v>136.13637410481701</c:v>
                </c:pt>
                <c:pt idx="5334">
                  <c:v>136.13772338867099</c:v>
                </c:pt>
                <c:pt idx="5335">
                  <c:v>136.139072672525</c:v>
                </c:pt>
                <c:pt idx="5336">
                  <c:v>136.14042195637899</c:v>
                </c:pt>
                <c:pt idx="5337">
                  <c:v>136.141771240233</c:v>
                </c:pt>
                <c:pt idx="5338">
                  <c:v>136.143120524088</c:v>
                </c:pt>
                <c:pt idx="5339">
                  <c:v>136.14446980794199</c:v>
                </c:pt>
                <c:pt idx="5340">
                  <c:v>136.145819091796</c:v>
                </c:pt>
                <c:pt idx="5341">
                  <c:v>136.14716837565001</c:v>
                </c:pt>
                <c:pt idx="5342">
                  <c:v>136.14851765950399</c:v>
                </c:pt>
                <c:pt idx="5343">
                  <c:v>136.149866943359</c:v>
                </c:pt>
                <c:pt idx="5344">
                  <c:v>136.15121622721301</c:v>
                </c:pt>
                <c:pt idx="5345">
                  <c:v>136.152565511067</c:v>
                </c:pt>
                <c:pt idx="5346">
                  <c:v>136.15391479492101</c:v>
                </c:pt>
                <c:pt idx="5347">
                  <c:v>136.15526407877499</c:v>
                </c:pt>
                <c:pt idx="5348">
                  <c:v>136.156613362629</c:v>
                </c:pt>
                <c:pt idx="5349">
                  <c:v>136.15796264648401</c:v>
                </c:pt>
                <c:pt idx="5350">
                  <c:v>136.15931193033799</c:v>
                </c:pt>
                <c:pt idx="5351">
                  <c:v>136.160661214192</c:v>
                </c:pt>
                <c:pt idx="5352">
                  <c:v>136.16201049804599</c:v>
                </c:pt>
                <c:pt idx="5353">
                  <c:v>136.1633597819</c:v>
                </c:pt>
                <c:pt idx="5354">
                  <c:v>136.16470906575401</c:v>
                </c:pt>
                <c:pt idx="5355">
                  <c:v>136.16605834960799</c:v>
                </c:pt>
                <c:pt idx="5356">
                  <c:v>136.167407633463</c:v>
                </c:pt>
                <c:pt idx="5357">
                  <c:v>136.16875691731701</c:v>
                </c:pt>
                <c:pt idx="5358">
                  <c:v>136.170106201171</c:v>
                </c:pt>
                <c:pt idx="5359">
                  <c:v>136.17145548502501</c:v>
                </c:pt>
                <c:pt idx="5360">
                  <c:v>136.17280476887899</c:v>
                </c:pt>
                <c:pt idx="5361">
                  <c:v>136.174154052734</c:v>
                </c:pt>
                <c:pt idx="5362">
                  <c:v>136.17550333658801</c:v>
                </c:pt>
                <c:pt idx="5363">
                  <c:v>136.17685262044199</c:v>
                </c:pt>
                <c:pt idx="5364">
                  <c:v>136.178201904296</c:v>
                </c:pt>
                <c:pt idx="5365">
                  <c:v>136.17955118814999</c:v>
                </c:pt>
                <c:pt idx="5366">
                  <c:v>136.180900472004</c:v>
                </c:pt>
                <c:pt idx="5367">
                  <c:v>136.182249755859</c:v>
                </c:pt>
                <c:pt idx="5368">
                  <c:v>136.18359903971299</c:v>
                </c:pt>
                <c:pt idx="5369">
                  <c:v>136.184948323567</c:v>
                </c:pt>
                <c:pt idx="5370">
                  <c:v>136.18629760742101</c:v>
                </c:pt>
                <c:pt idx="5371">
                  <c:v>136.18764689127499</c:v>
                </c:pt>
                <c:pt idx="5372">
                  <c:v>136.18899617512901</c:v>
                </c:pt>
                <c:pt idx="5373">
                  <c:v>136.19034545898401</c:v>
                </c:pt>
                <c:pt idx="5374">
                  <c:v>136.191694742838</c:v>
                </c:pt>
                <c:pt idx="5375">
                  <c:v>136.19304402669201</c:v>
                </c:pt>
                <c:pt idx="5376">
                  <c:v>136.19439331054599</c:v>
                </c:pt>
                <c:pt idx="5377">
                  <c:v>136.1957425944</c:v>
                </c:pt>
                <c:pt idx="5378">
                  <c:v>136.19709187825401</c:v>
                </c:pt>
                <c:pt idx="5379">
                  <c:v>136.19844116210899</c:v>
                </c:pt>
                <c:pt idx="5380">
                  <c:v>136.199790445963</c:v>
                </c:pt>
                <c:pt idx="5381">
                  <c:v>136.20113972981699</c:v>
                </c:pt>
                <c:pt idx="5382">
                  <c:v>136.202489013671</c:v>
                </c:pt>
                <c:pt idx="5383">
                  <c:v>136.20383829752501</c:v>
                </c:pt>
                <c:pt idx="5384">
                  <c:v>136.20518758137899</c:v>
                </c:pt>
                <c:pt idx="5385">
                  <c:v>136.206536865234</c:v>
                </c:pt>
                <c:pt idx="5386">
                  <c:v>136.20788614908801</c:v>
                </c:pt>
                <c:pt idx="5387">
                  <c:v>136.20923543294199</c:v>
                </c:pt>
                <c:pt idx="5388">
                  <c:v>136.21058471679601</c:v>
                </c:pt>
                <c:pt idx="5389">
                  <c:v>136.21193400064999</c:v>
                </c:pt>
                <c:pt idx="5390">
                  <c:v>136.213283284504</c:v>
                </c:pt>
                <c:pt idx="5391">
                  <c:v>136.21463256835901</c:v>
                </c:pt>
                <c:pt idx="5392">
                  <c:v>136.21598185221299</c:v>
                </c:pt>
                <c:pt idx="5393">
                  <c:v>136.217331136067</c:v>
                </c:pt>
                <c:pt idx="5394">
                  <c:v>136.21868041992099</c:v>
                </c:pt>
                <c:pt idx="5395">
                  <c:v>136.220029703775</c:v>
                </c:pt>
                <c:pt idx="5396">
                  <c:v>136.22137898762901</c:v>
                </c:pt>
                <c:pt idx="5397">
                  <c:v>136.22272827148399</c:v>
                </c:pt>
                <c:pt idx="5398">
                  <c:v>136.224077555338</c:v>
                </c:pt>
                <c:pt idx="5399">
                  <c:v>136.22542683919201</c:v>
                </c:pt>
                <c:pt idx="5400">
                  <c:v>136.22677612304599</c:v>
                </c:pt>
                <c:pt idx="5401">
                  <c:v>136.227933451334</c:v>
                </c:pt>
                <c:pt idx="5402">
                  <c:v>136.229090779622</c:v>
                </c:pt>
                <c:pt idx="5403">
                  <c:v>136.23024810790901</c:v>
                </c:pt>
                <c:pt idx="5404">
                  <c:v>136.23140543619701</c:v>
                </c:pt>
                <c:pt idx="5405">
                  <c:v>136.23256276448501</c:v>
                </c:pt>
                <c:pt idx="5406">
                  <c:v>136.23372009277301</c:v>
                </c:pt>
                <c:pt idx="5407">
                  <c:v>136.23487742105999</c:v>
                </c:pt>
                <c:pt idx="5408">
                  <c:v>136.23603474934799</c:v>
                </c:pt>
                <c:pt idx="5409">
                  <c:v>136.237192077636</c:v>
                </c:pt>
                <c:pt idx="5410">
                  <c:v>136.238349405924</c:v>
                </c:pt>
                <c:pt idx="5411">
                  <c:v>136.23950673421101</c:v>
                </c:pt>
                <c:pt idx="5412">
                  <c:v>136.24066406249901</c:v>
                </c:pt>
                <c:pt idx="5413">
                  <c:v>136.24182139078701</c:v>
                </c:pt>
                <c:pt idx="5414">
                  <c:v>136.24297871907501</c:v>
                </c:pt>
                <c:pt idx="5415">
                  <c:v>136.24413604736199</c:v>
                </c:pt>
                <c:pt idx="5416">
                  <c:v>136.24529337564999</c:v>
                </c:pt>
                <c:pt idx="5417">
                  <c:v>136.246450703938</c:v>
                </c:pt>
                <c:pt idx="5418">
                  <c:v>136.247608032226</c:v>
                </c:pt>
                <c:pt idx="5419">
                  <c:v>136.248765360514</c:v>
                </c:pt>
                <c:pt idx="5420">
                  <c:v>136.24992268880101</c:v>
                </c:pt>
                <c:pt idx="5421">
                  <c:v>136.25108001708901</c:v>
                </c:pt>
                <c:pt idx="5422">
                  <c:v>136.25223734537701</c:v>
                </c:pt>
                <c:pt idx="5423">
                  <c:v>136.25339467366501</c:v>
                </c:pt>
                <c:pt idx="5424">
                  <c:v>136.25455200195199</c:v>
                </c:pt>
                <c:pt idx="5425">
                  <c:v>136.25570933023999</c:v>
                </c:pt>
                <c:pt idx="5426">
                  <c:v>136.256866658528</c:v>
                </c:pt>
                <c:pt idx="5427">
                  <c:v>136.258023986816</c:v>
                </c:pt>
                <c:pt idx="5428">
                  <c:v>136.25918131510301</c:v>
                </c:pt>
                <c:pt idx="5429">
                  <c:v>136.26033864339101</c:v>
                </c:pt>
                <c:pt idx="5430">
                  <c:v>136.26149597167901</c:v>
                </c:pt>
                <c:pt idx="5431">
                  <c:v>136.26265329996701</c:v>
                </c:pt>
                <c:pt idx="5432">
                  <c:v>136.26381062825399</c:v>
                </c:pt>
                <c:pt idx="5433">
                  <c:v>136.26496795654199</c:v>
                </c:pt>
                <c:pt idx="5434">
                  <c:v>136.26612528483</c:v>
                </c:pt>
                <c:pt idx="5435">
                  <c:v>136.267282613118</c:v>
                </c:pt>
                <c:pt idx="5436">
                  <c:v>136.26843994140501</c:v>
                </c:pt>
                <c:pt idx="5437">
                  <c:v>136.26959726969301</c:v>
                </c:pt>
                <c:pt idx="5438">
                  <c:v>136.27075459798101</c:v>
                </c:pt>
                <c:pt idx="5439">
                  <c:v>136.27191192626901</c:v>
                </c:pt>
                <c:pt idx="5440">
                  <c:v>136.27306925455699</c:v>
                </c:pt>
                <c:pt idx="5441">
                  <c:v>136.27422658284399</c:v>
                </c:pt>
                <c:pt idx="5442">
                  <c:v>136.275383911132</c:v>
                </c:pt>
                <c:pt idx="5443">
                  <c:v>136.27654123942</c:v>
                </c:pt>
                <c:pt idx="5444">
                  <c:v>136.277698567708</c:v>
                </c:pt>
                <c:pt idx="5445">
                  <c:v>136.27885589599501</c:v>
                </c:pt>
                <c:pt idx="5446">
                  <c:v>136.28001322428301</c:v>
                </c:pt>
                <c:pt idx="5447">
                  <c:v>136.28117055257101</c:v>
                </c:pt>
                <c:pt idx="5448">
                  <c:v>136.28232788085899</c:v>
                </c:pt>
                <c:pt idx="5449">
                  <c:v>136.28348520914599</c:v>
                </c:pt>
                <c:pt idx="5450">
                  <c:v>136.284642537434</c:v>
                </c:pt>
                <c:pt idx="5451">
                  <c:v>136.285799865722</c:v>
                </c:pt>
                <c:pt idx="5452">
                  <c:v>136.28695719401</c:v>
                </c:pt>
                <c:pt idx="5453">
                  <c:v>136.28811452229701</c:v>
                </c:pt>
                <c:pt idx="5454">
                  <c:v>136.28927185058501</c:v>
                </c:pt>
                <c:pt idx="5455">
                  <c:v>136.29042917887301</c:v>
                </c:pt>
                <c:pt idx="5456">
                  <c:v>136.29158650716101</c:v>
                </c:pt>
                <c:pt idx="5457">
                  <c:v>136.29274383544899</c:v>
                </c:pt>
                <c:pt idx="5458">
                  <c:v>136.293901163736</c:v>
                </c:pt>
                <c:pt idx="5459">
                  <c:v>136.295058492024</c:v>
                </c:pt>
                <c:pt idx="5460">
                  <c:v>136.296215820312</c:v>
                </c:pt>
                <c:pt idx="5461">
                  <c:v>136.2973731486</c:v>
                </c:pt>
                <c:pt idx="5462">
                  <c:v>136.29853047688701</c:v>
                </c:pt>
                <c:pt idx="5463">
                  <c:v>136.29968780517501</c:v>
                </c:pt>
                <c:pt idx="5464">
                  <c:v>136.30084513346301</c:v>
                </c:pt>
                <c:pt idx="5465">
                  <c:v>136.30200246175099</c:v>
                </c:pt>
                <c:pt idx="5466">
                  <c:v>136.30315979003799</c:v>
                </c:pt>
                <c:pt idx="5467">
                  <c:v>136.304317118326</c:v>
                </c:pt>
                <c:pt idx="5468">
                  <c:v>136.305474446614</c:v>
                </c:pt>
                <c:pt idx="5469">
                  <c:v>136.306631774902</c:v>
                </c:pt>
                <c:pt idx="5470">
                  <c:v>136.30778910318901</c:v>
                </c:pt>
                <c:pt idx="5471">
                  <c:v>136.30894643147701</c:v>
                </c:pt>
                <c:pt idx="5472">
                  <c:v>136.31010375976501</c:v>
                </c:pt>
                <c:pt idx="5473">
                  <c:v>136.31126108805299</c:v>
                </c:pt>
                <c:pt idx="5474">
                  <c:v>136.31241841633999</c:v>
                </c:pt>
                <c:pt idx="5475">
                  <c:v>136.313575744628</c:v>
                </c:pt>
                <c:pt idx="5476">
                  <c:v>136.314733072916</c:v>
                </c:pt>
                <c:pt idx="5477">
                  <c:v>136.315890401204</c:v>
                </c:pt>
                <c:pt idx="5478">
                  <c:v>136.317047729492</c:v>
                </c:pt>
                <c:pt idx="5479">
                  <c:v>136.31820505777901</c:v>
                </c:pt>
                <c:pt idx="5480">
                  <c:v>136.31936238606701</c:v>
                </c:pt>
                <c:pt idx="5481">
                  <c:v>136.32051971435499</c:v>
                </c:pt>
                <c:pt idx="5482">
                  <c:v>136.32167704264299</c:v>
                </c:pt>
                <c:pt idx="5483">
                  <c:v>136.32283437093</c:v>
                </c:pt>
                <c:pt idx="5484">
                  <c:v>136.323991699218</c:v>
                </c:pt>
                <c:pt idx="5485">
                  <c:v>136.325149027506</c:v>
                </c:pt>
                <c:pt idx="5486">
                  <c:v>136.326306355794</c:v>
                </c:pt>
                <c:pt idx="5487">
                  <c:v>136.32746368408101</c:v>
                </c:pt>
                <c:pt idx="5488">
                  <c:v>136.32862101236901</c:v>
                </c:pt>
                <c:pt idx="5489">
                  <c:v>136.32977834065699</c:v>
                </c:pt>
                <c:pt idx="5490">
                  <c:v>136.33093566894499</c:v>
                </c:pt>
                <c:pt idx="5491">
                  <c:v>136.332092997232</c:v>
                </c:pt>
                <c:pt idx="5492">
                  <c:v>136.33325032552</c:v>
                </c:pt>
                <c:pt idx="5493">
                  <c:v>136.334407653808</c:v>
                </c:pt>
                <c:pt idx="5494">
                  <c:v>136.335564982096</c:v>
                </c:pt>
                <c:pt idx="5495">
                  <c:v>136.336722310384</c:v>
                </c:pt>
                <c:pt idx="5496">
                  <c:v>136.33787963867101</c:v>
                </c:pt>
                <c:pt idx="5497">
                  <c:v>136.33903696695899</c:v>
                </c:pt>
                <c:pt idx="5498">
                  <c:v>136.34019429524699</c:v>
                </c:pt>
                <c:pt idx="5499">
                  <c:v>136.34135162353499</c:v>
                </c:pt>
                <c:pt idx="5500">
                  <c:v>136.342508951822</c:v>
                </c:pt>
                <c:pt idx="5501">
                  <c:v>136.34366628011</c:v>
                </c:pt>
                <c:pt idx="5502">
                  <c:v>136.344823608398</c:v>
                </c:pt>
                <c:pt idx="5503">
                  <c:v>136.345980936686</c:v>
                </c:pt>
                <c:pt idx="5504">
                  <c:v>136.34713826497301</c:v>
                </c:pt>
                <c:pt idx="5505">
                  <c:v>136.34829559326101</c:v>
                </c:pt>
                <c:pt idx="5506">
                  <c:v>136.34945292154899</c:v>
                </c:pt>
                <c:pt idx="5507">
                  <c:v>136.35061024983699</c:v>
                </c:pt>
                <c:pt idx="5508">
                  <c:v>136.351767578124</c:v>
                </c:pt>
                <c:pt idx="5509">
                  <c:v>136.352924906412</c:v>
                </c:pt>
                <c:pt idx="5510">
                  <c:v>136.3540822347</c:v>
                </c:pt>
                <c:pt idx="5511">
                  <c:v>136.355239562988</c:v>
                </c:pt>
                <c:pt idx="5512">
                  <c:v>136.35639689127601</c:v>
                </c:pt>
                <c:pt idx="5513">
                  <c:v>136.35755421956301</c:v>
                </c:pt>
                <c:pt idx="5514">
                  <c:v>136.35871154785099</c:v>
                </c:pt>
                <c:pt idx="5515">
                  <c:v>136.35986887613899</c:v>
                </c:pt>
                <c:pt idx="5516">
                  <c:v>136.36102620442699</c:v>
                </c:pt>
                <c:pt idx="5517">
                  <c:v>136.362183532714</c:v>
                </c:pt>
                <c:pt idx="5518">
                  <c:v>136.363340861002</c:v>
                </c:pt>
                <c:pt idx="5519">
                  <c:v>136.36449818929</c:v>
                </c:pt>
                <c:pt idx="5520">
                  <c:v>136.36565551757801</c:v>
                </c:pt>
                <c:pt idx="5521">
                  <c:v>136.36681284586501</c:v>
                </c:pt>
                <c:pt idx="5522">
                  <c:v>136.36797017415299</c:v>
                </c:pt>
                <c:pt idx="5523">
                  <c:v>136.36912750244099</c:v>
                </c:pt>
                <c:pt idx="5524">
                  <c:v>136.37028483072899</c:v>
                </c:pt>
                <c:pt idx="5525">
                  <c:v>136.371442159016</c:v>
                </c:pt>
                <c:pt idx="5526">
                  <c:v>136.372599487304</c:v>
                </c:pt>
                <c:pt idx="5527">
                  <c:v>136.373756815592</c:v>
                </c:pt>
                <c:pt idx="5528">
                  <c:v>136.37491414388001</c:v>
                </c:pt>
                <c:pt idx="5529">
                  <c:v>136.37607147216701</c:v>
                </c:pt>
                <c:pt idx="5530">
                  <c:v>136.37722880045499</c:v>
                </c:pt>
                <c:pt idx="5531">
                  <c:v>136.37838612874299</c:v>
                </c:pt>
                <c:pt idx="5532">
                  <c:v>136.37954345703099</c:v>
                </c:pt>
                <c:pt idx="5533">
                  <c:v>136.38070078531899</c:v>
                </c:pt>
                <c:pt idx="5534">
                  <c:v>136.381858113606</c:v>
                </c:pt>
                <c:pt idx="5535">
                  <c:v>136.383015441894</c:v>
                </c:pt>
                <c:pt idx="5536">
                  <c:v>136.384172770182</c:v>
                </c:pt>
                <c:pt idx="5537">
                  <c:v>136.38533009847001</c:v>
                </c:pt>
                <c:pt idx="5538">
                  <c:v>136.38648742675699</c:v>
                </c:pt>
                <c:pt idx="5539">
                  <c:v>136.38764475504499</c:v>
                </c:pt>
                <c:pt idx="5540">
                  <c:v>136.38880208333299</c:v>
                </c:pt>
                <c:pt idx="5541">
                  <c:v>136.38995941162099</c:v>
                </c:pt>
                <c:pt idx="5542">
                  <c:v>136.391116739908</c:v>
                </c:pt>
                <c:pt idx="5543">
                  <c:v>136.392274068196</c:v>
                </c:pt>
                <c:pt idx="5544">
                  <c:v>136.393431396484</c:v>
                </c:pt>
                <c:pt idx="5545">
                  <c:v>136.39458872477201</c:v>
                </c:pt>
                <c:pt idx="5546">
                  <c:v>136.39574605305901</c:v>
                </c:pt>
                <c:pt idx="5547">
                  <c:v>136.39690338134699</c:v>
                </c:pt>
                <c:pt idx="5548">
                  <c:v>136.39806070963499</c:v>
                </c:pt>
                <c:pt idx="5549">
                  <c:v>136.39921803792299</c:v>
                </c:pt>
                <c:pt idx="5550">
                  <c:v>136.40037536621</c:v>
                </c:pt>
                <c:pt idx="5551">
                  <c:v>136.401532694498</c:v>
                </c:pt>
                <c:pt idx="5552">
                  <c:v>136.402690022786</c:v>
                </c:pt>
                <c:pt idx="5553">
                  <c:v>136.40384735107401</c:v>
                </c:pt>
                <c:pt idx="5554">
                  <c:v>136.40500467936201</c:v>
                </c:pt>
                <c:pt idx="5555">
                  <c:v>136.40616200764899</c:v>
                </c:pt>
                <c:pt idx="5556">
                  <c:v>136.40731933593699</c:v>
                </c:pt>
                <c:pt idx="5557">
                  <c:v>136.40847666422499</c:v>
                </c:pt>
                <c:pt idx="5558">
                  <c:v>136.40963399251299</c:v>
                </c:pt>
                <c:pt idx="5559">
                  <c:v>136.4107913208</c:v>
                </c:pt>
                <c:pt idx="5560">
                  <c:v>136.411948649088</c:v>
                </c:pt>
                <c:pt idx="5561">
                  <c:v>136.41310597737601</c:v>
                </c:pt>
                <c:pt idx="5562">
                  <c:v>136.41426330566401</c:v>
                </c:pt>
                <c:pt idx="5563">
                  <c:v>136.41542063395099</c:v>
                </c:pt>
                <c:pt idx="5564">
                  <c:v>136.41657796223899</c:v>
                </c:pt>
                <c:pt idx="5565">
                  <c:v>136.41773529052699</c:v>
                </c:pt>
                <c:pt idx="5566">
                  <c:v>136.41889261881499</c:v>
                </c:pt>
                <c:pt idx="5567">
                  <c:v>136.420049947102</c:v>
                </c:pt>
                <c:pt idx="5568">
                  <c:v>136.42120727539</c:v>
                </c:pt>
                <c:pt idx="5569">
                  <c:v>136.42236460367801</c:v>
                </c:pt>
                <c:pt idx="5570">
                  <c:v>136.42352193196601</c:v>
                </c:pt>
                <c:pt idx="5571">
                  <c:v>136.42467926025401</c:v>
                </c:pt>
                <c:pt idx="5572">
                  <c:v>136.42583658854099</c:v>
                </c:pt>
                <c:pt idx="5573">
                  <c:v>136.42699391682899</c:v>
                </c:pt>
                <c:pt idx="5574">
                  <c:v>136.42815124511699</c:v>
                </c:pt>
                <c:pt idx="5575">
                  <c:v>136.429308573405</c:v>
                </c:pt>
                <c:pt idx="5576">
                  <c:v>136.430465901692</c:v>
                </c:pt>
                <c:pt idx="5577">
                  <c:v>136.43162322998</c:v>
                </c:pt>
                <c:pt idx="5578">
                  <c:v>136.43278055826801</c:v>
                </c:pt>
                <c:pt idx="5579">
                  <c:v>136.43393788655601</c:v>
                </c:pt>
                <c:pt idx="5580">
                  <c:v>136.43509521484299</c:v>
                </c:pt>
                <c:pt idx="5581">
                  <c:v>136.43625254313099</c:v>
                </c:pt>
                <c:pt idx="5582">
                  <c:v>136.43740987141899</c:v>
                </c:pt>
                <c:pt idx="5583">
                  <c:v>136.43856719970699</c:v>
                </c:pt>
                <c:pt idx="5584">
                  <c:v>136.439724527994</c:v>
                </c:pt>
                <c:pt idx="5585">
                  <c:v>136.440881856282</c:v>
                </c:pt>
                <c:pt idx="5586">
                  <c:v>136.44203918457001</c:v>
                </c:pt>
                <c:pt idx="5587">
                  <c:v>136.44319651285801</c:v>
                </c:pt>
                <c:pt idx="5588">
                  <c:v>136.44435384114601</c:v>
                </c:pt>
                <c:pt idx="5589">
                  <c:v>136.44551116943299</c:v>
                </c:pt>
                <c:pt idx="5590">
                  <c:v>136.44666849772099</c:v>
                </c:pt>
                <c:pt idx="5591">
                  <c:v>136.44782582600899</c:v>
                </c:pt>
                <c:pt idx="5592">
                  <c:v>136.448983154297</c:v>
                </c:pt>
                <c:pt idx="5593">
                  <c:v>136.450140482584</c:v>
                </c:pt>
                <c:pt idx="5594">
                  <c:v>136.45129781087201</c:v>
                </c:pt>
                <c:pt idx="5595">
                  <c:v>136.45245513916001</c:v>
                </c:pt>
                <c:pt idx="5596">
                  <c:v>136.45361246744801</c:v>
                </c:pt>
                <c:pt idx="5597">
                  <c:v>136.45476979573499</c:v>
                </c:pt>
                <c:pt idx="5598">
                  <c:v>136.45592712402299</c:v>
                </c:pt>
                <c:pt idx="5599">
                  <c:v>136.45708445231099</c:v>
                </c:pt>
                <c:pt idx="5600">
                  <c:v>136.458241780599</c:v>
                </c:pt>
                <c:pt idx="5601">
                  <c:v>136.459399108886</c:v>
                </c:pt>
                <c:pt idx="5602">
                  <c:v>136.46055643717401</c:v>
                </c:pt>
                <c:pt idx="5603">
                  <c:v>136.46171376546201</c:v>
                </c:pt>
                <c:pt idx="5604">
                  <c:v>136.46287109375001</c:v>
                </c:pt>
                <c:pt idx="5605">
                  <c:v>136.46402842203699</c:v>
                </c:pt>
                <c:pt idx="5606">
                  <c:v>136.46518575032499</c:v>
                </c:pt>
                <c:pt idx="5607">
                  <c:v>136.46634307861299</c:v>
                </c:pt>
                <c:pt idx="5608">
                  <c:v>136.467500406901</c:v>
                </c:pt>
                <c:pt idx="5609">
                  <c:v>136.468657735189</c:v>
                </c:pt>
                <c:pt idx="5610">
                  <c:v>136.46981506347601</c:v>
                </c:pt>
                <c:pt idx="5611">
                  <c:v>136.47097239176401</c:v>
                </c:pt>
                <c:pt idx="5612">
                  <c:v>136.47212972005201</c:v>
                </c:pt>
                <c:pt idx="5613">
                  <c:v>136.47328704834001</c:v>
                </c:pt>
                <c:pt idx="5614">
                  <c:v>136.47444437662699</c:v>
                </c:pt>
                <c:pt idx="5615">
                  <c:v>136.47560170491499</c:v>
                </c:pt>
                <c:pt idx="5616">
                  <c:v>136.476759033203</c:v>
                </c:pt>
                <c:pt idx="5617">
                  <c:v>136.477916361491</c:v>
                </c:pt>
                <c:pt idx="5618">
                  <c:v>136.47907368977801</c:v>
                </c:pt>
                <c:pt idx="5619">
                  <c:v>136.48023101806601</c:v>
                </c:pt>
                <c:pt idx="5620">
                  <c:v>136.48138834635401</c:v>
                </c:pt>
                <c:pt idx="5621">
                  <c:v>136.48254567464201</c:v>
                </c:pt>
                <c:pt idx="5622">
                  <c:v>136.48370300292899</c:v>
                </c:pt>
                <c:pt idx="5623">
                  <c:v>136.48486033121699</c:v>
                </c:pt>
                <c:pt idx="5624">
                  <c:v>136.48601765950499</c:v>
                </c:pt>
                <c:pt idx="5625">
                  <c:v>136.487174987793</c:v>
                </c:pt>
                <c:pt idx="5626">
                  <c:v>136.488332316081</c:v>
                </c:pt>
                <c:pt idx="5627">
                  <c:v>136.48948964436801</c:v>
                </c:pt>
                <c:pt idx="5628">
                  <c:v>136.49064697265601</c:v>
                </c:pt>
                <c:pt idx="5629">
                  <c:v>136.49180430094401</c:v>
                </c:pt>
                <c:pt idx="5630">
                  <c:v>136.49296162923201</c:v>
                </c:pt>
                <c:pt idx="5631">
                  <c:v>136.49411895751899</c:v>
                </c:pt>
                <c:pt idx="5632">
                  <c:v>136.49527628580699</c:v>
                </c:pt>
                <c:pt idx="5633">
                  <c:v>136.496433614095</c:v>
                </c:pt>
                <c:pt idx="5634">
                  <c:v>136.497590942383</c:v>
                </c:pt>
                <c:pt idx="5635">
                  <c:v>136.49874827067001</c:v>
                </c:pt>
                <c:pt idx="5636">
                  <c:v>136.49990559895801</c:v>
                </c:pt>
                <c:pt idx="5637">
                  <c:v>136.50106292724601</c:v>
                </c:pt>
                <c:pt idx="5638">
                  <c:v>136.50222025553401</c:v>
                </c:pt>
                <c:pt idx="5639">
                  <c:v>136.50337758382099</c:v>
                </c:pt>
                <c:pt idx="5640">
                  <c:v>136.50453491210899</c:v>
                </c:pt>
                <c:pt idx="5641">
                  <c:v>136.505692240397</c:v>
                </c:pt>
                <c:pt idx="5642">
                  <c:v>136.506849568685</c:v>
                </c:pt>
                <c:pt idx="5643">
                  <c:v>136.508006896973</c:v>
                </c:pt>
                <c:pt idx="5644">
                  <c:v>136.50916422526001</c:v>
                </c:pt>
                <c:pt idx="5645">
                  <c:v>136.51032155354801</c:v>
                </c:pt>
                <c:pt idx="5646">
                  <c:v>136.51147888183601</c:v>
                </c:pt>
                <c:pt idx="5647">
                  <c:v>136.51263621012399</c:v>
                </c:pt>
                <c:pt idx="5648">
                  <c:v>136.51379353841099</c:v>
                </c:pt>
                <c:pt idx="5649">
                  <c:v>136.514950866699</c:v>
                </c:pt>
                <c:pt idx="5650">
                  <c:v>136.516108194987</c:v>
                </c:pt>
                <c:pt idx="5651">
                  <c:v>136.517265523275</c:v>
                </c:pt>
                <c:pt idx="5652">
                  <c:v>136.51842285156201</c:v>
                </c:pt>
                <c:pt idx="5653">
                  <c:v>136.51958017985001</c:v>
                </c:pt>
                <c:pt idx="5654">
                  <c:v>136.52073750813801</c:v>
                </c:pt>
                <c:pt idx="5655">
                  <c:v>136.52189483642599</c:v>
                </c:pt>
                <c:pt idx="5656">
                  <c:v>136.52305216471299</c:v>
                </c:pt>
                <c:pt idx="5657">
                  <c:v>136.524209493001</c:v>
                </c:pt>
                <c:pt idx="5658">
                  <c:v>136.525366821289</c:v>
                </c:pt>
                <c:pt idx="5659">
                  <c:v>136.526524149577</c:v>
                </c:pt>
                <c:pt idx="5660">
                  <c:v>136.52768147786401</c:v>
                </c:pt>
                <c:pt idx="5661">
                  <c:v>136.52883880615201</c:v>
                </c:pt>
                <c:pt idx="5662">
                  <c:v>136.52999613444001</c:v>
                </c:pt>
                <c:pt idx="5663">
                  <c:v>136.53115346272801</c:v>
                </c:pt>
                <c:pt idx="5664">
                  <c:v>136.53231079101599</c:v>
                </c:pt>
                <c:pt idx="5665">
                  <c:v>136.533468119303</c:v>
                </c:pt>
                <c:pt idx="5666">
                  <c:v>136.534625447591</c:v>
                </c:pt>
                <c:pt idx="5667">
                  <c:v>136.535782775879</c:v>
                </c:pt>
                <c:pt idx="5668">
                  <c:v>136.536940104167</c:v>
                </c:pt>
                <c:pt idx="5669">
                  <c:v>136.53809743245401</c:v>
                </c:pt>
                <c:pt idx="5670">
                  <c:v>136.53925476074201</c:v>
                </c:pt>
                <c:pt idx="5671">
                  <c:v>136.54041208903001</c:v>
                </c:pt>
                <c:pt idx="5672">
                  <c:v>136.54156941731799</c:v>
                </c:pt>
                <c:pt idx="5673">
                  <c:v>136.54272674560499</c:v>
                </c:pt>
                <c:pt idx="5674">
                  <c:v>136.543884073893</c:v>
                </c:pt>
                <c:pt idx="5675">
                  <c:v>136.545041402181</c:v>
                </c:pt>
                <c:pt idx="5676">
                  <c:v>136.546198730469</c:v>
                </c:pt>
                <c:pt idx="5677">
                  <c:v>136.54735605875601</c:v>
                </c:pt>
                <c:pt idx="5678">
                  <c:v>136.54851338704401</c:v>
                </c:pt>
                <c:pt idx="5679">
                  <c:v>136.54967071533201</c:v>
                </c:pt>
                <c:pt idx="5680">
                  <c:v>136.55082804361999</c:v>
                </c:pt>
                <c:pt idx="5681">
                  <c:v>136.55198537190799</c:v>
                </c:pt>
                <c:pt idx="5682">
                  <c:v>136.553142700195</c:v>
                </c:pt>
                <c:pt idx="5683">
                  <c:v>136.554300028483</c:v>
                </c:pt>
                <c:pt idx="5684">
                  <c:v>136.555457356771</c:v>
                </c:pt>
                <c:pt idx="5685">
                  <c:v>136.556614685059</c:v>
                </c:pt>
                <c:pt idx="5686">
                  <c:v>136.55777201334601</c:v>
                </c:pt>
                <c:pt idx="5687">
                  <c:v>136.55892934163401</c:v>
                </c:pt>
                <c:pt idx="5688">
                  <c:v>136.56008666992199</c:v>
                </c:pt>
                <c:pt idx="5689">
                  <c:v>136.56124399820999</c:v>
                </c:pt>
                <c:pt idx="5690">
                  <c:v>136.562401326497</c:v>
                </c:pt>
                <c:pt idx="5691">
                  <c:v>136.563558654785</c:v>
                </c:pt>
                <c:pt idx="5692">
                  <c:v>136.564715983073</c:v>
                </c:pt>
                <c:pt idx="5693">
                  <c:v>136.565873311361</c:v>
                </c:pt>
                <c:pt idx="5694">
                  <c:v>136.56703063964801</c:v>
                </c:pt>
                <c:pt idx="5695">
                  <c:v>136.56818796793601</c:v>
                </c:pt>
                <c:pt idx="5696">
                  <c:v>136.56934529622399</c:v>
                </c:pt>
                <c:pt idx="5697">
                  <c:v>136.57050262451199</c:v>
                </c:pt>
                <c:pt idx="5698">
                  <c:v>136.571659952799</c:v>
                </c:pt>
                <c:pt idx="5699">
                  <c:v>136.572817281087</c:v>
                </c:pt>
                <c:pt idx="5700">
                  <c:v>136.573974609375</c:v>
                </c:pt>
                <c:pt idx="5701">
                  <c:v>136.57497080485001</c:v>
                </c:pt>
                <c:pt idx="5702">
                  <c:v>136.57596700032599</c:v>
                </c:pt>
                <c:pt idx="5703">
                  <c:v>136.576963195801</c:v>
                </c:pt>
                <c:pt idx="5704">
                  <c:v>136.57795939127601</c:v>
                </c:pt>
                <c:pt idx="5705">
                  <c:v>136.57895558675099</c:v>
                </c:pt>
                <c:pt idx="5706">
                  <c:v>136.579951782227</c:v>
                </c:pt>
                <c:pt idx="5707">
                  <c:v>136.58094797770201</c:v>
                </c:pt>
                <c:pt idx="5708">
                  <c:v>136.58194417317699</c:v>
                </c:pt>
                <c:pt idx="5709">
                  <c:v>136.582940368652</c:v>
                </c:pt>
                <c:pt idx="5710">
                  <c:v>136.58393656412801</c:v>
                </c:pt>
                <c:pt idx="5711">
                  <c:v>136.58493275960299</c:v>
                </c:pt>
                <c:pt idx="5712">
                  <c:v>136.585928955078</c:v>
                </c:pt>
                <c:pt idx="5713">
                  <c:v>136.58692515055299</c:v>
                </c:pt>
                <c:pt idx="5714">
                  <c:v>136.58792134602899</c:v>
                </c:pt>
                <c:pt idx="5715">
                  <c:v>136.588917541504</c:v>
                </c:pt>
                <c:pt idx="5716">
                  <c:v>136.58991373697901</c:v>
                </c:pt>
                <c:pt idx="5717">
                  <c:v>136.590909932454</c:v>
                </c:pt>
                <c:pt idx="5718">
                  <c:v>136.59190612793</c:v>
                </c:pt>
                <c:pt idx="5719">
                  <c:v>136.59290232340501</c:v>
                </c:pt>
                <c:pt idx="5720">
                  <c:v>136.59389851888</c:v>
                </c:pt>
                <c:pt idx="5721">
                  <c:v>136.59489471435501</c:v>
                </c:pt>
                <c:pt idx="5722">
                  <c:v>136.59589090983101</c:v>
                </c:pt>
                <c:pt idx="5723">
                  <c:v>136.596887105306</c:v>
                </c:pt>
                <c:pt idx="5724">
                  <c:v>136.59788330078101</c:v>
                </c:pt>
                <c:pt idx="5725">
                  <c:v>136.59887949625701</c:v>
                </c:pt>
                <c:pt idx="5726">
                  <c:v>136.599875691732</c:v>
                </c:pt>
                <c:pt idx="5727">
                  <c:v>136.60087188720701</c:v>
                </c:pt>
                <c:pt idx="5728">
                  <c:v>136.60186808268199</c:v>
                </c:pt>
                <c:pt idx="5729">
                  <c:v>136.60286427815799</c:v>
                </c:pt>
                <c:pt idx="5730">
                  <c:v>136.60386047363301</c:v>
                </c:pt>
                <c:pt idx="5731">
                  <c:v>136.60485666910799</c:v>
                </c:pt>
                <c:pt idx="5732">
                  <c:v>136.605852864583</c:v>
                </c:pt>
                <c:pt idx="5733">
                  <c:v>136.60684906005901</c:v>
                </c:pt>
                <c:pt idx="5734">
                  <c:v>136.60784525553399</c:v>
                </c:pt>
                <c:pt idx="5735">
                  <c:v>136.608841451009</c:v>
                </c:pt>
                <c:pt idx="5736">
                  <c:v>136.60983764648401</c:v>
                </c:pt>
                <c:pt idx="5737">
                  <c:v>136.61083384195999</c:v>
                </c:pt>
                <c:pt idx="5738">
                  <c:v>136.611830037435</c:v>
                </c:pt>
                <c:pt idx="5739">
                  <c:v>136.61282623291001</c:v>
                </c:pt>
                <c:pt idx="5740">
                  <c:v>136.61382242838499</c:v>
                </c:pt>
                <c:pt idx="5741">
                  <c:v>136.614818623861</c:v>
                </c:pt>
                <c:pt idx="5742">
                  <c:v>136.61581481933601</c:v>
                </c:pt>
                <c:pt idx="5743">
                  <c:v>136.61681101481099</c:v>
                </c:pt>
                <c:pt idx="5744">
                  <c:v>136.617807210286</c:v>
                </c:pt>
                <c:pt idx="5745">
                  <c:v>136.61880340576201</c:v>
                </c:pt>
                <c:pt idx="5746">
                  <c:v>136.61979960123699</c:v>
                </c:pt>
                <c:pt idx="5747">
                  <c:v>136.620795796712</c:v>
                </c:pt>
                <c:pt idx="5748">
                  <c:v>136.62179199218701</c:v>
                </c:pt>
                <c:pt idx="5749">
                  <c:v>136.62278818766299</c:v>
                </c:pt>
                <c:pt idx="5750">
                  <c:v>136.623784383138</c:v>
                </c:pt>
                <c:pt idx="5751">
                  <c:v>136.62478057861301</c:v>
                </c:pt>
                <c:pt idx="5752">
                  <c:v>136.62577677408899</c:v>
                </c:pt>
                <c:pt idx="5753">
                  <c:v>136.626772969564</c:v>
                </c:pt>
                <c:pt idx="5754">
                  <c:v>136.62776916503901</c:v>
                </c:pt>
                <c:pt idx="5755">
                  <c:v>136.628765360514</c:v>
                </c:pt>
                <c:pt idx="5756">
                  <c:v>136.62976155599</c:v>
                </c:pt>
                <c:pt idx="5757">
                  <c:v>136.63075775146501</c:v>
                </c:pt>
                <c:pt idx="5758">
                  <c:v>136.63175394693999</c:v>
                </c:pt>
                <c:pt idx="5759">
                  <c:v>136.63275014241501</c:v>
                </c:pt>
                <c:pt idx="5760">
                  <c:v>136.63374633789101</c:v>
                </c:pt>
                <c:pt idx="5761">
                  <c:v>136.63474253336599</c:v>
                </c:pt>
                <c:pt idx="5762">
                  <c:v>136.63573872884101</c:v>
                </c:pt>
                <c:pt idx="5763">
                  <c:v>136.63673492431599</c:v>
                </c:pt>
                <c:pt idx="5764">
                  <c:v>136.63773111979199</c:v>
                </c:pt>
                <c:pt idx="5765">
                  <c:v>136.638727315267</c:v>
                </c:pt>
                <c:pt idx="5766">
                  <c:v>136.63972351074199</c:v>
                </c:pt>
                <c:pt idx="5767">
                  <c:v>136.640719706217</c:v>
                </c:pt>
                <c:pt idx="5768">
                  <c:v>136.641715901693</c:v>
                </c:pt>
                <c:pt idx="5769">
                  <c:v>136.64271209716799</c:v>
                </c:pt>
                <c:pt idx="5770">
                  <c:v>136.643708292643</c:v>
                </c:pt>
                <c:pt idx="5771">
                  <c:v>136.64470448811801</c:v>
                </c:pt>
                <c:pt idx="5772">
                  <c:v>136.64570068359399</c:v>
                </c:pt>
                <c:pt idx="5773">
                  <c:v>136.646696879069</c:v>
                </c:pt>
                <c:pt idx="5774">
                  <c:v>136.64769307454401</c:v>
                </c:pt>
                <c:pt idx="5775">
                  <c:v>136.64868927001999</c:v>
                </c:pt>
                <c:pt idx="5776">
                  <c:v>136.649685465495</c:v>
                </c:pt>
                <c:pt idx="5777">
                  <c:v>136.65068166097001</c:v>
                </c:pt>
                <c:pt idx="5778">
                  <c:v>136.65167785644499</c:v>
                </c:pt>
                <c:pt idx="5779">
                  <c:v>136.652674051921</c:v>
                </c:pt>
                <c:pt idx="5780">
                  <c:v>136.65367024739601</c:v>
                </c:pt>
                <c:pt idx="5781">
                  <c:v>136.65466644287099</c:v>
                </c:pt>
                <c:pt idx="5782">
                  <c:v>136.655662638346</c:v>
                </c:pt>
                <c:pt idx="5783">
                  <c:v>136.65665883382201</c:v>
                </c:pt>
                <c:pt idx="5784">
                  <c:v>136.65765502929699</c:v>
                </c:pt>
                <c:pt idx="5785">
                  <c:v>136.658651224772</c:v>
                </c:pt>
                <c:pt idx="5786">
                  <c:v>136.65964742024701</c:v>
                </c:pt>
                <c:pt idx="5787">
                  <c:v>136.66064361572299</c:v>
                </c:pt>
                <c:pt idx="5788">
                  <c:v>136.661639811198</c:v>
                </c:pt>
                <c:pt idx="5789">
                  <c:v>136.66263600667301</c:v>
                </c:pt>
                <c:pt idx="5790">
                  <c:v>136.66363220214799</c:v>
                </c:pt>
                <c:pt idx="5791">
                  <c:v>136.664628397624</c:v>
                </c:pt>
                <c:pt idx="5792">
                  <c:v>136.66562459309901</c:v>
                </c:pt>
                <c:pt idx="5793">
                  <c:v>136.66662078857399</c:v>
                </c:pt>
                <c:pt idx="5794">
                  <c:v>136.667616984049</c:v>
                </c:pt>
                <c:pt idx="5795">
                  <c:v>136.66861317952501</c:v>
                </c:pt>
                <c:pt idx="5796">
                  <c:v>136.66960937499999</c:v>
                </c:pt>
                <c:pt idx="5797">
                  <c:v>136.670605570475</c:v>
                </c:pt>
                <c:pt idx="5798">
                  <c:v>136.67160176595101</c:v>
                </c:pt>
                <c:pt idx="5799">
                  <c:v>136.67259796142599</c:v>
                </c:pt>
                <c:pt idx="5800">
                  <c:v>136.673594156901</c:v>
                </c:pt>
                <c:pt idx="5801">
                  <c:v>136.67459035237599</c:v>
                </c:pt>
                <c:pt idx="5802">
                  <c:v>136.67558654785199</c:v>
                </c:pt>
                <c:pt idx="5803">
                  <c:v>136.676582743327</c:v>
                </c:pt>
                <c:pt idx="5804">
                  <c:v>136.67757893880199</c:v>
                </c:pt>
                <c:pt idx="5805">
                  <c:v>136.678575134277</c:v>
                </c:pt>
                <c:pt idx="5806">
                  <c:v>136.679571329753</c:v>
                </c:pt>
                <c:pt idx="5807">
                  <c:v>136.68056752522801</c:v>
                </c:pt>
                <c:pt idx="5808">
                  <c:v>136.681563720703</c:v>
                </c:pt>
                <c:pt idx="5809">
                  <c:v>136.68255991617801</c:v>
                </c:pt>
                <c:pt idx="5810">
                  <c:v>136.68355611165401</c:v>
                </c:pt>
                <c:pt idx="5811">
                  <c:v>136.684552307129</c:v>
                </c:pt>
                <c:pt idx="5812">
                  <c:v>136.68554850260401</c:v>
                </c:pt>
                <c:pt idx="5813">
                  <c:v>136.68654469807899</c:v>
                </c:pt>
                <c:pt idx="5814">
                  <c:v>136.687540893555</c:v>
                </c:pt>
                <c:pt idx="5815">
                  <c:v>136.68853708903001</c:v>
                </c:pt>
                <c:pt idx="5816">
                  <c:v>136.68953328450499</c:v>
                </c:pt>
                <c:pt idx="5817">
                  <c:v>136.69052947998</c:v>
                </c:pt>
                <c:pt idx="5818">
                  <c:v>136.69152567545601</c:v>
                </c:pt>
                <c:pt idx="5819">
                  <c:v>136.69252187093099</c:v>
                </c:pt>
                <c:pt idx="5820">
                  <c:v>136.693518066406</c:v>
                </c:pt>
                <c:pt idx="5821">
                  <c:v>136.69451426188101</c:v>
                </c:pt>
                <c:pt idx="5822">
                  <c:v>136.69551045735699</c:v>
                </c:pt>
                <c:pt idx="5823">
                  <c:v>136.696506652832</c:v>
                </c:pt>
                <c:pt idx="5824">
                  <c:v>136.69750284830701</c:v>
                </c:pt>
                <c:pt idx="5825">
                  <c:v>136.69849904378199</c:v>
                </c:pt>
                <c:pt idx="5826">
                  <c:v>136.699495239258</c:v>
                </c:pt>
                <c:pt idx="5827">
                  <c:v>136.70049143473301</c:v>
                </c:pt>
                <c:pt idx="5828">
                  <c:v>136.70148763020799</c:v>
                </c:pt>
                <c:pt idx="5829">
                  <c:v>136.702483825684</c:v>
                </c:pt>
                <c:pt idx="5830">
                  <c:v>136.70348002115901</c:v>
                </c:pt>
                <c:pt idx="5831">
                  <c:v>136.70447621663399</c:v>
                </c:pt>
                <c:pt idx="5832">
                  <c:v>136.705472412109</c:v>
                </c:pt>
                <c:pt idx="5833">
                  <c:v>136.70646860758501</c:v>
                </c:pt>
                <c:pt idx="5834">
                  <c:v>136.70746480305999</c:v>
                </c:pt>
                <c:pt idx="5835">
                  <c:v>136.708460998535</c:v>
                </c:pt>
                <c:pt idx="5836">
                  <c:v>136.70945719401001</c:v>
                </c:pt>
                <c:pt idx="5837">
                  <c:v>136.71045338948599</c:v>
                </c:pt>
                <c:pt idx="5838">
                  <c:v>136.711449584961</c:v>
                </c:pt>
                <c:pt idx="5839">
                  <c:v>136.71244578043601</c:v>
                </c:pt>
                <c:pt idx="5840">
                  <c:v>136.713441975911</c:v>
                </c:pt>
                <c:pt idx="5841">
                  <c:v>136.714438171387</c:v>
                </c:pt>
                <c:pt idx="5842">
                  <c:v>136.71543436686201</c:v>
                </c:pt>
                <c:pt idx="5843">
                  <c:v>136.716430562337</c:v>
                </c:pt>
                <c:pt idx="5844">
                  <c:v>136.71742675781201</c:v>
                </c:pt>
                <c:pt idx="5845">
                  <c:v>136.71842295328801</c:v>
                </c:pt>
                <c:pt idx="5846">
                  <c:v>136.719419148763</c:v>
                </c:pt>
                <c:pt idx="5847">
                  <c:v>136.72041534423801</c:v>
                </c:pt>
                <c:pt idx="5848">
                  <c:v>136.72141153971299</c:v>
                </c:pt>
                <c:pt idx="5849">
                  <c:v>136.72240773518899</c:v>
                </c:pt>
                <c:pt idx="5850">
                  <c:v>136.72340393066401</c:v>
                </c:pt>
                <c:pt idx="5851">
                  <c:v>136.72440012613899</c:v>
                </c:pt>
                <c:pt idx="5852">
                  <c:v>136.72539632161499</c:v>
                </c:pt>
                <c:pt idx="5853">
                  <c:v>136.72639251709001</c:v>
                </c:pt>
                <c:pt idx="5854">
                  <c:v>136.72738871256499</c:v>
                </c:pt>
                <c:pt idx="5855">
                  <c:v>136.72838490804</c:v>
                </c:pt>
                <c:pt idx="5856">
                  <c:v>136.729381103516</c:v>
                </c:pt>
                <c:pt idx="5857">
                  <c:v>136.73037729899099</c:v>
                </c:pt>
                <c:pt idx="5858">
                  <c:v>136.731373494466</c:v>
                </c:pt>
                <c:pt idx="5859">
                  <c:v>136.73236968994101</c:v>
                </c:pt>
                <c:pt idx="5860">
                  <c:v>136.73336588541699</c:v>
                </c:pt>
                <c:pt idx="5861">
                  <c:v>136.734362080892</c:v>
                </c:pt>
                <c:pt idx="5862">
                  <c:v>136.73535827636701</c:v>
                </c:pt>
                <c:pt idx="5863">
                  <c:v>136.73635447184199</c:v>
                </c:pt>
                <c:pt idx="5864">
                  <c:v>136.737350667318</c:v>
                </c:pt>
                <c:pt idx="5865">
                  <c:v>136.73834686279301</c:v>
                </c:pt>
                <c:pt idx="5866">
                  <c:v>136.73934305826799</c:v>
                </c:pt>
                <c:pt idx="5867">
                  <c:v>136.740339253743</c:v>
                </c:pt>
                <c:pt idx="5868">
                  <c:v>136.74133544921901</c:v>
                </c:pt>
                <c:pt idx="5869">
                  <c:v>136.74233164469399</c:v>
                </c:pt>
                <c:pt idx="5870">
                  <c:v>136.743327840169</c:v>
                </c:pt>
                <c:pt idx="5871">
                  <c:v>136.74432403564401</c:v>
                </c:pt>
                <c:pt idx="5872">
                  <c:v>136.74532023111999</c:v>
                </c:pt>
                <c:pt idx="5873">
                  <c:v>136.746316426595</c:v>
                </c:pt>
                <c:pt idx="5874">
                  <c:v>136.74731262207001</c:v>
                </c:pt>
                <c:pt idx="5875">
                  <c:v>136.74830881754599</c:v>
                </c:pt>
                <c:pt idx="5876">
                  <c:v>136.749305013021</c:v>
                </c:pt>
                <c:pt idx="5877">
                  <c:v>136.75030120849601</c:v>
                </c:pt>
                <c:pt idx="5878">
                  <c:v>136.75129740397099</c:v>
                </c:pt>
                <c:pt idx="5879">
                  <c:v>136.752293599447</c:v>
                </c:pt>
                <c:pt idx="5880">
                  <c:v>136.75328979492201</c:v>
                </c:pt>
                <c:pt idx="5881">
                  <c:v>136.75428599039699</c:v>
                </c:pt>
                <c:pt idx="5882">
                  <c:v>136.75528218587201</c:v>
                </c:pt>
                <c:pt idx="5883">
                  <c:v>136.75627838134801</c:v>
                </c:pt>
                <c:pt idx="5884">
                  <c:v>136.75727457682299</c:v>
                </c:pt>
                <c:pt idx="5885">
                  <c:v>136.758270772298</c:v>
                </c:pt>
                <c:pt idx="5886">
                  <c:v>136.75926696777299</c:v>
                </c:pt>
                <c:pt idx="5887">
                  <c:v>136.76026316324899</c:v>
                </c:pt>
                <c:pt idx="5888">
                  <c:v>136.761259358724</c:v>
                </c:pt>
                <c:pt idx="5889">
                  <c:v>136.76225555419899</c:v>
                </c:pt>
                <c:pt idx="5890">
                  <c:v>136.763251749674</c:v>
                </c:pt>
                <c:pt idx="5891">
                  <c:v>136.76424794515</c:v>
                </c:pt>
                <c:pt idx="5892">
                  <c:v>136.76524414062499</c:v>
                </c:pt>
                <c:pt idx="5893">
                  <c:v>136.7662403361</c:v>
                </c:pt>
                <c:pt idx="5894">
                  <c:v>136.76723653157501</c:v>
                </c:pt>
                <c:pt idx="5895">
                  <c:v>136.76823272705099</c:v>
                </c:pt>
                <c:pt idx="5896">
                  <c:v>136.769228922526</c:v>
                </c:pt>
                <c:pt idx="5897">
                  <c:v>136.77022511800101</c:v>
                </c:pt>
                <c:pt idx="5898">
                  <c:v>136.77122131347701</c:v>
                </c:pt>
                <c:pt idx="5899">
                  <c:v>136.772217508952</c:v>
                </c:pt>
                <c:pt idx="5900">
                  <c:v>136.77321370442701</c:v>
                </c:pt>
                <c:pt idx="5901">
                  <c:v>136.77420989990199</c:v>
                </c:pt>
                <c:pt idx="5902">
                  <c:v>136.775206095378</c:v>
                </c:pt>
                <c:pt idx="5903">
                  <c:v>136.77620229085301</c:v>
                </c:pt>
                <c:pt idx="5904">
                  <c:v>136.77719848632799</c:v>
                </c:pt>
                <c:pt idx="5905">
                  <c:v>136.778194681803</c:v>
                </c:pt>
                <c:pt idx="5906">
                  <c:v>136.77919087727901</c:v>
                </c:pt>
                <c:pt idx="5907">
                  <c:v>136.78018707275399</c:v>
                </c:pt>
                <c:pt idx="5908">
                  <c:v>136.781183268229</c:v>
                </c:pt>
                <c:pt idx="5909">
                  <c:v>136.78217946370401</c:v>
                </c:pt>
                <c:pt idx="5910">
                  <c:v>136.78317565917999</c:v>
                </c:pt>
                <c:pt idx="5911">
                  <c:v>136.784171854655</c:v>
                </c:pt>
                <c:pt idx="5912">
                  <c:v>136.78516805013001</c:v>
                </c:pt>
                <c:pt idx="5913">
                  <c:v>136.78616424560499</c:v>
                </c:pt>
                <c:pt idx="5914">
                  <c:v>136.787160441081</c:v>
                </c:pt>
                <c:pt idx="5915">
                  <c:v>136.78815663655601</c:v>
                </c:pt>
                <c:pt idx="5916">
                  <c:v>136.78915283203099</c:v>
                </c:pt>
                <c:pt idx="5917">
                  <c:v>136.790149027506</c:v>
                </c:pt>
                <c:pt idx="5918">
                  <c:v>136.79114522298201</c:v>
                </c:pt>
                <c:pt idx="5919">
                  <c:v>136.79214141845699</c:v>
                </c:pt>
                <c:pt idx="5920">
                  <c:v>136.793137613932</c:v>
                </c:pt>
                <c:pt idx="5921">
                  <c:v>136.79413380940699</c:v>
                </c:pt>
                <c:pt idx="5922">
                  <c:v>136.79513000488299</c:v>
                </c:pt>
                <c:pt idx="5923">
                  <c:v>136.796126200358</c:v>
                </c:pt>
                <c:pt idx="5924">
                  <c:v>136.79712239583299</c:v>
                </c:pt>
                <c:pt idx="5925">
                  <c:v>136.79811859130899</c:v>
                </c:pt>
                <c:pt idx="5926">
                  <c:v>136.799114786784</c:v>
                </c:pt>
                <c:pt idx="5927">
                  <c:v>136.80011098225901</c:v>
                </c:pt>
                <c:pt idx="5928">
                  <c:v>136.801107177734</c:v>
                </c:pt>
                <c:pt idx="5929">
                  <c:v>136.80210337321</c:v>
                </c:pt>
                <c:pt idx="5930">
                  <c:v>136.80309956868501</c:v>
                </c:pt>
                <c:pt idx="5931">
                  <c:v>136.80409576416</c:v>
                </c:pt>
                <c:pt idx="5932">
                  <c:v>136.80509195963501</c:v>
                </c:pt>
                <c:pt idx="5933">
                  <c:v>136.80608815511101</c:v>
                </c:pt>
                <c:pt idx="5934">
                  <c:v>136.807084350586</c:v>
                </c:pt>
                <c:pt idx="5935">
                  <c:v>136.80808054606101</c:v>
                </c:pt>
                <c:pt idx="5936">
                  <c:v>136.80907674153599</c:v>
                </c:pt>
                <c:pt idx="5937">
                  <c:v>136.810072937012</c:v>
                </c:pt>
                <c:pt idx="5938">
                  <c:v>136.81106913248701</c:v>
                </c:pt>
                <c:pt idx="5939">
                  <c:v>136.81206532796199</c:v>
                </c:pt>
                <c:pt idx="5940">
                  <c:v>136.813061523437</c:v>
                </c:pt>
                <c:pt idx="5941">
                  <c:v>136.81405771891301</c:v>
                </c:pt>
                <c:pt idx="5942">
                  <c:v>136.81505391438799</c:v>
                </c:pt>
                <c:pt idx="5943">
                  <c:v>136.816050109863</c:v>
                </c:pt>
                <c:pt idx="5944">
                  <c:v>136.81704630533801</c:v>
                </c:pt>
                <c:pt idx="5945">
                  <c:v>136.81804250081399</c:v>
                </c:pt>
                <c:pt idx="5946">
                  <c:v>136.819038696289</c:v>
                </c:pt>
                <c:pt idx="5947">
                  <c:v>136.82003489176401</c:v>
                </c:pt>
                <c:pt idx="5948">
                  <c:v>136.82103108723899</c:v>
                </c:pt>
                <c:pt idx="5949">
                  <c:v>136.822027282715</c:v>
                </c:pt>
                <c:pt idx="5950">
                  <c:v>136.82302347819001</c:v>
                </c:pt>
                <c:pt idx="5951">
                  <c:v>136.82401967366499</c:v>
                </c:pt>
                <c:pt idx="5952">
                  <c:v>136.825015869141</c:v>
                </c:pt>
                <c:pt idx="5953">
                  <c:v>136.82601206461601</c:v>
                </c:pt>
                <c:pt idx="5954">
                  <c:v>136.82700826009099</c:v>
                </c:pt>
                <c:pt idx="5955">
                  <c:v>136.828004455566</c:v>
                </c:pt>
                <c:pt idx="5956">
                  <c:v>136.82900065104201</c:v>
                </c:pt>
                <c:pt idx="5957">
                  <c:v>136.82999684651699</c:v>
                </c:pt>
                <c:pt idx="5958">
                  <c:v>136.830993041992</c:v>
                </c:pt>
                <c:pt idx="5959">
                  <c:v>136.83198923746701</c:v>
                </c:pt>
                <c:pt idx="5960">
                  <c:v>136.83298543294299</c:v>
                </c:pt>
                <c:pt idx="5961">
                  <c:v>136.833981628418</c:v>
                </c:pt>
                <c:pt idx="5962">
                  <c:v>136.83497782389301</c:v>
                </c:pt>
                <c:pt idx="5963">
                  <c:v>136.835974019368</c:v>
                </c:pt>
                <c:pt idx="5964">
                  <c:v>136.836970214844</c:v>
                </c:pt>
                <c:pt idx="5965">
                  <c:v>136.83796641031901</c:v>
                </c:pt>
                <c:pt idx="5966">
                  <c:v>136.83896260579399</c:v>
                </c:pt>
                <c:pt idx="5967">
                  <c:v>136.83995880126901</c:v>
                </c:pt>
                <c:pt idx="5968">
                  <c:v>136.84095499674501</c:v>
                </c:pt>
                <c:pt idx="5969">
                  <c:v>136.84195119221999</c:v>
                </c:pt>
                <c:pt idx="5970">
                  <c:v>136.84294738769501</c:v>
                </c:pt>
                <c:pt idx="5971">
                  <c:v>136.84394358316999</c:v>
                </c:pt>
                <c:pt idx="5972">
                  <c:v>136.84493977864599</c:v>
                </c:pt>
                <c:pt idx="5973">
                  <c:v>136.84593597412101</c:v>
                </c:pt>
                <c:pt idx="5974">
                  <c:v>136.84693216959599</c:v>
                </c:pt>
                <c:pt idx="5975">
                  <c:v>136.84792836507199</c:v>
                </c:pt>
                <c:pt idx="5976">
                  <c:v>136.848924560547</c:v>
                </c:pt>
                <c:pt idx="5977">
                  <c:v>136.84992075602199</c:v>
                </c:pt>
                <c:pt idx="5978">
                  <c:v>136.850916951497</c:v>
                </c:pt>
                <c:pt idx="5979">
                  <c:v>136.851913146973</c:v>
                </c:pt>
                <c:pt idx="5980">
                  <c:v>136.85290934244799</c:v>
                </c:pt>
                <c:pt idx="5981">
                  <c:v>136.853905537923</c:v>
                </c:pt>
                <c:pt idx="5982">
                  <c:v>136.85490173339801</c:v>
                </c:pt>
                <c:pt idx="5983">
                  <c:v>136.85589792887399</c:v>
                </c:pt>
                <c:pt idx="5984">
                  <c:v>136.856894124349</c:v>
                </c:pt>
                <c:pt idx="5985">
                  <c:v>136.85789031982401</c:v>
                </c:pt>
                <c:pt idx="5986">
                  <c:v>136.85888651529899</c:v>
                </c:pt>
                <c:pt idx="5987">
                  <c:v>136.859882710775</c:v>
                </c:pt>
                <c:pt idx="5988">
                  <c:v>136.86087890625001</c:v>
                </c:pt>
                <c:pt idx="5989">
                  <c:v>136.86187510172499</c:v>
                </c:pt>
                <c:pt idx="5990">
                  <c:v>136.8628712972</c:v>
                </c:pt>
                <c:pt idx="5991">
                  <c:v>136.86386749267601</c:v>
                </c:pt>
                <c:pt idx="5992">
                  <c:v>136.86486368815099</c:v>
                </c:pt>
                <c:pt idx="5993">
                  <c:v>136.865859883626</c:v>
                </c:pt>
                <c:pt idx="5994">
                  <c:v>136.86685607910101</c:v>
                </c:pt>
                <c:pt idx="5995">
                  <c:v>136.86785227457699</c:v>
                </c:pt>
                <c:pt idx="5996">
                  <c:v>136.868848470052</c:v>
                </c:pt>
                <c:pt idx="5997">
                  <c:v>136.86984466552701</c:v>
                </c:pt>
                <c:pt idx="5998">
                  <c:v>136.87084086100299</c:v>
                </c:pt>
                <c:pt idx="5999">
                  <c:v>136.871837056478</c:v>
                </c:pt>
                <c:pt idx="6000">
                  <c:v>136.87283325195301</c:v>
                </c:pt>
                <c:pt idx="6001">
                  <c:v>136.87369394938099</c:v>
                </c:pt>
                <c:pt idx="6002">
                  <c:v>136.87455464681</c:v>
                </c:pt>
                <c:pt idx="6003">
                  <c:v>136.87541534423801</c:v>
                </c:pt>
                <c:pt idx="6004">
                  <c:v>136.87627604166701</c:v>
                </c:pt>
                <c:pt idx="6005">
                  <c:v>136.87713673909499</c:v>
                </c:pt>
                <c:pt idx="6006">
                  <c:v>136.877997436523</c:v>
                </c:pt>
                <c:pt idx="6007">
                  <c:v>136.87885813395201</c:v>
                </c:pt>
                <c:pt idx="6008">
                  <c:v>136.87971883137999</c:v>
                </c:pt>
                <c:pt idx="6009">
                  <c:v>136.880579528808</c:v>
                </c:pt>
                <c:pt idx="6010">
                  <c:v>136.881440226237</c:v>
                </c:pt>
                <c:pt idx="6011">
                  <c:v>136.88230092366501</c:v>
                </c:pt>
                <c:pt idx="6012">
                  <c:v>136.88316162109399</c:v>
                </c:pt>
                <c:pt idx="6013">
                  <c:v>136.884022318522</c:v>
                </c:pt>
                <c:pt idx="6014">
                  <c:v>136.88488301595001</c:v>
                </c:pt>
                <c:pt idx="6015">
                  <c:v>136.88574371337899</c:v>
                </c:pt>
                <c:pt idx="6016">
                  <c:v>136.886604410807</c:v>
                </c:pt>
                <c:pt idx="6017">
                  <c:v>136.887465108236</c:v>
                </c:pt>
                <c:pt idx="6018">
                  <c:v>136.88832580566401</c:v>
                </c:pt>
                <c:pt idx="6019">
                  <c:v>136.88918650309199</c:v>
                </c:pt>
                <c:pt idx="6020">
                  <c:v>136.890047200521</c:v>
                </c:pt>
                <c:pt idx="6021">
                  <c:v>136.89090789794901</c:v>
                </c:pt>
                <c:pt idx="6022">
                  <c:v>136.89176859537699</c:v>
                </c:pt>
                <c:pt idx="6023">
                  <c:v>136.89262929280599</c:v>
                </c:pt>
                <c:pt idx="6024">
                  <c:v>136.893489990234</c:v>
                </c:pt>
                <c:pt idx="6025">
                  <c:v>136.89435068766301</c:v>
                </c:pt>
                <c:pt idx="6026">
                  <c:v>136.89521138509099</c:v>
                </c:pt>
                <c:pt idx="6027">
                  <c:v>136.896072082519</c:v>
                </c:pt>
                <c:pt idx="6028">
                  <c:v>136.896932779948</c:v>
                </c:pt>
                <c:pt idx="6029">
                  <c:v>136.89779347737601</c:v>
                </c:pt>
                <c:pt idx="6030">
                  <c:v>136.89865417480499</c:v>
                </c:pt>
                <c:pt idx="6031">
                  <c:v>136.899514872233</c:v>
                </c:pt>
                <c:pt idx="6032">
                  <c:v>136.90037556966101</c:v>
                </c:pt>
                <c:pt idx="6033">
                  <c:v>136.90123626709001</c:v>
                </c:pt>
                <c:pt idx="6034">
                  <c:v>136.90209696451799</c:v>
                </c:pt>
                <c:pt idx="6035">
                  <c:v>136.902957661946</c:v>
                </c:pt>
                <c:pt idx="6036">
                  <c:v>136.90381835937501</c:v>
                </c:pt>
                <c:pt idx="6037">
                  <c:v>136.90467905680299</c:v>
                </c:pt>
                <c:pt idx="6038">
                  <c:v>136.905539754232</c:v>
                </c:pt>
                <c:pt idx="6039">
                  <c:v>136.90640045166001</c:v>
                </c:pt>
                <c:pt idx="6040">
                  <c:v>136.90726114908799</c:v>
                </c:pt>
                <c:pt idx="6041">
                  <c:v>136.90812184651699</c:v>
                </c:pt>
                <c:pt idx="6042">
                  <c:v>136.908982543945</c:v>
                </c:pt>
                <c:pt idx="6043">
                  <c:v>136.90984324137401</c:v>
                </c:pt>
                <c:pt idx="6044">
                  <c:v>136.91070393880199</c:v>
                </c:pt>
                <c:pt idx="6045">
                  <c:v>136.91156463623</c:v>
                </c:pt>
                <c:pt idx="6046">
                  <c:v>136.912425333659</c:v>
                </c:pt>
                <c:pt idx="6047">
                  <c:v>136.91328603108701</c:v>
                </c:pt>
                <c:pt idx="6048">
                  <c:v>136.91414672851499</c:v>
                </c:pt>
                <c:pt idx="6049">
                  <c:v>136.915007425944</c:v>
                </c:pt>
                <c:pt idx="6050">
                  <c:v>136.91586812337201</c:v>
                </c:pt>
                <c:pt idx="6051">
                  <c:v>136.91672882080101</c:v>
                </c:pt>
                <c:pt idx="6052">
                  <c:v>136.91758951822899</c:v>
                </c:pt>
                <c:pt idx="6053">
                  <c:v>136.918450215657</c:v>
                </c:pt>
                <c:pt idx="6054">
                  <c:v>136.91931091308601</c:v>
                </c:pt>
                <c:pt idx="6055">
                  <c:v>136.92017161051399</c:v>
                </c:pt>
                <c:pt idx="6056">
                  <c:v>136.921032307942</c:v>
                </c:pt>
                <c:pt idx="6057">
                  <c:v>136.921893005371</c:v>
                </c:pt>
                <c:pt idx="6058">
                  <c:v>136.92275370279901</c:v>
                </c:pt>
                <c:pt idx="6059">
                  <c:v>136.92361440022799</c:v>
                </c:pt>
                <c:pt idx="6060">
                  <c:v>136.924475097656</c:v>
                </c:pt>
                <c:pt idx="6061">
                  <c:v>136.92533579508401</c:v>
                </c:pt>
                <c:pt idx="6062">
                  <c:v>136.92619649251299</c:v>
                </c:pt>
                <c:pt idx="6063">
                  <c:v>136.927057189941</c:v>
                </c:pt>
                <c:pt idx="6064">
                  <c:v>136.92791788737</c:v>
                </c:pt>
                <c:pt idx="6065">
                  <c:v>136.92877858479801</c:v>
                </c:pt>
                <c:pt idx="6066">
                  <c:v>136.92963928222599</c:v>
                </c:pt>
                <c:pt idx="6067">
                  <c:v>136.930499979655</c:v>
                </c:pt>
                <c:pt idx="6068">
                  <c:v>136.93136067708301</c:v>
                </c:pt>
                <c:pt idx="6069">
                  <c:v>136.93222137451099</c:v>
                </c:pt>
                <c:pt idx="6070">
                  <c:v>136.93308207193999</c:v>
                </c:pt>
                <c:pt idx="6071">
                  <c:v>136.933942769368</c:v>
                </c:pt>
                <c:pt idx="6072">
                  <c:v>136.93480346679701</c:v>
                </c:pt>
                <c:pt idx="6073">
                  <c:v>136.93566416422499</c:v>
                </c:pt>
                <c:pt idx="6074">
                  <c:v>136.936524861653</c:v>
                </c:pt>
                <c:pt idx="6075">
                  <c:v>136.937385559082</c:v>
                </c:pt>
                <c:pt idx="6076">
                  <c:v>136.93824625651001</c:v>
                </c:pt>
                <c:pt idx="6077">
                  <c:v>136.93910695393899</c:v>
                </c:pt>
                <c:pt idx="6078">
                  <c:v>136.939967651367</c:v>
                </c:pt>
                <c:pt idx="6079">
                  <c:v>136.94082834879501</c:v>
                </c:pt>
                <c:pt idx="6080">
                  <c:v>136.94168904622401</c:v>
                </c:pt>
                <c:pt idx="6081">
                  <c:v>136.94254974365199</c:v>
                </c:pt>
                <c:pt idx="6082">
                  <c:v>136.94341044108</c:v>
                </c:pt>
                <c:pt idx="6083">
                  <c:v>136.94427113850901</c:v>
                </c:pt>
                <c:pt idx="6084">
                  <c:v>136.94513183593699</c:v>
                </c:pt>
                <c:pt idx="6085">
                  <c:v>136.945992533366</c:v>
                </c:pt>
                <c:pt idx="6086">
                  <c:v>136.94685323079401</c:v>
                </c:pt>
                <c:pt idx="6087">
                  <c:v>136.94771392822199</c:v>
                </c:pt>
                <c:pt idx="6088">
                  <c:v>136.94857462565099</c:v>
                </c:pt>
                <c:pt idx="6089">
                  <c:v>136.949435323079</c:v>
                </c:pt>
                <c:pt idx="6090">
                  <c:v>136.95029602050801</c:v>
                </c:pt>
                <c:pt idx="6091">
                  <c:v>136.95115671793599</c:v>
                </c:pt>
                <c:pt idx="6092">
                  <c:v>136.952017415364</c:v>
                </c:pt>
                <c:pt idx="6093">
                  <c:v>136.952878112793</c:v>
                </c:pt>
                <c:pt idx="6094">
                  <c:v>136.95373881022101</c:v>
                </c:pt>
                <c:pt idx="6095">
                  <c:v>136.95459950764899</c:v>
                </c:pt>
                <c:pt idx="6096">
                  <c:v>136.955460205078</c:v>
                </c:pt>
                <c:pt idx="6097">
                  <c:v>136.95632090250601</c:v>
                </c:pt>
                <c:pt idx="6098">
                  <c:v>136.95718159993501</c:v>
                </c:pt>
                <c:pt idx="6099">
                  <c:v>136.95804229736299</c:v>
                </c:pt>
                <c:pt idx="6100">
                  <c:v>136.958902994791</c:v>
                </c:pt>
                <c:pt idx="6101">
                  <c:v>136.95976369222001</c:v>
                </c:pt>
                <c:pt idx="6102">
                  <c:v>136.96062438964799</c:v>
                </c:pt>
                <c:pt idx="6103">
                  <c:v>136.961485087076</c:v>
                </c:pt>
                <c:pt idx="6104">
                  <c:v>136.962345784505</c:v>
                </c:pt>
                <c:pt idx="6105">
                  <c:v>136.96320648193301</c:v>
                </c:pt>
                <c:pt idx="6106">
                  <c:v>136.96406717936199</c:v>
                </c:pt>
                <c:pt idx="6107">
                  <c:v>136.96492787679</c:v>
                </c:pt>
                <c:pt idx="6108">
                  <c:v>136.96578857421801</c:v>
                </c:pt>
                <c:pt idx="6109">
                  <c:v>136.96664927164699</c:v>
                </c:pt>
                <c:pt idx="6110">
                  <c:v>136.967509969075</c:v>
                </c:pt>
                <c:pt idx="6111">
                  <c:v>136.968370666504</c:v>
                </c:pt>
                <c:pt idx="6112">
                  <c:v>136.96923136393201</c:v>
                </c:pt>
                <c:pt idx="6113">
                  <c:v>136.97009206135999</c:v>
                </c:pt>
                <c:pt idx="6114">
                  <c:v>136.970952758789</c:v>
                </c:pt>
                <c:pt idx="6115">
                  <c:v>136.97181345621701</c:v>
                </c:pt>
                <c:pt idx="6116">
                  <c:v>136.97267415364499</c:v>
                </c:pt>
                <c:pt idx="6117">
                  <c:v>136.97353485107399</c:v>
                </c:pt>
                <c:pt idx="6118">
                  <c:v>136.974395548502</c:v>
                </c:pt>
                <c:pt idx="6119">
                  <c:v>136.97525624593101</c:v>
                </c:pt>
                <c:pt idx="6120">
                  <c:v>136.97611694335899</c:v>
                </c:pt>
                <c:pt idx="6121">
                  <c:v>136.976977640787</c:v>
                </c:pt>
                <c:pt idx="6122">
                  <c:v>136.977838338216</c:v>
                </c:pt>
                <c:pt idx="6123">
                  <c:v>136.97869903564401</c:v>
                </c:pt>
                <c:pt idx="6124">
                  <c:v>136.97955973307299</c:v>
                </c:pt>
                <c:pt idx="6125">
                  <c:v>136.980420430501</c:v>
                </c:pt>
                <c:pt idx="6126">
                  <c:v>136.98128112792901</c:v>
                </c:pt>
                <c:pt idx="6127">
                  <c:v>136.98214182535801</c:v>
                </c:pt>
                <c:pt idx="6128">
                  <c:v>136.98300252278599</c:v>
                </c:pt>
                <c:pt idx="6129">
                  <c:v>136.983863220214</c:v>
                </c:pt>
                <c:pt idx="6130">
                  <c:v>136.98472391764301</c:v>
                </c:pt>
                <c:pt idx="6131">
                  <c:v>136.98558461507099</c:v>
                </c:pt>
                <c:pt idx="6132">
                  <c:v>136.9864453125</c:v>
                </c:pt>
                <c:pt idx="6133">
                  <c:v>136.98730600992801</c:v>
                </c:pt>
                <c:pt idx="6134">
                  <c:v>136.98816670735599</c:v>
                </c:pt>
                <c:pt idx="6135">
                  <c:v>136.98902740478499</c:v>
                </c:pt>
                <c:pt idx="6136">
                  <c:v>136.989888102213</c:v>
                </c:pt>
                <c:pt idx="6137">
                  <c:v>136.99074879964201</c:v>
                </c:pt>
                <c:pt idx="6138">
                  <c:v>136.99160949706999</c:v>
                </c:pt>
                <c:pt idx="6139">
                  <c:v>136.992470194498</c:v>
                </c:pt>
                <c:pt idx="6140">
                  <c:v>136.993330891927</c:v>
                </c:pt>
                <c:pt idx="6141">
                  <c:v>136.99419158935501</c:v>
                </c:pt>
                <c:pt idx="6142">
                  <c:v>136.99505228678299</c:v>
                </c:pt>
                <c:pt idx="6143">
                  <c:v>136.995912984212</c:v>
                </c:pt>
                <c:pt idx="6144">
                  <c:v>136.99677368164001</c:v>
                </c:pt>
                <c:pt idx="6145">
                  <c:v>136.99763437906901</c:v>
                </c:pt>
                <c:pt idx="6146">
                  <c:v>136.99849507649699</c:v>
                </c:pt>
                <c:pt idx="6147">
                  <c:v>136.999355773925</c:v>
                </c:pt>
                <c:pt idx="6148">
                  <c:v>137.00021647135401</c:v>
                </c:pt>
                <c:pt idx="6149">
                  <c:v>137.00107716878199</c:v>
                </c:pt>
                <c:pt idx="6150">
                  <c:v>137.00193786621099</c:v>
                </c:pt>
                <c:pt idx="6151">
                  <c:v>137.002798563639</c:v>
                </c:pt>
                <c:pt idx="6152">
                  <c:v>137.00365926106701</c:v>
                </c:pt>
                <c:pt idx="6153">
                  <c:v>137.00451995849599</c:v>
                </c:pt>
                <c:pt idx="6154">
                  <c:v>137.005380655924</c:v>
                </c:pt>
                <c:pt idx="6155">
                  <c:v>137.00624135335201</c:v>
                </c:pt>
                <c:pt idx="6156">
                  <c:v>137.00710205078099</c:v>
                </c:pt>
                <c:pt idx="6157">
                  <c:v>137.007962748209</c:v>
                </c:pt>
                <c:pt idx="6158">
                  <c:v>137.008823445638</c:v>
                </c:pt>
                <c:pt idx="6159">
                  <c:v>137.00968414306601</c:v>
                </c:pt>
                <c:pt idx="6160">
                  <c:v>137.01054484049399</c:v>
                </c:pt>
                <c:pt idx="6161">
                  <c:v>137.011405537923</c:v>
                </c:pt>
                <c:pt idx="6162">
                  <c:v>137.01226623535101</c:v>
                </c:pt>
                <c:pt idx="6163">
                  <c:v>137.01312693278001</c:v>
                </c:pt>
                <c:pt idx="6164">
                  <c:v>137.01398763020799</c:v>
                </c:pt>
                <c:pt idx="6165">
                  <c:v>137.014848327636</c:v>
                </c:pt>
                <c:pt idx="6166">
                  <c:v>137.01570902506501</c:v>
                </c:pt>
                <c:pt idx="6167">
                  <c:v>137.01656972249299</c:v>
                </c:pt>
                <c:pt idx="6168">
                  <c:v>137.017430419921</c:v>
                </c:pt>
                <c:pt idx="6169">
                  <c:v>137.01829111735</c:v>
                </c:pt>
                <c:pt idx="6170">
                  <c:v>137.01915181477801</c:v>
                </c:pt>
                <c:pt idx="6171">
                  <c:v>137.02001251220699</c:v>
                </c:pt>
                <c:pt idx="6172">
                  <c:v>137.020873209635</c:v>
                </c:pt>
                <c:pt idx="6173">
                  <c:v>137.02173390706301</c:v>
                </c:pt>
                <c:pt idx="6174">
                  <c:v>137.02259460449201</c:v>
                </c:pt>
                <c:pt idx="6175">
                  <c:v>137.02345530192</c:v>
                </c:pt>
                <c:pt idx="6176">
                  <c:v>137.024315999348</c:v>
                </c:pt>
                <c:pt idx="6177">
                  <c:v>137.02517669677701</c:v>
                </c:pt>
                <c:pt idx="6178">
                  <c:v>137.02603739420499</c:v>
                </c:pt>
                <c:pt idx="6179">
                  <c:v>137.026898091634</c:v>
                </c:pt>
                <c:pt idx="6180">
                  <c:v>137.02775878906201</c:v>
                </c:pt>
                <c:pt idx="6181">
                  <c:v>137.02861948648999</c:v>
                </c:pt>
                <c:pt idx="6182">
                  <c:v>137.02948018391899</c:v>
                </c:pt>
                <c:pt idx="6183">
                  <c:v>137.030340881347</c:v>
                </c:pt>
                <c:pt idx="6184">
                  <c:v>137.03120157877601</c:v>
                </c:pt>
                <c:pt idx="6185">
                  <c:v>137.03206227620399</c:v>
                </c:pt>
                <c:pt idx="6186">
                  <c:v>137.032922973632</c:v>
                </c:pt>
                <c:pt idx="6187">
                  <c:v>137.033783671061</c:v>
                </c:pt>
                <c:pt idx="6188">
                  <c:v>137.03464436848901</c:v>
                </c:pt>
                <c:pt idx="6189">
                  <c:v>137.03550506591699</c:v>
                </c:pt>
                <c:pt idx="6190">
                  <c:v>137.036365763346</c:v>
                </c:pt>
                <c:pt idx="6191">
                  <c:v>137.03722646077401</c:v>
                </c:pt>
                <c:pt idx="6192">
                  <c:v>137.03808715820301</c:v>
                </c:pt>
                <c:pt idx="6193">
                  <c:v>137.03894785563099</c:v>
                </c:pt>
                <c:pt idx="6194">
                  <c:v>137.039808553059</c:v>
                </c:pt>
                <c:pt idx="6195">
                  <c:v>137.04066925048801</c:v>
                </c:pt>
                <c:pt idx="6196">
                  <c:v>137.04152994791599</c:v>
                </c:pt>
                <c:pt idx="6197">
                  <c:v>137.04239064534499</c:v>
                </c:pt>
                <c:pt idx="6198">
                  <c:v>137.043251342773</c:v>
                </c:pt>
                <c:pt idx="6199">
                  <c:v>137.04411204020099</c:v>
                </c:pt>
                <c:pt idx="6200">
                  <c:v>137.04497273762999</c:v>
                </c:pt>
                <c:pt idx="6201">
                  <c:v>137.045833435058</c:v>
                </c:pt>
                <c:pt idx="6202">
                  <c:v>137.04669413248601</c:v>
                </c:pt>
                <c:pt idx="6203">
                  <c:v>137.04755482991499</c:v>
                </c:pt>
                <c:pt idx="6204">
                  <c:v>137.048415527343</c:v>
                </c:pt>
                <c:pt idx="6205">
                  <c:v>137.049276224772</c:v>
                </c:pt>
                <c:pt idx="6206">
                  <c:v>137.05013692220001</c:v>
                </c:pt>
                <c:pt idx="6207">
                  <c:v>137.05099761962799</c:v>
                </c:pt>
                <c:pt idx="6208">
                  <c:v>137.051858317057</c:v>
                </c:pt>
                <c:pt idx="6209">
                  <c:v>137.05271901448501</c:v>
                </c:pt>
                <c:pt idx="6210">
                  <c:v>137.05357971191401</c:v>
                </c:pt>
                <c:pt idx="6211">
                  <c:v>137.05444040934199</c:v>
                </c:pt>
                <c:pt idx="6212">
                  <c:v>137.05530110677</c:v>
                </c:pt>
                <c:pt idx="6213">
                  <c:v>137.05616180419901</c:v>
                </c:pt>
                <c:pt idx="6214">
                  <c:v>137.05702250162699</c:v>
                </c:pt>
                <c:pt idx="6215">
                  <c:v>137.057883199055</c:v>
                </c:pt>
                <c:pt idx="6216">
                  <c:v>137.058743896484</c:v>
                </c:pt>
                <c:pt idx="6217">
                  <c:v>137.05960459391201</c:v>
                </c:pt>
                <c:pt idx="6218">
                  <c:v>137.06046529134099</c:v>
                </c:pt>
                <c:pt idx="6219">
                  <c:v>137.061325988769</c:v>
                </c:pt>
                <c:pt idx="6220">
                  <c:v>137.06218668619701</c:v>
                </c:pt>
                <c:pt idx="6221">
                  <c:v>137.06304738362601</c:v>
                </c:pt>
                <c:pt idx="6222">
                  <c:v>137.063908081054</c:v>
                </c:pt>
                <c:pt idx="6223">
                  <c:v>137.064768778483</c:v>
                </c:pt>
                <c:pt idx="6224">
                  <c:v>137.06562947591101</c:v>
                </c:pt>
                <c:pt idx="6225">
                  <c:v>137.06649017333899</c:v>
                </c:pt>
                <c:pt idx="6226">
                  <c:v>137.067350870768</c:v>
                </c:pt>
                <c:pt idx="6227">
                  <c:v>137.06821156819601</c:v>
                </c:pt>
                <c:pt idx="6228">
                  <c:v>137.06907226562399</c:v>
                </c:pt>
                <c:pt idx="6229">
                  <c:v>137.06993296305299</c:v>
                </c:pt>
                <c:pt idx="6230">
                  <c:v>137.070793660481</c:v>
                </c:pt>
                <c:pt idx="6231">
                  <c:v>137.07165435791001</c:v>
                </c:pt>
                <c:pt idx="6232">
                  <c:v>137.07251505533799</c:v>
                </c:pt>
                <c:pt idx="6233">
                  <c:v>137.073375752766</c:v>
                </c:pt>
                <c:pt idx="6234">
                  <c:v>137.074236450195</c:v>
                </c:pt>
                <c:pt idx="6235">
                  <c:v>137.07509714762301</c:v>
                </c:pt>
                <c:pt idx="6236">
                  <c:v>137.07595784505099</c:v>
                </c:pt>
                <c:pt idx="6237">
                  <c:v>137.07681854248</c:v>
                </c:pt>
                <c:pt idx="6238">
                  <c:v>137.07767923990801</c:v>
                </c:pt>
                <c:pt idx="6239">
                  <c:v>137.07853993733701</c:v>
                </c:pt>
                <c:pt idx="6240">
                  <c:v>137.07940063476499</c:v>
                </c:pt>
                <c:pt idx="6241">
                  <c:v>137.080261332193</c:v>
                </c:pt>
                <c:pt idx="6242">
                  <c:v>137.08112202962201</c:v>
                </c:pt>
                <c:pt idx="6243">
                  <c:v>137.08198272704999</c:v>
                </c:pt>
                <c:pt idx="6244">
                  <c:v>137.08284342447899</c:v>
                </c:pt>
                <c:pt idx="6245">
                  <c:v>137.083704121907</c:v>
                </c:pt>
                <c:pt idx="6246">
                  <c:v>137.08456481933499</c:v>
                </c:pt>
                <c:pt idx="6247">
                  <c:v>137.08542551676399</c:v>
                </c:pt>
                <c:pt idx="6248">
                  <c:v>137.086286214192</c:v>
                </c:pt>
                <c:pt idx="6249">
                  <c:v>137.08714691162001</c:v>
                </c:pt>
                <c:pt idx="6250">
                  <c:v>137.08800760904899</c:v>
                </c:pt>
                <c:pt idx="6251">
                  <c:v>137.088868306477</c:v>
                </c:pt>
                <c:pt idx="6252">
                  <c:v>137.089729003906</c:v>
                </c:pt>
                <c:pt idx="6253">
                  <c:v>137.09058970133401</c:v>
                </c:pt>
                <c:pt idx="6254">
                  <c:v>137.09145039876199</c:v>
                </c:pt>
                <c:pt idx="6255">
                  <c:v>137.092311096191</c:v>
                </c:pt>
                <c:pt idx="6256">
                  <c:v>137.09317179361901</c:v>
                </c:pt>
                <c:pt idx="6257">
                  <c:v>137.09403249104801</c:v>
                </c:pt>
                <c:pt idx="6258">
                  <c:v>137.09489318847599</c:v>
                </c:pt>
                <c:pt idx="6259">
                  <c:v>137.095753885904</c:v>
                </c:pt>
                <c:pt idx="6260">
                  <c:v>137.09661458333301</c:v>
                </c:pt>
                <c:pt idx="6261">
                  <c:v>137.09747528076099</c:v>
                </c:pt>
                <c:pt idx="6262">
                  <c:v>137.098335978189</c:v>
                </c:pt>
                <c:pt idx="6263">
                  <c:v>137.099196675618</c:v>
                </c:pt>
                <c:pt idx="6264">
                  <c:v>137.10005737304601</c:v>
                </c:pt>
                <c:pt idx="6265">
                  <c:v>137.10091807047499</c:v>
                </c:pt>
                <c:pt idx="6266">
                  <c:v>137.101778767903</c:v>
                </c:pt>
                <c:pt idx="6267">
                  <c:v>137.10263946533101</c:v>
                </c:pt>
                <c:pt idx="6268">
                  <c:v>137.10350016276001</c:v>
                </c:pt>
                <c:pt idx="6269">
                  <c:v>137.104360860188</c:v>
                </c:pt>
                <c:pt idx="6270">
                  <c:v>137.105221557617</c:v>
                </c:pt>
                <c:pt idx="6271">
                  <c:v>137.10608225504501</c:v>
                </c:pt>
                <c:pt idx="6272">
                  <c:v>137.10694295247299</c:v>
                </c:pt>
                <c:pt idx="6273">
                  <c:v>137.107803649902</c:v>
                </c:pt>
                <c:pt idx="6274">
                  <c:v>137.10866434733001</c:v>
                </c:pt>
                <c:pt idx="6275">
                  <c:v>137.10952504475799</c:v>
                </c:pt>
                <c:pt idx="6276">
                  <c:v>137.11038574218699</c:v>
                </c:pt>
                <c:pt idx="6277">
                  <c:v>137.111246439615</c:v>
                </c:pt>
                <c:pt idx="6278">
                  <c:v>137.11210713704401</c:v>
                </c:pt>
                <c:pt idx="6279">
                  <c:v>137.11296783447199</c:v>
                </c:pt>
                <c:pt idx="6280">
                  <c:v>137.1138285319</c:v>
                </c:pt>
                <c:pt idx="6281">
                  <c:v>137.114689229329</c:v>
                </c:pt>
                <c:pt idx="6282">
                  <c:v>137.11554992675701</c:v>
                </c:pt>
                <c:pt idx="6283">
                  <c:v>137.11641062418499</c:v>
                </c:pt>
                <c:pt idx="6284">
                  <c:v>137.117271321614</c:v>
                </c:pt>
                <c:pt idx="6285">
                  <c:v>137.11813201904201</c:v>
                </c:pt>
                <c:pt idx="6286">
                  <c:v>137.11899271647101</c:v>
                </c:pt>
                <c:pt idx="6287">
                  <c:v>137.11985341389899</c:v>
                </c:pt>
                <c:pt idx="6288">
                  <c:v>137.120714111327</c:v>
                </c:pt>
                <c:pt idx="6289">
                  <c:v>137.12157480875601</c:v>
                </c:pt>
                <c:pt idx="6290">
                  <c:v>137.12243550618399</c:v>
                </c:pt>
                <c:pt idx="6291">
                  <c:v>137.12329620361299</c:v>
                </c:pt>
                <c:pt idx="6292">
                  <c:v>137.124156901041</c:v>
                </c:pt>
                <c:pt idx="6293">
                  <c:v>137.12501759846899</c:v>
                </c:pt>
                <c:pt idx="6294">
                  <c:v>137.12587829589799</c:v>
                </c:pt>
                <c:pt idx="6295">
                  <c:v>137.126738993326</c:v>
                </c:pt>
                <c:pt idx="6296">
                  <c:v>137.12759969075401</c:v>
                </c:pt>
                <c:pt idx="6297">
                  <c:v>137.12846038818299</c:v>
                </c:pt>
                <c:pt idx="6298">
                  <c:v>137.129321085611</c:v>
                </c:pt>
                <c:pt idx="6299">
                  <c:v>137.13018178304</c:v>
                </c:pt>
                <c:pt idx="6300">
                  <c:v>137.13104248046801</c:v>
                </c:pt>
                <c:pt idx="6301">
                  <c:v>137.131788889566</c:v>
                </c:pt>
                <c:pt idx="6302">
                  <c:v>137.132535298665</c:v>
                </c:pt>
                <c:pt idx="6303">
                  <c:v>137.13328170776299</c:v>
                </c:pt>
                <c:pt idx="6304">
                  <c:v>137.134028116861</c:v>
                </c:pt>
                <c:pt idx="6305">
                  <c:v>137.13477452596001</c:v>
                </c:pt>
                <c:pt idx="6306">
                  <c:v>137.135520935058</c:v>
                </c:pt>
                <c:pt idx="6307">
                  <c:v>137.13626734415601</c:v>
                </c:pt>
                <c:pt idx="6308">
                  <c:v>137.137013753254</c:v>
                </c:pt>
                <c:pt idx="6309">
                  <c:v>137.137760162353</c:v>
                </c:pt>
                <c:pt idx="6310">
                  <c:v>137.13850657145099</c:v>
                </c:pt>
                <c:pt idx="6311">
                  <c:v>137.139252980549</c:v>
                </c:pt>
                <c:pt idx="6312">
                  <c:v>137.13999938964801</c:v>
                </c:pt>
                <c:pt idx="6313">
                  <c:v>137.140745798746</c:v>
                </c:pt>
                <c:pt idx="6314">
                  <c:v>137.14149220784401</c:v>
                </c:pt>
                <c:pt idx="6315">
                  <c:v>137.14223861694299</c:v>
                </c:pt>
                <c:pt idx="6316">
                  <c:v>137.142985026041</c:v>
                </c:pt>
                <c:pt idx="6317">
                  <c:v>137.14373143513899</c:v>
                </c:pt>
                <c:pt idx="6318">
                  <c:v>137.144477844238</c:v>
                </c:pt>
                <c:pt idx="6319">
                  <c:v>137.14522425333601</c:v>
                </c:pt>
                <c:pt idx="6320">
                  <c:v>137.145970662434</c:v>
                </c:pt>
                <c:pt idx="6321">
                  <c:v>137.14671707153201</c:v>
                </c:pt>
                <c:pt idx="6322">
                  <c:v>137.14746348063099</c:v>
                </c:pt>
                <c:pt idx="6323">
                  <c:v>137.148209889729</c:v>
                </c:pt>
                <c:pt idx="6324">
                  <c:v>137.14895629882699</c:v>
                </c:pt>
                <c:pt idx="6325">
                  <c:v>137.149702707926</c:v>
                </c:pt>
                <c:pt idx="6326">
                  <c:v>137.15044911702401</c:v>
                </c:pt>
                <c:pt idx="6327">
                  <c:v>137.151195526122</c:v>
                </c:pt>
                <c:pt idx="6328">
                  <c:v>137.151941935221</c:v>
                </c:pt>
                <c:pt idx="6329">
                  <c:v>137.15268834431899</c:v>
                </c:pt>
                <c:pt idx="6330">
                  <c:v>137.153434753417</c:v>
                </c:pt>
                <c:pt idx="6331">
                  <c:v>137.15418116251601</c:v>
                </c:pt>
                <c:pt idx="6332">
                  <c:v>137.154927571614</c:v>
                </c:pt>
                <c:pt idx="6333">
                  <c:v>137.15567398071201</c:v>
                </c:pt>
                <c:pt idx="6334">
                  <c:v>137.15642038980999</c:v>
                </c:pt>
                <c:pt idx="6335">
                  <c:v>137.157166798909</c:v>
                </c:pt>
                <c:pt idx="6336">
                  <c:v>137.15791320800699</c:v>
                </c:pt>
                <c:pt idx="6337">
                  <c:v>137.158659617105</c:v>
                </c:pt>
                <c:pt idx="6338">
                  <c:v>137.15940602620401</c:v>
                </c:pt>
                <c:pt idx="6339">
                  <c:v>137.160152435302</c:v>
                </c:pt>
                <c:pt idx="6340">
                  <c:v>137.16089884440001</c:v>
                </c:pt>
                <c:pt idx="6341">
                  <c:v>137.16164525349899</c:v>
                </c:pt>
                <c:pt idx="6342">
                  <c:v>137.162391662597</c:v>
                </c:pt>
                <c:pt idx="6343">
                  <c:v>137.16313807169499</c:v>
                </c:pt>
                <c:pt idx="6344">
                  <c:v>137.163884480794</c:v>
                </c:pt>
                <c:pt idx="6345">
                  <c:v>137.16463088989201</c:v>
                </c:pt>
                <c:pt idx="6346">
                  <c:v>137.16537729898999</c:v>
                </c:pt>
                <c:pt idx="6347">
                  <c:v>137.16612370808801</c:v>
                </c:pt>
                <c:pt idx="6348">
                  <c:v>137.16687011718699</c:v>
                </c:pt>
                <c:pt idx="6349">
                  <c:v>137.167616526285</c:v>
                </c:pt>
                <c:pt idx="6350">
                  <c:v>137.16836293538299</c:v>
                </c:pt>
                <c:pt idx="6351">
                  <c:v>137.169109344482</c:v>
                </c:pt>
                <c:pt idx="6352">
                  <c:v>137.16985575358001</c:v>
                </c:pt>
                <c:pt idx="6353">
                  <c:v>137.17060216267799</c:v>
                </c:pt>
                <c:pt idx="6354">
                  <c:v>137.171348571777</c:v>
                </c:pt>
                <c:pt idx="6355">
                  <c:v>137.17209498087499</c:v>
                </c:pt>
                <c:pt idx="6356">
                  <c:v>137.172841389973</c:v>
                </c:pt>
                <c:pt idx="6357">
                  <c:v>137.17358779907201</c:v>
                </c:pt>
                <c:pt idx="6358">
                  <c:v>137.17433420817</c:v>
                </c:pt>
                <c:pt idx="6359">
                  <c:v>137.17508061726801</c:v>
                </c:pt>
                <c:pt idx="6360">
                  <c:v>137.17582702636599</c:v>
                </c:pt>
                <c:pt idx="6361">
                  <c:v>137.176573435465</c:v>
                </c:pt>
                <c:pt idx="6362">
                  <c:v>137.17731984456299</c:v>
                </c:pt>
                <c:pt idx="6363">
                  <c:v>137.178066253661</c:v>
                </c:pt>
                <c:pt idx="6364">
                  <c:v>137.17881266276001</c:v>
                </c:pt>
                <c:pt idx="6365">
                  <c:v>137.17955907185799</c:v>
                </c:pt>
                <c:pt idx="6366">
                  <c:v>137.18030548095601</c:v>
                </c:pt>
                <c:pt idx="6367">
                  <c:v>137.18105189005499</c:v>
                </c:pt>
                <c:pt idx="6368">
                  <c:v>137.181798299153</c:v>
                </c:pt>
                <c:pt idx="6369">
                  <c:v>137.18254470825099</c:v>
                </c:pt>
                <c:pt idx="6370">
                  <c:v>137.183291117349</c:v>
                </c:pt>
                <c:pt idx="6371">
                  <c:v>137.18403752644801</c:v>
                </c:pt>
                <c:pt idx="6372">
                  <c:v>137.18478393554599</c:v>
                </c:pt>
                <c:pt idx="6373">
                  <c:v>137.18553034464401</c:v>
                </c:pt>
                <c:pt idx="6374">
                  <c:v>137.18627675374299</c:v>
                </c:pt>
                <c:pt idx="6375">
                  <c:v>137.187023162841</c:v>
                </c:pt>
                <c:pt idx="6376">
                  <c:v>137.18776957193899</c:v>
                </c:pt>
                <c:pt idx="6377">
                  <c:v>137.18851598103799</c:v>
                </c:pt>
                <c:pt idx="6378">
                  <c:v>137.18926239013601</c:v>
                </c:pt>
                <c:pt idx="6379">
                  <c:v>137.19000879923399</c:v>
                </c:pt>
                <c:pt idx="6380">
                  <c:v>137.190755208333</c:v>
                </c:pt>
                <c:pt idx="6381">
                  <c:v>137.19150161743099</c:v>
                </c:pt>
                <c:pt idx="6382">
                  <c:v>137.192248026529</c:v>
                </c:pt>
                <c:pt idx="6383">
                  <c:v>137.19299443562701</c:v>
                </c:pt>
                <c:pt idx="6384">
                  <c:v>137.19374084472599</c:v>
                </c:pt>
                <c:pt idx="6385">
                  <c:v>137.19448725382401</c:v>
                </c:pt>
                <c:pt idx="6386">
                  <c:v>137.19523366292199</c:v>
                </c:pt>
                <c:pt idx="6387">
                  <c:v>137.195980072021</c:v>
                </c:pt>
                <c:pt idx="6388">
                  <c:v>137.19672648111899</c:v>
                </c:pt>
                <c:pt idx="6389">
                  <c:v>137.197472890217</c:v>
                </c:pt>
                <c:pt idx="6390">
                  <c:v>137.19821929931601</c:v>
                </c:pt>
                <c:pt idx="6391">
                  <c:v>137.19896570841399</c:v>
                </c:pt>
                <c:pt idx="6392">
                  <c:v>137.19971211751201</c:v>
                </c:pt>
                <c:pt idx="6393">
                  <c:v>137.20045852661099</c:v>
                </c:pt>
                <c:pt idx="6394">
                  <c:v>137.201204935709</c:v>
                </c:pt>
                <c:pt idx="6395">
                  <c:v>137.20195134480699</c:v>
                </c:pt>
                <c:pt idx="6396">
                  <c:v>137.202697753905</c:v>
                </c:pt>
                <c:pt idx="6397">
                  <c:v>137.20344416300401</c:v>
                </c:pt>
                <c:pt idx="6398">
                  <c:v>137.20419057210199</c:v>
                </c:pt>
                <c:pt idx="6399">
                  <c:v>137.20493698120001</c:v>
                </c:pt>
                <c:pt idx="6400">
                  <c:v>137.20568339029899</c:v>
                </c:pt>
                <c:pt idx="6401">
                  <c:v>137.206429799397</c:v>
                </c:pt>
                <c:pt idx="6402">
                  <c:v>137.20717620849501</c:v>
                </c:pt>
                <c:pt idx="6403">
                  <c:v>137.20792261759399</c:v>
                </c:pt>
                <c:pt idx="6404">
                  <c:v>137.20866902669201</c:v>
                </c:pt>
                <c:pt idx="6405">
                  <c:v>137.20941543578999</c:v>
                </c:pt>
                <c:pt idx="6406">
                  <c:v>137.210161844889</c:v>
                </c:pt>
                <c:pt idx="6407">
                  <c:v>137.21090825398699</c:v>
                </c:pt>
                <c:pt idx="6408">
                  <c:v>137.211654663085</c:v>
                </c:pt>
                <c:pt idx="6409">
                  <c:v>137.21240107218301</c:v>
                </c:pt>
                <c:pt idx="6410">
                  <c:v>137.21314748128199</c:v>
                </c:pt>
                <c:pt idx="6411">
                  <c:v>137.21389389038001</c:v>
                </c:pt>
                <c:pt idx="6412">
                  <c:v>137.21464029947799</c:v>
                </c:pt>
                <c:pt idx="6413">
                  <c:v>137.215386708577</c:v>
                </c:pt>
                <c:pt idx="6414">
                  <c:v>137.21613311767501</c:v>
                </c:pt>
                <c:pt idx="6415">
                  <c:v>137.216879526773</c:v>
                </c:pt>
                <c:pt idx="6416">
                  <c:v>137.21762593587201</c:v>
                </c:pt>
                <c:pt idx="6417">
                  <c:v>137.21837234496999</c:v>
                </c:pt>
                <c:pt idx="6418">
                  <c:v>137.21911875406801</c:v>
                </c:pt>
                <c:pt idx="6419">
                  <c:v>137.21986516316699</c:v>
                </c:pt>
                <c:pt idx="6420">
                  <c:v>137.220611572265</c:v>
                </c:pt>
                <c:pt idx="6421">
                  <c:v>137.22135798136301</c:v>
                </c:pt>
                <c:pt idx="6422">
                  <c:v>137.222104390461</c:v>
                </c:pt>
                <c:pt idx="6423">
                  <c:v>137.22285079956001</c:v>
                </c:pt>
                <c:pt idx="6424">
                  <c:v>137.22359720865799</c:v>
                </c:pt>
                <c:pt idx="6425">
                  <c:v>137.22434361775601</c:v>
                </c:pt>
                <c:pt idx="6426">
                  <c:v>137.22509002685501</c:v>
                </c:pt>
                <c:pt idx="6427">
                  <c:v>137.225836435953</c:v>
                </c:pt>
                <c:pt idx="6428">
                  <c:v>137.22658284505101</c:v>
                </c:pt>
                <c:pt idx="6429">
                  <c:v>137.22732925414999</c:v>
                </c:pt>
                <c:pt idx="6430">
                  <c:v>137.22807566324801</c:v>
                </c:pt>
                <c:pt idx="6431">
                  <c:v>137.22882207234599</c:v>
                </c:pt>
                <c:pt idx="6432">
                  <c:v>137.229568481445</c:v>
                </c:pt>
                <c:pt idx="6433">
                  <c:v>137.23031489054301</c:v>
                </c:pt>
                <c:pt idx="6434">
                  <c:v>137.231061299641</c:v>
                </c:pt>
                <c:pt idx="6435">
                  <c:v>137.23180770873901</c:v>
                </c:pt>
                <c:pt idx="6436">
                  <c:v>137.23255411783799</c:v>
                </c:pt>
                <c:pt idx="6437">
                  <c:v>137.23330052693601</c:v>
                </c:pt>
                <c:pt idx="6438">
                  <c:v>137.23404693603399</c:v>
                </c:pt>
                <c:pt idx="6439">
                  <c:v>137.234793345133</c:v>
                </c:pt>
                <c:pt idx="6440">
                  <c:v>137.23553975423101</c:v>
                </c:pt>
                <c:pt idx="6441">
                  <c:v>137.236286163329</c:v>
                </c:pt>
                <c:pt idx="6442">
                  <c:v>137.23703257242801</c:v>
                </c:pt>
                <c:pt idx="6443">
                  <c:v>137.23777898152599</c:v>
                </c:pt>
                <c:pt idx="6444">
                  <c:v>137.23852539062401</c:v>
                </c:pt>
                <c:pt idx="6445">
                  <c:v>137.23927179972199</c:v>
                </c:pt>
                <c:pt idx="6446">
                  <c:v>137.240018208821</c:v>
                </c:pt>
                <c:pt idx="6447">
                  <c:v>137.24076461791901</c:v>
                </c:pt>
                <c:pt idx="6448">
                  <c:v>137.241511027017</c:v>
                </c:pt>
                <c:pt idx="6449">
                  <c:v>137.24225743611601</c:v>
                </c:pt>
                <c:pt idx="6450">
                  <c:v>137.24300384521399</c:v>
                </c:pt>
                <c:pt idx="6451">
                  <c:v>137.243750254312</c:v>
                </c:pt>
                <c:pt idx="6452">
                  <c:v>137.24449666341101</c:v>
                </c:pt>
                <c:pt idx="6453">
                  <c:v>137.245243072509</c:v>
                </c:pt>
                <c:pt idx="6454">
                  <c:v>137.24598948160701</c:v>
                </c:pt>
                <c:pt idx="6455">
                  <c:v>137.24673589070599</c:v>
                </c:pt>
                <c:pt idx="6456">
                  <c:v>137.24748229980401</c:v>
                </c:pt>
                <c:pt idx="6457">
                  <c:v>137.24822870890199</c:v>
                </c:pt>
                <c:pt idx="6458">
                  <c:v>137.248975118</c:v>
                </c:pt>
                <c:pt idx="6459">
                  <c:v>137.24972152709901</c:v>
                </c:pt>
                <c:pt idx="6460">
                  <c:v>137.250467936197</c:v>
                </c:pt>
                <c:pt idx="6461">
                  <c:v>137.25121434529501</c:v>
                </c:pt>
                <c:pt idx="6462">
                  <c:v>137.25196075439399</c:v>
                </c:pt>
                <c:pt idx="6463">
                  <c:v>137.252707163492</c:v>
                </c:pt>
                <c:pt idx="6464">
                  <c:v>137.25345357258999</c:v>
                </c:pt>
                <c:pt idx="6465">
                  <c:v>137.254199981689</c:v>
                </c:pt>
                <c:pt idx="6466">
                  <c:v>137.25494639078701</c:v>
                </c:pt>
                <c:pt idx="6467">
                  <c:v>137.255692799885</c:v>
                </c:pt>
                <c:pt idx="6468">
                  <c:v>137.25643920898401</c:v>
                </c:pt>
                <c:pt idx="6469">
                  <c:v>137.25718561808199</c:v>
                </c:pt>
                <c:pt idx="6470">
                  <c:v>137.25793202718</c:v>
                </c:pt>
                <c:pt idx="6471">
                  <c:v>137.25867843627799</c:v>
                </c:pt>
                <c:pt idx="6472">
                  <c:v>137.259424845377</c:v>
                </c:pt>
                <c:pt idx="6473">
                  <c:v>137.26017125447501</c:v>
                </c:pt>
                <c:pt idx="6474">
                  <c:v>137.260917663573</c:v>
                </c:pt>
                <c:pt idx="6475">
                  <c:v>137.261664072672</c:v>
                </c:pt>
                <c:pt idx="6476">
                  <c:v>137.26241048176999</c:v>
                </c:pt>
                <c:pt idx="6477">
                  <c:v>137.263156890868</c:v>
                </c:pt>
                <c:pt idx="6478">
                  <c:v>137.26390329996701</c:v>
                </c:pt>
                <c:pt idx="6479">
                  <c:v>137.264649709065</c:v>
                </c:pt>
                <c:pt idx="6480">
                  <c:v>137.26539611816301</c:v>
                </c:pt>
                <c:pt idx="6481">
                  <c:v>137.26614252726199</c:v>
                </c:pt>
                <c:pt idx="6482">
                  <c:v>137.26688893636</c:v>
                </c:pt>
                <c:pt idx="6483">
                  <c:v>137.26763534545799</c:v>
                </c:pt>
                <c:pt idx="6484">
                  <c:v>137.268381754556</c:v>
                </c:pt>
                <c:pt idx="6485">
                  <c:v>137.26912816365501</c:v>
                </c:pt>
                <c:pt idx="6486">
                  <c:v>137.269874572753</c:v>
                </c:pt>
                <c:pt idx="6487">
                  <c:v>137.27062098185101</c:v>
                </c:pt>
                <c:pt idx="6488">
                  <c:v>137.27136739094999</c:v>
                </c:pt>
                <c:pt idx="6489">
                  <c:v>137.272113800048</c:v>
                </c:pt>
                <c:pt idx="6490">
                  <c:v>137.27286020914599</c:v>
                </c:pt>
                <c:pt idx="6491">
                  <c:v>137.273606618245</c:v>
                </c:pt>
                <c:pt idx="6492">
                  <c:v>137.27435302734301</c:v>
                </c:pt>
                <c:pt idx="6493">
                  <c:v>137.275099436441</c:v>
                </c:pt>
                <c:pt idx="6494">
                  <c:v>137.27584584554</c:v>
                </c:pt>
                <c:pt idx="6495">
                  <c:v>137.27659225463799</c:v>
                </c:pt>
                <c:pt idx="6496">
                  <c:v>137.277338663736</c:v>
                </c:pt>
                <c:pt idx="6497">
                  <c:v>137.27808507283399</c:v>
                </c:pt>
                <c:pt idx="6498">
                  <c:v>137.278831481933</c:v>
                </c:pt>
                <c:pt idx="6499">
                  <c:v>137.27957789103101</c:v>
                </c:pt>
                <c:pt idx="6500">
                  <c:v>137.280324300129</c:v>
                </c:pt>
                <c:pt idx="6501">
                  <c:v>137.281070709228</c:v>
                </c:pt>
                <c:pt idx="6502">
                  <c:v>137.28181711832599</c:v>
                </c:pt>
                <c:pt idx="6503">
                  <c:v>137.282563527424</c:v>
                </c:pt>
                <c:pt idx="6504">
                  <c:v>137.28330993652301</c:v>
                </c:pt>
                <c:pt idx="6505">
                  <c:v>137.284056345621</c:v>
                </c:pt>
                <c:pt idx="6506">
                  <c:v>137.28480275471901</c:v>
                </c:pt>
                <c:pt idx="6507">
                  <c:v>137.285549163817</c:v>
                </c:pt>
                <c:pt idx="6508">
                  <c:v>137.286295572916</c:v>
                </c:pt>
                <c:pt idx="6509">
                  <c:v>137.28704198201399</c:v>
                </c:pt>
                <c:pt idx="6510">
                  <c:v>137.287788391112</c:v>
                </c:pt>
                <c:pt idx="6511">
                  <c:v>137.28853480021101</c:v>
                </c:pt>
                <c:pt idx="6512">
                  <c:v>137.289281209309</c:v>
                </c:pt>
                <c:pt idx="6513">
                  <c:v>137.29002761840701</c:v>
                </c:pt>
                <c:pt idx="6514">
                  <c:v>137.29077402750599</c:v>
                </c:pt>
                <c:pt idx="6515">
                  <c:v>137.291520436604</c:v>
                </c:pt>
                <c:pt idx="6516">
                  <c:v>137.29226684570199</c:v>
                </c:pt>
                <c:pt idx="6517">
                  <c:v>137.293013254801</c:v>
                </c:pt>
                <c:pt idx="6518">
                  <c:v>137.29375966389901</c:v>
                </c:pt>
                <c:pt idx="6519">
                  <c:v>137.294506072997</c:v>
                </c:pt>
                <c:pt idx="6520">
                  <c:v>137.29525248209501</c:v>
                </c:pt>
                <c:pt idx="6521">
                  <c:v>137.29599889119399</c:v>
                </c:pt>
                <c:pt idx="6522">
                  <c:v>137.296745300292</c:v>
                </c:pt>
                <c:pt idx="6523">
                  <c:v>137.29749170938999</c:v>
                </c:pt>
                <c:pt idx="6524">
                  <c:v>137.298238118489</c:v>
                </c:pt>
                <c:pt idx="6525">
                  <c:v>137.29898452758701</c:v>
                </c:pt>
                <c:pt idx="6526">
                  <c:v>137.29973093668499</c:v>
                </c:pt>
                <c:pt idx="6527">
                  <c:v>137.300477345784</c:v>
                </c:pt>
                <c:pt idx="6528">
                  <c:v>137.30122375488199</c:v>
                </c:pt>
                <c:pt idx="6529">
                  <c:v>137.30197016398</c:v>
                </c:pt>
                <c:pt idx="6530">
                  <c:v>137.30271657307901</c:v>
                </c:pt>
                <c:pt idx="6531">
                  <c:v>137.303462982177</c:v>
                </c:pt>
                <c:pt idx="6532">
                  <c:v>137.30420939127501</c:v>
                </c:pt>
                <c:pt idx="6533">
                  <c:v>137.30495580037299</c:v>
                </c:pt>
                <c:pt idx="6534">
                  <c:v>137.305702209472</c:v>
                </c:pt>
                <c:pt idx="6535">
                  <c:v>137.30644861856999</c:v>
                </c:pt>
                <c:pt idx="6536">
                  <c:v>137.307195027668</c:v>
                </c:pt>
                <c:pt idx="6537">
                  <c:v>137.30794143676701</c:v>
                </c:pt>
                <c:pt idx="6538">
                  <c:v>137.30868784586499</c:v>
                </c:pt>
                <c:pt idx="6539">
                  <c:v>137.30943425496301</c:v>
                </c:pt>
                <c:pt idx="6540">
                  <c:v>137.31018066406199</c:v>
                </c:pt>
                <c:pt idx="6541">
                  <c:v>137.31092707316</c:v>
                </c:pt>
                <c:pt idx="6542">
                  <c:v>137.31167348225799</c:v>
                </c:pt>
                <c:pt idx="6543">
                  <c:v>137.312419891357</c:v>
                </c:pt>
                <c:pt idx="6544">
                  <c:v>137.31316630045501</c:v>
                </c:pt>
                <c:pt idx="6545">
                  <c:v>137.31391270955299</c:v>
                </c:pt>
                <c:pt idx="6546">
                  <c:v>137.31465911865101</c:v>
                </c:pt>
                <c:pt idx="6547">
                  <c:v>137.31540552774999</c:v>
                </c:pt>
                <c:pt idx="6548">
                  <c:v>137.316151936848</c:v>
                </c:pt>
                <c:pt idx="6549">
                  <c:v>137.31689834594599</c:v>
                </c:pt>
                <c:pt idx="6550">
                  <c:v>137.317644755045</c:v>
                </c:pt>
                <c:pt idx="6551">
                  <c:v>137.31839116414301</c:v>
                </c:pt>
                <c:pt idx="6552">
                  <c:v>137.31913757324099</c:v>
                </c:pt>
                <c:pt idx="6553">
                  <c:v>137.31988398234</c:v>
                </c:pt>
                <c:pt idx="6554">
                  <c:v>137.32063039143799</c:v>
                </c:pt>
                <c:pt idx="6555">
                  <c:v>137.321376800536</c:v>
                </c:pt>
                <c:pt idx="6556">
                  <c:v>137.32212320963501</c:v>
                </c:pt>
                <c:pt idx="6557">
                  <c:v>137.32286961873299</c:v>
                </c:pt>
                <c:pt idx="6558">
                  <c:v>137.32361602783101</c:v>
                </c:pt>
                <c:pt idx="6559">
                  <c:v>137.32436243692899</c:v>
                </c:pt>
                <c:pt idx="6560">
                  <c:v>137.325108846028</c:v>
                </c:pt>
                <c:pt idx="6561">
                  <c:v>137.32585525512599</c:v>
                </c:pt>
                <c:pt idx="6562">
                  <c:v>137.326601664224</c:v>
                </c:pt>
                <c:pt idx="6563">
                  <c:v>137.32734807332301</c:v>
                </c:pt>
                <c:pt idx="6564">
                  <c:v>137.32809448242099</c:v>
                </c:pt>
                <c:pt idx="6565">
                  <c:v>137.32884089151901</c:v>
                </c:pt>
                <c:pt idx="6566">
                  <c:v>137.32958730061799</c:v>
                </c:pt>
                <c:pt idx="6567">
                  <c:v>137.330333709716</c:v>
                </c:pt>
                <c:pt idx="6568">
                  <c:v>137.33108011881399</c:v>
                </c:pt>
                <c:pt idx="6569">
                  <c:v>137.33182652791299</c:v>
                </c:pt>
                <c:pt idx="6570">
                  <c:v>137.33257293701101</c:v>
                </c:pt>
                <c:pt idx="6571">
                  <c:v>137.33331934610899</c:v>
                </c:pt>
                <c:pt idx="6572">
                  <c:v>137.33406575520701</c:v>
                </c:pt>
                <c:pt idx="6573">
                  <c:v>137.33481216430599</c:v>
                </c:pt>
                <c:pt idx="6574">
                  <c:v>137.335558573404</c:v>
                </c:pt>
                <c:pt idx="6575">
                  <c:v>137.33630498250201</c:v>
                </c:pt>
                <c:pt idx="6576">
                  <c:v>137.33705139160099</c:v>
                </c:pt>
                <c:pt idx="6577">
                  <c:v>137.33779780069901</c:v>
                </c:pt>
                <c:pt idx="6578">
                  <c:v>137.33854420979699</c:v>
                </c:pt>
                <c:pt idx="6579">
                  <c:v>137.339290618896</c:v>
                </c:pt>
                <c:pt idx="6580">
                  <c:v>137.34003702799399</c:v>
                </c:pt>
                <c:pt idx="6581">
                  <c:v>137.340783437092</c:v>
                </c:pt>
                <c:pt idx="6582">
                  <c:v>137.34152984619101</c:v>
                </c:pt>
                <c:pt idx="6583">
                  <c:v>137.34227625528899</c:v>
                </c:pt>
                <c:pt idx="6584">
                  <c:v>137.34302266438701</c:v>
                </c:pt>
                <c:pt idx="6585">
                  <c:v>137.34376907348499</c:v>
                </c:pt>
                <c:pt idx="6586">
                  <c:v>137.344515482584</c:v>
                </c:pt>
                <c:pt idx="6587">
                  <c:v>137.34526189168199</c:v>
                </c:pt>
                <c:pt idx="6588">
                  <c:v>137.34600830078</c:v>
                </c:pt>
                <c:pt idx="6589">
                  <c:v>137.34675470987901</c:v>
                </c:pt>
                <c:pt idx="6590">
                  <c:v>137.34750111897699</c:v>
                </c:pt>
                <c:pt idx="6591">
                  <c:v>137.34824752807501</c:v>
                </c:pt>
                <c:pt idx="6592">
                  <c:v>137.34899393717399</c:v>
                </c:pt>
                <c:pt idx="6593">
                  <c:v>137.349740346272</c:v>
                </c:pt>
                <c:pt idx="6594">
                  <c:v>137.35048675537001</c:v>
                </c:pt>
                <c:pt idx="6595">
                  <c:v>137.351233164468</c:v>
                </c:pt>
                <c:pt idx="6596">
                  <c:v>137.35197957356701</c:v>
                </c:pt>
                <c:pt idx="6597">
                  <c:v>137.35272598266499</c:v>
                </c:pt>
                <c:pt idx="6598">
                  <c:v>137.35347239176301</c:v>
                </c:pt>
                <c:pt idx="6599">
                  <c:v>137.35421880086199</c:v>
                </c:pt>
                <c:pt idx="6600">
                  <c:v>137.35496520996</c:v>
                </c:pt>
                <c:pt idx="6601">
                  <c:v>137.35561503092401</c:v>
                </c:pt>
                <c:pt idx="6602">
                  <c:v>137.356264851887</c:v>
                </c:pt>
                <c:pt idx="6603">
                  <c:v>137.35691467285099</c:v>
                </c:pt>
                <c:pt idx="6604">
                  <c:v>137.35756449381401</c:v>
                </c:pt>
                <c:pt idx="6605">
                  <c:v>137.358214314778</c:v>
                </c:pt>
                <c:pt idx="6606">
                  <c:v>137.35886413574099</c:v>
                </c:pt>
                <c:pt idx="6607">
                  <c:v>137.359513956705</c:v>
                </c:pt>
                <c:pt idx="6608">
                  <c:v>137.36016377766799</c:v>
                </c:pt>
                <c:pt idx="6609">
                  <c:v>137.36081359863201</c:v>
                </c:pt>
                <c:pt idx="6610">
                  <c:v>137.361463419595</c:v>
                </c:pt>
                <c:pt idx="6611">
                  <c:v>137.36211324055901</c:v>
                </c:pt>
                <c:pt idx="6612">
                  <c:v>137.362763061523</c:v>
                </c:pt>
                <c:pt idx="6613">
                  <c:v>137.36341288248599</c:v>
                </c:pt>
                <c:pt idx="6614">
                  <c:v>137.36406270345</c:v>
                </c:pt>
                <c:pt idx="6615">
                  <c:v>137.36471252441299</c:v>
                </c:pt>
                <c:pt idx="6616">
                  <c:v>137.36536234537701</c:v>
                </c:pt>
                <c:pt idx="6617">
                  <c:v>137.36601216634</c:v>
                </c:pt>
                <c:pt idx="6618">
                  <c:v>137.36666198730401</c:v>
                </c:pt>
                <c:pt idx="6619">
                  <c:v>137.367311808267</c:v>
                </c:pt>
                <c:pt idx="6620">
                  <c:v>137.36796162923099</c:v>
                </c:pt>
                <c:pt idx="6621">
                  <c:v>137.36861145019401</c:v>
                </c:pt>
                <c:pt idx="6622">
                  <c:v>137.369261271158</c:v>
                </c:pt>
                <c:pt idx="6623">
                  <c:v>137.36991109212201</c:v>
                </c:pt>
                <c:pt idx="6624">
                  <c:v>137.370560913085</c:v>
                </c:pt>
                <c:pt idx="6625">
                  <c:v>137.37121073404899</c:v>
                </c:pt>
                <c:pt idx="6626">
                  <c:v>137.37186055501201</c:v>
                </c:pt>
                <c:pt idx="6627">
                  <c:v>137.37251037597599</c:v>
                </c:pt>
                <c:pt idx="6628">
                  <c:v>137.37316019693901</c:v>
                </c:pt>
                <c:pt idx="6629">
                  <c:v>137.373810017903</c:v>
                </c:pt>
                <c:pt idx="6630">
                  <c:v>137.37445983886599</c:v>
                </c:pt>
                <c:pt idx="6631">
                  <c:v>137.37510965983</c:v>
                </c:pt>
                <c:pt idx="6632">
                  <c:v>137.37575948079299</c:v>
                </c:pt>
                <c:pt idx="6633">
                  <c:v>137.37640930175701</c:v>
                </c:pt>
                <c:pt idx="6634">
                  <c:v>137.37705912272</c:v>
                </c:pt>
                <c:pt idx="6635">
                  <c:v>137.37770894368401</c:v>
                </c:pt>
                <c:pt idx="6636">
                  <c:v>137.378358764648</c:v>
                </c:pt>
                <c:pt idx="6637">
                  <c:v>137.37900858561099</c:v>
                </c:pt>
                <c:pt idx="6638">
                  <c:v>137.379658406575</c:v>
                </c:pt>
                <c:pt idx="6639">
                  <c:v>137.38030822753799</c:v>
                </c:pt>
                <c:pt idx="6640">
                  <c:v>137.38095804850201</c:v>
                </c:pt>
                <c:pt idx="6641">
                  <c:v>137.381607869465</c:v>
                </c:pt>
                <c:pt idx="6642">
                  <c:v>137.38225769042899</c:v>
                </c:pt>
                <c:pt idx="6643">
                  <c:v>137.38290751139201</c:v>
                </c:pt>
                <c:pt idx="6644">
                  <c:v>137.38355733235599</c:v>
                </c:pt>
                <c:pt idx="6645">
                  <c:v>137.38420715331901</c:v>
                </c:pt>
                <c:pt idx="6646">
                  <c:v>137.384856974283</c:v>
                </c:pt>
                <c:pt idx="6647">
                  <c:v>137.38550679524701</c:v>
                </c:pt>
                <c:pt idx="6648">
                  <c:v>137.38615661621</c:v>
                </c:pt>
                <c:pt idx="6649">
                  <c:v>137.38680643717399</c:v>
                </c:pt>
                <c:pt idx="6650">
                  <c:v>137.38745625813701</c:v>
                </c:pt>
                <c:pt idx="6651">
                  <c:v>137.38810607910099</c:v>
                </c:pt>
                <c:pt idx="6652">
                  <c:v>137.38875590006401</c:v>
                </c:pt>
                <c:pt idx="6653">
                  <c:v>137.389405721028</c:v>
                </c:pt>
                <c:pt idx="6654">
                  <c:v>137.39005554199099</c:v>
                </c:pt>
                <c:pt idx="6655">
                  <c:v>137.390705362955</c:v>
                </c:pt>
                <c:pt idx="6656">
                  <c:v>137.39135518391799</c:v>
                </c:pt>
                <c:pt idx="6657">
                  <c:v>137.39200500488201</c:v>
                </c:pt>
                <c:pt idx="6658">
                  <c:v>137.39265482584599</c:v>
                </c:pt>
                <c:pt idx="6659">
                  <c:v>137.39330464680901</c:v>
                </c:pt>
                <c:pt idx="6660">
                  <c:v>137.393954467773</c:v>
                </c:pt>
                <c:pt idx="6661">
                  <c:v>137.39460428873599</c:v>
                </c:pt>
                <c:pt idx="6662">
                  <c:v>137.39525410970001</c:v>
                </c:pt>
                <c:pt idx="6663">
                  <c:v>137.395903930663</c:v>
                </c:pt>
                <c:pt idx="6664">
                  <c:v>137.39655375162701</c:v>
                </c:pt>
                <c:pt idx="6665">
                  <c:v>137.39720357259</c:v>
                </c:pt>
                <c:pt idx="6666">
                  <c:v>137.39785339355399</c:v>
                </c:pt>
                <c:pt idx="6667">
                  <c:v>137.39850321451701</c:v>
                </c:pt>
                <c:pt idx="6668">
                  <c:v>137.39915303548099</c:v>
                </c:pt>
                <c:pt idx="6669">
                  <c:v>137.39980285644501</c:v>
                </c:pt>
                <c:pt idx="6670">
                  <c:v>137.400452677408</c:v>
                </c:pt>
                <c:pt idx="6671">
                  <c:v>137.40110249837201</c:v>
                </c:pt>
                <c:pt idx="6672">
                  <c:v>137.401752319335</c:v>
                </c:pt>
                <c:pt idx="6673">
                  <c:v>137.40240214029899</c:v>
                </c:pt>
                <c:pt idx="6674">
                  <c:v>137.40305196126201</c:v>
                </c:pt>
                <c:pt idx="6675">
                  <c:v>137.40370178222599</c:v>
                </c:pt>
                <c:pt idx="6676">
                  <c:v>137.40435160318901</c:v>
                </c:pt>
                <c:pt idx="6677">
                  <c:v>137.405001424153</c:v>
                </c:pt>
                <c:pt idx="6678">
                  <c:v>137.40565124511599</c:v>
                </c:pt>
                <c:pt idx="6679">
                  <c:v>137.40630106608</c:v>
                </c:pt>
                <c:pt idx="6680">
                  <c:v>137.406950887043</c:v>
                </c:pt>
                <c:pt idx="6681">
                  <c:v>137.40760070800701</c:v>
                </c:pt>
                <c:pt idx="6682">
                  <c:v>137.408250528971</c:v>
                </c:pt>
                <c:pt idx="6683">
                  <c:v>137.40890034993399</c:v>
                </c:pt>
                <c:pt idx="6684">
                  <c:v>137.409550170898</c:v>
                </c:pt>
                <c:pt idx="6685">
                  <c:v>137.41019999186099</c:v>
                </c:pt>
                <c:pt idx="6686">
                  <c:v>137.41084981282501</c:v>
                </c:pt>
                <c:pt idx="6687">
                  <c:v>137.411499633788</c:v>
                </c:pt>
                <c:pt idx="6688">
                  <c:v>137.41214945475201</c:v>
                </c:pt>
                <c:pt idx="6689">
                  <c:v>137.412799275715</c:v>
                </c:pt>
                <c:pt idx="6690">
                  <c:v>137.41344909667899</c:v>
                </c:pt>
                <c:pt idx="6691">
                  <c:v>137.41409891764201</c:v>
                </c:pt>
                <c:pt idx="6692">
                  <c:v>137.41474873860599</c:v>
                </c:pt>
                <c:pt idx="6693">
                  <c:v>137.41539855957001</c:v>
                </c:pt>
                <c:pt idx="6694">
                  <c:v>137.416048380533</c:v>
                </c:pt>
                <c:pt idx="6695">
                  <c:v>137.41669820149701</c:v>
                </c:pt>
                <c:pt idx="6696">
                  <c:v>137.41734802246</c:v>
                </c:pt>
                <c:pt idx="6697">
                  <c:v>137.41799784342399</c:v>
                </c:pt>
                <c:pt idx="6698">
                  <c:v>137.41864766438701</c:v>
                </c:pt>
                <c:pt idx="6699">
                  <c:v>137.419297485351</c:v>
                </c:pt>
                <c:pt idx="6700">
                  <c:v>137.41994730631399</c:v>
                </c:pt>
                <c:pt idx="6701">
                  <c:v>137.420597127278</c:v>
                </c:pt>
                <c:pt idx="6702">
                  <c:v>137.42124694824099</c:v>
                </c:pt>
                <c:pt idx="6703">
                  <c:v>137.42189676920501</c:v>
                </c:pt>
                <c:pt idx="6704">
                  <c:v>137.42254659016899</c:v>
                </c:pt>
                <c:pt idx="6705">
                  <c:v>137.42319641113201</c:v>
                </c:pt>
                <c:pt idx="6706">
                  <c:v>137.423846232096</c:v>
                </c:pt>
                <c:pt idx="6707">
                  <c:v>137.42449605305899</c:v>
                </c:pt>
                <c:pt idx="6708">
                  <c:v>137.425145874023</c:v>
                </c:pt>
                <c:pt idx="6709">
                  <c:v>137.42579569498599</c:v>
                </c:pt>
                <c:pt idx="6710">
                  <c:v>137.42644551595001</c:v>
                </c:pt>
                <c:pt idx="6711">
                  <c:v>137.427095336913</c:v>
                </c:pt>
                <c:pt idx="6712">
                  <c:v>137.42774515787701</c:v>
                </c:pt>
                <c:pt idx="6713">
                  <c:v>137.42839497884</c:v>
                </c:pt>
                <c:pt idx="6714">
                  <c:v>137.42904479980399</c:v>
                </c:pt>
                <c:pt idx="6715">
                  <c:v>137.429694620768</c:v>
                </c:pt>
                <c:pt idx="6716">
                  <c:v>137.43034444173099</c:v>
                </c:pt>
                <c:pt idx="6717">
                  <c:v>137.43099426269501</c:v>
                </c:pt>
                <c:pt idx="6718">
                  <c:v>137.431644083658</c:v>
                </c:pt>
                <c:pt idx="6719">
                  <c:v>137.43229390462199</c:v>
                </c:pt>
                <c:pt idx="6720">
                  <c:v>137.43294372558501</c:v>
                </c:pt>
                <c:pt idx="6721">
                  <c:v>137.43359354654899</c:v>
                </c:pt>
                <c:pt idx="6722">
                  <c:v>137.43424336751201</c:v>
                </c:pt>
                <c:pt idx="6723">
                  <c:v>137.434893188476</c:v>
                </c:pt>
                <c:pt idx="6724">
                  <c:v>137.43554300943899</c:v>
                </c:pt>
                <c:pt idx="6725">
                  <c:v>137.436192830403</c:v>
                </c:pt>
                <c:pt idx="6726">
                  <c:v>137.43684265136599</c:v>
                </c:pt>
                <c:pt idx="6727">
                  <c:v>137.43749247233001</c:v>
                </c:pt>
                <c:pt idx="6728">
                  <c:v>137.43814229329399</c:v>
                </c:pt>
                <c:pt idx="6729">
                  <c:v>137.43879211425701</c:v>
                </c:pt>
                <c:pt idx="6730">
                  <c:v>137.439441935221</c:v>
                </c:pt>
                <c:pt idx="6731">
                  <c:v>137.44009175618399</c:v>
                </c:pt>
                <c:pt idx="6732">
                  <c:v>137.440741577148</c:v>
                </c:pt>
                <c:pt idx="6733">
                  <c:v>137.44139139811099</c:v>
                </c:pt>
                <c:pt idx="6734">
                  <c:v>137.44204121907501</c:v>
                </c:pt>
                <c:pt idx="6735">
                  <c:v>137.442691040038</c:v>
                </c:pt>
                <c:pt idx="6736">
                  <c:v>137.44334086100201</c:v>
                </c:pt>
                <c:pt idx="6737">
                  <c:v>137.443990681965</c:v>
                </c:pt>
                <c:pt idx="6738">
                  <c:v>137.44464050292899</c:v>
                </c:pt>
                <c:pt idx="6739">
                  <c:v>137.445290323893</c:v>
                </c:pt>
                <c:pt idx="6740">
                  <c:v>137.445940144856</c:v>
                </c:pt>
                <c:pt idx="6741">
                  <c:v>137.44658996582001</c:v>
                </c:pt>
                <c:pt idx="6742">
                  <c:v>137.447239786783</c:v>
                </c:pt>
                <c:pt idx="6743">
                  <c:v>137.44788960774699</c:v>
                </c:pt>
                <c:pt idx="6744">
                  <c:v>137.44853942871001</c:v>
                </c:pt>
                <c:pt idx="6745">
                  <c:v>137.44918924967399</c:v>
                </c:pt>
                <c:pt idx="6746">
                  <c:v>137.44983907063701</c:v>
                </c:pt>
                <c:pt idx="6747">
                  <c:v>137.450488891601</c:v>
                </c:pt>
                <c:pt idx="6748">
                  <c:v>137.45113871256399</c:v>
                </c:pt>
                <c:pt idx="6749">
                  <c:v>137.451788533528</c:v>
                </c:pt>
                <c:pt idx="6750">
                  <c:v>137.45243835449199</c:v>
                </c:pt>
                <c:pt idx="6751">
                  <c:v>137.45308817545501</c:v>
                </c:pt>
                <c:pt idx="6752">
                  <c:v>137.45373799641899</c:v>
                </c:pt>
                <c:pt idx="6753">
                  <c:v>137.45438781738201</c:v>
                </c:pt>
                <c:pt idx="6754">
                  <c:v>137.455037638346</c:v>
                </c:pt>
                <c:pt idx="6755">
                  <c:v>137.45568745930899</c:v>
                </c:pt>
                <c:pt idx="6756">
                  <c:v>137.456337280273</c:v>
                </c:pt>
                <c:pt idx="6757">
                  <c:v>137.456987101236</c:v>
                </c:pt>
                <c:pt idx="6758">
                  <c:v>137.45763692220001</c:v>
                </c:pt>
                <c:pt idx="6759">
                  <c:v>137.458286743163</c:v>
                </c:pt>
                <c:pt idx="6760">
                  <c:v>137.45893656412699</c:v>
                </c:pt>
                <c:pt idx="6761">
                  <c:v>137.459586385091</c:v>
                </c:pt>
                <c:pt idx="6762">
                  <c:v>137.46023620605399</c:v>
                </c:pt>
                <c:pt idx="6763">
                  <c:v>137.46088602701801</c:v>
                </c:pt>
                <c:pt idx="6764">
                  <c:v>137.461535847981</c:v>
                </c:pt>
                <c:pt idx="6765">
                  <c:v>137.46218566894501</c:v>
                </c:pt>
                <c:pt idx="6766">
                  <c:v>137.462835489908</c:v>
                </c:pt>
                <c:pt idx="6767">
                  <c:v>137.46348531087199</c:v>
                </c:pt>
                <c:pt idx="6768">
                  <c:v>137.46413513183501</c:v>
                </c:pt>
                <c:pt idx="6769">
                  <c:v>137.46478495279899</c:v>
                </c:pt>
                <c:pt idx="6770">
                  <c:v>137.46543477376201</c:v>
                </c:pt>
                <c:pt idx="6771">
                  <c:v>137.466084594726</c:v>
                </c:pt>
                <c:pt idx="6772">
                  <c:v>137.46673441568899</c:v>
                </c:pt>
                <c:pt idx="6773">
                  <c:v>137.467384236653</c:v>
                </c:pt>
                <c:pt idx="6774">
                  <c:v>137.46803405761699</c:v>
                </c:pt>
                <c:pt idx="6775">
                  <c:v>137.46868387858001</c:v>
                </c:pt>
                <c:pt idx="6776">
                  <c:v>137.46933369954399</c:v>
                </c:pt>
                <c:pt idx="6777">
                  <c:v>137.46998352050699</c:v>
                </c:pt>
                <c:pt idx="6778">
                  <c:v>137.470633341471</c:v>
                </c:pt>
                <c:pt idx="6779">
                  <c:v>137.47128316243399</c:v>
                </c:pt>
                <c:pt idx="6780">
                  <c:v>137.47193298339801</c:v>
                </c:pt>
                <c:pt idx="6781">
                  <c:v>137.472582804361</c:v>
                </c:pt>
                <c:pt idx="6782">
                  <c:v>137.47323262532501</c:v>
                </c:pt>
                <c:pt idx="6783">
                  <c:v>137.473882446288</c:v>
                </c:pt>
                <c:pt idx="6784">
                  <c:v>137.47453226725199</c:v>
                </c:pt>
                <c:pt idx="6785">
                  <c:v>137.475182088216</c:v>
                </c:pt>
                <c:pt idx="6786">
                  <c:v>137.47583190917899</c:v>
                </c:pt>
                <c:pt idx="6787">
                  <c:v>137.47648173014301</c:v>
                </c:pt>
                <c:pt idx="6788">
                  <c:v>137.477131551106</c:v>
                </c:pt>
                <c:pt idx="6789">
                  <c:v>137.47778137207001</c:v>
                </c:pt>
                <c:pt idx="6790">
                  <c:v>137.478431193033</c:v>
                </c:pt>
                <c:pt idx="6791">
                  <c:v>137.47908101399699</c:v>
                </c:pt>
                <c:pt idx="6792">
                  <c:v>137.47973083496001</c:v>
                </c:pt>
                <c:pt idx="6793">
                  <c:v>137.48038065592399</c:v>
                </c:pt>
                <c:pt idx="6794">
                  <c:v>137.48103047688701</c:v>
                </c:pt>
                <c:pt idx="6795">
                  <c:v>137.481680297851</c:v>
                </c:pt>
                <c:pt idx="6796">
                  <c:v>137.48233011881501</c:v>
                </c:pt>
                <c:pt idx="6797">
                  <c:v>137.48297993977801</c:v>
                </c:pt>
                <c:pt idx="6798">
                  <c:v>137.48362976074199</c:v>
                </c:pt>
                <c:pt idx="6799">
                  <c:v>137.48427958170501</c:v>
                </c:pt>
                <c:pt idx="6800">
                  <c:v>137.484929402669</c:v>
                </c:pt>
                <c:pt idx="6801">
                  <c:v>137.48557922363199</c:v>
                </c:pt>
                <c:pt idx="6802">
                  <c:v>137.486229044596</c:v>
                </c:pt>
                <c:pt idx="6803">
                  <c:v>137.48687886555899</c:v>
                </c:pt>
                <c:pt idx="6804">
                  <c:v>137.48752868652301</c:v>
                </c:pt>
                <c:pt idx="6805">
                  <c:v>137.488178507486</c:v>
                </c:pt>
                <c:pt idx="6806">
                  <c:v>137.48882832845001</c:v>
                </c:pt>
                <c:pt idx="6807">
                  <c:v>137.489478149414</c:v>
                </c:pt>
                <c:pt idx="6808">
                  <c:v>137.49012797037699</c:v>
                </c:pt>
                <c:pt idx="6809">
                  <c:v>137.490777791341</c:v>
                </c:pt>
                <c:pt idx="6810">
                  <c:v>137.49142761230399</c:v>
                </c:pt>
                <c:pt idx="6811">
                  <c:v>137.49207743326801</c:v>
                </c:pt>
                <c:pt idx="6812">
                  <c:v>137.492727254231</c:v>
                </c:pt>
                <c:pt idx="6813">
                  <c:v>137.49337707519501</c:v>
                </c:pt>
                <c:pt idx="6814">
                  <c:v>137.494026896158</c:v>
                </c:pt>
                <c:pt idx="6815">
                  <c:v>137.49467671712199</c:v>
                </c:pt>
                <c:pt idx="6816">
                  <c:v>137.49532653808501</c:v>
                </c:pt>
                <c:pt idx="6817">
                  <c:v>137.495976359049</c:v>
                </c:pt>
                <c:pt idx="6818">
                  <c:v>137.49662618001199</c:v>
                </c:pt>
                <c:pt idx="6819">
                  <c:v>137.497276000976</c:v>
                </c:pt>
                <c:pt idx="6820">
                  <c:v>137.49792582193999</c:v>
                </c:pt>
                <c:pt idx="6821">
                  <c:v>137.49857564290301</c:v>
                </c:pt>
                <c:pt idx="6822">
                  <c:v>137.49922546386699</c:v>
                </c:pt>
                <c:pt idx="6823">
                  <c:v>137.49987528483001</c:v>
                </c:pt>
                <c:pt idx="6824">
                  <c:v>137.500525105794</c:v>
                </c:pt>
                <c:pt idx="6825">
                  <c:v>137.50117492675699</c:v>
                </c:pt>
                <c:pt idx="6826">
                  <c:v>137.501824747721</c:v>
                </c:pt>
                <c:pt idx="6827">
                  <c:v>137.50247456868399</c:v>
                </c:pt>
                <c:pt idx="6828">
                  <c:v>137.50312438964801</c:v>
                </c:pt>
                <c:pt idx="6829">
                  <c:v>137.503774210611</c:v>
                </c:pt>
                <c:pt idx="6830">
                  <c:v>137.50442403157501</c:v>
                </c:pt>
                <c:pt idx="6831">
                  <c:v>137.505073852539</c:v>
                </c:pt>
                <c:pt idx="6832">
                  <c:v>137.50572367350199</c:v>
                </c:pt>
                <c:pt idx="6833">
                  <c:v>137.506373494466</c:v>
                </c:pt>
                <c:pt idx="6834">
                  <c:v>137.507023315429</c:v>
                </c:pt>
                <c:pt idx="6835">
                  <c:v>137.50767313639301</c:v>
                </c:pt>
                <c:pt idx="6836">
                  <c:v>137.508322957356</c:v>
                </c:pt>
                <c:pt idx="6837">
                  <c:v>137.50897277831999</c:v>
                </c:pt>
                <c:pt idx="6838">
                  <c:v>137.50962259928301</c:v>
                </c:pt>
                <c:pt idx="6839">
                  <c:v>137.51027242024699</c:v>
                </c:pt>
                <c:pt idx="6840">
                  <c:v>137.51092224121001</c:v>
                </c:pt>
                <c:pt idx="6841">
                  <c:v>137.511572062174</c:v>
                </c:pt>
                <c:pt idx="6842">
                  <c:v>137.51222188313801</c:v>
                </c:pt>
                <c:pt idx="6843">
                  <c:v>137.512871704101</c:v>
                </c:pt>
                <c:pt idx="6844">
                  <c:v>137.51352152506499</c:v>
                </c:pt>
                <c:pt idx="6845">
                  <c:v>137.51417134602801</c:v>
                </c:pt>
                <c:pt idx="6846">
                  <c:v>137.51482116699199</c:v>
                </c:pt>
                <c:pt idx="6847">
                  <c:v>137.51547098795501</c:v>
                </c:pt>
                <c:pt idx="6848">
                  <c:v>137.516120808919</c:v>
                </c:pt>
                <c:pt idx="6849">
                  <c:v>137.51677062988199</c:v>
                </c:pt>
                <c:pt idx="6850">
                  <c:v>137.517420450846</c:v>
                </c:pt>
                <c:pt idx="6851">
                  <c:v>137.51807027180899</c:v>
                </c:pt>
                <c:pt idx="6852">
                  <c:v>137.51872009277301</c:v>
                </c:pt>
                <c:pt idx="6853">
                  <c:v>137.519369913736</c:v>
                </c:pt>
                <c:pt idx="6854">
                  <c:v>137.52001973470001</c:v>
                </c:pt>
                <c:pt idx="6855">
                  <c:v>137.520669555664</c:v>
                </c:pt>
                <c:pt idx="6856">
                  <c:v>137.52131937662699</c:v>
                </c:pt>
                <c:pt idx="6857">
                  <c:v>137.52196919759101</c:v>
                </c:pt>
                <c:pt idx="6858">
                  <c:v>137.522619018554</c:v>
                </c:pt>
                <c:pt idx="6859">
                  <c:v>137.52326883951801</c:v>
                </c:pt>
                <c:pt idx="6860">
                  <c:v>137.523918660481</c:v>
                </c:pt>
                <c:pt idx="6861">
                  <c:v>137.52456848144499</c:v>
                </c:pt>
                <c:pt idx="6862">
                  <c:v>137.52521830240801</c:v>
                </c:pt>
                <c:pt idx="6863">
                  <c:v>137.52586812337199</c:v>
                </c:pt>
                <c:pt idx="6864">
                  <c:v>137.52651794433501</c:v>
                </c:pt>
                <c:pt idx="6865">
                  <c:v>137.527167765299</c:v>
                </c:pt>
                <c:pt idx="6866">
                  <c:v>137.52781758626301</c:v>
                </c:pt>
                <c:pt idx="6867">
                  <c:v>137.528467407226</c:v>
                </c:pt>
                <c:pt idx="6868">
                  <c:v>137.52911722818999</c:v>
                </c:pt>
                <c:pt idx="6869">
                  <c:v>137.52976704915301</c:v>
                </c:pt>
                <c:pt idx="6870">
                  <c:v>137.53041687011699</c:v>
                </c:pt>
                <c:pt idx="6871">
                  <c:v>137.53106669108001</c:v>
                </c:pt>
                <c:pt idx="6872">
                  <c:v>137.531716512044</c:v>
                </c:pt>
                <c:pt idx="6873">
                  <c:v>137.53236633300699</c:v>
                </c:pt>
                <c:pt idx="6874">
                  <c:v>137.533016153971</c:v>
                </c:pt>
                <c:pt idx="6875">
                  <c:v>137.533665974934</c:v>
                </c:pt>
                <c:pt idx="6876">
                  <c:v>137.53431579589801</c:v>
                </c:pt>
                <c:pt idx="6877">
                  <c:v>137.534965616862</c:v>
                </c:pt>
                <c:pt idx="6878">
                  <c:v>137.53561543782499</c:v>
                </c:pt>
                <c:pt idx="6879">
                  <c:v>137.536265258789</c:v>
                </c:pt>
                <c:pt idx="6880">
                  <c:v>137.53691507975199</c:v>
                </c:pt>
                <c:pt idx="6881">
                  <c:v>137.53756490071601</c:v>
                </c:pt>
                <c:pt idx="6882">
                  <c:v>137.538214721679</c:v>
                </c:pt>
                <c:pt idx="6883">
                  <c:v>137.53886454264301</c:v>
                </c:pt>
                <c:pt idx="6884">
                  <c:v>137.539514363606</c:v>
                </c:pt>
                <c:pt idx="6885">
                  <c:v>137.54016418456999</c:v>
                </c:pt>
                <c:pt idx="6886">
                  <c:v>137.54081400553301</c:v>
                </c:pt>
                <c:pt idx="6887">
                  <c:v>137.54146382649699</c:v>
                </c:pt>
                <c:pt idx="6888">
                  <c:v>137.54211364746101</c:v>
                </c:pt>
                <c:pt idx="6889">
                  <c:v>137.542763468424</c:v>
                </c:pt>
                <c:pt idx="6890">
                  <c:v>137.54341328938801</c:v>
                </c:pt>
                <c:pt idx="6891">
                  <c:v>137.544063110351</c:v>
                </c:pt>
                <c:pt idx="6892">
                  <c:v>137.54471293131499</c:v>
                </c:pt>
                <c:pt idx="6893">
                  <c:v>137.54536275227801</c:v>
                </c:pt>
                <c:pt idx="6894">
                  <c:v>137.546012573242</c:v>
                </c:pt>
                <c:pt idx="6895">
                  <c:v>137.54666239420499</c:v>
                </c:pt>
                <c:pt idx="6896">
                  <c:v>137.547312215169</c:v>
                </c:pt>
                <c:pt idx="6897">
                  <c:v>137.54796203613199</c:v>
                </c:pt>
                <c:pt idx="6898">
                  <c:v>137.54861185709601</c:v>
                </c:pt>
                <c:pt idx="6899">
                  <c:v>137.549261678059</c:v>
                </c:pt>
                <c:pt idx="6900">
                  <c:v>137.54991149902301</c:v>
                </c:pt>
                <c:pt idx="6901">
                  <c:v>137.550479380289</c:v>
                </c:pt>
                <c:pt idx="6902">
                  <c:v>137.55104726155599</c:v>
                </c:pt>
                <c:pt idx="6903">
                  <c:v>137.55161514282199</c:v>
                </c:pt>
                <c:pt idx="6904">
                  <c:v>137.55218302408801</c:v>
                </c:pt>
                <c:pt idx="6905">
                  <c:v>137.552750905354</c:v>
                </c:pt>
                <c:pt idx="6906">
                  <c:v>137.55331878662099</c:v>
                </c:pt>
                <c:pt idx="6907">
                  <c:v>137.55388666788701</c:v>
                </c:pt>
                <c:pt idx="6908">
                  <c:v>137.55445454915301</c:v>
                </c:pt>
                <c:pt idx="6909">
                  <c:v>137.555022430419</c:v>
                </c:pt>
                <c:pt idx="6910">
                  <c:v>137.55559031168599</c:v>
                </c:pt>
                <c:pt idx="6911">
                  <c:v>137.55615819295201</c:v>
                </c:pt>
                <c:pt idx="6912">
                  <c:v>137.55672607421801</c:v>
                </c:pt>
                <c:pt idx="6913">
                  <c:v>137.55729395548499</c:v>
                </c:pt>
                <c:pt idx="6914">
                  <c:v>137.55786183675099</c:v>
                </c:pt>
                <c:pt idx="6915">
                  <c:v>137.55842971801701</c:v>
                </c:pt>
                <c:pt idx="6916">
                  <c:v>137.558997599283</c:v>
                </c:pt>
                <c:pt idx="6917">
                  <c:v>137.55956548054999</c:v>
                </c:pt>
                <c:pt idx="6918">
                  <c:v>137.56013336181601</c:v>
                </c:pt>
                <c:pt idx="6919">
                  <c:v>137.56070124308201</c:v>
                </c:pt>
                <c:pt idx="6920">
                  <c:v>137.561269124349</c:v>
                </c:pt>
                <c:pt idx="6921">
                  <c:v>137.56183700561499</c:v>
                </c:pt>
                <c:pt idx="6922">
                  <c:v>137.56240488688101</c:v>
                </c:pt>
                <c:pt idx="6923">
                  <c:v>137.56297276814701</c:v>
                </c:pt>
                <c:pt idx="6924">
                  <c:v>137.56354064941399</c:v>
                </c:pt>
                <c:pt idx="6925">
                  <c:v>137.56410853067999</c:v>
                </c:pt>
                <c:pt idx="6926">
                  <c:v>137.56467641194601</c:v>
                </c:pt>
                <c:pt idx="6927">
                  <c:v>137.565244293213</c:v>
                </c:pt>
                <c:pt idx="6928">
                  <c:v>137.56581217447899</c:v>
                </c:pt>
                <c:pt idx="6929">
                  <c:v>137.56638005574499</c:v>
                </c:pt>
                <c:pt idx="6930">
                  <c:v>137.56694793701101</c:v>
                </c:pt>
                <c:pt idx="6931">
                  <c:v>137.567515818278</c:v>
                </c:pt>
                <c:pt idx="6932">
                  <c:v>137.56808369954399</c:v>
                </c:pt>
                <c:pt idx="6933">
                  <c:v>137.56865158081001</c:v>
                </c:pt>
                <c:pt idx="6934">
                  <c:v>137.56921946207601</c:v>
                </c:pt>
                <c:pt idx="6935">
                  <c:v>137.56978734334299</c:v>
                </c:pt>
                <c:pt idx="6936">
                  <c:v>137.57035522460899</c:v>
                </c:pt>
                <c:pt idx="6937">
                  <c:v>137.57092310587501</c:v>
                </c:pt>
                <c:pt idx="6938">
                  <c:v>137.571490987142</c:v>
                </c:pt>
                <c:pt idx="6939">
                  <c:v>137.57205886840799</c:v>
                </c:pt>
                <c:pt idx="6940">
                  <c:v>137.57262674967399</c:v>
                </c:pt>
                <c:pt idx="6941">
                  <c:v>137.57319463094001</c:v>
                </c:pt>
                <c:pt idx="6942">
                  <c:v>137.573762512207</c:v>
                </c:pt>
                <c:pt idx="6943">
                  <c:v>137.57433039347299</c:v>
                </c:pt>
                <c:pt idx="6944">
                  <c:v>137.57489827473901</c:v>
                </c:pt>
                <c:pt idx="6945">
                  <c:v>137.57546615600501</c:v>
                </c:pt>
                <c:pt idx="6946">
                  <c:v>137.576034037272</c:v>
                </c:pt>
                <c:pt idx="6947">
                  <c:v>137.57660191853799</c:v>
                </c:pt>
                <c:pt idx="6948">
                  <c:v>137.57716979980401</c:v>
                </c:pt>
                <c:pt idx="6949">
                  <c:v>137.577737681071</c:v>
                </c:pt>
                <c:pt idx="6950">
                  <c:v>137.57830556233699</c:v>
                </c:pt>
                <c:pt idx="6951">
                  <c:v>137.57887344360299</c:v>
                </c:pt>
                <c:pt idx="6952">
                  <c:v>137.57944132486901</c:v>
                </c:pt>
                <c:pt idx="6953">
                  <c:v>137.580009206136</c:v>
                </c:pt>
                <c:pt idx="6954">
                  <c:v>137.58057708740199</c:v>
                </c:pt>
                <c:pt idx="6955">
                  <c:v>137.58114496866801</c:v>
                </c:pt>
                <c:pt idx="6956">
                  <c:v>137.581712849935</c:v>
                </c:pt>
                <c:pt idx="6957">
                  <c:v>137.582280731201</c:v>
                </c:pt>
                <c:pt idx="6958">
                  <c:v>137.58284861246699</c:v>
                </c:pt>
                <c:pt idx="6959">
                  <c:v>137.58341649373301</c:v>
                </c:pt>
                <c:pt idx="6960">
                  <c:v>137.583984375</c:v>
                </c:pt>
                <c:pt idx="6961">
                  <c:v>137.58455225626599</c:v>
                </c:pt>
                <c:pt idx="6962">
                  <c:v>137.58512013753199</c:v>
                </c:pt>
                <c:pt idx="6963">
                  <c:v>137.58568801879801</c:v>
                </c:pt>
                <c:pt idx="6964">
                  <c:v>137.586255900065</c:v>
                </c:pt>
                <c:pt idx="6965">
                  <c:v>137.58682378133099</c:v>
                </c:pt>
                <c:pt idx="6966">
                  <c:v>137.58739166259701</c:v>
                </c:pt>
                <c:pt idx="6967">
                  <c:v>137.587959543864</c:v>
                </c:pt>
                <c:pt idx="6968">
                  <c:v>137.58852742513</c:v>
                </c:pt>
                <c:pt idx="6969">
                  <c:v>137.58909530639599</c:v>
                </c:pt>
                <c:pt idx="6970">
                  <c:v>137.58966318766201</c:v>
                </c:pt>
                <c:pt idx="6971">
                  <c:v>137.590231068929</c:v>
                </c:pt>
                <c:pt idx="6972">
                  <c:v>137.59079895019499</c:v>
                </c:pt>
                <c:pt idx="6973">
                  <c:v>137.59136683146099</c:v>
                </c:pt>
                <c:pt idx="6974">
                  <c:v>137.59193471272701</c:v>
                </c:pt>
                <c:pt idx="6975">
                  <c:v>137.592502593994</c:v>
                </c:pt>
                <c:pt idx="6976">
                  <c:v>137.59307047525999</c:v>
                </c:pt>
                <c:pt idx="6977">
                  <c:v>137.59363835652599</c:v>
                </c:pt>
                <c:pt idx="6978">
                  <c:v>137.594206237793</c:v>
                </c:pt>
                <c:pt idx="6979">
                  <c:v>137.594774119059</c:v>
                </c:pt>
                <c:pt idx="6980">
                  <c:v>137.59534200032499</c:v>
                </c:pt>
                <c:pt idx="6981">
                  <c:v>137.59590988159101</c:v>
                </c:pt>
                <c:pt idx="6982">
                  <c:v>137.596477762858</c:v>
                </c:pt>
                <c:pt idx="6983">
                  <c:v>137.59704564412399</c:v>
                </c:pt>
                <c:pt idx="6984">
                  <c:v>137.59761352538999</c:v>
                </c:pt>
                <c:pt idx="6985">
                  <c:v>137.59818140665701</c:v>
                </c:pt>
                <c:pt idx="6986">
                  <c:v>137.598749287923</c:v>
                </c:pt>
                <c:pt idx="6987">
                  <c:v>137.59931716918899</c:v>
                </c:pt>
                <c:pt idx="6988">
                  <c:v>137.59988505045499</c:v>
                </c:pt>
                <c:pt idx="6989">
                  <c:v>137.600452931722</c:v>
                </c:pt>
                <c:pt idx="6990">
                  <c:v>137.601020812988</c:v>
                </c:pt>
                <c:pt idx="6991">
                  <c:v>137.60158869425399</c:v>
                </c:pt>
                <c:pt idx="6992">
                  <c:v>137.60215657552001</c:v>
                </c:pt>
                <c:pt idx="6993">
                  <c:v>137.602724456787</c:v>
                </c:pt>
                <c:pt idx="6994">
                  <c:v>137.603292338053</c:v>
                </c:pt>
                <c:pt idx="6995">
                  <c:v>137.60386021931899</c:v>
                </c:pt>
                <c:pt idx="6996">
                  <c:v>137.60442810058601</c:v>
                </c:pt>
                <c:pt idx="6997">
                  <c:v>137.604995981852</c:v>
                </c:pt>
                <c:pt idx="6998">
                  <c:v>137.60556386311799</c:v>
                </c:pt>
                <c:pt idx="6999">
                  <c:v>137.60613174438399</c:v>
                </c:pt>
                <c:pt idx="7000">
                  <c:v>137.606699625651</c:v>
                </c:pt>
                <c:pt idx="7001">
                  <c:v>137.607267506917</c:v>
                </c:pt>
                <c:pt idx="7002">
                  <c:v>137.60783538818299</c:v>
                </c:pt>
                <c:pt idx="7003">
                  <c:v>137.60840326945001</c:v>
                </c:pt>
                <c:pt idx="7004">
                  <c:v>137.608971150716</c:v>
                </c:pt>
                <c:pt idx="7005">
                  <c:v>137.609539031982</c:v>
                </c:pt>
                <c:pt idx="7006">
                  <c:v>137.61010691324799</c:v>
                </c:pt>
                <c:pt idx="7007">
                  <c:v>137.61067479451501</c:v>
                </c:pt>
                <c:pt idx="7008">
                  <c:v>137.611242675781</c:v>
                </c:pt>
                <c:pt idx="7009">
                  <c:v>137.61181055704699</c:v>
                </c:pt>
                <c:pt idx="7010">
                  <c:v>137.61237843831299</c:v>
                </c:pt>
                <c:pt idx="7011">
                  <c:v>137.61294631958</c:v>
                </c:pt>
                <c:pt idx="7012">
                  <c:v>137.613514200846</c:v>
                </c:pt>
                <c:pt idx="7013">
                  <c:v>137.61408208211199</c:v>
                </c:pt>
                <c:pt idx="7014">
                  <c:v>137.61464996337901</c:v>
                </c:pt>
                <c:pt idx="7015">
                  <c:v>137.615217844645</c:v>
                </c:pt>
                <c:pt idx="7016">
                  <c:v>137.615785725911</c:v>
                </c:pt>
                <c:pt idx="7017">
                  <c:v>137.61635360717699</c:v>
                </c:pt>
                <c:pt idx="7018">
                  <c:v>137.61692148844401</c:v>
                </c:pt>
                <c:pt idx="7019">
                  <c:v>137.61748936971</c:v>
                </c:pt>
                <c:pt idx="7020">
                  <c:v>137.61805725097599</c:v>
                </c:pt>
                <c:pt idx="7021">
                  <c:v>137.61862513224199</c:v>
                </c:pt>
                <c:pt idx="7022">
                  <c:v>137.619193013509</c:v>
                </c:pt>
                <c:pt idx="7023">
                  <c:v>137.619760894775</c:v>
                </c:pt>
                <c:pt idx="7024">
                  <c:v>137.62032877604099</c:v>
                </c:pt>
                <c:pt idx="7025">
                  <c:v>137.62089665730801</c:v>
                </c:pt>
                <c:pt idx="7026">
                  <c:v>137.621464538574</c:v>
                </c:pt>
                <c:pt idx="7027">
                  <c:v>137.62203241984</c:v>
                </c:pt>
                <c:pt idx="7028">
                  <c:v>137.62260030110599</c:v>
                </c:pt>
                <c:pt idx="7029">
                  <c:v>137.62316818237301</c:v>
                </c:pt>
                <c:pt idx="7030">
                  <c:v>137.623736063639</c:v>
                </c:pt>
                <c:pt idx="7031">
                  <c:v>137.62430394490499</c:v>
                </c:pt>
                <c:pt idx="7032">
                  <c:v>137.62487182617201</c:v>
                </c:pt>
                <c:pt idx="7033">
                  <c:v>137.62543970743801</c:v>
                </c:pt>
                <c:pt idx="7034">
                  <c:v>137.626007588704</c:v>
                </c:pt>
                <c:pt idx="7035">
                  <c:v>137.62657546996999</c:v>
                </c:pt>
                <c:pt idx="7036">
                  <c:v>137.62714335123701</c:v>
                </c:pt>
                <c:pt idx="7037">
                  <c:v>137.627711232503</c:v>
                </c:pt>
                <c:pt idx="7038">
                  <c:v>137.628279113769</c:v>
                </c:pt>
                <c:pt idx="7039">
                  <c:v>137.62884699503499</c:v>
                </c:pt>
                <c:pt idx="7040">
                  <c:v>137.62941487630201</c:v>
                </c:pt>
                <c:pt idx="7041">
                  <c:v>137.629982757568</c:v>
                </c:pt>
                <c:pt idx="7042">
                  <c:v>137.63055063883399</c:v>
                </c:pt>
                <c:pt idx="7043">
                  <c:v>137.63111852010101</c:v>
                </c:pt>
                <c:pt idx="7044">
                  <c:v>137.63168640136701</c:v>
                </c:pt>
                <c:pt idx="7045">
                  <c:v>137.632254282633</c:v>
                </c:pt>
                <c:pt idx="7046">
                  <c:v>137.63282216389899</c:v>
                </c:pt>
                <c:pt idx="7047">
                  <c:v>137.63339004516601</c:v>
                </c:pt>
                <c:pt idx="7048">
                  <c:v>137.633957926432</c:v>
                </c:pt>
                <c:pt idx="7049">
                  <c:v>137.634525807698</c:v>
                </c:pt>
                <c:pt idx="7050">
                  <c:v>137.63509368896499</c:v>
                </c:pt>
                <c:pt idx="7051">
                  <c:v>137.63566157023101</c:v>
                </c:pt>
                <c:pt idx="7052">
                  <c:v>137.636229451497</c:v>
                </c:pt>
                <c:pt idx="7053">
                  <c:v>137.636797332763</c:v>
                </c:pt>
                <c:pt idx="7054">
                  <c:v>137.63736521403001</c:v>
                </c:pt>
                <c:pt idx="7055">
                  <c:v>137.63793309529601</c:v>
                </c:pt>
                <c:pt idx="7056">
                  <c:v>137.638500976562</c:v>
                </c:pt>
                <c:pt idx="7057">
                  <c:v>137.63906885782799</c:v>
                </c:pt>
                <c:pt idx="7058">
                  <c:v>137.63963673909501</c:v>
                </c:pt>
                <c:pt idx="7059">
                  <c:v>137.640204620361</c:v>
                </c:pt>
                <c:pt idx="7060">
                  <c:v>137.640772501627</c:v>
                </c:pt>
                <c:pt idx="7061">
                  <c:v>137.64134038289399</c:v>
                </c:pt>
                <c:pt idx="7062">
                  <c:v>137.64190826416001</c:v>
                </c:pt>
                <c:pt idx="7063">
                  <c:v>137.642476145426</c:v>
                </c:pt>
                <c:pt idx="7064">
                  <c:v>137.643044026692</c:v>
                </c:pt>
                <c:pt idx="7065">
                  <c:v>137.64361190795901</c:v>
                </c:pt>
                <c:pt idx="7066">
                  <c:v>137.64417978922501</c:v>
                </c:pt>
                <c:pt idx="7067">
                  <c:v>137.644747670491</c:v>
                </c:pt>
                <c:pt idx="7068">
                  <c:v>137.64531555175699</c:v>
                </c:pt>
                <c:pt idx="7069">
                  <c:v>137.64588343302401</c:v>
                </c:pt>
                <c:pt idx="7070">
                  <c:v>137.64645131429</c:v>
                </c:pt>
                <c:pt idx="7071">
                  <c:v>137.647019195556</c:v>
                </c:pt>
                <c:pt idx="7072">
                  <c:v>137.64758707682299</c:v>
                </c:pt>
                <c:pt idx="7073">
                  <c:v>137.64815495808901</c:v>
                </c:pt>
                <c:pt idx="7074">
                  <c:v>137.648722839355</c:v>
                </c:pt>
                <c:pt idx="7075">
                  <c:v>137.649290720621</c:v>
                </c:pt>
                <c:pt idx="7076">
                  <c:v>137.64985860188801</c:v>
                </c:pt>
                <c:pt idx="7077">
                  <c:v>137.65042648315401</c:v>
                </c:pt>
                <c:pt idx="7078">
                  <c:v>137.65099436442</c:v>
                </c:pt>
                <c:pt idx="7079">
                  <c:v>137.65156224568699</c:v>
                </c:pt>
                <c:pt idx="7080">
                  <c:v>137.65213012695301</c:v>
                </c:pt>
                <c:pt idx="7081">
                  <c:v>137.65269800821901</c:v>
                </c:pt>
                <c:pt idx="7082">
                  <c:v>137.653265889485</c:v>
                </c:pt>
                <c:pt idx="7083">
                  <c:v>137.65383377075199</c:v>
                </c:pt>
                <c:pt idx="7084">
                  <c:v>137.65440165201801</c:v>
                </c:pt>
                <c:pt idx="7085">
                  <c:v>137.654969533284</c:v>
                </c:pt>
                <c:pt idx="7086">
                  <c:v>137.65553741455</c:v>
                </c:pt>
                <c:pt idx="7087">
                  <c:v>137.65610529581701</c:v>
                </c:pt>
                <c:pt idx="7088">
                  <c:v>137.65667317708301</c:v>
                </c:pt>
                <c:pt idx="7089">
                  <c:v>137.657241058349</c:v>
                </c:pt>
                <c:pt idx="7090">
                  <c:v>137.65780893961599</c:v>
                </c:pt>
                <c:pt idx="7091">
                  <c:v>137.65837682088201</c:v>
                </c:pt>
                <c:pt idx="7092">
                  <c:v>137.65894470214801</c:v>
                </c:pt>
                <c:pt idx="7093">
                  <c:v>137.659512583414</c:v>
                </c:pt>
                <c:pt idx="7094">
                  <c:v>137.66008046468099</c:v>
                </c:pt>
                <c:pt idx="7095">
                  <c:v>137.66064834594701</c:v>
                </c:pt>
                <c:pt idx="7096">
                  <c:v>137.661216227213</c:v>
                </c:pt>
                <c:pt idx="7097">
                  <c:v>137.66178410847999</c:v>
                </c:pt>
                <c:pt idx="7098">
                  <c:v>137.66235198974601</c:v>
                </c:pt>
                <c:pt idx="7099">
                  <c:v>137.66291987101201</c:v>
                </c:pt>
                <c:pt idx="7100">
                  <c:v>137.663487752278</c:v>
                </c:pt>
                <c:pt idx="7101">
                  <c:v>137.66405563354499</c:v>
                </c:pt>
                <c:pt idx="7102">
                  <c:v>137.66462351481101</c:v>
                </c:pt>
                <c:pt idx="7103">
                  <c:v>137.66519139607701</c:v>
                </c:pt>
                <c:pt idx="7104">
                  <c:v>137.665759277343</c:v>
                </c:pt>
                <c:pt idx="7105">
                  <c:v>137.66632715860999</c:v>
                </c:pt>
                <c:pt idx="7106">
                  <c:v>137.66689503987601</c:v>
                </c:pt>
                <c:pt idx="7107">
                  <c:v>137.667462921142</c:v>
                </c:pt>
                <c:pt idx="7108">
                  <c:v>137.66803080240899</c:v>
                </c:pt>
                <c:pt idx="7109">
                  <c:v>137.66859868367499</c:v>
                </c:pt>
                <c:pt idx="7110">
                  <c:v>137.66916656494101</c:v>
                </c:pt>
                <c:pt idx="7111">
                  <c:v>137.669734446207</c:v>
                </c:pt>
                <c:pt idx="7112">
                  <c:v>137.67030232747399</c:v>
                </c:pt>
                <c:pt idx="7113">
                  <c:v>137.67087020874001</c:v>
                </c:pt>
                <c:pt idx="7114">
                  <c:v>137.67143809000601</c:v>
                </c:pt>
                <c:pt idx="7115">
                  <c:v>137.672005971272</c:v>
                </c:pt>
                <c:pt idx="7116">
                  <c:v>137.67257385253899</c:v>
                </c:pt>
                <c:pt idx="7117">
                  <c:v>137.67314173380501</c:v>
                </c:pt>
                <c:pt idx="7118">
                  <c:v>137.673709615071</c:v>
                </c:pt>
                <c:pt idx="7119">
                  <c:v>137.67427749633799</c:v>
                </c:pt>
                <c:pt idx="7120">
                  <c:v>137.67484537760399</c:v>
                </c:pt>
                <c:pt idx="7121">
                  <c:v>137.67541325887001</c:v>
                </c:pt>
                <c:pt idx="7122">
                  <c:v>137.675981140136</c:v>
                </c:pt>
                <c:pt idx="7123">
                  <c:v>137.67654902140299</c:v>
                </c:pt>
                <c:pt idx="7124">
                  <c:v>137.67711690266901</c:v>
                </c:pt>
                <c:pt idx="7125">
                  <c:v>137.67768478393501</c:v>
                </c:pt>
                <c:pt idx="7126">
                  <c:v>137.678252665202</c:v>
                </c:pt>
                <c:pt idx="7127">
                  <c:v>137.67882054646799</c:v>
                </c:pt>
                <c:pt idx="7128">
                  <c:v>137.67938842773401</c:v>
                </c:pt>
                <c:pt idx="7129">
                  <c:v>137.679956309</c:v>
                </c:pt>
                <c:pt idx="7130">
                  <c:v>137.68052419026699</c:v>
                </c:pt>
                <c:pt idx="7131">
                  <c:v>137.68109207153299</c:v>
                </c:pt>
                <c:pt idx="7132">
                  <c:v>137.68165995279901</c:v>
                </c:pt>
                <c:pt idx="7133">
                  <c:v>137.682227834065</c:v>
                </c:pt>
                <c:pt idx="7134">
                  <c:v>137.68279571533199</c:v>
                </c:pt>
                <c:pt idx="7135">
                  <c:v>137.68336359659801</c:v>
                </c:pt>
                <c:pt idx="7136">
                  <c:v>137.68393147786401</c:v>
                </c:pt>
                <c:pt idx="7137">
                  <c:v>137.684499359131</c:v>
                </c:pt>
                <c:pt idx="7138">
                  <c:v>137.68506724039699</c:v>
                </c:pt>
                <c:pt idx="7139">
                  <c:v>137.68563512166301</c:v>
                </c:pt>
                <c:pt idx="7140">
                  <c:v>137.68620300292901</c:v>
                </c:pt>
                <c:pt idx="7141">
                  <c:v>137.68677088419599</c:v>
                </c:pt>
                <c:pt idx="7142">
                  <c:v>137.68733876546199</c:v>
                </c:pt>
                <c:pt idx="7143">
                  <c:v>137.68790664672801</c:v>
                </c:pt>
                <c:pt idx="7144">
                  <c:v>137.688474527995</c:v>
                </c:pt>
                <c:pt idx="7145">
                  <c:v>137.68904240926099</c:v>
                </c:pt>
                <c:pt idx="7146">
                  <c:v>137.68961029052701</c:v>
                </c:pt>
                <c:pt idx="7147">
                  <c:v>137.69017817179301</c:v>
                </c:pt>
                <c:pt idx="7148">
                  <c:v>137.69074605306</c:v>
                </c:pt>
                <c:pt idx="7149">
                  <c:v>137.69131393432599</c:v>
                </c:pt>
                <c:pt idx="7150">
                  <c:v>137.69188181559201</c:v>
                </c:pt>
                <c:pt idx="7151">
                  <c:v>137.69244969685801</c:v>
                </c:pt>
                <c:pt idx="7152">
                  <c:v>137.69301757812499</c:v>
                </c:pt>
                <c:pt idx="7153">
                  <c:v>137.69358545939099</c:v>
                </c:pt>
                <c:pt idx="7154">
                  <c:v>137.69415334065701</c:v>
                </c:pt>
                <c:pt idx="7155">
                  <c:v>137.694721221924</c:v>
                </c:pt>
                <c:pt idx="7156">
                  <c:v>137.69528910318999</c:v>
                </c:pt>
                <c:pt idx="7157">
                  <c:v>137.69585698445599</c:v>
                </c:pt>
                <c:pt idx="7158">
                  <c:v>137.69642486572201</c:v>
                </c:pt>
                <c:pt idx="7159">
                  <c:v>137.696992746989</c:v>
                </c:pt>
                <c:pt idx="7160">
                  <c:v>137.69756062825499</c:v>
                </c:pt>
                <c:pt idx="7161">
                  <c:v>137.69812850952101</c:v>
                </c:pt>
                <c:pt idx="7162">
                  <c:v>137.698696390788</c:v>
                </c:pt>
                <c:pt idx="7163">
                  <c:v>137.69926427205399</c:v>
                </c:pt>
                <c:pt idx="7164">
                  <c:v>137.69983215331999</c:v>
                </c:pt>
                <c:pt idx="7165">
                  <c:v>137.70040003458601</c:v>
                </c:pt>
                <c:pt idx="7166">
                  <c:v>137.700967915853</c:v>
                </c:pt>
                <c:pt idx="7167">
                  <c:v>137.70153579711899</c:v>
                </c:pt>
                <c:pt idx="7168">
                  <c:v>137.70210367838499</c:v>
                </c:pt>
                <c:pt idx="7169">
                  <c:v>137.70267155965101</c:v>
                </c:pt>
                <c:pt idx="7170">
                  <c:v>137.703239440918</c:v>
                </c:pt>
                <c:pt idx="7171">
                  <c:v>137.70380732218399</c:v>
                </c:pt>
                <c:pt idx="7172">
                  <c:v>137.70437520345001</c:v>
                </c:pt>
                <c:pt idx="7173">
                  <c:v>137.704943084717</c:v>
                </c:pt>
                <c:pt idx="7174">
                  <c:v>137.705510965983</c:v>
                </c:pt>
                <c:pt idx="7175">
                  <c:v>137.70607884724899</c:v>
                </c:pt>
                <c:pt idx="7176">
                  <c:v>137.70664672851501</c:v>
                </c:pt>
                <c:pt idx="7177">
                  <c:v>137.707214609782</c:v>
                </c:pt>
                <c:pt idx="7178">
                  <c:v>137.70778249104799</c:v>
                </c:pt>
                <c:pt idx="7179">
                  <c:v>137.70835037231399</c:v>
                </c:pt>
                <c:pt idx="7180">
                  <c:v>137.70891825358001</c:v>
                </c:pt>
                <c:pt idx="7181">
                  <c:v>137.709486134847</c:v>
                </c:pt>
                <c:pt idx="7182">
                  <c:v>137.71005401611299</c:v>
                </c:pt>
                <c:pt idx="7183">
                  <c:v>137.71062189737901</c:v>
                </c:pt>
                <c:pt idx="7184">
                  <c:v>137.711189778646</c:v>
                </c:pt>
                <c:pt idx="7185">
                  <c:v>137.711757659912</c:v>
                </c:pt>
                <c:pt idx="7186">
                  <c:v>137.71232554117799</c:v>
                </c:pt>
                <c:pt idx="7187">
                  <c:v>137.71289342244401</c:v>
                </c:pt>
                <c:pt idx="7188">
                  <c:v>137.713461303711</c:v>
                </c:pt>
                <c:pt idx="7189">
                  <c:v>137.71402918497699</c:v>
                </c:pt>
                <c:pt idx="7190">
                  <c:v>137.71459706624299</c:v>
                </c:pt>
                <c:pt idx="7191">
                  <c:v>137.71516494751</c:v>
                </c:pt>
                <c:pt idx="7192">
                  <c:v>137.715732828776</c:v>
                </c:pt>
                <c:pt idx="7193">
                  <c:v>137.71630071004199</c:v>
                </c:pt>
                <c:pt idx="7194">
                  <c:v>137.71686859130801</c:v>
                </c:pt>
                <c:pt idx="7195">
                  <c:v>137.717436472575</c:v>
                </c:pt>
                <c:pt idx="7196">
                  <c:v>137.718004353841</c:v>
                </c:pt>
                <c:pt idx="7197">
                  <c:v>137.71857223510699</c:v>
                </c:pt>
                <c:pt idx="7198">
                  <c:v>137.71914011637301</c:v>
                </c:pt>
                <c:pt idx="7199">
                  <c:v>137.71970799764</c:v>
                </c:pt>
                <c:pt idx="7200">
                  <c:v>137.72027587890599</c:v>
                </c:pt>
                <c:pt idx="7201">
                  <c:v>137.720774078369</c:v>
                </c:pt>
                <c:pt idx="7202">
                  <c:v>137.72127227783201</c:v>
                </c:pt>
                <c:pt idx="7203">
                  <c:v>137.721770477295</c:v>
                </c:pt>
                <c:pt idx="7204">
                  <c:v>137.72226867675801</c:v>
                </c:pt>
                <c:pt idx="7205">
                  <c:v>137.72276687621999</c:v>
                </c:pt>
                <c:pt idx="7206">
                  <c:v>137.723265075683</c:v>
                </c:pt>
                <c:pt idx="7207">
                  <c:v>137.72376327514601</c:v>
                </c:pt>
                <c:pt idx="7208">
                  <c:v>137.72426147460899</c:v>
                </c:pt>
                <c:pt idx="7209">
                  <c:v>137.724759674072</c:v>
                </c:pt>
                <c:pt idx="7210">
                  <c:v>137.72525787353501</c:v>
                </c:pt>
                <c:pt idx="7211">
                  <c:v>137.725756072998</c:v>
                </c:pt>
                <c:pt idx="7212">
                  <c:v>137.72625427246101</c:v>
                </c:pt>
                <c:pt idx="7213">
                  <c:v>137.72675247192399</c:v>
                </c:pt>
                <c:pt idx="7214">
                  <c:v>137.727250671386</c:v>
                </c:pt>
                <c:pt idx="7215">
                  <c:v>137.72774887084901</c:v>
                </c:pt>
                <c:pt idx="7216">
                  <c:v>137.72824707031199</c:v>
                </c:pt>
                <c:pt idx="7217">
                  <c:v>137.728745269775</c:v>
                </c:pt>
                <c:pt idx="7218">
                  <c:v>137.72924346923801</c:v>
                </c:pt>
                <c:pt idx="7219">
                  <c:v>137.729741668701</c:v>
                </c:pt>
                <c:pt idx="7220">
                  <c:v>137.73023986816401</c:v>
                </c:pt>
                <c:pt idx="7221">
                  <c:v>137.73073806762699</c:v>
                </c:pt>
                <c:pt idx="7222">
                  <c:v>137.73123626709</c:v>
                </c:pt>
                <c:pt idx="7223">
                  <c:v>137.73173446655201</c:v>
                </c:pt>
                <c:pt idx="7224">
                  <c:v>137.73223266601499</c:v>
                </c:pt>
                <c:pt idx="7225">
                  <c:v>137.732730865478</c:v>
                </c:pt>
                <c:pt idx="7226">
                  <c:v>137.73322906494101</c:v>
                </c:pt>
                <c:pt idx="7227">
                  <c:v>137.733727264404</c:v>
                </c:pt>
                <c:pt idx="7228">
                  <c:v>137.73422546386701</c:v>
                </c:pt>
                <c:pt idx="7229">
                  <c:v>137.73472366332999</c:v>
                </c:pt>
                <c:pt idx="7230">
                  <c:v>137.735221862793</c:v>
                </c:pt>
                <c:pt idx="7231">
                  <c:v>137.73572006225601</c:v>
                </c:pt>
                <c:pt idx="7232">
                  <c:v>137.73621826171799</c:v>
                </c:pt>
                <c:pt idx="7233">
                  <c:v>137.736716461181</c:v>
                </c:pt>
                <c:pt idx="7234">
                  <c:v>137.73721466064401</c:v>
                </c:pt>
                <c:pt idx="7235">
                  <c:v>137.737712860107</c:v>
                </c:pt>
                <c:pt idx="7236">
                  <c:v>137.73821105957001</c:v>
                </c:pt>
                <c:pt idx="7237">
                  <c:v>137.73870925903299</c:v>
                </c:pt>
                <c:pt idx="7238">
                  <c:v>137.739207458496</c:v>
                </c:pt>
                <c:pt idx="7239">
                  <c:v>137.73970565795901</c:v>
                </c:pt>
                <c:pt idx="7240">
                  <c:v>137.74020385742199</c:v>
                </c:pt>
                <c:pt idx="7241">
                  <c:v>137.740702056885</c:v>
                </c:pt>
                <c:pt idx="7242">
                  <c:v>137.74120025634701</c:v>
                </c:pt>
                <c:pt idx="7243">
                  <c:v>137.74169845581</c:v>
                </c:pt>
                <c:pt idx="7244">
                  <c:v>137.74219665527301</c:v>
                </c:pt>
                <c:pt idx="7245">
                  <c:v>137.74269485473599</c:v>
                </c:pt>
                <c:pt idx="7246">
                  <c:v>137.743193054199</c:v>
                </c:pt>
                <c:pt idx="7247">
                  <c:v>137.74369125366201</c:v>
                </c:pt>
                <c:pt idx="7248">
                  <c:v>137.74418945312499</c:v>
                </c:pt>
                <c:pt idx="7249">
                  <c:v>137.744687652588</c:v>
                </c:pt>
                <c:pt idx="7250">
                  <c:v>137.74518585205101</c:v>
                </c:pt>
                <c:pt idx="7251">
                  <c:v>137.745684051513</c:v>
                </c:pt>
                <c:pt idx="7252">
                  <c:v>137.74618225097601</c:v>
                </c:pt>
                <c:pt idx="7253">
                  <c:v>137.74668045043899</c:v>
                </c:pt>
                <c:pt idx="7254">
                  <c:v>137.747178649902</c:v>
                </c:pt>
                <c:pt idx="7255">
                  <c:v>137.74767684936501</c:v>
                </c:pt>
                <c:pt idx="7256">
                  <c:v>137.74817504882799</c:v>
                </c:pt>
                <c:pt idx="7257">
                  <c:v>137.748673248291</c:v>
                </c:pt>
                <c:pt idx="7258">
                  <c:v>137.74917144775401</c:v>
                </c:pt>
                <c:pt idx="7259">
                  <c:v>137.74966964721699</c:v>
                </c:pt>
                <c:pt idx="7260">
                  <c:v>137.75016784667901</c:v>
                </c:pt>
                <c:pt idx="7261">
                  <c:v>137.75066604614199</c:v>
                </c:pt>
                <c:pt idx="7262">
                  <c:v>137.751164245605</c:v>
                </c:pt>
                <c:pt idx="7263">
                  <c:v>137.75166244506801</c:v>
                </c:pt>
                <c:pt idx="7264">
                  <c:v>137.75216064453099</c:v>
                </c:pt>
                <c:pt idx="7265">
                  <c:v>137.752658843994</c:v>
                </c:pt>
                <c:pt idx="7266">
                  <c:v>137.75315704345701</c:v>
                </c:pt>
                <c:pt idx="7267">
                  <c:v>137.75365524291999</c:v>
                </c:pt>
                <c:pt idx="7268">
                  <c:v>137.754153442383</c:v>
                </c:pt>
                <c:pt idx="7269">
                  <c:v>137.75465164184499</c:v>
                </c:pt>
                <c:pt idx="7270">
                  <c:v>137.755149841308</c:v>
                </c:pt>
                <c:pt idx="7271">
                  <c:v>137.75564804077101</c:v>
                </c:pt>
                <c:pt idx="7272">
                  <c:v>137.75614624023399</c:v>
                </c:pt>
                <c:pt idx="7273">
                  <c:v>137.756644439697</c:v>
                </c:pt>
                <c:pt idx="7274">
                  <c:v>137.75714263916001</c:v>
                </c:pt>
                <c:pt idx="7275">
                  <c:v>137.75764083862299</c:v>
                </c:pt>
                <c:pt idx="7276">
                  <c:v>137.758139038086</c:v>
                </c:pt>
                <c:pt idx="7277">
                  <c:v>137.75863723754901</c:v>
                </c:pt>
                <c:pt idx="7278">
                  <c:v>137.759135437011</c:v>
                </c:pt>
                <c:pt idx="7279">
                  <c:v>137.75963363647401</c:v>
                </c:pt>
                <c:pt idx="7280">
                  <c:v>137.76013183593699</c:v>
                </c:pt>
                <c:pt idx="7281">
                  <c:v>137.7606300354</c:v>
                </c:pt>
                <c:pt idx="7282">
                  <c:v>137.76112823486301</c:v>
                </c:pt>
                <c:pt idx="7283">
                  <c:v>137.76162643432599</c:v>
                </c:pt>
                <c:pt idx="7284">
                  <c:v>137.762124633789</c:v>
                </c:pt>
                <c:pt idx="7285">
                  <c:v>137.76262283325201</c:v>
                </c:pt>
                <c:pt idx="7286">
                  <c:v>137.76312103271499</c:v>
                </c:pt>
                <c:pt idx="7287">
                  <c:v>137.76361923217701</c:v>
                </c:pt>
                <c:pt idx="7288">
                  <c:v>137.76411743163999</c:v>
                </c:pt>
                <c:pt idx="7289">
                  <c:v>137.764615631103</c:v>
                </c:pt>
                <c:pt idx="7290">
                  <c:v>137.76511383056601</c:v>
                </c:pt>
                <c:pt idx="7291">
                  <c:v>137.76561203002899</c:v>
                </c:pt>
                <c:pt idx="7292">
                  <c:v>137.766110229492</c:v>
                </c:pt>
                <c:pt idx="7293">
                  <c:v>137.76660842895501</c:v>
                </c:pt>
                <c:pt idx="7294">
                  <c:v>137.76710662841799</c:v>
                </c:pt>
                <c:pt idx="7295">
                  <c:v>137.767604827881</c:v>
                </c:pt>
                <c:pt idx="7296">
                  <c:v>137.76810302734299</c:v>
                </c:pt>
                <c:pt idx="7297">
                  <c:v>137.768601226806</c:v>
                </c:pt>
                <c:pt idx="7298">
                  <c:v>137.76909942626901</c:v>
                </c:pt>
                <c:pt idx="7299">
                  <c:v>137.76959762573199</c:v>
                </c:pt>
                <c:pt idx="7300">
                  <c:v>137.770095825195</c:v>
                </c:pt>
                <c:pt idx="7301">
                  <c:v>137.77059402465801</c:v>
                </c:pt>
                <c:pt idx="7302">
                  <c:v>137.77109222412099</c:v>
                </c:pt>
                <c:pt idx="7303">
                  <c:v>137.771590423584</c:v>
                </c:pt>
                <c:pt idx="7304">
                  <c:v>137.77208862304701</c:v>
                </c:pt>
                <c:pt idx="7305">
                  <c:v>137.772586822509</c:v>
                </c:pt>
                <c:pt idx="7306">
                  <c:v>137.77308502197201</c:v>
                </c:pt>
                <c:pt idx="7307">
                  <c:v>137.77358322143499</c:v>
                </c:pt>
                <c:pt idx="7308">
                  <c:v>137.774081420898</c:v>
                </c:pt>
                <c:pt idx="7309">
                  <c:v>137.77457962036101</c:v>
                </c:pt>
                <c:pt idx="7310">
                  <c:v>137.77507781982399</c:v>
                </c:pt>
                <c:pt idx="7311">
                  <c:v>137.775576019287</c:v>
                </c:pt>
                <c:pt idx="7312">
                  <c:v>137.77607421875001</c:v>
                </c:pt>
                <c:pt idx="7313">
                  <c:v>137.77657241821299</c:v>
                </c:pt>
                <c:pt idx="7314">
                  <c:v>137.77707061767501</c:v>
                </c:pt>
                <c:pt idx="7315">
                  <c:v>137.77756881713799</c:v>
                </c:pt>
                <c:pt idx="7316">
                  <c:v>137.778067016601</c:v>
                </c:pt>
                <c:pt idx="7317">
                  <c:v>137.77856521606401</c:v>
                </c:pt>
                <c:pt idx="7318">
                  <c:v>137.77906341552699</c:v>
                </c:pt>
                <c:pt idx="7319">
                  <c:v>137.77956161499</c:v>
                </c:pt>
                <c:pt idx="7320">
                  <c:v>137.78005981445301</c:v>
                </c:pt>
                <c:pt idx="7321">
                  <c:v>137.78055801391599</c:v>
                </c:pt>
                <c:pt idx="7322">
                  <c:v>137.781056213379</c:v>
                </c:pt>
                <c:pt idx="7323">
                  <c:v>137.78155441284099</c:v>
                </c:pt>
                <c:pt idx="7324">
                  <c:v>137.782052612304</c:v>
                </c:pt>
                <c:pt idx="7325">
                  <c:v>137.78255081176701</c:v>
                </c:pt>
                <c:pt idx="7326">
                  <c:v>137.78304901122999</c:v>
                </c:pt>
                <c:pt idx="7327">
                  <c:v>137.783547210693</c:v>
                </c:pt>
                <c:pt idx="7328">
                  <c:v>137.78404541015601</c:v>
                </c:pt>
                <c:pt idx="7329">
                  <c:v>137.78454360961899</c:v>
                </c:pt>
                <c:pt idx="7330">
                  <c:v>137.785041809082</c:v>
                </c:pt>
                <c:pt idx="7331">
                  <c:v>137.78554000854501</c:v>
                </c:pt>
                <c:pt idx="7332">
                  <c:v>137.786038208007</c:v>
                </c:pt>
                <c:pt idx="7333">
                  <c:v>137.78653640747001</c:v>
                </c:pt>
                <c:pt idx="7334">
                  <c:v>137.78703460693299</c:v>
                </c:pt>
                <c:pt idx="7335">
                  <c:v>137.787532806396</c:v>
                </c:pt>
                <c:pt idx="7336">
                  <c:v>137.78803100585901</c:v>
                </c:pt>
                <c:pt idx="7337">
                  <c:v>137.78852920532199</c:v>
                </c:pt>
                <c:pt idx="7338">
                  <c:v>137.789027404785</c:v>
                </c:pt>
                <c:pt idx="7339">
                  <c:v>137.78952560424801</c:v>
                </c:pt>
                <c:pt idx="7340">
                  <c:v>137.79002380371099</c:v>
                </c:pt>
                <c:pt idx="7341">
                  <c:v>137.790522003174</c:v>
                </c:pt>
                <c:pt idx="7342">
                  <c:v>137.79102020263599</c:v>
                </c:pt>
                <c:pt idx="7343">
                  <c:v>137.791518402099</c:v>
                </c:pt>
                <c:pt idx="7344">
                  <c:v>137.79201660156201</c:v>
                </c:pt>
                <c:pt idx="7345">
                  <c:v>137.79251480102499</c:v>
                </c:pt>
                <c:pt idx="7346">
                  <c:v>137.793013000488</c:v>
                </c:pt>
                <c:pt idx="7347">
                  <c:v>137.79351119995101</c:v>
                </c:pt>
                <c:pt idx="7348">
                  <c:v>137.79400939941399</c:v>
                </c:pt>
                <c:pt idx="7349">
                  <c:v>137.794507598877</c:v>
                </c:pt>
                <c:pt idx="7350">
                  <c:v>137.79500579833999</c:v>
                </c:pt>
                <c:pt idx="7351">
                  <c:v>137.795503997802</c:v>
                </c:pt>
                <c:pt idx="7352">
                  <c:v>137.79600219726501</c:v>
                </c:pt>
                <c:pt idx="7353">
                  <c:v>137.79650039672799</c:v>
                </c:pt>
                <c:pt idx="7354">
                  <c:v>137.796998596191</c:v>
                </c:pt>
                <c:pt idx="7355">
                  <c:v>137.79749679565401</c:v>
                </c:pt>
                <c:pt idx="7356">
                  <c:v>137.79799499511699</c:v>
                </c:pt>
                <c:pt idx="7357">
                  <c:v>137.79849319458</c:v>
                </c:pt>
                <c:pt idx="7358">
                  <c:v>137.79899139404299</c:v>
                </c:pt>
                <c:pt idx="7359">
                  <c:v>137.799489593506</c:v>
                </c:pt>
                <c:pt idx="7360">
                  <c:v>137.79998779296801</c:v>
                </c:pt>
                <c:pt idx="7361">
                  <c:v>137.80048599243099</c:v>
                </c:pt>
                <c:pt idx="7362">
                  <c:v>137.800984191894</c:v>
                </c:pt>
                <c:pt idx="7363">
                  <c:v>137.80148239135701</c:v>
                </c:pt>
                <c:pt idx="7364">
                  <c:v>137.80198059081999</c:v>
                </c:pt>
                <c:pt idx="7365">
                  <c:v>137.802478790283</c:v>
                </c:pt>
                <c:pt idx="7366">
                  <c:v>137.80297698974601</c:v>
                </c:pt>
                <c:pt idx="7367">
                  <c:v>137.803475189209</c:v>
                </c:pt>
                <c:pt idx="7368">
                  <c:v>137.80397338867201</c:v>
                </c:pt>
                <c:pt idx="7369">
                  <c:v>137.80447158813399</c:v>
                </c:pt>
                <c:pt idx="7370">
                  <c:v>137.804969787597</c:v>
                </c:pt>
                <c:pt idx="7371">
                  <c:v>137.80546798706001</c:v>
                </c:pt>
                <c:pt idx="7372">
                  <c:v>137.80596618652299</c:v>
                </c:pt>
                <c:pt idx="7373">
                  <c:v>137.806464385986</c:v>
                </c:pt>
                <c:pt idx="7374">
                  <c:v>137.80696258544901</c:v>
                </c:pt>
                <c:pt idx="7375">
                  <c:v>137.807460784912</c:v>
                </c:pt>
                <c:pt idx="7376">
                  <c:v>137.80795898437501</c:v>
                </c:pt>
                <c:pt idx="7377">
                  <c:v>137.80845718383799</c:v>
                </c:pt>
                <c:pt idx="7378">
                  <c:v>137.8089553833</c:v>
                </c:pt>
                <c:pt idx="7379">
                  <c:v>137.80945358276301</c:v>
                </c:pt>
                <c:pt idx="7380">
                  <c:v>137.80995178222599</c:v>
                </c:pt>
                <c:pt idx="7381">
                  <c:v>137.810449981689</c:v>
                </c:pt>
                <c:pt idx="7382">
                  <c:v>137.81094818115201</c:v>
                </c:pt>
                <c:pt idx="7383">
                  <c:v>137.811446380615</c:v>
                </c:pt>
                <c:pt idx="7384">
                  <c:v>137.81194458007801</c:v>
                </c:pt>
                <c:pt idx="7385">
                  <c:v>137.81244277954099</c:v>
                </c:pt>
                <c:pt idx="7386">
                  <c:v>137.812940979004</c:v>
                </c:pt>
                <c:pt idx="7387">
                  <c:v>137.81343917846601</c:v>
                </c:pt>
                <c:pt idx="7388">
                  <c:v>137.81393737792899</c:v>
                </c:pt>
                <c:pt idx="7389">
                  <c:v>137.814435577392</c:v>
                </c:pt>
                <c:pt idx="7390">
                  <c:v>137.81493377685501</c:v>
                </c:pt>
                <c:pt idx="7391">
                  <c:v>137.815431976318</c:v>
                </c:pt>
                <c:pt idx="7392">
                  <c:v>137.81593017578101</c:v>
                </c:pt>
                <c:pt idx="7393">
                  <c:v>137.81642837524399</c:v>
                </c:pt>
                <c:pt idx="7394">
                  <c:v>137.816926574707</c:v>
                </c:pt>
                <c:pt idx="7395">
                  <c:v>137.81742477417001</c:v>
                </c:pt>
                <c:pt idx="7396">
                  <c:v>137.81792297363199</c:v>
                </c:pt>
                <c:pt idx="7397">
                  <c:v>137.818421173095</c:v>
                </c:pt>
                <c:pt idx="7398">
                  <c:v>137.81891937255801</c:v>
                </c:pt>
                <c:pt idx="7399">
                  <c:v>137.819417572021</c:v>
                </c:pt>
                <c:pt idx="7400">
                  <c:v>137.81991577148401</c:v>
                </c:pt>
                <c:pt idx="7401">
                  <c:v>137.82041397094699</c:v>
                </c:pt>
                <c:pt idx="7402">
                  <c:v>137.82091217041</c:v>
                </c:pt>
                <c:pt idx="7403">
                  <c:v>137.82141036987301</c:v>
                </c:pt>
                <c:pt idx="7404">
                  <c:v>137.82190856933599</c:v>
                </c:pt>
                <c:pt idx="7405">
                  <c:v>137.822406768798</c:v>
                </c:pt>
                <c:pt idx="7406">
                  <c:v>137.82290496826101</c:v>
                </c:pt>
                <c:pt idx="7407">
                  <c:v>137.823403167724</c:v>
                </c:pt>
                <c:pt idx="7408">
                  <c:v>137.82390136718701</c:v>
                </c:pt>
                <c:pt idx="7409">
                  <c:v>137.82439956664999</c:v>
                </c:pt>
                <c:pt idx="7410">
                  <c:v>137.824897766113</c:v>
                </c:pt>
                <c:pt idx="7411">
                  <c:v>137.82539596557601</c:v>
                </c:pt>
                <c:pt idx="7412">
                  <c:v>137.82589416503899</c:v>
                </c:pt>
                <c:pt idx="7413">
                  <c:v>137.826392364502</c:v>
                </c:pt>
                <c:pt idx="7414">
                  <c:v>137.82689056396401</c:v>
                </c:pt>
                <c:pt idx="7415">
                  <c:v>137.827388763427</c:v>
                </c:pt>
                <c:pt idx="7416">
                  <c:v>137.82788696289001</c:v>
                </c:pt>
                <c:pt idx="7417">
                  <c:v>137.82838516235299</c:v>
                </c:pt>
                <c:pt idx="7418">
                  <c:v>137.828883361816</c:v>
                </c:pt>
                <c:pt idx="7419">
                  <c:v>137.82938156127901</c:v>
                </c:pt>
                <c:pt idx="7420">
                  <c:v>137.82987976074199</c:v>
                </c:pt>
                <c:pt idx="7421">
                  <c:v>137.830377960205</c:v>
                </c:pt>
                <c:pt idx="7422">
                  <c:v>137.83087615966801</c:v>
                </c:pt>
                <c:pt idx="7423">
                  <c:v>137.83137435913</c:v>
                </c:pt>
                <c:pt idx="7424">
                  <c:v>137.83187255859301</c:v>
                </c:pt>
                <c:pt idx="7425">
                  <c:v>137.83237075805599</c:v>
                </c:pt>
                <c:pt idx="7426">
                  <c:v>137.832868957519</c:v>
                </c:pt>
                <c:pt idx="7427">
                  <c:v>137.83336715698201</c:v>
                </c:pt>
                <c:pt idx="7428">
                  <c:v>137.83386535644499</c:v>
                </c:pt>
                <c:pt idx="7429">
                  <c:v>137.834363555908</c:v>
                </c:pt>
                <c:pt idx="7430">
                  <c:v>137.83486175537101</c:v>
                </c:pt>
                <c:pt idx="7431">
                  <c:v>137.83535995483399</c:v>
                </c:pt>
                <c:pt idx="7432">
                  <c:v>137.835858154297</c:v>
                </c:pt>
                <c:pt idx="7433">
                  <c:v>137.83635635375899</c:v>
                </c:pt>
                <c:pt idx="7434">
                  <c:v>137.836854553222</c:v>
                </c:pt>
                <c:pt idx="7435">
                  <c:v>137.83735275268501</c:v>
                </c:pt>
                <c:pt idx="7436">
                  <c:v>137.83785095214799</c:v>
                </c:pt>
                <c:pt idx="7437">
                  <c:v>137.838349151611</c:v>
                </c:pt>
                <c:pt idx="7438">
                  <c:v>137.83884735107401</c:v>
                </c:pt>
                <c:pt idx="7439">
                  <c:v>137.83934555053699</c:v>
                </c:pt>
                <c:pt idx="7440">
                  <c:v>137.83984375</c:v>
                </c:pt>
                <c:pt idx="7441">
                  <c:v>137.84034194946301</c:v>
                </c:pt>
                <c:pt idx="7442">
                  <c:v>137.840840148925</c:v>
                </c:pt>
                <c:pt idx="7443">
                  <c:v>137.84133834838801</c:v>
                </c:pt>
                <c:pt idx="7444">
                  <c:v>137.84183654785099</c:v>
                </c:pt>
                <c:pt idx="7445">
                  <c:v>137.842334747314</c:v>
                </c:pt>
                <c:pt idx="7446">
                  <c:v>137.84283294677701</c:v>
                </c:pt>
                <c:pt idx="7447">
                  <c:v>137.84333114623999</c:v>
                </c:pt>
                <c:pt idx="7448">
                  <c:v>137.843829345703</c:v>
                </c:pt>
                <c:pt idx="7449">
                  <c:v>137.84432754516601</c:v>
                </c:pt>
                <c:pt idx="7450">
                  <c:v>137.84482574462899</c:v>
                </c:pt>
                <c:pt idx="7451">
                  <c:v>137.84532394409101</c:v>
                </c:pt>
                <c:pt idx="7452">
                  <c:v>137.84582214355399</c:v>
                </c:pt>
                <c:pt idx="7453">
                  <c:v>137.846320343017</c:v>
                </c:pt>
                <c:pt idx="7454">
                  <c:v>137.84681854248001</c:v>
                </c:pt>
                <c:pt idx="7455">
                  <c:v>137.84731674194299</c:v>
                </c:pt>
                <c:pt idx="7456">
                  <c:v>137.847814941406</c:v>
                </c:pt>
                <c:pt idx="7457">
                  <c:v>137.84831314086901</c:v>
                </c:pt>
                <c:pt idx="7458">
                  <c:v>137.84881134033199</c:v>
                </c:pt>
                <c:pt idx="7459">
                  <c:v>137.849309539795</c:v>
                </c:pt>
                <c:pt idx="7460">
                  <c:v>137.84980773925699</c:v>
                </c:pt>
                <c:pt idx="7461">
                  <c:v>137.85030593872</c:v>
                </c:pt>
                <c:pt idx="7462">
                  <c:v>137.85080413818301</c:v>
                </c:pt>
                <c:pt idx="7463">
                  <c:v>137.85130233764599</c:v>
                </c:pt>
                <c:pt idx="7464">
                  <c:v>137.851800537109</c:v>
                </c:pt>
                <c:pt idx="7465">
                  <c:v>137.85229873657201</c:v>
                </c:pt>
                <c:pt idx="7466">
                  <c:v>137.85279693603499</c:v>
                </c:pt>
                <c:pt idx="7467">
                  <c:v>137.853295135498</c:v>
                </c:pt>
                <c:pt idx="7468">
                  <c:v>137.85379333496101</c:v>
                </c:pt>
                <c:pt idx="7469">
                  <c:v>137.854291534423</c:v>
                </c:pt>
                <c:pt idx="7470">
                  <c:v>137.85478973388601</c:v>
                </c:pt>
                <c:pt idx="7471">
                  <c:v>137.85528793334899</c:v>
                </c:pt>
                <c:pt idx="7472">
                  <c:v>137.855786132812</c:v>
                </c:pt>
                <c:pt idx="7473">
                  <c:v>137.85628433227501</c:v>
                </c:pt>
                <c:pt idx="7474">
                  <c:v>137.85678253173799</c:v>
                </c:pt>
                <c:pt idx="7475">
                  <c:v>137.857280731201</c:v>
                </c:pt>
                <c:pt idx="7476">
                  <c:v>137.85777893066401</c:v>
                </c:pt>
                <c:pt idx="7477">
                  <c:v>137.85827713012699</c:v>
                </c:pt>
                <c:pt idx="7478">
                  <c:v>137.85877532958901</c:v>
                </c:pt>
                <c:pt idx="7479">
                  <c:v>137.85927352905199</c:v>
                </c:pt>
                <c:pt idx="7480">
                  <c:v>137.859771728515</c:v>
                </c:pt>
                <c:pt idx="7481">
                  <c:v>137.86026992797801</c:v>
                </c:pt>
                <c:pt idx="7482">
                  <c:v>137.86076812744099</c:v>
                </c:pt>
                <c:pt idx="7483">
                  <c:v>137.861266326904</c:v>
                </c:pt>
                <c:pt idx="7484">
                  <c:v>137.86176452636701</c:v>
                </c:pt>
                <c:pt idx="7485">
                  <c:v>137.86226272582999</c:v>
                </c:pt>
                <c:pt idx="7486">
                  <c:v>137.862760925293</c:v>
                </c:pt>
                <c:pt idx="7487">
                  <c:v>137.86325912475499</c:v>
                </c:pt>
                <c:pt idx="7488">
                  <c:v>137.863757324218</c:v>
                </c:pt>
                <c:pt idx="7489">
                  <c:v>137.86425552368101</c:v>
                </c:pt>
                <c:pt idx="7490">
                  <c:v>137.86475372314399</c:v>
                </c:pt>
                <c:pt idx="7491">
                  <c:v>137.865251922607</c:v>
                </c:pt>
                <c:pt idx="7492">
                  <c:v>137.86575012207001</c:v>
                </c:pt>
                <c:pt idx="7493">
                  <c:v>137.86624832153299</c:v>
                </c:pt>
                <c:pt idx="7494">
                  <c:v>137.866746520996</c:v>
                </c:pt>
                <c:pt idx="7495">
                  <c:v>137.86724472045901</c:v>
                </c:pt>
                <c:pt idx="7496">
                  <c:v>137.867742919921</c:v>
                </c:pt>
                <c:pt idx="7497">
                  <c:v>137.86824111938401</c:v>
                </c:pt>
                <c:pt idx="7498">
                  <c:v>137.86873931884699</c:v>
                </c:pt>
                <c:pt idx="7499">
                  <c:v>137.86923751831</c:v>
                </c:pt>
                <c:pt idx="7500">
                  <c:v>137.86973571777301</c:v>
                </c:pt>
                <c:pt idx="7501">
                  <c:v>137.87017456054599</c:v>
                </c:pt>
                <c:pt idx="7502">
                  <c:v>137.87061340331999</c:v>
                </c:pt>
                <c:pt idx="7503">
                  <c:v>137.871052246093</c:v>
                </c:pt>
                <c:pt idx="7504">
                  <c:v>137.871491088867</c:v>
                </c:pt>
                <c:pt idx="7505">
                  <c:v>137.87192993164001</c:v>
                </c:pt>
                <c:pt idx="7506">
                  <c:v>137.87236877441401</c:v>
                </c:pt>
                <c:pt idx="7507">
                  <c:v>137.87280761718699</c:v>
                </c:pt>
                <c:pt idx="7508">
                  <c:v>137.873246459961</c:v>
                </c:pt>
                <c:pt idx="7509">
                  <c:v>137.873685302734</c:v>
                </c:pt>
                <c:pt idx="7510">
                  <c:v>137.87412414550701</c:v>
                </c:pt>
                <c:pt idx="7511">
                  <c:v>137.87456298828101</c:v>
                </c:pt>
                <c:pt idx="7512">
                  <c:v>137.87500183105399</c:v>
                </c:pt>
                <c:pt idx="7513">
                  <c:v>137.875440673828</c:v>
                </c:pt>
                <c:pt idx="7514">
                  <c:v>137.875879516601</c:v>
                </c:pt>
                <c:pt idx="7515">
                  <c:v>137.87631835937501</c:v>
                </c:pt>
                <c:pt idx="7516">
                  <c:v>137.87675720214801</c:v>
                </c:pt>
                <c:pt idx="7517">
                  <c:v>137.87719604492099</c:v>
                </c:pt>
                <c:pt idx="7518">
                  <c:v>137.877634887695</c:v>
                </c:pt>
                <c:pt idx="7519">
                  <c:v>137.878073730468</c:v>
                </c:pt>
                <c:pt idx="7520">
                  <c:v>137.87851257324201</c:v>
                </c:pt>
                <c:pt idx="7521">
                  <c:v>137.87895141601501</c:v>
                </c:pt>
                <c:pt idx="7522">
                  <c:v>137.87939025878899</c:v>
                </c:pt>
                <c:pt idx="7523">
                  <c:v>137.879829101562</c:v>
                </c:pt>
                <c:pt idx="7524">
                  <c:v>137.880267944336</c:v>
                </c:pt>
                <c:pt idx="7525">
                  <c:v>137.88070678710901</c:v>
                </c:pt>
                <c:pt idx="7526">
                  <c:v>137.88114562988201</c:v>
                </c:pt>
                <c:pt idx="7527">
                  <c:v>137.88158447265599</c:v>
                </c:pt>
                <c:pt idx="7528">
                  <c:v>137.882023315429</c:v>
                </c:pt>
                <c:pt idx="7529">
                  <c:v>137.882462158203</c:v>
                </c:pt>
                <c:pt idx="7530">
                  <c:v>137.88290100097601</c:v>
                </c:pt>
                <c:pt idx="7531">
                  <c:v>137.88333984375001</c:v>
                </c:pt>
                <c:pt idx="7532">
                  <c:v>137.88377868652299</c:v>
                </c:pt>
                <c:pt idx="7533">
                  <c:v>137.884217529296</c:v>
                </c:pt>
                <c:pt idx="7534">
                  <c:v>137.88465637207</c:v>
                </c:pt>
                <c:pt idx="7535">
                  <c:v>137.88509521484301</c:v>
                </c:pt>
                <c:pt idx="7536">
                  <c:v>137.88553405761701</c:v>
                </c:pt>
                <c:pt idx="7537">
                  <c:v>137.88597290038999</c:v>
                </c:pt>
                <c:pt idx="7538">
                  <c:v>137.88641174316399</c:v>
                </c:pt>
                <c:pt idx="7539">
                  <c:v>137.886850585937</c:v>
                </c:pt>
                <c:pt idx="7540">
                  <c:v>137.887289428711</c:v>
                </c:pt>
                <c:pt idx="7541">
                  <c:v>137.88772827148401</c:v>
                </c:pt>
                <c:pt idx="7542">
                  <c:v>137.88816711425699</c:v>
                </c:pt>
                <c:pt idx="7543">
                  <c:v>137.88860595703099</c:v>
                </c:pt>
                <c:pt idx="7544">
                  <c:v>137.889044799804</c:v>
                </c:pt>
                <c:pt idx="7545">
                  <c:v>137.889483642578</c:v>
                </c:pt>
                <c:pt idx="7546">
                  <c:v>137.88992248535101</c:v>
                </c:pt>
                <c:pt idx="7547">
                  <c:v>137.89036132812501</c:v>
                </c:pt>
                <c:pt idx="7548">
                  <c:v>137.89080017089799</c:v>
                </c:pt>
                <c:pt idx="7549">
                  <c:v>137.891239013671</c:v>
                </c:pt>
                <c:pt idx="7550">
                  <c:v>137.891677856445</c:v>
                </c:pt>
                <c:pt idx="7551">
                  <c:v>137.89211669921801</c:v>
                </c:pt>
                <c:pt idx="7552">
                  <c:v>137.89255554199201</c:v>
                </c:pt>
                <c:pt idx="7553">
                  <c:v>137.89299438476499</c:v>
                </c:pt>
                <c:pt idx="7554">
                  <c:v>137.89343322753899</c:v>
                </c:pt>
                <c:pt idx="7555">
                  <c:v>137.893872070312</c:v>
                </c:pt>
                <c:pt idx="7556">
                  <c:v>137.89431091308501</c:v>
                </c:pt>
                <c:pt idx="7557">
                  <c:v>137.89474975585901</c:v>
                </c:pt>
                <c:pt idx="7558">
                  <c:v>137.89518859863199</c:v>
                </c:pt>
                <c:pt idx="7559">
                  <c:v>137.89562744140599</c:v>
                </c:pt>
                <c:pt idx="7560">
                  <c:v>137.896066284179</c:v>
                </c:pt>
                <c:pt idx="7561">
                  <c:v>137.896505126953</c:v>
                </c:pt>
                <c:pt idx="7562">
                  <c:v>137.89694396972601</c:v>
                </c:pt>
                <c:pt idx="7563">
                  <c:v>137.89738281250001</c:v>
                </c:pt>
                <c:pt idx="7564">
                  <c:v>137.89782165527299</c:v>
                </c:pt>
                <c:pt idx="7565">
                  <c:v>137.898260498046</c:v>
                </c:pt>
                <c:pt idx="7566">
                  <c:v>137.89869934082</c:v>
                </c:pt>
                <c:pt idx="7567">
                  <c:v>137.89913818359301</c:v>
                </c:pt>
                <c:pt idx="7568">
                  <c:v>137.89957702636701</c:v>
                </c:pt>
                <c:pt idx="7569">
                  <c:v>137.90001586913999</c:v>
                </c:pt>
                <c:pt idx="7570">
                  <c:v>137.90045471191399</c:v>
                </c:pt>
                <c:pt idx="7571">
                  <c:v>137.900893554687</c:v>
                </c:pt>
                <c:pt idx="7572">
                  <c:v>137.90133239746001</c:v>
                </c:pt>
                <c:pt idx="7573">
                  <c:v>137.90177124023401</c:v>
                </c:pt>
                <c:pt idx="7574">
                  <c:v>137.90221008300699</c:v>
                </c:pt>
                <c:pt idx="7575">
                  <c:v>137.90264892578099</c:v>
                </c:pt>
                <c:pt idx="7576">
                  <c:v>137.903087768554</c:v>
                </c:pt>
                <c:pt idx="7577">
                  <c:v>137.903526611328</c:v>
                </c:pt>
                <c:pt idx="7578">
                  <c:v>137.90396545410101</c:v>
                </c:pt>
                <c:pt idx="7579">
                  <c:v>137.90440429687499</c:v>
                </c:pt>
                <c:pt idx="7580">
                  <c:v>137.90484313964799</c:v>
                </c:pt>
                <c:pt idx="7581">
                  <c:v>137.905281982421</c:v>
                </c:pt>
                <c:pt idx="7582">
                  <c:v>137.905720825195</c:v>
                </c:pt>
                <c:pt idx="7583">
                  <c:v>137.90615966796801</c:v>
                </c:pt>
                <c:pt idx="7584">
                  <c:v>137.90659851074199</c:v>
                </c:pt>
                <c:pt idx="7585">
                  <c:v>137.90703735351499</c:v>
                </c:pt>
                <c:pt idx="7586">
                  <c:v>137.907476196289</c:v>
                </c:pt>
                <c:pt idx="7587">
                  <c:v>137.907915039062</c:v>
                </c:pt>
                <c:pt idx="7588">
                  <c:v>137.90835388183501</c:v>
                </c:pt>
                <c:pt idx="7589">
                  <c:v>137.90879272460899</c:v>
                </c:pt>
                <c:pt idx="7590">
                  <c:v>137.90923156738199</c:v>
                </c:pt>
                <c:pt idx="7591">
                  <c:v>137.909670410156</c:v>
                </c:pt>
                <c:pt idx="7592">
                  <c:v>137.910109252929</c:v>
                </c:pt>
                <c:pt idx="7593">
                  <c:v>137.91054809570301</c:v>
                </c:pt>
                <c:pt idx="7594">
                  <c:v>137.91098693847599</c:v>
                </c:pt>
                <c:pt idx="7595">
                  <c:v>137.91142578124899</c:v>
                </c:pt>
                <c:pt idx="7596">
                  <c:v>137.911864624023</c:v>
                </c:pt>
                <c:pt idx="7597">
                  <c:v>137.912303466796</c:v>
                </c:pt>
                <c:pt idx="7598">
                  <c:v>137.91274230957001</c:v>
                </c:pt>
                <c:pt idx="7599">
                  <c:v>137.91318115234299</c:v>
                </c:pt>
                <c:pt idx="7600">
                  <c:v>137.91361999511699</c:v>
                </c:pt>
                <c:pt idx="7601">
                  <c:v>137.91405883789</c:v>
                </c:pt>
                <c:pt idx="7602">
                  <c:v>137.914497680664</c:v>
                </c:pt>
                <c:pt idx="7603">
                  <c:v>137.91493652343701</c:v>
                </c:pt>
                <c:pt idx="7604">
                  <c:v>137.91537536620999</c:v>
                </c:pt>
                <c:pt idx="7605">
                  <c:v>137.91581420898399</c:v>
                </c:pt>
                <c:pt idx="7606">
                  <c:v>137.916253051757</c:v>
                </c:pt>
                <c:pt idx="7607">
                  <c:v>137.916691894531</c:v>
                </c:pt>
                <c:pt idx="7608">
                  <c:v>137.91713073730401</c:v>
                </c:pt>
                <c:pt idx="7609">
                  <c:v>137.91756958007801</c:v>
                </c:pt>
                <c:pt idx="7610">
                  <c:v>137.91800842285099</c:v>
                </c:pt>
                <c:pt idx="7611">
                  <c:v>137.918447265624</c:v>
                </c:pt>
                <c:pt idx="7612">
                  <c:v>137.918886108398</c:v>
                </c:pt>
                <c:pt idx="7613">
                  <c:v>137.91932495117101</c:v>
                </c:pt>
                <c:pt idx="7614">
                  <c:v>137.91976379394501</c:v>
                </c:pt>
                <c:pt idx="7615">
                  <c:v>137.92020263671799</c:v>
                </c:pt>
                <c:pt idx="7616">
                  <c:v>137.92064147949199</c:v>
                </c:pt>
                <c:pt idx="7617">
                  <c:v>137.921080322265</c:v>
                </c:pt>
                <c:pt idx="7618">
                  <c:v>137.921519165039</c:v>
                </c:pt>
                <c:pt idx="7619">
                  <c:v>137.92195800781201</c:v>
                </c:pt>
                <c:pt idx="7620">
                  <c:v>137.92239685058499</c:v>
                </c:pt>
                <c:pt idx="7621">
                  <c:v>137.92283569335899</c:v>
                </c:pt>
                <c:pt idx="7622">
                  <c:v>137.923274536132</c:v>
                </c:pt>
                <c:pt idx="7623">
                  <c:v>137.923713378906</c:v>
                </c:pt>
                <c:pt idx="7624">
                  <c:v>137.92415222167901</c:v>
                </c:pt>
                <c:pt idx="7625">
                  <c:v>137.92459106445301</c:v>
                </c:pt>
                <c:pt idx="7626">
                  <c:v>137.92502990722599</c:v>
                </c:pt>
                <c:pt idx="7627">
                  <c:v>137.925468749999</c:v>
                </c:pt>
                <c:pt idx="7628">
                  <c:v>137.925907592773</c:v>
                </c:pt>
                <c:pt idx="7629">
                  <c:v>137.92634643554601</c:v>
                </c:pt>
                <c:pt idx="7630">
                  <c:v>137.92678527832001</c:v>
                </c:pt>
                <c:pt idx="7631">
                  <c:v>137.92722412109299</c:v>
                </c:pt>
                <c:pt idx="7632">
                  <c:v>137.92766296386699</c:v>
                </c:pt>
                <c:pt idx="7633">
                  <c:v>137.92810180664</c:v>
                </c:pt>
                <c:pt idx="7634">
                  <c:v>137.928540649414</c:v>
                </c:pt>
                <c:pt idx="7635">
                  <c:v>137.92897949218701</c:v>
                </c:pt>
                <c:pt idx="7636">
                  <c:v>137.92941833495999</c:v>
                </c:pt>
                <c:pt idx="7637">
                  <c:v>137.92985717773399</c:v>
                </c:pt>
                <c:pt idx="7638">
                  <c:v>137.930296020507</c:v>
                </c:pt>
                <c:pt idx="7639">
                  <c:v>137.930734863281</c:v>
                </c:pt>
                <c:pt idx="7640">
                  <c:v>137.93117370605401</c:v>
                </c:pt>
                <c:pt idx="7641">
                  <c:v>137.93161254882801</c:v>
                </c:pt>
                <c:pt idx="7642">
                  <c:v>137.93205139160099</c:v>
                </c:pt>
                <c:pt idx="7643">
                  <c:v>137.932490234374</c:v>
                </c:pt>
                <c:pt idx="7644">
                  <c:v>137.932929077148</c:v>
                </c:pt>
                <c:pt idx="7645">
                  <c:v>137.93336791992101</c:v>
                </c:pt>
                <c:pt idx="7646">
                  <c:v>137.93380676269501</c:v>
                </c:pt>
                <c:pt idx="7647">
                  <c:v>137.93424560546799</c:v>
                </c:pt>
                <c:pt idx="7648">
                  <c:v>137.934684448242</c:v>
                </c:pt>
                <c:pt idx="7649">
                  <c:v>137.935123291015</c:v>
                </c:pt>
                <c:pt idx="7650">
                  <c:v>137.93556213378901</c:v>
                </c:pt>
                <c:pt idx="7651">
                  <c:v>137.93600097656201</c:v>
                </c:pt>
                <c:pt idx="7652">
                  <c:v>137.93643981933499</c:v>
                </c:pt>
                <c:pt idx="7653">
                  <c:v>137.936878662109</c:v>
                </c:pt>
                <c:pt idx="7654">
                  <c:v>137.937317504882</c:v>
                </c:pt>
                <c:pt idx="7655">
                  <c:v>137.93775634765601</c:v>
                </c:pt>
                <c:pt idx="7656">
                  <c:v>137.93819519042901</c:v>
                </c:pt>
                <c:pt idx="7657">
                  <c:v>137.93863403320299</c:v>
                </c:pt>
                <c:pt idx="7658">
                  <c:v>137.939072875976</c:v>
                </c:pt>
                <c:pt idx="7659">
                  <c:v>137.939511718749</c:v>
                </c:pt>
                <c:pt idx="7660">
                  <c:v>137.93995056152301</c:v>
                </c:pt>
                <c:pt idx="7661">
                  <c:v>137.94038940429601</c:v>
                </c:pt>
                <c:pt idx="7662">
                  <c:v>137.94082824706999</c:v>
                </c:pt>
                <c:pt idx="7663">
                  <c:v>137.941267089843</c:v>
                </c:pt>
                <c:pt idx="7664">
                  <c:v>137.941705932617</c:v>
                </c:pt>
                <c:pt idx="7665">
                  <c:v>137.94214477539001</c:v>
                </c:pt>
                <c:pt idx="7666">
                  <c:v>137.94258361816401</c:v>
                </c:pt>
                <c:pt idx="7667">
                  <c:v>137.94302246093699</c:v>
                </c:pt>
                <c:pt idx="7668">
                  <c:v>137.94346130371</c:v>
                </c:pt>
                <c:pt idx="7669">
                  <c:v>137.943900146484</c:v>
                </c:pt>
                <c:pt idx="7670">
                  <c:v>137.94433898925701</c:v>
                </c:pt>
                <c:pt idx="7671">
                  <c:v>137.94477783203101</c:v>
                </c:pt>
                <c:pt idx="7672">
                  <c:v>137.94521667480399</c:v>
                </c:pt>
                <c:pt idx="7673">
                  <c:v>137.94565551757799</c:v>
                </c:pt>
                <c:pt idx="7674">
                  <c:v>137.946094360351</c:v>
                </c:pt>
                <c:pt idx="7675">
                  <c:v>137.94653320312401</c:v>
                </c:pt>
                <c:pt idx="7676">
                  <c:v>137.94697204589801</c:v>
                </c:pt>
                <c:pt idx="7677">
                  <c:v>137.94741088867099</c:v>
                </c:pt>
                <c:pt idx="7678">
                  <c:v>137.94784973144499</c:v>
                </c:pt>
                <c:pt idx="7679">
                  <c:v>137.948288574218</c:v>
                </c:pt>
                <c:pt idx="7680">
                  <c:v>137.948727416992</c:v>
                </c:pt>
                <c:pt idx="7681">
                  <c:v>137.94916625976501</c:v>
                </c:pt>
                <c:pt idx="7682">
                  <c:v>137.94960510253901</c:v>
                </c:pt>
                <c:pt idx="7683">
                  <c:v>137.95004394531199</c:v>
                </c:pt>
                <c:pt idx="7684">
                  <c:v>137.950482788085</c:v>
                </c:pt>
                <c:pt idx="7685">
                  <c:v>137.950921630859</c:v>
                </c:pt>
                <c:pt idx="7686">
                  <c:v>137.95136047363201</c:v>
                </c:pt>
                <c:pt idx="7687">
                  <c:v>137.95179931640601</c:v>
                </c:pt>
                <c:pt idx="7688">
                  <c:v>137.95223815917899</c:v>
                </c:pt>
                <c:pt idx="7689">
                  <c:v>137.95267700195299</c:v>
                </c:pt>
                <c:pt idx="7690">
                  <c:v>137.953115844726</c:v>
                </c:pt>
                <c:pt idx="7691">
                  <c:v>137.95355468749901</c:v>
                </c:pt>
                <c:pt idx="7692">
                  <c:v>137.95399353027301</c:v>
                </c:pt>
                <c:pt idx="7693">
                  <c:v>137.95443237304599</c:v>
                </c:pt>
                <c:pt idx="7694">
                  <c:v>137.95487121581999</c:v>
                </c:pt>
                <c:pt idx="7695">
                  <c:v>137.955310058593</c:v>
                </c:pt>
                <c:pt idx="7696">
                  <c:v>137.955748901367</c:v>
                </c:pt>
                <c:pt idx="7697">
                  <c:v>137.95618774414001</c:v>
                </c:pt>
                <c:pt idx="7698">
                  <c:v>137.95662658691299</c:v>
                </c:pt>
                <c:pt idx="7699">
                  <c:v>137.95706542968699</c:v>
                </c:pt>
                <c:pt idx="7700">
                  <c:v>137.95750427246</c:v>
                </c:pt>
                <c:pt idx="7701">
                  <c:v>137.957943115234</c:v>
                </c:pt>
                <c:pt idx="7702">
                  <c:v>137.95838195800701</c:v>
                </c:pt>
                <c:pt idx="7703">
                  <c:v>137.95882080078101</c:v>
                </c:pt>
                <c:pt idx="7704">
                  <c:v>137.95925964355399</c:v>
                </c:pt>
                <c:pt idx="7705">
                  <c:v>137.95969848632799</c:v>
                </c:pt>
                <c:pt idx="7706">
                  <c:v>137.960137329101</c:v>
                </c:pt>
                <c:pt idx="7707">
                  <c:v>137.96057617187401</c:v>
                </c:pt>
                <c:pt idx="7708">
                  <c:v>137.96101501464801</c:v>
                </c:pt>
                <c:pt idx="7709">
                  <c:v>137.96145385742099</c:v>
                </c:pt>
                <c:pt idx="7710">
                  <c:v>137.96189270019499</c:v>
                </c:pt>
                <c:pt idx="7711">
                  <c:v>137.962331542968</c:v>
                </c:pt>
                <c:pt idx="7712">
                  <c:v>137.962770385742</c:v>
                </c:pt>
                <c:pt idx="7713">
                  <c:v>137.96320922851501</c:v>
                </c:pt>
                <c:pt idx="7714">
                  <c:v>137.96364807128799</c:v>
                </c:pt>
                <c:pt idx="7715">
                  <c:v>137.96408691406199</c:v>
                </c:pt>
                <c:pt idx="7716">
                  <c:v>137.964525756835</c:v>
                </c:pt>
                <c:pt idx="7717">
                  <c:v>137.964964599609</c:v>
                </c:pt>
                <c:pt idx="7718">
                  <c:v>137.96540344238201</c:v>
                </c:pt>
                <c:pt idx="7719">
                  <c:v>137.96584228515599</c:v>
                </c:pt>
                <c:pt idx="7720">
                  <c:v>137.96628112792899</c:v>
                </c:pt>
                <c:pt idx="7721">
                  <c:v>137.966719970703</c:v>
                </c:pt>
                <c:pt idx="7722">
                  <c:v>137.967158813476</c:v>
                </c:pt>
                <c:pt idx="7723">
                  <c:v>137.96759765624901</c:v>
                </c:pt>
                <c:pt idx="7724">
                  <c:v>137.96803649902299</c:v>
                </c:pt>
                <c:pt idx="7725">
                  <c:v>137.96847534179599</c:v>
                </c:pt>
                <c:pt idx="7726">
                  <c:v>137.96891418457</c:v>
                </c:pt>
                <c:pt idx="7727">
                  <c:v>137.969353027343</c:v>
                </c:pt>
                <c:pt idx="7728">
                  <c:v>137.96979187011701</c:v>
                </c:pt>
                <c:pt idx="7729">
                  <c:v>137.97023071288999</c:v>
                </c:pt>
                <c:pt idx="7730">
                  <c:v>137.97066955566299</c:v>
                </c:pt>
                <c:pt idx="7731">
                  <c:v>137.971108398437</c:v>
                </c:pt>
                <c:pt idx="7732">
                  <c:v>137.97154724121</c:v>
                </c:pt>
                <c:pt idx="7733">
                  <c:v>137.97198608398401</c:v>
                </c:pt>
                <c:pt idx="7734">
                  <c:v>137.97242492675699</c:v>
                </c:pt>
                <c:pt idx="7735">
                  <c:v>137.97286376953099</c:v>
                </c:pt>
                <c:pt idx="7736">
                  <c:v>137.973302612304</c:v>
                </c:pt>
                <c:pt idx="7737">
                  <c:v>137.973741455078</c:v>
                </c:pt>
                <c:pt idx="7738">
                  <c:v>137.97418029785101</c:v>
                </c:pt>
                <c:pt idx="7739">
                  <c:v>137.97461914062399</c:v>
                </c:pt>
                <c:pt idx="7740">
                  <c:v>137.97505798339799</c:v>
                </c:pt>
                <c:pt idx="7741">
                  <c:v>137.975496826171</c:v>
                </c:pt>
                <c:pt idx="7742">
                  <c:v>137.975935668945</c:v>
                </c:pt>
                <c:pt idx="7743">
                  <c:v>137.97637451171801</c:v>
                </c:pt>
                <c:pt idx="7744">
                  <c:v>137.97681335449201</c:v>
                </c:pt>
                <c:pt idx="7745">
                  <c:v>137.97725219726499</c:v>
                </c:pt>
                <c:pt idx="7746">
                  <c:v>137.977691040038</c:v>
                </c:pt>
                <c:pt idx="7747">
                  <c:v>137.978129882812</c:v>
                </c:pt>
                <c:pt idx="7748">
                  <c:v>137.97856872558501</c:v>
                </c:pt>
                <c:pt idx="7749">
                  <c:v>137.97900756835901</c:v>
                </c:pt>
                <c:pt idx="7750">
                  <c:v>137.97944641113199</c:v>
                </c:pt>
                <c:pt idx="7751">
                  <c:v>137.97988525390599</c:v>
                </c:pt>
                <c:pt idx="7752">
                  <c:v>137.980324096679</c:v>
                </c:pt>
                <c:pt idx="7753">
                  <c:v>137.980762939453</c:v>
                </c:pt>
                <c:pt idx="7754">
                  <c:v>137.98120178222601</c:v>
                </c:pt>
                <c:pt idx="7755">
                  <c:v>137.98164062499899</c:v>
                </c:pt>
                <c:pt idx="7756">
                  <c:v>137.98207946777299</c:v>
                </c:pt>
                <c:pt idx="7757">
                  <c:v>137.982518310546</c:v>
                </c:pt>
                <c:pt idx="7758">
                  <c:v>137.98295715332</c:v>
                </c:pt>
                <c:pt idx="7759">
                  <c:v>137.98339599609301</c:v>
                </c:pt>
                <c:pt idx="7760">
                  <c:v>137.98383483886701</c:v>
                </c:pt>
                <c:pt idx="7761">
                  <c:v>137.98427368163999</c:v>
                </c:pt>
                <c:pt idx="7762">
                  <c:v>137.984712524413</c:v>
                </c:pt>
                <c:pt idx="7763">
                  <c:v>137.985151367187</c:v>
                </c:pt>
                <c:pt idx="7764">
                  <c:v>137.98559020996001</c:v>
                </c:pt>
                <c:pt idx="7765">
                  <c:v>137.98602905273401</c:v>
                </c:pt>
                <c:pt idx="7766">
                  <c:v>137.98646789550699</c:v>
                </c:pt>
                <c:pt idx="7767">
                  <c:v>137.98690673828099</c:v>
                </c:pt>
                <c:pt idx="7768">
                  <c:v>137.987345581054</c:v>
                </c:pt>
                <c:pt idx="7769">
                  <c:v>137.98778442382701</c:v>
                </c:pt>
                <c:pt idx="7770">
                  <c:v>137.98822326660101</c:v>
                </c:pt>
                <c:pt idx="7771">
                  <c:v>137.98866210937399</c:v>
                </c:pt>
                <c:pt idx="7772">
                  <c:v>137.98910095214799</c:v>
                </c:pt>
                <c:pt idx="7773">
                  <c:v>137.989539794921</c:v>
                </c:pt>
                <c:pt idx="7774">
                  <c:v>137.989978637695</c:v>
                </c:pt>
                <c:pt idx="7775">
                  <c:v>137.99041748046801</c:v>
                </c:pt>
                <c:pt idx="7776">
                  <c:v>137.99085632324201</c:v>
                </c:pt>
                <c:pt idx="7777">
                  <c:v>137.99129516601499</c:v>
                </c:pt>
                <c:pt idx="7778">
                  <c:v>137.991734008788</c:v>
                </c:pt>
                <c:pt idx="7779">
                  <c:v>137.992172851562</c:v>
                </c:pt>
                <c:pt idx="7780">
                  <c:v>137.99261169433501</c:v>
                </c:pt>
                <c:pt idx="7781">
                  <c:v>137.99305053710901</c:v>
                </c:pt>
                <c:pt idx="7782">
                  <c:v>137.99348937988199</c:v>
                </c:pt>
                <c:pt idx="7783">
                  <c:v>137.993928222656</c:v>
                </c:pt>
                <c:pt idx="7784">
                  <c:v>137.994367065429</c:v>
                </c:pt>
                <c:pt idx="7785">
                  <c:v>137.99480590820201</c:v>
                </c:pt>
                <c:pt idx="7786">
                  <c:v>137.99524475097601</c:v>
                </c:pt>
                <c:pt idx="7787">
                  <c:v>137.99568359374899</c:v>
                </c:pt>
                <c:pt idx="7788">
                  <c:v>137.996122436523</c:v>
                </c:pt>
                <c:pt idx="7789">
                  <c:v>137.996561279296</c:v>
                </c:pt>
                <c:pt idx="7790">
                  <c:v>137.99700012207001</c:v>
                </c:pt>
                <c:pt idx="7791">
                  <c:v>137.99743896484301</c:v>
                </c:pt>
                <c:pt idx="7792">
                  <c:v>137.99787780761699</c:v>
                </c:pt>
                <c:pt idx="7793">
                  <c:v>137.99831665039</c:v>
                </c:pt>
                <c:pt idx="7794">
                  <c:v>137.998755493163</c:v>
                </c:pt>
                <c:pt idx="7795">
                  <c:v>137.99919433593701</c:v>
                </c:pt>
                <c:pt idx="7796">
                  <c:v>137.99963317871001</c:v>
                </c:pt>
                <c:pt idx="7797">
                  <c:v>138.00007202148399</c:v>
                </c:pt>
                <c:pt idx="7798">
                  <c:v>138.000510864257</c:v>
                </c:pt>
                <c:pt idx="7799">
                  <c:v>138.000949707031</c:v>
                </c:pt>
                <c:pt idx="7800">
                  <c:v>138.00138854980401</c:v>
                </c:pt>
                <c:pt idx="7801">
                  <c:v>138.00177658081</c:v>
                </c:pt>
                <c:pt idx="7802">
                  <c:v>138.002164611816</c:v>
                </c:pt>
                <c:pt idx="7803">
                  <c:v>138.002552642822</c:v>
                </c:pt>
                <c:pt idx="7804">
                  <c:v>138.002940673827</c:v>
                </c:pt>
                <c:pt idx="7805">
                  <c:v>138.003328704833</c:v>
                </c:pt>
                <c:pt idx="7806">
                  <c:v>138.00371673583899</c:v>
                </c:pt>
                <c:pt idx="7807">
                  <c:v>138.00410476684499</c:v>
                </c:pt>
                <c:pt idx="7808">
                  <c:v>138.00449279785099</c:v>
                </c:pt>
                <c:pt idx="7809">
                  <c:v>138.00488082885701</c:v>
                </c:pt>
                <c:pt idx="7810">
                  <c:v>138.00526885986301</c:v>
                </c:pt>
                <c:pt idx="7811">
                  <c:v>138.00565689086801</c:v>
                </c:pt>
                <c:pt idx="7812">
                  <c:v>138.00604492187401</c:v>
                </c:pt>
                <c:pt idx="7813">
                  <c:v>138.00643295288</c:v>
                </c:pt>
                <c:pt idx="7814">
                  <c:v>138.006820983886</c:v>
                </c:pt>
                <c:pt idx="7815">
                  <c:v>138.007209014892</c:v>
                </c:pt>
                <c:pt idx="7816">
                  <c:v>138.007597045898</c:v>
                </c:pt>
                <c:pt idx="7817">
                  <c:v>138.00798507690399</c:v>
                </c:pt>
                <c:pt idx="7818">
                  <c:v>138.00837310790899</c:v>
                </c:pt>
                <c:pt idx="7819">
                  <c:v>138.00876113891499</c:v>
                </c:pt>
                <c:pt idx="7820">
                  <c:v>138.00914916992099</c:v>
                </c:pt>
                <c:pt idx="7821">
                  <c:v>138.00953720092701</c:v>
                </c:pt>
                <c:pt idx="7822">
                  <c:v>138.00992523193301</c:v>
                </c:pt>
                <c:pt idx="7823">
                  <c:v>138.01031326293901</c:v>
                </c:pt>
                <c:pt idx="7824">
                  <c:v>138.010701293945</c:v>
                </c:pt>
                <c:pt idx="7825">
                  <c:v>138.011089324951</c:v>
                </c:pt>
                <c:pt idx="7826">
                  <c:v>138.011477355956</c:v>
                </c:pt>
                <c:pt idx="7827">
                  <c:v>138.011865386962</c:v>
                </c:pt>
                <c:pt idx="7828">
                  <c:v>138.012253417968</c:v>
                </c:pt>
                <c:pt idx="7829">
                  <c:v>138.01264144897399</c:v>
                </c:pt>
                <c:pt idx="7830">
                  <c:v>138.01302947997999</c:v>
                </c:pt>
                <c:pt idx="7831">
                  <c:v>138.01341751098599</c:v>
                </c:pt>
                <c:pt idx="7832">
                  <c:v>138.01380554199201</c:v>
                </c:pt>
                <c:pt idx="7833">
                  <c:v>138.01419357299699</c:v>
                </c:pt>
                <c:pt idx="7834">
                  <c:v>138.01458160400301</c:v>
                </c:pt>
                <c:pt idx="7835">
                  <c:v>138.01496963500901</c:v>
                </c:pt>
                <c:pt idx="7836">
                  <c:v>138.01535766601501</c:v>
                </c:pt>
                <c:pt idx="7837">
                  <c:v>138.015745697021</c:v>
                </c:pt>
                <c:pt idx="7838">
                  <c:v>138.016133728027</c:v>
                </c:pt>
                <c:pt idx="7839">
                  <c:v>138.016521759033</c:v>
                </c:pt>
                <c:pt idx="7840">
                  <c:v>138.016909790038</c:v>
                </c:pt>
                <c:pt idx="7841">
                  <c:v>138.017297821044</c:v>
                </c:pt>
                <c:pt idx="7842">
                  <c:v>138.01768585204999</c:v>
                </c:pt>
                <c:pt idx="7843">
                  <c:v>138.01807388305599</c:v>
                </c:pt>
                <c:pt idx="7844">
                  <c:v>138.01846191406199</c:v>
                </c:pt>
                <c:pt idx="7845">
                  <c:v>138.01884994506801</c:v>
                </c:pt>
                <c:pt idx="7846">
                  <c:v>138.01923797607401</c:v>
                </c:pt>
                <c:pt idx="7847">
                  <c:v>138.01962600707901</c:v>
                </c:pt>
                <c:pt idx="7848">
                  <c:v>138.02001403808501</c:v>
                </c:pt>
                <c:pt idx="7849">
                  <c:v>138.02040206909101</c:v>
                </c:pt>
                <c:pt idx="7850">
                  <c:v>138.020790100097</c:v>
                </c:pt>
                <c:pt idx="7851">
                  <c:v>138.021178131103</c:v>
                </c:pt>
                <c:pt idx="7852">
                  <c:v>138.021566162109</c:v>
                </c:pt>
                <c:pt idx="7853">
                  <c:v>138.02195419311499</c:v>
                </c:pt>
                <c:pt idx="7854">
                  <c:v>138.02234222412</c:v>
                </c:pt>
                <c:pt idx="7855">
                  <c:v>138.02273025512599</c:v>
                </c:pt>
                <c:pt idx="7856">
                  <c:v>138.02311828613199</c:v>
                </c:pt>
                <c:pt idx="7857">
                  <c:v>138.02350631713799</c:v>
                </c:pt>
                <c:pt idx="7858">
                  <c:v>138.02389434814401</c:v>
                </c:pt>
                <c:pt idx="7859">
                  <c:v>138.02428237915001</c:v>
                </c:pt>
                <c:pt idx="7860">
                  <c:v>138.02467041015601</c:v>
                </c:pt>
                <c:pt idx="7861">
                  <c:v>138.02505844116101</c:v>
                </c:pt>
                <c:pt idx="7862">
                  <c:v>138.025446472167</c:v>
                </c:pt>
                <c:pt idx="7863">
                  <c:v>138.025834503173</c:v>
                </c:pt>
                <c:pt idx="7864">
                  <c:v>138.026222534179</c:v>
                </c:pt>
                <c:pt idx="7865">
                  <c:v>138.026610565185</c:v>
                </c:pt>
                <c:pt idx="7866">
                  <c:v>138.02699859619099</c:v>
                </c:pt>
                <c:pt idx="7867">
                  <c:v>138.02738662719699</c:v>
                </c:pt>
                <c:pt idx="7868">
                  <c:v>138.02777465820299</c:v>
                </c:pt>
                <c:pt idx="7869">
                  <c:v>138.02816268920799</c:v>
                </c:pt>
                <c:pt idx="7870">
                  <c:v>138.02855072021401</c:v>
                </c:pt>
                <c:pt idx="7871">
                  <c:v>138.02893875122001</c:v>
                </c:pt>
                <c:pt idx="7872">
                  <c:v>138.02932678222601</c:v>
                </c:pt>
                <c:pt idx="7873">
                  <c:v>138.029714813232</c:v>
                </c:pt>
                <c:pt idx="7874">
                  <c:v>138.030102844238</c:v>
                </c:pt>
                <c:pt idx="7875">
                  <c:v>138.030490875244</c:v>
                </c:pt>
                <c:pt idx="7876">
                  <c:v>138.030878906249</c:v>
                </c:pt>
                <c:pt idx="7877">
                  <c:v>138.031266937255</c:v>
                </c:pt>
                <c:pt idx="7878">
                  <c:v>138.03165496826099</c:v>
                </c:pt>
                <c:pt idx="7879">
                  <c:v>138.03204299926699</c:v>
                </c:pt>
                <c:pt idx="7880">
                  <c:v>138.03243103027299</c:v>
                </c:pt>
                <c:pt idx="7881">
                  <c:v>138.03281906127901</c:v>
                </c:pt>
                <c:pt idx="7882">
                  <c:v>138.03320709228501</c:v>
                </c:pt>
                <c:pt idx="7883">
                  <c:v>138.03359512329001</c:v>
                </c:pt>
                <c:pt idx="7884">
                  <c:v>138.03398315429601</c:v>
                </c:pt>
                <c:pt idx="7885">
                  <c:v>138.03437118530201</c:v>
                </c:pt>
                <c:pt idx="7886">
                  <c:v>138.034759216308</c:v>
                </c:pt>
                <c:pt idx="7887">
                  <c:v>138.035147247314</c:v>
                </c:pt>
                <c:pt idx="7888">
                  <c:v>138.03553527832</c:v>
                </c:pt>
                <c:pt idx="7889">
                  <c:v>138.03592330932599</c:v>
                </c:pt>
                <c:pt idx="7890">
                  <c:v>138.036311340331</c:v>
                </c:pt>
                <c:pt idx="7891">
                  <c:v>138.03669937133699</c:v>
                </c:pt>
                <c:pt idx="7892">
                  <c:v>138.03708740234299</c:v>
                </c:pt>
                <c:pt idx="7893">
                  <c:v>138.03747543334899</c:v>
                </c:pt>
                <c:pt idx="7894">
                  <c:v>138.03786346435501</c:v>
                </c:pt>
                <c:pt idx="7895">
                  <c:v>138.03825149536101</c:v>
                </c:pt>
                <c:pt idx="7896">
                  <c:v>138.03863952636701</c:v>
                </c:pt>
                <c:pt idx="7897">
                  <c:v>138.03902755737201</c:v>
                </c:pt>
                <c:pt idx="7898">
                  <c:v>138.03941558837801</c:v>
                </c:pt>
                <c:pt idx="7899">
                  <c:v>138.039803619384</c:v>
                </c:pt>
                <c:pt idx="7900">
                  <c:v>138.04019165039</c:v>
                </c:pt>
                <c:pt idx="7901">
                  <c:v>138.040579681396</c:v>
                </c:pt>
                <c:pt idx="7902">
                  <c:v>138.04096771240199</c:v>
                </c:pt>
                <c:pt idx="7903">
                  <c:v>138.04135574340799</c:v>
                </c:pt>
                <c:pt idx="7904">
                  <c:v>138.04174377441299</c:v>
                </c:pt>
                <c:pt idx="7905">
                  <c:v>138.04213180541899</c:v>
                </c:pt>
                <c:pt idx="7906">
                  <c:v>138.04251983642499</c:v>
                </c:pt>
                <c:pt idx="7907">
                  <c:v>138.04290786743101</c:v>
                </c:pt>
                <c:pt idx="7908">
                  <c:v>138.04329589843701</c:v>
                </c:pt>
                <c:pt idx="7909">
                  <c:v>138.04368392944301</c:v>
                </c:pt>
                <c:pt idx="7910">
                  <c:v>138.044071960449</c:v>
                </c:pt>
                <c:pt idx="7911">
                  <c:v>138.044459991454</c:v>
                </c:pt>
                <c:pt idx="7912">
                  <c:v>138.04484802246</c:v>
                </c:pt>
                <c:pt idx="7913">
                  <c:v>138.045236053466</c:v>
                </c:pt>
                <c:pt idx="7914">
                  <c:v>138.045624084472</c:v>
                </c:pt>
                <c:pt idx="7915">
                  <c:v>138.04601211547799</c:v>
                </c:pt>
                <c:pt idx="7916">
                  <c:v>138.04640014648399</c:v>
                </c:pt>
                <c:pt idx="7917">
                  <c:v>138.04678817748999</c:v>
                </c:pt>
                <c:pt idx="7918">
                  <c:v>138.04717620849601</c:v>
                </c:pt>
                <c:pt idx="7919">
                  <c:v>138.04756423950101</c:v>
                </c:pt>
                <c:pt idx="7920">
                  <c:v>138.04795227050701</c:v>
                </c:pt>
                <c:pt idx="7921">
                  <c:v>138.04834030151301</c:v>
                </c:pt>
                <c:pt idx="7922">
                  <c:v>138.048728332519</c:v>
                </c:pt>
                <c:pt idx="7923">
                  <c:v>138.049116363525</c:v>
                </c:pt>
                <c:pt idx="7924">
                  <c:v>138.049504394531</c:v>
                </c:pt>
                <c:pt idx="7925">
                  <c:v>138.049892425536</c:v>
                </c:pt>
                <c:pt idx="7926">
                  <c:v>138.050280456542</c:v>
                </c:pt>
                <c:pt idx="7927">
                  <c:v>138.05066848754799</c:v>
                </c:pt>
                <c:pt idx="7928">
                  <c:v>138.05105651855399</c:v>
                </c:pt>
                <c:pt idx="7929">
                  <c:v>138.05144454955999</c:v>
                </c:pt>
                <c:pt idx="7930">
                  <c:v>138.05183258056601</c:v>
                </c:pt>
                <c:pt idx="7931">
                  <c:v>138.05222061157201</c:v>
                </c:pt>
                <c:pt idx="7932">
                  <c:v>138.05260864257801</c:v>
                </c:pt>
                <c:pt idx="7933">
                  <c:v>138.05299667358301</c:v>
                </c:pt>
                <c:pt idx="7934">
                  <c:v>138.05338470458901</c:v>
                </c:pt>
                <c:pt idx="7935">
                  <c:v>138.053772735595</c:v>
                </c:pt>
                <c:pt idx="7936">
                  <c:v>138.054160766601</c:v>
                </c:pt>
                <c:pt idx="7937">
                  <c:v>138.054548797607</c:v>
                </c:pt>
                <c:pt idx="7938">
                  <c:v>138.05493682861299</c:v>
                </c:pt>
                <c:pt idx="7939">
                  <c:v>138.05532485961899</c:v>
                </c:pt>
                <c:pt idx="7940">
                  <c:v>138.05571289062399</c:v>
                </c:pt>
                <c:pt idx="7941">
                  <c:v>138.05610092162999</c:v>
                </c:pt>
                <c:pt idx="7942">
                  <c:v>138.05648895263599</c:v>
                </c:pt>
                <c:pt idx="7943">
                  <c:v>138.05687698364201</c:v>
                </c:pt>
                <c:pt idx="7944">
                  <c:v>138.05726501464801</c:v>
                </c:pt>
                <c:pt idx="7945">
                  <c:v>138.05765304565401</c:v>
                </c:pt>
                <c:pt idx="7946">
                  <c:v>138.05804107666</c:v>
                </c:pt>
                <c:pt idx="7947">
                  <c:v>138.05842910766501</c:v>
                </c:pt>
                <c:pt idx="7948">
                  <c:v>138.058817138671</c:v>
                </c:pt>
                <c:pt idx="7949">
                  <c:v>138.059205169677</c:v>
                </c:pt>
                <c:pt idx="7950">
                  <c:v>138.059593200683</c:v>
                </c:pt>
                <c:pt idx="7951">
                  <c:v>138.05998123168899</c:v>
                </c:pt>
                <c:pt idx="7952">
                  <c:v>138.06036926269499</c:v>
                </c:pt>
                <c:pt idx="7953">
                  <c:v>138.06075729370099</c:v>
                </c:pt>
                <c:pt idx="7954">
                  <c:v>138.06114532470599</c:v>
                </c:pt>
                <c:pt idx="7955">
                  <c:v>138.06153335571199</c:v>
                </c:pt>
                <c:pt idx="7956">
                  <c:v>138.06192138671801</c:v>
                </c:pt>
                <c:pt idx="7957">
                  <c:v>138.06230941772401</c:v>
                </c:pt>
                <c:pt idx="7958">
                  <c:v>138.06269744873001</c:v>
                </c:pt>
                <c:pt idx="7959">
                  <c:v>138.063085479736</c:v>
                </c:pt>
                <c:pt idx="7960">
                  <c:v>138.063473510742</c:v>
                </c:pt>
                <c:pt idx="7961">
                  <c:v>138.063861541747</c:v>
                </c:pt>
                <c:pt idx="7962">
                  <c:v>138.064249572753</c:v>
                </c:pt>
                <c:pt idx="7963">
                  <c:v>138.064637603759</c:v>
                </c:pt>
                <c:pt idx="7964">
                  <c:v>138.06502563476499</c:v>
                </c:pt>
                <c:pt idx="7965">
                  <c:v>138.06541366577099</c:v>
                </c:pt>
                <c:pt idx="7966">
                  <c:v>138.06580169677699</c:v>
                </c:pt>
                <c:pt idx="7967">
                  <c:v>138.06618972778301</c:v>
                </c:pt>
                <c:pt idx="7968">
                  <c:v>138.06657775878799</c:v>
                </c:pt>
                <c:pt idx="7969">
                  <c:v>138.06696578979401</c:v>
                </c:pt>
                <c:pt idx="7970">
                  <c:v>138.06735382080001</c:v>
                </c:pt>
                <c:pt idx="7971">
                  <c:v>138.06774185180601</c:v>
                </c:pt>
                <c:pt idx="7972">
                  <c:v>138.068129882812</c:v>
                </c:pt>
                <c:pt idx="7973">
                  <c:v>138.068517913818</c:v>
                </c:pt>
                <c:pt idx="7974">
                  <c:v>138.068905944824</c:v>
                </c:pt>
                <c:pt idx="7975">
                  <c:v>138.06929397582999</c:v>
                </c:pt>
                <c:pt idx="7976">
                  <c:v>138.069682006835</c:v>
                </c:pt>
                <c:pt idx="7977">
                  <c:v>138.07007003784099</c:v>
                </c:pt>
                <c:pt idx="7978">
                  <c:v>138.07045806884699</c:v>
                </c:pt>
                <c:pt idx="7979">
                  <c:v>138.07084609985299</c:v>
                </c:pt>
                <c:pt idx="7980">
                  <c:v>138.07123413085901</c:v>
                </c:pt>
                <c:pt idx="7981">
                  <c:v>138.07162216186501</c:v>
                </c:pt>
                <c:pt idx="7982">
                  <c:v>138.07201019287101</c:v>
                </c:pt>
                <c:pt idx="7983">
                  <c:v>138.07239822387601</c:v>
                </c:pt>
                <c:pt idx="7984">
                  <c:v>138.072786254882</c:v>
                </c:pt>
                <c:pt idx="7985">
                  <c:v>138.073174285888</c:v>
                </c:pt>
                <c:pt idx="7986">
                  <c:v>138.073562316894</c:v>
                </c:pt>
                <c:pt idx="7987">
                  <c:v>138.07395034789999</c:v>
                </c:pt>
                <c:pt idx="7988">
                  <c:v>138.07433837890599</c:v>
                </c:pt>
                <c:pt idx="7989">
                  <c:v>138.07472640991199</c:v>
                </c:pt>
                <c:pt idx="7990">
                  <c:v>138.07511444091699</c:v>
                </c:pt>
                <c:pt idx="7991">
                  <c:v>138.07550247192299</c:v>
                </c:pt>
                <c:pt idx="7992">
                  <c:v>138.07589050292901</c:v>
                </c:pt>
                <c:pt idx="7993">
                  <c:v>138.07627853393501</c:v>
                </c:pt>
                <c:pt idx="7994">
                  <c:v>138.07666656494101</c:v>
                </c:pt>
                <c:pt idx="7995">
                  <c:v>138.077054595947</c:v>
                </c:pt>
                <c:pt idx="7996">
                  <c:v>138.077442626953</c:v>
                </c:pt>
                <c:pt idx="7997">
                  <c:v>138.077830657958</c:v>
                </c:pt>
                <c:pt idx="7998">
                  <c:v>138.078218688964</c:v>
                </c:pt>
                <c:pt idx="7999">
                  <c:v>138.07860671997</c:v>
                </c:pt>
                <c:pt idx="8000">
                  <c:v>138.07899475097599</c:v>
                </c:pt>
                <c:pt idx="8001">
                  <c:v>138.07938278198199</c:v>
                </c:pt>
                <c:pt idx="8002">
                  <c:v>138.07977081298799</c:v>
                </c:pt>
                <c:pt idx="8003">
                  <c:v>138.08015884399401</c:v>
                </c:pt>
                <c:pt idx="8004">
                  <c:v>138.08054687499899</c:v>
                </c:pt>
                <c:pt idx="8005">
                  <c:v>138.08093490600501</c:v>
                </c:pt>
                <c:pt idx="8006">
                  <c:v>138.08132293701101</c:v>
                </c:pt>
                <c:pt idx="8007">
                  <c:v>138.08171096801701</c:v>
                </c:pt>
                <c:pt idx="8008">
                  <c:v>138.082098999023</c:v>
                </c:pt>
                <c:pt idx="8009">
                  <c:v>138.082487030029</c:v>
                </c:pt>
                <c:pt idx="8010">
                  <c:v>138.082875061035</c:v>
                </c:pt>
                <c:pt idx="8011">
                  <c:v>138.08326309204</c:v>
                </c:pt>
                <c:pt idx="8012">
                  <c:v>138.083651123046</c:v>
                </c:pt>
                <c:pt idx="8013">
                  <c:v>138.08403915405199</c:v>
                </c:pt>
                <c:pt idx="8014">
                  <c:v>138.08442718505799</c:v>
                </c:pt>
                <c:pt idx="8015">
                  <c:v>138.08481521606399</c:v>
                </c:pt>
                <c:pt idx="8016">
                  <c:v>138.08520324707001</c:v>
                </c:pt>
                <c:pt idx="8017">
                  <c:v>138.08559127807601</c:v>
                </c:pt>
                <c:pt idx="8018">
                  <c:v>138.08597930908101</c:v>
                </c:pt>
                <c:pt idx="8019">
                  <c:v>138.08636734008701</c:v>
                </c:pt>
                <c:pt idx="8020">
                  <c:v>138.08675537109301</c:v>
                </c:pt>
                <c:pt idx="8021">
                  <c:v>138.087143402099</c:v>
                </c:pt>
                <c:pt idx="8022">
                  <c:v>138.087531433105</c:v>
                </c:pt>
                <c:pt idx="8023">
                  <c:v>138.087919464111</c:v>
                </c:pt>
                <c:pt idx="8024">
                  <c:v>138.08830749511699</c:v>
                </c:pt>
                <c:pt idx="8025">
                  <c:v>138.088695526122</c:v>
                </c:pt>
                <c:pt idx="8026">
                  <c:v>138.08908355712799</c:v>
                </c:pt>
                <c:pt idx="8027">
                  <c:v>138.08947158813399</c:v>
                </c:pt>
                <c:pt idx="8028">
                  <c:v>138.08985961913999</c:v>
                </c:pt>
                <c:pt idx="8029">
                  <c:v>138.09024765014601</c:v>
                </c:pt>
                <c:pt idx="8030">
                  <c:v>138.09063568115201</c:v>
                </c:pt>
                <c:pt idx="8031">
                  <c:v>138.09102371215801</c:v>
                </c:pt>
                <c:pt idx="8032">
                  <c:v>138.091411743164</c:v>
                </c:pt>
                <c:pt idx="8033">
                  <c:v>138.091799774169</c:v>
                </c:pt>
                <c:pt idx="8034">
                  <c:v>138.092187805175</c:v>
                </c:pt>
                <c:pt idx="8035">
                  <c:v>138.092575836181</c:v>
                </c:pt>
                <c:pt idx="8036">
                  <c:v>138.092963867187</c:v>
                </c:pt>
                <c:pt idx="8037">
                  <c:v>138.09335189819299</c:v>
                </c:pt>
                <c:pt idx="8038">
                  <c:v>138.09373992919899</c:v>
                </c:pt>
                <c:pt idx="8039">
                  <c:v>138.09412796020499</c:v>
                </c:pt>
                <c:pt idx="8040">
                  <c:v>138.09451599120999</c:v>
                </c:pt>
                <c:pt idx="8041">
                  <c:v>138.09490402221601</c:v>
                </c:pt>
                <c:pt idx="8042">
                  <c:v>138.09529205322201</c:v>
                </c:pt>
                <c:pt idx="8043">
                  <c:v>138.09568008422801</c:v>
                </c:pt>
                <c:pt idx="8044">
                  <c:v>138.096068115234</c:v>
                </c:pt>
                <c:pt idx="8045">
                  <c:v>138.09645614624</c:v>
                </c:pt>
                <c:pt idx="8046">
                  <c:v>138.096844177246</c:v>
                </c:pt>
                <c:pt idx="8047">
                  <c:v>138.097232208251</c:v>
                </c:pt>
                <c:pt idx="8048">
                  <c:v>138.097620239257</c:v>
                </c:pt>
                <c:pt idx="8049">
                  <c:v>138.09800827026299</c:v>
                </c:pt>
                <c:pt idx="8050">
                  <c:v>138.09839630126899</c:v>
                </c:pt>
                <c:pt idx="8051">
                  <c:v>138.09878433227499</c:v>
                </c:pt>
                <c:pt idx="8052">
                  <c:v>138.09917236328101</c:v>
                </c:pt>
                <c:pt idx="8053">
                  <c:v>138.09956039428701</c:v>
                </c:pt>
                <c:pt idx="8054">
                  <c:v>138.09994842529201</c:v>
                </c:pt>
                <c:pt idx="8055">
                  <c:v>138.10033645629801</c:v>
                </c:pt>
                <c:pt idx="8056">
                  <c:v>138.10072448730401</c:v>
                </c:pt>
                <c:pt idx="8057">
                  <c:v>138.10111251831</c:v>
                </c:pt>
                <c:pt idx="8058">
                  <c:v>138.101500549316</c:v>
                </c:pt>
                <c:pt idx="8059">
                  <c:v>138.101888580322</c:v>
                </c:pt>
                <c:pt idx="8060">
                  <c:v>138.10227661132799</c:v>
                </c:pt>
                <c:pt idx="8061">
                  <c:v>138.102664642333</c:v>
                </c:pt>
                <c:pt idx="8062">
                  <c:v>138.10305267333899</c:v>
                </c:pt>
                <c:pt idx="8063">
                  <c:v>138.10344070434499</c:v>
                </c:pt>
                <c:pt idx="8064">
                  <c:v>138.10382873535099</c:v>
                </c:pt>
                <c:pt idx="8065">
                  <c:v>138.10421676635701</c:v>
                </c:pt>
                <c:pt idx="8066">
                  <c:v>138.10460479736301</c:v>
                </c:pt>
                <c:pt idx="8067">
                  <c:v>138.10499282836901</c:v>
                </c:pt>
                <c:pt idx="8068">
                  <c:v>138.10538085937401</c:v>
                </c:pt>
                <c:pt idx="8069">
                  <c:v>138.10576889038001</c:v>
                </c:pt>
                <c:pt idx="8070">
                  <c:v>138.106156921386</c:v>
                </c:pt>
                <c:pt idx="8071">
                  <c:v>138.106544952392</c:v>
                </c:pt>
                <c:pt idx="8072">
                  <c:v>138.106932983398</c:v>
                </c:pt>
                <c:pt idx="8073">
                  <c:v>138.10732101440399</c:v>
                </c:pt>
                <c:pt idx="8074">
                  <c:v>138.10770904540999</c:v>
                </c:pt>
                <c:pt idx="8075">
                  <c:v>138.10809707641499</c:v>
                </c:pt>
                <c:pt idx="8076">
                  <c:v>138.10848510742099</c:v>
                </c:pt>
                <c:pt idx="8077">
                  <c:v>138.10887313842699</c:v>
                </c:pt>
                <c:pt idx="8078">
                  <c:v>138.10926116943301</c:v>
                </c:pt>
                <c:pt idx="8079">
                  <c:v>138.10964920043901</c:v>
                </c:pt>
                <c:pt idx="8080">
                  <c:v>138.11003723144501</c:v>
                </c:pt>
                <c:pt idx="8081">
                  <c:v>138.110425262451</c:v>
                </c:pt>
                <c:pt idx="8082">
                  <c:v>138.110813293457</c:v>
                </c:pt>
                <c:pt idx="8083">
                  <c:v>138.111201324462</c:v>
                </c:pt>
                <c:pt idx="8084">
                  <c:v>138.111589355468</c:v>
                </c:pt>
                <c:pt idx="8085">
                  <c:v>138.111977386474</c:v>
                </c:pt>
                <c:pt idx="8086">
                  <c:v>138.11236541747999</c:v>
                </c:pt>
                <c:pt idx="8087">
                  <c:v>138.11275344848599</c:v>
                </c:pt>
                <c:pt idx="8088">
                  <c:v>138.11314147949199</c:v>
                </c:pt>
                <c:pt idx="8089">
                  <c:v>138.11352951049801</c:v>
                </c:pt>
                <c:pt idx="8090">
                  <c:v>138.11391754150301</c:v>
                </c:pt>
                <c:pt idx="8091">
                  <c:v>138.11430557250901</c:v>
                </c:pt>
                <c:pt idx="8092">
                  <c:v>138.11469360351501</c:v>
                </c:pt>
                <c:pt idx="8093">
                  <c:v>138.115081634521</c:v>
                </c:pt>
                <c:pt idx="8094">
                  <c:v>138.115469665527</c:v>
                </c:pt>
                <c:pt idx="8095">
                  <c:v>138.115857696533</c:v>
                </c:pt>
                <c:pt idx="8096">
                  <c:v>138.116245727539</c:v>
                </c:pt>
                <c:pt idx="8097">
                  <c:v>138.116633758544</c:v>
                </c:pt>
                <c:pt idx="8098">
                  <c:v>138.11702178954999</c:v>
                </c:pt>
                <c:pt idx="8099">
                  <c:v>138.11740982055599</c:v>
                </c:pt>
                <c:pt idx="8100">
                  <c:v>138.11779785156199</c:v>
                </c:pt>
                <c:pt idx="8101">
                  <c:v>138.118142293294</c:v>
                </c:pt>
                <c:pt idx="8102">
                  <c:v>138.11848673502601</c:v>
                </c:pt>
                <c:pt idx="8103">
                  <c:v>138.118831176757</c:v>
                </c:pt>
                <c:pt idx="8104">
                  <c:v>138.11917561848901</c:v>
                </c:pt>
                <c:pt idx="8105">
                  <c:v>138.11952006022099</c:v>
                </c:pt>
                <c:pt idx="8106">
                  <c:v>138.119864501953</c:v>
                </c:pt>
                <c:pt idx="8107">
                  <c:v>138.12020894368399</c:v>
                </c:pt>
                <c:pt idx="8108">
                  <c:v>138.120553385416</c:v>
                </c:pt>
                <c:pt idx="8109">
                  <c:v>138.12089782714801</c:v>
                </c:pt>
                <c:pt idx="8110">
                  <c:v>138.12124226888</c:v>
                </c:pt>
                <c:pt idx="8111">
                  <c:v>138.12158671061101</c:v>
                </c:pt>
                <c:pt idx="8112">
                  <c:v>138.121931152343</c:v>
                </c:pt>
                <c:pt idx="8113">
                  <c:v>138.12227559407501</c:v>
                </c:pt>
                <c:pt idx="8114">
                  <c:v>138.12262003580699</c:v>
                </c:pt>
                <c:pt idx="8115">
                  <c:v>138.122964477539</c:v>
                </c:pt>
                <c:pt idx="8116">
                  <c:v>138.12330891926999</c:v>
                </c:pt>
                <c:pt idx="8117">
                  <c:v>138.123653361002</c:v>
                </c:pt>
                <c:pt idx="8118">
                  <c:v>138.12399780273401</c:v>
                </c:pt>
                <c:pt idx="8119">
                  <c:v>138.12434224446599</c:v>
                </c:pt>
                <c:pt idx="8120">
                  <c:v>138.12468668619701</c:v>
                </c:pt>
                <c:pt idx="8121">
                  <c:v>138.12503112792899</c:v>
                </c:pt>
                <c:pt idx="8122">
                  <c:v>138.125375569661</c:v>
                </c:pt>
                <c:pt idx="8123">
                  <c:v>138.12572001139301</c:v>
                </c:pt>
                <c:pt idx="8124">
                  <c:v>138.126064453124</c:v>
                </c:pt>
                <c:pt idx="8125">
                  <c:v>138.12640889485601</c:v>
                </c:pt>
                <c:pt idx="8126">
                  <c:v>138.126753336588</c:v>
                </c:pt>
                <c:pt idx="8127">
                  <c:v>138.12709777832001</c:v>
                </c:pt>
                <c:pt idx="8128">
                  <c:v>138.12744222005199</c:v>
                </c:pt>
                <c:pt idx="8129">
                  <c:v>138.12778666178301</c:v>
                </c:pt>
                <c:pt idx="8130">
                  <c:v>138.12813110351499</c:v>
                </c:pt>
                <c:pt idx="8131">
                  <c:v>138.128475545247</c:v>
                </c:pt>
                <c:pt idx="8132">
                  <c:v>138.12881998697901</c:v>
                </c:pt>
                <c:pt idx="8133">
                  <c:v>138.12916442871</c:v>
                </c:pt>
                <c:pt idx="8134">
                  <c:v>138.12950887044201</c:v>
                </c:pt>
                <c:pt idx="8135">
                  <c:v>138.12985331217399</c:v>
                </c:pt>
                <c:pt idx="8136">
                  <c:v>138.130197753906</c:v>
                </c:pt>
                <c:pt idx="8137">
                  <c:v>138.13054219563699</c:v>
                </c:pt>
                <c:pt idx="8138">
                  <c:v>138.130886637369</c:v>
                </c:pt>
                <c:pt idx="8139">
                  <c:v>138.13123107910101</c:v>
                </c:pt>
                <c:pt idx="8140">
                  <c:v>138.131575520833</c:v>
                </c:pt>
                <c:pt idx="8141">
                  <c:v>138.13191996256501</c:v>
                </c:pt>
                <c:pt idx="8142">
                  <c:v>138.132264404296</c:v>
                </c:pt>
                <c:pt idx="8143">
                  <c:v>138.13260884602801</c:v>
                </c:pt>
                <c:pt idx="8144">
                  <c:v>138.13295328775999</c:v>
                </c:pt>
                <c:pt idx="8145">
                  <c:v>138.133297729492</c:v>
                </c:pt>
                <c:pt idx="8146">
                  <c:v>138.13364217122299</c:v>
                </c:pt>
                <c:pt idx="8147">
                  <c:v>138.133986612955</c:v>
                </c:pt>
                <c:pt idx="8148">
                  <c:v>138.13433105468701</c:v>
                </c:pt>
                <c:pt idx="8149">
                  <c:v>138.13467549641899</c:v>
                </c:pt>
                <c:pt idx="8150">
                  <c:v>138.135019938151</c:v>
                </c:pt>
                <c:pt idx="8151">
                  <c:v>138.13536437988199</c:v>
                </c:pt>
                <c:pt idx="8152">
                  <c:v>138.135708821614</c:v>
                </c:pt>
                <c:pt idx="8153">
                  <c:v>138.13605326334601</c:v>
                </c:pt>
                <c:pt idx="8154">
                  <c:v>138.136397705078</c:v>
                </c:pt>
                <c:pt idx="8155">
                  <c:v>138.13674214680901</c:v>
                </c:pt>
                <c:pt idx="8156">
                  <c:v>138.137086588541</c:v>
                </c:pt>
                <c:pt idx="8157">
                  <c:v>138.13743103027301</c:v>
                </c:pt>
                <c:pt idx="8158">
                  <c:v>138.13777547200499</c:v>
                </c:pt>
                <c:pt idx="8159">
                  <c:v>138.13811991373601</c:v>
                </c:pt>
                <c:pt idx="8160">
                  <c:v>138.13846435546799</c:v>
                </c:pt>
                <c:pt idx="8161">
                  <c:v>138.1388087972</c:v>
                </c:pt>
                <c:pt idx="8162">
                  <c:v>138.13915323893201</c:v>
                </c:pt>
                <c:pt idx="8163">
                  <c:v>138.13949768066399</c:v>
                </c:pt>
                <c:pt idx="8164">
                  <c:v>138.13984212239501</c:v>
                </c:pt>
                <c:pt idx="8165">
                  <c:v>138.14018656412699</c:v>
                </c:pt>
                <c:pt idx="8166">
                  <c:v>138.140531005859</c:v>
                </c:pt>
                <c:pt idx="8167">
                  <c:v>138.14087544759099</c:v>
                </c:pt>
                <c:pt idx="8168">
                  <c:v>138.141219889322</c:v>
                </c:pt>
                <c:pt idx="8169">
                  <c:v>138.14156433105401</c:v>
                </c:pt>
                <c:pt idx="8170">
                  <c:v>138.141908772786</c:v>
                </c:pt>
                <c:pt idx="8171">
                  <c:v>138.14225321451801</c:v>
                </c:pt>
                <c:pt idx="8172">
                  <c:v>138.142597656249</c:v>
                </c:pt>
                <c:pt idx="8173">
                  <c:v>138.14294209798101</c:v>
                </c:pt>
                <c:pt idx="8174">
                  <c:v>138.14328653971299</c:v>
                </c:pt>
                <c:pt idx="8175">
                  <c:v>138.143630981445</c:v>
                </c:pt>
                <c:pt idx="8176">
                  <c:v>138.14397542317701</c:v>
                </c:pt>
                <c:pt idx="8177">
                  <c:v>138.144319864908</c:v>
                </c:pt>
                <c:pt idx="8178">
                  <c:v>138.14466430664001</c:v>
                </c:pt>
                <c:pt idx="8179">
                  <c:v>138.14500874837199</c:v>
                </c:pt>
                <c:pt idx="8180">
                  <c:v>138.145353190104</c:v>
                </c:pt>
                <c:pt idx="8181">
                  <c:v>138.14569763183499</c:v>
                </c:pt>
                <c:pt idx="8182">
                  <c:v>138.146042073567</c:v>
                </c:pt>
                <c:pt idx="8183">
                  <c:v>138.14638651529901</c:v>
                </c:pt>
                <c:pt idx="8184">
                  <c:v>138.146730957031</c:v>
                </c:pt>
                <c:pt idx="8185">
                  <c:v>138.14707539876201</c:v>
                </c:pt>
                <c:pt idx="8186">
                  <c:v>138.147419840494</c:v>
                </c:pt>
                <c:pt idx="8187">
                  <c:v>138.14776428222601</c:v>
                </c:pt>
                <c:pt idx="8188">
                  <c:v>138.14810872395799</c:v>
                </c:pt>
                <c:pt idx="8189">
                  <c:v>138.14845316569</c:v>
                </c:pt>
                <c:pt idx="8190">
                  <c:v>138.14879760742099</c:v>
                </c:pt>
                <c:pt idx="8191">
                  <c:v>138.149142049153</c:v>
                </c:pt>
                <c:pt idx="8192">
                  <c:v>138.14948649088501</c:v>
                </c:pt>
                <c:pt idx="8193">
                  <c:v>138.14983093261699</c:v>
                </c:pt>
                <c:pt idx="8194">
                  <c:v>138.15017537434801</c:v>
                </c:pt>
                <c:pt idx="8195">
                  <c:v>138.15051981607999</c:v>
                </c:pt>
                <c:pt idx="8196">
                  <c:v>138.150864257812</c:v>
                </c:pt>
                <c:pt idx="8197">
                  <c:v>138.15120869954399</c:v>
                </c:pt>
                <c:pt idx="8198">
                  <c:v>138.151553141275</c:v>
                </c:pt>
                <c:pt idx="8199">
                  <c:v>138.15189758300701</c:v>
                </c:pt>
                <c:pt idx="8200">
                  <c:v>138.152242024739</c:v>
                </c:pt>
                <c:pt idx="8201">
                  <c:v>138.15258646647101</c:v>
                </c:pt>
                <c:pt idx="8202">
                  <c:v>138.15293090820299</c:v>
                </c:pt>
                <c:pt idx="8203">
                  <c:v>138.15327534993401</c:v>
                </c:pt>
                <c:pt idx="8204">
                  <c:v>138.15361979166599</c:v>
                </c:pt>
                <c:pt idx="8205">
                  <c:v>138.153964233398</c:v>
                </c:pt>
                <c:pt idx="8206">
                  <c:v>138.15430867513001</c:v>
                </c:pt>
                <c:pt idx="8207">
                  <c:v>138.154653116861</c:v>
                </c:pt>
                <c:pt idx="8208">
                  <c:v>138.15499755859301</c:v>
                </c:pt>
                <c:pt idx="8209">
                  <c:v>138.15534200032499</c:v>
                </c:pt>
                <c:pt idx="8210">
                  <c:v>138.155686442057</c:v>
                </c:pt>
                <c:pt idx="8211">
                  <c:v>138.15603088378799</c:v>
                </c:pt>
                <c:pt idx="8212">
                  <c:v>138.15637532552</c:v>
                </c:pt>
                <c:pt idx="8213">
                  <c:v>138.15671976725201</c:v>
                </c:pt>
                <c:pt idx="8214">
                  <c:v>138.157064208984</c:v>
                </c:pt>
                <c:pt idx="8215">
                  <c:v>138.15740865071601</c:v>
                </c:pt>
                <c:pt idx="8216">
                  <c:v>138.157753092447</c:v>
                </c:pt>
                <c:pt idx="8217">
                  <c:v>138.15809753417901</c:v>
                </c:pt>
                <c:pt idx="8218">
                  <c:v>138.15844197591099</c:v>
                </c:pt>
                <c:pt idx="8219">
                  <c:v>138.158786417643</c:v>
                </c:pt>
                <c:pt idx="8220">
                  <c:v>138.15913085937399</c:v>
                </c:pt>
                <c:pt idx="8221">
                  <c:v>138.159475301106</c:v>
                </c:pt>
                <c:pt idx="8222">
                  <c:v>138.15981974283801</c:v>
                </c:pt>
                <c:pt idx="8223">
                  <c:v>138.16016418456999</c:v>
                </c:pt>
                <c:pt idx="8224">
                  <c:v>138.16050862630101</c:v>
                </c:pt>
                <c:pt idx="8225">
                  <c:v>138.16085306803299</c:v>
                </c:pt>
                <c:pt idx="8226">
                  <c:v>138.161197509765</c:v>
                </c:pt>
                <c:pt idx="8227">
                  <c:v>138.16154195149699</c:v>
                </c:pt>
                <c:pt idx="8228">
                  <c:v>138.161886393229</c:v>
                </c:pt>
                <c:pt idx="8229">
                  <c:v>138.16223083496001</c:v>
                </c:pt>
                <c:pt idx="8230">
                  <c:v>138.162575276692</c:v>
                </c:pt>
                <c:pt idx="8231">
                  <c:v>138.16291971842401</c:v>
                </c:pt>
                <c:pt idx="8232">
                  <c:v>138.16326416015599</c:v>
                </c:pt>
                <c:pt idx="8233">
                  <c:v>138.16360860188701</c:v>
                </c:pt>
                <c:pt idx="8234">
                  <c:v>138.16395304361899</c:v>
                </c:pt>
                <c:pt idx="8235">
                  <c:v>138.164297485351</c:v>
                </c:pt>
                <c:pt idx="8236">
                  <c:v>138.16464192708301</c:v>
                </c:pt>
                <c:pt idx="8237">
                  <c:v>138.164986368814</c:v>
                </c:pt>
                <c:pt idx="8238">
                  <c:v>138.16533081054601</c:v>
                </c:pt>
                <c:pt idx="8239">
                  <c:v>138.16567525227799</c:v>
                </c:pt>
                <c:pt idx="8240">
                  <c:v>138.16601969401</c:v>
                </c:pt>
                <c:pt idx="8241">
                  <c:v>138.16636413574199</c:v>
                </c:pt>
                <c:pt idx="8242">
                  <c:v>138.166708577473</c:v>
                </c:pt>
                <c:pt idx="8243">
                  <c:v>138.16705301920501</c:v>
                </c:pt>
                <c:pt idx="8244">
                  <c:v>138.167397460937</c:v>
                </c:pt>
                <c:pt idx="8245">
                  <c:v>138.16774190266901</c:v>
                </c:pt>
                <c:pt idx="8246">
                  <c:v>138.1680863444</c:v>
                </c:pt>
                <c:pt idx="8247">
                  <c:v>138.16843078613201</c:v>
                </c:pt>
                <c:pt idx="8248">
                  <c:v>138.16877522786399</c:v>
                </c:pt>
                <c:pt idx="8249">
                  <c:v>138.169119669596</c:v>
                </c:pt>
                <c:pt idx="8250">
                  <c:v>138.16946411132801</c:v>
                </c:pt>
                <c:pt idx="8251">
                  <c:v>138.169808553059</c:v>
                </c:pt>
                <c:pt idx="8252">
                  <c:v>138.17015299479101</c:v>
                </c:pt>
                <c:pt idx="8253">
                  <c:v>138.17049743652299</c:v>
                </c:pt>
                <c:pt idx="8254">
                  <c:v>138.170841878255</c:v>
                </c:pt>
                <c:pt idx="8255">
                  <c:v>138.17118631998599</c:v>
                </c:pt>
                <c:pt idx="8256">
                  <c:v>138.171530761718</c:v>
                </c:pt>
                <c:pt idx="8257">
                  <c:v>138.17187520345001</c:v>
                </c:pt>
                <c:pt idx="8258">
                  <c:v>138.172219645182</c:v>
                </c:pt>
                <c:pt idx="8259">
                  <c:v>138.17256408691301</c:v>
                </c:pt>
                <c:pt idx="8260">
                  <c:v>138.172908528645</c:v>
                </c:pt>
                <c:pt idx="8261">
                  <c:v>138.17325297037701</c:v>
                </c:pt>
                <c:pt idx="8262">
                  <c:v>138.17359741210899</c:v>
                </c:pt>
                <c:pt idx="8263">
                  <c:v>138.173941853841</c:v>
                </c:pt>
                <c:pt idx="8264">
                  <c:v>138.17428629557199</c:v>
                </c:pt>
                <c:pt idx="8265">
                  <c:v>138.174630737304</c:v>
                </c:pt>
                <c:pt idx="8266">
                  <c:v>138.17497517903601</c:v>
                </c:pt>
                <c:pt idx="8267">
                  <c:v>138.17531962076799</c:v>
                </c:pt>
                <c:pt idx="8268">
                  <c:v>138.17566406249901</c:v>
                </c:pt>
                <c:pt idx="8269">
                  <c:v>138.17600850423099</c:v>
                </c:pt>
                <c:pt idx="8270">
                  <c:v>138.176352945963</c:v>
                </c:pt>
                <c:pt idx="8271">
                  <c:v>138.17669738769499</c:v>
                </c:pt>
                <c:pt idx="8272">
                  <c:v>138.177041829426</c:v>
                </c:pt>
                <c:pt idx="8273">
                  <c:v>138.17738627115801</c:v>
                </c:pt>
                <c:pt idx="8274">
                  <c:v>138.17773071289</c:v>
                </c:pt>
                <c:pt idx="8275">
                  <c:v>138.17807515462201</c:v>
                </c:pt>
                <c:pt idx="8276">
                  <c:v>138.17841959635399</c:v>
                </c:pt>
                <c:pt idx="8277">
                  <c:v>138.17876403808501</c:v>
                </c:pt>
                <c:pt idx="8278">
                  <c:v>138.17910847981699</c:v>
                </c:pt>
                <c:pt idx="8279">
                  <c:v>138.179452921549</c:v>
                </c:pt>
                <c:pt idx="8280">
                  <c:v>138.17979736328101</c:v>
                </c:pt>
                <c:pt idx="8281">
                  <c:v>138.180141805012</c:v>
                </c:pt>
                <c:pt idx="8282">
                  <c:v>138.18048624674401</c:v>
                </c:pt>
                <c:pt idx="8283">
                  <c:v>138.18083068847599</c:v>
                </c:pt>
                <c:pt idx="8284">
                  <c:v>138.181175130208</c:v>
                </c:pt>
                <c:pt idx="8285">
                  <c:v>138.18151957193899</c:v>
                </c:pt>
                <c:pt idx="8286">
                  <c:v>138.181864013671</c:v>
                </c:pt>
                <c:pt idx="8287">
                  <c:v>138.18220845540301</c:v>
                </c:pt>
                <c:pt idx="8288">
                  <c:v>138.182552897135</c:v>
                </c:pt>
                <c:pt idx="8289">
                  <c:v>138.18289733886701</c:v>
                </c:pt>
                <c:pt idx="8290">
                  <c:v>138.183241780598</c:v>
                </c:pt>
                <c:pt idx="8291">
                  <c:v>138.18358622233001</c:v>
                </c:pt>
                <c:pt idx="8292">
                  <c:v>138.18393066406199</c:v>
                </c:pt>
                <c:pt idx="8293">
                  <c:v>138.184275105794</c:v>
                </c:pt>
                <c:pt idx="8294">
                  <c:v>138.18461954752499</c:v>
                </c:pt>
                <c:pt idx="8295">
                  <c:v>138.184963989257</c:v>
                </c:pt>
                <c:pt idx="8296">
                  <c:v>138.18530843098901</c:v>
                </c:pt>
                <c:pt idx="8297">
                  <c:v>138.18565287272099</c:v>
                </c:pt>
                <c:pt idx="8298">
                  <c:v>138.18599731445201</c:v>
                </c:pt>
                <c:pt idx="8299">
                  <c:v>138.18634175618399</c:v>
                </c:pt>
                <c:pt idx="8300">
                  <c:v>138.186686197916</c:v>
                </c:pt>
                <c:pt idx="8301">
                  <c:v>138.18703063964799</c:v>
                </c:pt>
                <c:pt idx="8302">
                  <c:v>138.18737508138</c:v>
                </c:pt>
                <c:pt idx="8303">
                  <c:v>138.18771952311101</c:v>
                </c:pt>
                <c:pt idx="8304">
                  <c:v>138.188063964843</c:v>
                </c:pt>
                <c:pt idx="8305">
                  <c:v>138.18840840657501</c:v>
                </c:pt>
                <c:pt idx="8306">
                  <c:v>138.18875284830699</c:v>
                </c:pt>
                <c:pt idx="8307">
                  <c:v>138.18909729003801</c:v>
                </c:pt>
                <c:pt idx="8308">
                  <c:v>138.18944173176999</c:v>
                </c:pt>
                <c:pt idx="8309">
                  <c:v>138.189786173502</c:v>
                </c:pt>
                <c:pt idx="8310">
                  <c:v>138.19013061523401</c:v>
                </c:pt>
                <c:pt idx="8311">
                  <c:v>138.190475056965</c:v>
                </c:pt>
                <c:pt idx="8312">
                  <c:v>138.19081949869701</c:v>
                </c:pt>
                <c:pt idx="8313">
                  <c:v>138.19116394042899</c:v>
                </c:pt>
                <c:pt idx="8314">
                  <c:v>138.191508382161</c:v>
                </c:pt>
                <c:pt idx="8315">
                  <c:v>138.19185282389299</c:v>
                </c:pt>
                <c:pt idx="8316">
                  <c:v>138.192197265624</c:v>
                </c:pt>
                <c:pt idx="8317">
                  <c:v>138.19254170735601</c:v>
                </c:pt>
                <c:pt idx="8318">
                  <c:v>138.192886149088</c:v>
                </c:pt>
                <c:pt idx="8319">
                  <c:v>138.19323059082001</c:v>
                </c:pt>
                <c:pt idx="8320">
                  <c:v>138.193575032551</c:v>
                </c:pt>
                <c:pt idx="8321">
                  <c:v>138.19391947428301</c:v>
                </c:pt>
                <c:pt idx="8322">
                  <c:v>138.19426391601499</c:v>
                </c:pt>
                <c:pt idx="8323">
                  <c:v>138.194608357747</c:v>
                </c:pt>
                <c:pt idx="8324">
                  <c:v>138.19495279947799</c:v>
                </c:pt>
                <c:pt idx="8325">
                  <c:v>138.19529724121</c:v>
                </c:pt>
                <c:pt idx="8326">
                  <c:v>138.19564168294201</c:v>
                </c:pt>
                <c:pt idx="8327">
                  <c:v>138.19598612467399</c:v>
                </c:pt>
                <c:pt idx="8328">
                  <c:v>138.196330566406</c:v>
                </c:pt>
                <c:pt idx="8329">
                  <c:v>138.19667500813699</c:v>
                </c:pt>
                <c:pt idx="8330">
                  <c:v>138.197019449869</c:v>
                </c:pt>
                <c:pt idx="8331">
                  <c:v>138.19736389160099</c:v>
                </c:pt>
                <c:pt idx="8332">
                  <c:v>138.197708333333</c:v>
                </c:pt>
                <c:pt idx="8333">
                  <c:v>138.19805277506401</c:v>
                </c:pt>
                <c:pt idx="8334">
                  <c:v>138.198397216796</c:v>
                </c:pt>
                <c:pt idx="8335">
                  <c:v>138.19874165852801</c:v>
                </c:pt>
                <c:pt idx="8336">
                  <c:v>138.19908610025999</c:v>
                </c:pt>
                <c:pt idx="8337">
                  <c:v>138.199430541992</c:v>
                </c:pt>
                <c:pt idx="8338">
                  <c:v>138.19977498372299</c:v>
                </c:pt>
                <c:pt idx="8339">
                  <c:v>138.200119425455</c:v>
                </c:pt>
                <c:pt idx="8340">
                  <c:v>138.20046386718701</c:v>
                </c:pt>
                <c:pt idx="8341">
                  <c:v>138.20080830891899</c:v>
                </c:pt>
                <c:pt idx="8342">
                  <c:v>138.20115275065001</c:v>
                </c:pt>
                <c:pt idx="8343">
                  <c:v>138.20149719238199</c:v>
                </c:pt>
                <c:pt idx="8344">
                  <c:v>138.201841634114</c:v>
                </c:pt>
                <c:pt idx="8345">
                  <c:v>138.20218607584599</c:v>
                </c:pt>
                <c:pt idx="8346">
                  <c:v>138.202530517577</c:v>
                </c:pt>
                <c:pt idx="8347">
                  <c:v>138.20287495930901</c:v>
                </c:pt>
                <c:pt idx="8348">
                  <c:v>138.203219401041</c:v>
                </c:pt>
                <c:pt idx="8349">
                  <c:v>138.20356384277301</c:v>
                </c:pt>
                <c:pt idx="8350">
                  <c:v>138.20390828450499</c:v>
                </c:pt>
                <c:pt idx="8351">
                  <c:v>138.20425272623601</c:v>
                </c:pt>
                <c:pt idx="8352">
                  <c:v>138.20459716796799</c:v>
                </c:pt>
                <c:pt idx="8353">
                  <c:v>138.2049416097</c:v>
                </c:pt>
                <c:pt idx="8354">
                  <c:v>138.20528605143201</c:v>
                </c:pt>
                <c:pt idx="8355">
                  <c:v>138.205630493163</c:v>
                </c:pt>
                <c:pt idx="8356">
                  <c:v>138.20597493489501</c:v>
                </c:pt>
                <c:pt idx="8357">
                  <c:v>138.20631937662699</c:v>
                </c:pt>
                <c:pt idx="8358">
                  <c:v>138.206663818359</c:v>
                </c:pt>
                <c:pt idx="8359">
                  <c:v>138.20700826008999</c:v>
                </c:pt>
                <c:pt idx="8360">
                  <c:v>138.207352701822</c:v>
                </c:pt>
                <c:pt idx="8361">
                  <c:v>138.20769714355399</c:v>
                </c:pt>
                <c:pt idx="8362">
                  <c:v>138.208041585286</c:v>
                </c:pt>
                <c:pt idx="8363">
                  <c:v>138.20838602701801</c:v>
                </c:pt>
                <c:pt idx="8364">
                  <c:v>138.208730468749</c:v>
                </c:pt>
                <c:pt idx="8365">
                  <c:v>138.20907491048101</c:v>
                </c:pt>
                <c:pt idx="8366">
                  <c:v>138.20941935221299</c:v>
                </c:pt>
                <c:pt idx="8367">
                  <c:v>138.209763793945</c:v>
                </c:pt>
                <c:pt idx="8368">
                  <c:v>138.21010823567599</c:v>
                </c:pt>
                <c:pt idx="8369">
                  <c:v>138.210452677408</c:v>
                </c:pt>
                <c:pt idx="8370">
                  <c:v>138.21079711914001</c:v>
                </c:pt>
                <c:pt idx="8371">
                  <c:v>138.21114156087199</c:v>
                </c:pt>
                <c:pt idx="8372">
                  <c:v>138.21148600260301</c:v>
                </c:pt>
                <c:pt idx="8373">
                  <c:v>138.21183044433499</c:v>
                </c:pt>
                <c:pt idx="8374">
                  <c:v>138.212174886067</c:v>
                </c:pt>
                <c:pt idx="8375">
                  <c:v>138.21251932779899</c:v>
                </c:pt>
                <c:pt idx="8376">
                  <c:v>138.212863769531</c:v>
                </c:pt>
                <c:pt idx="8377">
                  <c:v>138.21320821126201</c:v>
                </c:pt>
                <c:pt idx="8378">
                  <c:v>138.213552652994</c:v>
                </c:pt>
                <c:pt idx="8379">
                  <c:v>138.21389709472601</c:v>
                </c:pt>
                <c:pt idx="8380">
                  <c:v>138.21424153645799</c:v>
                </c:pt>
                <c:pt idx="8381">
                  <c:v>138.21458597818901</c:v>
                </c:pt>
                <c:pt idx="8382">
                  <c:v>138.21493041992099</c:v>
                </c:pt>
                <c:pt idx="8383">
                  <c:v>138.215274861653</c:v>
                </c:pt>
                <c:pt idx="8384">
                  <c:v>138.21561930338501</c:v>
                </c:pt>
                <c:pt idx="8385">
                  <c:v>138.215963745116</c:v>
                </c:pt>
                <c:pt idx="8386">
                  <c:v>138.21630818684801</c:v>
                </c:pt>
                <c:pt idx="8387">
                  <c:v>138.21665262857999</c:v>
                </c:pt>
                <c:pt idx="8388">
                  <c:v>138.216997070312</c:v>
                </c:pt>
                <c:pt idx="8389">
                  <c:v>138.21734151204399</c:v>
                </c:pt>
                <c:pt idx="8390">
                  <c:v>138.217685953775</c:v>
                </c:pt>
                <c:pt idx="8391">
                  <c:v>138.21803039550699</c:v>
                </c:pt>
                <c:pt idx="8392">
                  <c:v>138.218374837239</c:v>
                </c:pt>
                <c:pt idx="8393">
                  <c:v>138.21871927897101</c:v>
                </c:pt>
                <c:pt idx="8394">
                  <c:v>138.219063720702</c:v>
                </c:pt>
                <c:pt idx="8395">
                  <c:v>138.21940816243401</c:v>
                </c:pt>
                <c:pt idx="8396">
                  <c:v>138.21975260416599</c:v>
                </c:pt>
                <c:pt idx="8397">
                  <c:v>138.220097045898</c:v>
                </c:pt>
                <c:pt idx="8398">
                  <c:v>138.22044148762899</c:v>
                </c:pt>
                <c:pt idx="8399">
                  <c:v>138.220785929361</c:v>
                </c:pt>
                <c:pt idx="8400">
                  <c:v>138.22113037109301</c:v>
                </c:pt>
                <c:pt idx="8401">
                  <c:v>138.22143732706601</c:v>
                </c:pt>
                <c:pt idx="8402">
                  <c:v>138.22174428304001</c:v>
                </c:pt>
                <c:pt idx="8403">
                  <c:v>138.22205123901301</c:v>
                </c:pt>
                <c:pt idx="8404">
                  <c:v>138.22235819498599</c:v>
                </c:pt>
                <c:pt idx="8405">
                  <c:v>138.22266515096001</c:v>
                </c:pt>
                <c:pt idx="8406">
                  <c:v>138.22297210693301</c:v>
                </c:pt>
                <c:pt idx="8407">
                  <c:v>138.22327906290599</c:v>
                </c:pt>
                <c:pt idx="8408">
                  <c:v>138.22358601887899</c:v>
                </c:pt>
                <c:pt idx="8409">
                  <c:v>138.22389297485299</c:v>
                </c:pt>
                <c:pt idx="8410">
                  <c:v>138.22419993082599</c:v>
                </c:pt>
                <c:pt idx="8411">
                  <c:v>138.22450688679899</c:v>
                </c:pt>
                <c:pt idx="8412">
                  <c:v>138.22481384277299</c:v>
                </c:pt>
                <c:pt idx="8413">
                  <c:v>138.22512079874599</c:v>
                </c:pt>
                <c:pt idx="8414">
                  <c:v>138.22542775471899</c:v>
                </c:pt>
                <c:pt idx="8415">
                  <c:v>138.22573471069299</c:v>
                </c:pt>
                <c:pt idx="8416">
                  <c:v>138.22604166666599</c:v>
                </c:pt>
                <c:pt idx="8417">
                  <c:v>138.22634862263899</c:v>
                </c:pt>
                <c:pt idx="8418">
                  <c:v>138.22665557861299</c:v>
                </c:pt>
                <c:pt idx="8419">
                  <c:v>138.22696253458599</c:v>
                </c:pt>
                <c:pt idx="8420">
                  <c:v>138.227269490559</c:v>
                </c:pt>
                <c:pt idx="8421">
                  <c:v>138.227576446532</c:v>
                </c:pt>
                <c:pt idx="8422">
                  <c:v>138.227883402506</c:v>
                </c:pt>
                <c:pt idx="8423">
                  <c:v>138.228190358479</c:v>
                </c:pt>
                <c:pt idx="8424">
                  <c:v>138.228497314452</c:v>
                </c:pt>
                <c:pt idx="8425">
                  <c:v>138.228804270426</c:v>
                </c:pt>
                <c:pt idx="8426">
                  <c:v>138.229111226399</c:v>
                </c:pt>
                <c:pt idx="8427">
                  <c:v>138.229418182372</c:v>
                </c:pt>
                <c:pt idx="8428">
                  <c:v>138.229725138346</c:v>
                </c:pt>
                <c:pt idx="8429">
                  <c:v>138.230032094319</c:v>
                </c:pt>
                <c:pt idx="8430">
                  <c:v>138.230339050292</c:v>
                </c:pt>
                <c:pt idx="8431">
                  <c:v>138.230646006266</c:v>
                </c:pt>
                <c:pt idx="8432">
                  <c:v>138.230952962239</c:v>
                </c:pt>
                <c:pt idx="8433">
                  <c:v>138.231259918212</c:v>
                </c:pt>
                <c:pt idx="8434">
                  <c:v>138.23156687418501</c:v>
                </c:pt>
                <c:pt idx="8435">
                  <c:v>138.231873830159</c:v>
                </c:pt>
                <c:pt idx="8436">
                  <c:v>138.23218078613201</c:v>
                </c:pt>
                <c:pt idx="8437">
                  <c:v>138.23248774210501</c:v>
                </c:pt>
                <c:pt idx="8438">
                  <c:v>138.232794698079</c:v>
                </c:pt>
                <c:pt idx="8439">
                  <c:v>138.23310165405201</c:v>
                </c:pt>
                <c:pt idx="8440">
                  <c:v>138.23340861002501</c:v>
                </c:pt>
                <c:pt idx="8441">
                  <c:v>138.23371556599901</c:v>
                </c:pt>
                <c:pt idx="8442">
                  <c:v>138.23402252197201</c:v>
                </c:pt>
                <c:pt idx="8443">
                  <c:v>138.23432947794501</c:v>
                </c:pt>
                <c:pt idx="8444">
                  <c:v>138.23463643391901</c:v>
                </c:pt>
                <c:pt idx="8445">
                  <c:v>138.23494338989201</c:v>
                </c:pt>
                <c:pt idx="8446">
                  <c:v>138.23525034586501</c:v>
                </c:pt>
                <c:pt idx="8447">
                  <c:v>138.23555730183801</c:v>
                </c:pt>
                <c:pt idx="8448">
                  <c:v>138.23586425781201</c:v>
                </c:pt>
                <c:pt idx="8449">
                  <c:v>138.23617121378501</c:v>
                </c:pt>
                <c:pt idx="8450">
                  <c:v>138.23647816975799</c:v>
                </c:pt>
                <c:pt idx="8451">
                  <c:v>138.23678512573201</c:v>
                </c:pt>
                <c:pt idx="8452">
                  <c:v>138.23709208170499</c:v>
                </c:pt>
                <c:pt idx="8453">
                  <c:v>138.23739903767799</c:v>
                </c:pt>
                <c:pt idx="8454">
                  <c:v>138.23770599365201</c:v>
                </c:pt>
                <c:pt idx="8455">
                  <c:v>138.23801294962499</c:v>
                </c:pt>
                <c:pt idx="8456">
                  <c:v>138.23831990559799</c:v>
                </c:pt>
                <c:pt idx="8457">
                  <c:v>138.23862686157199</c:v>
                </c:pt>
                <c:pt idx="8458">
                  <c:v>138.23893381754499</c:v>
                </c:pt>
                <c:pt idx="8459">
                  <c:v>138.23924077351799</c:v>
                </c:pt>
                <c:pt idx="8460">
                  <c:v>138.23954772949099</c:v>
                </c:pt>
                <c:pt idx="8461">
                  <c:v>138.23985468546499</c:v>
                </c:pt>
                <c:pt idx="8462">
                  <c:v>138.24016164143799</c:v>
                </c:pt>
                <c:pt idx="8463">
                  <c:v>138.240468597411</c:v>
                </c:pt>
                <c:pt idx="8464">
                  <c:v>138.24077555338499</c:v>
                </c:pt>
                <c:pt idx="8465">
                  <c:v>138.24108250935799</c:v>
                </c:pt>
                <c:pt idx="8466">
                  <c:v>138.241389465331</c:v>
                </c:pt>
                <c:pt idx="8467">
                  <c:v>138.24169642130499</c:v>
                </c:pt>
                <c:pt idx="8468">
                  <c:v>138.242003377278</c:v>
                </c:pt>
                <c:pt idx="8469">
                  <c:v>138.242310333251</c:v>
                </c:pt>
                <c:pt idx="8470">
                  <c:v>138.242617289224</c:v>
                </c:pt>
                <c:pt idx="8471">
                  <c:v>138.242924245198</c:v>
                </c:pt>
                <c:pt idx="8472">
                  <c:v>138.243231201171</c:v>
                </c:pt>
                <c:pt idx="8473">
                  <c:v>138.243538157144</c:v>
                </c:pt>
                <c:pt idx="8474">
                  <c:v>138.243845113118</c:v>
                </c:pt>
                <c:pt idx="8475">
                  <c:v>138.244152069091</c:v>
                </c:pt>
                <c:pt idx="8476">
                  <c:v>138.244459025064</c:v>
                </c:pt>
                <c:pt idx="8477">
                  <c:v>138.244765981038</c:v>
                </c:pt>
                <c:pt idx="8478">
                  <c:v>138.245072937011</c:v>
                </c:pt>
                <c:pt idx="8479">
                  <c:v>138.245379892984</c:v>
                </c:pt>
                <c:pt idx="8480">
                  <c:v>138.245686848958</c:v>
                </c:pt>
                <c:pt idx="8481">
                  <c:v>138.245993804931</c:v>
                </c:pt>
                <c:pt idx="8482">
                  <c:v>138.24630076090401</c:v>
                </c:pt>
                <c:pt idx="8483">
                  <c:v>138.24660771687701</c:v>
                </c:pt>
                <c:pt idx="8484">
                  <c:v>138.24691467285101</c:v>
                </c:pt>
                <c:pt idx="8485">
                  <c:v>138.24722162882401</c:v>
                </c:pt>
                <c:pt idx="8486">
                  <c:v>138.24752858479701</c:v>
                </c:pt>
                <c:pt idx="8487">
                  <c:v>138.24783554077101</c:v>
                </c:pt>
                <c:pt idx="8488">
                  <c:v>138.24814249674401</c:v>
                </c:pt>
                <c:pt idx="8489">
                  <c:v>138.24844945271701</c:v>
                </c:pt>
                <c:pt idx="8490">
                  <c:v>138.24875640869101</c:v>
                </c:pt>
                <c:pt idx="8491">
                  <c:v>138.24906336466401</c:v>
                </c:pt>
                <c:pt idx="8492">
                  <c:v>138.24937032063701</c:v>
                </c:pt>
                <c:pt idx="8493">
                  <c:v>138.24967727661101</c:v>
                </c:pt>
                <c:pt idx="8494">
                  <c:v>138.24998423258401</c:v>
                </c:pt>
                <c:pt idx="8495">
                  <c:v>138.25029118855699</c:v>
                </c:pt>
                <c:pt idx="8496">
                  <c:v>138.25059814452999</c:v>
                </c:pt>
                <c:pt idx="8497">
                  <c:v>138.25090510050401</c:v>
                </c:pt>
                <c:pt idx="8498">
                  <c:v>138.25121205647699</c:v>
                </c:pt>
                <c:pt idx="8499">
                  <c:v>138.25151901244999</c:v>
                </c:pt>
                <c:pt idx="8500">
                  <c:v>138.25182596842399</c:v>
                </c:pt>
                <c:pt idx="8501">
                  <c:v>138.25213292439699</c:v>
                </c:pt>
                <c:pt idx="8502">
                  <c:v>138.25243988036999</c:v>
                </c:pt>
                <c:pt idx="8503">
                  <c:v>138.25274683634399</c:v>
                </c:pt>
                <c:pt idx="8504">
                  <c:v>138.25305379231699</c:v>
                </c:pt>
                <c:pt idx="8505">
                  <c:v>138.25336074828999</c:v>
                </c:pt>
                <c:pt idx="8506">
                  <c:v>138.25366770426399</c:v>
                </c:pt>
                <c:pt idx="8507">
                  <c:v>138.25397466023699</c:v>
                </c:pt>
                <c:pt idx="8508">
                  <c:v>138.25428161620999</c:v>
                </c:pt>
                <c:pt idx="8509">
                  <c:v>138.254588572183</c:v>
                </c:pt>
                <c:pt idx="8510">
                  <c:v>138.25489552815699</c:v>
                </c:pt>
                <c:pt idx="8511">
                  <c:v>138.25520248413</c:v>
                </c:pt>
                <c:pt idx="8512">
                  <c:v>138.255509440103</c:v>
                </c:pt>
                <c:pt idx="8513">
                  <c:v>138.25581639607699</c:v>
                </c:pt>
                <c:pt idx="8514">
                  <c:v>138.25612335205</c:v>
                </c:pt>
                <c:pt idx="8515">
                  <c:v>138.256430308023</c:v>
                </c:pt>
                <c:pt idx="8516">
                  <c:v>138.256737263997</c:v>
                </c:pt>
                <c:pt idx="8517">
                  <c:v>138.25704421997</c:v>
                </c:pt>
                <c:pt idx="8518">
                  <c:v>138.257351175943</c:v>
                </c:pt>
                <c:pt idx="8519">
                  <c:v>138.257658131917</c:v>
                </c:pt>
                <c:pt idx="8520">
                  <c:v>138.25796508789</c:v>
                </c:pt>
                <c:pt idx="8521">
                  <c:v>138.258272043863</c:v>
                </c:pt>
                <c:pt idx="8522">
                  <c:v>138.258578999836</c:v>
                </c:pt>
                <c:pt idx="8523">
                  <c:v>138.25888595581</c:v>
                </c:pt>
                <c:pt idx="8524">
                  <c:v>138.259192911783</c:v>
                </c:pt>
                <c:pt idx="8525">
                  <c:v>138.25949986775601</c:v>
                </c:pt>
                <c:pt idx="8526">
                  <c:v>138.25980682373</c:v>
                </c:pt>
                <c:pt idx="8527">
                  <c:v>138.260113779703</c:v>
                </c:pt>
                <c:pt idx="8528">
                  <c:v>138.26042073567601</c:v>
                </c:pt>
                <c:pt idx="8529">
                  <c:v>138.26072769165</c:v>
                </c:pt>
                <c:pt idx="8530">
                  <c:v>138.26103464762301</c:v>
                </c:pt>
                <c:pt idx="8531">
                  <c:v>138.26134160359601</c:v>
                </c:pt>
                <c:pt idx="8532">
                  <c:v>138.26164855957001</c:v>
                </c:pt>
                <c:pt idx="8533">
                  <c:v>138.26195551554301</c:v>
                </c:pt>
                <c:pt idx="8534">
                  <c:v>138.26226247151601</c:v>
                </c:pt>
                <c:pt idx="8535">
                  <c:v>138.26256942748901</c:v>
                </c:pt>
                <c:pt idx="8536">
                  <c:v>138.26287638346301</c:v>
                </c:pt>
                <c:pt idx="8537">
                  <c:v>138.26318333943601</c:v>
                </c:pt>
                <c:pt idx="8538">
                  <c:v>138.26349029540901</c:v>
                </c:pt>
                <c:pt idx="8539">
                  <c:v>138.26379725138301</c:v>
                </c:pt>
                <c:pt idx="8540">
                  <c:v>138.26410420735601</c:v>
                </c:pt>
                <c:pt idx="8541">
                  <c:v>138.26441116332899</c:v>
                </c:pt>
                <c:pt idx="8542">
                  <c:v>138.26471811930301</c:v>
                </c:pt>
                <c:pt idx="8543">
                  <c:v>138.26502507527599</c:v>
                </c:pt>
                <c:pt idx="8544">
                  <c:v>138.26533203124899</c:v>
                </c:pt>
                <c:pt idx="8545">
                  <c:v>138.26563898722199</c:v>
                </c:pt>
                <c:pt idx="8546">
                  <c:v>138.26594594319599</c:v>
                </c:pt>
                <c:pt idx="8547">
                  <c:v>138.26625289916899</c:v>
                </c:pt>
                <c:pt idx="8548">
                  <c:v>138.26655985514199</c:v>
                </c:pt>
                <c:pt idx="8549">
                  <c:v>138.26686681111599</c:v>
                </c:pt>
                <c:pt idx="8550">
                  <c:v>138.26717376708899</c:v>
                </c:pt>
                <c:pt idx="8551">
                  <c:v>138.26748072306199</c:v>
                </c:pt>
                <c:pt idx="8552">
                  <c:v>138.26778767903599</c:v>
                </c:pt>
                <c:pt idx="8553">
                  <c:v>138.26809463500899</c:v>
                </c:pt>
                <c:pt idx="8554">
                  <c:v>138.26840159098199</c:v>
                </c:pt>
                <c:pt idx="8555">
                  <c:v>138.26870854695599</c:v>
                </c:pt>
                <c:pt idx="8556">
                  <c:v>138.26901550292899</c:v>
                </c:pt>
                <c:pt idx="8557">
                  <c:v>138.269322458902</c:v>
                </c:pt>
                <c:pt idx="8558">
                  <c:v>138.269629414875</c:v>
                </c:pt>
                <c:pt idx="8559">
                  <c:v>138.269936370849</c:v>
                </c:pt>
                <c:pt idx="8560">
                  <c:v>138.270243326822</c:v>
                </c:pt>
                <c:pt idx="8561">
                  <c:v>138.270550282795</c:v>
                </c:pt>
                <c:pt idx="8562">
                  <c:v>138.270857238769</c:v>
                </c:pt>
                <c:pt idx="8563">
                  <c:v>138.271164194742</c:v>
                </c:pt>
                <c:pt idx="8564">
                  <c:v>138.271471150715</c:v>
                </c:pt>
                <c:pt idx="8565">
                  <c:v>138.271778106689</c:v>
                </c:pt>
                <c:pt idx="8566">
                  <c:v>138.272085062662</c:v>
                </c:pt>
                <c:pt idx="8567">
                  <c:v>138.272392018635</c:v>
                </c:pt>
                <c:pt idx="8568">
                  <c:v>138.272698974609</c:v>
                </c:pt>
                <c:pt idx="8569">
                  <c:v>138.273005930582</c:v>
                </c:pt>
                <c:pt idx="8570">
                  <c:v>138.273312886555</c:v>
                </c:pt>
                <c:pt idx="8571">
                  <c:v>138.27361984252801</c:v>
                </c:pt>
                <c:pt idx="8572">
                  <c:v>138.273926798502</c:v>
                </c:pt>
                <c:pt idx="8573">
                  <c:v>138.27423375447501</c:v>
                </c:pt>
                <c:pt idx="8574">
                  <c:v>138.27454071044801</c:v>
                </c:pt>
                <c:pt idx="8575">
                  <c:v>138.274847666422</c:v>
                </c:pt>
                <c:pt idx="8576">
                  <c:v>138.27515462239501</c:v>
                </c:pt>
                <c:pt idx="8577">
                  <c:v>138.27546157836801</c:v>
                </c:pt>
                <c:pt idx="8578">
                  <c:v>138.27576853434201</c:v>
                </c:pt>
                <c:pt idx="8579">
                  <c:v>138.27607549031501</c:v>
                </c:pt>
                <c:pt idx="8580">
                  <c:v>138.27638244628801</c:v>
                </c:pt>
                <c:pt idx="8581">
                  <c:v>138.27668940226201</c:v>
                </c:pt>
                <c:pt idx="8582">
                  <c:v>138.27699635823501</c:v>
                </c:pt>
                <c:pt idx="8583">
                  <c:v>138.27730331420801</c:v>
                </c:pt>
                <c:pt idx="8584">
                  <c:v>138.27761027018099</c:v>
                </c:pt>
                <c:pt idx="8585">
                  <c:v>138.27791722615501</c:v>
                </c:pt>
                <c:pt idx="8586">
                  <c:v>138.27822418212801</c:v>
                </c:pt>
                <c:pt idx="8587">
                  <c:v>138.27853113810099</c:v>
                </c:pt>
                <c:pt idx="8588">
                  <c:v>138.27883809407501</c:v>
                </c:pt>
                <c:pt idx="8589">
                  <c:v>138.27914505004799</c:v>
                </c:pt>
                <c:pt idx="8590">
                  <c:v>138.27945200602099</c:v>
                </c:pt>
                <c:pt idx="8591">
                  <c:v>138.27975896199499</c:v>
                </c:pt>
                <c:pt idx="8592">
                  <c:v>138.28006591796799</c:v>
                </c:pt>
                <c:pt idx="8593">
                  <c:v>138.28037287394099</c:v>
                </c:pt>
                <c:pt idx="8594">
                  <c:v>138.28067982991499</c:v>
                </c:pt>
                <c:pt idx="8595">
                  <c:v>138.28098678588799</c:v>
                </c:pt>
                <c:pt idx="8596">
                  <c:v>138.28129374186099</c:v>
                </c:pt>
                <c:pt idx="8597">
                  <c:v>138.28160069783399</c:v>
                </c:pt>
                <c:pt idx="8598">
                  <c:v>138.28190765380799</c:v>
                </c:pt>
                <c:pt idx="8599">
                  <c:v>138.28221460978099</c:v>
                </c:pt>
                <c:pt idx="8600">
                  <c:v>138.282521565754</c:v>
                </c:pt>
                <c:pt idx="8601">
                  <c:v>138.28282852172799</c:v>
                </c:pt>
                <c:pt idx="8602">
                  <c:v>138.28313547770099</c:v>
                </c:pt>
                <c:pt idx="8603">
                  <c:v>138.283442433674</c:v>
                </c:pt>
                <c:pt idx="8604">
                  <c:v>138.28374938964799</c:v>
                </c:pt>
                <c:pt idx="8605">
                  <c:v>138.284056345621</c:v>
                </c:pt>
                <c:pt idx="8606">
                  <c:v>138.284363301594</c:v>
                </c:pt>
                <c:pt idx="8607">
                  <c:v>138.284670257567</c:v>
                </c:pt>
                <c:pt idx="8608">
                  <c:v>138.284977213541</c:v>
                </c:pt>
                <c:pt idx="8609">
                  <c:v>138.285284169514</c:v>
                </c:pt>
                <c:pt idx="8610">
                  <c:v>138.285591125487</c:v>
                </c:pt>
                <c:pt idx="8611">
                  <c:v>138.285898081461</c:v>
                </c:pt>
                <c:pt idx="8612">
                  <c:v>138.286205037434</c:v>
                </c:pt>
                <c:pt idx="8613">
                  <c:v>138.286511993407</c:v>
                </c:pt>
                <c:pt idx="8614">
                  <c:v>138.286818949381</c:v>
                </c:pt>
                <c:pt idx="8615">
                  <c:v>138.287125905354</c:v>
                </c:pt>
                <c:pt idx="8616">
                  <c:v>138.28743286132701</c:v>
                </c:pt>
                <c:pt idx="8617">
                  <c:v>138.287739817301</c:v>
                </c:pt>
                <c:pt idx="8618">
                  <c:v>138.288046773274</c:v>
                </c:pt>
                <c:pt idx="8619">
                  <c:v>138.28835372924701</c:v>
                </c:pt>
                <c:pt idx="8620">
                  <c:v>138.28866068522001</c:v>
                </c:pt>
                <c:pt idx="8621">
                  <c:v>138.28896764119401</c:v>
                </c:pt>
                <c:pt idx="8622">
                  <c:v>138.28927459716701</c:v>
                </c:pt>
                <c:pt idx="8623">
                  <c:v>138.28958155314001</c:v>
                </c:pt>
                <c:pt idx="8624">
                  <c:v>138.28988850911401</c:v>
                </c:pt>
                <c:pt idx="8625">
                  <c:v>138.29019546508701</c:v>
                </c:pt>
                <c:pt idx="8626">
                  <c:v>138.29050242106001</c:v>
                </c:pt>
                <c:pt idx="8627">
                  <c:v>138.29080937703401</c:v>
                </c:pt>
                <c:pt idx="8628">
                  <c:v>138.29111633300701</c:v>
                </c:pt>
                <c:pt idx="8629">
                  <c:v>138.29142328898001</c:v>
                </c:pt>
                <c:pt idx="8630">
                  <c:v>138.29173024495401</c:v>
                </c:pt>
                <c:pt idx="8631">
                  <c:v>138.29203720092701</c:v>
                </c:pt>
                <c:pt idx="8632">
                  <c:v>138.29234415689999</c:v>
                </c:pt>
                <c:pt idx="8633">
                  <c:v>138.29265111287299</c:v>
                </c:pt>
                <c:pt idx="8634">
                  <c:v>138.29295806884701</c:v>
                </c:pt>
                <c:pt idx="8635">
                  <c:v>138.29326502481999</c:v>
                </c:pt>
                <c:pt idx="8636">
                  <c:v>138.29357198079299</c:v>
                </c:pt>
                <c:pt idx="8637">
                  <c:v>138.29387893676699</c:v>
                </c:pt>
                <c:pt idx="8638">
                  <c:v>138.29418589273999</c:v>
                </c:pt>
                <c:pt idx="8639">
                  <c:v>138.29449284871299</c:v>
                </c:pt>
                <c:pt idx="8640">
                  <c:v>138.29479980468699</c:v>
                </c:pt>
                <c:pt idx="8641">
                  <c:v>138.29510676065999</c:v>
                </c:pt>
                <c:pt idx="8642">
                  <c:v>138.29541371663299</c:v>
                </c:pt>
                <c:pt idx="8643">
                  <c:v>138.29572067260699</c:v>
                </c:pt>
                <c:pt idx="8644">
                  <c:v>138.29602762857999</c:v>
                </c:pt>
                <c:pt idx="8645">
                  <c:v>138.29633458455299</c:v>
                </c:pt>
                <c:pt idx="8646">
                  <c:v>138.296641540526</c:v>
                </c:pt>
                <c:pt idx="8647">
                  <c:v>138.29694849649999</c:v>
                </c:pt>
                <c:pt idx="8648">
                  <c:v>138.297255452473</c:v>
                </c:pt>
                <c:pt idx="8649">
                  <c:v>138.297562408446</c:v>
                </c:pt>
                <c:pt idx="8650">
                  <c:v>138.29786936442</c:v>
                </c:pt>
                <c:pt idx="8651">
                  <c:v>138.298176320393</c:v>
                </c:pt>
                <c:pt idx="8652">
                  <c:v>138.298483276366</c:v>
                </c:pt>
                <c:pt idx="8653">
                  <c:v>138.29879023234</c:v>
                </c:pt>
                <c:pt idx="8654">
                  <c:v>138.299097188313</c:v>
                </c:pt>
                <c:pt idx="8655">
                  <c:v>138.299404144286</c:v>
                </c:pt>
                <c:pt idx="8656">
                  <c:v>138.29971110026</c:v>
                </c:pt>
                <c:pt idx="8657">
                  <c:v>138.300018056233</c:v>
                </c:pt>
                <c:pt idx="8658">
                  <c:v>138.300325012206</c:v>
                </c:pt>
                <c:pt idx="8659">
                  <c:v>138.300631968179</c:v>
                </c:pt>
                <c:pt idx="8660">
                  <c:v>138.300938924153</c:v>
                </c:pt>
                <c:pt idx="8661">
                  <c:v>138.301245880126</c:v>
                </c:pt>
                <c:pt idx="8662">
                  <c:v>138.30155283609901</c:v>
                </c:pt>
                <c:pt idx="8663">
                  <c:v>138.301859792073</c:v>
                </c:pt>
                <c:pt idx="8664">
                  <c:v>138.30216674804601</c:v>
                </c:pt>
                <c:pt idx="8665">
                  <c:v>138.30247370401901</c:v>
                </c:pt>
                <c:pt idx="8666">
                  <c:v>138.302780659993</c:v>
                </c:pt>
                <c:pt idx="8667">
                  <c:v>138.30308761596601</c:v>
                </c:pt>
                <c:pt idx="8668">
                  <c:v>138.30339457193901</c:v>
                </c:pt>
                <c:pt idx="8669">
                  <c:v>138.30370152791301</c:v>
                </c:pt>
                <c:pt idx="8670">
                  <c:v>138.30400848388601</c:v>
                </c:pt>
                <c:pt idx="8671">
                  <c:v>138.30431543985901</c:v>
                </c:pt>
                <c:pt idx="8672">
                  <c:v>138.30462239583201</c:v>
                </c:pt>
                <c:pt idx="8673">
                  <c:v>138.30492935180601</c:v>
                </c:pt>
                <c:pt idx="8674">
                  <c:v>138.30523630777901</c:v>
                </c:pt>
                <c:pt idx="8675">
                  <c:v>138.30554326375201</c:v>
                </c:pt>
                <c:pt idx="8676">
                  <c:v>138.30585021972601</c:v>
                </c:pt>
                <c:pt idx="8677">
                  <c:v>138.30615717569901</c:v>
                </c:pt>
                <c:pt idx="8678">
                  <c:v>138.30646413167199</c:v>
                </c:pt>
                <c:pt idx="8679">
                  <c:v>138.30677108764601</c:v>
                </c:pt>
                <c:pt idx="8680">
                  <c:v>138.30707804361899</c:v>
                </c:pt>
                <c:pt idx="8681">
                  <c:v>138.30738499959199</c:v>
                </c:pt>
                <c:pt idx="8682">
                  <c:v>138.30769195556499</c:v>
                </c:pt>
                <c:pt idx="8683">
                  <c:v>138.30799891153899</c:v>
                </c:pt>
                <c:pt idx="8684">
                  <c:v>138.30830586751199</c:v>
                </c:pt>
                <c:pt idx="8685">
                  <c:v>138.30861282348499</c:v>
                </c:pt>
                <c:pt idx="8686">
                  <c:v>138.30891977945899</c:v>
                </c:pt>
                <c:pt idx="8687">
                  <c:v>138.30922673543199</c:v>
                </c:pt>
                <c:pt idx="8688">
                  <c:v>138.30953369140499</c:v>
                </c:pt>
                <c:pt idx="8689">
                  <c:v>138.30984064737899</c:v>
                </c:pt>
                <c:pt idx="8690">
                  <c:v>138.31014760335199</c:v>
                </c:pt>
                <c:pt idx="8691">
                  <c:v>138.310454559325</c:v>
                </c:pt>
                <c:pt idx="8692">
                  <c:v>138.31076151529899</c:v>
                </c:pt>
                <c:pt idx="8693">
                  <c:v>138.31106847127199</c:v>
                </c:pt>
                <c:pt idx="8694">
                  <c:v>138.311375427245</c:v>
                </c:pt>
                <c:pt idx="8695">
                  <c:v>138.311682383218</c:v>
                </c:pt>
                <c:pt idx="8696">
                  <c:v>138.311989339192</c:v>
                </c:pt>
                <c:pt idx="8697">
                  <c:v>138.312296295165</c:v>
                </c:pt>
                <c:pt idx="8698">
                  <c:v>138.312603251138</c:v>
                </c:pt>
                <c:pt idx="8699">
                  <c:v>138.312910207112</c:v>
                </c:pt>
                <c:pt idx="8700">
                  <c:v>138.313217163085</c:v>
                </c:pt>
                <c:pt idx="8701">
                  <c:v>138.31349166870001</c:v>
                </c:pt>
                <c:pt idx="8702">
                  <c:v>138.31376617431499</c:v>
                </c:pt>
                <c:pt idx="8703">
                  <c:v>138.314040679931</c:v>
                </c:pt>
                <c:pt idx="8704">
                  <c:v>138.31431518554601</c:v>
                </c:pt>
                <c:pt idx="8705">
                  <c:v>138.31458969116099</c:v>
                </c:pt>
                <c:pt idx="8706">
                  <c:v>138.314864196776</c:v>
                </c:pt>
                <c:pt idx="8707">
                  <c:v>138.31513870239201</c:v>
                </c:pt>
                <c:pt idx="8708">
                  <c:v>138.31541320800699</c:v>
                </c:pt>
                <c:pt idx="8709">
                  <c:v>138.315687713622</c:v>
                </c:pt>
                <c:pt idx="8710">
                  <c:v>138.31596221923701</c:v>
                </c:pt>
                <c:pt idx="8711">
                  <c:v>138.31623672485301</c:v>
                </c:pt>
                <c:pt idx="8712">
                  <c:v>138.316511230468</c:v>
                </c:pt>
                <c:pt idx="8713">
                  <c:v>138.31678573608301</c:v>
                </c:pt>
                <c:pt idx="8714">
                  <c:v>138.31706024169799</c:v>
                </c:pt>
                <c:pt idx="8715">
                  <c:v>138.31733474731399</c:v>
                </c:pt>
                <c:pt idx="8716">
                  <c:v>138.317609252929</c:v>
                </c:pt>
                <c:pt idx="8717">
                  <c:v>138.31788375854401</c:v>
                </c:pt>
                <c:pt idx="8718">
                  <c:v>138.318158264159</c:v>
                </c:pt>
                <c:pt idx="8719">
                  <c:v>138.318432769775</c:v>
                </c:pt>
                <c:pt idx="8720">
                  <c:v>138.31870727539001</c:v>
                </c:pt>
                <c:pt idx="8721">
                  <c:v>138.31898178100499</c:v>
                </c:pt>
                <c:pt idx="8722">
                  <c:v>138.31925628662</c:v>
                </c:pt>
                <c:pt idx="8723">
                  <c:v>138.31953079223501</c:v>
                </c:pt>
                <c:pt idx="8724">
                  <c:v>138.31980529785099</c:v>
                </c:pt>
                <c:pt idx="8725">
                  <c:v>138.320079803466</c:v>
                </c:pt>
                <c:pt idx="8726">
                  <c:v>138.32035430908101</c:v>
                </c:pt>
                <c:pt idx="8727">
                  <c:v>138.32062881469599</c:v>
                </c:pt>
                <c:pt idx="8728">
                  <c:v>138.320903320312</c:v>
                </c:pt>
                <c:pt idx="8729">
                  <c:v>138.32117782592701</c:v>
                </c:pt>
                <c:pt idx="8730">
                  <c:v>138.32145233154199</c:v>
                </c:pt>
                <c:pt idx="8731">
                  <c:v>138.321726837157</c:v>
                </c:pt>
                <c:pt idx="8732">
                  <c:v>138.32200134277301</c:v>
                </c:pt>
                <c:pt idx="8733">
                  <c:v>138.32227584838799</c:v>
                </c:pt>
                <c:pt idx="8734">
                  <c:v>138.322550354003</c:v>
                </c:pt>
                <c:pt idx="8735">
                  <c:v>138.32282485961801</c:v>
                </c:pt>
                <c:pt idx="8736">
                  <c:v>138.32309936523399</c:v>
                </c:pt>
                <c:pt idx="8737">
                  <c:v>138.323373870849</c:v>
                </c:pt>
                <c:pt idx="8738">
                  <c:v>138.32364837646401</c:v>
                </c:pt>
                <c:pt idx="8739">
                  <c:v>138.32392288207899</c:v>
                </c:pt>
                <c:pt idx="8740">
                  <c:v>138.324197387694</c:v>
                </c:pt>
                <c:pt idx="8741">
                  <c:v>138.32447189331</c:v>
                </c:pt>
                <c:pt idx="8742">
                  <c:v>138.32474639892499</c:v>
                </c:pt>
                <c:pt idx="8743">
                  <c:v>138.32502090454</c:v>
                </c:pt>
                <c:pt idx="8744">
                  <c:v>138.32529541015501</c:v>
                </c:pt>
                <c:pt idx="8745">
                  <c:v>138.32556991577101</c:v>
                </c:pt>
                <c:pt idx="8746">
                  <c:v>138.32584442138599</c:v>
                </c:pt>
                <c:pt idx="8747">
                  <c:v>138.326118927001</c:v>
                </c:pt>
                <c:pt idx="8748">
                  <c:v>138.32639343261599</c:v>
                </c:pt>
                <c:pt idx="8749">
                  <c:v>138.32666793823199</c:v>
                </c:pt>
                <c:pt idx="8750">
                  <c:v>138.326942443847</c:v>
                </c:pt>
                <c:pt idx="8751">
                  <c:v>138.32721694946201</c:v>
                </c:pt>
                <c:pt idx="8752">
                  <c:v>138.32749145507699</c:v>
                </c:pt>
                <c:pt idx="8753">
                  <c:v>138.327765960693</c:v>
                </c:pt>
                <c:pt idx="8754">
                  <c:v>138.32804046630801</c:v>
                </c:pt>
                <c:pt idx="8755">
                  <c:v>138.32831497192299</c:v>
                </c:pt>
                <c:pt idx="8756">
                  <c:v>138.328589477538</c:v>
                </c:pt>
                <c:pt idx="8757">
                  <c:v>138.32886398315401</c:v>
                </c:pt>
                <c:pt idx="8758">
                  <c:v>138.32913848876899</c:v>
                </c:pt>
                <c:pt idx="8759">
                  <c:v>138.329412994384</c:v>
                </c:pt>
                <c:pt idx="8760">
                  <c:v>138.32968749999901</c:v>
                </c:pt>
                <c:pt idx="8761">
                  <c:v>138.32996200561399</c:v>
                </c:pt>
                <c:pt idx="8762">
                  <c:v>138.33023651123</c:v>
                </c:pt>
                <c:pt idx="8763">
                  <c:v>138.33051101684501</c:v>
                </c:pt>
                <c:pt idx="8764">
                  <c:v>138.33078552245999</c:v>
                </c:pt>
                <c:pt idx="8765">
                  <c:v>138.331060028075</c:v>
                </c:pt>
                <c:pt idx="8766">
                  <c:v>138.33133453369101</c:v>
                </c:pt>
                <c:pt idx="8767">
                  <c:v>138.33160903930599</c:v>
                </c:pt>
                <c:pt idx="8768">
                  <c:v>138.331883544921</c:v>
                </c:pt>
                <c:pt idx="8769">
                  <c:v>138.33215805053601</c:v>
                </c:pt>
                <c:pt idx="8770">
                  <c:v>138.33243255615201</c:v>
                </c:pt>
                <c:pt idx="8771">
                  <c:v>138.332707061767</c:v>
                </c:pt>
                <c:pt idx="8772">
                  <c:v>138.33298156738201</c:v>
                </c:pt>
                <c:pt idx="8773">
                  <c:v>138.33325607299699</c:v>
                </c:pt>
                <c:pt idx="8774">
                  <c:v>138.33353057861299</c:v>
                </c:pt>
                <c:pt idx="8775">
                  <c:v>138.333805084228</c:v>
                </c:pt>
                <c:pt idx="8776">
                  <c:v>138.33407958984299</c:v>
                </c:pt>
                <c:pt idx="8777">
                  <c:v>138.334354095458</c:v>
                </c:pt>
                <c:pt idx="8778">
                  <c:v>138.33462860107301</c:v>
                </c:pt>
                <c:pt idx="8779">
                  <c:v>138.33490310668901</c:v>
                </c:pt>
                <c:pt idx="8780">
                  <c:v>138.33517761230399</c:v>
                </c:pt>
                <c:pt idx="8781">
                  <c:v>138.335452117919</c:v>
                </c:pt>
                <c:pt idx="8782">
                  <c:v>138.33572662353399</c:v>
                </c:pt>
                <c:pt idx="8783">
                  <c:v>138.33600112914999</c:v>
                </c:pt>
                <c:pt idx="8784">
                  <c:v>138.336275634765</c:v>
                </c:pt>
                <c:pt idx="8785">
                  <c:v>138.33655014038001</c:v>
                </c:pt>
                <c:pt idx="8786">
                  <c:v>138.33682464599499</c:v>
                </c:pt>
                <c:pt idx="8787">
                  <c:v>138.337099151611</c:v>
                </c:pt>
                <c:pt idx="8788">
                  <c:v>138.33737365722601</c:v>
                </c:pt>
                <c:pt idx="8789">
                  <c:v>138.33764816284099</c:v>
                </c:pt>
                <c:pt idx="8790">
                  <c:v>138.337922668456</c:v>
                </c:pt>
                <c:pt idx="8791">
                  <c:v>138.33819717407201</c:v>
                </c:pt>
                <c:pt idx="8792">
                  <c:v>138.33847167968699</c:v>
                </c:pt>
                <c:pt idx="8793">
                  <c:v>138.338746185302</c:v>
                </c:pt>
                <c:pt idx="8794">
                  <c:v>138.33902069091701</c:v>
                </c:pt>
                <c:pt idx="8795">
                  <c:v>138.33929519653199</c:v>
                </c:pt>
                <c:pt idx="8796">
                  <c:v>138.339569702148</c:v>
                </c:pt>
                <c:pt idx="8797">
                  <c:v>138.33984420776301</c:v>
                </c:pt>
                <c:pt idx="8798">
                  <c:v>138.34011871337799</c:v>
                </c:pt>
                <c:pt idx="8799">
                  <c:v>138.340393218993</c:v>
                </c:pt>
                <c:pt idx="8800">
                  <c:v>138.34066772460901</c:v>
                </c:pt>
                <c:pt idx="8801">
                  <c:v>138.34094223022399</c:v>
                </c:pt>
                <c:pt idx="8802">
                  <c:v>138.341216735839</c:v>
                </c:pt>
                <c:pt idx="8803">
                  <c:v>138.34149124145401</c:v>
                </c:pt>
                <c:pt idx="8804">
                  <c:v>138.34176574707001</c:v>
                </c:pt>
                <c:pt idx="8805">
                  <c:v>138.342040252685</c:v>
                </c:pt>
                <c:pt idx="8806">
                  <c:v>138.34231475830001</c:v>
                </c:pt>
                <c:pt idx="8807">
                  <c:v>138.34258926391499</c:v>
                </c:pt>
                <c:pt idx="8808">
                  <c:v>138.34286376953099</c:v>
                </c:pt>
                <c:pt idx="8809">
                  <c:v>138.343138275146</c:v>
                </c:pt>
                <c:pt idx="8810">
                  <c:v>138.34341278076101</c:v>
                </c:pt>
                <c:pt idx="8811">
                  <c:v>138.343687286376</c:v>
                </c:pt>
                <c:pt idx="8812">
                  <c:v>138.343961791992</c:v>
                </c:pt>
                <c:pt idx="8813">
                  <c:v>138.34423629760701</c:v>
                </c:pt>
                <c:pt idx="8814">
                  <c:v>138.34451080322199</c:v>
                </c:pt>
                <c:pt idx="8815">
                  <c:v>138.344785308837</c:v>
                </c:pt>
                <c:pt idx="8816">
                  <c:v>138.34505981445199</c:v>
                </c:pt>
                <c:pt idx="8817">
                  <c:v>138.34533432006799</c:v>
                </c:pt>
                <c:pt idx="8818">
                  <c:v>138.345608825683</c:v>
                </c:pt>
                <c:pt idx="8819">
                  <c:v>138.34588333129801</c:v>
                </c:pt>
                <c:pt idx="8820">
                  <c:v>138.34615783691299</c:v>
                </c:pt>
                <c:pt idx="8821">
                  <c:v>138.346432342529</c:v>
                </c:pt>
                <c:pt idx="8822">
                  <c:v>138.34670684814401</c:v>
                </c:pt>
                <c:pt idx="8823">
                  <c:v>138.34698135375899</c:v>
                </c:pt>
                <c:pt idx="8824">
                  <c:v>138.347255859374</c:v>
                </c:pt>
                <c:pt idx="8825">
                  <c:v>138.34753036499001</c:v>
                </c:pt>
                <c:pt idx="8826">
                  <c:v>138.34780487060499</c:v>
                </c:pt>
                <c:pt idx="8827">
                  <c:v>138.34807937622</c:v>
                </c:pt>
                <c:pt idx="8828">
                  <c:v>138.34835388183501</c:v>
                </c:pt>
                <c:pt idx="8829">
                  <c:v>138.34862838745099</c:v>
                </c:pt>
                <c:pt idx="8830">
                  <c:v>138.348902893066</c:v>
                </c:pt>
                <c:pt idx="8831">
                  <c:v>138.34917739868101</c:v>
                </c:pt>
                <c:pt idx="8832">
                  <c:v>138.34945190429599</c:v>
                </c:pt>
                <c:pt idx="8833">
                  <c:v>138.349726409911</c:v>
                </c:pt>
                <c:pt idx="8834">
                  <c:v>138.350000915527</c:v>
                </c:pt>
                <c:pt idx="8835">
                  <c:v>138.35027542114199</c:v>
                </c:pt>
                <c:pt idx="8836">
                  <c:v>138.350549926757</c:v>
                </c:pt>
                <c:pt idx="8837">
                  <c:v>138.35082443237201</c:v>
                </c:pt>
                <c:pt idx="8838">
                  <c:v>138.35109893798801</c:v>
                </c:pt>
                <c:pt idx="8839">
                  <c:v>138.35137344360299</c:v>
                </c:pt>
                <c:pt idx="8840">
                  <c:v>138.35164794921801</c:v>
                </c:pt>
                <c:pt idx="8841">
                  <c:v>138.35192245483299</c:v>
                </c:pt>
                <c:pt idx="8842">
                  <c:v>138.35219696044899</c:v>
                </c:pt>
                <c:pt idx="8843">
                  <c:v>138.352471466064</c:v>
                </c:pt>
                <c:pt idx="8844">
                  <c:v>138.35274597167901</c:v>
                </c:pt>
                <c:pt idx="8845">
                  <c:v>138.353020477294</c:v>
                </c:pt>
                <c:pt idx="8846">
                  <c:v>138.35329498291</c:v>
                </c:pt>
                <c:pt idx="8847">
                  <c:v>138.35356948852501</c:v>
                </c:pt>
                <c:pt idx="8848">
                  <c:v>138.35384399413999</c:v>
                </c:pt>
                <c:pt idx="8849">
                  <c:v>138.354118499755</c:v>
                </c:pt>
                <c:pt idx="8850">
                  <c:v>138.35439300537101</c:v>
                </c:pt>
                <c:pt idx="8851">
                  <c:v>138.35466751098599</c:v>
                </c:pt>
                <c:pt idx="8852">
                  <c:v>138.354942016601</c:v>
                </c:pt>
                <c:pt idx="8853">
                  <c:v>138.35521652221601</c:v>
                </c:pt>
                <c:pt idx="8854">
                  <c:v>138.35549102783099</c:v>
                </c:pt>
                <c:pt idx="8855">
                  <c:v>138.355765533447</c:v>
                </c:pt>
                <c:pt idx="8856">
                  <c:v>138.35604003906201</c:v>
                </c:pt>
                <c:pt idx="8857">
                  <c:v>138.35631454467699</c:v>
                </c:pt>
                <c:pt idx="8858">
                  <c:v>138.356589050292</c:v>
                </c:pt>
                <c:pt idx="8859">
                  <c:v>138.35686355590801</c:v>
                </c:pt>
                <c:pt idx="8860">
                  <c:v>138.35713806152299</c:v>
                </c:pt>
                <c:pt idx="8861">
                  <c:v>138.357412567138</c:v>
                </c:pt>
                <c:pt idx="8862">
                  <c:v>138.35768707275301</c:v>
                </c:pt>
                <c:pt idx="8863">
                  <c:v>138.35796157836899</c:v>
                </c:pt>
                <c:pt idx="8864">
                  <c:v>138.358236083984</c:v>
                </c:pt>
                <c:pt idx="8865">
                  <c:v>138.35851058959901</c:v>
                </c:pt>
                <c:pt idx="8866">
                  <c:v>138.35878509521399</c:v>
                </c:pt>
                <c:pt idx="8867">
                  <c:v>138.35905960082999</c:v>
                </c:pt>
                <c:pt idx="8868">
                  <c:v>138.359334106445</c:v>
                </c:pt>
                <c:pt idx="8869">
                  <c:v>138.35960861205999</c:v>
                </c:pt>
                <c:pt idx="8870">
                  <c:v>138.359883117675</c:v>
                </c:pt>
                <c:pt idx="8871">
                  <c:v>138.36015762329001</c:v>
                </c:pt>
                <c:pt idx="8872">
                  <c:v>138.36043212890601</c:v>
                </c:pt>
                <c:pt idx="8873">
                  <c:v>138.36070663452099</c:v>
                </c:pt>
                <c:pt idx="8874">
                  <c:v>138.360981140136</c:v>
                </c:pt>
                <c:pt idx="8875">
                  <c:v>138.36125564575099</c:v>
                </c:pt>
                <c:pt idx="8876">
                  <c:v>138.36153015136699</c:v>
                </c:pt>
                <c:pt idx="8877">
                  <c:v>138.361804656982</c:v>
                </c:pt>
                <c:pt idx="8878">
                  <c:v>138.36207916259701</c:v>
                </c:pt>
                <c:pt idx="8879">
                  <c:v>138.36235366821199</c:v>
                </c:pt>
                <c:pt idx="8880">
                  <c:v>138.362628173828</c:v>
                </c:pt>
                <c:pt idx="8881">
                  <c:v>138.36290267944301</c:v>
                </c:pt>
                <c:pt idx="8882">
                  <c:v>138.36317718505799</c:v>
                </c:pt>
                <c:pt idx="8883">
                  <c:v>138.363451690673</c:v>
                </c:pt>
                <c:pt idx="8884">
                  <c:v>138.36372619628901</c:v>
                </c:pt>
                <c:pt idx="8885">
                  <c:v>138.36400070190399</c:v>
                </c:pt>
                <c:pt idx="8886">
                  <c:v>138.364275207519</c:v>
                </c:pt>
                <c:pt idx="8887">
                  <c:v>138.36454971313401</c:v>
                </c:pt>
                <c:pt idx="8888">
                  <c:v>138.36482421874999</c:v>
                </c:pt>
                <c:pt idx="8889">
                  <c:v>138.365098724365</c:v>
                </c:pt>
                <c:pt idx="8890">
                  <c:v>138.36537322998001</c:v>
                </c:pt>
                <c:pt idx="8891">
                  <c:v>138.36564773559499</c:v>
                </c:pt>
                <c:pt idx="8892">
                  <c:v>138.36592224121</c:v>
                </c:pt>
                <c:pt idx="8893">
                  <c:v>138.36619674682601</c:v>
                </c:pt>
                <c:pt idx="8894">
                  <c:v>138.36647125244099</c:v>
                </c:pt>
                <c:pt idx="8895">
                  <c:v>138.366745758056</c:v>
                </c:pt>
                <c:pt idx="8896">
                  <c:v>138.36702026367101</c:v>
                </c:pt>
                <c:pt idx="8897">
                  <c:v>138.36729476928701</c:v>
                </c:pt>
                <c:pt idx="8898">
                  <c:v>138.367569274902</c:v>
                </c:pt>
                <c:pt idx="8899">
                  <c:v>138.36784378051701</c:v>
                </c:pt>
                <c:pt idx="8900">
                  <c:v>138.36811828613199</c:v>
                </c:pt>
                <c:pt idx="8901">
                  <c:v>138.36839279174799</c:v>
                </c:pt>
                <c:pt idx="8902">
                  <c:v>138.368667297363</c:v>
                </c:pt>
                <c:pt idx="8903">
                  <c:v>138.36894180297799</c:v>
                </c:pt>
                <c:pt idx="8904">
                  <c:v>138.369216308593</c:v>
                </c:pt>
                <c:pt idx="8905">
                  <c:v>138.369490814209</c:v>
                </c:pt>
                <c:pt idx="8906">
                  <c:v>138.36976531982401</c:v>
                </c:pt>
                <c:pt idx="8907">
                  <c:v>138.37003982543899</c:v>
                </c:pt>
                <c:pt idx="8908">
                  <c:v>138.370314331054</c:v>
                </c:pt>
                <c:pt idx="8909">
                  <c:v>138.37058883666899</c:v>
                </c:pt>
                <c:pt idx="8910">
                  <c:v>138.37086334228499</c:v>
                </c:pt>
                <c:pt idx="8911">
                  <c:v>138.3711378479</c:v>
                </c:pt>
                <c:pt idx="8912">
                  <c:v>138.37141235351501</c:v>
                </c:pt>
                <c:pt idx="8913">
                  <c:v>138.37168685912999</c:v>
                </c:pt>
                <c:pt idx="8914">
                  <c:v>138.371961364746</c:v>
                </c:pt>
                <c:pt idx="8915">
                  <c:v>138.37223587036101</c:v>
                </c:pt>
                <c:pt idx="8916">
                  <c:v>138.37251037597599</c:v>
                </c:pt>
                <c:pt idx="8917">
                  <c:v>138.372784881591</c:v>
                </c:pt>
                <c:pt idx="8918">
                  <c:v>138.37305938720701</c:v>
                </c:pt>
                <c:pt idx="8919">
                  <c:v>138.37333389282199</c:v>
                </c:pt>
                <c:pt idx="8920">
                  <c:v>138.373608398437</c:v>
                </c:pt>
                <c:pt idx="8921">
                  <c:v>138.37388290405201</c:v>
                </c:pt>
                <c:pt idx="8922">
                  <c:v>138.37415740966799</c:v>
                </c:pt>
                <c:pt idx="8923">
                  <c:v>138.374431915283</c:v>
                </c:pt>
                <c:pt idx="8924">
                  <c:v>138.37470642089801</c:v>
                </c:pt>
                <c:pt idx="8925">
                  <c:v>138.37498092651299</c:v>
                </c:pt>
                <c:pt idx="8926">
                  <c:v>138.375255432128</c:v>
                </c:pt>
                <c:pt idx="8927">
                  <c:v>138.37552993774401</c:v>
                </c:pt>
                <c:pt idx="8928">
                  <c:v>138.37580444335899</c:v>
                </c:pt>
                <c:pt idx="8929">
                  <c:v>138.376078948974</c:v>
                </c:pt>
                <c:pt idx="8930">
                  <c:v>138.37635345458901</c:v>
                </c:pt>
                <c:pt idx="8931">
                  <c:v>138.37662796020501</c:v>
                </c:pt>
                <c:pt idx="8932">
                  <c:v>138.37690246582</c:v>
                </c:pt>
                <c:pt idx="8933">
                  <c:v>138.37717697143501</c:v>
                </c:pt>
                <c:pt idx="8934">
                  <c:v>138.37745147704999</c:v>
                </c:pt>
                <c:pt idx="8935">
                  <c:v>138.37772598266599</c:v>
                </c:pt>
                <c:pt idx="8936">
                  <c:v>138.378000488281</c:v>
                </c:pt>
                <c:pt idx="8937">
                  <c:v>138.37827499389601</c:v>
                </c:pt>
                <c:pt idx="8938">
                  <c:v>138.378549499511</c:v>
                </c:pt>
                <c:pt idx="8939">
                  <c:v>138.378824005127</c:v>
                </c:pt>
                <c:pt idx="8940">
                  <c:v>138.37909851074201</c:v>
                </c:pt>
                <c:pt idx="8941">
                  <c:v>138.37937301635699</c:v>
                </c:pt>
                <c:pt idx="8942">
                  <c:v>138.379647521972</c:v>
                </c:pt>
                <c:pt idx="8943">
                  <c:v>138.37992202758801</c:v>
                </c:pt>
                <c:pt idx="8944">
                  <c:v>138.38019653320299</c:v>
                </c:pt>
                <c:pt idx="8945">
                  <c:v>138.380471038818</c:v>
                </c:pt>
                <c:pt idx="8946">
                  <c:v>138.38074554443301</c:v>
                </c:pt>
                <c:pt idx="8947">
                  <c:v>138.38102005004799</c:v>
                </c:pt>
                <c:pt idx="8948">
                  <c:v>138.381294555664</c:v>
                </c:pt>
                <c:pt idx="8949">
                  <c:v>138.38156906127901</c:v>
                </c:pt>
                <c:pt idx="8950">
                  <c:v>138.38184356689399</c:v>
                </c:pt>
                <c:pt idx="8951">
                  <c:v>138.382118072509</c:v>
                </c:pt>
                <c:pt idx="8952">
                  <c:v>138.38239257812501</c:v>
                </c:pt>
                <c:pt idx="8953">
                  <c:v>138.38266708373999</c:v>
                </c:pt>
                <c:pt idx="8954">
                  <c:v>138.382941589355</c:v>
                </c:pt>
                <c:pt idx="8955">
                  <c:v>138.38321609497001</c:v>
                </c:pt>
                <c:pt idx="8956">
                  <c:v>138.38349060058599</c:v>
                </c:pt>
                <c:pt idx="8957">
                  <c:v>138.383765106201</c:v>
                </c:pt>
                <c:pt idx="8958">
                  <c:v>138.38403961181601</c:v>
                </c:pt>
                <c:pt idx="8959">
                  <c:v>138.38431411743099</c:v>
                </c:pt>
                <c:pt idx="8960">
                  <c:v>138.38458862304699</c:v>
                </c:pt>
                <c:pt idx="8961">
                  <c:v>138.384863128662</c:v>
                </c:pt>
                <c:pt idx="8962">
                  <c:v>138.38513763427699</c:v>
                </c:pt>
                <c:pt idx="8963">
                  <c:v>138.385412139892</c:v>
                </c:pt>
                <c:pt idx="8964">
                  <c:v>138.38568664550701</c:v>
                </c:pt>
                <c:pt idx="8965">
                  <c:v>138.38596115112301</c:v>
                </c:pt>
                <c:pt idx="8966">
                  <c:v>138.38623565673799</c:v>
                </c:pt>
                <c:pt idx="8967">
                  <c:v>138.38651016235301</c:v>
                </c:pt>
                <c:pt idx="8968">
                  <c:v>138.38678466796799</c:v>
                </c:pt>
                <c:pt idx="8969">
                  <c:v>138.38705917358399</c:v>
                </c:pt>
                <c:pt idx="8970">
                  <c:v>138.387333679199</c:v>
                </c:pt>
                <c:pt idx="8971">
                  <c:v>138.38760818481401</c:v>
                </c:pt>
                <c:pt idx="8972">
                  <c:v>138.387882690429</c:v>
                </c:pt>
                <c:pt idx="8973">
                  <c:v>138.388157196045</c:v>
                </c:pt>
                <c:pt idx="8974">
                  <c:v>138.38843170166001</c:v>
                </c:pt>
                <c:pt idx="8975">
                  <c:v>138.38870620727499</c:v>
                </c:pt>
                <c:pt idx="8976">
                  <c:v>138.38898071289</c:v>
                </c:pt>
                <c:pt idx="8977">
                  <c:v>138.38925521850601</c:v>
                </c:pt>
                <c:pt idx="8978">
                  <c:v>138.38952972412099</c:v>
                </c:pt>
                <c:pt idx="8979">
                  <c:v>138.389804229736</c:v>
                </c:pt>
                <c:pt idx="8980">
                  <c:v>138.39007873535101</c:v>
                </c:pt>
                <c:pt idx="8981">
                  <c:v>138.39035324096699</c:v>
                </c:pt>
                <c:pt idx="8982">
                  <c:v>138.390627746582</c:v>
                </c:pt>
                <c:pt idx="8983">
                  <c:v>138.39090225219701</c:v>
                </c:pt>
                <c:pt idx="8984">
                  <c:v>138.39117675781199</c:v>
                </c:pt>
                <c:pt idx="8985">
                  <c:v>138.391451263427</c:v>
                </c:pt>
                <c:pt idx="8986">
                  <c:v>138.39172576904301</c:v>
                </c:pt>
                <c:pt idx="8987">
                  <c:v>138.39200027465799</c:v>
                </c:pt>
                <c:pt idx="8988">
                  <c:v>138.392274780273</c:v>
                </c:pt>
                <c:pt idx="8989">
                  <c:v>138.39254928588801</c:v>
                </c:pt>
                <c:pt idx="8990">
                  <c:v>138.39282379150399</c:v>
                </c:pt>
                <c:pt idx="8991">
                  <c:v>138.393098297119</c:v>
                </c:pt>
                <c:pt idx="8992">
                  <c:v>138.39337280273401</c:v>
                </c:pt>
                <c:pt idx="8993">
                  <c:v>138.39364730834899</c:v>
                </c:pt>
                <c:pt idx="8994">
                  <c:v>138.39392181396499</c:v>
                </c:pt>
                <c:pt idx="8995">
                  <c:v>138.39419631958</c:v>
                </c:pt>
                <c:pt idx="8996">
                  <c:v>138.39447082519499</c:v>
                </c:pt>
                <c:pt idx="8997">
                  <c:v>138.39474533081</c:v>
                </c:pt>
                <c:pt idx="8998">
                  <c:v>138.395019836426</c:v>
                </c:pt>
                <c:pt idx="8999">
                  <c:v>138.39529434204101</c:v>
                </c:pt>
                <c:pt idx="9000">
                  <c:v>138.39556884765599</c:v>
                </c:pt>
                <c:pt idx="9001">
                  <c:v>138.39581527709899</c:v>
                </c:pt>
                <c:pt idx="9002">
                  <c:v>138.39606170654301</c:v>
                </c:pt>
                <c:pt idx="9003">
                  <c:v>138.396308135986</c:v>
                </c:pt>
                <c:pt idx="9004">
                  <c:v>138.396554565429</c:v>
                </c:pt>
                <c:pt idx="9005">
                  <c:v>138.39680099487299</c:v>
                </c:pt>
                <c:pt idx="9006">
                  <c:v>138.39704742431601</c:v>
                </c:pt>
                <c:pt idx="9007">
                  <c:v>138.39729385376</c:v>
                </c:pt>
                <c:pt idx="9008">
                  <c:v>138.397540283203</c:v>
                </c:pt>
                <c:pt idx="9009">
                  <c:v>138.397786712646</c:v>
                </c:pt>
                <c:pt idx="9010">
                  <c:v>138.39803314208999</c:v>
                </c:pt>
                <c:pt idx="9011">
                  <c:v>138.39827957153301</c:v>
                </c:pt>
                <c:pt idx="9012">
                  <c:v>138.39852600097601</c:v>
                </c:pt>
                <c:pt idx="9013">
                  <c:v>138.39877243042</c:v>
                </c:pt>
                <c:pt idx="9014">
                  <c:v>138.39901885986299</c:v>
                </c:pt>
                <c:pt idx="9015">
                  <c:v>138.39926528930599</c:v>
                </c:pt>
                <c:pt idx="9016">
                  <c:v>138.39951171875001</c:v>
                </c:pt>
                <c:pt idx="9017">
                  <c:v>138.399758148193</c:v>
                </c:pt>
                <c:pt idx="9018">
                  <c:v>138.400004577636</c:v>
                </c:pt>
                <c:pt idx="9019">
                  <c:v>138.40025100707999</c:v>
                </c:pt>
                <c:pt idx="9020">
                  <c:v>138.40049743652301</c:v>
                </c:pt>
                <c:pt idx="9021">
                  <c:v>138.400743865967</c:v>
                </c:pt>
                <c:pt idx="9022">
                  <c:v>138.40099029541</c:v>
                </c:pt>
                <c:pt idx="9023">
                  <c:v>138.40123672485299</c:v>
                </c:pt>
                <c:pt idx="9024">
                  <c:v>138.40148315429701</c:v>
                </c:pt>
                <c:pt idx="9025">
                  <c:v>138.40172958374001</c:v>
                </c:pt>
                <c:pt idx="9026">
                  <c:v>138.401976013183</c:v>
                </c:pt>
                <c:pt idx="9027">
                  <c:v>138.40222244262699</c:v>
                </c:pt>
                <c:pt idx="9028">
                  <c:v>138.40246887206999</c:v>
                </c:pt>
                <c:pt idx="9029">
                  <c:v>138.40271530151301</c:v>
                </c:pt>
                <c:pt idx="9030">
                  <c:v>138.402961730957</c:v>
                </c:pt>
                <c:pt idx="9031">
                  <c:v>138.4032081604</c:v>
                </c:pt>
                <c:pt idx="9032">
                  <c:v>138.40345458984399</c:v>
                </c:pt>
                <c:pt idx="9033">
                  <c:v>138.40370101928701</c:v>
                </c:pt>
                <c:pt idx="9034">
                  <c:v>138.40394744873001</c:v>
                </c:pt>
                <c:pt idx="9035">
                  <c:v>138.404193878174</c:v>
                </c:pt>
                <c:pt idx="9036">
                  <c:v>138.40444030761699</c:v>
                </c:pt>
                <c:pt idx="9037">
                  <c:v>138.40468673705999</c:v>
                </c:pt>
                <c:pt idx="9038">
                  <c:v>138.40493316650401</c:v>
                </c:pt>
                <c:pt idx="9039">
                  <c:v>138.405179595947</c:v>
                </c:pt>
                <c:pt idx="9040">
                  <c:v>138.40542602539</c:v>
                </c:pt>
                <c:pt idx="9041">
                  <c:v>138.40567245483399</c:v>
                </c:pt>
                <c:pt idx="9042">
                  <c:v>138.40591888427701</c:v>
                </c:pt>
                <c:pt idx="9043">
                  <c:v>138.40616531372001</c:v>
                </c:pt>
                <c:pt idx="9044">
                  <c:v>138.406411743164</c:v>
                </c:pt>
                <c:pt idx="9045">
                  <c:v>138.406658172607</c:v>
                </c:pt>
                <c:pt idx="9046">
                  <c:v>138.40690460205099</c:v>
                </c:pt>
                <c:pt idx="9047">
                  <c:v>138.40715103149401</c:v>
                </c:pt>
                <c:pt idx="9048">
                  <c:v>138.40739746093701</c:v>
                </c:pt>
                <c:pt idx="9049">
                  <c:v>138.407643890381</c:v>
                </c:pt>
                <c:pt idx="9050">
                  <c:v>138.40789031982399</c:v>
                </c:pt>
                <c:pt idx="9051">
                  <c:v>138.40813674926699</c:v>
                </c:pt>
                <c:pt idx="9052">
                  <c:v>138.40838317871101</c:v>
                </c:pt>
                <c:pt idx="9053">
                  <c:v>138.408629608154</c:v>
                </c:pt>
                <c:pt idx="9054">
                  <c:v>138.408876037597</c:v>
                </c:pt>
                <c:pt idx="9055">
                  <c:v>138.40912246704099</c:v>
                </c:pt>
                <c:pt idx="9056">
                  <c:v>138.40936889648401</c:v>
                </c:pt>
                <c:pt idx="9057">
                  <c:v>138.409615325928</c:v>
                </c:pt>
                <c:pt idx="9058">
                  <c:v>138.409861755371</c:v>
                </c:pt>
                <c:pt idx="9059">
                  <c:v>138.41010818481399</c:v>
                </c:pt>
                <c:pt idx="9060">
                  <c:v>138.41035461425801</c:v>
                </c:pt>
                <c:pt idx="9061">
                  <c:v>138.41060104370101</c:v>
                </c:pt>
                <c:pt idx="9062">
                  <c:v>138.410847473144</c:v>
                </c:pt>
                <c:pt idx="9063">
                  <c:v>138.41109390258799</c:v>
                </c:pt>
                <c:pt idx="9064">
                  <c:v>138.41134033203099</c:v>
                </c:pt>
                <c:pt idx="9065">
                  <c:v>138.41158676147401</c:v>
                </c:pt>
                <c:pt idx="9066">
                  <c:v>138.411833190918</c:v>
                </c:pt>
                <c:pt idx="9067">
                  <c:v>138.412079620361</c:v>
                </c:pt>
                <c:pt idx="9068">
                  <c:v>138.41232604980399</c:v>
                </c:pt>
                <c:pt idx="9069">
                  <c:v>138.41257247924801</c:v>
                </c:pt>
                <c:pt idx="9070">
                  <c:v>138.41281890869101</c:v>
                </c:pt>
                <c:pt idx="9071">
                  <c:v>138.413065338135</c:v>
                </c:pt>
                <c:pt idx="9072">
                  <c:v>138.41331176757799</c:v>
                </c:pt>
                <c:pt idx="9073">
                  <c:v>138.41355819702099</c:v>
                </c:pt>
                <c:pt idx="9074">
                  <c:v>138.41380462646501</c:v>
                </c:pt>
                <c:pt idx="9075">
                  <c:v>138.414051055908</c:v>
                </c:pt>
                <c:pt idx="9076">
                  <c:v>138.414297485351</c:v>
                </c:pt>
                <c:pt idx="9077">
                  <c:v>138.41454391479499</c:v>
                </c:pt>
                <c:pt idx="9078">
                  <c:v>138.41479034423801</c:v>
                </c:pt>
                <c:pt idx="9079">
                  <c:v>138.41503677368101</c:v>
                </c:pt>
                <c:pt idx="9080">
                  <c:v>138.415283203125</c:v>
                </c:pt>
                <c:pt idx="9081">
                  <c:v>138.415529632568</c:v>
                </c:pt>
                <c:pt idx="9082">
                  <c:v>138.41577606201199</c:v>
                </c:pt>
                <c:pt idx="9083">
                  <c:v>138.41602249145501</c:v>
                </c:pt>
                <c:pt idx="9084">
                  <c:v>138.41626892089801</c:v>
                </c:pt>
                <c:pt idx="9085">
                  <c:v>138.416515350342</c:v>
                </c:pt>
                <c:pt idx="9086">
                  <c:v>138.41676177978499</c:v>
                </c:pt>
                <c:pt idx="9087">
                  <c:v>138.41700820922799</c:v>
                </c:pt>
                <c:pt idx="9088">
                  <c:v>138.41725463867201</c:v>
                </c:pt>
                <c:pt idx="9089">
                  <c:v>138.417501068115</c:v>
                </c:pt>
                <c:pt idx="9090">
                  <c:v>138.417747497558</c:v>
                </c:pt>
                <c:pt idx="9091">
                  <c:v>138.41799392700199</c:v>
                </c:pt>
                <c:pt idx="9092">
                  <c:v>138.41824035644501</c:v>
                </c:pt>
                <c:pt idx="9093">
                  <c:v>138.418486785889</c:v>
                </c:pt>
                <c:pt idx="9094">
                  <c:v>138.418733215332</c:v>
                </c:pt>
                <c:pt idx="9095">
                  <c:v>138.41897964477499</c:v>
                </c:pt>
                <c:pt idx="9096">
                  <c:v>138.41922607421901</c:v>
                </c:pt>
                <c:pt idx="9097">
                  <c:v>138.41947250366201</c:v>
                </c:pt>
                <c:pt idx="9098">
                  <c:v>138.419718933105</c:v>
                </c:pt>
                <c:pt idx="9099">
                  <c:v>138.41996536254899</c:v>
                </c:pt>
                <c:pt idx="9100">
                  <c:v>138.42021179199199</c:v>
                </c:pt>
                <c:pt idx="9101">
                  <c:v>138.42045822143501</c:v>
                </c:pt>
                <c:pt idx="9102">
                  <c:v>138.420704650879</c:v>
                </c:pt>
                <c:pt idx="9103">
                  <c:v>138.420951080322</c:v>
                </c:pt>
                <c:pt idx="9104">
                  <c:v>138.42119750976499</c:v>
                </c:pt>
                <c:pt idx="9105">
                  <c:v>138.42144393920901</c:v>
                </c:pt>
                <c:pt idx="9106">
                  <c:v>138.42169036865201</c:v>
                </c:pt>
                <c:pt idx="9107">
                  <c:v>138.421936798096</c:v>
                </c:pt>
                <c:pt idx="9108">
                  <c:v>138.42218322753899</c:v>
                </c:pt>
                <c:pt idx="9109">
                  <c:v>138.42242965698199</c:v>
                </c:pt>
                <c:pt idx="9110">
                  <c:v>138.42267608642601</c:v>
                </c:pt>
                <c:pt idx="9111">
                  <c:v>138.422922515869</c:v>
                </c:pt>
                <c:pt idx="9112">
                  <c:v>138.423168945312</c:v>
                </c:pt>
                <c:pt idx="9113">
                  <c:v>138.42341537475599</c:v>
                </c:pt>
                <c:pt idx="9114">
                  <c:v>138.42366180419901</c:v>
                </c:pt>
                <c:pt idx="9115">
                  <c:v>138.42390823364201</c:v>
                </c:pt>
                <c:pt idx="9116">
                  <c:v>138.424154663086</c:v>
                </c:pt>
                <c:pt idx="9117">
                  <c:v>138.424401092529</c:v>
                </c:pt>
                <c:pt idx="9118">
                  <c:v>138.42464752197199</c:v>
                </c:pt>
                <c:pt idx="9119">
                  <c:v>138.42489395141601</c:v>
                </c:pt>
                <c:pt idx="9120">
                  <c:v>138.42514038085901</c:v>
                </c:pt>
                <c:pt idx="9121">
                  <c:v>138.425386810303</c:v>
                </c:pt>
                <c:pt idx="9122">
                  <c:v>138.42563323974599</c:v>
                </c:pt>
                <c:pt idx="9123">
                  <c:v>138.42587966918899</c:v>
                </c:pt>
                <c:pt idx="9124">
                  <c:v>138.42612609863301</c:v>
                </c:pt>
                <c:pt idx="9125">
                  <c:v>138.426372528076</c:v>
                </c:pt>
                <c:pt idx="9126">
                  <c:v>138.426618957519</c:v>
                </c:pt>
                <c:pt idx="9127">
                  <c:v>138.42686538696299</c:v>
                </c:pt>
                <c:pt idx="9128">
                  <c:v>138.42711181640601</c:v>
                </c:pt>
                <c:pt idx="9129">
                  <c:v>138.42735824584901</c:v>
                </c:pt>
                <c:pt idx="9130">
                  <c:v>138.427604675293</c:v>
                </c:pt>
                <c:pt idx="9131">
                  <c:v>138.42785110473599</c:v>
                </c:pt>
                <c:pt idx="9132">
                  <c:v>138.42809753418001</c:v>
                </c:pt>
                <c:pt idx="9133">
                  <c:v>138.42834396362301</c:v>
                </c:pt>
                <c:pt idx="9134">
                  <c:v>138.428590393066</c:v>
                </c:pt>
                <c:pt idx="9135">
                  <c:v>138.42883682250999</c:v>
                </c:pt>
                <c:pt idx="9136">
                  <c:v>138.42908325195299</c:v>
                </c:pt>
                <c:pt idx="9137">
                  <c:v>138.42932968139601</c:v>
                </c:pt>
                <c:pt idx="9138">
                  <c:v>138.42957611084</c:v>
                </c:pt>
                <c:pt idx="9139">
                  <c:v>138.429822540283</c:v>
                </c:pt>
                <c:pt idx="9140">
                  <c:v>138.43006896972599</c:v>
                </c:pt>
                <c:pt idx="9141">
                  <c:v>138.43031539917001</c:v>
                </c:pt>
                <c:pt idx="9142">
                  <c:v>138.43056182861301</c:v>
                </c:pt>
                <c:pt idx="9143">
                  <c:v>138.430808258056</c:v>
                </c:pt>
                <c:pt idx="9144">
                  <c:v>138.43105468749999</c:v>
                </c:pt>
                <c:pt idx="9145">
                  <c:v>138.43130111694299</c:v>
                </c:pt>
                <c:pt idx="9146">
                  <c:v>138.43154754638701</c:v>
                </c:pt>
                <c:pt idx="9147">
                  <c:v>138.43179397583</c:v>
                </c:pt>
                <c:pt idx="9148">
                  <c:v>138.432040405273</c:v>
                </c:pt>
                <c:pt idx="9149">
                  <c:v>138.43228683471699</c:v>
                </c:pt>
                <c:pt idx="9150">
                  <c:v>138.43253326416001</c:v>
                </c:pt>
                <c:pt idx="9151">
                  <c:v>138.43277969360301</c:v>
                </c:pt>
                <c:pt idx="9152">
                  <c:v>138.433026123047</c:v>
                </c:pt>
                <c:pt idx="9153">
                  <c:v>138.43327255249</c:v>
                </c:pt>
                <c:pt idx="9154">
                  <c:v>138.43351898193299</c:v>
                </c:pt>
                <c:pt idx="9155">
                  <c:v>138.43376541137701</c:v>
                </c:pt>
                <c:pt idx="9156">
                  <c:v>138.43401184082001</c:v>
                </c:pt>
                <c:pt idx="9157">
                  <c:v>138.434258270264</c:v>
                </c:pt>
                <c:pt idx="9158">
                  <c:v>138.43450469970699</c:v>
                </c:pt>
                <c:pt idx="9159">
                  <c:v>138.43475112914999</c:v>
                </c:pt>
                <c:pt idx="9160">
                  <c:v>138.43499755859401</c:v>
                </c:pt>
                <c:pt idx="9161">
                  <c:v>138.435243988037</c:v>
                </c:pt>
                <c:pt idx="9162">
                  <c:v>138.43549041748</c:v>
                </c:pt>
                <c:pt idx="9163">
                  <c:v>138.43573684692399</c:v>
                </c:pt>
                <c:pt idx="9164">
                  <c:v>138.43598327636701</c:v>
                </c:pt>
                <c:pt idx="9165">
                  <c:v>138.43622970581001</c:v>
                </c:pt>
                <c:pt idx="9166">
                  <c:v>138.436476135254</c:v>
                </c:pt>
                <c:pt idx="9167">
                  <c:v>138.43672256469699</c:v>
                </c:pt>
                <c:pt idx="9168">
                  <c:v>138.43696899413999</c:v>
                </c:pt>
                <c:pt idx="9169">
                  <c:v>138.43721542358401</c:v>
                </c:pt>
                <c:pt idx="9170">
                  <c:v>138.437461853027</c:v>
                </c:pt>
                <c:pt idx="9171">
                  <c:v>138.43770828247099</c:v>
                </c:pt>
                <c:pt idx="9172">
                  <c:v>138.43795471191399</c:v>
                </c:pt>
                <c:pt idx="9173">
                  <c:v>138.43820114135701</c:v>
                </c:pt>
                <c:pt idx="9174">
                  <c:v>138.438447570801</c:v>
                </c:pt>
                <c:pt idx="9175">
                  <c:v>138.438694000244</c:v>
                </c:pt>
                <c:pt idx="9176">
                  <c:v>138.43894042968699</c:v>
                </c:pt>
                <c:pt idx="9177">
                  <c:v>138.43918685913101</c:v>
                </c:pt>
                <c:pt idx="9178">
                  <c:v>138.43943328857401</c:v>
                </c:pt>
                <c:pt idx="9179">
                  <c:v>138.439679718017</c:v>
                </c:pt>
                <c:pt idx="9180">
                  <c:v>138.43992614746099</c:v>
                </c:pt>
                <c:pt idx="9181">
                  <c:v>138.44017257690399</c:v>
                </c:pt>
                <c:pt idx="9182">
                  <c:v>138.44041900634801</c:v>
                </c:pt>
                <c:pt idx="9183">
                  <c:v>138.440665435791</c:v>
                </c:pt>
                <c:pt idx="9184">
                  <c:v>138.440911865234</c:v>
                </c:pt>
                <c:pt idx="9185">
                  <c:v>138.44115829467799</c:v>
                </c:pt>
                <c:pt idx="9186">
                  <c:v>138.44140472412101</c:v>
                </c:pt>
                <c:pt idx="9187">
                  <c:v>138.44165115356401</c:v>
                </c:pt>
                <c:pt idx="9188">
                  <c:v>138.441897583008</c:v>
                </c:pt>
                <c:pt idx="9189">
                  <c:v>138.442144012451</c:v>
                </c:pt>
                <c:pt idx="9190">
                  <c:v>138.44239044189399</c:v>
                </c:pt>
                <c:pt idx="9191">
                  <c:v>138.44263687133801</c:v>
                </c:pt>
                <c:pt idx="9192">
                  <c:v>138.44288330078101</c:v>
                </c:pt>
                <c:pt idx="9193">
                  <c:v>138.443129730224</c:v>
                </c:pt>
                <c:pt idx="9194">
                  <c:v>138.44337615966799</c:v>
                </c:pt>
                <c:pt idx="9195">
                  <c:v>138.44362258911099</c:v>
                </c:pt>
                <c:pt idx="9196">
                  <c:v>138.44386901855501</c:v>
                </c:pt>
                <c:pt idx="9197">
                  <c:v>138.444115447998</c:v>
                </c:pt>
                <c:pt idx="9198">
                  <c:v>138.444361877441</c:v>
                </c:pt>
                <c:pt idx="9199">
                  <c:v>138.44460830688499</c:v>
                </c:pt>
                <c:pt idx="9200">
                  <c:v>138.44485473632801</c:v>
                </c:pt>
                <c:pt idx="9201">
                  <c:v>138.44510116577101</c:v>
                </c:pt>
                <c:pt idx="9202">
                  <c:v>138.445347595215</c:v>
                </c:pt>
                <c:pt idx="9203">
                  <c:v>138.44559402465799</c:v>
                </c:pt>
                <c:pt idx="9204">
                  <c:v>138.44584045410099</c:v>
                </c:pt>
                <c:pt idx="9205">
                  <c:v>138.44608688354501</c:v>
                </c:pt>
                <c:pt idx="9206">
                  <c:v>138.446333312988</c:v>
                </c:pt>
                <c:pt idx="9207">
                  <c:v>138.44657974243199</c:v>
                </c:pt>
                <c:pt idx="9208">
                  <c:v>138.44682617187499</c:v>
                </c:pt>
                <c:pt idx="9209">
                  <c:v>138.44707260131801</c:v>
                </c:pt>
                <c:pt idx="9210">
                  <c:v>138.447319030762</c:v>
                </c:pt>
                <c:pt idx="9211">
                  <c:v>138.447565460205</c:v>
                </c:pt>
                <c:pt idx="9212">
                  <c:v>138.44781188964799</c:v>
                </c:pt>
                <c:pt idx="9213">
                  <c:v>138.44805831909201</c:v>
                </c:pt>
                <c:pt idx="9214">
                  <c:v>138.44830474853501</c:v>
                </c:pt>
                <c:pt idx="9215">
                  <c:v>138.448551177978</c:v>
                </c:pt>
                <c:pt idx="9216">
                  <c:v>138.44879760742199</c:v>
                </c:pt>
                <c:pt idx="9217">
                  <c:v>138.44904403686499</c:v>
                </c:pt>
                <c:pt idx="9218">
                  <c:v>138.44929046630801</c:v>
                </c:pt>
                <c:pt idx="9219">
                  <c:v>138.449536895752</c:v>
                </c:pt>
                <c:pt idx="9220">
                  <c:v>138.449783325195</c:v>
                </c:pt>
                <c:pt idx="9221">
                  <c:v>138.45002975463899</c:v>
                </c:pt>
                <c:pt idx="9222">
                  <c:v>138.45027618408201</c:v>
                </c:pt>
                <c:pt idx="9223">
                  <c:v>138.45052261352501</c:v>
                </c:pt>
                <c:pt idx="9224">
                  <c:v>138.450769042969</c:v>
                </c:pt>
                <c:pt idx="9225">
                  <c:v>138.451015472412</c:v>
                </c:pt>
                <c:pt idx="9226">
                  <c:v>138.45126190185499</c:v>
                </c:pt>
                <c:pt idx="9227">
                  <c:v>138.45150833129901</c:v>
                </c:pt>
                <c:pt idx="9228">
                  <c:v>138.45175476074201</c:v>
                </c:pt>
                <c:pt idx="9229">
                  <c:v>138.452001190185</c:v>
                </c:pt>
                <c:pt idx="9230">
                  <c:v>138.45224761962899</c:v>
                </c:pt>
                <c:pt idx="9231">
                  <c:v>138.45249404907199</c:v>
                </c:pt>
                <c:pt idx="9232">
                  <c:v>138.45274047851601</c:v>
                </c:pt>
                <c:pt idx="9233">
                  <c:v>138.452986907959</c:v>
                </c:pt>
                <c:pt idx="9234">
                  <c:v>138.453233337402</c:v>
                </c:pt>
                <c:pt idx="9235">
                  <c:v>138.45347976684599</c:v>
                </c:pt>
                <c:pt idx="9236">
                  <c:v>138.45372619628901</c:v>
                </c:pt>
                <c:pt idx="9237">
                  <c:v>138.45397262573201</c:v>
                </c:pt>
                <c:pt idx="9238">
                  <c:v>138.454219055176</c:v>
                </c:pt>
                <c:pt idx="9239">
                  <c:v>138.45446548461899</c:v>
                </c:pt>
                <c:pt idx="9240">
                  <c:v>138.45471191406199</c:v>
                </c:pt>
                <c:pt idx="9241">
                  <c:v>138.45495834350601</c:v>
                </c:pt>
                <c:pt idx="9242">
                  <c:v>138.455204772949</c:v>
                </c:pt>
                <c:pt idx="9243">
                  <c:v>138.455451202392</c:v>
                </c:pt>
                <c:pt idx="9244">
                  <c:v>138.45569763183599</c:v>
                </c:pt>
                <c:pt idx="9245">
                  <c:v>138.45594406127901</c:v>
                </c:pt>
                <c:pt idx="9246">
                  <c:v>138.456190490723</c:v>
                </c:pt>
                <c:pt idx="9247">
                  <c:v>138.456436920166</c:v>
                </c:pt>
                <c:pt idx="9248">
                  <c:v>138.45668334960899</c:v>
                </c:pt>
                <c:pt idx="9249">
                  <c:v>138.45692977905301</c:v>
                </c:pt>
                <c:pt idx="9250">
                  <c:v>138.45717620849601</c:v>
                </c:pt>
                <c:pt idx="9251">
                  <c:v>138.457422637939</c:v>
                </c:pt>
                <c:pt idx="9252">
                  <c:v>138.45766906738299</c:v>
                </c:pt>
                <c:pt idx="9253">
                  <c:v>138.45791549682599</c:v>
                </c:pt>
                <c:pt idx="9254">
                  <c:v>138.45816192626901</c:v>
                </c:pt>
                <c:pt idx="9255">
                  <c:v>138.458408355713</c:v>
                </c:pt>
                <c:pt idx="9256">
                  <c:v>138.458654785156</c:v>
                </c:pt>
                <c:pt idx="9257">
                  <c:v>138.45890121459999</c:v>
                </c:pt>
                <c:pt idx="9258">
                  <c:v>138.45914764404299</c:v>
                </c:pt>
                <c:pt idx="9259">
                  <c:v>138.45939407348601</c:v>
                </c:pt>
                <c:pt idx="9260">
                  <c:v>138.45964050293</c:v>
                </c:pt>
                <c:pt idx="9261">
                  <c:v>138.459886932373</c:v>
                </c:pt>
                <c:pt idx="9262">
                  <c:v>138.46013336181599</c:v>
                </c:pt>
                <c:pt idx="9263">
                  <c:v>138.46037979126001</c:v>
                </c:pt>
                <c:pt idx="9264">
                  <c:v>138.46062622070301</c:v>
                </c:pt>
                <c:pt idx="9265">
                  <c:v>138.460872650146</c:v>
                </c:pt>
                <c:pt idx="9266">
                  <c:v>138.46111907958999</c:v>
                </c:pt>
                <c:pt idx="9267">
                  <c:v>138.46136550903299</c:v>
                </c:pt>
                <c:pt idx="9268">
                  <c:v>138.46161193847701</c:v>
                </c:pt>
                <c:pt idx="9269">
                  <c:v>138.46185836792</c:v>
                </c:pt>
                <c:pt idx="9270">
                  <c:v>138.462104797363</c:v>
                </c:pt>
                <c:pt idx="9271">
                  <c:v>138.46235122680699</c:v>
                </c:pt>
                <c:pt idx="9272">
                  <c:v>138.46259765625001</c:v>
                </c:pt>
                <c:pt idx="9273">
                  <c:v>138.46284408569301</c:v>
                </c:pt>
                <c:pt idx="9274">
                  <c:v>138.463090515137</c:v>
                </c:pt>
                <c:pt idx="9275">
                  <c:v>138.46333694457999</c:v>
                </c:pt>
                <c:pt idx="9276">
                  <c:v>138.46358337402299</c:v>
                </c:pt>
                <c:pt idx="9277">
                  <c:v>138.46382980346701</c:v>
                </c:pt>
                <c:pt idx="9278">
                  <c:v>138.46407623291</c:v>
                </c:pt>
                <c:pt idx="9279">
                  <c:v>138.464322662353</c:v>
                </c:pt>
                <c:pt idx="9280">
                  <c:v>138.46456909179699</c:v>
                </c:pt>
                <c:pt idx="9281">
                  <c:v>138.46481552124001</c:v>
                </c:pt>
                <c:pt idx="9282">
                  <c:v>138.465061950684</c:v>
                </c:pt>
                <c:pt idx="9283">
                  <c:v>138.465308380127</c:v>
                </c:pt>
                <c:pt idx="9284">
                  <c:v>138.46555480956999</c:v>
                </c:pt>
                <c:pt idx="9285">
                  <c:v>138.46580123901401</c:v>
                </c:pt>
                <c:pt idx="9286">
                  <c:v>138.46604766845701</c:v>
                </c:pt>
                <c:pt idx="9287">
                  <c:v>138.4662940979</c:v>
                </c:pt>
                <c:pt idx="9288">
                  <c:v>138.46654052734399</c:v>
                </c:pt>
                <c:pt idx="9289">
                  <c:v>138.46678695678699</c:v>
                </c:pt>
                <c:pt idx="9290">
                  <c:v>138.46703338623001</c:v>
                </c:pt>
                <c:pt idx="9291">
                  <c:v>138.467279815674</c:v>
                </c:pt>
                <c:pt idx="9292">
                  <c:v>138.467526245117</c:v>
                </c:pt>
                <c:pt idx="9293">
                  <c:v>138.46777267456</c:v>
                </c:pt>
                <c:pt idx="9294">
                  <c:v>138.46801910400399</c:v>
                </c:pt>
                <c:pt idx="9295">
                  <c:v>138.46826553344701</c:v>
                </c:pt>
                <c:pt idx="9296">
                  <c:v>138.468511962891</c:v>
                </c:pt>
                <c:pt idx="9297">
                  <c:v>138.468758392334</c:v>
                </c:pt>
                <c:pt idx="9298">
                  <c:v>138.46900482177699</c:v>
                </c:pt>
                <c:pt idx="9299">
                  <c:v>138.46925125122101</c:v>
                </c:pt>
                <c:pt idx="9300">
                  <c:v>138.46949768066401</c:v>
                </c:pt>
                <c:pt idx="9301">
                  <c:v>138.46971969604499</c:v>
                </c:pt>
                <c:pt idx="9302">
                  <c:v>138.469941711426</c:v>
                </c:pt>
                <c:pt idx="9303">
                  <c:v>138.47016372680699</c:v>
                </c:pt>
                <c:pt idx="9304">
                  <c:v>138.47038574218701</c:v>
                </c:pt>
                <c:pt idx="9305">
                  <c:v>138.47060775756799</c:v>
                </c:pt>
                <c:pt idx="9306">
                  <c:v>138.470829772949</c:v>
                </c:pt>
                <c:pt idx="9307">
                  <c:v>138.47105178832999</c:v>
                </c:pt>
                <c:pt idx="9308">
                  <c:v>138.471273803711</c:v>
                </c:pt>
                <c:pt idx="9309">
                  <c:v>138.47149581909201</c:v>
                </c:pt>
                <c:pt idx="9310">
                  <c:v>138.471717834473</c:v>
                </c:pt>
                <c:pt idx="9311">
                  <c:v>138.47193984985299</c:v>
                </c:pt>
                <c:pt idx="9312">
                  <c:v>138.472161865234</c:v>
                </c:pt>
                <c:pt idx="9313">
                  <c:v>138.47238388061501</c:v>
                </c:pt>
                <c:pt idx="9314">
                  <c:v>138.472605895996</c:v>
                </c:pt>
                <c:pt idx="9315">
                  <c:v>138.47282791137701</c:v>
                </c:pt>
                <c:pt idx="9316">
                  <c:v>138.47304992675799</c:v>
                </c:pt>
                <c:pt idx="9317">
                  <c:v>138.47327194213901</c:v>
                </c:pt>
                <c:pt idx="9318">
                  <c:v>138.473493957519</c:v>
                </c:pt>
                <c:pt idx="9319">
                  <c:v>138.47371597290001</c:v>
                </c:pt>
                <c:pt idx="9320">
                  <c:v>138.47393798828099</c:v>
                </c:pt>
                <c:pt idx="9321">
                  <c:v>138.47416000366201</c:v>
                </c:pt>
                <c:pt idx="9322">
                  <c:v>138.47438201904299</c:v>
                </c:pt>
                <c:pt idx="9323">
                  <c:v>138.474604034424</c:v>
                </c:pt>
                <c:pt idx="9324">
                  <c:v>138.47482604980499</c:v>
                </c:pt>
                <c:pt idx="9325">
                  <c:v>138.47504806518501</c:v>
                </c:pt>
                <c:pt idx="9326">
                  <c:v>138.47527008056599</c:v>
                </c:pt>
                <c:pt idx="9327">
                  <c:v>138.475492095947</c:v>
                </c:pt>
                <c:pt idx="9328">
                  <c:v>138.47571411132799</c:v>
                </c:pt>
                <c:pt idx="9329">
                  <c:v>138.475936126709</c:v>
                </c:pt>
                <c:pt idx="9330">
                  <c:v>138.47615814208999</c:v>
                </c:pt>
                <c:pt idx="9331">
                  <c:v>138.476380157471</c:v>
                </c:pt>
                <c:pt idx="9332">
                  <c:v>138.47660217285099</c:v>
                </c:pt>
                <c:pt idx="9333">
                  <c:v>138.476824188232</c:v>
                </c:pt>
                <c:pt idx="9334">
                  <c:v>138.47704620361301</c:v>
                </c:pt>
                <c:pt idx="9335">
                  <c:v>138.477268218994</c:v>
                </c:pt>
                <c:pt idx="9336">
                  <c:v>138.47749023437501</c:v>
                </c:pt>
                <c:pt idx="9337">
                  <c:v>138.477712249756</c:v>
                </c:pt>
                <c:pt idx="9338">
                  <c:v>138.47793426513701</c:v>
                </c:pt>
                <c:pt idx="9339">
                  <c:v>138.478156280517</c:v>
                </c:pt>
                <c:pt idx="9340">
                  <c:v>138.47837829589801</c:v>
                </c:pt>
                <c:pt idx="9341">
                  <c:v>138.478600311279</c:v>
                </c:pt>
                <c:pt idx="9342">
                  <c:v>138.47882232666001</c:v>
                </c:pt>
                <c:pt idx="9343">
                  <c:v>138.47904434204099</c:v>
                </c:pt>
                <c:pt idx="9344">
                  <c:v>138.47926635742201</c:v>
                </c:pt>
                <c:pt idx="9345">
                  <c:v>138.47948837280299</c:v>
                </c:pt>
                <c:pt idx="9346">
                  <c:v>138.47971038818301</c:v>
                </c:pt>
                <c:pt idx="9347">
                  <c:v>138.47993240356399</c:v>
                </c:pt>
                <c:pt idx="9348">
                  <c:v>138.48015441894501</c:v>
                </c:pt>
                <c:pt idx="9349">
                  <c:v>138.48037643432599</c:v>
                </c:pt>
                <c:pt idx="9350">
                  <c:v>138.480598449707</c:v>
                </c:pt>
                <c:pt idx="9351">
                  <c:v>138.48082046508799</c:v>
                </c:pt>
                <c:pt idx="9352">
                  <c:v>138.481042480469</c:v>
                </c:pt>
                <c:pt idx="9353">
                  <c:v>138.48126449584899</c:v>
                </c:pt>
                <c:pt idx="9354">
                  <c:v>138.48148651123</c:v>
                </c:pt>
                <c:pt idx="9355">
                  <c:v>138.48170852661099</c:v>
                </c:pt>
                <c:pt idx="9356">
                  <c:v>138.481930541992</c:v>
                </c:pt>
                <c:pt idx="9357">
                  <c:v>138.48215255737301</c:v>
                </c:pt>
                <c:pt idx="9358">
                  <c:v>138.482374572754</c:v>
                </c:pt>
                <c:pt idx="9359">
                  <c:v>138.48259658813501</c:v>
                </c:pt>
                <c:pt idx="9360">
                  <c:v>138.482818603515</c:v>
                </c:pt>
                <c:pt idx="9361">
                  <c:v>138.48304061889601</c:v>
                </c:pt>
                <c:pt idx="9362">
                  <c:v>138.483262634277</c:v>
                </c:pt>
                <c:pt idx="9363">
                  <c:v>138.48348464965801</c:v>
                </c:pt>
                <c:pt idx="9364">
                  <c:v>138.48370666503899</c:v>
                </c:pt>
                <c:pt idx="9365">
                  <c:v>138.48392868042001</c:v>
                </c:pt>
                <c:pt idx="9366">
                  <c:v>138.48415069580099</c:v>
                </c:pt>
                <c:pt idx="9367">
                  <c:v>138.48437271118101</c:v>
                </c:pt>
                <c:pt idx="9368">
                  <c:v>138.48459472656199</c:v>
                </c:pt>
                <c:pt idx="9369">
                  <c:v>138.48481674194301</c:v>
                </c:pt>
                <c:pt idx="9370">
                  <c:v>138.48503875732399</c:v>
                </c:pt>
                <c:pt idx="9371">
                  <c:v>138.485260772705</c:v>
                </c:pt>
                <c:pt idx="9372">
                  <c:v>138.48548278808599</c:v>
                </c:pt>
                <c:pt idx="9373">
                  <c:v>138.485704803467</c:v>
                </c:pt>
                <c:pt idx="9374">
                  <c:v>138.48592681884699</c:v>
                </c:pt>
                <c:pt idx="9375">
                  <c:v>138.486148834228</c:v>
                </c:pt>
                <c:pt idx="9376">
                  <c:v>138.48637084960899</c:v>
                </c:pt>
                <c:pt idx="9377">
                  <c:v>138.48659286499</c:v>
                </c:pt>
                <c:pt idx="9378">
                  <c:v>138.48681488037101</c:v>
                </c:pt>
                <c:pt idx="9379">
                  <c:v>138.487036895752</c:v>
                </c:pt>
                <c:pt idx="9380">
                  <c:v>138.48725891113301</c:v>
                </c:pt>
                <c:pt idx="9381">
                  <c:v>138.487480926513</c:v>
                </c:pt>
                <c:pt idx="9382">
                  <c:v>138.48770294189401</c:v>
                </c:pt>
                <c:pt idx="9383">
                  <c:v>138.487924957275</c:v>
                </c:pt>
                <c:pt idx="9384">
                  <c:v>138.48814697265601</c:v>
                </c:pt>
                <c:pt idx="9385">
                  <c:v>138.488368988037</c:v>
                </c:pt>
                <c:pt idx="9386">
                  <c:v>138.48859100341801</c:v>
                </c:pt>
                <c:pt idx="9387">
                  <c:v>138.48881301879899</c:v>
                </c:pt>
                <c:pt idx="9388">
                  <c:v>138.48903503417901</c:v>
                </c:pt>
                <c:pt idx="9389">
                  <c:v>138.48925704956</c:v>
                </c:pt>
                <c:pt idx="9390">
                  <c:v>138.48947906494101</c:v>
                </c:pt>
                <c:pt idx="9391">
                  <c:v>138.48970108032199</c:v>
                </c:pt>
                <c:pt idx="9392">
                  <c:v>138.48992309570301</c:v>
                </c:pt>
                <c:pt idx="9393">
                  <c:v>138.49014511108399</c:v>
                </c:pt>
                <c:pt idx="9394">
                  <c:v>138.490367126465</c:v>
                </c:pt>
                <c:pt idx="9395">
                  <c:v>138.49058914184499</c:v>
                </c:pt>
                <c:pt idx="9396">
                  <c:v>138.49081115722601</c:v>
                </c:pt>
                <c:pt idx="9397">
                  <c:v>138.49103317260699</c:v>
                </c:pt>
                <c:pt idx="9398">
                  <c:v>138.491255187988</c:v>
                </c:pt>
                <c:pt idx="9399">
                  <c:v>138.49147720336899</c:v>
                </c:pt>
                <c:pt idx="9400">
                  <c:v>138.49169921875</c:v>
                </c:pt>
                <c:pt idx="9401">
                  <c:v>138.49192123413101</c:v>
                </c:pt>
                <c:pt idx="9402">
                  <c:v>138.492143249511</c:v>
                </c:pt>
                <c:pt idx="9403">
                  <c:v>138.49236526489199</c:v>
                </c:pt>
                <c:pt idx="9404">
                  <c:v>138.492587280273</c:v>
                </c:pt>
                <c:pt idx="9405">
                  <c:v>138.49280929565401</c:v>
                </c:pt>
                <c:pt idx="9406">
                  <c:v>138.493031311035</c:v>
                </c:pt>
                <c:pt idx="9407">
                  <c:v>138.49325332641601</c:v>
                </c:pt>
                <c:pt idx="9408">
                  <c:v>138.49347534179699</c:v>
                </c:pt>
                <c:pt idx="9409">
                  <c:v>138.49369735717701</c:v>
                </c:pt>
                <c:pt idx="9410">
                  <c:v>138.493919372558</c:v>
                </c:pt>
                <c:pt idx="9411">
                  <c:v>138.49414138793901</c:v>
                </c:pt>
                <c:pt idx="9412">
                  <c:v>138.49436340331999</c:v>
                </c:pt>
                <c:pt idx="9413">
                  <c:v>138.49458541870101</c:v>
                </c:pt>
                <c:pt idx="9414">
                  <c:v>138.49480743408199</c:v>
                </c:pt>
                <c:pt idx="9415">
                  <c:v>138.495029449463</c:v>
                </c:pt>
                <c:pt idx="9416">
                  <c:v>138.49525146484299</c:v>
                </c:pt>
                <c:pt idx="9417">
                  <c:v>138.49547348022401</c:v>
                </c:pt>
                <c:pt idx="9418">
                  <c:v>138.49569549560499</c:v>
                </c:pt>
                <c:pt idx="9419">
                  <c:v>138.495917510986</c:v>
                </c:pt>
                <c:pt idx="9420">
                  <c:v>138.49613952636699</c:v>
                </c:pt>
                <c:pt idx="9421">
                  <c:v>138.496361541748</c:v>
                </c:pt>
                <c:pt idx="9422">
                  <c:v>138.49658355712899</c:v>
                </c:pt>
                <c:pt idx="9423">
                  <c:v>138.496805572509</c:v>
                </c:pt>
                <c:pt idx="9424">
                  <c:v>138.49702758788999</c:v>
                </c:pt>
                <c:pt idx="9425">
                  <c:v>138.497249603271</c:v>
                </c:pt>
                <c:pt idx="9426">
                  <c:v>138.49747161865201</c:v>
                </c:pt>
                <c:pt idx="9427">
                  <c:v>138.497693634033</c:v>
                </c:pt>
                <c:pt idx="9428">
                  <c:v>138.49791564941401</c:v>
                </c:pt>
                <c:pt idx="9429">
                  <c:v>138.498137664795</c:v>
                </c:pt>
                <c:pt idx="9430">
                  <c:v>138.49835968017501</c:v>
                </c:pt>
                <c:pt idx="9431">
                  <c:v>138.498581695556</c:v>
                </c:pt>
                <c:pt idx="9432">
                  <c:v>138.49880371093701</c:v>
                </c:pt>
                <c:pt idx="9433">
                  <c:v>138.499025726318</c:v>
                </c:pt>
                <c:pt idx="9434">
                  <c:v>138.49924774169901</c:v>
                </c:pt>
                <c:pt idx="9435">
                  <c:v>138.49946975707999</c:v>
                </c:pt>
                <c:pt idx="9436">
                  <c:v>138.49969177246101</c:v>
                </c:pt>
                <c:pt idx="9437">
                  <c:v>138.499913787841</c:v>
                </c:pt>
                <c:pt idx="9438">
                  <c:v>138.50013580322201</c:v>
                </c:pt>
                <c:pt idx="9439">
                  <c:v>138.50035781860299</c:v>
                </c:pt>
                <c:pt idx="9440">
                  <c:v>138.50057983398401</c:v>
                </c:pt>
                <c:pt idx="9441">
                  <c:v>138.50080184936499</c:v>
                </c:pt>
                <c:pt idx="9442">
                  <c:v>138.501023864746</c:v>
                </c:pt>
                <c:pt idx="9443">
                  <c:v>138.50124588012599</c:v>
                </c:pt>
                <c:pt idx="9444">
                  <c:v>138.50146789550701</c:v>
                </c:pt>
                <c:pt idx="9445">
                  <c:v>138.50168991088799</c:v>
                </c:pt>
                <c:pt idx="9446">
                  <c:v>138.501911926269</c:v>
                </c:pt>
                <c:pt idx="9447">
                  <c:v>138.50213394164999</c:v>
                </c:pt>
                <c:pt idx="9448">
                  <c:v>138.502355957031</c:v>
                </c:pt>
                <c:pt idx="9449">
                  <c:v>138.50257797241201</c:v>
                </c:pt>
                <c:pt idx="9450">
                  <c:v>138.502799987793</c:v>
                </c:pt>
                <c:pt idx="9451">
                  <c:v>138.50302200317299</c:v>
                </c:pt>
                <c:pt idx="9452">
                  <c:v>138.503244018554</c:v>
                </c:pt>
                <c:pt idx="9453">
                  <c:v>138.50346603393501</c:v>
                </c:pt>
                <c:pt idx="9454">
                  <c:v>138.503688049316</c:v>
                </c:pt>
                <c:pt idx="9455">
                  <c:v>138.50391006469701</c:v>
                </c:pt>
                <c:pt idx="9456">
                  <c:v>138.50413208007799</c:v>
                </c:pt>
                <c:pt idx="9457">
                  <c:v>138.50435409545901</c:v>
                </c:pt>
                <c:pt idx="9458">
                  <c:v>138.504576110839</c:v>
                </c:pt>
                <c:pt idx="9459">
                  <c:v>138.50479812622001</c:v>
                </c:pt>
                <c:pt idx="9460">
                  <c:v>138.50502014160099</c:v>
                </c:pt>
                <c:pt idx="9461">
                  <c:v>138.50524215698201</c:v>
                </c:pt>
                <c:pt idx="9462">
                  <c:v>138.50546417236299</c:v>
                </c:pt>
                <c:pt idx="9463">
                  <c:v>138.505686187744</c:v>
                </c:pt>
                <c:pt idx="9464">
                  <c:v>138.50590820312399</c:v>
                </c:pt>
                <c:pt idx="9465">
                  <c:v>138.50613021850501</c:v>
                </c:pt>
                <c:pt idx="9466">
                  <c:v>138.50635223388599</c:v>
                </c:pt>
                <c:pt idx="9467">
                  <c:v>138.506574249267</c:v>
                </c:pt>
                <c:pt idx="9468">
                  <c:v>138.50679626464799</c:v>
                </c:pt>
                <c:pt idx="9469">
                  <c:v>138.507018280029</c:v>
                </c:pt>
                <c:pt idx="9470">
                  <c:v>138.50724029541001</c:v>
                </c:pt>
                <c:pt idx="9471">
                  <c:v>138.507462310791</c:v>
                </c:pt>
                <c:pt idx="9472">
                  <c:v>138.50768432617099</c:v>
                </c:pt>
                <c:pt idx="9473">
                  <c:v>138.507906341552</c:v>
                </c:pt>
                <c:pt idx="9474">
                  <c:v>138.50812835693301</c:v>
                </c:pt>
                <c:pt idx="9475">
                  <c:v>138.508350372314</c:v>
                </c:pt>
                <c:pt idx="9476">
                  <c:v>138.50857238769501</c:v>
                </c:pt>
                <c:pt idx="9477">
                  <c:v>138.508794403076</c:v>
                </c:pt>
                <c:pt idx="9478">
                  <c:v>138.50901641845701</c:v>
                </c:pt>
                <c:pt idx="9479">
                  <c:v>138.509238433837</c:v>
                </c:pt>
                <c:pt idx="9480">
                  <c:v>138.50946044921801</c:v>
                </c:pt>
                <c:pt idx="9481">
                  <c:v>138.509682464599</c:v>
                </c:pt>
                <c:pt idx="9482">
                  <c:v>138.50990447998001</c:v>
                </c:pt>
                <c:pt idx="9483">
                  <c:v>138.51012649536099</c:v>
                </c:pt>
                <c:pt idx="9484">
                  <c:v>138.51034851074201</c:v>
                </c:pt>
                <c:pt idx="9485">
                  <c:v>138.510570526122</c:v>
                </c:pt>
                <c:pt idx="9486">
                  <c:v>138.51079254150301</c:v>
                </c:pt>
                <c:pt idx="9487">
                  <c:v>138.51101455688399</c:v>
                </c:pt>
                <c:pt idx="9488">
                  <c:v>138.51123657226501</c:v>
                </c:pt>
                <c:pt idx="9489">
                  <c:v>138.51145858764599</c:v>
                </c:pt>
                <c:pt idx="9490">
                  <c:v>138.511680603027</c:v>
                </c:pt>
                <c:pt idx="9491">
                  <c:v>138.51190261840799</c:v>
                </c:pt>
                <c:pt idx="9492">
                  <c:v>138.51212463378801</c:v>
                </c:pt>
                <c:pt idx="9493">
                  <c:v>138.51234664916899</c:v>
                </c:pt>
                <c:pt idx="9494">
                  <c:v>138.51256866455</c:v>
                </c:pt>
                <c:pt idx="9495">
                  <c:v>138.51279067993099</c:v>
                </c:pt>
                <c:pt idx="9496">
                  <c:v>138.513012695312</c:v>
                </c:pt>
                <c:pt idx="9497">
                  <c:v>138.51323471069301</c:v>
                </c:pt>
                <c:pt idx="9498">
                  <c:v>138.513456726074</c:v>
                </c:pt>
                <c:pt idx="9499">
                  <c:v>138.51367874145399</c:v>
                </c:pt>
                <c:pt idx="9500">
                  <c:v>138.513900756835</c:v>
                </c:pt>
                <c:pt idx="9501">
                  <c:v>138.51412277221601</c:v>
                </c:pt>
                <c:pt idx="9502">
                  <c:v>138.514344787597</c:v>
                </c:pt>
                <c:pt idx="9503">
                  <c:v>138.51456680297801</c:v>
                </c:pt>
                <c:pt idx="9504">
                  <c:v>138.51478881835899</c:v>
                </c:pt>
                <c:pt idx="9505">
                  <c:v>138.51501083374001</c:v>
                </c:pt>
                <c:pt idx="9506">
                  <c:v>138.51523284912</c:v>
                </c:pt>
                <c:pt idx="9507">
                  <c:v>138.51545486450101</c:v>
                </c:pt>
                <c:pt idx="9508">
                  <c:v>138.51567687988199</c:v>
                </c:pt>
                <c:pt idx="9509">
                  <c:v>138.51589889526301</c:v>
                </c:pt>
                <c:pt idx="9510">
                  <c:v>138.51612091064399</c:v>
                </c:pt>
                <c:pt idx="9511">
                  <c:v>138.516342926025</c:v>
                </c:pt>
                <c:pt idx="9512">
                  <c:v>138.51656494140599</c:v>
                </c:pt>
                <c:pt idx="9513">
                  <c:v>138.51678695678601</c:v>
                </c:pt>
                <c:pt idx="9514">
                  <c:v>138.51700897216699</c:v>
                </c:pt>
                <c:pt idx="9515">
                  <c:v>138.517230987548</c:v>
                </c:pt>
                <c:pt idx="9516">
                  <c:v>138.51745300292899</c:v>
                </c:pt>
                <c:pt idx="9517">
                  <c:v>138.51767501831</c:v>
                </c:pt>
                <c:pt idx="9518">
                  <c:v>138.51789703369101</c:v>
                </c:pt>
                <c:pt idx="9519">
                  <c:v>138.518119049072</c:v>
                </c:pt>
                <c:pt idx="9520">
                  <c:v>138.51834106445199</c:v>
                </c:pt>
                <c:pt idx="9521">
                  <c:v>138.518563079833</c:v>
                </c:pt>
                <c:pt idx="9522">
                  <c:v>138.51878509521401</c:v>
                </c:pt>
                <c:pt idx="9523">
                  <c:v>138.519007110595</c:v>
                </c:pt>
                <c:pt idx="9524">
                  <c:v>138.51922912597601</c:v>
                </c:pt>
                <c:pt idx="9525">
                  <c:v>138.519451141357</c:v>
                </c:pt>
                <c:pt idx="9526">
                  <c:v>138.51967315673801</c:v>
                </c:pt>
                <c:pt idx="9527">
                  <c:v>138.519895172118</c:v>
                </c:pt>
                <c:pt idx="9528">
                  <c:v>138.52011718749901</c:v>
                </c:pt>
                <c:pt idx="9529">
                  <c:v>138.52033920288</c:v>
                </c:pt>
                <c:pt idx="9530">
                  <c:v>138.52056121826101</c:v>
                </c:pt>
                <c:pt idx="9531">
                  <c:v>138.52078323364199</c:v>
                </c:pt>
                <c:pt idx="9532">
                  <c:v>138.52100524902301</c:v>
                </c:pt>
                <c:pt idx="9533">
                  <c:v>138.52122726440399</c:v>
                </c:pt>
                <c:pt idx="9534">
                  <c:v>138.52144927978401</c:v>
                </c:pt>
                <c:pt idx="9535">
                  <c:v>138.52167129516499</c:v>
                </c:pt>
                <c:pt idx="9536">
                  <c:v>138.52189331054601</c:v>
                </c:pt>
                <c:pt idx="9537">
                  <c:v>138.52211532592699</c:v>
                </c:pt>
                <c:pt idx="9538">
                  <c:v>138.522337341308</c:v>
                </c:pt>
                <c:pt idx="9539">
                  <c:v>138.52255935668899</c:v>
                </c:pt>
                <c:pt idx="9540">
                  <c:v>138.52278137207</c:v>
                </c:pt>
                <c:pt idx="9541">
                  <c:v>138.52300338744999</c:v>
                </c:pt>
                <c:pt idx="9542">
                  <c:v>138.523225402831</c:v>
                </c:pt>
                <c:pt idx="9543">
                  <c:v>138.52344741821199</c:v>
                </c:pt>
                <c:pt idx="9544">
                  <c:v>138.523669433593</c:v>
                </c:pt>
                <c:pt idx="9545">
                  <c:v>138.52389144897401</c:v>
                </c:pt>
                <c:pt idx="9546">
                  <c:v>138.524113464355</c:v>
                </c:pt>
                <c:pt idx="9547">
                  <c:v>138.52433547973601</c:v>
                </c:pt>
                <c:pt idx="9548">
                  <c:v>138.524557495116</c:v>
                </c:pt>
                <c:pt idx="9549">
                  <c:v>138.52477951049701</c:v>
                </c:pt>
                <c:pt idx="9550">
                  <c:v>138.525001525878</c:v>
                </c:pt>
                <c:pt idx="9551">
                  <c:v>138.52522354125901</c:v>
                </c:pt>
                <c:pt idx="9552">
                  <c:v>138.52544555663999</c:v>
                </c:pt>
                <c:pt idx="9553">
                  <c:v>138.52566757202101</c:v>
                </c:pt>
                <c:pt idx="9554">
                  <c:v>138.52588958740199</c:v>
                </c:pt>
                <c:pt idx="9555">
                  <c:v>138.52611160278201</c:v>
                </c:pt>
                <c:pt idx="9556">
                  <c:v>138.52633361816299</c:v>
                </c:pt>
                <c:pt idx="9557">
                  <c:v>138.52655563354401</c:v>
                </c:pt>
                <c:pt idx="9558">
                  <c:v>138.52677764892499</c:v>
                </c:pt>
                <c:pt idx="9559">
                  <c:v>138.526999664306</c:v>
                </c:pt>
                <c:pt idx="9560">
                  <c:v>138.52722167968699</c:v>
                </c:pt>
                <c:pt idx="9561">
                  <c:v>138.527443695068</c:v>
                </c:pt>
                <c:pt idx="9562">
                  <c:v>138.52766571044799</c:v>
                </c:pt>
                <c:pt idx="9563">
                  <c:v>138.527887725829</c:v>
                </c:pt>
                <c:pt idx="9564">
                  <c:v>138.52810974120999</c:v>
                </c:pt>
                <c:pt idx="9565">
                  <c:v>138.528331756591</c:v>
                </c:pt>
                <c:pt idx="9566">
                  <c:v>138.52855377197201</c:v>
                </c:pt>
                <c:pt idx="9567">
                  <c:v>138.528775787353</c:v>
                </c:pt>
                <c:pt idx="9568">
                  <c:v>138.52899780273401</c:v>
                </c:pt>
                <c:pt idx="9569">
                  <c:v>138.529219818114</c:v>
                </c:pt>
                <c:pt idx="9570">
                  <c:v>138.52944183349501</c:v>
                </c:pt>
                <c:pt idx="9571">
                  <c:v>138.529663848876</c:v>
                </c:pt>
                <c:pt idx="9572">
                  <c:v>138.52988586425701</c:v>
                </c:pt>
                <c:pt idx="9573">
                  <c:v>138.530107879638</c:v>
                </c:pt>
                <c:pt idx="9574">
                  <c:v>138.53032989501901</c:v>
                </c:pt>
                <c:pt idx="9575">
                  <c:v>138.53055191039999</c:v>
                </c:pt>
                <c:pt idx="9576">
                  <c:v>138.53077392578001</c:v>
                </c:pt>
                <c:pt idx="9577">
                  <c:v>138.530995941161</c:v>
                </c:pt>
                <c:pt idx="9578">
                  <c:v>138.53121795654201</c:v>
                </c:pt>
                <c:pt idx="9579">
                  <c:v>138.53143997192299</c:v>
                </c:pt>
                <c:pt idx="9580">
                  <c:v>138.53166198730401</c:v>
                </c:pt>
                <c:pt idx="9581">
                  <c:v>138.53188400268499</c:v>
                </c:pt>
                <c:pt idx="9582">
                  <c:v>138.532106018066</c:v>
                </c:pt>
                <c:pt idx="9583">
                  <c:v>138.53232803344599</c:v>
                </c:pt>
                <c:pt idx="9584">
                  <c:v>138.53255004882701</c:v>
                </c:pt>
                <c:pt idx="9585">
                  <c:v>138.53277206420799</c:v>
                </c:pt>
                <c:pt idx="9586">
                  <c:v>138.532994079589</c:v>
                </c:pt>
                <c:pt idx="9587">
                  <c:v>138.53321609496999</c:v>
                </c:pt>
                <c:pt idx="9588">
                  <c:v>138.533438110351</c:v>
                </c:pt>
                <c:pt idx="9589">
                  <c:v>138.53366012573201</c:v>
                </c:pt>
                <c:pt idx="9590">
                  <c:v>138.533882141112</c:v>
                </c:pt>
                <c:pt idx="9591">
                  <c:v>138.53410415649299</c:v>
                </c:pt>
                <c:pt idx="9592">
                  <c:v>138.534326171874</c:v>
                </c:pt>
                <c:pt idx="9593">
                  <c:v>138.53454818725501</c:v>
                </c:pt>
                <c:pt idx="9594">
                  <c:v>138.534770202636</c:v>
                </c:pt>
                <c:pt idx="9595">
                  <c:v>138.53499221801701</c:v>
                </c:pt>
                <c:pt idx="9596">
                  <c:v>138.53521423339799</c:v>
                </c:pt>
                <c:pt idx="9597">
                  <c:v>138.53543624877801</c:v>
                </c:pt>
                <c:pt idx="9598">
                  <c:v>138.535658264159</c:v>
                </c:pt>
                <c:pt idx="9599">
                  <c:v>138.53588027954001</c:v>
                </c:pt>
                <c:pt idx="9600">
                  <c:v>138.53610229492099</c:v>
                </c:pt>
                <c:pt idx="9601">
                  <c:v>138.53630299886001</c:v>
                </c:pt>
                <c:pt idx="9602">
                  <c:v>138.536503702799</c:v>
                </c:pt>
                <c:pt idx="9603">
                  <c:v>138.53670440673699</c:v>
                </c:pt>
                <c:pt idx="9604">
                  <c:v>138.536905110676</c:v>
                </c:pt>
                <c:pt idx="9605">
                  <c:v>138.53710581461499</c:v>
                </c:pt>
                <c:pt idx="9606">
                  <c:v>138.537306518554</c:v>
                </c:pt>
                <c:pt idx="9607">
                  <c:v>138.53750722249299</c:v>
                </c:pt>
                <c:pt idx="9608">
                  <c:v>138.53770792643101</c:v>
                </c:pt>
                <c:pt idx="9609">
                  <c:v>138.53790863037</c:v>
                </c:pt>
                <c:pt idx="9610">
                  <c:v>138.53810933430901</c:v>
                </c:pt>
                <c:pt idx="9611">
                  <c:v>138.538310038248</c:v>
                </c:pt>
                <c:pt idx="9612">
                  <c:v>138.53851074218699</c:v>
                </c:pt>
                <c:pt idx="9613">
                  <c:v>138.53871144612501</c:v>
                </c:pt>
                <c:pt idx="9614">
                  <c:v>138.53891215006399</c:v>
                </c:pt>
                <c:pt idx="9615">
                  <c:v>138.53911285400301</c:v>
                </c:pt>
                <c:pt idx="9616">
                  <c:v>138.53931355794199</c:v>
                </c:pt>
                <c:pt idx="9617">
                  <c:v>138.53951426188101</c:v>
                </c:pt>
                <c:pt idx="9618">
                  <c:v>138.539714965819</c:v>
                </c:pt>
                <c:pt idx="9619">
                  <c:v>138.53991566975799</c:v>
                </c:pt>
                <c:pt idx="9620">
                  <c:v>138.540116373697</c:v>
                </c:pt>
                <c:pt idx="9621">
                  <c:v>138.54031707763599</c:v>
                </c:pt>
                <c:pt idx="9622">
                  <c:v>138.54051778157501</c:v>
                </c:pt>
                <c:pt idx="9623">
                  <c:v>138.540718485513</c:v>
                </c:pt>
                <c:pt idx="9624">
                  <c:v>138.54091918945201</c:v>
                </c:pt>
                <c:pt idx="9625">
                  <c:v>138.541119893391</c:v>
                </c:pt>
                <c:pt idx="9626">
                  <c:v>138.54132059733001</c:v>
                </c:pt>
                <c:pt idx="9627">
                  <c:v>138.541521301269</c:v>
                </c:pt>
                <c:pt idx="9628">
                  <c:v>138.54172200520799</c:v>
                </c:pt>
                <c:pt idx="9629">
                  <c:v>138.54192270914601</c:v>
                </c:pt>
                <c:pt idx="9630">
                  <c:v>138.54212341308499</c:v>
                </c:pt>
                <c:pt idx="9631">
                  <c:v>138.54232411702401</c:v>
                </c:pt>
                <c:pt idx="9632">
                  <c:v>138.542524820963</c:v>
                </c:pt>
                <c:pt idx="9633">
                  <c:v>138.54272552490201</c:v>
                </c:pt>
                <c:pt idx="9634">
                  <c:v>138.54292622884</c:v>
                </c:pt>
                <c:pt idx="9635">
                  <c:v>138.54312693277899</c:v>
                </c:pt>
                <c:pt idx="9636">
                  <c:v>138.543327636718</c:v>
                </c:pt>
                <c:pt idx="9637">
                  <c:v>138.54352834065699</c:v>
                </c:pt>
                <c:pt idx="9638">
                  <c:v>138.54372904459601</c:v>
                </c:pt>
                <c:pt idx="9639">
                  <c:v>138.543929748534</c:v>
                </c:pt>
                <c:pt idx="9640">
                  <c:v>138.54413045247301</c:v>
                </c:pt>
                <c:pt idx="9641">
                  <c:v>138.544331156412</c:v>
                </c:pt>
                <c:pt idx="9642">
                  <c:v>138.54453186035099</c:v>
                </c:pt>
                <c:pt idx="9643">
                  <c:v>138.54473256429</c:v>
                </c:pt>
                <c:pt idx="9644">
                  <c:v>138.54493326822799</c:v>
                </c:pt>
                <c:pt idx="9645">
                  <c:v>138.54513397216701</c:v>
                </c:pt>
                <c:pt idx="9646">
                  <c:v>138.54533467610599</c:v>
                </c:pt>
                <c:pt idx="9647">
                  <c:v>138.54553538004501</c:v>
                </c:pt>
                <c:pt idx="9648">
                  <c:v>138.545736083984</c:v>
                </c:pt>
                <c:pt idx="9649">
                  <c:v>138.54593678792199</c:v>
                </c:pt>
                <c:pt idx="9650">
                  <c:v>138.546137491861</c:v>
                </c:pt>
                <c:pt idx="9651">
                  <c:v>138.54633819579999</c:v>
                </c:pt>
                <c:pt idx="9652">
                  <c:v>138.54653889973901</c:v>
                </c:pt>
                <c:pt idx="9653">
                  <c:v>138.54673960367799</c:v>
                </c:pt>
                <c:pt idx="9654">
                  <c:v>138.54694030761601</c:v>
                </c:pt>
                <c:pt idx="9655">
                  <c:v>138.547141011555</c:v>
                </c:pt>
                <c:pt idx="9656">
                  <c:v>138.54734171549401</c:v>
                </c:pt>
                <c:pt idx="9657">
                  <c:v>138.547542419433</c:v>
                </c:pt>
                <c:pt idx="9658">
                  <c:v>138.54774312337199</c:v>
                </c:pt>
                <c:pt idx="9659">
                  <c:v>138.54794382731001</c:v>
                </c:pt>
                <c:pt idx="9660">
                  <c:v>138.54814453124899</c:v>
                </c:pt>
                <c:pt idx="9661">
                  <c:v>138.54834523518801</c:v>
                </c:pt>
                <c:pt idx="9662">
                  <c:v>138.548545939127</c:v>
                </c:pt>
                <c:pt idx="9663">
                  <c:v>138.54874664306601</c:v>
                </c:pt>
                <c:pt idx="9664">
                  <c:v>138.548947347004</c:v>
                </c:pt>
                <c:pt idx="9665">
                  <c:v>138.54914805094299</c:v>
                </c:pt>
                <c:pt idx="9666">
                  <c:v>138.549348754882</c:v>
                </c:pt>
                <c:pt idx="9667">
                  <c:v>138.54954945882099</c:v>
                </c:pt>
                <c:pt idx="9668">
                  <c:v>138.54975016276001</c:v>
                </c:pt>
                <c:pt idx="9669">
                  <c:v>138.549950866698</c:v>
                </c:pt>
                <c:pt idx="9670">
                  <c:v>138.55015157063701</c:v>
                </c:pt>
                <c:pt idx="9671">
                  <c:v>138.550352274576</c:v>
                </c:pt>
                <c:pt idx="9672">
                  <c:v>138.55055297851499</c:v>
                </c:pt>
                <c:pt idx="9673">
                  <c:v>138.550753682454</c:v>
                </c:pt>
                <c:pt idx="9674">
                  <c:v>138.55095438639199</c:v>
                </c:pt>
                <c:pt idx="9675">
                  <c:v>138.55115509033101</c:v>
                </c:pt>
                <c:pt idx="9676">
                  <c:v>138.55135579426999</c:v>
                </c:pt>
                <c:pt idx="9677">
                  <c:v>138.55155649820901</c:v>
                </c:pt>
                <c:pt idx="9678">
                  <c:v>138.551757202148</c:v>
                </c:pt>
                <c:pt idx="9679">
                  <c:v>138.55195790608599</c:v>
                </c:pt>
                <c:pt idx="9680">
                  <c:v>138.552158610025</c:v>
                </c:pt>
                <c:pt idx="9681">
                  <c:v>138.55235931396399</c:v>
                </c:pt>
                <c:pt idx="9682">
                  <c:v>138.55256001790301</c:v>
                </c:pt>
                <c:pt idx="9683">
                  <c:v>138.55276072184199</c:v>
                </c:pt>
                <c:pt idx="9684">
                  <c:v>138.55296142578001</c:v>
                </c:pt>
                <c:pt idx="9685">
                  <c:v>138.553162129719</c:v>
                </c:pt>
                <c:pt idx="9686">
                  <c:v>138.55336283365801</c:v>
                </c:pt>
                <c:pt idx="9687">
                  <c:v>138.553563537597</c:v>
                </c:pt>
                <c:pt idx="9688">
                  <c:v>138.55376424153599</c:v>
                </c:pt>
                <c:pt idx="9689">
                  <c:v>138.553964945475</c:v>
                </c:pt>
                <c:pt idx="9690">
                  <c:v>138.55416564941299</c:v>
                </c:pt>
                <c:pt idx="9691">
                  <c:v>138.55436635335201</c:v>
                </c:pt>
                <c:pt idx="9692">
                  <c:v>138.554567057291</c:v>
                </c:pt>
                <c:pt idx="9693">
                  <c:v>138.55476776123001</c:v>
                </c:pt>
                <c:pt idx="9694">
                  <c:v>138.554968465169</c:v>
                </c:pt>
                <c:pt idx="9695">
                  <c:v>138.55516916910699</c:v>
                </c:pt>
                <c:pt idx="9696">
                  <c:v>138.555369873046</c:v>
                </c:pt>
                <c:pt idx="9697">
                  <c:v>138.55557057698499</c:v>
                </c:pt>
                <c:pt idx="9698">
                  <c:v>138.55577128092401</c:v>
                </c:pt>
                <c:pt idx="9699">
                  <c:v>138.55597198486299</c:v>
                </c:pt>
                <c:pt idx="9700">
                  <c:v>138.55617268880101</c:v>
                </c:pt>
                <c:pt idx="9701">
                  <c:v>138.55637339274</c:v>
                </c:pt>
                <c:pt idx="9702">
                  <c:v>138.55657409667899</c:v>
                </c:pt>
                <c:pt idx="9703">
                  <c:v>138.556774800618</c:v>
                </c:pt>
                <c:pt idx="9704">
                  <c:v>138.55697550455699</c:v>
                </c:pt>
                <c:pt idx="9705">
                  <c:v>138.55717620849501</c:v>
                </c:pt>
                <c:pt idx="9706">
                  <c:v>138.55737691243399</c:v>
                </c:pt>
                <c:pt idx="9707">
                  <c:v>138.55757761637301</c:v>
                </c:pt>
                <c:pt idx="9708">
                  <c:v>138.557778320312</c:v>
                </c:pt>
                <c:pt idx="9709">
                  <c:v>138.55797902425101</c:v>
                </c:pt>
                <c:pt idx="9710">
                  <c:v>138.558179728189</c:v>
                </c:pt>
                <c:pt idx="9711">
                  <c:v>138.55838043212799</c:v>
                </c:pt>
                <c:pt idx="9712">
                  <c:v>138.558581136067</c:v>
                </c:pt>
                <c:pt idx="9713">
                  <c:v>138.55878184000599</c:v>
                </c:pt>
                <c:pt idx="9714">
                  <c:v>138.55898254394501</c:v>
                </c:pt>
                <c:pt idx="9715">
                  <c:v>138.559183247883</c:v>
                </c:pt>
                <c:pt idx="9716">
                  <c:v>138.55938395182201</c:v>
                </c:pt>
                <c:pt idx="9717">
                  <c:v>138.559584655761</c:v>
                </c:pt>
                <c:pt idx="9718">
                  <c:v>138.55978535969999</c:v>
                </c:pt>
                <c:pt idx="9719">
                  <c:v>138.559986063639</c:v>
                </c:pt>
                <c:pt idx="9720">
                  <c:v>138.56018676757699</c:v>
                </c:pt>
                <c:pt idx="9721">
                  <c:v>138.56038747151601</c:v>
                </c:pt>
                <c:pt idx="9722">
                  <c:v>138.560588175455</c:v>
                </c:pt>
                <c:pt idx="9723">
                  <c:v>138.56078887939401</c:v>
                </c:pt>
                <c:pt idx="9724">
                  <c:v>138.560989583333</c:v>
                </c:pt>
                <c:pt idx="9725">
                  <c:v>138.56119028727099</c:v>
                </c:pt>
                <c:pt idx="9726">
                  <c:v>138.56139099121</c:v>
                </c:pt>
                <c:pt idx="9727">
                  <c:v>138.56159169514899</c:v>
                </c:pt>
                <c:pt idx="9728">
                  <c:v>138.56179239908801</c:v>
                </c:pt>
                <c:pt idx="9729">
                  <c:v>138.56199310302699</c:v>
                </c:pt>
                <c:pt idx="9730">
                  <c:v>138.56219380696501</c:v>
                </c:pt>
                <c:pt idx="9731">
                  <c:v>138.562394510904</c:v>
                </c:pt>
                <c:pt idx="9732">
                  <c:v>138.56259521484299</c:v>
                </c:pt>
                <c:pt idx="9733">
                  <c:v>138.562795918782</c:v>
                </c:pt>
                <c:pt idx="9734">
                  <c:v>138.56299662272099</c:v>
                </c:pt>
                <c:pt idx="9735">
                  <c:v>138.56319732665901</c:v>
                </c:pt>
                <c:pt idx="9736">
                  <c:v>138.56339803059799</c:v>
                </c:pt>
                <c:pt idx="9737">
                  <c:v>138.56359873453701</c:v>
                </c:pt>
                <c:pt idx="9738">
                  <c:v>138.563799438476</c:v>
                </c:pt>
                <c:pt idx="9739">
                  <c:v>138.56400014241501</c:v>
                </c:pt>
                <c:pt idx="9740">
                  <c:v>138.564200846353</c:v>
                </c:pt>
                <c:pt idx="9741">
                  <c:v>138.56440155029199</c:v>
                </c:pt>
                <c:pt idx="9742">
                  <c:v>138.564602254231</c:v>
                </c:pt>
                <c:pt idx="9743">
                  <c:v>138.56480295816999</c:v>
                </c:pt>
                <c:pt idx="9744">
                  <c:v>138.56500366210901</c:v>
                </c:pt>
                <c:pt idx="9745">
                  <c:v>138.565204366047</c:v>
                </c:pt>
                <c:pt idx="9746">
                  <c:v>138.56540506998601</c:v>
                </c:pt>
                <c:pt idx="9747">
                  <c:v>138.565605773925</c:v>
                </c:pt>
                <c:pt idx="9748">
                  <c:v>138.56580647786399</c:v>
                </c:pt>
                <c:pt idx="9749">
                  <c:v>138.566007181803</c:v>
                </c:pt>
                <c:pt idx="9750">
                  <c:v>138.56620788574199</c:v>
                </c:pt>
                <c:pt idx="9751">
                  <c:v>138.56640858968001</c:v>
                </c:pt>
                <c:pt idx="9752">
                  <c:v>138.566609293619</c:v>
                </c:pt>
                <c:pt idx="9753">
                  <c:v>138.56680999755801</c:v>
                </c:pt>
                <c:pt idx="9754">
                  <c:v>138.567010701497</c:v>
                </c:pt>
                <c:pt idx="9755">
                  <c:v>138.56721140543601</c:v>
                </c:pt>
                <c:pt idx="9756">
                  <c:v>138.567412109374</c:v>
                </c:pt>
                <c:pt idx="9757">
                  <c:v>138.56761281331299</c:v>
                </c:pt>
                <c:pt idx="9758">
                  <c:v>138.56781351725201</c:v>
                </c:pt>
                <c:pt idx="9759">
                  <c:v>138.56801422119099</c:v>
                </c:pt>
                <c:pt idx="9760">
                  <c:v>138.56821492513001</c:v>
                </c:pt>
                <c:pt idx="9761">
                  <c:v>138.568415629068</c:v>
                </c:pt>
                <c:pt idx="9762">
                  <c:v>138.56861633300699</c:v>
                </c:pt>
                <c:pt idx="9763">
                  <c:v>138.568817036946</c:v>
                </c:pt>
                <c:pt idx="9764">
                  <c:v>138.56901774088499</c:v>
                </c:pt>
                <c:pt idx="9765">
                  <c:v>138.569218444824</c:v>
                </c:pt>
                <c:pt idx="9766">
                  <c:v>138.56941914876199</c:v>
                </c:pt>
                <c:pt idx="9767">
                  <c:v>138.56961985270101</c:v>
                </c:pt>
                <c:pt idx="9768">
                  <c:v>138.56982055664</c:v>
                </c:pt>
                <c:pt idx="9769">
                  <c:v>138.57002126057901</c:v>
                </c:pt>
                <c:pt idx="9770">
                  <c:v>138.570221964518</c:v>
                </c:pt>
                <c:pt idx="9771">
                  <c:v>138.57042266845599</c:v>
                </c:pt>
                <c:pt idx="9772">
                  <c:v>138.570623372395</c:v>
                </c:pt>
                <c:pt idx="9773">
                  <c:v>138.57082407633399</c:v>
                </c:pt>
                <c:pt idx="9774">
                  <c:v>138.57102478027301</c:v>
                </c:pt>
                <c:pt idx="9775">
                  <c:v>138.57122548421199</c:v>
                </c:pt>
                <c:pt idx="9776">
                  <c:v>138.57142618815001</c:v>
                </c:pt>
                <c:pt idx="9777">
                  <c:v>138.571626892089</c:v>
                </c:pt>
                <c:pt idx="9778">
                  <c:v>138.57182759602799</c:v>
                </c:pt>
                <c:pt idx="9779">
                  <c:v>138.572028299967</c:v>
                </c:pt>
                <c:pt idx="9780">
                  <c:v>138.57222900390599</c:v>
                </c:pt>
                <c:pt idx="9781">
                  <c:v>138.57242970784401</c:v>
                </c:pt>
                <c:pt idx="9782">
                  <c:v>138.572630411783</c:v>
                </c:pt>
                <c:pt idx="9783">
                  <c:v>138.57283111572201</c:v>
                </c:pt>
                <c:pt idx="9784">
                  <c:v>138.573031819661</c:v>
                </c:pt>
                <c:pt idx="9785">
                  <c:v>138.57323252360001</c:v>
                </c:pt>
                <c:pt idx="9786">
                  <c:v>138.573433227538</c:v>
                </c:pt>
                <c:pt idx="9787">
                  <c:v>138.57363393147699</c:v>
                </c:pt>
                <c:pt idx="9788">
                  <c:v>138.57383463541601</c:v>
                </c:pt>
                <c:pt idx="9789">
                  <c:v>138.57403533935499</c:v>
                </c:pt>
                <c:pt idx="9790">
                  <c:v>138.57423604329401</c:v>
                </c:pt>
                <c:pt idx="9791">
                  <c:v>138.574436747232</c:v>
                </c:pt>
                <c:pt idx="9792">
                  <c:v>138.57463745117099</c:v>
                </c:pt>
                <c:pt idx="9793">
                  <c:v>138.57483815511</c:v>
                </c:pt>
                <c:pt idx="9794">
                  <c:v>138.57503885904899</c:v>
                </c:pt>
                <c:pt idx="9795">
                  <c:v>138.575239562988</c:v>
                </c:pt>
                <c:pt idx="9796">
                  <c:v>138.57544026692599</c:v>
                </c:pt>
                <c:pt idx="9797">
                  <c:v>138.57564097086501</c:v>
                </c:pt>
                <c:pt idx="9798">
                  <c:v>138.575841674804</c:v>
                </c:pt>
                <c:pt idx="9799">
                  <c:v>138.57604237874301</c:v>
                </c:pt>
                <c:pt idx="9800">
                  <c:v>138.576243082682</c:v>
                </c:pt>
                <c:pt idx="9801">
                  <c:v>138.57644378661999</c:v>
                </c:pt>
                <c:pt idx="9802">
                  <c:v>138.576644490559</c:v>
                </c:pt>
                <c:pt idx="9803">
                  <c:v>138.57684519449799</c:v>
                </c:pt>
                <c:pt idx="9804">
                  <c:v>138.57704589843701</c:v>
                </c:pt>
                <c:pt idx="9805">
                  <c:v>138.57724660237599</c:v>
                </c:pt>
                <c:pt idx="9806">
                  <c:v>138.57744730631401</c:v>
                </c:pt>
                <c:pt idx="9807">
                  <c:v>138.577648010253</c:v>
                </c:pt>
                <c:pt idx="9808">
                  <c:v>138.57784871419199</c:v>
                </c:pt>
                <c:pt idx="9809">
                  <c:v>138.578049418131</c:v>
                </c:pt>
                <c:pt idx="9810">
                  <c:v>138.57825012206999</c:v>
                </c:pt>
                <c:pt idx="9811">
                  <c:v>138.578450826009</c:v>
                </c:pt>
                <c:pt idx="9812">
                  <c:v>138.578651529947</c:v>
                </c:pt>
                <c:pt idx="9813">
                  <c:v>138.57885223388601</c:v>
                </c:pt>
                <c:pt idx="9814">
                  <c:v>138.579052937825</c:v>
                </c:pt>
                <c:pt idx="9815">
                  <c:v>138.57925364176401</c:v>
                </c:pt>
                <c:pt idx="9816">
                  <c:v>138.579454345703</c:v>
                </c:pt>
                <c:pt idx="9817">
                  <c:v>138.57965504964099</c:v>
                </c:pt>
                <c:pt idx="9818">
                  <c:v>138.57985575358001</c:v>
                </c:pt>
                <c:pt idx="9819">
                  <c:v>138.58005645751899</c:v>
                </c:pt>
                <c:pt idx="9820">
                  <c:v>138.58025716145801</c:v>
                </c:pt>
                <c:pt idx="9821">
                  <c:v>138.58045786539699</c:v>
                </c:pt>
                <c:pt idx="9822">
                  <c:v>138.58065856933499</c:v>
                </c:pt>
                <c:pt idx="9823">
                  <c:v>138.580859273274</c:v>
                </c:pt>
                <c:pt idx="9824">
                  <c:v>138.58105997721299</c:v>
                </c:pt>
                <c:pt idx="9825">
                  <c:v>138.581260681152</c:v>
                </c:pt>
                <c:pt idx="9826">
                  <c:v>138.58146138509099</c:v>
                </c:pt>
                <c:pt idx="9827">
                  <c:v>138.58166208902901</c:v>
                </c:pt>
                <c:pt idx="9828">
                  <c:v>138.581862792968</c:v>
                </c:pt>
                <c:pt idx="9829">
                  <c:v>138.58206349690701</c:v>
                </c:pt>
                <c:pt idx="9830">
                  <c:v>138.582264200846</c:v>
                </c:pt>
                <c:pt idx="9831">
                  <c:v>138.58246490478501</c:v>
                </c:pt>
                <c:pt idx="9832">
                  <c:v>138.582665608723</c:v>
                </c:pt>
                <c:pt idx="9833">
                  <c:v>138.58286631266199</c:v>
                </c:pt>
                <c:pt idx="9834">
                  <c:v>138.58306701660101</c:v>
                </c:pt>
                <c:pt idx="9835">
                  <c:v>138.58326772053999</c:v>
                </c:pt>
                <c:pt idx="9836">
                  <c:v>138.58346842447901</c:v>
                </c:pt>
                <c:pt idx="9837">
                  <c:v>138.583669128417</c:v>
                </c:pt>
                <c:pt idx="9838">
                  <c:v>138.58386983235599</c:v>
                </c:pt>
                <c:pt idx="9839">
                  <c:v>138.584070536295</c:v>
                </c:pt>
                <c:pt idx="9840">
                  <c:v>138.58427124023399</c:v>
                </c:pt>
                <c:pt idx="9841">
                  <c:v>138.584471944173</c:v>
                </c:pt>
                <c:pt idx="9842">
                  <c:v>138.584672648111</c:v>
                </c:pt>
                <c:pt idx="9843">
                  <c:v>138.58487335205001</c:v>
                </c:pt>
                <c:pt idx="9844">
                  <c:v>138.585074055989</c:v>
                </c:pt>
                <c:pt idx="9845">
                  <c:v>138.58527475992801</c:v>
                </c:pt>
                <c:pt idx="9846">
                  <c:v>138.585475463867</c:v>
                </c:pt>
                <c:pt idx="9847">
                  <c:v>138.58567616780499</c:v>
                </c:pt>
                <c:pt idx="9848">
                  <c:v>138.58587687174401</c:v>
                </c:pt>
                <c:pt idx="9849">
                  <c:v>138.58607757568299</c:v>
                </c:pt>
                <c:pt idx="9850">
                  <c:v>138.58627827962201</c:v>
                </c:pt>
                <c:pt idx="9851">
                  <c:v>138.58647898356099</c:v>
                </c:pt>
                <c:pt idx="9852">
                  <c:v>138.58667968749899</c:v>
                </c:pt>
                <c:pt idx="9853">
                  <c:v>138.586880391438</c:v>
                </c:pt>
                <c:pt idx="9854">
                  <c:v>138.58708109537699</c:v>
                </c:pt>
                <c:pt idx="9855">
                  <c:v>138.587281799316</c:v>
                </c:pt>
                <c:pt idx="9856">
                  <c:v>138.58748250325499</c:v>
                </c:pt>
                <c:pt idx="9857">
                  <c:v>138.58768320719301</c:v>
                </c:pt>
                <c:pt idx="9858">
                  <c:v>138.587883911132</c:v>
                </c:pt>
                <c:pt idx="9859">
                  <c:v>138.58808461507101</c:v>
                </c:pt>
                <c:pt idx="9860">
                  <c:v>138.58828531901</c:v>
                </c:pt>
                <c:pt idx="9861">
                  <c:v>138.58848602294901</c:v>
                </c:pt>
                <c:pt idx="9862">
                  <c:v>138.588686726887</c:v>
                </c:pt>
                <c:pt idx="9863">
                  <c:v>138.58888743082599</c:v>
                </c:pt>
                <c:pt idx="9864">
                  <c:v>138.58908813476501</c:v>
                </c:pt>
                <c:pt idx="9865">
                  <c:v>138.58928883870399</c:v>
                </c:pt>
                <c:pt idx="9866">
                  <c:v>138.58948954264301</c:v>
                </c:pt>
                <c:pt idx="9867">
                  <c:v>138.589690246581</c:v>
                </c:pt>
                <c:pt idx="9868">
                  <c:v>138.58989095051999</c:v>
                </c:pt>
                <c:pt idx="9869">
                  <c:v>138.590091654459</c:v>
                </c:pt>
                <c:pt idx="9870">
                  <c:v>138.59029235839799</c:v>
                </c:pt>
                <c:pt idx="9871">
                  <c:v>138.590493062337</c:v>
                </c:pt>
                <c:pt idx="9872">
                  <c:v>138.59069376627599</c:v>
                </c:pt>
                <c:pt idx="9873">
                  <c:v>138.59089447021401</c:v>
                </c:pt>
                <c:pt idx="9874">
                  <c:v>138.591095174153</c:v>
                </c:pt>
                <c:pt idx="9875">
                  <c:v>138.59129587809201</c:v>
                </c:pt>
                <c:pt idx="9876">
                  <c:v>138.591496582031</c:v>
                </c:pt>
                <c:pt idx="9877">
                  <c:v>138.59169728597001</c:v>
                </c:pt>
                <c:pt idx="9878">
                  <c:v>138.59189798990801</c:v>
                </c:pt>
                <c:pt idx="9879">
                  <c:v>138.59209869384699</c:v>
                </c:pt>
                <c:pt idx="9880">
                  <c:v>138.59229939778601</c:v>
                </c:pt>
                <c:pt idx="9881">
                  <c:v>138.59250010172499</c:v>
                </c:pt>
                <c:pt idx="9882">
                  <c:v>138.59270080566401</c:v>
                </c:pt>
                <c:pt idx="9883">
                  <c:v>138.592901509602</c:v>
                </c:pt>
                <c:pt idx="9884">
                  <c:v>138.59310221354099</c:v>
                </c:pt>
                <c:pt idx="9885">
                  <c:v>138.59330291748</c:v>
                </c:pt>
                <c:pt idx="9886">
                  <c:v>138.59350362141899</c:v>
                </c:pt>
                <c:pt idx="9887">
                  <c:v>138.593704325358</c:v>
                </c:pt>
                <c:pt idx="9888">
                  <c:v>138.593905029296</c:v>
                </c:pt>
                <c:pt idx="9889">
                  <c:v>138.59410573323501</c:v>
                </c:pt>
                <c:pt idx="9890">
                  <c:v>138.594306437174</c:v>
                </c:pt>
                <c:pt idx="9891">
                  <c:v>138.59450714111301</c:v>
                </c:pt>
                <c:pt idx="9892">
                  <c:v>138.594707845052</c:v>
                </c:pt>
                <c:pt idx="9893">
                  <c:v>138.59490854898999</c:v>
                </c:pt>
                <c:pt idx="9894">
                  <c:v>138.59510925292901</c:v>
                </c:pt>
                <c:pt idx="9895">
                  <c:v>138.59530995686799</c:v>
                </c:pt>
                <c:pt idx="9896">
                  <c:v>138.59551066080701</c:v>
                </c:pt>
                <c:pt idx="9897">
                  <c:v>138.59571136474599</c:v>
                </c:pt>
                <c:pt idx="9898">
                  <c:v>138.59591206868399</c:v>
                </c:pt>
                <c:pt idx="9899">
                  <c:v>138.596112772623</c:v>
                </c:pt>
                <c:pt idx="9900">
                  <c:v>138.59631347656199</c:v>
                </c:pt>
                <c:pt idx="9901">
                  <c:v>138.59649551391601</c:v>
                </c:pt>
                <c:pt idx="9902">
                  <c:v>138.59667755126901</c:v>
                </c:pt>
                <c:pt idx="9903">
                  <c:v>138.596859588623</c:v>
                </c:pt>
                <c:pt idx="9904">
                  <c:v>138.597041625976</c:v>
                </c:pt>
                <c:pt idx="9905">
                  <c:v>138.59722366333</c:v>
                </c:pt>
                <c:pt idx="9906">
                  <c:v>138.597405700683</c:v>
                </c:pt>
                <c:pt idx="9907">
                  <c:v>138.59758773803699</c:v>
                </c:pt>
                <c:pt idx="9908">
                  <c:v>138.59776977538999</c:v>
                </c:pt>
                <c:pt idx="9909">
                  <c:v>138.59795181274399</c:v>
                </c:pt>
                <c:pt idx="9910">
                  <c:v>138.59813385009701</c:v>
                </c:pt>
                <c:pt idx="9911">
                  <c:v>138.59831588745101</c:v>
                </c:pt>
                <c:pt idx="9912">
                  <c:v>138.59849792480401</c:v>
                </c:pt>
                <c:pt idx="9913">
                  <c:v>138.598679962158</c:v>
                </c:pt>
                <c:pt idx="9914">
                  <c:v>138.598861999511</c:v>
                </c:pt>
                <c:pt idx="9915">
                  <c:v>138.599044036865</c:v>
                </c:pt>
                <c:pt idx="9916">
                  <c:v>138.599226074218</c:v>
                </c:pt>
                <c:pt idx="9917">
                  <c:v>138.59940811157199</c:v>
                </c:pt>
                <c:pt idx="9918">
                  <c:v>138.59959014892499</c:v>
                </c:pt>
                <c:pt idx="9919">
                  <c:v>138.59977218627901</c:v>
                </c:pt>
                <c:pt idx="9920">
                  <c:v>138.59995422363201</c:v>
                </c:pt>
                <c:pt idx="9921">
                  <c:v>138.60013626098601</c:v>
                </c:pt>
                <c:pt idx="9922">
                  <c:v>138.600318298339</c:v>
                </c:pt>
                <c:pt idx="9923">
                  <c:v>138.600500335693</c:v>
                </c:pt>
                <c:pt idx="9924">
                  <c:v>138.600682373046</c:v>
                </c:pt>
                <c:pt idx="9925">
                  <c:v>138.60086441039999</c:v>
                </c:pt>
                <c:pt idx="9926">
                  <c:v>138.60104644775299</c:v>
                </c:pt>
                <c:pt idx="9927">
                  <c:v>138.60122848510699</c:v>
                </c:pt>
                <c:pt idx="9928">
                  <c:v>138.60141052245999</c:v>
                </c:pt>
                <c:pt idx="9929">
                  <c:v>138.60159255981401</c:v>
                </c:pt>
                <c:pt idx="9930">
                  <c:v>138.601774597168</c:v>
                </c:pt>
                <c:pt idx="9931">
                  <c:v>138.601956634521</c:v>
                </c:pt>
                <c:pt idx="9932">
                  <c:v>138.602138671875</c:v>
                </c:pt>
                <c:pt idx="9933">
                  <c:v>138.602320709228</c:v>
                </c:pt>
                <c:pt idx="9934">
                  <c:v>138.60250274658199</c:v>
                </c:pt>
                <c:pt idx="9935">
                  <c:v>138.60268478393499</c:v>
                </c:pt>
                <c:pt idx="9936">
                  <c:v>138.60286682128901</c:v>
                </c:pt>
                <c:pt idx="9937">
                  <c:v>138.60304885864201</c:v>
                </c:pt>
                <c:pt idx="9938">
                  <c:v>138.60323089599601</c:v>
                </c:pt>
                <c:pt idx="9939">
                  <c:v>138.60341293334901</c:v>
                </c:pt>
                <c:pt idx="9940">
                  <c:v>138.603594970703</c:v>
                </c:pt>
                <c:pt idx="9941">
                  <c:v>138.603777008056</c:v>
                </c:pt>
                <c:pt idx="9942">
                  <c:v>138.60395904540999</c:v>
                </c:pt>
                <c:pt idx="9943">
                  <c:v>138.60414108276299</c:v>
                </c:pt>
                <c:pt idx="9944">
                  <c:v>138.60432312011699</c:v>
                </c:pt>
                <c:pt idx="9945">
                  <c:v>138.60450515746999</c:v>
                </c:pt>
                <c:pt idx="9946">
                  <c:v>138.60468719482401</c:v>
                </c:pt>
                <c:pt idx="9947">
                  <c:v>138.60486923217701</c:v>
                </c:pt>
                <c:pt idx="9948">
                  <c:v>138.605051269531</c:v>
                </c:pt>
                <c:pt idx="9949">
                  <c:v>138.605233306884</c:v>
                </c:pt>
                <c:pt idx="9950">
                  <c:v>138.605415344238</c:v>
                </c:pt>
                <c:pt idx="9951">
                  <c:v>138.605597381591</c:v>
                </c:pt>
                <c:pt idx="9952">
                  <c:v>138.60577941894499</c:v>
                </c:pt>
                <c:pt idx="9953">
                  <c:v>138.60596145629799</c:v>
                </c:pt>
                <c:pt idx="9954">
                  <c:v>138.60614349365201</c:v>
                </c:pt>
                <c:pt idx="9955">
                  <c:v>138.60632553100501</c:v>
                </c:pt>
                <c:pt idx="9956">
                  <c:v>138.60650756835901</c:v>
                </c:pt>
                <c:pt idx="9957">
                  <c:v>138.60668960571201</c:v>
                </c:pt>
                <c:pt idx="9958">
                  <c:v>138.606871643066</c:v>
                </c:pt>
                <c:pt idx="9959">
                  <c:v>138.607053680419</c:v>
                </c:pt>
                <c:pt idx="9960">
                  <c:v>138.60723571777299</c:v>
                </c:pt>
                <c:pt idx="9961">
                  <c:v>138.60741775512699</c:v>
                </c:pt>
                <c:pt idx="9962">
                  <c:v>138.60759979247999</c:v>
                </c:pt>
                <c:pt idx="9963">
                  <c:v>138.60778182983401</c:v>
                </c:pt>
                <c:pt idx="9964">
                  <c:v>138.60796386718701</c:v>
                </c:pt>
                <c:pt idx="9965">
                  <c:v>138.608145904541</c:v>
                </c:pt>
                <c:pt idx="9966">
                  <c:v>138.608327941894</c:v>
                </c:pt>
                <c:pt idx="9967">
                  <c:v>138.608509979248</c:v>
                </c:pt>
                <c:pt idx="9968">
                  <c:v>138.608692016601</c:v>
                </c:pt>
                <c:pt idx="9969">
                  <c:v>138.60887405395499</c:v>
                </c:pt>
                <c:pt idx="9970">
                  <c:v>138.60905609130799</c:v>
                </c:pt>
                <c:pt idx="9971">
                  <c:v>138.60923812866201</c:v>
                </c:pt>
                <c:pt idx="9972">
                  <c:v>138.60942016601501</c:v>
                </c:pt>
                <c:pt idx="9973">
                  <c:v>138.60960220336901</c:v>
                </c:pt>
                <c:pt idx="9974">
                  <c:v>138.60978424072201</c:v>
                </c:pt>
                <c:pt idx="9975">
                  <c:v>138.609966278076</c:v>
                </c:pt>
                <c:pt idx="9976">
                  <c:v>138.610148315429</c:v>
                </c:pt>
                <c:pt idx="9977">
                  <c:v>138.610330352783</c:v>
                </c:pt>
                <c:pt idx="9978">
                  <c:v>138.61051239013599</c:v>
                </c:pt>
                <c:pt idx="9979">
                  <c:v>138.61069442748999</c:v>
                </c:pt>
                <c:pt idx="9980">
                  <c:v>138.61087646484299</c:v>
                </c:pt>
                <c:pt idx="9981">
                  <c:v>138.61105850219701</c:v>
                </c:pt>
                <c:pt idx="9982">
                  <c:v>138.61124053955001</c:v>
                </c:pt>
                <c:pt idx="9983">
                  <c:v>138.611422576904</c:v>
                </c:pt>
                <c:pt idx="9984">
                  <c:v>138.611604614257</c:v>
                </c:pt>
                <c:pt idx="9985">
                  <c:v>138.611786651611</c:v>
                </c:pt>
                <c:pt idx="9986">
                  <c:v>138.611968688964</c:v>
                </c:pt>
                <c:pt idx="9987">
                  <c:v>138.61215072631799</c:v>
                </c:pt>
                <c:pt idx="9988">
                  <c:v>138.61233276367099</c:v>
                </c:pt>
                <c:pt idx="9989">
                  <c:v>138.61251480102499</c:v>
                </c:pt>
                <c:pt idx="9990">
                  <c:v>138.61269683837901</c:v>
                </c:pt>
                <c:pt idx="9991">
                  <c:v>138.61287887573201</c:v>
                </c:pt>
                <c:pt idx="9992">
                  <c:v>138.613060913086</c:v>
                </c:pt>
                <c:pt idx="9993">
                  <c:v>138.613242950439</c:v>
                </c:pt>
                <c:pt idx="9994">
                  <c:v>138.613424987793</c:v>
                </c:pt>
                <c:pt idx="9995">
                  <c:v>138.613607025146</c:v>
                </c:pt>
                <c:pt idx="9996">
                  <c:v>138.61378906249999</c:v>
                </c:pt>
                <c:pt idx="9997">
                  <c:v>138.61397109985299</c:v>
                </c:pt>
                <c:pt idx="9998">
                  <c:v>138.61415313720701</c:v>
                </c:pt>
                <c:pt idx="9999">
                  <c:v>138.61433517456001</c:v>
                </c:pt>
                <c:pt idx="10000">
                  <c:v>138.61451721191401</c:v>
                </c:pt>
                <c:pt idx="10001">
                  <c:v>138.61469924926701</c:v>
                </c:pt>
                <c:pt idx="10002">
                  <c:v>138.614881286621</c:v>
                </c:pt>
                <c:pt idx="10003">
                  <c:v>138.615063323974</c:v>
                </c:pt>
                <c:pt idx="10004">
                  <c:v>138.61524536132799</c:v>
                </c:pt>
                <c:pt idx="10005">
                  <c:v>138.61542739868099</c:v>
                </c:pt>
                <c:pt idx="10006">
                  <c:v>138.61560943603499</c:v>
                </c:pt>
                <c:pt idx="10007">
                  <c:v>138.61579147338799</c:v>
                </c:pt>
                <c:pt idx="10008">
                  <c:v>138.61597351074201</c:v>
                </c:pt>
                <c:pt idx="10009">
                  <c:v>138.61615554809501</c:v>
                </c:pt>
                <c:pt idx="10010">
                  <c:v>138.616337585449</c:v>
                </c:pt>
                <c:pt idx="10011">
                  <c:v>138.616519622802</c:v>
                </c:pt>
                <c:pt idx="10012">
                  <c:v>138.616701660156</c:v>
                </c:pt>
                <c:pt idx="10013">
                  <c:v>138.616883697509</c:v>
                </c:pt>
                <c:pt idx="10014">
                  <c:v>138.61706573486299</c:v>
                </c:pt>
                <c:pt idx="10015">
                  <c:v>138.61724777221599</c:v>
                </c:pt>
                <c:pt idx="10016">
                  <c:v>138.61742980957001</c:v>
                </c:pt>
                <c:pt idx="10017">
                  <c:v>138.61761184692301</c:v>
                </c:pt>
                <c:pt idx="10018">
                  <c:v>138.61779388427701</c:v>
                </c:pt>
                <c:pt idx="10019">
                  <c:v>138.61797592163001</c:v>
                </c:pt>
                <c:pt idx="10020">
                  <c:v>138.618157958984</c:v>
                </c:pt>
                <c:pt idx="10021">
                  <c:v>138.61833999633799</c:v>
                </c:pt>
                <c:pt idx="10022">
                  <c:v>138.61852203369099</c:v>
                </c:pt>
                <c:pt idx="10023">
                  <c:v>138.61870407104499</c:v>
                </c:pt>
                <c:pt idx="10024">
                  <c:v>138.61888610839799</c:v>
                </c:pt>
                <c:pt idx="10025">
                  <c:v>138.61906814575201</c:v>
                </c:pt>
                <c:pt idx="10026">
                  <c:v>138.61925018310501</c:v>
                </c:pt>
                <c:pt idx="10027">
                  <c:v>138.619432220459</c:v>
                </c:pt>
                <c:pt idx="10028">
                  <c:v>138.619614257812</c:v>
                </c:pt>
                <c:pt idx="10029">
                  <c:v>138.619796295166</c:v>
                </c:pt>
                <c:pt idx="10030">
                  <c:v>138.619978332519</c:v>
                </c:pt>
                <c:pt idx="10031">
                  <c:v>138.62016036987299</c:v>
                </c:pt>
                <c:pt idx="10032">
                  <c:v>138.62034240722599</c:v>
                </c:pt>
                <c:pt idx="10033">
                  <c:v>138.62052444458001</c:v>
                </c:pt>
                <c:pt idx="10034">
                  <c:v>138.62070648193301</c:v>
                </c:pt>
                <c:pt idx="10035">
                  <c:v>138.62088851928701</c:v>
                </c:pt>
                <c:pt idx="10036">
                  <c:v>138.62107055664001</c:v>
                </c:pt>
                <c:pt idx="10037">
                  <c:v>138.621252593994</c:v>
                </c:pt>
                <c:pt idx="10038">
                  <c:v>138.621434631347</c:v>
                </c:pt>
                <c:pt idx="10039">
                  <c:v>138.62161666870099</c:v>
                </c:pt>
                <c:pt idx="10040">
                  <c:v>138.62179870605399</c:v>
                </c:pt>
                <c:pt idx="10041">
                  <c:v>138.62198074340799</c:v>
                </c:pt>
                <c:pt idx="10042">
                  <c:v>138.62216278076099</c:v>
                </c:pt>
                <c:pt idx="10043">
                  <c:v>138.62234481811501</c:v>
                </c:pt>
                <c:pt idx="10044">
                  <c:v>138.62252685546801</c:v>
                </c:pt>
                <c:pt idx="10045">
                  <c:v>138.622708892822</c:v>
                </c:pt>
                <c:pt idx="10046">
                  <c:v>138.622890930175</c:v>
                </c:pt>
                <c:pt idx="10047">
                  <c:v>138.623072967529</c:v>
                </c:pt>
                <c:pt idx="10048">
                  <c:v>138.623255004882</c:v>
                </c:pt>
                <c:pt idx="10049">
                  <c:v>138.62343704223599</c:v>
                </c:pt>
                <c:pt idx="10050">
                  <c:v>138.62361907958999</c:v>
                </c:pt>
                <c:pt idx="10051">
                  <c:v>138.62380111694301</c:v>
                </c:pt>
                <c:pt idx="10052">
                  <c:v>138.62398315429701</c:v>
                </c:pt>
                <c:pt idx="10053">
                  <c:v>138.62416519165001</c:v>
                </c:pt>
                <c:pt idx="10054">
                  <c:v>138.624347229004</c:v>
                </c:pt>
                <c:pt idx="10055">
                  <c:v>138.624529266357</c:v>
                </c:pt>
                <c:pt idx="10056">
                  <c:v>138.624711303711</c:v>
                </c:pt>
                <c:pt idx="10057">
                  <c:v>138.62489334106399</c:v>
                </c:pt>
                <c:pt idx="10058">
                  <c:v>138.62507537841799</c:v>
                </c:pt>
                <c:pt idx="10059">
                  <c:v>138.62525741577099</c:v>
                </c:pt>
                <c:pt idx="10060">
                  <c:v>138.62543945312501</c:v>
                </c:pt>
                <c:pt idx="10061">
                  <c:v>138.62562149047801</c:v>
                </c:pt>
                <c:pt idx="10062">
                  <c:v>138.62580352783201</c:v>
                </c:pt>
                <c:pt idx="10063">
                  <c:v>138.625985565185</c:v>
                </c:pt>
                <c:pt idx="10064">
                  <c:v>138.626167602539</c:v>
                </c:pt>
                <c:pt idx="10065">
                  <c:v>138.626349639892</c:v>
                </c:pt>
                <c:pt idx="10066">
                  <c:v>138.62653167724599</c:v>
                </c:pt>
                <c:pt idx="10067">
                  <c:v>138.62671371459899</c:v>
                </c:pt>
                <c:pt idx="10068">
                  <c:v>138.62689575195299</c:v>
                </c:pt>
                <c:pt idx="10069">
                  <c:v>138.62707778930599</c:v>
                </c:pt>
                <c:pt idx="10070">
                  <c:v>138.62725982666001</c:v>
                </c:pt>
                <c:pt idx="10071">
                  <c:v>138.62744186401301</c:v>
                </c:pt>
                <c:pt idx="10072">
                  <c:v>138.627623901367</c:v>
                </c:pt>
                <c:pt idx="10073">
                  <c:v>138.62780593872</c:v>
                </c:pt>
                <c:pt idx="10074">
                  <c:v>138.627987976074</c:v>
                </c:pt>
                <c:pt idx="10075">
                  <c:v>138.628170013427</c:v>
                </c:pt>
                <c:pt idx="10076">
                  <c:v>138.62835205078099</c:v>
                </c:pt>
                <c:pt idx="10077">
                  <c:v>138.62853408813399</c:v>
                </c:pt>
                <c:pt idx="10078">
                  <c:v>138.62871612548801</c:v>
                </c:pt>
                <c:pt idx="10079">
                  <c:v>138.62889816284101</c:v>
                </c:pt>
                <c:pt idx="10080">
                  <c:v>138.62908020019501</c:v>
                </c:pt>
                <c:pt idx="10081">
                  <c:v>138.629262237549</c:v>
                </c:pt>
                <c:pt idx="10082">
                  <c:v>138.629444274902</c:v>
                </c:pt>
                <c:pt idx="10083">
                  <c:v>138.62962631225599</c:v>
                </c:pt>
                <c:pt idx="10084">
                  <c:v>138.62980834960899</c:v>
                </c:pt>
                <c:pt idx="10085">
                  <c:v>138.62999038696299</c:v>
                </c:pt>
                <c:pt idx="10086">
                  <c:v>138.63017242431599</c:v>
                </c:pt>
                <c:pt idx="10087">
                  <c:v>138.63035446167001</c:v>
                </c:pt>
                <c:pt idx="10088">
                  <c:v>138.63053649902301</c:v>
                </c:pt>
                <c:pt idx="10089">
                  <c:v>138.630718536377</c:v>
                </c:pt>
                <c:pt idx="10090">
                  <c:v>138.63090057373</c:v>
                </c:pt>
                <c:pt idx="10091">
                  <c:v>138.631082611084</c:v>
                </c:pt>
                <c:pt idx="10092">
                  <c:v>138.631264648437</c:v>
                </c:pt>
                <c:pt idx="10093">
                  <c:v>138.63144668579099</c:v>
                </c:pt>
                <c:pt idx="10094">
                  <c:v>138.63162872314399</c:v>
                </c:pt>
                <c:pt idx="10095">
                  <c:v>138.63181076049801</c:v>
                </c:pt>
                <c:pt idx="10096">
                  <c:v>138.63199279785101</c:v>
                </c:pt>
                <c:pt idx="10097">
                  <c:v>138.63217483520501</c:v>
                </c:pt>
                <c:pt idx="10098">
                  <c:v>138.63235687255801</c:v>
                </c:pt>
                <c:pt idx="10099">
                  <c:v>138.632538909912</c:v>
                </c:pt>
                <c:pt idx="10100">
                  <c:v>138.632720947265</c:v>
                </c:pt>
                <c:pt idx="10101">
                  <c:v>138.63290298461899</c:v>
                </c:pt>
                <c:pt idx="10102">
                  <c:v>138.63308502197199</c:v>
                </c:pt>
                <c:pt idx="10103">
                  <c:v>138.63326705932599</c:v>
                </c:pt>
                <c:pt idx="10104">
                  <c:v>138.63344909667899</c:v>
                </c:pt>
                <c:pt idx="10105">
                  <c:v>138.63363113403301</c:v>
                </c:pt>
                <c:pt idx="10106">
                  <c:v>138.63381317138601</c:v>
                </c:pt>
                <c:pt idx="10107">
                  <c:v>138.63399520874</c:v>
                </c:pt>
                <c:pt idx="10108">
                  <c:v>138.634177246093</c:v>
                </c:pt>
                <c:pt idx="10109">
                  <c:v>138.634359283447</c:v>
                </c:pt>
                <c:pt idx="10110">
                  <c:v>138.6345413208</c:v>
                </c:pt>
                <c:pt idx="10111">
                  <c:v>138.63472335815399</c:v>
                </c:pt>
                <c:pt idx="10112">
                  <c:v>138.63490539550801</c:v>
                </c:pt>
                <c:pt idx="10113">
                  <c:v>138.63508743286101</c:v>
                </c:pt>
                <c:pt idx="10114">
                  <c:v>138.63526947021501</c:v>
                </c:pt>
                <c:pt idx="10115">
                  <c:v>138.63545150756801</c:v>
                </c:pt>
                <c:pt idx="10116">
                  <c:v>138.635633544922</c:v>
                </c:pt>
                <c:pt idx="10117">
                  <c:v>138.635815582275</c:v>
                </c:pt>
                <c:pt idx="10118">
                  <c:v>138.63599761962899</c:v>
                </c:pt>
                <c:pt idx="10119">
                  <c:v>138.63617965698199</c:v>
                </c:pt>
                <c:pt idx="10120">
                  <c:v>138.63636169433599</c:v>
                </c:pt>
                <c:pt idx="10121">
                  <c:v>138.63654373168899</c:v>
                </c:pt>
                <c:pt idx="10122">
                  <c:v>138.63672576904301</c:v>
                </c:pt>
                <c:pt idx="10123">
                  <c:v>138.63690780639601</c:v>
                </c:pt>
                <c:pt idx="10124">
                  <c:v>138.63708984375</c:v>
                </c:pt>
                <c:pt idx="10125">
                  <c:v>138.637271881103</c:v>
                </c:pt>
                <c:pt idx="10126">
                  <c:v>138.637453918457</c:v>
                </c:pt>
                <c:pt idx="10127">
                  <c:v>138.63763595581</c:v>
                </c:pt>
                <c:pt idx="10128">
                  <c:v>138.63781799316399</c:v>
                </c:pt>
                <c:pt idx="10129">
                  <c:v>138.63800003051699</c:v>
                </c:pt>
                <c:pt idx="10130">
                  <c:v>138.63818206787101</c:v>
                </c:pt>
                <c:pt idx="10131">
                  <c:v>138.63836410522401</c:v>
                </c:pt>
                <c:pt idx="10132">
                  <c:v>138.63854614257801</c:v>
                </c:pt>
                <c:pt idx="10133">
                  <c:v>138.63872817993101</c:v>
                </c:pt>
                <c:pt idx="10134">
                  <c:v>138.638910217285</c:v>
                </c:pt>
                <c:pt idx="10135">
                  <c:v>138.639092254638</c:v>
                </c:pt>
                <c:pt idx="10136">
                  <c:v>138.639274291992</c:v>
                </c:pt>
                <c:pt idx="10137">
                  <c:v>138.63945632934499</c:v>
                </c:pt>
                <c:pt idx="10138">
                  <c:v>138.63963836669899</c:v>
                </c:pt>
                <c:pt idx="10139">
                  <c:v>138.63982040405199</c:v>
                </c:pt>
                <c:pt idx="10140">
                  <c:v>138.64000244140601</c:v>
                </c:pt>
                <c:pt idx="10141">
                  <c:v>138.64018447876001</c:v>
                </c:pt>
                <c:pt idx="10142">
                  <c:v>138.640366516113</c:v>
                </c:pt>
                <c:pt idx="10143">
                  <c:v>138.640548553467</c:v>
                </c:pt>
                <c:pt idx="10144">
                  <c:v>138.64073059082</c:v>
                </c:pt>
                <c:pt idx="10145">
                  <c:v>138.64091262817399</c:v>
                </c:pt>
                <c:pt idx="10146">
                  <c:v>138.64109466552699</c:v>
                </c:pt>
                <c:pt idx="10147">
                  <c:v>138.64127670288099</c:v>
                </c:pt>
                <c:pt idx="10148">
                  <c:v>138.64145874023399</c:v>
                </c:pt>
                <c:pt idx="10149">
                  <c:v>138.64164077758801</c:v>
                </c:pt>
                <c:pt idx="10150">
                  <c:v>138.64182281494101</c:v>
                </c:pt>
                <c:pt idx="10151">
                  <c:v>138.642004852295</c:v>
                </c:pt>
                <c:pt idx="10152">
                  <c:v>138.642186889648</c:v>
                </c:pt>
                <c:pt idx="10153">
                  <c:v>138.642368927002</c:v>
                </c:pt>
                <c:pt idx="10154">
                  <c:v>138.642550964355</c:v>
                </c:pt>
                <c:pt idx="10155">
                  <c:v>138.64273300170899</c:v>
                </c:pt>
                <c:pt idx="10156">
                  <c:v>138.64291503906199</c:v>
                </c:pt>
                <c:pt idx="10157">
                  <c:v>138.64309707641601</c:v>
                </c:pt>
                <c:pt idx="10158">
                  <c:v>138.64327911376901</c:v>
                </c:pt>
                <c:pt idx="10159">
                  <c:v>138.64346115112301</c:v>
                </c:pt>
                <c:pt idx="10160">
                  <c:v>138.64364318847601</c:v>
                </c:pt>
                <c:pt idx="10161">
                  <c:v>138.64382522583</c:v>
                </c:pt>
                <c:pt idx="10162">
                  <c:v>138.644007263183</c:v>
                </c:pt>
                <c:pt idx="10163">
                  <c:v>138.64418930053699</c:v>
                </c:pt>
                <c:pt idx="10164">
                  <c:v>138.64437133788999</c:v>
                </c:pt>
                <c:pt idx="10165">
                  <c:v>138.64455337524399</c:v>
                </c:pt>
                <c:pt idx="10166">
                  <c:v>138.64473541259699</c:v>
                </c:pt>
                <c:pt idx="10167">
                  <c:v>138.64491744995101</c:v>
                </c:pt>
                <c:pt idx="10168">
                  <c:v>138.64509948730401</c:v>
                </c:pt>
                <c:pt idx="10169">
                  <c:v>138.645281524658</c:v>
                </c:pt>
                <c:pt idx="10170">
                  <c:v>138.645463562011</c:v>
                </c:pt>
                <c:pt idx="10171">
                  <c:v>138.645645599365</c:v>
                </c:pt>
                <c:pt idx="10172">
                  <c:v>138.64582763671899</c:v>
                </c:pt>
                <c:pt idx="10173">
                  <c:v>138.64600967407199</c:v>
                </c:pt>
                <c:pt idx="10174">
                  <c:v>138.64619171142601</c:v>
                </c:pt>
                <c:pt idx="10175">
                  <c:v>138.64637374877901</c:v>
                </c:pt>
                <c:pt idx="10176">
                  <c:v>138.64655578613301</c:v>
                </c:pt>
                <c:pt idx="10177">
                  <c:v>138.64673782348601</c:v>
                </c:pt>
                <c:pt idx="10178">
                  <c:v>138.64691986084</c:v>
                </c:pt>
                <c:pt idx="10179">
                  <c:v>138.647101898193</c:v>
                </c:pt>
                <c:pt idx="10180">
                  <c:v>138.64728393554699</c:v>
                </c:pt>
                <c:pt idx="10181">
                  <c:v>138.64746597289999</c:v>
                </c:pt>
                <c:pt idx="10182">
                  <c:v>138.64764801025399</c:v>
                </c:pt>
                <c:pt idx="10183">
                  <c:v>138.64783004760699</c:v>
                </c:pt>
                <c:pt idx="10184">
                  <c:v>138.64801208496101</c:v>
                </c:pt>
                <c:pt idx="10185">
                  <c:v>138.64819412231401</c:v>
                </c:pt>
                <c:pt idx="10186">
                  <c:v>138.648376159668</c:v>
                </c:pt>
                <c:pt idx="10187">
                  <c:v>138.648558197021</c:v>
                </c:pt>
                <c:pt idx="10188">
                  <c:v>138.648740234375</c:v>
                </c:pt>
                <c:pt idx="10189">
                  <c:v>138.648922271728</c:v>
                </c:pt>
                <c:pt idx="10190">
                  <c:v>138.64910430908199</c:v>
                </c:pt>
                <c:pt idx="10191">
                  <c:v>138.64928634643499</c:v>
                </c:pt>
                <c:pt idx="10192">
                  <c:v>138.64946838378901</c:v>
                </c:pt>
                <c:pt idx="10193">
                  <c:v>138.64965042114201</c:v>
                </c:pt>
                <c:pt idx="10194">
                  <c:v>138.64983245849601</c:v>
                </c:pt>
                <c:pt idx="10195">
                  <c:v>138.65001449584901</c:v>
                </c:pt>
                <c:pt idx="10196">
                  <c:v>138.650196533203</c:v>
                </c:pt>
                <c:pt idx="10197">
                  <c:v>138.650378570556</c:v>
                </c:pt>
                <c:pt idx="10198">
                  <c:v>138.65056060790999</c:v>
                </c:pt>
                <c:pt idx="10199">
                  <c:v>138.65074264526299</c:v>
                </c:pt>
                <c:pt idx="10200">
                  <c:v>138.65092468261699</c:v>
                </c:pt>
                <c:pt idx="10201">
                  <c:v>138.65109029134101</c:v>
                </c:pt>
                <c:pt idx="10202">
                  <c:v>138.651255900065</c:v>
                </c:pt>
                <c:pt idx="10203">
                  <c:v>138.65142150878901</c:v>
                </c:pt>
                <c:pt idx="10204">
                  <c:v>138.651587117513</c:v>
                </c:pt>
                <c:pt idx="10205">
                  <c:v>138.65175272623699</c:v>
                </c:pt>
                <c:pt idx="10206">
                  <c:v>138.65191833496101</c:v>
                </c:pt>
                <c:pt idx="10207">
                  <c:v>138.652083943685</c:v>
                </c:pt>
                <c:pt idx="10208">
                  <c:v>138.65224955240899</c:v>
                </c:pt>
                <c:pt idx="10209">
                  <c:v>138.65241516113301</c:v>
                </c:pt>
                <c:pt idx="10210">
                  <c:v>138.652580769857</c:v>
                </c:pt>
                <c:pt idx="10211">
                  <c:v>138.65274637858101</c:v>
                </c:pt>
                <c:pt idx="10212">
                  <c:v>138.65291198730401</c:v>
                </c:pt>
                <c:pt idx="10213">
                  <c:v>138.653077596028</c:v>
                </c:pt>
                <c:pt idx="10214">
                  <c:v>138.65324320475199</c:v>
                </c:pt>
                <c:pt idx="10215">
                  <c:v>138.65340881347601</c:v>
                </c:pt>
                <c:pt idx="10216">
                  <c:v>138.65357442219999</c:v>
                </c:pt>
                <c:pt idx="10217">
                  <c:v>138.65374003092401</c:v>
                </c:pt>
                <c:pt idx="10218">
                  <c:v>138.653905639648</c:v>
                </c:pt>
                <c:pt idx="10219">
                  <c:v>138.65407124837199</c:v>
                </c:pt>
                <c:pt idx="10220">
                  <c:v>138.65423685709601</c:v>
                </c:pt>
                <c:pt idx="10221">
                  <c:v>138.65440246582</c:v>
                </c:pt>
                <c:pt idx="10222">
                  <c:v>138.65456807454399</c:v>
                </c:pt>
                <c:pt idx="10223">
                  <c:v>138.65473368326801</c:v>
                </c:pt>
                <c:pt idx="10224">
                  <c:v>138.654899291992</c:v>
                </c:pt>
                <c:pt idx="10225">
                  <c:v>138.65506490071601</c:v>
                </c:pt>
                <c:pt idx="10226">
                  <c:v>138.65523050944</c:v>
                </c:pt>
                <c:pt idx="10227">
                  <c:v>138.65539611816399</c:v>
                </c:pt>
                <c:pt idx="10228">
                  <c:v>138.65556172688801</c:v>
                </c:pt>
                <c:pt idx="10229">
                  <c:v>138.655727335612</c:v>
                </c:pt>
                <c:pt idx="10230">
                  <c:v>138.65589294433599</c:v>
                </c:pt>
                <c:pt idx="10231">
                  <c:v>138.65605855306001</c:v>
                </c:pt>
                <c:pt idx="10232">
                  <c:v>138.656224161784</c:v>
                </c:pt>
                <c:pt idx="10233">
                  <c:v>138.65638977050801</c:v>
                </c:pt>
                <c:pt idx="10234">
                  <c:v>138.656555379232</c:v>
                </c:pt>
                <c:pt idx="10235">
                  <c:v>138.656720987955</c:v>
                </c:pt>
                <c:pt idx="10236">
                  <c:v>138.65688659667899</c:v>
                </c:pt>
                <c:pt idx="10237">
                  <c:v>138.65705220540301</c:v>
                </c:pt>
                <c:pt idx="10238">
                  <c:v>138.65721781412699</c:v>
                </c:pt>
                <c:pt idx="10239">
                  <c:v>138.65738342285101</c:v>
                </c:pt>
                <c:pt idx="10240">
                  <c:v>138.657549031575</c:v>
                </c:pt>
                <c:pt idx="10241">
                  <c:v>138.65771464029899</c:v>
                </c:pt>
                <c:pt idx="10242">
                  <c:v>138.65788024902301</c:v>
                </c:pt>
                <c:pt idx="10243">
                  <c:v>138.658045857747</c:v>
                </c:pt>
                <c:pt idx="10244">
                  <c:v>138.65821146647099</c:v>
                </c:pt>
                <c:pt idx="10245">
                  <c:v>138.65837707519501</c:v>
                </c:pt>
                <c:pt idx="10246">
                  <c:v>138.65854268391899</c:v>
                </c:pt>
                <c:pt idx="10247">
                  <c:v>138.65870829264301</c:v>
                </c:pt>
                <c:pt idx="10248">
                  <c:v>138.658873901367</c:v>
                </c:pt>
                <c:pt idx="10249">
                  <c:v>138.65903951009099</c:v>
                </c:pt>
                <c:pt idx="10250">
                  <c:v>138.65920511881501</c:v>
                </c:pt>
                <c:pt idx="10251">
                  <c:v>138.659370727539</c:v>
                </c:pt>
                <c:pt idx="10252">
                  <c:v>138.65953633626299</c:v>
                </c:pt>
                <c:pt idx="10253">
                  <c:v>138.65970194498701</c:v>
                </c:pt>
                <c:pt idx="10254">
                  <c:v>138.659867553711</c:v>
                </c:pt>
                <c:pt idx="10255">
                  <c:v>138.66003316243501</c:v>
                </c:pt>
                <c:pt idx="10256">
                  <c:v>138.660198771159</c:v>
                </c:pt>
                <c:pt idx="10257">
                  <c:v>138.66036437988299</c:v>
                </c:pt>
                <c:pt idx="10258">
                  <c:v>138.66052998860701</c:v>
                </c:pt>
                <c:pt idx="10259">
                  <c:v>138.66069559733</c:v>
                </c:pt>
                <c:pt idx="10260">
                  <c:v>138.66086120605399</c:v>
                </c:pt>
                <c:pt idx="10261">
                  <c:v>138.66102681477801</c:v>
                </c:pt>
                <c:pt idx="10262">
                  <c:v>138.661192423502</c:v>
                </c:pt>
                <c:pt idx="10263">
                  <c:v>138.66135803222599</c:v>
                </c:pt>
                <c:pt idx="10264">
                  <c:v>138.66152364095001</c:v>
                </c:pt>
                <c:pt idx="10265">
                  <c:v>138.661689249674</c:v>
                </c:pt>
                <c:pt idx="10266">
                  <c:v>138.66185485839799</c:v>
                </c:pt>
                <c:pt idx="10267">
                  <c:v>138.66202046712201</c:v>
                </c:pt>
                <c:pt idx="10268">
                  <c:v>138.66218607584599</c:v>
                </c:pt>
                <c:pt idx="10269">
                  <c:v>138.66235168457001</c:v>
                </c:pt>
                <c:pt idx="10270">
                  <c:v>138.662517293294</c:v>
                </c:pt>
                <c:pt idx="10271">
                  <c:v>138.66268290201799</c:v>
                </c:pt>
                <c:pt idx="10272">
                  <c:v>138.66284851074201</c:v>
                </c:pt>
                <c:pt idx="10273">
                  <c:v>138.663014119466</c:v>
                </c:pt>
                <c:pt idx="10274">
                  <c:v>138.66317972818999</c:v>
                </c:pt>
                <c:pt idx="10275">
                  <c:v>138.66334533691401</c:v>
                </c:pt>
                <c:pt idx="10276">
                  <c:v>138.663510945638</c:v>
                </c:pt>
                <c:pt idx="10277">
                  <c:v>138.66367655436201</c:v>
                </c:pt>
                <c:pt idx="10278">
                  <c:v>138.663842163086</c:v>
                </c:pt>
                <c:pt idx="10279">
                  <c:v>138.66400777180999</c:v>
                </c:pt>
                <c:pt idx="10280">
                  <c:v>138.66417338053401</c:v>
                </c:pt>
                <c:pt idx="10281">
                  <c:v>138.664338989258</c:v>
                </c:pt>
                <c:pt idx="10282">
                  <c:v>138.66450459798099</c:v>
                </c:pt>
                <c:pt idx="10283">
                  <c:v>138.66467020670501</c:v>
                </c:pt>
                <c:pt idx="10284">
                  <c:v>138.664835815429</c:v>
                </c:pt>
                <c:pt idx="10285">
                  <c:v>138.66500142415299</c:v>
                </c:pt>
                <c:pt idx="10286">
                  <c:v>138.66516703287701</c:v>
                </c:pt>
                <c:pt idx="10287">
                  <c:v>138.665332641601</c:v>
                </c:pt>
                <c:pt idx="10288">
                  <c:v>138.66549825032499</c:v>
                </c:pt>
                <c:pt idx="10289">
                  <c:v>138.665663859049</c:v>
                </c:pt>
                <c:pt idx="10290">
                  <c:v>138.66582946777299</c:v>
                </c:pt>
                <c:pt idx="10291">
                  <c:v>138.66599507649701</c:v>
                </c:pt>
                <c:pt idx="10292">
                  <c:v>138.666160685221</c:v>
                </c:pt>
                <c:pt idx="10293">
                  <c:v>138.66632629394499</c:v>
                </c:pt>
                <c:pt idx="10294">
                  <c:v>138.66649190266901</c:v>
                </c:pt>
                <c:pt idx="10295">
                  <c:v>138.666657511393</c:v>
                </c:pt>
                <c:pt idx="10296">
                  <c:v>138.66682312011699</c:v>
                </c:pt>
                <c:pt idx="10297">
                  <c:v>138.66698872884101</c:v>
                </c:pt>
                <c:pt idx="10298">
                  <c:v>138.66715433756499</c:v>
                </c:pt>
                <c:pt idx="10299">
                  <c:v>138.66731994628901</c:v>
                </c:pt>
                <c:pt idx="10300">
                  <c:v>138.667485555013</c:v>
                </c:pt>
                <c:pt idx="10301">
                  <c:v>138.66765116373699</c:v>
                </c:pt>
                <c:pt idx="10302">
                  <c:v>138.66781677246101</c:v>
                </c:pt>
                <c:pt idx="10303">
                  <c:v>138.667982381185</c:v>
                </c:pt>
                <c:pt idx="10304">
                  <c:v>138.66814798990899</c:v>
                </c:pt>
                <c:pt idx="10305">
                  <c:v>138.66831359863201</c:v>
                </c:pt>
                <c:pt idx="10306">
                  <c:v>138.668479207356</c:v>
                </c:pt>
                <c:pt idx="10307">
                  <c:v>138.66864481607999</c:v>
                </c:pt>
                <c:pt idx="10308">
                  <c:v>138.66881042480401</c:v>
                </c:pt>
                <c:pt idx="10309">
                  <c:v>138.668976033528</c:v>
                </c:pt>
                <c:pt idx="10310">
                  <c:v>138.66914164225199</c:v>
                </c:pt>
                <c:pt idx="10311">
                  <c:v>138.669307250976</c:v>
                </c:pt>
                <c:pt idx="10312">
                  <c:v>138.66947285969999</c:v>
                </c:pt>
                <c:pt idx="10313">
                  <c:v>138.66963846842401</c:v>
                </c:pt>
                <c:pt idx="10314">
                  <c:v>138.669804077148</c:v>
                </c:pt>
                <c:pt idx="10315">
                  <c:v>138.66996968587199</c:v>
                </c:pt>
                <c:pt idx="10316">
                  <c:v>138.67013529459601</c:v>
                </c:pt>
                <c:pt idx="10317">
                  <c:v>138.67030090332</c:v>
                </c:pt>
                <c:pt idx="10318">
                  <c:v>138.67046651204399</c:v>
                </c:pt>
                <c:pt idx="10319">
                  <c:v>138.670632120768</c:v>
                </c:pt>
                <c:pt idx="10320">
                  <c:v>138.67079772949199</c:v>
                </c:pt>
                <c:pt idx="10321">
                  <c:v>138.67096333821601</c:v>
                </c:pt>
                <c:pt idx="10322">
                  <c:v>138.67112894694</c:v>
                </c:pt>
                <c:pt idx="10323">
                  <c:v>138.67129455566399</c:v>
                </c:pt>
                <c:pt idx="10324">
                  <c:v>138.67146016438801</c:v>
                </c:pt>
                <c:pt idx="10325">
                  <c:v>138.671625773112</c:v>
                </c:pt>
                <c:pt idx="10326">
                  <c:v>138.67179138183599</c:v>
                </c:pt>
                <c:pt idx="10327">
                  <c:v>138.67195699056001</c:v>
                </c:pt>
                <c:pt idx="10328">
                  <c:v>138.672122599283</c:v>
                </c:pt>
                <c:pt idx="10329">
                  <c:v>138.67228820800699</c:v>
                </c:pt>
                <c:pt idx="10330">
                  <c:v>138.67245381673101</c:v>
                </c:pt>
                <c:pt idx="10331">
                  <c:v>138.672619425455</c:v>
                </c:pt>
                <c:pt idx="10332">
                  <c:v>138.67278503417899</c:v>
                </c:pt>
                <c:pt idx="10333">
                  <c:v>138.672950642903</c:v>
                </c:pt>
                <c:pt idx="10334">
                  <c:v>138.67311625162699</c:v>
                </c:pt>
                <c:pt idx="10335">
                  <c:v>138.67328186035101</c:v>
                </c:pt>
                <c:pt idx="10336">
                  <c:v>138.673447469075</c:v>
                </c:pt>
                <c:pt idx="10337">
                  <c:v>138.67361307779899</c:v>
                </c:pt>
                <c:pt idx="10338">
                  <c:v>138.67377868652301</c:v>
                </c:pt>
                <c:pt idx="10339">
                  <c:v>138.673944295247</c:v>
                </c:pt>
                <c:pt idx="10340">
                  <c:v>138.67410990397099</c:v>
                </c:pt>
                <c:pt idx="10341">
                  <c:v>138.674275512695</c:v>
                </c:pt>
                <c:pt idx="10342">
                  <c:v>138.67444112141899</c:v>
                </c:pt>
                <c:pt idx="10343">
                  <c:v>138.67460673014301</c:v>
                </c:pt>
                <c:pt idx="10344">
                  <c:v>138.674772338867</c:v>
                </c:pt>
                <c:pt idx="10345">
                  <c:v>138.67493794759099</c:v>
                </c:pt>
                <c:pt idx="10346">
                  <c:v>138.67510355631501</c:v>
                </c:pt>
                <c:pt idx="10347">
                  <c:v>138.675269165039</c:v>
                </c:pt>
                <c:pt idx="10348">
                  <c:v>138.67543477376299</c:v>
                </c:pt>
                <c:pt idx="10349">
                  <c:v>138.675600382487</c:v>
                </c:pt>
                <c:pt idx="10350">
                  <c:v>138.67576599121</c:v>
                </c:pt>
                <c:pt idx="10351">
                  <c:v>138.67593159993399</c:v>
                </c:pt>
                <c:pt idx="10352">
                  <c:v>138.67609720865801</c:v>
                </c:pt>
                <c:pt idx="10353">
                  <c:v>138.676262817382</c:v>
                </c:pt>
                <c:pt idx="10354">
                  <c:v>138.67642842610601</c:v>
                </c:pt>
                <c:pt idx="10355">
                  <c:v>138.67659403483</c:v>
                </c:pt>
                <c:pt idx="10356">
                  <c:v>138.67675964355399</c:v>
                </c:pt>
                <c:pt idx="10357">
                  <c:v>138.67692525227801</c:v>
                </c:pt>
                <c:pt idx="10358">
                  <c:v>138.677090861002</c:v>
                </c:pt>
                <c:pt idx="10359">
                  <c:v>138.67725646972599</c:v>
                </c:pt>
                <c:pt idx="10360">
                  <c:v>138.67742207845001</c:v>
                </c:pt>
                <c:pt idx="10361">
                  <c:v>138.677587687174</c:v>
                </c:pt>
                <c:pt idx="10362">
                  <c:v>138.67775329589799</c:v>
                </c:pt>
                <c:pt idx="10363">
                  <c:v>138.677918904622</c:v>
                </c:pt>
                <c:pt idx="10364">
                  <c:v>138.67808451334599</c:v>
                </c:pt>
                <c:pt idx="10365">
                  <c:v>138.67825012207001</c:v>
                </c:pt>
                <c:pt idx="10366">
                  <c:v>138.678415730794</c:v>
                </c:pt>
                <c:pt idx="10367">
                  <c:v>138.67858133951799</c:v>
                </c:pt>
                <c:pt idx="10368">
                  <c:v>138.67874694824201</c:v>
                </c:pt>
                <c:pt idx="10369">
                  <c:v>138.678912556966</c:v>
                </c:pt>
                <c:pt idx="10370">
                  <c:v>138.67907816568999</c:v>
                </c:pt>
                <c:pt idx="10371">
                  <c:v>138.679243774414</c:v>
                </c:pt>
                <c:pt idx="10372">
                  <c:v>138.67940938313799</c:v>
                </c:pt>
                <c:pt idx="10373">
                  <c:v>138.67957499186201</c:v>
                </c:pt>
                <c:pt idx="10374">
                  <c:v>138.67974060058501</c:v>
                </c:pt>
                <c:pt idx="10375">
                  <c:v>138.679906209309</c:v>
                </c:pt>
                <c:pt idx="10376">
                  <c:v>138.68007181803301</c:v>
                </c:pt>
                <c:pt idx="10377">
                  <c:v>138.680237426757</c:v>
                </c:pt>
                <c:pt idx="10378">
                  <c:v>138.68040303548099</c:v>
                </c:pt>
                <c:pt idx="10379">
                  <c:v>138.68056864420501</c:v>
                </c:pt>
                <c:pt idx="10380">
                  <c:v>138.680734252929</c:v>
                </c:pt>
                <c:pt idx="10381">
                  <c:v>138.68089986165299</c:v>
                </c:pt>
                <c:pt idx="10382">
                  <c:v>138.68106547037701</c:v>
                </c:pt>
                <c:pt idx="10383">
                  <c:v>138.681231079101</c:v>
                </c:pt>
                <c:pt idx="10384">
                  <c:v>138.68139668782501</c:v>
                </c:pt>
                <c:pt idx="10385">
                  <c:v>138.681562296549</c:v>
                </c:pt>
                <c:pt idx="10386">
                  <c:v>138.68172790527299</c:v>
                </c:pt>
                <c:pt idx="10387">
                  <c:v>138.68189351399701</c:v>
                </c:pt>
                <c:pt idx="10388">
                  <c:v>138.682059122721</c:v>
                </c:pt>
                <c:pt idx="10389">
                  <c:v>138.68222473144499</c:v>
                </c:pt>
                <c:pt idx="10390">
                  <c:v>138.68239034016901</c:v>
                </c:pt>
                <c:pt idx="10391">
                  <c:v>138.682555948893</c:v>
                </c:pt>
                <c:pt idx="10392">
                  <c:v>138.68272155761699</c:v>
                </c:pt>
                <c:pt idx="10393">
                  <c:v>138.682887166341</c:v>
                </c:pt>
                <c:pt idx="10394">
                  <c:v>138.68305277506499</c:v>
                </c:pt>
                <c:pt idx="10395">
                  <c:v>138.68321838378901</c:v>
                </c:pt>
                <c:pt idx="10396">
                  <c:v>138.683383992513</c:v>
                </c:pt>
                <c:pt idx="10397">
                  <c:v>138.683549601236</c:v>
                </c:pt>
                <c:pt idx="10398">
                  <c:v>138.68371520996001</c:v>
                </c:pt>
                <c:pt idx="10399">
                  <c:v>138.683880818684</c:v>
                </c:pt>
                <c:pt idx="10400">
                  <c:v>138.68404642740799</c:v>
                </c:pt>
                <c:pt idx="10401">
                  <c:v>138.68421203613201</c:v>
                </c:pt>
                <c:pt idx="10402">
                  <c:v>138.684377644856</c:v>
                </c:pt>
                <c:pt idx="10403">
                  <c:v>138.68454325357999</c:v>
                </c:pt>
                <c:pt idx="10404">
                  <c:v>138.68470886230401</c:v>
                </c:pt>
                <c:pt idx="10405">
                  <c:v>138.684874471028</c:v>
                </c:pt>
                <c:pt idx="10406">
                  <c:v>138.68504007975201</c:v>
                </c:pt>
                <c:pt idx="10407">
                  <c:v>138.685205688476</c:v>
                </c:pt>
                <c:pt idx="10408">
                  <c:v>138.68537129719999</c:v>
                </c:pt>
                <c:pt idx="10409">
                  <c:v>138.68553690592401</c:v>
                </c:pt>
                <c:pt idx="10410">
                  <c:v>138.685702514648</c:v>
                </c:pt>
                <c:pt idx="10411">
                  <c:v>138.68586812337199</c:v>
                </c:pt>
                <c:pt idx="10412">
                  <c:v>138.68603373209601</c:v>
                </c:pt>
                <c:pt idx="10413">
                  <c:v>138.68619934082</c:v>
                </c:pt>
                <c:pt idx="10414">
                  <c:v>138.68636494954399</c:v>
                </c:pt>
                <c:pt idx="10415">
                  <c:v>138.686530558268</c:v>
                </c:pt>
                <c:pt idx="10416">
                  <c:v>138.68669616699199</c:v>
                </c:pt>
                <c:pt idx="10417">
                  <c:v>138.68686177571601</c:v>
                </c:pt>
                <c:pt idx="10418">
                  <c:v>138.68702738444</c:v>
                </c:pt>
                <c:pt idx="10419">
                  <c:v>138.68719299316399</c:v>
                </c:pt>
                <c:pt idx="10420">
                  <c:v>138.68735860188701</c:v>
                </c:pt>
                <c:pt idx="10421">
                  <c:v>138.687524210611</c:v>
                </c:pt>
                <c:pt idx="10422">
                  <c:v>138.68768981933499</c:v>
                </c:pt>
                <c:pt idx="10423">
                  <c:v>138.68785542805901</c:v>
                </c:pt>
                <c:pt idx="10424">
                  <c:v>138.688021036783</c:v>
                </c:pt>
                <c:pt idx="10425">
                  <c:v>138.68818664550699</c:v>
                </c:pt>
                <c:pt idx="10426">
                  <c:v>138.68835225423101</c:v>
                </c:pt>
                <c:pt idx="10427">
                  <c:v>138.688517862955</c:v>
                </c:pt>
                <c:pt idx="10428">
                  <c:v>138.68868347167901</c:v>
                </c:pt>
                <c:pt idx="10429">
                  <c:v>138.688849080403</c:v>
                </c:pt>
                <c:pt idx="10430">
                  <c:v>138.68901468912699</c:v>
                </c:pt>
                <c:pt idx="10431">
                  <c:v>138.68918029785101</c:v>
                </c:pt>
                <c:pt idx="10432">
                  <c:v>138.689345906575</c:v>
                </c:pt>
                <c:pt idx="10433">
                  <c:v>138.68951151529899</c:v>
                </c:pt>
                <c:pt idx="10434">
                  <c:v>138.68967712402301</c:v>
                </c:pt>
                <c:pt idx="10435">
                  <c:v>138.689842732747</c:v>
                </c:pt>
                <c:pt idx="10436">
                  <c:v>138.69000834147101</c:v>
                </c:pt>
                <c:pt idx="10437">
                  <c:v>138.690173950195</c:v>
                </c:pt>
                <c:pt idx="10438">
                  <c:v>138.69033955891899</c:v>
                </c:pt>
                <c:pt idx="10439">
                  <c:v>138.69050516764301</c:v>
                </c:pt>
                <c:pt idx="10440">
                  <c:v>138.690670776367</c:v>
                </c:pt>
                <c:pt idx="10441">
                  <c:v>138.69083638509099</c:v>
                </c:pt>
                <c:pt idx="10442">
                  <c:v>138.69100199381501</c:v>
                </c:pt>
                <c:pt idx="10443">
                  <c:v>138.691167602538</c:v>
                </c:pt>
                <c:pt idx="10444">
                  <c:v>138.69133321126199</c:v>
                </c:pt>
                <c:pt idx="10445">
                  <c:v>138.69149881998601</c:v>
                </c:pt>
                <c:pt idx="10446">
                  <c:v>138.69166442871</c:v>
                </c:pt>
                <c:pt idx="10447">
                  <c:v>138.69183003743399</c:v>
                </c:pt>
                <c:pt idx="10448">
                  <c:v>138.69199564615801</c:v>
                </c:pt>
                <c:pt idx="10449">
                  <c:v>138.692161254882</c:v>
                </c:pt>
                <c:pt idx="10450">
                  <c:v>138.69232686360601</c:v>
                </c:pt>
                <c:pt idx="10451">
                  <c:v>138.69249247233</c:v>
                </c:pt>
                <c:pt idx="10452">
                  <c:v>138.69265808105399</c:v>
                </c:pt>
                <c:pt idx="10453">
                  <c:v>138.69282368977801</c:v>
                </c:pt>
                <c:pt idx="10454">
                  <c:v>138.692989298502</c:v>
                </c:pt>
                <c:pt idx="10455">
                  <c:v>138.69315490722599</c:v>
                </c:pt>
                <c:pt idx="10456">
                  <c:v>138.69332051595001</c:v>
                </c:pt>
                <c:pt idx="10457">
                  <c:v>138.693486124674</c:v>
                </c:pt>
                <c:pt idx="10458">
                  <c:v>138.69365173339801</c:v>
                </c:pt>
                <c:pt idx="10459">
                  <c:v>138.693817342122</c:v>
                </c:pt>
                <c:pt idx="10460">
                  <c:v>138.69398295084599</c:v>
                </c:pt>
                <c:pt idx="10461">
                  <c:v>138.69414855957001</c:v>
                </c:pt>
                <c:pt idx="10462">
                  <c:v>138.694314168294</c:v>
                </c:pt>
                <c:pt idx="10463">
                  <c:v>138.69447977701799</c:v>
                </c:pt>
                <c:pt idx="10464">
                  <c:v>138.69464538574201</c:v>
                </c:pt>
                <c:pt idx="10465">
                  <c:v>138.694810994466</c:v>
                </c:pt>
                <c:pt idx="10466">
                  <c:v>138.69497660318899</c:v>
                </c:pt>
                <c:pt idx="10467">
                  <c:v>138.69514221191301</c:v>
                </c:pt>
                <c:pt idx="10468">
                  <c:v>138.695307820637</c:v>
                </c:pt>
                <c:pt idx="10469">
                  <c:v>138.69547342936099</c:v>
                </c:pt>
                <c:pt idx="10470">
                  <c:v>138.69563903808501</c:v>
                </c:pt>
                <c:pt idx="10471">
                  <c:v>138.69580464680899</c:v>
                </c:pt>
                <c:pt idx="10472">
                  <c:v>138.69597025553301</c:v>
                </c:pt>
                <c:pt idx="10473">
                  <c:v>138.696135864257</c:v>
                </c:pt>
                <c:pt idx="10474">
                  <c:v>138.69630147298099</c:v>
                </c:pt>
                <c:pt idx="10475">
                  <c:v>138.69646708170501</c:v>
                </c:pt>
                <c:pt idx="10476">
                  <c:v>138.696632690429</c:v>
                </c:pt>
                <c:pt idx="10477">
                  <c:v>138.69679829915299</c:v>
                </c:pt>
                <c:pt idx="10478">
                  <c:v>138.69696390787701</c:v>
                </c:pt>
                <c:pt idx="10479">
                  <c:v>138.697129516601</c:v>
                </c:pt>
                <c:pt idx="10480">
                  <c:v>138.69729512532501</c:v>
                </c:pt>
                <c:pt idx="10481">
                  <c:v>138.697460734049</c:v>
                </c:pt>
                <c:pt idx="10482">
                  <c:v>138.69762634277299</c:v>
                </c:pt>
                <c:pt idx="10483">
                  <c:v>138.69779195149701</c:v>
                </c:pt>
                <c:pt idx="10484">
                  <c:v>138.697957560221</c:v>
                </c:pt>
                <c:pt idx="10485">
                  <c:v>138.69812316894499</c:v>
                </c:pt>
                <c:pt idx="10486">
                  <c:v>138.69828877766901</c:v>
                </c:pt>
                <c:pt idx="10487">
                  <c:v>138.698454386393</c:v>
                </c:pt>
                <c:pt idx="10488">
                  <c:v>138.69861999511701</c:v>
                </c:pt>
                <c:pt idx="10489">
                  <c:v>138.69878560384001</c:v>
                </c:pt>
                <c:pt idx="10490">
                  <c:v>138.698951212564</c:v>
                </c:pt>
                <c:pt idx="10491">
                  <c:v>138.69911682128799</c:v>
                </c:pt>
                <c:pt idx="10492">
                  <c:v>138.699282430012</c:v>
                </c:pt>
                <c:pt idx="10493">
                  <c:v>138.69944803873599</c:v>
                </c:pt>
                <c:pt idx="10494">
                  <c:v>138.69961364746001</c:v>
                </c:pt>
                <c:pt idx="10495">
                  <c:v>138.699779256184</c:v>
                </c:pt>
                <c:pt idx="10496">
                  <c:v>138.69994486490799</c:v>
                </c:pt>
                <c:pt idx="10497">
                  <c:v>138.70011047363201</c:v>
                </c:pt>
                <c:pt idx="10498">
                  <c:v>138.700276082356</c:v>
                </c:pt>
                <c:pt idx="10499">
                  <c:v>138.70044169107999</c:v>
                </c:pt>
                <c:pt idx="10500">
                  <c:v>138.70060729980401</c:v>
                </c:pt>
                <c:pt idx="10501">
                  <c:v>138.70075846354101</c:v>
                </c:pt>
                <c:pt idx="10502">
                  <c:v>138.70090962727801</c:v>
                </c:pt>
                <c:pt idx="10503">
                  <c:v>138.70106079101501</c:v>
                </c:pt>
                <c:pt idx="10504">
                  <c:v>138.70121195475201</c:v>
                </c:pt>
                <c:pt idx="10505">
                  <c:v>138.70136311848901</c:v>
                </c:pt>
                <c:pt idx="10506">
                  <c:v>138.70151428222599</c:v>
                </c:pt>
                <c:pt idx="10507">
                  <c:v>138.70166544596299</c:v>
                </c:pt>
                <c:pt idx="10508">
                  <c:v>138.70181660969999</c:v>
                </c:pt>
                <c:pt idx="10509">
                  <c:v>138.70196777343699</c:v>
                </c:pt>
                <c:pt idx="10510">
                  <c:v>138.70211893717399</c:v>
                </c:pt>
                <c:pt idx="10511">
                  <c:v>138.70227010091099</c:v>
                </c:pt>
                <c:pt idx="10512">
                  <c:v>138.702421264648</c:v>
                </c:pt>
                <c:pt idx="10513">
                  <c:v>138.702572428385</c:v>
                </c:pt>
                <c:pt idx="10514">
                  <c:v>138.702723592122</c:v>
                </c:pt>
                <c:pt idx="10515">
                  <c:v>138.702874755859</c:v>
                </c:pt>
                <c:pt idx="10516">
                  <c:v>138.703025919596</c:v>
                </c:pt>
                <c:pt idx="10517">
                  <c:v>138.703177083333</c:v>
                </c:pt>
                <c:pt idx="10518">
                  <c:v>138.70332824707</c:v>
                </c:pt>
                <c:pt idx="10519">
                  <c:v>138.70347941080701</c:v>
                </c:pt>
                <c:pt idx="10520">
                  <c:v>138.70363057454401</c:v>
                </c:pt>
                <c:pt idx="10521">
                  <c:v>138.70378173828101</c:v>
                </c:pt>
                <c:pt idx="10522">
                  <c:v>138.70393290201801</c:v>
                </c:pt>
                <c:pt idx="10523">
                  <c:v>138.70408406575501</c:v>
                </c:pt>
                <c:pt idx="10524">
                  <c:v>138.70423522949201</c:v>
                </c:pt>
                <c:pt idx="10525">
                  <c:v>138.70438639322899</c:v>
                </c:pt>
                <c:pt idx="10526">
                  <c:v>138.70453755696499</c:v>
                </c:pt>
                <c:pt idx="10527">
                  <c:v>138.70468872070199</c:v>
                </c:pt>
                <c:pt idx="10528">
                  <c:v>138.704839884439</c:v>
                </c:pt>
                <c:pt idx="10529">
                  <c:v>138.704991048176</c:v>
                </c:pt>
                <c:pt idx="10530">
                  <c:v>138.705142211913</c:v>
                </c:pt>
                <c:pt idx="10531">
                  <c:v>138.70529337565</c:v>
                </c:pt>
                <c:pt idx="10532">
                  <c:v>138.705444539387</c:v>
                </c:pt>
                <c:pt idx="10533">
                  <c:v>138.705595703124</c:v>
                </c:pt>
                <c:pt idx="10534">
                  <c:v>138.70574686686101</c:v>
                </c:pt>
                <c:pt idx="10535">
                  <c:v>138.70589803059801</c:v>
                </c:pt>
                <c:pt idx="10536">
                  <c:v>138.70604919433501</c:v>
                </c:pt>
                <c:pt idx="10537">
                  <c:v>138.70620035807201</c:v>
                </c:pt>
                <c:pt idx="10538">
                  <c:v>138.70635152180901</c:v>
                </c:pt>
                <c:pt idx="10539">
                  <c:v>138.70650268554601</c:v>
                </c:pt>
                <c:pt idx="10540">
                  <c:v>138.70665384928299</c:v>
                </c:pt>
                <c:pt idx="10541">
                  <c:v>138.70680501301999</c:v>
                </c:pt>
                <c:pt idx="10542">
                  <c:v>138.70695617675699</c:v>
                </c:pt>
                <c:pt idx="10543">
                  <c:v>138.70710734049399</c:v>
                </c:pt>
                <c:pt idx="10544">
                  <c:v>138.70725850423099</c:v>
                </c:pt>
                <c:pt idx="10545">
                  <c:v>138.70740966796799</c:v>
                </c:pt>
                <c:pt idx="10546">
                  <c:v>138.707560831705</c:v>
                </c:pt>
                <c:pt idx="10547">
                  <c:v>138.707711995442</c:v>
                </c:pt>
                <c:pt idx="10548">
                  <c:v>138.707863159179</c:v>
                </c:pt>
                <c:pt idx="10549">
                  <c:v>138.708014322916</c:v>
                </c:pt>
                <c:pt idx="10550">
                  <c:v>138.708165486653</c:v>
                </c:pt>
                <c:pt idx="10551">
                  <c:v>138.70831665039</c:v>
                </c:pt>
                <c:pt idx="10552">
                  <c:v>138.708467814127</c:v>
                </c:pt>
                <c:pt idx="10553">
                  <c:v>138.70861897786401</c:v>
                </c:pt>
                <c:pt idx="10554">
                  <c:v>138.70877014160101</c:v>
                </c:pt>
                <c:pt idx="10555">
                  <c:v>138.70892130533801</c:v>
                </c:pt>
                <c:pt idx="10556">
                  <c:v>138.70907246907501</c:v>
                </c:pt>
                <c:pt idx="10557">
                  <c:v>138.70922363281201</c:v>
                </c:pt>
                <c:pt idx="10558">
                  <c:v>138.70937479654901</c:v>
                </c:pt>
                <c:pt idx="10559">
                  <c:v>138.70952596028599</c:v>
                </c:pt>
                <c:pt idx="10560">
                  <c:v>138.70967712402299</c:v>
                </c:pt>
                <c:pt idx="10561">
                  <c:v>138.70982828775999</c:v>
                </c:pt>
                <c:pt idx="10562">
                  <c:v>138.70997945149699</c:v>
                </c:pt>
                <c:pt idx="10563">
                  <c:v>138.71013061523399</c:v>
                </c:pt>
                <c:pt idx="10564">
                  <c:v>138.71028177897099</c:v>
                </c:pt>
                <c:pt idx="10565">
                  <c:v>138.710432942708</c:v>
                </c:pt>
                <c:pt idx="10566">
                  <c:v>138.710584106445</c:v>
                </c:pt>
                <c:pt idx="10567">
                  <c:v>138.710735270182</c:v>
                </c:pt>
                <c:pt idx="10568">
                  <c:v>138.710886433919</c:v>
                </c:pt>
                <c:pt idx="10569">
                  <c:v>138.711037597656</c:v>
                </c:pt>
                <c:pt idx="10570">
                  <c:v>138.711188761393</c:v>
                </c:pt>
                <c:pt idx="10571">
                  <c:v>138.71133992513001</c:v>
                </c:pt>
                <c:pt idx="10572">
                  <c:v>138.71149108886701</c:v>
                </c:pt>
                <c:pt idx="10573">
                  <c:v>138.71164225260401</c:v>
                </c:pt>
                <c:pt idx="10574">
                  <c:v>138.71179341634101</c:v>
                </c:pt>
                <c:pt idx="10575">
                  <c:v>138.71194458007801</c:v>
                </c:pt>
                <c:pt idx="10576">
                  <c:v>138.71209574381399</c:v>
                </c:pt>
                <c:pt idx="10577">
                  <c:v>138.71224690755099</c:v>
                </c:pt>
                <c:pt idx="10578">
                  <c:v>138.71239807128799</c:v>
                </c:pt>
                <c:pt idx="10579">
                  <c:v>138.71254923502499</c:v>
                </c:pt>
                <c:pt idx="10580">
                  <c:v>138.712700398762</c:v>
                </c:pt>
                <c:pt idx="10581">
                  <c:v>138.712851562499</c:v>
                </c:pt>
                <c:pt idx="10582">
                  <c:v>138.713002726236</c:v>
                </c:pt>
                <c:pt idx="10583">
                  <c:v>138.713153889973</c:v>
                </c:pt>
                <c:pt idx="10584">
                  <c:v>138.71330505371</c:v>
                </c:pt>
                <c:pt idx="10585">
                  <c:v>138.713456217447</c:v>
                </c:pt>
                <c:pt idx="10586">
                  <c:v>138.713607381184</c:v>
                </c:pt>
                <c:pt idx="10587">
                  <c:v>138.71375854492101</c:v>
                </c:pt>
                <c:pt idx="10588">
                  <c:v>138.71390970865801</c:v>
                </c:pt>
                <c:pt idx="10589">
                  <c:v>138.71406087239501</c:v>
                </c:pt>
                <c:pt idx="10590">
                  <c:v>138.71421203613201</c:v>
                </c:pt>
                <c:pt idx="10591">
                  <c:v>138.71436319986901</c:v>
                </c:pt>
                <c:pt idx="10592">
                  <c:v>138.71451436360601</c:v>
                </c:pt>
                <c:pt idx="10593">
                  <c:v>138.71466552734299</c:v>
                </c:pt>
                <c:pt idx="10594">
                  <c:v>138.71481669107999</c:v>
                </c:pt>
                <c:pt idx="10595">
                  <c:v>138.71496785481699</c:v>
                </c:pt>
                <c:pt idx="10596">
                  <c:v>138.71511901855399</c:v>
                </c:pt>
                <c:pt idx="10597">
                  <c:v>138.71527018229099</c:v>
                </c:pt>
                <c:pt idx="10598">
                  <c:v>138.71542134602799</c:v>
                </c:pt>
                <c:pt idx="10599">
                  <c:v>138.715572509765</c:v>
                </c:pt>
                <c:pt idx="10600">
                  <c:v>138.715723673502</c:v>
                </c:pt>
                <c:pt idx="10601">
                  <c:v>138.715874837239</c:v>
                </c:pt>
                <c:pt idx="10602">
                  <c:v>138.716026000976</c:v>
                </c:pt>
                <c:pt idx="10603">
                  <c:v>138.716177164713</c:v>
                </c:pt>
                <c:pt idx="10604">
                  <c:v>138.71632832845</c:v>
                </c:pt>
                <c:pt idx="10605">
                  <c:v>138.71647949218701</c:v>
                </c:pt>
                <c:pt idx="10606">
                  <c:v>138.71663065592401</c:v>
                </c:pt>
                <c:pt idx="10607">
                  <c:v>138.71678181966101</c:v>
                </c:pt>
                <c:pt idx="10608">
                  <c:v>138.71693298339801</c:v>
                </c:pt>
                <c:pt idx="10609">
                  <c:v>138.71708414713501</c:v>
                </c:pt>
                <c:pt idx="10610">
                  <c:v>138.71723531087201</c:v>
                </c:pt>
                <c:pt idx="10611">
                  <c:v>138.71738647460899</c:v>
                </c:pt>
                <c:pt idx="10612">
                  <c:v>138.71753763834599</c:v>
                </c:pt>
                <c:pt idx="10613">
                  <c:v>138.71768880208299</c:v>
                </c:pt>
                <c:pt idx="10614">
                  <c:v>138.71783996581999</c:v>
                </c:pt>
                <c:pt idx="10615">
                  <c:v>138.71799112955699</c:v>
                </c:pt>
                <c:pt idx="10616">
                  <c:v>138.71814229329399</c:v>
                </c:pt>
                <c:pt idx="10617">
                  <c:v>138.718293457031</c:v>
                </c:pt>
                <c:pt idx="10618">
                  <c:v>138.718444620768</c:v>
                </c:pt>
                <c:pt idx="10619">
                  <c:v>138.718595784505</c:v>
                </c:pt>
                <c:pt idx="10620">
                  <c:v>138.718746948242</c:v>
                </c:pt>
                <c:pt idx="10621">
                  <c:v>138.718898111979</c:v>
                </c:pt>
                <c:pt idx="10622">
                  <c:v>138.719049275716</c:v>
                </c:pt>
                <c:pt idx="10623">
                  <c:v>138.719200439453</c:v>
                </c:pt>
                <c:pt idx="10624">
                  <c:v>138.71935160319001</c:v>
                </c:pt>
                <c:pt idx="10625">
                  <c:v>138.71950276692701</c:v>
                </c:pt>
                <c:pt idx="10626">
                  <c:v>138.71965393066299</c:v>
                </c:pt>
                <c:pt idx="10627">
                  <c:v>138.71980509439999</c:v>
                </c:pt>
                <c:pt idx="10628">
                  <c:v>138.71995625813699</c:v>
                </c:pt>
                <c:pt idx="10629">
                  <c:v>138.72010742187399</c:v>
                </c:pt>
                <c:pt idx="10630">
                  <c:v>138.72025858561099</c:v>
                </c:pt>
                <c:pt idx="10631">
                  <c:v>138.72040974934799</c:v>
                </c:pt>
                <c:pt idx="10632">
                  <c:v>138.720560913085</c:v>
                </c:pt>
                <c:pt idx="10633">
                  <c:v>138.720712076822</c:v>
                </c:pt>
                <c:pt idx="10634">
                  <c:v>138.720863240559</c:v>
                </c:pt>
                <c:pt idx="10635">
                  <c:v>138.721014404296</c:v>
                </c:pt>
                <c:pt idx="10636">
                  <c:v>138.721165568033</c:v>
                </c:pt>
                <c:pt idx="10637">
                  <c:v>138.72131673177</c:v>
                </c:pt>
                <c:pt idx="10638">
                  <c:v>138.721467895507</c:v>
                </c:pt>
                <c:pt idx="10639">
                  <c:v>138.72161905924401</c:v>
                </c:pt>
                <c:pt idx="10640">
                  <c:v>138.72177022298101</c:v>
                </c:pt>
                <c:pt idx="10641">
                  <c:v>138.72192138671801</c:v>
                </c:pt>
                <c:pt idx="10642">
                  <c:v>138.72207255045501</c:v>
                </c:pt>
                <c:pt idx="10643">
                  <c:v>138.72222371419201</c:v>
                </c:pt>
                <c:pt idx="10644">
                  <c:v>138.72237487792901</c:v>
                </c:pt>
                <c:pt idx="10645">
                  <c:v>138.72252604166599</c:v>
                </c:pt>
                <c:pt idx="10646">
                  <c:v>138.72267720540299</c:v>
                </c:pt>
                <c:pt idx="10647">
                  <c:v>138.72282836913999</c:v>
                </c:pt>
                <c:pt idx="10648">
                  <c:v>138.72297953287699</c:v>
                </c:pt>
                <c:pt idx="10649">
                  <c:v>138.72313069661399</c:v>
                </c:pt>
                <c:pt idx="10650">
                  <c:v>138.72328186035099</c:v>
                </c:pt>
                <c:pt idx="10651">
                  <c:v>138.723433024088</c:v>
                </c:pt>
                <c:pt idx="10652">
                  <c:v>138.723584187825</c:v>
                </c:pt>
                <c:pt idx="10653">
                  <c:v>138.723735351562</c:v>
                </c:pt>
                <c:pt idx="10654">
                  <c:v>138.723886515299</c:v>
                </c:pt>
                <c:pt idx="10655">
                  <c:v>138.724037679036</c:v>
                </c:pt>
                <c:pt idx="10656">
                  <c:v>138.724188842773</c:v>
                </c:pt>
                <c:pt idx="10657">
                  <c:v>138.72434000651</c:v>
                </c:pt>
                <c:pt idx="10658">
                  <c:v>138.72449117024701</c:v>
                </c:pt>
                <c:pt idx="10659">
                  <c:v>138.72464233398401</c:v>
                </c:pt>
                <c:pt idx="10660">
                  <c:v>138.72479349772101</c:v>
                </c:pt>
                <c:pt idx="10661">
                  <c:v>138.72494466145801</c:v>
                </c:pt>
                <c:pt idx="10662">
                  <c:v>138.72509582519501</c:v>
                </c:pt>
                <c:pt idx="10663">
                  <c:v>138.72524698893201</c:v>
                </c:pt>
                <c:pt idx="10664">
                  <c:v>138.72539815266899</c:v>
                </c:pt>
                <c:pt idx="10665">
                  <c:v>138.72554931640599</c:v>
                </c:pt>
                <c:pt idx="10666">
                  <c:v>138.72570048014299</c:v>
                </c:pt>
                <c:pt idx="10667">
                  <c:v>138.72585164387999</c:v>
                </c:pt>
                <c:pt idx="10668">
                  <c:v>138.72600280761699</c:v>
                </c:pt>
                <c:pt idx="10669">
                  <c:v>138.72615397135399</c:v>
                </c:pt>
                <c:pt idx="10670">
                  <c:v>138.726305135091</c:v>
                </c:pt>
                <c:pt idx="10671">
                  <c:v>138.726456298828</c:v>
                </c:pt>
                <c:pt idx="10672">
                  <c:v>138.726607462565</c:v>
                </c:pt>
                <c:pt idx="10673">
                  <c:v>138.726758626302</c:v>
                </c:pt>
                <c:pt idx="10674">
                  <c:v>138.726909790039</c:v>
                </c:pt>
                <c:pt idx="10675">
                  <c:v>138.727060953776</c:v>
                </c:pt>
                <c:pt idx="10676">
                  <c:v>138.72721211751301</c:v>
                </c:pt>
                <c:pt idx="10677">
                  <c:v>138.72736328124901</c:v>
                </c:pt>
                <c:pt idx="10678">
                  <c:v>138.72751444498601</c:v>
                </c:pt>
                <c:pt idx="10679">
                  <c:v>138.72766560872299</c:v>
                </c:pt>
                <c:pt idx="10680">
                  <c:v>138.72781677245999</c:v>
                </c:pt>
                <c:pt idx="10681">
                  <c:v>138.72796793619699</c:v>
                </c:pt>
                <c:pt idx="10682">
                  <c:v>138.72811909993399</c:v>
                </c:pt>
                <c:pt idx="10683">
                  <c:v>138.72827026367099</c:v>
                </c:pt>
                <c:pt idx="10684">
                  <c:v>138.72842142740799</c:v>
                </c:pt>
                <c:pt idx="10685">
                  <c:v>138.728572591145</c:v>
                </c:pt>
                <c:pt idx="10686">
                  <c:v>138.728723754882</c:v>
                </c:pt>
                <c:pt idx="10687">
                  <c:v>138.728874918619</c:v>
                </c:pt>
                <c:pt idx="10688">
                  <c:v>138.729026082356</c:v>
                </c:pt>
                <c:pt idx="10689">
                  <c:v>138.729177246093</c:v>
                </c:pt>
                <c:pt idx="10690">
                  <c:v>138.72932840983</c:v>
                </c:pt>
                <c:pt idx="10691">
                  <c:v>138.729479573567</c:v>
                </c:pt>
                <c:pt idx="10692">
                  <c:v>138.72963073730401</c:v>
                </c:pt>
                <c:pt idx="10693">
                  <c:v>138.72978190104101</c:v>
                </c:pt>
                <c:pt idx="10694">
                  <c:v>138.72993306477801</c:v>
                </c:pt>
                <c:pt idx="10695">
                  <c:v>138.73008422851501</c:v>
                </c:pt>
                <c:pt idx="10696">
                  <c:v>138.73023539225201</c:v>
                </c:pt>
                <c:pt idx="10697">
                  <c:v>138.73038655598901</c:v>
                </c:pt>
                <c:pt idx="10698">
                  <c:v>138.73053771972599</c:v>
                </c:pt>
                <c:pt idx="10699">
                  <c:v>138.73068888346299</c:v>
                </c:pt>
                <c:pt idx="10700">
                  <c:v>138.73084004719999</c:v>
                </c:pt>
                <c:pt idx="10701">
                  <c:v>138.73099121093699</c:v>
                </c:pt>
                <c:pt idx="10702">
                  <c:v>138.73114237467399</c:v>
                </c:pt>
                <c:pt idx="10703">
                  <c:v>138.73129353841099</c:v>
                </c:pt>
                <c:pt idx="10704">
                  <c:v>138.731444702148</c:v>
                </c:pt>
                <c:pt idx="10705">
                  <c:v>138.731595865885</c:v>
                </c:pt>
                <c:pt idx="10706">
                  <c:v>138.731747029622</c:v>
                </c:pt>
                <c:pt idx="10707">
                  <c:v>138.731898193359</c:v>
                </c:pt>
                <c:pt idx="10708">
                  <c:v>138.732049357096</c:v>
                </c:pt>
                <c:pt idx="10709">
                  <c:v>138.732200520833</c:v>
                </c:pt>
                <c:pt idx="10710">
                  <c:v>138.73235168457001</c:v>
                </c:pt>
                <c:pt idx="10711">
                  <c:v>138.73250284830701</c:v>
                </c:pt>
                <c:pt idx="10712">
                  <c:v>138.73265401204401</c:v>
                </c:pt>
                <c:pt idx="10713">
                  <c:v>138.73280517578101</c:v>
                </c:pt>
                <c:pt idx="10714">
                  <c:v>138.73295633951801</c:v>
                </c:pt>
                <c:pt idx="10715">
                  <c:v>138.73310750325501</c:v>
                </c:pt>
                <c:pt idx="10716">
                  <c:v>138.73325866699199</c:v>
                </c:pt>
                <c:pt idx="10717">
                  <c:v>138.73340983072899</c:v>
                </c:pt>
                <c:pt idx="10718">
                  <c:v>138.73356099446599</c:v>
                </c:pt>
                <c:pt idx="10719">
                  <c:v>138.73371215820299</c:v>
                </c:pt>
                <c:pt idx="10720">
                  <c:v>138.73386332193999</c:v>
                </c:pt>
                <c:pt idx="10721">
                  <c:v>138.73401448567699</c:v>
                </c:pt>
                <c:pt idx="10722">
                  <c:v>138.734165649414</c:v>
                </c:pt>
                <c:pt idx="10723">
                  <c:v>138.734316813151</c:v>
                </c:pt>
                <c:pt idx="10724">
                  <c:v>138.734467976888</c:v>
                </c:pt>
                <c:pt idx="10725">
                  <c:v>138.734619140625</c:v>
                </c:pt>
                <c:pt idx="10726">
                  <c:v>138.734770304362</c:v>
                </c:pt>
                <c:pt idx="10727">
                  <c:v>138.73492146809801</c:v>
                </c:pt>
                <c:pt idx="10728">
                  <c:v>138.73507263183501</c:v>
                </c:pt>
                <c:pt idx="10729">
                  <c:v>138.73522379557201</c:v>
                </c:pt>
                <c:pt idx="10730">
                  <c:v>138.73537495930901</c:v>
                </c:pt>
                <c:pt idx="10731">
                  <c:v>138.73552612304599</c:v>
                </c:pt>
                <c:pt idx="10732">
                  <c:v>138.73567728678299</c:v>
                </c:pt>
                <c:pt idx="10733">
                  <c:v>138.73582845051999</c:v>
                </c:pt>
                <c:pt idx="10734">
                  <c:v>138.73597961425699</c:v>
                </c:pt>
                <c:pt idx="10735">
                  <c:v>138.73613077799399</c:v>
                </c:pt>
                <c:pt idx="10736">
                  <c:v>138.73628194173099</c:v>
                </c:pt>
                <c:pt idx="10737">
                  <c:v>138.736433105468</c:v>
                </c:pt>
                <c:pt idx="10738">
                  <c:v>138.736584269205</c:v>
                </c:pt>
                <c:pt idx="10739">
                  <c:v>138.736735432942</c:v>
                </c:pt>
                <c:pt idx="10740">
                  <c:v>138.736886596679</c:v>
                </c:pt>
                <c:pt idx="10741">
                  <c:v>138.737037760416</c:v>
                </c:pt>
                <c:pt idx="10742">
                  <c:v>138.737188924153</c:v>
                </c:pt>
                <c:pt idx="10743">
                  <c:v>138.73734008789</c:v>
                </c:pt>
                <c:pt idx="10744">
                  <c:v>138.73749125162701</c:v>
                </c:pt>
                <c:pt idx="10745">
                  <c:v>138.73764241536401</c:v>
                </c:pt>
                <c:pt idx="10746">
                  <c:v>138.73779357910101</c:v>
                </c:pt>
                <c:pt idx="10747">
                  <c:v>138.73794474283801</c:v>
                </c:pt>
                <c:pt idx="10748">
                  <c:v>138.73809590657501</c:v>
                </c:pt>
                <c:pt idx="10749">
                  <c:v>138.73824707031201</c:v>
                </c:pt>
                <c:pt idx="10750">
                  <c:v>138.73839823404899</c:v>
                </c:pt>
                <c:pt idx="10751">
                  <c:v>138.73854939778599</c:v>
                </c:pt>
                <c:pt idx="10752">
                  <c:v>138.73870056152299</c:v>
                </c:pt>
                <c:pt idx="10753">
                  <c:v>138.73885172525999</c:v>
                </c:pt>
                <c:pt idx="10754">
                  <c:v>138.73900288899699</c:v>
                </c:pt>
                <c:pt idx="10755">
                  <c:v>138.73915405273399</c:v>
                </c:pt>
                <c:pt idx="10756">
                  <c:v>138.739305216471</c:v>
                </c:pt>
                <c:pt idx="10757">
                  <c:v>138.739456380208</c:v>
                </c:pt>
                <c:pt idx="10758">
                  <c:v>138.739607543945</c:v>
                </c:pt>
                <c:pt idx="10759">
                  <c:v>138.739758707682</c:v>
                </c:pt>
                <c:pt idx="10760">
                  <c:v>138.739909871419</c:v>
                </c:pt>
                <c:pt idx="10761">
                  <c:v>138.740061035156</c:v>
                </c:pt>
                <c:pt idx="10762">
                  <c:v>138.740212198893</c:v>
                </c:pt>
                <c:pt idx="10763">
                  <c:v>138.74036336263001</c:v>
                </c:pt>
                <c:pt idx="10764">
                  <c:v>138.74051452636701</c:v>
                </c:pt>
                <c:pt idx="10765">
                  <c:v>138.74066569010401</c:v>
                </c:pt>
                <c:pt idx="10766">
                  <c:v>138.74081685384101</c:v>
                </c:pt>
                <c:pt idx="10767">
                  <c:v>138.74096801757801</c:v>
                </c:pt>
                <c:pt idx="10768">
                  <c:v>138.74111918131501</c:v>
                </c:pt>
                <c:pt idx="10769">
                  <c:v>138.74127034505199</c:v>
                </c:pt>
                <c:pt idx="10770">
                  <c:v>138.74142150878899</c:v>
                </c:pt>
                <c:pt idx="10771">
                  <c:v>138.74157267252599</c:v>
                </c:pt>
                <c:pt idx="10772">
                  <c:v>138.74172383626299</c:v>
                </c:pt>
                <c:pt idx="10773">
                  <c:v>138.74187499999999</c:v>
                </c:pt>
                <c:pt idx="10774">
                  <c:v>138.74202616373699</c:v>
                </c:pt>
                <c:pt idx="10775">
                  <c:v>138.742177327474</c:v>
                </c:pt>
                <c:pt idx="10776">
                  <c:v>138.742328491211</c:v>
                </c:pt>
                <c:pt idx="10777">
                  <c:v>138.742479654947</c:v>
                </c:pt>
                <c:pt idx="10778">
                  <c:v>138.74263081868401</c:v>
                </c:pt>
                <c:pt idx="10779">
                  <c:v>138.74278198242101</c:v>
                </c:pt>
                <c:pt idx="10780">
                  <c:v>138.74293314615801</c:v>
                </c:pt>
                <c:pt idx="10781">
                  <c:v>138.74308430989501</c:v>
                </c:pt>
                <c:pt idx="10782">
                  <c:v>138.74323547363201</c:v>
                </c:pt>
                <c:pt idx="10783">
                  <c:v>138.74338663736901</c:v>
                </c:pt>
                <c:pt idx="10784">
                  <c:v>138.74353780110599</c:v>
                </c:pt>
                <c:pt idx="10785">
                  <c:v>138.74368896484299</c:v>
                </c:pt>
                <c:pt idx="10786">
                  <c:v>138.74384012857999</c:v>
                </c:pt>
                <c:pt idx="10787">
                  <c:v>138.74399129231699</c:v>
                </c:pt>
                <c:pt idx="10788">
                  <c:v>138.74414245605399</c:v>
                </c:pt>
                <c:pt idx="10789">
                  <c:v>138.74429361979099</c:v>
                </c:pt>
                <c:pt idx="10790">
                  <c:v>138.744444783528</c:v>
                </c:pt>
                <c:pt idx="10791">
                  <c:v>138.744595947265</c:v>
                </c:pt>
                <c:pt idx="10792">
                  <c:v>138.744747111002</c:v>
                </c:pt>
                <c:pt idx="10793">
                  <c:v>138.744898274739</c:v>
                </c:pt>
                <c:pt idx="10794">
                  <c:v>138.745049438476</c:v>
                </c:pt>
                <c:pt idx="10795">
                  <c:v>138.745200602213</c:v>
                </c:pt>
                <c:pt idx="10796">
                  <c:v>138.74535176595001</c:v>
                </c:pt>
                <c:pt idx="10797">
                  <c:v>138.74550292968701</c:v>
                </c:pt>
                <c:pt idx="10798">
                  <c:v>138.74565409342401</c:v>
                </c:pt>
                <c:pt idx="10799">
                  <c:v>138.74580525716101</c:v>
                </c:pt>
                <c:pt idx="10800">
                  <c:v>138.74595642089801</c:v>
                </c:pt>
                <c:pt idx="10801">
                  <c:v>138.746094767252</c:v>
                </c:pt>
                <c:pt idx="10802">
                  <c:v>138.746233113606</c:v>
                </c:pt>
                <c:pt idx="10803">
                  <c:v>138.74637145996101</c:v>
                </c:pt>
                <c:pt idx="10804">
                  <c:v>138.746509806315</c:v>
                </c:pt>
                <c:pt idx="10805">
                  <c:v>138.746648152669</c:v>
                </c:pt>
                <c:pt idx="10806">
                  <c:v>138.74678649902299</c:v>
                </c:pt>
                <c:pt idx="10807">
                  <c:v>138.74692484537701</c:v>
                </c:pt>
                <c:pt idx="10808">
                  <c:v>138.747063191731</c:v>
                </c:pt>
                <c:pt idx="10809">
                  <c:v>138.74720153808599</c:v>
                </c:pt>
                <c:pt idx="10810">
                  <c:v>138.74733988444001</c:v>
                </c:pt>
                <c:pt idx="10811">
                  <c:v>138.747478230794</c:v>
                </c:pt>
                <c:pt idx="10812">
                  <c:v>138.74761657714799</c:v>
                </c:pt>
                <c:pt idx="10813">
                  <c:v>138.74775492350199</c:v>
                </c:pt>
                <c:pt idx="10814">
                  <c:v>138.74789326985601</c:v>
                </c:pt>
                <c:pt idx="10815">
                  <c:v>138.74803161621099</c:v>
                </c:pt>
                <c:pt idx="10816">
                  <c:v>138.74816996256499</c:v>
                </c:pt>
                <c:pt idx="10817">
                  <c:v>138.74830830891901</c:v>
                </c:pt>
                <c:pt idx="10818">
                  <c:v>138.748446655273</c:v>
                </c:pt>
                <c:pt idx="10819">
                  <c:v>138.74858500162699</c:v>
                </c:pt>
                <c:pt idx="10820">
                  <c:v>138.74872334798101</c:v>
                </c:pt>
                <c:pt idx="10821">
                  <c:v>138.748861694336</c:v>
                </c:pt>
                <c:pt idx="10822">
                  <c:v>138.74900004068999</c:v>
                </c:pt>
                <c:pt idx="10823">
                  <c:v>138.74913838704401</c:v>
                </c:pt>
                <c:pt idx="10824">
                  <c:v>138.74927673339801</c:v>
                </c:pt>
                <c:pt idx="10825">
                  <c:v>138.749415079752</c:v>
                </c:pt>
                <c:pt idx="10826">
                  <c:v>138.74955342610599</c:v>
                </c:pt>
                <c:pt idx="10827">
                  <c:v>138.74969177246101</c:v>
                </c:pt>
                <c:pt idx="10828">
                  <c:v>138.749830118815</c:v>
                </c:pt>
                <c:pt idx="10829">
                  <c:v>138.74996846516899</c:v>
                </c:pt>
                <c:pt idx="10830">
                  <c:v>138.75010681152301</c:v>
                </c:pt>
                <c:pt idx="10831">
                  <c:v>138.750245157877</c:v>
                </c:pt>
                <c:pt idx="10832">
                  <c:v>138.750383504231</c:v>
                </c:pt>
                <c:pt idx="10833">
                  <c:v>138.75052185058601</c:v>
                </c:pt>
                <c:pt idx="10834">
                  <c:v>138.75066019694</c:v>
                </c:pt>
                <c:pt idx="10835">
                  <c:v>138.750798543294</c:v>
                </c:pt>
                <c:pt idx="10836">
                  <c:v>138.75093688964799</c:v>
                </c:pt>
                <c:pt idx="10837">
                  <c:v>138.75107523600201</c:v>
                </c:pt>
                <c:pt idx="10838">
                  <c:v>138.751213582356</c:v>
                </c:pt>
                <c:pt idx="10839">
                  <c:v>138.75135192871099</c:v>
                </c:pt>
                <c:pt idx="10840">
                  <c:v>138.75149027506501</c:v>
                </c:pt>
                <c:pt idx="10841">
                  <c:v>138.751628621419</c:v>
                </c:pt>
                <c:pt idx="10842">
                  <c:v>138.75176696777299</c:v>
                </c:pt>
                <c:pt idx="10843">
                  <c:v>138.75190531412699</c:v>
                </c:pt>
                <c:pt idx="10844">
                  <c:v>138.75204366048101</c:v>
                </c:pt>
                <c:pt idx="10845">
                  <c:v>138.75218200683599</c:v>
                </c:pt>
                <c:pt idx="10846">
                  <c:v>138.75232035318999</c:v>
                </c:pt>
                <c:pt idx="10847">
                  <c:v>138.75245869954401</c:v>
                </c:pt>
                <c:pt idx="10848">
                  <c:v>138.752597045898</c:v>
                </c:pt>
                <c:pt idx="10849">
                  <c:v>138.75273539225199</c:v>
                </c:pt>
                <c:pt idx="10850">
                  <c:v>138.75287373860601</c:v>
                </c:pt>
                <c:pt idx="10851">
                  <c:v>138.753012084961</c:v>
                </c:pt>
                <c:pt idx="10852">
                  <c:v>138.75315043131499</c:v>
                </c:pt>
                <c:pt idx="10853">
                  <c:v>138.75328877766901</c:v>
                </c:pt>
                <c:pt idx="10854">
                  <c:v>138.75342712402301</c:v>
                </c:pt>
                <c:pt idx="10855">
                  <c:v>138.753565470377</c:v>
                </c:pt>
                <c:pt idx="10856">
                  <c:v>138.75370381673099</c:v>
                </c:pt>
                <c:pt idx="10857">
                  <c:v>138.75384216308601</c:v>
                </c:pt>
                <c:pt idx="10858">
                  <c:v>138.75398050944</c:v>
                </c:pt>
                <c:pt idx="10859">
                  <c:v>138.75411885579399</c:v>
                </c:pt>
                <c:pt idx="10860">
                  <c:v>138.75425720214801</c:v>
                </c:pt>
                <c:pt idx="10861">
                  <c:v>138.754395548502</c:v>
                </c:pt>
                <c:pt idx="10862">
                  <c:v>138.754533894856</c:v>
                </c:pt>
                <c:pt idx="10863">
                  <c:v>138.75467224121101</c:v>
                </c:pt>
                <c:pt idx="10864">
                  <c:v>138.754810587565</c:v>
                </c:pt>
                <c:pt idx="10865">
                  <c:v>138.754948933919</c:v>
                </c:pt>
                <c:pt idx="10866">
                  <c:v>138.75508728027299</c:v>
                </c:pt>
                <c:pt idx="10867">
                  <c:v>138.75522562662701</c:v>
                </c:pt>
                <c:pt idx="10868">
                  <c:v>138.755363972981</c:v>
                </c:pt>
                <c:pt idx="10869">
                  <c:v>138.75550231933599</c:v>
                </c:pt>
                <c:pt idx="10870">
                  <c:v>138.75564066569001</c:v>
                </c:pt>
                <c:pt idx="10871">
                  <c:v>138.755779012044</c:v>
                </c:pt>
                <c:pt idx="10872">
                  <c:v>138.75591735839799</c:v>
                </c:pt>
                <c:pt idx="10873">
                  <c:v>138.75605570475199</c:v>
                </c:pt>
                <c:pt idx="10874">
                  <c:v>138.75619405110601</c:v>
                </c:pt>
                <c:pt idx="10875">
                  <c:v>138.75633239746099</c:v>
                </c:pt>
                <c:pt idx="10876">
                  <c:v>138.75647074381499</c:v>
                </c:pt>
                <c:pt idx="10877">
                  <c:v>138.75660909016901</c:v>
                </c:pt>
                <c:pt idx="10878">
                  <c:v>138.756747436523</c:v>
                </c:pt>
                <c:pt idx="10879">
                  <c:v>138.75688578287699</c:v>
                </c:pt>
                <c:pt idx="10880">
                  <c:v>138.75702412923101</c:v>
                </c:pt>
                <c:pt idx="10881">
                  <c:v>138.757162475586</c:v>
                </c:pt>
                <c:pt idx="10882">
                  <c:v>138.75730082193999</c:v>
                </c:pt>
                <c:pt idx="10883">
                  <c:v>138.75743916829401</c:v>
                </c:pt>
                <c:pt idx="10884">
                  <c:v>138.75757751464801</c:v>
                </c:pt>
                <c:pt idx="10885">
                  <c:v>138.757715861002</c:v>
                </c:pt>
                <c:pt idx="10886">
                  <c:v>138.75785420735599</c:v>
                </c:pt>
                <c:pt idx="10887">
                  <c:v>138.75799255371101</c:v>
                </c:pt>
                <c:pt idx="10888">
                  <c:v>138.758130900065</c:v>
                </c:pt>
                <c:pt idx="10889">
                  <c:v>138.75826924641899</c:v>
                </c:pt>
                <c:pt idx="10890">
                  <c:v>138.75840759277301</c:v>
                </c:pt>
                <c:pt idx="10891">
                  <c:v>138.758545939127</c:v>
                </c:pt>
                <c:pt idx="10892">
                  <c:v>138.758684285481</c:v>
                </c:pt>
                <c:pt idx="10893">
                  <c:v>138.75882263183601</c:v>
                </c:pt>
                <c:pt idx="10894">
                  <c:v>138.75896097819</c:v>
                </c:pt>
                <c:pt idx="10895">
                  <c:v>138.759099324544</c:v>
                </c:pt>
                <c:pt idx="10896">
                  <c:v>138.75923767089799</c:v>
                </c:pt>
                <c:pt idx="10897">
                  <c:v>138.75937601725201</c:v>
                </c:pt>
                <c:pt idx="10898">
                  <c:v>138.759514363606</c:v>
                </c:pt>
                <c:pt idx="10899">
                  <c:v>138.75965270996099</c:v>
                </c:pt>
                <c:pt idx="10900">
                  <c:v>138.75979105631501</c:v>
                </c:pt>
                <c:pt idx="10901">
                  <c:v>138.759929402669</c:v>
                </c:pt>
                <c:pt idx="10902">
                  <c:v>138.76006774902299</c:v>
                </c:pt>
                <c:pt idx="10903">
                  <c:v>138.76020609537699</c:v>
                </c:pt>
                <c:pt idx="10904">
                  <c:v>138.76034444173101</c:v>
                </c:pt>
                <c:pt idx="10905">
                  <c:v>138.76048278808599</c:v>
                </c:pt>
                <c:pt idx="10906">
                  <c:v>138.76062113443999</c:v>
                </c:pt>
                <c:pt idx="10907">
                  <c:v>138.76075948079401</c:v>
                </c:pt>
                <c:pt idx="10908">
                  <c:v>138.760897827148</c:v>
                </c:pt>
                <c:pt idx="10909">
                  <c:v>138.76103617350199</c:v>
                </c:pt>
                <c:pt idx="10910">
                  <c:v>138.76117451985601</c:v>
                </c:pt>
                <c:pt idx="10911">
                  <c:v>138.761312866211</c:v>
                </c:pt>
                <c:pt idx="10912">
                  <c:v>138.76145121256499</c:v>
                </c:pt>
                <c:pt idx="10913">
                  <c:v>138.76158955891901</c:v>
                </c:pt>
                <c:pt idx="10914">
                  <c:v>138.76172790527301</c:v>
                </c:pt>
                <c:pt idx="10915">
                  <c:v>138.761866251627</c:v>
                </c:pt>
                <c:pt idx="10916">
                  <c:v>138.76200459798099</c:v>
                </c:pt>
                <c:pt idx="10917">
                  <c:v>138.76214294433601</c:v>
                </c:pt>
                <c:pt idx="10918">
                  <c:v>138.76228129069</c:v>
                </c:pt>
                <c:pt idx="10919">
                  <c:v>138.76241963704399</c:v>
                </c:pt>
                <c:pt idx="10920">
                  <c:v>138.76255798339801</c:v>
                </c:pt>
                <c:pt idx="10921">
                  <c:v>138.762696329752</c:v>
                </c:pt>
                <c:pt idx="10922">
                  <c:v>138.762834676106</c:v>
                </c:pt>
                <c:pt idx="10923">
                  <c:v>138.76297302246101</c:v>
                </c:pt>
                <c:pt idx="10924">
                  <c:v>138.763111368815</c:v>
                </c:pt>
                <c:pt idx="10925">
                  <c:v>138.763249715169</c:v>
                </c:pt>
                <c:pt idx="10926">
                  <c:v>138.76338806152299</c:v>
                </c:pt>
                <c:pt idx="10927">
                  <c:v>138.76352640787701</c:v>
                </c:pt>
                <c:pt idx="10928">
                  <c:v>138.763664754231</c:v>
                </c:pt>
                <c:pt idx="10929">
                  <c:v>138.76380310058599</c:v>
                </c:pt>
                <c:pt idx="10930">
                  <c:v>138.76394144694001</c:v>
                </c:pt>
                <c:pt idx="10931">
                  <c:v>138.764079793294</c:v>
                </c:pt>
                <c:pt idx="10932">
                  <c:v>138.76421813964799</c:v>
                </c:pt>
                <c:pt idx="10933">
                  <c:v>138.76435648600199</c:v>
                </c:pt>
                <c:pt idx="10934">
                  <c:v>138.76449483235601</c:v>
                </c:pt>
                <c:pt idx="10935">
                  <c:v>138.76463317871099</c:v>
                </c:pt>
                <c:pt idx="10936">
                  <c:v>138.76477152506499</c:v>
                </c:pt>
                <c:pt idx="10937">
                  <c:v>138.76490987141901</c:v>
                </c:pt>
                <c:pt idx="10938">
                  <c:v>138.765048217773</c:v>
                </c:pt>
                <c:pt idx="10939">
                  <c:v>138.76518656412699</c:v>
                </c:pt>
                <c:pt idx="10940">
                  <c:v>138.76532491048101</c:v>
                </c:pt>
                <c:pt idx="10941">
                  <c:v>138.765463256836</c:v>
                </c:pt>
                <c:pt idx="10942">
                  <c:v>138.76560160318999</c:v>
                </c:pt>
                <c:pt idx="10943">
                  <c:v>138.76573994954401</c:v>
                </c:pt>
                <c:pt idx="10944">
                  <c:v>138.76587829589801</c:v>
                </c:pt>
                <c:pt idx="10945">
                  <c:v>138.766016642252</c:v>
                </c:pt>
                <c:pt idx="10946">
                  <c:v>138.76615498860599</c:v>
                </c:pt>
                <c:pt idx="10947">
                  <c:v>138.76629333496101</c:v>
                </c:pt>
                <c:pt idx="10948">
                  <c:v>138.766431681315</c:v>
                </c:pt>
                <c:pt idx="10949">
                  <c:v>138.76657002766899</c:v>
                </c:pt>
                <c:pt idx="10950">
                  <c:v>138.76670837402301</c:v>
                </c:pt>
                <c:pt idx="10951">
                  <c:v>138.766846720377</c:v>
                </c:pt>
                <c:pt idx="10952">
                  <c:v>138.766985066731</c:v>
                </c:pt>
                <c:pt idx="10953">
                  <c:v>138.76712341308601</c:v>
                </c:pt>
                <c:pt idx="10954">
                  <c:v>138.76726175944</c:v>
                </c:pt>
                <c:pt idx="10955">
                  <c:v>138.767400105794</c:v>
                </c:pt>
                <c:pt idx="10956">
                  <c:v>138.76753845214799</c:v>
                </c:pt>
                <c:pt idx="10957">
                  <c:v>138.76767679850201</c:v>
                </c:pt>
                <c:pt idx="10958">
                  <c:v>138.767815144856</c:v>
                </c:pt>
                <c:pt idx="10959">
                  <c:v>138.76795349121099</c:v>
                </c:pt>
                <c:pt idx="10960">
                  <c:v>138.76809183756501</c:v>
                </c:pt>
                <c:pt idx="10961">
                  <c:v>138.768230183919</c:v>
                </c:pt>
                <c:pt idx="10962">
                  <c:v>138.76836853027299</c:v>
                </c:pt>
                <c:pt idx="10963">
                  <c:v>138.76850687662699</c:v>
                </c:pt>
                <c:pt idx="10964">
                  <c:v>138.76864522298101</c:v>
                </c:pt>
                <c:pt idx="10965">
                  <c:v>138.76878356933599</c:v>
                </c:pt>
                <c:pt idx="10966">
                  <c:v>138.76892191568999</c:v>
                </c:pt>
                <c:pt idx="10967">
                  <c:v>138.76906026204401</c:v>
                </c:pt>
                <c:pt idx="10968">
                  <c:v>138.769198608398</c:v>
                </c:pt>
                <c:pt idx="10969">
                  <c:v>138.76933695475199</c:v>
                </c:pt>
                <c:pt idx="10970">
                  <c:v>138.76947530110601</c:v>
                </c:pt>
                <c:pt idx="10971">
                  <c:v>138.769613647461</c:v>
                </c:pt>
                <c:pt idx="10972">
                  <c:v>138.76975199381499</c:v>
                </c:pt>
                <c:pt idx="10973">
                  <c:v>138.76989034016901</c:v>
                </c:pt>
                <c:pt idx="10974">
                  <c:v>138.77002868652301</c:v>
                </c:pt>
                <c:pt idx="10975">
                  <c:v>138.770167032877</c:v>
                </c:pt>
                <c:pt idx="10976">
                  <c:v>138.77030537923099</c:v>
                </c:pt>
                <c:pt idx="10977">
                  <c:v>138.77044372558601</c:v>
                </c:pt>
                <c:pt idx="10978">
                  <c:v>138.77058207194</c:v>
                </c:pt>
                <c:pt idx="10979">
                  <c:v>138.77072041829399</c:v>
                </c:pt>
                <c:pt idx="10980">
                  <c:v>138.77085876464801</c:v>
                </c:pt>
                <c:pt idx="10981">
                  <c:v>138.770997111002</c:v>
                </c:pt>
                <c:pt idx="10982">
                  <c:v>138.771135457356</c:v>
                </c:pt>
                <c:pt idx="10983">
                  <c:v>138.77127380371101</c:v>
                </c:pt>
                <c:pt idx="10984">
                  <c:v>138.771412150065</c:v>
                </c:pt>
                <c:pt idx="10985">
                  <c:v>138.771550496419</c:v>
                </c:pt>
                <c:pt idx="10986">
                  <c:v>138.77168884277299</c:v>
                </c:pt>
                <c:pt idx="10987">
                  <c:v>138.77182718912701</c:v>
                </c:pt>
                <c:pt idx="10988">
                  <c:v>138.771965535481</c:v>
                </c:pt>
                <c:pt idx="10989">
                  <c:v>138.77210388183599</c:v>
                </c:pt>
                <c:pt idx="10990">
                  <c:v>138.77224222819001</c:v>
                </c:pt>
                <c:pt idx="10991">
                  <c:v>138.772380574544</c:v>
                </c:pt>
                <c:pt idx="10992">
                  <c:v>138.77251892089799</c:v>
                </c:pt>
                <c:pt idx="10993">
                  <c:v>138.77265726725199</c:v>
                </c:pt>
                <c:pt idx="10994">
                  <c:v>138.77279561360601</c:v>
                </c:pt>
                <c:pt idx="10995">
                  <c:v>138.77293395996099</c:v>
                </c:pt>
                <c:pt idx="10996">
                  <c:v>138.77307230631499</c:v>
                </c:pt>
                <c:pt idx="10997">
                  <c:v>138.77321065266901</c:v>
                </c:pt>
                <c:pt idx="10998">
                  <c:v>138.773348999023</c:v>
                </c:pt>
                <c:pt idx="10999">
                  <c:v>138.77348734537699</c:v>
                </c:pt>
                <c:pt idx="11000">
                  <c:v>138.77362569173101</c:v>
                </c:pt>
                <c:pt idx="11001">
                  <c:v>138.773764038086</c:v>
                </c:pt>
                <c:pt idx="11002">
                  <c:v>138.77390238443999</c:v>
                </c:pt>
                <c:pt idx="11003">
                  <c:v>138.77404073079401</c:v>
                </c:pt>
                <c:pt idx="11004">
                  <c:v>138.77417907714801</c:v>
                </c:pt>
                <c:pt idx="11005">
                  <c:v>138.774317423502</c:v>
                </c:pt>
                <c:pt idx="11006">
                  <c:v>138.77445576985599</c:v>
                </c:pt>
                <c:pt idx="11007">
                  <c:v>138.77459411621101</c:v>
                </c:pt>
                <c:pt idx="11008">
                  <c:v>138.774732462565</c:v>
                </c:pt>
                <c:pt idx="11009">
                  <c:v>138.77487080891899</c:v>
                </c:pt>
                <c:pt idx="11010">
                  <c:v>138.77500915527301</c:v>
                </c:pt>
                <c:pt idx="11011">
                  <c:v>138.775147501627</c:v>
                </c:pt>
                <c:pt idx="11012">
                  <c:v>138.775285847981</c:v>
                </c:pt>
                <c:pt idx="11013">
                  <c:v>138.77542419433601</c:v>
                </c:pt>
                <c:pt idx="11014">
                  <c:v>138.77556254069</c:v>
                </c:pt>
                <c:pt idx="11015">
                  <c:v>138.775700887044</c:v>
                </c:pt>
                <c:pt idx="11016">
                  <c:v>138.77583923339799</c:v>
                </c:pt>
                <c:pt idx="11017">
                  <c:v>138.77597757975201</c:v>
                </c:pt>
                <c:pt idx="11018">
                  <c:v>138.776115926106</c:v>
                </c:pt>
                <c:pt idx="11019">
                  <c:v>138.77625427246099</c:v>
                </c:pt>
                <c:pt idx="11020">
                  <c:v>138.77639261881501</c:v>
                </c:pt>
                <c:pt idx="11021">
                  <c:v>138.776530965169</c:v>
                </c:pt>
                <c:pt idx="11022">
                  <c:v>138.77666931152299</c:v>
                </c:pt>
                <c:pt idx="11023">
                  <c:v>138.77680765787699</c:v>
                </c:pt>
                <c:pt idx="11024">
                  <c:v>138.77694600423101</c:v>
                </c:pt>
                <c:pt idx="11025">
                  <c:v>138.77708435058599</c:v>
                </c:pt>
                <c:pt idx="11026">
                  <c:v>138.77722269693999</c:v>
                </c:pt>
                <c:pt idx="11027">
                  <c:v>138.77736104329401</c:v>
                </c:pt>
                <c:pt idx="11028">
                  <c:v>138.777499389648</c:v>
                </c:pt>
                <c:pt idx="11029">
                  <c:v>138.77763773600199</c:v>
                </c:pt>
                <c:pt idx="11030">
                  <c:v>138.77777608235601</c:v>
                </c:pt>
                <c:pt idx="11031">
                  <c:v>138.777914428711</c:v>
                </c:pt>
                <c:pt idx="11032">
                  <c:v>138.77805277506499</c:v>
                </c:pt>
                <c:pt idx="11033">
                  <c:v>138.77819112141901</c:v>
                </c:pt>
                <c:pt idx="11034">
                  <c:v>138.77832946777301</c:v>
                </c:pt>
                <c:pt idx="11035">
                  <c:v>138.778467814127</c:v>
                </c:pt>
                <c:pt idx="11036">
                  <c:v>138.77860616048099</c:v>
                </c:pt>
                <c:pt idx="11037">
                  <c:v>138.77874450683601</c:v>
                </c:pt>
                <c:pt idx="11038">
                  <c:v>138.77888285319</c:v>
                </c:pt>
                <c:pt idx="11039">
                  <c:v>138.77902119954399</c:v>
                </c:pt>
                <c:pt idx="11040">
                  <c:v>138.77915954589801</c:v>
                </c:pt>
                <c:pt idx="11041">
                  <c:v>138.779297892252</c:v>
                </c:pt>
                <c:pt idx="11042">
                  <c:v>138.779436238606</c:v>
                </c:pt>
                <c:pt idx="11043">
                  <c:v>138.77957458496101</c:v>
                </c:pt>
                <c:pt idx="11044">
                  <c:v>138.779712931315</c:v>
                </c:pt>
                <c:pt idx="11045">
                  <c:v>138.779851277669</c:v>
                </c:pt>
                <c:pt idx="11046">
                  <c:v>138.77998962402299</c:v>
                </c:pt>
                <c:pt idx="11047">
                  <c:v>138.78012797037701</c:v>
                </c:pt>
                <c:pt idx="11048">
                  <c:v>138.780266316731</c:v>
                </c:pt>
                <c:pt idx="11049">
                  <c:v>138.78040466308599</c:v>
                </c:pt>
                <c:pt idx="11050">
                  <c:v>138.78054300944001</c:v>
                </c:pt>
                <c:pt idx="11051">
                  <c:v>138.780681355794</c:v>
                </c:pt>
                <c:pt idx="11052">
                  <c:v>138.78081970214799</c:v>
                </c:pt>
                <c:pt idx="11053">
                  <c:v>138.78095804850199</c:v>
                </c:pt>
                <c:pt idx="11054">
                  <c:v>138.78109639485601</c:v>
                </c:pt>
                <c:pt idx="11055">
                  <c:v>138.78123474121099</c:v>
                </c:pt>
                <c:pt idx="11056">
                  <c:v>138.78137308756499</c:v>
                </c:pt>
                <c:pt idx="11057">
                  <c:v>138.78151143391901</c:v>
                </c:pt>
                <c:pt idx="11058">
                  <c:v>138.781649780273</c:v>
                </c:pt>
                <c:pt idx="11059">
                  <c:v>138.78178812662699</c:v>
                </c:pt>
                <c:pt idx="11060">
                  <c:v>138.78192647298101</c:v>
                </c:pt>
                <c:pt idx="11061">
                  <c:v>138.782064819336</c:v>
                </c:pt>
                <c:pt idx="11062">
                  <c:v>138.78220316568999</c:v>
                </c:pt>
                <c:pt idx="11063">
                  <c:v>138.78234151204401</c:v>
                </c:pt>
                <c:pt idx="11064">
                  <c:v>138.78247985839801</c:v>
                </c:pt>
                <c:pt idx="11065">
                  <c:v>138.782618204752</c:v>
                </c:pt>
                <c:pt idx="11066">
                  <c:v>138.78275655110599</c:v>
                </c:pt>
                <c:pt idx="11067">
                  <c:v>138.78289489746101</c:v>
                </c:pt>
                <c:pt idx="11068">
                  <c:v>138.783033243815</c:v>
                </c:pt>
                <c:pt idx="11069">
                  <c:v>138.78317159016899</c:v>
                </c:pt>
                <c:pt idx="11070">
                  <c:v>138.78330993652301</c:v>
                </c:pt>
                <c:pt idx="11071">
                  <c:v>138.783448282877</c:v>
                </c:pt>
                <c:pt idx="11072">
                  <c:v>138.783586629231</c:v>
                </c:pt>
                <c:pt idx="11073">
                  <c:v>138.78372497558601</c:v>
                </c:pt>
                <c:pt idx="11074">
                  <c:v>138.78386332194</c:v>
                </c:pt>
                <c:pt idx="11075">
                  <c:v>138.784001668294</c:v>
                </c:pt>
                <c:pt idx="11076">
                  <c:v>138.78414001464799</c:v>
                </c:pt>
                <c:pt idx="11077">
                  <c:v>138.78427836100201</c:v>
                </c:pt>
                <c:pt idx="11078">
                  <c:v>138.784416707356</c:v>
                </c:pt>
                <c:pt idx="11079">
                  <c:v>138.78455505371099</c:v>
                </c:pt>
                <c:pt idx="11080">
                  <c:v>138.78469340006501</c:v>
                </c:pt>
                <c:pt idx="11081">
                  <c:v>138.784831746419</c:v>
                </c:pt>
                <c:pt idx="11082">
                  <c:v>138.78497009277299</c:v>
                </c:pt>
                <c:pt idx="11083">
                  <c:v>138.78510843912699</c:v>
                </c:pt>
                <c:pt idx="11084">
                  <c:v>138.78524678548101</c:v>
                </c:pt>
                <c:pt idx="11085">
                  <c:v>138.78538513183599</c:v>
                </c:pt>
                <c:pt idx="11086">
                  <c:v>138.78552347818999</c:v>
                </c:pt>
                <c:pt idx="11087">
                  <c:v>138.78566182454401</c:v>
                </c:pt>
                <c:pt idx="11088">
                  <c:v>138.785800170898</c:v>
                </c:pt>
                <c:pt idx="11089">
                  <c:v>138.78593851725199</c:v>
                </c:pt>
                <c:pt idx="11090">
                  <c:v>138.78607686360601</c:v>
                </c:pt>
                <c:pt idx="11091">
                  <c:v>138.786215209961</c:v>
                </c:pt>
                <c:pt idx="11092">
                  <c:v>138.78635355631499</c:v>
                </c:pt>
                <c:pt idx="11093">
                  <c:v>138.78649190266901</c:v>
                </c:pt>
                <c:pt idx="11094">
                  <c:v>138.78663024902301</c:v>
                </c:pt>
                <c:pt idx="11095">
                  <c:v>138.786768595377</c:v>
                </c:pt>
                <c:pt idx="11096">
                  <c:v>138.78690694173099</c:v>
                </c:pt>
                <c:pt idx="11097">
                  <c:v>138.78704528808601</c:v>
                </c:pt>
                <c:pt idx="11098">
                  <c:v>138.78718363444</c:v>
                </c:pt>
                <c:pt idx="11099">
                  <c:v>138.78732198079399</c:v>
                </c:pt>
                <c:pt idx="11100">
                  <c:v>138.78746032714801</c:v>
                </c:pt>
                <c:pt idx="11101">
                  <c:v>138.787587331136</c:v>
                </c:pt>
                <c:pt idx="11102">
                  <c:v>138.78771433512301</c:v>
                </c:pt>
                <c:pt idx="11103">
                  <c:v>138.787841339111</c:v>
                </c:pt>
                <c:pt idx="11104">
                  <c:v>138.78796834309901</c:v>
                </c:pt>
                <c:pt idx="11105">
                  <c:v>138.788095347086</c:v>
                </c:pt>
                <c:pt idx="11106">
                  <c:v>138.78822235107401</c:v>
                </c:pt>
                <c:pt idx="11107">
                  <c:v>138.788349355061</c:v>
                </c:pt>
                <c:pt idx="11108">
                  <c:v>138.78847635904901</c:v>
                </c:pt>
                <c:pt idx="11109">
                  <c:v>138.788603363037</c:v>
                </c:pt>
                <c:pt idx="11110">
                  <c:v>138.78873036702399</c:v>
                </c:pt>
                <c:pt idx="11111">
                  <c:v>138.788857371012</c:v>
                </c:pt>
                <c:pt idx="11112">
                  <c:v>138.78898437500001</c:v>
                </c:pt>
                <c:pt idx="11113">
                  <c:v>138.789111378987</c:v>
                </c:pt>
                <c:pt idx="11114">
                  <c:v>138.78923838297499</c:v>
                </c:pt>
                <c:pt idx="11115">
                  <c:v>138.789365386962</c:v>
                </c:pt>
                <c:pt idx="11116">
                  <c:v>138.78949239094999</c:v>
                </c:pt>
                <c:pt idx="11117">
                  <c:v>138.789619394938</c:v>
                </c:pt>
                <c:pt idx="11118">
                  <c:v>138.78974639892499</c:v>
                </c:pt>
                <c:pt idx="11119">
                  <c:v>138.789873402913</c:v>
                </c:pt>
                <c:pt idx="11120">
                  <c:v>138.79000040690099</c:v>
                </c:pt>
                <c:pt idx="11121">
                  <c:v>138.790127410888</c:v>
                </c:pt>
                <c:pt idx="11122">
                  <c:v>138.79025441487599</c:v>
                </c:pt>
                <c:pt idx="11123">
                  <c:v>138.790381418864</c:v>
                </c:pt>
                <c:pt idx="11124">
                  <c:v>138.79050842285099</c:v>
                </c:pt>
                <c:pt idx="11125">
                  <c:v>138.790635426839</c:v>
                </c:pt>
                <c:pt idx="11126">
                  <c:v>138.79076243082599</c:v>
                </c:pt>
                <c:pt idx="11127">
                  <c:v>138.79088943481401</c:v>
                </c:pt>
                <c:pt idx="11128">
                  <c:v>138.79101643880199</c:v>
                </c:pt>
                <c:pt idx="11129">
                  <c:v>138.79114344278901</c:v>
                </c:pt>
                <c:pt idx="11130">
                  <c:v>138.79127044677699</c:v>
                </c:pt>
                <c:pt idx="11131">
                  <c:v>138.791397450765</c:v>
                </c:pt>
                <c:pt idx="11132">
                  <c:v>138.79152445475199</c:v>
                </c:pt>
                <c:pt idx="11133">
                  <c:v>138.79165145874001</c:v>
                </c:pt>
                <c:pt idx="11134">
                  <c:v>138.791778462727</c:v>
                </c:pt>
                <c:pt idx="11135">
                  <c:v>138.79190546671501</c:v>
                </c:pt>
                <c:pt idx="11136">
                  <c:v>138.79203247070299</c:v>
                </c:pt>
                <c:pt idx="11137">
                  <c:v>138.79215947469001</c:v>
                </c:pt>
                <c:pt idx="11138">
                  <c:v>138.79228647867799</c:v>
                </c:pt>
                <c:pt idx="11139">
                  <c:v>138.79241348266601</c:v>
                </c:pt>
                <c:pt idx="11140">
                  <c:v>138.792540486653</c:v>
                </c:pt>
                <c:pt idx="11141">
                  <c:v>138.79266749064101</c:v>
                </c:pt>
                <c:pt idx="11142">
                  <c:v>138.792794494628</c:v>
                </c:pt>
                <c:pt idx="11143">
                  <c:v>138.79292149861601</c:v>
                </c:pt>
                <c:pt idx="11144">
                  <c:v>138.79304850260399</c:v>
                </c:pt>
                <c:pt idx="11145">
                  <c:v>138.79317550659101</c:v>
                </c:pt>
                <c:pt idx="11146">
                  <c:v>138.793302510579</c:v>
                </c:pt>
                <c:pt idx="11147">
                  <c:v>138.79342951456701</c:v>
                </c:pt>
                <c:pt idx="11148">
                  <c:v>138.793556518554</c:v>
                </c:pt>
                <c:pt idx="11149">
                  <c:v>138.79368352254201</c:v>
                </c:pt>
                <c:pt idx="11150">
                  <c:v>138.79381052653</c:v>
                </c:pt>
                <c:pt idx="11151">
                  <c:v>138.79393753051701</c:v>
                </c:pt>
                <c:pt idx="11152">
                  <c:v>138.794064534505</c:v>
                </c:pt>
                <c:pt idx="11153">
                  <c:v>138.79419153849199</c:v>
                </c:pt>
                <c:pt idx="11154">
                  <c:v>138.79431854248</c:v>
                </c:pt>
                <c:pt idx="11155">
                  <c:v>138.79444554646801</c:v>
                </c:pt>
                <c:pt idx="11156">
                  <c:v>138.794572550455</c:v>
                </c:pt>
                <c:pt idx="11157">
                  <c:v>138.79469955444301</c:v>
                </c:pt>
                <c:pt idx="11158">
                  <c:v>138.794826558431</c:v>
                </c:pt>
                <c:pt idx="11159">
                  <c:v>138.79495356241799</c:v>
                </c:pt>
                <c:pt idx="11160">
                  <c:v>138.795080566406</c:v>
                </c:pt>
                <c:pt idx="11161">
                  <c:v>138.79520757039299</c:v>
                </c:pt>
                <c:pt idx="11162">
                  <c:v>138.795334574381</c:v>
                </c:pt>
                <c:pt idx="11163">
                  <c:v>138.79546157836899</c:v>
                </c:pt>
                <c:pt idx="11164">
                  <c:v>138.795588582356</c:v>
                </c:pt>
                <c:pt idx="11165">
                  <c:v>138.79571558634399</c:v>
                </c:pt>
                <c:pt idx="11166">
                  <c:v>138.795842590332</c:v>
                </c:pt>
                <c:pt idx="11167">
                  <c:v>138.79596959431899</c:v>
                </c:pt>
                <c:pt idx="11168">
                  <c:v>138.796096598307</c:v>
                </c:pt>
                <c:pt idx="11169">
                  <c:v>138.79622360229399</c:v>
                </c:pt>
                <c:pt idx="11170">
                  <c:v>138.796350606282</c:v>
                </c:pt>
                <c:pt idx="11171">
                  <c:v>138.79647761026999</c:v>
                </c:pt>
                <c:pt idx="11172">
                  <c:v>138.79660461425701</c:v>
                </c:pt>
                <c:pt idx="11173">
                  <c:v>138.79673161824499</c:v>
                </c:pt>
                <c:pt idx="11174">
                  <c:v>138.796858622233</c:v>
                </c:pt>
                <c:pt idx="11175">
                  <c:v>138.79698562621999</c:v>
                </c:pt>
                <c:pt idx="11176">
                  <c:v>138.79711263020801</c:v>
                </c:pt>
                <c:pt idx="11177">
                  <c:v>138.79723963419599</c:v>
                </c:pt>
                <c:pt idx="11178">
                  <c:v>138.79736663818301</c:v>
                </c:pt>
                <c:pt idx="11179">
                  <c:v>138.79749364217099</c:v>
                </c:pt>
                <c:pt idx="11180">
                  <c:v>138.79762064615801</c:v>
                </c:pt>
                <c:pt idx="11181">
                  <c:v>138.79774765014599</c:v>
                </c:pt>
                <c:pt idx="11182">
                  <c:v>138.79787465413401</c:v>
                </c:pt>
                <c:pt idx="11183">
                  <c:v>138.798001658121</c:v>
                </c:pt>
                <c:pt idx="11184">
                  <c:v>138.79812866210901</c:v>
                </c:pt>
                <c:pt idx="11185">
                  <c:v>138.79825566609699</c:v>
                </c:pt>
                <c:pt idx="11186">
                  <c:v>138.79838267008401</c:v>
                </c:pt>
                <c:pt idx="11187">
                  <c:v>138.79850967407199</c:v>
                </c:pt>
                <c:pt idx="11188">
                  <c:v>138.79863667805901</c:v>
                </c:pt>
                <c:pt idx="11189">
                  <c:v>138.798763682047</c:v>
                </c:pt>
                <c:pt idx="11190">
                  <c:v>138.79889068603501</c:v>
                </c:pt>
                <c:pt idx="11191">
                  <c:v>138.799017690022</c:v>
                </c:pt>
                <c:pt idx="11192">
                  <c:v>138.79914469401001</c:v>
                </c:pt>
                <c:pt idx="11193">
                  <c:v>138.79927169799799</c:v>
                </c:pt>
                <c:pt idx="11194">
                  <c:v>138.79939870198501</c:v>
                </c:pt>
                <c:pt idx="11195">
                  <c:v>138.799525705973</c:v>
                </c:pt>
                <c:pt idx="11196">
                  <c:v>138.79965270996101</c:v>
                </c:pt>
                <c:pt idx="11197">
                  <c:v>138.799779713948</c:v>
                </c:pt>
                <c:pt idx="11198">
                  <c:v>138.79990671793601</c:v>
                </c:pt>
                <c:pt idx="11199">
                  <c:v>138.800033721923</c:v>
                </c:pt>
                <c:pt idx="11200">
                  <c:v>138.80016072591101</c:v>
                </c:pt>
                <c:pt idx="11201">
                  <c:v>138.800287729899</c:v>
                </c:pt>
                <c:pt idx="11202">
                  <c:v>138.80041473388599</c:v>
                </c:pt>
                <c:pt idx="11203">
                  <c:v>138.800541737874</c:v>
                </c:pt>
                <c:pt idx="11204">
                  <c:v>138.80066874186201</c:v>
                </c:pt>
                <c:pt idx="11205">
                  <c:v>138.800795745849</c:v>
                </c:pt>
                <c:pt idx="11206">
                  <c:v>138.80092274983701</c:v>
                </c:pt>
                <c:pt idx="11207">
                  <c:v>138.801049753824</c:v>
                </c:pt>
                <c:pt idx="11208">
                  <c:v>138.80117675781199</c:v>
                </c:pt>
                <c:pt idx="11209">
                  <c:v>138.8013037618</c:v>
                </c:pt>
                <c:pt idx="11210">
                  <c:v>138.80143076578699</c:v>
                </c:pt>
                <c:pt idx="11211">
                  <c:v>138.801557769775</c:v>
                </c:pt>
                <c:pt idx="11212">
                  <c:v>138.80168477376299</c:v>
                </c:pt>
                <c:pt idx="11213">
                  <c:v>138.80181177775</c:v>
                </c:pt>
                <c:pt idx="11214">
                  <c:v>138.80193878173799</c:v>
                </c:pt>
                <c:pt idx="11215">
                  <c:v>138.80206578572501</c:v>
                </c:pt>
                <c:pt idx="11216">
                  <c:v>138.80219278971299</c:v>
                </c:pt>
                <c:pt idx="11217">
                  <c:v>138.802319793701</c:v>
                </c:pt>
                <c:pt idx="11218">
                  <c:v>138.80244679768799</c:v>
                </c:pt>
                <c:pt idx="11219">
                  <c:v>138.802573801676</c:v>
                </c:pt>
                <c:pt idx="11220">
                  <c:v>138.80270080566399</c:v>
                </c:pt>
                <c:pt idx="11221">
                  <c:v>138.80282780965101</c:v>
                </c:pt>
                <c:pt idx="11222">
                  <c:v>138.80295481363899</c:v>
                </c:pt>
                <c:pt idx="11223">
                  <c:v>138.803081817627</c:v>
                </c:pt>
                <c:pt idx="11224">
                  <c:v>138.80320882161399</c:v>
                </c:pt>
                <c:pt idx="11225">
                  <c:v>138.80333582560201</c:v>
                </c:pt>
                <c:pt idx="11226">
                  <c:v>138.80346282958899</c:v>
                </c:pt>
                <c:pt idx="11227">
                  <c:v>138.80358983357701</c:v>
                </c:pt>
                <c:pt idx="11228">
                  <c:v>138.80371683756499</c:v>
                </c:pt>
                <c:pt idx="11229">
                  <c:v>138.80384384155201</c:v>
                </c:pt>
                <c:pt idx="11230">
                  <c:v>138.80397084553999</c:v>
                </c:pt>
                <c:pt idx="11231">
                  <c:v>138.80409784952801</c:v>
                </c:pt>
                <c:pt idx="11232">
                  <c:v>138.804224853515</c:v>
                </c:pt>
                <c:pt idx="11233">
                  <c:v>138.80435185750301</c:v>
                </c:pt>
                <c:pt idx="11234">
                  <c:v>138.80447886149</c:v>
                </c:pt>
                <c:pt idx="11235">
                  <c:v>138.80460586547801</c:v>
                </c:pt>
                <c:pt idx="11236">
                  <c:v>138.80473286946599</c:v>
                </c:pt>
                <c:pt idx="11237">
                  <c:v>138.80485987345301</c:v>
                </c:pt>
                <c:pt idx="11238">
                  <c:v>138.804986877441</c:v>
                </c:pt>
                <c:pt idx="11239">
                  <c:v>138.80511388142901</c:v>
                </c:pt>
                <c:pt idx="11240">
                  <c:v>138.805240885416</c:v>
                </c:pt>
                <c:pt idx="11241">
                  <c:v>138.80536788940401</c:v>
                </c:pt>
                <c:pt idx="11242">
                  <c:v>138.805494893391</c:v>
                </c:pt>
                <c:pt idx="11243">
                  <c:v>138.80562189737901</c:v>
                </c:pt>
                <c:pt idx="11244">
                  <c:v>138.805748901367</c:v>
                </c:pt>
                <c:pt idx="11245">
                  <c:v>138.80587590535399</c:v>
                </c:pt>
                <c:pt idx="11246">
                  <c:v>138.806002909342</c:v>
                </c:pt>
                <c:pt idx="11247">
                  <c:v>138.80612991333001</c:v>
                </c:pt>
                <c:pt idx="11248">
                  <c:v>138.806256917317</c:v>
                </c:pt>
                <c:pt idx="11249">
                  <c:v>138.80638392130501</c:v>
                </c:pt>
                <c:pt idx="11250">
                  <c:v>138.806510925293</c:v>
                </c:pt>
                <c:pt idx="11251">
                  <c:v>138.80663792927999</c:v>
                </c:pt>
                <c:pt idx="11252">
                  <c:v>138.806764933268</c:v>
                </c:pt>
                <c:pt idx="11253">
                  <c:v>138.80689193725499</c:v>
                </c:pt>
                <c:pt idx="11254">
                  <c:v>138.807018941243</c:v>
                </c:pt>
                <c:pt idx="11255">
                  <c:v>138.80714594523101</c:v>
                </c:pt>
                <c:pt idx="11256">
                  <c:v>138.807272949218</c:v>
                </c:pt>
                <c:pt idx="11257">
                  <c:v>138.80739995320599</c:v>
                </c:pt>
                <c:pt idx="11258">
                  <c:v>138.807526957194</c:v>
                </c:pt>
                <c:pt idx="11259">
                  <c:v>138.80765396118099</c:v>
                </c:pt>
                <c:pt idx="11260">
                  <c:v>138.807780965169</c:v>
                </c:pt>
                <c:pt idx="11261">
                  <c:v>138.80790796915599</c:v>
                </c:pt>
                <c:pt idx="11262">
                  <c:v>138.808034973144</c:v>
                </c:pt>
                <c:pt idx="11263">
                  <c:v>138.80816197713199</c:v>
                </c:pt>
                <c:pt idx="11264">
                  <c:v>138.80828898111901</c:v>
                </c:pt>
                <c:pt idx="11265">
                  <c:v>138.80841598510699</c:v>
                </c:pt>
                <c:pt idx="11266">
                  <c:v>138.808542989095</c:v>
                </c:pt>
                <c:pt idx="11267">
                  <c:v>138.80866999308199</c:v>
                </c:pt>
                <c:pt idx="11268">
                  <c:v>138.80879699707</c:v>
                </c:pt>
                <c:pt idx="11269">
                  <c:v>138.80892400105699</c:v>
                </c:pt>
                <c:pt idx="11270">
                  <c:v>138.80905100504501</c:v>
                </c:pt>
                <c:pt idx="11271">
                  <c:v>138.80917800903299</c:v>
                </c:pt>
                <c:pt idx="11272">
                  <c:v>138.80930501302001</c:v>
                </c:pt>
                <c:pt idx="11273">
                  <c:v>138.80943201700799</c:v>
                </c:pt>
                <c:pt idx="11274">
                  <c:v>138.80955902099601</c:v>
                </c:pt>
                <c:pt idx="11275">
                  <c:v>138.80968602498299</c:v>
                </c:pt>
                <c:pt idx="11276">
                  <c:v>138.80981302897101</c:v>
                </c:pt>
                <c:pt idx="11277">
                  <c:v>138.80994003295899</c:v>
                </c:pt>
                <c:pt idx="11278">
                  <c:v>138.81006703694601</c:v>
                </c:pt>
                <c:pt idx="11279">
                  <c:v>138.81019404093399</c:v>
                </c:pt>
                <c:pt idx="11280">
                  <c:v>138.81032104492101</c:v>
                </c:pt>
                <c:pt idx="11281">
                  <c:v>138.810448048909</c:v>
                </c:pt>
                <c:pt idx="11282">
                  <c:v>138.81057505289701</c:v>
                </c:pt>
                <c:pt idx="11283">
                  <c:v>138.810702056884</c:v>
                </c:pt>
                <c:pt idx="11284">
                  <c:v>138.81082906087201</c:v>
                </c:pt>
                <c:pt idx="11285">
                  <c:v>138.81095606485999</c:v>
                </c:pt>
                <c:pt idx="11286">
                  <c:v>138.81108306884701</c:v>
                </c:pt>
                <c:pt idx="11287">
                  <c:v>138.811210072835</c:v>
                </c:pt>
                <c:pt idx="11288">
                  <c:v>138.81133707682201</c:v>
                </c:pt>
                <c:pt idx="11289">
                  <c:v>138.81146408081</c:v>
                </c:pt>
                <c:pt idx="11290">
                  <c:v>138.81159108479801</c:v>
                </c:pt>
                <c:pt idx="11291">
                  <c:v>138.811718088785</c:v>
                </c:pt>
                <c:pt idx="11292">
                  <c:v>138.81184509277301</c:v>
                </c:pt>
                <c:pt idx="11293">
                  <c:v>138.811972096761</c:v>
                </c:pt>
                <c:pt idx="11294">
                  <c:v>138.81209910074799</c:v>
                </c:pt>
                <c:pt idx="11295">
                  <c:v>138.812226104736</c:v>
                </c:pt>
                <c:pt idx="11296">
                  <c:v>138.81235310872299</c:v>
                </c:pt>
                <c:pt idx="11297">
                  <c:v>138.812480112711</c:v>
                </c:pt>
                <c:pt idx="11298">
                  <c:v>138.81260711669901</c:v>
                </c:pt>
                <c:pt idx="11299">
                  <c:v>138.812734120686</c:v>
                </c:pt>
                <c:pt idx="11300">
                  <c:v>138.81286112467399</c:v>
                </c:pt>
                <c:pt idx="11301">
                  <c:v>138.812988128662</c:v>
                </c:pt>
                <c:pt idx="11302">
                  <c:v>138.81311513264899</c:v>
                </c:pt>
                <c:pt idx="11303">
                  <c:v>138.813242136637</c:v>
                </c:pt>
                <c:pt idx="11304">
                  <c:v>138.81336914062501</c:v>
                </c:pt>
                <c:pt idx="11305">
                  <c:v>138.813496144612</c:v>
                </c:pt>
                <c:pt idx="11306">
                  <c:v>138.81362314859999</c:v>
                </c:pt>
                <c:pt idx="11307">
                  <c:v>138.81375015258701</c:v>
                </c:pt>
                <c:pt idx="11308">
                  <c:v>138.81387715657499</c:v>
                </c:pt>
                <c:pt idx="11309">
                  <c:v>138.814004160563</c:v>
                </c:pt>
                <c:pt idx="11310">
                  <c:v>138.81413116454999</c:v>
                </c:pt>
                <c:pt idx="11311">
                  <c:v>138.814258168538</c:v>
                </c:pt>
                <c:pt idx="11312">
                  <c:v>138.81438517252599</c:v>
                </c:pt>
                <c:pt idx="11313">
                  <c:v>138.81451217651301</c:v>
                </c:pt>
                <c:pt idx="11314">
                  <c:v>138.81463918050099</c:v>
                </c:pt>
                <c:pt idx="11315">
                  <c:v>138.81476618448801</c:v>
                </c:pt>
                <c:pt idx="11316">
                  <c:v>138.81489318847599</c:v>
                </c:pt>
                <c:pt idx="11317">
                  <c:v>138.815020192464</c:v>
                </c:pt>
                <c:pt idx="11318">
                  <c:v>138.81514719645099</c:v>
                </c:pt>
                <c:pt idx="11319">
                  <c:v>138.81527420043901</c:v>
                </c:pt>
                <c:pt idx="11320">
                  <c:v>138.81540120442699</c:v>
                </c:pt>
                <c:pt idx="11321">
                  <c:v>138.81552820841401</c:v>
                </c:pt>
                <c:pt idx="11322">
                  <c:v>138.81565521240199</c:v>
                </c:pt>
                <c:pt idx="11323">
                  <c:v>138.81578221639001</c:v>
                </c:pt>
                <c:pt idx="11324">
                  <c:v>138.81590922037699</c:v>
                </c:pt>
                <c:pt idx="11325">
                  <c:v>138.81603622436501</c:v>
                </c:pt>
                <c:pt idx="11326">
                  <c:v>138.816163228352</c:v>
                </c:pt>
                <c:pt idx="11327">
                  <c:v>138.81629023234001</c:v>
                </c:pt>
                <c:pt idx="11328">
                  <c:v>138.81641723632799</c:v>
                </c:pt>
                <c:pt idx="11329">
                  <c:v>138.81654424031501</c:v>
                </c:pt>
                <c:pt idx="11330">
                  <c:v>138.816671244303</c:v>
                </c:pt>
                <c:pt idx="11331">
                  <c:v>138.81679824829101</c:v>
                </c:pt>
                <c:pt idx="11332">
                  <c:v>138.816925252278</c:v>
                </c:pt>
                <c:pt idx="11333">
                  <c:v>138.81705225626601</c:v>
                </c:pt>
                <c:pt idx="11334">
                  <c:v>138.817179260253</c:v>
                </c:pt>
                <c:pt idx="11335">
                  <c:v>138.81730626424101</c:v>
                </c:pt>
                <c:pt idx="11336">
                  <c:v>138.817433268229</c:v>
                </c:pt>
                <c:pt idx="11337">
                  <c:v>138.81756027221601</c:v>
                </c:pt>
                <c:pt idx="11338">
                  <c:v>138.817687276204</c:v>
                </c:pt>
                <c:pt idx="11339">
                  <c:v>138.81781428019201</c:v>
                </c:pt>
                <c:pt idx="11340">
                  <c:v>138.817941284179</c:v>
                </c:pt>
                <c:pt idx="11341">
                  <c:v>138.81806828816701</c:v>
                </c:pt>
                <c:pt idx="11342">
                  <c:v>138.818195292154</c:v>
                </c:pt>
                <c:pt idx="11343">
                  <c:v>138.81832229614199</c:v>
                </c:pt>
                <c:pt idx="11344">
                  <c:v>138.81844930013</c:v>
                </c:pt>
                <c:pt idx="11345">
                  <c:v>138.81857630411699</c:v>
                </c:pt>
                <c:pt idx="11346">
                  <c:v>138.818703308105</c:v>
                </c:pt>
                <c:pt idx="11347">
                  <c:v>138.81883031209301</c:v>
                </c:pt>
                <c:pt idx="11348">
                  <c:v>138.81895731608</c:v>
                </c:pt>
                <c:pt idx="11349">
                  <c:v>138.81908432006799</c:v>
                </c:pt>
                <c:pt idx="11350">
                  <c:v>138.819211324056</c:v>
                </c:pt>
                <c:pt idx="11351">
                  <c:v>138.81933832804299</c:v>
                </c:pt>
                <c:pt idx="11352">
                  <c:v>138.819465332031</c:v>
                </c:pt>
                <c:pt idx="11353">
                  <c:v>138.81959233601799</c:v>
                </c:pt>
                <c:pt idx="11354">
                  <c:v>138.819719340006</c:v>
                </c:pt>
                <c:pt idx="11355">
                  <c:v>138.81984634399399</c:v>
                </c:pt>
                <c:pt idx="11356">
                  <c:v>138.819973347981</c:v>
                </c:pt>
                <c:pt idx="11357">
                  <c:v>138.82010035196899</c:v>
                </c:pt>
                <c:pt idx="11358">
                  <c:v>138.820227355957</c:v>
                </c:pt>
                <c:pt idx="11359">
                  <c:v>138.82035435994399</c:v>
                </c:pt>
                <c:pt idx="11360">
                  <c:v>138.820481363932</c:v>
                </c:pt>
                <c:pt idx="11361">
                  <c:v>138.82060836791899</c:v>
                </c:pt>
                <c:pt idx="11362">
                  <c:v>138.82073537190701</c:v>
                </c:pt>
                <c:pt idx="11363">
                  <c:v>138.82086237589499</c:v>
                </c:pt>
                <c:pt idx="11364">
                  <c:v>138.82098937988201</c:v>
                </c:pt>
                <c:pt idx="11365">
                  <c:v>138.82111638386999</c:v>
                </c:pt>
                <c:pt idx="11366">
                  <c:v>138.821243387858</c:v>
                </c:pt>
                <c:pt idx="11367">
                  <c:v>138.82137039184499</c:v>
                </c:pt>
                <c:pt idx="11368">
                  <c:v>138.82149739583301</c:v>
                </c:pt>
                <c:pt idx="11369">
                  <c:v>138.82162439982</c:v>
                </c:pt>
                <c:pt idx="11370">
                  <c:v>138.82175140380801</c:v>
                </c:pt>
                <c:pt idx="11371">
                  <c:v>138.82187840779599</c:v>
                </c:pt>
                <c:pt idx="11372">
                  <c:v>138.82200541178301</c:v>
                </c:pt>
                <c:pt idx="11373">
                  <c:v>138.82213241577099</c:v>
                </c:pt>
                <c:pt idx="11374">
                  <c:v>138.82225941975901</c:v>
                </c:pt>
                <c:pt idx="11375">
                  <c:v>138.822386423746</c:v>
                </c:pt>
                <c:pt idx="11376">
                  <c:v>138.82251342773401</c:v>
                </c:pt>
                <c:pt idx="11377">
                  <c:v>138.82264043172199</c:v>
                </c:pt>
                <c:pt idx="11378">
                  <c:v>138.82276743570901</c:v>
                </c:pt>
                <c:pt idx="11379">
                  <c:v>138.822894439697</c:v>
                </c:pt>
                <c:pt idx="11380">
                  <c:v>138.82302144368401</c:v>
                </c:pt>
                <c:pt idx="11381">
                  <c:v>138.823148447672</c:v>
                </c:pt>
                <c:pt idx="11382">
                  <c:v>138.82327545166001</c:v>
                </c:pt>
                <c:pt idx="11383">
                  <c:v>138.823402455647</c:v>
                </c:pt>
                <c:pt idx="11384">
                  <c:v>138.82352945963501</c:v>
                </c:pt>
                <c:pt idx="11385">
                  <c:v>138.823656463623</c:v>
                </c:pt>
                <c:pt idx="11386">
                  <c:v>138.82378346761001</c:v>
                </c:pt>
                <c:pt idx="11387">
                  <c:v>138.823910471598</c:v>
                </c:pt>
                <c:pt idx="11388">
                  <c:v>138.82403747558499</c:v>
                </c:pt>
                <c:pt idx="11389">
                  <c:v>138.824164479573</c:v>
                </c:pt>
                <c:pt idx="11390">
                  <c:v>138.82429148356101</c:v>
                </c:pt>
                <c:pt idx="11391">
                  <c:v>138.824418487548</c:v>
                </c:pt>
                <c:pt idx="11392">
                  <c:v>138.82454549153601</c:v>
                </c:pt>
                <c:pt idx="11393">
                  <c:v>138.824672495524</c:v>
                </c:pt>
                <c:pt idx="11394">
                  <c:v>138.82479949951099</c:v>
                </c:pt>
                <c:pt idx="11395">
                  <c:v>138.824926503499</c:v>
                </c:pt>
                <c:pt idx="11396">
                  <c:v>138.82505350748599</c:v>
                </c:pt>
                <c:pt idx="11397">
                  <c:v>138.825180511474</c:v>
                </c:pt>
                <c:pt idx="11398">
                  <c:v>138.82530751546199</c:v>
                </c:pt>
                <c:pt idx="11399">
                  <c:v>138.825434519449</c:v>
                </c:pt>
                <c:pt idx="11400">
                  <c:v>138.82556152343699</c:v>
                </c:pt>
                <c:pt idx="11401">
                  <c:v>138.825678354899</c:v>
                </c:pt>
                <c:pt idx="11402">
                  <c:v>138.82579518636001</c:v>
                </c:pt>
                <c:pt idx="11403">
                  <c:v>138.82591201782199</c:v>
                </c:pt>
                <c:pt idx="11404">
                  <c:v>138.82602884928301</c:v>
                </c:pt>
                <c:pt idx="11405">
                  <c:v>138.82614568074499</c:v>
                </c:pt>
                <c:pt idx="11406">
                  <c:v>138.82626251220699</c:v>
                </c:pt>
                <c:pt idx="11407">
                  <c:v>138.82637934366801</c:v>
                </c:pt>
                <c:pt idx="11408">
                  <c:v>138.82649617512999</c:v>
                </c:pt>
                <c:pt idx="11409">
                  <c:v>138.826613006591</c:v>
                </c:pt>
                <c:pt idx="11410">
                  <c:v>138.82672983805301</c:v>
                </c:pt>
                <c:pt idx="11411">
                  <c:v>138.826846669514</c:v>
                </c:pt>
                <c:pt idx="11412">
                  <c:v>138.82696350097601</c:v>
                </c:pt>
                <c:pt idx="11413">
                  <c:v>138.82708033243799</c:v>
                </c:pt>
                <c:pt idx="11414">
                  <c:v>138.827197163899</c:v>
                </c:pt>
                <c:pt idx="11415">
                  <c:v>138.82731399536101</c:v>
                </c:pt>
                <c:pt idx="11416">
                  <c:v>138.827430826822</c:v>
                </c:pt>
                <c:pt idx="11417">
                  <c:v>138.827547658284</c:v>
                </c:pt>
                <c:pt idx="11418">
                  <c:v>138.82766448974601</c:v>
                </c:pt>
                <c:pt idx="11419">
                  <c:v>138.827781321207</c:v>
                </c:pt>
                <c:pt idx="11420">
                  <c:v>138.82789815266901</c:v>
                </c:pt>
                <c:pt idx="11421">
                  <c:v>138.82801498412999</c:v>
                </c:pt>
                <c:pt idx="11422">
                  <c:v>138.828131815592</c:v>
                </c:pt>
                <c:pt idx="11423">
                  <c:v>138.82824864705401</c:v>
                </c:pt>
                <c:pt idx="11424">
                  <c:v>138.828365478515</c:v>
                </c:pt>
                <c:pt idx="11425">
                  <c:v>138.82848230997701</c:v>
                </c:pt>
                <c:pt idx="11426">
                  <c:v>138.82859914143799</c:v>
                </c:pt>
                <c:pt idx="11427">
                  <c:v>138.8287159729</c:v>
                </c:pt>
                <c:pt idx="11428">
                  <c:v>138.82883280436201</c:v>
                </c:pt>
                <c:pt idx="11429">
                  <c:v>138.82894963582299</c:v>
                </c:pt>
                <c:pt idx="11430">
                  <c:v>138.829066467285</c:v>
                </c:pt>
                <c:pt idx="11431">
                  <c:v>138.82918329874599</c:v>
                </c:pt>
                <c:pt idx="11432">
                  <c:v>138.829300130208</c:v>
                </c:pt>
                <c:pt idx="11433">
                  <c:v>138.82941696166901</c:v>
                </c:pt>
                <c:pt idx="11434">
                  <c:v>138.82953379313099</c:v>
                </c:pt>
                <c:pt idx="11435">
                  <c:v>138.829650624593</c:v>
                </c:pt>
                <c:pt idx="11436">
                  <c:v>138.82976745605399</c:v>
                </c:pt>
                <c:pt idx="11437">
                  <c:v>138.82988428751599</c:v>
                </c:pt>
                <c:pt idx="11438">
                  <c:v>138.83000111897701</c:v>
                </c:pt>
                <c:pt idx="11439">
                  <c:v>138.83011795043899</c:v>
                </c:pt>
                <c:pt idx="11440">
                  <c:v>138.830234781901</c:v>
                </c:pt>
                <c:pt idx="11441">
                  <c:v>138.83035161336201</c:v>
                </c:pt>
                <c:pt idx="11442">
                  <c:v>138.83046844482399</c:v>
                </c:pt>
                <c:pt idx="11443">
                  <c:v>138.83058527628501</c:v>
                </c:pt>
                <c:pt idx="11444">
                  <c:v>138.83070210774699</c:v>
                </c:pt>
                <c:pt idx="11445">
                  <c:v>138.830818939209</c:v>
                </c:pt>
                <c:pt idx="11446">
                  <c:v>138.83093577067001</c:v>
                </c:pt>
                <c:pt idx="11447">
                  <c:v>138.83105260213199</c:v>
                </c:pt>
                <c:pt idx="11448">
                  <c:v>138.831169433593</c:v>
                </c:pt>
                <c:pt idx="11449">
                  <c:v>138.83128626505501</c:v>
                </c:pt>
                <c:pt idx="11450">
                  <c:v>138.83140309651699</c:v>
                </c:pt>
                <c:pt idx="11451">
                  <c:v>138.83151992797801</c:v>
                </c:pt>
                <c:pt idx="11452">
                  <c:v>138.83163675943999</c:v>
                </c:pt>
                <c:pt idx="11453">
                  <c:v>138.831753590901</c:v>
                </c:pt>
                <c:pt idx="11454">
                  <c:v>138.83187042236301</c:v>
                </c:pt>
                <c:pt idx="11455">
                  <c:v>138.831987253824</c:v>
                </c:pt>
                <c:pt idx="11456">
                  <c:v>138.83210408528601</c:v>
                </c:pt>
                <c:pt idx="11457">
                  <c:v>138.83222091674801</c:v>
                </c:pt>
                <c:pt idx="11458">
                  <c:v>138.832337748209</c:v>
                </c:pt>
                <c:pt idx="11459">
                  <c:v>138.83245457967101</c:v>
                </c:pt>
                <c:pt idx="11460">
                  <c:v>138.83257141113199</c:v>
                </c:pt>
                <c:pt idx="11461">
                  <c:v>138.832688242594</c:v>
                </c:pt>
                <c:pt idx="11462">
                  <c:v>138.83280507405601</c:v>
                </c:pt>
                <c:pt idx="11463">
                  <c:v>138.832921905517</c:v>
                </c:pt>
                <c:pt idx="11464">
                  <c:v>138.83303873697901</c:v>
                </c:pt>
                <c:pt idx="11465">
                  <c:v>138.83315556843999</c:v>
                </c:pt>
                <c:pt idx="11466">
                  <c:v>138.833272399902</c:v>
                </c:pt>
                <c:pt idx="11467">
                  <c:v>138.83338923136401</c:v>
                </c:pt>
                <c:pt idx="11468">
                  <c:v>138.83350606282499</c:v>
                </c:pt>
                <c:pt idx="11469">
                  <c:v>138.833622894287</c:v>
                </c:pt>
                <c:pt idx="11470">
                  <c:v>138.83373972574799</c:v>
                </c:pt>
                <c:pt idx="11471">
                  <c:v>138.83385655721</c:v>
                </c:pt>
                <c:pt idx="11472">
                  <c:v>138.83397338867101</c:v>
                </c:pt>
                <c:pt idx="11473">
                  <c:v>138.83409022013299</c:v>
                </c:pt>
                <c:pt idx="11474">
                  <c:v>138.834207051595</c:v>
                </c:pt>
                <c:pt idx="11475">
                  <c:v>138.83432388305599</c:v>
                </c:pt>
                <c:pt idx="11476">
                  <c:v>138.834440714518</c:v>
                </c:pt>
                <c:pt idx="11477">
                  <c:v>138.83455754597901</c:v>
                </c:pt>
                <c:pt idx="11478">
                  <c:v>138.83467437744099</c:v>
                </c:pt>
                <c:pt idx="11479">
                  <c:v>138.834791208903</c:v>
                </c:pt>
                <c:pt idx="11480">
                  <c:v>138.83490804036401</c:v>
                </c:pt>
                <c:pt idx="11481">
                  <c:v>138.83502487182599</c:v>
                </c:pt>
                <c:pt idx="11482">
                  <c:v>138.83514170328701</c:v>
                </c:pt>
                <c:pt idx="11483">
                  <c:v>138.83525853474899</c:v>
                </c:pt>
                <c:pt idx="11484">
                  <c:v>138.835375366211</c:v>
                </c:pt>
                <c:pt idx="11485">
                  <c:v>138.83549219767201</c:v>
                </c:pt>
                <c:pt idx="11486">
                  <c:v>138.83560902913399</c:v>
                </c:pt>
                <c:pt idx="11487">
                  <c:v>138.83572586059501</c:v>
                </c:pt>
                <c:pt idx="11488">
                  <c:v>138.83584269205701</c:v>
                </c:pt>
                <c:pt idx="11489">
                  <c:v>138.83595952351899</c:v>
                </c:pt>
                <c:pt idx="11490">
                  <c:v>138.83607635498001</c:v>
                </c:pt>
                <c:pt idx="11491">
                  <c:v>138.83619318644199</c:v>
                </c:pt>
                <c:pt idx="11492">
                  <c:v>138.836310017903</c:v>
                </c:pt>
                <c:pt idx="11493">
                  <c:v>138.83642684936501</c:v>
                </c:pt>
                <c:pt idx="11494">
                  <c:v>138.836543680826</c:v>
                </c:pt>
                <c:pt idx="11495">
                  <c:v>138.83666051228801</c:v>
                </c:pt>
                <c:pt idx="11496">
                  <c:v>138.83677734374999</c:v>
                </c:pt>
                <c:pt idx="11497">
                  <c:v>138.836894175211</c:v>
                </c:pt>
                <c:pt idx="11498">
                  <c:v>138.83701100667301</c:v>
                </c:pt>
                <c:pt idx="11499">
                  <c:v>138.83712783813399</c:v>
                </c:pt>
                <c:pt idx="11500">
                  <c:v>138.837244669596</c:v>
                </c:pt>
                <c:pt idx="11501">
                  <c:v>138.83736150105801</c:v>
                </c:pt>
                <c:pt idx="11502">
                  <c:v>138.837478332519</c:v>
                </c:pt>
                <c:pt idx="11503">
                  <c:v>138.83759516398101</c:v>
                </c:pt>
                <c:pt idx="11504">
                  <c:v>138.83771199544199</c:v>
                </c:pt>
                <c:pt idx="11505">
                  <c:v>138.837828826904</c:v>
                </c:pt>
                <c:pt idx="11506">
                  <c:v>138.83794565836601</c:v>
                </c:pt>
                <c:pt idx="11507">
                  <c:v>138.838062489827</c:v>
                </c:pt>
                <c:pt idx="11508">
                  <c:v>138.838179321289</c:v>
                </c:pt>
                <c:pt idx="11509">
                  <c:v>138.83829615274999</c:v>
                </c:pt>
                <c:pt idx="11510">
                  <c:v>138.838412984212</c:v>
                </c:pt>
                <c:pt idx="11511">
                  <c:v>138.83852981567401</c:v>
                </c:pt>
                <c:pt idx="11512">
                  <c:v>138.83864664713499</c:v>
                </c:pt>
                <c:pt idx="11513">
                  <c:v>138.838763478597</c:v>
                </c:pt>
                <c:pt idx="11514">
                  <c:v>138.83888031005799</c:v>
                </c:pt>
                <c:pt idx="11515">
                  <c:v>138.83899714152</c:v>
                </c:pt>
                <c:pt idx="11516">
                  <c:v>138.83911397298101</c:v>
                </c:pt>
                <c:pt idx="11517">
                  <c:v>138.83923080444299</c:v>
                </c:pt>
                <c:pt idx="11518">
                  <c:v>138.839347635905</c:v>
                </c:pt>
                <c:pt idx="11519">
                  <c:v>138.83946446736601</c:v>
                </c:pt>
                <c:pt idx="11520">
                  <c:v>138.83958129882799</c:v>
                </c:pt>
                <c:pt idx="11521">
                  <c:v>138.83969813028901</c:v>
                </c:pt>
                <c:pt idx="11522">
                  <c:v>138.83981496175099</c:v>
                </c:pt>
                <c:pt idx="11523">
                  <c:v>138.839931793213</c:v>
                </c:pt>
                <c:pt idx="11524">
                  <c:v>138.84004862467401</c:v>
                </c:pt>
                <c:pt idx="11525">
                  <c:v>138.84016545613599</c:v>
                </c:pt>
                <c:pt idx="11526">
                  <c:v>138.84028228759701</c:v>
                </c:pt>
                <c:pt idx="11527">
                  <c:v>138.84039911905899</c:v>
                </c:pt>
                <c:pt idx="11528">
                  <c:v>138.840515950521</c:v>
                </c:pt>
                <c:pt idx="11529">
                  <c:v>138.84063278198201</c:v>
                </c:pt>
                <c:pt idx="11530">
                  <c:v>138.84074961344399</c:v>
                </c:pt>
                <c:pt idx="11531">
                  <c:v>138.840866444905</c:v>
                </c:pt>
                <c:pt idx="11532">
                  <c:v>138.84098327636701</c:v>
                </c:pt>
                <c:pt idx="11533">
                  <c:v>138.841100107828</c:v>
                </c:pt>
                <c:pt idx="11534">
                  <c:v>138.84121693929001</c:v>
                </c:pt>
                <c:pt idx="11535">
                  <c:v>138.84133377075199</c:v>
                </c:pt>
                <c:pt idx="11536">
                  <c:v>138.841450602213</c:v>
                </c:pt>
                <c:pt idx="11537">
                  <c:v>138.84156743367501</c:v>
                </c:pt>
                <c:pt idx="11538">
                  <c:v>138.841684265136</c:v>
                </c:pt>
                <c:pt idx="11539">
                  <c:v>138.841801096598</c:v>
                </c:pt>
                <c:pt idx="11540">
                  <c:v>138.84191792806001</c:v>
                </c:pt>
                <c:pt idx="11541">
                  <c:v>138.842034759521</c:v>
                </c:pt>
                <c:pt idx="11542">
                  <c:v>138.84215159098301</c:v>
                </c:pt>
                <c:pt idx="11543">
                  <c:v>138.84226842244399</c:v>
                </c:pt>
                <c:pt idx="11544">
                  <c:v>138.842385253906</c:v>
                </c:pt>
                <c:pt idx="11545">
                  <c:v>138.84250208536801</c:v>
                </c:pt>
                <c:pt idx="11546">
                  <c:v>138.842618916829</c:v>
                </c:pt>
                <c:pt idx="11547">
                  <c:v>138.84273574829101</c:v>
                </c:pt>
                <c:pt idx="11548">
                  <c:v>138.84285257975199</c:v>
                </c:pt>
                <c:pt idx="11549">
                  <c:v>138.842969411214</c:v>
                </c:pt>
                <c:pt idx="11550">
                  <c:v>138.84308624267601</c:v>
                </c:pt>
                <c:pt idx="11551">
                  <c:v>138.84320307413699</c:v>
                </c:pt>
                <c:pt idx="11552">
                  <c:v>138.843319905599</c:v>
                </c:pt>
                <c:pt idx="11553">
                  <c:v>138.84343673705999</c:v>
                </c:pt>
                <c:pt idx="11554">
                  <c:v>138.843553568522</c:v>
                </c:pt>
                <c:pt idx="11555">
                  <c:v>138.84367039998301</c:v>
                </c:pt>
                <c:pt idx="11556">
                  <c:v>138.84378723144499</c:v>
                </c:pt>
                <c:pt idx="11557">
                  <c:v>138.843904062907</c:v>
                </c:pt>
                <c:pt idx="11558">
                  <c:v>138.84402089436799</c:v>
                </c:pt>
                <c:pt idx="11559">
                  <c:v>138.84413772583</c:v>
                </c:pt>
                <c:pt idx="11560">
                  <c:v>138.84425455729101</c:v>
                </c:pt>
                <c:pt idx="11561">
                  <c:v>138.84437138875299</c:v>
                </c:pt>
                <c:pt idx="11562">
                  <c:v>138.844488220215</c:v>
                </c:pt>
                <c:pt idx="11563">
                  <c:v>138.84460505167601</c:v>
                </c:pt>
                <c:pt idx="11564">
                  <c:v>138.84472188313799</c:v>
                </c:pt>
                <c:pt idx="11565">
                  <c:v>138.84483871459901</c:v>
                </c:pt>
                <c:pt idx="11566">
                  <c:v>138.84495554606099</c:v>
                </c:pt>
                <c:pt idx="11567">
                  <c:v>138.845072377523</c:v>
                </c:pt>
                <c:pt idx="11568">
                  <c:v>138.84518920898401</c:v>
                </c:pt>
                <c:pt idx="11569">
                  <c:v>138.84530604044599</c:v>
                </c:pt>
                <c:pt idx="11570">
                  <c:v>138.845422871907</c:v>
                </c:pt>
                <c:pt idx="11571">
                  <c:v>138.84553970336901</c:v>
                </c:pt>
                <c:pt idx="11572">
                  <c:v>138.84565653483</c:v>
                </c:pt>
                <c:pt idx="11573">
                  <c:v>138.84577336629201</c:v>
                </c:pt>
                <c:pt idx="11574">
                  <c:v>138.84589019775399</c:v>
                </c:pt>
                <c:pt idx="11575">
                  <c:v>138.846007029215</c:v>
                </c:pt>
                <c:pt idx="11576">
                  <c:v>138.84612386067701</c:v>
                </c:pt>
                <c:pt idx="11577">
                  <c:v>138.846240692138</c:v>
                </c:pt>
                <c:pt idx="11578">
                  <c:v>138.84635752360001</c:v>
                </c:pt>
                <c:pt idx="11579">
                  <c:v>138.84647435506201</c:v>
                </c:pt>
                <c:pt idx="11580">
                  <c:v>138.846591186523</c:v>
                </c:pt>
                <c:pt idx="11581">
                  <c:v>138.84670801798501</c:v>
                </c:pt>
                <c:pt idx="11582">
                  <c:v>138.84682484944599</c:v>
                </c:pt>
                <c:pt idx="11583">
                  <c:v>138.846941680908</c:v>
                </c:pt>
                <c:pt idx="11584">
                  <c:v>138.84705851237001</c:v>
                </c:pt>
                <c:pt idx="11585">
                  <c:v>138.847175343831</c:v>
                </c:pt>
                <c:pt idx="11586">
                  <c:v>138.84729217529301</c:v>
                </c:pt>
                <c:pt idx="11587">
                  <c:v>138.84740900675399</c:v>
                </c:pt>
                <c:pt idx="11588">
                  <c:v>138.847525838216</c:v>
                </c:pt>
                <c:pt idx="11589">
                  <c:v>138.84764266967801</c:v>
                </c:pt>
                <c:pt idx="11590">
                  <c:v>138.847759501139</c:v>
                </c:pt>
                <c:pt idx="11591">
                  <c:v>138.847876332601</c:v>
                </c:pt>
                <c:pt idx="11592">
                  <c:v>138.84799316406199</c:v>
                </c:pt>
                <c:pt idx="11593">
                  <c:v>138.848109995524</c:v>
                </c:pt>
                <c:pt idx="11594">
                  <c:v>138.84822682698501</c:v>
                </c:pt>
                <c:pt idx="11595">
                  <c:v>138.84834365844699</c:v>
                </c:pt>
                <c:pt idx="11596">
                  <c:v>138.848460489909</c:v>
                </c:pt>
                <c:pt idx="11597">
                  <c:v>138.84857732136999</c:v>
                </c:pt>
                <c:pt idx="11598">
                  <c:v>138.848694152832</c:v>
                </c:pt>
                <c:pt idx="11599">
                  <c:v>138.84881098429301</c:v>
                </c:pt>
                <c:pt idx="11600">
                  <c:v>138.84892781575499</c:v>
                </c:pt>
                <c:pt idx="11601">
                  <c:v>138.849044647217</c:v>
                </c:pt>
                <c:pt idx="11602">
                  <c:v>138.84916147867801</c:v>
                </c:pt>
                <c:pt idx="11603">
                  <c:v>138.84927831013999</c:v>
                </c:pt>
                <c:pt idx="11604">
                  <c:v>138.84939514160101</c:v>
                </c:pt>
                <c:pt idx="11605">
                  <c:v>138.84951197306299</c:v>
                </c:pt>
                <c:pt idx="11606">
                  <c:v>138.849628804525</c:v>
                </c:pt>
                <c:pt idx="11607">
                  <c:v>138.84974563598601</c:v>
                </c:pt>
                <c:pt idx="11608">
                  <c:v>138.84986246744799</c:v>
                </c:pt>
                <c:pt idx="11609">
                  <c:v>138.84997929890901</c:v>
                </c:pt>
                <c:pt idx="11610">
                  <c:v>138.85009613037101</c:v>
                </c:pt>
                <c:pt idx="11611">
                  <c:v>138.850212961832</c:v>
                </c:pt>
                <c:pt idx="11612">
                  <c:v>138.85032979329401</c:v>
                </c:pt>
                <c:pt idx="11613">
                  <c:v>138.85044662475599</c:v>
                </c:pt>
                <c:pt idx="11614">
                  <c:v>138.850563456217</c:v>
                </c:pt>
                <c:pt idx="11615">
                  <c:v>138.85068028767901</c:v>
                </c:pt>
                <c:pt idx="11616">
                  <c:v>138.85079711914</c:v>
                </c:pt>
                <c:pt idx="11617">
                  <c:v>138.85091395060201</c:v>
                </c:pt>
                <c:pt idx="11618">
                  <c:v>138.85103078206399</c:v>
                </c:pt>
                <c:pt idx="11619">
                  <c:v>138.851147613525</c:v>
                </c:pt>
                <c:pt idx="11620">
                  <c:v>138.85126444498701</c:v>
                </c:pt>
                <c:pt idx="11621">
                  <c:v>138.851381276448</c:v>
                </c:pt>
                <c:pt idx="11622">
                  <c:v>138.85149810791</c:v>
                </c:pt>
                <c:pt idx="11623">
                  <c:v>138.85161493937201</c:v>
                </c:pt>
                <c:pt idx="11624">
                  <c:v>138.851731770833</c:v>
                </c:pt>
                <c:pt idx="11625">
                  <c:v>138.85184860229501</c:v>
                </c:pt>
                <c:pt idx="11626">
                  <c:v>138.85196543375599</c:v>
                </c:pt>
                <c:pt idx="11627">
                  <c:v>138.852082265218</c:v>
                </c:pt>
                <c:pt idx="11628">
                  <c:v>138.85219909668001</c:v>
                </c:pt>
                <c:pt idx="11629">
                  <c:v>138.852315928141</c:v>
                </c:pt>
                <c:pt idx="11630">
                  <c:v>138.852432759603</c:v>
                </c:pt>
                <c:pt idx="11631">
                  <c:v>138.85254959106399</c:v>
                </c:pt>
                <c:pt idx="11632">
                  <c:v>138.852666422526</c:v>
                </c:pt>
                <c:pt idx="11633">
                  <c:v>138.85278325398701</c:v>
                </c:pt>
                <c:pt idx="11634">
                  <c:v>138.85290008544899</c:v>
                </c:pt>
                <c:pt idx="11635">
                  <c:v>138.853016916911</c:v>
                </c:pt>
                <c:pt idx="11636">
                  <c:v>138.85313374837199</c:v>
                </c:pt>
                <c:pt idx="11637">
                  <c:v>138.853250579834</c:v>
                </c:pt>
                <c:pt idx="11638">
                  <c:v>138.85336741129501</c:v>
                </c:pt>
                <c:pt idx="11639">
                  <c:v>138.85348424275699</c:v>
                </c:pt>
                <c:pt idx="11640">
                  <c:v>138.853601074219</c:v>
                </c:pt>
                <c:pt idx="11641">
                  <c:v>138.85371790568001</c:v>
                </c:pt>
                <c:pt idx="11642">
                  <c:v>138.85383473714199</c:v>
                </c:pt>
                <c:pt idx="11643">
                  <c:v>138.85395156860301</c:v>
                </c:pt>
                <c:pt idx="11644">
                  <c:v>138.85406840006499</c:v>
                </c:pt>
                <c:pt idx="11645">
                  <c:v>138.854185231527</c:v>
                </c:pt>
                <c:pt idx="11646">
                  <c:v>138.85430206298801</c:v>
                </c:pt>
                <c:pt idx="11647">
                  <c:v>138.85441889444999</c:v>
                </c:pt>
                <c:pt idx="11648">
                  <c:v>138.85453572591101</c:v>
                </c:pt>
                <c:pt idx="11649">
                  <c:v>138.85465255737299</c:v>
                </c:pt>
                <c:pt idx="11650">
                  <c:v>138.854769388834</c:v>
                </c:pt>
                <c:pt idx="11651">
                  <c:v>138.85488622029601</c:v>
                </c:pt>
                <c:pt idx="11652">
                  <c:v>138.85500305175799</c:v>
                </c:pt>
                <c:pt idx="11653">
                  <c:v>138.855119883219</c:v>
                </c:pt>
                <c:pt idx="11654">
                  <c:v>138.85523671468101</c:v>
                </c:pt>
                <c:pt idx="11655">
                  <c:v>138.855353546142</c:v>
                </c:pt>
                <c:pt idx="11656">
                  <c:v>138.85547037760401</c:v>
                </c:pt>
                <c:pt idx="11657">
                  <c:v>138.85558720906599</c:v>
                </c:pt>
                <c:pt idx="11658">
                  <c:v>138.855704040527</c:v>
                </c:pt>
                <c:pt idx="11659">
                  <c:v>138.85582087198901</c:v>
                </c:pt>
                <c:pt idx="11660">
                  <c:v>138.85593770345</c:v>
                </c:pt>
                <c:pt idx="11661">
                  <c:v>138.856054534912</c:v>
                </c:pt>
                <c:pt idx="11662">
                  <c:v>138.85617136637401</c:v>
                </c:pt>
                <c:pt idx="11663">
                  <c:v>138.856288197835</c:v>
                </c:pt>
                <c:pt idx="11664">
                  <c:v>138.85640502929701</c:v>
                </c:pt>
                <c:pt idx="11665">
                  <c:v>138.85652186075799</c:v>
                </c:pt>
                <c:pt idx="11666">
                  <c:v>138.85663869222</c:v>
                </c:pt>
                <c:pt idx="11667">
                  <c:v>138.85675552368201</c:v>
                </c:pt>
                <c:pt idx="11668">
                  <c:v>138.856872355143</c:v>
                </c:pt>
                <c:pt idx="11669">
                  <c:v>138.85698918660501</c:v>
                </c:pt>
                <c:pt idx="11670">
                  <c:v>138.85710601806599</c:v>
                </c:pt>
                <c:pt idx="11671">
                  <c:v>138.857222849528</c:v>
                </c:pt>
                <c:pt idx="11672">
                  <c:v>138.85733968098901</c:v>
                </c:pt>
                <c:pt idx="11673">
                  <c:v>138.85745651245099</c:v>
                </c:pt>
                <c:pt idx="11674">
                  <c:v>138.857573343913</c:v>
                </c:pt>
                <c:pt idx="11675">
                  <c:v>138.85769017537399</c:v>
                </c:pt>
                <c:pt idx="11676">
                  <c:v>138.857807006836</c:v>
                </c:pt>
                <c:pt idx="11677">
                  <c:v>138.85792383829701</c:v>
                </c:pt>
                <c:pt idx="11678">
                  <c:v>138.85804066975899</c:v>
                </c:pt>
                <c:pt idx="11679">
                  <c:v>138.858157501221</c:v>
                </c:pt>
                <c:pt idx="11680">
                  <c:v>138.85827433268199</c:v>
                </c:pt>
                <c:pt idx="11681">
                  <c:v>138.858391164144</c:v>
                </c:pt>
                <c:pt idx="11682">
                  <c:v>138.85850799560501</c:v>
                </c:pt>
                <c:pt idx="11683">
                  <c:v>138.85862482706699</c:v>
                </c:pt>
                <c:pt idx="11684">
                  <c:v>138.858741658529</c:v>
                </c:pt>
                <c:pt idx="11685">
                  <c:v>138.85885848999001</c:v>
                </c:pt>
                <c:pt idx="11686">
                  <c:v>138.85897532145199</c:v>
                </c:pt>
                <c:pt idx="11687">
                  <c:v>138.85909215291301</c:v>
                </c:pt>
                <c:pt idx="11688">
                  <c:v>138.85920898437499</c:v>
                </c:pt>
                <c:pt idx="11689">
                  <c:v>138.859325815837</c:v>
                </c:pt>
                <c:pt idx="11690">
                  <c:v>138.85944264729801</c:v>
                </c:pt>
                <c:pt idx="11691">
                  <c:v>138.85955947875999</c:v>
                </c:pt>
                <c:pt idx="11692">
                  <c:v>138.859676310221</c:v>
                </c:pt>
                <c:pt idx="11693">
                  <c:v>138.85979314168301</c:v>
                </c:pt>
                <c:pt idx="11694">
                  <c:v>138.859909973144</c:v>
                </c:pt>
                <c:pt idx="11695">
                  <c:v>138.86002680460601</c:v>
                </c:pt>
                <c:pt idx="11696">
                  <c:v>138.86014363606799</c:v>
                </c:pt>
                <c:pt idx="11697">
                  <c:v>138.860260467529</c:v>
                </c:pt>
                <c:pt idx="11698">
                  <c:v>138.86037729899101</c:v>
                </c:pt>
                <c:pt idx="11699">
                  <c:v>138.860494130452</c:v>
                </c:pt>
                <c:pt idx="11700">
                  <c:v>138.86061096191401</c:v>
                </c:pt>
                <c:pt idx="11701">
                  <c:v>138.86071873982701</c:v>
                </c:pt>
                <c:pt idx="11702">
                  <c:v>138.860826517741</c:v>
                </c:pt>
                <c:pt idx="11703">
                  <c:v>138.860934295654</c:v>
                </c:pt>
                <c:pt idx="11704">
                  <c:v>138.861042073568</c:v>
                </c:pt>
                <c:pt idx="11705">
                  <c:v>138.861149851481</c:v>
                </c:pt>
                <c:pt idx="11706">
                  <c:v>138.861257629394</c:v>
                </c:pt>
                <c:pt idx="11707">
                  <c:v>138.861365407308</c:v>
                </c:pt>
                <c:pt idx="11708">
                  <c:v>138.861473185221</c:v>
                </c:pt>
                <c:pt idx="11709">
                  <c:v>138.861580963135</c:v>
                </c:pt>
                <c:pt idx="11710">
                  <c:v>138.861688741048</c:v>
                </c:pt>
                <c:pt idx="11711">
                  <c:v>138.861796518962</c:v>
                </c:pt>
                <c:pt idx="11712">
                  <c:v>138.861904296875</c:v>
                </c:pt>
                <c:pt idx="11713">
                  <c:v>138.862012074788</c:v>
                </c:pt>
                <c:pt idx="11714">
                  <c:v>138.86211985270199</c:v>
                </c:pt>
                <c:pt idx="11715">
                  <c:v>138.862227630615</c:v>
                </c:pt>
                <c:pt idx="11716">
                  <c:v>138.86233540852899</c:v>
                </c:pt>
                <c:pt idx="11717">
                  <c:v>138.86244318644199</c:v>
                </c:pt>
                <c:pt idx="11718">
                  <c:v>138.86255096435499</c:v>
                </c:pt>
                <c:pt idx="11719">
                  <c:v>138.86265874226899</c:v>
                </c:pt>
                <c:pt idx="11720">
                  <c:v>138.86276652018199</c:v>
                </c:pt>
                <c:pt idx="11721">
                  <c:v>138.86287429809599</c:v>
                </c:pt>
                <c:pt idx="11722">
                  <c:v>138.86298207600899</c:v>
                </c:pt>
                <c:pt idx="11723">
                  <c:v>138.86308985392199</c:v>
                </c:pt>
                <c:pt idx="11724">
                  <c:v>138.86319763183599</c:v>
                </c:pt>
                <c:pt idx="11725">
                  <c:v>138.86330540974899</c:v>
                </c:pt>
                <c:pt idx="11726">
                  <c:v>138.86341318766301</c:v>
                </c:pt>
                <c:pt idx="11727">
                  <c:v>138.86352096557599</c:v>
                </c:pt>
                <c:pt idx="11728">
                  <c:v>138.86362874348899</c:v>
                </c:pt>
                <c:pt idx="11729">
                  <c:v>138.86373652140301</c:v>
                </c:pt>
                <c:pt idx="11730">
                  <c:v>138.86384429931601</c:v>
                </c:pt>
                <c:pt idx="11731">
                  <c:v>138.86395207723001</c:v>
                </c:pt>
                <c:pt idx="11732">
                  <c:v>138.86405985514301</c:v>
                </c:pt>
                <c:pt idx="11733">
                  <c:v>138.86416763305701</c:v>
                </c:pt>
                <c:pt idx="11734">
                  <c:v>138.86427541097001</c:v>
                </c:pt>
                <c:pt idx="11735">
                  <c:v>138.86438318888301</c:v>
                </c:pt>
                <c:pt idx="11736">
                  <c:v>138.86449096679701</c:v>
                </c:pt>
                <c:pt idx="11737">
                  <c:v>138.86459874471001</c:v>
                </c:pt>
                <c:pt idx="11738">
                  <c:v>138.864706522624</c:v>
                </c:pt>
                <c:pt idx="11739">
                  <c:v>138.86481430053701</c:v>
                </c:pt>
                <c:pt idx="11740">
                  <c:v>138.86492207845001</c:v>
                </c:pt>
                <c:pt idx="11741">
                  <c:v>138.865029856364</c:v>
                </c:pt>
                <c:pt idx="11742">
                  <c:v>138.865137634277</c:v>
                </c:pt>
                <c:pt idx="11743">
                  <c:v>138.865245412191</c:v>
                </c:pt>
                <c:pt idx="11744">
                  <c:v>138.865353190104</c:v>
                </c:pt>
                <c:pt idx="11745">
                  <c:v>138.865460968017</c:v>
                </c:pt>
                <c:pt idx="11746">
                  <c:v>138.865568745931</c:v>
                </c:pt>
                <c:pt idx="11747">
                  <c:v>138.865676523844</c:v>
                </c:pt>
                <c:pt idx="11748">
                  <c:v>138.865784301758</c:v>
                </c:pt>
                <c:pt idx="11749">
                  <c:v>138.865892079671</c:v>
                </c:pt>
                <c:pt idx="11750">
                  <c:v>138.865999857585</c:v>
                </c:pt>
                <c:pt idx="11751">
                  <c:v>138.866107635498</c:v>
                </c:pt>
                <c:pt idx="11752">
                  <c:v>138.866215413411</c:v>
                </c:pt>
                <c:pt idx="11753">
                  <c:v>138.86632319132499</c:v>
                </c:pt>
                <c:pt idx="11754">
                  <c:v>138.866430969238</c:v>
                </c:pt>
                <c:pt idx="11755">
                  <c:v>138.86653874715199</c:v>
                </c:pt>
                <c:pt idx="11756">
                  <c:v>138.86664652506499</c:v>
                </c:pt>
                <c:pt idx="11757">
                  <c:v>138.86675430297799</c:v>
                </c:pt>
                <c:pt idx="11758">
                  <c:v>138.86686208089199</c:v>
                </c:pt>
                <c:pt idx="11759">
                  <c:v>138.86696985880499</c:v>
                </c:pt>
                <c:pt idx="11760">
                  <c:v>138.86707763671899</c:v>
                </c:pt>
                <c:pt idx="11761">
                  <c:v>138.86718541463199</c:v>
                </c:pt>
                <c:pt idx="11762">
                  <c:v>138.86729319254499</c:v>
                </c:pt>
                <c:pt idx="11763">
                  <c:v>138.86740097045899</c:v>
                </c:pt>
                <c:pt idx="11764">
                  <c:v>138.86750874837199</c:v>
                </c:pt>
                <c:pt idx="11765">
                  <c:v>138.86761652628601</c:v>
                </c:pt>
                <c:pt idx="11766">
                  <c:v>138.86772430419899</c:v>
                </c:pt>
                <c:pt idx="11767">
                  <c:v>138.86783208211199</c:v>
                </c:pt>
                <c:pt idx="11768">
                  <c:v>138.86793986002601</c:v>
                </c:pt>
                <c:pt idx="11769">
                  <c:v>138.86804763793899</c:v>
                </c:pt>
                <c:pt idx="11770">
                  <c:v>138.86815541585301</c:v>
                </c:pt>
                <c:pt idx="11771">
                  <c:v>138.86826319376601</c:v>
                </c:pt>
                <c:pt idx="11772">
                  <c:v>138.86837097168001</c:v>
                </c:pt>
                <c:pt idx="11773">
                  <c:v>138.86847874959301</c:v>
                </c:pt>
                <c:pt idx="11774">
                  <c:v>138.86858652750601</c:v>
                </c:pt>
                <c:pt idx="11775">
                  <c:v>138.86869430542001</c:v>
                </c:pt>
                <c:pt idx="11776">
                  <c:v>138.86880208333301</c:v>
                </c:pt>
                <c:pt idx="11777">
                  <c:v>138.868909861247</c:v>
                </c:pt>
                <c:pt idx="11778">
                  <c:v>138.86901763916001</c:v>
                </c:pt>
                <c:pt idx="11779">
                  <c:v>138.86912541707301</c:v>
                </c:pt>
                <c:pt idx="11780">
                  <c:v>138.869233194987</c:v>
                </c:pt>
                <c:pt idx="11781">
                  <c:v>138.86934097290001</c:v>
                </c:pt>
                <c:pt idx="11782">
                  <c:v>138.869448750814</c:v>
                </c:pt>
                <c:pt idx="11783">
                  <c:v>138.869556528727</c:v>
                </c:pt>
                <c:pt idx="11784">
                  <c:v>138.86966430664</c:v>
                </c:pt>
                <c:pt idx="11785">
                  <c:v>138.869772084554</c:v>
                </c:pt>
                <c:pt idx="11786">
                  <c:v>138.869879862467</c:v>
                </c:pt>
                <c:pt idx="11787">
                  <c:v>138.869987640381</c:v>
                </c:pt>
                <c:pt idx="11788">
                  <c:v>138.870095418294</c:v>
                </c:pt>
                <c:pt idx="11789">
                  <c:v>138.870203196207</c:v>
                </c:pt>
                <c:pt idx="11790">
                  <c:v>138.870310974121</c:v>
                </c:pt>
                <c:pt idx="11791">
                  <c:v>138.870418752034</c:v>
                </c:pt>
                <c:pt idx="11792">
                  <c:v>138.87052652994799</c:v>
                </c:pt>
                <c:pt idx="11793">
                  <c:v>138.870634307861</c:v>
                </c:pt>
                <c:pt idx="11794">
                  <c:v>138.87074208577499</c:v>
                </c:pt>
                <c:pt idx="11795">
                  <c:v>138.87084986368799</c:v>
                </c:pt>
                <c:pt idx="11796">
                  <c:v>138.870957641601</c:v>
                </c:pt>
                <c:pt idx="11797">
                  <c:v>138.87106541951499</c:v>
                </c:pt>
                <c:pt idx="11798">
                  <c:v>138.87117319742799</c:v>
                </c:pt>
                <c:pt idx="11799">
                  <c:v>138.87128097534199</c:v>
                </c:pt>
                <c:pt idx="11800">
                  <c:v>138.87138875325499</c:v>
                </c:pt>
                <c:pt idx="11801">
                  <c:v>138.87149653116799</c:v>
                </c:pt>
                <c:pt idx="11802">
                  <c:v>138.87160430908199</c:v>
                </c:pt>
                <c:pt idx="11803">
                  <c:v>138.87171208699499</c:v>
                </c:pt>
                <c:pt idx="11804">
                  <c:v>138.87181986490901</c:v>
                </c:pt>
                <c:pt idx="11805">
                  <c:v>138.87192764282199</c:v>
                </c:pt>
                <c:pt idx="11806">
                  <c:v>138.87203542073499</c:v>
                </c:pt>
                <c:pt idx="11807">
                  <c:v>138.87214319864901</c:v>
                </c:pt>
                <c:pt idx="11808">
                  <c:v>138.87225097656199</c:v>
                </c:pt>
                <c:pt idx="11809">
                  <c:v>138.87235875447601</c:v>
                </c:pt>
                <c:pt idx="11810">
                  <c:v>138.87246653238901</c:v>
                </c:pt>
                <c:pt idx="11811">
                  <c:v>138.87257431030301</c:v>
                </c:pt>
                <c:pt idx="11812">
                  <c:v>138.87268208821601</c:v>
                </c:pt>
                <c:pt idx="11813">
                  <c:v>138.87278986612901</c:v>
                </c:pt>
                <c:pt idx="11814">
                  <c:v>138.87289764404301</c:v>
                </c:pt>
                <c:pt idx="11815">
                  <c:v>138.87300542195601</c:v>
                </c:pt>
                <c:pt idx="11816">
                  <c:v>138.87311319987001</c:v>
                </c:pt>
                <c:pt idx="11817">
                  <c:v>138.87322097778301</c:v>
                </c:pt>
                <c:pt idx="11818">
                  <c:v>138.87332875569601</c:v>
                </c:pt>
                <c:pt idx="11819">
                  <c:v>138.87343653361</c:v>
                </c:pt>
                <c:pt idx="11820">
                  <c:v>138.87354431152301</c:v>
                </c:pt>
                <c:pt idx="11821">
                  <c:v>138.873652089437</c:v>
                </c:pt>
                <c:pt idx="11822">
                  <c:v>138.87375986735</c:v>
                </c:pt>
                <c:pt idx="11823">
                  <c:v>138.873867645263</c:v>
                </c:pt>
                <c:pt idx="11824">
                  <c:v>138.873975423177</c:v>
                </c:pt>
                <c:pt idx="11825">
                  <c:v>138.87408320109</c:v>
                </c:pt>
                <c:pt idx="11826">
                  <c:v>138.874190979004</c:v>
                </c:pt>
                <c:pt idx="11827">
                  <c:v>138.874298756917</c:v>
                </c:pt>
                <c:pt idx="11828">
                  <c:v>138.87440653483</c:v>
                </c:pt>
                <c:pt idx="11829">
                  <c:v>138.874514312744</c:v>
                </c:pt>
                <c:pt idx="11830">
                  <c:v>138.874622090657</c:v>
                </c:pt>
                <c:pt idx="11831">
                  <c:v>138.87472986857099</c:v>
                </c:pt>
                <c:pt idx="11832">
                  <c:v>138.874837646484</c:v>
                </c:pt>
                <c:pt idx="11833">
                  <c:v>138.87494542439799</c:v>
                </c:pt>
                <c:pt idx="11834">
                  <c:v>138.87505320231099</c:v>
                </c:pt>
                <c:pt idx="11835">
                  <c:v>138.875160980224</c:v>
                </c:pt>
                <c:pt idx="11836">
                  <c:v>138.87526875813799</c:v>
                </c:pt>
                <c:pt idx="11837">
                  <c:v>138.87537653605099</c:v>
                </c:pt>
                <c:pt idx="11838">
                  <c:v>138.87548431396499</c:v>
                </c:pt>
                <c:pt idx="11839">
                  <c:v>138.87559209187799</c:v>
                </c:pt>
                <c:pt idx="11840">
                  <c:v>138.87569986979099</c:v>
                </c:pt>
                <c:pt idx="11841">
                  <c:v>138.87580764770499</c:v>
                </c:pt>
                <c:pt idx="11842">
                  <c:v>138.87591542561799</c:v>
                </c:pt>
                <c:pt idx="11843">
                  <c:v>138.87602320353199</c:v>
                </c:pt>
                <c:pt idx="11844">
                  <c:v>138.87613098144499</c:v>
                </c:pt>
                <c:pt idx="11845">
                  <c:v>138.87623875935799</c:v>
                </c:pt>
                <c:pt idx="11846">
                  <c:v>138.87634653727201</c:v>
                </c:pt>
                <c:pt idx="11847">
                  <c:v>138.87645431518499</c:v>
                </c:pt>
                <c:pt idx="11848">
                  <c:v>138.87656209309901</c:v>
                </c:pt>
                <c:pt idx="11849">
                  <c:v>138.87666987101201</c:v>
                </c:pt>
                <c:pt idx="11850">
                  <c:v>138.87677764892601</c:v>
                </c:pt>
                <c:pt idx="11851">
                  <c:v>138.87688542683901</c:v>
                </c:pt>
                <c:pt idx="11852">
                  <c:v>138.87699320475201</c:v>
                </c:pt>
                <c:pt idx="11853">
                  <c:v>138.87710098266601</c:v>
                </c:pt>
                <c:pt idx="11854">
                  <c:v>138.87720876057901</c:v>
                </c:pt>
                <c:pt idx="11855">
                  <c:v>138.87731653849301</c:v>
                </c:pt>
                <c:pt idx="11856">
                  <c:v>138.87742431640601</c:v>
                </c:pt>
                <c:pt idx="11857">
                  <c:v>138.87753209431901</c:v>
                </c:pt>
                <c:pt idx="11858">
                  <c:v>138.877639872233</c:v>
                </c:pt>
                <c:pt idx="11859">
                  <c:v>138.87774765014601</c:v>
                </c:pt>
                <c:pt idx="11860">
                  <c:v>138.87785542806</c:v>
                </c:pt>
                <c:pt idx="11861">
                  <c:v>138.877963205973</c:v>
                </c:pt>
                <c:pt idx="11862">
                  <c:v>138.878070983886</c:v>
                </c:pt>
                <c:pt idx="11863">
                  <c:v>138.8781787618</c:v>
                </c:pt>
                <c:pt idx="11864">
                  <c:v>138.878286539713</c:v>
                </c:pt>
                <c:pt idx="11865">
                  <c:v>138.878394317627</c:v>
                </c:pt>
                <c:pt idx="11866">
                  <c:v>138.87850209554</c:v>
                </c:pt>
                <c:pt idx="11867">
                  <c:v>138.878609873453</c:v>
                </c:pt>
                <c:pt idx="11868">
                  <c:v>138.878717651367</c:v>
                </c:pt>
                <c:pt idx="11869">
                  <c:v>138.87882542928</c:v>
                </c:pt>
                <c:pt idx="11870">
                  <c:v>138.878933207194</c:v>
                </c:pt>
                <c:pt idx="11871">
                  <c:v>138.879040985107</c:v>
                </c:pt>
                <c:pt idx="11872">
                  <c:v>138.87914876302099</c:v>
                </c:pt>
                <c:pt idx="11873">
                  <c:v>138.87925654093399</c:v>
                </c:pt>
                <c:pt idx="11874">
                  <c:v>138.879364318847</c:v>
                </c:pt>
                <c:pt idx="11875">
                  <c:v>138.87947209676099</c:v>
                </c:pt>
                <c:pt idx="11876">
                  <c:v>138.87957987467399</c:v>
                </c:pt>
                <c:pt idx="11877">
                  <c:v>138.87968765258799</c:v>
                </c:pt>
                <c:pt idx="11878">
                  <c:v>138.87979543050099</c:v>
                </c:pt>
                <c:pt idx="11879">
                  <c:v>138.87990320841399</c:v>
                </c:pt>
                <c:pt idx="11880">
                  <c:v>138.88001098632799</c:v>
                </c:pt>
                <c:pt idx="11881">
                  <c:v>138.88011876424099</c:v>
                </c:pt>
                <c:pt idx="11882">
                  <c:v>138.88022654215499</c:v>
                </c:pt>
                <c:pt idx="11883">
                  <c:v>138.88033432006799</c:v>
                </c:pt>
                <c:pt idx="11884">
                  <c:v>138.88044209798099</c:v>
                </c:pt>
                <c:pt idx="11885">
                  <c:v>138.88054987589501</c:v>
                </c:pt>
                <c:pt idx="11886">
                  <c:v>138.88065765380799</c:v>
                </c:pt>
                <c:pt idx="11887">
                  <c:v>138.88076543172201</c:v>
                </c:pt>
                <c:pt idx="11888">
                  <c:v>138.88087320963501</c:v>
                </c:pt>
                <c:pt idx="11889">
                  <c:v>138.88098098754801</c:v>
                </c:pt>
                <c:pt idx="11890">
                  <c:v>138.88108876546201</c:v>
                </c:pt>
                <c:pt idx="11891">
                  <c:v>138.88119654337501</c:v>
                </c:pt>
                <c:pt idx="11892">
                  <c:v>138.88130432128901</c:v>
                </c:pt>
                <c:pt idx="11893">
                  <c:v>138.88141209920201</c:v>
                </c:pt>
                <c:pt idx="11894">
                  <c:v>138.88151987711601</c:v>
                </c:pt>
                <c:pt idx="11895">
                  <c:v>138.88162765502901</c:v>
                </c:pt>
                <c:pt idx="11896">
                  <c:v>138.88173543294201</c:v>
                </c:pt>
                <c:pt idx="11897">
                  <c:v>138.881843210856</c:v>
                </c:pt>
                <c:pt idx="11898">
                  <c:v>138.88195098876901</c:v>
                </c:pt>
                <c:pt idx="11899">
                  <c:v>138.882058766683</c:v>
                </c:pt>
                <c:pt idx="11900">
                  <c:v>138.882166544596</c:v>
                </c:pt>
                <c:pt idx="11901">
                  <c:v>138.88227432250901</c:v>
                </c:pt>
                <c:pt idx="11902">
                  <c:v>138.882382100423</c:v>
                </c:pt>
                <c:pt idx="11903">
                  <c:v>138.882489878336</c:v>
                </c:pt>
                <c:pt idx="11904">
                  <c:v>138.88259765625</c:v>
                </c:pt>
                <c:pt idx="11905">
                  <c:v>138.882705434163</c:v>
                </c:pt>
                <c:pt idx="11906">
                  <c:v>138.882813212076</c:v>
                </c:pt>
                <c:pt idx="11907">
                  <c:v>138.88292098999</c:v>
                </c:pt>
                <c:pt idx="11908">
                  <c:v>138.883028767903</c:v>
                </c:pt>
                <c:pt idx="11909">
                  <c:v>138.883136545817</c:v>
                </c:pt>
                <c:pt idx="11910">
                  <c:v>138.88324432373</c:v>
                </c:pt>
                <c:pt idx="11911">
                  <c:v>138.88335210164399</c:v>
                </c:pt>
                <c:pt idx="11912">
                  <c:v>138.88345987955699</c:v>
                </c:pt>
                <c:pt idx="11913">
                  <c:v>138.88356765747</c:v>
                </c:pt>
                <c:pt idx="11914">
                  <c:v>138.88367543538399</c:v>
                </c:pt>
                <c:pt idx="11915">
                  <c:v>138.88378321329699</c:v>
                </c:pt>
                <c:pt idx="11916">
                  <c:v>138.88389099121099</c:v>
                </c:pt>
                <c:pt idx="11917">
                  <c:v>138.88399876912399</c:v>
                </c:pt>
                <c:pt idx="11918">
                  <c:v>138.88410654703699</c:v>
                </c:pt>
                <c:pt idx="11919">
                  <c:v>138.88421432495099</c:v>
                </c:pt>
                <c:pt idx="11920">
                  <c:v>138.88432210286399</c:v>
                </c:pt>
                <c:pt idx="11921">
                  <c:v>138.88442988077799</c:v>
                </c:pt>
                <c:pt idx="11922">
                  <c:v>138.88453765869099</c:v>
                </c:pt>
                <c:pt idx="11923">
                  <c:v>138.88464543660399</c:v>
                </c:pt>
                <c:pt idx="11924">
                  <c:v>138.88475321451801</c:v>
                </c:pt>
                <c:pt idx="11925">
                  <c:v>138.88486099243099</c:v>
                </c:pt>
                <c:pt idx="11926">
                  <c:v>138.88496877034501</c:v>
                </c:pt>
                <c:pt idx="11927">
                  <c:v>138.88507654825801</c:v>
                </c:pt>
                <c:pt idx="11928">
                  <c:v>138.88518432617099</c:v>
                </c:pt>
                <c:pt idx="11929">
                  <c:v>138.88529210408501</c:v>
                </c:pt>
                <c:pt idx="11930">
                  <c:v>138.88539988199801</c:v>
                </c:pt>
                <c:pt idx="11931">
                  <c:v>138.88550765991201</c:v>
                </c:pt>
                <c:pt idx="11932">
                  <c:v>138.88561543782501</c:v>
                </c:pt>
                <c:pt idx="11933">
                  <c:v>138.88572321573901</c:v>
                </c:pt>
                <c:pt idx="11934">
                  <c:v>138.88583099365201</c:v>
                </c:pt>
                <c:pt idx="11935">
                  <c:v>138.88593877156501</c:v>
                </c:pt>
                <c:pt idx="11936">
                  <c:v>138.886046549479</c:v>
                </c:pt>
                <c:pt idx="11937">
                  <c:v>138.88615432739201</c:v>
                </c:pt>
                <c:pt idx="11938">
                  <c:v>138.886262105306</c:v>
                </c:pt>
                <c:pt idx="11939">
                  <c:v>138.886369883219</c:v>
                </c:pt>
                <c:pt idx="11940">
                  <c:v>138.88647766113201</c:v>
                </c:pt>
                <c:pt idx="11941">
                  <c:v>138.886585439046</c:v>
                </c:pt>
                <c:pt idx="11942">
                  <c:v>138.886693216959</c:v>
                </c:pt>
                <c:pt idx="11943">
                  <c:v>138.886800994873</c:v>
                </c:pt>
                <c:pt idx="11944">
                  <c:v>138.886908772786</c:v>
                </c:pt>
                <c:pt idx="11945">
                  <c:v>138.887016550699</c:v>
                </c:pt>
                <c:pt idx="11946">
                  <c:v>138.887124328613</c:v>
                </c:pt>
                <c:pt idx="11947">
                  <c:v>138.887232106526</c:v>
                </c:pt>
                <c:pt idx="11948">
                  <c:v>138.88733988444</c:v>
                </c:pt>
                <c:pt idx="11949">
                  <c:v>138.887447662353</c:v>
                </c:pt>
                <c:pt idx="11950">
                  <c:v>138.887555440266</c:v>
                </c:pt>
                <c:pt idx="11951">
                  <c:v>138.88766321817999</c:v>
                </c:pt>
                <c:pt idx="11952">
                  <c:v>138.887770996093</c:v>
                </c:pt>
                <c:pt idx="11953">
                  <c:v>138.88787877400699</c:v>
                </c:pt>
                <c:pt idx="11954">
                  <c:v>138.88798655191999</c:v>
                </c:pt>
                <c:pt idx="11955">
                  <c:v>138.88809432983399</c:v>
                </c:pt>
                <c:pt idx="11956">
                  <c:v>138.88820210774699</c:v>
                </c:pt>
                <c:pt idx="11957">
                  <c:v>138.88830988565999</c:v>
                </c:pt>
                <c:pt idx="11958">
                  <c:v>138.88841766357399</c:v>
                </c:pt>
                <c:pt idx="11959">
                  <c:v>138.88852544148699</c:v>
                </c:pt>
                <c:pt idx="11960">
                  <c:v>138.88863321940099</c:v>
                </c:pt>
                <c:pt idx="11961">
                  <c:v>138.88874099731399</c:v>
                </c:pt>
                <c:pt idx="11962">
                  <c:v>138.88884877522699</c:v>
                </c:pt>
                <c:pt idx="11963">
                  <c:v>138.88895655314101</c:v>
                </c:pt>
                <c:pt idx="11964">
                  <c:v>138.88906433105399</c:v>
                </c:pt>
                <c:pt idx="11965">
                  <c:v>138.88917210896801</c:v>
                </c:pt>
                <c:pt idx="11966">
                  <c:v>138.88927988688101</c:v>
                </c:pt>
                <c:pt idx="11967">
                  <c:v>138.88938766479399</c:v>
                </c:pt>
                <c:pt idx="11968">
                  <c:v>138.88949544270801</c:v>
                </c:pt>
                <c:pt idx="11969">
                  <c:v>138.88960322062101</c:v>
                </c:pt>
                <c:pt idx="11970">
                  <c:v>138.88971099853501</c:v>
                </c:pt>
                <c:pt idx="11971">
                  <c:v>138.88981877644801</c:v>
                </c:pt>
                <c:pt idx="11972">
                  <c:v>138.88992655436201</c:v>
                </c:pt>
                <c:pt idx="11973">
                  <c:v>138.89003433227501</c:v>
                </c:pt>
                <c:pt idx="11974">
                  <c:v>138.89014211018801</c:v>
                </c:pt>
                <c:pt idx="11975">
                  <c:v>138.89024988810201</c:v>
                </c:pt>
                <c:pt idx="11976">
                  <c:v>138.89035766601501</c:v>
                </c:pt>
                <c:pt idx="11977">
                  <c:v>138.890465443929</c:v>
                </c:pt>
                <c:pt idx="11978">
                  <c:v>138.890573221842</c:v>
                </c:pt>
                <c:pt idx="11979">
                  <c:v>138.89068099975501</c:v>
                </c:pt>
                <c:pt idx="11980">
                  <c:v>138.890788777669</c:v>
                </c:pt>
                <c:pt idx="11981">
                  <c:v>138.890896555582</c:v>
                </c:pt>
                <c:pt idx="11982">
                  <c:v>138.891004333496</c:v>
                </c:pt>
                <c:pt idx="11983">
                  <c:v>138.891112111409</c:v>
                </c:pt>
                <c:pt idx="11984">
                  <c:v>138.891219889322</c:v>
                </c:pt>
                <c:pt idx="11985">
                  <c:v>138.891327667236</c:v>
                </c:pt>
                <c:pt idx="11986">
                  <c:v>138.891435445149</c:v>
                </c:pt>
                <c:pt idx="11987">
                  <c:v>138.891543223063</c:v>
                </c:pt>
                <c:pt idx="11988">
                  <c:v>138.891651000976</c:v>
                </c:pt>
                <c:pt idx="11989">
                  <c:v>138.891758778889</c:v>
                </c:pt>
                <c:pt idx="11990">
                  <c:v>138.891866556803</c:v>
                </c:pt>
                <c:pt idx="11991">
                  <c:v>138.891974334716</c:v>
                </c:pt>
                <c:pt idx="11992">
                  <c:v>138.89208211262999</c:v>
                </c:pt>
                <c:pt idx="11993">
                  <c:v>138.89218989054299</c:v>
                </c:pt>
                <c:pt idx="11994">
                  <c:v>138.89229766845699</c:v>
                </c:pt>
                <c:pt idx="11995">
                  <c:v>138.89240544636999</c:v>
                </c:pt>
                <c:pt idx="11996">
                  <c:v>138.89251322428299</c:v>
                </c:pt>
                <c:pt idx="11997">
                  <c:v>138.89262100219699</c:v>
                </c:pt>
                <c:pt idx="11998">
                  <c:v>138.89272878010999</c:v>
                </c:pt>
                <c:pt idx="11999">
                  <c:v>138.89283655802399</c:v>
                </c:pt>
                <c:pt idx="12000">
                  <c:v>138.89294433593699</c:v>
                </c:pt>
                <c:pt idx="12001">
                  <c:v>138.89304397583001</c:v>
                </c:pt>
                <c:pt idx="12002">
                  <c:v>138.89314361572201</c:v>
                </c:pt>
                <c:pt idx="12003">
                  <c:v>138.893243255615</c:v>
                </c:pt>
                <c:pt idx="12004">
                  <c:v>138.893342895507</c:v>
                </c:pt>
                <c:pt idx="12005">
                  <c:v>138.8934425354</c:v>
                </c:pt>
                <c:pt idx="12006">
                  <c:v>138.893542175292</c:v>
                </c:pt>
                <c:pt idx="12007">
                  <c:v>138.89364181518499</c:v>
                </c:pt>
                <c:pt idx="12008">
                  <c:v>138.89374145507799</c:v>
                </c:pt>
                <c:pt idx="12009">
                  <c:v>138.89384109497001</c:v>
                </c:pt>
                <c:pt idx="12010">
                  <c:v>138.89394073486301</c:v>
                </c:pt>
                <c:pt idx="12011">
                  <c:v>138.89404037475501</c:v>
                </c:pt>
                <c:pt idx="12012">
                  <c:v>138.894140014648</c:v>
                </c:pt>
                <c:pt idx="12013">
                  <c:v>138.89423965454</c:v>
                </c:pt>
                <c:pt idx="12014">
                  <c:v>138.894339294433</c:v>
                </c:pt>
                <c:pt idx="12015">
                  <c:v>138.89443893432599</c:v>
                </c:pt>
                <c:pt idx="12016">
                  <c:v>138.89453857421799</c:v>
                </c:pt>
                <c:pt idx="12017">
                  <c:v>138.89463821411101</c:v>
                </c:pt>
                <c:pt idx="12018">
                  <c:v>138.89473785400301</c:v>
                </c:pt>
                <c:pt idx="12019">
                  <c:v>138.89483749389601</c:v>
                </c:pt>
                <c:pt idx="12020">
                  <c:v>138.894937133789</c:v>
                </c:pt>
                <c:pt idx="12021">
                  <c:v>138.895036773681</c:v>
                </c:pt>
                <c:pt idx="12022">
                  <c:v>138.89513641357399</c:v>
                </c:pt>
                <c:pt idx="12023">
                  <c:v>138.89523605346599</c:v>
                </c:pt>
                <c:pt idx="12024">
                  <c:v>138.89533569335899</c:v>
                </c:pt>
                <c:pt idx="12025">
                  <c:v>138.89543533325099</c:v>
                </c:pt>
                <c:pt idx="12026">
                  <c:v>138.89553497314401</c:v>
                </c:pt>
                <c:pt idx="12027">
                  <c:v>138.895634613037</c:v>
                </c:pt>
                <c:pt idx="12028">
                  <c:v>138.895734252929</c:v>
                </c:pt>
                <c:pt idx="12029">
                  <c:v>138.895833892822</c:v>
                </c:pt>
                <c:pt idx="12030">
                  <c:v>138.895933532714</c:v>
                </c:pt>
                <c:pt idx="12031">
                  <c:v>138.89603317260699</c:v>
                </c:pt>
                <c:pt idx="12032">
                  <c:v>138.89613281249899</c:v>
                </c:pt>
                <c:pt idx="12033">
                  <c:v>138.89623245239201</c:v>
                </c:pt>
                <c:pt idx="12034">
                  <c:v>138.89633209228501</c:v>
                </c:pt>
                <c:pt idx="12035">
                  <c:v>138.89643173217701</c:v>
                </c:pt>
                <c:pt idx="12036">
                  <c:v>138.89653137207</c:v>
                </c:pt>
                <c:pt idx="12037">
                  <c:v>138.896631011962</c:v>
                </c:pt>
                <c:pt idx="12038">
                  <c:v>138.89673065185499</c:v>
                </c:pt>
                <c:pt idx="12039">
                  <c:v>138.89683029174699</c:v>
                </c:pt>
                <c:pt idx="12040">
                  <c:v>138.89692993163999</c:v>
                </c:pt>
                <c:pt idx="12041">
                  <c:v>138.89702957153301</c:v>
                </c:pt>
                <c:pt idx="12042">
                  <c:v>138.89712921142501</c:v>
                </c:pt>
                <c:pt idx="12043">
                  <c:v>138.897228851318</c:v>
                </c:pt>
                <c:pt idx="12044">
                  <c:v>138.89732849121</c:v>
                </c:pt>
                <c:pt idx="12045">
                  <c:v>138.897428131103</c:v>
                </c:pt>
                <c:pt idx="12046">
                  <c:v>138.89752777099599</c:v>
                </c:pt>
                <c:pt idx="12047">
                  <c:v>138.89762741088799</c:v>
                </c:pt>
                <c:pt idx="12048">
                  <c:v>138.89772705078099</c:v>
                </c:pt>
                <c:pt idx="12049">
                  <c:v>138.89782669067301</c:v>
                </c:pt>
                <c:pt idx="12050">
                  <c:v>138.89792633056601</c:v>
                </c:pt>
                <c:pt idx="12051">
                  <c:v>138.89802597045801</c:v>
                </c:pt>
                <c:pt idx="12052">
                  <c:v>138.898125610351</c:v>
                </c:pt>
                <c:pt idx="12053">
                  <c:v>138.898225250244</c:v>
                </c:pt>
                <c:pt idx="12054">
                  <c:v>138.898324890136</c:v>
                </c:pt>
                <c:pt idx="12055">
                  <c:v>138.89842453002899</c:v>
                </c:pt>
                <c:pt idx="12056">
                  <c:v>138.89852416992099</c:v>
                </c:pt>
                <c:pt idx="12057">
                  <c:v>138.89862380981401</c:v>
                </c:pt>
                <c:pt idx="12058">
                  <c:v>138.89872344970601</c:v>
                </c:pt>
                <c:pt idx="12059">
                  <c:v>138.89882308959901</c:v>
                </c:pt>
                <c:pt idx="12060">
                  <c:v>138.898922729492</c:v>
                </c:pt>
                <c:pt idx="12061">
                  <c:v>138.899022369384</c:v>
                </c:pt>
                <c:pt idx="12062">
                  <c:v>138.89912200927699</c:v>
                </c:pt>
                <c:pt idx="12063">
                  <c:v>138.89922164916899</c:v>
                </c:pt>
                <c:pt idx="12064">
                  <c:v>138.89932128906199</c:v>
                </c:pt>
                <c:pt idx="12065">
                  <c:v>138.89942092895399</c:v>
                </c:pt>
                <c:pt idx="12066">
                  <c:v>138.89952056884701</c:v>
                </c:pt>
                <c:pt idx="12067">
                  <c:v>138.89962020874</c:v>
                </c:pt>
                <c:pt idx="12068">
                  <c:v>138.899719848632</c:v>
                </c:pt>
                <c:pt idx="12069">
                  <c:v>138.899819488525</c:v>
                </c:pt>
                <c:pt idx="12070">
                  <c:v>138.899919128417</c:v>
                </c:pt>
                <c:pt idx="12071">
                  <c:v>138.90001876830999</c:v>
                </c:pt>
                <c:pt idx="12072">
                  <c:v>138.90011840820301</c:v>
                </c:pt>
                <c:pt idx="12073">
                  <c:v>138.90021804809501</c:v>
                </c:pt>
                <c:pt idx="12074">
                  <c:v>138.90031768798801</c:v>
                </c:pt>
                <c:pt idx="12075">
                  <c:v>138.90041732788001</c:v>
                </c:pt>
                <c:pt idx="12076">
                  <c:v>138.900516967773</c:v>
                </c:pt>
                <c:pt idx="12077">
                  <c:v>138.900616607665</c:v>
                </c:pt>
                <c:pt idx="12078">
                  <c:v>138.90071624755799</c:v>
                </c:pt>
                <c:pt idx="12079">
                  <c:v>138.90081588745099</c:v>
                </c:pt>
                <c:pt idx="12080">
                  <c:v>138.90091552734299</c:v>
                </c:pt>
                <c:pt idx="12081">
                  <c:v>138.90101516723601</c:v>
                </c:pt>
                <c:pt idx="12082">
                  <c:v>138.90111480712801</c:v>
                </c:pt>
                <c:pt idx="12083">
                  <c:v>138.901214447021</c:v>
                </c:pt>
                <c:pt idx="12084">
                  <c:v>138.901314086913</c:v>
                </c:pt>
                <c:pt idx="12085">
                  <c:v>138.901413726806</c:v>
                </c:pt>
                <c:pt idx="12086">
                  <c:v>138.90151336669899</c:v>
                </c:pt>
                <c:pt idx="12087">
                  <c:v>138.90161300659099</c:v>
                </c:pt>
                <c:pt idx="12088">
                  <c:v>138.90171264648399</c:v>
                </c:pt>
                <c:pt idx="12089">
                  <c:v>138.90181228637601</c:v>
                </c:pt>
                <c:pt idx="12090">
                  <c:v>138.90191192626901</c:v>
                </c:pt>
                <c:pt idx="12091">
                  <c:v>138.90201156616101</c:v>
                </c:pt>
                <c:pt idx="12092">
                  <c:v>138.902111206054</c:v>
                </c:pt>
                <c:pt idx="12093">
                  <c:v>138.902210845947</c:v>
                </c:pt>
                <c:pt idx="12094">
                  <c:v>138.902310485839</c:v>
                </c:pt>
                <c:pt idx="12095">
                  <c:v>138.90241012573199</c:v>
                </c:pt>
                <c:pt idx="12096">
                  <c:v>138.90250976562399</c:v>
                </c:pt>
                <c:pt idx="12097">
                  <c:v>138.90260940551701</c:v>
                </c:pt>
                <c:pt idx="12098">
                  <c:v>138.90270904541001</c:v>
                </c:pt>
                <c:pt idx="12099">
                  <c:v>138.90280868530201</c:v>
                </c:pt>
                <c:pt idx="12100">
                  <c:v>138.902908325195</c:v>
                </c:pt>
                <c:pt idx="12101">
                  <c:v>138.903007965087</c:v>
                </c:pt>
                <c:pt idx="12102">
                  <c:v>138.90310760497999</c:v>
                </c:pt>
                <c:pt idx="12103">
                  <c:v>138.90320724487199</c:v>
                </c:pt>
                <c:pt idx="12104">
                  <c:v>138.90330688476499</c:v>
                </c:pt>
                <c:pt idx="12105">
                  <c:v>138.90340652465801</c:v>
                </c:pt>
                <c:pt idx="12106">
                  <c:v>138.90350616455001</c:v>
                </c:pt>
                <c:pt idx="12107">
                  <c:v>138.903605804443</c:v>
                </c:pt>
                <c:pt idx="12108">
                  <c:v>138.903705444335</c:v>
                </c:pt>
                <c:pt idx="12109">
                  <c:v>138.903805084228</c:v>
                </c:pt>
                <c:pt idx="12110">
                  <c:v>138.90390472412</c:v>
                </c:pt>
                <c:pt idx="12111">
                  <c:v>138.90400436401299</c:v>
                </c:pt>
                <c:pt idx="12112">
                  <c:v>138.90410400390601</c:v>
                </c:pt>
                <c:pt idx="12113">
                  <c:v>138.90420364379801</c:v>
                </c:pt>
                <c:pt idx="12114">
                  <c:v>138.90430328369101</c:v>
                </c:pt>
                <c:pt idx="12115">
                  <c:v>138.90440292358301</c:v>
                </c:pt>
                <c:pt idx="12116">
                  <c:v>138.904502563476</c:v>
                </c:pt>
                <c:pt idx="12117">
                  <c:v>138.904602203368</c:v>
                </c:pt>
                <c:pt idx="12118">
                  <c:v>138.90470184326099</c:v>
                </c:pt>
                <c:pt idx="12119">
                  <c:v>138.90480148315399</c:v>
                </c:pt>
                <c:pt idx="12120">
                  <c:v>138.90490112304599</c:v>
                </c:pt>
                <c:pt idx="12121">
                  <c:v>138.90500076293901</c:v>
                </c:pt>
                <c:pt idx="12122">
                  <c:v>138.90510040283101</c:v>
                </c:pt>
                <c:pt idx="12123">
                  <c:v>138.905200042724</c:v>
                </c:pt>
                <c:pt idx="12124">
                  <c:v>138.905299682617</c:v>
                </c:pt>
                <c:pt idx="12125">
                  <c:v>138.905399322509</c:v>
                </c:pt>
                <c:pt idx="12126">
                  <c:v>138.90549896240199</c:v>
                </c:pt>
                <c:pt idx="12127">
                  <c:v>138.90559860229399</c:v>
                </c:pt>
                <c:pt idx="12128">
                  <c:v>138.90569824218699</c:v>
                </c:pt>
                <c:pt idx="12129">
                  <c:v>138.90579788207901</c:v>
                </c:pt>
                <c:pt idx="12130">
                  <c:v>138.90589752197201</c:v>
                </c:pt>
                <c:pt idx="12131">
                  <c:v>138.905997161865</c:v>
                </c:pt>
                <c:pt idx="12132">
                  <c:v>138.906096801757</c:v>
                </c:pt>
                <c:pt idx="12133">
                  <c:v>138.90619644165</c:v>
                </c:pt>
                <c:pt idx="12134">
                  <c:v>138.906296081542</c:v>
                </c:pt>
                <c:pt idx="12135">
                  <c:v>138.90639572143499</c:v>
                </c:pt>
                <c:pt idx="12136">
                  <c:v>138.90649536132699</c:v>
                </c:pt>
                <c:pt idx="12137">
                  <c:v>138.90659500122001</c:v>
                </c:pt>
                <c:pt idx="12138">
                  <c:v>138.90669464111301</c:v>
                </c:pt>
                <c:pt idx="12139">
                  <c:v>138.90679428100501</c:v>
                </c:pt>
                <c:pt idx="12140">
                  <c:v>138.906893920898</c:v>
                </c:pt>
                <c:pt idx="12141">
                  <c:v>138.90699356079</c:v>
                </c:pt>
                <c:pt idx="12142">
                  <c:v>138.90709320068299</c:v>
                </c:pt>
                <c:pt idx="12143">
                  <c:v>138.90719284057499</c:v>
                </c:pt>
                <c:pt idx="12144">
                  <c:v>138.90729248046799</c:v>
                </c:pt>
                <c:pt idx="12145">
                  <c:v>138.90739212036101</c:v>
                </c:pt>
                <c:pt idx="12146">
                  <c:v>138.90749176025301</c:v>
                </c:pt>
                <c:pt idx="12147">
                  <c:v>138.907591400146</c:v>
                </c:pt>
                <c:pt idx="12148">
                  <c:v>138.907691040038</c:v>
                </c:pt>
                <c:pt idx="12149">
                  <c:v>138.907790679931</c:v>
                </c:pt>
                <c:pt idx="12150">
                  <c:v>138.907890319823</c:v>
                </c:pt>
                <c:pt idx="12151">
                  <c:v>138.90798995971599</c:v>
                </c:pt>
                <c:pt idx="12152">
                  <c:v>138.90808959960901</c:v>
                </c:pt>
                <c:pt idx="12153">
                  <c:v>138.90818923950101</c:v>
                </c:pt>
                <c:pt idx="12154">
                  <c:v>138.90828887939401</c:v>
                </c:pt>
                <c:pt idx="12155">
                  <c:v>138.90838851928601</c:v>
                </c:pt>
                <c:pt idx="12156">
                  <c:v>138.908488159179</c:v>
                </c:pt>
                <c:pt idx="12157">
                  <c:v>138.908587799072</c:v>
                </c:pt>
                <c:pt idx="12158">
                  <c:v>138.90868743896399</c:v>
                </c:pt>
                <c:pt idx="12159">
                  <c:v>138.90878707885699</c:v>
                </c:pt>
                <c:pt idx="12160">
                  <c:v>138.90888671874899</c:v>
                </c:pt>
                <c:pt idx="12161">
                  <c:v>138.90898635864201</c:v>
                </c:pt>
                <c:pt idx="12162">
                  <c:v>138.90908599853401</c:v>
                </c:pt>
                <c:pt idx="12163">
                  <c:v>138.909185638427</c:v>
                </c:pt>
                <c:pt idx="12164">
                  <c:v>138.90928527832</c:v>
                </c:pt>
                <c:pt idx="12165">
                  <c:v>138.909384918212</c:v>
                </c:pt>
                <c:pt idx="12166">
                  <c:v>138.90948455810499</c:v>
                </c:pt>
                <c:pt idx="12167">
                  <c:v>138.90958419799699</c:v>
                </c:pt>
                <c:pt idx="12168">
                  <c:v>138.90968383788999</c:v>
                </c:pt>
                <c:pt idx="12169">
                  <c:v>138.90978347778201</c:v>
                </c:pt>
                <c:pt idx="12170">
                  <c:v>138.90988311767501</c:v>
                </c:pt>
                <c:pt idx="12171">
                  <c:v>138.909982757568</c:v>
                </c:pt>
                <c:pt idx="12172">
                  <c:v>138.91008239746</c:v>
                </c:pt>
                <c:pt idx="12173">
                  <c:v>138.910182037353</c:v>
                </c:pt>
                <c:pt idx="12174">
                  <c:v>138.910281677245</c:v>
                </c:pt>
                <c:pt idx="12175">
                  <c:v>138.91038131713799</c:v>
                </c:pt>
                <c:pt idx="12176">
                  <c:v>138.91048095702999</c:v>
                </c:pt>
                <c:pt idx="12177">
                  <c:v>138.91058059692301</c:v>
                </c:pt>
                <c:pt idx="12178">
                  <c:v>138.91068023681601</c:v>
                </c:pt>
                <c:pt idx="12179">
                  <c:v>138.91077987670801</c:v>
                </c:pt>
                <c:pt idx="12180">
                  <c:v>138.910879516601</c:v>
                </c:pt>
                <c:pt idx="12181">
                  <c:v>138.910979156493</c:v>
                </c:pt>
                <c:pt idx="12182">
                  <c:v>138.91107879638599</c:v>
                </c:pt>
                <c:pt idx="12183">
                  <c:v>138.91117843627899</c:v>
                </c:pt>
                <c:pt idx="12184">
                  <c:v>138.91127807617099</c:v>
                </c:pt>
                <c:pt idx="12185">
                  <c:v>138.91137771606401</c:v>
                </c:pt>
                <c:pt idx="12186">
                  <c:v>138.91147735595601</c:v>
                </c:pt>
                <c:pt idx="12187">
                  <c:v>138.911576995849</c:v>
                </c:pt>
                <c:pt idx="12188">
                  <c:v>138.911676635741</c:v>
                </c:pt>
                <c:pt idx="12189">
                  <c:v>138.911776275634</c:v>
                </c:pt>
                <c:pt idx="12190">
                  <c:v>138.91187591552699</c:v>
                </c:pt>
                <c:pt idx="12191">
                  <c:v>138.91197555541899</c:v>
                </c:pt>
                <c:pt idx="12192">
                  <c:v>138.91207519531201</c:v>
                </c:pt>
                <c:pt idx="12193">
                  <c:v>138.91217483520401</c:v>
                </c:pt>
                <c:pt idx="12194">
                  <c:v>138.91227447509701</c:v>
                </c:pt>
                <c:pt idx="12195">
                  <c:v>138.91237411498901</c:v>
                </c:pt>
                <c:pt idx="12196">
                  <c:v>138.912473754882</c:v>
                </c:pt>
                <c:pt idx="12197">
                  <c:v>138.91257339477499</c:v>
                </c:pt>
                <c:pt idx="12198">
                  <c:v>138.91267303466699</c:v>
                </c:pt>
                <c:pt idx="12199">
                  <c:v>138.91277267455999</c:v>
                </c:pt>
                <c:pt idx="12200">
                  <c:v>138.91287231445199</c:v>
                </c:pt>
                <c:pt idx="12201">
                  <c:v>138.91297195434501</c:v>
                </c:pt>
                <c:pt idx="12202">
                  <c:v>138.91307159423701</c:v>
                </c:pt>
                <c:pt idx="12203">
                  <c:v>138.91317123413</c:v>
                </c:pt>
                <c:pt idx="12204">
                  <c:v>138.913270874023</c:v>
                </c:pt>
                <c:pt idx="12205">
                  <c:v>138.913370513915</c:v>
                </c:pt>
                <c:pt idx="12206">
                  <c:v>138.91347015380799</c:v>
                </c:pt>
                <c:pt idx="12207">
                  <c:v>138.91356979369999</c:v>
                </c:pt>
                <c:pt idx="12208">
                  <c:v>138.91366943359299</c:v>
                </c:pt>
                <c:pt idx="12209">
                  <c:v>138.91376907348601</c:v>
                </c:pt>
                <c:pt idx="12210">
                  <c:v>138.91386871337801</c:v>
                </c:pt>
                <c:pt idx="12211">
                  <c:v>138.913968353271</c:v>
                </c:pt>
                <c:pt idx="12212">
                  <c:v>138.914067993163</c:v>
                </c:pt>
                <c:pt idx="12213">
                  <c:v>138.914167633056</c:v>
                </c:pt>
                <c:pt idx="12214">
                  <c:v>138.914267272948</c:v>
                </c:pt>
                <c:pt idx="12215">
                  <c:v>138.91436691284099</c:v>
                </c:pt>
                <c:pt idx="12216">
                  <c:v>138.91446655273401</c:v>
                </c:pt>
                <c:pt idx="12217">
                  <c:v>138.91456619262601</c:v>
                </c:pt>
                <c:pt idx="12218">
                  <c:v>138.91466583251901</c:v>
                </c:pt>
                <c:pt idx="12219">
                  <c:v>138.91476547241101</c:v>
                </c:pt>
                <c:pt idx="12220">
                  <c:v>138.914865112304</c:v>
                </c:pt>
                <c:pt idx="12221">
                  <c:v>138.914964752196</c:v>
                </c:pt>
                <c:pt idx="12222">
                  <c:v>138.91506439208899</c:v>
                </c:pt>
                <c:pt idx="12223">
                  <c:v>138.91516403198199</c:v>
                </c:pt>
                <c:pt idx="12224">
                  <c:v>138.91526367187399</c:v>
                </c:pt>
                <c:pt idx="12225">
                  <c:v>138.91536331176701</c:v>
                </c:pt>
                <c:pt idx="12226">
                  <c:v>138.91546295165901</c:v>
                </c:pt>
                <c:pt idx="12227">
                  <c:v>138.915562591552</c:v>
                </c:pt>
                <c:pt idx="12228">
                  <c:v>138.915662231445</c:v>
                </c:pt>
                <c:pt idx="12229">
                  <c:v>138.915761871337</c:v>
                </c:pt>
                <c:pt idx="12230">
                  <c:v>138.91586151122999</c:v>
                </c:pt>
                <c:pt idx="12231">
                  <c:v>138.91596115112199</c:v>
                </c:pt>
                <c:pt idx="12232">
                  <c:v>138.91606079101501</c:v>
                </c:pt>
                <c:pt idx="12233">
                  <c:v>138.91616043090701</c:v>
                </c:pt>
                <c:pt idx="12234">
                  <c:v>138.91626007080001</c:v>
                </c:pt>
                <c:pt idx="12235">
                  <c:v>138.916359710693</c:v>
                </c:pt>
                <c:pt idx="12236">
                  <c:v>138.916459350585</c:v>
                </c:pt>
                <c:pt idx="12237">
                  <c:v>138.91655899047799</c:v>
                </c:pt>
                <c:pt idx="12238">
                  <c:v>138.91665863036999</c:v>
                </c:pt>
                <c:pt idx="12239">
                  <c:v>138.91675827026299</c:v>
                </c:pt>
                <c:pt idx="12240">
                  <c:v>138.91685791015499</c:v>
                </c:pt>
                <c:pt idx="12241">
                  <c:v>138.91695755004801</c:v>
                </c:pt>
                <c:pt idx="12242">
                  <c:v>138.917057189941</c:v>
                </c:pt>
                <c:pt idx="12243">
                  <c:v>138.917156829833</c:v>
                </c:pt>
                <c:pt idx="12244">
                  <c:v>138.917256469726</c:v>
                </c:pt>
                <c:pt idx="12245">
                  <c:v>138.917356109618</c:v>
                </c:pt>
                <c:pt idx="12246">
                  <c:v>138.91745574951099</c:v>
                </c:pt>
                <c:pt idx="12247">
                  <c:v>138.91755538940299</c:v>
                </c:pt>
                <c:pt idx="12248">
                  <c:v>138.91765502929599</c:v>
                </c:pt>
                <c:pt idx="12249">
                  <c:v>138.91775466918901</c:v>
                </c:pt>
                <c:pt idx="12250">
                  <c:v>138.91785430908101</c:v>
                </c:pt>
                <c:pt idx="12251">
                  <c:v>138.917953948974</c:v>
                </c:pt>
                <c:pt idx="12252">
                  <c:v>138.918053588866</c:v>
                </c:pt>
                <c:pt idx="12253">
                  <c:v>138.918153228759</c:v>
                </c:pt>
                <c:pt idx="12254">
                  <c:v>138.918252868651</c:v>
                </c:pt>
                <c:pt idx="12255">
                  <c:v>138.91835250854399</c:v>
                </c:pt>
                <c:pt idx="12256">
                  <c:v>138.91845214843701</c:v>
                </c:pt>
                <c:pt idx="12257">
                  <c:v>138.91855178832901</c:v>
                </c:pt>
                <c:pt idx="12258">
                  <c:v>138.91865142822201</c:v>
                </c:pt>
                <c:pt idx="12259">
                  <c:v>138.91875106811401</c:v>
                </c:pt>
                <c:pt idx="12260">
                  <c:v>138.918850708007</c:v>
                </c:pt>
                <c:pt idx="12261">
                  <c:v>138.91895034789999</c:v>
                </c:pt>
                <c:pt idx="12262">
                  <c:v>138.91904998779199</c:v>
                </c:pt>
                <c:pt idx="12263">
                  <c:v>138.91914962768499</c:v>
                </c:pt>
                <c:pt idx="12264">
                  <c:v>138.91924926757699</c:v>
                </c:pt>
                <c:pt idx="12265">
                  <c:v>138.91934890747001</c:v>
                </c:pt>
                <c:pt idx="12266">
                  <c:v>138.91944854736201</c:v>
                </c:pt>
                <c:pt idx="12267">
                  <c:v>138.919548187255</c:v>
                </c:pt>
                <c:pt idx="12268">
                  <c:v>138.919647827148</c:v>
                </c:pt>
                <c:pt idx="12269">
                  <c:v>138.91974746704</c:v>
                </c:pt>
                <c:pt idx="12270">
                  <c:v>138.91984710693299</c:v>
                </c:pt>
                <c:pt idx="12271">
                  <c:v>138.91994674682499</c:v>
                </c:pt>
                <c:pt idx="12272">
                  <c:v>138.92004638671801</c:v>
                </c:pt>
                <c:pt idx="12273">
                  <c:v>138.92014602661001</c:v>
                </c:pt>
                <c:pt idx="12274">
                  <c:v>138.92024566650301</c:v>
                </c:pt>
                <c:pt idx="12275">
                  <c:v>138.920345306396</c:v>
                </c:pt>
                <c:pt idx="12276">
                  <c:v>138.920444946288</c:v>
                </c:pt>
                <c:pt idx="12277">
                  <c:v>138.92054458618099</c:v>
                </c:pt>
                <c:pt idx="12278">
                  <c:v>138.92064422607299</c:v>
                </c:pt>
                <c:pt idx="12279">
                  <c:v>138.92074386596599</c:v>
                </c:pt>
                <c:pt idx="12280">
                  <c:v>138.92084350585799</c:v>
                </c:pt>
                <c:pt idx="12281">
                  <c:v>138.92094314575101</c:v>
                </c:pt>
                <c:pt idx="12282">
                  <c:v>138.921042785644</c:v>
                </c:pt>
                <c:pt idx="12283">
                  <c:v>138.921142425536</c:v>
                </c:pt>
                <c:pt idx="12284">
                  <c:v>138.921242065429</c:v>
                </c:pt>
                <c:pt idx="12285">
                  <c:v>138.921341705321</c:v>
                </c:pt>
                <c:pt idx="12286">
                  <c:v>138.92144134521399</c:v>
                </c:pt>
                <c:pt idx="12287">
                  <c:v>138.92154098510699</c:v>
                </c:pt>
                <c:pt idx="12288">
                  <c:v>138.92164062499899</c:v>
                </c:pt>
                <c:pt idx="12289">
                  <c:v>138.92174026489201</c:v>
                </c:pt>
                <c:pt idx="12290">
                  <c:v>138.92183990478401</c:v>
                </c:pt>
                <c:pt idx="12291">
                  <c:v>138.921939544677</c:v>
                </c:pt>
                <c:pt idx="12292">
                  <c:v>138.922039184569</c:v>
                </c:pt>
                <c:pt idx="12293">
                  <c:v>138.922138824462</c:v>
                </c:pt>
                <c:pt idx="12294">
                  <c:v>138.92223846435499</c:v>
                </c:pt>
                <c:pt idx="12295">
                  <c:v>138.92233810424699</c:v>
                </c:pt>
                <c:pt idx="12296">
                  <c:v>138.92243774414001</c:v>
                </c:pt>
                <c:pt idx="12297">
                  <c:v>138.92253738403201</c:v>
                </c:pt>
                <c:pt idx="12298">
                  <c:v>138.92263702392501</c:v>
                </c:pt>
                <c:pt idx="12299">
                  <c:v>138.92273666381701</c:v>
                </c:pt>
                <c:pt idx="12300">
                  <c:v>138.92283630371</c:v>
                </c:pt>
                <c:pt idx="12301">
                  <c:v>138.92292861938401</c:v>
                </c:pt>
                <c:pt idx="12302">
                  <c:v>138.92302093505799</c:v>
                </c:pt>
                <c:pt idx="12303">
                  <c:v>138.923113250732</c:v>
                </c:pt>
                <c:pt idx="12304">
                  <c:v>138.92320556640499</c:v>
                </c:pt>
                <c:pt idx="12305">
                  <c:v>138.923297882079</c:v>
                </c:pt>
                <c:pt idx="12306">
                  <c:v>138.92339019775301</c:v>
                </c:pt>
                <c:pt idx="12307">
                  <c:v>138.92348251342699</c:v>
                </c:pt>
                <c:pt idx="12308">
                  <c:v>138.923574829101</c:v>
                </c:pt>
                <c:pt idx="12309">
                  <c:v>138.92366714477399</c:v>
                </c:pt>
                <c:pt idx="12310">
                  <c:v>138.923759460448</c:v>
                </c:pt>
                <c:pt idx="12311">
                  <c:v>138.92385177612201</c:v>
                </c:pt>
                <c:pt idx="12312">
                  <c:v>138.92394409179599</c:v>
                </c:pt>
                <c:pt idx="12313">
                  <c:v>138.92403640747</c:v>
                </c:pt>
                <c:pt idx="12314">
                  <c:v>138.92412872314401</c:v>
                </c:pt>
                <c:pt idx="12315">
                  <c:v>138.924221038817</c:v>
                </c:pt>
                <c:pt idx="12316">
                  <c:v>138.92431335449101</c:v>
                </c:pt>
                <c:pt idx="12317">
                  <c:v>138.92440567016499</c:v>
                </c:pt>
                <c:pt idx="12318">
                  <c:v>138.924497985839</c:v>
                </c:pt>
                <c:pt idx="12319">
                  <c:v>138.92459030151301</c:v>
                </c:pt>
                <c:pt idx="12320">
                  <c:v>138.92468261718699</c:v>
                </c:pt>
                <c:pt idx="12321">
                  <c:v>138.92477493286</c:v>
                </c:pt>
                <c:pt idx="12322">
                  <c:v>138.92486724853401</c:v>
                </c:pt>
                <c:pt idx="12323">
                  <c:v>138.924959564208</c:v>
                </c:pt>
                <c:pt idx="12324">
                  <c:v>138.92505187988201</c:v>
                </c:pt>
                <c:pt idx="12325">
                  <c:v>138.92514419555599</c:v>
                </c:pt>
                <c:pt idx="12326">
                  <c:v>138.92523651123</c:v>
                </c:pt>
                <c:pt idx="12327">
                  <c:v>138.92532882690301</c:v>
                </c:pt>
                <c:pt idx="12328">
                  <c:v>138.92542114257699</c:v>
                </c:pt>
                <c:pt idx="12329">
                  <c:v>138.925513458251</c:v>
                </c:pt>
                <c:pt idx="12330">
                  <c:v>138.92560577392501</c:v>
                </c:pt>
                <c:pt idx="12331">
                  <c:v>138.925698089599</c:v>
                </c:pt>
                <c:pt idx="12332">
                  <c:v>138.92579040527301</c:v>
                </c:pt>
                <c:pt idx="12333">
                  <c:v>138.92588272094599</c:v>
                </c:pt>
                <c:pt idx="12334">
                  <c:v>138.92597503662</c:v>
                </c:pt>
                <c:pt idx="12335">
                  <c:v>138.92606735229401</c:v>
                </c:pt>
                <c:pt idx="12336">
                  <c:v>138.92615966796799</c:v>
                </c:pt>
                <c:pt idx="12337">
                  <c:v>138.926251983642</c:v>
                </c:pt>
                <c:pt idx="12338">
                  <c:v>138.92634429931601</c:v>
                </c:pt>
                <c:pt idx="12339">
                  <c:v>138.926436614989</c:v>
                </c:pt>
                <c:pt idx="12340">
                  <c:v>138.92652893066301</c:v>
                </c:pt>
                <c:pt idx="12341">
                  <c:v>138.92662124633699</c:v>
                </c:pt>
                <c:pt idx="12342">
                  <c:v>138.926713562011</c:v>
                </c:pt>
                <c:pt idx="12343">
                  <c:v>138.92680587768501</c:v>
                </c:pt>
                <c:pt idx="12344">
                  <c:v>138.92689819335899</c:v>
                </c:pt>
                <c:pt idx="12345">
                  <c:v>138.92699050903201</c:v>
                </c:pt>
                <c:pt idx="12346">
                  <c:v>138.92708282470599</c:v>
                </c:pt>
                <c:pt idx="12347">
                  <c:v>138.92717514038</c:v>
                </c:pt>
                <c:pt idx="12348">
                  <c:v>138.92726745605401</c:v>
                </c:pt>
                <c:pt idx="12349">
                  <c:v>138.92735977172799</c:v>
                </c:pt>
                <c:pt idx="12350">
                  <c:v>138.927452087402</c:v>
                </c:pt>
                <c:pt idx="12351">
                  <c:v>138.92754440307499</c:v>
                </c:pt>
                <c:pt idx="12352">
                  <c:v>138.927636718749</c:v>
                </c:pt>
                <c:pt idx="12353">
                  <c:v>138.92772903442301</c:v>
                </c:pt>
                <c:pt idx="12354">
                  <c:v>138.92782135009699</c:v>
                </c:pt>
                <c:pt idx="12355">
                  <c:v>138.927913665771</c:v>
                </c:pt>
                <c:pt idx="12356">
                  <c:v>138.92800598144399</c:v>
                </c:pt>
                <c:pt idx="12357">
                  <c:v>138.928098297118</c:v>
                </c:pt>
                <c:pt idx="12358">
                  <c:v>138.92819061279201</c:v>
                </c:pt>
                <c:pt idx="12359">
                  <c:v>138.92828292846599</c:v>
                </c:pt>
                <c:pt idx="12360">
                  <c:v>138.92837524414</c:v>
                </c:pt>
                <c:pt idx="12361">
                  <c:v>138.92846755981401</c:v>
                </c:pt>
                <c:pt idx="12362">
                  <c:v>138.928559875487</c:v>
                </c:pt>
                <c:pt idx="12363">
                  <c:v>138.92865219116101</c:v>
                </c:pt>
                <c:pt idx="12364">
                  <c:v>138.92874450683499</c:v>
                </c:pt>
                <c:pt idx="12365">
                  <c:v>138.928836822509</c:v>
                </c:pt>
                <c:pt idx="12366">
                  <c:v>138.92892913818301</c:v>
                </c:pt>
                <c:pt idx="12367">
                  <c:v>138.92902145385699</c:v>
                </c:pt>
                <c:pt idx="12368">
                  <c:v>138.92911376953001</c:v>
                </c:pt>
                <c:pt idx="12369">
                  <c:v>138.92920608520399</c:v>
                </c:pt>
                <c:pt idx="12370">
                  <c:v>138.929298400878</c:v>
                </c:pt>
                <c:pt idx="12371">
                  <c:v>138.92939071655201</c:v>
                </c:pt>
                <c:pt idx="12372">
                  <c:v>138.92948303222599</c:v>
                </c:pt>
                <c:pt idx="12373">
                  <c:v>138.9295753479</c:v>
                </c:pt>
                <c:pt idx="12374">
                  <c:v>138.92966766357301</c:v>
                </c:pt>
                <c:pt idx="12375">
                  <c:v>138.929759979247</c:v>
                </c:pt>
                <c:pt idx="12376">
                  <c:v>138.92985229492101</c:v>
                </c:pt>
                <c:pt idx="12377">
                  <c:v>138.92994461059499</c:v>
                </c:pt>
                <c:pt idx="12378">
                  <c:v>138.930036926269</c:v>
                </c:pt>
                <c:pt idx="12379">
                  <c:v>138.93012924194301</c:v>
                </c:pt>
                <c:pt idx="12380">
                  <c:v>138.93022155761599</c:v>
                </c:pt>
                <c:pt idx="12381">
                  <c:v>138.93031387329</c:v>
                </c:pt>
                <c:pt idx="12382">
                  <c:v>138.93040618896401</c:v>
                </c:pt>
                <c:pt idx="12383">
                  <c:v>138.930498504638</c:v>
                </c:pt>
                <c:pt idx="12384">
                  <c:v>138.93059082031201</c:v>
                </c:pt>
                <c:pt idx="12385">
                  <c:v>138.93068313598599</c:v>
                </c:pt>
                <c:pt idx="12386">
                  <c:v>138.930775451659</c:v>
                </c:pt>
                <c:pt idx="12387">
                  <c:v>138.93086776733301</c:v>
                </c:pt>
                <c:pt idx="12388">
                  <c:v>138.93096008300699</c:v>
                </c:pt>
                <c:pt idx="12389">
                  <c:v>138.931052398681</c:v>
                </c:pt>
                <c:pt idx="12390">
                  <c:v>138.93114471435501</c:v>
                </c:pt>
                <c:pt idx="12391">
                  <c:v>138.931237030029</c:v>
                </c:pt>
                <c:pt idx="12392">
                  <c:v>138.93132934570201</c:v>
                </c:pt>
                <c:pt idx="12393">
                  <c:v>138.93142166137599</c:v>
                </c:pt>
                <c:pt idx="12394">
                  <c:v>138.93151397705</c:v>
                </c:pt>
                <c:pt idx="12395">
                  <c:v>138.93160629272401</c:v>
                </c:pt>
                <c:pt idx="12396">
                  <c:v>138.93169860839799</c:v>
                </c:pt>
                <c:pt idx="12397">
                  <c:v>138.931790924072</c:v>
                </c:pt>
                <c:pt idx="12398">
                  <c:v>138.93188323974499</c:v>
                </c:pt>
                <c:pt idx="12399">
                  <c:v>138.931975555419</c:v>
                </c:pt>
                <c:pt idx="12400">
                  <c:v>138.93206787109301</c:v>
                </c:pt>
                <c:pt idx="12401">
                  <c:v>138.93216018676699</c:v>
                </c:pt>
                <c:pt idx="12402">
                  <c:v>138.932252502441</c:v>
                </c:pt>
                <c:pt idx="12403">
                  <c:v>138.93234481811501</c:v>
                </c:pt>
                <c:pt idx="12404">
                  <c:v>138.932437133788</c:v>
                </c:pt>
                <c:pt idx="12405">
                  <c:v>138.93252944946201</c:v>
                </c:pt>
                <c:pt idx="12406">
                  <c:v>138.93262176513599</c:v>
                </c:pt>
                <c:pt idx="12407">
                  <c:v>138.93271408081</c:v>
                </c:pt>
                <c:pt idx="12408">
                  <c:v>138.93280639648401</c:v>
                </c:pt>
                <c:pt idx="12409">
                  <c:v>138.932898712157</c:v>
                </c:pt>
                <c:pt idx="12410">
                  <c:v>138.93299102783101</c:v>
                </c:pt>
                <c:pt idx="12411">
                  <c:v>138.93308334350499</c:v>
                </c:pt>
                <c:pt idx="12412">
                  <c:v>138.933175659179</c:v>
                </c:pt>
                <c:pt idx="12413">
                  <c:v>138.93326797485301</c:v>
                </c:pt>
                <c:pt idx="12414">
                  <c:v>138.93336029052699</c:v>
                </c:pt>
                <c:pt idx="12415">
                  <c:v>138.93345260620001</c:v>
                </c:pt>
                <c:pt idx="12416">
                  <c:v>138.93354492187399</c:v>
                </c:pt>
                <c:pt idx="12417">
                  <c:v>138.933637237548</c:v>
                </c:pt>
                <c:pt idx="12418">
                  <c:v>138.93372955322201</c:v>
                </c:pt>
                <c:pt idx="12419">
                  <c:v>138.93382186889599</c:v>
                </c:pt>
                <c:pt idx="12420">
                  <c:v>138.93391418457</c:v>
                </c:pt>
                <c:pt idx="12421">
                  <c:v>138.93400650024299</c:v>
                </c:pt>
                <c:pt idx="12422">
                  <c:v>138.934098815917</c:v>
                </c:pt>
                <c:pt idx="12423">
                  <c:v>138.93419113159101</c:v>
                </c:pt>
                <c:pt idx="12424">
                  <c:v>138.93428344726499</c:v>
                </c:pt>
                <c:pt idx="12425">
                  <c:v>138.934375762939</c:v>
                </c:pt>
                <c:pt idx="12426">
                  <c:v>138.93446807861301</c:v>
                </c:pt>
                <c:pt idx="12427">
                  <c:v>138.934560394286</c:v>
                </c:pt>
                <c:pt idx="12428">
                  <c:v>138.93465270996001</c:v>
                </c:pt>
                <c:pt idx="12429">
                  <c:v>138.93474502563399</c:v>
                </c:pt>
                <c:pt idx="12430">
                  <c:v>138.934837341308</c:v>
                </c:pt>
                <c:pt idx="12431">
                  <c:v>138.93492965698201</c:v>
                </c:pt>
                <c:pt idx="12432">
                  <c:v>138.93502197265599</c:v>
                </c:pt>
                <c:pt idx="12433">
                  <c:v>138.935114288329</c:v>
                </c:pt>
                <c:pt idx="12434">
                  <c:v>138.93520660400301</c:v>
                </c:pt>
                <c:pt idx="12435">
                  <c:v>138.935298919677</c:v>
                </c:pt>
                <c:pt idx="12436">
                  <c:v>138.93539123535101</c:v>
                </c:pt>
                <c:pt idx="12437">
                  <c:v>138.93548355102499</c:v>
                </c:pt>
                <c:pt idx="12438">
                  <c:v>138.935575866699</c:v>
                </c:pt>
                <c:pt idx="12439">
                  <c:v>138.93566818237201</c:v>
                </c:pt>
                <c:pt idx="12440">
                  <c:v>138.93576049804599</c:v>
                </c:pt>
                <c:pt idx="12441">
                  <c:v>138.93585281372</c:v>
                </c:pt>
                <c:pt idx="12442">
                  <c:v>138.93594512939401</c:v>
                </c:pt>
                <c:pt idx="12443">
                  <c:v>138.936037445068</c:v>
                </c:pt>
                <c:pt idx="12444">
                  <c:v>138.93612976074201</c:v>
                </c:pt>
                <c:pt idx="12445">
                  <c:v>138.93622207641499</c:v>
                </c:pt>
                <c:pt idx="12446">
                  <c:v>138.936314392089</c:v>
                </c:pt>
                <c:pt idx="12447">
                  <c:v>138.93640670776301</c:v>
                </c:pt>
                <c:pt idx="12448">
                  <c:v>138.93649902343699</c:v>
                </c:pt>
                <c:pt idx="12449">
                  <c:v>138.936591339111</c:v>
                </c:pt>
                <c:pt idx="12450">
                  <c:v>138.93668365478501</c:v>
                </c:pt>
                <c:pt idx="12451">
                  <c:v>138.936775970458</c:v>
                </c:pt>
                <c:pt idx="12452">
                  <c:v>138.93686828613201</c:v>
                </c:pt>
                <c:pt idx="12453">
                  <c:v>138.93696060180599</c:v>
                </c:pt>
                <c:pt idx="12454">
                  <c:v>138.93705291748</c:v>
                </c:pt>
                <c:pt idx="12455">
                  <c:v>138.93714523315401</c:v>
                </c:pt>
                <c:pt idx="12456">
                  <c:v>138.937237548827</c:v>
                </c:pt>
                <c:pt idx="12457">
                  <c:v>138.93732986450101</c:v>
                </c:pt>
                <c:pt idx="12458">
                  <c:v>138.93742218017499</c:v>
                </c:pt>
                <c:pt idx="12459">
                  <c:v>138.937514495849</c:v>
                </c:pt>
                <c:pt idx="12460">
                  <c:v>138.93760681152301</c:v>
                </c:pt>
                <c:pt idx="12461">
                  <c:v>138.93769912719699</c:v>
                </c:pt>
                <c:pt idx="12462">
                  <c:v>138.93779144287001</c:v>
                </c:pt>
                <c:pt idx="12463">
                  <c:v>138.93788375854399</c:v>
                </c:pt>
                <c:pt idx="12464">
                  <c:v>138.937976074218</c:v>
                </c:pt>
                <c:pt idx="12465">
                  <c:v>138.93806838989201</c:v>
                </c:pt>
                <c:pt idx="12466">
                  <c:v>138.93816070556599</c:v>
                </c:pt>
                <c:pt idx="12467">
                  <c:v>138.93825302124</c:v>
                </c:pt>
                <c:pt idx="12468">
                  <c:v>138.93834533691299</c:v>
                </c:pt>
                <c:pt idx="12469">
                  <c:v>138.938437652587</c:v>
                </c:pt>
                <c:pt idx="12470">
                  <c:v>138.93852996826101</c:v>
                </c:pt>
                <c:pt idx="12471">
                  <c:v>138.93862228393499</c:v>
                </c:pt>
                <c:pt idx="12472">
                  <c:v>138.938714599609</c:v>
                </c:pt>
                <c:pt idx="12473">
                  <c:v>138.93880691528301</c:v>
                </c:pt>
                <c:pt idx="12474">
                  <c:v>138.938899230956</c:v>
                </c:pt>
                <c:pt idx="12475">
                  <c:v>138.93899154663001</c:v>
                </c:pt>
                <c:pt idx="12476">
                  <c:v>138.93908386230399</c:v>
                </c:pt>
                <c:pt idx="12477">
                  <c:v>138.939176177978</c:v>
                </c:pt>
                <c:pt idx="12478">
                  <c:v>138.93926849365201</c:v>
                </c:pt>
                <c:pt idx="12479">
                  <c:v>138.93936080932599</c:v>
                </c:pt>
                <c:pt idx="12480">
                  <c:v>138.93945312499901</c:v>
                </c:pt>
                <c:pt idx="12481">
                  <c:v>138.93954544067299</c:v>
                </c:pt>
                <c:pt idx="12482">
                  <c:v>138.939637756347</c:v>
                </c:pt>
                <c:pt idx="12483">
                  <c:v>138.93973007202101</c:v>
                </c:pt>
                <c:pt idx="12484">
                  <c:v>138.93982238769499</c:v>
                </c:pt>
                <c:pt idx="12485">
                  <c:v>138.939914703369</c:v>
                </c:pt>
                <c:pt idx="12486">
                  <c:v>138.94000701904201</c:v>
                </c:pt>
                <c:pt idx="12487">
                  <c:v>138.940099334716</c:v>
                </c:pt>
                <c:pt idx="12488">
                  <c:v>138.94019165039001</c:v>
                </c:pt>
                <c:pt idx="12489">
                  <c:v>138.94028396606399</c:v>
                </c:pt>
                <c:pt idx="12490">
                  <c:v>138.940376281738</c:v>
                </c:pt>
                <c:pt idx="12491">
                  <c:v>138.94046859741201</c:v>
                </c:pt>
                <c:pt idx="12492">
                  <c:v>138.94056091308499</c:v>
                </c:pt>
                <c:pt idx="12493">
                  <c:v>138.940653228759</c:v>
                </c:pt>
                <c:pt idx="12494">
                  <c:v>138.94074554443301</c:v>
                </c:pt>
                <c:pt idx="12495">
                  <c:v>138.940837860107</c:v>
                </c:pt>
                <c:pt idx="12496">
                  <c:v>138.94093017578101</c:v>
                </c:pt>
                <c:pt idx="12497">
                  <c:v>138.94102249145499</c:v>
                </c:pt>
                <c:pt idx="12498">
                  <c:v>138.941114807128</c:v>
                </c:pt>
                <c:pt idx="12499">
                  <c:v>138.94120712280201</c:v>
                </c:pt>
                <c:pt idx="12500">
                  <c:v>138.94129943847599</c:v>
                </c:pt>
                <c:pt idx="12501">
                  <c:v>138.94139175415</c:v>
                </c:pt>
                <c:pt idx="12502">
                  <c:v>138.94148406982401</c:v>
                </c:pt>
                <c:pt idx="12503">
                  <c:v>138.941576385497</c:v>
                </c:pt>
                <c:pt idx="12504">
                  <c:v>138.94166870117101</c:v>
                </c:pt>
                <c:pt idx="12505">
                  <c:v>138.94176101684499</c:v>
                </c:pt>
                <c:pt idx="12506">
                  <c:v>138.941853332519</c:v>
                </c:pt>
                <c:pt idx="12507">
                  <c:v>138.94194564819301</c:v>
                </c:pt>
                <c:pt idx="12508">
                  <c:v>138.94203796386699</c:v>
                </c:pt>
                <c:pt idx="12509">
                  <c:v>138.94213027954001</c:v>
                </c:pt>
                <c:pt idx="12510">
                  <c:v>138.94222259521399</c:v>
                </c:pt>
                <c:pt idx="12511">
                  <c:v>138.942314910888</c:v>
                </c:pt>
                <c:pt idx="12512">
                  <c:v>138.94240722656201</c:v>
                </c:pt>
                <c:pt idx="12513">
                  <c:v>138.94249954223599</c:v>
                </c:pt>
                <c:pt idx="12514">
                  <c:v>138.94259185791</c:v>
                </c:pt>
                <c:pt idx="12515">
                  <c:v>138.94268417358299</c:v>
                </c:pt>
                <c:pt idx="12516">
                  <c:v>138.942776489257</c:v>
                </c:pt>
                <c:pt idx="12517">
                  <c:v>138.94286880493101</c:v>
                </c:pt>
                <c:pt idx="12518">
                  <c:v>138.94296112060499</c:v>
                </c:pt>
                <c:pt idx="12519">
                  <c:v>138.943053436279</c:v>
                </c:pt>
                <c:pt idx="12520">
                  <c:v>138.94314575195301</c:v>
                </c:pt>
                <c:pt idx="12521">
                  <c:v>138.943238067626</c:v>
                </c:pt>
                <c:pt idx="12522">
                  <c:v>138.94333038330001</c:v>
                </c:pt>
                <c:pt idx="12523">
                  <c:v>138.94342269897399</c:v>
                </c:pt>
                <c:pt idx="12524">
                  <c:v>138.943515014648</c:v>
                </c:pt>
                <c:pt idx="12525">
                  <c:v>138.94360733032201</c:v>
                </c:pt>
                <c:pt idx="12526">
                  <c:v>138.94369964599599</c:v>
                </c:pt>
                <c:pt idx="12527">
                  <c:v>138.94379196166901</c:v>
                </c:pt>
                <c:pt idx="12528">
                  <c:v>138.94388427734299</c:v>
                </c:pt>
                <c:pt idx="12529">
                  <c:v>138.943976593017</c:v>
                </c:pt>
                <c:pt idx="12530">
                  <c:v>138.94406890869101</c:v>
                </c:pt>
                <c:pt idx="12531">
                  <c:v>138.94416122436499</c:v>
                </c:pt>
                <c:pt idx="12532">
                  <c:v>138.944253540039</c:v>
                </c:pt>
                <c:pt idx="12533">
                  <c:v>138.94434585571199</c:v>
                </c:pt>
                <c:pt idx="12534">
                  <c:v>138.944438171386</c:v>
                </c:pt>
                <c:pt idx="12535">
                  <c:v>138.94453048706001</c:v>
                </c:pt>
                <c:pt idx="12536">
                  <c:v>138.94462280273399</c:v>
                </c:pt>
                <c:pt idx="12537">
                  <c:v>138.944715118408</c:v>
                </c:pt>
                <c:pt idx="12538">
                  <c:v>138.94480743408201</c:v>
                </c:pt>
                <c:pt idx="12539">
                  <c:v>138.944899749755</c:v>
                </c:pt>
                <c:pt idx="12540">
                  <c:v>138.94499206542901</c:v>
                </c:pt>
                <c:pt idx="12541">
                  <c:v>138.94508438110299</c:v>
                </c:pt>
                <c:pt idx="12542">
                  <c:v>138.945176696777</c:v>
                </c:pt>
                <c:pt idx="12543">
                  <c:v>138.94526901245101</c:v>
                </c:pt>
                <c:pt idx="12544">
                  <c:v>138.94536132812499</c:v>
                </c:pt>
                <c:pt idx="12545">
                  <c:v>138.945453643798</c:v>
                </c:pt>
                <c:pt idx="12546">
                  <c:v>138.94554595947201</c:v>
                </c:pt>
                <c:pt idx="12547">
                  <c:v>138.945638275146</c:v>
                </c:pt>
                <c:pt idx="12548">
                  <c:v>138.94573059082001</c:v>
                </c:pt>
                <c:pt idx="12549">
                  <c:v>138.94582290649399</c:v>
                </c:pt>
                <c:pt idx="12550">
                  <c:v>138.945915222168</c:v>
                </c:pt>
                <c:pt idx="12551">
                  <c:v>138.94600753784101</c:v>
                </c:pt>
                <c:pt idx="12552">
                  <c:v>138.94609985351499</c:v>
                </c:pt>
                <c:pt idx="12553">
                  <c:v>138.946192169189</c:v>
                </c:pt>
                <c:pt idx="12554">
                  <c:v>138.94628448486301</c:v>
                </c:pt>
                <c:pt idx="12555">
                  <c:v>138.946376800537</c:v>
                </c:pt>
                <c:pt idx="12556">
                  <c:v>138.94646911621101</c:v>
                </c:pt>
                <c:pt idx="12557">
                  <c:v>138.94656143188399</c:v>
                </c:pt>
                <c:pt idx="12558">
                  <c:v>138.946653747558</c:v>
                </c:pt>
                <c:pt idx="12559">
                  <c:v>138.94674606323201</c:v>
                </c:pt>
                <c:pt idx="12560">
                  <c:v>138.94683837890599</c:v>
                </c:pt>
                <c:pt idx="12561">
                  <c:v>138.94693069458</c:v>
                </c:pt>
                <c:pt idx="12562">
                  <c:v>138.94702301025299</c:v>
                </c:pt>
                <c:pt idx="12563">
                  <c:v>138.947115325927</c:v>
                </c:pt>
                <c:pt idx="12564">
                  <c:v>138.94720764160101</c:v>
                </c:pt>
                <c:pt idx="12565">
                  <c:v>138.94729995727499</c:v>
                </c:pt>
                <c:pt idx="12566">
                  <c:v>138.947392272949</c:v>
                </c:pt>
                <c:pt idx="12567">
                  <c:v>138.94748458862301</c:v>
                </c:pt>
                <c:pt idx="12568">
                  <c:v>138.947576904296</c:v>
                </c:pt>
                <c:pt idx="12569">
                  <c:v>138.94766921997001</c:v>
                </c:pt>
                <c:pt idx="12570">
                  <c:v>138.94776153564399</c:v>
                </c:pt>
                <c:pt idx="12571">
                  <c:v>138.947853851318</c:v>
                </c:pt>
                <c:pt idx="12572">
                  <c:v>138.94794616699201</c:v>
                </c:pt>
                <c:pt idx="12573">
                  <c:v>138.94803848266599</c:v>
                </c:pt>
                <c:pt idx="12574">
                  <c:v>138.94813079833901</c:v>
                </c:pt>
                <c:pt idx="12575">
                  <c:v>138.94822311401299</c:v>
                </c:pt>
                <c:pt idx="12576">
                  <c:v>138.948315429687</c:v>
                </c:pt>
                <c:pt idx="12577">
                  <c:v>138.94840774536101</c:v>
                </c:pt>
                <c:pt idx="12578">
                  <c:v>138.94850006103499</c:v>
                </c:pt>
                <c:pt idx="12579">
                  <c:v>138.948592376709</c:v>
                </c:pt>
                <c:pt idx="12580">
                  <c:v>138.94868469238199</c:v>
                </c:pt>
                <c:pt idx="12581">
                  <c:v>138.948777008056</c:v>
                </c:pt>
                <c:pt idx="12582">
                  <c:v>138.94886932373001</c:v>
                </c:pt>
                <c:pt idx="12583">
                  <c:v>138.94896163940399</c:v>
                </c:pt>
                <c:pt idx="12584">
                  <c:v>138.949053955078</c:v>
                </c:pt>
                <c:pt idx="12585">
                  <c:v>138.94914627075201</c:v>
                </c:pt>
                <c:pt idx="12586">
                  <c:v>138.949238586425</c:v>
                </c:pt>
                <c:pt idx="12587">
                  <c:v>138.94933090209901</c:v>
                </c:pt>
                <c:pt idx="12588">
                  <c:v>138.94942321777299</c:v>
                </c:pt>
                <c:pt idx="12589">
                  <c:v>138.949515533447</c:v>
                </c:pt>
                <c:pt idx="12590">
                  <c:v>138.94960784912101</c:v>
                </c:pt>
                <c:pt idx="12591">
                  <c:v>138.94970016479499</c:v>
                </c:pt>
                <c:pt idx="12592">
                  <c:v>138.94979248046801</c:v>
                </c:pt>
                <c:pt idx="12593">
                  <c:v>138.94988479614199</c:v>
                </c:pt>
                <c:pt idx="12594">
                  <c:v>138.949977111816</c:v>
                </c:pt>
                <c:pt idx="12595">
                  <c:v>138.95006942749001</c:v>
                </c:pt>
                <c:pt idx="12596">
                  <c:v>138.95016174316399</c:v>
                </c:pt>
                <c:pt idx="12597">
                  <c:v>138.950254058838</c:v>
                </c:pt>
                <c:pt idx="12598">
                  <c:v>138.95034637451101</c:v>
                </c:pt>
                <c:pt idx="12599">
                  <c:v>138.950438690185</c:v>
                </c:pt>
                <c:pt idx="12600">
                  <c:v>138.95053100585901</c:v>
                </c:pt>
                <c:pt idx="12601">
                  <c:v>138.95061676025401</c:v>
                </c:pt>
                <c:pt idx="12602">
                  <c:v>138.95070251464799</c:v>
                </c:pt>
                <c:pt idx="12603">
                  <c:v>138.95078826904299</c:v>
                </c:pt>
                <c:pt idx="12604">
                  <c:v>138.950874023437</c:v>
                </c:pt>
                <c:pt idx="12605">
                  <c:v>138.950959777832</c:v>
                </c:pt>
                <c:pt idx="12606">
                  <c:v>138.951045532226</c:v>
                </c:pt>
                <c:pt idx="12607">
                  <c:v>138.95113128662101</c:v>
                </c:pt>
                <c:pt idx="12608">
                  <c:v>138.95121704101501</c:v>
                </c:pt>
                <c:pt idx="12609">
                  <c:v>138.95130279540999</c:v>
                </c:pt>
                <c:pt idx="12610">
                  <c:v>138.95138854980399</c:v>
                </c:pt>
                <c:pt idx="12611">
                  <c:v>138.951474304199</c:v>
                </c:pt>
                <c:pt idx="12612">
                  <c:v>138.951560058593</c:v>
                </c:pt>
                <c:pt idx="12613">
                  <c:v>138.951645812988</c:v>
                </c:pt>
                <c:pt idx="12614">
                  <c:v>138.95173156738201</c:v>
                </c:pt>
                <c:pt idx="12615">
                  <c:v>138.95181732177701</c:v>
                </c:pt>
                <c:pt idx="12616">
                  <c:v>138.95190307617099</c:v>
                </c:pt>
                <c:pt idx="12617">
                  <c:v>138.95198883056599</c:v>
                </c:pt>
                <c:pt idx="12618">
                  <c:v>138.952074584961</c:v>
                </c:pt>
                <c:pt idx="12619">
                  <c:v>138.952160339355</c:v>
                </c:pt>
                <c:pt idx="12620">
                  <c:v>138.95224609375001</c:v>
                </c:pt>
                <c:pt idx="12621">
                  <c:v>138.95233184814401</c:v>
                </c:pt>
                <c:pt idx="12622">
                  <c:v>138.95241760253899</c:v>
                </c:pt>
                <c:pt idx="12623">
                  <c:v>138.95250335693299</c:v>
                </c:pt>
                <c:pt idx="12624">
                  <c:v>138.952589111328</c:v>
                </c:pt>
                <c:pt idx="12625">
                  <c:v>138.952674865722</c:v>
                </c:pt>
                <c:pt idx="12626">
                  <c:v>138.952760620117</c:v>
                </c:pt>
                <c:pt idx="12627">
                  <c:v>138.95284637451101</c:v>
                </c:pt>
                <c:pt idx="12628">
                  <c:v>138.95293212890601</c:v>
                </c:pt>
                <c:pt idx="12629">
                  <c:v>138.95301788329999</c:v>
                </c:pt>
                <c:pt idx="12630">
                  <c:v>138.95310363769499</c:v>
                </c:pt>
                <c:pt idx="12631">
                  <c:v>138.953189392089</c:v>
                </c:pt>
                <c:pt idx="12632">
                  <c:v>138.953275146484</c:v>
                </c:pt>
                <c:pt idx="12633">
                  <c:v>138.95336090087901</c:v>
                </c:pt>
                <c:pt idx="12634">
                  <c:v>138.95344665527301</c:v>
                </c:pt>
                <c:pt idx="12635">
                  <c:v>138.95353240966799</c:v>
                </c:pt>
                <c:pt idx="12636">
                  <c:v>138.95361816406199</c:v>
                </c:pt>
                <c:pt idx="12637">
                  <c:v>138.95370391845699</c:v>
                </c:pt>
                <c:pt idx="12638">
                  <c:v>138.953789672851</c:v>
                </c:pt>
                <c:pt idx="12639">
                  <c:v>138.953875427246</c:v>
                </c:pt>
                <c:pt idx="12640">
                  <c:v>138.95396118164001</c:v>
                </c:pt>
                <c:pt idx="12641">
                  <c:v>138.95404693603501</c:v>
                </c:pt>
                <c:pt idx="12642">
                  <c:v>138.95413269042899</c:v>
                </c:pt>
                <c:pt idx="12643">
                  <c:v>138.95421844482399</c:v>
                </c:pt>
                <c:pt idx="12644">
                  <c:v>138.954304199218</c:v>
                </c:pt>
                <c:pt idx="12645">
                  <c:v>138.954389953613</c:v>
                </c:pt>
                <c:pt idx="12646">
                  <c:v>138.95447570800701</c:v>
                </c:pt>
                <c:pt idx="12647">
                  <c:v>138.95456146240201</c:v>
                </c:pt>
                <c:pt idx="12648">
                  <c:v>138.95464721679599</c:v>
                </c:pt>
                <c:pt idx="12649">
                  <c:v>138.95473297119099</c:v>
                </c:pt>
                <c:pt idx="12650">
                  <c:v>138.95481872558599</c:v>
                </c:pt>
                <c:pt idx="12651">
                  <c:v>138.95490447998</c:v>
                </c:pt>
                <c:pt idx="12652">
                  <c:v>138.954990234375</c:v>
                </c:pt>
                <c:pt idx="12653">
                  <c:v>138.95507598876901</c:v>
                </c:pt>
                <c:pt idx="12654">
                  <c:v>138.95516174316401</c:v>
                </c:pt>
                <c:pt idx="12655">
                  <c:v>138.95524749755799</c:v>
                </c:pt>
                <c:pt idx="12656">
                  <c:v>138.95533325195299</c:v>
                </c:pt>
                <c:pt idx="12657">
                  <c:v>138.955419006347</c:v>
                </c:pt>
                <c:pt idx="12658">
                  <c:v>138.955504760742</c:v>
                </c:pt>
                <c:pt idx="12659">
                  <c:v>138.95559051513601</c:v>
                </c:pt>
                <c:pt idx="12660">
                  <c:v>138.95567626953101</c:v>
                </c:pt>
                <c:pt idx="12661">
                  <c:v>138.95576202392499</c:v>
                </c:pt>
                <c:pt idx="12662">
                  <c:v>138.95584777831999</c:v>
                </c:pt>
                <c:pt idx="12663">
                  <c:v>138.955933532714</c:v>
                </c:pt>
                <c:pt idx="12664">
                  <c:v>138.956019287109</c:v>
                </c:pt>
                <c:pt idx="12665">
                  <c:v>138.95610504150301</c:v>
                </c:pt>
                <c:pt idx="12666">
                  <c:v>138.95619079589801</c:v>
                </c:pt>
                <c:pt idx="12667">
                  <c:v>138.95627655029301</c:v>
                </c:pt>
                <c:pt idx="12668">
                  <c:v>138.95636230468699</c:v>
                </c:pt>
                <c:pt idx="12669">
                  <c:v>138.95644805908199</c:v>
                </c:pt>
                <c:pt idx="12670">
                  <c:v>138.956533813476</c:v>
                </c:pt>
                <c:pt idx="12671">
                  <c:v>138.956619567871</c:v>
                </c:pt>
                <c:pt idx="12672">
                  <c:v>138.95670532226501</c:v>
                </c:pt>
                <c:pt idx="12673">
                  <c:v>138.95679107666001</c:v>
                </c:pt>
                <c:pt idx="12674">
                  <c:v>138.95687683105399</c:v>
                </c:pt>
                <c:pt idx="12675">
                  <c:v>138.95696258544899</c:v>
                </c:pt>
                <c:pt idx="12676">
                  <c:v>138.957048339843</c:v>
                </c:pt>
                <c:pt idx="12677">
                  <c:v>138.957134094238</c:v>
                </c:pt>
                <c:pt idx="12678">
                  <c:v>138.95721984863201</c:v>
                </c:pt>
                <c:pt idx="12679">
                  <c:v>138.95730560302701</c:v>
                </c:pt>
                <c:pt idx="12680">
                  <c:v>138.95739135742099</c:v>
                </c:pt>
                <c:pt idx="12681">
                  <c:v>138.95747711181599</c:v>
                </c:pt>
                <c:pt idx="12682">
                  <c:v>138.95756286621</c:v>
                </c:pt>
                <c:pt idx="12683">
                  <c:v>138.957648620605</c:v>
                </c:pt>
                <c:pt idx="12684">
                  <c:v>138.957734375</c:v>
                </c:pt>
                <c:pt idx="12685">
                  <c:v>138.95782012939401</c:v>
                </c:pt>
                <c:pt idx="12686">
                  <c:v>138.95790588378901</c:v>
                </c:pt>
                <c:pt idx="12687">
                  <c:v>138.95799163818299</c:v>
                </c:pt>
                <c:pt idx="12688">
                  <c:v>138.95807739257799</c:v>
                </c:pt>
                <c:pt idx="12689">
                  <c:v>138.958163146972</c:v>
                </c:pt>
                <c:pt idx="12690">
                  <c:v>138.958248901367</c:v>
                </c:pt>
                <c:pt idx="12691">
                  <c:v>138.95833465576101</c:v>
                </c:pt>
                <c:pt idx="12692">
                  <c:v>138.95842041015601</c:v>
                </c:pt>
                <c:pt idx="12693">
                  <c:v>138.95850616454999</c:v>
                </c:pt>
                <c:pt idx="12694">
                  <c:v>138.95859191894499</c:v>
                </c:pt>
                <c:pt idx="12695">
                  <c:v>138.958677673339</c:v>
                </c:pt>
                <c:pt idx="12696">
                  <c:v>138.958763427734</c:v>
                </c:pt>
                <c:pt idx="12697">
                  <c:v>138.95884918212801</c:v>
                </c:pt>
                <c:pt idx="12698">
                  <c:v>138.95893493652301</c:v>
                </c:pt>
                <c:pt idx="12699">
                  <c:v>138.95902069091801</c:v>
                </c:pt>
                <c:pt idx="12700">
                  <c:v>138.95910644531199</c:v>
                </c:pt>
                <c:pt idx="12701">
                  <c:v>138.95919219970699</c:v>
                </c:pt>
                <c:pt idx="12702">
                  <c:v>138.959277954101</c:v>
                </c:pt>
                <c:pt idx="12703">
                  <c:v>138.959363708496</c:v>
                </c:pt>
                <c:pt idx="12704">
                  <c:v>138.95944946289001</c:v>
                </c:pt>
                <c:pt idx="12705">
                  <c:v>138.95953521728501</c:v>
                </c:pt>
                <c:pt idx="12706">
                  <c:v>138.95962097167899</c:v>
                </c:pt>
                <c:pt idx="12707">
                  <c:v>138.95970672607399</c:v>
                </c:pt>
                <c:pt idx="12708">
                  <c:v>138.959792480468</c:v>
                </c:pt>
                <c:pt idx="12709">
                  <c:v>138.959878234863</c:v>
                </c:pt>
                <c:pt idx="12710">
                  <c:v>138.95996398925701</c:v>
                </c:pt>
                <c:pt idx="12711">
                  <c:v>138.96004974365201</c:v>
                </c:pt>
                <c:pt idx="12712">
                  <c:v>138.96013549804599</c:v>
                </c:pt>
                <c:pt idx="12713">
                  <c:v>138.96022125244099</c:v>
                </c:pt>
                <c:pt idx="12714">
                  <c:v>138.960307006835</c:v>
                </c:pt>
                <c:pt idx="12715">
                  <c:v>138.96039276123</c:v>
                </c:pt>
                <c:pt idx="12716">
                  <c:v>138.960478515625</c:v>
                </c:pt>
                <c:pt idx="12717">
                  <c:v>138.96056427001901</c:v>
                </c:pt>
                <c:pt idx="12718">
                  <c:v>138.96065002441401</c:v>
                </c:pt>
                <c:pt idx="12719">
                  <c:v>138.96073577880799</c:v>
                </c:pt>
                <c:pt idx="12720">
                  <c:v>138.96082153320299</c:v>
                </c:pt>
                <c:pt idx="12721">
                  <c:v>138.960907287597</c:v>
                </c:pt>
                <c:pt idx="12722">
                  <c:v>138.960993041992</c:v>
                </c:pt>
                <c:pt idx="12723">
                  <c:v>138.961078796386</c:v>
                </c:pt>
                <c:pt idx="12724">
                  <c:v>138.96116455078101</c:v>
                </c:pt>
                <c:pt idx="12725">
                  <c:v>138.96125030517501</c:v>
                </c:pt>
                <c:pt idx="12726">
                  <c:v>138.96133605956999</c:v>
                </c:pt>
                <c:pt idx="12727">
                  <c:v>138.96142181396399</c:v>
                </c:pt>
                <c:pt idx="12728">
                  <c:v>138.961507568359</c:v>
                </c:pt>
                <c:pt idx="12729">
                  <c:v>138.961593322753</c:v>
                </c:pt>
                <c:pt idx="12730">
                  <c:v>138.96167907714801</c:v>
                </c:pt>
                <c:pt idx="12731">
                  <c:v>138.96176483154201</c:v>
                </c:pt>
                <c:pt idx="12732">
                  <c:v>138.96185058593699</c:v>
                </c:pt>
                <c:pt idx="12733">
                  <c:v>138.96193634033199</c:v>
                </c:pt>
                <c:pt idx="12734">
                  <c:v>138.962022094726</c:v>
                </c:pt>
                <c:pt idx="12735">
                  <c:v>138.962107849121</c:v>
                </c:pt>
                <c:pt idx="12736">
                  <c:v>138.962193603515</c:v>
                </c:pt>
                <c:pt idx="12737">
                  <c:v>138.96227935791001</c:v>
                </c:pt>
                <c:pt idx="12738">
                  <c:v>138.96236511230401</c:v>
                </c:pt>
                <c:pt idx="12739">
                  <c:v>138.96245086669899</c:v>
                </c:pt>
                <c:pt idx="12740">
                  <c:v>138.96253662109299</c:v>
                </c:pt>
                <c:pt idx="12741">
                  <c:v>138.962622375488</c:v>
                </c:pt>
                <c:pt idx="12742">
                  <c:v>138.962708129882</c:v>
                </c:pt>
                <c:pt idx="12743">
                  <c:v>138.962793884277</c:v>
                </c:pt>
                <c:pt idx="12744">
                  <c:v>138.96287963867101</c:v>
                </c:pt>
                <c:pt idx="12745">
                  <c:v>138.96296539306601</c:v>
                </c:pt>
                <c:pt idx="12746">
                  <c:v>138.96305114745999</c:v>
                </c:pt>
                <c:pt idx="12747">
                  <c:v>138.96313690185499</c:v>
                </c:pt>
                <c:pt idx="12748">
                  <c:v>138.963222656249</c:v>
                </c:pt>
                <c:pt idx="12749">
                  <c:v>138.963308410644</c:v>
                </c:pt>
                <c:pt idx="12750">
                  <c:v>138.96339416503901</c:v>
                </c:pt>
                <c:pt idx="12751">
                  <c:v>138.96347991943301</c:v>
                </c:pt>
                <c:pt idx="12752">
                  <c:v>138.96356567382799</c:v>
                </c:pt>
                <c:pt idx="12753">
                  <c:v>138.96365142822199</c:v>
                </c:pt>
                <c:pt idx="12754">
                  <c:v>138.963737182617</c:v>
                </c:pt>
                <c:pt idx="12755">
                  <c:v>138.963822937011</c:v>
                </c:pt>
                <c:pt idx="12756">
                  <c:v>138.963908691406</c:v>
                </c:pt>
                <c:pt idx="12757">
                  <c:v>138.96399444580001</c:v>
                </c:pt>
                <c:pt idx="12758">
                  <c:v>138.96408020019501</c:v>
                </c:pt>
                <c:pt idx="12759">
                  <c:v>138.96416595458899</c:v>
                </c:pt>
                <c:pt idx="12760">
                  <c:v>138.96425170898399</c:v>
                </c:pt>
                <c:pt idx="12761">
                  <c:v>138.964337463378</c:v>
                </c:pt>
                <c:pt idx="12762">
                  <c:v>138.964423217773</c:v>
                </c:pt>
                <c:pt idx="12763">
                  <c:v>138.96450897216701</c:v>
                </c:pt>
                <c:pt idx="12764">
                  <c:v>138.96459472656201</c:v>
                </c:pt>
                <c:pt idx="12765">
                  <c:v>138.96468048095599</c:v>
                </c:pt>
                <c:pt idx="12766">
                  <c:v>138.96476623535099</c:v>
                </c:pt>
                <c:pt idx="12767">
                  <c:v>138.96485198974599</c:v>
                </c:pt>
                <c:pt idx="12768">
                  <c:v>138.96493774414</c:v>
                </c:pt>
                <c:pt idx="12769">
                  <c:v>138.965023498535</c:v>
                </c:pt>
                <c:pt idx="12770">
                  <c:v>138.96510925292901</c:v>
                </c:pt>
                <c:pt idx="12771">
                  <c:v>138.96519500732401</c:v>
                </c:pt>
                <c:pt idx="12772">
                  <c:v>138.96528076171799</c:v>
                </c:pt>
                <c:pt idx="12773">
                  <c:v>138.96536651611299</c:v>
                </c:pt>
                <c:pt idx="12774">
                  <c:v>138.965452270507</c:v>
                </c:pt>
                <c:pt idx="12775">
                  <c:v>138.965538024902</c:v>
                </c:pt>
                <c:pt idx="12776">
                  <c:v>138.96562377929601</c:v>
                </c:pt>
                <c:pt idx="12777">
                  <c:v>138.96570953369101</c:v>
                </c:pt>
                <c:pt idx="12778">
                  <c:v>138.96579528808499</c:v>
                </c:pt>
                <c:pt idx="12779">
                  <c:v>138.96588104247999</c:v>
                </c:pt>
                <c:pt idx="12780">
                  <c:v>138.965966796874</c:v>
                </c:pt>
                <c:pt idx="12781">
                  <c:v>138.966052551269</c:v>
                </c:pt>
                <c:pt idx="12782">
                  <c:v>138.96613830566301</c:v>
                </c:pt>
                <c:pt idx="12783">
                  <c:v>138.96622406005801</c:v>
                </c:pt>
                <c:pt idx="12784">
                  <c:v>138.96630981445301</c:v>
                </c:pt>
                <c:pt idx="12785">
                  <c:v>138.96639556884699</c:v>
                </c:pt>
                <c:pt idx="12786">
                  <c:v>138.96648132324199</c:v>
                </c:pt>
                <c:pt idx="12787">
                  <c:v>138.966567077636</c:v>
                </c:pt>
                <c:pt idx="12788">
                  <c:v>138.966652832031</c:v>
                </c:pt>
                <c:pt idx="12789">
                  <c:v>138.96673858642501</c:v>
                </c:pt>
                <c:pt idx="12790">
                  <c:v>138.96682434082001</c:v>
                </c:pt>
                <c:pt idx="12791">
                  <c:v>138.96691009521399</c:v>
                </c:pt>
                <c:pt idx="12792">
                  <c:v>138.96699584960899</c:v>
                </c:pt>
                <c:pt idx="12793">
                  <c:v>138.967081604003</c:v>
                </c:pt>
                <c:pt idx="12794">
                  <c:v>138.967167358398</c:v>
                </c:pt>
                <c:pt idx="12795">
                  <c:v>138.96725311279201</c:v>
                </c:pt>
                <c:pt idx="12796">
                  <c:v>138.96733886718701</c:v>
                </c:pt>
                <c:pt idx="12797">
                  <c:v>138.96742462158099</c:v>
                </c:pt>
                <c:pt idx="12798">
                  <c:v>138.96751037597599</c:v>
                </c:pt>
                <c:pt idx="12799">
                  <c:v>138.96759613037</c:v>
                </c:pt>
                <c:pt idx="12800">
                  <c:v>138.967681884765</c:v>
                </c:pt>
                <c:pt idx="12801">
                  <c:v>138.96776763916</c:v>
                </c:pt>
                <c:pt idx="12802">
                  <c:v>138.96785339355401</c:v>
                </c:pt>
                <c:pt idx="12803">
                  <c:v>138.96793914794901</c:v>
                </c:pt>
                <c:pt idx="12804">
                  <c:v>138.96802490234299</c:v>
                </c:pt>
                <c:pt idx="12805">
                  <c:v>138.96811065673799</c:v>
                </c:pt>
                <c:pt idx="12806">
                  <c:v>138.968196411132</c:v>
                </c:pt>
                <c:pt idx="12807">
                  <c:v>138.968282165527</c:v>
                </c:pt>
                <c:pt idx="12808">
                  <c:v>138.96836791992101</c:v>
                </c:pt>
                <c:pt idx="12809">
                  <c:v>138.96845367431601</c:v>
                </c:pt>
                <c:pt idx="12810">
                  <c:v>138.96853942870999</c:v>
                </c:pt>
                <c:pt idx="12811">
                  <c:v>138.96862518310499</c:v>
                </c:pt>
                <c:pt idx="12812">
                  <c:v>138.968710937499</c:v>
                </c:pt>
                <c:pt idx="12813">
                  <c:v>138.968796691894</c:v>
                </c:pt>
                <c:pt idx="12814">
                  <c:v>138.96888244628801</c:v>
                </c:pt>
                <c:pt idx="12815">
                  <c:v>138.96896820068301</c:v>
                </c:pt>
                <c:pt idx="12816">
                  <c:v>138.96905395507699</c:v>
                </c:pt>
                <c:pt idx="12817">
                  <c:v>138.96913970947199</c:v>
                </c:pt>
                <c:pt idx="12818">
                  <c:v>138.96922546386699</c:v>
                </c:pt>
                <c:pt idx="12819">
                  <c:v>138.969311218261</c:v>
                </c:pt>
                <c:pt idx="12820">
                  <c:v>138.969396972656</c:v>
                </c:pt>
                <c:pt idx="12821">
                  <c:v>138.96948272705001</c:v>
                </c:pt>
                <c:pt idx="12822">
                  <c:v>138.96956848144501</c:v>
                </c:pt>
                <c:pt idx="12823">
                  <c:v>138.96965423583899</c:v>
                </c:pt>
                <c:pt idx="12824">
                  <c:v>138.96973999023399</c:v>
                </c:pt>
                <c:pt idx="12825">
                  <c:v>138.969825744628</c:v>
                </c:pt>
                <c:pt idx="12826">
                  <c:v>138.969911499023</c:v>
                </c:pt>
                <c:pt idx="12827">
                  <c:v>138.96999725341701</c:v>
                </c:pt>
                <c:pt idx="12828">
                  <c:v>138.97008300781201</c:v>
                </c:pt>
                <c:pt idx="12829">
                  <c:v>138.97016876220599</c:v>
                </c:pt>
                <c:pt idx="12830">
                  <c:v>138.97025451660099</c:v>
                </c:pt>
                <c:pt idx="12831">
                  <c:v>138.970340270995</c:v>
                </c:pt>
                <c:pt idx="12832">
                  <c:v>138.97042602539</c:v>
                </c:pt>
                <c:pt idx="12833">
                  <c:v>138.970511779785</c:v>
                </c:pt>
                <c:pt idx="12834">
                  <c:v>138.97059753417901</c:v>
                </c:pt>
                <c:pt idx="12835">
                  <c:v>138.97068328857401</c:v>
                </c:pt>
                <c:pt idx="12836">
                  <c:v>138.97076904296799</c:v>
                </c:pt>
                <c:pt idx="12837">
                  <c:v>138.97085479736299</c:v>
                </c:pt>
                <c:pt idx="12838">
                  <c:v>138.970940551757</c:v>
                </c:pt>
                <c:pt idx="12839">
                  <c:v>138.971026306152</c:v>
                </c:pt>
                <c:pt idx="12840">
                  <c:v>138.97111206054601</c:v>
                </c:pt>
                <c:pt idx="12841">
                  <c:v>138.97119781494101</c:v>
                </c:pt>
                <c:pt idx="12842">
                  <c:v>138.97128356933499</c:v>
                </c:pt>
                <c:pt idx="12843">
                  <c:v>138.97136932372999</c:v>
                </c:pt>
                <c:pt idx="12844">
                  <c:v>138.971455078124</c:v>
                </c:pt>
                <c:pt idx="12845">
                  <c:v>138.971540832519</c:v>
                </c:pt>
                <c:pt idx="12846">
                  <c:v>138.971626586913</c:v>
                </c:pt>
                <c:pt idx="12847">
                  <c:v>138.97171234130801</c:v>
                </c:pt>
                <c:pt idx="12848">
                  <c:v>138.97179809570201</c:v>
                </c:pt>
                <c:pt idx="12849">
                  <c:v>138.97188385009699</c:v>
                </c:pt>
                <c:pt idx="12850">
                  <c:v>138.97196960449199</c:v>
                </c:pt>
                <c:pt idx="12851">
                  <c:v>138.972055358886</c:v>
                </c:pt>
                <c:pt idx="12852">
                  <c:v>138.972141113281</c:v>
                </c:pt>
                <c:pt idx="12853">
                  <c:v>138.972226867675</c:v>
                </c:pt>
                <c:pt idx="12854">
                  <c:v>138.97231262207001</c:v>
                </c:pt>
                <c:pt idx="12855">
                  <c:v>138.97239837646401</c:v>
                </c:pt>
                <c:pt idx="12856">
                  <c:v>138.97248413085899</c:v>
                </c:pt>
                <c:pt idx="12857">
                  <c:v>138.97256988525299</c:v>
                </c:pt>
                <c:pt idx="12858">
                  <c:v>138.972655639648</c:v>
                </c:pt>
                <c:pt idx="12859">
                  <c:v>138.972741394042</c:v>
                </c:pt>
                <c:pt idx="12860">
                  <c:v>138.97282714843701</c:v>
                </c:pt>
                <c:pt idx="12861">
                  <c:v>138.97291290283101</c:v>
                </c:pt>
                <c:pt idx="12862">
                  <c:v>138.97299865722599</c:v>
                </c:pt>
                <c:pt idx="12863">
                  <c:v>138.97308441161999</c:v>
                </c:pt>
                <c:pt idx="12864">
                  <c:v>138.973170166015</c:v>
                </c:pt>
                <c:pt idx="12865">
                  <c:v>138.973255920409</c:v>
                </c:pt>
                <c:pt idx="12866">
                  <c:v>138.973341674804</c:v>
                </c:pt>
                <c:pt idx="12867">
                  <c:v>138.97342742919901</c:v>
                </c:pt>
                <c:pt idx="12868">
                  <c:v>138.97351318359301</c:v>
                </c:pt>
                <c:pt idx="12869">
                  <c:v>138.97359893798799</c:v>
                </c:pt>
                <c:pt idx="12870">
                  <c:v>138.97368469238199</c:v>
                </c:pt>
                <c:pt idx="12871">
                  <c:v>138.973770446777</c:v>
                </c:pt>
                <c:pt idx="12872">
                  <c:v>138.973856201171</c:v>
                </c:pt>
                <c:pt idx="12873">
                  <c:v>138.973941955566</c:v>
                </c:pt>
                <c:pt idx="12874">
                  <c:v>138.97402770996001</c:v>
                </c:pt>
                <c:pt idx="12875">
                  <c:v>138.97411346435501</c:v>
                </c:pt>
                <c:pt idx="12876">
                  <c:v>138.97419921874899</c:v>
                </c:pt>
                <c:pt idx="12877">
                  <c:v>138.97428497314399</c:v>
                </c:pt>
                <c:pt idx="12878">
                  <c:v>138.974370727538</c:v>
                </c:pt>
                <c:pt idx="12879">
                  <c:v>138.974456481933</c:v>
                </c:pt>
                <c:pt idx="12880">
                  <c:v>138.97454223632701</c:v>
                </c:pt>
                <c:pt idx="12881">
                  <c:v>138.97462799072201</c:v>
                </c:pt>
                <c:pt idx="12882">
                  <c:v>138.97471374511599</c:v>
                </c:pt>
                <c:pt idx="12883">
                  <c:v>138.97479949951099</c:v>
                </c:pt>
                <c:pt idx="12884">
                  <c:v>138.974885253906</c:v>
                </c:pt>
                <c:pt idx="12885">
                  <c:v>138.9749710083</c:v>
                </c:pt>
                <c:pt idx="12886">
                  <c:v>138.975056762695</c:v>
                </c:pt>
                <c:pt idx="12887">
                  <c:v>138.97514251708901</c:v>
                </c:pt>
                <c:pt idx="12888">
                  <c:v>138.97522827148401</c:v>
                </c:pt>
                <c:pt idx="12889">
                  <c:v>138.97531402587799</c:v>
                </c:pt>
                <c:pt idx="12890">
                  <c:v>138.97539978027299</c:v>
                </c:pt>
                <c:pt idx="12891">
                  <c:v>138.975485534667</c:v>
                </c:pt>
                <c:pt idx="12892">
                  <c:v>138.975571289062</c:v>
                </c:pt>
                <c:pt idx="12893">
                  <c:v>138.97565704345601</c:v>
                </c:pt>
                <c:pt idx="12894">
                  <c:v>138.97574279785101</c:v>
                </c:pt>
                <c:pt idx="12895">
                  <c:v>138.97582855224499</c:v>
                </c:pt>
                <c:pt idx="12896">
                  <c:v>138.97591430663999</c:v>
                </c:pt>
                <c:pt idx="12897">
                  <c:v>138.976000061034</c:v>
                </c:pt>
                <c:pt idx="12898">
                  <c:v>138.976085815429</c:v>
                </c:pt>
                <c:pt idx="12899">
                  <c:v>138.976171569824</c:v>
                </c:pt>
                <c:pt idx="12900">
                  <c:v>138.97625732421801</c:v>
                </c:pt>
                <c:pt idx="12901">
                  <c:v>138.97633707682201</c:v>
                </c:pt>
                <c:pt idx="12902">
                  <c:v>138.976416829426</c:v>
                </c:pt>
                <c:pt idx="12903">
                  <c:v>138.97649658203099</c:v>
                </c:pt>
                <c:pt idx="12904">
                  <c:v>138.97657633463501</c:v>
                </c:pt>
                <c:pt idx="12905">
                  <c:v>138.97665608723901</c:v>
                </c:pt>
                <c:pt idx="12906">
                  <c:v>138.976735839843</c:v>
                </c:pt>
                <c:pt idx="12907">
                  <c:v>138.976815592447</c:v>
                </c:pt>
                <c:pt idx="12908">
                  <c:v>138.97689534505099</c:v>
                </c:pt>
                <c:pt idx="12909">
                  <c:v>138.97697509765601</c:v>
                </c:pt>
                <c:pt idx="12910">
                  <c:v>138.97705485026</c:v>
                </c:pt>
                <c:pt idx="12911">
                  <c:v>138.977134602864</c:v>
                </c:pt>
                <c:pt idx="12912">
                  <c:v>138.97721435546799</c:v>
                </c:pt>
                <c:pt idx="12913">
                  <c:v>138.97729410807199</c:v>
                </c:pt>
                <c:pt idx="12914">
                  <c:v>138.97737386067601</c:v>
                </c:pt>
                <c:pt idx="12915">
                  <c:v>138.977453613281</c:v>
                </c:pt>
                <c:pt idx="12916">
                  <c:v>138.97753336588499</c:v>
                </c:pt>
                <c:pt idx="12917">
                  <c:v>138.97761311848899</c:v>
                </c:pt>
                <c:pt idx="12918">
                  <c:v>138.97769287109301</c:v>
                </c:pt>
                <c:pt idx="12919">
                  <c:v>138.97777262369701</c:v>
                </c:pt>
                <c:pt idx="12920">
                  <c:v>138.977852376301</c:v>
                </c:pt>
                <c:pt idx="12921">
                  <c:v>138.97793212890599</c:v>
                </c:pt>
                <c:pt idx="12922">
                  <c:v>138.97801188151001</c:v>
                </c:pt>
                <c:pt idx="12923">
                  <c:v>138.97809163411401</c:v>
                </c:pt>
                <c:pt idx="12924">
                  <c:v>138.978171386718</c:v>
                </c:pt>
                <c:pt idx="12925">
                  <c:v>138.978251139322</c:v>
                </c:pt>
                <c:pt idx="12926">
                  <c:v>138.97833089192599</c:v>
                </c:pt>
                <c:pt idx="12927">
                  <c:v>138.97841064453101</c:v>
                </c:pt>
                <c:pt idx="12928">
                  <c:v>138.978490397135</c:v>
                </c:pt>
                <c:pt idx="12929">
                  <c:v>138.978570149739</c:v>
                </c:pt>
                <c:pt idx="12930">
                  <c:v>138.97864990234299</c:v>
                </c:pt>
                <c:pt idx="12931">
                  <c:v>138.97872965494699</c:v>
                </c:pt>
                <c:pt idx="12932">
                  <c:v>138.97880940755101</c:v>
                </c:pt>
                <c:pt idx="12933">
                  <c:v>138.978889160156</c:v>
                </c:pt>
                <c:pt idx="12934">
                  <c:v>138.97896891276</c:v>
                </c:pt>
                <c:pt idx="12935">
                  <c:v>138.97904866536399</c:v>
                </c:pt>
                <c:pt idx="12936">
                  <c:v>138.97912841796801</c:v>
                </c:pt>
                <c:pt idx="12937">
                  <c:v>138.97920817057201</c:v>
                </c:pt>
                <c:pt idx="12938">
                  <c:v>138.979287923176</c:v>
                </c:pt>
                <c:pt idx="12939">
                  <c:v>138.97936767578099</c:v>
                </c:pt>
                <c:pt idx="12940">
                  <c:v>138.97944742838499</c:v>
                </c:pt>
                <c:pt idx="12941">
                  <c:v>138.97952718098901</c:v>
                </c:pt>
                <c:pt idx="12942">
                  <c:v>138.979606933593</c:v>
                </c:pt>
                <c:pt idx="12943">
                  <c:v>138.979686686197</c:v>
                </c:pt>
                <c:pt idx="12944">
                  <c:v>138.97976643880099</c:v>
                </c:pt>
                <c:pt idx="12945">
                  <c:v>138.97984619140601</c:v>
                </c:pt>
                <c:pt idx="12946">
                  <c:v>138.97992594401001</c:v>
                </c:pt>
                <c:pt idx="12947">
                  <c:v>138.980005696614</c:v>
                </c:pt>
                <c:pt idx="12948">
                  <c:v>138.980085449218</c:v>
                </c:pt>
                <c:pt idx="12949">
                  <c:v>138.98016520182199</c:v>
                </c:pt>
                <c:pt idx="12950">
                  <c:v>138.98024495442601</c:v>
                </c:pt>
                <c:pt idx="12951">
                  <c:v>138.980324707031</c:v>
                </c:pt>
                <c:pt idx="12952">
                  <c:v>138.980404459635</c:v>
                </c:pt>
                <c:pt idx="12953">
                  <c:v>138.98048421223899</c:v>
                </c:pt>
                <c:pt idx="12954">
                  <c:v>138.98056396484299</c:v>
                </c:pt>
                <c:pt idx="12955">
                  <c:v>138.98064371744701</c:v>
                </c:pt>
                <c:pt idx="12956">
                  <c:v>138.980723470051</c:v>
                </c:pt>
                <c:pt idx="12957">
                  <c:v>138.98080322265599</c:v>
                </c:pt>
                <c:pt idx="12958">
                  <c:v>138.98088297525999</c:v>
                </c:pt>
                <c:pt idx="12959">
                  <c:v>138.98096272786401</c:v>
                </c:pt>
                <c:pt idx="12960">
                  <c:v>138.98104248046801</c:v>
                </c:pt>
                <c:pt idx="12961">
                  <c:v>138.981122233072</c:v>
                </c:pt>
                <c:pt idx="12962">
                  <c:v>138.98120198567599</c:v>
                </c:pt>
                <c:pt idx="12963">
                  <c:v>138.98128173828101</c:v>
                </c:pt>
                <c:pt idx="12964">
                  <c:v>138.98136149088501</c:v>
                </c:pt>
                <c:pt idx="12965">
                  <c:v>138.981441243489</c:v>
                </c:pt>
                <c:pt idx="12966">
                  <c:v>138.981520996093</c:v>
                </c:pt>
                <c:pt idx="12967">
                  <c:v>138.98160074869699</c:v>
                </c:pt>
                <c:pt idx="12968">
                  <c:v>138.98168050130101</c:v>
                </c:pt>
                <c:pt idx="12969">
                  <c:v>138.981760253906</c:v>
                </c:pt>
                <c:pt idx="12970">
                  <c:v>138.98184000651</c:v>
                </c:pt>
                <c:pt idx="12971">
                  <c:v>138.98191975911399</c:v>
                </c:pt>
                <c:pt idx="12972">
                  <c:v>138.98199951171799</c:v>
                </c:pt>
                <c:pt idx="12973">
                  <c:v>138.98207926432201</c:v>
                </c:pt>
                <c:pt idx="12974">
                  <c:v>138.982159016926</c:v>
                </c:pt>
                <c:pt idx="12975">
                  <c:v>138.98223876953099</c:v>
                </c:pt>
                <c:pt idx="12976">
                  <c:v>138.98231852213499</c:v>
                </c:pt>
                <c:pt idx="12977">
                  <c:v>138.98239827473901</c:v>
                </c:pt>
                <c:pt idx="12978">
                  <c:v>138.98247802734301</c:v>
                </c:pt>
                <c:pt idx="12979">
                  <c:v>138.982557779947</c:v>
                </c:pt>
                <c:pt idx="12980">
                  <c:v>138.982637532551</c:v>
                </c:pt>
                <c:pt idx="12981">
                  <c:v>138.98271728515601</c:v>
                </c:pt>
                <c:pt idx="12982">
                  <c:v>138.98279703776001</c:v>
                </c:pt>
                <c:pt idx="12983">
                  <c:v>138.982876790364</c:v>
                </c:pt>
                <c:pt idx="12984">
                  <c:v>138.982956542968</c:v>
                </c:pt>
                <c:pt idx="12985">
                  <c:v>138.98303629557199</c:v>
                </c:pt>
                <c:pt idx="12986">
                  <c:v>138.98311604817599</c:v>
                </c:pt>
                <c:pt idx="12987">
                  <c:v>138.983195800781</c:v>
                </c:pt>
                <c:pt idx="12988">
                  <c:v>138.983275553385</c:v>
                </c:pt>
                <c:pt idx="12989">
                  <c:v>138.98335530598899</c:v>
                </c:pt>
                <c:pt idx="12990">
                  <c:v>138.98343505859299</c:v>
                </c:pt>
                <c:pt idx="12991">
                  <c:v>138.98351481119701</c:v>
                </c:pt>
                <c:pt idx="12992">
                  <c:v>138.98359456380101</c:v>
                </c:pt>
                <c:pt idx="12993">
                  <c:v>138.983674316406</c:v>
                </c:pt>
                <c:pt idx="12994">
                  <c:v>138.98375406900999</c:v>
                </c:pt>
                <c:pt idx="12995">
                  <c:v>138.98383382161401</c:v>
                </c:pt>
                <c:pt idx="12996">
                  <c:v>138.98391357421801</c:v>
                </c:pt>
                <c:pt idx="12997">
                  <c:v>138.983993326822</c:v>
                </c:pt>
                <c:pt idx="12998">
                  <c:v>138.984073079426</c:v>
                </c:pt>
                <c:pt idx="12999">
                  <c:v>138.98415283203099</c:v>
                </c:pt>
                <c:pt idx="13000">
                  <c:v>138.98423258463501</c:v>
                </c:pt>
                <c:pt idx="13001">
                  <c:v>138.984312337239</c:v>
                </c:pt>
                <c:pt idx="13002">
                  <c:v>138.984392089843</c:v>
                </c:pt>
                <c:pt idx="13003">
                  <c:v>138.98447184244699</c:v>
                </c:pt>
                <c:pt idx="13004">
                  <c:v>138.98455159505099</c:v>
                </c:pt>
                <c:pt idx="13005">
                  <c:v>138.98463134765601</c:v>
                </c:pt>
                <c:pt idx="13006">
                  <c:v>138.98471110026</c:v>
                </c:pt>
                <c:pt idx="13007">
                  <c:v>138.98479085286399</c:v>
                </c:pt>
                <c:pt idx="13008">
                  <c:v>138.98487060546799</c:v>
                </c:pt>
                <c:pt idx="13009">
                  <c:v>138.98495035807201</c:v>
                </c:pt>
                <c:pt idx="13010">
                  <c:v>138.98503011067601</c:v>
                </c:pt>
                <c:pt idx="13011">
                  <c:v>138.985109863281</c:v>
                </c:pt>
                <c:pt idx="13012">
                  <c:v>138.98518961588499</c:v>
                </c:pt>
                <c:pt idx="13013">
                  <c:v>138.98526936848901</c:v>
                </c:pt>
                <c:pt idx="13014">
                  <c:v>138.98534912109301</c:v>
                </c:pt>
                <c:pt idx="13015">
                  <c:v>138.985428873697</c:v>
                </c:pt>
                <c:pt idx="13016">
                  <c:v>138.985508626301</c:v>
                </c:pt>
                <c:pt idx="13017">
                  <c:v>138.98558837890599</c:v>
                </c:pt>
                <c:pt idx="13018">
                  <c:v>138.98566813151001</c:v>
                </c:pt>
                <c:pt idx="13019">
                  <c:v>138.98574788411401</c:v>
                </c:pt>
                <c:pt idx="13020">
                  <c:v>138.985827636718</c:v>
                </c:pt>
                <c:pt idx="13021">
                  <c:v>138.98590738932199</c:v>
                </c:pt>
                <c:pt idx="13022">
                  <c:v>138.98598714192599</c:v>
                </c:pt>
                <c:pt idx="13023">
                  <c:v>138.98606689453101</c:v>
                </c:pt>
                <c:pt idx="13024">
                  <c:v>138.986146647135</c:v>
                </c:pt>
                <c:pt idx="13025">
                  <c:v>138.986226399739</c:v>
                </c:pt>
                <c:pt idx="13026">
                  <c:v>138.98630615234299</c:v>
                </c:pt>
                <c:pt idx="13027">
                  <c:v>138.98638590494701</c:v>
                </c:pt>
                <c:pt idx="13028">
                  <c:v>138.98646565755101</c:v>
                </c:pt>
                <c:pt idx="13029">
                  <c:v>138.986545410156</c:v>
                </c:pt>
                <c:pt idx="13030">
                  <c:v>138.98662516275999</c:v>
                </c:pt>
                <c:pt idx="13031">
                  <c:v>138.98670491536399</c:v>
                </c:pt>
                <c:pt idx="13032">
                  <c:v>138.98678466796801</c:v>
                </c:pt>
                <c:pt idx="13033">
                  <c:v>138.986864420572</c:v>
                </c:pt>
                <c:pt idx="13034">
                  <c:v>138.986944173176</c:v>
                </c:pt>
                <c:pt idx="13035">
                  <c:v>138.98702392578099</c:v>
                </c:pt>
                <c:pt idx="13036">
                  <c:v>138.98710367838501</c:v>
                </c:pt>
                <c:pt idx="13037">
                  <c:v>138.98718343098901</c:v>
                </c:pt>
                <c:pt idx="13038">
                  <c:v>138.987263183593</c:v>
                </c:pt>
                <c:pt idx="13039">
                  <c:v>138.987342936197</c:v>
                </c:pt>
                <c:pt idx="13040">
                  <c:v>138.98742268880099</c:v>
                </c:pt>
                <c:pt idx="13041">
                  <c:v>138.98750244140601</c:v>
                </c:pt>
                <c:pt idx="13042">
                  <c:v>138.98758219401</c:v>
                </c:pt>
                <c:pt idx="13043">
                  <c:v>138.987661946614</c:v>
                </c:pt>
                <c:pt idx="13044">
                  <c:v>138.98774169921799</c:v>
                </c:pt>
                <c:pt idx="13045">
                  <c:v>138.98782145182199</c:v>
                </c:pt>
                <c:pt idx="13046">
                  <c:v>138.98790120442601</c:v>
                </c:pt>
                <c:pt idx="13047">
                  <c:v>138.987980957031</c:v>
                </c:pt>
                <c:pt idx="13048">
                  <c:v>138.98806070963499</c:v>
                </c:pt>
                <c:pt idx="13049">
                  <c:v>138.98814046223899</c:v>
                </c:pt>
                <c:pt idx="13050">
                  <c:v>138.98822021484301</c:v>
                </c:pt>
                <c:pt idx="13051">
                  <c:v>138.98829996744701</c:v>
                </c:pt>
                <c:pt idx="13052">
                  <c:v>138.988379720051</c:v>
                </c:pt>
                <c:pt idx="13053">
                  <c:v>138.98845947265599</c:v>
                </c:pt>
                <c:pt idx="13054">
                  <c:v>138.98853922526001</c:v>
                </c:pt>
                <c:pt idx="13055">
                  <c:v>138.98861897786401</c:v>
                </c:pt>
                <c:pt idx="13056">
                  <c:v>138.988698730468</c:v>
                </c:pt>
                <c:pt idx="13057">
                  <c:v>138.988778483072</c:v>
                </c:pt>
                <c:pt idx="13058">
                  <c:v>138.98885823567599</c:v>
                </c:pt>
                <c:pt idx="13059">
                  <c:v>138.98893798828101</c:v>
                </c:pt>
                <c:pt idx="13060">
                  <c:v>138.989017740885</c:v>
                </c:pt>
                <c:pt idx="13061">
                  <c:v>138.989097493489</c:v>
                </c:pt>
                <c:pt idx="13062">
                  <c:v>138.98917724609299</c:v>
                </c:pt>
                <c:pt idx="13063">
                  <c:v>138.98925699869699</c:v>
                </c:pt>
                <c:pt idx="13064">
                  <c:v>138.98933675130101</c:v>
                </c:pt>
                <c:pt idx="13065">
                  <c:v>138.989416503906</c:v>
                </c:pt>
                <c:pt idx="13066">
                  <c:v>138.98949625650999</c:v>
                </c:pt>
                <c:pt idx="13067">
                  <c:v>138.98957600911399</c:v>
                </c:pt>
                <c:pt idx="13068">
                  <c:v>138.98965576171801</c:v>
                </c:pt>
                <c:pt idx="13069">
                  <c:v>138.98973551432201</c:v>
                </c:pt>
                <c:pt idx="13070">
                  <c:v>138.989815266926</c:v>
                </c:pt>
                <c:pt idx="13071">
                  <c:v>138.98989501953099</c:v>
                </c:pt>
                <c:pt idx="13072">
                  <c:v>138.98997477213501</c:v>
                </c:pt>
                <c:pt idx="13073">
                  <c:v>138.99005452473901</c:v>
                </c:pt>
                <c:pt idx="13074">
                  <c:v>138.990134277343</c:v>
                </c:pt>
                <c:pt idx="13075">
                  <c:v>138.990214029947</c:v>
                </c:pt>
                <c:pt idx="13076">
                  <c:v>138.99029378255099</c:v>
                </c:pt>
                <c:pt idx="13077">
                  <c:v>138.99037353515601</c:v>
                </c:pt>
                <c:pt idx="13078">
                  <c:v>138.99045328776</c:v>
                </c:pt>
                <c:pt idx="13079">
                  <c:v>138.990533040364</c:v>
                </c:pt>
                <c:pt idx="13080">
                  <c:v>138.99061279296799</c:v>
                </c:pt>
                <c:pt idx="13081">
                  <c:v>138.99069254557199</c:v>
                </c:pt>
                <c:pt idx="13082">
                  <c:v>138.99077229817601</c:v>
                </c:pt>
                <c:pt idx="13083">
                  <c:v>138.990852050781</c:v>
                </c:pt>
                <c:pt idx="13084">
                  <c:v>138.990931803385</c:v>
                </c:pt>
                <c:pt idx="13085">
                  <c:v>138.99101155598899</c:v>
                </c:pt>
                <c:pt idx="13086">
                  <c:v>138.99109130859301</c:v>
                </c:pt>
                <c:pt idx="13087">
                  <c:v>138.99117106119701</c:v>
                </c:pt>
                <c:pt idx="13088">
                  <c:v>138.991250813801</c:v>
                </c:pt>
                <c:pt idx="13089">
                  <c:v>138.99133056640599</c:v>
                </c:pt>
                <c:pt idx="13090">
                  <c:v>138.99141031900999</c:v>
                </c:pt>
                <c:pt idx="13091">
                  <c:v>138.99149007161401</c:v>
                </c:pt>
                <c:pt idx="13092">
                  <c:v>138.991569824218</c:v>
                </c:pt>
                <c:pt idx="13093">
                  <c:v>138.991649576822</c:v>
                </c:pt>
                <c:pt idx="13094">
                  <c:v>138.99172932942599</c:v>
                </c:pt>
                <c:pt idx="13095">
                  <c:v>138.99180908203101</c:v>
                </c:pt>
                <c:pt idx="13096">
                  <c:v>138.99188883463501</c:v>
                </c:pt>
                <c:pt idx="13097">
                  <c:v>138.991968587239</c:v>
                </c:pt>
                <c:pt idx="13098">
                  <c:v>138.992048339843</c:v>
                </c:pt>
                <c:pt idx="13099">
                  <c:v>138.99212809244699</c:v>
                </c:pt>
                <c:pt idx="13100">
                  <c:v>138.99220784505101</c:v>
                </c:pt>
                <c:pt idx="13101">
                  <c:v>138.992287597656</c:v>
                </c:pt>
                <c:pt idx="13102">
                  <c:v>138.99236735026</c:v>
                </c:pt>
                <c:pt idx="13103">
                  <c:v>138.99244710286399</c:v>
                </c:pt>
                <c:pt idx="13104">
                  <c:v>138.99252685546799</c:v>
                </c:pt>
                <c:pt idx="13105">
                  <c:v>138.99260660807201</c:v>
                </c:pt>
                <c:pt idx="13106">
                  <c:v>138.992686360676</c:v>
                </c:pt>
                <c:pt idx="13107">
                  <c:v>138.99276611328099</c:v>
                </c:pt>
                <c:pt idx="13108">
                  <c:v>138.99284586588499</c:v>
                </c:pt>
                <c:pt idx="13109">
                  <c:v>138.99292561848901</c:v>
                </c:pt>
                <c:pt idx="13110">
                  <c:v>138.99300537109301</c:v>
                </c:pt>
                <c:pt idx="13111">
                  <c:v>138.993085123697</c:v>
                </c:pt>
                <c:pt idx="13112">
                  <c:v>138.99316487630099</c:v>
                </c:pt>
                <c:pt idx="13113">
                  <c:v>138.99324462890601</c:v>
                </c:pt>
                <c:pt idx="13114">
                  <c:v>138.99332438151001</c:v>
                </c:pt>
                <c:pt idx="13115">
                  <c:v>138.993404134114</c:v>
                </c:pt>
                <c:pt idx="13116">
                  <c:v>138.993483886718</c:v>
                </c:pt>
                <c:pt idx="13117">
                  <c:v>138.99356363932199</c:v>
                </c:pt>
                <c:pt idx="13118">
                  <c:v>138.99364339192601</c:v>
                </c:pt>
                <c:pt idx="13119">
                  <c:v>138.993723144531</c:v>
                </c:pt>
                <c:pt idx="13120">
                  <c:v>138.993802897135</c:v>
                </c:pt>
                <c:pt idx="13121">
                  <c:v>138.99388264973899</c:v>
                </c:pt>
                <c:pt idx="13122">
                  <c:v>138.99396240234299</c:v>
                </c:pt>
                <c:pt idx="13123">
                  <c:v>138.99404215494701</c:v>
                </c:pt>
                <c:pt idx="13124">
                  <c:v>138.994121907551</c:v>
                </c:pt>
                <c:pt idx="13125">
                  <c:v>138.99420166015599</c:v>
                </c:pt>
                <c:pt idx="13126">
                  <c:v>138.99428141275999</c:v>
                </c:pt>
                <c:pt idx="13127">
                  <c:v>138.99436116536401</c:v>
                </c:pt>
                <c:pt idx="13128">
                  <c:v>138.99444091796801</c:v>
                </c:pt>
                <c:pt idx="13129">
                  <c:v>138.994520670572</c:v>
                </c:pt>
                <c:pt idx="13130">
                  <c:v>138.994600423176</c:v>
                </c:pt>
                <c:pt idx="13131">
                  <c:v>138.99468017578101</c:v>
                </c:pt>
                <c:pt idx="13132">
                  <c:v>138.99475992838501</c:v>
                </c:pt>
                <c:pt idx="13133">
                  <c:v>138.994839680989</c:v>
                </c:pt>
                <c:pt idx="13134">
                  <c:v>138.994919433593</c:v>
                </c:pt>
                <c:pt idx="13135">
                  <c:v>138.99499918619699</c:v>
                </c:pt>
                <c:pt idx="13136">
                  <c:v>138.99507893880099</c:v>
                </c:pt>
                <c:pt idx="13137">
                  <c:v>138.995158691406</c:v>
                </c:pt>
                <c:pt idx="13138">
                  <c:v>138.99523844401</c:v>
                </c:pt>
                <c:pt idx="13139">
                  <c:v>138.99531819661399</c:v>
                </c:pt>
                <c:pt idx="13140">
                  <c:v>138.99539794921799</c:v>
                </c:pt>
                <c:pt idx="13141">
                  <c:v>138.99547770182201</c:v>
                </c:pt>
                <c:pt idx="13142">
                  <c:v>138.99555745442601</c:v>
                </c:pt>
                <c:pt idx="13143">
                  <c:v>138.995637207031</c:v>
                </c:pt>
                <c:pt idx="13144">
                  <c:v>138.99571695963499</c:v>
                </c:pt>
                <c:pt idx="13145">
                  <c:v>138.99579671223901</c:v>
                </c:pt>
                <c:pt idx="13146">
                  <c:v>138.99587646484301</c:v>
                </c:pt>
                <c:pt idx="13147">
                  <c:v>138.995956217447</c:v>
                </c:pt>
                <c:pt idx="13148">
                  <c:v>138.996035970051</c:v>
                </c:pt>
                <c:pt idx="13149">
                  <c:v>138.99611572265599</c:v>
                </c:pt>
                <c:pt idx="13150">
                  <c:v>138.99619547526001</c:v>
                </c:pt>
                <c:pt idx="13151">
                  <c:v>138.996275227864</c:v>
                </c:pt>
                <c:pt idx="13152">
                  <c:v>138.996354980468</c:v>
                </c:pt>
                <c:pt idx="13153">
                  <c:v>138.99643473307199</c:v>
                </c:pt>
                <c:pt idx="13154">
                  <c:v>138.99651448567599</c:v>
                </c:pt>
                <c:pt idx="13155">
                  <c:v>138.99659423828101</c:v>
                </c:pt>
                <c:pt idx="13156">
                  <c:v>138.996673990885</c:v>
                </c:pt>
                <c:pt idx="13157">
                  <c:v>138.99675374348899</c:v>
                </c:pt>
                <c:pt idx="13158">
                  <c:v>138.99683349609299</c:v>
                </c:pt>
                <c:pt idx="13159">
                  <c:v>138.99691324869701</c:v>
                </c:pt>
                <c:pt idx="13160">
                  <c:v>138.99699300130101</c:v>
                </c:pt>
                <c:pt idx="13161">
                  <c:v>138.997072753906</c:v>
                </c:pt>
                <c:pt idx="13162">
                  <c:v>138.99715250650999</c:v>
                </c:pt>
                <c:pt idx="13163">
                  <c:v>138.99723225911401</c:v>
                </c:pt>
                <c:pt idx="13164">
                  <c:v>138.99731201171801</c:v>
                </c:pt>
                <c:pt idx="13165">
                  <c:v>138.997391764322</c:v>
                </c:pt>
                <c:pt idx="13166">
                  <c:v>138.997471516926</c:v>
                </c:pt>
                <c:pt idx="13167">
                  <c:v>138.99755126953099</c:v>
                </c:pt>
                <c:pt idx="13168">
                  <c:v>138.99763102213501</c:v>
                </c:pt>
                <c:pt idx="13169">
                  <c:v>138.99771077473901</c:v>
                </c:pt>
                <c:pt idx="13170">
                  <c:v>138.997790527343</c:v>
                </c:pt>
                <c:pt idx="13171">
                  <c:v>138.99787027994699</c:v>
                </c:pt>
                <c:pt idx="13172">
                  <c:v>138.99795003255099</c:v>
                </c:pt>
                <c:pt idx="13173">
                  <c:v>138.99802978515601</c:v>
                </c:pt>
                <c:pt idx="13174">
                  <c:v>138.99810953776</c:v>
                </c:pt>
                <c:pt idx="13175">
                  <c:v>138.998189290364</c:v>
                </c:pt>
                <c:pt idx="13176">
                  <c:v>138.99826904296799</c:v>
                </c:pt>
                <c:pt idx="13177">
                  <c:v>138.99834879557201</c:v>
                </c:pt>
                <c:pt idx="13178">
                  <c:v>138.99842854817601</c:v>
                </c:pt>
                <c:pt idx="13179">
                  <c:v>138.998508300781</c:v>
                </c:pt>
                <c:pt idx="13180">
                  <c:v>138.99858805338499</c:v>
                </c:pt>
                <c:pt idx="13181">
                  <c:v>138.99866780598899</c:v>
                </c:pt>
                <c:pt idx="13182">
                  <c:v>138.99874755859301</c:v>
                </c:pt>
                <c:pt idx="13183">
                  <c:v>138.998827311197</c:v>
                </c:pt>
                <c:pt idx="13184">
                  <c:v>138.998907063801</c:v>
                </c:pt>
                <c:pt idx="13185">
                  <c:v>138.99898681640599</c:v>
                </c:pt>
                <c:pt idx="13186">
                  <c:v>138.99906656901001</c:v>
                </c:pt>
                <c:pt idx="13187">
                  <c:v>138.99914632161401</c:v>
                </c:pt>
                <c:pt idx="13188">
                  <c:v>138.999226074218</c:v>
                </c:pt>
                <c:pt idx="13189">
                  <c:v>138.999305826822</c:v>
                </c:pt>
                <c:pt idx="13190">
                  <c:v>138.99938557942599</c:v>
                </c:pt>
                <c:pt idx="13191">
                  <c:v>138.99946533203101</c:v>
                </c:pt>
                <c:pt idx="13192">
                  <c:v>138.999545084635</c:v>
                </c:pt>
                <c:pt idx="13193">
                  <c:v>138.999624837239</c:v>
                </c:pt>
                <c:pt idx="13194">
                  <c:v>138.99970458984299</c:v>
                </c:pt>
                <c:pt idx="13195">
                  <c:v>138.99978434244699</c:v>
                </c:pt>
                <c:pt idx="13196">
                  <c:v>138.99986409505101</c:v>
                </c:pt>
                <c:pt idx="13197">
                  <c:v>138.999943847656</c:v>
                </c:pt>
                <c:pt idx="13198">
                  <c:v>139.00002360025999</c:v>
                </c:pt>
                <c:pt idx="13199">
                  <c:v>139.00010335286399</c:v>
                </c:pt>
                <c:pt idx="13200">
                  <c:v>139.00018310546801</c:v>
                </c:pt>
                <c:pt idx="13201">
                  <c:v>139.000257466633</c:v>
                </c:pt>
                <c:pt idx="13202">
                  <c:v>139.00033182779899</c:v>
                </c:pt>
                <c:pt idx="13203">
                  <c:v>139.00040618896401</c:v>
                </c:pt>
                <c:pt idx="13204">
                  <c:v>139.000480550129</c:v>
                </c:pt>
                <c:pt idx="13205">
                  <c:v>139.00055491129501</c:v>
                </c:pt>
                <c:pt idx="13206">
                  <c:v>139.00062927246</c:v>
                </c:pt>
                <c:pt idx="13207">
                  <c:v>139.00070363362599</c:v>
                </c:pt>
                <c:pt idx="13208">
                  <c:v>139.00077799479101</c:v>
                </c:pt>
                <c:pt idx="13209">
                  <c:v>139.000852355956</c:v>
                </c:pt>
                <c:pt idx="13210">
                  <c:v>139.00092671712201</c:v>
                </c:pt>
                <c:pt idx="13211">
                  <c:v>139.001001078287</c:v>
                </c:pt>
                <c:pt idx="13212">
                  <c:v>139.00107543945199</c:v>
                </c:pt>
                <c:pt idx="13213">
                  <c:v>139.00114980061801</c:v>
                </c:pt>
                <c:pt idx="13214">
                  <c:v>139.001224161783</c:v>
                </c:pt>
                <c:pt idx="13215">
                  <c:v>139.00129852294901</c:v>
                </c:pt>
                <c:pt idx="13216">
                  <c:v>139.00137288411401</c:v>
                </c:pt>
                <c:pt idx="13217">
                  <c:v>139.001447245279</c:v>
                </c:pt>
                <c:pt idx="13218">
                  <c:v>139.00152160644501</c:v>
                </c:pt>
                <c:pt idx="13219">
                  <c:v>139.00159596761</c:v>
                </c:pt>
                <c:pt idx="13220">
                  <c:v>139.00167032877499</c:v>
                </c:pt>
                <c:pt idx="13221">
                  <c:v>139.00174468994101</c:v>
                </c:pt>
                <c:pt idx="13222">
                  <c:v>139.001819051106</c:v>
                </c:pt>
                <c:pt idx="13223">
                  <c:v>139.00189341227099</c:v>
                </c:pt>
                <c:pt idx="13224">
                  <c:v>139.001967773437</c:v>
                </c:pt>
                <c:pt idx="13225">
                  <c:v>139.00204213460199</c:v>
                </c:pt>
                <c:pt idx="13226">
                  <c:v>139.00211649576801</c:v>
                </c:pt>
                <c:pt idx="13227">
                  <c:v>139.002190856933</c:v>
                </c:pt>
                <c:pt idx="13228">
                  <c:v>139.00226521809799</c:v>
                </c:pt>
                <c:pt idx="13229">
                  <c:v>139.002339579264</c:v>
                </c:pt>
                <c:pt idx="13230">
                  <c:v>139.00241394042899</c:v>
                </c:pt>
                <c:pt idx="13231">
                  <c:v>139.00248830159401</c:v>
                </c:pt>
                <c:pt idx="13232">
                  <c:v>139.00256266276</c:v>
                </c:pt>
                <c:pt idx="13233">
                  <c:v>139.00263702392499</c:v>
                </c:pt>
                <c:pt idx="13234">
                  <c:v>139.00271138509001</c:v>
                </c:pt>
                <c:pt idx="13235">
                  <c:v>139.002785746256</c:v>
                </c:pt>
                <c:pt idx="13236">
                  <c:v>139.00286010742099</c:v>
                </c:pt>
                <c:pt idx="13237">
                  <c:v>139.002934468587</c:v>
                </c:pt>
                <c:pt idx="13238">
                  <c:v>139.00300882975199</c:v>
                </c:pt>
                <c:pt idx="13239">
                  <c:v>139.00308319091701</c:v>
                </c:pt>
                <c:pt idx="13240">
                  <c:v>139.003157552083</c:v>
                </c:pt>
                <c:pt idx="13241">
                  <c:v>139.00323191324799</c:v>
                </c:pt>
                <c:pt idx="13242">
                  <c:v>139.00330627441301</c:v>
                </c:pt>
                <c:pt idx="13243">
                  <c:v>139.00338063557899</c:v>
                </c:pt>
                <c:pt idx="13244">
                  <c:v>139.00345499674401</c:v>
                </c:pt>
                <c:pt idx="13245">
                  <c:v>139.00352935791</c:v>
                </c:pt>
                <c:pt idx="13246">
                  <c:v>139.00360371907499</c:v>
                </c:pt>
                <c:pt idx="13247">
                  <c:v>139.00367808024001</c:v>
                </c:pt>
                <c:pt idx="13248">
                  <c:v>139.00375244140599</c:v>
                </c:pt>
                <c:pt idx="13249">
                  <c:v>139.00382680257101</c:v>
                </c:pt>
                <c:pt idx="13250">
                  <c:v>139.003901163736</c:v>
                </c:pt>
                <c:pt idx="13251">
                  <c:v>139.00397552490199</c:v>
                </c:pt>
                <c:pt idx="13252">
                  <c:v>139.00404988606701</c:v>
                </c:pt>
                <c:pt idx="13253">
                  <c:v>139.004124247232</c:v>
                </c:pt>
                <c:pt idx="13254">
                  <c:v>139.00419860839801</c:v>
                </c:pt>
                <c:pt idx="13255">
                  <c:v>139.004272969563</c:v>
                </c:pt>
                <c:pt idx="13256">
                  <c:v>139.00434733072899</c:v>
                </c:pt>
                <c:pt idx="13257">
                  <c:v>139.00442169189401</c:v>
                </c:pt>
                <c:pt idx="13258">
                  <c:v>139.004496053059</c:v>
                </c:pt>
                <c:pt idx="13259">
                  <c:v>139.00457041422499</c:v>
                </c:pt>
                <c:pt idx="13260">
                  <c:v>139.00464477539001</c:v>
                </c:pt>
                <c:pt idx="13261">
                  <c:v>139.004719136555</c:v>
                </c:pt>
                <c:pt idx="13262">
                  <c:v>139.00479349772101</c:v>
                </c:pt>
                <c:pt idx="13263">
                  <c:v>139.004867858886</c:v>
                </c:pt>
                <c:pt idx="13264">
                  <c:v>139.00494222005099</c:v>
                </c:pt>
                <c:pt idx="13265">
                  <c:v>139.00501658121701</c:v>
                </c:pt>
                <c:pt idx="13266">
                  <c:v>139.005090942382</c:v>
                </c:pt>
                <c:pt idx="13267">
                  <c:v>139.00516530354801</c:v>
                </c:pt>
                <c:pt idx="13268">
                  <c:v>139.005239664713</c:v>
                </c:pt>
                <c:pt idx="13269">
                  <c:v>139.00531402587799</c:v>
                </c:pt>
                <c:pt idx="13270">
                  <c:v>139.00538838704401</c:v>
                </c:pt>
                <c:pt idx="13271">
                  <c:v>139.005462748209</c:v>
                </c:pt>
                <c:pt idx="13272">
                  <c:v>139.00553710937399</c:v>
                </c:pt>
                <c:pt idx="13273">
                  <c:v>139.00561147054</c:v>
                </c:pt>
                <c:pt idx="13274">
                  <c:v>139.00568583170499</c:v>
                </c:pt>
                <c:pt idx="13275">
                  <c:v>139.00576019287101</c:v>
                </c:pt>
                <c:pt idx="13276">
                  <c:v>139.005834554036</c:v>
                </c:pt>
                <c:pt idx="13277">
                  <c:v>139.00590891520099</c:v>
                </c:pt>
                <c:pt idx="13278">
                  <c:v>139.005983276367</c:v>
                </c:pt>
                <c:pt idx="13279">
                  <c:v>139.006057637532</c:v>
                </c:pt>
                <c:pt idx="13280">
                  <c:v>139.00613199869699</c:v>
                </c:pt>
                <c:pt idx="13281">
                  <c:v>139.006206359863</c:v>
                </c:pt>
                <c:pt idx="13282">
                  <c:v>139.00628072102799</c:v>
                </c:pt>
                <c:pt idx="13283">
                  <c:v>139.00635508219301</c:v>
                </c:pt>
                <c:pt idx="13284">
                  <c:v>139.006429443359</c:v>
                </c:pt>
                <c:pt idx="13285">
                  <c:v>139.00650380452399</c:v>
                </c:pt>
                <c:pt idx="13286">
                  <c:v>139.00657816569</c:v>
                </c:pt>
                <c:pt idx="13287">
                  <c:v>139.00665252685499</c:v>
                </c:pt>
                <c:pt idx="13288">
                  <c:v>139.00672688802001</c:v>
                </c:pt>
                <c:pt idx="13289">
                  <c:v>139.006801249186</c:v>
                </c:pt>
                <c:pt idx="13290">
                  <c:v>139.00687561035099</c:v>
                </c:pt>
                <c:pt idx="13291">
                  <c:v>139.00694997151601</c:v>
                </c:pt>
                <c:pt idx="13292">
                  <c:v>139.00702433268199</c:v>
                </c:pt>
                <c:pt idx="13293">
                  <c:v>139.00709869384701</c:v>
                </c:pt>
                <c:pt idx="13294">
                  <c:v>139.007173055012</c:v>
                </c:pt>
                <c:pt idx="13295">
                  <c:v>139.00724741617799</c:v>
                </c:pt>
                <c:pt idx="13296">
                  <c:v>139.00732177734301</c:v>
                </c:pt>
                <c:pt idx="13297">
                  <c:v>139.00739613850899</c:v>
                </c:pt>
                <c:pt idx="13298">
                  <c:v>139.00747049967401</c:v>
                </c:pt>
                <c:pt idx="13299">
                  <c:v>139.007544860839</c:v>
                </c:pt>
                <c:pt idx="13300">
                  <c:v>139.00761922200499</c:v>
                </c:pt>
                <c:pt idx="13301">
                  <c:v>139.00769358317001</c:v>
                </c:pt>
                <c:pt idx="13302">
                  <c:v>139.007767944335</c:v>
                </c:pt>
                <c:pt idx="13303">
                  <c:v>139.00784230550099</c:v>
                </c:pt>
                <c:pt idx="13304">
                  <c:v>139.00791666666601</c:v>
                </c:pt>
                <c:pt idx="13305">
                  <c:v>139.00799102783199</c:v>
                </c:pt>
                <c:pt idx="13306">
                  <c:v>139.00806538899701</c:v>
                </c:pt>
                <c:pt idx="13307">
                  <c:v>139.008139750162</c:v>
                </c:pt>
                <c:pt idx="13308">
                  <c:v>139.00821411132799</c:v>
                </c:pt>
                <c:pt idx="13309">
                  <c:v>139.00828847249301</c:v>
                </c:pt>
                <c:pt idx="13310">
                  <c:v>139.008362833658</c:v>
                </c:pt>
                <c:pt idx="13311">
                  <c:v>139.00843719482401</c:v>
                </c:pt>
                <c:pt idx="13312">
                  <c:v>139.008511555989</c:v>
                </c:pt>
                <c:pt idx="13313">
                  <c:v>139.00858591715399</c:v>
                </c:pt>
                <c:pt idx="13314">
                  <c:v>139.00866027832001</c:v>
                </c:pt>
                <c:pt idx="13315">
                  <c:v>139.008734639485</c:v>
                </c:pt>
                <c:pt idx="13316">
                  <c:v>139.00880900065101</c:v>
                </c:pt>
                <c:pt idx="13317">
                  <c:v>139.008883361816</c:v>
                </c:pt>
                <c:pt idx="13318">
                  <c:v>139.00895772298099</c:v>
                </c:pt>
                <c:pt idx="13319">
                  <c:v>139.00903208414701</c:v>
                </c:pt>
                <c:pt idx="13320">
                  <c:v>139.009106445312</c:v>
                </c:pt>
                <c:pt idx="13321">
                  <c:v>139.00918080647699</c:v>
                </c:pt>
                <c:pt idx="13322">
                  <c:v>139.009255167643</c:v>
                </c:pt>
                <c:pt idx="13323">
                  <c:v>139.009329528808</c:v>
                </c:pt>
                <c:pt idx="13324">
                  <c:v>139.00940388997299</c:v>
                </c:pt>
                <c:pt idx="13325">
                  <c:v>139.009478251139</c:v>
                </c:pt>
                <c:pt idx="13326">
                  <c:v>139.00955261230399</c:v>
                </c:pt>
                <c:pt idx="13327">
                  <c:v>139.00962697347001</c:v>
                </c:pt>
                <c:pt idx="13328">
                  <c:v>139.009701334635</c:v>
                </c:pt>
                <c:pt idx="13329">
                  <c:v>139.00977569579999</c:v>
                </c:pt>
                <c:pt idx="13330">
                  <c:v>139.009850056966</c:v>
                </c:pt>
                <c:pt idx="13331">
                  <c:v>139.00992441813099</c:v>
                </c:pt>
                <c:pt idx="13332">
                  <c:v>139.00999877929601</c:v>
                </c:pt>
                <c:pt idx="13333">
                  <c:v>139.010073140462</c:v>
                </c:pt>
                <c:pt idx="13334">
                  <c:v>139.01014750162699</c:v>
                </c:pt>
                <c:pt idx="13335">
                  <c:v>139.010221862793</c:v>
                </c:pt>
                <c:pt idx="13336">
                  <c:v>139.01029622395799</c:v>
                </c:pt>
                <c:pt idx="13337">
                  <c:v>139.01037058512301</c:v>
                </c:pt>
                <c:pt idx="13338">
                  <c:v>139.010444946289</c:v>
                </c:pt>
                <c:pt idx="13339">
                  <c:v>139.01051930745399</c:v>
                </c:pt>
                <c:pt idx="13340">
                  <c:v>139.01059366861901</c:v>
                </c:pt>
                <c:pt idx="13341">
                  <c:v>139.01066802978499</c:v>
                </c:pt>
                <c:pt idx="13342">
                  <c:v>139.01074239095001</c:v>
                </c:pt>
                <c:pt idx="13343">
                  <c:v>139.01081675211501</c:v>
                </c:pt>
                <c:pt idx="13344">
                  <c:v>139.01089111328099</c:v>
                </c:pt>
                <c:pt idx="13345">
                  <c:v>139.01096547444601</c:v>
                </c:pt>
                <c:pt idx="13346">
                  <c:v>139.011039835612</c:v>
                </c:pt>
                <c:pt idx="13347">
                  <c:v>139.01111419677699</c:v>
                </c:pt>
                <c:pt idx="13348">
                  <c:v>139.01118855794201</c:v>
                </c:pt>
                <c:pt idx="13349">
                  <c:v>139.01126291910799</c:v>
                </c:pt>
                <c:pt idx="13350">
                  <c:v>139.01133728027301</c:v>
                </c:pt>
                <c:pt idx="13351">
                  <c:v>139.011411641438</c:v>
                </c:pt>
                <c:pt idx="13352">
                  <c:v>139.01148600260399</c:v>
                </c:pt>
                <c:pt idx="13353">
                  <c:v>139.01156036376901</c:v>
                </c:pt>
                <c:pt idx="13354">
                  <c:v>139.011634724934</c:v>
                </c:pt>
                <c:pt idx="13355">
                  <c:v>139.01170908610001</c:v>
                </c:pt>
                <c:pt idx="13356">
                  <c:v>139.011783447265</c:v>
                </c:pt>
                <c:pt idx="13357">
                  <c:v>139.01185780843099</c:v>
                </c:pt>
                <c:pt idx="13358">
                  <c:v>139.01193216959601</c:v>
                </c:pt>
                <c:pt idx="13359">
                  <c:v>139.012006530761</c:v>
                </c:pt>
                <c:pt idx="13360">
                  <c:v>139.01208089192701</c:v>
                </c:pt>
                <c:pt idx="13361">
                  <c:v>139.012155253092</c:v>
                </c:pt>
                <c:pt idx="13362">
                  <c:v>139.012229614257</c:v>
                </c:pt>
                <c:pt idx="13363">
                  <c:v>139.01230397542301</c:v>
                </c:pt>
                <c:pt idx="13364">
                  <c:v>139.012378336588</c:v>
                </c:pt>
                <c:pt idx="13365">
                  <c:v>139.01245269775399</c:v>
                </c:pt>
                <c:pt idx="13366">
                  <c:v>139.01252705891901</c:v>
                </c:pt>
                <c:pt idx="13367">
                  <c:v>139.012601420084</c:v>
                </c:pt>
                <c:pt idx="13368">
                  <c:v>139.01267578125001</c:v>
                </c:pt>
                <c:pt idx="13369">
                  <c:v>139.012750142415</c:v>
                </c:pt>
                <c:pt idx="13370">
                  <c:v>139.01282450357999</c:v>
                </c:pt>
                <c:pt idx="13371">
                  <c:v>139.01289886474601</c:v>
                </c:pt>
                <c:pt idx="13372">
                  <c:v>139.012973225911</c:v>
                </c:pt>
                <c:pt idx="13373">
                  <c:v>139.01304758707599</c:v>
                </c:pt>
                <c:pt idx="13374">
                  <c:v>139.013121948242</c:v>
                </c:pt>
                <c:pt idx="13375">
                  <c:v>139.01319630940699</c:v>
                </c:pt>
                <c:pt idx="13376">
                  <c:v>139.01327067057301</c:v>
                </c:pt>
                <c:pt idx="13377">
                  <c:v>139.013345031738</c:v>
                </c:pt>
                <c:pt idx="13378">
                  <c:v>139.01341939290299</c:v>
                </c:pt>
                <c:pt idx="13379">
                  <c:v>139.013493754069</c:v>
                </c:pt>
                <c:pt idx="13380">
                  <c:v>139.01356811523399</c:v>
                </c:pt>
                <c:pt idx="13381">
                  <c:v>139.01364247639901</c:v>
                </c:pt>
                <c:pt idx="13382">
                  <c:v>139.013716837565</c:v>
                </c:pt>
                <c:pt idx="13383">
                  <c:v>139.01379119872999</c:v>
                </c:pt>
                <c:pt idx="13384">
                  <c:v>139.01386555989501</c:v>
                </c:pt>
                <c:pt idx="13385">
                  <c:v>139.013939921061</c:v>
                </c:pt>
                <c:pt idx="13386">
                  <c:v>139.01401428222599</c:v>
                </c:pt>
                <c:pt idx="13387">
                  <c:v>139.014088643392</c:v>
                </c:pt>
                <c:pt idx="13388">
                  <c:v>139.01416300455699</c:v>
                </c:pt>
                <c:pt idx="13389">
                  <c:v>139.01423736572201</c:v>
                </c:pt>
                <c:pt idx="13390">
                  <c:v>139.014311726888</c:v>
                </c:pt>
                <c:pt idx="13391">
                  <c:v>139.01438608805299</c:v>
                </c:pt>
                <c:pt idx="13392">
                  <c:v>139.01446044921801</c:v>
                </c:pt>
                <c:pt idx="13393">
                  <c:v>139.01453481038399</c:v>
                </c:pt>
                <c:pt idx="13394">
                  <c:v>139.01460917154901</c:v>
                </c:pt>
                <c:pt idx="13395">
                  <c:v>139.014683532715</c:v>
                </c:pt>
                <c:pt idx="13396">
                  <c:v>139.01475789387999</c:v>
                </c:pt>
                <c:pt idx="13397">
                  <c:v>139.01483225504501</c:v>
                </c:pt>
                <c:pt idx="13398">
                  <c:v>139.01490661621099</c:v>
                </c:pt>
                <c:pt idx="13399">
                  <c:v>139.01498097737601</c:v>
                </c:pt>
                <c:pt idx="13400">
                  <c:v>139.015055338541</c:v>
                </c:pt>
                <c:pt idx="13401">
                  <c:v>139.01512969970699</c:v>
                </c:pt>
                <c:pt idx="13402">
                  <c:v>139.01520406087201</c:v>
                </c:pt>
                <c:pt idx="13403">
                  <c:v>139.015278422037</c:v>
                </c:pt>
                <c:pt idx="13404">
                  <c:v>139.01535278320301</c:v>
                </c:pt>
                <c:pt idx="13405">
                  <c:v>139.015427144368</c:v>
                </c:pt>
                <c:pt idx="13406">
                  <c:v>139.01550150553399</c:v>
                </c:pt>
                <c:pt idx="13407">
                  <c:v>139.01557586669901</c:v>
                </c:pt>
                <c:pt idx="13408">
                  <c:v>139.015650227864</c:v>
                </c:pt>
                <c:pt idx="13409">
                  <c:v>139.01572458902999</c:v>
                </c:pt>
                <c:pt idx="13410">
                  <c:v>139.01579895019501</c:v>
                </c:pt>
                <c:pt idx="13411">
                  <c:v>139.01587331136</c:v>
                </c:pt>
                <c:pt idx="13412">
                  <c:v>139.01594767252601</c:v>
                </c:pt>
                <c:pt idx="13413">
                  <c:v>139.016022033691</c:v>
                </c:pt>
                <c:pt idx="13414">
                  <c:v>139.01609639485599</c:v>
                </c:pt>
                <c:pt idx="13415">
                  <c:v>139.01617075602201</c:v>
                </c:pt>
                <c:pt idx="13416">
                  <c:v>139.016245117187</c:v>
                </c:pt>
                <c:pt idx="13417">
                  <c:v>139.01631947835301</c:v>
                </c:pt>
                <c:pt idx="13418">
                  <c:v>139.016393839518</c:v>
                </c:pt>
                <c:pt idx="13419">
                  <c:v>139.01646820068299</c:v>
                </c:pt>
                <c:pt idx="13420">
                  <c:v>139.01654256184901</c:v>
                </c:pt>
                <c:pt idx="13421">
                  <c:v>139.016616923014</c:v>
                </c:pt>
                <c:pt idx="13422">
                  <c:v>139.01669128417899</c:v>
                </c:pt>
                <c:pt idx="13423">
                  <c:v>139.016765645345</c:v>
                </c:pt>
                <c:pt idx="13424">
                  <c:v>139.01684000650999</c:v>
                </c:pt>
                <c:pt idx="13425">
                  <c:v>139.01691436767601</c:v>
                </c:pt>
                <c:pt idx="13426">
                  <c:v>139.016988728841</c:v>
                </c:pt>
                <c:pt idx="13427">
                  <c:v>139.01706309000599</c:v>
                </c:pt>
                <c:pt idx="13428">
                  <c:v>139.017137451172</c:v>
                </c:pt>
                <c:pt idx="13429">
                  <c:v>139.017211812337</c:v>
                </c:pt>
                <c:pt idx="13430">
                  <c:v>139.01728617350199</c:v>
                </c:pt>
                <c:pt idx="13431">
                  <c:v>139.017360534668</c:v>
                </c:pt>
                <c:pt idx="13432">
                  <c:v>139.01743489583299</c:v>
                </c:pt>
                <c:pt idx="13433">
                  <c:v>139.01750925699801</c:v>
                </c:pt>
                <c:pt idx="13434">
                  <c:v>139.017583618164</c:v>
                </c:pt>
                <c:pt idx="13435">
                  <c:v>139.01765797932899</c:v>
                </c:pt>
                <c:pt idx="13436">
                  <c:v>139.017732340495</c:v>
                </c:pt>
                <c:pt idx="13437">
                  <c:v>139.01780670165999</c:v>
                </c:pt>
                <c:pt idx="13438">
                  <c:v>139.01788106282501</c:v>
                </c:pt>
                <c:pt idx="13439">
                  <c:v>139.017955423991</c:v>
                </c:pt>
                <c:pt idx="13440">
                  <c:v>139.01802978515599</c:v>
                </c:pt>
                <c:pt idx="13441">
                  <c:v>139.01810414632101</c:v>
                </c:pt>
                <c:pt idx="13442">
                  <c:v>139.01817850748699</c:v>
                </c:pt>
                <c:pt idx="13443">
                  <c:v>139.01825286865201</c:v>
                </c:pt>
                <c:pt idx="13444">
                  <c:v>139.018327229818</c:v>
                </c:pt>
                <c:pt idx="13445">
                  <c:v>139.01840159098299</c:v>
                </c:pt>
                <c:pt idx="13446">
                  <c:v>139.01847595214801</c:v>
                </c:pt>
                <c:pt idx="13447">
                  <c:v>139.01855031331399</c:v>
                </c:pt>
                <c:pt idx="13448">
                  <c:v>139.01862467447901</c:v>
                </c:pt>
                <c:pt idx="13449">
                  <c:v>139.018699035644</c:v>
                </c:pt>
                <c:pt idx="13450">
                  <c:v>139.01877339680999</c:v>
                </c:pt>
                <c:pt idx="13451">
                  <c:v>139.01884775797501</c:v>
                </c:pt>
                <c:pt idx="13452">
                  <c:v>139.01892211914</c:v>
                </c:pt>
                <c:pt idx="13453">
                  <c:v>139.01899648030599</c:v>
                </c:pt>
                <c:pt idx="13454">
                  <c:v>139.01907084147101</c:v>
                </c:pt>
                <c:pt idx="13455">
                  <c:v>139.01914520263699</c:v>
                </c:pt>
                <c:pt idx="13456">
                  <c:v>139.01921956380201</c:v>
                </c:pt>
                <c:pt idx="13457">
                  <c:v>139.019293924967</c:v>
                </c:pt>
                <c:pt idx="13458">
                  <c:v>139.01936828613299</c:v>
                </c:pt>
                <c:pt idx="13459">
                  <c:v>139.01944264729801</c:v>
                </c:pt>
                <c:pt idx="13460">
                  <c:v>139.019517008463</c:v>
                </c:pt>
                <c:pt idx="13461">
                  <c:v>139.01959136962901</c:v>
                </c:pt>
                <c:pt idx="13462">
                  <c:v>139.019665730794</c:v>
                </c:pt>
                <c:pt idx="13463">
                  <c:v>139.01974009195899</c:v>
                </c:pt>
                <c:pt idx="13464">
                  <c:v>139.01981445312501</c:v>
                </c:pt>
                <c:pt idx="13465">
                  <c:v>139.01988881429</c:v>
                </c:pt>
                <c:pt idx="13466">
                  <c:v>139.01996317545601</c:v>
                </c:pt>
                <c:pt idx="13467">
                  <c:v>139.020037536621</c:v>
                </c:pt>
                <c:pt idx="13468">
                  <c:v>139.02011189778599</c:v>
                </c:pt>
                <c:pt idx="13469">
                  <c:v>139.02018625895201</c:v>
                </c:pt>
                <c:pt idx="13470">
                  <c:v>139.020260620117</c:v>
                </c:pt>
                <c:pt idx="13471">
                  <c:v>139.02033498128199</c:v>
                </c:pt>
                <c:pt idx="13472">
                  <c:v>139.020409342448</c:v>
                </c:pt>
                <c:pt idx="13473">
                  <c:v>139.020483703613</c:v>
                </c:pt>
                <c:pt idx="13474">
                  <c:v>139.02055806477799</c:v>
                </c:pt>
                <c:pt idx="13475">
                  <c:v>139.020632425944</c:v>
                </c:pt>
                <c:pt idx="13476">
                  <c:v>139.02070678710899</c:v>
                </c:pt>
                <c:pt idx="13477">
                  <c:v>139.02078114827501</c:v>
                </c:pt>
                <c:pt idx="13478">
                  <c:v>139.02085550944</c:v>
                </c:pt>
                <c:pt idx="13479">
                  <c:v>139.02092987060499</c:v>
                </c:pt>
                <c:pt idx="13480">
                  <c:v>139.021004231771</c:v>
                </c:pt>
                <c:pt idx="13481">
                  <c:v>139.02107859293599</c:v>
                </c:pt>
                <c:pt idx="13482">
                  <c:v>139.02115295410101</c:v>
                </c:pt>
                <c:pt idx="13483">
                  <c:v>139.021227315267</c:v>
                </c:pt>
                <c:pt idx="13484">
                  <c:v>139.02130167643199</c:v>
                </c:pt>
                <c:pt idx="13485">
                  <c:v>139.021376037598</c:v>
                </c:pt>
                <c:pt idx="13486">
                  <c:v>139.02145039876299</c:v>
                </c:pt>
                <c:pt idx="13487">
                  <c:v>139.02152475992801</c:v>
                </c:pt>
                <c:pt idx="13488">
                  <c:v>139.021599121094</c:v>
                </c:pt>
                <c:pt idx="13489">
                  <c:v>139.02167348225899</c:v>
                </c:pt>
                <c:pt idx="13490">
                  <c:v>139.02174784342401</c:v>
                </c:pt>
                <c:pt idx="13491">
                  <c:v>139.02182220458999</c:v>
                </c:pt>
                <c:pt idx="13492">
                  <c:v>139.02189656575499</c:v>
                </c:pt>
                <c:pt idx="13493">
                  <c:v>139.02197092692001</c:v>
                </c:pt>
                <c:pt idx="13494">
                  <c:v>139.02204528808599</c:v>
                </c:pt>
                <c:pt idx="13495">
                  <c:v>139.02211964925101</c:v>
                </c:pt>
                <c:pt idx="13496">
                  <c:v>139.022194010417</c:v>
                </c:pt>
                <c:pt idx="13497">
                  <c:v>139.02226837158199</c:v>
                </c:pt>
                <c:pt idx="13498">
                  <c:v>139.02234273274701</c:v>
                </c:pt>
                <c:pt idx="13499">
                  <c:v>139.02241709391299</c:v>
                </c:pt>
                <c:pt idx="13500">
                  <c:v>139.02249145507801</c:v>
                </c:pt>
                <c:pt idx="13501">
                  <c:v>139.022560882568</c:v>
                </c:pt>
                <c:pt idx="13502">
                  <c:v>139.02263031005799</c:v>
                </c:pt>
                <c:pt idx="13503">
                  <c:v>139.022699737549</c:v>
                </c:pt>
                <c:pt idx="13504">
                  <c:v>139.02276916503899</c:v>
                </c:pt>
                <c:pt idx="13505">
                  <c:v>139.02283859252901</c:v>
                </c:pt>
                <c:pt idx="13506">
                  <c:v>139.022908020019</c:v>
                </c:pt>
                <c:pt idx="13507">
                  <c:v>139.02297744750999</c:v>
                </c:pt>
                <c:pt idx="13508">
                  <c:v>139.02304687500001</c:v>
                </c:pt>
                <c:pt idx="13509">
                  <c:v>139.02311630249</c:v>
                </c:pt>
                <c:pt idx="13510">
                  <c:v>139.02318572998001</c:v>
                </c:pt>
                <c:pt idx="13511">
                  <c:v>139.023255157471</c:v>
                </c:pt>
                <c:pt idx="13512">
                  <c:v>139.02332458496099</c:v>
                </c:pt>
                <c:pt idx="13513">
                  <c:v>139.02339401245101</c:v>
                </c:pt>
                <c:pt idx="13514">
                  <c:v>139.023463439941</c:v>
                </c:pt>
                <c:pt idx="13515">
                  <c:v>139.02353286743201</c:v>
                </c:pt>
                <c:pt idx="13516">
                  <c:v>139.023602294922</c:v>
                </c:pt>
                <c:pt idx="13517">
                  <c:v>139.02367172241199</c:v>
                </c:pt>
                <c:pt idx="13518">
                  <c:v>139.02374114990201</c:v>
                </c:pt>
                <c:pt idx="13519">
                  <c:v>139.023810577392</c:v>
                </c:pt>
                <c:pt idx="13520">
                  <c:v>139.02388000488301</c:v>
                </c:pt>
                <c:pt idx="13521">
                  <c:v>139.023949432373</c:v>
                </c:pt>
                <c:pt idx="13522">
                  <c:v>139.02401885986299</c:v>
                </c:pt>
                <c:pt idx="13523">
                  <c:v>139.02408828735301</c:v>
                </c:pt>
                <c:pt idx="13524">
                  <c:v>139.02415771484399</c:v>
                </c:pt>
                <c:pt idx="13525">
                  <c:v>139.02422714233401</c:v>
                </c:pt>
                <c:pt idx="13526">
                  <c:v>139.024296569824</c:v>
                </c:pt>
                <c:pt idx="13527">
                  <c:v>139.02436599731399</c:v>
                </c:pt>
                <c:pt idx="13528">
                  <c:v>139.02443542480501</c:v>
                </c:pt>
                <c:pt idx="13529">
                  <c:v>139.024504852295</c:v>
                </c:pt>
                <c:pt idx="13530">
                  <c:v>139.02457427978501</c:v>
                </c:pt>
                <c:pt idx="13531">
                  <c:v>139.024643707275</c:v>
                </c:pt>
                <c:pt idx="13532">
                  <c:v>139.02471313476499</c:v>
                </c:pt>
                <c:pt idx="13533">
                  <c:v>139.02478256225601</c:v>
                </c:pt>
                <c:pt idx="13534">
                  <c:v>139.024851989746</c:v>
                </c:pt>
                <c:pt idx="13535">
                  <c:v>139.02492141723599</c:v>
                </c:pt>
                <c:pt idx="13536">
                  <c:v>139.02499084472601</c:v>
                </c:pt>
                <c:pt idx="13537">
                  <c:v>139.02506027221699</c:v>
                </c:pt>
                <c:pt idx="13538">
                  <c:v>139.02512969970701</c:v>
                </c:pt>
                <c:pt idx="13539">
                  <c:v>139.025199127197</c:v>
                </c:pt>
                <c:pt idx="13540">
                  <c:v>139.02526855468699</c:v>
                </c:pt>
                <c:pt idx="13541">
                  <c:v>139.025337982178</c:v>
                </c:pt>
                <c:pt idx="13542">
                  <c:v>139.02540740966799</c:v>
                </c:pt>
                <c:pt idx="13543">
                  <c:v>139.02547683715801</c:v>
                </c:pt>
                <c:pt idx="13544">
                  <c:v>139.025546264648</c:v>
                </c:pt>
                <c:pt idx="13545">
                  <c:v>139.02561569213901</c:v>
                </c:pt>
                <c:pt idx="13546">
                  <c:v>139.025685119629</c:v>
                </c:pt>
                <c:pt idx="13547">
                  <c:v>139.02575454711899</c:v>
                </c:pt>
                <c:pt idx="13548">
                  <c:v>139.02582397460901</c:v>
                </c:pt>
                <c:pt idx="13549">
                  <c:v>139.025893402099</c:v>
                </c:pt>
                <c:pt idx="13550">
                  <c:v>139.02596282958999</c:v>
                </c:pt>
                <c:pt idx="13551">
                  <c:v>139.02603225708</c:v>
                </c:pt>
                <c:pt idx="13552">
                  <c:v>139.02610168456999</c:v>
                </c:pt>
                <c:pt idx="13553">
                  <c:v>139.02617111206001</c:v>
                </c:pt>
                <c:pt idx="13554">
                  <c:v>139.026240539551</c:v>
                </c:pt>
                <c:pt idx="13555">
                  <c:v>139.02630996704099</c:v>
                </c:pt>
                <c:pt idx="13556">
                  <c:v>139.02637939453101</c:v>
                </c:pt>
                <c:pt idx="13557">
                  <c:v>139.026448822021</c:v>
                </c:pt>
                <c:pt idx="13558">
                  <c:v>139.02651824951201</c:v>
                </c:pt>
                <c:pt idx="13559">
                  <c:v>139.026587677002</c:v>
                </c:pt>
                <c:pt idx="13560">
                  <c:v>139.02665710449199</c:v>
                </c:pt>
                <c:pt idx="13561">
                  <c:v>139.02672653198201</c:v>
                </c:pt>
                <c:pt idx="13562">
                  <c:v>139.026795959472</c:v>
                </c:pt>
                <c:pt idx="13563">
                  <c:v>139.02686538696301</c:v>
                </c:pt>
                <c:pt idx="13564">
                  <c:v>139.026934814453</c:v>
                </c:pt>
                <c:pt idx="13565">
                  <c:v>139.02700424194299</c:v>
                </c:pt>
                <c:pt idx="13566">
                  <c:v>139.02707366943301</c:v>
                </c:pt>
                <c:pt idx="13567">
                  <c:v>139.02714309692399</c:v>
                </c:pt>
                <c:pt idx="13568">
                  <c:v>139.02721252441401</c:v>
                </c:pt>
                <c:pt idx="13569">
                  <c:v>139.027281951904</c:v>
                </c:pt>
                <c:pt idx="13570">
                  <c:v>139.02735137939399</c:v>
                </c:pt>
                <c:pt idx="13571">
                  <c:v>139.027420806885</c:v>
                </c:pt>
                <c:pt idx="13572">
                  <c:v>139.02749023437499</c:v>
                </c:pt>
                <c:pt idx="13573">
                  <c:v>139.02755966186501</c:v>
                </c:pt>
                <c:pt idx="13574">
                  <c:v>139.027629089355</c:v>
                </c:pt>
                <c:pt idx="13575">
                  <c:v>139.02769851684599</c:v>
                </c:pt>
                <c:pt idx="13576">
                  <c:v>139.02776794433601</c:v>
                </c:pt>
                <c:pt idx="13577">
                  <c:v>139.027837371826</c:v>
                </c:pt>
                <c:pt idx="13578">
                  <c:v>139.02790679931601</c:v>
                </c:pt>
                <c:pt idx="13579">
                  <c:v>139.027976226806</c:v>
                </c:pt>
                <c:pt idx="13580">
                  <c:v>139.02804565429699</c:v>
                </c:pt>
                <c:pt idx="13581">
                  <c:v>139.02811508178701</c:v>
                </c:pt>
                <c:pt idx="13582">
                  <c:v>139.028184509277</c:v>
                </c:pt>
                <c:pt idx="13583">
                  <c:v>139.02825393676699</c:v>
                </c:pt>
                <c:pt idx="13584">
                  <c:v>139.028323364258</c:v>
                </c:pt>
                <c:pt idx="13585">
                  <c:v>139.02839279174799</c:v>
                </c:pt>
                <c:pt idx="13586">
                  <c:v>139.02846221923801</c:v>
                </c:pt>
                <c:pt idx="13587">
                  <c:v>139.028531646728</c:v>
                </c:pt>
                <c:pt idx="13588">
                  <c:v>139.02860107421901</c:v>
                </c:pt>
                <c:pt idx="13589">
                  <c:v>139.028670501709</c:v>
                </c:pt>
                <c:pt idx="13590">
                  <c:v>139.02873992919899</c:v>
                </c:pt>
                <c:pt idx="13591">
                  <c:v>139.02880935668901</c:v>
                </c:pt>
                <c:pt idx="13592">
                  <c:v>139.028878784179</c:v>
                </c:pt>
                <c:pt idx="13593">
                  <c:v>139.02894821167001</c:v>
                </c:pt>
                <c:pt idx="13594">
                  <c:v>139.02901763916</c:v>
                </c:pt>
                <c:pt idx="13595">
                  <c:v>139.02908706664999</c:v>
                </c:pt>
                <c:pt idx="13596">
                  <c:v>139.02915649414001</c:v>
                </c:pt>
                <c:pt idx="13597">
                  <c:v>139.029225921631</c:v>
                </c:pt>
                <c:pt idx="13598">
                  <c:v>139.02929534912101</c:v>
                </c:pt>
                <c:pt idx="13599">
                  <c:v>139.029364776611</c:v>
                </c:pt>
                <c:pt idx="13600">
                  <c:v>139.02943420410099</c:v>
                </c:pt>
                <c:pt idx="13601">
                  <c:v>139.02950363159201</c:v>
                </c:pt>
                <c:pt idx="13602">
                  <c:v>139.029573059082</c:v>
                </c:pt>
                <c:pt idx="13603">
                  <c:v>139.02964248657199</c:v>
                </c:pt>
                <c:pt idx="13604">
                  <c:v>139.02971191406201</c:v>
                </c:pt>
                <c:pt idx="13605">
                  <c:v>139.02978134155299</c:v>
                </c:pt>
                <c:pt idx="13606">
                  <c:v>139.02985076904301</c:v>
                </c:pt>
                <c:pt idx="13607">
                  <c:v>139.029920196533</c:v>
                </c:pt>
                <c:pt idx="13608">
                  <c:v>139.02998962402299</c:v>
                </c:pt>
                <c:pt idx="13609">
                  <c:v>139.03005905151301</c:v>
                </c:pt>
                <c:pt idx="13610">
                  <c:v>139.03012847900399</c:v>
                </c:pt>
                <c:pt idx="13611">
                  <c:v>139.03019790649401</c:v>
                </c:pt>
                <c:pt idx="13612">
                  <c:v>139.030267333984</c:v>
                </c:pt>
                <c:pt idx="13613">
                  <c:v>139.03033676147399</c:v>
                </c:pt>
                <c:pt idx="13614">
                  <c:v>139.030406188965</c:v>
                </c:pt>
                <c:pt idx="13615">
                  <c:v>139.03047561645499</c:v>
                </c:pt>
                <c:pt idx="13616">
                  <c:v>139.03054504394501</c:v>
                </c:pt>
                <c:pt idx="13617">
                  <c:v>139.030614471435</c:v>
                </c:pt>
                <c:pt idx="13618">
                  <c:v>139.03068389892599</c:v>
                </c:pt>
                <c:pt idx="13619">
                  <c:v>139.030753326416</c:v>
                </c:pt>
                <c:pt idx="13620">
                  <c:v>139.03082275390599</c:v>
                </c:pt>
                <c:pt idx="13621">
                  <c:v>139.03089218139601</c:v>
                </c:pt>
                <c:pt idx="13622">
                  <c:v>139.030961608886</c:v>
                </c:pt>
                <c:pt idx="13623">
                  <c:v>139.03103103637699</c:v>
                </c:pt>
                <c:pt idx="13624">
                  <c:v>139.03110046386701</c:v>
                </c:pt>
                <c:pt idx="13625">
                  <c:v>139.031169891357</c:v>
                </c:pt>
                <c:pt idx="13626">
                  <c:v>139.03123931884701</c:v>
                </c:pt>
                <c:pt idx="13627">
                  <c:v>139.031308746338</c:v>
                </c:pt>
                <c:pt idx="13628">
                  <c:v>139.03137817382799</c:v>
                </c:pt>
                <c:pt idx="13629">
                  <c:v>139.03144760131801</c:v>
                </c:pt>
                <c:pt idx="13630">
                  <c:v>139.031517028808</c:v>
                </c:pt>
                <c:pt idx="13631">
                  <c:v>139.03158645629901</c:v>
                </c:pt>
                <c:pt idx="13632">
                  <c:v>139.031655883789</c:v>
                </c:pt>
                <c:pt idx="13633">
                  <c:v>139.03172531127899</c:v>
                </c:pt>
                <c:pt idx="13634">
                  <c:v>139.03179473876901</c:v>
                </c:pt>
                <c:pt idx="13635">
                  <c:v>139.03186416625999</c:v>
                </c:pt>
                <c:pt idx="13636">
                  <c:v>139.03193359375001</c:v>
                </c:pt>
                <c:pt idx="13637">
                  <c:v>139.03200302124</c:v>
                </c:pt>
                <c:pt idx="13638">
                  <c:v>139.03207244872999</c:v>
                </c:pt>
                <c:pt idx="13639">
                  <c:v>139.03214187622001</c:v>
                </c:pt>
                <c:pt idx="13640">
                  <c:v>139.03221130371099</c:v>
                </c:pt>
                <c:pt idx="13641">
                  <c:v>139.03228073120101</c:v>
                </c:pt>
                <c:pt idx="13642">
                  <c:v>139.032350158691</c:v>
                </c:pt>
                <c:pt idx="13643">
                  <c:v>139.03241958618099</c:v>
                </c:pt>
                <c:pt idx="13644">
                  <c:v>139.03248901367201</c:v>
                </c:pt>
                <c:pt idx="13645">
                  <c:v>139.032558441162</c:v>
                </c:pt>
                <c:pt idx="13646">
                  <c:v>139.03262786865201</c:v>
                </c:pt>
                <c:pt idx="13647">
                  <c:v>139.032697296142</c:v>
                </c:pt>
                <c:pt idx="13648">
                  <c:v>139.03276672363299</c:v>
                </c:pt>
                <c:pt idx="13649">
                  <c:v>139.03283615112301</c:v>
                </c:pt>
                <c:pt idx="13650">
                  <c:v>139.032905578613</c:v>
                </c:pt>
                <c:pt idx="13651">
                  <c:v>139.03297500610299</c:v>
                </c:pt>
                <c:pt idx="13652">
                  <c:v>139.033044433594</c:v>
                </c:pt>
                <c:pt idx="13653">
                  <c:v>139.03311386108399</c:v>
                </c:pt>
                <c:pt idx="13654">
                  <c:v>139.03318328857401</c:v>
                </c:pt>
                <c:pt idx="13655">
                  <c:v>139.033252716064</c:v>
                </c:pt>
                <c:pt idx="13656">
                  <c:v>139.03332214355399</c:v>
                </c:pt>
                <c:pt idx="13657">
                  <c:v>139.033391571045</c:v>
                </c:pt>
                <c:pt idx="13658">
                  <c:v>139.03346099853499</c:v>
                </c:pt>
                <c:pt idx="13659">
                  <c:v>139.03353042602501</c:v>
                </c:pt>
                <c:pt idx="13660">
                  <c:v>139.033599853515</c:v>
                </c:pt>
                <c:pt idx="13661">
                  <c:v>139.03366928100601</c:v>
                </c:pt>
                <c:pt idx="13662">
                  <c:v>139.033738708496</c:v>
                </c:pt>
                <c:pt idx="13663">
                  <c:v>139.03380813598599</c:v>
                </c:pt>
                <c:pt idx="13664">
                  <c:v>139.03387756347601</c:v>
                </c:pt>
                <c:pt idx="13665">
                  <c:v>139.033946990967</c:v>
                </c:pt>
                <c:pt idx="13666">
                  <c:v>139.03401641845701</c:v>
                </c:pt>
                <c:pt idx="13667">
                  <c:v>139.034085845947</c:v>
                </c:pt>
                <c:pt idx="13668">
                  <c:v>139.03415527343699</c:v>
                </c:pt>
                <c:pt idx="13669">
                  <c:v>139.03422470092701</c:v>
                </c:pt>
                <c:pt idx="13670">
                  <c:v>139.034294128418</c:v>
                </c:pt>
                <c:pt idx="13671">
                  <c:v>139.03436355590799</c:v>
                </c:pt>
                <c:pt idx="13672">
                  <c:v>139.03443298339801</c:v>
                </c:pt>
                <c:pt idx="13673">
                  <c:v>139.034502410888</c:v>
                </c:pt>
                <c:pt idx="13674">
                  <c:v>139.03457183837901</c:v>
                </c:pt>
                <c:pt idx="13675">
                  <c:v>139.034641265869</c:v>
                </c:pt>
                <c:pt idx="13676">
                  <c:v>139.03471069335899</c:v>
                </c:pt>
                <c:pt idx="13677">
                  <c:v>139.03478012084901</c:v>
                </c:pt>
                <c:pt idx="13678">
                  <c:v>139.03484954833999</c:v>
                </c:pt>
                <c:pt idx="13679">
                  <c:v>139.03491897583001</c:v>
                </c:pt>
                <c:pt idx="13680">
                  <c:v>139.03498840332</c:v>
                </c:pt>
                <c:pt idx="13681">
                  <c:v>139.03505783080999</c:v>
                </c:pt>
                <c:pt idx="13682">
                  <c:v>139.035127258301</c:v>
                </c:pt>
                <c:pt idx="13683">
                  <c:v>139.03519668579099</c:v>
                </c:pt>
                <c:pt idx="13684">
                  <c:v>139.03526611328101</c:v>
                </c:pt>
                <c:pt idx="13685">
                  <c:v>139.035335540771</c:v>
                </c:pt>
                <c:pt idx="13686">
                  <c:v>139.03540496826099</c:v>
                </c:pt>
                <c:pt idx="13687">
                  <c:v>139.035474395752</c:v>
                </c:pt>
                <c:pt idx="13688">
                  <c:v>139.03554382324199</c:v>
                </c:pt>
                <c:pt idx="13689">
                  <c:v>139.03561325073201</c:v>
                </c:pt>
                <c:pt idx="13690">
                  <c:v>139.035682678222</c:v>
                </c:pt>
                <c:pt idx="13691">
                  <c:v>139.03575210571299</c:v>
                </c:pt>
                <c:pt idx="13692">
                  <c:v>139.03582153320301</c:v>
                </c:pt>
                <c:pt idx="13693">
                  <c:v>139.035890960693</c:v>
                </c:pt>
                <c:pt idx="13694">
                  <c:v>139.03596038818301</c:v>
                </c:pt>
                <c:pt idx="13695">
                  <c:v>139.036029815674</c:v>
                </c:pt>
                <c:pt idx="13696">
                  <c:v>139.03609924316399</c:v>
                </c:pt>
                <c:pt idx="13697">
                  <c:v>139.03616867065401</c:v>
                </c:pt>
                <c:pt idx="13698">
                  <c:v>139.036238098144</c:v>
                </c:pt>
                <c:pt idx="13699">
                  <c:v>139.03630752563399</c:v>
                </c:pt>
                <c:pt idx="13700">
                  <c:v>139.036376953125</c:v>
                </c:pt>
                <c:pt idx="13701">
                  <c:v>139.03644638061499</c:v>
                </c:pt>
                <c:pt idx="13702">
                  <c:v>139.03651580810501</c:v>
                </c:pt>
                <c:pt idx="13703">
                  <c:v>139.036585235595</c:v>
                </c:pt>
                <c:pt idx="13704">
                  <c:v>139.03665466308601</c:v>
                </c:pt>
                <c:pt idx="13705">
                  <c:v>139.036724090576</c:v>
                </c:pt>
                <c:pt idx="13706">
                  <c:v>139.03679351806599</c:v>
                </c:pt>
                <c:pt idx="13707">
                  <c:v>139.03686294555601</c:v>
                </c:pt>
                <c:pt idx="13708">
                  <c:v>139.03693237304699</c:v>
                </c:pt>
                <c:pt idx="13709">
                  <c:v>139.03700180053701</c:v>
                </c:pt>
                <c:pt idx="13710">
                  <c:v>139.037071228027</c:v>
                </c:pt>
                <c:pt idx="13711">
                  <c:v>139.03714065551699</c:v>
                </c:pt>
                <c:pt idx="13712">
                  <c:v>139.03721008300801</c:v>
                </c:pt>
                <c:pt idx="13713">
                  <c:v>139.037279510498</c:v>
                </c:pt>
                <c:pt idx="13714">
                  <c:v>139.03734893798801</c:v>
                </c:pt>
                <c:pt idx="13715">
                  <c:v>139.037418365478</c:v>
                </c:pt>
                <c:pt idx="13716">
                  <c:v>139.03748779296799</c:v>
                </c:pt>
                <c:pt idx="13717">
                  <c:v>139.03755722045901</c:v>
                </c:pt>
                <c:pt idx="13718">
                  <c:v>139.037626647949</c:v>
                </c:pt>
                <c:pt idx="13719">
                  <c:v>139.03769607543899</c:v>
                </c:pt>
                <c:pt idx="13720">
                  <c:v>139.03776550292901</c:v>
                </c:pt>
                <c:pt idx="13721">
                  <c:v>139.03783493041999</c:v>
                </c:pt>
                <c:pt idx="13722">
                  <c:v>139.03790435791001</c:v>
                </c:pt>
                <c:pt idx="13723">
                  <c:v>139.0379737854</c:v>
                </c:pt>
                <c:pt idx="13724">
                  <c:v>139.03804321288999</c:v>
                </c:pt>
                <c:pt idx="13725">
                  <c:v>139.038112640381</c:v>
                </c:pt>
                <c:pt idx="13726">
                  <c:v>139.03818206787099</c:v>
                </c:pt>
                <c:pt idx="13727">
                  <c:v>139.03825149536101</c:v>
                </c:pt>
                <c:pt idx="13728">
                  <c:v>139.038320922851</c:v>
                </c:pt>
                <c:pt idx="13729">
                  <c:v>139.03839035034099</c:v>
                </c:pt>
                <c:pt idx="13730">
                  <c:v>139.038459777832</c:v>
                </c:pt>
                <c:pt idx="13731">
                  <c:v>139.03852920532199</c:v>
                </c:pt>
                <c:pt idx="13732">
                  <c:v>139.03859863281201</c:v>
                </c:pt>
                <c:pt idx="13733">
                  <c:v>139.038668060302</c:v>
                </c:pt>
                <c:pt idx="13734">
                  <c:v>139.03873748779299</c:v>
                </c:pt>
                <c:pt idx="13735">
                  <c:v>139.038806915283</c:v>
                </c:pt>
                <c:pt idx="13736">
                  <c:v>139.03887634277299</c:v>
                </c:pt>
                <c:pt idx="13737">
                  <c:v>139.03894577026301</c:v>
                </c:pt>
                <c:pt idx="13738">
                  <c:v>139.039015197754</c:v>
                </c:pt>
                <c:pt idx="13739">
                  <c:v>139.03908462524399</c:v>
                </c:pt>
                <c:pt idx="13740">
                  <c:v>139.03915405273401</c:v>
                </c:pt>
                <c:pt idx="13741">
                  <c:v>139.039223480224</c:v>
                </c:pt>
                <c:pt idx="13742">
                  <c:v>139.03929290771401</c:v>
                </c:pt>
                <c:pt idx="13743">
                  <c:v>139.039362335205</c:v>
                </c:pt>
                <c:pt idx="13744">
                  <c:v>139.03943176269499</c:v>
                </c:pt>
                <c:pt idx="13745">
                  <c:v>139.03950119018501</c:v>
                </c:pt>
                <c:pt idx="13746">
                  <c:v>139.039570617675</c:v>
                </c:pt>
                <c:pt idx="13747">
                  <c:v>139.03964004516601</c:v>
                </c:pt>
                <c:pt idx="13748">
                  <c:v>139.039709472656</c:v>
                </c:pt>
                <c:pt idx="13749">
                  <c:v>139.03977890014599</c:v>
                </c:pt>
                <c:pt idx="13750">
                  <c:v>139.03984832763601</c:v>
                </c:pt>
                <c:pt idx="13751">
                  <c:v>139.03991775512699</c:v>
                </c:pt>
                <c:pt idx="13752">
                  <c:v>139.03998718261701</c:v>
                </c:pt>
                <c:pt idx="13753">
                  <c:v>139.040056610107</c:v>
                </c:pt>
                <c:pt idx="13754">
                  <c:v>139.04012603759699</c:v>
                </c:pt>
                <c:pt idx="13755">
                  <c:v>139.040195465088</c:v>
                </c:pt>
                <c:pt idx="13756">
                  <c:v>139.04026489257799</c:v>
                </c:pt>
                <c:pt idx="13757">
                  <c:v>139.04033432006801</c:v>
                </c:pt>
                <c:pt idx="13758">
                  <c:v>139.040403747558</c:v>
                </c:pt>
                <c:pt idx="13759">
                  <c:v>139.04047317504799</c:v>
                </c:pt>
                <c:pt idx="13760">
                  <c:v>139.04054260253901</c:v>
                </c:pt>
                <c:pt idx="13761">
                  <c:v>139.040612030029</c:v>
                </c:pt>
                <c:pt idx="13762">
                  <c:v>139.04068145751901</c:v>
                </c:pt>
                <c:pt idx="13763">
                  <c:v>139.040750885009</c:v>
                </c:pt>
                <c:pt idx="13764">
                  <c:v>139.04082031249999</c:v>
                </c:pt>
                <c:pt idx="13765">
                  <c:v>139.04088973999001</c:v>
                </c:pt>
                <c:pt idx="13766">
                  <c:v>139.04095916748</c:v>
                </c:pt>
                <c:pt idx="13767">
                  <c:v>139.04102859496999</c:v>
                </c:pt>
                <c:pt idx="13768">
                  <c:v>139.041098022461</c:v>
                </c:pt>
                <c:pt idx="13769">
                  <c:v>139.04116744995099</c:v>
                </c:pt>
                <c:pt idx="13770">
                  <c:v>139.04123687744101</c:v>
                </c:pt>
                <c:pt idx="13771">
                  <c:v>139.041306304931</c:v>
                </c:pt>
                <c:pt idx="13772">
                  <c:v>139.04137573242099</c:v>
                </c:pt>
                <c:pt idx="13773">
                  <c:v>139.041445159912</c:v>
                </c:pt>
                <c:pt idx="13774">
                  <c:v>139.04151458740199</c:v>
                </c:pt>
                <c:pt idx="13775">
                  <c:v>139.04158401489201</c:v>
                </c:pt>
                <c:pt idx="13776">
                  <c:v>139.041653442382</c:v>
                </c:pt>
                <c:pt idx="13777">
                  <c:v>139.04172286987301</c:v>
                </c:pt>
                <c:pt idx="13778">
                  <c:v>139.041792297363</c:v>
                </c:pt>
                <c:pt idx="13779">
                  <c:v>139.04186172485299</c:v>
                </c:pt>
                <c:pt idx="13780">
                  <c:v>139.04193115234301</c:v>
                </c:pt>
                <c:pt idx="13781">
                  <c:v>139.042000579834</c:v>
                </c:pt>
                <c:pt idx="13782">
                  <c:v>139.04207000732401</c:v>
                </c:pt>
                <c:pt idx="13783">
                  <c:v>139.042139434814</c:v>
                </c:pt>
                <c:pt idx="13784">
                  <c:v>139.04220886230399</c:v>
                </c:pt>
                <c:pt idx="13785">
                  <c:v>139.04227828979501</c:v>
                </c:pt>
                <c:pt idx="13786">
                  <c:v>139.042347717285</c:v>
                </c:pt>
                <c:pt idx="13787">
                  <c:v>139.04241714477499</c:v>
                </c:pt>
                <c:pt idx="13788">
                  <c:v>139.04248657226501</c:v>
                </c:pt>
                <c:pt idx="13789">
                  <c:v>139.042555999755</c:v>
                </c:pt>
                <c:pt idx="13790">
                  <c:v>139.04262542724601</c:v>
                </c:pt>
                <c:pt idx="13791">
                  <c:v>139.042694854736</c:v>
                </c:pt>
                <c:pt idx="13792">
                  <c:v>139.04276428222599</c:v>
                </c:pt>
                <c:pt idx="13793">
                  <c:v>139.04283370971601</c:v>
                </c:pt>
                <c:pt idx="13794">
                  <c:v>139.04290313720699</c:v>
                </c:pt>
                <c:pt idx="13795">
                  <c:v>139.04297256469701</c:v>
                </c:pt>
                <c:pt idx="13796">
                  <c:v>139.043041992187</c:v>
                </c:pt>
                <c:pt idx="13797">
                  <c:v>139.04311141967699</c:v>
                </c:pt>
                <c:pt idx="13798">
                  <c:v>139.043180847168</c:v>
                </c:pt>
                <c:pt idx="13799">
                  <c:v>139.04325027465799</c:v>
                </c:pt>
                <c:pt idx="13800">
                  <c:v>139.04331970214801</c:v>
                </c:pt>
                <c:pt idx="13801">
                  <c:v>139.04338460286399</c:v>
                </c:pt>
                <c:pt idx="13802">
                  <c:v>139.04344950358001</c:v>
                </c:pt>
                <c:pt idx="13803">
                  <c:v>139.04351440429599</c:v>
                </c:pt>
                <c:pt idx="13804">
                  <c:v>139.043579305013</c:v>
                </c:pt>
                <c:pt idx="13805">
                  <c:v>139.04364420572901</c:v>
                </c:pt>
                <c:pt idx="13806">
                  <c:v>139.04370910644499</c:v>
                </c:pt>
                <c:pt idx="13807">
                  <c:v>139.04377400716101</c:v>
                </c:pt>
                <c:pt idx="13808">
                  <c:v>139.04383890787699</c:v>
                </c:pt>
                <c:pt idx="13809">
                  <c:v>139.043903808593</c:v>
                </c:pt>
                <c:pt idx="13810">
                  <c:v>139.04396870930901</c:v>
                </c:pt>
                <c:pt idx="13811">
                  <c:v>139.04403361002599</c:v>
                </c:pt>
                <c:pt idx="13812">
                  <c:v>139.044098510742</c:v>
                </c:pt>
                <c:pt idx="13813">
                  <c:v>139.04416341145799</c:v>
                </c:pt>
                <c:pt idx="13814">
                  <c:v>139.044228312174</c:v>
                </c:pt>
                <c:pt idx="13815">
                  <c:v>139.04429321289001</c:v>
                </c:pt>
                <c:pt idx="13816">
                  <c:v>139.04435811360599</c:v>
                </c:pt>
                <c:pt idx="13817">
                  <c:v>139.044423014323</c:v>
                </c:pt>
                <c:pt idx="13818">
                  <c:v>139.04448791503901</c:v>
                </c:pt>
                <c:pt idx="13819">
                  <c:v>139.044552815755</c:v>
                </c:pt>
                <c:pt idx="13820">
                  <c:v>139.04461771647101</c:v>
                </c:pt>
                <c:pt idx="13821">
                  <c:v>139.04468261718699</c:v>
                </c:pt>
                <c:pt idx="13822">
                  <c:v>139.04474751790301</c:v>
                </c:pt>
                <c:pt idx="13823">
                  <c:v>139.04481241861899</c:v>
                </c:pt>
                <c:pt idx="13824">
                  <c:v>139.044877319336</c:v>
                </c:pt>
                <c:pt idx="13825">
                  <c:v>139.04494222005201</c:v>
                </c:pt>
                <c:pt idx="13826">
                  <c:v>139.04500712076799</c:v>
                </c:pt>
                <c:pt idx="13827">
                  <c:v>139.045072021484</c:v>
                </c:pt>
                <c:pt idx="13828">
                  <c:v>139.04513692219999</c:v>
                </c:pt>
                <c:pt idx="13829">
                  <c:v>139.045201822916</c:v>
                </c:pt>
                <c:pt idx="13830">
                  <c:v>139.04526672363201</c:v>
                </c:pt>
                <c:pt idx="13831">
                  <c:v>139.04533162434899</c:v>
                </c:pt>
                <c:pt idx="13832">
                  <c:v>139.045396525065</c:v>
                </c:pt>
                <c:pt idx="13833">
                  <c:v>139.04546142578101</c:v>
                </c:pt>
                <c:pt idx="13834">
                  <c:v>139.045526326497</c:v>
                </c:pt>
                <c:pt idx="13835">
                  <c:v>139.04559122721301</c:v>
                </c:pt>
                <c:pt idx="13836">
                  <c:v>139.04565612792899</c:v>
                </c:pt>
                <c:pt idx="13837">
                  <c:v>139.045721028645</c:v>
                </c:pt>
                <c:pt idx="13838">
                  <c:v>139.04578592936201</c:v>
                </c:pt>
                <c:pt idx="13839">
                  <c:v>139.045850830078</c:v>
                </c:pt>
                <c:pt idx="13840">
                  <c:v>139.04591573079401</c:v>
                </c:pt>
                <c:pt idx="13841">
                  <c:v>139.04598063150999</c:v>
                </c:pt>
                <c:pt idx="13842">
                  <c:v>139.046045532226</c:v>
                </c:pt>
                <c:pt idx="13843">
                  <c:v>139.04611043294199</c:v>
                </c:pt>
                <c:pt idx="13844">
                  <c:v>139.046175333658</c:v>
                </c:pt>
                <c:pt idx="13845">
                  <c:v>139.04624023437501</c:v>
                </c:pt>
                <c:pt idx="13846">
                  <c:v>139.04630513509099</c:v>
                </c:pt>
                <c:pt idx="13847">
                  <c:v>139.046370035807</c:v>
                </c:pt>
                <c:pt idx="13848">
                  <c:v>139.04643493652301</c:v>
                </c:pt>
                <c:pt idx="13849">
                  <c:v>139.046499837239</c:v>
                </c:pt>
                <c:pt idx="13850">
                  <c:v>139.04656473795501</c:v>
                </c:pt>
                <c:pt idx="13851">
                  <c:v>139.04662963867099</c:v>
                </c:pt>
                <c:pt idx="13852">
                  <c:v>139.046694539388</c:v>
                </c:pt>
                <c:pt idx="13853">
                  <c:v>139.04675944010401</c:v>
                </c:pt>
                <c:pt idx="13854">
                  <c:v>139.04682434082</c:v>
                </c:pt>
                <c:pt idx="13855">
                  <c:v>139.04688924153601</c:v>
                </c:pt>
                <c:pt idx="13856">
                  <c:v>139.04695414225199</c:v>
                </c:pt>
                <c:pt idx="13857">
                  <c:v>139.047019042968</c:v>
                </c:pt>
                <c:pt idx="13858">
                  <c:v>139.04708394368501</c:v>
                </c:pt>
                <c:pt idx="13859">
                  <c:v>139.04714884440099</c:v>
                </c:pt>
                <c:pt idx="13860">
                  <c:v>139.04721374511701</c:v>
                </c:pt>
                <c:pt idx="13861">
                  <c:v>139.04727864583299</c:v>
                </c:pt>
                <c:pt idx="13862">
                  <c:v>139.047343546549</c:v>
                </c:pt>
                <c:pt idx="13863">
                  <c:v>139.04740844726501</c:v>
                </c:pt>
                <c:pt idx="13864">
                  <c:v>139.047473347981</c:v>
                </c:pt>
                <c:pt idx="13865">
                  <c:v>139.047538248698</c:v>
                </c:pt>
                <c:pt idx="13866">
                  <c:v>139.04760314941399</c:v>
                </c:pt>
                <c:pt idx="13867">
                  <c:v>139.04766805013</c:v>
                </c:pt>
                <c:pt idx="13868">
                  <c:v>139.04773295084601</c:v>
                </c:pt>
                <c:pt idx="13869">
                  <c:v>139.047797851562</c:v>
                </c:pt>
                <c:pt idx="13870">
                  <c:v>139.04786275227801</c:v>
                </c:pt>
                <c:pt idx="13871">
                  <c:v>139.04792765299399</c:v>
                </c:pt>
                <c:pt idx="13872">
                  <c:v>139.047992553711</c:v>
                </c:pt>
                <c:pt idx="13873">
                  <c:v>139.04805745442701</c:v>
                </c:pt>
                <c:pt idx="13874">
                  <c:v>139.04812235514299</c:v>
                </c:pt>
                <c:pt idx="13875">
                  <c:v>139.04818725585901</c:v>
                </c:pt>
                <c:pt idx="13876">
                  <c:v>139.04825215657499</c:v>
                </c:pt>
                <c:pt idx="13877">
                  <c:v>139.048317057291</c:v>
                </c:pt>
                <c:pt idx="13878">
                  <c:v>139.04838195800701</c:v>
                </c:pt>
                <c:pt idx="13879">
                  <c:v>139.04844685872399</c:v>
                </c:pt>
                <c:pt idx="13880">
                  <c:v>139.04851175944</c:v>
                </c:pt>
                <c:pt idx="13881">
                  <c:v>139.04857666015599</c:v>
                </c:pt>
                <c:pt idx="13882">
                  <c:v>139.048641560872</c:v>
                </c:pt>
                <c:pt idx="13883">
                  <c:v>139.04870646158801</c:v>
                </c:pt>
                <c:pt idx="13884">
                  <c:v>139.048771362304</c:v>
                </c:pt>
                <c:pt idx="13885">
                  <c:v>139.04883626302001</c:v>
                </c:pt>
                <c:pt idx="13886">
                  <c:v>139.04890116373701</c:v>
                </c:pt>
                <c:pt idx="13887">
                  <c:v>139.048966064453</c:v>
                </c:pt>
                <c:pt idx="13888">
                  <c:v>139.04903096516901</c:v>
                </c:pt>
                <c:pt idx="13889">
                  <c:v>139.04909586588499</c:v>
                </c:pt>
                <c:pt idx="13890">
                  <c:v>139.04916076660101</c:v>
                </c:pt>
                <c:pt idx="13891">
                  <c:v>139.04922566731699</c:v>
                </c:pt>
                <c:pt idx="13892">
                  <c:v>139.049290568033</c:v>
                </c:pt>
                <c:pt idx="13893">
                  <c:v>139.04935546875001</c:v>
                </c:pt>
                <c:pt idx="13894">
                  <c:v>139.04942036946599</c:v>
                </c:pt>
                <c:pt idx="13895">
                  <c:v>139.049485270182</c:v>
                </c:pt>
                <c:pt idx="13896">
                  <c:v>139.04955017089799</c:v>
                </c:pt>
                <c:pt idx="13897">
                  <c:v>139.049615071614</c:v>
                </c:pt>
                <c:pt idx="13898">
                  <c:v>139.04967997233001</c:v>
                </c:pt>
                <c:pt idx="13899">
                  <c:v>139.04974487304699</c:v>
                </c:pt>
                <c:pt idx="13900">
                  <c:v>139.049809773763</c:v>
                </c:pt>
                <c:pt idx="13901">
                  <c:v>139.04987467447901</c:v>
                </c:pt>
                <c:pt idx="13902">
                  <c:v>139.049939575195</c:v>
                </c:pt>
                <c:pt idx="13903">
                  <c:v>139.05000447591101</c:v>
                </c:pt>
                <c:pt idx="13904">
                  <c:v>139.05006937662699</c:v>
                </c:pt>
                <c:pt idx="13905">
                  <c:v>139.05013427734301</c:v>
                </c:pt>
                <c:pt idx="13906">
                  <c:v>139.05019917806001</c:v>
                </c:pt>
                <c:pt idx="13907">
                  <c:v>139.050264078776</c:v>
                </c:pt>
                <c:pt idx="13908">
                  <c:v>139.05032897949201</c:v>
                </c:pt>
                <c:pt idx="13909">
                  <c:v>139.05039388020799</c:v>
                </c:pt>
                <c:pt idx="13910">
                  <c:v>139.050458780924</c:v>
                </c:pt>
                <c:pt idx="13911">
                  <c:v>139.05052368163999</c:v>
                </c:pt>
                <c:pt idx="13912">
                  <c:v>139.050588582356</c:v>
                </c:pt>
                <c:pt idx="13913">
                  <c:v>139.05065348307301</c:v>
                </c:pt>
                <c:pt idx="13914">
                  <c:v>139.05071838378899</c:v>
                </c:pt>
                <c:pt idx="13915">
                  <c:v>139.050783284505</c:v>
                </c:pt>
                <c:pt idx="13916">
                  <c:v>139.05084818522101</c:v>
                </c:pt>
                <c:pt idx="13917">
                  <c:v>139.050913085937</c:v>
                </c:pt>
                <c:pt idx="13918">
                  <c:v>139.05097798665301</c:v>
                </c:pt>
                <c:pt idx="13919">
                  <c:v>139.05104288736899</c:v>
                </c:pt>
                <c:pt idx="13920">
                  <c:v>139.051107788086</c:v>
                </c:pt>
                <c:pt idx="13921">
                  <c:v>139.05117268880201</c:v>
                </c:pt>
                <c:pt idx="13922">
                  <c:v>139.051237589518</c:v>
                </c:pt>
                <c:pt idx="13923">
                  <c:v>139.05130249023401</c:v>
                </c:pt>
                <c:pt idx="13924">
                  <c:v>139.05136739094999</c:v>
                </c:pt>
                <c:pt idx="13925">
                  <c:v>139.051432291666</c:v>
                </c:pt>
                <c:pt idx="13926">
                  <c:v>139.05149719238199</c:v>
                </c:pt>
                <c:pt idx="13927">
                  <c:v>139.05156209309899</c:v>
                </c:pt>
                <c:pt idx="13928">
                  <c:v>139.05162699381501</c:v>
                </c:pt>
                <c:pt idx="13929">
                  <c:v>139.05169189453099</c:v>
                </c:pt>
                <c:pt idx="13930">
                  <c:v>139.051756795247</c:v>
                </c:pt>
                <c:pt idx="13931">
                  <c:v>139.05182169596301</c:v>
                </c:pt>
                <c:pt idx="13932">
                  <c:v>139.051886596679</c:v>
                </c:pt>
                <c:pt idx="13933">
                  <c:v>139.051951497396</c:v>
                </c:pt>
                <c:pt idx="13934">
                  <c:v>139.05201639811199</c:v>
                </c:pt>
                <c:pt idx="13935">
                  <c:v>139.052081298828</c:v>
                </c:pt>
                <c:pt idx="13936">
                  <c:v>139.05214619954401</c:v>
                </c:pt>
                <c:pt idx="13937">
                  <c:v>139.05221110026</c:v>
                </c:pt>
                <c:pt idx="13938">
                  <c:v>139.05227600097601</c:v>
                </c:pt>
                <c:pt idx="13939">
                  <c:v>139.05234090169199</c:v>
                </c:pt>
                <c:pt idx="13940">
                  <c:v>139.052405802409</c:v>
                </c:pt>
                <c:pt idx="13941">
                  <c:v>139.05247070312501</c:v>
                </c:pt>
                <c:pt idx="13942">
                  <c:v>139.05253560384099</c:v>
                </c:pt>
                <c:pt idx="13943">
                  <c:v>139.05260050455701</c:v>
                </c:pt>
                <c:pt idx="13944">
                  <c:v>139.05266540527299</c:v>
                </c:pt>
                <c:pt idx="13945">
                  <c:v>139.052730305989</c:v>
                </c:pt>
                <c:pt idx="13946">
                  <c:v>139.05279520670501</c:v>
                </c:pt>
                <c:pt idx="13947">
                  <c:v>139.05286010742199</c:v>
                </c:pt>
                <c:pt idx="13948">
                  <c:v>139.052925008138</c:v>
                </c:pt>
                <c:pt idx="13949">
                  <c:v>139.05298990885399</c:v>
                </c:pt>
                <c:pt idx="13950">
                  <c:v>139.05305480957</c:v>
                </c:pt>
                <c:pt idx="13951">
                  <c:v>139.05311971028601</c:v>
                </c:pt>
                <c:pt idx="13952">
                  <c:v>139.053184611002</c:v>
                </c:pt>
                <c:pt idx="13953">
                  <c:v>139.05324951171801</c:v>
                </c:pt>
                <c:pt idx="13954">
                  <c:v>139.05331441243499</c:v>
                </c:pt>
                <c:pt idx="13955">
                  <c:v>139.053379313151</c:v>
                </c:pt>
                <c:pt idx="13956">
                  <c:v>139.05344421386701</c:v>
                </c:pt>
                <c:pt idx="13957">
                  <c:v>139.05350911458299</c:v>
                </c:pt>
                <c:pt idx="13958">
                  <c:v>139.05357401529901</c:v>
                </c:pt>
                <c:pt idx="13959">
                  <c:v>139.05363891601499</c:v>
                </c:pt>
                <c:pt idx="13960">
                  <c:v>139.053703816731</c:v>
                </c:pt>
                <c:pt idx="13961">
                  <c:v>139.05376871744801</c:v>
                </c:pt>
                <c:pt idx="13962">
                  <c:v>139.05383361816399</c:v>
                </c:pt>
                <c:pt idx="13963">
                  <c:v>139.05389851888</c:v>
                </c:pt>
                <c:pt idx="13964">
                  <c:v>139.05396341959599</c:v>
                </c:pt>
                <c:pt idx="13965">
                  <c:v>139.054028320312</c:v>
                </c:pt>
                <c:pt idx="13966">
                  <c:v>139.05409322102801</c:v>
                </c:pt>
                <c:pt idx="13967">
                  <c:v>139.054158121744</c:v>
                </c:pt>
                <c:pt idx="13968">
                  <c:v>139.054223022461</c:v>
                </c:pt>
                <c:pt idx="13969">
                  <c:v>139.05428792317699</c:v>
                </c:pt>
                <c:pt idx="13970">
                  <c:v>139.054352823893</c:v>
                </c:pt>
                <c:pt idx="13971">
                  <c:v>139.05441772460901</c:v>
                </c:pt>
                <c:pt idx="13972">
                  <c:v>139.05448262532499</c:v>
                </c:pt>
                <c:pt idx="13973">
                  <c:v>139.05454752604101</c:v>
                </c:pt>
                <c:pt idx="13974">
                  <c:v>139.05461242675801</c:v>
                </c:pt>
                <c:pt idx="13975">
                  <c:v>139.054677327474</c:v>
                </c:pt>
                <c:pt idx="13976">
                  <c:v>139.05474222819001</c:v>
                </c:pt>
                <c:pt idx="13977">
                  <c:v>139.05480712890599</c:v>
                </c:pt>
                <c:pt idx="13978">
                  <c:v>139.054872029622</c:v>
                </c:pt>
                <c:pt idx="13979">
                  <c:v>139.05493693033799</c:v>
                </c:pt>
                <c:pt idx="13980">
                  <c:v>139.055001831054</c:v>
                </c:pt>
                <c:pt idx="13981">
                  <c:v>139.05506673177101</c:v>
                </c:pt>
                <c:pt idx="13982">
                  <c:v>139.05513163248699</c:v>
                </c:pt>
                <c:pt idx="13983">
                  <c:v>139.055196533203</c:v>
                </c:pt>
                <c:pt idx="13984">
                  <c:v>139.05526143391899</c:v>
                </c:pt>
                <c:pt idx="13985">
                  <c:v>139.055326334635</c:v>
                </c:pt>
                <c:pt idx="13986">
                  <c:v>139.05539123535101</c:v>
                </c:pt>
                <c:pt idx="13987">
                  <c:v>139.05545613606699</c:v>
                </c:pt>
                <c:pt idx="13988">
                  <c:v>139.055521036784</c:v>
                </c:pt>
                <c:pt idx="13989">
                  <c:v>139.05558593750001</c:v>
                </c:pt>
                <c:pt idx="13990">
                  <c:v>139.055650838216</c:v>
                </c:pt>
                <c:pt idx="13991">
                  <c:v>139.05571573893201</c:v>
                </c:pt>
                <c:pt idx="13992">
                  <c:v>139.05578063964799</c:v>
                </c:pt>
                <c:pt idx="13993">
                  <c:v>139.055845540364</c:v>
                </c:pt>
                <c:pt idx="13994">
                  <c:v>139.05591044107999</c:v>
                </c:pt>
                <c:pt idx="13995">
                  <c:v>139.05597534179699</c:v>
                </c:pt>
                <c:pt idx="13996">
                  <c:v>139.05604024251301</c:v>
                </c:pt>
                <c:pt idx="13997">
                  <c:v>139.05610514322899</c:v>
                </c:pt>
                <c:pt idx="13998">
                  <c:v>139.056170043945</c:v>
                </c:pt>
                <c:pt idx="13999">
                  <c:v>139.05623494466101</c:v>
                </c:pt>
                <c:pt idx="14000">
                  <c:v>139.056299845377</c:v>
                </c:pt>
                <c:pt idx="14001">
                  <c:v>139.05636474609301</c:v>
                </c:pt>
                <c:pt idx="14002">
                  <c:v>139.05642964680999</c:v>
                </c:pt>
                <c:pt idx="14003">
                  <c:v>139.056494547526</c:v>
                </c:pt>
                <c:pt idx="14004">
                  <c:v>139.05655944824201</c:v>
                </c:pt>
                <c:pt idx="14005">
                  <c:v>139.056624348958</c:v>
                </c:pt>
                <c:pt idx="14006">
                  <c:v>139.05668924967401</c:v>
                </c:pt>
                <c:pt idx="14007">
                  <c:v>139.05675415038999</c:v>
                </c:pt>
                <c:pt idx="14008">
                  <c:v>139.056819051107</c:v>
                </c:pt>
                <c:pt idx="14009">
                  <c:v>139.05688395182301</c:v>
                </c:pt>
                <c:pt idx="14010">
                  <c:v>139.05694885253899</c:v>
                </c:pt>
                <c:pt idx="14011">
                  <c:v>139.05701375325501</c:v>
                </c:pt>
                <c:pt idx="14012">
                  <c:v>139.05707865397099</c:v>
                </c:pt>
                <c:pt idx="14013">
                  <c:v>139.057143554687</c:v>
                </c:pt>
                <c:pt idx="14014">
                  <c:v>139.05720845540301</c:v>
                </c:pt>
                <c:pt idx="14015">
                  <c:v>139.05727335611999</c:v>
                </c:pt>
                <c:pt idx="14016">
                  <c:v>139.057338256836</c:v>
                </c:pt>
                <c:pt idx="14017">
                  <c:v>139.05740315755199</c:v>
                </c:pt>
                <c:pt idx="14018">
                  <c:v>139.057468058268</c:v>
                </c:pt>
                <c:pt idx="14019">
                  <c:v>139.05753295898401</c:v>
                </c:pt>
                <c:pt idx="14020">
                  <c:v>139.0575978597</c:v>
                </c:pt>
                <c:pt idx="14021">
                  <c:v>139.05766276041601</c:v>
                </c:pt>
                <c:pt idx="14022">
                  <c:v>139.05772766113299</c:v>
                </c:pt>
                <c:pt idx="14023">
                  <c:v>139.057792561849</c:v>
                </c:pt>
                <c:pt idx="14024">
                  <c:v>139.05785746256501</c:v>
                </c:pt>
                <c:pt idx="14025">
                  <c:v>139.05792236328099</c:v>
                </c:pt>
                <c:pt idx="14026">
                  <c:v>139.05798726399701</c:v>
                </c:pt>
                <c:pt idx="14027">
                  <c:v>139.05805216471299</c:v>
                </c:pt>
                <c:pt idx="14028">
                  <c:v>139.058117065429</c:v>
                </c:pt>
                <c:pt idx="14029">
                  <c:v>139.05818196614601</c:v>
                </c:pt>
                <c:pt idx="14030">
                  <c:v>139.05824686686199</c:v>
                </c:pt>
                <c:pt idx="14031">
                  <c:v>139.058311767578</c:v>
                </c:pt>
                <c:pt idx="14032">
                  <c:v>139.05837666829399</c:v>
                </c:pt>
                <c:pt idx="14033">
                  <c:v>139.05844156901</c:v>
                </c:pt>
                <c:pt idx="14034">
                  <c:v>139.05850646972601</c:v>
                </c:pt>
                <c:pt idx="14035">
                  <c:v>139.058571370442</c:v>
                </c:pt>
                <c:pt idx="14036">
                  <c:v>139.058636271159</c:v>
                </c:pt>
                <c:pt idx="14037">
                  <c:v>139.05870117187499</c:v>
                </c:pt>
                <c:pt idx="14038">
                  <c:v>139.058766072591</c:v>
                </c:pt>
                <c:pt idx="14039">
                  <c:v>139.05883097330701</c:v>
                </c:pt>
                <c:pt idx="14040">
                  <c:v>139.05889587402299</c:v>
                </c:pt>
                <c:pt idx="14041">
                  <c:v>139.05896077473901</c:v>
                </c:pt>
                <c:pt idx="14042">
                  <c:v>139.05902567545601</c:v>
                </c:pt>
                <c:pt idx="14043">
                  <c:v>139.059090576172</c:v>
                </c:pt>
                <c:pt idx="14044">
                  <c:v>139.05915547688801</c:v>
                </c:pt>
                <c:pt idx="14045">
                  <c:v>139.05922037760399</c:v>
                </c:pt>
                <c:pt idx="14046">
                  <c:v>139.05928527832</c:v>
                </c:pt>
                <c:pt idx="14047">
                  <c:v>139.05935017903599</c:v>
                </c:pt>
                <c:pt idx="14048">
                  <c:v>139.059415079752</c:v>
                </c:pt>
                <c:pt idx="14049">
                  <c:v>139.05947998046901</c:v>
                </c:pt>
                <c:pt idx="14050">
                  <c:v>139.05954488118499</c:v>
                </c:pt>
                <c:pt idx="14051">
                  <c:v>139.059609781901</c:v>
                </c:pt>
                <c:pt idx="14052">
                  <c:v>139.05967468261699</c:v>
                </c:pt>
                <c:pt idx="14053">
                  <c:v>139.059739583333</c:v>
                </c:pt>
                <c:pt idx="14054">
                  <c:v>139.05980448404901</c:v>
                </c:pt>
                <c:pt idx="14055">
                  <c:v>139.05986938476499</c:v>
                </c:pt>
                <c:pt idx="14056">
                  <c:v>139.059934285482</c:v>
                </c:pt>
                <c:pt idx="14057">
                  <c:v>139.05999918619801</c:v>
                </c:pt>
                <c:pt idx="14058">
                  <c:v>139.060064086914</c:v>
                </c:pt>
                <c:pt idx="14059">
                  <c:v>139.06012898763001</c:v>
                </c:pt>
                <c:pt idx="14060">
                  <c:v>139.06019388834599</c:v>
                </c:pt>
                <c:pt idx="14061">
                  <c:v>139.060258789062</c:v>
                </c:pt>
                <c:pt idx="14062">
                  <c:v>139.06032368977799</c:v>
                </c:pt>
                <c:pt idx="14063">
                  <c:v>139.06038859049499</c:v>
                </c:pt>
                <c:pt idx="14064">
                  <c:v>139.06045349121101</c:v>
                </c:pt>
                <c:pt idx="14065">
                  <c:v>139.06051839192699</c:v>
                </c:pt>
                <c:pt idx="14066">
                  <c:v>139.060583292643</c:v>
                </c:pt>
                <c:pt idx="14067">
                  <c:v>139.06064819335899</c:v>
                </c:pt>
                <c:pt idx="14068">
                  <c:v>139.060713094075</c:v>
                </c:pt>
                <c:pt idx="14069">
                  <c:v>139.06077799479101</c:v>
                </c:pt>
                <c:pt idx="14070">
                  <c:v>139.06084289550799</c:v>
                </c:pt>
                <c:pt idx="14071">
                  <c:v>139.060907796224</c:v>
                </c:pt>
                <c:pt idx="14072">
                  <c:v>139.06097269694001</c:v>
                </c:pt>
                <c:pt idx="14073">
                  <c:v>139.061037597656</c:v>
                </c:pt>
                <c:pt idx="14074">
                  <c:v>139.06110249837201</c:v>
                </c:pt>
                <c:pt idx="14075">
                  <c:v>139.06116739908799</c:v>
                </c:pt>
                <c:pt idx="14076">
                  <c:v>139.061232299805</c:v>
                </c:pt>
                <c:pt idx="14077">
                  <c:v>139.06129720052101</c:v>
                </c:pt>
                <c:pt idx="14078">
                  <c:v>139.06136210123699</c:v>
                </c:pt>
                <c:pt idx="14079">
                  <c:v>139.06142700195301</c:v>
                </c:pt>
                <c:pt idx="14080">
                  <c:v>139.06149190266899</c:v>
                </c:pt>
                <c:pt idx="14081">
                  <c:v>139.061556803385</c:v>
                </c:pt>
                <c:pt idx="14082">
                  <c:v>139.06162170410099</c:v>
                </c:pt>
                <c:pt idx="14083">
                  <c:v>139.06168660481799</c:v>
                </c:pt>
                <c:pt idx="14084">
                  <c:v>139.061751505534</c:v>
                </c:pt>
                <c:pt idx="14085">
                  <c:v>139.06181640624999</c:v>
                </c:pt>
                <c:pt idx="14086">
                  <c:v>139.061881306966</c:v>
                </c:pt>
                <c:pt idx="14087">
                  <c:v>139.06194620768201</c:v>
                </c:pt>
                <c:pt idx="14088">
                  <c:v>139.062011108398</c:v>
                </c:pt>
                <c:pt idx="14089">
                  <c:v>139.06207600911401</c:v>
                </c:pt>
                <c:pt idx="14090">
                  <c:v>139.06214090983099</c:v>
                </c:pt>
                <c:pt idx="14091">
                  <c:v>139.062205810547</c:v>
                </c:pt>
                <c:pt idx="14092">
                  <c:v>139.06227071126301</c:v>
                </c:pt>
                <c:pt idx="14093">
                  <c:v>139.06233561197899</c:v>
                </c:pt>
                <c:pt idx="14094">
                  <c:v>139.06240051269501</c:v>
                </c:pt>
                <c:pt idx="14095">
                  <c:v>139.06246541341099</c:v>
                </c:pt>
                <c:pt idx="14096">
                  <c:v>139.062530314127</c:v>
                </c:pt>
                <c:pt idx="14097">
                  <c:v>139.06259521484401</c:v>
                </c:pt>
                <c:pt idx="14098">
                  <c:v>139.06266011555999</c:v>
                </c:pt>
                <c:pt idx="14099">
                  <c:v>139.062725016276</c:v>
                </c:pt>
                <c:pt idx="14100">
                  <c:v>139.06278991699199</c:v>
                </c:pt>
                <c:pt idx="14101">
                  <c:v>139.062850748698</c:v>
                </c:pt>
                <c:pt idx="14102">
                  <c:v>139.06291158040301</c:v>
                </c:pt>
                <c:pt idx="14103">
                  <c:v>139.06297241210899</c:v>
                </c:pt>
                <c:pt idx="14104">
                  <c:v>139.063033243815</c:v>
                </c:pt>
                <c:pt idx="14105">
                  <c:v>139.06309407552101</c:v>
                </c:pt>
                <c:pt idx="14106">
                  <c:v>139.06315490722599</c:v>
                </c:pt>
                <c:pt idx="14107">
                  <c:v>139.063215738932</c:v>
                </c:pt>
                <c:pt idx="14108">
                  <c:v>139.06327657063801</c:v>
                </c:pt>
                <c:pt idx="14109">
                  <c:v>139.06333740234399</c:v>
                </c:pt>
                <c:pt idx="14110">
                  <c:v>139.063398234049</c:v>
                </c:pt>
                <c:pt idx="14111">
                  <c:v>139.06345906575501</c:v>
                </c:pt>
                <c:pt idx="14112">
                  <c:v>139.06351989746099</c:v>
                </c:pt>
                <c:pt idx="14113">
                  <c:v>139.06358072916601</c:v>
                </c:pt>
                <c:pt idx="14114">
                  <c:v>139.06364156087199</c:v>
                </c:pt>
                <c:pt idx="14115">
                  <c:v>139.06370239257799</c:v>
                </c:pt>
                <c:pt idx="14116">
                  <c:v>139.063763224284</c:v>
                </c:pt>
                <c:pt idx="14117">
                  <c:v>139.06382405598899</c:v>
                </c:pt>
                <c:pt idx="14118">
                  <c:v>139.063884887695</c:v>
                </c:pt>
                <c:pt idx="14119">
                  <c:v>139.063945719401</c:v>
                </c:pt>
                <c:pt idx="14120">
                  <c:v>139.06400655110701</c:v>
                </c:pt>
                <c:pt idx="14121">
                  <c:v>139.064067382812</c:v>
                </c:pt>
                <c:pt idx="14122">
                  <c:v>139.06412821451801</c:v>
                </c:pt>
                <c:pt idx="14123">
                  <c:v>139.06418904622399</c:v>
                </c:pt>
                <c:pt idx="14124">
                  <c:v>139.064249877929</c:v>
                </c:pt>
                <c:pt idx="14125">
                  <c:v>139.06431070963501</c:v>
                </c:pt>
                <c:pt idx="14126">
                  <c:v>139.06437154134099</c:v>
                </c:pt>
                <c:pt idx="14127">
                  <c:v>139.064432373047</c:v>
                </c:pt>
                <c:pt idx="14128">
                  <c:v>139.06449320475201</c:v>
                </c:pt>
                <c:pt idx="14129">
                  <c:v>139.06455403645799</c:v>
                </c:pt>
                <c:pt idx="14130">
                  <c:v>139.064614868164</c:v>
                </c:pt>
                <c:pt idx="14131">
                  <c:v>139.06467569987001</c:v>
                </c:pt>
                <c:pt idx="14132">
                  <c:v>139.06473653157499</c:v>
                </c:pt>
                <c:pt idx="14133">
                  <c:v>139.064797363281</c:v>
                </c:pt>
                <c:pt idx="14134">
                  <c:v>139.06485819498701</c:v>
                </c:pt>
                <c:pt idx="14135">
                  <c:v>139.064919026692</c:v>
                </c:pt>
                <c:pt idx="14136">
                  <c:v>139.064979858398</c:v>
                </c:pt>
                <c:pt idx="14137">
                  <c:v>139.06504069010401</c:v>
                </c:pt>
                <c:pt idx="14138">
                  <c:v>139.06510152180999</c:v>
                </c:pt>
                <c:pt idx="14139">
                  <c:v>139.06516235351501</c:v>
                </c:pt>
                <c:pt idx="14140">
                  <c:v>139.06522318522099</c:v>
                </c:pt>
                <c:pt idx="14141">
                  <c:v>139.065284016927</c:v>
                </c:pt>
                <c:pt idx="14142">
                  <c:v>139.065344848633</c:v>
                </c:pt>
                <c:pt idx="14143">
                  <c:v>139.06540568033799</c:v>
                </c:pt>
                <c:pt idx="14144">
                  <c:v>139.065466512044</c:v>
                </c:pt>
                <c:pt idx="14145">
                  <c:v>139.06552734375001</c:v>
                </c:pt>
                <c:pt idx="14146">
                  <c:v>139.06558817545499</c:v>
                </c:pt>
                <c:pt idx="14147">
                  <c:v>139.065649007161</c:v>
                </c:pt>
                <c:pt idx="14148">
                  <c:v>139.06570983886701</c:v>
                </c:pt>
                <c:pt idx="14149">
                  <c:v>139.06577067057299</c:v>
                </c:pt>
                <c:pt idx="14150">
                  <c:v>139.065831502278</c:v>
                </c:pt>
                <c:pt idx="14151">
                  <c:v>139.06589233398401</c:v>
                </c:pt>
                <c:pt idx="14152">
                  <c:v>139.06595316568999</c:v>
                </c:pt>
                <c:pt idx="14153">
                  <c:v>139.066013997396</c:v>
                </c:pt>
                <c:pt idx="14154">
                  <c:v>139.06607482910101</c:v>
                </c:pt>
                <c:pt idx="14155">
                  <c:v>139.06613566080699</c:v>
                </c:pt>
                <c:pt idx="14156">
                  <c:v>139.066196492513</c:v>
                </c:pt>
                <c:pt idx="14157">
                  <c:v>139.06625732421799</c:v>
                </c:pt>
                <c:pt idx="14158">
                  <c:v>139.06631815592399</c:v>
                </c:pt>
                <c:pt idx="14159">
                  <c:v>139.06637898763</c:v>
                </c:pt>
                <c:pt idx="14160">
                  <c:v>139.06643981933601</c:v>
                </c:pt>
                <c:pt idx="14161">
                  <c:v>139.066500651041</c:v>
                </c:pt>
                <c:pt idx="14162">
                  <c:v>139.06656148274701</c:v>
                </c:pt>
                <c:pt idx="14163">
                  <c:v>139.06662231445301</c:v>
                </c:pt>
                <c:pt idx="14164">
                  <c:v>139.06668314615899</c:v>
                </c:pt>
                <c:pt idx="14165">
                  <c:v>139.06674397786401</c:v>
                </c:pt>
                <c:pt idx="14166">
                  <c:v>139.06680480956999</c:v>
                </c:pt>
                <c:pt idx="14167">
                  <c:v>139.066865641276</c:v>
                </c:pt>
                <c:pt idx="14168">
                  <c:v>139.06692647298101</c:v>
                </c:pt>
                <c:pt idx="14169">
                  <c:v>139.06698730468699</c:v>
                </c:pt>
                <c:pt idx="14170">
                  <c:v>139.067048136393</c:v>
                </c:pt>
                <c:pt idx="14171">
                  <c:v>139.06710896809901</c:v>
                </c:pt>
                <c:pt idx="14172">
                  <c:v>139.06716979980399</c:v>
                </c:pt>
                <c:pt idx="14173">
                  <c:v>139.06723063151</c:v>
                </c:pt>
                <c:pt idx="14174">
                  <c:v>139.06729146321601</c:v>
                </c:pt>
                <c:pt idx="14175">
                  <c:v>139.06735229492199</c:v>
                </c:pt>
                <c:pt idx="14176">
                  <c:v>139.067413126627</c:v>
                </c:pt>
                <c:pt idx="14177">
                  <c:v>139.06747395833301</c:v>
                </c:pt>
                <c:pt idx="14178">
                  <c:v>139.06753479003899</c:v>
                </c:pt>
                <c:pt idx="14179">
                  <c:v>139.067595621744</c:v>
                </c:pt>
                <c:pt idx="14180">
                  <c:v>139.06765645345001</c:v>
                </c:pt>
                <c:pt idx="14181">
                  <c:v>139.06771728515599</c:v>
                </c:pt>
                <c:pt idx="14182">
                  <c:v>139.067778116862</c:v>
                </c:pt>
                <c:pt idx="14183">
                  <c:v>139.06783894856699</c:v>
                </c:pt>
                <c:pt idx="14184">
                  <c:v>139.067899780273</c:v>
                </c:pt>
                <c:pt idx="14185">
                  <c:v>139.067960611979</c:v>
                </c:pt>
                <c:pt idx="14186">
                  <c:v>139.06802144368399</c:v>
                </c:pt>
                <c:pt idx="14187">
                  <c:v>139.06808227539</c:v>
                </c:pt>
                <c:pt idx="14188">
                  <c:v>139.06814310709601</c:v>
                </c:pt>
                <c:pt idx="14189">
                  <c:v>139.06820393880199</c:v>
                </c:pt>
                <c:pt idx="14190">
                  <c:v>139.068264770507</c:v>
                </c:pt>
                <c:pt idx="14191">
                  <c:v>139.06832560221301</c:v>
                </c:pt>
                <c:pt idx="14192">
                  <c:v>139.06838643391899</c:v>
                </c:pt>
                <c:pt idx="14193">
                  <c:v>139.068447265625</c:v>
                </c:pt>
                <c:pt idx="14194">
                  <c:v>139.06850809733001</c:v>
                </c:pt>
                <c:pt idx="14195">
                  <c:v>139.06856892903599</c:v>
                </c:pt>
                <c:pt idx="14196">
                  <c:v>139.068629760742</c:v>
                </c:pt>
                <c:pt idx="14197">
                  <c:v>139.06869059244801</c:v>
                </c:pt>
                <c:pt idx="14198">
                  <c:v>139.06875142415299</c:v>
                </c:pt>
                <c:pt idx="14199">
                  <c:v>139.068812255859</c:v>
                </c:pt>
                <c:pt idx="14200">
                  <c:v>139.06887308756501</c:v>
                </c:pt>
                <c:pt idx="14201">
                  <c:v>139.06893391926999</c:v>
                </c:pt>
                <c:pt idx="14202">
                  <c:v>139.068994750976</c:v>
                </c:pt>
                <c:pt idx="14203">
                  <c:v>139.06905558268201</c:v>
                </c:pt>
                <c:pt idx="14204">
                  <c:v>139.06911641438799</c:v>
                </c:pt>
                <c:pt idx="14205">
                  <c:v>139.06917724609301</c:v>
                </c:pt>
                <c:pt idx="14206">
                  <c:v>139.06923807779901</c:v>
                </c:pt>
                <c:pt idx="14207">
                  <c:v>139.06929890950499</c:v>
                </c:pt>
                <c:pt idx="14208">
                  <c:v>139.06935974121001</c:v>
                </c:pt>
                <c:pt idx="14209">
                  <c:v>139.06942057291599</c:v>
                </c:pt>
                <c:pt idx="14210">
                  <c:v>139.069481404622</c:v>
                </c:pt>
                <c:pt idx="14211">
                  <c:v>139.069542236328</c:v>
                </c:pt>
                <c:pt idx="14212">
                  <c:v>139.06960306803299</c:v>
                </c:pt>
                <c:pt idx="14213">
                  <c:v>139.069663899739</c:v>
                </c:pt>
                <c:pt idx="14214">
                  <c:v>139.06972473144501</c:v>
                </c:pt>
                <c:pt idx="14215">
                  <c:v>139.06978556315099</c:v>
                </c:pt>
                <c:pt idx="14216">
                  <c:v>139.069846394856</c:v>
                </c:pt>
                <c:pt idx="14217">
                  <c:v>139.06990722656201</c:v>
                </c:pt>
                <c:pt idx="14218">
                  <c:v>139.06996805826799</c:v>
                </c:pt>
                <c:pt idx="14219">
                  <c:v>139.070028889973</c:v>
                </c:pt>
                <c:pt idx="14220">
                  <c:v>139.07008972167901</c:v>
                </c:pt>
                <c:pt idx="14221">
                  <c:v>139.07015055338499</c:v>
                </c:pt>
                <c:pt idx="14222">
                  <c:v>139.070211385091</c:v>
                </c:pt>
                <c:pt idx="14223">
                  <c:v>139.07027221679601</c:v>
                </c:pt>
                <c:pt idx="14224">
                  <c:v>139.07033304850199</c:v>
                </c:pt>
                <c:pt idx="14225">
                  <c:v>139.070393880208</c:v>
                </c:pt>
                <c:pt idx="14226">
                  <c:v>139.07045471191401</c:v>
                </c:pt>
                <c:pt idx="14227">
                  <c:v>139.070515543619</c:v>
                </c:pt>
                <c:pt idx="14228">
                  <c:v>139.070576375325</c:v>
                </c:pt>
                <c:pt idx="14229">
                  <c:v>139.07063720703101</c:v>
                </c:pt>
                <c:pt idx="14230">
                  <c:v>139.070698038736</c:v>
                </c:pt>
                <c:pt idx="14231">
                  <c:v>139.07075887044201</c:v>
                </c:pt>
                <c:pt idx="14232">
                  <c:v>139.07081970214799</c:v>
                </c:pt>
                <c:pt idx="14233">
                  <c:v>139.07088053385399</c:v>
                </c:pt>
                <c:pt idx="14234">
                  <c:v>139.07094136555901</c:v>
                </c:pt>
                <c:pt idx="14235">
                  <c:v>139.07100219726499</c:v>
                </c:pt>
                <c:pt idx="14236">
                  <c:v>139.071063028971</c:v>
                </c:pt>
                <c:pt idx="14237">
                  <c:v>139.07112386067701</c:v>
                </c:pt>
                <c:pt idx="14238">
                  <c:v>139.07118469238199</c:v>
                </c:pt>
                <c:pt idx="14239">
                  <c:v>139.071245524088</c:v>
                </c:pt>
                <c:pt idx="14240">
                  <c:v>139.07130635579401</c:v>
                </c:pt>
                <c:pt idx="14241">
                  <c:v>139.07136718749899</c:v>
                </c:pt>
                <c:pt idx="14242">
                  <c:v>139.071428019205</c:v>
                </c:pt>
                <c:pt idx="14243">
                  <c:v>139.07148885091101</c:v>
                </c:pt>
                <c:pt idx="14244">
                  <c:v>139.07154968261699</c:v>
                </c:pt>
                <c:pt idx="14245">
                  <c:v>139.071610514322</c:v>
                </c:pt>
                <c:pt idx="14246">
                  <c:v>139.07167134602801</c:v>
                </c:pt>
                <c:pt idx="14247">
                  <c:v>139.07173217773399</c:v>
                </c:pt>
                <c:pt idx="14248">
                  <c:v>139.07179300944</c:v>
                </c:pt>
                <c:pt idx="14249">
                  <c:v>139.07185384114501</c:v>
                </c:pt>
                <c:pt idx="14250">
                  <c:v>139.07191467285099</c:v>
                </c:pt>
                <c:pt idx="14251">
                  <c:v>139.071975504557</c:v>
                </c:pt>
                <c:pt idx="14252">
                  <c:v>139.07203633626199</c:v>
                </c:pt>
                <c:pt idx="14253">
                  <c:v>139.072097167968</c:v>
                </c:pt>
                <c:pt idx="14254">
                  <c:v>139.072157999674</c:v>
                </c:pt>
                <c:pt idx="14255">
                  <c:v>139.07221883138001</c:v>
                </c:pt>
                <c:pt idx="14256">
                  <c:v>139.072279663085</c:v>
                </c:pt>
                <c:pt idx="14257">
                  <c:v>139.07234049479101</c:v>
                </c:pt>
                <c:pt idx="14258">
                  <c:v>139.07240132649699</c:v>
                </c:pt>
                <c:pt idx="14259">
                  <c:v>139.072462158203</c:v>
                </c:pt>
                <c:pt idx="14260">
                  <c:v>139.07252298990801</c:v>
                </c:pt>
                <c:pt idx="14261">
                  <c:v>139.07258382161399</c:v>
                </c:pt>
                <c:pt idx="14262">
                  <c:v>139.07264465332</c:v>
                </c:pt>
                <c:pt idx="14263">
                  <c:v>139.07270548502501</c:v>
                </c:pt>
                <c:pt idx="14264">
                  <c:v>139.07276631673099</c:v>
                </c:pt>
                <c:pt idx="14265">
                  <c:v>139.072827148437</c:v>
                </c:pt>
                <c:pt idx="14266">
                  <c:v>139.07288798014301</c:v>
                </c:pt>
                <c:pt idx="14267">
                  <c:v>139.07294881184799</c:v>
                </c:pt>
                <c:pt idx="14268">
                  <c:v>139.073009643554</c:v>
                </c:pt>
                <c:pt idx="14269">
                  <c:v>139.07307047526001</c:v>
                </c:pt>
                <c:pt idx="14270">
                  <c:v>139.07313130696599</c:v>
                </c:pt>
                <c:pt idx="14271">
                  <c:v>139.073192138671</c:v>
                </c:pt>
                <c:pt idx="14272">
                  <c:v>139.07325297037701</c:v>
                </c:pt>
                <c:pt idx="14273">
                  <c:v>139.07331380208299</c:v>
                </c:pt>
                <c:pt idx="14274">
                  <c:v>139.07337463378801</c:v>
                </c:pt>
                <c:pt idx="14275">
                  <c:v>139.07343546549399</c:v>
                </c:pt>
                <c:pt idx="14276">
                  <c:v>139.07349629719999</c:v>
                </c:pt>
                <c:pt idx="14277">
                  <c:v>139.073557128906</c:v>
                </c:pt>
                <c:pt idx="14278">
                  <c:v>139.07361796061099</c:v>
                </c:pt>
                <c:pt idx="14279">
                  <c:v>139.073678792317</c:v>
                </c:pt>
                <c:pt idx="14280">
                  <c:v>139.07373962402301</c:v>
                </c:pt>
                <c:pt idx="14281">
                  <c:v>139.07380045572901</c:v>
                </c:pt>
                <c:pt idx="14282">
                  <c:v>139.073861287434</c:v>
                </c:pt>
                <c:pt idx="14283">
                  <c:v>139.07392211914001</c:v>
                </c:pt>
                <c:pt idx="14284">
                  <c:v>139.07398295084599</c:v>
                </c:pt>
                <c:pt idx="14285">
                  <c:v>139.074043782551</c:v>
                </c:pt>
                <c:pt idx="14286">
                  <c:v>139.07410461425701</c:v>
                </c:pt>
                <c:pt idx="14287">
                  <c:v>139.07416544596299</c:v>
                </c:pt>
                <c:pt idx="14288">
                  <c:v>139.074226277669</c:v>
                </c:pt>
                <c:pt idx="14289">
                  <c:v>139.07428710937401</c:v>
                </c:pt>
                <c:pt idx="14290">
                  <c:v>139.07434794107999</c:v>
                </c:pt>
                <c:pt idx="14291">
                  <c:v>139.074408772786</c:v>
                </c:pt>
                <c:pt idx="14292">
                  <c:v>139.07446960449201</c:v>
                </c:pt>
                <c:pt idx="14293">
                  <c:v>139.07453043619699</c:v>
                </c:pt>
                <c:pt idx="14294">
                  <c:v>139.074591267903</c:v>
                </c:pt>
                <c:pt idx="14295">
                  <c:v>139.07465209960901</c:v>
                </c:pt>
                <c:pt idx="14296">
                  <c:v>139.074712931314</c:v>
                </c:pt>
                <c:pt idx="14297">
                  <c:v>139.07477376302</c:v>
                </c:pt>
                <c:pt idx="14298">
                  <c:v>139.07483459472601</c:v>
                </c:pt>
                <c:pt idx="14299">
                  <c:v>139.07489542643199</c:v>
                </c:pt>
                <c:pt idx="14300">
                  <c:v>139.07495625813701</c:v>
                </c:pt>
                <c:pt idx="14301">
                  <c:v>139.07501708984299</c:v>
                </c:pt>
                <c:pt idx="14302">
                  <c:v>139.075077921549</c:v>
                </c:pt>
                <c:pt idx="14303">
                  <c:v>139.075138753255</c:v>
                </c:pt>
                <c:pt idx="14304">
                  <c:v>139.07519958495999</c:v>
                </c:pt>
                <c:pt idx="14305">
                  <c:v>139.075260416666</c:v>
                </c:pt>
                <c:pt idx="14306">
                  <c:v>139.07532124837201</c:v>
                </c:pt>
                <c:pt idx="14307">
                  <c:v>139.07538208007699</c:v>
                </c:pt>
                <c:pt idx="14308">
                  <c:v>139.075442911783</c:v>
                </c:pt>
                <c:pt idx="14309">
                  <c:v>139.07550374348901</c:v>
                </c:pt>
                <c:pt idx="14310">
                  <c:v>139.07556457519499</c:v>
                </c:pt>
                <c:pt idx="14311">
                  <c:v>139.0756254069</c:v>
                </c:pt>
                <c:pt idx="14312">
                  <c:v>139.07568623860601</c:v>
                </c:pt>
                <c:pt idx="14313">
                  <c:v>139.07574707031199</c:v>
                </c:pt>
                <c:pt idx="14314">
                  <c:v>139.075807902018</c:v>
                </c:pt>
                <c:pt idx="14315">
                  <c:v>139.07586873372301</c:v>
                </c:pt>
                <c:pt idx="14316">
                  <c:v>139.07592956542899</c:v>
                </c:pt>
                <c:pt idx="14317">
                  <c:v>139.075990397135</c:v>
                </c:pt>
                <c:pt idx="14318">
                  <c:v>139.07605122883999</c:v>
                </c:pt>
                <c:pt idx="14319">
                  <c:v>139.076112060546</c:v>
                </c:pt>
                <c:pt idx="14320">
                  <c:v>139.076172892252</c:v>
                </c:pt>
                <c:pt idx="14321">
                  <c:v>139.07623372395801</c:v>
                </c:pt>
                <c:pt idx="14322">
                  <c:v>139.076294555663</c:v>
                </c:pt>
                <c:pt idx="14323">
                  <c:v>139.07635538736901</c:v>
                </c:pt>
                <c:pt idx="14324">
                  <c:v>139.07641621907501</c:v>
                </c:pt>
                <c:pt idx="14325">
                  <c:v>139.07647705078</c:v>
                </c:pt>
                <c:pt idx="14326">
                  <c:v>139.07653788248601</c:v>
                </c:pt>
                <c:pt idx="14327">
                  <c:v>139.07659871419199</c:v>
                </c:pt>
                <c:pt idx="14328">
                  <c:v>139.076659545898</c:v>
                </c:pt>
                <c:pt idx="14329">
                  <c:v>139.07672037760301</c:v>
                </c:pt>
                <c:pt idx="14330">
                  <c:v>139.07678120930899</c:v>
                </c:pt>
                <c:pt idx="14331">
                  <c:v>139.076842041015</c:v>
                </c:pt>
                <c:pt idx="14332">
                  <c:v>139.07690287272101</c:v>
                </c:pt>
                <c:pt idx="14333">
                  <c:v>139.07696370442599</c:v>
                </c:pt>
                <c:pt idx="14334">
                  <c:v>139.077024536132</c:v>
                </c:pt>
                <c:pt idx="14335">
                  <c:v>139.07708536783801</c:v>
                </c:pt>
                <c:pt idx="14336">
                  <c:v>139.07714619954399</c:v>
                </c:pt>
                <c:pt idx="14337">
                  <c:v>139.077207031249</c:v>
                </c:pt>
                <c:pt idx="14338">
                  <c:v>139.07726786295501</c:v>
                </c:pt>
                <c:pt idx="14339">
                  <c:v>139.07732869466099</c:v>
                </c:pt>
                <c:pt idx="14340">
                  <c:v>139.07738952636601</c:v>
                </c:pt>
                <c:pt idx="14341">
                  <c:v>139.07745035807201</c:v>
                </c:pt>
                <c:pt idx="14342">
                  <c:v>139.07751118977799</c:v>
                </c:pt>
                <c:pt idx="14343">
                  <c:v>139.077572021484</c:v>
                </c:pt>
                <c:pt idx="14344">
                  <c:v>139.07763285318899</c:v>
                </c:pt>
                <c:pt idx="14345">
                  <c:v>139.077693684895</c:v>
                </c:pt>
                <c:pt idx="14346">
                  <c:v>139.077754516601</c:v>
                </c:pt>
                <c:pt idx="14347">
                  <c:v>139.07781534830599</c:v>
                </c:pt>
                <c:pt idx="14348">
                  <c:v>139.077876180012</c:v>
                </c:pt>
                <c:pt idx="14349">
                  <c:v>139.07793701171801</c:v>
                </c:pt>
                <c:pt idx="14350">
                  <c:v>139.07799784342399</c:v>
                </c:pt>
                <c:pt idx="14351">
                  <c:v>139.078058675129</c:v>
                </c:pt>
                <c:pt idx="14352">
                  <c:v>139.07811950683501</c:v>
                </c:pt>
                <c:pt idx="14353">
                  <c:v>139.07818033854099</c:v>
                </c:pt>
                <c:pt idx="14354">
                  <c:v>139.078241170247</c:v>
                </c:pt>
                <c:pt idx="14355">
                  <c:v>139.07830200195201</c:v>
                </c:pt>
                <c:pt idx="14356">
                  <c:v>139.07836283365799</c:v>
                </c:pt>
                <c:pt idx="14357">
                  <c:v>139.078423665364</c:v>
                </c:pt>
                <c:pt idx="14358">
                  <c:v>139.07848449706901</c:v>
                </c:pt>
                <c:pt idx="14359">
                  <c:v>139.07854532877499</c:v>
                </c:pt>
                <c:pt idx="14360">
                  <c:v>139.078606160481</c:v>
                </c:pt>
                <c:pt idx="14361">
                  <c:v>139.07866699218701</c:v>
                </c:pt>
                <c:pt idx="14362">
                  <c:v>139.078727823892</c:v>
                </c:pt>
                <c:pt idx="14363">
                  <c:v>139.078788655598</c:v>
                </c:pt>
                <c:pt idx="14364">
                  <c:v>139.07884948730401</c:v>
                </c:pt>
                <c:pt idx="14365">
                  <c:v>139.07891031900999</c:v>
                </c:pt>
                <c:pt idx="14366">
                  <c:v>139.07897115071501</c:v>
                </c:pt>
                <c:pt idx="14367">
                  <c:v>139.07903198242099</c:v>
                </c:pt>
                <c:pt idx="14368">
                  <c:v>139.07909281412699</c:v>
                </c:pt>
                <c:pt idx="14369">
                  <c:v>139.07915364583201</c:v>
                </c:pt>
                <c:pt idx="14370">
                  <c:v>139.07921447753799</c:v>
                </c:pt>
                <c:pt idx="14371">
                  <c:v>139.079275309244</c:v>
                </c:pt>
                <c:pt idx="14372">
                  <c:v>139.07933614095001</c:v>
                </c:pt>
                <c:pt idx="14373">
                  <c:v>139.07939697265499</c:v>
                </c:pt>
                <c:pt idx="14374">
                  <c:v>139.079457804361</c:v>
                </c:pt>
                <c:pt idx="14375">
                  <c:v>139.07951863606701</c:v>
                </c:pt>
                <c:pt idx="14376">
                  <c:v>139.07957946777299</c:v>
                </c:pt>
                <c:pt idx="14377">
                  <c:v>139.079640299478</c:v>
                </c:pt>
                <c:pt idx="14378">
                  <c:v>139.07970113118401</c:v>
                </c:pt>
                <c:pt idx="14379">
                  <c:v>139.07976196288999</c:v>
                </c:pt>
                <c:pt idx="14380">
                  <c:v>139.079822794596</c:v>
                </c:pt>
                <c:pt idx="14381">
                  <c:v>139.07988362630101</c:v>
                </c:pt>
                <c:pt idx="14382">
                  <c:v>139.07994445800699</c:v>
                </c:pt>
                <c:pt idx="14383">
                  <c:v>139.080005289713</c:v>
                </c:pt>
                <c:pt idx="14384">
                  <c:v>139.08006612141801</c:v>
                </c:pt>
                <c:pt idx="14385">
                  <c:v>139.08012695312399</c:v>
                </c:pt>
                <c:pt idx="14386">
                  <c:v>139.08018778483</c:v>
                </c:pt>
                <c:pt idx="14387">
                  <c:v>139.08024861653601</c:v>
                </c:pt>
                <c:pt idx="14388">
                  <c:v>139.080309448241</c:v>
                </c:pt>
                <c:pt idx="14389">
                  <c:v>139.080370279947</c:v>
                </c:pt>
                <c:pt idx="14390">
                  <c:v>139.08043111165301</c:v>
                </c:pt>
                <c:pt idx="14391">
                  <c:v>139.080491943358</c:v>
                </c:pt>
                <c:pt idx="14392">
                  <c:v>139.08055277506401</c:v>
                </c:pt>
                <c:pt idx="14393">
                  <c:v>139.08061360676999</c:v>
                </c:pt>
                <c:pt idx="14394">
                  <c:v>139.080674438476</c:v>
                </c:pt>
                <c:pt idx="14395">
                  <c:v>139.08073527018101</c:v>
                </c:pt>
                <c:pt idx="14396">
                  <c:v>139.08079610188699</c:v>
                </c:pt>
                <c:pt idx="14397">
                  <c:v>139.080856933593</c:v>
                </c:pt>
                <c:pt idx="14398">
                  <c:v>139.08091776529901</c:v>
                </c:pt>
                <c:pt idx="14399">
                  <c:v>139.08097859700399</c:v>
                </c:pt>
                <c:pt idx="14400">
                  <c:v>139.08103942871</c:v>
                </c:pt>
                <c:pt idx="14401">
                  <c:v>139.081096445718</c:v>
                </c:pt>
                <c:pt idx="14402">
                  <c:v>139.081153462727</c:v>
                </c:pt>
                <c:pt idx="14403">
                  <c:v>139.08121047973501</c:v>
                </c:pt>
                <c:pt idx="14404">
                  <c:v>139.081267496744</c:v>
                </c:pt>
                <c:pt idx="14405">
                  <c:v>139.08132451375201</c:v>
                </c:pt>
                <c:pt idx="14406">
                  <c:v>139.08138153076101</c:v>
                </c:pt>
                <c:pt idx="14407">
                  <c:v>139.08143854776901</c:v>
                </c:pt>
                <c:pt idx="14408">
                  <c:v>139.08149556477801</c:v>
                </c:pt>
                <c:pt idx="14409">
                  <c:v>139.08155258178601</c:v>
                </c:pt>
                <c:pt idx="14410">
                  <c:v>139.08160959879501</c:v>
                </c:pt>
                <c:pt idx="14411">
                  <c:v>139.08166661580299</c:v>
                </c:pt>
                <c:pt idx="14412">
                  <c:v>139.08172363281199</c:v>
                </c:pt>
                <c:pt idx="14413">
                  <c:v>139.08178064981999</c:v>
                </c:pt>
                <c:pt idx="14414">
                  <c:v>139.08183766682899</c:v>
                </c:pt>
                <c:pt idx="14415">
                  <c:v>139.08189468383699</c:v>
                </c:pt>
                <c:pt idx="14416">
                  <c:v>139.081951700845</c:v>
                </c:pt>
                <c:pt idx="14417">
                  <c:v>139.08200871785399</c:v>
                </c:pt>
                <c:pt idx="14418">
                  <c:v>139.082065734862</c:v>
                </c:pt>
                <c:pt idx="14419">
                  <c:v>139.082122751871</c:v>
                </c:pt>
                <c:pt idx="14420">
                  <c:v>139.082179768879</c:v>
                </c:pt>
                <c:pt idx="14421">
                  <c:v>139.082236785888</c:v>
                </c:pt>
                <c:pt idx="14422">
                  <c:v>139.082293802896</c:v>
                </c:pt>
                <c:pt idx="14423">
                  <c:v>139.082350819905</c:v>
                </c:pt>
                <c:pt idx="14424">
                  <c:v>139.08240783691301</c:v>
                </c:pt>
                <c:pt idx="14425">
                  <c:v>139.082464853922</c:v>
                </c:pt>
                <c:pt idx="14426">
                  <c:v>139.08252187093001</c:v>
                </c:pt>
                <c:pt idx="14427">
                  <c:v>139.08257888793901</c:v>
                </c:pt>
                <c:pt idx="14428">
                  <c:v>139.08263590494701</c:v>
                </c:pt>
                <c:pt idx="14429">
                  <c:v>139.08269292195601</c:v>
                </c:pt>
                <c:pt idx="14430">
                  <c:v>139.08274993896401</c:v>
                </c:pt>
                <c:pt idx="14431">
                  <c:v>139.08280695597199</c:v>
                </c:pt>
                <c:pt idx="14432">
                  <c:v>139.08286397298099</c:v>
                </c:pt>
                <c:pt idx="14433">
                  <c:v>139.08292098998899</c:v>
                </c:pt>
                <c:pt idx="14434">
                  <c:v>139.08297800699799</c:v>
                </c:pt>
                <c:pt idx="14435">
                  <c:v>139.08303502400599</c:v>
                </c:pt>
                <c:pt idx="14436">
                  <c:v>139.08309204101499</c:v>
                </c:pt>
                <c:pt idx="14437">
                  <c:v>139.083149058023</c:v>
                </c:pt>
                <c:pt idx="14438">
                  <c:v>139.083206075032</c:v>
                </c:pt>
                <c:pt idx="14439">
                  <c:v>139.08326309204</c:v>
                </c:pt>
                <c:pt idx="14440">
                  <c:v>139.083320109049</c:v>
                </c:pt>
                <c:pt idx="14441">
                  <c:v>139.083377126057</c:v>
                </c:pt>
                <c:pt idx="14442">
                  <c:v>139.083434143066</c:v>
                </c:pt>
                <c:pt idx="14443">
                  <c:v>139.083491160074</c:v>
                </c:pt>
                <c:pt idx="14444">
                  <c:v>139.083548177083</c:v>
                </c:pt>
                <c:pt idx="14445">
                  <c:v>139.08360519409101</c:v>
                </c:pt>
                <c:pt idx="14446">
                  <c:v>139.08366221109901</c:v>
                </c:pt>
                <c:pt idx="14447">
                  <c:v>139.08371922810801</c:v>
                </c:pt>
                <c:pt idx="14448">
                  <c:v>139.08377624511601</c:v>
                </c:pt>
                <c:pt idx="14449">
                  <c:v>139.08383326212501</c:v>
                </c:pt>
                <c:pt idx="14450">
                  <c:v>139.08389027913299</c:v>
                </c:pt>
                <c:pt idx="14451">
                  <c:v>139.08394729614199</c:v>
                </c:pt>
                <c:pt idx="14452">
                  <c:v>139.08400431314999</c:v>
                </c:pt>
                <c:pt idx="14453">
                  <c:v>139.08406133015899</c:v>
                </c:pt>
                <c:pt idx="14454">
                  <c:v>139.08411834716699</c:v>
                </c:pt>
                <c:pt idx="14455">
                  <c:v>139.08417536417599</c:v>
                </c:pt>
                <c:pt idx="14456">
                  <c:v>139.08423238118399</c:v>
                </c:pt>
                <c:pt idx="14457">
                  <c:v>139.08428939819299</c:v>
                </c:pt>
                <c:pt idx="14458">
                  <c:v>139.084346415201</c:v>
                </c:pt>
                <c:pt idx="14459">
                  <c:v>139.08440343221</c:v>
                </c:pt>
                <c:pt idx="14460">
                  <c:v>139.084460449218</c:v>
                </c:pt>
                <c:pt idx="14461">
                  <c:v>139.084517466226</c:v>
                </c:pt>
                <c:pt idx="14462">
                  <c:v>139.084574483235</c:v>
                </c:pt>
                <c:pt idx="14463">
                  <c:v>139.08463150024301</c:v>
                </c:pt>
                <c:pt idx="14464">
                  <c:v>139.084688517252</c:v>
                </c:pt>
                <c:pt idx="14465">
                  <c:v>139.08474553426001</c:v>
                </c:pt>
                <c:pt idx="14466">
                  <c:v>139.08480255126901</c:v>
                </c:pt>
                <c:pt idx="14467">
                  <c:v>139.08485956827701</c:v>
                </c:pt>
                <c:pt idx="14468">
                  <c:v>139.08491658528601</c:v>
                </c:pt>
                <c:pt idx="14469">
                  <c:v>139.08497360229401</c:v>
                </c:pt>
                <c:pt idx="14470">
                  <c:v>139.08503061930301</c:v>
                </c:pt>
                <c:pt idx="14471">
                  <c:v>139.08508763631099</c:v>
                </c:pt>
                <c:pt idx="14472">
                  <c:v>139.08514465331999</c:v>
                </c:pt>
                <c:pt idx="14473">
                  <c:v>139.08520167032799</c:v>
                </c:pt>
                <c:pt idx="14474">
                  <c:v>139.08525868733699</c:v>
                </c:pt>
                <c:pt idx="14475">
                  <c:v>139.08531570434499</c:v>
                </c:pt>
                <c:pt idx="14476">
                  <c:v>139.085372721353</c:v>
                </c:pt>
                <c:pt idx="14477">
                  <c:v>139.085429738362</c:v>
                </c:pt>
                <c:pt idx="14478">
                  <c:v>139.08548675537</c:v>
                </c:pt>
                <c:pt idx="14479">
                  <c:v>139.085543772379</c:v>
                </c:pt>
                <c:pt idx="14480">
                  <c:v>139.085600789387</c:v>
                </c:pt>
                <c:pt idx="14481">
                  <c:v>139.085657806396</c:v>
                </c:pt>
                <c:pt idx="14482">
                  <c:v>139.085714823404</c:v>
                </c:pt>
                <c:pt idx="14483">
                  <c:v>139.085771840413</c:v>
                </c:pt>
                <c:pt idx="14484">
                  <c:v>139.08582885742101</c:v>
                </c:pt>
                <c:pt idx="14485">
                  <c:v>139.08588587443001</c:v>
                </c:pt>
                <c:pt idx="14486">
                  <c:v>139.08594289143801</c:v>
                </c:pt>
                <c:pt idx="14487">
                  <c:v>139.08599990844701</c:v>
                </c:pt>
                <c:pt idx="14488">
                  <c:v>139.08605692545501</c:v>
                </c:pt>
                <c:pt idx="14489">
                  <c:v>139.08611394246401</c:v>
                </c:pt>
                <c:pt idx="14490">
                  <c:v>139.08617095947201</c:v>
                </c:pt>
                <c:pt idx="14491">
                  <c:v>139.08622797647999</c:v>
                </c:pt>
                <c:pt idx="14492">
                  <c:v>139.08628499348899</c:v>
                </c:pt>
                <c:pt idx="14493">
                  <c:v>139.08634201049699</c:v>
                </c:pt>
                <c:pt idx="14494">
                  <c:v>139.08639902750599</c:v>
                </c:pt>
                <c:pt idx="14495">
                  <c:v>139.08645604451399</c:v>
                </c:pt>
                <c:pt idx="14496">
                  <c:v>139.08651306152299</c:v>
                </c:pt>
                <c:pt idx="14497">
                  <c:v>139.086570078531</c:v>
                </c:pt>
                <c:pt idx="14498">
                  <c:v>139.08662709554</c:v>
                </c:pt>
                <c:pt idx="14499">
                  <c:v>139.086684112548</c:v>
                </c:pt>
                <c:pt idx="14500">
                  <c:v>139.086741129557</c:v>
                </c:pt>
                <c:pt idx="14501">
                  <c:v>139.086798146565</c:v>
                </c:pt>
                <c:pt idx="14502">
                  <c:v>139.086855163574</c:v>
                </c:pt>
                <c:pt idx="14503">
                  <c:v>139.086912180582</c:v>
                </c:pt>
                <c:pt idx="14504">
                  <c:v>139.086969197591</c:v>
                </c:pt>
                <c:pt idx="14505">
                  <c:v>139.08702621459901</c:v>
                </c:pt>
                <c:pt idx="14506">
                  <c:v>139.08708323160701</c:v>
                </c:pt>
                <c:pt idx="14507">
                  <c:v>139.08714024861601</c:v>
                </c:pt>
                <c:pt idx="14508">
                  <c:v>139.08719726562401</c:v>
                </c:pt>
                <c:pt idx="14509">
                  <c:v>139.08725428263301</c:v>
                </c:pt>
                <c:pt idx="14510">
                  <c:v>139.08731129964099</c:v>
                </c:pt>
                <c:pt idx="14511">
                  <c:v>139.08736831664999</c:v>
                </c:pt>
                <c:pt idx="14512">
                  <c:v>139.08742533365799</c:v>
                </c:pt>
                <c:pt idx="14513">
                  <c:v>139.08748235066699</c:v>
                </c:pt>
                <c:pt idx="14514">
                  <c:v>139.08753936767499</c:v>
                </c:pt>
                <c:pt idx="14515">
                  <c:v>139.08759638468399</c:v>
                </c:pt>
                <c:pt idx="14516">
                  <c:v>139.08765340169199</c:v>
                </c:pt>
                <c:pt idx="14517">
                  <c:v>139.08771041870099</c:v>
                </c:pt>
                <c:pt idx="14518">
                  <c:v>139.087767435709</c:v>
                </c:pt>
                <c:pt idx="14519">
                  <c:v>139.087824452718</c:v>
                </c:pt>
                <c:pt idx="14520">
                  <c:v>139.087881469726</c:v>
                </c:pt>
                <c:pt idx="14521">
                  <c:v>139.087938486734</c:v>
                </c:pt>
                <c:pt idx="14522">
                  <c:v>139.087995503743</c:v>
                </c:pt>
                <c:pt idx="14523">
                  <c:v>139.08805252075101</c:v>
                </c:pt>
                <c:pt idx="14524">
                  <c:v>139.08810953776</c:v>
                </c:pt>
                <c:pt idx="14525">
                  <c:v>139.08816655476801</c:v>
                </c:pt>
                <c:pt idx="14526">
                  <c:v>139.08822357177701</c:v>
                </c:pt>
                <c:pt idx="14527">
                  <c:v>139.08828058878501</c:v>
                </c:pt>
                <c:pt idx="14528">
                  <c:v>139.08833760579401</c:v>
                </c:pt>
                <c:pt idx="14529">
                  <c:v>139.08839462280201</c:v>
                </c:pt>
                <c:pt idx="14530">
                  <c:v>139.08845163981101</c:v>
                </c:pt>
                <c:pt idx="14531">
                  <c:v>139.08850865681899</c:v>
                </c:pt>
                <c:pt idx="14532">
                  <c:v>139.08856567382799</c:v>
                </c:pt>
                <c:pt idx="14533">
                  <c:v>139.08862269083599</c:v>
                </c:pt>
                <c:pt idx="14534">
                  <c:v>139.08867970784499</c:v>
                </c:pt>
                <c:pt idx="14535">
                  <c:v>139.08873672485299</c:v>
                </c:pt>
                <c:pt idx="14536">
                  <c:v>139.088793741861</c:v>
                </c:pt>
                <c:pt idx="14537">
                  <c:v>139.08885075887</c:v>
                </c:pt>
                <c:pt idx="14538">
                  <c:v>139.088907775878</c:v>
                </c:pt>
                <c:pt idx="14539">
                  <c:v>139.088964792887</c:v>
                </c:pt>
                <c:pt idx="14540">
                  <c:v>139.089021809895</c:v>
                </c:pt>
                <c:pt idx="14541">
                  <c:v>139.089078826904</c:v>
                </c:pt>
                <c:pt idx="14542">
                  <c:v>139.089135843912</c:v>
                </c:pt>
                <c:pt idx="14543">
                  <c:v>139.089192860921</c:v>
                </c:pt>
                <c:pt idx="14544">
                  <c:v>139.08924987792901</c:v>
                </c:pt>
                <c:pt idx="14545">
                  <c:v>139.08930689493801</c:v>
                </c:pt>
                <c:pt idx="14546">
                  <c:v>139.08936391194601</c:v>
                </c:pt>
                <c:pt idx="14547">
                  <c:v>139.08942092895501</c:v>
                </c:pt>
                <c:pt idx="14548">
                  <c:v>139.08947794596301</c:v>
                </c:pt>
                <c:pt idx="14549">
                  <c:v>139.08953496297201</c:v>
                </c:pt>
                <c:pt idx="14550">
                  <c:v>139.08959197998001</c:v>
                </c:pt>
                <c:pt idx="14551">
                  <c:v>139.08964899698799</c:v>
                </c:pt>
                <c:pt idx="14552">
                  <c:v>139.08970601399699</c:v>
                </c:pt>
                <c:pt idx="14553">
                  <c:v>139.08976303100499</c:v>
                </c:pt>
                <c:pt idx="14554">
                  <c:v>139.08982004801399</c:v>
                </c:pt>
                <c:pt idx="14555">
                  <c:v>139.08987706502199</c:v>
                </c:pt>
                <c:pt idx="14556">
                  <c:v>139.08993408203099</c:v>
                </c:pt>
                <c:pt idx="14557">
                  <c:v>139.089991099039</c:v>
                </c:pt>
                <c:pt idx="14558">
                  <c:v>139.090048116048</c:v>
                </c:pt>
                <c:pt idx="14559">
                  <c:v>139.090105133056</c:v>
                </c:pt>
                <c:pt idx="14560">
                  <c:v>139.090162150065</c:v>
                </c:pt>
                <c:pt idx="14561">
                  <c:v>139.090219167073</c:v>
                </c:pt>
                <c:pt idx="14562">
                  <c:v>139.090276184082</c:v>
                </c:pt>
                <c:pt idx="14563">
                  <c:v>139.09033320109</c:v>
                </c:pt>
                <c:pt idx="14564">
                  <c:v>139.090390218099</c:v>
                </c:pt>
                <c:pt idx="14565">
                  <c:v>139.09044723510701</c:v>
                </c:pt>
                <c:pt idx="14566">
                  <c:v>139.09050425211501</c:v>
                </c:pt>
                <c:pt idx="14567">
                  <c:v>139.09056126912401</c:v>
                </c:pt>
                <c:pt idx="14568">
                  <c:v>139.09061828613201</c:v>
                </c:pt>
                <c:pt idx="14569">
                  <c:v>139.09067530314101</c:v>
                </c:pt>
                <c:pt idx="14570">
                  <c:v>139.09073232014899</c:v>
                </c:pt>
                <c:pt idx="14571">
                  <c:v>139.09078933715799</c:v>
                </c:pt>
                <c:pt idx="14572">
                  <c:v>139.09084635416599</c:v>
                </c:pt>
                <c:pt idx="14573">
                  <c:v>139.09090337117499</c:v>
                </c:pt>
                <c:pt idx="14574">
                  <c:v>139.09096038818299</c:v>
                </c:pt>
                <c:pt idx="14575">
                  <c:v>139.09101740519199</c:v>
                </c:pt>
                <c:pt idx="14576">
                  <c:v>139.09107442219999</c:v>
                </c:pt>
                <c:pt idx="14577">
                  <c:v>139.09113143920899</c:v>
                </c:pt>
                <c:pt idx="14578">
                  <c:v>139.091188456217</c:v>
                </c:pt>
                <c:pt idx="14579">
                  <c:v>139.091245473226</c:v>
                </c:pt>
                <c:pt idx="14580">
                  <c:v>139.091302490234</c:v>
                </c:pt>
                <c:pt idx="14581">
                  <c:v>139.091359507243</c:v>
                </c:pt>
                <c:pt idx="14582">
                  <c:v>139.091416524251</c:v>
                </c:pt>
                <c:pt idx="14583">
                  <c:v>139.09147354125901</c:v>
                </c:pt>
                <c:pt idx="14584">
                  <c:v>139.091530558268</c:v>
                </c:pt>
                <c:pt idx="14585">
                  <c:v>139.09158757527601</c:v>
                </c:pt>
                <c:pt idx="14586">
                  <c:v>139.09164459228501</c:v>
                </c:pt>
                <c:pt idx="14587">
                  <c:v>139.09170160929301</c:v>
                </c:pt>
                <c:pt idx="14588">
                  <c:v>139.09175862630201</c:v>
                </c:pt>
                <c:pt idx="14589">
                  <c:v>139.09181564331001</c:v>
                </c:pt>
                <c:pt idx="14590">
                  <c:v>139.09187266031901</c:v>
                </c:pt>
                <c:pt idx="14591">
                  <c:v>139.09192967732699</c:v>
                </c:pt>
                <c:pt idx="14592">
                  <c:v>139.09198669433599</c:v>
                </c:pt>
                <c:pt idx="14593">
                  <c:v>139.09204371134399</c:v>
                </c:pt>
                <c:pt idx="14594">
                  <c:v>139.09210072835299</c:v>
                </c:pt>
                <c:pt idx="14595">
                  <c:v>139.09215774536099</c:v>
                </c:pt>
                <c:pt idx="14596">
                  <c:v>139.092214762369</c:v>
                </c:pt>
                <c:pt idx="14597">
                  <c:v>139.092271779378</c:v>
                </c:pt>
                <c:pt idx="14598">
                  <c:v>139.092328796386</c:v>
                </c:pt>
                <c:pt idx="14599">
                  <c:v>139.092385813395</c:v>
                </c:pt>
                <c:pt idx="14600">
                  <c:v>139.092442830403</c:v>
                </c:pt>
                <c:pt idx="14601">
                  <c:v>139.092499847412</c:v>
                </c:pt>
                <c:pt idx="14602">
                  <c:v>139.09255686442</c:v>
                </c:pt>
                <c:pt idx="14603">
                  <c:v>139.092613881429</c:v>
                </c:pt>
                <c:pt idx="14604">
                  <c:v>139.09267089843701</c:v>
                </c:pt>
                <c:pt idx="14605">
                  <c:v>139.09272791544601</c:v>
                </c:pt>
                <c:pt idx="14606">
                  <c:v>139.09278493245401</c:v>
                </c:pt>
                <c:pt idx="14607">
                  <c:v>139.09284194946301</c:v>
                </c:pt>
                <c:pt idx="14608">
                  <c:v>139.09289896647101</c:v>
                </c:pt>
                <c:pt idx="14609">
                  <c:v>139.09295598348001</c:v>
                </c:pt>
                <c:pt idx="14610">
                  <c:v>139.09301300048801</c:v>
                </c:pt>
                <c:pt idx="14611">
                  <c:v>139.09307001749599</c:v>
                </c:pt>
                <c:pt idx="14612">
                  <c:v>139.09312703450499</c:v>
                </c:pt>
                <c:pt idx="14613">
                  <c:v>139.09318405151299</c:v>
                </c:pt>
                <c:pt idx="14614">
                  <c:v>139.09324106852199</c:v>
                </c:pt>
                <c:pt idx="14615">
                  <c:v>139.09329808552999</c:v>
                </c:pt>
                <c:pt idx="14616">
                  <c:v>139.09335510253899</c:v>
                </c:pt>
                <c:pt idx="14617">
                  <c:v>139.093412119547</c:v>
                </c:pt>
                <c:pt idx="14618">
                  <c:v>139.093469136556</c:v>
                </c:pt>
                <c:pt idx="14619">
                  <c:v>139.093526153564</c:v>
                </c:pt>
                <c:pt idx="14620">
                  <c:v>139.093583170573</c:v>
                </c:pt>
                <c:pt idx="14621">
                  <c:v>139.093640187581</c:v>
                </c:pt>
                <c:pt idx="14622">
                  <c:v>139.09369720459</c:v>
                </c:pt>
                <c:pt idx="14623">
                  <c:v>139.093754221598</c:v>
                </c:pt>
                <c:pt idx="14624">
                  <c:v>139.093811238607</c:v>
                </c:pt>
                <c:pt idx="14625">
                  <c:v>139.09386825561501</c:v>
                </c:pt>
                <c:pt idx="14626">
                  <c:v>139.09392527262301</c:v>
                </c:pt>
                <c:pt idx="14627">
                  <c:v>139.09398228963201</c:v>
                </c:pt>
                <c:pt idx="14628">
                  <c:v>139.09403930664001</c:v>
                </c:pt>
                <c:pt idx="14629">
                  <c:v>139.09409632364901</c:v>
                </c:pt>
                <c:pt idx="14630">
                  <c:v>139.09415334065699</c:v>
                </c:pt>
                <c:pt idx="14631">
                  <c:v>139.09421035766599</c:v>
                </c:pt>
                <c:pt idx="14632">
                  <c:v>139.09426737467399</c:v>
                </c:pt>
                <c:pt idx="14633">
                  <c:v>139.09432439168299</c:v>
                </c:pt>
                <c:pt idx="14634">
                  <c:v>139.09438140869099</c:v>
                </c:pt>
                <c:pt idx="14635">
                  <c:v>139.09443842569999</c:v>
                </c:pt>
                <c:pt idx="14636">
                  <c:v>139.09449544270799</c:v>
                </c:pt>
                <c:pt idx="14637">
                  <c:v>139.09455245971699</c:v>
                </c:pt>
                <c:pt idx="14638">
                  <c:v>139.094609476725</c:v>
                </c:pt>
                <c:pt idx="14639">
                  <c:v>139.094666493734</c:v>
                </c:pt>
                <c:pt idx="14640">
                  <c:v>139.094723510742</c:v>
                </c:pt>
                <c:pt idx="14641">
                  <c:v>139.09478052775</c:v>
                </c:pt>
                <c:pt idx="14642">
                  <c:v>139.094837544759</c:v>
                </c:pt>
                <c:pt idx="14643">
                  <c:v>139.09489456176701</c:v>
                </c:pt>
                <c:pt idx="14644">
                  <c:v>139.094951578776</c:v>
                </c:pt>
                <c:pt idx="14645">
                  <c:v>139.09500859578401</c:v>
                </c:pt>
                <c:pt idx="14646">
                  <c:v>139.09506561279301</c:v>
                </c:pt>
                <c:pt idx="14647">
                  <c:v>139.09512262980101</c:v>
                </c:pt>
                <c:pt idx="14648">
                  <c:v>139.09517964681001</c:v>
                </c:pt>
                <c:pt idx="14649">
                  <c:v>139.09523666381801</c:v>
                </c:pt>
                <c:pt idx="14650">
                  <c:v>139.09529368082701</c:v>
                </c:pt>
                <c:pt idx="14651">
                  <c:v>139.09535069783499</c:v>
                </c:pt>
                <c:pt idx="14652">
                  <c:v>139.09540771484399</c:v>
                </c:pt>
                <c:pt idx="14653">
                  <c:v>139.09546473185199</c:v>
                </c:pt>
                <c:pt idx="14654">
                  <c:v>139.09552174886099</c:v>
                </c:pt>
                <c:pt idx="14655">
                  <c:v>139.09557876586899</c:v>
                </c:pt>
                <c:pt idx="14656">
                  <c:v>139.095635782877</c:v>
                </c:pt>
                <c:pt idx="14657">
                  <c:v>139.095692799886</c:v>
                </c:pt>
                <c:pt idx="14658">
                  <c:v>139.095749816894</c:v>
                </c:pt>
                <c:pt idx="14659">
                  <c:v>139.095806833903</c:v>
                </c:pt>
                <c:pt idx="14660">
                  <c:v>139.095863850911</c:v>
                </c:pt>
                <c:pt idx="14661">
                  <c:v>139.09592086792</c:v>
                </c:pt>
                <c:pt idx="14662">
                  <c:v>139.095977884928</c:v>
                </c:pt>
                <c:pt idx="14663">
                  <c:v>139.096034901937</c:v>
                </c:pt>
                <c:pt idx="14664">
                  <c:v>139.09609191894501</c:v>
                </c:pt>
                <c:pt idx="14665">
                  <c:v>139.09614893595401</c:v>
                </c:pt>
                <c:pt idx="14666">
                  <c:v>139.09620595296201</c:v>
                </c:pt>
                <c:pt idx="14667">
                  <c:v>139.09626296997101</c:v>
                </c:pt>
                <c:pt idx="14668">
                  <c:v>139.09631998697901</c:v>
                </c:pt>
                <c:pt idx="14669">
                  <c:v>139.09637700398801</c:v>
                </c:pt>
                <c:pt idx="14670">
                  <c:v>139.09643402099601</c:v>
                </c:pt>
                <c:pt idx="14671">
                  <c:v>139.09649103800399</c:v>
                </c:pt>
                <c:pt idx="14672">
                  <c:v>139.09654805501299</c:v>
                </c:pt>
                <c:pt idx="14673">
                  <c:v>139.09660507202099</c:v>
                </c:pt>
                <c:pt idx="14674">
                  <c:v>139.09666208902999</c:v>
                </c:pt>
                <c:pt idx="14675">
                  <c:v>139.09671910603799</c:v>
                </c:pt>
                <c:pt idx="14676">
                  <c:v>139.09677612304699</c:v>
                </c:pt>
                <c:pt idx="14677">
                  <c:v>139.096833140055</c:v>
                </c:pt>
                <c:pt idx="14678">
                  <c:v>139.096890157064</c:v>
                </c:pt>
                <c:pt idx="14679">
                  <c:v>139.096947174072</c:v>
                </c:pt>
                <c:pt idx="14680">
                  <c:v>139.097004191081</c:v>
                </c:pt>
                <c:pt idx="14681">
                  <c:v>139.097061208089</c:v>
                </c:pt>
                <c:pt idx="14682">
                  <c:v>139.097118225098</c:v>
                </c:pt>
                <c:pt idx="14683">
                  <c:v>139.097175242106</c:v>
                </c:pt>
                <c:pt idx="14684">
                  <c:v>139.097232259115</c:v>
                </c:pt>
                <c:pt idx="14685">
                  <c:v>139.09728927612301</c:v>
                </c:pt>
                <c:pt idx="14686">
                  <c:v>139.09734629313101</c:v>
                </c:pt>
                <c:pt idx="14687">
                  <c:v>139.09740331014001</c:v>
                </c:pt>
                <c:pt idx="14688">
                  <c:v>139.09746032714801</c:v>
                </c:pt>
                <c:pt idx="14689">
                  <c:v>139.09751734415701</c:v>
                </c:pt>
                <c:pt idx="14690">
                  <c:v>139.09757436116499</c:v>
                </c:pt>
                <c:pt idx="14691">
                  <c:v>139.09763137817399</c:v>
                </c:pt>
                <c:pt idx="14692">
                  <c:v>139.09768839518199</c:v>
                </c:pt>
                <c:pt idx="14693">
                  <c:v>139.09774541219099</c:v>
                </c:pt>
                <c:pt idx="14694">
                  <c:v>139.09780242919899</c:v>
                </c:pt>
                <c:pt idx="14695">
                  <c:v>139.09785944620799</c:v>
                </c:pt>
                <c:pt idx="14696">
                  <c:v>139.097916463216</c:v>
                </c:pt>
                <c:pt idx="14697">
                  <c:v>139.09797348022499</c:v>
                </c:pt>
                <c:pt idx="14698">
                  <c:v>139.098030497233</c:v>
                </c:pt>
                <c:pt idx="14699">
                  <c:v>139.098087514242</c:v>
                </c:pt>
                <c:pt idx="14700">
                  <c:v>139.09814453125</c:v>
                </c:pt>
                <c:pt idx="14701">
                  <c:v>139.09819814046199</c:v>
                </c:pt>
                <c:pt idx="14702">
                  <c:v>139.098251749675</c:v>
                </c:pt>
                <c:pt idx="14703">
                  <c:v>139.09830535888699</c:v>
                </c:pt>
                <c:pt idx="14704">
                  <c:v>139.09835896809901</c:v>
                </c:pt>
                <c:pt idx="14705">
                  <c:v>139.098412577311</c:v>
                </c:pt>
                <c:pt idx="14706">
                  <c:v>139.09846618652301</c:v>
                </c:pt>
                <c:pt idx="14707">
                  <c:v>139.098519795736</c:v>
                </c:pt>
                <c:pt idx="14708">
                  <c:v>139.09857340494801</c:v>
                </c:pt>
                <c:pt idx="14709">
                  <c:v>139.09862701416</c:v>
                </c:pt>
                <c:pt idx="14710">
                  <c:v>139.09868062337199</c:v>
                </c:pt>
                <c:pt idx="14711">
                  <c:v>139.098734232585</c:v>
                </c:pt>
                <c:pt idx="14712">
                  <c:v>139.09878784179699</c:v>
                </c:pt>
                <c:pt idx="14713">
                  <c:v>139.09884145100901</c:v>
                </c:pt>
                <c:pt idx="14714">
                  <c:v>139.098895060221</c:v>
                </c:pt>
                <c:pt idx="14715">
                  <c:v>139.09894866943401</c:v>
                </c:pt>
                <c:pt idx="14716">
                  <c:v>139.099002278646</c:v>
                </c:pt>
                <c:pt idx="14717">
                  <c:v>139.09905588785799</c:v>
                </c:pt>
                <c:pt idx="14718">
                  <c:v>139.09910949707</c:v>
                </c:pt>
                <c:pt idx="14719">
                  <c:v>139.09916310628299</c:v>
                </c:pt>
                <c:pt idx="14720">
                  <c:v>139.099216715495</c:v>
                </c:pt>
                <c:pt idx="14721">
                  <c:v>139.09927032470699</c:v>
                </c:pt>
                <c:pt idx="14722">
                  <c:v>139.09932393391901</c:v>
                </c:pt>
                <c:pt idx="14723">
                  <c:v>139.099377543131</c:v>
                </c:pt>
                <c:pt idx="14724">
                  <c:v>139.09943115234401</c:v>
                </c:pt>
                <c:pt idx="14725">
                  <c:v>139.099484761556</c:v>
                </c:pt>
                <c:pt idx="14726">
                  <c:v>139.09953837076799</c:v>
                </c:pt>
                <c:pt idx="14727">
                  <c:v>139.09959197998</c:v>
                </c:pt>
                <c:pt idx="14728">
                  <c:v>139.09964558919299</c:v>
                </c:pt>
                <c:pt idx="14729">
                  <c:v>139.09969919840501</c:v>
                </c:pt>
                <c:pt idx="14730">
                  <c:v>139.09975280761699</c:v>
                </c:pt>
                <c:pt idx="14731">
                  <c:v>139.09980641682901</c:v>
                </c:pt>
                <c:pt idx="14732">
                  <c:v>139.09986002604199</c:v>
                </c:pt>
                <c:pt idx="14733">
                  <c:v>139.09991363525401</c:v>
                </c:pt>
                <c:pt idx="14734">
                  <c:v>139.099967244466</c:v>
                </c:pt>
                <c:pt idx="14735">
                  <c:v>139.10002085367799</c:v>
                </c:pt>
                <c:pt idx="14736">
                  <c:v>139.100074462891</c:v>
                </c:pt>
                <c:pt idx="14737">
                  <c:v>139.10012807210299</c:v>
                </c:pt>
                <c:pt idx="14738">
                  <c:v>139.10018168131501</c:v>
                </c:pt>
                <c:pt idx="14739">
                  <c:v>139.100235290527</c:v>
                </c:pt>
                <c:pt idx="14740">
                  <c:v>139.10028889973901</c:v>
                </c:pt>
                <c:pt idx="14741">
                  <c:v>139.100342508952</c:v>
                </c:pt>
                <c:pt idx="14742">
                  <c:v>139.10039611816401</c:v>
                </c:pt>
                <c:pt idx="14743">
                  <c:v>139.100449727376</c:v>
                </c:pt>
                <c:pt idx="14744">
                  <c:v>139.10050333658799</c:v>
                </c:pt>
                <c:pt idx="14745">
                  <c:v>139.100556945801</c:v>
                </c:pt>
                <c:pt idx="14746">
                  <c:v>139.10061055501299</c:v>
                </c:pt>
                <c:pt idx="14747">
                  <c:v>139.10066416422501</c:v>
                </c:pt>
                <c:pt idx="14748">
                  <c:v>139.100717773437</c:v>
                </c:pt>
                <c:pt idx="14749">
                  <c:v>139.10077138265001</c:v>
                </c:pt>
                <c:pt idx="14750">
                  <c:v>139.100824991862</c:v>
                </c:pt>
                <c:pt idx="14751">
                  <c:v>139.10087860107399</c:v>
                </c:pt>
                <c:pt idx="14752">
                  <c:v>139.100932210286</c:v>
                </c:pt>
                <c:pt idx="14753">
                  <c:v>139.10098581949899</c:v>
                </c:pt>
                <c:pt idx="14754">
                  <c:v>139.101039428711</c:v>
                </c:pt>
                <c:pt idx="14755">
                  <c:v>139.10109303792299</c:v>
                </c:pt>
                <c:pt idx="14756">
                  <c:v>139.10114664713501</c:v>
                </c:pt>
                <c:pt idx="14757">
                  <c:v>139.101200256347</c:v>
                </c:pt>
                <c:pt idx="14758">
                  <c:v>139.10125386556001</c:v>
                </c:pt>
                <c:pt idx="14759">
                  <c:v>139.101307474772</c:v>
                </c:pt>
                <c:pt idx="14760">
                  <c:v>139.10136108398399</c:v>
                </c:pt>
                <c:pt idx="14761">
                  <c:v>139.10141469319601</c:v>
                </c:pt>
                <c:pt idx="14762">
                  <c:v>139.10146830240899</c:v>
                </c:pt>
                <c:pt idx="14763">
                  <c:v>139.10152191162101</c:v>
                </c:pt>
                <c:pt idx="14764">
                  <c:v>139.10157552083299</c:v>
                </c:pt>
                <c:pt idx="14765">
                  <c:v>139.10162913004501</c:v>
                </c:pt>
                <c:pt idx="14766">
                  <c:v>139.101682739258</c:v>
                </c:pt>
                <c:pt idx="14767">
                  <c:v>139.10173634847001</c:v>
                </c:pt>
                <c:pt idx="14768">
                  <c:v>139.101789957682</c:v>
                </c:pt>
                <c:pt idx="14769">
                  <c:v>139.10184356689399</c:v>
                </c:pt>
                <c:pt idx="14770">
                  <c:v>139.101897176107</c:v>
                </c:pt>
                <c:pt idx="14771">
                  <c:v>139.10195078531899</c:v>
                </c:pt>
                <c:pt idx="14772">
                  <c:v>139.10200439453101</c:v>
                </c:pt>
                <c:pt idx="14773">
                  <c:v>139.102058003743</c:v>
                </c:pt>
                <c:pt idx="14774">
                  <c:v>139.10211161295601</c:v>
                </c:pt>
                <c:pt idx="14775">
                  <c:v>139.102165222168</c:v>
                </c:pt>
                <c:pt idx="14776">
                  <c:v>139.10221883137999</c:v>
                </c:pt>
                <c:pt idx="14777">
                  <c:v>139.102272440592</c:v>
                </c:pt>
                <c:pt idx="14778">
                  <c:v>139.10232604980399</c:v>
                </c:pt>
                <c:pt idx="14779">
                  <c:v>139.102379659017</c:v>
                </c:pt>
                <c:pt idx="14780">
                  <c:v>139.10243326822899</c:v>
                </c:pt>
                <c:pt idx="14781">
                  <c:v>139.10248687744101</c:v>
                </c:pt>
                <c:pt idx="14782">
                  <c:v>139.102540486653</c:v>
                </c:pt>
                <c:pt idx="14783">
                  <c:v>139.10259409586601</c:v>
                </c:pt>
                <c:pt idx="14784">
                  <c:v>139.102647705078</c:v>
                </c:pt>
                <c:pt idx="14785">
                  <c:v>139.10270131428999</c:v>
                </c:pt>
                <c:pt idx="14786">
                  <c:v>139.102754923502</c:v>
                </c:pt>
                <c:pt idx="14787">
                  <c:v>139.10280853271499</c:v>
                </c:pt>
                <c:pt idx="14788">
                  <c:v>139.10286214192701</c:v>
                </c:pt>
                <c:pt idx="14789">
                  <c:v>139.10291575113899</c:v>
                </c:pt>
                <c:pt idx="14790">
                  <c:v>139.10296936035101</c:v>
                </c:pt>
                <c:pt idx="14791">
                  <c:v>139.10302296956399</c:v>
                </c:pt>
                <c:pt idx="14792">
                  <c:v>139.10307657877601</c:v>
                </c:pt>
                <c:pt idx="14793">
                  <c:v>139.103130187988</c:v>
                </c:pt>
                <c:pt idx="14794">
                  <c:v>139.10318379719999</c:v>
                </c:pt>
                <c:pt idx="14795">
                  <c:v>139.103237406413</c:v>
                </c:pt>
                <c:pt idx="14796">
                  <c:v>139.10329101562499</c:v>
                </c:pt>
                <c:pt idx="14797">
                  <c:v>139.10334462483701</c:v>
                </c:pt>
                <c:pt idx="14798">
                  <c:v>139.103398234049</c:v>
                </c:pt>
                <c:pt idx="14799">
                  <c:v>139.10345184326101</c:v>
                </c:pt>
                <c:pt idx="14800">
                  <c:v>139.103505452474</c:v>
                </c:pt>
                <c:pt idx="14801">
                  <c:v>139.10355906168601</c:v>
                </c:pt>
                <c:pt idx="14802">
                  <c:v>139.103612670898</c:v>
                </c:pt>
                <c:pt idx="14803">
                  <c:v>139.10366628010999</c:v>
                </c:pt>
                <c:pt idx="14804">
                  <c:v>139.103719889323</c:v>
                </c:pt>
                <c:pt idx="14805">
                  <c:v>139.10377349853499</c:v>
                </c:pt>
                <c:pt idx="14806">
                  <c:v>139.10382710774701</c:v>
                </c:pt>
                <c:pt idx="14807">
                  <c:v>139.103880716959</c:v>
                </c:pt>
                <c:pt idx="14808">
                  <c:v>139.10393432617201</c:v>
                </c:pt>
                <c:pt idx="14809">
                  <c:v>139.103987935384</c:v>
                </c:pt>
                <c:pt idx="14810">
                  <c:v>139.10404154459599</c:v>
                </c:pt>
                <c:pt idx="14811">
                  <c:v>139.104095153808</c:v>
                </c:pt>
                <c:pt idx="14812">
                  <c:v>139.10414876302099</c:v>
                </c:pt>
                <c:pt idx="14813">
                  <c:v>139.104202372233</c:v>
                </c:pt>
                <c:pt idx="14814">
                  <c:v>139.10425598144499</c:v>
                </c:pt>
                <c:pt idx="14815">
                  <c:v>139.10430959065701</c:v>
                </c:pt>
                <c:pt idx="14816">
                  <c:v>139.104363199869</c:v>
                </c:pt>
                <c:pt idx="14817">
                  <c:v>139.10441680908201</c:v>
                </c:pt>
                <c:pt idx="14818">
                  <c:v>139.104470418294</c:v>
                </c:pt>
                <c:pt idx="14819">
                  <c:v>139.10452402750599</c:v>
                </c:pt>
                <c:pt idx="14820">
                  <c:v>139.10457763671801</c:v>
                </c:pt>
                <c:pt idx="14821">
                  <c:v>139.10463124593099</c:v>
                </c:pt>
                <c:pt idx="14822">
                  <c:v>139.10468485514301</c:v>
                </c:pt>
                <c:pt idx="14823">
                  <c:v>139.10473846435499</c:v>
                </c:pt>
                <c:pt idx="14824">
                  <c:v>139.10479207356701</c:v>
                </c:pt>
                <c:pt idx="14825">
                  <c:v>139.10484568278</c:v>
                </c:pt>
                <c:pt idx="14826">
                  <c:v>139.10489929199201</c:v>
                </c:pt>
                <c:pt idx="14827">
                  <c:v>139.104952901204</c:v>
                </c:pt>
                <c:pt idx="14828">
                  <c:v>139.10500651041599</c:v>
                </c:pt>
                <c:pt idx="14829">
                  <c:v>139.105060119629</c:v>
                </c:pt>
                <c:pt idx="14830">
                  <c:v>139.10511372884099</c:v>
                </c:pt>
                <c:pt idx="14831">
                  <c:v>139.10516733805301</c:v>
                </c:pt>
                <c:pt idx="14832">
                  <c:v>139.105220947265</c:v>
                </c:pt>
                <c:pt idx="14833">
                  <c:v>139.10527455647701</c:v>
                </c:pt>
                <c:pt idx="14834">
                  <c:v>139.10532816569</c:v>
                </c:pt>
                <c:pt idx="14835">
                  <c:v>139.10538177490201</c:v>
                </c:pt>
                <c:pt idx="14836">
                  <c:v>139.105435384114</c:v>
                </c:pt>
                <c:pt idx="14837">
                  <c:v>139.10548899332599</c:v>
                </c:pt>
                <c:pt idx="14838">
                  <c:v>139.105542602539</c:v>
                </c:pt>
                <c:pt idx="14839">
                  <c:v>139.10559621175099</c:v>
                </c:pt>
                <c:pt idx="14840">
                  <c:v>139.10564982096301</c:v>
                </c:pt>
                <c:pt idx="14841">
                  <c:v>139.105703430175</c:v>
                </c:pt>
                <c:pt idx="14842">
                  <c:v>139.10575703938801</c:v>
                </c:pt>
                <c:pt idx="14843">
                  <c:v>139.1058106486</c:v>
                </c:pt>
                <c:pt idx="14844">
                  <c:v>139.10586425781199</c:v>
                </c:pt>
                <c:pt idx="14845">
                  <c:v>139.105917867024</c:v>
                </c:pt>
                <c:pt idx="14846">
                  <c:v>139.10597147623699</c:v>
                </c:pt>
                <c:pt idx="14847">
                  <c:v>139.10602508544901</c:v>
                </c:pt>
                <c:pt idx="14848">
                  <c:v>139.10607869466099</c:v>
                </c:pt>
                <c:pt idx="14849">
                  <c:v>139.10613230387301</c:v>
                </c:pt>
                <c:pt idx="14850">
                  <c:v>139.106185913085</c:v>
                </c:pt>
                <c:pt idx="14851">
                  <c:v>139.10623952229801</c:v>
                </c:pt>
                <c:pt idx="14852">
                  <c:v>139.10629313151</c:v>
                </c:pt>
                <c:pt idx="14853">
                  <c:v>139.10634674072199</c:v>
                </c:pt>
                <c:pt idx="14854">
                  <c:v>139.10640034993401</c:v>
                </c:pt>
                <c:pt idx="14855">
                  <c:v>139.10645395914699</c:v>
                </c:pt>
                <c:pt idx="14856">
                  <c:v>139.10650756835901</c:v>
                </c:pt>
                <c:pt idx="14857">
                  <c:v>139.106561177571</c:v>
                </c:pt>
                <c:pt idx="14858">
                  <c:v>139.10661478678301</c:v>
                </c:pt>
                <c:pt idx="14859">
                  <c:v>139.106668395996</c:v>
                </c:pt>
                <c:pt idx="14860">
                  <c:v>139.10672200520801</c:v>
                </c:pt>
                <c:pt idx="14861">
                  <c:v>139.10677561442</c:v>
                </c:pt>
                <c:pt idx="14862">
                  <c:v>139.10682922363199</c:v>
                </c:pt>
                <c:pt idx="14863">
                  <c:v>139.106882832845</c:v>
                </c:pt>
                <c:pt idx="14864">
                  <c:v>139.10693644205699</c:v>
                </c:pt>
                <c:pt idx="14865">
                  <c:v>139.10699005126901</c:v>
                </c:pt>
                <c:pt idx="14866">
                  <c:v>139.107043660481</c:v>
                </c:pt>
                <c:pt idx="14867">
                  <c:v>139.10709726969401</c:v>
                </c:pt>
                <c:pt idx="14868">
                  <c:v>139.107150878906</c:v>
                </c:pt>
                <c:pt idx="14869">
                  <c:v>139.10720448811799</c:v>
                </c:pt>
                <c:pt idx="14870">
                  <c:v>139.10725809733</c:v>
                </c:pt>
                <c:pt idx="14871">
                  <c:v>139.10731170654199</c:v>
                </c:pt>
                <c:pt idx="14872">
                  <c:v>139.107365315755</c:v>
                </c:pt>
                <c:pt idx="14873">
                  <c:v>139.10741892496699</c:v>
                </c:pt>
                <c:pt idx="14874">
                  <c:v>139.10747253417901</c:v>
                </c:pt>
                <c:pt idx="14875">
                  <c:v>139.107526143391</c:v>
                </c:pt>
                <c:pt idx="14876">
                  <c:v>139.10757975260401</c:v>
                </c:pt>
                <c:pt idx="14877">
                  <c:v>139.107633361816</c:v>
                </c:pt>
                <c:pt idx="14878">
                  <c:v>139.10768697102799</c:v>
                </c:pt>
                <c:pt idx="14879">
                  <c:v>139.10774058024001</c:v>
                </c:pt>
                <c:pt idx="14880">
                  <c:v>139.10779418945299</c:v>
                </c:pt>
                <c:pt idx="14881">
                  <c:v>139.10784779866501</c:v>
                </c:pt>
                <c:pt idx="14882">
                  <c:v>139.10790140787699</c:v>
                </c:pt>
                <c:pt idx="14883">
                  <c:v>139.10795501708901</c:v>
                </c:pt>
                <c:pt idx="14884">
                  <c:v>139.108008626302</c:v>
                </c:pt>
                <c:pt idx="14885">
                  <c:v>139.10806223551401</c:v>
                </c:pt>
                <c:pt idx="14886">
                  <c:v>139.108115844726</c:v>
                </c:pt>
                <c:pt idx="14887">
                  <c:v>139.10816945393799</c:v>
                </c:pt>
                <c:pt idx="14888">
                  <c:v>139.108223063151</c:v>
                </c:pt>
                <c:pt idx="14889">
                  <c:v>139.10827667236299</c:v>
                </c:pt>
                <c:pt idx="14890">
                  <c:v>139.10833028157501</c:v>
                </c:pt>
                <c:pt idx="14891">
                  <c:v>139.108383890787</c:v>
                </c:pt>
                <c:pt idx="14892">
                  <c:v>139.10843749999901</c:v>
                </c:pt>
                <c:pt idx="14893">
                  <c:v>139.108491109212</c:v>
                </c:pt>
                <c:pt idx="14894">
                  <c:v>139.10854471842401</c:v>
                </c:pt>
                <c:pt idx="14895">
                  <c:v>139.108598327636</c:v>
                </c:pt>
                <c:pt idx="14896">
                  <c:v>139.10865193684799</c:v>
                </c:pt>
                <c:pt idx="14897">
                  <c:v>139.108705546061</c:v>
                </c:pt>
                <c:pt idx="14898">
                  <c:v>139.10875915527299</c:v>
                </c:pt>
                <c:pt idx="14899">
                  <c:v>139.10881276448501</c:v>
                </c:pt>
                <c:pt idx="14900">
                  <c:v>139.108866373697</c:v>
                </c:pt>
                <c:pt idx="14901">
                  <c:v>139.10891998291001</c:v>
                </c:pt>
                <c:pt idx="14902">
                  <c:v>139.108973592122</c:v>
                </c:pt>
                <c:pt idx="14903">
                  <c:v>139.10902720133399</c:v>
                </c:pt>
                <c:pt idx="14904">
                  <c:v>139.109080810546</c:v>
                </c:pt>
                <c:pt idx="14905">
                  <c:v>139.10913441975899</c:v>
                </c:pt>
                <c:pt idx="14906">
                  <c:v>139.109188028971</c:v>
                </c:pt>
                <c:pt idx="14907">
                  <c:v>139.10924163818299</c:v>
                </c:pt>
                <c:pt idx="14908">
                  <c:v>139.10929524739501</c:v>
                </c:pt>
                <c:pt idx="14909">
                  <c:v>139.109348856607</c:v>
                </c:pt>
                <c:pt idx="14910">
                  <c:v>139.10940246582001</c:v>
                </c:pt>
                <c:pt idx="14911">
                  <c:v>139.109456075032</c:v>
                </c:pt>
                <c:pt idx="14912">
                  <c:v>139.10950968424399</c:v>
                </c:pt>
                <c:pt idx="14913">
                  <c:v>139.10956329345601</c:v>
                </c:pt>
                <c:pt idx="14914">
                  <c:v>139.10961690266899</c:v>
                </c:pt>
                <c:pt idx="14915">
                  <c:v>139.10967051188101</c:v>
                </c:pt>
                <c:pt idx="14916">
                  <c:v>139.109724121093</c:v>
                </c:pt>
                <c:pt idx="14917">
                  <c:v>139.10977773030501</c:v>
                </c:pt>
                <c:pt idx="14918">
                  <c:v>139.109831339518</c:v>
                </c:pt>
                <c:pt idx="14919">
                  <c:v>139.10988494873001</c:v>
                </c:pt>
                <c:pt idx="14920">
                  <c:v>139.109938557942</c:v>
                </c:pt>
                <c:pt idx="14921">
                  <c:v>139.10999216715399</c:v>
                </c:pt>
                <c:pt idx="14922">
                  <c:v>139.110045776367</c:v>
                </c:pt>
                <c:pt idx="14923">
                  <c:v>139.11009938557899</c:v>
                </c:pt>
                <c:pt idx="14924">
                  <c:v>139.11015299479101</c:v>
                </c:pt>
                <c:pt idx="14925">
                  <c:v>139.110206604003</c:v>
                </c:pt>
                <c:pt idx="14926">
                  <c:v>139.11026021321501</c:v>
                </c:pt>
                <c:pt idx="14927">
                  <c:v>139.110313822428</c:v>
                </c:pt>
                <c:pt idx="14928">
                  <c:v>139.11036743163999</c:v>
                </c:pt>
                <c:pt idx="14929">
                  <c:v>139.110421040852</c:v>
                </c:pt>
                <c:pt idx="14930">
                  <c:v>139.11047465006399</c:v>
                </c:pt>
                <c:pt idx="14931">
                  <c:v>139.110528259277</c:v>
                </c:pt>
                <c:pt idx="14932">
                  <c:v>139.11058186848899</c:v>
                </c:pt>
                <c:pt idx="14933">
                  <c:v>139.11063547770101</c:v>
                </c:pt>
                <c:pt idx="14934">
                  <c:v>139.110689086913</c:v>
                </c:pt>
                <c:pt idx="14935">
                  <c:v>139.11074269612601</c:v>
                </c:pt>
                <c:pt idx="14936">
                  <c:v>139.110796305338</c:v>
                </c:pt>
                <c:pt idx="14937">
                  <c:v>139.11084991454999</c:v>
                </c:pt>
                <c:pt idx="14938">
                  <c:v>139.110903523762</c:v>
                </c:pt>
                <c:pt idx="14939">
                  <c:v>139.11095713297499</c:v>
                </c:pt>
                <c:pt idx="14940">
                  <c:v>139.11101074218701</c:v>
                </c:pt>
                <c:pt idx="14941">
                  <c:v>139.11106435139899</c:v>
                </c:pt>
                <c:pt idx="14942">
                  <c:v>139.11111796061101</c:v>
                </c:pt>
                <c:pt idx="14943">
                  <c:v>139.11117156982399</c:v>
                </c:pt>
                <c:pt idx="14944">
                  <c:v>139.11122517903601</c:v>
                </c:pt>
                <c:pt idx="14945">
                  <c:v>139.111278788248</c:v>
                </c:pt>
                <c:pt idx="14946">
                  <c:v>139.11133239745999</c:v>
                </c:pt>
                <c:pt idx="14947">
                  <c:v>139.11138600667201</c:v>
                </c:pt>
                <c:pt idx="14948">
                  <c:v>139.11143961588499</c:v>
                </c:pt>
                <c:pt idx="14949">
                  <c:v>139.11149322509701</c:v>
                </c:pt>
                <c:pt idx="14950">
                  <c:v>139.111546834309</c:v>
                </c:pt>
                <c:pt idx="14951">
                  <c:v>139.11160044352101</c:v>
                </c:pt>
                <c:pt idx="14952">
                  <c:v>139.111654052734</c:v>
                </c:pt>
                <c:pt idx="14953">
                  <c:v>139.11170766194601</c:v>
                </c:pt>
                <c:pt idx="14954">
                  <c:v>139.111761271158</c:v>
                </c:pt>
                <c:pt idx="14955">
                  <c:v>139.11181488036999</c:v>
                </c:pt>
                <c:pt idx="14956">
                  <c:v>139.111868489583</c:v>
                </c:pt>
                <c:pt idx="14957">
                  <c:v>139.11192209879499</c:v>
                </c:pt>
                <c:pt idx="14958">
                  <c:v>139.11197570800701</c:v>
                </c:pt>
                <c:pt idx="14959">
                  <c:v>139.112029317219</c:v>
                </c:pt>
                <c:pt idx="14960">
                  <c:v>139.11208292643201</c:v>
                </c:pt>
                <c:pt idx="14961">
                  <c:v>139.112136535644</c:v>
                </c:pt>
                <c:pt idx="14962">
                  <c:v>139.11219014485599</c:v>
                </c:pt>
                <c:pt idx="14963">
                  <c:v>139.112243754068</c:v>
                </c:pt>
                <c:pt idx="14964">
                  <c:v>139.11229736327999</c:v>
                </c:pt>
                <c:pt idx="14965">
                  <c:v>139.112350972493</c:v>
                </c:pt>
                <c:pt idx="14966">
                  <c:v>139.11240458170499</c:v>
                </c:pt>
                <c:pt idx="14967">
                  <c:v>139.11245819091701</c:v>
                </c:pt>
                <c:pt idx="14968">
                  <c:v>139.112511800129</c:v>
                </c:pt>
                <c:pt idx="14969">
                  <c:v>139.11256540934201</c:v>
                </c:pt>
                <c:pt idx="14970">
                  <c:v>139.112619018554</c:v>
                </c:pt>
                <c:pt idx="14971">
                  <c:v>139.11267262776599</c:v>
                </c:pt>
                <c:pt idx="14972">
                  <c:v>139.11272623697801</c:v>
                </c:pt>
                <c:pt idx="14973">
                  <c:v>139.11277984619099</c:v>
                </c:pt>
                <c:pt idx="14974">
                  <c:v>139.11283345540301</c:v>
                </c:pt>
                <c:pt idx="14975">
                  <c:v>139.11288706461499</c:v>
                </c:pt>
                <c:pt idx="14976">
                  <c:v>139.11294067382701</c:v>
                </c:pt>
                <c:pt idx="14977">
                  <c:v>139.11299428304</c:v>
                </c:pt>
                <c:pt idx="14978">
                  <c:v>139.11304789225201</c:v>
                </c:pt>
                <c:pt idx="14979">
                  <c:v>139.113101501464</c:v>
                </c:pt>
                <c:pt idx="14980">
                  <c:v>139.11315511067599</c:v>
                </c:pt>
                <c:pt idx="14981">
                  <c:v>139.113208719889</c:v>
                </c:pt>
                <c:pt idx="14982">
                  <c:v>139.11326232910099</c:v>
                </c:pt>
                <c:pt idx="14983">
                  <c:v>139.11331593831301</c:v>
                </c:pt>
                <c:pt idx="14984">
                  <c:v>139.113369547525</c:v>
                </c:pt>
                <c:pt idx="14985">
                  <c:v>139.11342315673701</c:v>
                </c:pt>
                <c:pt idx="14986">
                  <c:v>139.11347676595</c:v>
                </c:pt>
                <c:pt idx="14987">
                  <c:v>139.11353037516199</c:v>
                </c:pt>
                <c:pt idx="14988">
                  <c:v>139.113583984374</c:v>
                </c:pt>
                <c:pt idx="14989">
                  <c:v>139.11363759358599</c:v>
                </c:pt>
                <c:pt idx="14990">
                  <c:v>139.113691202799</c:v>
                </c:pt>
                <c:pt idx="14991">
                  <c:v>139.11374481201099</c:v>
                </c:pt>
                <c:pt idx="14992">
                  <c:v>139.11379842122301</c:v>
                </c:pt>
                <c:pt idx="14993">
                  <c:v>139.113852030435</c:v>
                </c:pt>
                <c:pt idx="14994">
                  <c:v>139.11390563964801</c:v>
                </c:pt>
                <c:pt idx="14995">
                  <c:v>139.11395924886</c:v>
                </c:pt>
                <c:pt idx="14996">
                  <c:v>139.11401285807199</c:v>
                </c:pt>
                <c:pt idx="14997">
                  <c:v>139.114066467284</c:v>
                </c:pt>
                <c:pt idx="14998">
                  <c:v>139.11412007649699</c:v>
                </c:pt>
                <c:pt idx="14999">
                  <c:v>139.11417368570901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D9C-4B17-8CA0-D4DB9E3F33CA}"/>
            </c:ext>
          </c:extLst>
        </c:ser>
        <c:ser>
          <c:idx val="1"/>
          <c:order val="1"/>
          <c:tx>
            <c:strRef>
              <c:f>'RC-Model'!$C$1</c:f>
              <c:strCache>
                <c:ptCount val="1"/>
                <c:pt idx="0">
                  <c:v>T_pred [°C]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'RC-Model'!$A$2:$A$15001</c:f>
              <c:numCache>
                <c:formatCode>General</c:formatCode>
                <c:ptCount val="15000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  <c:pt idx="127">
                  <c:v>12.7</c:v>
                </c:pt>
                <c:pt idx="128">
                  <c:v>12.8</c:v>
                </c:pt>
                <c:pt idx="129">
                  <c:v>12.9</c:v>
                </c:pt>
                <c:pt idx="130">
                  <c:v>13</c:v>
                </c:pt>
                <c:pt idx="131">
                  <c:v>13.1</c:v>
                </c:pt>
                <c:pt idx="132">
                  <c:v>13.2</c:v>
                </c:pt>
                <c:pt idx="133">
                  <c:v>13.3</c:v>
                </c:pt>
                <c:pt idx="134">
                  <c:v>13.4</c:v>
                </c:pt>
                <c:pt idx="135">
                  <c:v>13.5</c:v>
                </c:pt>
                <c:pt idx="136">
                  <c:v>13.6</c:v>
                </c:pt>
                <c:pt idx="137">
                  <c:v>13.7</c:v>
                </c:pt>
                <c:pt idx="138">
                  <c:v>13.8</c:v>
                </c:pt>
                <c:pt idx="139">
                  <c:v>13.9</c:v>
                </c:pt>
                <c:pt idx="140">
                  <c:v>14</c:v>
                </c:pt>
                <c:pt idx="141">
                  <c:v>14.1</c:v>
                </c:pt>
                <c:pt idx="142">
                  <c:v>14.2</c:v>
                </c:pt>
                <c:pt idx="143">
                  <c:v>14.3</c:v>
                </c:pt>
                <c:pt idx="144">
                  <c:v>14.4</c:v>
                </c:pt>
                <c:pt idx="145">
                  <c:v>14.5</c:v>
                </c:pt>
                <c:pt idx="146">
                  <c:v>14.6</c:v>
                </c:pt>
                <c:pt idx="147">
                  <c:v>14.7</c:v>
                </c:pt>
                <c:pt idx="148">
                  <c:v>14.8</c:v>
                </c:pt>
                <c:pt idx="149">
                  <c:v>14.9</c:v>
                </c:pt>
                <c:pt idx="150">
                  <c:v>15</c:v>
                </c:pt>
                <c:pt idx="151">
                  <c:v>15.1</c:v>
                </c:pt>
                <c:pt idx="152">
                  <c:v>15.2</c:v>
                </c:pt>
                <c:pt idx="153">
                  <c:v>15.3</c:v>
                </c:pt>
                <c:pt idx="154">
                  <c:v>15.4</c:v>
                </c:pt>
                <c:pt idx="155">
                  <c:v>15.5</c:v>
                </c:pt>
                <c:pt idx="156">
                  <c:v>15.6</c:v>
                </c:pt>
                <c:pt idx="157">
                  <c:v>15.7</c:v>
                </c:pt>
                <c:pt idx="158">
                  <c:v>15.8</c:v>
                </c:pt>
                <c:pt idx="159">
                  <c:v>15.9</c:v>
                </c:pt>
                <c:pt idx="160">
                  <c:v>16</c:v>
                </c:pt>
                <c:pt idx="161">
                  <c:v>16.100000000000001</c:v>
                </c:pt>
                <c:pt idx="162">
                  <c:v>16.2</c:v>
                </c:pt>
                <c:pt idx="163">
                  <c:v>16.3</c:v>
                </c:pt>
                <c:pt idx="164">
                  <c:v>16.399999999999999</c:v>
                </c:pt>
                <c:pt idx="165">
                  <c:v>16.5</c:v>
                </c:pt>
                <c:pt idx="166">
                  <c:v>16.600000000000001</c:v>
                </c:pt>
                <c:pt idx="167">
                  <c:v>16.7</c:v>
                </c:pt>
                <c:pt idx="168">
                  <c:v>16.8</c:v>
                </c:pt>
                <c:pt idx="169">
                  <c:v>16.899999999999999</c:v>
                </c:pt>
                <c:pt idx="170">
                  <c:v>17</c:v>
                </c:pt>
                <c:pt idx="171">
                  <c:v>17.100000000000001</c:v>
                </c:pt>
                <c:pt idx="172">
                  <c:v>17.2</c:v>
                </c:pt>
                <c:pt idx="173">
                  <c:v>17.3</c:v>
                </c:pt>
                <c:pt idx="174">
                  <c:v>17.399999999999999</c:v>
                </c:pt>
                <c:pt idx="175">
                  <c:v>17.5</c:v>
                </c:pt>
                <c:pt idx="176">
                  <c:v>17.600000000000001</c:v>
                </c:pt>
                <c:pt idx="177">
                  <c:v>17.7</c:v>
                </c:pt>
                <c:pt idx="178">
                  <c:v>17.8</c:v>
                </c:pt>
                <c:pt idx="179">
                  <c:v>17.899999999999999</c:v>
                </c:pt>
                <c:pt idx="180">
                  <c:v>18</c:v>
                </c:pt>
                <c:pt idx="181">
                  <c:v>18.100000000000001</c:v>
                </c:pt>
                <c:pt idx="182">
                  <c:v>18.2</c:v>
                </c:pt>
                <c:pt idx="183">
                  <c:v>18.3</c:v>
                </c:pt>
                <c:pt idx="184">
                  <c:v>18.399999999999999</c:v>
                </c:pt>
                <c:pt idx="185">
                  <c:v>18.5</c:v>
                </c:pt>
                <c:pt idx="186">
                  <c:v>18.600000000000001</c:v>
                </c:pt>
                <c:pt idx="187">
                  <c:v>18.7</c:v>
                </c:pt>
                <c:pt idx="188">
                  <c:v>18.8</c:v>
                </c:pt>
                <c:pt idx="189">
                  <c:v>18.899999999999999</c:v>
                </c:pt>
                <c:pt idx="190">
                  <c:v>19</c:v>
                </c:pt>
                <c:pt idx="191">
                  <c:v>19.100000000000001</c:v>
                </c:pt>
                <c:pt idx="192">
                  <c:v>19.2</c:v>
                </c:pt>
                <c:pt idx="193">
                  <c:v>19.3</c:v>
                </c:pt>
                <c:pt idx="194">
                  <c:v>19.399999999999999</c:v>
                </c:pt>
                <c:pt idx="195">
                  <c:v>19.5</c:v>
                </c:pt>
                <c:pt idx="196">
                  <c:v>19.600000000000001</c:v>
                </c:pt>
                <c:pt idx="197">
                  <c:v>19.7</c:v>
                </c:pt>
                <c:pt idx="198">
                  <c:v>19.8</c:v>
                </c:pt>
                <c:pt idx="199">
                  <c:v>19.899999999999999</c:v>
                </c:pt>
                <c:pt idx="200">
                  <c:v>20</c:v>
                </c:pt>
                <c:pt idx="201">
                  <c:v>20.100000000000001</c:v>
                </c:pt>
                <c:pt idx="202">
                  <c:v>20.2</c:v>
                </c:pt>
                <c:pt idx="203">
                  <c:v>20.3</c:v>
                </c:pt>
                <c:pt idx="204">
                  <c:v>20.399999999999999</c:v>
                </c:pt>
                <c:pt idx="205">
                  <c:v>20.5</c:v>
                </c:pt>
                <c:pt idx="206">
                  <c:v>20.6</c:v>
                </c:pt>
                <c:pt idx="207">
                  <c:v>20.7</c:v>
                </c:pt>
                <c:pt idx="208">
                  <c:v>20.8</c:v>
                </c:pt>
                <c:pt idx="209">
                  <c:v>20.9</c:v>
                </c:pt>
                <c:pt idx="210">
                  <c:v>21</c:v>
                </c:pt>
                <c:pt idx="211">
                  <c:v>21.1</c:v>
                </c:pt>
                <c:pt idx="212">
                  <c:v>21.2</c:v>
                </c:pt>
                <c:pt idx="213">
                  <c:v>21.3</c:v>
                </c:pt>
                <c:pt idx="214">
                  <c:v>21.4</c:v>
                </c:pt>
                <c:pt idx="215">
                  <c:v>21.5</c:v>
                </c:pt>
                <c:pt idx="216">
                  <c:v>21.6</c:v>
                </c:pt>
                <c:pt idx="217">
                  <c:v>21.7</c:v>
                </c:pt>
                <c:pt idx="218">
                  <c:v>21.8</c:v>
                </c:pt>
                <c:pt idx="219">
                  <c:v>21.9</c:v>
                </c:pt>
                <c:pt idx="220">
                  <c:v>22</c:v>
                </c:pt>
                <c:pt idx="221">
                  <c:v>22.1</c:v>
                </c:pt>
                <c:pt idx="222">
                  <c:v>22.2</c:v>
                </c:pt>
                <c:pt idx="223">
                  <c:v>22.3</c:v>
                </c:pt>
                <c:pt idx="224">
                  <c:v>22.4</c:v>
                </c:pt>
                <c:pt idx="225">
                  <c:v>22.5</c:v>
                </c:pt>
                <c:pt idx="226">
                  <c:v>22.6</c:v>
                </c:pt>
                <c:pt idx="227">
                  <c:v>22.7</c:v>
                </c:pt>
                <c:pt idx="228">
                  <c:v>22.8</c:v>
                </c:pt>
                <c:pt idx="229">
                  <c:v>22.9</c:v>
                </c:pt>
                <c:pt idx="230">
                  <c:v>23</c:v>
                </c:pt>
                <c:pt idx="231">
                  <c:v>23.1</c:v>
                </c:pt>
                <c:pt idx="232">
                  <c:v>23.2</c:v>
                </c:pt>
                <c:pt idx="233">
                  <c:v>23.3</c:v>
                </c:pt>
                <c:pt idx="234">
                  <c:v>23.4</c:v>
                </c:pt>
                <c:pt idx="235">
                  <c:v>23.5</c:v>
                </c:pt>
                <c:pt idx="236">
                  <c:v>23.6</c:v>
                </c:pt>
                <c:pt idx="237">
                  <c:v>23.7</c:v>
                </c:pt>
                <c:pt idx="238">
                  <c:v>23.8</c:v>
                </c:pt>
                <c:pt idx="239">
                  <c:v>23.9</c:v>
                </c:pt>
                <c:pt idx="240">
                  <c:v>24</c:v>
                </c:pt>
                <c:pt idx="241">
                  <c:v>24.1</c:v>
                </c:pt>
                <c:pt idx="242">
                  <c:v>24.2</c:v>
                </c:pt>
                <c:pt idx="243">
                  <c:v>24.3</c:v>
                </c:pt>
                <c:pt idx="244">
                  <c:v>24.4</c:v>
                </c:pt>
                <c:pt idx="245">
                  <c:v>24.5</c:v>
                </c:pt>
                <c:pt idx="246">
                  <c:v>24.6</c:v>
                </c:pt>
                <c:pt idx="247">
                  <c:v>24.7</c:v>
                </c:pt>
                <c:pt idx="248">
                  <c:v>24.8</c:v>
                </c:pt>
                <c:pt idx="249">
                  <c:v>24.9</c:v>
                </c:pt>
                <c:pt idx="250">
                  <c:v>25</c:v>
                </c:pt>
                <c:pt idx="251">
                  <c:v>25.1</c:v>
                </c:pt>
                <c:pt idx="252">
                  <c:v>25.2</c:v>
                </c:pt>
                <c:pt idx="253">
                  <c:v>25.3</c:v>
                </c:pt>
                <c:pt idx="254">
                  <c:v>25.4</c:v>
                </c:pt>
                <c:pt idx="255">
                  <c:v>25.5</c:v>
                </c:pt>
                <c:pt idx="256">
                  <c:v>25.6</c:v>
                </c:pt>
                <c:pt idx="257">
                  <c:v>25.7</c:v>
                </c:pt>
                <c:pt idx="258">
                  <c:v>25.8</c:v>
                </c:pt>
                <c:pt idx="259">
                  <c:v>25.9</c:v>
                </c:pt>
                <c:pt idx="260">
                  <c:v>26</c:v>
                </c:pt>
                <c:pt idx="261">
                  <c:v>26.1</c:v>
                </c:pt>
                <c:pt idx="262">
                  <c:v>26.2</c:v>
                </c:pt>
                <c:pt idx="263">
                  <c:v>26.3</c:v>
                </c:pt>
                <c:pt idx="264">
                  <c:v>26.4</c:v>
                </c:pt>
                <c:pt idx="265">
                  <c:v>26.5</c:v>
                </c:pt>
                <c:pt idx="266">
                  <c:v>26.6</c:v>
                </c:pt>
                <c:pt idx="267">
                  <c:v>26.7</c:v>
                </c:pt>
                <c:pt idx="268">
                  <c:v>26.8</c:v>
                </c:pt>
                <c:pt idx="269">
                  <c:v>26.9</c:v>
                </c:pt>
                <c:pt idx="270">
                  <c:v>27</c:v>
                </c:pt>
                <c:pt idx="271">
                  <c:v>27.1</c:v>
                </c:pt>
                <c:pt idx="272">
                  <c:v>27.2</c:v>
                </c:pt>
                <c:pt idx="273">
                  <c:v>27.3</c:v>
                </c:pt>
                <c:pt idx="274">
                  <c:v>27.4</c:v>
                </c:pt>
                <c:pt idx="275">
                  <c:v>27.5</c:v>
                </c:pt>
                <c:pt idx="276">
                  <c:v>27.6</c:v>
                </c:pt>
                <c:pt idx="277">
                  <c:v>27.7</c:v>
                </c:pt>
                <c:pt idx="278">
                  <c:v>27.8</c:v>
                </c:pt>
                <c:pt idx="279">
                  <c:v>27.9</c:v>
                </c:pt>
                <c:pt idx="280">
                  <c:v>28</c:v>
                </c:pt>
                <c:pt idx="281">
                  <c:v>28.1</c:v>
                </c:pt>
                <c:pt idx="282">
                  <c:v>28.2</c:v>
                </c:pt>
                <c:pt idx="283">
                  <c:v>28.3</c:v>
                </c:pt>
                <c:pt idx="284">
                  <c:v>28.4</c:v>
                </c:pt>
                <c:pt idx="285">
                  <c:v>28.5</c:v>
                </c:pt>
                <c:pt idx="286">
                  <c:v>28.6</c:v>
                </c:pt>
                <c:pt idx="287">
                  <c:v>28.7</c:v>
                </c:pt>
                <c:pt idx="288">
                  <c:v>28.8</c:v>
                </c:pt>
                <c:pt idx="289">
                  <c:v>28.9</c:v>
                </c:pt>
                <c:pt idx="290">
                  <c:v>29</c:v>
                </c:pt>
                <c:pt idx="291">
                  <c:v>29.1</c:v>
                </c:pt>
                <c:pt idx="292">
                  <c:v>29.2</c:v>
                </c:pt>
                <c:pt idx="293">
                  <c:v>29.3</c:v>
                </c:pt>
                <c:pt idx="294">
                  <c:v>29.4</c:v>
                </c:pt>
                <c:pt idx="295">
                  <c:v>29.5</c:v>
                </c:pt>
                <c:pt idx="296">
                  <c:v>29.6</c:v>
                </c:pt>
                <c:pt idx="297">
                  <c:v>29.7</c:v>
                </c:pt>
                <c:pt idx="298">
                  <c:v>29.8</c:v>
                </c:pt>
                <c:pt idx="299">
                  <c:v>29.9</c:v>
                </c:pt>
                <c:pt idx="300">
                  <c:v>30</c:v>
                </c:pt>
                <c:pt idx="301">
                  <c:v>30.1</c:v>
                </c:pt>
                <c:pt idx="302">
                  <c:v>30.2</c:v>
                </c:pt>
                <c:pt idx="303">
                  <c:v>30.3</c:v>
                </c:pt>
                <c:pt idx="304">
                  <c:v>30.4</c:v>
                </c:pt>
                <c:pt idx="305">
                  <c:v>30.5</c:v>
                </c:pt>
                <c:pt idx="306">
                  <c:v>30.6</c:v>
                </c:pt>
                <c:pt idx="307">
                  <c:v>30.7</c:v>
                </c:pt>
                <c:pt idx="308">
                  <c:v>30.8</c:v>
                </c:pt>
                <c:pt idx="309">
                  <c:v>30.9</c:v>
                </c:pt>
                <c:pt idx="310">
                  <c:v>31</c:v>
                </c:pt>
                <c:pt idx="311">
                  <c:v>31.1</c:v>
                </c:pt>
                <c:pt idx="312">
                  <c:v>31.2</c:v>
                </c:pt>
                <c:pt idx="313">
                  <c:v>31.3</c:v>
                </c:pt>
                <c:pt idx="314">
                  <c:v>31.4</c:v>
                </c:pt>
                <c:pt idx="315">
                  <c:v>31.5</c:v>
                </c:pt>
                <c:pt idx="316">
                  <c:v>31.6</c:v>
                </c:pt>
                <c:pt idx="317">
                  <c:v>31.7</c:v>
                </c:pt>
                <c:pt idx="318">
                  <c:v>31.8</c:v>
                </c:pt>
                <c:pt idx="319">
                  <c:v>31.9</c:v>
                </c:pt>
                <c:pt idx="320">
                  <c:v>32</c:v>
                </c:pt>
                <c:pt idx="321">
                  <c:v>32.1</c:v>
                </c:pt>
                <c:pt idx="322">
                  <c:v>32.200000000000003</c:v>
                </c:pt>
                <c:pt idx="323">
                  <c:v>32.299999999999997</c:v>
                </c:pt>
                <c:pt idx="324">
                  <c:v>32.4</c:v>
                </c:pt>
                <c:pt idx="325">
                  <c:v>32.5</c:v>
                </c:pt>
                <c:pt idx="326">
                  <c:v>32.6</c:v>
                </c:pt>
                <c:pt idx="327">
                  <c:v>32.700000000000003</c:v>
                </c:pt>
                <c:pt idx="328">
                  <c:v>32.799999999999997</c:v>
                </c:pt>
                <c:pt idx="329">
                  <c:v>32.9</c:v>
                </c:pt>
                <c:pt idx="330">
                  <c:v>33</c:v>
                </c:pt>
                <c:pt idx="331">
                  <c:v>33.1</c:v>
                </c:pt>
                <c:pt idx="332">
                  <c:v>33.200000000000003</c:v>
                </c:pt>
                <c:pt idx="333">
                  <c:v>33.299999999999997</c:v>
                </c:pt>
                <c:pt idx="334">
                  <c:v>33.4</c:v>
                </c:pt>
                <c:pt idx="335">
                  <c:v>33.5</c:v>
                </c:pt>
                <c:pt idx="336">
                  <c:v>33.6</c:v>
                </c:pt>
                <c:pt idx="337">
                  <c:v>33.700000000000003</c:v>
                </c:pt>
                <c:pt idx="338">
                  <c:v>33.799999999999997</c:v>
                </c:pt>
                <c:pt idx="339">
                  <c:v>33.9</c:v>
                </c:pt>
                <c:pt idx="340">
                  <c:v>34</c:v>
                </c:pt>
                <c:pt idx="341">
                  <c:v>34.1</c:v>
                </c:pt>
                <c:pt idx="342">
                  <c:v>34.200000000000003</c:v>
                </c:pt>
                <c:pt idx="343">
                  <c:v>34.299999999999997</c:v>
                </c:pt>
                <c:pt idx="344">
                  <c:v>34.4</c:v>
                </c:pt>
                <c:pt idx="345">
                  <c:v>34.5</c:v>
                </c:pt>
                <c:pt idx="346">
                  <c:v>34.6</c:v>
                </c:pt>
                <c:pt idx="347">
                  <c:v>34.700000000000003</c:v>
                </c:pt>
                <c:pt idx="348">
                  <c:v>34.799999999999997</c:v>
                </c:pt>
                <c:pt idx="349">
                  <c:v>34.9</c:v>
                </c:pt>
                <c:pt idx="350">
                  <c:v>35</c:v>
                </c:pt>
                <c:pt idx="351">
                  <c:v>35.1</c:v>
                </c:pt>
                <c:pt idx="352">
                  <c:v>35.200000000000003</c:v>
                </c:pt>
                <c:pt idx="353">
                  <c:v>35.299999999999997</c:v>
                </c:pt>
                <c:pt idx="354">
                  <c:v>35.4</c:v>
                </c:pt>
                <c:pt idx="355">
                  <c:v>35.5</c:v>
                </c:pt>
                <c:pt idx="356">
                  <c:v>35.6</c:v>
                </c:pt>
                <c:pt idx="357">
                  <c:v>35.700000000000003</c:v>
                </c:pt>
                <c:pt idx="358">
                  <c:v>35.799999999999997</c:v>
                </c:pt>
                <c:pt idx="359">
                  <c:v>35.9</c:v>
                </c:pt>
                <c:pt idx="360">
                  <c:v>36</c:v>
                </c:pt>
                <c:pt idx="361">
                  <c:v>36.1</c:v>
                </c:pt>
                <c:pt idx="362">
                  <c:v>36.200000000000003</c:v>
                </c:pt>
                <c:pt idx="363">
                  <c:v>36.299999999999997</c:v>
                </c:pt>
                <c:pt idx="364">
                  <c:v>36.4</c:v>
                </c:pt>
                <c:pt idx="365">
                  <c:v>36.5</c:v>
                </c:pt>
                <c:pt idx="366">
                  <c:v>36.6</c:v>
                </c:pt>
                <c:pt idx="367">
                  <c:v>36.700000000000003</c:v>
                </c:pt>
                <c:pt idx="368">
                  <c:v>36.799999999999997</c:v>
                </c:pt>
                <c:pt idx="369">
                  <c:v>36.9</c:v>
                </c:pt>
                <c:pt idx="370">
                  <c:v>37</c:v>
                </c:pt>
                <c:pt idx="371">
                  <c:v>37.1</c:v>
                </c:pt>
                <c:pt idx="372">
                  <c:v>37.200000000000003</c:v>
                </c:pt>
                <c:pt idx="373">
                  <c:v>37.299999999999997</c:v>
                </c:pt>
                <c:pt idx="374">
                  <c:v>37.4</c:v>
                </c:pt>
                <c:pt idx="375">
                  <c:v>37.5</c:v>
                </c:pt>
                <c:pt idx="376">
                  <c:v>37.6</c:v>
                </c:pt>
                <c:pt idx="377">
                  <c:v>37.700000000000003</c:v>
                </c:pt>
                <c:pt idx="378">
                  <c:v>37.799999999999997</c:v>
                </c:pt>
                <c:pt idx="379">
                  <c:v>37.9</c:v>
                </c:pt>
                <c:pt idx="380">
                  <c:v>38</c:v>
                </c:pt>
                <c:pt idx="381">
                  <c:v>38.1</c:v>
                </c:pt>
                <c:pt idx="382">
                  <c:v>38.200000000000003</c:v>
                </c:pt>
                <c:pt idx="383">
                  <c:v>38.299999999999997</c:v>
                </c:pt>
                <c:pt idx="384">
                  <c:v>38.4</c:v>
                </c:pt>
                <c:pt idx="385">
                  <c:v>38.5</c:v>
                </c:pt>
                <c:pt idx="386">
                  <c:v>38.6</c:v>
                </c:pt>
                <c:pt idx="387">
                  <c:v>38.700000000000003</c:v>
                </c:pt>
                <c:pt idx="388">
                  <c:v>38.799999999999997</c:v>
                </c:pt>
                <c:pt idx="389">
                  <c:v>38.9</c:v>
                </c:pt>
                <c:pt idx="390">
                  <c:v>39</c:v>
                </c:pt>
                <c:pt idx="391">
                  <c:v>39.1</c:v>
                </c:pt>
                <c:pt idx="392">
                  <c:v>39.200000000000003</c:v>
                </c:pt>
                <c:pt idx="393">
                  <c:v>39.299999999999997</c:v>
                </c:pt>
                <c:pt idx="394">
                  <c:v>39.4</c:v>
                </c:pt>
                <c:pt idx="395">
                  <c:v>39.5</c:v>
                </c:pt>
                <c:pt idx="396">
                  <c:v>39.6</c:v>
                </c:pt>
                <c:pt idx="397">
                  <c:v>39.700000000000003</c:v>
                </c:pt>
                <c:pt idx="398">
                  <c:v>39.799999999999997</c:v>
                </c:pt>
                <c:pt idx="399">
                  <c:v>39.9</c:v>
                </c:pt>
                <c:pt idx="400">
                  <c:v>40</c:v>
                </c:pt>
                <c:pt idx="401">
                  <c:v>40.1</c:v>
                </c:pt>
                <c:pt idx="402">
                  <c:v>40.200000000000003</c:v>
                </c:pt>
                <c:pt idx="403">
                  <c:v>40.299999999999997</c:v>
                </c:pt>
                <c:pt idx="404">
                  <c:v>40.4</c:v>
                </c:pt>
                <c:pt idx="405">
                  <c:v>40.5</c:v>
                </c:pt>
                <c:pt idx="406">
                  <c:v>40.6</c:v>
                </c:pt>
                <c:pt idx="407">
                  <c:v>40.700000000000003</c:v>
                </c:pt>
                <c:pt idx="408">
                  <c:v>40.799999999999997</c:v>
                </c:pt>
                <c:pt idx="409">
                  <c:v>40.9</c:v>
                </c:pt>
                <c:pt idx="410">
                  <c:v>41</c:v>
                </c:pt>
                <c:pt idx="411">
                  <c:v>41.1</c:v>
                </c:pt>
                <c:pt idx="412">
                  <c:v>41.2</c:v>
                </c:pt>
                <c:pt idx="413">
                  <c:v>41.3</c:v>
                </c:pt>
                <c:pt idx="414">
                  <c:v>41.4</c:v>
                </c:pt>
                <c:pt idx="415">
                  <c:v>41.5</c:v>
                </c:pt>
                <c:pt idx="416">
                  <c:v>41.6</c:v>
                </c:pt>
                <c:pt idx="417">
                  <c:v>41.7</c:v>
                </c:pt>
                <c:pt idx="418">
                  <c:v>41.8</c:v>
                </c:pt>
                <c:pt idx="419">
                  <c:v>41.9</c:v>
                </c:pt>
                <c:pt idx="420">
                  <c:v>42</c:v>
                </c:pt>
                <c:pt idx="421">
                  <c:v>42.1</c:v>
                </c:pt>
                <c:pt idx="422">
                  <c:v>42.2</c:v>
                </c:pt>
                <c:pt idx="423">
                  <c:v>42.3</c:v>
                </c:pt>
                <c:pt idx="424">
                  <c:v>42.4</c:v>
                </c:pt>
                <c:pt idx="425">
                  <c:v>42.5</c:v>
                </c:pt>
                <c:pt idx="426">
                  <c:v>42.6</c:v>
                </c:pt>
                <c:pt idx="427">
                  <c:v>42.7</c:v>
                </c:pt>
                <c:pt idx="428">
                  <c:v>42.8</c:v>
                </c:pt>
                <c:pt idx="429">
                  <c:v>42.9</c:v>
                </c:pt>
                <c:pt idx="430">
                  <c:v>43</c:v>
                </c:pt>
                <c:pt idx="431">
                  <c:v>43.1</c:v>
                </c:pt>
                <c:pt idx="432">
                  <c:v>43.2</c:v>
                </c:pt>
                <c:pt idx="433">
                  <c:v>43.3</c:v>
                </c:pt>
                <c:pt idx="434">
                  <c:v>43.4</c:v>
                </c:pt>
                <c:pt idx="435">
                  <c:v>43.5</c:v>
                </c:pt>
                <c:pt idx="436">
                  <c:v>43.6</c:v>
                </c:pt>
                <c:pt idx="437">
                  <c:v>43.7</c:v>
                </c:pt>
                <c:pt idx="438">
                  <c:v>43.8</c:v>
                </c:pt>
                <c:pt idx="439">
                  <c:v>43.9</c:v>
                </c:pt>
                <c:pt idx="440">
                  <c:v>44</c:v>
                </c:pt>
                <c:pt idx="441">
                  <c:v>44.1</c:v>
                </c:pt>
                <c:pt idx="442">
                  <c:v>44.2</c:v>
                </c:pt>
                <c:pt idx="443">
                  <c:v>44.3</c:v>
                </c:pt>
                <c:pt idx="444">
                  <c:v>44.4</c:v>
                </c:pt>
                <c:pt idx="445">
                  <c:v>44.5</c:v>
                </c:pt>
                <c:pt idx="446">
                  <c:v>44.6</c:v>
                </c:pt>
                <c:pt idx="447">
                  <c:v>44.7</c:v>
                </c:pt>
                <c:pt idx="448">
                  <c:v>44.8</c:v>
                </c:pt>
                <c:pt idx="449">
                  <c:v>44.9</c:v>
                </c:pt>
                <c:pt idx="450">
                  <c:v>45</c:v>
                </c:pt>
                <c:pt idx="451">
                  <c:v>45.1</c:v>
                </c:pt>
                <c:pt idx="452">
                  <c:v>45.2</c:v>
                </c:pt>
                <c:pt idx="453">
                  <c:v>45.3</c:v>
                </c:pt>
                <c:pt idx="454">
                  <c:v>45.4</c:v>
                </c:pt>
                <c:pt idx="455">
                  <c:v>45.5</c:v>
                </c:pt>
                <c:pt idx="456">
                  <c:v>45.6</c:v>
                </c:pt>
                <c:pt idx="457">
                  <c:v>45.7</c:v>
                </c:pt>
                <c:pt idx="458">
                  <c:v>45.8</c:v>
                </c:pt>
                <c:pt idx="459">
                  <c:v>45.9</c:v>
                </c:pt>
                <c:pt idx="460">
                  <c:v>46</c:v>
                </c:pt>
                <c:pt idx="461">
                  <c:v>46.1</c:v>
                </c:pt>
                <c:pt idx="462">
                  <c:v>46.2</c:v>
                </c:pt>
                <c:pt idx="463">
                  <c:v>46.3</c:v>
                </c:pt>
                <c:pt idx="464">
                  <c:v>46.4</c:v>
                </c:pt>
                <c:pt idx="465">
                  <c:v>46.5</c:v>
                </c:pt>
                <c:pt idx="466">
                  <c:v>46.6</c:v>
                </c:pt>
                <c:pt idx="467">
                  <c:v>46.7</c:v>
                </c:pt>
                <c:pt idx="468">
                  <c:v>46.8</c:v>
                </c:pt>
                <c:pt idx="469">
                  <c:v>46.9</c:v>
                </c:pt>
                <c:pt idx="470">
                  <c:v>47</c:v>
                </c:pt>
                <c:pt idx="471">
                  <c:v>47.1</c:v>
                </c:pt>
                <c:pt idx="472">
                  <c:v>47.2</c:v>
                </c:pt>
                <c:pt idx="473">
                  <c:v>47.3</c:v>
                </c:pt>
                <c:pt idx="474">
                  <c:v>47.4</c:v>
                </c:pt>
                <c:pt idx="475">
                  <c:v>47.5</c:v>
                </c:pt>
                <c:pt idx="476">
                  <c:v>47.6</c:v>
                </c:pt>
                <c:pt idx="477">
                  <c:v>47.7</c:v>
                </c:pt>
                <c:pt idx="478">
                  <c:v>47.8</c:v>
                </c:pt>
                <c:pt idx="479">
                  <c:v>47.9</c:v>
                </c:pt>
                <c:pt idx="480">
                  <c:v>48</c:v>
                </c:pt>
                <c:pt idx="481">
                  <c:v>48.1</c:v>
                </c:pt>
                <c:pt idx="482">
                  <c:v>48.2</c:v>
                </c:pt>
                <c:pt idx="483">
                  <c:v>48.3</c:v>
                </c:pt>
                <c:pt idx="484">
                  <c:v>48.4</c:v>
                </c:pt>
                <c:pt idx="485">
                  <c:v>48.5</c:v>
                </c:pt>
                <c:pt idx="486">
                  <c:v>48.6</c:v>
                </c:pt>
                <c:pt idx="487">
                  <c:v>48.7</c:v>
                </c:pt>
                <c:pt idx="488">
                  <c:v>48.8</c:v>
                </c:pt>
                <c:pt idx="489">
                  <c:v>48.9</c:v>
                </c:pt>
                <c:pt idx="490">
                  <c:v>49</c:v>
                </c:pt>
                <c:pt idx="491">
                  <c:v>49.1</c:v>
                </c:pt>
                <c:pt idx="492">
                  <c:v>49.2</c:v>
                </c:pt>
                <c:pt idx="493">
                  <c:v>49.3</c:v>
                </c:pt>
                <c:pt idx="494">
                  <c:v>49.4</c:v>
                </c:pt>
                <c:pt idx="495">
                  <c:v>49.5</c:v>
                </c:pt>
                <c:pt idx="496">
                  <c:v>49.6</c:v>
                </c:pt>
                <c:pt idx="497">
                  <c:v>49.7</c:v>
                </c:pt>
                <c:pt idx="498">
                  <c:v>49.8</c:v>
                </c:pt>
                <c:pt idx="499">
                  <c:v>49.9</c:v>
                </c:pt>
                <c:pt idx="500">
                  <c:v>50</c:v>
                </c:pt>
                <c:pt idx="501">
                  <c:v>50.1</c:v>
                </c:pt>
                <c:pt idx="502">
                  <c:v>50.2</c:v>
                </c:pt>
                <c:pt idx="503">
                  <c:v>50.3</c:v>
                </c:pt>
                <c:pt idx="504">
                  <c:v>50.4</c:v>
                </c:pt>
                <c:pt idx="505">
                  <c:v>50.5</c:v>
                </c:pt>
                <c:pt idx="506">
                  <c:v>50.6</c:v>
                </c:pt>
                <c:pt idx="507">
                  <c:v>50.7</c:v>
                </c:pt>
                <c:pt idx="508">
                  <c:v>50.8</c:v>
                </c:pt>
                <c:pt idx="509">
                  <c:v>50.9</c:v>
                </c:pt>
                <c:pt idx="510">
                  <c:v>51</c:v>
                </c:pt>
                <c:pt idx="511">
                  <c:v>51.1</c:v>
                </c:pt>
                <c:pt idx="512">
                  <c:v>51.2</c:v>
                </c:pt>
                <c:pt idx="513">
                  <c:v>51.3</c:v>
                </c:pt>
                <c:pt idx="514">
                  <c:v>51.4</c:v>
                </c:pt>
                <c:pt idx="515">
                  <c:v>51.5</c:v>
                </c:pt>
                <c:pt idx="516">
                  <c:v>51.6</c:v>
                </c:pt>
                <c:pt idx="517">
                  <c:v>51.7</c:v>
                </c:pt>
                <c:pt idx="518">
                  <c:v>51.8</c:v>
                </c:pt>
                <c:pt idx="519">
                  <c:v>51.9</c:v>
                </c:pt>
                <c:pt idx="520">
                  <c:v>52</c:v>
                </c:pt>
                <c:pt idx="521">
                  <c:v>52.1</c:v>
                </c:pt>
                <c:pt idx="522">
                  <c:v>52.2</c:v>
                </c:pt>
                <c:pt idx="523">
                  <c:v>52.3</c:v>
                </c:pt>
                <c:pt idx="524">
                  <c:v>52.4</c:v>
                </c:pt>
                <c:pt idx="525">
                  <c:v>52.5</c:v>
                </c:pt>
                <c:pt idx="526">
                  <c:v>52.6</c:v>
                </c:pt>
                <c:pt idx="527">
                  <c:v>52.7</c:v>
                </c:pt>
                <c:pt idx="528">
                  <c:v>52.8</c:v>
                </c:pt>
                <c:pt idx="529">
                  <c:v>52.9</c:v>
                </c:pt>
                <c:pt idx="530">
                  <c:v>53</c:v>
                </c:pt>
                <c:pt idx="531">
                  <c:v>53.1</c:v>
                </c:pt>
                <c:pt idx="532">
                  <c:v>53.2</c:v>
                </c:pt>
                <c:pt idx="533">
                  <c:v>53.3</c:v>
                </c:pt>
                <c:pt idx="534">
                  <c:v>53.4</c:v>
                </c:pt>
                <c:pt idx="535">
                  <c:v>53.5</c:v>
                </c:pt>
                <c:pt idx="536">
                  <c:v>53.6</c:v>
                </c:pt>
                <c:pt idx="537">
                  <c:v>53.7</c:v>
                </c:pt>
                <c:pt idx="538">
                  <c:v>53.8</c:v>
                </c:pt>
                <c:pt idx="539">
                  <c:v>53.9</c:v>
                </c:pt>
                <c:pt idx="540">
                  <c:v>54</c:v>
                </c:pt>
                <c:pt idx="541">
                  <c:v>54.1</c:v>
                </c:pt>
                <c:pt idx="542">
                  <c:v>54.2</c:v>
                </c:pt>
                <c:pt idx="543">
                  <c:v>54.3</c:v>
                </c:pt>
                <c:pt idx="544">
                  <c:v>54.4</c:v>
                </c:pt>
                <c:pt idx="545">
                  <c:v>54.5</c:v>
                </c:pt>
                <c:pt idx="546">
                  <c:v>54.6</c:v>
                </c:pt>
                <c:pt idx="547">
                  <c:v>54.7</c:v>
                </c:pt>
                <c:pt idx="548">
                  <c:v>54.8</c:v>
                </c:pt>
                <c:pt idx="549">
                  <c:v>54.9</c:v>
                </c:pt>
                <c:pt idx="550">
                  <c:v>55</c:v>
                </c:pt>
                <c:pt idx="551">
                  <c:v>55.1</c:v>
                </c:pt>
                <c:pt idx="552">
                  <c:v>55.2</c:v>
                </c:pt>
                <c:pt idx="553">
                  <c:v>55.3</c:v>
                </c:pt>
                <c:pt idx="554">
                  <c:v>55.4</c:v>
                </c:pt>
                <c:pt idx="555">
                  <c:v>55.5</c:v>
                </c:pt>
                <c:pt idx="556">
                  <c:v>55.6</c:v>
                </c:pt>
                <c:pt idx="557">
                  <c:v>55.7</c:v>
                </c:pt>
                <c:pt idx="558">
                  <c:v>55.8</c:v>
                </c:pt>
                <c:pt idx="559">
                  <c:v>55.9</c:v>
                </c:pt>
                <c:pt idx="560">
                  <c:v>56</c:v>
                </c:pt>
                <c:pt idx="561">
                  <c:v>56.1</c:v>
                </c:pt>
                <c:pt idx="562">
                  <c:v>56.2</c:v>
                </c:pt>
                <c:pt idx="563">
                  <c:v>56.3</c:v>
                </c:pt>
                <c:pt idx="564">
                  <c:v>56.4</c:v>
                </c:pt>
                <c:pt idx="565">
                  <c:v>56.5</c:v>
                </c:pt>
                <c:pt idx="566">
                  <c:v>56.6</c:v>
                </c:pt>
                <c:pt idx="567">
                  <c:v>56.7</c:v>
                </c:pt>
                <c:pt idx="568">
                  <c:v>56.8</c:v>
                </c:pt>
                <c:pt idx="569">
                  <c:v>56.9</c:v>
                </c:pt>
                <c:pt idx="570">
                  <c:v>57</c:v>
                </c:pt>
                <c:pt idx="571">
                  <c:v>57.1</c:v>
                </c:pt>
                <c:pt idx="572">
                  <c:v>57.2</c:v>
                </c:pt>
                <c:pt idx="573">
                  <c:v>57.3</c:v>
                </c:pt>
                <c:pt idx="574">
                  <c:v>57.4</c:v>
                </c:pt>
                <c:pt idx="575">
                  <c:v>57.5</c:v>
                </c:pt>
                <c:pt idx="576">
                  <c:v>57.6</c:v>
                </c:pt>
                <c:pt idx="577">
                  <c:v>57.7</c:v>
                </c:pt>
                <c:pt idx="578">
                  <c:v>57.8</c:v>
                </c:pt>
                <c:pt idx="579">
                  <c:v>57.9</c:v>
                </c:pt>
                <c:pt idx="580">
                  <c:v>58</c:v>
                </c:pt>
                <c:pt idx="581">
                  <c:v>58.1</c:v>
                </c:pt>
                <c:pt idx="582">
                  <c:v>58.2</c:v>
                </c:pt>
                <c:pt idx="583">
                  <c:v>58.3</c:v>
                </c:pt>
                <c:pt idx="584">
                  <c:v>58.4</c:v>
                </c:pt>
                <c:pt idx="585">
                  <c:v>58.5</c:v>
                </c:pt>
                <c:pt idx="586">
                  <c:v>58.6</c:v>
                </c:pt>
                <c:pt idx="587">
                  <c:v>58.7</c:v>
                </c:pt>
                <c:pt idx="588">
                  <c:v>58.8</c:v>
                </c:pt>
                <c:pt idx="589">
                  <c:v>58.9</c:v>
                </c:pt>
                <c:pt idx="590">
                  <c:v>59</c:v>
                </c:pt>
                <c:pt idx="591">
                  <c:v>59.1</c:v>
                </c:pt>
                <c:pt idx="592">
                  <c:v>59.2</c:v>
                </c:pt>
                <c:pt idx="593">
                  <c:v>59.3</c:v>
                </c:pt>
                <c:pt idx="594">
                  <c:v>59.4</c:v>
                </c:pt>
                <c:pt idx="595">
                  <c:v>59.5</c:v>
                </c:pt>
                <c:pt idx="596">
                  <c:v>59.6</c:v>
                </c:pt>
                <c:pt idx="597">
                  <c:v>59.7</c:v>
                </c:pt>
                <c:pt idx="598">
                  <c:v>59.8</c:v>
                </c:pt>
                <c:pt idx="599">
                  <c:v>59.9</c:v>
                </c:pt>
                <c:pt idx="600">
                  <c:v>60</c:v>
                </c:pt>
                <c:pt idx="601">
                  <c:v>60.1</c:v>
                </c:pt>
                <c:pt idx="602">
                  <c:v>60.2</c:v>
                </c:pt>
                <c:pt idx="603">
                  <c:v>60.3</c:v>
                </c:pt>
                <c:pt idx="604">
                  <c:v>60.4</c:v>
                </c:pt>
                <c:pt idx="605">
                  <c:v>60.5</c:v>
                </c:pt>
                <c:pt idx="606">
                  <c:v>60.6</c:v>
                </c:pt>
                <c:pt idx="607">
                  <c:v>60.7</c:v>
                </c:pt>
                <c:pt idx="608">
                  <c:v>60.8</c:v>
                </c:pt>
                <c:pt idx="609">
                  <c:v>60.9</c:v>
                </c:pt>
                <c:pt idx="610">
                  <c:v>61</c:v>
                </c:pt>
                <c:pt idx="611">
                  <c:v>61.1</c:v>
                </c:pt>
                <c:pt idx="612">
                  <c:v>61.2</c:v>
                </c:pt>
                <c:pt idx="613">
                  <c:v>61.3</c:v>
                </c:pt>
                <c:pt idx="614">
                  <c:v>61.4</c:v>
                </c:pt>
                <c:pt idx="615">
                  <c:v>61.5</c:v>
                </c:pt>
                <c:pt idx="616">
                  <c:v>61.6</c:v>
                </c:pt>
                <c:pt idx="617">
                  <c:v>61.7</c:v>
                </c:pt>
                <c:pt idx="618">
                  <c:v>61.8</c:v>
                </c:pt>
                <c:pt idx="619">
                  <c:v>61.9</c:v>
                </c:pt>
                <c:pt idx="620">
                  <c:v>62</c:v>
                </c:pt>
                <c:pt idx="621">
                  <c:v>62.1</c:v>
                </c:pt>
                <c:pt idx="622">
                  <c:v>62.2</c:v>
                </c:pt>
                <c:pt idx="623">
                  <c:v>62.3</c:v>
                </c:pt>
                <c:pt idx="624">
                  <c:v>62.4</c:v>
                </c:pt>
                <c:pt idx="625">
                  <c:v>62.5</c:v>
                </c:pt>
                <c:pt idx="626">
                  <c:v>62.6</c:v>
                </c:pt>
                <c:pt idx="627">
                  <c:v>62.7</c:v>
                </c:pt>
                <c:pt idx="628">
                  <c:v>62.8</c:v>
                </c:pt>
                <c:pt idx="629">
                  <c:v>62.9</c:v>
                </c:pt>
                <c:pt idx="630">
                  <c:v>63</c:v>
                </c:pt>
                <c:pt idx="631">
                  <c:v>63.1</c:v>
                </c:pt>
                <c:pt idx="632">
                  <c:v>63.2</c:v>
                </c:pt>
                <c:pt idx="633">
                  <c:v>63.3</c:v>
                </c:pt>
                <c:pt idx="634">
                  <c:v>63.4</c:v>
                </c:pt>
                <c:pt idx="635">
                  <c:v>63.5</c:v>
                </c:pt>
                <c:pt idx="636">
                  <c:v>63.6</c:v>
                </c:pt>
                <c:pt idx="637">
                  <c:v>63.7</c:v>
                </c:pt>
                <c:pt idx="638">
                  <c:v>63.8</c:v>
                </c:pt>
                <c:pt idx="639">
                  <c:v>63.9</c:v>
                </c:pt>
                <c:pt idx="640">
                  <c:v>64</c:v>
                </c:pt>
                <c:pt idx="641">
                  <c:v>64.099999999999994</c:v>
                </c:pt>
                <c:pt idx="642">
                  <c:v>64.2</c:v>
                </c:pt>
                <c:pt idx="643">
                  <c:v>64.3</c:v>
                </c:pt>
                <c:pt idx="644">
                  <c:v>64.400000000000006</c:v>
                </c:pt>
                <c:pt idx="645">
                  <c:v>64.5</c:v>
                </c:pt>
                <c:pt idx="646">
                  <c:v>64.599999999999994</c:v>
                </c:pt>
                <c:pt idx="647">
                  <c:v>64.7</c:v>
                </c:pt>
                <c:pt idx="648">
                  <c:v>64.8</c:v>
                </c:pt>
                <c:pt idx="649">
                  <c:v>64.900000000000006</c:v>
                </c:pt>
                <c:pt idx="650">
                  <c:v>65</c:v>
                </c:pt>
                <c:pt idx="651">
                  <c:v>65.099999999999994</c:v>
                </c:pt>
                <c:pt idx="652">
                  <c:v>65.2</c:v>
                </c:pt>
                <c:pt idx="653">
                  <c:v>65.3</c:v>
                </c:pt>
                <c:pt idx="654">
                  <c:v>65.400000000000006</c:v>
                </c:pt>
                <c:pt idx="655">
                  <c:v>65.5</c:v>
                </c:pt>
                <c:pt idx="656">
                  <c:v>65.599999999999994</c:v>
                </c:pt>
                <c:pt idx="657">
                  <c:v>65.7</c:v>
                </c:pt>
                <c:pt idx="658">
                  <c:v>65.8</c:v>
                </c:pt>
                <c:pt idx="659">
                  <c:v>65.900000000000006</c:v>
                </c:pt>
                <c:pt idx="660">
                  <c:v>66</c:v>
                </c:pt>
                <c:pt idx="661">
                  <c:v>66.099999999999994</c:v>
                </c:pt>
                <c:pt idx="662">
                  <c:v>66.2</c:v>
                </c:pt>
                <c:pt idx="663">
                  <c:v>66.3</c:v>
                </c:pt>
                <c:pt idx="664">
                  <c:v>66.400000000000006</c:v>
                </c:pt>
                <c:pt idx="665">
                  <c:v>66.5</c:v>
                </c:pt>
                <c:pt idx="666">
                  <c:v>66.599999999999994</c:v>
                </c:pt>
                <c:pt idx="667">
                  <c:v>66.7</c:v>
                </c:pt>
                <c:pt idx="668">
                  <c:v>66.8</c:v>
                </c:pt>
                <c:pt idx="669">
                  <c:v>66.900000000000006</c:v>
                </c:pt>
                <c:pt idx="670">
                  <c:v>67</c:v>
                </c:pt>
                <c:pt idx="671">
                  <c:v>67.099999999999994</c:v>
                </c:pt>
                <c:pt idx="672">
                  <c:v>67.2</c:v>
                </c:pt>
                <c:pt idx="673">
                  <c:v>67.3</c:v>
                </c:pt>
                <c:pt idx="674">
                  <c:v>67.400000000000006</c:v>
                </c:pt>
                <c:pt idx="675">
                  <c:v>67.5</c:v>
                </c:pt>
                <c:pt idx="676">
                  <c:v>67.599999999999994</c:v>
                </c:pt>
                <c:pt idx="677">
                  <c:v>67.7</c:v>
                </c:pt>
                <c:pt idx="678">
                  <c:v>67.8</c:v>
                </c:pt>
                <c:pt idx="679">
                  <c:v>67.900000000000006</c:v>
                </c:pt>
                <c:pt idx="680">
                  <c:v>68</c:v>
                </c:pt>
                <c:pt idx="681">
                  <c:v>68.099999999999994</c:v>
                </c:pt>
                <c:pt idx="682">
                  <c:v>68.2</c:v>
                </c:pt>
                <c:pt idx="683">
                  <c:v>68.3</c:v>
                </c:pt>
                <c:pt idx="684">
                  <c:v>68.400000000000006</c:v>
                </c:pt>
                <c:pt idx="685">
                  <c:v>68.5</c:v>
                </c:pt>
                <c:pt idx="686">
                  <c:v>68.599999999999994</c:v>
                </c:pt>
                <c:pt idx="687">
                  <c:v>68.7</c:v>
                </c:pt>
                <c:pt idx="688">
                  <c:v>68.8</c:v>
                </c:pt>
                <c:pt idx="689">
                  <c:v>68.900000000000006</c:v>
                </c:pt>
                <c:pt idx="690">
                  <c:v>69</c:v>
                </c:pt>
                <c:pt idx="691">
                  <c:v>69.099999999999994</c:v>
                </c:pt>
                <c:pt idx="692">
                  <c:v>69.2</c:v>
                </c:pt>
                <c:pt idx="693">
                  <c:v>69.3</c:v>
                </c:pt>
                <c:pt idx="694">
                  <c:v>69.400000000000006</c:v>
                </c:pt>
                <c:pt idx="695">
                  <c:v>69.5</c:v>
                </c:pt>
                <c:pt idx="696">
                  <c:v>69.599999999999994</c:v>
                </c:pt>
                <c:pt idx="697">
                  <c:v>69.7</c:v>
                </c:pt>
                <c:pt idx="698">
                  <c:v>69.8</c:v>
                </c:pt>
                <c:pt idx="699">
                  <c:v>69.900000000000006</c:v>
                </c:pt>
                <c:pt idx="700">
                  <c:v>70</c:v>
                </c:pt>
                <c:pt idx="701">
                  <c:v>70.099999999999994</c:v>
                </c:pt>
                <c:pt idx="702">
                  <c:v>70.2</c:v>
                </c:pt>
                <c:pt idx="703">
                  <c:v>70.3</c:v>
                </c:pt>
                <c:pt idx="704">
                  <c:v>70.400000000000006</c:v>
                </c:pt>
                <c:pt idx="705">
                  <c:v>70.5</c:v>
                </c:pt>
                <c:pt idx="706">
                  <c:v>70.599999999999994</c:v>
                </c:pt>
                <c:pt idx="707">
                  <c:v>70.7</c:v>
                </c:pt>
                <c:pt idx="708">
                  <c:v>70.8</c:v>
                </c:pt>
                <c:pt idx="709">
                  <c:v>70.900000000000006</c:v>
                </c:pt>
                <c:pt idx="710">
                  <c:v>71</c:v>
                </c:pt>
                <c:pt idx="711">
                  <c:v>71.099999999999994</c:v>
                </c:pt>
                <c:pt idx="712">
                  <c:v>71.2</c:v>
                </c:pt>
                <c:pt idx="713">
                  <c:v>71.3</c:v>
                </c:pt>
                <c:pt idx="714">
                  <c:v>71.400000000000006</c:v>
                </c:pt>
                <c:pt idx="715">
                  <c:v>71.5</c:v>
                </c:pt>
                <c:pt idx="716">
                  <c:v>71.599999999999994</c:v>
                </c:pt>
                <c:pt idx="717">
                  <c:v>71.7</c:v>
                </c:pt>
                <c:pt idx="718">
                  <c:v>71.8</c:v>
                </c:pt>
                <c:pt idx="719">
                  <c:v>71.900000000000006</c:v>
                </c:pt>
                <c:pt idx="720">
                  <c:v>72</c:v>
                </c:pt>
                <c:pt idx="721">
                  <c:v>72.099999999999994</c:v>
                </c:pt>
                <c:pt idx="722">
                  <c:v>72.2</c:v>
                </c:pt>
                <c:pt idx="723">
                  <c:v>72.3</c:v>
                </c:pt>
                <c:pt idx="724">
                  <c:v>72.400000000000006</c:v>
                </c:pt>
                <c:pt idx="725">
                  <c:v>72.5</c:v>
                </c:pt>
                <c:pt idx="726">
                  <c:v>72.599999999999994</c:v>
                </c:pt>
                <c:pt idx="727">
                  <c:v>72.7</c:v>
                </c:pt>
                <c:pt idx="728">
                  <c:v>72.8</c:v>
                </c:pt>
                <c:pt idx="729">
                  <c:v>72.900000000000006</c:v>
                </c:pt>
                <c:pt idx="730">
                  <c:v>73</c:v>
                </c:pt>
                <c:pt idx="731">
                  <c:v>73.099999999999994</c:v>
                </c:pt>
                <c:pt idx="732">
                  <c:v>73.2</c:v>
                </c:pt>
                <c:pt idx="733">
                  <c:v>73.3</c:v>
                </c:pt>
                <c:pt idx="734">
                  <c:v>73.400000000000006</c:v>
                </c:pt>
                <c:pt idx="735">
                  <c:v>73.5</c:v>
                </c:pt>
                <c:pt idx="736">
                  <c:v>73.599999999999994</c:v>
                </c:pt>
                <c:pt idx="737">
                  <c:v>73.7</c:v>
                </c:pt>
                <c:pt idx="738">
                  <c:v>73.8</c:v>
                </c:pt>
                <c:pt idx="739">
                  <c:v>73.900000000000006</c:v>
                </c:pt>
                <c:pt idx="740">
                  <c:v>74</c:v>
                </c:pt>
                <c:pt idx="741">
                  <c:v>74.099999999999994</c:v>
                </c:pt>
                <c:pt idx="742">
                  <c:v>74.2</c:v>
                </c:pt>
                <c:pt idx="743">
                  <c:v>74.3</c:v>
                </c:pt>
                <c:pt idx="744">
                  <c:v>74.400000000000006</c:v>
                </c:pt>
                <c:pt idx="745">
                  <c:v>74.5</c:v>
                </c:pt>
                <c:pt idx="746">
                  <c:v>74.599999999999994</c:v>
                </c:pt>
                <c:pt idx="747">
                  <c:v>74.7</c:v>
                </c:pt>
                <c:pt idx="748">
                  <c:v>74.8</c:v>
                </c:pt>
                <c:pt idx="749">
                  <c:v>74.900000000000006</c:v>
                </c:pt>
                <c:pt idx="750">
                  <c:v>75</c:v>
                </c:pt>
                <c:pt idx="751">
                  <c:v>75.099999999999994</c:v>
                </c:pt>
                <c:pt idx="752">
                  <c:v>75.2</c:v>
                </c:pt>
                <c:pt idx="753">
                  <c:v>75.3</c:v>
                </c:pt>
                <c:pt idx="754">
                  <c:v>75.400000000000006</c:v>
                </c:pt>
                <c:pt idx="755">
                  <c:v>75.5</c:v>
                </c:pt>
                <c:pt idx="756">
                  <c:v>75.599999999999994</c:v>
                </c:pt>
                <c:pt idx="757">
                  <c:v>75.7</c:v>
                </c:pt>
                <c:pt idx="758">
                  <c:v>75.8</c:v>
                </c:pt>
                <c:pt idx="759">
                  <c:v>75.900000000000006</c:v>
                </c:pt>
                <c:pt idx="760">
                  <c:v>76</c:v>
                </c:pt>
                <c:pt idx="761">
                  <c:v>76.099999999999994</c:v>
                </c:pt>
                <c:pt idx="762">
                  <c:v>76.2</c:v>
                </c:pt>
                <c:pt idx="763">
                  <c:v>76.3</c:v>
                </c:pt>
                <c:pt idx="764">
                  <c:v>76.400000000000006</c:v>
                </c:pt>
                <c:pt idx="765">
                  <c:v>76.5</c:v>
                </c:pt>
                <c:pt idx="766">
                  <c:v>76.599999999999994</c:v>
                </c:pt>
                <c:pt idx="767">
                  <c:v>76.7</c:v>
                </c:pt>
                <c:pt idx="768">
                  <c:v>76.8</c:v>
                </c:pt>
                <c:pt idx="769">
                  <c:v>76.900000000000006</c:v>
                </c:pt>
                <c:pt idx="770">
                  <c:v>77</c:v>
                </c:pt>
                <c:pt idx="771">
                  <c:v>77.099999999999994</c:v>
                </c:pt>
                <c:pt idx="772">
                  <c:v>77.2</c:v>
                </c:pt>
                <c:pt idx="773">
                  <c:v>77.3</c:v>
                </c:pt>
                <c:pt idx="774">
                  <c:v>77.400000000000006</c:v>
                </c:pt>
                <c:pt idx="775">
                  <c:v>77.5</c:v>
                </c:pt>
                <c:pt idx="776">
                  <c:v>77.599999999999994</c:v>
                </c:pt>
                <c:pt idx="777">
                  <c:v>77.7</c:v>
                </c:pt>
                <c:pt idx="778">
                  <c:v>77.8</c:v>
                </c:pt>
                <c:pt idx="779">
                  <c:v>77.900000000000006</c:v>
                </c:pt>
                <c:pt idx="780">
                  <c:v>78</c:v>
                </c:pt>
                <c:pt idx="781">
                  <c:v>78.099999999999994</c:v>
                </c:pt>
                <c:pt idx="782">
                  <c:v>78.2</c:v>
                </c:pt>
                <c:pt idx="783">
                  <c:v>78.3</c:v>
                </c:pt>
                <c:pt idx="784">
                  <c:v>78.400000000000006</c:v>
                </c:pt>
                <c:pt idx="785">
                  <c:v>78.5</c:v>
                </c:pt>
                <c:pt idx="786">
                  <c:v>78.599999999999994</c:v>
                </c:pt>
                <c:pt idx="787">
                  <c:v>78.7</c:v>
                </c:pt>
                <c:pt idx="788">
                  <c:v>78.8</c:v>
                </c:pt>
                <c:pt idx="789">
                  <c:v>78.900000000000006</c:v>
                </c:pt>
                <c:pt idx="790">
                  <c:v>79</c:v>
                </c:pt>
                <c:pt idx="791">
                  <c:v>79.099999999999994</c:v>
                </c:pt>
                <c:pt idx="792">
                  <c:v>79.2</c:v>
                </c:pt>
                <c:pt idx="793">
                  <c:v>79.3</c:v>
                </c:pt>
                <c:pt idx="794">
                  <c:v>79.400000000000006</c:v>
                </c:pt>
                <c:pt idx="795">
                  <c:v>79.5</c:v>
                </c:pt>
                <c:pt idx="796">
                  <c:v>79.599999999999994</c:v>
                </c:pt>
                <c:pt idx="797">
                  <c:v>79.7</c:v>
                </c:pt>
                <c:pt idx="798">
                  <c:v>79.8</c:v>
                </c:pt>
                <c:pt idx="799">
                  <c:v>79.900000000000006</c:v>
                </c:pt>
                <c:pt idx="800">
                  <c:v>80</c:v>
                </c:pt>
                <c:pt idx="801">
                  <c:v>80.099999999999994</c:v>
                </c:pt>
                <c:pt idx="802">
                  <c:v>80.2</c:v>
                </c:pt>
                <c:pt idx="803">
                  <c:v>80.3</c:v>
                </c:pt>
                <c:pt idx="804">
                  <c:v>80.400000000000006</c:v>
                </c:pt>
                <c:pt idx="805">
                  <c:v>80.5</c:v>
                </c:pt>
                <c:pt idx="806">
                  <c:v>80.599999999999994</c:v>
                </c:pt>
                <c:pt idx="807">
                  <c:v>80.7</c:v>
                </c:pt>
                <c:pt idx="808">
                  <c:v>80.8</c:v>
                </c:pt>
                <c:pt idx="809">
                  <c:v>80.900000000000006</c:v>
                </c:pt>
                <c:pt idx="810">
                  <c:v>81</c:v>
                </c:pt>
                <c:pt idx="811">
                  <c:v>81.099999999999994</c:v>
                </c:pt>
                <c:pt idx="812">
                  <c:v>81.2</c:v>
                </c:pt>
                <c:pt idx="813">
                  <c:v>81.3</c:v>
                </c:pt>
                <c:pt idx="814">
                  <c:v>81.400000000000006</c:v>
                </c:pt>
                <c:pt idx="815">
                  <c:v>81.5</c:v>
                </c:pt>
                <c:pt idx="816">
                  <c:v>81.599999999999994</c:v>
                </c:pt>
                <c:pt idx="817">
                  <c:v>81.7</c:v>
                </c:pt>
                <c:pt idx="818">
                  <c:v>81.8</c:v>
                </c:pt>
                <c:pt idx="819">
                  <c:v>81.900000000000006</c:v>
                </c:pt>
                <c:pt idx="820">
                  <c:v>82</c:v>
                </c:pt>
                <c:pt idx="821">
                  <c:v>82.1</c:v>
                </c:pt>
                <c:pt idx="822">
                  <c:v>82.2</c:v>
                </c:pt>
                <c:pt idx="823">
                  <c:v>82.3</c:v>
                </c:pt>
                <c:pt idx="824">
                  <c:v>82.4</c:v>
                </c:pt>
                <c:pt idx="825">
                  <c:v>82.5</c:v>
                </c:pt>
                <c:pt idx="826">
                  <c:v>82.6</c:v>
                </c:pt>
                <c:pt idx="827">
                  <c:v>82.7</c:v>
                </c:pt>
                <c:pt idx="828">
                  <c:v>82.8</c:v>
                </c:pt>
                <c:pt idx="829">
                  <c:v>82.9</c:v>
                </c:pt>
                <c:pt idx="830">
                  <c:v>83</c:v>
                </c:pt>
                <c:pt idx="831">
                  <c:v>83.1</c:v>
                </c:pt>
                <c:pt idx="832">
                  <c:v>83.2</c:v>
                </c:pt>
                <c:pt idx="833">
                  <c:v>83.3</c:v>
                </c:pt>
                <c:pt idx="834">
                  <c:v>83.4</c:v>
                </c:pt>
                <c:pt idx="835">
                  <c:v>83.5</c:v>
                </c:pt>
                <c:pt idx="836">
                  <c:v>83.6</c:v>
                </c:pt>
                <c:pt idx="837">
                  <c:v>83.7</c:v>
                </c:pt>
                <c:pt idx="838">
                  <c:v>83.8</c:v>
                </c:pt>
                <c:pt idx="839">
                  <c:v>83.9</c:v>
                </c:pt>
                <c:pt idx="840">
                  <c:v>84</c:v>
                </c:pt>
                <c:pt idx="841">
                  <c:v>84.1</c:v>
                </c:pt>
                <c:pt idx="842">
                  <c:v>84.2</c:v>
                </c:pt>
                <c:pt idx="843">
                  <c:v>84.3</c:v>
                </c:pt>
                <c:pt idx="844">
                  <c:v>84.4</c:v>
                </c:pt>
                <c:pt idx="845">
                  <c:v>84.5</c:v>
                </c:pt>
                <c:pt idx="846">
                  <c:v>84.6</c:v>
                </c:pt>
                <c:pt idx="847">
                  <c:v>84.7</c:v>
                </c:pt>
                <c:pt idx="848">
                  <c:v>84.8</c:v>
                </c:pt>
                <c:pt idx="849">
                  <c:v>84.9</c:v>
                </c:pt>
                <c:pt idx="850">
                  <c:v>85</c:v>
                </c:pt>
                <c:pt idx="851">
                  <c:v>85.1</c:v>
                </c:pt>
                <c:pt idx="852">
                  <c:v>85.2</c:v>
                </c:pt>
                <c:pt idx="853">
                  <c:v>85.3</c:v>
                </c:pt>
                <c:pt idx="854">
                  <c:v>85.4</c:v>
                </c:pt>
                <c:pt idx="855">
                  <c:v>85.5</c:v>
                </c:pt>
                <c:pt idx="856">
                  <c:v>85.6</c:v>
                </c:pt>
                <c:pt idx="857">
                  <c:v>85.7</c:v>
                </c:pt>
                <c:pt idx="858">
                  <c:v>85.8</c:v>
                </c:pt>
                <c:pt idx="859">
                  <c:v>85.9</c:v>
                </c:pt>
                <c:pt idx="860">
                  <c:v>86</c:v>
                </c:pt>
                <c:pt idx="861">
                  <c:v>86.1</c:v>
                </c:pt>
                <c:pt idx="862">
                  <c:v>86.2</c:v>
                </c:pt>
                <c:pt idx="863">
                  <c:v>86.3</c:v>
                </c:pt>
                <c:pt idx="864">
                  <c:v>86.4</c:v>
                </c:pt>
                <c:pt idx="865">
                  <c:v>86.5</c:v>
                </c:pt>
                <c:pt idx="866">
                  <c:v>86.6</c:v>
                </c:pt>
                <c:pt idx="867">
                  <c:v>86.7</c:v>
                </c:pt>
                <c:pt idx="868">
                  <c:v>86.8</c:v>
                </c:pt>
                <c:pt idx="869">
                  <c:v>86.9</c:v>
                </c:pt>
                <c:pt idx="870">
                  <c:v>87</c:v>
                </c:pt>
                <c:pt idx="871">
                  <c:v>87.1</c:v>
                </c:pt>
                <c:pt idx="872">
                  <c:v>87.2</c:v>
                </c:pt>
                <c:pt idx="873">
                  <c:v>87.3</c:v>
                </c:pt>
                <c:pt idx="874">
                  <c:v>87.4</c:v>
                </c:pt>
                <c:pt idx="875">
                  <c:v>87.5</c:v>
                </c:pt>
                <c:pt idx="876">
                  <c:v>87.6</c:v>
                </c:pt>
                <c:pt idx="877">
                  <c:v>87.7</c:v>
                </c:pt>
                <c:pt idx="878">
                  <c:v>87.8</c:v>
                </c:pt>
                <c:pt idx="879">
                  <c:v>87.9</c:v>
                </c:pt>
                <c:pt idx="880">
                  <c:v>88</c:v>
                </c:pt>
                <c:pt idx="881">
                  <c:v>88.1</c:v>
                </c:pt>
                <c:pt idx="882">
                  <c:v>88.2</c:v>
                </c:pt>
                <c:pt idx="883">
                  <c:v>88.3</c:v>
                </c:pt>
                <c:pt idx="884">
                  <c:v>88.4</c:v>
                </c:pt>
                <c:pt idx="885">
                  <c:v>88.5</c:v>
                </c:pt>
                <c:pt idx="886">
                  <c:v>88.6</c:v>
                </c:pt>
                <c:pt idx="887">
                  <c:v>88.7</c:v>
                </c:pt>
                <c:pt idx="888">
                  <c:v>88.8</c:v>
                </c:pt>
                <c:pt idx="889">
                  <c:v>88.9</c:v>
                </c:pt>
                <c:pt idx="890">
                  <c:v>89</c:v>
                </c:pt>
                <c:pt idx="891">
                  <c:v>89.1</c:v>
                </c:pt>
                <c:pt idx="892">
                  <c:v>89.2</c:v>
                </c:pt>
                <c:pt idx="893">
                  <c:v>89.3</c:v>
                </c:pt>
                <c:pt idx="894">
                  <c:v>89.4</c:v>
                </c:pt>
                <c:pt idx="895">
                  <c:v>89.5</c:v>
                </c:pt>
                <c:pt idx="896">
                  <c:v>89.6</c:v>
                </c:pt>
                <c:pt idx="897">
                  <c:v>89.7</c:v>
                </c:pt>
                <c:pt idx="898">
                  <c:v>89.8</c:v>
                </c:pt>
                <c:pt idx="899">
                  <c:v>89.9</c:v>
                </c:pt>
                <c:pt idx="900">
                  <c:v>90</c:v>
                </c:pt>
                <c:pt idx="901">
                  <c:v>90.1</c:v>
                </c:pt>
                <c:pt idx="902">
                  <c:v>90.2</c:v>
                </c:pt>
                <c:pt idx="903">
                  <c:v>90.3</c:v>
                </c:pt>
                <c:pt idx="904">
                  <c:v>90.4</c:v>
                </c:pt>
                <c:pt idx="905">
                  <c:v>90.5</c:v>
                </c:pt>
                <c:pt idx="906">
                  <c:v>90.6</c:v>
                </c:pt>
                <c:pt idx="907">
                  <c:v>90.7</c:v>
                </c:pt>
                <c:pt idx="908">
                  <c:v>90.8</c:v>
                </c:pt>
                <c:pt idx="909">
                  <c:v>90.9</c:v>
                </c:pt>
                <c:pt idx="910">
                  <c:v>91</c:v>
                </c:pt>
                <c:pt idx="911">
                  <c:v>91.1</c:v>
                </c:pt>
                <c:pt idx="912">
                  <c:v>91.2</c:v>
                </c:pt>
                <c:pt idx="913">
                  <c:v>91.3</c:v>
                </c:pt>
                <c:pt idx="914">
                  <c:v>91.4</c:v>
                </c:pt>
                <c:pt idx="915">
                  <c:v>91.5</c:v>
                </c:pt>
                <c:pt idx="916">
                  <c:v>91.6</c:v>
                </c:pt>
                <c:pt idx="917">
                  <c:v>91.7</c:v>
                </c:pt>
                <c:pt idx="918">
                  <c:v>91.8</c:v>
                </c:pt>
                <c:pt idx="919">
                  <c:v>91.9</c:v>
                </c:pt>
                <c:pt idx="920">
                  <c:v>92</c:v>
                </c:pt>
                <c:pt idx="921">
                  <c:v>92.1</c:v>
                </c:pt>
                <c:pt idx="922">
                  <c:v>92.2</c:v>
                </c:pt>
                <c:pt idx="923">
                  <c:v>92.3</c:v>
                </c:pt>
                <c:pt idx="924">
                  <c:v>92.4</c:v>
                </c:pt>
                <c:pt idx="925">
                  <c:v>92.5</c:v>
                </c:pt>
                <c:pt idx="926">
                  <c:v>92.6</c:v>
                </c:pt>
                <c:pt idx="927">
                  <c:v>92.7</c:v>
                </c:pt>
                <c:pt idx="928">
                  <c:v>92.8</c:v>
                </c:pt>
                <c:pt idx="929">
                  <c:v>92.9</c:v>
                </c:pt>
                <c:pt idx="930">
                  <c:v>93</c:v>
                </c:pt>
                <c:pt idx="931">
                  <c:v>93.1</c:v>
                </c:pt>
                <c:pt idx="932">
                  <c:v>93.2</c:v>
                </c:pt>
                <c:pt idx="933">
                  <c:v>93.3</c:v>
                </c:pt>
                <c:pt idx="934">
                  <c:v>93.4</c:v>
                </c:pt>
                <c:pt idx="935">
                  <c:v>93.5</c:v>
                </c:pt>
                <c:pt idx="936">
                  <c:v>93.6</c:v>
                </c:pt>
                <c:pt idx="937">
                  <c:v>93.7</c:v>
                </c:pt>
                <c:pt idx="938">
                  <c:v>93.8</c:v>
                </c:pt>
                <c:pt idx="939">
                  <c:v>93.9</c:v>
                </c:pt>
                <c:pt idx="940">
                  <c:v>94</c:v>
                </c:pt>
                <c:pt idx="941">
                  <c:v>94.1</c:v>
                </c:pt>
                <c:pt idx="942">
                  <c:v>94.2</c:v>
                </c:pt>
                <c:pt idx="943">
                  <c:v>94.3</c:v>
                </c:pt>
                <c:pt idx="944">
                  <c:v>94.4</c:v>
                </c:pt>
                <c:pt idx="945">
                  <c:v>94.5</c:v>
                </c:pt>
                <c:pt idx="946">
                  <c:v>94.6</c:v>
                </c:pt>
                <c:pt idx="947">
                  <c:v>94.7</c:v>
                </c:pt>
                <c:pt idx="948">
                  <c:v>94.8</c:v>
                </c:pt>
                <c:pt idx="949">
                  <c:v>94.9</c:v>
                </c:pt>
                <c:pt idx="950">
                  <c:v>95</c:v>
                </c:pt>
                <c:pt idx="951">
                  <c:v>95.1</c:v>
                </c:pt>
                <c:pt idx="952">
                  <c:v>95.2</c:v>
                </c:pt>
                <c:pt idx="953">
                  <c:v>95.3</c:v>
                </c:pt>
                <c:pt idx="954">
                  <c:v>95.4</c:v>
                </c:pt>
                <c:pt idx="955">
                  <c:v>95.5</c:v>
                </c:pt>
                <c:pt idx="956">
                  <c:v>95.6</c:v>
                </c:pt>
                <c:pt idx="957">
                  <c:v>95.7</c:v>
                </c:pt>
                <c:pt idx="958">
                  <c:v>95.8</c:v>
                </c:pt>
                <c:pt idx="959">
                  <c:v>95.9</c:v>
                </c:pt>
                <c:pt idx="960">
                  <c:v>96</c:v>
                </c:pt>
                <c:pt idx="961">
                  <c:v>96.1</c:v>
                </c:pt>
                <c:pt idx="962">
                  <c:v>96.2</c:v>
                </c:pt>
                <c:pt idx="963">
                  <c:v>96.3</c:v>
                </c:pt>
                <c:pt idx="964">
                  <c:v>96.4</c:v>
                </c:pt>
                <c:pt idx="965">
                  <c:v>96.5</c:v>
                </c:pt>
                <c:pt idx="966">
                  <c:v>96.6</c:v>
                </c:pt>
                <c:pt idx="967">
                  <c:v>96.7</c:v>
                </c:pt>
                <c:pt idx="968">
                  <c:v>96.8</c:v>
                </c:pt>
                <c:pt idx="969">
                  <c:v>96.9</c:v>
                </c:pt>
                <c:pt idx="970">
                  <c:v>97</c:v>
                </c:pt>
                <c:pt idx="971">
                  <c:v>97.1</c:v>
                </c:pt>
                <c:pt idx="972">
                  <c:v>97.2</c:v>
                </c:pt>
                <c:pt idx="973">
                  <c:v>97.3</c:v>
                </c:pt>
                <c:pt idx="974">
                  <c:v>97.4</c:v>
                </c:pt>
                <c:pt idx="975">
                  <c:v>97.5</c:v>
                </c:pt>
                <c:pt idx="976">
                  <c:v>97.6</c:v>
                </c:pt>
                <c:pt idx="977">
                  <c:v>97.7</c:v>
                </c:pt>
                <c:pt idx="978">
                  <c:v>97.8</c:v>
                </c:pt>
                <c:pt idx="979">
                  <c:v>97.9</c:v>
                </c:pt>
                <c:pt idx="980">
                  <c:v>98</c:v>
                </c:pt>
                <c:pt idx="981">
                  <c:v>98.1</c:v>
                </c:pt>
                <c:pt idx="982">
                  <c:v>98.2</c:v>
                </c:pt>
                <c:pt idx="983">
                  <c:v>98.3</c:v>
                </c:pt>
                <c:pt idx="984">
                  <c:v>98.4</c:v>
                </c:pt>
                <c:pt idx="985">
                  <c:v>98.5</c:v>
                </c:pt>
                <c:pt idx="986">
                  <c:v>98.6</c:v>
                </c:pt>
                <c:pt idx="987">
                  <c:v>98.7</c:v>
                </c:pt>
                <c:pt idx="988">
                  <c:v>98.8</c:v>
                </c:pt>
                <c:pt idx="989">
                  <c:v>98.9</c:v>
                </c:pt>
                <c:pt idx="990">
                  <c:v>99</c:v>
                </c:pt>
                <c:pt idx="991">
                  <c:v>99.1</c:v>
                </c:pt>
                <c:pt idx="992">
                  <c:v>99.2</c:v>
                </c:pt>
                <c:pt idx="993">
                  <c:v>99.3</c:v>
                </c:pt>
                <c:pt idx="994">
                  <c:v>99.4</c:v>
                </c:pt>
                <c:pt idx="995">
                  <c:v>99.5</c:v>
                </c:pt>
                <c:pt idx="996">
                  <c:v>99.6</c:v>
                </c:pt>
                <c:pt idx="997">
                  <c:v>99.7</c:v>
                </c:pt>
                <c:pt idx="998">
                  <c:v>99.8</c:v>
                </c:pt>
                <c:pt idx="999">
                  <c:v>99.9</c:v>
                </c:pt>
                <c:pt idx="1000">
                  <c:v>100</c:v>
                </c:pt>
                <c:pt idx="1001">
                  <c:v>100.1</c:v>
                </c:pt>
                <c:pt idx="1002">
                  <c:v>100.2</c:v>
                </c:pt>
                <c:pt idx="1003">
                  <c:v>100.3</c:v>
                </c:pt>
                <c:pt idx="1004">
                  <c:v>100.4</c:v>
                </c:pt>
                <c:pt idx="1005">
                  <c:v>100.5</c:v>
                </c:pt>
                <c:pt idx="1006">
                  <c:v>100.6</c:v>
                </c:pt>
                <c:pt idx="1007">
                  <c:v>100.7</c:v>
                </c:pt>
                <c:pt idx="1008">
                  <c:v>100.8</c:v>
                </c:pt>
                <c:pt idx="1009">
                  <c:v>100.9</c:v>
                </c:pt>
                <c:pt idx="1010">
                  <c:v>101</c:v>
                </c:pt>
                <c:pt idx="1011">
                  <c:v>101.1</c:v>
                </c:pt>
                <c:pt idx="1012">
                  <c:v>101.2</c:v>
                </c:pt>
                <c:pt idx="1013">
                  <c:v>101.3</c:v>
                </c:pt>
                <c:pt idx="1014">
                  <c:v>101.4</c:v>
                </c:pt>
                <c:pt idx="1015">
                  <c:v>101.5</c:v>
                </c:pt>
                <c:pt idx="1016">
                  <c:v>101.6</c:v>
                </c:pt>
                <c:pt idx="1017">
                  <c:v>101.7</c:v>
                </c:pt>
                <c:pt idx="1018">
                  <c:v>101.8</c:v>
                </c:pt>
                <c:pt idx="1019">
                  <c:v>101.9</c:v>
                </c:pt>
                <c:pt idx="1020">
                  <c:v>102</c:v>
                </c:pt>
                <c:pt idx="1021">
                  <c:v>102.1</c:v>
                </c:pt>
                <c:pt idx="1022">
                  <c:v>102.2</c:v>
                </c:pt>
                <c:pt idx="1023">
                  <c:v>102.3</c:v>
                </c:pt>
                <c:pt idx="1024">
                  <c:v>102.4</c:v>
                </c:pt>
                <c:pt idx="1025">
                  <c:v>102.5</c:v>
                </c:pt>
                <c:pt idx="1026">
                  <c:v>102.6</c:v>
                </c:pt>
                <c:pt idx="1027">
                  <c:v>102.7</c:v>
                </c:pt>
                <c:pt idx="1028">
                  <c:v>102.8</c:v>
                </c:pt>
                <c:pt idx="1029">
                  <c:v>102.9</c:v>
                </c:pt>
                <c:pt idx="1030">
                  <c:v>103</c:v>
                </c:pt>
                <c:pt idx="1031">
                  <c:v>103.1</c:v>
                </c:pt>
                <c:pt idx="1032">
                  <c:v>103.2</c:v>
                </c:pt>
                <c:pt idx="1033">
                  <c:v>103.3</c:v>
                </c:pt>
                <c:pt idx="1034">
                  <c:v>103.4</c:v>
                </c:pt>
                <c:pt idx="1035">
                  <c:v>103.5</c:v>
                </c:pt>
                <c:pt idx="1036">
                  <c:v>103.6</c:v>
                </c:pt>
                <c:pt idx="1037">
                  <c:v>103.7</c:v>
                </c:pt>
                <c:pt idx="1038">
                  <c:v>103.8</c:v>
                </c:pt>
                <c:pt idx="1039">
                  <c:v>103.9</c:v>
                </c:pt>
                <c:pt idx="1040">
                  <c:v>104</c:v>
                </c:pt>
                <c:pt idx="1041">
                  <c:v>104.1</c:v>
                </c:pt>
                <c:pt idx="1042">
                  <c:v>104.2</c:v>
                </c:pt>
                <c:pt idx="1043">
                  <c:v>104.3</c:v>
                </c:pt>
                <c:pt idx="1044">
                  <c:v>104.4</c:v>
                </c:pt>
                <c:pt idx="1045">
                  <c:v>104.5</c:v>
                </c:pt>
                <c:pt idx="1046">
                  <c:v>104.6</c:v>
                </c:pt>
                <c:pt idx="1047">
                  <c:v>104.7</c:v>
                </c:pt>
                <c:pt idx="1048">
                  <c:v>104.8</c:v>
                </c:pt>
                <c:pt idx="1049">
                  <c:v>104.9</c:v>
                </c:pt>
                <c:pt idx="1050">
                  <c:v>105</c:v>
                </c:pt>
                <c:pt idx="1051">
                  <c:v>105.1</c:v>
                </c:pt>
                <c:pt idx="1052">
                  <c:v>105.2</c:v>
                </c:pt>
                <c:pt idx="1053">
                  <c:v>105.3</c:v>
                </c:pt>
                <c:pt idx="1054">
                  <c:v>105.4</c:v>
                </c:pt>
                <c:pt idx="1055">
                  <c:v>105.5</c:v>
                </c:pt>
                <c:pt idx="1056">
                  <c:v>105.6</c:v>
                </c:pt>
                <c:pt idx="1057">
                  <c:v>105.7</c:v>
                </c:pt>
                <c:pt idx="1058">
                  <c:v>105.8</c:v>
                </c:pt>
                <c:pt idx="1059">
                  <c:v>105.9</c:v>
                </c:pt>
                <c:pt idx="1060">
                  <c:v>106</c:v>
                </c:pt>
                <c:pt idx="1061">
                  <c:v>106.1</c:v>
                </c:pt>
                <c:pt idx="1062">
                  <c:v>106.2</c:v>
                </c:pt>
                <c:pt idx="1063">
                  <c:v>106.3</c:v>
                </c:pt>
                <c:pt idx="1064">
                  <c:v>106.4</c:v>
                </c:pt>
                <c:pt idx="1065">
                  <c:v>106.5</c:v>
                </c:pt>
                <c:pt idx="1066">
                  <c:v>106.6</c:v>
                </c:pt>
                <c:pt idx="1067">
                  <c:v>106.7</c:v>
                </c:pt>
                <c:pt idx="1068">
                  <c:v>106.8</c:v>
                </c:pt>
                <c:pt idx="1069">
                  <c:v>106.9</c:v>
                </c:pt>
                <c:pt idx="1070">
                  <c:v>107</c:v>
                </c:pt>
                <c:pt idx="1071">
                  <c:v>107.1</c:v>
                </c:pt>
                <c:pt idx="1072">
                  <c:v>107.2</c:v>
                </c:pt>
                <c:pt idx="1073">
                  <c:v>107.3</c:v>
                </c:pt>
                <c:pt idx="1074">
                  <c:v>107.4</c:v>
                </c:pt>
                <c:pt idx="1075">
                  <c:v>107.5</c:v>
                </c:pt>
                <c:pt idx="1076">
                  <c:v>107.6</c:v>
                </c:pt>
                <c:pt idx="1077">
                  <c:v>107.7</c:v>
                </c:pt>
                <c:pt idx="1078">
                  <c:v>107.8</c:v>
                </c:pt>
                <c:pt idx="1079">
                  <c:v>107.9</c:v>
                </c:pt>
                <c:pt idx="1080">
                  <c:v>108</c:v>
                </c:pt>
                <c:pt idx="1081">
                  <c:v>108.1</c:v>
                </c:pt>
                <c:pt idx="1082">
                  <c:v>108.2</c:v>
                </c:pt>
                <c:pt idx="1083">
                  <c:v>108.3</c:v>
                </c:pt>
                <c:pt idx="1084">
                  <c:v>108.4</c:v>
                </c:pt>
                <c:pt idx="1085">
                  <c:v>108.5</c:v>
                </c:pt>
                <c:pt idx="1086">
                  <c:v>108.6</c:v>
                </c:pt>
                <c:pt idx="1087">
                  <c:v>108.7</c:v>
                </c:pt>
                <c:pt idx="1088">
                  <c:v>108.8</c:v>
                </c:pt>
                <c:pt idx="1089">
                  <c:v>108.9</c:v>
                </c:pt>
                <c:pt idx="1090">
                  <c:v>109</c:v>
                </c:pt>
                <c:pt idx="1091">
                  <c:v>109.1</c:v>
                </c:pt>
                <c:pt idx="1092">
                  <c:v>109.2</c:v>
                </c:pt>
                <c:pt idx="1093">
                  <c:v>109.3</c:v>
                </c:pt>
                <c:pt idx="1094">
                  <c:v>109.4</c:v>
                </c:pt>
                <c:pt idx="1095">
                  <c:v>109.5</c:v>
                </c:pt>
                <c:pt idx="1096">
                  <c:v>109.6</c:v>
                </c:pt>
                <c:pt idx="1097">
                  <c:v>109.7</c:v>
                </c:pt>
                <c:pt idx="1098">
                  <c:v>109.8</c:v>
                </c:pt>
                <c:pt idx="1099">
                  <c:v>109.9</c:v>
                </c:pt>
                <c:pt idx="1100">
                  <c:v>110</c:v>
                </c:pt>
                <c:pt idx="1101">
                  <c:v>110.1</c:v>
                </c:pt>
                <c:pt idx="1102">
                  <c:v>110.2</c:v>
                </c:pt>
                <c:pt idx="1103">
                  <c:v>110.3</c:v>
                </c:pt>
                <c:pt idx="1104">
                  <c:v>110.4</c:v>
                </c:pt>
                <c:pt idx="1105">
                  <c:v>110.5</c:v>
                </c:pt>
                <c:pt idx="1106">
                  <c:v>110.6</c:v>
                </c:pt>
                <c:pt idx="1107">
                  <c:v>110.7</c:v>
                </c:pt>
                <c:pt idx="1108">
                  <c:v>110.8</c:v>
                </c:pt>
                <c:pt idx="1109">
                  <c:v>110.9</c:v>
                </c:pt>
                <c:pt idx="1110">
                  <c:v>111</c:v>
                </c:pt>
                <c:pt idx="1111">
                  <c:v>111.1</c:v>
                </c:pt>
                <c:pt idx="1112">
                  <c:v>111.2</c:v>
                </c:pt>
                <c:pt idx="1113">
                  <c:v>111.3</c:v>
                </c:pt>
                <c:pt idx="1114">
                  <c:v>111.4</c:v>
                </c:pt>
                <c:pt idx="1115">
                  <c:v>111.5</c:v>
                </c:pt>
                <c:pt idx="1116">
                  <c:v>111.6</c:v>
                </c:pt>
                <c:pt idx="1117">
                  <c:v>111.7</c:v>
                </c:pt>
                <c:pt idx="1118">
                  <c:v>111.8</c:v>
                </c:pt>
                <c:pt idx="1119">
                  <c:v>111.9</c:v>
                </c:pt>
                <c:pt idx="1120">
                  <c:v>112</c:v>
                </c:pt>
                <c:pt idx="1121">
                  <c:v>112.1</c:v>
                </c:pt>
                <c:pt idx="1122">
                  <c:v>112.2</c:v>
                </c:pt>
                <c:pt idx="1123">
                  <c:v>112.3</c:v>
                </c:pt>
                <c:pt idx="1124">
                  <c:v>112.4</c:v>
                </c:pt>
                <c:pt idx="1125">
                  <c:v>112.5</c:v>
                </c:pt>
                <c:pt idx="1126">
                  <c:v>112.6</c:v>
                </c:pt>
                <c:pt idx="1127">
                  <c:v>112.7</c:v>
                </c:pt>
                <c:pt idx="1128">
                  <c:v>112.8</c:v>
                </c:pt>
                <c:pt idx="1129">
                  <c:v>112.9</c:v>
                </c:pt>
                <c:pt idx="1130">
                  <c:v>113</c:v>
                </c:pt>
                <c:pt idx="1131">
                  <c:v>113.1</c:v>
                </c:pt>
                <c:pt idx="1132">
                  <c:v>113.2</c:v>
                </c:pt>
                <c:pt idx="1133">
                  <c:v>113.3</c:v>
                </c:pt>
                <c:pt idx="1134">
                  <c:v>113.4</c:v>
                </c:pt>
                <c:pt idx="1135">
                  <c:v>113.5</c:v>
                </c:pt>
                <c:pt idx="1136">
                  <c:v>113.6</c:v>
                </c:pt>
                <c:pt idx="1137">
                  <c:v>113.7</c:v>
                </c:pt>
                <c:pt idx="1138">
                  <c:v>113.8</c:v>
                </c:pt>
                <c:pt idx="1139">
                  <c:v>113.9</c:v>
                </c:pt>
                <c:pt idx="1140">
                  <c:v>114</c:v>
                </c:pt>
                <c:pt idx="1141">
                  <c:v>114.1</c:v>
                </c:pt>
                <c:pt idx="1142">
                  <c:v>114.2</c:v>
                </c:pt>
                <c:pt idx="1143">
                  <c:v>114.3</c:v>
                </c:pt>
                <c:pt idx="1144">
                  <c:v>114.4</c:v>
                </c:pt>
                <c:pt idx="1145">
                  <c:v>114.5</c:v>
                </c:pt>
                <c:pt idx="1146">
                  <c:v>114.6</c:v>
                </c:pt>
                <c:pt idx="1147">
                  <c:v>114.7</c:v>
                </c:pt>
                <c:pt idx="1148">
                  <c:v>114.8</c:v>
                </c:pt>
                <c:pt idx="1149">
                  <c:v>114.9</c:v>
                </c:pt>
                <c:pt idx="1150">
                  <c:v>115</c:v>
                </c:pt>
                <c:pt idx="1151">
                  <c:v>115.1</c:v>
                </c:pt>
                <c:pt idx="1152">
                  <c:v>115.2</c:v>
                </c:pt>
                <c:pt idx="1153">
                  <c:v>115.3</c:v>
                </c:pt>
                <c:pt idx="1154">
                  <c:v>115.4</c:v>
                </c:pt>
                <c:pt idx="1155">
                  <c:v>115.5</c:v>
                </c:pt>
                <c:pt idx="1156">
                  <c:v>115.6</c:v>
                </c:pt>
                <c:pt idx="1157">
                  <c:v>115.7</c:v>
                </c:pt>
                <c:pt idx="1158">
                  <c:v>115.8</c:v>
                </c:pt>
                <c:pt idx="1159">
                  <c:v>115.9</c:v>
                </c:pt>
                <c:pt idx="1160">
                  <c:v>116</c:v>
                </c:pt>
                <c:pt idx="1161">
                  <c:v>116.1</c:v>
                </c:pt>
                <c:pt idx="1162">
                  <c:v>116.2</c:v>
                </c:pt>
                <c:pt idx="1163">
                  <c:v>116.3</c:v>
                </c:pt>
                <c:pt idx="1164">
                  <c:v>116.4</c:v>
                </c:pt>
                <c:pt idx="1165">
                  <c:v>116.5</c:v>
                </c:pt>
                <c:pt idx="1166">
                  <c:v>116.6</c:v>
                </c:pt>
                <c:pt idx="1167">
                  <c:v>116.7</c:v>
                </c:pt>
                <c:pt idx="1168">
                  <c:v>116.8</c:v>
                </c:pt>
                <c:pt idx="1169">
                  <c:v>116.9</c:v>
                </c:pt>
                <c:pt idx="1170">
                  <c:v>117</c:v>
                </c:pt>
                <c:pt idx="1171">
                  <c:v>117.1</c:v>
                </c:pt>
                <c:pt idx="1172">
                  <c:v>117.2</c:v>
                </c:pt>
                <c:pt idx="1173">
                  <c:v>117.3</c:v>
                </c:pt>
                <c:pt idx="1174">
                  <c:v>117.4</c:v>
                </c:pt>
                <c:pt idx="1175">
                  <c:v>117.5</c:v>
                </c:pt>
                <c:pt idx="1176">
                  <c:v>117.6</c:v>
                </c:pt>
                <c:pt idx="1177">
                  <c:v>117.7</c:v>
                </c:pt>
                <c:pt idx="1178">
                  <c:v>117.8</c:v>
                </c:pt>
                <c:pt idx="1179">
                  <c:v>117.9</c:v>
                </c:pt>
                <c:pt idx="1180">
                  <c:v>118</c:v>
                </c:pt>
                <c:pt idx="1181">
                  <c:v>118.1</c:v>
                </c:pt>
                <c:pt idx="1182">
                  <c:v>118.2</c:v>
                </c:pt>
                <c:pt idx="1183">
                  <c:v>118.3</c:v>
                </c:pt>
                <c:pt idx="1184">
                  <c:v>118.4</c:v>
                </c:pt>
                <c:pt idx="1185">
                  <c:v>118.5</c:v>
                </c:pt>
                <c:pt idx="1186">
                  <c:v>118.6</c:v>
                </c:pt>
                <c:pt idx="1187">
                  <c:v>118.7</c:v>
                </c:pt>
                <c:pt idx="1188">
                  <c:v>118.8</c:v>
                </c:pt>
                <c:pt idx="1189">
                  <c:v>118.9</c:v>
                </c:pt>
                <c:pt idx="1190">
                  <c:v>119</c:v>
                </c:pt>
                <c:pt idx="1191">
                  <c:v>119.1</c:v>
                </c:pt>
                <c:pt idx="1192">
                  <c:v>119.2</c:v>
                </c:pt>
                <c:pt idx="1193">
                  <c:v>119.3</c:v>
                </c:pt>
                <c:pt idx="1194">
                  <c:v>119.4</c:v>
                </c:pt>
                <c:pt idx="1195">
                  <c:v>119.5</c:v>
                </c:pt>
                <c:pt idx="1196">
                  <c:v>119.6</c:v>
                </c:pt>
                <c:pt idx="1197">
                  <c:v>119.7</c:v>
                </c:pt>
                <c:pt idx="1198">
                  <c:v>119.8</c:v>
                </c:pt>
                <c:pt idx="1199">
                  <c:v>119.9</c:v>
                </c:pt>
                <c:pt idx="1200">
                  <c:v>120</c:v>
                </c:pt>
                <c:pt idx="1201">
                  <c:v>120.1</c:v>
                </c:pt>
                <c:pt idx="1202">
                  <c:v>120.2</c:v>
                </c:pt>
                <c:pt idx="1203">
                  <c:v>120.3</c:v>
                </c:pt>
                <c:pt idx="1204">
                  <c:v>120.4</c:v>
                </c:pt>
                <c:pt idx="1205">
                  <c:v>120.5</c:v>
                </c:pt>
                <c:pt idx="1206">
                  <c:v>120.6</c:v>
                </c:pt>
                <c:pt idx="1207">
                  <c:v>120.7</c:v>
                </c:pt>
                <c:pt idx="1208">
                  <c:v>120.8</c:v>
                </c:pt>
                <c:pt idx="1209">
                  <c:v>120.9</c:v>
                </c:pt>
                <c:pt idx="1210">
                  <c:v>121</c:v>
                </c:pt>
                <c:pt idx="1211">
                  <c:v>121.1</c:v>
                </c:pt>
                <c:pt idx="1212">
                  <c:v>121.2</c:v>
                </c:pt>
                <c:pt idx="1213">
                  <c:v>121.3</c:v>
                </c:pt>
                <c:pt idx="1214">
                  <c:v>121.4</c:v>
                </c:pt>
                <c:pt idx="1215">
                  <c:v>121.5</c:v>
                </c:pt>
                <c:pt idx="1216">
                  <c:v>121.6</c:v>
                </c:pt>
                <c:pt idx="1217">
                  <c:v>121.7</c:v>
                </c:pt>
                <c:pt idx="1218">
                  <c:v>121.8</c:v>
                </c:pt>
                <c:pt idx="1219">
                  <c:v>121.9</c:v>
                </c:pt>
                <c:pt idx="1220">
                  <c:v>122</c:v>
                </c:pt>
                <c:pt idx="1221">
                  <c:v>122.1</c:v>
                </c:pt>
                <c:pt idx="1222">
                  <c:v>122.2</c:v>
                </c:pt>
                <c:pt idx="1223">
                  <c:v>122.3</c:v>
                </c:pt>
                <c:pt idx="1224">
                  <c:v>122.4</c:v>
                </c:pt>
                <c:pt idx="1225">
                  <c:v>122.5</c:v>
                </c:pt>
                <c:pt idx="1226">
                  <c:v>122.6</c:v>
                </c:pt>
                <c:pt idx="1227">
                  <c:v>122.7</c:v>
                </c:pt>
                <c:pt idx="1228">
                  <c:v>122.8</c:v>
                </c:pt>
                <c:pt idx="1229">
                  <c:v>122.9</c:v>
                </c:pt>
                <c:pt idx="1230">
                  <c:v>123</c:v>
                </c:pt>
                <c:pt idx="1231">
                  <c:v>123.1</c:v>
                </c:pt>
                <c:pt idx="1232">
                  <c:v>123.2</c:v>
                </c:pt>
                <c:pt idx="1233">
                  <c:v>123.3</c:v>
                </c:pt>
                <c:pt idx="1234">
                  <c:v>123.4</c:v>
                </c:pt>
                <c:pt idx="1235">
                  <c:v>123.5</c:v>
                </c:pt>
                <c:pt idx="1236">
                  <c:v>123.6</c:v>
                </c:pt>
                <c:pt idx="1237">
                  <c:v>123.7</c:v>
                </c:pt>
                <c:pt idx="1238">
                  <c:v>123.8</c:v>
                </c:pt>
                <c:pt idx="1239">
                  <c:v>123.9</c:v>
                </c:pt>
                <c:pt idx="1240">
                  <c:v>124</c:v>
                </c:pt>
                <c:pt idx="1241">
                  <c:v>124.1</c:v>
                </c:pt>
                <c:pt idx="1242">
                  <c:v>124.2</c:v>
                </c:pt>
                <c:pt idx="1243">
                  <c:v>124.3</c:v>
                </c:pt>
                <c:pt idx="1244">
                  <c:v>124.4</c:v>
                </c:pt>
                <c:pt idx="1245">
                  <c:v>124.5</c:v>
                </c:pt>
                <c:pt idx="1246">
                  <c:v>124.6</c:v>
                </c:pt>
                <c:pt idx="1247">
                  <c:v>124.7</c:v>
                </c:pt>
                <c:pt idx="1248">
                  <c:v>124.8</c:v>
                </c:pt>
                <c:pt idx="1249">
                  <c:v>124.9</c:v>
                </c:pt>
                <c:pt idx="1250">
                  <c:v>125</c:v>
                </c:pt>
                <c:pt idx="1251">
                  <c:v>125.1</c:v>
                </c:pt>
                <c:pt idx="1252">
                  <c:v>125.2</c:v>
                </c:pt>
                <c:pt idx="1253">
                  <c:v>125.3</c:v>
                </c:pt>
                <c:pt idx="1254">
                  <c:v>125.4</c:v>
                </c:pt>
                <c:pt idx="1255">
                  <c:v>125.5</c:v>
                </c:pt>
                <c:pt idx="1256">
                  <c:v>125.6</c:v>
                </c:pt>
                <c:pt idx="1257">
                  <c:v>125.7</c:v>
                </c:pt>
                <c:pt idx="1258">
                  <c:v>125.8</c:v>
                </c:pt>
                <c:pt idx="1259">
                  <c:v>125.9</c:v>
                </c:pt>
                <c:pt idx="1260">
                  <c:v>126</c:v>
                </c:pt>
                <c:pt idx="1261">
                  <c:v>126.1</c:v>
                </c:pt>
                <c:pt idx="1262">
                  <c:v>126.2</c:v>
                </c:pt>
                <c:pt idx="1263">
                  <c:v>126.3</c:v>
                </c:pt>
                <c:pt idx="1264">
                  <c:v>126.4</c:v>
                </c:pt>
                <c:pt idx="1265">
                  <c:v>126.5</c:v>
                </c:pt>
                <c:pt idx="1266">
                  <c:v>126.6</c:v>
                </c:pt>
                <c:pt idx="1267">
                  <c:v>126.7</c:v>
                </c:pt>
                <c:pt idx="1268">
                  <c:v>126.8</c:v>
                </c:pt>
                <c:pt idx="1269">
                  <c:v>126.9</c:v>
                </c:pt>
                <c:pt idx="1270">
                  <c:v>127</c:v>
                </c:pt>
                <c:pt idx="1271">
                  <c:v>127.1</c:v>
                </c:pt>
                <c:pt idx="1272">
                  <c:v>127.2</c:v>
                </c:pt>
                <c:pt idx="1273">
                  <c:v>127.3</c:v>
                </c:pt>
                <c:pt idx="1274">
                  <c:v>127.4</c:v>
                </c:pt>
                <c:pt idx="1275">
                  <c:v>127.5</c:v>
                </c:pt>
                <c:pt idx="1276">
                  <c:v>127.6</c:v>
                </c:pt>
                <c:pt idx="1277">
                  <c:v>127.7</c:v>
                </c:pt>
                <c:pt idx="1278">
                  <c:v>127.8</c:v>
                </c:pt>
                <c:pt idx="1279">
                  <c:v>127.9</c:v>
                </c:pt>
                <c:pt idx="1280">
                  <c:v>128</c:v>
                </c:pt>
                <c:pt idx="1281">
                  <c:v>128.1</c:v>
                </c:pt>
                <c:pt idx="1282">
                  <c:v>128.19999999999999</c:v>
                </c:pt>
                <c:pt idx="1283">
                  <c:v>128.30000000000001</c:v>
                </c:pt>
                <c:pt idx="1284">
                  <c:v>128.4</c:v>
                </c:pt>
                <c:pt idx="1285">
                  <c:v>128.5</c:v>
                </c:pt>
                <c:pt idx="1286">
                  <c:v>128.6</c:v>
                </c:pt>
                <c:pt idx="1287">
                  <c:v>128.69999999999999</c:v>
                </c:pt>
                <c:pt idx="1288">
                  <c:v>128.80000000000001</c:v>
                </c:pt>
                <c:pt idx="1289">
                  <c:v>128.9</c:v>
                </c:pt>
                <c:pt idx="1290">
                  <c:v>129</c:v>
                </c:pt>
                <c:pt idx="1291">
                  <c:v>129.1</c:v>
                </c:pt>
                <c:pt idx="1292">
                  <c:v>129.19999999999999</c:v>
                </c:pt>
                <c:pt idx="1293">
                  <c:v>129.30000000000001</c:v>
                </c:pt>
                <c:pt idx="1294">
                  <c:v>129.4</c:v>
                </c:pt>
                <c:pt idx="1295">
                  <c:v>129.5</c:v>
                </c:pt>
                <c:pt idx="1296">
                  <c:v>129.6</c:v>
                </c:pt>
                <c:pt idx="1297">
                  <c:v>129.69999999999999</c:v>
                </c:pt>
                <c:pt idx="1298">
                  <c:v>129.80000000000001</c:v>
                </c:pt>
                <c:pt idx="1299">
                  <c:v>129.9</c:v>
                </c:pt>
                <c:pt idx="1300">
                  <c:v>130</c:v>
                </c:pt>
                <c:pt idx="1301">
                  <c:v>130.1</c:v>
                </c:pt>
                <c:pt idx="1302">
                  <c:v>130.19999999999999</c:v>
                </c:pt>
                <c:pt idx="1303">
                  <c:v>130.30000000000001</c:v>
                </c:pt>
                <c:pt idx="1304">
                  <c:v>130.4</c:v>
                </c:pt>
                <c:pt idx="1305">
                  <c:v>130.5</c:v>
                </c:pt>
                <c:pt idx="1306">
                  <c:v>130.6</c:v>
                </c:pt>
                <c:pt idx="1307">
                  <c:v>130.69999999999999</c:v>
                </c:pt>
                <c:pt idx="1308">
                  <c:v>130.80000000000001</c:v>
                </c:pt>
                <c:pt idx="1309">
                  <c:v>130.9</c:v>
                </c:pt>
                <c:pt idx="1310">
                  <c:v>131</c:v>
                </c:pt>
                <c:pt idx="1311">
                  <c:v>131.1</c:v>
                </c:pt>
                <c:pt idx="1312">
                  <c:v>131.19999999999999</c:v>
                </c:pt>
                <c:pt idx="1313">
                  <c:v>131.30000000000001</c:v>
                </c:pt>
                <c:pt idx="1314">
                  <c:v>131.4</c:v>
                </c:pt>
                <c:pt idx="1315">
                  <c:v>131.5</c:v>
                </c:pt>
                <c:pt idx="1316">
                  <c:v>131.6</c:v>
                </c:pt>
                <c:pt idx="1317">
                  <c:v>131.69999999999999</c:v>
                </c:pt>
                <c:pt idx="1318">
                  <c:v>131.80000000000001</c:v>
                </c:pt>
                <c:pt idx="1319">
                  <c:v>131.9</c:v>
                </c:pt>
                <c:pt idx="1320">
                  <c:v>132</c:v>
                </c:pt>
                <c:pt idx="1321">
                  <c:v>132.1</c:v>
                </c:pt>
                <c:pt idx="1322">
                  <c:v>132.19999999999999</c:v>
                </c:pt>
                <c:pt idx="1323">
                  <c:v>132.30000000000001</c:v>
                </c:pt>
                <c:pt idx="1324">
                  <c:v>132.4</c:v>
                </c:pt>
                <c:pt idx="1325">
                  <c:v>132.5</c:v>
                </c:pt>
                <c:pt idx="1326">
                  <c:v>132.6</c:v>
                </c:pt>
                <c:pt idx="1327">
                  <c:v>132.69999999999999</c:v>
                </c:pt>
                <c:pt idx="1328">
                  <c:v>132.80000000000001</c:v>
                </c:pt>
                <c:pt idx="1329">
                  <c:v>132.9</c:v>
                </c:pt>
                <c:pt idx="1330">
                  <c:v>133</c:v>
                </c:pt>
                <c:pt idx="1331">
                  <c:v>133.1</c:v>
                </c:pt>
                <c:pt idx="1332">
                  <c:v>133.19999999999999</c:v>
                </c:pt>
                <c:pt idx="1333">
                  <c:v>133.30000000000001</c:v>
                </c:pt>
                <c:pt idx="1334">
                  <c:v>133.4</c:v>
                </c:pt>
                <c:pt idx="1335">
                  <c:v>133.5</c:v>
                </c:pt>
                <c:pt idx="1336">
                  <c:v>133.6</c:v>
                </c:pt>
                <c:pt idx="1337">
                  <c:v>133.69999999999999</c:v>
                </c:pt>
                <c:pt idx="1338">
                  <c:v>133.80000000000001</c:v>
                </c:pt>
                <c:pt idx="1339">
                  <c:v>133.9</c:v>
                </c:pt>
                <c:pt idx="1340">
                  <c:v>134</c:v>
                </c:pt>
                <c:pt idx="1341">
                  <c:v>134.1</c:v>
                </c:pt>
                <c:pt idx="1342">
                  <c:v>134.19999999999999</c:v>
                </c:pt>
                <c:pt idx="1343">
                  <c:v>134.30000000000001</c:v>
                </c:pt>
                <c:pt idx="1344">
                  <c:v>134.4</c:v>
                </c:pt>
                <c:pt idx="1345">
                  <c:v>134.5</c:v>
                </c:pt>
                <c:pt idx="1346">
                  <c:v>134.6</c:v>
                </c:pt>
                <c:pt idx="1347">
                  <c:v>134.69999999999999</c:v>
                </c:pt>
                <c:pt idx="1348">
                  <c:v>134.80000000000001</c:v>
                </c:pt>
                <c:pt idx="1349">
                  <c:v>134.9</c:v>
                </c:pt>
                <c:pt idx="1350">
                  <c:v>135</c:v>
                </c:pt>
                <c:pt idx="1351">
                  <c:v>135.1</c:v>
                </c:pt>
                <c:pt idx="1352">
                  <c:v>135.19999999999999</c:v>
                </c:pt>
                <c:pt idx="1353">
                  <c:v>135.30000000000001</c:v>
                </c:pt>
                <c:pt idx="1354">
                  <c:v>135.4</c:v>
                </c:pt>
                <c:pt idx="1355">
                  <c:v>135.5</c:v>
                </c:pt>
                <c:pt idx="1356">
                  <c:v>135.6</c:v>
                </c:pt>
                <c:pt idx="1357">
                  <c:v>135.69999999999999</c:v>
                </c:pt>
                <c:pt idx="1358">
                  <c:v>135.80000000000001</c:v>
                </c:pt>
                <c:pt idx="1359">
                  <c:v>135.9</c:v>
                </c:pt>
                <c:pt idx="1360">
                  <c:v>136</c:v>
                </c:pt>
                <c:pt idx="1361">
                  <c:v>136.1</c:v>
                </c:pt>
                <c:pt idx="1362">
                  <c:v>136.19999999999999</c:v>
                </c:pt>
                <c:pt idx="1363">
                  <c:v>136.30000000000001</c:v>
                </c:pt>
                <c:pt idx="1364">
                  <c:v>136.4</c:v>
                </c:pt>
                <c:pt idx="1365">
                  <c:v>136.5</c:v>
                </c:pt>
                <c:pt idx="1366">
                  <c:v>136.6</c:v>
                </c:pt>
                <c:pt idx="1367">
                  <c:v>136.69999999999999</c:v>
                </c:pt>
                <c:pt idx="1368">
                  <c:v>136.80000000000001</c:v>
                </c:pt>
                <c:pt idx="1369">
                  <c:v>136.9</c:v>
                </c:pt>
                <c:pt idx="1370">
                  <c:v>137</c:v>
                </c:pt>
                <c:pt idx="1371">
                  <c:v>137.1</c:v>
                </c:pt>
                <c:pt idx="1372">
                  <c:v>137.19999999999999</c:v>
                </c:pt>
                <c:pt idx="1373">
                  <c:v>137.30000000000001</c:v>
                </c:pt>
                <c:pt idx="1374">
                  <c:v>137.4</c:v>
                </c:pt>
                <c:pt idx="1375">
                  <c:v>137.5</c:v>
                </c:pt>
                <c:pt idx="1376">
                  <c:v>137.6</c:v>
                </c:pt>
                <c:pt idx="1377">
                  <c:v>137.69999999999999</c:v>
                </c:pt>
                <c:pt idx="1378">
                  <c:v>137.80000000000001</c:v>
                </c:pt>
                <c:pt idx="1379">
                  <c:v>137.9</c:v>
                </c:pt>
                <c:pt idx="1380">
                  <c:v>138</c:v>
                </c:pt>
                <c:pt idx="1381">
                  <c:v>138.1</c:v>
                </c:pt>
                <c:pt idx="1382">
                  <c:v>138.19999999999999</c:v>
                </c:pt>
                <c:pt idx="1383">
                  <c:v>138.30000000000001</c:v>
                </c:pt>
                <c:pt idx="1384">
                  <c:v>138.4</c:v>
                </c:pt>
                <c:pt idx="1385">
                  <c:v>138.5</c:v>
                </c:pt>
                <c:pt idx="1386">
                  <c:v>138.6</c:v>
                </c:pt>
                <c:pt idx="1387">
                  <c:v>138.69999999999999</c:v>
                </c:pt>
                <c:pt idx="1388">
                  <c:v>138.80000000000001</c:v>
                </c:pt>
                <c:pt idx="1389">
                  <c:v>138.9</c:v>
                </c:pt>
                <c:pt idx="1390">
                  <c:v>139</c:v>
                </c:pt>
                <c:pt idx="1391">
                  <c:v>139.1</c:v>
                </c:pt>
                <c:pt idx="1392">
                  <c:v>139.19999999999999</c:v>
                </c:pt>
                <c:pt idx="1393">
                  <c:v>139.30000000000001</c:v>
                </c:pt>
                <c:pt idx="1394">
                  <c:v>139.4</c:v>
                </c:pt>
                <c:pt idx="1395">
                  <c:v>139.5</c:v>
                </c:pt>
                <c:pt idx="1396">
                  <c:v>139.6</c:v>
                </c:pt>
                <c:pt idx="1397">
                  <c:v>139.69999999999999</c:v>
                </c:pt>
                <c:pt idx="1398">
                  <c:v>139.80000000000001</c:v>
                </c:pt>
                <c:pt idx="1399">
                  <c:v>139.9</c:v>
                </c:pt>
                <c:pt idx="1400">
                  <c:v>140</c:v>
                </c:pt>
                <c:pt idx="1401">
                  <c:v>140.1</c:v>
                </c:pt>
                <c:pt idx="1402">
                  <c:v>140.19999999999999</c:v>
                </c:pt>
                <c:pt idx="1403">
                  <c:v>140.30000000000001</c:v>
                </c:pt>
                <c:pt idx="1404">
                  <c:v>140.4</c:v>
                </c:pt>
                <c:pt idx="1405">
                  <c:v>140.5</c:v>
                </c:pt>
                <c:pt idx="1406">
                  <c:v>140.6</c:v>
                </c:pt>
                <c:pt idx="1407">
                  <c:v>140.69999999999999</c:v>
                </c:pt>
                <c:pt idx="1408">
                  <c:v>140.80000000000001</c:v>
                </c:pt>
                <c:pt idx="1409">
                  <c:v>140.9</c:v>
                </c:pt>
                <c:pt idx="1410">
                  <c:v>141</c:v>
                </c:pt>
                <c:pt idx="1411">
                  <c:v>141.1</c:v>
                </c:pt>
                <c:pt idx="1412">
                  <c:v>141.19999999999999</c:v>
                </c:pt>
                <c:pt idx="1413">
                  <c:v>141.30000000000001</c:v>
                </c:pt>
                <c:pt idx="1414">
                  <c:v>141.4</c:v>
                </c:pt>
                <c:pt idx="1415">
                  <c:v>141.5</c:v>
                </c:pt>
                <c:pt idx="1416">
                  <c:v>141.6</c:v>
                </c:pt>
                <c:pt idx="1417">
                  <c:v>141.69999999999999</c:v>
                </c:pt>
                <c:pt idx="1418">
                  <c:v>141.80000000000001</c:v>
                </c:pt>
                <c:pt idx="1419">
                  <c:v>141.9</c:v>
                </c:pt>
                <c:pt idx="1420">
                  <c:v>142</c:v>
                </c:pt>
                <c:pt idx="1421">
                  <c:v>142.1</c:v>
                </c:pt>
                <c:pt idx="1422">
                  <c:v>142.19999999999999</c:v>
                </c:pt>
                <c:pt idx="1423">
                  <c:v>142.30000000000001</c:v>
                </c:pt>
                <c:pt idx="1424">
                  <c:v>142.4</c:v>
                </c:pt>
                <c:pt idx="1425">
                  <c:v>142.5</c:v>
                </c:pt>
                <c:pt idx="1426">
                  <c:v>142.6</c:v>
                </c:pt>
                <c:pt idx="1427">
                  <c:v>142.69999999999999</c:v>
                </c:pt>
                <c:pt idx="1428">
                  <c:v>142.80000000000001</c:v>
                </c:pt>
                <c:pt idx="1429">
                  <c:v>142.9</c:v>
                </c:pt>
                <c:pt idx="1430">
                  <c:v>143</c:v>
                </c:pt>
                <c:pt idx="1431">
                  <c:v>143.1</c:v>
                </c:pt>
                <c:pt idx="1432">
                  <c:v>143.19999999999999</c:v>
                </c:pt>
                <c:pt idx="1433">
                  <c:v>143.30000000000001</c:v>
                </c:pt>
                <c:pt idx="1434">
                  <c:v>143.4</c:v>
                </c:pt>
                <c:pt idx="1435">
                  <c:v>143.5</c:v>
                </c:pt>
                <c:pt idx="1436">
                  <c:v>143.6</c:v>
                </c:pt>
                <c:pt idx="1437">
                  <c:v>143.69999999999999</c:v>
                </c:pt>
                <c:pt idx="1438">
                  <c:v>143.80000000000001</c:v>
                </c:pt>
                <c:pt idx="1439">
                  <c:v>143.9</c:v>
                </c:pt>
                <c:pt idx="1440">
                  <c:v>144</c:v>
                </c:pt>
                <c:pt idx="1441">
                  <c:v>144.1</c:v>
                </c:pt>
                <c:pt idx="1442">
                  <c:v>144.19999999999999</c:v>
                </c:pt>
                <c:pt idx="1443">
                  <c:v>144.30000000000001</c:v>
                </c:pt>
                <c:pt idx="1444">
                  <c:v>144.4</c:v>
                </c:pt>
                <c:pt idx="1445">
                  <c:v>144.5</c:v>
                </c:pt>
                <c:pt idx="1446">
                  <c:v>144.6</c:v>
                </c:pt>
                <c:pt idx="1447">
                  <c:v>144.69999999999999</c:v>
                </c:pt>
                <c:pt idx="1448">
                  <c:v>144.80000000000001</c:v>
                </c:pt>
                <c:pt idx="1449">
                  <c:v>144.9</c:v>
                </c:pt>
                <c:pt idx="1450">
                  <c:v>145</c:v>
                </c:pt>
                <c:pt idx="1451">
                  <c:v>145.1</c:v>
                </c:pt>
                <c:pt idx="1452">
                  <c:v>145.19999999999999</c:v>
                </c:pt>
                <c:pt idx="1453">
                  <c:v>145.30000000000001</c:v>
                </c:pt>
                <c:pt idx="1454">
                  <c:v>145.4</c:v>
                </c:pt>
                <c:pt idx="1455">
                  <c:v>145.5</c:v>
                </c:pt>
                <c:pt idx="1456">
                  <c:v>145.6</c:v>
                </c:pt>
                <c:pt idx="1457">
                  <c:v>145.69999999999999</c:v>
                </c:pt>
                <c:pt idx="1458">
                  <c:v>145.80000000000001</c:v>
                </c:pt>
                <c:pt idx="1459">
                  <c:v>145.9</c:v>
                </c:pt>
                <c:pt idx="1460">
                  <c:v>146</c:v>
                </c:pt>
                <c:pt idx="1461">
                  <c:v>146.1</c:v>
                </c:pt>
                <c:pt idx="1462">
                  <c:v>146.19999999999999</c:v>
                </c:pt>
                <c:pt idx="1463">
                  <c:v>146.30000000000001</c:v>
                </c:pt>
                <c:pt idx="1464">
                  <c:v>146.4</c:v>
                </c:pt>
                <c:pt idx="1465">
                  <c:v>146.5</c:v>
                </c:pt>
                <c:pt idx="1466">
                  <c:v>146.6</c:v>
                </c:pt>
                <c:pt idx="1467">
                  <c:v>146.69999999999999</c:v>
                </c:pt>
                <c:pt idx="1468">
                  <c:v>146.80000000000001</c:v>
                </c:pt>
                <c:pt idx="1469">
                  <c:v>146.9</c:v>
                </c:pt>
                <c:pt idx="1470">
                  <c:v>147</c:v>
                </c:pt>
                <c:pt idx="1471">
                  <c:v>147.1</c:v>
                </c:pt>
                <c:pt idx="1472">
                  <c:v>147.19999999999999</c:v>
                </c:pt>
                <c:pt idx="1473">
                  <c:v>147.30000000000001</c:v>
                </c:pt>
                <c:pt idx="1474">
                  <c:v>147.4</c:v>
                </c:pt>
                <c:pt idx="1475">
                  <c:v>147.5</c:v>
                </c:pt>
                <c:pt idx="1476">
                  <c:v>147.6</c:v>
                </c:pt>
                <c:pt idx="1477">
                  <c:v>147.69999999999999</c:v>
                </c:pt>
                <c:pt idx="1478">
                  <c:v>147.80000000000001</c:v>
                </c:pt>
                <c:pt idx="1479">
                  <c:v>147.9</c:v>
                </c:pt>
                <c:pt idx="1480">
                  <c:v>148</c:v>
                </c:pt>
                <c:pt idx="1481">
                  <c:v>148.1</c:v>
                </c:pt>
                <c:pt idx="1482">
                  <c:v>148.19999999999999</c:v>
                </c:pt>
                <c:pt idx="1483">
                  <c:v>148.30000000000001</c:v>
                </c:pt>
                <c:pt idx="1484">
                  <c:v>148.4</c:v>
                </c:pt>
                <c:pt idx="1485">
                  <c:v>148.5</c:v>
                </c:pt>
                <c:pt idx="1486">
                  <c:v>148.6</c:v>
                </c:pt>
                <c:pt idx="1487">
                  <c:v>148.69999999999999</c:v>
                </c:pt>
                <c:pt idx="1488">
                  <c:v>148.80000000000001</c:v>
                </c:pt>
                <c:pt idx="1489">
                  <c:v>148.9</c:v>
                </c:pt>
                <c:pt idx="1490">
                  <c:v>149</c:v>
                </c:pt>
                <c:pt idx="1491">
                  <c:v>149.1</c:v>
                </c:pt>
                <c:pt idx="1492">
                  <c:v>149.19999999999999</c:v>
                </c:pt>
                <c:pt idx="1493">
                  <c:v>149.30000000000001</c:v>
                </c:pt>
                <c:pt idx="1494">
                  <c:v>149.4</c:v>
                </c:pt>
                <c:pt idx="1495">
                  <c:v>149.5</c:v>
                </c:pt>
                <c:pt idx="1496">
                  <c:v>149.6</c:v>
                </c:pt>
                <c:pt idx="1497">
                  <c:v>149.69999999999999</c:v>
                </c:pt>
                <c:pt idx="1498">
                  <c:v>149.80000000000001</c:v>
                </c:pt>
                <c:pt idx="1499">
                  <c:v>149.9</c:v>
                </c:pt>
                <c:pt idx="1500">
                  <c:v>150</c:v>
                </c:pt>
                <c:pt idx="1501">
                  <c:v>150.1</c:v>
                </c:pt>
                <c:pt idx="1502">
                  <c:v>150.19999999999999</c:v>
                </c:pt>
                <c:pt idx="1503">
                  <c:v>150.30000000000001</c:v>
                </c:pt>
                <c:pt idx="1504">
                  <c:v>150.4</c:v>
                </c:pt>
                <c:pt idx="1505">
                  <c:v>150.5</c:v>
                </c:pt>
                <c:pt idx="1506">
                  <c:v>150.6</c:v>
                </c:pt>
                <c:pt idx="1507">
                  <c:v>150.69999999999999</c:v>
                </c:pt>
                <c:pt idx="1508">
                  <c:v>150.80000000000001</c:v>
                </c:pt>
                <c:pt idx="1509">
                  <c:v>150.9</c:v>
                </c:pt>
                <c:pt idx="1510">
                  <c:v>151</c:v>
                </c:pt>
                <c:pt idx="1511">
                  <c:v>151.1</c:v>
                </c:pt>
                <c:pt idx="1512">
                  <c:v>151.19999999999999</c:v>
                </c:pt>
                <c:pt idx="1513">
                  <c:v>151.30000000000001</c:v>
                </c:pt>
                <c:pt idx="1514">
                  <c:v>151.4</c:v>
                </c:pt>
                <c:pt idx="1515">
                  <c:v>151.5</c:v>
                </c:pt>
                <c:pt idx="1516">
                  <c:v>151.6</c:v>
                </c:pt>
                <c:pt idx="1517">
                  <c:v>151.69999999999999</c:v>
                </c:pt>
                <c:pt idx="1518">
                  <c:v>151.80000000000001</c:v>
                </c:pt>
                <c:pt idx="1519">
                  <c:v>151.9</c:v>
                </c:pt>
                <c:pt idx="1520">
                  <c:v>152</c:v>
                </c:pt>
                <c:pt idx="1521">
                  <c:v>152.1</c:v>
                </c:pt>
                <c:pt idx="1522">
                  <c:v>152.19999999999999</c:v>
                </c:pt>
                <c:pt idx="1523">
                  <c:v>152.30000000000001</c:v>
                </c:pt>
                <c:pt idx="1524">
                  <c:v>152.4</c:v>
                </c:pt>
                <c:pt idx="1525">
                  <c:v>152.5</c:v>
                </c:pt>
                <c:pt idx="1526">
                  <c:v>152.6</c:v>
                </c:pt>
                <c:pt idx="1527">
                  <c:v>152.69999999999999</c:v>
                </c:pt>
                <c:pt idx="1528">
                  <c:v>152.80000000000001</c:v>
                </c:pt>
                <c:pt idx="1529">
                  <c:v>152.9</c:v>
                </c:pt>
                <c:pt idx="1530">
                  <c:v>153</c:v>
                </c:pt>
                <c:pt idx="1531">
                  <c:v>153.1</c:v>
                </c:pt>
                <c:pt idx="1532">
                  <c:v>153.19999999999999</c:v>
                </c:pt>
                <c:pt idx="1533">
                  <c:v>153.30000000000001</c:v>
                </c:pt>
                <c:pt idx="1534">
                  <c:v>153.4</c:v>
                </c:pt>
                <c:pt idx="1535">
                  <c:v>153.5</c:v>
                </c:pt>
                <c:pt idx="1536">
                  <c:v>153.6</c:v>
                </c:pt>
                <c:pt idx="1537">
                  <c:v>153.69999999999999</c:v>
                </c:pt>
                <c:pt idx="1538">
                  <c:v>153.80000000000001</c:v>
                </c:pt>
                <c:pt idx="1539">
                  <c:v>153.9</c:v>
                </c:pt>
                <c:pt idx="1540">
                  <c:v>154</c:v>
                </c:pt>
                <c:pt idx="1541">
                  <c:v>154.1</c:v>
                </c:pt>
                <c:pt idx="1542">
                  <c:v>154.19999999999999</c:v>
                </c:pt>
                <c:pt idx="1543">
                  <c:v>154.30000000000001</c:v>
                </c:pt>
                <c:pt idx="1544">
                  <c:v>154.4</c:v>
                </c:pt>
                <c:pt idx="1545">
                  <c:v>154.5</c:v>
                </c:pt>
                <c:pt idx="1546">
                  <c:v>154.6</c:v>
                </c:pt>
                <c:pt idx="1547">
                  <c:v>154.69999999999999</c:v>
                </c:pt>
                <c:pt idx="1548">
                  <c:v>154.80000000000001</c:v>
                </c:pt>
                <c:pt idx="1549">
                  <c:v>154.9</c:v>
                </c:pt>
                <c:pt idx="1550">
                  <c:v>155</c:v>
                </c:pt>
                <c:pt idx="1551">
                  <c:v>155.1</c:v>
                </c:pt>
                <c:pt idx="1552">
                  <c:v>155.19999999999999</c:v>
                </c:pt>
                <c:pt idx="1553">
                  <c:v>155.30000000000001</c:v>
                </c:pt>
                <c:pt idx="1554">
                  <c:v>155.4</c:v>
                </c:pt>
                <c:pt idx="1555">
                  <c:v>155.5</c:v>
                </c:pt>
                <c:pt idx="1556">
                  <c:v>155.6</c:v>
                </c:pt>
                <c:pt idx="1557">
                  <c:v>155.69999999999999</c:v>
                </c:pt>
                <c:pt idx="1558">
                  <c:v>155.80000000000001</c:v>
                </c:pt>
                <c:pt idx="1559">
                  <c:v>155.9</c:v>
                </c:pt>
                <c:pt idx="1560">
                  <c:v>156</c:v>
                </c:pt>
                <c:pt idx="1561">
                  <c:v>156.1</c:v>
                </c:pt>
                <c:pt idx="1562">
                  <c:v>156.19999999999999</c:v>
                </c:pt>
                <c:pt idx="1563">
                  <c:v>156.30000000000001</c:v>
                </c:pt>
                <c:pt idx="1564">
                  <c:v>156.4</c:v>
                </c:pt>
                <c:pt idx="1565">
                  <c:v>156.5</c:v>
                </c:pt>
                <c:pt idx="1566">
                  <c:v>156.6</c:v>
                </c:pt>
                <c:pt idx="1567">
                  <c:v>156.69999999999999</c:v>
                </c:pt>
                <c:pt idx="1568">
                  <c:v>156.80000000000001</c:v>
                </c:pt>
                <c:pt idx="1569">
                  <c:v>156.9</c:v>
                </c:pt>
                <c:pt idx="1570">
                  <c:v>157</c:v>
                </c:pt>
                <c:pt idx="1571">
                  <c:v>157.1</c:v>
                </c:pt>
                <c:pt idx="1572">
                  <c:v>157.19999999999999</c:v>
                </c:pt>
                <c:pt idx="1573">
                  <c:v>157.30000000000001</c:v>
                </c:pt>
                <c:pt idx="1574">
                  <c:v>157.4</c:v>
                </c:pt>
                <c:pt idx="1575">
                  <c:v>157.5</c:v>
                </c:pt>
                <c:pt idx="1576">
                  <c:v>157.6</c:v>
                </c:pt>
                <c:pt idx="1577">
                  <c:v>157.69999999999999</c:v>
                </c:pt>
                <c:pt idx="1578">
                  <c:v>157.80000000000001</c:v>
                </c:pt>
                <c:pt idx="1579">
                  <c:v>157.9</c:v>
                </c:pt>
                <c:pt idx="1580">
                  <c:v>158</c:v>
                </c:pt>
                <c:pt idx="1581">
                  <c:v>158.1</c:v>
                </c:pt>
                <c:pt idx="1582">
                  <c:v>158.19999999999999</c:v>
                </c:pt>
                <c:pt idx="1583">
                  <c:v>158.30000000000001</c:v>
                </c:pt>
                <c:pt idx="1584">
                  <c:v>158.4</c:v>
                </c:pt>
                <c:pt idx="1585">
                  <c:v>158.5</c:v>
                </c:pt>
                <c:pt idx="1586">
                  <c:v>158.6</c:v>
                </c:pt>
                <c:pt idx="1587">
                  <c:v>158.69999999999999</c:v>
                </c:pt>
                <c:pt idx="1588">
                  <c:v>158.80000000000001</c:v>
                </c:pt>
                <c:pt idx="1589">
                  <c:v>158.9</c:v>
                </c:pt>
                <c:pt idx="1590">
                  <c:v>159</c:v>
                </c:pt>
                <c:pt idx="1591">
                  <c:v>159.1</c:v>
                </c:pt>
                <c:pt idx="1592">
                  <c:v>159.19999999999999</c:v>
                </c:pt>
                <c:pt idx="1593">
                  <c:v>159.30000000000001</c:v>
                </c:pt>
                <c:pt idx="1594">
                  <c:v>159.4</c:v>
                </c:pt>
                <c:pt idx="1595">
                  <c:v>159.5</c:v>
                </c:pt>
                <c:pt idx="1596">
                  <c:v>159.6</c:v>
                </c:pt>
                <c:pt idx="1597">
                  <c:v>159.69999999999999</c:v>
                </c:pt>
                <c:pt idx="1598">
                  <c:v>159.80000000000001</c:v>
                </c:pt>
                <c:pt idx="1599">
                  <c:v>159.9</c:v>
                </c:pt>
                <c:pt idx="1600">
                  <c:v>160</c:v>
                </c:pt>
                <c:pt idx="1601">
                  <c:v>160.1</c:v>
                </c:pt>
                <c:pt idx="1602">
                  <c:v>160.19999999999999</c:v>
                </c:pt>
                <c:pt idx="1603">
                  <c:v>160.30000000000001</c:v>
                </c:pt>
                <c:pt idx="1604">
                  <c:v>160.4</c:v>
                </c:pt>
                <c:pt idx="1605">
                  <c:v>160.5</c:v>
                </c:pt>
                <c:pt idx="1606">
                  <c:v>160.6</c:v>
                </c:pt>
                <c:pt idx="1607">
                  <c:v>160.69999999999999</c:v>
                </c:pt>
                <c:pt idx="1608">
                  <c:v>160.80000000000001</c:v>
                </c:pt>
                <c:pt idx="1609">
                  <c:v>160.9</c:v>
                </c:pt>
                <c:pt idx="1610">
                  <c:v>161</c:v>
                </c:pt>
                <c:pt idx="1611">
                  <c:v>161.1</c:v>
                </c:pt>
                <c:pt idx="1612">
                  <c:v>161.19999999999999</c:v>
                </c:pt>
                <c:pt idx="1613">
                  <c:v>161.30000000000001</c:v>
                </c:pt>
                <c:pt idx="1614">
                  <c:v>161.4</c:v>
                </c:pt>
                <c:pt idx="1615">
                  <c:v>161.5</c:v>
                </c:pt>
                <c:pt idx="1616">
                  <c:v>161.6</c:v>
                </c:pt>
                <c:pt idx="1617">
                  <c:v>161.69999999999999</c:v>
                </c:pt>
                <c:pt idx="1618">
                  <c:v>161.80000000000001</c:v>
                </c:pt>
                <c:pt idx="1619">
                  <c:v>161.9</c:v>
                </c:pt>
                <c:pt idx="1620">
                  <c:v>162</c:v>
                </c:pt>
                <c:pt idx="1621">
                  <c:v>162.1</c:v>
                </c:pt>
                <c:pt idx="1622">
                  <c:v>162.19999999999999</c:v>
                </c:pt>
                <c:pt idx="1623">
                  <c:v>162.30000000000001</c:v>
                </c:pt>
                <c:pt idx="1624">
                  <c:v>162.4</c:v>
                </c:pt>
                <c:pt idx="1625">
                  <c:v>162.5</c:v>
                </c:pt>
                <c:pt idx="1626">
                  <c:v>162.6</c:v>
                </c:pt>
                <c:pt idx="1627">
                  <c:v>162.69999999999999</c:v>
                </c:pt>
                <c:pt idx="1628">
                  <c:v>162.80000000000001</c:v>
                </c:pt>
                <c:pt idx="1629">
                  <c:v>162.9</c:v>
                </c:pt>
                <c:pt idx="1630">
                  <c:v>163</c:v>
                </c:pt>
                <c:pt idx="1631">
                  <c:v>163.1</c:v>
                </c:pt>
                <c:pt idx="1632">
                  <c:v>163.19999999999999</c:v>
                </c:pt>
                <c:pt idx="1633">
                  <c:v>163.30000000000001</c:v>
                </c:pt>
                <c:pt idx="1634">
                  <c:v>163.4</c:v>
                </c:pt>
                <c:pt idx="1635">
                  <c:v>163.5</c:v>
                </c:pt>
                <c:pt idx="1636">
                  <c:v>163.6</c:v>
                </c:pt>
                <c:pt idx="1637">
                  <c:v>163.69999999999999</c:v>
                </c:pt>
                <c:pt idx="1638">
                  <c:v>163.80000000000001</c:v>
                </c:pt>
                <c:pt idx="1639">
                  <c:v>163.9</c:v>
                </c:pt>
                <c:pt idx="1640">
                  <c:v>164</c:v>
                </c:pt>
                <c:pt idx="1641">
                  <c:v>164.1</c:v>
                </c:pt>
                <c:pt idx="1642">
                  <c:v>164.2</c:v>
                </c:pt>
                <c:pt idx="1643">
                  <c:v>164.3</c:v>
                </c:pt>
                <c:pt idx="1644">
                  <c:v>164.4</c:v>
                </c:pt>
                <c:pt idx="1645">
                  <c:v>164.5</c:v>
                </c:pt>
                <c:pt idx="1646">
                  <c:v>164.6</c:v>
                </c:pt>
                <c:pt idx="1647">
                  <c:v>164.7</c:v>
                </c:pt>
                <c:pt idx="1648">
                  <c:v>164.8</c:v>
                </c:pt>
                <c:pt idx="1649">
                  <c:v>164.9</c:v>
                </c:pt>
                <c:pt idx="1650">
                  <c:v>165</c:v>
                </c:pt>
                <c:pt idx="1651">
                  <c:v>165.1</c:v>
                </c:pt>
                <c:pt idx="1652">
                  <c:v>165.2</c:v>
                </c:pt>
                <c:pt idx="1653">
                  <c:v>165.3</c:v>
                </c:pt>
                <c:pt idx="1654">
                  <c:v>165.4</c:v>
                </c:pt>
                <c:pt idx="1655">
                  <c:v>165.5</c:v>
                </c:pt>
                <c:pt idx="1656">
                  <c:v>165.6</c:v>
                </c:pt>
                <c:pt idx="1657">
                  <c:v>165.7</c:v>
                </c:pt>
                <c:pt idx="1658">
                  <c:v>165.8</c:v>
                </c:pt>
                <c:pt idx="1659">
                  <c:v>165.9</c:v>
                </c:pt>
                <c:pt idx="1660">
                  <c:v>166</c:v>
                </c:pt>
                <c:pt idx="1661">
                  <c:v>166.1</c:v>
                </c:pt>
                <c:pt idx="1662">
                  <c:v>166.2</c:v>
                </c:pt>
                <c:pt idx="1663">
                  <c:v>166.3</c:v>
                </c:pt>
                <c:pt idx="1664">
                  <c:v>166.4</c:v>
                </c:pt>
                <c:pt idx="1665">
                  <c:v>166.5</c:v>
                </c:pt>
                <c:pt idx="1666">
                  <c:v>166.6</c:v>
                </c:pt>
                <c:pt idx="1667">
                  <c:v>166.7</c:v>
                </c:pt>
                <c:pt idx="1668">
                  <c:v>166.8</c:v>
                </c:pt>
                <c:pt idx="1669">
                  <c:v>166.9</c:v>
                </c:pt>
                <c:pt idx="1670">
                  <c:v>167</c:v>
                </c:pt>
                <c:pt idx="1671">
                  <c:v>167.1</c:v>
                </c:pt>
                <c:pt idx="1672">
                  <c:v>167.2</c:v>
                </c:pt>
                <c:pt idx="1673">
                  <c:v>167.3</c:v>
                </c:pt>
                <c:pt idx="1674">
                  <c:v>167.4</c:v>
                </c:pt>
                <c:pt idx="1675">
                  <c:v>167.5</c:v>
                </c:pt>
                <c:pt idx="1676">
                  <c:v>167.6</c:v>
                </c:pt>
                <c:pt idx="1677">
                  <c:v>167.7</c:v>
                </c:pt>
                <c:pt idx="1678">
                  <c:v>167.8</c:v>
                </c:pt>
                <c:pt idx="1679">
                  <c:v>167.9</c:v>
                </c:pt>
                <c:pt idx="1680">
                  <c:v>168</c:v>
                </c:pt>
                <c:pt idx="1681">
                  <c:v>168.1</c:v>
                </c:pt>
                <c:pt idx="1682">
                  <c:v>168.2</c:v>
                </c:pt>
                <c:pt idx="1683">
                  <c:v>168.3</c:v>
                </c:pt>
                <c:pt idx="1684">
                  <c:v>168.4</c:v>
                </c:pt>
                <c:pt idx="1685">
                  <c:v>168.5</c:v>
                </c:pt>
                <c:pt idx="1686">
                  <c:v>168.6</c:v>
                </c:pt>
                <c:pt idx="1687">
                  <c:v>168.7</c:v>
                </c:pt>
                <c:pt idx="1688">
                  <c:v>168.8</c:v>
                </c:pt>
                <c:pt idx="1689">
                  <c:v>168.9</c:v>
                </c:pt>
                <c:pt idx="1690">
                  <c:v>169</c:v>
                </c:pt>
                <c:pt idx="1691">
                  <c:v>169.1</c:v>
                </c:pt>
                <c:pt idx="1692">
                  <c:v>169.2</c:v>
                </c:pt>
                <c:pt idx="1693">
                  <c:v>169.3</c:v>
                </c:pt>
                <c:pt idx="1694">
                  <c:v>169.4</c:v>
                </c:pt>
                <c:pt idx="1695">
                  <c:v>169.5</c:v>
                </c:pt>
                <c:pt idx="1696">
                  <c:v>169.6</c:v>
                </c:pt>
                <c:pt idx="1697">
                  <c:v>169.7</c:v>
                </c:pt>
                <c:pt idx="1698">
                  <c:v>169.8</c:v>
                </c:pt>
                <c:pt idx="1699">
                  <c:v>169.9</c:v>
                </c:pt>
                <c:pt idx="1700">
                  <c:v>170</c:v>
                </c:pt>
                <c:pt idx="1701">
                  <c:v>170.1</c:v>
                </c:pt>
                <c:pt idx="1702">
                  <c:v>170.2</c:v>
                </c:pt>
                <c:pt idx="1703">
                  <c:v>170.3</c:v>
                </c:pt>
                <c:pt idx="1704">
                  <c:v>170.4</c:v>
                </c:pt>
                <c:pt idx="1705">
                  <c:v>170.5</c:v>
                </c:pt>
                <c:pt idx="1706">
                  <c:v>170.6</c:v>
                </c:pt>
                <c:pt idx="1707">
                  <c:v>170.7</c:v>
                </c:pt>
                <c:pt idx="1708">
                  <c:v>170.8</c:v>
                </c:pt>
                <c:pt idx="1709">
                  <c:v>170.9</c:v>
                </c:pt>
                <c:pt idx="1710">
                  <c:v>171</c:v>
                </c:pt>
                <c:pt idx="1711">
                  <c:v>171.1</c:v>
                </c:pt>
                <c:pt idx="1712">
                  <c:v>171.2</c:v>
                </c:pt>
                <c:pt idx="1713">
                  <c:v>171.3</c:v>
                </c:pt>
                <c:pt idx="1714">
                  <c:v>171.4</c:v>
                </c:pt>
                <c:pt idx="1715">
                  <c:v>171.5</c:v>
                </c:pt>
                <c:pt idx="1716">
                  <c:v>171.6</c:v>
                </c:pt>
                <c:pt idx="1717">
                  <c:v>171.7</c:v>
                </c:pt>
                <c:pt idx="1718">
                  <c:v>171.8</c:v>
                </c:pt>
                <c:pt idx="1719">
                  <c:v>171.9</c:v>
                </c:pt>
                <c:pt idx="1720">
                  <c:v>172</c:v>
                </c:pt>
                <c:pt idx="1721">
                  <c:v>172.1</c:v>
                </c:pt>
                <c:pt idx="1722">
                  <c:v>172.2</c:v>
                </c:pt>
                <c:pt idx="1723">
                  <c:v>172.3</c:v>
                </c:pt>
                <c:pt idx="1724">
                  <c:v>172.4</c:v>
                </c:pt>
                <c:pt idx="1725">
                  <c:v>172.5</c:v>
                </c:pt>
                <c:pt idx="1726">
                  <c:v>172.6</c:v>
                </c:pt>
                <c:pt idx="1727">
                  <c:v>172.7</c:v>
                </c:pt>
                <c:pt idx="1728">
                  <c:v>172.8</c:v>
                </c:pt>
                <c:pt idx="1729">
                  <c:v>172.9</c:v>
                </c:pt>
                <c:pt idx="1730">
                  <c:v>173</c:v>
                </c:pt>
                <c:pt idx="1731">
                  <c:v>173.1</c:v>
                </c:pt>
                <c:pt idx="1732">
                  <c:v>173.2</c:v>
                </c:pt>
                <c:pt idx="1733">
                  <c:v>173.3</c:v>
                </c:pt>
                <c:pt idx="1734">
                  <c:v>173.4</c:v>
                </c:pt>
                <c:pt idx="1735">
                  <c:v>173.5</c:v>
                </c:pt>
                <c:pt idx="1736">
                  <c:v>173.6</c:v>
                </c:pt>
                <c:pt idx="1737">
                  <c:v>173.7</c:v>
                </c:pt>
                <c:pt idx="1738">
                  <c:v>173.8</c:v>
                </c:pt>
                <c:pt idx="1739">
                  <c:v>173.9</c:v>
                </c:pt>
                <c:pt idx="1740">
                  <c:v>174</c:v>
                </c:pt>
                <c:pt idx="1741">
                  <c:v>174.1</c:v>
                </c:pt>
                <c:pt idx="1742">
                  <c:v>174.2</c:v>
                </c:pt>
                <c:pt idx="1743">
                  <c:v>174.3</c:v>
                </c:pt>
                <c:pt idx="1744">
                  <c:v>174.4</c:v>
                </c:pt>
                <c:pt idx="1745">
                  <c:v>174.5</c:v>
                </c:pt>
                <c:pt idx="1746">
                  <c:v>174.6</c:v>
                </c:pt>
                <c:pt idx="1747">
                  <c:v>174.7</c:v>
                </c:pt>
                <c:pt idx="1748">
                  <c:v>174.8</c:v>
                </c:pt>
                <c:pt idx="1749">
                  <c:v>174.9</c:v>
                </c:pt>
                <c:pt idx="1750">
                  <c:v>175</c:v>
                </c:pt>
                <c:pt idx="1751">
                  <c:v>175.1</c:v>
                </c:pt>
                <c:pt idx="1752">
                  <c:v>175.2</c:v>
                </c:pt>
                <c:pt idx="1753">
                  <c:v>175.3</c:v>
                </c:pt>
                <c:pt idx="1754">
                  <c:v>175.4</c:v>
                </c:pt>
                <c:pt idx="1755">
                  <c:v>175.5</c:v>
                </c:pt>
                <c:pt idx="1756">
                  <c:v>175.6</c:v>
                </c:pt>
                <c:pt idx="1757">
                  <c:v>175.7</c:v>
                </c:pt>
                <c:pt idx="1758">
                  <c:v>175.8</c:v>
                </c:pt>
                <c:pt idx="1759">
                  <c:v>175.9</c:v>
                </c:pt>
                <c:pt idx="1760">
                  <c:v>176</c:v>
                </c:pt>
                <c:pt idx="1761">
                  <c:v>176.1</c:v>
                </c:pt>
                <c:pt idx="1762">
                  <c:v>176.2</c:v>
                </c:pt>
                <c:pt idx="1763">
                  <c:v>176.3</c:v>
                </c:pt>
                <c:pt idx="1764">
                  <c:v>176.4</c:v>
                </c:pt>
                <c:pt idx="1765">
                  <c:v>176.5</c:v>
                </c:pt>
                <c:pt idx="1766">
                  <c:v>176.6</c:v>
                </c:pt>
                <c:pt idx="1767">
                  <c:v>176.7</c:v>
                </c:pt>
                <c:pt idx="1768">
                  <c:v>176.8</c:v>
                </c:pt>
                <c:pt idx="1769">
                  <c:v>176.9</c:v>
                </c:pt>
                <c:pt idx="1770">
                  <c:v>177</c:v>
                </c:pt>
                <c:pt idx="1771">
                  <c:v>177.1</c:v>
                </c:pt>
                <c:pt idx="1772">
                  <c:v>177.2</c:v>
                </c:pt>
                <c:pt idx="1773">
                  <c:v>177.3</c:v>
                </c:pt>
                <c:pt idx="1774">
                  <c:v>177.4</c:v>
                </c:pt>
                <c:pt idx="1775">
                  <c:v>177.5</c:v>
                </c:pt>
                <c:pt idx="1776">
                  <c:v>177.6</c:v>
                </c:pt>
                <c:pt idx="1777">
                  <c:v>177.7</c:v>
                </c:pt>
                <c:pt idx="1778">
                  <c:v>177.8</c:v>
                </c:pt>
                <c:pt idx="1779">
                  <c:v>177.9</c:v>
                </c:pt>
                <c:pt idx="1780">
                  <c:v>178</c:v>
                </c:pt>
                <c:pt idx="1781">
                  <c:v>178.1</c:v>
                </c:pt>
                <c:pt idx="1782">
                  <c:v>178.2</c:v>
                </c:pt>
                <c:pt idx="1783">
                  <c:v>178.3</c:v>
                </c:pt>
                <c:pt idx="1784">
                  <c:v>178.4</c:v>
                </c:pt>
                <c:pt idx="1785">
                  <c:v>178.5</c:v>
                </c:pt>
                <c:pt idx="1786">
                  <c:v>178.6</c:v>
                </c:pt>
                <c:pt idx="1787">
                  <c:v>178.7</c:v>
                </c:pt>
                <c:pt idx="1788">
                  <c:v>178.8</c:v>
                </c:pt>
                <c:pt idx="1789">
                  <c:v>178.9</c:v>
                </c:pt>
                <c:pt idx="1790">
                  <c:v>179</c:v>
                </c:pt>
                <c:pt idx="1791">
                  <c:v>179.1</c:v>
                </c:pt>
                <c:pt idx="1792">
                  <c:v>179.2</c:v>
                </c:pt>
                <c:pt idx="1793">
                  <c:v>179.3</c:v>
                </c:pt>
                <c:pt idx="1794">
                  <c:v>179.4</c:v>
                </c:pt>
                <c:pt idx="1795">
                  <c:v>179.5</c:v>
                </c:pt>
                <c:pt idx="1796">
                  <c:v>179.6</c:v>
                </c:pt>
                <c:pt idx="1797">
                  <c:v>179.7</c:v>
                </c:pt>
                <c:pt idx="1798">
                  <c:v>179.8</c:v>
                </c:pt>
                <c:pt idx="1799">
                  <c:v>179.9</c:v>
                </c:pt>
                <c:pt idx="1800">
                  <c:v>180</c:v>
                </c:pt>
                <c:pt idx="1801">
                  <c:v>180.1</c:v>
                </c:pt>
                <c:pt idx="1802">
                  <c:v>180.2</c:v>
                </c:pt>
                <c:pt idx="1803">
                  <c:v>180.3</c:v>
                </c:pt>
                <c:pt idx="1804">
                  <c:v>180.4</c:v>
                </c:pt>
                <c:pt idx="1805">
                  <c:v>180.5</c:v>
                </c:pt>
                <c:pt idx="1806">
                  <c:v>180.6</c:v>
                </c:pt>
                <c:pt idx="1807">
                  <c:v>180.7</c:v>
                </c:pt>
                <c:pt idx="1808">
                  <c:v>180.8</c:v>
                </c:pt>
                <c:pt idx="1809">
                  <c:v>180.9</c:v>
                </c:pt>
                <c:pt idx="1810">
                  <c:v>181</c:v>
                </c:pt>
                <c:pt idx="1811">
                  <c:v>181.1</c:v>
                </c:pt>
                <c:pt idx="1812">
                  <c:v>181.2</c:v>
                </c:pt>
                <c:pt idx="1813">
                  <c:v>181.3</c:v>
                </c:pt>
                <c:pt idx="1814">
                  <c:v>181.4</c:v>
                </c:pt>
                <c:pt idx="1815">
                  <c:v>181.5</c:v>
                </c:pt>
                <c:pt idx="1816">
                  <c:v>181.6</c:v>
                </c:pt>
                <c:pt idx="1817">
                  <c:v>181.7</c:v>
                </c:pt>
                <c:pt idx="1818">
                  <c:v>181.8</c:v>
                </c:pt>
                <c:pt idx="1819">
                  <c:v>181.9</c:v>
                </c:pt>
                <c:pt idx="1820">
                  <c:v>182</c:v>
                </c:pt>
                <c:pt idx="1821">
                  <c:v>182.1</c:v>
                </c:pt>
                <c:pt idx="1822">
                  <c:v>182.2</c:v>
                </c:pt>
                <c:pt idx="1823">
                  <c:v>182.3</c:v>
                </c:pt>
                <c:pt idx="1824">
                  <c:v>182.4</c:v>
                </c:pt>
                <c:pt idx="1825">
                  <c:v>182.5</c:v>
                </c:pt>
                <c:pt idx="1826">
                  <c:v>182.6</c:v>
                </c:pt>
                <c:pt idx="1827">
                  <c:v>182.7</c:v>
                </c:pt>
                <c:pt idx="1828">
                  <c:v>182.8</c:v>
                </c:pt>
                <c:pt idx="1829">
                  <c:v>182.9</c:v>
                </c:pt>
                <c:pt idx="1830">
                  <c:v>183</c:v>
                </c:pt>
                <c:pt idx="1831">
                  <c:v>183.1</c:v>
                </c:pt>
                <c:pt idx="1832">
                  <c:v>183.2</c:v>
                </c:pt>
                <c:pt idx="1833">
                  <c:v>183.3</c:v>
                </c:pt>
                <c:pt idx="1834">
                  <c:v>183.4</c:v>
                </c:pt>
                <c:pt idx="1835">
                  <c:v>183.5</c:v>
                </c:pt>
                <c:pt idx="1836">
                  <c:v>183.6</c:v>
                </c:pt>
                <c:pt idx="1837">
                  <c:v>183.7</c:v>
                </c:pt>
                <c:pt idx="1838">
                  <c:v>183.8</c:v>
                </c:pt>
                <c:pt idx="1839">
                  <c:v>183.9</c:v>
                </c:pt>
                <c:pt idx="1840">
                  <c:v>184</c:v>
                </c:pt>
                <c:pt idx="1841">
                  <c:v>184.1</c:v>
                </c:pt>
                <c:pt idx="1842">
                  <c:v>184.2</c:v>
                </c:pt>
                <c:pt idx="1843">
                  <c:v>184.3</c:v>
                </c:pt>
                <c:pt idx="1844">
                  <c:v>184.4</c:v>
                </c:pt>
                <c:pt idx="1845">
                  <c:v>184.5</c:v>
                </c:pt>
                <c:pt idx="1846">
                  <c:v>184.6</c:v>
                </c:pt>
                <c:pt idx="1847">
                  <c:v>184.7</c:v>
                </c:pt>
                <c:pt idx="1848">
                  <c:v>184.8</c:v>
                </c:pt>
                <c:pt idx="1849">
                  <c:v>184.9</c:v>
                </c:pt>
                <c:pt idx="1850">
                  <c:v>185</c:v>
                </c:pt>
                <c:pt idx="1851">
                  <c:v>185.1</c:v>
                </c:pt>
                <c:pt idx="1852">
                  <c:v>185.2</c:v>
                </c:pt>
                <c:pt idx="1853">
                  <c:v>185.3</c:v>
                </c:pt>
                <c:pt idx="1854">
                  <c:v>185.4</c:v>
                </c:pt>
                <c:pt idx="1855">
                  <c:v>185.5</c:v>
                </c:pt>
                <c:pt idx="1856">
                  <c:v>185.6</c:v>
                </c:pt>
                <c:pt idx="1857">
                  <c:v>185.7</c:v>
                </c:pt>
                <c:pt idx="1858">
                  <c:v>185.8</c:v>
                </c:pt>
                <c:pt idx="1859">
                  <c:v>185.9</c:v>
                </c:pt>
                <c:pt idx="1860">
                  <c:v>186</c:v>
                </c:pt>
                <c:pt idx="1861">
                  <c:v>186.1</c:v>
                </c:pt>
                <c:pt idx="1862">
                  <c:v>186.2</c:v>
                </c:pt>
                <c:pt idx="1863">
                  <c:v>186.3</c:v>
                </c:pt>
                <c:pt idx="1864">
                  <c:v>186.4</c:v>
                </c:pt>
                <c:pt idx="1865">
                  <c:v>186.5</c:v>
                </c:pt>
                <c:pt idx="1866">
                  <c:v>186.6</c:v>
                </c:pt>
                <c:pt idx="1867">
                  <c:v>186.7</c:v>
                </c:pt>
                <c:pt idx="1868">
                  <c:v>186.8</c:v>
                </c:pt>
                <c:pt idx="1869">
                  <c:v>186.9</c:v>
                </c:pt>
                <c:pt idx="1870">
                  <c:v>187</c:v>
                </c:pt>
                <c:pt idx="1871">
                  <c:v>187.1</c:v>
                </c:pt>
                <c:pt idx="1872">
                  <c:v>187.2</c:v>
                </c:pt>
                <c:pt idx="1873">
                  <c:v>187.3</c:v>
                </c:pt>
                <c:pt idx="1874">
                  <c:v>187.4</c:v>
                </c:pt>
                <c:pt idx="1875">
                  <c:v>187.5</c:v>
                </c:pt>
                <c:pt idx="1876">
                  <c:v>187.6</c:v>
                </c:pt>
                <c:pt idx="1877">
                  <c:v>187.7</c:v>
                </c:pt>
                <c:pt idx="1878">
                  <c:v>187.8</c:v>
                </c:pt>
                <c:pt idx="1879">
                  <c:v>187.9</c:v>
                </c:pt>
                <c:pt idx="1880">
                  <c:v>188</c:v>
                </c:pt>
                <c:pt idx="1881">
                  <c:v>188.1</c:v>
                </c:pt>
                <c:pt idx="1882">
                  <c:v>188.2</c:v>
                </c:pt>
                <c:pt idx="1883">
                  <c:v>188.3</c:v>
                </c:pt>
                <c:pt idx="1884">
                  <c:v>188.4</c:v>
                </c:pt>
                <c:pt idx="1885">
                  <c:v>188.5</c:v>
                </c:pt>
                <c:pt idx="1886">
                  <c:v>188.6</c:v>
                </c:pt>
                <c:pt idx="1887">
                  <c:v>188.7</c:v>
                </c:pt>
                <c:pt idx="1888">
                  <c:v>188.8</c:v>
                </c:pt>
                <c:pt idx="1889">
                  <c:v>188.9</c:v>
                </c:pt>
                <c:pt idx="1890">
                  <c:v>189</c:v>
                </c:pt>
                <c:pt idx="1891">
                  <c:v>189.1</c:v>
                </c:pt>
                <c:pt idx="1892">
                  <c:v>189.2</c:v>
                </c:pt>
                <c:pt idx="1893">
                  <c:v>189.3</c:v>
                </c:pt>
                <c:pt idx="1894">
                  <c:v>189.4</c:v>
                </c:pt>
                <c:pt idx="1895">
                  <c:v>189.5</c:v>
                </c:pt>
                <c:pt idx="1896">
                  <c:v>189.6</c:v>
                </c:pt>
                <c:pt idx="1897">
                  <c:v>189.7</c:v>
                </c:pt>
                <c:pt idx="1898">
                  <c:v>189.8</c:v>
                </c:pt>
                <c:pt idx="1899">
                  <c:v>189.9</c:v>
                </c:pt>
                <c:pt idx="1900">
                  <c:v>190</c:v>
                </c:pt>
                <c:pt idx="1901">
                  <c:v>190.1</c:v>
                </c:pt>
                <c:pt idx="1902">
                  <c:v>190.2</c:v>
                </c:pt>
                <c:pt idx="1903">
                  <c:v>190.3</c:v>
                </c:pt>
                <c:pt idx="1904">
                  <c:v>190.4</c:v>
                </c:pt>
                <c:pt idx="1905">
                  <c:v>190.5</c:v>
                </c:pt>
                <c:pt idx="1906">
                  <c:v>190.6</c:v>
                </c:pt>
                <c:pt idx="1907">
                  <c:v>190.7</c:v>
                </c:pt>
                <c:pt idx="1908">
                  <c:v>190.8</c:v>
                </c:pt>
                <c:pt idx="1909">
                  <c:v>190.9</c:v>
                </c:pt>
                <c:pt idx="1910">
                  <c:v>191</c:v>
                </c:pt>
                <c:pt idx="1911">
                  <c:v>191.1</c:v>
                </c:pt>
                <c:pt idx="1912">
                  <c:v>191.2</c:v>
                </c:pt>
                <c:pt idx="1913">
                  <c:v>191.3</c:v>
                </c:pt>
                <c:pt idx="1914">
                  <c:v>191.4</c:v>
                </c:pt>
                <c:pt idx="1915">
                  <c:v>191.5</c:v>
                </c:pt>
                <c:pt idx="1916">
                  <c:v>191.6</c:v>
                </c:pt>
                <c:pt idx="1917">
                  <c:v>191.7</c:v>
                </c:pt>
                <c:pt idx="1918">
                  <c:v>191.8</c:v>
                </c:pt>
                <c:pt idx="1919">
                  <c:v>191.9</c:v>
                </c:pt>
                <c:pt idx="1920">
                  <c:v>192</c:v>
                </c:pt>
                <c:pt idx="1921">
                  <c:v>192.1</c:v>
                </c:pt>
                <c:pt idx="1922">
                  <c:v>192.2</c:v>
                </c:pt>
                <c:pt idx="1923">
                  <c:v>192.3</c:v>
                </c:pt>
                <c:pt idx="1924">
                  <c:v>192.4</c:v>
                </c:pt>
                <c:pt idx="1925">
                  <c:v>192.5</c:v>
                </c:pt>
                <c:pt idx="1926">
                  <c:v>192.6</c:v>
                </c:pt>
                <c:pt idx="1927">
                  <c:v>192.7</c:v>
                </c:pt>
                <c:pt idx="1928">
                  <c:v>192.8</c:v>
                </c:pt>
                <c:pt idx="1929">
                  <c:v>192.9</c:v>
                </c:pt>
                <c:pt idx="1930">
                  <c:v>193</c:v>
                </c:pt>
                <c:pt idx="1931">
                  <c:v>193.1</c:v>
                </c:pt>
                <c:pt idx="1932">
                  <c:v>193.2</c:v>
                </c:pt>
                <c:pt idx="1933">
                  <c:v>193.3</c:v>
                </c:pt>
                <c:pt idx="1934">
                  <c:v>193.4</c:v>
                </c:pt>
                <c:pt idx="1935">
                  <c:v>193.5</c:v>
                </c:pt>
                <c:pt idx="1936">
                  <c:v>193.6</c:v>
                </c:pt>
                <c:pt idx="1937">
                  <c:v>193.7</c:v>
                </c:pt>
                <c:pt idx="1938">
                  <c:v>193.8</c:v>
                </c:pt>
                <c:pt idx="1939">
                  <c:v>193.9</c:v>
                </c:pt>
                <c:pt idx="1940">
                  <c:v>194</c:v>
                </c:pt>
                <c:pt idx="1941">
                  <c:v>194.1</c:v>
                </c:pt>
                <c:pt idx="1942">
                  <c:v>194.2</c:v>
                </c:pt>
                <c:pt idx="1943">
                  <c:v>194.3</c:v>
                </c:pt>
                <c:pt idx="1944">
                  <c:v>194.4</c:v>
                </c:pt>
                <c:pt idx="1945">
                  <c:v>194.5</c:v>
                </c:pt>
                <c:pt idx="1946">
                  <c:v>194.6</c:v>
                </c:pt>
                <c:pt idx="1947">
                  <c:v>194.7</c:v>
                </c:pt>
                <c:pt idx="1948">
                  <c:v>194.8</c:v>
                </c:pt>
                <c:pt idx="1949">
                  <c:v>194.9</c:v>
                </c:pt>
                <c:pt idx="1950">
                  <c:v>195</c:v>
                </c:pt>
                <c:pt idx="1951">
                  <c:v>195.1</c:v>
                </c:pt>
                <c:pt idx="1952">
                  <c:v>195.2</c:v>
                </c:pt>
                <c:pt idx="1953">
                  <c:v>195.3</c:v>
                </c:pt>
                <c:pt idx="1954">
                  <c:v>195.4</c:v>
                </c:pt>
                <c:pt idx="1955">
                  <c:v>195.5</c:v>
                </c:pt>
                <c:pt idx="1956">
                  <c:v>195.6</c:v>
                </c:pt>
                <c:pt idx="1957">
                  <c:v>195.7</c:v>
                </c:pt>
                <c:pt idx="1958">
                  <c:v>195.8</c:v>
                </c:pt>
                <c:pt idx="1959">
                  <c:v>195.9</c:v>
                </c:pt>
                <c:pt idx="1960">
                  <c:v>196</c:v>
                </c:pt>
                <c:pt idx="1961">
                  <c:v>196.1</c:v>
                </c:pt>
                <c:pt idx="1962">
                  <c:v>196.2</c:v>
                </c:pt>
                <c:pt idx="1963">
                  <c:v>196.3</c:v>
                </c:pt>
                <c:pt idx="1964">
                  <c:v>196.4</c:v>
                </c:pt>
                <c:pt idx="1965">
                  <c:v>196.5</c:v>
                </c:pt>
                <c:pt idx="1966">
                  <c:v>196.6</c:v>
                </c:pt>
                <c:pt idx="1967">
                  <c:v>196.7</c:v>
                </c:pt>
                <c:pt idx="1968">
                  <c:v>196.8</c:v>
                </c:pt>
                <c:pt idx="1969">
                  <c:v>196.9</c:v>
                </c:pt>
                <c:pt idx="1970">
                  <c:v>197</c:v>
                </c:pt>
                <c:pt idx="1971">
                  <c:v>197.1</c:v>
                </c:pt>
                <c:pt idx="1972">
                  <c:v>197.2</c:v>
                </c:pt>
                <c:pt idx="1973">
                  <c:v>197.3</c:v>
                </c:pt>
                <c:pt idx="1974">
                  <c:v>197.4</c:v>
                </c:pt>
                <c:pt idx="1975">
                  <c:v>197.5</c:v>
                </c:pt>
                <c:pt idx="1976">
                  <c:v>197.6</c:v>
                </c:pt>
                <c:pt idx="1977">
                  <c:v>197.7</c:v>
                </c:pt>
                <c:pt idx="1978">
                  <c:v>197.8</c:v>
                </c:pt>
                <c:pt idx="1979">
                  <c:v>197.9</c:v>
                </c:pt>
                <c:pt idx="1980">
                  <c:v>198</c:v>
                </c:pt>
                <c:pt idx="1981">
                  <c:v>198.1</c:v>
                </c:pt>
                <c:pt idx="1982">
                  <c:v>198.2</c:v>
                </c:pt>
                <c:pt idx="1983">
                  <c:v>198.3</c:v>
                </c:pt>
                <c:pt idx="1984">
                  <c:v>198.4</c:v>
                </c:pt>
                <c:pt idx="1985">
                  <c:v>198.5</c:v>
                </c:pt>
                <c:pt idx="1986">
                  <c:v>198.6</c:v>
                </c:pt>
                <c:pt idx="1987">
                  <c:v>198.7</c:v>
                </c:pt>
                <c:pt idx="1988">
                  <c:v>198.8</c:v>
                </c:pt>
                <c:pt idx="1989">
                  <c:v>198.9</c:v>
                </c:pt>
                <c:pt idx="1990">
                  <c:v>199</c:v>
                </c:pt>
                <c:pt idx="1991">
                  <c:v>199.1</c:v>
                </c:pt>
                <c:pt idx="1992">
                  <c:v>199.2</c:v>
                </c:pt>
                <c:pt idx="1993">
                  <c:v>199.3</c:v>
                </c:pt>
                <c:pt idx="1994">
                  <c:v>199.4</c:v>
                </c:pt>
                <c:pt idx="1995">
                  <c:v>199.5</c:v>
                </c:pt>
                <c:pt idx="1996">
                  <c:v>199.6</c:v>
                </c:pt>
                <c:pt idx="1997">
                  <c:v>199.7</c:v>
                </c:pt>
                <c:pt idx="1998">
                  <c:v>199.8</c:v>
                </c:pt>
                <c:pt idx="1999">
                  <c:v>199.9</c:v>
                </c:pt>
                <c:pt idx="2000">
                  <c:v>200</c:v>
                </c:pt>
                <c:pt idx="2001">
                  <c:v>200.1</c:v>
                </c:pt>
                <c:pt idx="2002">
                  <c:v>200.2</c:v>
                </c:pt>
                <c:pt idx="2003">
                  <c:v>200.3</c:v>
                </c:pt>
                <c:pt idx="2004">
                  <c:v>200.4</c:v>
                </c:pt>
                <c:pt idx="2005">
                  <c:v>200.5</c:v>
                </c:pt>
                <c:pt idx="2006">
                  <c:v>200.6</c:v>
                </c:pt>
                <c:pt idx="2007">
                  <c:v>200.7</c:v>
                </c:pt>
                <c:pt idx="2008">
                  <c:v>200.8</c:v>
                </c:pt>
                <c:pt idx="2009">
                  <c:v>200.9</c:v>
                </c:pt>
                <c:pt idx="2010">
                  <c:v>201</c:v>
                </c:pt>
                <c:pt idx="2011">
                  <c:v>201.1</c:v>
                </c:pt>
                <c:pt idx="2012">
                  <c:v>201.2</c:v>
                </c:pt>
                <c:pt idx="2013">
                  <c:v>201.3</c:v>
                </c:pt>
                <c:pt idx="2014">
                  <c:v>201.4</c:v>
                </c:pt>
                <c:pt idx="2015">
                  <c:v>201.5</c:v>
                </c:pt>
                <c:pt idx="2016">
                  <c:v>201.6</c:v>
                </c:pt>
                <c:pt idx="2017">
                  <c:v>201.7</c:v>
                </c:pt>
                <c:pt idx="2018">
                  <c:v>201.8</c:v>
                </c:pt>
                <c:pt idx="2019">
                  <c:v>201.9</c:v>
                </c:pt>
                <c:pt idx="2020">
                  <c:v>202</c:v>
                </c:pt>
                <c:pt idx="2021">
                  <c:v>202.1</c:v>
                </c:pt>
                <c:pt idx="2022">
                  <c:v>202.2</c:v>
                </c:pt>
                <c:pt idx="2023">
                  <c:v>202.3</c:v>
                </c:pt>
                <c:pt idx="2024">
                  <c:v>202.4</c:v>
                </c:pt>
                <c:pt idx="2025">
                  <c:v>202.5</c:v>
                </c:pt>
                <c:pt idx="2026">
                  <c:v>202.6</c:v>
                </c:pt>
                <c:pt idx="2027">
                  <c:v>202.7</c:v>
                </c:pt>
                <c:pt idx="2028">
                  <c:v>202.8</c:v>
                </c:pt>
                <c:pt idx="2029">
                  <c:v>202.9</c:v>
                </c:pt>
                <c:pt idx="2030">
                  <c:v>203</c:v>
                </c:pt>
                <c:pt idx="2031">
                  <c:v>203.1</c:v>
                </c:pt>
                <c:pt idx="2032">
                  <c:v>203.2</c:v>
                </c:pt>
                <c:pt idx="2033">
                  <c:v>203.3</c:v>
                </c:pt>
                <c:pt idx="2034">
                  <c:v>203.4</c:v>
                </c:pt>
                <c:pt idx="2035">
                  <c:v>203.5</c:v>
                </c:pt>
                <c:pt idx="2036">
                  <c:v>203.6</c:v>
                </c:pt>
                <c:pt idx="2037">
                  <c:v>203.7</c:v>
                </c:pt>
                <c:pt idx="2038">
                  <c:v>203.8</c:v>
                </c:pt>
                <c:pt idx="2039">
                  <c:v>203.9</c:v>
                </c:pt>
                <c:pt idx="2040">
                  <c:v>204</c:v>
                </c:pt>
                <c:pt idx="2041">
                  <c:v>204.1</c:v>
                </c:pt>
                <c:pt idx="2042">
                  <c:v>204.2</c:v>
                </c:pt>
                <c:pt idx="2043">
                  <c:v>204.3</c:v>
                </c:pt>
                <c:pt idx="2044">
                  <c:v>204.4</c:v>
                </c:pt>
                <c:pt idx="2045">
                  <c:v>204.5</c:v>
                </c:pt>
                <c:pt idx="2046">
                  <c:v>204.6</c:v>
                </c:pt>
                <c:pt idx="2047">
                  <c:v>204.7</c:v>
                </c:pt>
                <c:pt idx="2048">
                  <c:v>204.8</c:v>
                </c:pt>
                <c:pt idx="2049">
                  <c:v>204.9</c:v>
                </c:pt>
                <c:pt idx="2050">
                  <c:v>205</c:v>
                </c:pt>
                <c:pt idx="2051">
                  <c:v>205.1</c:v>
                </c:pt>
                <c:pt idx="2052">
                  <c:v>205.2</c:v>
                </c:pt>
                <c:pt idx="2053">
                  <c:v>205.3</c:v>
                </c:pt>
                <c:pt idx="2054">
                  <c:v>205.4</c:v>
                </c:pt>
                <c:pt idx="2055">
                  <c:v>205.5</c:v>
                </c:pt>
                <c:pt idx="2056">
                  <c:v>205.6</c:v>
                </c:pt>
                <c:pt idx="2057">
                  <c:v>205.7</c:v>
                </c:pt>
                <c:pt idx="2058">
                  <c:v>205.8</c:v>
                </c:pt>
                <c:pt idx="2059">
                  <c:v>205.9</c:v>
                </c:pt>
                <c:pt idx="2060">
                  <c:v>206</c:v>
                </c:pt>
                <c:pt idx="2061">
                  <c:v>206.1</c:v>
                </c:pt>
                <c:pt idx="2062">
                  <c:v>206.2</c:v>
                </c:pt>
                <c:pt idx="2063">
                  <c:v>206.3</c:v>
                </c:pt>
                <c:pt idx="2064">
                  <c:v>206.4</c:v>
                </c:pt>
                <c:pt idx="2065">
                  <c:v>206.5</c:v>
                </c:pt>
                <c:pt idx="2066">
                  <c:v>206.6</c:v>
                </c:pt>
                <c:pt idx="2067">
                  <c:v>206.7</c:v>
                </c:pt>
                <c:pt idx="2068">
                  <c:v>206.8</c:v>
                </c:pt>
                <c:pt idx="2069">
                  <c:v>206.9</c:v>
                </c:pt>
                <c:pt idx="2070">
                  <c:v>207</c:v>
                </c:pt>
                <c:pt idx="2071">
                  <c:v>207.1</c:v>
                </c:pt>
                <c:pt idx="2072">
                  <c:v>207.2</c:v>
                </c:pt>
                <c:pt idx="2073">
                  <c:v>207.3</c:v>
                </c:pt>
                <c:pt idx="2074">
                  <c:v>207.4</c:v>
                </c:pt>
                <c:pt idx="2075">
                  <c:v>207.5</c:v>
                </c:pt>
                <c:pt idx="2076">
                  <c:v>207.6</c:v>
                </c:pt>
                <c:pt idx="2077">
                  <c:v>207.7</c:v>
                </c:pt>
                <c:pt idx="2078">
                  <c:v>207.8</c:v>
                </c:pt>
                <c:pt idx="2079">
                  <c:v>207.9</c:v>
                </c:pt>
                <c:pt idx="2080">
                  <c:v>208</c:v>
                </c:pt>
                <c:pt idx="2081">
                  <c:v>208.1</c:v>
                </c:pt>
                <c:pt idx="2082">
                  <c:v>208.2</c:v>
                </c:pt>
                <c:pt idx="2083">
                  <c:v>208.3</c:v>
                </c:pt>
                <c:pt idx="2084">
                  <c:v>208.4</c:v>
                </c:pt>
                <c:pt idx="2085">
                  <c:v>208.5</c:v>
                </c:pt>
                <c:pt idx="2086">
                  <c:v>208.6</c:v>
                </c:pt>
                <c:pt idx="2087">
                  <c:v>208.7</c:v>
                </c:pt>
                <c:pt idx="2088">
                  <c:v>208.8</c:v>
                </c:pt>
                <c:pt idx="2089">
                  <c:v>208.9</c:v>
                </c:pt>
                <c:pt idx="2090">
                  <c:v>209</c:v>
                </c:pt>
                <c:pt idx="2091">
                  <c:v>209.1</c:v>
                </c:pt>
                <c:pt idx="2092">
                  <c:v>209.2</c:v>
                </c:pt>
                <c:pt idx="2093">
                  <c:v>209.3</c:v>
                </c:pt>
                <c:pt idx="2094">
                  <c:v>209.4</c:v>
                </c:pt>
                <c:pt idx="2095">
                  <c:v>209.5</c:v>
                </c:pt>
                <c:pt idx="2096">
                  <c:v>209.6</c:v>
                </c:pt>
                <c:pt idx="2097">
                  <c:v>209.7</c:v>
                </c:pt>
                <c:pt idx="2098">
                  <c:v>209.8</c:v>
                </c:pt>
                <c:pt idx="2099">
                  <c:v>209.9</c:v>
                </c:pt>
                <c:pt idx="2100">
                  <c:v>210</c:v>
                </c:pt>
                <c:pt idx="2101">
                  <c:v>210.1</c:v>
                </c:pt>
                <c:pt idx="2102">
                  <c:v>210.2</c:v>
                </c:pt>
                <c:pt idx="2103">
                  <c:v>210.3</c:v>
                </c:pt>
                <c:pt idx="2104">
                  <c:v>210.4</c:v>
                </c:pt>
                <c:pt idx="2105">
                  <c:v>210.5</c:v>
                </c:pt>
                <c:pt idx="2106">
                  <c:v>210.6</c:v>
                </c:pt>
                <c:pt idx="2107">
                  <c:v>210.7</c:v>
                </c:pt>
                <c:pt idx="2108">
                  <c:v>210.8</c:v>
                </c:pt>
                <c:pt idx="2109">
                  <c:v>210.9</c:v>
                </c:pt>
                <c:pt idx="2110">
                  <c:v>211</c:v>
                </c:pt>
                <c:pt idx="2111">
                  <c:v>211.1</c:v>
                </c:pt>
                <c:pt idx="2112">
                  <c:v>211.2</c:v>
                </c:pt>
                <c:pt idx="2113">
                  <c:v>211.3</c:v>
                </c:pt>
                <c:pt idx="2114">
                  <c:v>211.4</c:v>
                </c:pt>
                <c:pt idx="2115">
                  <c:v>211.5</c:v>
                </c:pt>
                <c:pt idx="2116">
                  <c:v>211.6</c:v>
                </c:pt>
                <c:pt idx="2117">
                  <c:v>211.7</c:v>
                </c:pt>
                <c:pt idx="2118">
                  <c:v>211.8</c:v>
                </c:pt>
                <c:pt idx="2119">
                  <c:v>211.9</c:v>
                </c:pt>
                <c:pt idx="2120">
                  <c:v>212</c:v>
                </c:pt>
                <c:pt idx="2121">
                  <c:v>212.1</c:v>
                </c:pt>
                <c:pt idx="2122">
                  <c:v>212.2</c:v>
                </c:pt>
                <c:pt idx="2123">
                  <c:v>212.3</c:v>
                </c:pt>
                <c:pt idx="2124">
                  <c:v>212.4</c:v>
                </c:pt>
                <c:pt idx="2125">
                  <c:v>212.5</c:v>
                </c:pt>
                <c:pt idx="2126">
                  <c:v>212.6</c:v>
                </c:pt>
                <c:pt idx="2127">
                  <c:v>212.7</c:v>
                </c:pt>
                <c:pt idx="2128">
                  <c:v>212.8</c:v>
                </c:pt>
                <c:pt idx="2129">
                  <c:v>212.9</c:v>
                </c:pt>
                <c:pt idx="2130">
                  <c:v>213</c:v>
                </c:pt>
                <c:pt idx="2131">
                  <c:v>213.1</c:v>
                </c:pt>
                <c:pt idx="2132">
                  <c:v>213.2</c:v>
                </c:pt>
                <c:pt idx="2133">
                  <c:v>213.3</c:v>
                </c:pt>
                <c:pt idx="2134">
                  <c:v>213.4</c:v>
                </c:pt>
                <c:pt idx="2135">
                  <c:v>213.5</c:v>
                </c:pt>
                <c:pt idx="2136">
                  <c:v>213.6</c:v>
                </c:pt>
                <c:pt idx="2137">
                  <c:v>213.7</c:v>
                </c:pt>
                <c:pt idx="2138">
                  <c:v>213.8</c:v>
                </c:pt>
                <c:pt idx="2139">
                  <c:v>213.9</c:v>
                </c:pt>
                <c:pt idx="2140">
                  <c:v>214</c:v>
                </c:pt>
                <c:pt idx="2141">
                  <c:v>214.1</c:v>
                </c:pt>
                <c:pt idx="2142">
                  <c:v>214.2</c:v>
                </c:pt>
                <c:pt idx="2143">
                  <c:v>214.3</c:v>
                </c:pt>
                <c:pt idx="2144">
                  <c:v>214.4</c:v>
                </c:pt>
                <c:pt idx="2145">
                  <c:v>214.5</c:v>
                </c:pt>
                <c:pt idx="2146">
                  <c:v>214.6</c:v>
                </c:pt>
                <c:pt idx="2147">
                  <c:v>214.7</c:v>
                </c:pt>
                <c:pt idx="2148">
                  <c:v>214.8</c:v>
                </c:pt>
                <c:pt idx="2149">
                  <c:v>214.9</c:v>
                </c:pt>
                <c:pt idx="2150">
                  <c:v>215</c:v>
                </c:pt>
                <c:pt idx="2151">
                  <c:v>215.1</c:v>
                </c:pt>
                <c:pt idx="2152">
                  <c:v>215.2</c:v>
                </c:pt>
                <c:pt idx="2153">
                  <c:v>215.3</c:v>
                </c:pt>
                <c:pt idx="2154">
                  <c:v>215.4</c:v>
                </c:pt>
                <c:pt idx="2155">
                  <c:v>215.5</c:v>
                </c:pt>
                <c:pt idx="2156">
                  <c:v>215.6</c:v>
                </c:pt>
                <c:pt idx="2157">
                  <c:v>215.7</c:v>
                </c:pt>
                <c:pt idx="2158">
                  <c:v>215.8</c:v>
                </c:pt>
                <c:pt idx="2159">
                  <c:v>215.9</c:v>
                </c:pt>
                <c:pt idx="2160">
                  <c:v>216</c:v>
                </c:pt>
                <c:pt idx="2161">
                  <c:v>216.1</c:v>
                </c:pt>
                <c:pt idx="2162">
                  <c:v>216.2</c:v>
                </c:pt>
                <c:pt idx="2163">
                  <c:v>216.3</c:v>
                </c:pt>
                <c:pt idx="2164">
                  <c:v>216.4</c:v>
                </c:pt>
                <c:pt idx="2165">
                  <c:v>216.5</c:v>
                </c:pt>
                <c:pt idx="2166">
                  <c:v>216.6</c:v>
                </c:pt>
                <c:pt idx="2167">
                  <c:v>216.7</c:v>
                </c:pt>
                <c:pt idx="2168">
                  <c:v>216.8</c:v>
                </c:pt>
                <c:pt idx="2169">
                  <c:v>216.9</c:v>
                </c:pt>
                <c:pt idx="2170">
                  <c:v>217</c:v>
                </c:pt>
                <c:pt idx="2171">
                  <c:v>217.1</c:v>
                </c:pt>
                <c:pt idx="2172">
                  <c:v>217.2</c:v>
                </c:pt>
                <c:pt idx="2173">
                  <c:v>217.3</c:v>
                </c:pt>
                <c:pt idx="2174">
                  <c:v>217.4</c:v>
                </c:pt>
                <c:pt idx="2175">
                  <c:v>217.5</c:v>
                </c:pt>
                <c:pt idx="2176">
                  <c:v>217.6</c:v>
                </c:pt>
                <c:pt idx="2177">
                  <c:v>217.7</c:v>
                </c:pt>
                <c:pt idx="2178">
                  <c:v>217.8</c:v>
                </c:pt>
                <c:pt idx="2179">
                  <c:v>217.9</c:v>
                </c:pt>
                <c:pt idx="2180">
                  <c:v>218</c:v>
                </c:pt>
                <c:pt idx="2181">
                  <c:v>218.1</c:v>
                </c:pt>
                <c:pt idx="2182">
                  <c:v>218.2</c:v>
                </c:pt>
                <c:pt idx="2183">
                  <c:v>218.3</c:v>
                </c:pt>
                <c:pt idx="2184">
                  <c:v>218.4</c:v>
                </c:pt>
                <c:pt idx="2185">
                  <c:v>218.5</c:v>
                </c:pt>
                <c:pt idx="2186">
                  <c:v>218.6</c:v>
                </c:pt>
                <c:pt idx="2187">
                  <c:v>218.7</c:v>
                </c:pt>
                <c:pt idx="2188">
                  <c:v>218.8</c:v>
                </c:pt>
                <c:pt idx="2189">
                  <c:v>218.9</c:v>
                </c:pt>
                <c:pt idx="2190">
                  <c:v>219</c:v>
                </c:pt>
                <c:pt idx="2191">
                  <c:v>219.1</c:v>
                </c:pt>
                <c:pt idx="2192">
                  <c:v>219.2</c:v>
                </c:pt>
                <c:pt idx="2193">
                  <c:v>219.3</c:v>
                </c:pt>
                <c:pt idx="2194">
                  <c:v>219.4</c:v>
                </c:pt>
                <c:pt idx="2195">
                  <c:v>219.5</c:v>
                </c:pt>
                <c:pt idx="2196">
                  <c:v>219.6</c:v>
                </c:pt>
                <c:pt idx="2197">
                  <c:v>219.7</c:v>
                </c:pt>
                <c:pt idx="2198">
                  <c:v>219.8</c:v>
                </c:pt>
                <c:pt idx="2199">
                  <c:v>219.9</c:v>
                </c:pt>
                <c:pt idx="2200">
                  <c:v>220</c:v>
                </c:pt>
                <c:pt idx="2201">
                  <c:v>220.1</c:v>
                </c:pt>
                <c:pt idx="2202">
                  <c:v>220.2</c:v>
                </c:pt>
                <c:pt idx="2203">
                  <c:v>220.3</c:v>
                </c:pt>
                <c:pt idx="2204">
                  <c:v>220.4</c:v>
                </c:pt>
                <c:pt idx="2205">
                  <c:v>220.5</c:v>
                </c:pt>
                <c:pt idx="2206">
                  <c:v>220.6</c:v>
                </c:pt>
                <c:pt idx="2207">
                  <c:v>220.7</c:v>
                </c:pt>
                <c:pt idx="2208">
                  <c:v>220.8</c:v>
                </c:pt>
                <c:pt idx="2209">
                  <c:v>220.9</c:v>
                </c:pt>
                <c:pt idx="2210">
                  <c:v>221</c:v>
                </c:pt>
                <c:pt idx="2211">
                  <c:v>221.1</c:v>
                </c:pt>
                <c:pt idx="2212">
                  <c:v>221.2</c:v>
                </c:pt>
                <c:pt idx="2213">
                  <c:v>221.3</c:v>
                </c:pt>
                <c:pt idx="2214">
                  <c:v>221.4</c:v>
                </c:pt>
                <c:pt idx="2215">
                  <c:v>221.5</c:v>
                </c:pt>
                <c:pt idx="2216">
                  <c:v>221.6</c:v>
                </c:pt>
                <c:pt idx="2217">
                  <c:v>221.7</c:v>
                </c:pt>
                <c:pt idx="2218">
                  <c:v>221.8</c:v>
                </c:pt>
                <c:pt idx="2219">
                  <c:v>221.9</c:v>
                </c:pt>
                <c:pt idx="2220">
                  <c:v>222</c:v>
                </c:pt>
                <c:pt idx="2221">
                  <c:v>222.1</c:v>
                </c:pt>
                <c:pt idx="2222">
                  <c:v>222.2</c:v>
                </c:pt>
                <c:pt idx="2223">
                  <c:v>222.3</c:v>
                </c:pt>
                <c:pt idx="2224">
                  <c:v>222.4</c:v>
                </c:pt>
                <c:pt idx="2225">
                  <c:v>222.5</c:v>
                </c:pt>
                <c:pt idx="2226">
                  <c:v>222.6</c:v>
                </c:pt>
                <c:pt idx="2227">
                  <c:v>222.7</c:v>
                </c:pt>
                <c:pt idx="2228">
                  <c:v>222.8</c:v>
                </c:pt>
                <c:pt idx="2229">
                  <c:v>222.9</c:v>
                </c:pt>
                <c:pt idx="2230">
                  <c:v>223</c:v>
                </c:pt>
                <c:pt idx="2231">
                  <c:v>223.1</c:v>
                </c:pt>
                <c:pt idx="2232">
                  <c:v>223.2</c:v>
                </c:pt>
                <c:pt idx="2233">
                  <c:v>223.3</c:v>
                </c:pt>
                <c:pt idx="2234">
                  <c:v>223.4</c:v>
                </c:pt>
                <c:pt idx="2235">
                  <c:v>223.5</c:v>
                </c:pt>
                <c:pt idx="2236">
                  <c:v>223.6</c:v>
                </c:pt>
                <c:pt idx="2237">
                  <c:v>223.7</c:v>
                </c:pt>
                <c:pt idx="2238">
                  <c:v>223.8</c:v>
                </c:pt>
                <c:pt idx="2239">
                  <c:v>223.9</c:v>
                </c:pt>
                <c:pt idx="2240">
                  <c:v>224</c:v>
                </c:pt>
                <c:pt idx="2241">
                  <c:v>224.1</c:v>
                </c:pt>
                <c:pt idx="2242">
                  <c:v>224.2</c:v>
                </c:pt>
                <c:pt idx="2243">
                  <c:v>224.3</c:v>
                </c:pt>
                <c:pt idx="2244">
                  <c:v>224.4</c:v>
                </c:pt>
                <c:pt idx="2245">
                  <c:v>224.5</c:v>
                </c:pt>
                <c:pt idx="2246">
                  <c:v>224.6</c:v>
                </c:pt>
                <c:pt idx="2247">
                  <c:v>224.7</c:v>
                </c:pt>
                <c:pt idx="2248">
                  <c:v>224.8</c:v>
                </c:pt>
                <c:pt idx="2249">
                  <c:v>224.9</c:v>
                </c:pt>
                <c:pt idx="2250">
                  <c:v>225</c:v>
                </c:pt>
                <c:pt idx="2251">
                  <c:v>225.1</c:v>
                </c:pt>
                <c:pt idx="2252">
                  <c:v>225.2</c:v>
                </c:pt>
                <c:pt idx="2253">
                  <c:v>225.3</c:v>
                </c:pt>
                <c:pt idx="2254">
                  <c:v>225.4</c:v>
                </c:pt>
                <c:pt idx="2255">
                  <c:v>225.5</c:v>
                </c:pt>
                <c:pt idx="2256">
                  <c:v>225.6</c:v>
                </c:pt>
                <c:pt idx="2257">
                  <c:v>225.7</c:v>
                </c:pt>
                <c:pt idx="2258">
                  <c:v>225.8</c:v>
                </c:pt>
                <c:pt idx="2259">
                  <c:v>225.9</c:v>
                </c:pt>
                <c:pt idx="2260">
                  <c:v>226</c:v>
                </c:pt>
                <c:pt idx="2261">
                  <c:v>226.1</c:v>
                </c:pt>
                <c:pt idx="2262">
                  <c:v>226.2</c:v>
                </c:pt>
                <c:pt idx="2263">
                  <c:v>226.3</c:v>
                </c:pt>
                <c:pt idx="2264">
                  <c:v>226.4</c:v>
                </c:pt>
                <c:pt idx="2265">
                  <c:v>226.5</c:v>
                </c:pt>
                <c:pt idx="2266">
                  <c:v>226.6</c:v>
                </c:pt>
                <c:pt idx="2267">
                  <c:v>226.7</c:v>
                </c:pt>
                <c:pt idx="2268">
                  <c:v>226.8</c:v>
                </c:pt>
                <c:pt idx="2269">
                  <c:v>226.9</c:v>
                </c:pt>
                <c:pt idx="2270">
                  <c:v>227</c:v>
                </c:pt>
                <c:pt idx="2271">
                  <c:v>227.1</c:v>
                </c:pt>
                <c:pt idx="2272">
                  <c:v>227.2</c:v>
                </c:pt>
                <c:pt idx="2273">
                  <c:v>227.3</c:v>
                </c:pt>
                <c:pt idx="2274">
                  <c:v>227.4</c:v>
                </c:pt>
                <c:pt idx="2275">
                  <c:v>227.5</c:v>
                </c:pt>
                <c:pt idx="2276">
                  <c:v>227.6</c:v>
                </c:pt>
                <c:pt idx="2277">
                  <c:v>227.7</c:v>
                </c:pt>
                <c:pt idx="2278">
                  <c:v>227.8</c:v>
                </c:pt>
                <c:pt idx="2279">
                  <c:v>227.9</c:v>
                </c:pt>
                <c:pt idx="2280">
                  <c:v>228</c:v>
                </c:pt>
                <c:pt idx="2281">
                  <c:v>228.1</c:v>
                </c:pt>
                <c:pt idx="2282">
                  <c:v>228.2</c:v>
                </c:pt>
                <c:pt idx="2283">
                  <c:v>228.3</c:v>
                </c:pt>
                <c:pt idx="2284">
                  <c:v>228.4</c:v>
                </c:pt>
                <c:pt idx="2285">
                  <c:v>228.5</c:v>
                </c:pt>
                <c:pt idx="2286">
                  <c:v>228.6</c:v>
                </c:pt>
                <c:pt idx="2287">
                  <c:v>228.7</c:v>
                </c:pt>
                <c:pt idx="2288">
                  <c:v>228.8</c:v>
                </c:pt>
                <c:pt idx="2289">
                  <c:v>228.9</c:v>
                </c:pt>
                <c:pt idx="2290">
                  <c:v>229</c:v>
                </c:pt>
                <c:pt idx="2291">
                  <c:v>229.1</c:v>
                </c:pt>
                <c:pt idx="2292">
                  <c:v>229.2</c:v>
                </c:pt>
                <c:pt idx="2293">
                  <c:v>229.3</c:v>
                </c:pt>
                <c:pt idx="2294">
                  <c:v>229.4</c:v>
                </c:pt>
                <c:pt idx="2295">
                  <c:v>229.5</c:v>
                </c:pt>
                <c:pt idx="2296">
                  <c:v>229.6</c:v>
                </c:pt>
                <c:pt idx="2297">
                  <c:v>229.7</c:v>
                </c:pt>
                <c:pt idx="2298">
                  <c:v>229.8</c:v>
                </c:pt>
                <c:pt idx="2299">
                  <c:v>229.9</c:v>
                </c:pt>
                <c:pt idx="2300">
                  <c:v>230</c:v>
                </c:pt>
                <c:pt idx="2301">
                  <c:v>230.1</c:v>
                </c:pt>
                <c:pt idx="2302">
                  <c:v>230.2</c:v>
                </c:pt>
                <c:pt idx="2303">
                  <c:v>230.3</c:v>
                </c:pt>
                <c:pt idx="2304">
                  <c:v>230.4</c:v>
                </c:pt>
                <c:pt idx="2305">
                  <c:v>230.5</c:v>
                </c:pt>
                <c:pt idx="2306">
                  <c:v>230.6</c:v>
                </c:pt>
                <c:pt idx="2307">
                  <c:v>230.7</c:v>
                </c:pt>
                <c:pt idx="2308">
                  <c:v>230.8</c:v>
                </c:pt>
                <c:pt idx="2309">
                  <c:v>230.9</c:v>
                </c:pt>
                <c:pt idx="2310">
                  <c:v>231</c:v>
                </c:pt>
                <c:pt idx="2311">
                  <c:v>231.1</c:v>
                </c:pt>
                <c:pt idx="2312">
                  <c:v>231.2</c:v>
                </c:pt>
                <c:pt idx="2313">
                  <c:v>231.3</c:v>
                </c:pt>
                <c:pt idx="2314">
                  <c:v>231.4</c:v>
                </c:pt>
                <c:pt idx="2315">
                  <c:v>231.5</c:v>
                </c:pt>
                <c:pt idx="2316">
                  <c:v>231.6</c:v>
                </c:pt>
                <c:pt idx="2317">
                  <c:v>231.7</c:v>
                </c:pt>
                <c:pt idx="2318">
                  <c:v>231.8</c:v>
                </c:pt>
                <c:pt idx="2319">
                  <c:v>231.9</c:v>
                </c:pt>
                <c:pt idx="2320">
                  <c:v>232</c:v>
                </c:pt>
                <c:pt idx="2321">
                  <c:v>232.1</c:v>
                </c:pt>
                <c:pt idx="2322">
                  <c:v>232.2</c:v>
                </c:pt>
                <c:pt idx="2323">
                  <c:v>232.3</c:v>
                </c:pt>
                <c:pt idx="2324">
                  <c:v>232.4</c:v>
                </c:pt>
                <c:pt idx="2325">
                  <c:v>232.5</c:v>
                </c:pt>
                <c:pt idx="2326">
                  <c:v>232.6</c:v>
                </c:pt>
                <c:pt idx="2327">
                  <c:v>232.7</c:v>
                </c:pt>
                <c:pt idx="2328">
                  <c:v>232.8</c:v>
                </c:pt>
                <c:pt idx="2329">
                  <c:v>232.9</c:v>
                </c:pt>
                <c:pt idx="2330">
                  <c:v>233</c:v>
                </c:pt>
                <c:pt idx="2331">
                  <c:v>233.1</c:v>
                </c:pt>
                <c:pt idx="2332">
                  <c:v>233.2</c:v>
                </c:pt>
                <c:pt idx="2333">
                  <c:v>233.3</c:v>
                </c:pt>
                <c:pt idx="2334">
                  <c:v>233.4</c:v>
                </c:pt>
                <c:pt idx="2335">
                  <c:v>233.5</c:v>
                </c:pt>
                <c:pt idx="2336">
                  <c:v>233.6</c:v>
                </c:pt>
                <c:pt idx="2337">
                  <c:v>233.7</c:v>
                </c:pt>
                <c:pt idx="2338">
                  <c:v>233.8</c:v>
                </c:pt>
                <c:pt idx="2339">
                  <c:v>233.9</c:v>
                </c:pt>
                <c:pt idx="2340">
                  <c:v>234</c:v>
                </c:pt>
                <c:pt idx="2341">
                  <c:v>234.1</c:v>
                </c:pt>
                <c:pt idx="2342">
                  <c:v>234.2</c:v>
                </c:pt>
                <c:pt idx="2343">
                  <c:v>234.3</c:v>
                </c:pt>
                <c:pt idx="2344">
                  <c:v>234.4</c:v>
                </c:pt>
                <c:pt idx="2345">
                  <c:v>234.5</c:v>
                </c:pt>
                <c:pt idx="2346">
                  <c:v>234.6</c:v>
                </c:pt>
                <c:pt idx="2347">
                  <c:v>234.7</c:v>
                </c:pt>
                <c:pt idx="2348">
                  <c:v>234.8</c:v>
                </c:pt>
                <c:pt idx="2349">
                  <c:v>234.9</c:v>
                </c:pt>
                <c:pt idx="2350">
                  <c:v>235</c:v>
                </c:pt>
                <c:pt idx="2351">
                  <c:v>235.1</c:v>
                </c:pt>
                <c:pt idx="2352">
                  <c:v>235.2</c:v>
                </c:pt>
                <c:pt idx="2353">
                  <c:v>235.3</c:v>
                </c:pt>
                <c:pt idx="2354">
                  <c:v>235.4</c:v>
                </c:pt>
                <c:pt idx="2355">
                  <c:v>235.5</c:v>
                </c:pt>
                <c:pt idx="2356">
                  <c:v>235.6</c:v>
                </c:pt>
                <c:pt idx="2357">
                  <c:v>235.7</c:v>
                </c:pt>
                <c:pt idx="2358">
                  <c:v>235.8</c:v>
                </c:pt>
                <c:pt idx="2359">
                  <c:v>235.9</c:v>
                </c:pt>
                <c:pt idx="2360">
                  <c:v>236</c:v>
                </c:pt>
                <c:pt idx="2361">
                  <c:v>236.1</c:v>
                </c:pt>
                <c:pt idx="2362">
                  <c:v>236.2</c:v>
                </c:pt>
                <c:pt idx="2363">
                  <c:v>236.3</c:v>
                </c:pt>
                <c:pt idx="2364">
                  <c:v>236.4</c:v>
                </c:pt>
                <c:pt idx="2365">
                  <c:v>236.5</c:v>
                </c:pt>
                <c:pt idx="2366">
                  <c:v>236.6</c:v>
                </c:pt>
                <c:pt idx="2367">
                  <c:v>236.7</c:v>
                </c:pt>
                <c:pt idx="2368">
                  <c:v>236.8</c:v>
                </c:pt>
                <c:pt idx="2369">
                  <c:v>236.9</c:v>
                </c:pt>
                <c:pt idx="2370">
                  <c:v>237</c:v>
                </c:pt>
                <c:pt idx="2371">
                  <c:v>237.1</c:v>
                </c:pt>
                <c:pt idx="2372">
                  <c:v>237.2</c:v>
                </c:pt>
                <c:pt idx="2373">
                  <c:v>237.3</c:v>
                </c:pt>
                <c:pt idx="2374">
                  <c:v>237.4</c:v>
                </c:pt>
                <c:pt idx="2375">
                  <c:v>237.5</c:v>
                </c:pt>
                <c:pt idx="2376">
                  <c:v>237.6</c:v>
                </c:pt>
                <c:pt idx="2377">
                  <c:v>237.7</c:v>
                </c:pt>
                <c:pt idx="2378">
                  <c:v>237.8</c:v>
                </c:pt>
                <c:pt idx="2379">
                  <c:v>237.9</c:v>
                </c:pt>
                <c:pt idx="2380">
                  <c:v>238</c:v>
                </c:pt>
                <c:pt idx="2381">
                  <c:v>238.1</c:v>
                </c:pt>
                <c:pt idx="2382">
                  <c:v>238.2</c:v>
                </c:pt>
                <c:pt idx="2383">
                  <c:v>238.3</c:v>
                </c:pt>
                <c:pt idx="2384">
                  <c:v>238.4</c:v>
                </c:pt>
                <c:pt idx="2385">
                  <c:v>238.5</c:v>
                </c:pt>
                <c:pt idx="2386">
                  <c:v>238.6</c:v>
                </c:pt>
                <c:pt idx="2387">
                  <c:v>238.7</c:v>
                </c:pt>
                <c:pt idx="2388">
                  <c:v>238.8</c:v>
                </c:pt>
                <c:pt idx="2389">
                  <c:v>238.9</c:v>
                </c:pt>
                <c:pt idx="2390">
                  <c:v>239</c:v>
                </c:pt>
                <c:pt idx="2391">
                  <c:v>239.1</c:v>
                </c:pt>
                <c:pt idx="2392">
                  <c:v>239.2</c:v>
                </c:pt>
                <c:pt idx="2393">
                  <c:v>239.3</c:v>
                </c:pt>
                <c:pt idx="2394">
                  <c:v>239.4</c:v>
                </c:pt>
                <c:pt idx="2395">
                  <c:v>239.5</c:v>
                </c:pt>
                <c:pt idx="2396">
                  <c:v>239.6</c:v>
                </c:pt>
                <c:pt idx="2397">
                  <c:v>239.7</c:v>
                </c:pt>
                <c:pt idx="2398">
                  <c:v>239.8</c:v>
                </c:pt>
                <c:pt idx="2399">
                  <c:v>239.9</c:v>
                </c:pt>
                <c:pt idx="2400">
                  <c:v>240</c:v>
                </c:pt>
                <c:pt idx="2401">
                  <c:v>240.1</c:v>
                </c:pt>
                <c:pt idx="2402">
                  <c:v>240.2</c:v>
                </c:pt>
                <c:pt idx="2403">
                  <c:v>240.3</c:v>
                </c:pt>
                <c:pt idx="2404">
                  <c:v>240.4</c:v>
                </c:pt>
                <c:pt idx="2405">
                  <c:v>240.5</c:v>
                </c:pt>
                <c:pt idx="2406">
                  <c:v>240.6</c:v>
                </c:pt>
                <c:pt idx="2407">
                  <c:v>240.7</c:v>
                </c:pt>
                <c:pt idx="2408">
                  <c:v>240.8</c:v>
                </c:pt>
                <c:pt idx="2409">
                  <c:v>240.9</c:v>
                </c:pt>
                <c:pt idx="2410">
                  <c:v>241</c:v>
                </c:pt>
                <c:pt idx="2411">
                  <c:v>241.1</c:v>
                </c:pt>
                <c:pt idx="2412">
                  <c:v>241.2</c:v>
                </c:pt>
                <c:pt idx="2413">
                  <c:v>241.3</c:v>
                </c:pt>
                <c:pt idx="2414">
                  <c:v>241.4</c:v>
                </c:pt>
                <c:pt idx="2415">
                  <c:v>241.5</c:v>
                </c:pt>
                <c:pt idx="2416">
                  <c:v>241.6</c:v>
                </c:pt>
                <c:pt idx="2417">
                  <c:v>241.7</c:v>
                </c:pt>
                <c:pt idx="2418">
                  <c:v>241.8</c:v>
                </c:pt>
                <c:pt idx="2419">
                  <c:v>241.9</c:v>
                </c:pt>
                <c:pt idx="2420">
                  <c:v>242</c:v>
                </c:pt>
                <c:pt idx="2421">
                  <c:v>242.1</c:v>
                </c:pt>
                <c:pt idx="2422">
                  <c:v>242.2</c:v>
                </c:pt>
                <c:pt idx="2423">
                  <c:v>242.3</c:v>
                </c:pt>
                <c:pt idx="2424">
                  <c:v>242.4</c:v>
                </c:pt>
                <c:pt idx="2425">
                  <c:v>242.5</c:v>
                </c:pt>
                <c:pt idx="2426">
                  <c:v>242.6</c:v>
                </c:pt>
                <c:pt idx="2427">
                  <c:v>242.7</c:v>
                </c:pt>
                <c:pt idx="2428">
                  <c:v>242.8</c:v>
                </c:pt>
                <c:pt idx="2429">
                  <c:v>242.9</c:v>
                </c:pt>
                <c:pt idx="2430">
                  <c:v>243</c:v>
                </c:pt>
                <c:pt idx="2431">
                  <c:v>243.1</c:v>
                </c:pt>
                <c:pt idx="2432">
                  <c:v>243.2</c:v>
                </c:pt>
                <c:pt idx="2433">
                  <c:v>243.3</c:v>
                </c:pt>
                <c:pt idx="2434">
                  <c:v>243.4</c:v>
                </c:pt>
                <c:pt idx="2435">
                  <c:v>243.5</c:v>
                </c:pt>
                <c:pt idx="2436">
                  <c:v>243.6</c:v>
                </c:pt>
                <c:pt idx="2437">
                  <c:v>243.7</c:v>
                </c:pt>
                <c:pt idx="2438">
                  <c:v>243.8</c:v>
                </c:pt>
                <c:pt idx="2439">
                  <c:v>243.9</c:v>
                </c:pt>
                <c:pt idx="2440">
                  <c:v>244</c:v>
                </c:pt>
                <c:pt idx="2441">
                  <c:v>244.1</c:v>
                </c:pt>
                <c:pt idx="2442">
                  <c:v>244.2</c:v>
                </c:pt>
                <c:pt idx="2443">
                  <c:v>244.3</c:v>
                </c:pt>
                <c:pt idx="2444">
                  <c:v>244.4</c:v>
                </c:pt>
                <c:pt idx="2445">
                  <c:v>244.5</c:v>
                </c:pt>
                <c:pt idx="2446">
                  <c:v>244.6</c:v>
                </c:pt>
                <c:pt idx="2447">
                  <c:v>244.7</c:v>
                </c:pt>
                <c:pt idx="2448">
                  <c:v>244.8</c:v>
                </c:pt>
                <c:pt idx="2449">
                  <c:v>244.9</c:v>
                </c:pt>
                <c:pt idx="2450">
                  <c:v>245</c:v>
                </c:pt>
                <c:pt idx="2451">
                  <c:v>245.1</c:v>
                </c:pt>
                <c:pt idx="2452">
                  <c:v>245.2</c:v>
                </c:pt>
                <c:pt idx="2453">
                  <c:v>245.3</c:v>
                </c:pt>
                <c:pt idx="2454">
                  <c:v>245.4</c:v>
                </c:pt>
                <c:pt idx="2455">
                  <c:v>245.5</c:v>
                </c:pt>
                <c:pt idx="2456">
                  <c:v>245.6</c:v>
                </c:pt>
                <c:pt idx="2457">
                  <c:v>245.7</c:v>
                </c:pt>
                <c:pt idx="2458">
                  <c:v>245.8</c:v>
                </c:pt>
                <c:pt idx="2459">
                  <c:v>245.9</c:v>
                </c:pt>
                <c:pt idx="2460">
                  <c:v>246</c:v>
                </c:pt>
                <c:pt idx="2461">
                  <c:v>246.1</c:v>
                </c:pt>
                <c:pt idx="2462">
                  <c:v>246.2</c:v>
                </c:pt>
                <c:pt idx="2463">
                  <c:v>246.3</c:v>
                </c:pt>
                <c:pt idx="2464">
                  <c:v>246.4</c:v>
                </c:pt>
                <c:pt idx="2465">
                  <c:v>246.5</c:v>
                </c:pt>
                <c:pt idx="2466">
                  <c:v>246.6</c:v>
                </c:pt>
                <c:pt idx="2467">
                  <c:v>246.7</c:v>
                </c:pt>
                <c:pt idx="2468">
                  <c:v>246.8</c:v>
                </c:pt>
                <c:pt idx="2469">
                  <c:v>246.9</c:v>
                </c:pt>
                <c:pt idx="2470">
                  <c:v>247</c:v>
                </c:pt>
                <c:pt idx="2471">
                  <c:v>247.1</c:v>
                </c:pt>
                <c:pt idx="2472">
                  <c:v>247.2</c:v>
                </c:pt>
                <c:pt idx="2473">
                  <c:v>247.3</c:v>
                </c:pt>
                <c:pt idx="2474">
                  <c:v>247.4</c:v>
                </c:pt>
                <c:pt idx="2475">
                  <c:v>247.5</c:v>
                </c:pt>
                <c:pt idx="2476">
                  <c:v>247.6</c:v>
                </c:pt>
                <c:pt idx="2477">
                  <c:v>247.7</c:v>
                </c:pt>
                <c:pt idx="2478">
                  <c:v>247.8</c:v>
                </c:pt>
                <c:pt idx="2479">
                  <c:v>247.9</c:v>
                </c:pt>
                <c:pt idx="2480">
                  <c:v>248</c:v>
                </c:pt>
                <c:pt idx="2481">
                  <c:v>248.1</c:v>
                </c:pt>
                <c:pt idx="2482">
                  <c:v>248.2</c:v>
                </c:pt>
                <c:pt idx="2483">
                  <c:v>248.3</c:v>
                </c:pt>
                <c:pt idx="2484">
                  <c:v>248.4</c:v>
                </c:pt>
                <c:pt idx="2485">
                  <c:v>248.5</c:v>
                </c:pt>
                <c:pt idx="2486">
                  <c:v>248.6</c:v>
                </c:pt>
                <c:pt idx="2487">
                  <c:v>248.7</c:v>
                </c:pt>
                <c:pt idx="2488">
                  <c:v>248.8</c:v>
                </c:pt>
                <c:pt idx="2489">
                  <c:v>248.9</c:v>
                </c:pt>
                <c:pt idx="2490">
                  <c:v>249</c:v>
                </c:pt>
                <c:pt idx="2491">
                  <c:v>249.1</c:v>
                </c:pt>
                <c:pt idx="2492">
                  <c:v>249.2</c:v>
                </c:pt>
                <c:pt idx="2493">
                  <c:v>249.3</c:v>
                </c:pt>
                <c:pt idx="2494">
                  <c:v>249.4</c:v>
                </c:pt>
                <c:pt idx="2495">
                  <c:v>249.5</c:v>
                </c:pt>
                <c:pt idx="2496">
                  <c:v>249.6</c:v>
                </c:pt>
                <c:pt idx="2497">
                  <c:v>249.7</c:v>
                </c:pt>
                <c:pt idx="2498">
                  <c:v>249.8</c:v>
                </c:pt>
                <c:pt idx="2499">
                  <c:v>249.9</c:v>
                </c:pt>
                <c:pt idx="2500">
                  <c:v>250</c:v>
                </c:pt>
                <c:pt idx="2501">
                  <c:v>250.1</c:v>
                </c:pt>
                <c:pt idx="2502">
                  <c:v>250.2</c:v>
                </c:pt>
                <c:pt idx="2503">
                  <c:v>250.3</c:v>
                </c:pt>
                <c:pt idx="2504">
                  <c:v>250.4</c:v>
                </c:pt>
                <c:pt idx="2505">
                  <c:v>250.5</c:v>
                </c:pt>
                <c:pt idx="2506">
                  <c:v>250.6</c:v>
                </c:pt>
                <c:pt idx="2507">
                  <c:v>250.7</c:v>
                </c:pt>
                <c:pt idx="2508">
                  <c:v>250.8</c:v>
                </c:pt>
                <c:pt idx="2509">
                  <c:v>250.9</c:v>
                </c:pt>
                <c:pt idx="2510">
                  <c:v>251</c:v>
                </c:pt>
                <c:pt idx="2511">
                  <c:v>251.1</c:v>
                </c:pt>
                <c:pt idx="2512">
                  <c:v>251.2</c:v>
                </c:pt>
                <c:pt idx="2513">
                  <c:v>251.3</c:v>
                </c:pt>
                <c:pt idx="2514">
                  <c:v>251.4</c:v>
                </c:pt>
                <c:pt idx="2515">
                  <c:v>251.5</c:v>
                </c:pt>
                <c:pt idx="2516">
                  <c:v>251.6</c:v>
                </c:pt>
                <c:pt idx="2517">
                  <c:v>251.7</c:v>
                </c:pt>
                <c:pt idx="2518">
                  <c:v>251.8</c:v>
                </c:pt>
                <c:pt idx="2519">
                  <c:v>251.9</c:v>
                </c:pt>
                <c:pt idx="2520">
                  <c:v>252</c:v>
                </c:pt>
                <c:pt idx="2521">
                  <c:v>252.1</c:v>
                </c:pt>
                <c:pt idx="2522">
                  <c:v>252.2</c:v>
                </c:pt>
                <c:pt idx="2523">
                  <c:v>252.3</c:v>
                </c:pt>
                <c:pt idx="2524">
                  <c:v>252.4</c:v>
                </c:pt>
                <c:pt idx="2525">
                  <c:v>252.5</c:v>
                </c:pt>
                <c:pt idx="2526">
                  <c:v>252.6</c:v>
                </c:pt>
                <c:pt idx="2527">
                  <c:v>252.7</c:v>
                </c:pt>
                <c:pt idx="2528">
                  <c:v>252.8</c:v>
                </c:pt>
                <c:pt idx="2529">
                  <c:v>252.9</c:v>
                </c:pt>
                <c:pt idx="2530">
                  <c:v>253</c:v>
                </c:pt>
                <c:pt idx="2531">
                  <c:v>253.1</c:v>
                </c:pt>
                <c:pt idx="2532">
                  <c:v>253.2</c:v>
                </c:pt>
                <c:pt idx="2533">
                  <c:v>253.3</c:v>
                </c:pt>
                <c:pt idx="2534">
                  <c:v>253.4</c:v>
                </c:pt>
                <c:pt idx="2535">
                  <c:v>253.5</c:v>
                </c:pt>
                <c:pt idx="2536">
                  <c:v>253.6</c:v>
                </c:pt>
                <c:pt idx="2537">
                  <c:v>253.7</c:v>
                </c:pt>
                <c:pt idx="2538">
                  <c:v>253.8</c:v>
                </c:pt>
                <c:pt idx="2539">
                  <c:v>253.9</c:v>
                </c:pt>
                <c:pt idx="2540">
                  <c:v>254</c:v>
                </c:pt>
                <c:pt idx="2541">
                  <c:v>254.1</c:v>
                </c:pt>
                <c:pt idx="2542">
                  <c:v>254.2</c:v>
                </c:pt>
                <c:pt idx="2543">
                  <c:v>254.3</c:v>
                </c:pt>
                <c:pt idx="2544">
                  <c:v>254.4</c:v>
                </c:pt>
                <c:pt idx="2545">
                  <c:v>254.5</c:v>
                </c:pt>
                <c:pt idx="2546">
                  <c:v>254.6</c:v>
                </c:pt>
                <c:pt idx="2547">
                  <c:v>254.7</c:v>
                </c:pt>
                <c:pt idx="2548">
                  <c:v>254.8</c:v>
                </c:pt>
                <c:pt idx="2549">
                  <c:v>254.9</c:v>
                </c:pt>
                <c:pt idx="2550">
                  <c:v>255</c:v>
                </c:pt>
                <c:pt idx="2551">
                  <c:v>255.1</c:v>
                </c:pt>
                <c:pt idx="2552">
                  <c:v>255.2</c:v>
                </c:pt>
                <c:pt idx="2553">
                  <c:v>255.3</c:v>
                </c:pt>
                <c:pt idx="2554">
                  <c:v>255.4</c:v>
                </c:pt>
                <c:pt idx="2555">
                  <c:v>255.5</c:v>
                </c:pt>
                <c:pt idx="2556">
                  <c:v>255.6</c:v>
                </c:pt>
                <c:pt idx="2557">
                  <c:v>255.7</c:v>
                </c:pt>
                <c:pt idx="2558">
                  <c:v>255.8</c:v>
                </c:pt>
                <c:pt idx="2559">
                  <c:v>255.9</c:v>
                </c:pt>
                <c:pt idx="2560">
                  <c:v>256</c:v>
                </c:pt>
                <c:pt idx="2561">
                  <c:v>256.10000000000002</c:v>
                </c:pt>
                <c:pt idx="2562">
                  <c:v>256.2</c:v>
                </c:pt>
                <c:pt idx="2563">
                  <c:v>256.3</c:v>
                </c:pt>
                <c:pt idx="2564">
                  <c:v>256.39999999999998</c:v>
                </c:pt>
                <c:pt idx="2565">
                  <c:v>256.5</c:v>
                </c:pt>
                <c:pt idx="2566">
                  <c:v>256.60000000000002</c:v>
                </c:pt>
                <c:pt idx="2567">
                  <c:v>256.7</c:v>
                </c:pt>
                <c:pt idx="2568">
                  <c:v>256.8</c:v>
                </c:pt>
                <c:pt idx="2569">
                  <c:v>256.89999999999998</c:v>
                </c:pt>
                <c:pt idx="2570">
                  <c:v>257</c:v>
                </c:pt>
                <c:pt idx="2571">
                  <c:v>257.10000000000002</c:v>
                </c:pt>
                <c:pt idx="2572">
                  <c:v>257.2</c:v>
                </c:pt>
                <c:pt idx="2573">
                  <c:v>257.3</c:v>
                </c:pt>
                <c:pt idx="2574">
                  <c:v>257.39999999999998</c:v>
                </c:pt>
                <c:pt idx="2575">
                  <c:v>257.5</c:v>
                </c:pt>
                <c:pt idx="2576">
                  <c:v>257.60000000000002</c:v>
                </c:pt>
                <c:pt idx="2577">
                  <c:v>257.7</c:v>
                </c:pt>
                <c:pt idx="2578">
                  <c:v>257.8</c:v>
                </c:pt>
                <c:pt idx="2579">
                  <c:v>257.89999999999998</c:v>
                </c:pt>
                <c:pt idx="2580">
                  <c:v>258</c:v>
                </c:pt>
                <c:pt idx="2581">
                  <c:v>258.10000000000002</c:v>
                </c:pt>
                <c:pt idx="2582">
                  <c:v>258.2</c:v>
                </c:pt>
                <c:pt idx="2583">
                  <c:v>258.3</c:v>
                </c:pt>
                <c:pt idx="2584">
                  <c:v>258.39999999999998</c:v>
                </c:pt>
                <c:pt idx="2585">
                  <c:v>258.5</c:v>
                </c:pt>
                <c:pt idx="2586">
                  <c:v>258.60000000000002</c:v>
                </c:pt>
                <c:pt idx="2587">
                  <c:v>258.7</c:v>
                </c:pt>
                <c:pt idx="2588">
                  <c:v>258.8</c:v>
                </c:pt>
                <c:pt idx="2589">
                  <c:v>258.89999999999998</c:v>
                </c:pt>
                <c:pt idx="2590">
                  <c:v>259</c:v>
                </c:pt>
                <c:pt idx="2591">
                  <c:v>259.10000000000002</c:v>
                </c:pt>
                <c:pt idx="2592">
                  <c:v>259.2</c:v>
                </c:pt>
                <c:pt idx="2593">
                  <c:v>259.3</c:v>
                </c:pt>
                <c:pt idx="2594">
                  <c:v>259.39999999999998</c:v>
                </c:pt>
                <c:pt idx="2595">
                  <c:v>259.5</c:v>
                </c:pt>
                <c:pt idx="2596">
                  <c:v>259.60000000000002</c:v>
                </c:pt>
                <c:pt idx="2597">
                  <c:v>259.7</c:v>
                </c:pt>
                <c:pt idx="2598">
                  <c:v>259.8</c:v>
                </c:pt>
                <c:pt idx="2599">
                  <c:v>259.89999999999998</c:v>
                </c:pt>
                <c:pt idx="2600">
                  <c:v>260</c:v>
                </c:pt>
                <c:pt idx="2601">
                  <c:v>260.10000000000002</c:v>
                </c:pt>
                <c:pt idx="2602">
                  <c:v>260.2</c:v>
                </c:pt>
                <c:pt idx="2603">
                  <c:v>260.3</c:v>
                </c:pt>
                <c:pt idx="2604">
                  <c:v>260.39999999999998</c:v>
                </c:pt>
                <c:pt idx="2605">
                  <c:v>260.5</c:v>
                </c:pt>
                <c:pt idx="2606">
                  <c:v>260.60000000000002</c:v>
                </c:pt>
                <c:pt idx="2607">
                  <c:v>260.7</c:v>
                </c:pt>
                <c:pt idx="2608">
                  <c:v>260.8</c:v>
                </c:pt>
                <c:pt idx="2609">
                  <c:v>260.89999999999998</c:v>
                </c:pt>
                <c:pt idx="2610">
                  <c:v>261</c:v>
                </c:pt>
                <c:pt idx="2611">
                  <c:v>261.10000000000002</c:v>
                </c:pt>
                <c:pt idx="2612">
                  <c:v>261.2</c:v>
                </c:pt>
                <c:pt idx="2613">
                  <c:v>261.3</c:v>
                </c:pt>
                <c:pt idx="2614">
                  <c:v>261.39999999999998</c:v>
                </c:pt>
                <c:pt idx="2615">
                  <c:v>261.5</c:v>
                </c:pt>
                <c:pt idx="2616">
                  <c:v>261.60000000000002</c:v>
                </c:pt>
                <c:pt idx="2617">
                  <c:v>261.7</c:v>
                </c:pt>
                <c:pt idx="2618">
                  <c:v>261.8</c:v>
                </c:pt>
                <c:pt idx="2619">
                  <c:v>261.89999999999998</c:v>
                </c:pt>
                <c:pt idx="2620">
                  <c:v>262</c:v>
                </c:pt>
                <c:pt idx="2621">
                  <c:v>262.10000000000002</c:v>
                </c:pt>
                <c:pt idx="2622">
                  <c:v>262.2</c:v>
                </c:pt>
                <c:pt idx="2623">
                  <c:v>262.3</c:v>
                </c:pt>
                <c:pt idx="2624">
                  <c:v>262.39999999999998</c:v>
                </c:pt>
                <c:pt idx="2625">
                  <c:v>262.5</c:v>
                </c:pt>
                <c:pt idx="2626">
                  <c:v>262.60000000000002</c:v>
                </c:pt>
                <c:pt idx="2627">
                  <c:v>262.7</c:v>
                </c:pt>
                <c:pt idx="2628">
                  <c:v>262.8</c:v>
                </c:pt>
                <c:pt idx="2629">
                  <c:v>262.89999999999998</c:v>
                </c:pt>
                <c:pt idx="2630">
                  <c:v>263</c:v>
                </c:pt>
                <c:pt idx="2631">
                  <c:v>263.10000000000002</c:v>
                </c:pt>
                <c:pt idx="2632">
                  <c:v>263.2</c:v>
                </c:pt>
                <c:pt idx="2633">
                  <c:v>263.3</c:v>
                </c:pt>
                <c:pt idx="2634">
                  <c:v>263.39999999999998</c:v>
                </c:pt>
                <c:pt idx="2635">
                  <c:v>263.5</c:v>
                </c:pt>
                <c:pt idx="2636">
                  <c:v>263.60000000000002</c:v>
                </c:pt>
                <c:pt idx="2637">
                  <c:v>263.7</c:v>
                </c:pt>
                <c:pt idx="2638">
                  <c:v>263.8</c:v>
                </c:pt>
                <c:pt idx="2639">
                  <c:v>263.89999999999998</c:v>
                </c:pt>
                <c:pt idx="2640">
                  <c:v>264</c:v>
                </c:pt>
                <c:pt idx="2641">
                  <c:v>264.10000000000002</c:v>
                </c:pt>
                <c:pt idx="2642">
                  <c:v>264.2</c:v>
                </c:pt>
                <c:pt idx="2643">
                  <c:v>264.3</c:v>
                </c:pt>
                <c:pt idx="2644">
                  <c:v>264.39999999999998</c:v>
                </c:pt>
                <c:pt idx="2645">
                  <c:v>264.5</c:v>
                </c:pt>
                <c:pt idx="2646">
                  <c:v>264.60000000000002</c:v>
                </c:pt>
                <c:pt idx="2647">
                  <c:v>264.7</c:v>
                </c:pt>
                <c:pt idx="2648">
                  <c:v>264.8</c:v>
                </c:pt>
                <c:pt idx="2649">
                  <c:v>264.89999999999998</c:v>
                </c:pt>
                <c:pt idx="2650">
                  <c:v>265</c:v>
                </c:pt>
                <c:pt idx="2651">
                  <c:v>265.10000000000002</c:v>
                </c:pt>
                <c:pt idx="2652">
                  <c:v>265.2</c:v>
                </c:pt>
                <c:pt idx="2653">
                  <c:v>265.3</c:v>
                </c:pt>
                <c:pt idx="2654">
                  <c:v>265.39999999999998</c:v>
                </c:pt>
                <c:pt idx="2655">
                  <c:v>265.5</c:v>
                </c:pt>
                <c:pt idx="2656">
                  <c:v>265.60000000000002</c:v>
                </c:pt>
                <c:pt idx="2657">
                  <c:v>265.7</c:v>
                </c:pt>
                <c:pt idx="2658">
                  <c:v>265.8</c:v>
                </c:pt>
                <c:pt idx="2659">
                  <c:v>265.89999999999998</c:v>
                </c:pt>
                <c:pt idx="2660">
                  <c:v>266</c:v>
                </c:pt>
                <c:pt idx="2661">
                  <c:v>266.10000000000002</c:v>
                </c:pt>
                <c:pt idx="2662">
                  <c:v>266.2</c:v>
                </c:pt>
                <c:pt idx="2663">
                  <c:v>266.3</c:v>
                </c:pt>
                <c:pt idx="2664">
                  <c:v>266.39999999999998</c:v>
                </c:pt>
                <c:pt idx="2665">
                  <c:v>266.5</c:v>
                </c:pt>
                <c:pt idx="2666">
                  <c:v>266.60000000000002</c:v>
                </c:pt>
                <c:pt idx="2667">
                  <c:v>266.7</c:v>
                </c:pt>
                <c:pt idx="2668">
                  <c:v>266.8</c:v>
                </c:pt>
                <c:pt idx="2669">
                  <c:v>266.89999999999998</c:v>
                </c:pt>
                <c:pt idx="2670">
                  <c:v>267</c:v>
                </c:pt>
                <c:pt idx="2671">
                  <c:v>267.10000000000002</c:v>
                </c:pt>
                <c:pt idx="2672">
                  <c:v>267.2</c:v>
                </c:pt>
                <c:pt idx="2673">
                  <c:v>267.3</c:v>
                </c:pt>
                <c:pt idx="2674">
                  <c:v>267.39999999999998</c:v>
                </c:pt>
                <c:pt idx="2675">
                  <c:v>267.5</c:v>
                </c:pt>
                <c:pt idx="2676">
                  <c:v>267.60000000000002</c:v>
                </c:pt>
                <c:pt idx="2677">
                  <c:v>267.7</c:v>
                </c:pt>
                <c:pt idx="2678">
                  <c:v>267.8</c:v>
                </c:pt>
                <c:pt idx="2679">
                  <c:v>267.89999999999998</c:v>
                </c:pt>
                <c:pt idx="2680">
                  <c:v>268</c:v>
                </c:pt>
                <c:pt idx="2681">
                  <c:v>268.10000000000002</c:v>
                </c:pt>
                <c:pt idx="2682">
                  <c:v>268.2</c:v>
                </c:pt>
                <c:pt idx="2683">
                  <c:v>268.3</c:v>
                </c:pt>
                <c:pt idx="2684">
                  <c:v>268.39999999999998</c:v>
                </c:pt>
                <c:pt idx="2685">
                  <c:v>268.5</c:v>
                </c:pt>
                <c:pt idx="2686">
                  <c:v>268.60000000000002</c:v>
                </c:pt>
                <c:pt idx="2687">
                  <c:v>268.7</c:v>
                </c:pt>
                <c:pt idx="2688">
                  <c:v>268.8</c:v>
                </c:pt>
                <c:pt idx="2689">
                  <c:v>268.89999999999998</c:v>
                </c:pt>
                <c:pt idx="2690">
                  <c:v>269</c:v>
                </c:pt>
                <c:pt idx="2691">
                  <c:v>269.10000000000002</c:v>
                </c:pt>
                <c:pt idx="2692">
                  <c:v>269.2</c:v>
                </c:pt>
                <c:pt idx="2693">
                  <c:v>269.3</c:v>
                </c:pt>
                <c:pt idx="2694">
                  <c:v>269.39999999999998</c:v>
                </c:pt>
                <c:pt idx="2695">
                  <c:v>269.5</c:v>
                </c:pt>
                <c:pt idx="2696">
                  <c:v>269.60000000000002</c:v>
                </c:pt>
                <c:pt idx="2697">
                  <c:v>269.7</c:v>
                </c:pt>
                <c:pt idx="2698">
                  <c:v>269.8</c:v>
                </c:pt>
                <c:pt idx="2699">
                  <c:v>269.89999999999998</c:v>
                </c:pt>
                <c:pt idx="2700">
                  <c:v>270</c:v>
                </c:pt>
                <c:pt idx="2701">
                  <c:v>270.10000000000002</c:v>
                </c:pt>
                <c:pt idx="2702">
                  <c:v>270.2</c:v>
                </c:pt>
                <c:pt idx="2703">
                  <c:v>270.3</c:v>
                </c:pt>
                <c:pt idx="2704">
                  <c:v>270.39999999999998</c:v>
                </c:pt>
                <c:pt idx="2705">
                  <c:v>270.5</c:v>
                </c:pt>
                <c:pt idx="2706">
                  <c:v>270.60000000000002</c:v>
                </c:pt>
                <c:pt idx="2707">
                  <c:v>270.7</c:v>
                </c:pt>
                <c:pt idx="2708">
                  <c:v>270.8</c:v>
                </c:pt>
                <c:pt idx="2709">
                  <c:v>270.89999999999998</c:v>
                </c:pt>
                <c:pt idx="2710">
                  <c:v>271</c:v>
                </c:pt>
                <c:pt idx="2711">
                  <c:v>271.10000000000002</c:v>
                </c:pt>
                <c:pt idx="2712">
                  <c:v>271.2</c:v>
                </c:pt>
                <c:pt idx="2713">
                  <c:v>271.3</c:v>
                </c:pt>
                <c:pt idx="2714">
                  <c:v>271.39999999999998</c:v>
                </c:pt>
                <c:pt idx="2715">
                  <c:v>271.5</c:v>
                </c:pt>
                <c:pt idx="2716">
                  <c:v>271.60000000000002</c:v>
                </c:pt>
                <c:pt idx="2717">
                  <c:v>271.7</c:v>
                </c:pt>
                <c:pt idx="2718">
                  <c:v>271.8</c:v>
                </c:pt>
                <c:pt idx="2719">
                  <c:v>271.89999999999998</c:v>
                </c:pt>
                <c:pt idx="2720">
                  <c:v>272</c:v>
                </c:pt>
                <c:pt idx="2721">
                  <c:v>272.10000000000002</c:v>
                </c:pt>
                <c:pt idx="2722">
                  <c:v>272.2</c:v>
                </c:pt>
                <c:pt idx="2723">
                  <c:v>272.3</c:v>
                </c:pt>
                <c:pt idx="2724">
                  <c:v>272.39999999999998</c:v>
                </c:pt>
                <c:pt idx="2725">
                  <c:v>272.5</c:v>
                </c:pt>
                <c:pt idx="2726">
                  <c:v>272.60000000000002</c:v>
                </c:pt>
                <c:pt idx="2727">
                  <c:v>272.7</c:v>
                </c:pt>
                <c:pt idx="2728">
                  <c:v>272.8</c:v>
                </c:pt>
                <c:pt idx="2729">
                  <c:v>272.89999999999998</c:v>
                </c:pt>
                <c:pt idx="2730">
                  <c:v>273</c:v>
                </c:pt>
                <c:pt idx="2731">
                  <c:v>273.10000000000002</c:v>
                </c:pt>
                <c:pt idx="2732">
                  <c:v>273.2</c:v>
                </c:pt>
                <c:pt idx="2733">
                  <c:v>273.3</c:v>
                </c:pt>
                <c:pt idx="2734">
                  <c:v>273.39999999999998</c:v>
                </c:pt>
                <c:pt idx="2735">
                  <c:v>273.5</c:v>
                </c:pt>
                <c:pt idx="2736">
                  <c:v>273.60000000000002</c:v>
                </c:pt>
                <c:pt idx="2737">
                  <c:v>273.7</c:v>
                </c:pt>
                <c:pt idx="2738">
                  <c:v>273.8</c:v>
                </c:pt>
                <c:pt idx="2739">
                  <c:v>273.89999999999998</c:v>
                </c:pt>
                <c:pt idx="2740">
                  <c:v>274</c:v>
                </c:pt>
                <c:pt idx="2741">
                  <c:v>274.10000000000002</c:v>
                </c:pt>
                <c:pt idx="2742">
                  <c:v>274.2</c:v>
                </c:pt>
                <c:pt idx="2743">
                  <c:v>274.3</c:v>
                </c:pt>
                <c:pt idx="2744">
                  <c:v>274.39999999999998</c:v>
                </c:pt>
                <c:pt idx="2745">
                  <c:v>274.5</c:v>
                </c:pt>
                <c:pt idx="2746">
                  <c:v>274.60000000000002</c:v>
                </c:pt>
                <c:pt idx="2747">
                  <c:v>274.7</c:v>
                </c:pt>
                <c:pt idx="2748">
                  <c:v>274.8</c:v>
                </c:pt>
                <c:pt idx="2749">
                  <c:v>274.89999999999998</c:v>
                </c:pt>
                <c:pt idx="2750">
                  <c:v>275</c:v>
                </c:pt>
                <c:pt idx="2751">
                  <c:v>275.10000000000002</c:v>
                </c:pt>
                <c:pt idx="2752">
                  <c:v>275.2</c:v>
                </c:pt>
                <c:pt idx="2753">
                  <c:v>275.3</c:v>
                </c:pt>
                <c:pt idx="2754">
                  <c:v>275.39999999999998</c:v>
                </c:pt>
                <c:pt idx="2755">
                  <c:v>275.5</c:v>
                </c:pt>
                <c:pt idx="2756">
                  <c:v>275.60000000000002</c:v>
                </c:pt>
                <c:pt idx="2757">
                  <c:v>275.7</c:v>
                </c:pt>
                <c:pt idx="2758">
                  <c:v>275.8</c:v>
                </c:pt>
                <c:pt idx="2759">
                  <c:v>275.89999999999998</c:v>
                </c:pt>
                <c:pt idx="2760">
                  <c:v>276</c:v>
                </c:pt>
                <c:pt idx="2761">
                  <c:v>276.10000000000002</c:v>
                </c:pt>
                <c:pt idx="2762">
                  <c:v>276.2</c:v>
                </c:pt>
                <c:pt idx="2763">
                  <c:v>276.3</c:v>
                </c:pt>
                <c:pt idx="2764">
                  <c:v>276.39999999999998</c:v>
                </c:pt>
                <c:pt idx="2765">
                  <c:v>276.5</c:v>
                </c:pt>
                <c:pt idx="2766">
                  <c:v>276.60000000000002</c:v>
                </c:pt>
                <c:pt idx="2767">
                  <c:v>276.7</c:v>
                </c:pt>
                <c:pt idx="2768">
                  <c:v>276.8</c:v>
                </c:pt>
                <c:pt idx="2769">
                  <c:v>276.89999999999998</c:v>
                </c:pt>
                <c:pt idx="2770">
                  <c:v>277</c:v>
                </c:pt>
                <c:pt idx="2771">
                  <c:v>277.10000000000002</c:v>
                </c:pt>
                <c:pt idx="2772">
                  <c:v>277.2</c:v>
                </c:pt>
                <c:pt idx="2773">
                  <c:v>277.3</c:v>
                </c:pt>
                <c:pt idx="2774">
                  <c:v>277.39999999999998</c:v>
                </c:pt>
                <c:pt idx="2775">
                  <c:v>277.5</c:v>
                </c:pt>
                <c:pt idx="2776">
                  <c:v>277.60000000000002</c:v>
                </c:pt>
                <c:pt idx="2777">
                  <c:v>277.7</c:v>
                </c:pt>
                <c:pt idx="2778">
                  <c:v>277.8</c:v>
                </c:pt>
                <c:pt idx="2779">
                  <c:v>277.89999999999998</c:v>
                </c:pt>
                <c:pt idx="2780">
                  <c:v>278</c:v>
                </c:pt>
                <c:pt idx="2781">
                  <c:v>278.10000000000002</c:v>
                </c:pt>
                <c:pt idx="2782">
                  <c:v>278.2</c:v>
                </c:pt>
                <c:pt idx="2783">
                  <c:v>278.3</c:v>
                </c:pt>
                <c:pt idx="2784">
                  <c:v>278.39999999999998</c:v>
                </c:pt>
                <c:pt idx="2785">
                  <c:v>278.5</c:v>
                </c:pt>
                <c:pt idx="2786">
                  <c:v>278.60000000000002</c:v>
                </c:pt>
                <c:pt idx="2787">
                  <c:v>278.7</c:v>
                </c:pt>
                <c:pt idx="2788">
                  <c:v>278.8</c:v>
                </c:pt>
                <c:pt idx="2789">
                  <c:v>278.89999999999998</c:v>
                </c:pt>
                <c:pt idx="2790">
                  <c:v>279</c:v>
                </c:pt>
                <c:pt idx="2791">
                  <c:v>279.10000000000002</c:v>
                </c:pt>
                <c:pt idx="2792">
                  <c:v>279.2</c:v>
                </c:pt>
                <c:pt idx="2793">
                  <c:v>279.3</c:v>
                </c:pt>
                <c:pt idx="2794">
                  <c:v>279.39999999999998</c:v>
                </c:pt>
                <c:pt idx="2795">
                  <c:v>279.5</c:v>
                </c:pt>
                <c:pt idx="2796">
                  <c:v>279.60000000000002</c:v>
                </c:pt>
                <c:pt idx="2797">
                  <c:v>279.7</c:v>
                </c:pt>
                <c:pt idx="2798">
                  <c:v>279.8</c:v>
                </c:pt>
                <c:pt idx="2799">
                  <c:v>279.89999999999998</c:v>
                </c:pt>
                <c:pt idx="2800">
                  <c:v>280</c:v>
                </c:pt>
                <c:pt idx="2801">
                  <c:v>280.10000000000002</c:v>
                </c:pt>
                <c:pt idx="2802">
                  <c:v>280.2</c:v>
                </c:pt>
                <c:pt idx="2803">
                  <c:v>280.3</c:v>
                </c:pt>
                <c:pt idx="2804">
                  <c:v>280.39999999999998</c:v>
                </c:pt>
                <c:pt idx="2805">
                  <c:v>280.5</c:v>
                </c:pt>
                <c:pt idx="2806">
                  <c:v>280.60000000000002</c:v>
                </c:pt>
                <c:pt idx="2807">
                  <c:v>280.7</c:v>
                </c:pt>
                <c:pt idx="2808">
                  <c:v>280.8</c:v>
                </c:pt>
                <c:pt idx="2809">
                  <c:v>280.89999999999998</c:v>
                </c:pt>
                <c:pt idx="2810">
                  <c:v>281</c:v>
                </c:pt>
                <c:pt idx="2811">
                  <c:v>281.10000000000002</c:v>
                </c:pt>
                <c:pt idx="2812">
                  <c:v>281.2</c:v>
                </c:pt>
                <c:pt idx="2813">
                  <c:v>281.3</c:v>
                </c:pt>
                <c:pt idx="2814">
                  <c:v>281.39999999999998</c:v>
                </c:pt>
                <c:pt idx="2815">
                  <c:v>281.5</c:v>
                </c:pt>
                <c:pt idx="2816">
                  <c:v>281.60000000000002</c:v>
                </c:pt>
                <c:pt idx="2817">
                  <c:v>281.7</c:v>
                </c:pt>
                <c:pt idx="2818">
                  <c:v>281.8</c:v>
                </c:pt>
                <c:pt idx="2819">
                  <c:v>281.89999999999998</c:v>
                </c:pt>
                <c:pt idx="2820">
                  <c:v>282</c:v>
                </c:pt>
                <c:pt idx="2821">
                  <c:v>282.10000000000002</c:v>
                </c:pt>
                <c:pt idx="2822">
                  <c:v>282.2</c:v>
                </c:pt>
                <c:pt idx="2823">
                  <c:v>282.3</c:v>
                </c:pt>
                <c:pt idx="2824">
                  <c:v>282.39999999999998</c:v>
                </c:pt>
                <c:pt idx="2825">
                  <c:v>282.5</c:v>
                </c:pt>
                <c:pt idx="2826">
                  <c:v>282.60000000000002</c:v>
                </c:pt>
                <c:pt idx="2827">
                  <c:v>282.7</c:v>
                </c:pt>
                <c:pt idx="2828">
                  <c:v>282.8</c:v>
                </c:pt>
                <c:pt idx="2829">
                  <c:v>282.89999999999998</c:v>
                </c:pt>
                <c:pt idx="2830">
                  <c:v>283</c:v>
                </c:pt>
                <c:pt idx="2831">
                  <c:v>283.10000000000002</c:v>
                </c:pt>
                <c:pt idx="2832">
                  <c:v>283.2</c:v>
                </c:pt>
                <c:pt idx="2833">
                  <c:v>283.3</c:v>
                </c:pt>
                <c:pt idx="2834">
                  <c:v>283.39999999999998</c:v>
                </c:pt>
                <c:pt idx="2835">
                  <c:v>283.5</c:v>
                </c:pt>
                <c:pt idx="2836">
                  <c:v>283.60000000000002</c:v>
                </c:pt>
                <c:pt idx="2837">
                  <c:v>283.7</c:v>
                </c:pt>
                <c:pt idx="2838">
                  <c:v>283.8</c:v>
                </c:pt>
                <c:pt idx="2839">
                  <c:v>283.89999999999998</c:v>
                </c:pt>
                <c:pt idx="2840">
                  <c:v>284</c:v>
                </c:pt>
                <c:pt idx="2841">
                  <c:v>284.10000000000002</c:v>
                </c:pt>
                <c:pt idx="2842">
                  <c:v>284.2</c:v>
                </c:pt>
                <c:pt idx="2843">
                  <c:v>284.3</c:v>
                </c:pt>
                <c:pt idx="2844">
                  <c:v>284.39999999999998</c:v>
                </c:pt>
                <c:pt idx="2845">
                  <c:v>284.5</c:v>
                </c:pt>
                <c:pt idx="2846">
                  <c:v>284.60000000000002</c:v>
                </c:pt>
                <c:pt idx="2847">
                  <c:v>284.7</c:v>
                </c:pt>
                <c:pt idx="2848">
                  <c:v>284.8</c:v>
                </c:pt>
                <c:pt idx="2849">
                  <c:v>284.89999999999998</c:v>
                </c:pt>
                <c:pt idx="2850">
                  <c:v>285</c:v>
                </c:pt>
                <c:pt idx="2851">
                  <c:v>285.10000000000002</c:v>
                </c:pt>
                <c:pt idx="2852">
                  <c:v>285.2</c:v>
                </c:pt>
                <c:pt idx="2853">
                  <c:v>285.3</c:v>
                </c:pt>
                <c:pt idx="2854">
                  <c:v>285.39999999999998</c:v>
                </c:pt>
                <c:pt idx="2855">
                  <c:v>285.5</c:v>
                </c:pt>
                <c:pt idx="2856">
                  <c:v>285.60000000000002</c:v>
                </c:pt>
                <c:pt idx="2857">
                  <c:v>285.7</c:v>
                </c:pt>
                <c:pt idx="2858">
                  <c:v>285.8</c:v>
                </c:pt>
                <c:pt idx="2859">
                  <c:v>285.89999999999998</c:v>
                </c:pt>
                <c:pt idx="2860">
                  <c:v>286</c:v>
                </c:pt>
                <c:pt idx="2861">
                  <c:v>286.10000000000002</c:v>
                </c:pt>
                <c:pt idx="2862">
                  <c:v>286.2</c:v>
                </c:pt>
                <c:pt idx="2863">
                  <c:v>286.3</c:v>
                </c:pt>
                <c:pt idx="2864">
                  <c:v>286.39999999999998</c:v>
                </c:pt>
                <c:pt idx="2865">
                  <c:v>286.5</c:v>
                </c:pt>
                <c:pt idx="2866">
                  <c:v>286.60000000000002</c:v>
                </c:pt>
                <c:pt idx="2867">
                  <c:v>286.7</c:v>
                </c:pt>
                <c:pt idx="2868">
                  <c:v>286.8</c:v>
                </c:pt>
                <c:pt idx="2869">
                  <c:v>286.89999999999998</c:v>
                </c:pt>
                <c:pt idx="2870">
                  <c:v>287</c:v>
                </c:pt>
                <c:pt idx="2871">
                  <c:v>287.10000000000002</c:v>
                </c:pt>
                <c:pt idx="2872">
                  <c:v>287.2</c:v>
                </c:pt>
                <c:pt idx="2873">
                  <c:v>287.3</c:v>
                </c:pt>
                <c:pt idx="2874">
                  <c:v>287.39999999999998</c:v>
                </c:pt>
                <c:pt idx="2875">
                  <c:v>287.5</c:v>
                </c:pt>
                <c:pt idx="2876">
                  <c:v>287.60000000000002</c:v>
                </c:pt>
                <c:pt idx="2877">
                  <c:v>287.7</c:v>
                </c:pt>
                <c:pt idx="2878">
                  <c:v>287.8</c:v>
                </c:pt>
                <c:pt idx="2879">
                  <c:v>287.89999999999998</c:v>
                </c:pt>
                <c:pt idx="2880">
                  <c:v>288</c:v>
                </c:pt>
                <c:pt idx="2881">
                  <c:v>288.10000000000002</c:v>
                </c:pt>
                <c:pt idx="2882">
                  <c:v>288.2</c:v>
                </c:pt>
                <c:pt idx="2883">
                  <c:v>288.3</c:v>
                </c:pt>
                <c:pt idx="2884">
                  <c:v>288.39999999999998</c:v>
                </c:pt>
                <c:pt idx="2885">
                  <c:v>288.5</c:v>
                </c:pt>
                <c:pt idx="2886">
                  <c:v>288.60000000000002</c:v>
                </c:pt>
                <c:pt idx="2887">
                  <c:v>288.7</c:v>
                </c:pt>
                <c:pt idx="2888">
                  <c:v>288.8</c:v>
                </c:pt>
                <c:pt idx="2889">
                  <c:v>288.89999999999998</c:v>
                </c:pt>
                <c:pt idx="2890">
                  <c:v>289</c:v>
                </c:pt>
                <c:pt idx="2891">
                  <c:v>289.10000000000002</c:v>
                </c:pt>
                <c:pt idx="2892">
                  <c:v>289.2</c:v>
                </c:pt>
                <c:pt idx="2893">
                  <c:v>289.3</c:v>
                </c:pt>
                <c:pt idx="2894">
                  <c:v>289.39999999999998</c:v>
                </c:pt>
                <c:pt idx="2895">
                  <c:v>289.5</c:v>
                </c:pt>
                <c:pt idx="2896">
                  <c:v>289.60000000000002</c:v>
                </c:pt>
                <c:pt idx="2897">
                  <c:v>289.7</c:v>
                </c:pt>
                <c:pt idx="2898">
                  <c:v>289.8</c:v>
                </c:pt>
                <c:pt idx="2899">
                  <c:v>289.89999999999998</c:v>
                </c:pt>
                <c:pt idx="2900">
                  <c:v>290</c:v>
                </c:pt>
                <c:pt idx="2901">
                  <c:v>290.10000000000002</c:v>
                </c:pt>
                <c:pt idx="2902">
                  <c:v>290.2</c:v>
                </c:pt>
                <c:pt idx="2903">
                  <c:v>290.3</c:v>
                </c:pt>
                <c:pt idx="2904">
                  <c:v>290.39999999999998</c:v>
                </c:pt>
                <c:pt idx="2905">
                  <c:v>290.5</c:v>
                </c:pt>
                <c:pt idx="2906">
                  <c:v>290.60000000000002</c:v>
                </c:pt>
                <c:pt idx="2907">
                  <c:v>290.7</c:v>
                </c:pt>
                <c:pt idx="2908">
                  <c:v>290.8</c:v>
                </c:pt>
                <c:pt idx="2909">
                  <c:v>290.89999999999998</c:v>
                </c:pt>
                <c:pt idx="2910">
                  <c:v>291</c:v>
                </c:pt>
                <c:pt idx="2911">
                  <c:v>291.10000000000002</c:v>
                </c:pt>
                <c:pt idx="2912">
                  <c:v>291.2</c:v>
                </c:pt>
                <c:pt idx="2913">
                  <c:v>291.3</c:v>
                </c:pt>
                <c:pt idx="2914">
                  <c:v>291.39999999999998</c:v>
                </c:pt>
                <c:pt idx="2915">
                  <c:v>291.5</c:v>
                </c:pt>
                <c:pt idx="2916">
                  <c:v>291.60000000000002</c:v>
                </c:pt>
                <c:pt idx="2917">
                  <c:v>291.7</c:v>
                </c:pt>
                <c:pt idx="2918">
                  <c:v>291.8</c:v>
                </c:pt>
                <c:pt idx="2919">
                  <c:v>291.89999999999998</c:v>
                </c:pt>
                <c:pt idx="2920">
                  <c:v>292</c:v>
                </c:pt>
                <c:pt idx="2921">
                  <c:v>292.10000000000002</c:v>
                </c:pt>
                <c:pt idx="2922">
                  <c:v>292.2</c:v>
                </c:pt>
                <c:pt idx="2923">
                  <c:v>292.3</c:v>
                </c:pt>
                <c:pt idx="2924">
                  <c:v>292.39999999999998</c:v>
                </c:pt>
                <c:pt idx="2925">
                  <c:v>292.5</c:v>
                </c:pt>
                <c:pt idx="2926">
                  <c:v>292.60000000000002</c:v>
                </c:pt>
                <c:pt idx="2927">
                  <c:v>292.7</c:v>
                </c:pt>
                <c:pt idx="2928">
                  <c:v>292.8</c:v>
                </c:pt>
                <c:pt idx="2929">
                  <c:v>292.89999999999998</c:v>
                </c:pt>
                <c:pt idx="2930">
                  <c:v>293</c:v>
                </c:pt>
                <c:pt idx="2931">
                  <c:v>293.10000000000002</c:v>
                </c:pt>
                <c:pt idx="2932">
                  <c:v>293.2</c:v>
                </c:pt>
                <c:pt idx="2933">
                  <c:v>293.3</c:v>
                </c:pt>
                <c:pt idx="2934">
                  <c:v>293.39999999999998</c:v>
                </c:pt>
                <c:pt idx="2935">
                  <c:v>293.5</c:v>
                </c:pt>
                <c:pt idx="2936">
                  <c:v>293.60000000000002</c:v>
                </c:pt>
                <c:pt idx="2937">
                  <c:v>293.7</c:v>
                </c:pt>
                <c:pt idx="2938">
                  <c:v>293.8</c:v>
                </c:pt>
                <c:pt idx="2939">
                  <c:v>293.89999999999998</c:v>
                </c:pt>
                <c:pt idx="2940">
                  <c:v>294</c:v>
                </c:pt>
                <c:pt idx="2941">
                  <c:v>294.10000000000002</c:v>
                </c:pt>
                <c:pt idx="2942">
                  <c:v>294.2</c:v>
                </c:pt>
                <c:pt idx="2943">
                  <c:v>294.3</c:v>
                </c:pt>
                <c:pt idx="2944">
                  <c:v>294.39999999999998</c:v>
                </c:pt>
                <c:pt idx="2945">
                  <c:v>294.5</c:v>
                </c:pt>
                <c:pt idx="2946">
                  <c:v>294.60000000000002</c:v>
                </c:pt>
                <c:pt idx="2947">
                  <c:v>294.7</c:v>
                </c:pt>
                <c:pt idx="2948">
                  <c:v>294.8</c:v>
                </c:pt>
                <c:pt idx="2949">
                  <c:v>294.89999999999998</c:v>
                </c:pt>
                <c:pt idx="2950">
                  <c:v>295</c:v>
                </c:pt>
                <c:pt idx="2951">
                  <c:v>295.10000000000002</c:v>
                </c:pt>
                <c:pt idx="2952">
                  <c:v>295.2</c:v>
                </c:pt>
                <c:pt idx="2953">
                  <c:v>295.3</c:v>
                </c:pt>
                <c:pt idx="2954">
                  <c:v>295.39999999999998</c:v>
                </c:pt>
                <c:pt idx="2955">
                  <c:v>295.5</c:v>
                </c:pt>
                <c:pt idx="2956">
                  <c:v>295.60000000000002</c:v>
                </c:pt>
                <c:pt idx="2957">
                  <c:v>295.7</c:v>
                </c:pt>
                <c:pt idx="2958">
                  <c:v>295.8</c:v>
                </c:pt>
                <c:pt idx="2959">
                  <c:v>295.89999999999998</c:v>
                </c:pt>
                <c:pt idx="2960">
                  <c:v>296</c:v>
                </c:pt>
                <c:pt idx="2961">
                  <c:v>296.10000000000002</c:v>
                </c:pt>
                <c:pt idx="2962">
                  <c:v>296.2</c:v>
                </c:pt>
                <c:pt idx="2963">
                  <c:v>296.3</c:v>
                </c:pt>
                <c:pt idx="2964">
                  <c:v>296.39999999999998</c:v>
                </c:pt>
                <c:pt idx="2965">
                  <c:v>296.5</c:v>
                </c:pt>
                <c:pt idx="2966">
                  <c:v>296.60000000000002</c:v>
                </c:pt>
                <c:pt idx="2967">
                  <c:v>296.7</c:v>
                </c:pt>
                <c:pt idx="2968">
                  <c:v>296.8</c:v>
                </c:pt>
                <c:pt idx="2969">
                  <c:v>296.89999999999998</c:v>
                </c:pt>
                <c:pt idx="2970">
                  <c:v>297</c:v>
                </c:pt>
                <c:pt idx="2971">
                  <c:v>297.10000000000002</c:v>
                </c:pt>
                <c:pt idx="2972">
                  <c:v>297.2</c:v>
                </c:pt>
                <c:pt idx="2973">
                  <c:v>297.3</c:v>
                </c:pt>
                <c:pt idx="2974">
                  <c:v>297.39999999999998</c:v>
                </c:pt>
                <c:pt idx="2975">
                  <c:v>297.5</c:v>
                </c:pt>
                <c:pt idx="2976">
                  <c:v>297.60000000000002</c:v>
                </c:pt>
                <c:pt idx="2977">
                  <c:v>297.7</c:v>
                </c:pt>
                <c:pt idx="2978">
                  <c:v>297.8</c:v>
                </c:pt>
                <c:pt idx="2979">
                  <c:v>297.89999999999998</c:v>
                </c:pt>
                <c:pt idx="2980">
                  <c:v>298</c:v>
                </c:pt>
                <c:pt idx="2981">
                  <c:v>298.10000000000002</c:v>
                </c:pt>
                <c:pt idx="2982">
                  <c:v>298.2</c:v>
                </c:pt>
                <c:pt idx="2983">
                  <c:v>298.3</c:v>
                </c:pt>
                <c:pt idx="2984">
                  <c:v>298.39999999999998</c:v>
                </c:pt>
                <c:pt idx="2985">
                  <c:v>298.5</c:v>
                </c:pt>
                <c:pt idx="2986">
                  <c:v>298.60000000000002</c:v>
                </c:pt>
                <c:pt idx="2987">
                  <c:v>298.7</c:v>
                </c:pt>
                <c:pt idx="2988">
                  <c:v>298.8</c:v>
                </c:pt>
                <c:pt idx="2989">
                  <c:v>298.89999999999998</c:v>
                </c:pt>
                <c:pt idx="2990">
                  <c:v>299</c:v>
                </c:pt>
                <c:pt idx="2991">
                  <c:v>299.10000000000002</c:v>
                </c:pt>
                <c:pt idx="2992">
                  <c:v>299.2</c:v>
                </c:pt>
                <c:pt idx="2993">
                  <c:v>299.3</c:v>
                </c:pt>
                <c:pt idx="2994">
                  <c:v>299.39999999999998</c:v>
                </c:pt>
                <c:pt idx="2995">
                  <c:v>299.5</c:v>
                </c:pt>
                <c:pt idx="2996">
                  <c:v>299.60000000000002</c:v>
                </c:pt>
                <c:pt idx="2997">
                  <c:v>299.7</c:v>
                </c:pt>
                <c:pt idx="2998">
                  <c:v>299.8</c:v>
                </c:pt>
                <c:pt idx="2999">
                  <c:v>299.89999999999998</c:v>
                </c:pt>
                <c:pt idx="3000">
                  <c:v>300</c:v>
                </c:pt>
                <c:pt idx="3001">
                  <c:v>300.10000000000002</c:v>
                </c:pt>
                <c:pt idx="3002">
                  <c:v>300.2</c:v>
                </c:pt>
                <c:pt idx="3003">
                  <c:v>300.3</c:v>
                </c:pt>
                <c:pt idx="3004">
                  <c:v>300.39999999999998</c:v>
                </c:pt>
                <c:pt idx="3005">
                  <c:v>300.5</c:v>
                </c:pt>
                <c:pt idx="3006">
                  <c:v>300.60000000000002</c:v>
                </c:pt>
                <c:pt idx="3007">
                  <c:v>300.7</c:v>
                </c:pt>
                <c:pt idx="3008">
                  <c:v>300.8</c:v>
                </c:pt>
                <c:pt idx="3009">
                  <c:v>300.89999999999998</c:v>
                </c:pt>
                <c:pt idx="3010">
                  <c:v>301</c:v>
                </c:pt>
                <c:pt idx="3011">
                  <c:v>301.10000000000002</c:v>
                </c:pt>
                <c:pt idx="3012">
                  <c:v>301.2</c:v>
                </c:pt>
                <c:pt idx="3013">
                  <c:v>301.3</c:v>
                </c:pt>
                <c:pt idx="3014">
                  <c:v>301.39999999999998</c:v>
                </c:pt>
                <c:pt idx="3015">
                  <c:v>301.5</c:v>
                </c:pt>
                <c:pt idx="3016">
                  <c:v>301.60000000000002</c:v>
                </c:pt>
                <c:pt idx="3017">
                  <c:v>301.7</c:v>
                </c:pt>
                <c:pt idx="3018">
                  <c:v>301.8</c:v>
                </c:pt>
                <c:pt idx="3019">
                  <c:v>301.89999999999998</c:v>
                </c:pt>
                <c:pt idx="3020">
                  <c:v>302</c:v>
                </c:pt>
                <c:pt idx="3021">
                  <c:v>302.10000000000002</c:v>
                </c:pt>
                <c:pt idx="3022">
                  <c:v>302.2</c:v>
                </c:pt>
                <c:pt idx="3023">
                  <c:v>302.3</c:v>
                </c:pt>
                <c:pt idx="3024">
                  <c:v>302.39999999999998</c:v>
                </c:pt>
                <c:pt idx="3025">
                  <c:v>302.5</c:v>
                </c:pt>
                <c:pt idx="3026">
                  <c:v>302.60000000000002</c:v>
                </c:pt>
                <c:pt idx="3027">
                  <c:v>302.7</c:v>
                </c:pt>
                <c:pt idx="3028">
                  <c:v>302.8</c:v>
                </c:pt>
                <c:pt idx="3029">
                  <c:v>302.89999999999998</c:v>
                </c:pt>
                <c:pt idx="3030">
                  <c:v>303</c:v>
                </c:pt>
                <c:pt idx="3031">
                  <c:v>303.10000000000002</c:v>
                </c:pt>
                <c:pt idx="3032">
                  <c:v>303.2</c:v>
                </c:pt>
                <c:pt idx="3033">
                  <c:v>303.3</c:v>
                </c:pt>
                <c:pt idx="3034">
                  <c:v>303.39999999999998</c:v>
                </c:pt>
                <c:pt idx="3035">
                  <c:v>303.5</c:v>
                </c:pt>
                <c:pt idx="3036">
                  <c:v>303.60000000000002</c:v>
                </c:pt>
                <c:pt idx="3037">
                  <c:v>303.7</c:v>
                </c:pt>
                <c:pt idx="3038">
                  <c:v>303.8</c:v>
                </c:pt>
                <c:pt idx="3039">
                  <c:v>303.89999999999998</c:v>
                </c:pt>
                <c:pt idx="3040">
                  <c:v>304</c:v>
                </c:pt>
                <c:pt idx="3041">
                  <c:v>304.10000000000002</c:v>
                </c:pt>
                <c:pt idx="3042">
                  <c:v>304.2</c:v>
                </c:pt>
                <c:pt idx="3043">
                  <c:v>304.3</c:v>
                </c:pt>
                <c:pt idx="3044">
                  <c:v>304.39999999999998</c:v>
                </c:pt>
                <c:pt idx="3045">
                  <c:v>304.5</c:v>
                </c:pt>
                <c:pt idx="3046">
                  <c:v>304.60000000000002</c:v>
                </c:pt>
                <c:pt idx="3047">
                  <c:v>304.7</c:v>
                </c:pt>
                <c:pt idx="3048">
                  <c:v>304.8</c:v>
                </c:pt>
                <c:pt idx="3049">
                  <c:v>304.89999999999998</c:v>
                </c:pt>
                <c:pt idx="3050">
                  <c:v>305</c:v>
                </c:pt>
                <c:pt idx="3051">
                  <c:v>305.10000000000002</c:v>
                </c:pt>
                <c:pt idx="3052">
                  <c:v>305.2</c:v>
                </c:pt>
                <c:pt idx="3053">
                  <c:v>305.3</c:v>
                </c:pt>
                <c:pt idx="3054">
                  <c:v>305.39999999999998</c:v>
                </c:pt>
                <c:pt idx="3055">
                  <c:v>305.5</c:v>
                </c:pt>
                <c:pt idx="3056">
                  <c:v>305.60000000000002</c:v>
                </c:pt>
                <c:pt idx="3057">
                  <c:v>305.7</c:v>
                </c:pt>
                <c:pt idx="3058">
                  <c:v>305.8</c:v>
                </c:pt>
                <c:pt idx="3059">
                  <c:v>305.89999999999998</c:v>
                </c:pt>
                <c:pt idx="3060">
                  <c:v>306</c:v>
                </c:pt>
                <c:pt idx="3061">
                  <c:v>306.10000000000002</c:v>
                </c:pt>
                <c:pt idx="3062">
                  <c:v>306.2</c:v>
                </c:pt>
                <c:pt idx="3063">
                  <c:v>306.3</c:v>
                </c:pt>
                <c:pt idx="3064">
                  <c:v>306.39999999999998</c:v>
                </c:pt>
                <c:pt idx="3065">
                  <c:v>306.5</c:v>
                </c:pt>
                <c:pt idx="3066">
                  <c:v>306.60000000000002</c:v>
                </c:pt>
                <c:pt idx="3067">
                  <c:v>306.7</c:v>
                </c:pt>
                <c:pt idx="3068">
                  <c:v>306.8</c:v>
                </c:pt>
                <c:pt idx="3069">
                  <c:v>306.89999999999998</c:v>
                </c:pt>
                <c:pt idx="3070">
                  <c:v>307</c:v>
                </c:pt>
                <c:pt idx="3071">
                  <c:v>307.10000000000002</c:v>
                </c:pt>
                <c:pt idx="3072">
                  <c:v>307.2</c:v>
                </c:pt>
                <c:pt idx="3073">
                  <c:v>307.3</c:v>
                </c:pt>
                <c:pt idx="3074">
                  <c:v>307.39999999999998</c:v>
                </c:pt>
                <c:pt idx="3075">
                  <c:v>307.5</c:v>
                </c:pt>
                <c:pt idx="3076">
                  <c:v>307.60000000000002</c:v>
                </c:pt>
                <c:pt idx="3077">
                  <c:v>307.7</c:v>
                </c:pt>
                <c:pt idx="3078">
                  <c:v>307.8</c:v>
                </c:pt>
                <c:pt idx="3079">
                  <c:v>307.89999999999998</c:v>
                </c:pt>
                <c:pt idx="3080">
                  <c:v>308</c:v>
                </c:pt>
                <c:pt idx="3081">
                  <c:v>308.10000000000002</c:v>
                </c:pt>
                <c:pt idx="3082">
                  <c:v>308.2</c:v>
                </c:pt>
                <c:pt idx="3083">
                  <c:v>308.3</c:v>
                </c:pt>
                <c:pt idx="3084">
                  <c:v>308.39999999999998</c:v>
                </c:pt>
                <c:pt idx="3085">
                  <c:v>308.5</c:v>
                </c:pt>
                <c:pt idx="3086">
                  <c:v>308.60000000000002</c:v>
                </c:pt>
                <c:pt idx="3087">
                  <c:v>308.7</c:v>
                </c:pt>
                <c:pt idx="3088">
                  <c:v>308.8</c:v>
                </c:pt>
                <c:pt idx="3089">
                  <c:v>308.89999999999998</c:v>
                </c:pt>
                <c:pt idx="3090">
                  <c:v>309</c:v>
                </c:pt>
                <c:pt idx="3091">
                  <c:v>309.10000000000002</c:v>
                </c:pt>
                <c:pt idx="3092">
                  <c:v>309.2</c:v>
                </c:pt>
                <c:pt idx="3093">
                  <c:v>309.3</c:v>
                </c:pt>
                <c:pt idx="3094">
                  <c:v>309.39999999999998</c:v>
                </c:pt>
                <c:pt idx="3095">
                  <c:v>309.5</c:v>
                </c:pt>
                <c:pt idx="3096">
                  <c:v>309.60000000000002</c:v>
                </c:pt>
                <c:pt idx="3097">
                  <c:v>309.7</c:v>
                </c:pt>
                <c:pt idx="3098">
                  <c:v>309.8</c:v>
                </c:pt>
                <c:pt idx="3099">
                  <c:v>309.89999999999998</c:v>
                </c:pt>
                <c:pt idx="3100">
                  <c:v>310</c:v>
                </c:pt>
                <c:pt idx="3101">
                  <c:v>310.10000000000002</c:v>
                </c:pt>
                <c:pt idx="3102">
                  <c:v>310.2</c:v>
                </c:pt>
                <c:pt idx="3103">
                  <c:v>310.3</c:v>
                </c:pt>
                <c:pt idx="3104">
                  <c:v>310.39999999999998</c:v>
                </c:pt>
                <c:pt idx="3105">
                  <c:v>310.5</c:v>
                </c:pt>
                <c:pt idx="3106">
                  <c:v>310.60000000000002</c:v>
                </c:pt>
                <c:pt idx="3107">
                  <c:v>310.7</c:v>
                </c:pt>
                <c:pt idx="3108">
                  <c:v>310.8</c:v>
                </c:pt>
                <c:pt idx="3109">
                  <c:v>310.89999999999998</c:v>
                </c:pt>
                <c:pt idx="3110">
                  <c:v>311</c:v>
                </c:pt>
                <c:pt idx="3111">
                  <c:v>311.10000000000002</c:v>
                </c:pt>
                <c:pt idx="3112">
                  <c:v>311.2</c:v>
                </c:pt>
                <c:pt idx="3113">
                  <c:v>311.3</c:v>
                </c:pt>
                <c:pt idx="3114">
                  <c:v>311.39999999999998</c:v>
                </c:pt>
                <c:pt idx="3115">
                  <c:v>311.5</c:v>
                </c:pt>
                <c:pt idx="3116">
                  <c:v>311.60000000000002</c:v>
                </c:pt>
                <c:pt idx="3117">
                  <c:v>311.7</c:v>
                </c:pt>
                <c:pt idx="3118">
                  <c:v>311.8</c:v>
                </c:pt>
                <c:pt idx="3119">
                  <c:v>311.89999999999998</c:v>
                </c:pt>
                <c:pt idx="3120">
                  <c:v>312</c:v>
                </c:pt>
                <c:pt idx="3121">
                  <c:v>312.10000000000002</c:v>
                </c:pt>
                <c:pt idx="3122">
                  <c:v>312.2</c:v>
                </c:pt>
                <c:pt idx="3123">
                  <c:v>312.3</c:v>
                </c:pt>
                <c:pt idx="3124">
                  <c:v>312.39999999999998</c:v>
                </c:pt>
                <c:pt idx="3125">
                  <c:v>312.5</c:v>
                </c:pt>
                <c:pt idx="3126">
                  <c:v>312.60000000000002</c:v>
                </c:pt>
                <c:pt idx="3127">
                  <c:v>312.7</c:v>
                </c:pt>
                <c:pt idx="3128">
                  <c:v>312.8</c:v>
                </c:pt>
                <c:pt idx="3129">
                  <c:v>312.89999999999998</c:v>
                </c:pt>
                <c:pt idx="3130">
                  <c:v>313</c:v>
                </c:pt>
                <c:pt idx="3131">
                  <c:v>313.10000000000002</c:v>
                </c:pt>
                <c:pt idx="3132">
                  <c:v>313.2</c:v>
                </c:pt>
                <c:pt idx="3133">
                  <c:v>313.3</c:v>
                </c:pt>
                <c:pt idx="3134">
                  <c:v>313.39999999999998</c:v>
                </c:pt>
                <c:pt idx="3135">
                  <c:v>313.5</c:v>
                </c:pt>
                <c:pt idx="3136">
                  <c:v>313.60000000000002</c:v>
                </c:pt>
                <c:pt idx="3137">
                  <c:v>313.7</c:v>
                </c:pt>
                <c:pt idx="3138">
                  <c:v>313.8</c:v>
                </c:pt>
                <c:pt idx="3139">
                  <c:v>313.89999999999998</c:v>
                </c:pt>
                <c:pt idx="3140">
                  <c:v>314</c:v>
                </c:pt>
                <c:pt idx="3141">
                  <c:v>314.10000000000002</c:v>
                </c:pt>
                <c:pt idx="3142">
                  <c:v>314.2</c:v>
                </c:pt>
                <c:pt idx="3143">
                  <c:v>314.3</c:v>
                </c:pt>
                <c:pt idx="3144">
                  <c:v>314.39999999999998</c:v>
                </c:pt>
                <c:pt idx="3145">
                  <c:v>314.5</c:v>
                </c:pt>
                <c:pt idx="3146">
                  <c:v>314.60000000000002</c:v>
                </c:pt>
                <c:pt idx="3147">
                  <c:v>314.7</c:v>
                </c:pt>
                <c:pt idx="3148">
                  <c:v>314.8</c:v>
                </c:pt>
                <c:pt idx="3149">
                  <c:v>314.89999999999998</c:v>
                </c:pt>
                <c:pt idx="3150">
                  <c:v>315</c:v>
                </c:pt>
                <c:pt idx="3151">
                  <c:v>315.10000000000002</c:v>
                </c:pt>
                <c:pt idx="3152">
                  <c:v>315.2</c:v>
                </c:pt>
                <c:pt idx="3153">
                  <c:v>315.3</c:v>
                </c:pt>
                <c:pt idx="3154">
                  <c:v>315.39999999999998</c:v>
                </c:pt>
                <c:pt idx="3155">
                  <c:v>315.5</c:v>
                </c:pt>
                <c:pt idx="3156">
                  <c:v>315.60000000000002</c:v>
                </c:pt>
                <c:pt idx="3157">
                  <c:v>315.7</c:v>
                </c:pt>
                <c:pt idx="3158">
                  <c:v>315.8</c:v>
                </c:pt>
                <c:pt idx="3159">
                  <c:v>315.89999999999998</c:v>
                </c:pt>
                <c:pt idx="3160">
                  <c:v>316</c:v>
                </c:pt>
                <c:pt idx="3161">
                  <c:v>316.10000000000002</c:v>
                </c:pt>
                <c:pt idx="3162">
                  <c:v>316.2</c:v>
                </c:pt>
                <c:pt idx="3163">
                  <c:v>316.3</c:v>
                </c:pt>
                <c:pt idx="3164">
                  <c:v>316.39999999999998</c:v>
                </c:pt>
                <c:pt idx="3165">
                  <c:v>316.5</c:v>
                </c:pt>
                <c:pt idx="3166">
                  <c:v>316.60000000000002</c:v>
                </c:pt>
                <c:pt idx="3167">
                  <c:v>316.7</c:v>
                </c:pt>
                <c:pt idx="3168">
                  <c:v>316.8</c:v>
                </c:pt>
                <c:pt idx="3169">
                  <c:v>316.89999999999998</c:v>
                </c:pt>
                <c:pt idx="3170">
                  <c:v>317</c:v>
                </c:pt>
                <c:pt idx="3171">
                  <c:v>317.10000000000002</c:v>
                </c:pt>
                <c:pt idx="3172">
                  <c:v>317.2</c:v>
                </c:pt>
                <c:pt idx="3173">
                  <c:v>317.3</c:v>
                </c:pt>
                <c:pt idx="3174">
                  <c:v>317.39999999999998</c:v>
                </c:pt>
                <c:pt idx="3175">
                  <c:v>317.5</c:v>
                </c:pt>
                <c:pt idx="3176">
                  <c:v>317.60000000000002</c:v>
                </c:pt>
                <c:pt idx="3177">
                  <c:v>317.7</c:v>
                </c:pt>
                <c:pt idx="3178">
                  <c:v>317.8</c:v>
                </c:pt>
                <c:pt idx="3179">
                  <c:v>317.89999999999998</c:v>
                </c:pt>
                <c:pt idx="3180">
                  <c:v>318</c:v>
                </c:pt>
                <c:pt idx="3181">
                  <c:v>318.10000000000002</c:v>
                </c:pt>
                <c:pt idx="3182">
                  <c:v>318.2</c:v>
                </c:pt>
                <c:pt idx="3183">
                  <c:v>318.3</c:v>
                </c:pt>
                <c:pt idx="3184">
                  <c:v>318.39999999999998</c:v>
                </c:pt>
                <c:pt idx="3185">
                  <c:v>318.5</c:v>
                </c:pt>
                <c:pt idx="3186">
                  <c:v>318.60000000000002</c:v>
                </c:pt>
                <c:pt idx="3187">
                  <c:v>318.7</c:v>
                </c:pt>
                <c:pt idx="3188">
                  <c:v>318.8</c:v>
                </c:pt>
                <c:pt idx="3189">
                  <c:v>318.89999999999998</c:v>
                </c:pt>
                <c:pt idx="3190">
                  <c:v>319</c:v>
                </c:pt>
                <c:pt idx="3191">
                  <c:v>319.10000000000002</c:v>
                </c:pt>
                <c:pt idx="3192">
                  <c:v>319.2</c:v>
                </c:pt>
                <c:pt idx="3193">
                  <c:v>319.3</c:v>
                </c:pt>
                <c:pt idx="3194">
                  <c:v>319.39999999999998</c:v>
                </c:pt>
                <c:pt idx="3195">
                  <c:v>319.5</c:v>
                </c:pt>
                <c:pt idx="3196">
                  <c:v>319.60000000000002</c:v>
                </c:pt>
                <c:pt idx="3197">
                  <c:v>319.7</c:v>
                </c:pt>
                <c:pt idx="3198">
                  <c:v>319.8</c:v>
                </c:pt>
                <c:pt idx="3199">
                  <c:v>319.89999999999998</c:v>
                </c:pt>
                <c:pt idx="3200">
                  <c:v>320</c:v>
                </c:pt>
                <c:pt idx="3201">
                  <c:v>320.10000000000002</c:v>
                </c:pt>
                <c:pt idx="3202">
                  <c:v>320.2</c:v>
                </c:pt>
                <c:pt idx="3203">
                  <c:v>320.3</c:v>
                </c:pt>
                <c:pt idx="3204">
                  <c:v>320.39999999999998</c:v>
                </c:pt>
                <c:pt idx="3205">
                  <c:v>320.5</c:v>
                </c:pt>
                <c:pt idx="3206">
                  <c:v>320.60000000000002</c:v>
                </c:pt>
                <c:pt idx="3207">
                  <c:v>320.7</c:v>
                </c:pt>
                <c:pt idx="3208">
                  <c:v>320.8</c:v>
                </c:pt>
                <c:pt idx="3209">
                  <c:v>320.89999999999998</c:v>
                </c:pt>
                <c:pt idx="3210">
                  <c:v>321</c:v>
                </c:pt>
                <c:pt idx="3211">
                  <c:v>321.10000000000002</c:v>
                </c:pt>
                <c:pt idx="3212">
                  <c:v>321.2</c:v>
                </c:pt>
                <c:pt idx="3213">
                  <c:v>321.3</c:v>
                </c:pt>
                <c:pt idx="3214">
                  <c:v>321.39999999999998</c:v>
                </c:pt>
                <c:pt idx="3215">
                  <c:v>321.5</c:v>
                </c:pt>
                <c:pt idx="3216">
                  <c:v>321.60000000000002</c:v>
                </c:pt>
                <c:pt idx="3217">
                  <c:v>321.7</c:v>
                </c:pt>
                <c:pt idx="3218">
                  <c:v>321.8</c:v>
                </c:pt>
                <c:pt idx="3219">
                  <c:v>321.89999999999998</c:v>
                </c:pt>
                <c:pt idx="3220">
                  <c:v>322</c:v>
                </c:pt>
                <c:pt idx="3221">
                  <c:v>322.10000000000002</c:v>
                </c:pt>
                <c:pt idx="3222">
                  <c:v>322.2</c:v>
                </c:pt>
                <c:pt idx="3223">
                  <c:v>322.3</c:v>
                </c:pt>
                <c:pt idx="3224">
                  <c:v>322.39999999999998</c:v>
                </c:pt>
                <c:pt idx="3225">
                  <c:v>322.5</c:v>
                </c:pt>
                <c:pt idx="3226">
                  <c:v>322.60000000000002</c:v>
                </c:pt>
                <c:pt idx="3227">
                  <c:v>322.7</c:v>
                </c:pt>
                <c:pt idx="3228">
                  <c:v>322.8</c:v>
                </c:pt>
                <c:pt idx="3229">
                  <c:v>322.89999999999998</c:v>
                </c:pt>
                <c:pt idx="3230">
                  <c:v>323</c:v>
                </c:pt>
                <c:pt idx="3231">
                  <c:v>323.10000000000002</c:v>
                </c:pt>
                <c:pt idx="3232">
                  <c:v>323.2</c:v>
                </c:pt>
                <c:pt idx="3233">
                  <c:v>323.3</c:v>
                </c:pt>
                <c:pt idx="3234">
                  <c:v>323.39999999999998</c:v>
                </c:pt>
                <c:pt idx="3235">
                  <c:v>323.5</c:v>
                </c:pt>
                <c:pt idx="3236">
                  <c:v>323.60000000000002</c:v>
                </c:pt>
                <c:pt idx="3237">
                  <c:v>323.7</c:v>
                </c:pt>
                <c:pt idx="3238">
                  <c:v>323.8</c:v>
                </c:pt>
                <c:pt idx="3239">
                  <c:v>323.89999999999998</c:v>
                </c:pt>
                <c:pt idx="3240">
                  <c:v>324</c:v>
                </c:pt>
                <c:pt idx="3241">
                  <c:v>324.10000000000002</c:v>
                </c:pt>
                <c:pt idx="3242">
                  <c:v>324.2</c:v>
                </c:pt>
                <c:pt idx="3243">
                  <c:v>324.3</c:v>
                </c:pt>
                <c:pt idx="3244">
                  <c:v>324.39999999999998</c:v>
                </c:pt>
                <c:pt idx="3245">
                  <c:v>324.5</c:v>
                </c:pt>
                <c:pt idx="3246">
                  <c:v>324.60000000000002</c:v>
                </c:pt>
                <c:pt idx="3247">
                  <c:v>324.7</c:v>
                </c:pt>
                <c:pt idx="3248">
                  <c:v>324.8</c:v>
                </c:pt>
                <c:pt idx="3249">
                  <c:v>324.89999999999998</c:v>
                </c:pt>
                <c:pt idx="3250">
                  <c:v>325</c:v>
                </c:pt>
                <c:pt idx="3251">
                  <c:v>325.10000000000002</c:v>
                </c:pt>
                <c:pt idx="3252">
                  <c:v>325.2</c:v>
                </c:pt>
                <c:pt idx="3253">
                  <c:v>325.3</c:v>
                </c:pt>
                <c:pt idx="3254">
                  <c:v>325.39999999999998</c:v>
                </c:pt>
                <c:pt idx="3255">
                  <c:v>325.5</c:v>
                </c:pt>
                <c:pt idx="3256">
                  <c:v>325.60000000000002</c:v>
                </c:pt>
                <c:pt idx="3257">
                  <c:v>325.7</c:v>
                </c:pt>
                <c:pt idx="3258">
                  <c:v>325.8</c:v>
                </c:pt>
                <c:pt idx="3259">
                  <c:v>325.89999999999998</c:v>
                </c:pt>
                <c:pt idx="3260">
                  <c:v>326</c:v>
                </c:pt>
                <c:pt idx="3261">
                  <c:v>326.10000000000002</c:v>
                </c:pt>
                <c:pt idx="3262">
                  <c:v>326.2</c:v>
                </c:pt>
                <c:pt idx="3263">
                  <c:v>326.3</c:v>
                </c:pt>
                <c:pt idx="3264">
                  <c:v>326.39999999999998</c:v>
                </c:pt>
                <c:pt idx="3265">
                  <c:v>326.5</c:v>
                </c:pt>
                <c:pt idx="3266">
                  <c:v>326.60000000000002</c:v>
                </c:pt>
                <c:pt idx="3267">
                  <c:v>326.7</c:v>
                </c:pt>
                <c:pt idx="3268">
                  <c:v>326.8</c:v>
                </c:pt>
                <c:pt idx="3269">
                  <c:v>326.89999999999998</c:v>
                </c:pt>
                <c:pt idx="3270">
                  <c:v>327</c:v>
                </c:pt>
                <c:pt idx="3271">
                  <c:v>327.10000000000002</c:v>
                </c:pt>
                <c:pt idx="3272">
                  <c:v>327.2</c:v>
                </c:pt>
                <c:pt idx="3273">
                  <c:v>327.3</c:v>
                </c:pt>
                <c:pt idx="3274">
                  <c:v>327.39999999999998</c:v>
                </c:pt>
                <c:pt idx="3275">
                  <c:v>327.5</c:v>
                </c:pt>
                <c:pt idx="3276">
                  <c:v>327.60000000000002</c:v>
                </c:pt>
                <c:pt idx="3277">
                  <c:v>327.7</c:v>
                </c:pt>
                <c:pt idx="3278">
                  <c:v>327.8</c:v>
                </c:pt>
                <c:pt idx="3279">
                  <c:v>327.9</c:v>
                </c:pt>
                <c:pt idx="3280">
                  <c:v>328</c:v>
                </c:pt>
                <c:pt idx="3281">
                  <c:v>328.1</c:v>
                </c:pt>
                <c:pt idx="3282">
                  <c:v>328.2</c:v>
                </c:pt>
                <c:pt idx="3283">
                  <c:v>328.3</c:v>
                </c:pt>
                <c:pt idx="3284">
                  <c:v>328.4</c:v>
                </c:pt>
                <c:pt idx="3285">
                  <c:v>328.5</c:v>
                </c:pt>
                <c:pt idx="3286">
                  <c:v>328.6</c:v>
                </c:pt>
                <c:pt idx="3287">
                  <c:v>328.7</c:v>
                </c:pt>
                <c:pt idx="3288">
                  <c:v>328.8</c:v>
                </c:pt>
                <c:pt idx="3289">
                  <c:v>328.9</c:v>
                </c:pt>
                <c:pt idx="3290">
                  <c:v>329</c:v>
                </c:pt>
                <c:pt idx="3291">
                  <c:v>329.1</c:v>
                </c:pt>
                <c:pt idx="3292">
                  <c:v>329.2</c:v>
                </c:pt>
                <c:pt idx="3293">
                  <c:v>329.3</c:v>
                </c:pt>
                <c:pt idx="3294">
                  <c:v>329.4</c:v>
                </c:pt>
                <c:pt idx="3295">
                  <c:v>329.5</c:v>
                </c:pt>
                <c:pt idx="3296">
                  <c:v>329.6</c:v>
                </c:pt>
                <c:pt idx="3297">
                  <c:v>329.7</c:v>
                </c:pt>
                <c:pt idx="3298">
                  <c:v>329.8</c:v>
                </c:pt>
                <c:pt idx="3299">
                  <c:v>329.9</c:v>
                </c:pt>
                <c:pt idx="3300">
                  <c:v>330</c:v>
                </c:pt>
                <c:pt idx="3301">
                  <c:v>330.1</c:v>
                </c:pt>
                <c:pt idx="3302">
                  <c:v>330.2</c:v>
                </c:pt>
                <c:pt idx="3303">
                  <c:v>330.3</c:v>
                </c:pt>
                <c:pt idx="3304">
                  <c:v>330.4</c:v>
                </c:pt>
                <c:pt idx="3305">
                  <c:v>330.5</c:v>
                </c:pt>
                <c:pt idx="3306">
                  <c:v>330.6</c:v>
                </c:pt>
                <c:pt idx="3307">
                  <c:v>330.7</c:v>
                </c:pt>
                <c:pt idx="3308">
                  <c:v>330.8</c:v>
                </c:pt>
                <c:pt idx="3309">
                  <c:v>330.9</c:v>
                </c:pt>
                <c:pt idx="3310">
                  <c:v>331</c:v>
                </c:pt>
                <c:pt idx="3311">
                  <c:v>331.1</c:v>
                </c:pt>
                <c:pt idx="3312">
                  <c:v>331.2</c:v>
                </c:pt>
                <c:pt idx="3313">
                  <c:v>331.3</c:v>
                </c:pt>
                <c:pt idx="3314">
                  <c:v>331.4</c:v>
                </c:pt>
                <c:pt idx="3315">
                  <c:v>331.5</c:v>
                </c:pt>
                <c:pt idx="3316">
                  <c:v>331.6</c:v>
                </c:pt>
                <c:pt idx="3317">
                  <c:v>331.7</c:v>
                </c:pt>
                <c:pt idx="3318">
                  <c:v>331.8</c:v>
                </c:pt>
                <c:pt idx="3319">
                  <c:v>331.9</c:v>
                </c:pt>
                <c:pt idx="3320">
                  <c:v>332</c:v>
                </c:pt>
                <c:pt idx="3321">
                  <c:v>332.1</c:v>
                </c:pt>
                <c:pt idx="3322">
                  <c:v>332.2</c:v>
                </c:pt>
                <c:pt idx="3323">
                  <c:v>332.3</c:v>
                </c:pt>
                <c:pt idx="3324">
                  <c:v>332.4</c:v>
                </c:pt>
                <c:pt idx="3325">
                  <c:v>332.5</c:v>
                </c:pt>
                <c:pt idx="3326">
                  <c:v>332.6</c:v>
                </c:pt>
                <c:pt idx="3327">
                  <c:v>332.7</c:v>
                </c:pt>
                <c:pt idx="3328">
                  <c:v>332.8</c:v>
                </c:pt>
                <c:pt idx="3329">
                  <c:v>332.9</c:v>
                </c:pt>
                <c:pt idx="3330">
                  <c:v>333</c:v>
                </c:pt>
                <c:pt idx="3331">
                  <c:v>333.1</c:v>
                </c:pt>
                <c:pt idx="3332">
                  <c:v>333.2</c:v>
                </c:pt>
                <c:pt idx="3333">
                  <c:v>333.3</c:v>
                </c:pt>
                <c:pt idx="3334">
                  <c:v>333.4</c:v>
                </c:pt>
                <c:pt idx="3335">
                  <c:v>333.5</c:v>
                </c:pt>
                <c:pt idx="3336">
                  <c:v>333.6</c:v>
                </c:pt>
                <c:pt idx="3337">
                  <c:v>333.7</c:v>
                </c:pt>
                <c:pt idx="3338">
                  <c:v>333.8</c:v>
                </c:pt>
                <c:pt idx="3339">
                  <c:v>333.9</c:v>
                </c:pt>
                <c:pt idx="3340">
                  <c:v>334</c:v>
                </c:pt>
                <c:pt idx="3341">
                  <c:v>334.1</c:v>
                </c:pt>
                <c:pt idx="3342">
                  <c:v>334.2</c:v>
                </c:pt>
                <c:pt idx="3343">
                  <c:v>334.3</c:v>
                </c:pt>
                <c:pt idx="3344">
                  <c:v>334.4</c:v>
                </c:pt>
                <c:pt idx="3345">
                  <c:v>334.5</c:v>
                </c:pt>
                <c:pt idx="3346">
                  <c:v>334.6</c:v>
                </c:pt>
                <c:pt idx="3347">
                  <c:v>334.7</c:v>
                </c:pt>
                <c:pt idx="3348">
                  <c:v>334.8</c:v>
                </c:pt>
                <c:pt idx="3349">
                  <c:v>334.9</c:v>
                </c:pt>
                <c:pt idx="3350">
                  <c:v>335</c:v>
                </c:pt>
                <c:pt idx="3351">
                  <c:v>335.1</c:v>
                </c:pt>
                <c:pt idx="3352">
                  <c:v>335.2</c:v>
                </c:pt>
                <c:pt idx="3353">
                  <c:v>335.3</c:v>
                </c:pt>
                <c:pt idx="3354">
                  <c:v>335.4</c:v>
                </c:pt>
                <c:pt idx="3355">
                  <c:v>335.5</c:v>
                </c:pt>
                <c:pt idx="3356">
                  <c:v>335.6</c:v>
                </c:pt>
                <c:pt idx="3357">
                  <c:v>335.7</c:v>
                </c:pt>
                <c:pt idx="3358">
                  <c:v>335.8</c:v>
                </c:pt>
                <c:pt idx="3359">
                  <c:v>335.9</c:v>
                </c:pt>
                <c:pt idx="3360">
                  <c:v>336</c:v>
                </c:pt>
                <c:pt idx="3361">
                  <c:v>336.1</c:v>
                </c:pt>
                <c:pt idx="3362">
                  <c:v>336.2</c:v>
                </c:pt>
                <c:pt idx="3363">
                  <c:v>336.3</c:v>
                </c:pt>
                <c:pt idx="3364">
                  <c:v>336.4</c:v>
                </c:pt>
                <c:pt idx="3365">
                  <c:v>336.5</c:v>
                </c:pt>
                <c:pt idx="3366">
                  <c:v>336.6</c:v>
                </c:pt>
                <c:pt idx="3367">
                  <c:v>336.7</c:v>
                </c:pt>
                <c:pt idx="3368">
                  <c:v>336.8</c:v>
                </c:pt>
                <c:pt idx="3369">
                  <c:v>336.9</c:v>
                </c:pt>
                <c:pt idx="3370">
                  <c:v>337</c:v>
                </c:pt>
                <c:pt idx="3371">
                  <c:v>337.1</c:v>
                </c:pt>
                <c:pt idx="3372">
                  <c:v>337.2</c:v>
                </c:pt>
                <c:pt idx="3373">
                  <c:v>337.3</c:v>
                </c:pt>
                <c:pt idx="3374">
                  <c:v>337.4</c:v>
                </c:pt>
                <c:pt idx="3375">
                  <c:v>337.5</c:v>
                </c:pt>
                <c:pt idx="3376">
                  <c:v>337.6</c:v>
                </c:pt>
                <c:pt idx="3377">
                  <c:v>337.7</c:v>
                </c:pt>
                <c:pt idx="3378">
                  <c:v>337.8</c:v>
                </c:pt>
                <c:pt idx="3379">
                  <c:v>337.9</c:v>
                </c:pt>
                <c:pt idx="3380">
                  <c:v>338</c:v>
                </c:pt>
                <c:pt idx="3381">
                  <c:v>338.1</c:v>
                </c:pt>
                <c:pt idx="3382">
                  <c:v>338.2</c:v>
                </c:pt>
                <c:pt idx="3383">
                  <c:v>338.3</c:v>
                </c:pt>
                <c:pt idx="3384">
                  <c:v>338.4</c:v>
                </c:pt>
                <c:pt idx="3385">
                  <c:v>338.5</c:v>
                </c:pt>
                <c:pt idx="3386">
                  <c:v>338.6</c:v>
                </c:pt>
                <c:pt idx="3387">
                  <c:v>338.7</c:v>
                </c:pt>
                <c:pt idx="3388">
                  <c:v>338.8</c:v>
                </c:pt>
                <c:pt idx="3389">
                  <c:v>338.9</c:v>
                </c:pt>
                <c:pt idx="3390">
                  <c:v>339</c:v>
                </c:pt>
                <c:pt idx="3391">
                  <c:v>339.1</c:v>
                </c:pt>
                <c:pt idx="3392">
                  <c:v>339.2</c:v>
                </c:pt>
                <c:pt idx="3393">
                  <c:v>339.3</c:v>
                </c:pt>
                <c:pt idx="3394">
                  <c:v>339.4</c:v>
                </c:pt>
                <c:pt idx="3395">
                  <c:v>339.5</c:v>
                </c:pt>
                <c:pt idx="3396">
                  <c:v>339.6</c:v>
                </c:pt>
                <c:pt idx="3397">
                  <c:v>339.7</c:v>
                </c:pt>
                <c:pt idx="3398">
                  <c:v>339.8</c:v>
                </c:pt>
                <c:pt idx="3399">
                  <c:v>339.9</c:v>
                </c:pt>
                <c:pt idx="3400">
                  <c:v>340</c:v>
                </c:pt>
                <c:pt idx="3401">
                  <c:v>340.1</c:v>
                </c:pt>
                <c:pt idx="3402">
                  <c:v>340.2</c:v>
                </c:pt>
                <c:pt idx="3403">
                  <c:v>340.3</c:v>
                </c:pt>
                <c:pt idx="3404">
                  <c:v>340.4</c:v>
                </c:pt>
                <c:pt idx="3405">
                  <c:v>340.5</c:v>
                </c:pt>
                <c:pt idx="3406">
                  <c:v>340.6</c:v>
                </c:pt>
                <c:pt idx="3407">
                  <c:v>340.7</c:v>
                </c:pt>
                <c:pt idx="3408">
                  <c:v>340.8</c:v>
                </c:pt>
                <c:pt idx="3409">
                  <c:v>340.9</c:v>
                </c:pt>
                <c:pt idx="3410">
                  <c:v>341</c:v>
                </c:pt>
                <c:pt idx="3411">
                  <c:v>341.1</c:v>
                </c:pt>
                <c:pt idx="3412">
                  <c:v>341.2</c:v>
                </c:pt>
                <c:pt idx="3413">
                  <c:v>341.3</c:v>
                </c:pt>
                <c:pt idx="3414">
                  <c:v>341.4</c:v>
                </c:pt>
                <c:pt idx="3415">
                  <c:v>341.5</c:v>
                </c:pt>
                <c:pt idx="3416">
                  <c:v>341.6</c:v>
                </c:pt>
                <c:pt idx="3417">
                  <c:v>341.7</c:v>
                </c:pt>
                <c:pt idx="3418">
                  <c:v>341.8</c:v>
                </c:pt>
                <c:pt idx="3419">
                  <c:v>341.9</c:v>
                </c:pt>
                <c:pt idx="3420">
                  <c:v>342</c:v>
                </c:pt>
                <c:pt idx="3421">
                  <c:v>342.1</c:v>
                </c:pt>
                <c:pt idx="3422">
                  <c:v>342.2</c:v>
                </c:pt>
                <c:pt idx="3423">
                  <c:v>342.3</c:v>
                </c:pt>
                <c:pt idx="3424">
                  <c:v>342.4</c:v>
                </c:pt>
                <c:pt idx="3425">
                  <c:v>342.5</c:v>
                </c:pt>
                <c:pt idx="3426">
                  <c:v>342.6</c:v>
                </c:pt>
                <c:pt idx="3427">
                  <c:v>342.7</c:v>
                </c:pt>
                <c:pt idx="3428">
                  <c:v>342.8</c:v>
                </c:pt>
                <c:pt idx="3429">
                  <c:v>342.9</c:v>
                </c:pt>
                <c:pt idx="3430">
                  <c:v>343</c:v>
                </c:pt>
                <c:pt idx="3431">
                  <c:v>343.1</c:v>
                </c:pt>
                <c:pt idx="3432">
                  <c:v>343.2</c:v>
                </c:pt>
                <c:pt idx="3433">
                  <c:v>343.3</c:v>
                </c:pt>
                <c:pt idx="3434">
                  <c:v>343.4</c:v>
                </c:pt>
                <c:pt idx="3435">
                  <c:v>343.5</c:v>
                </c:pt>
                <c:pt idx="3436">
                  <c:v>343.6</c:v>
                </c:pt>
                <c:pt idx="3437">
                  <c:v>343.7</c:v>
                </c:pt>
                <c:pt idx="3438">
                  <c:v>343.8</c:v>
                </c:pt>
                <c:pt idx="3439">
                  <c:v>343.9</c:v>
                </c:pt>
                <c:pt idx="3440">
                  <c:v>344</c:v>
                </c:pt>
                <c:pt idx="3441">
                  <c:v>344.1</c:v>
                </c:pt>
                <c:pt idx="3442">
                  <c:v>344.2</c:v>
                </c:pt>
                <c:pt idx="3443">
                  <c:v>344.3</c:v>
                </c:pt>
                <c:pt idx="3444">
                  <c:v>344.4</c:v>
                </c:pt>
                <c:pt idx="3445">
                  <c:v>344.5</c:v>
                </c:pt>
                <c:pt idx="3446">
                  <c:v>344.6</c:v>
                </c:pt>
                <c:pt idx="3447">
                  <c:v>344.7</c:v>
                </c:pt>
                <c:pt idx="3448">
                  <c:v>344.8</c:v>
                </c:pt>
                <c:pt idx="3449">
                  <c:v>344.9</c:v>
                </c:pt>
                <c:pt idx="3450">
                  <c:v>345</c:v>
                </c:pt>
                <c:pt idx="3451">
                  <c:v>345.1</c:v>
                </c:pt>
                <c:pt idx="3452">
                  <c:v>345.2</c:v>
                </c:pt>
                <c:pt idx="3453">
                  <c:v>345.3</c:v>
                </c:pt>
                <c:pt idx="3454">
                  <c:v>345.4</c:v>
                </c:pt>
                <c:pt idx="3455">
                  <c:v>345.5</c:v>
                </c:pt>
                <c:pt idx="3456">
                  <c:v>345.6</c:v>
                </c:pt>
                <c:pt idx="3457">
                  <c:v>345.7</c:v>
                </c:pt>
                <c:pt idx="3458">
                  <c:v>345.8</c:v>
                </c:pt>
                <c:pt idx="3459">
                  <c:v>345.9</c:v>
                </c:pt>
                <c:pt idx="3460">
                  <c:v>346</c:v>
                </c:pt>
                <c:pt idx="3461">
                  <c:v>346.1</c:v>
                </c:pt>
                <c:pt idx="3462">
                  <c:v>346.2</c:v>
                </c:pt>
                <c:pt idx="3463">
                  <c:v>346.3</c:v>
                </c:pt>
                <c:pt idx="3464">
                  <c:v>346.4</c:v>
                </c:pt>
                <c:pt idx="3465">
                  <c:v>346.5</c:v>
                </c:pt>
                <c:pt idx="3466">
                  <c:v>346.6</c:v>
                </c:pt>
                <c:pt idx="3467">
                  <c:v>346.7</c:v>
                </c:pt>
                <c:pt idx="3468">
                  <c:v>346.8</c:v>
                </c:pt>
                <c:pt idx="3469">
                  <c:v>346.9</c:v>
                </c:pt>
                <c:pt idx="3470">
                  <c:v>347</c:v>
                </c:pt>
                <c:pt idx="3471">
                  <c:v>347.1</c:v>
                </c:pt>
                <c:pt idx="3472">
                  <c:v>347.2</c:v>
                </c:pt>
                <c:pt idx="3473">
                  <c:v>347.3</c:v>
                </c:pt>
                <c:pt idx="3474">
                  <c:v>347.4</c:v>
                </c:pt>
                <c:pt idx="3475">
                  <c:v>347.5</c:v>
                </c:pt>
                <c:pt idx="3476">
                  <c:v>347.6</c:v>
                </c:pt>
                <c:pt idx="3477">
                  <c:v>347.7</c:v>
                </c:pt>
                <c:pt idx="3478">
                  <c:v>347.8</c:v>
                </c:pt>
                <c:pt idx="3479">
                  <c:v>347.9</c:v>
                </c:pt>
                <c:pt idx="3480">
                  <c:v>348</c:v>
                </c:pt>
                <c:pt idx="3481">
                  <c:v>348.1</c:v>
                </c:pt>
                <c:pt idx="3482">
                  <c:v>348.2</c:v>
                </c:pt>
                <c:pt idx="3483">
                  <c:v>348.3</c:v>
                </c:pt>
                <c:pt idx="3484">
                  <c:v>348.4</c:v>
                </c:pt>
                <c:pt idx="3485">
                  <c:v>348.5</c:v>
                </c:pt>
                <c:pt idx="3486">
                  <c:v>348.6</c:v>
                </c:pt>
                <c:pt idx="3487">
                  <c:v>348.7</c:v>
                </c:pt>
                <c:pt idx="3488">
                  <c:v>348.8</c:v>
                </c:pt>
                <c:pt idx="3489">
                  <c:v>348.9</c:v>
                </c:pt>
                <c:pt idx="3490">
                  <c:v>349</c:v>
                </c:pt>
                <c:pt idx="3491">
                  <c:v>349.1</c:v>
                </c:pt>
                <c:pt idx="3492">
                  <c:v>349.2</c:v>
                </c:pt>
                <c:pt idx="3493">
                  <c:v>349.3</c:v>
                </c:pt>
                <c:pt idx="3494">
                  <c:v>349.4</c:v>
                </c:pt>
                <c:pt idx="3495">
                  <c:v>349.5</c:v>
                </c:pt>
                <c:pt idx="3496">
                  <c:v>349.6</c:v>
                </c:pt>
                <c:pt idx="3497">
                  <c:v>349.7</c:v>
                </c:pt>
                <c:pt idx="3498">
                  <c:v>349.8</c:v>
                </c:pt>
                <c:pt idx="3499">
                  <c:v>349.9</c:v>
                </c:pt>
                <c:pt idx="3500">
                  <c:v>350</c:v>
                </c:pt>
                <c:pt idx="3501">
                  <c:v>350.1</c:v>
                </c:pt>
                <c:pt idx="3502">
                  <c:v>350.2</c:v>
                </c:pt>
                <c:pt idx="3503">
                  <c:v>350.3</c:v>
                </c:pt>
                <c:pt idx="3504">
                  <c:v>350.4</c:v>
                </c:pt>
                <c:pt idx="3505">
                  <c:v>350.5</c:v>
                </c:pt>
                <c:pt idx="3506">
                  <c:v>350.6</c:v>
                </c:pt>
                <c:pt idx="3507">
                  <c:v>350.7</c:v>
                </c:pt>
                <c:pt idx="3508">
                  <c:v>350.8</c:v>
                </c:pt>
                <c:pt idx="3509">
                  <c:v>350.9</c:v>
                </c:pt>
                <c:pt idx="3510">
                  <c:v>351</c:v>
                </c:pt>
                <c:pt idx="3511">
                  <c:v>351.1</c:v>
                </c:pt>
                <c:pt idx="3512">
                  <c:v>351.2</c:v>
                </c:pt>
                <c:pt idx="3513">
                  <c:v>351.3</c:v>
                </c:pt>
                <c:pt idx="3514">
                  <c:v>351.4</c:v>
                </c:pt>
                <c:pt idx="3515">
                  <c:v>351.5</c:v>
                </c:pt>
                <c:pt idx="3516">
                  <c:v>351.6</c:v>
                </c:pt>
                <c:pt idx="3517">
                  <c:v>351.7</c:v>
                </c:pt>
                <c:pt idx="3518">
                  <c:v>351.8</c:v>
                </c:pt>
                <c:pt idx="3519">
                  <c:v>351.9</c:v>
                </c:pt>
                <c:pt idx="3520">
                  <c:v>352</c:v>
                </c:pt>
                <c:pt idx="3521">
                  <c:v>352.1</c:v>
                </c:pt>
                <c:pt idx="3522">
                  <c:v>352.2</c:v>
                </c:pt>
                <c:pt idx="3523">
                  <c:v>352.3</c:v>
                </c:pt>
                <c:pt idx="3524">
                  <c:v>352.4</c:v>
                </c:pt>
                <c:pt idx="3525">
                  <c:v>352.5</c:v>
                </c:pt>
                <c:pt idx="3526">
                  <c:v>352.6</c:v>
                </c:pt>
                <c:pt idx="3527">
                  <c:v>352.7</c:v>
                </c:pt>
                <c:pt idx="3528">
                  <c:v>352.8</c:v>
                </c:pt>
                <c:pt idx="3529">
                  <c:v>352.9</c:v>
                </c:pt>
                <c:pt idx="3530">
                  <c:v>353</c:v>
                </c:pt>
                <c:pt idx="3531">
                  <c:v>353.1</c:v>
                </c:pt>
                <c:pt idx="3532">
                  <c:v>353.2</c:v>
                </c:pt>
                <c:pt idx="3533">
                  <c:v>353.3</c:v>
                </c:pt>
                <c:pt idx="3534">
                  <c:v>353.4</c:v>
                </c:pt>
                <c:pt idx="3535">
                  <c:v>353.5</c:v>
                </c:pt>
                <c:pt idx="3536">
                  <c:v>353.6</c:v>
                </c:pt>
                <c:pt idx="3537">
                  <c:v>353.7</c:v>
                </c:pt>
                <c:pt idx="3538">
                  <c:v>353.8</c:v>
                </c:pt>
                <c:pt idx="3539">
                  <c:v>353.9</c:v>
                </c:pt>
                <c:pt idx="3540">
                  <c:v>354</c:v>
                </c:pt>
                <c:pt idx="3541">
                  <c:v>354.1</c:v>
                </c:pt>
                <c:pt idx="3542">
                  <c:v>354.2</c:v>
                </c:pt>
                <c:pt idx="3543">
                  <c:v>354.3</c:v>
                </c:pt>
                <c:pt idx="3544">
                  <c:v>354.4</c:v>
                </c:pt>
                <c:pt idx="3545">
                  <c:v>354.5</c:v>
                </c:pt>
                <c:pt idx="3546">
                  <c:v>354.6</c:v>
                </c:pt>
                <c:pt idx="3547">
                  <c:v>354.7</c:v>
                </c:pt>
                <c:pt idx="3548">
                  <c:v>354.8</c:v>
                </c:pt>
                <c:pt idx="3549">
                  <c:v>354.9</c:v>
                </c:pt>
                <c:pt idx="3550">
                  <c:v>355</c:v>
                </c:pt>
                <c:pt idx="3551">
                  <c:v>355.1</c:v>
                </c:pt>
                <c:pt idx="3552">
                  <c:v>355.2</c:v>
                </c:pt>
                <c:pt idx="3553">
                  <c:v>355.3</c:v>
                </c:pt>
                <c:pt idx="3554">
                  <c:v>355.4</c:v>
                </c:pt>
                <c:pt idx="3555">
                  <c:v>355.5</c:v>
                </c:pt>
                <c:pt idx="3556">
                  <c:v>355.6</c:v>
                </c:pt>
                <c:pt idx="3557">
                  <c:v>355.7</c:v>
                </c:pt>
                <c:pt idx="3558">
                  <c:v>355.8</c:v>
                </c:pt>
                <c:pt idx="3559">
                  <c:v>355.9</c:v>
                </c:pt>
                <c:pt idx="3560">
                  <c:v>356</c:v>
                </c:pt>
                <c:pt idx="3561">
                  <c:v>356.1</c:v>
                </c:pt>
                <c:pt idx="3562">
                  <c:v>356.2</c:v>
                </c:pt>
                <c:pt idx="3563">
                  <c:v>356.3</c:v>
                </c:pt>
                <c:pt idx="3564">
                  <c:v>356.4</c:v>
                </c:pt>
                <c:pt idx="3565">
                  <c:v>356.5</c:v>
                </c:pt>
                <c:pt idx="3566">
                  <c:v>356.6</c:v>
                </c:pt>
                <c:pt idx="3567">
                  <c:v>356.7</c:v>
                </c:pt>
                <c:pt idx="3568">
                  <c:v>356.8</c:v>
                </c:pt>
                <c:pt idx="3569">
                  <c:v>356.9</c:v>
                </c:pt>
                <c:pt idx="3570">
                  <c:v>357</c:v>
                </c:pt>
                <c:pt idx="3571">
                  <c:v>357.1</c:v>
                </c:pt>
                <c:pt idx="3572">
                  <c:v>357.2</c:v>
                </c:pt>
                <c:pt idx="3573">
                  <c:v>357.3</c:v>
                </c:pt>
                <c:pt idx="3574">
                  <c:v>357.4</c:v>
                </c:pt>
                <c:pt idx="3575">
                  <c:v>357.5</c:v>
                </c:pt>
                <c:pt idx="3576">
                  <c:v>357.6</c:v>
                </c:pt>
                <c:pt idx="3577">
                  <c:v>357.7</c:v>
                </c:pt>
                <c:pt idx="3578">
                  <c:v>357.8</c:v>
                </c:pt>
                <c:pt idx="3579">
                  <c:v>357.9</c:v>
                </c:pt>
                <c:pt idx="3580">
                  <c:v>358</c:v>
                </c:pt>
                <c:pt idx="3581">
                  <c:v>358.1</c:v>
                </c:pt>
                <c:pt idx="3582">
                  <c:v>358.2</c:v>
                </c:pt>
                <c:pt idx="3583">
                  <c:v>358.3</c:v>
                </c:pt>
                <c:pt idx="3584">
                  <c:v>358.4</c:v>
                </c:pt>
                <c:pt idx="3585">
                  <c:v>358.5</c:v>
                </c:pt>
                <c:pt idx="3586">
                  <c:v>358.6</c:v>
                </c:pt>
                <c:pt idx="3587">
                  <c:v>358.7</c:v>
                </c:pt>
                <c:pt idx="3588">
                  <c:v>358.8</c:v>
                </c:pt>
                <c:pt idx="3589">
                  <c:v>358.9</c:v>
                </c:pt>
                <c:pt idx="3590">
                  <c:v>359</c:v>
                </c:pt>
                <c:pt idx="3591">
                  <c:v>359.1</c:v>
                </c:pt>
                <c:pt idx="3592">
                  <c:v>359.2</c:v>
                </c:pt>
                <c:pt idx="3593">
                  <c:v>359.3</c:v>
                </c:pt>
                <c:pt idx="3594">
                  <c:v>359.4</c:v>
                </c:pt>
                <c:pt idx="3595">
                  <c:v>359.5</c:v>
                </c:pt>
                <c:pt idx="3596">
                  <c:v>359.6</c:v>
                </c:pt>
                <c:pt idx="3597">
                  <c:v>359.7</c:v>
                </c:pt>
                <c:pt idx="3598">
                  <c:v>359.8</c:v>
                </c:pt>
                <c:pt idx="3599">
                  <c:v>359.9</c:v>
                </c:pt>
                <c:pt idx="3600">
                  <c:v>360</c:v>
                </c:pt>
                <c:pt idx="3601">
                  <c:v>360.1</c:v>
                </c:pt>
                <c:pt idx="3602">
                  <c:v>360.2</c:v>
                </c:pt>
                <c:pt idx="3603">
                  <c:v>360.3</c:v>
                </c:pt>
                <c:pt idx="3604">
                  <c:v>360.4</c:v>
                </c:pt>
                <c:pt idx="3605">
                  <c:v>360.5</c:v>
                </c:pt>
                <c:pt idx="3606">
                  <c:v>360.6</c:v>
                </c:pt>
                <c:pt idx="3607">
                  <c:v>360.7</c:v>
                </c:pt>
                <c:pt idx="3608">
                  <c:v>360.8</c:v>
                </c:pt>
                <c:pt idx="3609">
                  <c:v>360.9</c:v>
                </c:pt>
                <c:pt idx="3610">
                  <c:v>361</c:v>
                </c:pt>
                <c:pt idx="3611">
                  <c:v>361.1</c:v>
                </c:pt>
                <c:pt idx="3612">
                  <c:v>361.2</c:v>
                </c:pt>
                <c:pt idx="3613">
                  <c:v>361.3</c:v>
                </c:pt>
                <c:pt idx="3614">
                  <c:v>361.4</c:v>
                </c:pt>
                <c:pt idx="3615">
                  <c:v>361.5</c:v>
                </c:pt>
                <c:pt idx="3616">
                  <c:v>361.6</c:v>
                </c:pt>
                <c:pt idx="3617">
                  <c:v>361.7</c:v>
                </c:pt>
                <c:pt idx="3618">
                  <c:v>361.8</c:v>
                </c:pt>
                <c:pt idx="3619">
                  <c:v>361.9</c:v>
                </c:pt>
                <c:pt idx="3620">
                  <c:v>362</c:v>
                </c:pt>
                <c:pt idx="3621">
                  <c:v>362.1</c:v>
                </c:pt>
                <c:pt idx="3622">
                  <c:v>362.2</c:v>
                </c:pt>
                <c:pt idx="3623">
                  <c:v>362.3</c:v>
                </c:pt>
                <c:pt idx="3624">
                  <c:v>362.4</c:v>
                </c:pt>
                <c:pt idx="3625">
                  <c:v>362.5</c:v>
                </c:pt>
                <c:pt idx="3626">
                  <c:v>362.6</c:v>
                </c:pt>
                <c:pt idx="3627">
                  <c:v>362.7</c:v>
                </c:pt>
                <c:pt idx="3628">
                  <c:v>362.8</c:v>
                </c:pt>
                <c:pt idx="3629">
                  <c:v>362.9</c:v>
                </c:pt>
                <c:pt idx="3630">
                  <c:v>363</c:v>
                </c:pt>
                <c:pt idx="3631">
                  <c:v>363.1</c:v>
                </c:pt>
                <c:pt idx="3632">
                  <c:v>363.2</c:v>
                </c:pt>
                <c:pt idx="3633">
                  <c:v>363.3</c:v>
                </c:pt>
                <c:pt idx="3634">
                  <c:v>363.4</c:v>
                </c:pt>
                <c:pt idx="3635">
                  <c:v>363.5</c:v>
                </c:pt>
                <c:pt idx="3636">
                  <c:v>363.6</c:v>
                </c:pt>
                <c:pt idx="3637">
                  <c:v>363.7</c:v>
                </c:pt>
                <c:pt idx="3638">
                  <c:v>363.8</c:v>
                </c:pt>
                <c:pt idx="3639">
                  <c:v>363.9</c:v>
                </c:pt>
                <c:pt idx="3640">
                  <c:v>364</c:v>
                </c:pt>
                <c:pt idx="3641">
                  <c:v>364.1</c:v>
                </c:pt>
                <c:pt idx="3642">
                  <c:v>364.2</c:v>
                </c:pt>
                <c:pt idx="3643">
                  <c:v>364.3</c:v>
                </c:pt>
                <c:pt idx="3644">
                  <c:v>364.4</c:v>
                </c:pt>
                <c:pt idx="3645">
                  <c:v>364.5</c:v>
                </c:pt>
                <c:pt idx="3646">
                  <c:v>364.6</c:v>
                </c:pt>
                <c:pt idx="3647">
                  <c:v>364.7</c:v>
                </c:pt>
                <c:pt idx="3648">
                  <c:v>364.8</c:v>
                </c:pt>
                <c:pt idx="3649">
                  <c:v>364.9</c:v>
                </c:pt>
                <c:pt idx="3650">
                  <c:v>365</c:v>
                </c:pt>
                <c:pt idx="3651">
                  <c:v>365.1</c:v>
                </c:pt>
                <c:pt idx="3652">
                  <c:v>365.2</c:v>
                </c:pt>
                <c:pt idx="3653">
                  <c:v>365.3</c:v>
                </c:pt>
                <c:pt idx="3654">
                  <c:v>365.4</c:v>
                </c:pt>
                <c:pt idx="3655">
                  <c:v>365.5</c:v>
                </c:pt>
                <c:pt idx="3656">
                  <c:v>365.6</c:v>
                </c:pt>
                <c:pt idx="3657">
                  <c:v>365.7</c:v>
                </c:pt>
                <c:pt idx="3658">
                  <c:v>365.8</c:v>
                </c:pt>
                <c:pt idx="3659">
                  <c:v>365.9</c:v>
                </c:pt>
                <c:pt idx="3660">
                  <c:v>366</c:v>
                </c:pt>
                <c:pt idx="3661">
                  <c:v>366.1</c:v>
                </c:pt>
                <c:pt idx="3662">
                  <c:v>366.2</c:v>
                </c:pt>
                <c:pt idx="3663">
                  <c:v>366.3</c:v>
                </c:pt>
                <c:pt idx="3664">
                  <c:v>366.4</c:v>
                </c:pt>
                <c:pt idx="3665">
                  <c:v>366.5</c:v>
                </c:pt>
                <c:pt idx="3666">
                  <c:v>366.6</c:v>
                </c:pt>
                <c:pt idx="3667">
                  <c:v>366.7</c:v>
                </c:pt>
                <c:pt idx="3668">
                  <c:v>366.8</c:v>
                </c:pt>
                <c:pt idx="3669">
                  <c:v>366.9</c:v>
                </c:pt>
                <c:pt idx="3670">
                  <c:v>367</c:v>
                </c:pt>
                <c:pt idx="3671">
                  <c:v>367.1</c:v>
                </c:pt>
                <c:pt idx="3672">
                  <c:v>367.2</c:v>
                </c:pt>
                <c:pt idx="3673">
                  <c:v>367.3</c:v>
                </c:pt>
                <c:pt idx="3674">
                  <c:v>367.4</c:v>
                </c:pt>
                <c:pt idx="3675">
                  <c:v>367.5</c:v>
                </c:pt>
                <c:pt idx="3676">
                  <c:v>367.6</c:v>
                </c:pt>
                <c:pt idx="3677">
                  <c:v>367.7</c:v>
                </c:pt>
                <c:pt idx="3678">
                  <c:v>367.8</c:v>
                </c:pt>
                <c:pt idx="3679">
                  <c:v>367.9</c:v>
                </c:pt>
                <c:pt idx="3680">
                  <c:v>368</c:v>
                </c:pt>
                <c:pt idx="3681">
                  <c:v>368.1</c:v>
                </c:pt>
                <c:pt idx="3682">
                  <c:v>368.2</c:v>
                </c:pt>
                <c:pt idx="3683">
                  <c:v>368.3</c:v>
                </c:pt>
                <c:pt idx="3684">
                  <c:v>368.4</c:v>
                </c:pt>
                <c:pt idx="3685">
                  <c:v>368.5</c:v>
                </c:pt>
                <c:pt idx="3686">
                  <c:v>368.6</c:v>
                </c:pt>
                <c:pt idx="3687">
                  <c:v>368.7</c:v>
                </c:pt>
                <c:pt idx="3688">
                  <c:v>368.8</c:v>
                </c:pt>
                <c:pt idx="3689">
                  <c:v>368.9</c:v>
                </c:pt>
                <c:pt idx="3690">
                  <c:v>369</c:v>
                </c:pt>
                <c:pt idx="3691">
                  <c:v>369.1</c:v>
                </c:pt>
                <c:pt idx="3692">
                  <c:v>369.2</c:v>
                </c:pt>
                <c:pt idx="3693">
                  <c:v>369.3</c:v>
                </c:pt>
                <c:pt idx="3694">
                  <c:v>369.4</c:v>
                </c:pt>
                <c:pt idx="3695">
                  <c:v>369.5</c:v>
                </c:pt>
                <c:pt idx="3696">
                  <c:v>369.6</c:v>
                </c:pt>
                <c:pt idx="3697">
                  <c:v>369.7</c:v>
                </c:pt>
                <c:pt idx="3698">
                  <c:v>369.8</c:v>
                </c:pt>
                <c:pt idx="3699">
                  <c:v>369.9</c:v>
                </c:pt>
                <c:pt idx="3700">
                  <c:v>370</c:v>
                </c:pt>
                <c:pt idx="3701">
                  <c:v>370.1</c:v>
                </c:pt>
                <c:pt idx="3702">
                  <c:v>370.2</c:v>
                </c:pt>
                <c:pt idx="3703">
                  <c:v>370.3</c:v>
                </c:pt>
                <c:pt idx="3704">
                  <c:v>370.4</c:v>
                </c:pt>
                <c:pt idx="3705">
                  <c:v>370.5</c:v>
                </c:pt>
                <c:pt idx="3706">
                  <c:v>370.6</c:v>
                </c:pt>
                <c:pt idx="3707">
                  <c:v>370.7</c:v>
                </c:pt>
                <c:pt idx="3708">
                  <c:v>370.8</c:v>
                </c:pt>
                <c:pt idx="3709">
                  <c:v>370.9</c:v>
                </c:pt>
                <c:pt idx="3710">
                  <c:v>371</c:v>
                </c:pt>
                <c:pt idx="3711">
                  <c:v>371.1</c:v>
                </c:pt>
                <c:pt idx="3712">
                  <c:v>371.2</c:v>
                </c:pt>
                <c:pt idx="3713">
                  <c:v>371.3</c:v>
                </c:pt>
                <c:pt idx="3714">
                  <c:v>371.4</c:v>
                </c:pt>
                <c:pt idx="3715">
                  <c:v>371.5</c:v>
                </c:pt>
                <c:pt idx="3716">
                  <c:v>371.6</c:v>
                </c:pt>
                <c:pt idx="3717">
                  <c:v>371.7</c:v>
                </c:pt>
                <c:pt idx="3718">
                  <c:v>371.8</c:v>
                </c:pt>
                <c:pt idx="3719">
                  <c:v>371.9</c:v>
                </c:pt>
                <c:pt idx="3720">
                  <c:v>372</c:v>
                </c:pt>
                <c:pt idx="3721">
                  <c:v>372.1</c:v>
                </c:pt>
                <c:pt idx="3722">
                  <c:v>372.2</c:v>
                </c:pt>
                <c:pt idx="3723">
                  <c:v>372.3</c:v>
                </c:pt>
                <c:pt idx="3724">
                  <c:v>372.4</c:v>
                </c:pt>
                <c:pt idx="3725">
                  <c:v>372.5</c:v>
                </c:pt>
                <c:pt idx="3726">
                  <c:v>372.6</c:v>
                </c:pt>
                <c:pt idx="3727">
                  <c:v>372.7</c:v>
                </c:pt>
                <c:pt idx="3728">
                  <c:v>372.8</c:v>
                </c:pt>
                <c:pt idx="3729">
                  <c:v>372.9</c:v>
                </c:pt>
                <c:pt idx="3730">
                  <c:v>373</c:v>
                </c:pt>
                <c:pt idx="3731">
                  <c:v>373.1</c:v>
                </c:pt>
                <c:pt idx="3732">
                  <c:v>373.2</c:v>
                </c:pt>
                <c:pt idx="3733">
                  <c:v>373.3</c:v>
                </c:pt>
                <c:pt idx="3734">
                  <c:v>373.4</c:v>
                </c:pt>
                <c:pt idx="3735">
                  <c:v>373.5</c:v>
                </c:pt>
                <c:pt idx="3736">
                  <c:v>373.6</c:v>
                </c:pt>
                <c:pt idx="3737">
                  <c:v>373.7</c:v>
                </c:pt>
                <c:pt idx="3738">
                  <c:v>373.8</c:v>
                </c:pt>
                <c:pt idx="3739">
                  <c:v>373.9</c:v>
                </c:pt>
                <c:pt idx="3740">
                  <c:v>374</c:v>
                </c:pt>
                <c:pt idx="3741">
                  <c:v>374.1</c:v>
                </c:pt>
                <c:pt idx="3742">
                  <c:v>374.2</c:v>
                </c:pt>
                <c:pt idx="3743">
                  <c:v>374.3</c:v>
                </c:pt>
                <c:pt idx="3744">
                  <c:v>374.4</c:v>
                </c:pt>
                <c:pt idx="3745">
                  <c:v>374.5</c:v>
                </c:pt>
                <c:pt idx="3746">
                  <c:v>374.6</c:v>
                </c:pt>
                <c:pt idx="3747">
                  <c:v>374.7</c:v>
                </c:pt>
                <c:pt idx="3748">
                  <c:v>374.8</c:v>
                </c:pt>
                <c:pt idx="3749">
                  <c:v>374.9</c:v>
                </c:pt>
                <c:pt idx="3750">
                  <c:v>375</c:v>
                </c:pt>
                <c:pt idx="3751">
                  <c:v>375.1</c:v>
                </c:pt>
                <c:pt idx="3752">
                  <c:v>375.2</c:v>
                </c:pt>
                <c:pt idx="3753">
                  <c:v>375.3</c:v>
                </c:pt>
                <c:pt idx="3754">
                  <c:v>375.4</c:v>
                </c:pt>
                <c:pt idx="3755">
                  <c:v>375.5</c:v>
                </c:pt>
                <c:pt idx="3756">
                  <c:v>375.6</c:v>
                </c:pt>
                <c:pt idx="3757">
                  <c:v>375.7</c:v>
                </c:pt>
                <c:pt idx="3758">
                  <c:v>375.8</c:v>
                </c:pt>
                <c:pt idx="3759">
                  <c:v>375.9</c:v>
                </c:pt>
                <c:pt idx="3760">
                  <c:v>376</c:v>
                </c:pt>
                <c:pt idx="3761">
                  <c:v>376.1</c:v>
                </c:pt>
                <c:pt idx="3762">
                  <c:v>376.2</c:v>
                </c:pt>
                <c:pt idx="3763">
                  <c:v>376.3</c:v>
                </c:pt>
                <c:pt idx="3764">
                  <c:v>376.4</c:v>
                </c:pt>
                <c:pt idx="3765">
                  <c:v>376.5</c:v>
                </c:pt>
                <c:pt idx="3766">
                  <c:v>376.6</c:v>
                </c:pt>
                <c:pt idx="3767">
                  <c:v>376.7</c:v>
                </c:pt>
                <c:pt idx="3768">
                  <c:v>376.8</c:v>
                </c:pt>
                <c:pt idx="3769">
                  <c:v>376.9</c:v>
                </c:pt>
                <c:pt idx="3770">
                  <c:v>377</c:v>
                </c:pt>
                <c:pt idx="3771">
                  <c:v>377.1</c:v>
                </c:pt>
                <c:pt idx="3772">
                  <c:v>377.2</c:v>
                </c:pt>
                <c:pt idx="3773">
                  <c:v>377.3</c:v>
                </c:pt>
                <c:pt idx="3774">
                  <c:v>377.4</c:v>
                </c:pt>
                <c:pt idx="3775">
                  <c:v>377.5</c:v>
                </c:pt>
                <c:pt idx="3776">
                  <c:v>377.6</c:v>
                </c:pt>
                <c:pt idx="3777">
                  <c:v>377.7</c:v>
                </c:pt>
                <c:pt idx="3778">
                  <c:v>377.8</c:v>
                </c:pt>
                <c:pt idx="3779">
                  <c:v>377.9</c:v>
                </c:pt>
                <c:pt idx="3780">
                  <c:v>378</c:v>
                </c:pt>
                <c:pt idx="3781">
                  <c:v>378.1</c:v>
                </c:pt>
                <c:pt idx="3782">
                  <c:v>378.2</c:v>
                </c:pt>
                <c:pt idx="3783">
                  <c:v>378.3</c:v>
                </c:pt>
                <c:pt idx="3784">
                  <c:v>378.4</c:v>
                </c:pt>
                <c:pt idx="3785">
                  <c:v>378.5</c:v>
                </c:pt>
                <c:pt idx="3786">
                  <c:v>378.6</c:v>
                </c:pt>
                <c:pt idx="3787">
                  <c:v>378.7</c:v>
                </c:pt>
                <c:pt idx="3788">
                  <c:v>378.8</c:v>
                </c:pt>
                <c:pt idx="3789">
                  <c:v>378.9</c:v>
                </c:pt>
                <c:pt idx="3790">
                  <c:v>379</c:v>
                </c:pt>
                <c:pt idx="3791">
                  <c:v>379.1</c:v>
                </c:pt>
                <c:pt idx="3792">
                  <c:v>379.2</c:v>
                </c:pt>
                <c:pt idx="3793">
                  <c:v>379.3</c:v>
                </c:pt>
                <c:pt idx="3794">
                  <c:v>379.4</c:v>
                </c:pt>
                <c:pt idx="3795">
                  <c:v>379.5</c:v>
                </c:pt>
                <c:pt idx="3796">
                  <c:v>379.6</c:v>
                </c:pt>
                <c:pt idx="3797">
                  <c:v>379.7</c:v>
                </c:pt>
                <c:pt idx="3798">
                  <c:v>379.8</c:v>
                </c:pt>
                <c:pt idx="3799">
                  <c:v>379.9</c:v>
                </c:pt>
                <c:pt idx="3800">
                  <c:v>380</c:v>
                </c:pt>
                <c:pt idx="3801">
                  <c:v>380.1</c:v>
                </c:pt>
                <c:pt idx="3802">
                  <c:v>380.2</c:v>
                </c:pt>
                <c:pt idx="3803">
                  <c:v>380.3</c:v>
                </c:pt>
                <c:pt idx="3804">
                  <c:v>380.4</c:v>
                </c:pt>
                <c:pt idx="3805">
                  <c:v>380.5</c:v>
                </c:pt>
                <c:pt idx="3806">
                  <c:v>380.6</c:v>
                </c:pt>
                <c:pt idx="3807">
                  <c:v>380.7</c:v>
                </c:pt>
                <c:pt idx="3808">
                  <c:v>380.8</c:v>
                </c:pt>
                <c:pt idx="3809">
                  <c:v>380.9</c:v>
                </c:pt>
                <c:pt idx="3810">
                  <c:v>381</c:v>
                </c:pt>
                <c:pt idx="3811">
                  <c:v>381.1</c:v>
                </c:pt>
                <c:pt idx="3812">
                  <c:v>381.2</c:v>
                </c:pt>
                <c:pt idx="3813">
                  <c:v>381.3</c:v>
                </c:pt>
                <c:pt idx="3814">
                  <c:v>381.4</c:v>
                </c:pt>
                <c:pt idx="3815">
                  <c:v>381.5</c:v>
                </c:pt>
                <c:pt idx="3816">
                  <c:v>381.6</c:v>
                </c:pt>
                <c:pt idx="3817">
                  <c:v>381.7</c:v>
                </c:pt>
                <c:pt idx="3818">
                  <c:v>381.8</c:v>
                </c:pt>
                <c:pt idx="3819">
                  <c:v>381.9</c:v>
                </c:pt>
                <c:pt idx="3820">
                  <c:v>382</c:v>
                </c:pt>
                <c:pt idx="3821">
                  <c:v>382.1</c:v>
                </c:pt>
                <c:pt idx="3822">
                  <c:v>382.2</c:v>
                </c:pt>
                <c:pt idx="3823">
                  <c:v>382.3</c:v>
                </c:pt>
                <c:pt idx="3824">
                  <c:v>382.4</c:v>
                </c:pt>
                <c:pt idx="3825">
                  <c:v>382.5</c:v>
                </c:pt>
                <c:pt idx="3826">
                  <c:v>382.6</c:v>
                </c:pt>
                <c:pt idx="3827">
                  <c:v>382.7</c:v>
                </c:pt>
                <c:pt idx="3828">
                  <c:v>382.8</c:v>
                </c:pt>
                <c:pt idx="3829">
                  <c:v>382.9</c:v>
                </c:pt>
                <c:pt idx="3830">
                  <c:v>383</c:v>
                </c:pt>
                <c:pt idx="3831">
                  <c:v>383.1</c:v>
                </c:pt>
                <c:pt idx="3832">
                  <c:v>383.2</c:v>
                </c:pt>
                <c:pt idx="3833">
                  <c:v>383.3</c:v>
                </c:pt>
                <c:pt idx="3834">
                  <c:v>383.4</c:v>
                </c:pt>
                <c:pt idx="3835">
                  <c:v>383.5</c:v>
                </c:pt>
                <c:pt idx="3836">
                  <c:v>383.6</c:v>
                </c:pt>
                <c:pt idx="3837">
                  <c:v>383.7</c:v>
                </c:pt>
                <c:pt idx="3838">
                  <c:v>383.8</c:v>
                </c:pt>
                <c:pt idx="3839">
                  <c:v>383.9</c:v>
                </c:pt>
                <c:pt idx="3840">
                  <c:v>384</c:v>
                </c:pt>
                <c:pt idx="3841">
                  <c:v>384.1</c:v>
                </c:pt>
                <c:pt idx="3842">
                  <c:v>384.2</c:v>
                </c:pt>
                <c:pt idx="3843">
                  <c:v>384.3</c:v>
                </c:pt>
                <c:pt idx="3844">
                  <c:v>384.4</c:v>
                </c:pt>
                <c:pt idx="3845">
                  <c:v>384.5</c:v>
                </c:pt>
                <c:pt idx="3846">
                  <c:v>384.6</c:v>
                </c:pt>
                <c:pt idx="3847">
                  <c:v>384.7</c:v>
                </c:pt>
                <c:pt idx="3848">
                  <c:v>384.8</c:v>
                </c:pt>
                <c:pt idx="3849">
                  <c:v>384.9</c:v>
                </c:pt>
                <c:pt idx="3850">
                  <c:v>385</c:v>
                </c:pt>
                <c:pt idx="3851">
                  <c:v>385.1</c:v>
                </c:pt>
                <c:pt idx="3852">
                  <c:v>385.2</c:v>
                </c:pt>
                <c:pt idx="3853">
                  <c:v>385.3</c:v>
                </c:pt>
                <c:pt idx="3854">
                  <c:v>385.4</c:v>
                </c:pt>
                <c:pt idx="3855">
                  <c:v>385.5</c:v>
                </c:pt>
                <c:pt idx="3856">
                  <c:v>385.6</c:v>
                </c:pt>
                <c:pt idx="3857">
                  <c:v>385.7</c:v>
                </c:pt>
                <c:pt idx="3858">
                  <c:v>385.8</c:v>
                </c:pt>
                <c:pt idx="3859">
                  <c:v>385.9</c:v>
                </c:pt>
                <c:pt idx="3860">
                  <c:v>386</c:v>
                </c:pt>
                <c:pt idx="3861">
                  <c:v>386.1</c:v>
                </c:pt>
                <c:pt idx="3862">
                  <c:v>386.2</c:v>
                </c:pt>
                <c:pt idx="3863">
                  <c:v>386.3</c:v>
                </c:pt>
                <c:pt idx="3864">
                  <c:v>386.4</c:v>
                </c:pt>
                <c:pt idx="3865">
                  <c:v>386.5</c:v>
                </c:pt>
                <c:pt idx="3866">
                  <c:v>386.6</c:v>
                </c:pt>
                <c:pt idx="3867">
                  <c:v>386.7</c:v>
                </c:pt>
                <c:pt idx="3868">
                  <c:v>386.8</c:v>
                </c:pt>
                <c:pt idx="3869">
                  <c:v>386.9</c:v>
                </c:pt>
                <c:pt idx="3870">
                  <c:v>387</c:v>
                </c:pt>
                <c:pt idx="3871">
                  <c:v>387.1</c:v>
                </c:pt>
                <c:pt idx="3872">
                  <c:v>387.2</c:v>
                </c:pt>
                <c:pt idx="3873">
                  <c:v>387.3</c:v>
                </c:pt>
                <c:pt idx="3874">
                  <c:v>387.4</c:v>
                </c:pt>
                <c:pt idx="3875">
                  <c:v>387.5</c:v>
                </c:pt>
                <c:pt idx="3876">
                  <c:v>387.6</c:v>
                </c:pt>
                <c:pt idx="3877">
                  <c:v>387.7</c:v>
                </c:pt>
                <c:pt idx="3878">
                  <c:v>387.8</c:v>
                </c:pt>
                <c:pt idx="3879">
                  <c:v>387.9</c:v>
                </c:pt>
                <c:pt idx="3880">
                  <c:v>388</c:v>
                </c:pt>
                <c:pt idx="3881">
                  <c:v>388.1</c:v>
                </c:pt>
                <c:pt idx="3882">
                  <c:v>388.2</c:v>
                </c:pt>
                <c:pt idx="3883">
                  <c:v>388.3</c:v>
                </c:pt>
                <c:pt idx="3884">
                  <c:v>388.4</c:v>
                </c:pt>
                <c:pt idx="3885">
                  <c:v>388.5</c:v>
                </c:pt>
                <c:pt idx="3886">
                  <c:v>388.6</c:v>
                </c:pt>
                <c:pt idx="3887">
                  <c:v>388.7</c:v>
                </c:pt>
                <c:pt idx="3888">
                  <c:v>388.8</c:v>
                </c:pt>
                <c:pt idx="3889">
                  <c:v>388.9</c:v>
                </c:pt>
                <c:pt idx="3890">
                  <c:v>389</c:v>
                </c:pt>
                <c:pt idx="3891">
                  <c:v>389.1</c:v>
                </c:pt>
                <c:pt idx="3892">
                  <c:v>389.2</c:v>
                </c:pt>
                <c:pt idx="3893">
                  <c:v>389.3</c:v>
                </c:pt>
                <c:pt idx="3894">
                  <c:v>389.4</c:v>
                </c:pt>
                <c:pt idx="3895">
                  <c:v>389.5</c:v>
                </c:pt>
                <c:pt idx="3896">
                  <c:v>389.6</c:v>
                </c:pt>
                <c:pt idx="3897">
                  <c:v>389.7</c:v>
                </c:pt>
                <c:pt idx="3898">
                  <c:v>389.8</c:v>
                </c:pt>
                <c:pt idx="3899">
                  <c:v>389.9</c:v>
                </c:pt>
                <c:pt idx="3900">
                  <c:v>390</c:v>
                </c:pt>
                <c:pt idx="3901">
                  <c:v>390.1</c:v>
                </c:pt>
                <c:pt idx="3902">
                  <c:v>390.2</c:v>
                </c:pt>
                <c:pt idx="3903">
                  <c:v>390.3</c:v>
                </c:pt>
                <c:pt idx="3904">
                  <c:v>390.4</c:v>
                </c:pt>
                <c:pt idx="3905">
                  <c:v>390.5</c:v>
                </c:pt>
                <c:pt idx="3906">
                  <c:v>390.6</c:v>
                </c:pt>
                <c:pt idx="3907">
                  <c:v>390.7</c:v>
                </c:pt>
                <c:pt idx="3908">
                  <c:v>390.8</c:v>
                </c:pt>
                <c:pt idx="3909">
                  <c:v>390.9</c:v>
                </c:pt>
                <c:pt idx="3910">
                  <c:v>391</c:v>
                </c:pt>
                <c:pt idx="3911">
                  <c:v>391.1</c:v>
                </c:pt>
                <c:pt idx="3912">
                  <c:v>391.2</c:v>
                </c:pt>
                <c:pt idx="3913">
                  <c:v>391.3</c:v>
                </c:pt>
                <c:pt idx="3914">
                  <c:v>391.4</c:v>
                </c:pt>
                <c:pt idx="3915">
                  <c:v>391.5</c:v>
                </c:pt>
                <c:pt idx="3916">
                  <c:v>391.6</c:v>
                </c:pt>
                <c:pt idx="3917">
                  <c:v>391.7</c:v>
                </c:pt>
                <c:pt idx="3918">
                  <c:v>391.8</c:v>
                </c:pt>
                <c:pt idx="3919">
                  <c:v>391.9</c:v>
                </c:pt>
                <c:pt idx="3920">
                  <c:v>392</c:v>
                </c:pt>
                <c:pt idx="3921">
                  <c:v>392.1</c:v>
                </c:pt>
                <c:pt idx="3922">
                  <c:v>392.2</c:v>
                </c:pt>
                <c:pt idx="3923">
                  <c:v>392.3</c:v>
                </c:pt>
                <c:pt idx="3924">
                  <c:v>392.4</c:v>
                </c:pt>
                <c:pt idx="3925">
                  <c:v>392.5</c:v>
                </c:pt>
                <c:pt idx="3926">
                  <c:v>392.6</c:v>
                </c:pt>
                <c:pt idx="3927">
                  <c:v>392.7</c:v>
                </c:pt>
                <c:pt idx="3928">
                  <c:v>392.8</c:v>
                </c:pt>
                <c:pt idx="3929">
                  <c:v>392.9</c:v>
                </c:pt>
                <c:pt idx="3930">
                  <c:v>393</c:v>
                </c:pt>
                <c:pt idx="3931">
                  <c:v>393.1</c:v>
                </c:pt>
                <c:pt idx="3932">
                  <c:v>393.2</c:v>
                </c:pt>
                <c:pt idx="3933">
                  <c:v>393.3</c:v>
                </c:pt>
                <c:pt idx="3934">
                  <c:v>393.4</c:v>
                </c:pt>
                <c:pt idx="3935">
                  <c:v>393.5</c:v>
                </c:pt>
                <c:pt idx="3936">
                  <c:v>393.6</c:v>
                </c:pt>
                <c:pt idx="3937">
                  <c:v>393.7</c:v>
                </c:pt>
                <c:pt idx="3938">
                  <c:v>393.8</c:v>
                </c:pt>
                <c:pt idx="3939">
                  <c:v>393.9</c:v>
                </c:pt>
                <c:pt idx="3940">
                  <c:v>394</c:v>
                </c:pt>
                <c:pt idx="3941">
                  <c:v>394.1</c:v>
                </c:pt>
                <c:pt idx="3942">
                  <c:v>394.2</c:v>
                </c:pt>
                <c:pt idx="3943">
                  <c:v>394.3</c:v>
                </c:pt>
                <c:pt idx="3944">
                  <c:v>394.4</c:v>
                </c:pt>
                <c:pt idx="3945">
                  <c:v>394.5</c:v>
                </c:pt>
                <c:pt idx="3946">
                  <c:v>394.6</c:v>
                </c:pt>
                <c:pt idx="3947">
                  <c:v>394.7</c:v>
                </c:pt>
                <c:pt idx="3948">
                  <c:v>394.8</c:v>
                </c:pt>
                <c:pt idx="3949">
                  <c:v>394.9</c:v>
                </c:pt>
                <c:pt idx="3950">
                  <c:v>395</c:v>
                </c:pt>
                <c:pt idx="3951">
                  <c:v>395.1</c:v>
                </c:pt>
                <c:pt idx="3952">
                  <c:v>395.2</c:v>
                </c:pt>
                <c:pt idx="3953">
                  <c:v>395.3</c:v>
                </c:pt>
                <c:pt idx="3954">
                  <c:v>395.4</c:v>
                </c:pt>
                <c:pt idx="3955">
                  <c:v>395.5</c:v>
                </c:pt>
                <c:pt idx="3956">
                  <c:v>395.6</c:v>
                </c:pt>
                <c:pt idx="3957">
                  <c:v>395.7</c:v>
                </c:pt>
                <c:pt idx="3958">
                  <c:v>395.8</c:v>
                </c:pt>
                <c:pt idx="3959">
                  <c:v>395.9</c:v>
                </c:pt>
                <c:pt idx="3960">
                  <c:v>396</c:v>
                </c:pt>
                <c:pt idx="3961">
                  <c:v>396.1</c:v>
                </c:pt>
                <c:pt idx="3962">
                  <c:v>396.2</c:v>
                </c:pt>
                <c:pt idx="3963">
                  <c:v>396.3</c:v>
                </c:pt>
                <c:pt idx="3964">
                  <c:v>396.4</c:v>
                </c:pt>
                <c:pt idx="3965">
                  <c:v>396.5</c:v>
                </c:pt>
                <c:pt idx="3966">
                  <c:v>396.6</c:v>
                </c:pt>
                <c:pt idx="3967">
                  <c:v>396.7</c:v>
                </c:pt>
                <c:pt idx="3968">
                  <c:v>396.8</c:v>
                </c:pt>
                <c:pt idx="3969">
                  <c:v>396.9</c:v>
                </c:pt>
                <c:pt idx="3970">
                  <c:v>397</c:v>
                </c:pt>
                <c:pt idx="3971">
                  <c:v>397.1</c:v>
                </c:pt>
                <c:pt idx="3972">
                  <c:v>397.2</c:v>
                </c:pt>
                <c:pt idx="3973">
                  <c:v>397.3</c:v>
                </c:pt>
                <c:pt idx="3974">
                  <c:v>397.4</c:v>
                </c:pt>
                <c:pt idx="3975">
                  <c:v>397.5</c:v>
                </c:pt>
                <c:pt idx="3976">
                  <c:v>397.6</c:v>
                </c:pt>
                <c:pt idx="3977">
                  <c:v>397.7</c:v>
                </c:pt>
                <c:pt idx="3978">
                  <c:v>397.8</c:v>
                </c:pt>
                <c:pt idx="3979">
                  <c:v>397.9</c:v>
                </c:pt>
                <c:pt idx="3980">
                  <c:v>398</c:v>
                </c:pt>
                <c:pt idx="3981">
                  <c:v>398.1</c:v>
                </c:pt>
                <c:pt idx="3982">
                  <c:v>398.2</c:v>
                </c:pt>
                <c:pt idx="3983">
                  <c:v>398.3</c:v>
                </c:pt>
                <c:pt idx="3984">
                  <c:v>398.4</c:v>
                </c:pt>
                <c:pt idx="3985">
                  <c:v>398.5</c:v>
                </c:pt>
                <c:pt idx="3986">
                  <c:v>398.6</c:v>
                </c:pt>
                <c:pt idx="3987">
                  <c:v>398.7</c:v>
                </c:pt>
                <c:pt idx="3988">
                  <c:v>398.8</c:v>
                </c:pt>
                <c:pt idx="3989">
                  <c:v>398.9</c:v>
                </c:pt>
                <c:pt idx="3990">
                  <c:v>399</c:v>
                </c:pt>
                <c:pt idx="3991">
                  <c:v>399.1</c:v>
                </c:pt>
                <c:pt idx="3992">
                  <c:v>399.2</c:v>
                </c:pt>
                <c:pt idx="3993">
                  <c:v>399.3</c:v>
                </c:pt>
                <c:pt idx="3994">
                  <c:v>399.4</c:v>
                </c:pt>
                <c:pt idx="3995">
                  <c:v>399.5</c:v>
                </c:pt>
                <c:pt idx="3996">
                  <c:v>399.6</c:v>
                </c:pt>
                <c:pt idx="3997">
                  <c:v>399.7</c:v>
                </c:pt>
                <c:pt idx="3998">
                  <c:v>399.8</c:v>
                </c:pt>
                <c:pt idx="3999">
                  <c:v>399.9</c:v>
                </c:pt>
                <c:pt idx="4000">
                  <c:v>400</c:v>
                </c:pt>
                <c:pt idx="4001">
                  <c:v>400.1</c:v>
                </c:pt>
                <c:pt idx="4002">
                  <c:v>400.2</c:v>
                </c:pt>
                <c:pt idx="4003">
                  <c:v>400.3</c:v>
                </c:pt>
                <c:pt idx="4004">
                  <c:v>400.4</c:v>
                </c:pt>
                <c:pt idx="4005">
                  <c:v>400.5</c:v>
                </c:pt>
                <c:pt idx="4006">
                  <c:v>400.6</c:v>
                </c:pt>
                <c:pt idx="4007">
                  <c:v>400.7</c:v>
                </c:pt>
                <c:pt idx="4008">
                  <c:v>400.8</c:v>
                </c:pt>
                <c:pt idx="4009">
                  <c:v>400.9</c:v>
                </c:pt>
                <c:pt idx="4010">
                  <c:v>401</c:v>
                </c:pt>
                <c:pt idx="4011">
                  <c:v>401.1</c:v>
                </c:pt>
                <c:pt idx="4012">
                  <c:v>401.2</c:v>
                </c:pt>
                <c:pt idx="4013">
                  <c:v>401.3</c:v>
                </c:pt>
                <c:pt idx="4014">
                  <c:v>401.4</c:v>
                </c:pt>
                <c:pt idx="4015">
                  <c:v>401.5</c:v>
                </c:pt>
                <c:pt idx="4016">
                  <c:v>401.6</c:v>
                </c:pt>
                <c:pt idx="4017">
                  <c:v>401.7</c:v>
                </c:pt>
                <c:pt idx="4018">
                  <c:v>401.8</c:v>
                </c:pt>
                <c:pt idx="4019">
                  <c:v>401.9</c:v>
                </c:pt>
                <c:pt idx="4020">
                  <c:v>402</c:v>
                </c:pt>
                <c:pt idx="4021">
                  <c:v>402.1</c:v>
                </c:pt>
                <c:pt idx="4022">
                  <c:v>402.2</c:v>
                </c:pt>
                <c:pt idx="4023">
                  <c:v>402.3</c:v>
                </c:pt>
                <c:pt idx="4024">
                  <c:v>402.4</c:v>
                </c:pt>
                <c:pt idx="4025">
                  <c:v>402.5</c:v>
                </c:pt>
                <c:pt idx="4026">
                  <c:v>402.6</c:v>
                </c:pt>
                <c:pt idx="4027">
                  <c:v>402.7</c:v>
                </c:pt>
                <c:pt idx="4028">
                  <c:v>402.8</c:v>
                </c:pt>
                <c:pt idx="4029">
                  <c:v>402.9</c:v>
                </c:pt>
                <c:pt idx="4030">
                  <c:v>403</c:v>
                </c:pt>
                <c:pt idx="4031">
                  <c:v>403.1</c:v>
                </c:pt>
                <c:pt idx="4032">
                  <c:v>403.2</c:v>
                </c:pt>
                <c:pt idx="4033">
                  <c:v>403.3</c:v>
                </c:pt>
                <c:pt idx="4034">
                  <c:v>403.4</c:v>
                </c:pt>
                <c:pt idx="4035">
                  <c:v>403.5</c:v>
                </c:pt>
                <c:pt idx="4036">
                  <c:v>403.6</c:v>
                </c:pt>
                <c:pt idx="4037">
                  <c:v>403.7</c:v>
                </c:pt>
                <c:pt idx="4038">
                  <c:v>403.8</c:v>
                </c:pt>
                <c:pt idx="4039">
                  <c:v>403.9</c:v>
                </c:pt>
                <c:pt idx="4040">
                  <c:v>404</c:v>
                </c:pt>
                <c:pt idx="4041">
                  <c:v>404.1</c:v>
                </c:pt>
                <c:pt idx="4042">
                  <c:v>404.2</c:v>
                </c:pt>
                <c:pt idx="4043">
                  <c:v>404.3</c:v>
                </c:pt>
                <c:pt idx="4044">
                  <c:v>404.4</c:v>
                </c:pt>
                <c:pt idx="4045">
                  <c:v>404.5</c:v>
                </c:pt>
                <c:pt idx="4046">
                  <c:v>404.6</c:v>
                </c:pt>
                <c:pt idx="4047">
                  <c:v>404.7</c:v>
                </c:pt>
                <c:pt idx="4048">
                  <c:v>404.8</c:v>
                </c:pt>
                <c:pt idx="4049">
                  <c:v>404.9</c:v>
                </c:pt>
                <c:pt idx="4050">
                  <c:v>405</c:v>
                </c:pt>
                <c:pt idx="4051">
                  <c:v>405.1</c:v>
                </c:pt>
                <c:pt idx="4052">
                  <c:v>405.2</c:v>
                </c:pt>
                <c:pt idx="4053">
                  <c:v>405.3</c:v>
                </c:pt>
                <c:pt idx="4054">
                  <c:v>405.4</c:v>
                </c:pt>
                <c:pt idx="4055">
                  <c:v>405.5</c:v>
                </c:pt>
                <c:pt idx="4056">
                  <c:v>405.6</c:v>
                </c:pt>
                <c:pt idx="4057">
                  <c:v>405.7</c:v>
                </c:pt>
                <c:pt idx="4058">
                  <c:v>405.8</c:v>
                </c:pt>
                <c:pt idx="4059">
                  <c:v>405.9</c:v>
                </c:pt>
                <c:pt idx="4060">
                  <c:v>406</c:v>
                </c:pt>
                <c:pt idx="4061">
                  <c:v>406.1</c:v>
                </c:pt>
                <c:pt idx="4062">
                  <c:v>406.2</c:v>
                </c:pt>
                <c:pt idx="4063">
                  <c:v>406.3</c:v>
                </c:pt>
                <c:pt idx="4064">
                  <c:v>406.4</c:v>
                </c:pt>
                <c:pt idx="4065">
                  <c:v>406.5</c:v>
                </c:pt>
                <c:pt idx="4066">
                  <c:v>406.6</c:v>
                </c:pt>
                <c:pt idx="4067">
                  <c:v>406.7</c:v>
                </c:pt>
                <c:pt idx="4068">
                  <c:v>406.8</c:v>
                </c:pt>
                <c:pt idx="4069">
                  <c:v>406.9</c:v>
                </c:pt>
                <c:pt idx="4070">
                  <c:v>407</c:v>
                </c:pt>
                <c:pt idx="4071">
                  <c:v>407.1</c:v>
                </c:pt>
                <c:pt idx="4072">
                  <c:v>407.2</c:v>
                </c:pt>
                <c:pt idx="4073">
                  <c:v>407.3</c:v>
                </c:pt>
                <c:pt idx="4074">
                  <c:v>407.4</c:v>
                </c:pt>
                <c:pt idx="4075">
                  <c:v>407.5</c:v>
                </c:pt>
                <c:pt idx="4076">
                  <c:v>407.6</c:v>
                </c:pt>
                <c:pt idx="4077">
                  <c:v>407.7</c:v>
                </c:pt>
                <c:pt idx="4078">
                  <c:v>407.8</c:v>
                </c:pt>
                <c:pt idx="4079">
                  <c:v>407.9</c:v>
                </c:pt>
                <c:pt idx="4080">
                  <c:v>408</c:v>
                </c:pt>
                <c:pt idx="4081">
                  <c:v>408.1</c:v>
                </c:pt>
                <c:pt idx="4082">
                  <c:v>408.2</c:v>
                </c:pt>
                <c:pt idx="4083">
                  <c:v>408.3</c:v>
                </c:pt>
                <c:pt idx="4084">
                  <c:v>408.4</c:v>
                </c:pt>
                <c:pt idx="4085">
                  <c:v>408.5</c:v>
                </c:pt>
                <c:pt idx="4086">
                  <c:v>408.6</c:v>
                </c:pt>
                <c:pt idx="4087">
                  <c:v>408.7</c:v>
                </c:pt>
                <c:pt idx="4088">
                  <c:v>408.8</c:v>
                </c:pt>
                <c:pt idx="4089">
                  <c:v>408.9</c:v>
                </c:pt>
                <c:pt idx="4090">
                  <c:v>409</c:v>
                </c:pt>
                <c:pt idx="4091">
                  <c:v>409.1</c:v>
                </c:pt>
                <c:pt idx="4092">
                  <c:v>409.2</c:v>
                </c:pt>
                <c:pt idx="4093">
                  <c:v>409.3</c:v>
                </c:pt>
                <c:pt idx="4094">
                  <c:v>409.4</c:v>
                </c:pt>
                <c:pt idx="4095">
                  <c:v>409.5</c:v>
                </c:pt>
                <c:pt idx="4096">
                  <c:v>409.6</c:v>
                </c:pt>
                <c:pt idx="4097">
                  <c:v>409.7</c:v>
                </c:pt>
                <c:pt idx="4098">
                  <c:v>409.8</c:v>
                </c:pt>
                <c:pt idx="4099">
                  <c:v>409.9</c:v>
                </c:pt>
                <c:pt idx="4100">
                  <c:v>410</c:v>
                </c:pt>
                <c:pt idx="4101">
                  <c:v>410.1</c:v>
                </c:pt>
                <c:pt idx="4102">
                  <c:v>410.2</c:v>
                </c:pt>
                <c:pt idx="4103">
                  <c:v>410.3</c:v>
                </c:pt>
                <c:pt idx="4104">
                  <c:v>410.4</c:v>
                </c:pt>
                <c:pt idx="4105">
                  <c:v>410.5</c:v>
                </c:pt>
                <c:pt idx="4106">
                  <c:v>410.6</c:v>
                </c:pt>
                <c:pt idx="4107">
                  <c:v>410.7</c:v>
                </c:pt>
                <c:pt idx="4108">
                  <c:v>410.8</c:v>
                </c:pt>
                <c:pt idx="4109">
                  <c:v>410.9</c:v>
                </c:pt>
                <c:pt idx="4110">
                  <c:v>411</c:v>
                </c:pt>
                <c:pt idx="4111">
                  <c:v>411.1</c:v>
                </c:pt>
                <c:pt idx="4112">
                  <c:v>411.2</c:v>
                </c:pt>
                <c:pt idx="4113">
                  <c:v>411.3</c:v>
                </c:pt>
                <c:pt idx="4114">
                  <c:v>411.4</c:v>
                </c:pt>
                <c:pt idx="4115">
                  <c:v>411.5</c:v>
                </c:pt>
                <c:pt idx="4116">
                  <c:v>411.6</c:v>
                </c:pt>
                <c:pt idx="4117">
                  <c:v>411.7</c:v>
                </c:pt>
                <c:pt idx="4118">
                  <c:v>411.8</c:v>
                </c:pt>
                <c:pt idx="4119">
                  <c:v>411.9</c:v>
                </c:pt>
                <c:pt idx="4120">
                  <c:v>412</c:v>
                </c:pt>
                <c:pt idx="4121">
                  <c:v>412.1</c:v>
                </c:pt>
                <c:pt idx="4122">
                  <c:v>412.2</c:v>
                </c:pt>
                <c:pt idx="4123">
                  <c:v>412.3</c:v>
                </c:pt>
                <c:pt idx="4124">
                  <c:v>412.4</c:v>
                </c:pt>
                <c:pt idx="4125">
                  <c:v>412.5</c:v>
                </c:pt>
                <c:pt idx="4126">
                  <c:v>412.6</c:v>
                </c:pt>
                <c:pt idx="4127">
                  <c:v>412.7</c:v>
                </c:pt>
                <c:pt idx="4128">
                  <c:v>412.8</c:v>
                </c:pt>
                <c:pt idx="4129">
                  <c:v>412.9</c:v>
                </c:pt>
                <c:pt idx="4130">
                  <c:v>413</c:v>
                </c:pt>
                <c:pt idx="4131">
                  <c:v>413.1</c:v>
                </c:pt>
                <c:pt idx="4132">
                  <c:v>413.2</c:v>
                </c:pt>
                <c:pt idx="4133">
                  <c:v>413.3</c:v>
                </c:pt>
                <c:pt idx="4134">
                  <c:v>413.4</c:v>
                </c:pt>
                <c:pt idx="4135">
                  <c:v>413.5</c:v>
                </c:pt>
                <c:pt idx="4136">
                  <c:v>413.6</c:v>
                </c:pt>
                <c:pt idx="4137">
                  <c:v>413.7</c:v>
                </c:pt>
                <c:pt idx="4138">
                  <c:v>413.8</c:v>
                </c:pt>
                <c:pt idx="4139">
                  <c:v>413.9</c:v>
                </c:pt>
                <c:pt idx="4140">
                  <c:v>414</c:v>
                </c:pt>
                <c:pt idx="4141">
                  <c:v>414.1</c:v>
                </c:pt>
                <c:pt idx="4142">
                  <c:v>414.2</c:v>
                </c:pt>
                <c:pt idx="4143">
                  <c:v>414.3</c:v>
                </c:pt>
                <c:pt idx="4144">
                  <c:v>414.4</c:v>
                </c:pt>
                <c:pt idx="4145">
                  <c:v>414.5</c:v>
                </c:pt>
                <c:pt idx="4146">
                  <c:v>414.6</c:v>
                </c:pt>
                <c:pt idx="4147">
                  <c:v>414.7</c:v>
                </c:pt>
                <c:pt idx="4148">
                  <c:v>414.8</c:v>
                </c:pt>
                <c:pt idx="4149">
                  <c:v>414.9</c:v>
                </c:pt>
                <c:pt idx="4150">
                  <c:v>415</c:v>
                </c:pt>
                <c:pt idx="4151">
                  <c:v>415.1</c:v>
                </c:pt>
                <c:pt idx="4152">
                  <c:v>415.2</c:v>
                </c:pt>
                <c:pt idx="4153">
                  <c:v>415.3</c:v>
                </c:pt>
                <c:pt idx="4154">
                  <c:v>415.4</c:v>
                </c:pt>
                <c:pt idx="4155">
                  <c:v>415.5</c:v>
                </c:pt>
                <c:pt idx="4156">
                  <c:v>415.6</c:v>
                </c:pt>
                <c:pt idx="4157">
                  <c:v>415.7</c:v>
                </c:pt>
                <c:pt idx="4158">
                  <c:v>415.8</c:v>
                </c:pt>
                <c:pt idx="4159">
                  <c:v>415.9</c:v>
                </c:pt>
                <c:pt idx="4160">
                  <c:v>416</c:v>
                </c:pt>
                <c:pt idx="4161">
                  <c:v>416.1</c:v>
                </c:pt>
                <c:pt idx="4162">
                  <c:v>416.2</c:v>
                </c:pt>
                <c:pt idx="4163">
                  <c:v>416.3</c:v>
                </c:pt>
                <c:pt idx="4164">
                  <c:v>416.4</c:v>
                </c:pt>
                <c:pt idx="4165">
                  <c:v>416.5</c:v>
                </c:pt>
                <c:pt idx="4166">
                  <c:v>416.6</c:v>
                </c:pt>
                <c:pt idx="4167">
                  <c:v>416.7</c:v>
                </c:pt>
                <c:pt idx="4168">
                  <c:v>416.8</c:v>
                </c:pt>
                <c:pt idx="4169">
                  <c:v>416.9</c:v>
                </c:pt>
                <c:pt idx="4170">
                  <c:v>417</c:v>
                </c:pt>
                <c:pt idx="4171">
                  <c:v>417.1</c:v>
                </c:pt>
                <c:pt idx="4172">
                  <c:v>417.2</c:v>
                </c:pt>
                <c:pt idx="4173">
                  <c:v>417.3</c:v>
                </c:pt>
                <c:pt idx="4174">
                  <c:v>417.4</c:v>
                </c:pt>
                <c:pt idx="4175">
                  <c:v>417.5</c:v>
                </c:pt>
                <c:pt idx="4176">
                  <c:v>417.6</c:v>
                </c:pt>
                <c:pt idx="4177">
                  <c:v>417.7</c:v>
                </c:pt>
                <c:pt idx="4178">
                  <c:v>417.8</c:v>
                </c:pt>
                <c:pt idx="4179">
                  <c:v>417.9</c:v>
                </c:pt>
                <c:pt idx="4180">
                  <c:v>418</c:v>
                </c:pt>
                <c:pt idx="4181">
                  <c:v>418.1</c:v>
                </c:pt>
                <c:pt idx="4182">
                  <c:v>418.2</c:v>
                </c:pt>
                <c:pt idx="4183">
                  <c:v>418.3</c:v>
                </c:pt>
                <c:pt idx="4184">
                  <c:v>418.4</c:v>
                </c:pt>
                <c:pt idx="4185">
                  <c:v>418.5</c:v>
                </c:pt>
                <c:pt idx="4186">
                  <c:v>418.6</c:v>
                </c:pt>
                <c:pt idx="4187">
                  <c:v>418.7</c:v>
                </c:pt>
                <c:pt idx="4188">
                  <c:v>418.8</c:v>
                </c:pt>
                <c:pt idx="4189">
                  <c:v>418.9</c:v>
                </c:pt>
                <c:pt idx="4190">
                  <c:v>419</c:v>
                </c:pt>
                <c:pt idx="4191">
                  <c:v>419.1</c:v>
                </c:pt>
                <c:pt idx="4192">
                  <c:v>419.2</c:v>
                </c:pt>
                <c:pt idx="4193">
                  <c:v>419.3</c:v>
                </c:pt>
                <c:pt idx="4194">
                  <c:v>419.4</c:v>
                </c:pt>
                <c:pt idx="4195">
                  <c:v>419.5</c:v>
                </c:pt>
                <c:pt idx="4196">
                  <c:v>419.6</c:v>
                </c:pt>
                <c:pt idx="4197">
                  <c:v>419.7</c:v>
                </c:pt>
                <c:pt idx="4198">
                  <c:v>419.8</c:v>
                </c:pt>
                <c:pt idx="4199">
                  <c:v>419.9</c:v>
                </c:pt>
                <c:pt idx="4200">
                  <c:v>420</c:v>
                </c:pt>
                <c:pt idx="4201">
                  <c:v>420.1</c:v>
                </c:pt>
                <c:pt idx="4202">
                  <c:v>420.2</c:v>
                </c:pt>
                <c:pt idx="4203">
                  <c:v>420.3</c:v>
                </c:pt>
                <c:pt idx="4204">
                  <c:v>420.4</c:v>
                </c:pt>
                <c:pt idx="4205">
                  <c:v>420.5</c:v>
                </c:pt>
                <c:pt idx="4206">
                  <c:v>420.6</c:v>
                </c:pt>
                <c:pt idx="4207">
                  <c:v>420.7</c:v>
                </c:pt>
                <c:pt idx="4208">
                  <c:v>420.8</c:v>
                </c:pt>
                <c:pt idx="4209">
                  <c:v>420.9</c:v>
                </c:pt>
                <c:pt idx="4210">
                  <c:v>421</c:v>
                </c:pt>
                <c:pt idx="4211">
                  <c:v>421.1</c:v>
                </c:pt>
                <c:pt idx="4212">
                  <c:v>421.2</c:v>
                </c:pt>
                <c:pt idx="4213">
                  <c:v>421.3</c:v>
                </c:pt>
                <c:pt idx="4214">
                  <c:v>421.4</c:v>
                </c:pt>
                <c:pt idx="4215">
                  <c:v>421.5</c:v>
                </c:pt>
                <c:pt idx="4216">
                  <c:v>421.6</c:v>
                </c:pt>
                <c:pt idx="4217">
                  <c:v>421.7</c:v>
                </c:pt>
                <c:pt idx="4218">
                  <c:v>421.8</c:v>
                </c:pt>
                <c:pt idx="4219">
                  <c:v>421.9</c:v>
                </c:pt>
                <c:pt idx="4220">
                  <c:v>422</c:v>
                </c:pt>
                <c:pt idx="4221">
                  <c:v>422.1</c:v>
                </c:pt>
                <c:pt idx="4222">
                  <c:v>422.2</c:v>
                </c:pt>
                <c:pt idx="4223">
                  <c:v>422.3</c:v>
                </c:pt>
                <c:pt idx="4224">
                  <c:v>422.4</c:v>
                </c:pt>
                <c:pt idx="4225">
                  <c:v>422.5</c:v>
                </c:pt>
                <c:pt idx="4226">
                  <c:v>422.6</c:v>
                </c:pt>
                <c:pt idx="4227">
                  <c:v>422.7</c:v>
                </c:pt>
                <c:pt idx="4228">
                  <c:v>422.8</c:v>
                </c:pt>
                <c:pt idx="4229">
                  <c:v>422.9</c:v>
                </c:pt>
                <c:pt idx="4230">
                  <c:v>423</c:v>
                </c:pt>
                <c:pt idx="4231">
                  <c:v>423.1</c:v>
                </c:pt>
                <c:pt idx="4232">
                  <c:v>423.2</c:v>
                </c:pt>
                <c:pt idx="4233">
                  <c:v>423.3</c:v>
                </c:pt>
                <c:pt idx="4234">
                  <c:v>423.4</c:v>
                </c:pt>
                <c:pt idx="4235">
                  <c:v>423.5</c:v>
                </c:pt>
                <c:pt idx="4236">
                  <c:v>423.6</c:v>
                </c:pt>
                <c:pt idx="4237">
                  <c:v>423.7</c:v>
                </c:pt>
                <c:pt idx="4238">
                  <c:v>423.8</c:v>
                </c:pt>
                <c:pt idx="4239">
                  <c:v>423.9</c:v>
                </c:pt>
                <c:pt idx="4240">
                  <c:v>424</c:v>
                </c:pt>
                <c:pt idx="4241">
                  <c:v>424.1</c:v>
                </c:pt>
                <c:pt idx="4242">
                  <c:v>424.2</c:v>
                </c:pt>
                <c:pt idx="4243">
                  <c:v>424.3</c:v>
                </c:pt>
                <c:pt idx="4244">
                  <c:v>424.4</c:v>
                </c:pt>
                <c:pt idx="4245">
                  <c:v>424.5</c:v>
                </c:pt>
                <c:pt idx="4246">
                  <c:v>424.6</c:v>
                </c:pt>
                <c:pt idx="4247">
                  <c:v>424.7</c:v>
                </c:pt>
                <c:pt idx="4248">
                  <c:v>424.8</c:v>
                </c:pt>
                <c:pt idx="4249">
                  <c:v>424.9</c:v>
                </c:pt>
                <c:pt idx="4250">
                  <c:v>425</c:v>
                </c:pt>
                <c:pt idx="4251">
                  <c:v>425.1</c:v>
                </c:pt>
                <c:pt idx="4252">
                  <c:v>425.2</c:v>
                </c:pt>
                <c:pt idx="4253">
                  <c:v>425.3</c:v>
                </c:pt>
                <c:pt idx="4254">
                  <c:v>425.4</c:v>
                </c:pt>
                <c:pt idx="4255">
                  <c:v>425.5</c:v>
                </c:pt>
                <c:pt idx="4256">
                  <c:v>425.6</c:v>
                </c:pt>
                <c:pt idx="4257">
                  <c:v>425.7</c:v>
                </c:pt>
                <c:pt idx="4258">
                  <c:v>425.8</c:v>
                </c:pt>
                <c:pt idx="4259">
                  <c:v>425.9</c:v>
                </c:pt>
                <c:pt idx="4260">
                  <c:v>426</c:v>
                </c:pt>
                <c:pt idx="4261">
                  <c:v>426.1</c:v>
                </c:pt>
                <c:pt idx="4262">
                  <c:v>426.2</c:v>
                </c:pt>
                <c:pt idx="4263">
                  <c:v>426.3</c:v>
                </c:pt>
                <c:pt idx="4264">
                  <c:v>426.4</c:v>
                </c:pt>
                <c:pt idx="4265">
                  <c:v>426.5</c:v>
                </c:pt>
                <c:pt idx="4266">
                  <c:v>426.6</c:v>
                </c:pt>
                <c:pt idx="4267">
                  <c:v>426.7</c:v>
                </c:pt>
                <c:pt idx="4268">
                  <c:v>426.8</c:v>
                </c:pt>
                <c:pt idx="4269">
                  <c:v>426.9</c:v>
                </c:pt>
                <c:pt idx="4270">
                  <c:v>427</c:v>
                </c:pt>
                <c:pt idx="4271">
                  <c:v>427.1</c:v>
                </c:pt>
                <c:pt idx="4272">
                  <c:v>427.2</c:v>
                </c:pt>
                <c:pt idx="4273">
                  <c:v>427.3</c:v>
                </c:pt>
                <c:pt idx="4274">
                  <c:v>427.4</c:v>
                </c:pt>
                <c:pt idx="4275">
                  <c:v>427.5</c:v>
                </c:pt>
                <c:pt idx="4276">
                  <c:v>427.6</c:v>
                </c:pt>
                <c:pt idx="4277">
                  <c:v>427.7</c:v>
                </c:pt>
                <c:pt idx="4278">
                  <c:v>427.8</c:v>
                </c:pt>
                <c:pt idx="4279">
                  <c:v>427.9</c:v>
                </c:pt>
                <c:pt idx="4280">
                  <c:v>428</c:v>
                </c:pt>
                <c:pt idx="4281">
                  <c:v>428.1</c:v>
                </c:pt>
                <c:pt idx="4282">
                  <c:v>428.2</c:v>
                </c:pt>
                <c:pt idx="4283">
                  <c:v>428.3</c:v>
                </c:pt>
                <c:pt idx="4284">
                  <c:v>428.4</c:v>
                </c:pt>
                <c:pt idx="4285">
                  <c:v>428.5</c:v>
                </c:pt>
                <c:pt idx="4286">
                  <c:v>428.6</c:v>
                </c:pt>
                <c:pt idx="4287">
                  <c:v>428.7</c:v>
                </c:pt>
                <c:pt idx="4288">
                  <c:v>428.8</c:v>
                </c:pt>
                <c:pt idx="4289">
                  <c:v>428.9</c:v>
                </c:pt>
                <c:pt idx="4290">
                  <c:v>429</c:v>
                </c:pt>
                <c:pt idx="4291">
                  <c:v>429.1</c:v>
                </c:pt>
                <c:pt idx="4292">
                  <c:v>429.2</c:v>
                </c:pt>
                <c:pt idx="4293">
                  <c:v>429.3</c:v>
                </c:pt>
                <c:pt idx="4294">
                  <c:v>429.4</c:v>
                </c:pt>
                <c:pt idx="4295">
                  <c:v>429.5</c:v>
                </c:pt>
                <c:pt idx="4296">
                  <c:v>429.6</c:v>
                </c:pt>
                <c:pt idx="4297">
                  <c:v>429.7</c:v>
                </c:pt>
                <c:pt idx="4298">
                  <c:v>429.8</c:v>
                </c:pt>
                <c:pt idx="4299">
                  <c:v>429.9</c:v>
                </c:pt>
                <c:pt idx="4300">
                  <c:v>430</c:v>
                </c:pt>
                <c:pt idx="4301">
                  <c:v>430.1</c:v>
                </c:pt>
                <c:pt idx="4302">
                  <c:v>430.2</c:v>
                </c:pt>
                <c:pt idx="4303">
                  <c:v>430.3</c:v>
                </c:pt>
                <c:pt idx="4304">
                  <c:v>430.4</c:v>
                </c:pt>
                <c:pt idx="4305">
                  <c:v>430.5</c:v>
                </c:pt>
                <c:pt idx="4306">
                  <c:v>430.6</c:v>
                </c:pt>
                <c:pt idx="4307">
                  <c:v>430.7</c:v>
                </c:pt>
                <c:pt idx="4308">
                  <c:v>430.8</c:v>
                </c:pt>
                <c:pt idx="4309">
                  <c:v>430.9</c:v>
                </c:pt>
                <c:pt idx="4310">
                  <c:v>431</c:v>
                </c:pt>
                <c:pt idx="4311">
                  <c:v>431.1</c:v>
                </c:pt>
                <c:pt idx="4312">
                  <c:v>431.2</c:v>
                </c:pt>
                <c:pt idx="4313">
                  <c:v>431.3</c:v>
                </c:pt>
                <c:pt idx="4314">
                  <c:v>431.4</c:v>
                </c:pt>
                <c:pt idx="4315">
                  <c:v>431.5</c:v>
                </c:pt>
                <c:pt idx="4316">
                  <c:v>431.6</c:v>
                </c:pt>
                <c:pt idx="4317">
                  <c:v>431.7</c:v>
                </c:pt>
                <c:pt idx="4318">
                  <c:v>431.8</c:v>
                </c:pt>
                <c:pt idx="4319">
                  <c:v>431.9</c:v>
                </c:pt>
                <c:pt idx="4320">
                  <c:v>432</c:v>
                </c:pt>
                <c:pt idx="4321">
                  <c:v>432.1</c:v>
                </c:pt>
                <c:pt idx="4322">
                  <c:v>432.2</c:v>
                </c:pt>
                <c:pt idx="4323">
                  <c:v>432.3</c:v>
                </c:pt>
                <c:pt idx="4324">
                  <c:v>432.4</c:v>
                </c:pt>
                <c:pt idx="4325">
                  <c:v>432.5</c:v>
                </c:pt>
                <c:pt idx="4326">
                  <c:v>432.6</c:v>
                </c:pt>
                <c:pt idx="4327">
                  <c:v>432.7</c:v>
                </c:pt>
                <c:pt idx="4328">
                  <c:v>432.8</c:v>
                </c:pt>
                <c:pt idx="4329">
                  <c:v>432.9</c:v>
                </c:pt>
                <c:pt idx="4330">
                  <c:v>433</c:v>
                </c:pt>
                <c:pt idx="4331">
                  <c:v>433.1</c:v>
                </c:pt>
                <c:pt idx="4332">
                  <c:v>433.2</c:v>
                </c:pt>
                <c:pt idx="4333">
                  <c:v>433.3</c:v>
                </c:pt>
                <c:pt idx="4334">
                  <c:v>433.4</c:v>
                </c:pt>
                <c:pt idx="4335">
                  <c:v>433.5</c:v>
                </c:pt>
                <c:pt idx="4336">
                  <c:v>433.6</c:v>
                </c:pt>
                <c:pt idx="4337">
                  <c:v>433.7</c:v>
                </c:pt>
                <c:pt idx="4338">
                  <c:v>433.8</c:v>
                </c:pt>
                <c:pt idx="4339">
                  <c:v>433.9</c:v>
                </c:pt>
                <c:pt idx="4340">
                  <c:v>434</c:v>
                </c:pt>
                <c:pt idx="4341">
                  <c:v>434.1</c:v>
                </c:pt>
                <c:pt idx="4342">
                  <c:v>434.2</c:v>
                </c:pt>
                <c:pt idx="4343">
                  <c:v>434.3</c:v>
                </c:pt>
                <c:pt idx="4344">
                  <c:v>434.4</c:v>
                </c:pt>
                <c:pt idx="4345">
                  <c:v>434.5</c:v>
                </c:pt>
                <c:pt idx="4346">
                  <c:v>434.6</c:v>
                </c:pt>
                <c:pt idx="4347">
                  <c:v>434.7</c:v>
                </c:pt>
                <c:pt idx="4348">
                  <c:v>434.8</c:v>
                </c:pt>
                <c:pt idx="4349">
                  <c:v>434.9</c:v>
                </c:pt>
                <c:pt idx="4350">
                  <c:v>435</c:v>
                </c:pt>
                <c:pt idx="4351">
                  <c:v>435.1</c:v>
                </c:pt>
                <c:pt idx="4352">
                  <c:v>435.2</c:v>
                </c:pt>
                <c:pt idx="4353">
                  <c:v>435.3</c:v>
                </c:pt>
                <c:pt idx="4354">
                  <c:v>435.4</c:v>
                </c:pt>
                <c:pt idx="4355">
                  <c:v>435.5</c:v>
                </c:pt>
                <c:pt idx="4356">
                  <c:v>435.6</c:v>
                </c:pt>
                <c:pt idx="4357">
                  <c:v>435.7</c:v>
                </c:pt>
                <c:pt idx="4358">
                  <c:v>435.8</c:v>
                </c:pt>
                <c:pt idx="4359">
                  <c:v>435.9</c:v>
                </c:pt>
                <c:pt idx="4360">
                  <c:v>436</c:v>
                </c:pt>
                <c:pt idx="4361">
                  <c:v>436.1</c:v>
                </c:pt>
                <c:pt idx="4362">
                  <c:v>436.2</c:v>
                </c:pt>
                <c:pt idx="4363">
                  <c:v>436.3</c:v>
                </c:pt>
                <c:pt idx="4364">
                  <c:v>436.4</c:v>
                </c:pt>
                <c:pt idx="4365">
                  <c:v>436.5</c:v>
                </c:pt>
                <c:pt idx="4366">
                  <c:v>436.6</c:v>
                </c:pt>
                <c:pt idx="4367">
                  <c:v>436.7</c:v>
                </c:pt>
                <c:pt idx="4368">
                  <c:v>436.8</c:v>
                </c:pt>
                <c:pt idx="4369">
                  <c:v>436.9</c:v>
                </c:pt>
                <c:pt idx="4370">
                  <c:v>437</c:v>
                </c:pt>
                <c:pt idx="4371">
                  <c:v>437.1</c:v>
                </c:pt>
                <c:pt idx="4372">
                  <c:v>437.2</c:v>
                </c:pt>
                <c:pt idx="4373">
                  <c:v>437.3</c:v>
                </c:pt>
                <c:pt idx="4374">
                  <c:v>437.4</c:v>
                </c:pt>
                <c:pt idx="4375">
                  <c:v>437.5</c:v>
                </c:pt>
                <c:pt idx="4376">
                  <c:v>437.6</c:v>
                </c:pt>
                <c:pt idx="4377">
                  <c:v>437.7</c:v>
                </c:pt>
                <c:pt idx="4378">
                  <c:v>437.8</c:v>
                </c:pt>
                <c:pt idx="4379">
                  <c:v>437.9</c:v>
                </c:pt>
                <c:pt idx="4380">
                  <c:v>438</c:v>
                </c:pt>
                <c:pt idx="4381">
                  <c:v>438.1</c:v>
                </c:pt>
                <c:pt idx="4382">
                  <c:v>438.2</c:v>
                </c:pt>
                <c:pt idx="4383">
                  <c:v>438.3</c:v>
                </c:pt>
                <c:pt idx="4384">
                  <c:v>438.4</c:v>
                </c:pt>
                <c:pt idx="4385">
                  <c:v>438.5</c:v>
                </c:pt>
                <c:pt idx="4386">
                  <c:v>438.6</c:v>
                </c:pt>
                <c:pt idx="4387">
                  <c:v>438.7</c:v>
                </c:pt>
                <c:pt idx="4388">
                  <c:v>438.8</c:v>
                </c:pt>
                <c:pt idx="4389">
                  <c:v>438.9</c:v>
                </c:pt>
                <c:pt idx="4390">
                  <c:v>439</c:v>
                </c:pt>
                <c:pt idx="4391">
                  <c:v>439.1</c:v>
                </c:pt>
                <c:pt idx="4392">
                  <c:v>439.2</c:v>
                </c:pt>
                <c:pt idx="4393">
                  <c:v>439.3</c:v>
                </c:pt>
                <c:pt idx="4394">
                  <c:v>439.4</c:v>
                </c:pt>
                <c:pt idx="4395">
                  <c:v>439.5</c:v>
                </c:pt>
                <c:pt idx="4396">
                  <c:v>439.6</c:v>
                </c:pt>
                <c:pt idx="4397">
                  <c:v>439.7</c:v>
                </c:pt>
                <c:pt idx="4398">
                  <c:v>439.8</c:v>
                </c:pt>
                <c:pt idx="4399">
                  <c:v>439.9</c:v>
                </c:pt>
                <c:pt idx="4400">
                  <c:v>440</c:v>
                </c:pt>
                <c:pt idx="4401">
                  <c:v>440.1</c:v>
                </c:pt>
                <c:pt idx="4402">
                  <c:v>440.2</c:v>
                </c:pt>
                <c:pt idx="4403">
                  <c:v>440.3</c:v>
                </c:pt>
                <c:pt idx="4404">
                  <c:v>440.4</c:v>
                </c:pt>
                <c:pt idx="4405">
                  <c:v>440.5</c:v>
                </c:pt>
                <c:pt idx="4406">
                  <c:v>440.6</c:v>
                </c:pt>
                <c:pt idx="4407">
                  <c:v>440.7</c:v>
                </c:pt>
                <c:pt idx="4408">
                  <c:v>440.8</c:v>
                </c:pt>
                <c:pt idx="4409">
                  <c:v>440.9</c:v>
                </c:pt>
                <c:pt idx="4410">
                  <c:v>441</c:v>
                </c:pt>
                <c:pt idx="4411">
                  <c:v>441.1</c:v>
                </c:pt>
                <c:pt idx="4412">
                  <c:v>441.2</c:v>
                </c:pt>
                <c:pt idx="4413">
                  <c:v>441.3</c:v>
                </c:pt>
                <c:pt idx="4414">
                  <c:v>441.4</c:v>
                </c:pt>
                <c:pt idx="4415">
                  <c:v>441.5</c:v>
                </c:pt>
                <c:pt idx="4416">
                  <c:v>441.6</c:v>
                </c:pt>
                <c:pt idx="4417">
                  <c:v>441.7</c:v>
                </c:pt>
                <c:pt idx="4418">
                  <c:v>441.8</c:v>
                </c:pt>
                <c:pt idx="4419">
                  <c:v>441.9</c:v>
                </c:pt>
                <c:pt idx="4420">
                  <c:v>442</c:v>
                </c:pt>
                <c:pt idx="4421">
                  <c:v>442.1</c:v>
                </c:pt>
                <c:pt idx="4422">
                  <c:v>442.2</c:v>
                </c:pt>
                <c:pt idx="4423">
                  <c:v>442.3</c:v>
                </c:pt>
                <c:pt idx="4424">
                  <c:v>442.4</c:v>
                </c:pt>
                <c:pt idx="4425">
                  <c:v>442.5</c:v>
                </c:pt>
                <c:pt idx="4426">
                  <c:v>442.6</c:v>
                </c:pt>
                <c:pt idx="4427">
                  <c:v>442.7</c:v>
                </c:pt>
                <c:pt idx="4428">
                  <c:v>442.8</c:v>
                </c:pt>
                <c:pt idx="4429">
                  <c:v>442.9</c:v>
                </c:pt>
                <c:pt idx="4430">
                  <c:v>443</c:v>
                </c:pt>
                <c:pt idx="4431">
                  <c:v>443.1</c:v>
                </c:pt>
                <c:pt idx="4432">
                  <c:v>443.2</c:v>
                </c:pt>
                <c:pt idx="4433">
                  <c:v>443.3</c:v>
                </c:pt>
                <c:pt idx="4434">
                  <c:v>443.4</c:v>
                </c:pt>
                <c:pt idx="4435">
                  <c:v>443.5</c:v>
                </c:pt>
                <c:pt idx="4436">
                  <c:v>443.6</c:v>
                </c:pt>
                <c:pt idx="4437">
                  <c:v>443.7</c:v>
                </c:pt>
                <c:pt idx="4438">
                  <c:v>443.8</c:v>
                </c:pt>
                <c:pt idx="4439">
                  <c:v>443.9</c:v>
                </c:pt>
                <c:pt idx="4440">
                  <c:v>444</c:v>
                </c:pt>
                <c:pt idx="4441">
                  <c:v>444.1</c:v>
                </c:pt>
                <c:pt idx="4442">
                  <c:v>444.2</c:v>
                </c:pt>
                <c:pt idx="4443">
                  <c:v>444.3</c:v>
                </c:pt>
                <c:pt idx="4444">
                  <c:v>444.4</c:v>
                </c:pt>
                <c:pt idx="4445">
                  <c:v>444.5</c:v>
                </c:pt>
                <c:pt idx="4446">
                  <c:v>444.6</c:v>
                </c:pt>
                <c:pt idx="4447">
                  <c:v>444.7</c:v>
                </c:pt>
                <c:pt idx="4448">
                  <c:v>444.8</c:v>
                </c:pt>
                <c:pt idx="4449">
                  <c:v>444.9</c:v>
                </c:pt>
                <c:pt idx="4450">
                  <c:v>445</c:v>
                </c:pt>
                <c:pt idx="4451">
                  <c:v>445.1</c:v>
                </c:pt>
                <c:pt idx="4452">
                  <c:v>445.2</c:v>
                </c:pt>
                <c:pt idx="4453">
                  <c:v>445.3</c:v>
                </c:pt>
                <c:pt idx="4454">
                  <c:v>445.4</c:v>
                </c:pt>
                <c:pt idx="4455">
                  <c:v>445.5</c:v>
                </c:pt>
                <c:pt idx="4456">
                  <c:v>445.6</c:v>
                </c:pt>
                <c:pt idx="4457">
                  <c:v>445.7</c:v>
                </c:pt>
                <c:pt idx="4458">
                  <c:v>445.8</c:v>
                </c:pt>
                <c:pt idx="4459">
                  <c:v>445.9</c:v>
                </c:pt>
                <c:pt idx="4460">
                  <c:v>446</c:v>
                </c:pt>
                <c:pt idx="4461">
                  <c:v>446.1</c:v>
                </c:pt>
                <c:pt idx="4462">
                  <c:v>446.2</c:v>
                </c:pt>
                <c:pt idx="4463">
                  <c:v>446.3</c:v>
                </c:pt>
                <c:pt idx="4464">
                  <c:v>446.4</c:v>
                </c:pt>
                <c:pt idx="4465">
                  <c:v>446.5</c:v>
                </c:pt>
                <c:pt idx="4466">
                  <c:v>446.6</c:v>
                </c:pt>
                <c:pt idx="4467">
                  <c:v>446.7</c:v>
                </c:pt>
                <c:pt idx="4468">
                  <c:v>446.8</c:v>
                </c:pt>
                <c:pt idx="4469">
                  <c:v>446.9</c:v>
                </c:pt>
                <c:pt idx="4470">
                  <c:v>447</c:v>
                </c:pt>
                <c:pt idx="4471">
                  <c:v>447.1</c:v>
                </c:pt>
                <c:pt idx="4472">
                  <c:v>447.2</c:v>
                </c:pt>
                <c:pt idx="4473">
                  <c:v>447.3</c:v>
                </c:pt>
                <c:pt idx="4474">
                  <c:v>447.4</c:v>
                </c:pt>
                <c:pt idx="4475">
                  <c:v>447.5</c:v>
                </c:pt>
                <c:pt idx="4476">
                  <c:v>447.6</c:v>
                </c:pt>
                <c:pt idx="4477">
                  <c:v>447.7</c:v>
                </c:pt>
                <c:pt idx="4478">
                  <c:v>447.8</c:v>
                </c:pt>
                <c:pt idx="4479">
                  <c:v>447.9</c:v>
                </c:pt>
                <c:pt idx="4480">
                  <c:v>448</c:v>
                </c:pt>
                <c:pt idx="4481">
                  <c:v>448.1</c:v>
                </c:pt>
                <c:pt idx="4482">
                  <c:v>448.2</c:v>
                </c:pt>
                <c:pt idx="4483">
                  <c:v>448.3</c:v>
                </c:pt>
                <c:pt idx="4484">
                  <c:v>448.4</c:v>
                </c:pt>
                <c:pt idx="4485">
                  <c:v>448.5</c:v>
                </c:pt>
                <c:pt idx="4486">
                  <c:v>448.6</c:v>
                </c:pt>
                <c:pt idx="4487">
                  <c:v>448.7</c:v>
                </c:pt>
                <c:pt idx="4488">
                  <c:v>448.8</c:v>
                </c:pt>
                <c:pt idx="4489">
                  <c:v>448.9</c:v>
                </c:pt>
                <c:pt idx="4490">
                  <c:v>449</c:v>
                </c:pt>
                <c:pt idx="4491">
                  <c:v>449.1</c:v>
                </c:pt>
                <c:pt idx="4492">
                  <c:v>449.2</c:v>
                </c:pt>
                <c:pt idx="4493">
                  <c:v>449.3</c:v>
                </c:pt>
                <c:pt idx="4494">
                  <c:v>449.4</c:v>
                </c:pt>
                <c:pt idx="4495">
                  <c:v>449.5</c:v>
                </c:pt>
                <c:pt idx="4496">
                  <c:v>449.6</c:v>
                </c:pt>
                <c:pt idx="4497">
                  <c:v>449.7</c:v>
                </c:pt>
                <c:pt idx="4498">
                  <c:v>449.8</c:v>
                </c:pt>
                <c:pt idx="4499">
                  <c:v>449.9</c:v>
                </c:pt>
                <c:pt idx="4500">
                  <c:v>450</c:v>
                </c:pt>
                <c:pt idx="4501">
                  <c:v>450.1</c:v>
                </c:pt>
                <c:pt idx="4502">
                  <c:v>450.2</c:v>
                </c:pt>
                <c:pt idx="4503">
                  <c:v>450.3</c:v>
                </c:pt>
                <c:pt idx="4504">
                  <c:v>450.4</c:v>
                </c:pt>
                <c:pt idx="4505">
                  <c:v>450.5</c:v>
                </c:pt>
                <c:pt idx="4506">
                  <c:v>450.6</c:v>
                </c:pt>
                <c:pt idx="4507">
                  <c:v>450.7</c:v>
                </c:pt>
                <c:pt idx="4508">
                  <c:v>450.8</c:v>
                </c:pt>
                <c:pt idx="4509">
                  <c:v>450.9</c:v>
                </c:pt>
                <c:pt idx="4510">
                  <c:v>451</c:v>
                </c:pt>
                <c:pt idx="4511">
                  <c:v>451.1</c:v>
                </c:pt>
                <c:pt idx="4512">
                  <c:v>451.2</c:v>
                </c:pt>
                <c:pt idx="4513">
                  <c:v>451.3</c:v>
                </c:pt>
                <c:pt idx="4514">
                  <c:v>451.4</c:v>
                </c:pt>
                <c:pt idx="4515">
                  <c:v>451.5</c:v>
                </c:pt>
                <c:pt idx="4516">
                  <c:v>451.6</c:v>
                </c:pt>
                <c:pt idx="4517">
                  <c:v>451.7</c:v>
                </c:pt>
                <c:pt idx="4518">
                  <c:v>451.8</c:v>
                </c:pt>
                <c:pt idx="4519">
                  <c:v>451.9</c:v>
                </c:pt>
                <c:pt idx="4520">
                  <c:v>452</c:v>
                </c:pt>
                <c:pt idx="4521">
                  <c:v>452.1</c:v>
                </c:pt>
                <c:pt idx="4522">
                  <c:v>452.2</c:v>
                </c:pt>
                <c:pt idx="4523">
                  <c:v>452.3</c:v>
                </c:pt>
                <c:pt idx="4524">
                  <c:v>452.4</c:v>
                </c:pt>
                <c:pt idx="4525">
                  <c:v>452.5</c:v>
                </c:pt>
                <c:pt idx="4526">
                  <c:v>452.6</c:v>
                </c:pt>
                <c:pt idx="4527">
                  <c:v>452.7</c:v>
                </c:pt>
                <c:pt idx="4528">
                  <c:v>452.8</c:v>
                </c:pt>
                <c:pt idx="4529">
                  <c:v>452.9</c:v>
                </c:pt>
                <c:pt idx="4530">
                  <c:v>453</c:v>
                </c:pt>
                <c:pt idx="4531">
                  <c:v>453.1</c:v>
                </c:pt>
                <c:pt idx="4532">
                  <c:v>453.2</c:v>
                </c:pt>
                <c:pt idx="4533">
                  <c:v>453.3</c:v>
                </c:pt>
                <c:pt idx="4534">
                  <c:v>453.4</c:v>
                </c:pt>
                <c:pt idx="4535">
                  <c:v>453.5</c:v>
                </c:pt>
                <c:pt idx="4536">
                  <c:v>453.6</c:v>
                </c:pt>
                <c:pt idx="4537">
                  <c:v>453.7</c:v>
                </c:pt>
                <c:pt idx="4538">
                  <c:v>453.8</c:v>
                </c:pt>
                <c:pt idx="4539">
                  <c:v>453.9</c:v>
                </c:pt>
                <c:pt idx="4540">
                  <c:v>454</c:v>
                </c:pt>
                <c:pt idx="4541">
                  <c:v>454.1</c:v>
                </c:pt>
                <c:pt idx="4542">
                  <c:v>454.2</c:v>
                </c:pt>
                <c:pt idx="4543">
                  <c:v>454.3</c:v>
                </c:pt>
                <c:pt idx="4544">
                  <c:v>454.4</c:v>
                </c:pt>
                <c:pt idx="4545">
                  <c:v>454.5</c:v>
                </c:pt>
                <c:pt idx="4546">
                  <c:v>454.6</c:v>
                </c:pt>
                <c:pt idx="4547">
                  <c:v>454.7</c:v>
                </c:pt>
                <c:pt idx="4548">
                  <c:v>454.8</c:v>
                </c:pt>
                <c:pt idx="4549">
                  <c:v>454.9</c:v>
                </c:pt>
                <c:pt idx="4550">
                  <c:v>455</c:v>
                </c:pt>
                <c:pt idx="4551">
                  <c:v>455.1</c:v>
                </c:pt>
                <c:pt idx="4552">
                  <c:v>455.2</c:v>
                </c:pt>
                <c:pt idx="4553">
                  <c:v>455.3</c:v>
                </c:pt>
                <c:pt idx="4554">
                  <c:v>455.4</c:v>
                </c:pt>
                <c:pt idx="4555">
                  <c:v>455.5</c:v>
                </c:pt>
                <c:pt idx="4556">
                  <c:v>455.6</c:v>
                </c:pt>
                <c:pt idx="4557">
                  <c:v>455.7</c:v>
                </c:pt>
                <c:pt idx="4558">
                  <c:v>455.8</c:v>
                </c:pt>
                <c:pt idx="4559">
                  <c:v>455.9</c:v>
                </c:pt>
                <c:pt idx="4560">
                  <c:v>456</c:v>
                </c:pt>
                <c:pt idx="4561">
                  <c:v>456.1</c:v>
                </c:pt>
                <c:pt idx="4562">
                  <c:v>456.2</c:v>
                </c:pt>
                <c:pt idx="4563">
                  <c:v>456.3</c:v>
                </c:pt>
                <c:pt idx="4564">
                  <c:v>456.4</c:v>
                </c:pt>
                <c:pt idx="4565">
                  <c:v>456.5</c:v>
                </c:pt>
                <c:pt idx="4566">
                  <c:v>456.6</c:v>
                </c:pt>
                <c:pt idx="4567">
                  <c:v>456.7</c:v>
                </c:pt>
                <c:pt idx="4568">
                  <c:v>456.8</c:v>
                </c:pt>
                <c:pt idx="4569">
                  <c:v>456.9</c:v>
                </c:pt>
                <c:pt idx="4570">
                  <c:v>457</c:v>
                </c:pt>
                <c:pt idx="4571">
                  <c:v>457.1</c:v>
                </c:pt>
                <c:pt idx="4572">
                  <c:v>457.2</c:v>
                </c:pt>
                <c:pt idx="4573">
                  <c:v>457.3</c:v>
                </c:pt>
                <c:pt idx="4574">
                  <c:v>457.4</c:v>
                </c:pt>
                <c:pt idx="4575">
                  <c:v>457.5</c:v>
                </c:pt>
                <c:pt idx="4576">
                  <c:v>457.6</c:v>
                </c:pt>
                <c:pt idx="4577">
                  <c:v>457.7</c:v>
                </c:pt>
                <c:pt idx="4578">
                  <c:v>457.8</c:v>
                </c:pt>
                <c:pt idx="4579">
                  <c:v>457.9</c:v>
                </c:pt>
                <c:pt idx="4580">
                  <c:v>458</c:v>
                </c:pt>
                <c:pt idx="4581">
                  <c:v>458.1</c:v>
                </c:pt>
                <c:pt idx="4582">
                  <c:v>458.2</c:v>
                </c:pt>
                <c:pt idx="4583">
                  <c:v>458.3</c:v>
                </c:pt>
                <c:pt idx="4584">
                  <c:v>458.4</c:v>
                </c:pt>
                <c:pt idx="4585">
                  <c:v>458.5</c:v>
                </c:pt>
                <c:pt idx="4586">
                  <c:v>458.6</c:v>
                </c:pt>
                <c:pt idx="4587">
                  <c:v>458.7</c:v>
                </c:pt>
                <c:pt idx="4588">
                  <c:v>458.8</c:v>
                </c:pt>
                <c:pt idx="4589">
                  <c:v>458.9</c:v>
                </c:pt>
                <c:pt idx="4590">
                  <c:v>459</c:v>
                </c:pt>
                <c:pt idx="4591">
                  <c:v>459.1</c:v>
                </c:pt>
                <c:pt idx="4592">
                  <c:v>459.2</c:v>
                </c:pt>
                <c:pt idx="4593">
                  <c:v>459.3</c:v>
                </c:pt>
                <c:pt idx="4594">
                  <c:v>459.4</c:v>
                </c:pt>
                <c:pt idx="4595">
                  <c:v>459.5</c:v>
                </c:pt>
                <c:pt idx="4596">
                  <c:v>459.6</c:v>
                </c:pt>
                <c:pt idx="4597">
                  <c:v>459.7</c:v>
                </c:pt>
                <c:pt idx="4598">
                  <c:v>459.8</c:v>
                </c:pt>
                <c:pt idx="4599">
                  <c:v>459.9</c:v>
                </c:pt>
                <c:pt idx="4600">
                  <c:v>460</c:v>
                </c:pt>
                <c:pt idx="4601">
                  <c:v>460.1</c:v>
                </c:pt>
                <c:pt idx="4602">
                  <c:v>460.2</c:v>
                </c:pt>
                <c:pt idx="4603">
                  <c:v>460.3</c:v>
                </c:pt>
                <c:pt idx="4604">
                  <c:v>460.4</c:v>
                </c:pt>
                <c:pt idx="4605">
                  <c:v>460.5</c:v>
                </c:pt>
                <c:pt idx="4606">
                  <c:v>460.6</c:v>
                </c:pt>
                <c:pt idx="4607">
                  <c:v>460.7</c:v>
                </c:pt>
                <c:pt idx="4608">
                  <c:v>460.8</c:v>
                </c:pt>
                <c:pt idx="4609">
                  <c:v>460.9</c:v>
                </c:pt>
                <c:pt idx="4610">
                  <c:v>461</c:v>
                </c:pt>
                <c:pt idx="4611">
                  <c:v>461.1</c:v>
                </c:pt>
                <c:pt idx="4612">
                  <c:v>461.2</c:v>
                </c:pt>
                <c:pt idx="4613">
                  <c:v>461.3</c:v>
                </c:pt>
                <c:pt idx="4614">
                  <c:v>461.4</c:v>
                </c:pt>
                <c:pt idx="4615">
                  <c:v>461.5</c:v>
                </c:pt>
                <c:pt idx="4616">
                  <c:v>461.6</c:v>
                </c:pt>
                <c:pt idx="4617">
                  <c:v>461.7</c:v>
                </c:pt>
                <c:pt idx="4618">
                  <c:v>461.8</c:v>
                </c:pt>
                <c:pt idx="4619">
                  <c:v>461.9</c:v>
                </c:pt>
                <c:pt idx="4620">
                  <c:v>462</c:v>
                </c:pt>
                <c:pt idx="4621">
                  <c:v>462.1</c:v>
                </c:pt>
                <c:pt idx="4622">
                  <c:v>462.2</c:v>
                </c:pt>
                <c:pt idx="4623">
                  <c:v>462.3</c:v>
                </c:pt>
                <c:pt idx="4624">
                  <c:v>462.4</c:v>
                </c:pt>
                <c:pt idx="4625">
                  <c:v>462.5</c:v>
                </c:pt>
                <c:pt idx="4626">
                  <c:v>462.6</c:v>
                </c:pt>
                <c:pt idx="4627">
                  <c:v>462.7</c:v>
                </c:pt>
                <c:pt idx="4628">
                  <c:v>462.8</c:v>
                </c:pt>
                <c:pt idx="4629">
                  <c:v>462.9</c:v>
                </c:pt>
                <c:pt idx="4630">
                  <c:v>463</c:v>
                </c:pt>
                <c:pt idx="4631">
                  <c:v>463.1</c:v>
                </c:pt>
                <c:pt idx="4632">
                  <c:v>463.2</c:v>
                </c:pt>
                <c:pt idx="4633">
                  <c:v>463.3</c:v>
                </c:pt>
                <c:pt idx="4634">
                  <c:v>463.4</c:v>
                </c:pt>
                <c:pt idx="4635">
                  <c:v>463.5</c:v>
                </c:pt>
                <c:pt idx="4636">
                  <c:v>463.6</c:v>
                </c:pt>
                <c:pt idx="4637">
                  <c:v>463.7</c:v>
                </c:pt>
                <c:pt idx="4638">
                  <c:v>463.8</c:v>
                </c:pt>
                <c:pt idx="4639">
                  <c:v>463.9</c:v>
                </c:pt>
                <c:pt idx="4640">
                  <c:v>464</c:v>
                </c:pt>
                <c:pt idx="4641">
                  <c:v>464.1</c:v>
                </c:pt>
                <c:pt idx="4642">
                  <c:v>464.2</c:v>
                </c:pt>
                <c:pt idx="4643">
                  <c:v>464.3</c:v>
                </c:pt>
                <c:pt idx="4644">
                  <c:v>464.4</c:v>
                </c:pt>
                <c:pt idx="4645">
                  <c:v>464.5</c:v>
                </c:pt>
                <c:pt idx="4646">
                  <c:v>464.6</c:v>
                </c:pt>
                <c:pt idx="4647">
                  <c:v>464.7</c:v>
                </c:pt>
                <c:pt idx="4648">
                  <c:v>464.8</c:v>
                </c:pt>
                <c:pt idx="4649">
                  <c:v>464.9</c:v>
                </c:pt>
                <c:pt idx="4650">
                  <c:v>465</c:v>
                </c:pt>
                <c:pt idx="4651">
                  <c:v>465.1</c:v>
                </c:pt>
                <c:pt idx="4652">
                  <c:v>465.2</c:v>
                </c:pt>
                <c:pt idx="4653">
                  <c:v>465.3</c:v>
                </c:pt>
                <c:pt idx="4654">
                  <c:v>465.4</c:v>
                </c:pt>
                <c:pt idx="4655">
                  <c:v>465.5</c:v>
                </c:pt>
                <c:pt idx="4656">
                  <c:v>465.6</c:v>
                </c:pt>
                <c:pt idx="4657">
                  <c:v>465.7</c:v>
                </c:pt>
                <c:pt idx="4658">
                  <c:v>465.8</c:v>
                </c:pt>
                <c:pt idx="4659">
                  <c:v>465.9</c:v>
                </c:pt>
                <c:pt idx="4660">
                  <c:v>466</c:v>
                </c:pt>
                <c:pt idx="4661">
                  <c:v>466.1</c:v>
                </c:pt>
                <c:pt idx="4662">
                  <c:v>466.2</c:v>
                </c:pt>
                <c:pt idx="4663">
                  <c:v>466.3</c:v>
                </c:pt>
                <c:pt idx="4664">
                  <c:v>466.4</c:v>
                </c:pt>
                <c:pt idx="4665">
                  <c:v>466.5</c:v>
                </c:pt>
                <c:pt idx="4666">
                  <c:v>466.6</c:v>
                </c:pt>
                <c:pt idx="4667">
                  <c:v>466.7</c:v>
                </c:pt>
                <c:pt idx="4668">
                  <c:v>466.8</c:v>
                </c:pt>
                <c:pt idx="4669">
                  <c:v>466.9</c:v>
                </c:pt>
                <c:pt idx="4670">
                  <c:v>467</c:v>
                </c:pt>
                <c:pt idx="4671">
                  <c:v>467.1</c:v>
                </c:pt>
                <c:pt idx="4672">
                  <c:v>467.2</c:v>
                </c:pt>
                <c:pt idx="4673">
                  <c:v>467.3</c:v>
                </c:pt>
                <c:pt idx="4674">
                  <c:v>467.4</c:v>
                </c:pt>
                <c:pt idx="4675">
                  <c:v>467.5</c:v>
                </c:pt>
                <c:pt idx="4676">
                  <c:v>467.6</c:v>
                </c:pt>
                <c:pt idx="4677">
                  <c:v>467.7</c:v>
                </c:pt>
                <c:pt idx="4678">
                  <c:v>467.8</c:v>
                </c:pt>
                <c:pt idx="4679">
                  <c:v>467.9</c:v>
                </c:pt>
                <c:pt idx="4680">
                  <c:v>468</c:v>
                </c:pt>
                <c:pt idx="4681">
                  <c:v>468.1</c:v>
                </c:pt>
                <c:pt idx="4682">
                  <c:v>468.2</c:v>
                </c:pt>
                <c:pt idx="4683">
                  <c:v>468.3</c:v>
                </c:pt>
                <c:pt idx="4684">
                  <c:v>468.4</c:v>
                </c:pt>
                <c:pt idx="4685">
                  <c:v>468.5</c:v>
                </c:pt>
                <c:pt idx="4686">
                  <c:v>468.6</c:v>
                </c:pt>
                <c:pt idx="4687">
                  <c:v>468.7</c:v>
                </c:pt>
                <c:pt idx="4688">
                  <c:v>468.8</c:v>
                </c:pt>
                <c:pt idx="4689">
                  <c:v>468.9</c:v>
                </c:pt>
                <c:pt idx="4690">
                  <c:v>469</c:v>
                </c:pt>
                <c:pt idx="4691">
                  <c:v>469.1</c:v>
                </c:pt>
                <c:pt idx="4692">
                  <c:v>469.2</c:v>
                </c:pt>
                <c:pt idx="4693">
                  <c:v>469.3</c:v>
                </c:pt>
                <c:pt idx="4694">
                  <c:v>469.4</c:v>
                </c:pt>
                <c:pt idx="4695">
                  <c:v>469.5</c:v>
                </c:pt>
                <c:pt idx="4696">
                  <c:v>469.6</c:v>
                </c:pt>
                <c:pt idx="4697">
                  <c:v>469.7</c:v>
                </c:pt>
                <c:pt idx="4698">
                  <c:v>469.8</c:v>
                </c:pt>
                <c:pt idx="4699">
                  <c:v>469.9</c:v>
                </c:pt>
                <c:pt idx="4700">
                  <c:v>470</c:v>
                </c:pt>
                <c:pt idx="4701">
                  <c:v>470.1</c:v>
                </c:pt>
                <c:pt idx="4702">
                  <c:v>470.2</c:v>
                </c:pt>
                <c:pt idx="4703">
                  <c:v>470.3</c:v>
                </c:pt>
                <c:pt idx="4704">
                  <c:v>470.4</c:v>
                </c:pt>
                <c:pt idx="4705">
                  <c:v>470.5</c:v>
                </c:pt>
                <c:pt idx="4706">
                  <c:v>470.6</c:v>
                </c:pt>
                <c:pt idx="4707">
                  <c:v>470.7</c:v>
                </c:pt>
                <c:pt idx="4708">
                  <c:v>470.8</c:v>
                </c:pt>
                <c:pt idx="4709">
                  <c:v>470.9</c:v>
                </c:pt>
                <c:pt idx="4710">
                  <c:v>471</c:v>
                </c:pt>
                <c:pt idx="4711">
                  <c:v>471.1</c:v>
                </c:pt>
                <c:pt idx="4712">
                  <c:v>471.2</c:v>
                </c:pt>
                <c:pt idx="4713">
                  <c:v>471.3</c:v>
                </c:pt>
                <c:pt idx="4714">
                  <c:v>471.4</c:v>
                </c:pt>
                <c:pt idx="4715">
                  <c:v>471.5</c:v>
                </c:pt>
                <c:pt idx="4716">
                  <c:v>471.6</c:v>
                </c:pt>
                <c:pt idx="4717">
                  <c:v>471.7</c:v>
                </c:pt>
                <c:pt idx="4718">
                  <c:v>471.8</c:v>
                </c:pt>
                <c:pt idx="4719">
                  <c:v>471.9</c:v>
                </c:pt>
                <c:pt idx="4720">
                  <c:v>472</c:v>
                </c:pt>
                <c:pt idx="4721">
                  <c:v>472.1</c:v>
                </c:pt>
                <c:pt idx="4722">
                  <c:v>472.2</c:v>
                </c:pt>
                <c:pt idx="4723">
                  <c:v>472.3</c:v>
                </c:pt>
                <c:pt idx="4724">
                  <c:v>472.4</c:v>
                </c:pt>
                <c:pt idx="4725">
                  <c:v>472.5</c:v>
                </c:pt>
                <c:pt idx="4726">
                  <c:v>472.6</c:v>
                </c:pt>
                <c:pt idx="4727">
                  <c:v>472.7</c:v>
                </c:pt>
                <c:pt idx="4728">
                  <c:v>472.8</c:v>
                </c:pt>
                <c:pt idx="4729">
                  <c:v>472.9</c:v>
                </c:pt>
                <c:pt idx="4730">
                  <c:v>473</c:v>
                </c:pt>
                <c:pt idx="4731">
                  <c:v>473.1</c:v>
                </c:pt>
                <c:pt idx="4732">
                  <c:v>473.2</c:v>
                </c:pt>
                <c:pt idx="4733">
                  <c:v>473.3</c:v>
                </c:pt>
                <c:pt idx="4734">
                  <c:v>473.4</c:v>
                </c:pt>
                <c:pt idx="4735">
                  <c:v>473.5</c:v>
                </c:pt>
                <c:pt idx="4736">
                  <c:v>473.6</c:v>
                </c:pt>
                <c:pt idx="4737">
                  <c:v>473.7</c:v>
                </c:pt>
                <c:pt idx="4738">
                  <c:v>473.8</c:v>
                </c:pt>
                <c:pt idx="4739">
                  <c:v>473.9</c:v>
                </c:pt>
                <c:pt idx="4740">
                  <c:v>474</c:v>
                </c:pt>
                <c:pt idx="4741">
                  <c:v>474.1</c:v>
                </c:pt>
                <c:pt idx="4742">
                  <c:v>474.2</c:v>
                </c:pt>
                <c:pt idx="4743">
                  <c:v>474.3</c:v>
                </c:pt>
                <c:pt idx="4744">
                  <c:v>474.4</c:v>
                </c:pt>
                <c:pt idx="4745">
                  <c:v>474.5</c:v>
                </c:pt>
                <c:pt idx="4746">
                  <c:v>474.6</c:v>
                </c:pt>
                <c:pt idx="4747">
                  <c:v>474.7</c:v>
                </c:pt>
                <c:pt idx="4748">
                  <c:v>474.8</c:v>
                </c:pt>
                <c:pt idx="4749">
                  <c:v>474.9</c:v>
                </c:pt>
                <c:pt idx="4750">
                  <c:v>475</c:v>
                </c:pt>
                <c:pt idx="4751">
                  <c:v>475.1</c:v>
                </c:pt>
                <c:pt idx="4752">
                  <c:v>475.2</c:v>
                </c:pt>
                <c:pt idx="4753">
                  <c:v>475.3</c:v>
                </c:pt>
                <c:pt idx="4754">
                  <c:v>475.4</c:v>
                </c:pt>
                <c:pt idx="4755">
                  <c:v>475.5</c:v>
                </c:pt>
                <c:pt idx="4756">
                  <c:v>475.6</c:v>
                </c:pt>
                <c:pt idx="4757">
                  <c:v>475.7</c:v>
                </c:pt>
                <c:pt idx="4758">
                  <c:v>475.8</c:v>
                </c:pt>
                <c:pt idx="4759">
                  <c:v>475.9</c:v>
                </c:pt>
                <c:pt idx="4760">
                  <c:v>476</c:v>
                </c:pt>
                <c:pt idx="4761">
                  <c:v>476.1</c:v>
                </c:pt>
                <c:pt idx="4762">
                  <c:v>476.2</c:v>
                </c:pt>
                <c:pt idx="4763">
                  <c:v>476.3</c:v>
                </c:pt>
                <c:pt idx="4764">
                  <c:v>476.4</c:v>
                </c:pt>
                <c:pt idx="4765">
                  <c:v>476.5</c:v>
                </c:pt>
                <c:pt idx="4766">
                  <c:v>476.6</c:v>
                </c:pt>
                <c:pt idx="4767">
                  <c:v>476.7</c:v>
                </c:pt>
                <c:pt idx="4768">
                  <c:v>476.8</c:v>
                </c:pt>
                <c:pt idx="4769">
                  <c:v>476.9</c:v>
                </c:pt>
                <c:pt idx="4770">
                  <c:v>477</c:v>
                </c:pt>
                <c:pt idx="4771">
                  <c:v>477.1</c:v>
                </c:pt>
                <c:pt idx="4772">
                  <c:v>477.2</c:v>
                </c:pt>
                <c:pt idx="4773">
                  <c:v>477.3</c:v>
                </c:pt>
                <c:pt idx="4774">
                  <c:v>477.4</c:v>
                </c:pt>
                <c:pt idx="4775">
                  <c:v>477.5</c:v>
                </c:pt>
                <c:pt idx="4776">
                  <c:v>477.6</c:v>
                </c:pt>
                <c:pt idx="4777">
                  <c:v>477.7</c:v>
                </c:pt>
                <c:pt idx="4778">
                  <c:v>477.8</c:v>
                </c:pt>
                <c:pt idx="4779">
                  <c:v>477.9</c:v>
                </c:pt>
                <c:pt idx="4780">
                  <c:v>478</c:v>
                </c:pt>
                <c:pt idx="4781">
                  <c:v>478.1</c:v>
                </c:pt>
                <c:pt idx="4782">
                  <c:v>478.2</c:v>
                </c:pt>
                <c:pt idx="4783">
                  <c:v>478.3</c:v>
                </c:pt>
                <c:pt idx="4784">
                  <c:v>478.4</c:v>
                </c:pt>
                <c:pt idx="4785">
                  <c:v>478.5</c:v>
                </c:pt>
                <c:pt idx="4786">
                  <c:v>478.6</c:v>
                </c:pt>
                <c:pt idx="4787">
                  <c:v>478.7</c:v>
                </c:pt>
                <c:pt idx="4788">
                  <c:v>478.8</c:v>
                </c:pt>
                <c:pt idx="4789">
                  <c:v>478.9</c:v>
                </c:pt>
                <c:pt idx="4790">
                  <c:v>479</c:v>
                </c:pt>
                <c:pt idx="4791">
                  <c:v>479.1</c:v>
                </c:pt>
                <c:pt idx="4792">
                  <c:v>479.2</c:v>
                </c:pt>
                <c:pt idx="4793">
                  <c:v>479.3</c:v>
                </c:pt>
                <c:pt idx="4794">
                  <c:v>479.4</c:v>
                </c:pt>
                <c:pt idx="4795">
                  <c:v>479.5</c:v>
                </c:pt>
                <c:pt idx="4796">
                  <c:v>479.6</c:v>
                </c:pt>
                <c:pt idx="4797">
                  <c:v>479.7</c:v>
                </c:pt>
                <c:pt idx="4798">
                  <c:v>479.8</c:v>
                </c:pt>
                <c:pt idx="4799">
                  <c:v>479.9</c:v>
                </c:pt>
                <c:pt idx="4800">
                  <c:v>480</c:v>
                </c:pt>
                <c:pt idx="4801">
                  <c:v>480.1</c:v>
                </c:pt>
                <c:pt idx="4802">
                  <c:v>480.2</c:v>
                </c:pt>
                <c:pt idx="4803">
                  <c:v>480.3</c:v>
                </c:pt>
                <c:pt idx="4804">
                  <c:v>480.4</c:v>
                </c:pt>
                <c:pt idx="4805">
                  <c:v>480.5</c:v>
                </c:pt>
                <c:pt idx="4806">
                  <c:v>480.6</c:v>
                </c:pt>
                <c:pt idx="4807">
                  <c:v>480.7</c:v>
                </c:pt>
                <c:pt idx="4808">
                  <c:v>480.8</c:v>
                </c:pt>
                <c:pt idx="4809">
                  <c:v>480.9</c:v>
                </c:pt>
                <c:pt idx="4810">
                  <c:v>481</c:v>
                </c:pt>
                <c:pt idx="4811">
                  <c:v>481.1</c:v>
                </c:pt>
                <c:pt idx="4812">
                  <c:v>481.2</c:v>
                </c:pt>
                <c:pt idx="4813">
                  <c:v>481.3</c:v>
                </c:pt>
                <c:pt idx="4814">
                  <c:v>481.4</c:v>
                </c:pt>
                <c:pt idx="4815">
                  <c:v>481.5</c:v>
                </c:pt>
                <c:pt idx="4816">
                  <c:v>481.6</c:v>
                </c:pt>
                <c:pt idx="4817">
                  <c:v>481.7</c:v>
                </c:pt>
                <c:pt idx="4818">
                  <c:v>481.8</c:v>
                </c:pt>
                <c:pt idx="4819">
                  <c:v>481.9</c:v>
                </c:pt>
                <c:pt idx="4820">
                  <c:v>482</c:v>
                </c:pt>
                <c:pt idx="4821">
                  <c:v>482.1</c:v>
                </c:pt>
                <c:pt idx="4822">
                  <c:v>482.2</c:v>
                </c:pt>
                <c:pt idx="4823">
                  <c:v>482.3</c:v>
                </c:pt>
                <c:pt idx="4824">
                  <c:v>482.4</c:v>
                </c:pt>
                <c:pt idx="4825">
                  <c:v>482.5</c:v>
                </c:pt>
                <c:pt idx="4826">
                  <c:v>482.6</c:v>
                </c:pt>
                <c:pt idx="4827">
                  <c:v>482.7</c:v>
                </c:pt>
                <c:pt idx="4828">
                  <c:v>482.8</c:v>
                </c:pt>
                <c:pt idx="4829">
                  <c:v>482.9</c:v>
                </c:pt>
                <c:pt idx="4830">
                  <c:v>483</c:v>
                </c:pt>
                <c:pt idx="4831">
                  <c:v>483.1</c:v>
                </c:pt>
                <c:pt idx="4832">
                  <c:v>483.2</c:v>
                </c:pt>
                <c:pt idx="4833">
                  <c:v>483.3</c:v>
                </c:pt>
                <c:pt idx="4834">
                  <c:v>483.4</c:v>
                </c:pt>
                <c:pt idx="4835">
                  <c:v>483.5</c:v>
                </c:pt>
                <c:pt idx="4836">
                  <c:v>483.6</c:v>
                </c:pt>
                <c:pt idx="4837">
                  <c:v>483.7</c:v>
                </c:pt>
                <c:pt idx="4838">
                  <c:v>483.8</c:v>
                </c:pt>
                <c:pt idx="4839">
                  <c:v>483.9</c:v>
                </c:pt>
                <c:pt idx="4840">
                  <c:v>484</c:v>
                </c:pt>
                <c:pt idx="4841">
                  <c:v>484.1</c:v>
                </c:pt>
                <c:pt idx="4842">
                  <c:v>484.2</c:v>
                </c:pt>
                <c:pt idx="4843">
                  <c:v>484.3</c:v>
                </c:pt>
                <c:pt idx="4844">
                  <c:v>484.4</c:v>
                </c:pt>
                <c:pt idx="4845">
                  <c:v>484.5</c:v>
                </c:pt>
                <c:pt idx="4846">
                  <c:v>484.6</c:v>
                </c:pt>
                <c:pt idx="4847">
                  <c:v>484.7</c:v>
                </c:pt>
                <c:pt idx="4848">
                  <c:v>484.8</c:v>
                </c:pt>
                <c:pt idx="4849">
                  <c:v>484.9</c:v>
                </c:pt>
                <c:pt idx="4850">
                  <c:v>485</c:v>
                </c:pt>
                <c:pt idx="4851">
                  <c:v>485.1</c:v>
                </c:pt>
                <c:pt idx="4852">
                  <c:v>485.2</c:v>
                </c:pt>
                <c:pt idx="4853">
                  <c:v>485.3</c:v>
                </c:pt>
                <c:pt idx="4854">
                  <c:v>485.4</c:v>
                </c:pt>
                <c:pt idx="4855">
                  <c:v>485.5</c:v>
                </c:pt>
                <c:pt idx="4856">
                  <c:v>485.6</c:v>
                </c:pt>
                <c:pt idx="4857">
                  <c:v>485.7</c:v>
                </c:pt>
                <c:pt idx="4858">
                  <c:v>485.8</c:v>
                </c:pt>
                <c:pt idx="4859">
                  <c:v>485.9</c:v>
                </c:pt>
                <c:pt idx="4860">
                  <c:v>486</c:v>
                </c:pt>
                <c:pt idx="4861">
                  <c:v>486.1</c:v>
                </c:pt>
                <c:pt idx="4862">
                  <c:v>486.2</c:v>
                </c:pt>
                <c:pt idx="4863">
                  <c:v>486.3</c:v>
                </c:pt>
                <c:pt idx="4864">
                  <c:v>486.4</c:v>
                </c:pt>
                <c:pt idx="4865">
                  <c:v>486.5</c:v>
                </c:pt>
                <c:pt idx="4866">
                  <c:v>486.6</c:v>
                </c:pt>
                <c:pt idx="4867">
                  <c:v>486.7</c:v>
                </c:pt>
                <c:pt idx="4868">
                  <c:v>486.8</c:v>
                </c:pt>
                <c:pt idx="4869">
                  <c:v>486.9</c:v>
                </c:pt>
                <c:pt idx="4870">
                  <c:v>487</c:v>
                </c:pt>
                <c:pt idx="4871">
                  <c:v>487.1</c:v>
                </c:pt>
                <c:pt idx="4872">
                  <c:v>487.2</c:v>
                </c:pt>
                <c:pt idx="4873">
                  <c:v>487.3</c:v>
                </c:pt>
                <c:pt idx="4874">
                  <c:v>487.4</c:v>
                </c:pt>
                <c:pt idx="4875">
                  <c:v>487.5</c:v>
                </c:pt>
                <c:pt idx="4876">
                  <c:v>487.6</c:v>
                </c:pt>
                <c:pt idx="4877">
                  <c:v>487.7</c:v>
                </c:pt>
                <c:pt idx="4878">
                  <c:v>487.8</c:v>
                </c:pt>
                <c:pt idx="4879">
                  <c:v>487.9</c:v>
                </c:pt>
                <c:pt idx="4880">
                  <c:v>488</c:v>
                </c:pt>
                <c:pt idx="4881">
                  <c:v>488.1</c:v>
                </c:pt>
                <c:pt idx="4882">
                  <c:v>488.2</c:v>
                </c:pt>
                <c:pt idx="4883">
                  <c:v>488.3</c:v>
                </c:pt>
                <c:pt idx="4884">
                  <c:v>488.4</c:v>
                </c:pt>
                <c:pt idx="4885">
                  <c:v>488.5</c:v>
                </c:pt>
                <c:pt idx="4886">
                  <c:v>488.6</c:v>
                </c:pt>
                <c:pt idx="4887">
                  <c:v>488.7</c:v>
                </c:pt>
                <c:pt idx="4888">
                  <c:v>488.8</c:v>
                </c:pt>
                <c:pt idx="4889">
                  <c:v>488.9</c:v>
                </c:pt>
                <c:pt idx="4890">
                  <c:v>489</c:v>
                </c:pt>
                <c:pt idx="4891">
                  <c:v>489.1</c:v>
                </c:pt>
                <c:pt idx="4892">
                  <c:v>489.2</c:v>
                </c:pt>
                <c:pt idx="4893">
                  <c:v>489.3</c:v>
                </c:pt>
                <c:pt idx="4894">
                  <c:v>489.4</c:v>
                </c:pt>
                <c:pt idx="4895">
                  <c:v>489.5</c:v>
                </c:pt>
                <c:pt idx="4896">
                  <c:v>489.6</c:v>
                </c:pt>
                <c:pt idx="4897">
                  <c:v>489.7</c:v>
                </c:pt>
                <c:pt idx="4898">
                  <c:v>489.8</c:v>
                </c:pt>
                <c:pt idx="4899">
                  <c:v>489.9</c:v>
                </c:pt>
                <c:pt idx="4900">
                  <c:v>490</c:v>
                </c:pt>
                <c:pt idx="4901">
                  <c:v>490.1</c:v>
                </c:pt>
                <c:pt idx="4902">
                  <c:v>490.2</c:v>
                </c:pt>
                <c:pt idx="4903">
                  <c:v>490.3</c:v>
                </c:pt>
                <c:pt idx="4904">
                  <c:v>490.4</c:v>
                </c:pt>
                <c:pt idx="4905">
                  <c:v>490.5</c:v>
                </c:pt>
                <c:pt idx="4906">
                  <c:v>490.6</c:v>
                </c:pt>
                <c:pt idx="4907">
                  <c:v>490.7</c:v>
                </c:pt>
                <c:pt idx="4908">
                  <c:v>490.8</c:v>
                </c:pt>
                <c:pt idx="4909">
                  <c:v>490.9</c:v>
                </c:pt>
                <c:pt idx="4910">
                  <c:v>491</c:v>
                </c:pt>
                <c:pt idx="4911">
                  <c:v>491.1</c:v>
                </c:pt>
                <c:pt idx="4912">
                  <c:v>491.2</c:v>
                </c:pt>
                <c:pt idx="4913">
                  <c:v>491.3</c:v>
                </c:pt>
                <c:pt idx="4914">
                  <c:v>491.4</c:v>
                </c:pt>
                <c:pt idx="4915">
                  <c:v>491.5</c:v>
                </c:pt>
                <c:pt idx="4916">
                  <c:v>491.6</c:v>
                </c:pt>
                <c:pt idx="4917">
                  <c:v>491.7</c:v>
                </c:pt>
                <c:pt idx="4918">
                  <c:v>491.8</c:v>
                </c:pt>
                <c:pt idx="4919">
                  <c:v>491.9</c:v>
                </c:pt>
                <c:pt idx="4920">
                  <c:v>492</c:v>
                </c:pt>
                <c:pt idx="4921">
                  <c:v>492.1</c:v>
                </c:pt>
                <c:pt idx="4922">
                  <c:v>492.2</c:v>
                </c:pt>
                <c:pt idx="4923">
                  <c:v>492.3</c:v>
                </c:pt>
                <c:pt idx="4924">
                  <c:v>492.4</c:v>
                </c:pt>
                <c:pt idx="4925">
                  <c:v>492.5</c:v>
                </c:pt>
                <c:pt idx="4926">
                  <c:v>492.6</c:v>
                </c:pt>
                <c:pt idx="4927">
                  <c:v>492.7</c:v>
                </c:pt>
                <c:pt idx="4928">
                  <c:v>492.8</c:v>
                </c:pt>
                <c:pt idx="4929">
                  <c:v>492.9</c:v>
                </c:pt>
                <c:pt idx="4930">
                  <c:v>493</c:v>
                </c:pt>
                <c:pt idx="4931">
                  <c:v>493.1</c:v>
                </c:pt>
                <c:pt idx="4932">
                  <c:v>493.2</c:v>
                </c:pt>
                <c:pt idx="4933">
                  <c:v>493.3</c:v>
                </c:pt>
                <c:pt idx="4934">
                  <c:v>493.4</c:v>
                </c:pt>
                <c:pt idx="4935">
                  <c:v>493.5</c:v>
                </c:pt>
                <c:pt idx="4936">
                  <c:v>493.6</c:v>
                </c:pt>
                <c:pt idx="4937">
                  <c:v>493.7</c:v>
                </c:pt>
                <c:pt idx="4938">
                  <c:v>493.8</c:v>
                </c:pt>
                <c:pt idx="4939">
                  <c:v>493.9</c:v>
                </c:pt>
                <c:pt idx="4940">
                  <c:v>494</c:v>
                </c:pt>
                <c:pt idx="4941">
                  <c:v>494.1</c:v>
                </c:pt>
                <c:pt idx="4942">
                  <c:v>494.2</c:v>
                </c:pt>
                <c:pt idx="4943">
                  <c:v>494.3</c:v>
                </c:pt>
                <c:pt idx="4944">
                  <c:v>494.4</c:v>
                </c:pt>
                <c:pt idx="4945">
                  <c:v>494.5</c:v>
                </c:pt>
                <c:pt idx="4946">
                  <c:v>494.6</c:v>
                </c:pt>
                <c:pt idx="4947">
                  <c:v>494.7</c:v>
                </c:pt>
                <c:pt idx="4948">
                  <c:v>494.8</c:v>
                </c:pt>
                <c:pt idx="4949">
                  <c:v>494.9</c:v>
                </c:pt>
                <c:pt idx="4950">
                  <c:v>495</c:v>
                </c:pt>
                <c:pt idx="4951">
                  <c:v>495.1</c:v>
                </c:pt>
                <c:pt idx="4952">
                  <c:v>495.2</c:v>
                </c:pt>
                <c:pt idx="4953">
                  <c:v>495.3</c:v>
                </c:pt>
                <c:pt idx="4954">
                  <c:v>495.4</c:v>
                </c:pt>
                <c:pt idx="4955">
                  <c:v>495.5</c:v>
                </c:pt>
                <c:pt idx="4956">
                  <c:v>495.6</c:v>
                </c:pt>
                <c:pt idx="4957">
                  <c:v>495.7</c:v>
                </c:pt>
                <c:pt idx="4958">
                  <c:v>495.8</c:v>
                </c:pt>
                <c:pt idx="4959">
                  <c:v>495.9</c:v>
                </c:pt>
                <c:pt idx="4960">
                  <c:v>496</c:v>
                </c:pt>
                <c:pt idx="4961">
                  <c:v>496.1</c:v>
                </c:pt>
                <c:pt idx="4962">
                  <c:v>496.2</c:v>
                </c:pt>
                <c:pt idx="4963">
                  <c:v>496.3</c:v>
                </c:pt>
                <c:pt idx="4964">
                  <c:v>496.4</c:v>
                </c:pt>
                <c:pt idx="4965">
                  <c:v>496.5</c:v>
                </c:pt>
                <c:pt idx="4966">
                  <c:v>496.6</c:v>
                </c:pt>
                <c:pt idx="4967">
                  <c:v>496.7</c:v>
                </c:pt>
                <c:pt idx="4968">
                  <c:v>496.8</c:v>
                </c:pt>
                <c:pt idx="4969">
                  <c:v>496.9</c:v>
                </c:pt>
                <c:pt idx="4970">
                  <c:v>497</c:v>
                </c:pt>
                <c:pt idx="4971">
                  <c:v>497.1</c:v>
                </c:pt>
                <c:pt idx="4972">
                  <c:v>497.2</c:v>
                </c:pt>
                <c:pt idx="4973">
                  <c:v>497.3</c:v>
                </c:pt>
                <c:pt idx="4974">
                  <c:v>497.4</c:v>
                </c:pt>
                <c:pt idx="4975">
                  <c:v>497.5</c:v>
                </c:pt>
                <c:pt idx="4976">
                  <c:v>497.6</c:v>
                </c:pt>
                <c:pt idx="4977">
                  <c:v>497.7</c:v>
                </c:pt>
                <c:pt idx="4978">
                  <c:v>497.8</c:v>
                </c:pt>
                <c:pt idx="4979">
                  <c:v>497.9</c:v>
                </c:pt>
                <c:pt idx="4980">
                  <c:v>498</c:v>
                </c:pt>
                <c:pt idx="4981">
                  <c:v>498.1</c:v>
                </c:pt>
                <c:pt idx="4982">
                  <c:v>498.2</c:v>
                </c:pt>
                <c:pt idx="4983">
                  <c:v>498.3</c:v>
                </c:pt>
                <c:pt idx="4984">
                  <c:v>498.4</c:v>
                </c:pt>
                <c:pt idx="4985">
                  <c:v>498.5</c:v>
                </c:pt>
                <c:pt idx="4986">
                  <c:v>498.6</c:v>
                </c:pt>
                <c:pt idx="4987">
                  <c:v>498.7</c:v>
                </c:pt>
                <c:pt idx="4988">
                  <c:v>498.8</c:v>
                </c:pt>
                <c:pt idx="4989">
                  <c:v>498.9</c:v>
                </c:pt>
                <c:pt idx="4990">
                  <c:v>499</c:v>
                </c:pt>
                <c:pt idx="4991">
                  <c:v>499.1</c:v>
                </c:pt>
                <c:pt idx="4992">
                  <c:v>499.2</c:v>
                </c:pt>
                <c:pt idx="4993">
                  <c:v>499.3</c:v>
                </c:pt>
                <c:pt idx="4994">
                  <c:v>499.4</c:v>
                </c:pt>
                <c:pt idx="4995">
                  <c:v>499.5</c:v>
                </c:pt>
                <c:pt idx="4996">
                  <c:v>499.6</c:v>
                </c:pt>
                <c:pt idx="4997">
                  <c:v>499.7</c:v>
                </c:pt>
                <c:pt idx="4998">
                  <c:v>499.8</c:v>
                </c:pt>
                <c:pt idx="4999">
                  <c:v>499.9</c:v>
                </c:pt>
                <c:pt idx="5000">
                  <c:v>500</c:v>
                </c:pt>
                <c:pt idx="5001">
                  <c:v>500.1</c:v>
                </c:pt>
                <c:pt idx="5002">
                  <c:v>500.2</c:v>
                </c:pt>
                <c:pt idx="5003">
                  <c:v>500.3</c:v>
                </c:pt>
                <c:pt idx="5004">
                  <c:v>500.4</c:v>
                </c:pt>
                <c:pt idx="5005">
                  <c:v>500.5</c:v>
                </c:pt>
                <c:pt idx="5006">
                  <c:v>500.6</c:v>
                </c:pt>
                <c:pt idx="5007">
                  <c:v>500.7</c:v>
                </c:pt>
                <c:pt idx="5008">
                  <c:v>500.8</c:v>
                </c:pt>
                <c:pt idx="5009">
                  <c:v>500.9</c:v>
                </c:pt>
                <c:pt idx="5010">
                  <c:v>501</c:v>
                </c:pt>
                <c:pt idx="5011">
                  <c:v>501.1</c:v>
                </c:pt>
                <c:pt idx="5012">
                  <c:v>501.2</c:v>
                </c:pt>
                <c:pt idx="5013">
                  <c:v>501.3</c:v>
                </c:pt>
                <c:pt idx="5014">
                  <c:v>501.4</c:v>
                </c:pt>
                <c:pt idx="5015">
                  <c:v>501.5</c:v>
                </c:pt>
                <c:pt idx="5016">
                  <c:v>501.6</c:v>
                </c:pt>
                <c:pt idx="5017">
                  <c:v>501.7</c:v>
                </c:pt>
                <c:pt idx="5018">
                  <c:v>501.8</c:v>
                </c:pt>
                <c:pt idx="5019">
                  <c:v>501.9</c:v>
                </c:pt>
                <c:pt idx="5020">
                  <c:v>502</c:v>
                </c:pt>
                <c:pt idx="5021">
                  <c:v>502.1</c:v>
                </c:pt>
                <c:pt idx="5022">
                  <c:v>502.2</c:v>
                </c:pt>
                <c:pt idx="5023">
                  <c:v>502.3</c:v>
                </c:pt>
                <c:pt idx="5024">
                  <c:v>502.4</c:v>
                </c:pt>
                <c:pt idx="5025">
                  <c:v>502.5</c:v>
                </c:pt>
                <c:pt idx="5026">
                  <c:v>502.6</c:v>
                </c:pt>
                <c:pt idx="5027">
                  <c:v>502.7</c:v>
                </c:pt>
                <c:pt idx="5028">
                  <c:v>502.8</c:v>
                </c:pt>
                <c:pt idx="5029">
                  <c:v>502.9</c:v>
                </c:pt>
                <c:pt idx="5030">
                  <c:v>503</c:v>
                </c:pt>
                <c:pt idx="5031">
                  <c:v>503.1</c:v>
                </c:pt>
                <c:pt idx="5032">
                  <c:v>503.2</c:v>
                </c:pt>
                <c:pt idx="5033">
                  <c:v>503.3</c:v>
                </c:pt>
                <c:pt idx="5034">
                  <c:v>503.4</c:v>
                </c:pt>
                <c:pt idx="5035">
                  <c:v>503.5</c:v>
                </c:pt>
                <c:pt idx="5036">
                  <c:v>503.6</c:v>
                </c:pt>
                <c:pt idx="5037">
                  <c:v>503.7</c:v>
                </c:pt>
                <c:pt idx="5038">
                  <c:v>503.8</c:v>
                </c:pt>
                <c:pt idx="5039">
                  <c:v>503.9</c:v>
                </c:pt>
                <c:pt idx="5040">
                  <c:v>504</c:v>
                </c:pt>
                <c:pt idx="5041">
                  <c:v>504.1</c:v>
                </c:pt>
                <c:pt idx="5042">
                  <c:v>504.2</c:v>
                </c:pt>
                <c:pt idx="5043">
                  <c:v>504.3</c:v>
                </c:pt>
                <c:pt idx="5044">
                  <c:v>504.4</c:v>
                </c:pt>
                <c:pt idx="5045">
                  <c:v>504.5</c:v>
                </c:pt>
                <c:pt idx="5046">
                  <c:v>504.6</c:v>
                </c:pt>
                <c:pt idx="5047">
                  <c:v>504.7</c:v>
                </c:pt>
                <c:pt idx="5048">
                  <c:v>504.8</c:v>
                </c:pt>
                <c:pt idx="5049">
                  <c:v>504.9</c:v>
                </c:pt>
                <c:pt idx="5050">
                  <c:v>505</c:v>
                </c:pt>
                <c:pt idx="5051">
                  <c:v>505.1</c:v>
                </c:pt>
                <c:pt idx="5052">
                  <c:v>505.2</c:v>
                </c:pt>
                <c:pt idx="5053">
                  <c:v>505.3</c:v>
                </c:pt>
                <c:pt idx="5054">
                  <c:v>505.4</c:v>
                </c:pt>
                <c:pt idx="5055">
                  <c:v>505.5</c:v>
                </c:pt>
                <c:pt idx="5056">
                  <c:v>505.6</c:v>
                </c:pt>
                <c:pt idx="5057">
                  <c:v>505.7</c:v>
                </c:pt>
                <c:pt idx="5058">
                  <c:v>505.8</c:v>
                </c:pt>
                <c:pt idx="5059">
                  <c:v>505.9</c:v>
                </c:pt>
                <c:pt idx="5060">
                  <c:v>506</c:v>
                </c:pt>
                <c:pt idx="5061">
                  <c:v>506.1</c:v>
                </c:pt>
                <c:pt idx="5062">
                  <c:v>506.2</c:v>
                </c:pt>
                <c:pt idx="5063">
                  <c:v>506.3</c:v>
                </c:pt>
                <c:pt idx="5064">
                  <c:v>506.4</c:v>
                </c:pt>
                <c:pt idx="5065">
                  <c:v>506.5</c:v>
                </c:pt>
                <c:pt idx="5066">
                  <c:v>506.6</c:v>
                </c:pt>
                <c:pt idx="5067">
                  <c:v>506.7</c:v>
                </c:pt>
                <c:pt idx="5068">
                  <c:v>506.8</c:v>
                </c:pt>
                <c:pt idx="5069">
                  <c:v>506.9</c:v>
                </c:pt>
                <c:pt idx="5070">
                  <c:v>507</c:v>
                </c:pt>
                <c:pt idx="5071">
                  <c:v>507.1</c:v>
                </c:pt>
                <c:pt idx="5072">
                  <c:v>507.2</c:v>
                </c:pt>
                <c:pt idx="5073">
                  <c:v>507.3</c:v>
                </c:pt>
                <c:pt idx="5074">
                  <c:v>507.4</c:v>
                </c:pt>
                <c:pt idx="5075">
                  <c:v>507.5</c:v>
                </c:pt>
                <c:pt idx="5076">
                  <c:v>507.6</c:v>
                </c:pt>
                <c:pt idx="5077">
                  <c:v>507.7</c:v>
                </c:pt>
                <c:pt idx="5078">
                  <c:v>507.8</c:v>
                </c:pt>
                <c:pt idx="5079">
                  <c:v>507.9</c:v>
                </c:pt>
                <c:pt idx="5080">
                  <c:v>508</c:v>
                </c:pt>
                <c:pt idx="5081">
                  <c:v>508.1</c:v>
                </c:pt>
                <c:pt idx="5082">
                  <c:v>508.2</c:v>
                </c:pt>
                <c:pt idx="5083">
                  <c:v>508.3</c:v>
                </c:pt>
                <c:pt idx="5084">
                  <c:v>508.4</c:v>
                </c:pt>
                <c:pt idx="5085">
                  <c:v>508.5</c:v>
                </c:pt>
                <c:pt idx="5086">
                  <c:v>508.6</c:v>
                </c:pt>
                <c:pt idx="5087">
                  <c:v>508.7</c:v>
                </c:pt>
                <c:pt idx="5088">
                  <c:v>508.8</c:v>
                </c:pt>
                <c:pt idx="5089">
                  <c:v>508.9</c:v>
                </c:pt>
                <c:pt idx="5090">
                  <c:v>509</c:v>
                </c:pt>
                <c:pt idx="5091">
                  <c:v>509.1</c:v>
                </c:pt>
                <c:pt idx="5092">
                  <c:v>509.2</c:v>
                </c:pt>
                <c:pt idx="5093">
                  <c:v>509.3</c:v>
                </c:pt>
                <c:pt idx="5094">
                  <c:v>509.4</c:v>
                </c:pt>
                <c:pt idx="5095">
                  <c:v>509.5</c:v>
                </c:pt>
                <c:pt idx="5096">
                  <c:v>509.6</c:v>
                </c:pt>
                <c:pt idx="5097">
                  <c:v>509.7</c:v>
                </c:pt>
                <c:pt idx="5098">
                  <c:v>509.8</c:v>
                </c:pt>
                <c:pt idx="5099">
                  <c:v>509.9</c:v>
                </c:pt>
                <c:pt idx="5100">
                  <c:v>510</c:v>
                </c:pt>
                <c:pt idx="5101">
                  <c:v>510.1</c:v>
                </c:pt>
                <c:pt idx="5102">
                  <c:v>510.2</c:v>
                </c:pt>
                <c:pt idx="5103">
                  <c:v>510.3</c:v>
                </c:pt>
                <c:pt idx="5104">
                  <c:v>510.4</c:v>
                </c:pt>
                <c:pt idx="5105">
                  <c:v>510.5</c:v>
                </c:pt>
                <c:pt idx="5106">
                  <c:v>510.6</c:v>
                </c:pt>
                <c:pt idx="5107">
                  <c:v>510.7</c:v>
                </c:pt>
                <c:pt idx="5108">
                  <c:v>510.8</c:v>
                </c:pt>
                <c:pt idx="5109">
                  <c:v>510.9</c:v>
                </c:pt>
                <c:pt idx="5110">
                  <c:v>511</c:v>
                </c:pt>
                <c:pt idx="5111">
                  <c:v>511.1</c:v>
                </c:pt>
                <c:pt idx="5112">
                  <c:v>511.2</c:v>
                </c:pt>
                <c:pt idx="5113">
                  <c:v>511.3</c:v>
                </c:pt>
                <c:pt idx="5114">
                  <c:v>511.4</c:v>
                </c:pt>
                <c:pt idx="5115">
                  <c:v>511.5</c:v>
                </c:pt>
                <c:pt idx="5116">
                  <c:v>511.6</c:v>
                </c:pt>
                <c:pt idx="5117">
                  <c:v>511.7</c:v>
                </c:pt>
                <c:pt idx="5118">
                  <c:v>511.8</c:v>
                </c:pt>
                <c:pt idx="5119">
                  <c:v>511.9</c:v>
                </c:pt>
                <c:pt idx="5120">
                  <c:v>512</c:v>
                </c:pt>
                <c:pt idx="5121">
                  <c:v>512.1</c:v>
                </c:pt>
                <c:pt idx="5122">
                  <c:v>512.20000000000005</c:v>
                </c:pt>
                <c:pt idx="5123">
                  <c:v>512.29999999999995</c:v>
                </c:pt>
                <c:pt idx="5124">
                  <c:v>512.4</c:v>
                </c:pt>
                <c:pt idx="5125">
                  <c:v>512.5</c:v>
                </c:pt>
                <c:pt idx="5126">
                  <c:v>512.6</c:v>
                </c:pt>
                <c:pt idx="5127">
                  <c:v>512.70000000000005</c:v>
                </c:pt>
                <c:pt idx="5128">
                  <c:v>512.79999999999995</c:v>
                </c:pt>
                <c:pt idx="5129">
                  <c:v>512.9</c:v>
                </c:pt>
                <c:pt idx="5130">
                  <c:v>513</c:v>
                </c:pt>
                <c:pt idx="5131">
                  <c:v>513.1</c:v>
                </c:pt>
                <c:pt idx="5132">
                  <c:v>513.20000000000005</c:v>
                </c:pt>
                <c:pt idx="5133">
                  <c:v>513.29999999999995</c:v>
                </c:pt>
                <c:pt idx="5134">
                  <c:v>513.4</c:v>
                </c:pt>
                <c:pt idx="5135">
                  <c:v>513.5</c:v>
                </c:pt>
                <c:pt idx="5136">
                  <c:v>513.6</c:v>
                </c:pt>
                <c:pt idx="5137">
                  <c:v>513.70000000000005</c:v>
                </c:pt>
                <c:pt idx="5138">
                  <c:v>513.79999999999995</c:v>
                </c:pt>
                <c:pt idx="5139">
                  <c:v>513.9</c:v>
                </c:pt>
                <c:pt idx="5140">
                  <c:v>514</c:v>
                </c:pt>
                <c:pt idx="5141">
                  <c:v>514.1</c:v>
                </c:pt>
                <c:pt idx="5142">
                  <c:v>514.20000000000005</c:v>
                </c:pt>
                <c:pt idx="5143">
                  <c:v>514.29999999999995</c:v>
                </c:pt>
                <c:pt idx="5144">
                  <c:v>514.4</c:v>
                </c:pt>
                <c:pt idx="5145">
                  <c:v>514.5</c:v>
                </c:pt>
                <c:pt idx="5146">
                  <c:v>514.6</c:v>
                </c:pt>
                <c:pt idx="5147">
                  <c:v>514.70000000000005</c:v>
                </c:pt>
                <c:pt idx="5148">
                  <c:v>514.79999999999995</c:v>
                </c:pt>
                <c:pt idx="5149">
                  <c:v>514.9</c:v>
                </c:pt>
                <c:pt idx="5150">
                  <c:v>515</c:v>
                </c:pt>
                <c:pt idx="5151">
                  <c:v>515.1</c:v>
                </c:pt>
                <c:pt idx="5152">
                  <c:v>515.20000000000005</c:v>
                </c:pt>
                <c:pt idx="5153">
                  <c:v>515.29999999999995</c:v>
                </c:pt>
                <c:pt idx="5154">
                  <c:v>515.4</c:v>
                </c:pt>
                <c:pt idx="5155">
                  <c:v>515.5</c:v>
                </c:pt>
                <c:pt idx="5156">
                  <c:v>515.6</c:v>
                </c:pt>
                <c:pt idx="5157">
                  <c:v>515.70000000000005</c:v>
                </c:pt>
                <c:pt idx="5158">
                  <c:v>515.79999999999995</c:v>
                </c:pt>
                <c:pt idx="5159">
                  <c:v>515.9</c:v>
                </c:pt>
                <c:pt idx="5160">
                  <c:v>516</c:v>
                </c:pt>
                <c:pt idx="5161">
                  <c:v>516.1</c:v>
                </c:pt>
                <c:pt idx="5162">
                  <c:v>516.20000000000005</c:v>
                </c:pt>
                <c:pt idx="5163">
                  <c:v>516.29999999999995</c:v>
                </c:pt>
                <c:pt idx="5164">
                  <c:v>516.4</c:v>
                </c:pt>
                <c:pt idx="5165">
                  <c:v>516.5</c:v>
                </c:pt>
                <c:pt idx="5166">
                  <c:v>516.6</c:v>
                </c:pt>
                <c:pt idx="5167">
                  <c:v>516.70000000000005</c:v>
                </c:pt>
                <c:pt idx="5168">
                  <c:v>516.79999999999995</c:v>
                </c:pt>
                <c:pt idx="5169">
                  <c:v>516.9</c:v>
                </c:pt>
                <c:pt idx="5170">
                  <c:v>517</c:v>
                </c:pt>
                <c:pt idx="5171">
                  <c:v>517.1</c:v>
                </c:pt>
                <c:pt idx="5172">
                  <c:v>517.20000000000005</c:v>
                </c:pt>
                <c:pt idx="5173">
                  <c:v>517.29999999999995</c:v>
                </c:pt>
                <c:pt idx="5174">
                  <c:v>517.4</c:v>
                </c:pt>
                <c:pt idx="5175">
                  <c:v>517.5</c:v>
                </c:pt>
                <c:pt idx="5176">
                  <c:v>517.6</c:v>
                </c:pt>
                <c:pt idx="5177">
                  <c:v>517.70000000000005</c:v>
                </c:pt>
                <c:pt idx="5178">
                  <c:v>517.79999999999995</c:v>
                </c:pt>
                <c:pt idx="5179">
                  <c:v>517.9</c:v>
                </c:pt>
                <c:pt idx="5180">
                  <c:v>518</c:v>
                </c:pt>
                <c:pt idx="5181">
                  <c:v>518.1</c:v>
                </c:pt>
                <c:pt idx="5182">
                  <c:v>518.20000000000005</c:v>
                </c:pt>
                <c:pt idx="5183">
                  <c:v>518.29999999999995</c:v>
                </c:pt>
                <c:pt idx="5184">
                  <c:v>518.4</c:v>
                </c:pt>
                <c:pt idx="5185">
                  <c:v>518.5</c:v>
                </c:pt>
                <c:pt idx="5186">
                  <c:v>518.6</c:v>
                </c:pt>
                <c:pt idx="5187">
                  <c:v>518.70000000000005</c:v>
                </c:pt>
                <c:pt idx="5188">
                  <c:v>518.79999999999995</c:v>
                </c:pt>
                <c:pt idx="5189">
                  <c:v>518.9</c:v>
                </c:pt>
                <c:pt idx="5190">
                  <c:v>519</c:v>
                </c:pt>
                <c:pt idx="5191">
                  <c:v>519.1</c:v>
                </c:pt>
                <c:pt idx="5192">
                  <c:v>519.20000000000005</c:v>
                </c:pt>
                <c:pt idx="5193">
                  <c:v>519.29999999999995</c:v>
                </c:pt>
                <c:pt idx="5194">
                  <c:v>519.4</c:v>
                </c:pt>
                <c:pt idx="5195">
                  <c:v>519.5</c:v>
                </c:pt>
                <c:pt idx="5196">
                  <c:v>519.6</c:v>
                </c:pt>
                <c:pt idx="5197">
                  <c:v>519.70000000000005</c:v>
                </c:pt>
                <c:pt idx="5198">
                  <c:v>519.79999999999995</c:v>
                </c:pt>
                <c:pt idx="5199">
                  <c:v>519.9</c:v>
                </c:pt>
                <c:pt idx="5200">
                  <c:v>520</c:v>
                </c:pt>
                <c:pt idx="5201">
                  <c:v>520.1</c:v>
                </c:pt>
                <c:pt idx="5202">
                  <c:v>520.20000000000005</c:v>
                </c:pt>
                <c:pt idx="5203">
                  <c:v>520.29999999999995</c:v>
                </c:pt>
                <c:pt idx="5204">
                  <c:v>520.4</c:v>
                </c:pt>
                <c:pt idx="5205">
                  <c:v>520.5</c:v>
                </c:pt>
                <c:pt idx="5206">
                  <c:v>520.6</c:v>
                </c:pt>
                <c:pt idx="5207">
                  <c:v>520.70000000000005</c:v>
                </c:pt>
                <c:pt idx="5208">
                  <c:v>520.79999999999995</c:v>
                </c:pt>
                <c:pt idx="5209">
                  <c:v>520.9</c:v>
                </c:pt>
                <c:pt idx="5210">
                  <c:v>521</c:v>
                </c:pt>
                <c:pt idx="5211">
                  <c:v>521.1</c:v>
                </c:pt>
                <c:pt idx="5212">
                  <c:v>521.20000000000005</c:v>
                </c:pt>
                <c:pt idx="5213">
                  <c:v>521.29999999999995</c:v>
                </c:pt>
                <c:pt idx="5214">
                  <c:v>521.4</c:v>
                </c:pt>
                <c:pt idx="5215">
                  <c:v>521.5</c:v>
                </c:pt>
                <c:pt idx="5216">
                  <c:v>521.6</c:v>
                </c:pt>
                <c:pt idx="5217">
                  <c:v>521.70000000000005</c:v>
                </c:pt>
                <c:pt idx="5218">
                  <c:v>521.79999999999995</c:v>
                </c:pt>
                <c:pt idx="5219">
                  <c:v>521.9</c:v>
                </c:pt>
                <c:pt idx="5220">
                  <c:v>522</c:v>
                </c:pt>
                <c:pt idx="5221">
                  <c:v>522.1</c:v>
                </c:pt>
                <c:pt idx="5222">
                  <c:v>522.20000000000005</c:v>
                </c:pt>
                <c:pt idx="5223">
                  <c:v>522.29999999999995</c:v>
                </c:pt>
                <c:pt idx="5224">
                  <c:v>522.4</c:v>
                </c:pt>
                <c:pt idx="5225">
                  <c:v>522.5</c:v>
                </c:pt>
                <c:pt idx="5226">
                  <c:v>522.6</c:v>
                </c:pt>
                <c:pt idx="5227">
                  <c:v>522.70000000000005</c:v>
                </c:pt>
                <c:pt idx="5228">
                  <c:v>522.79999999999995</c:v>
                </c:pt>
                <c:pt idx="5229">
                  <c:v>522.9</c:v>
                </c:pt>
                <c:pt idx="5230">
                  <c:v>523</c:v>
                </c:pt>
                <c:pt idx="5231">
                  <c:v>523.1</c:v>
                </c:pt>
                <c:pt idx="5232">
                  <c:v>523.20000000000005</c:v>
                </c:pt>
                <c:pt idx="5233">
                  <c:v>523.29999999999995</c:v>
                </c:pt>
                <c:pt idx="5234">
                  <c:v>523.4</c:v>
                </c:pt>
                <c:pt idx="5235">
                  <c:v>523.5</c:v>
                </c:pt>
                <c:pt idx="5236">
                  <c:v>523.6</c:v>
                </c:pt>
                <c:pt idx="5237">
                  <c:v>523.70000000000005</c:v>
                </c:pt>
                <c:pt idx="5238">
                  <c:v>523.79999999999995</c:v>
                </c:pt>
                <c:pt idx="5239">
                  <c:v>523.9</c:v>
                </c:pt>
                <c:pt idx="5240">
                  <c:v>524</c:v>
                </c:pt>
                <c:pt idx="5241">
                  <c:v>524.1</c:v>
                </c:pt>
                <c:pt idx="5242">
                  <c:v>524.20000000000005</c:v>
                </c:pt>
                <c:pt idx="5243">
                  <c:v>524.29999999999995</c:v>
                </c:pt>
                <c:pt idx="5244">
                  <c:v>524.4</c:v>
                </c:pt>
                <c:pt idx="5245">
                  <c:v>524.5</c:v>
                </c:pt>
                <c:pt idx="5246">
                  <c:v>524.6</c:v>
                </c:pt>
                <c:pt idx="5247">
                  <c:v>524.70000000000005</c:v>
                </c:pt>
                <c:pt idx="5248">
                  <c:v>524.79999999999995</c:v>
                </c:pt>
                <c:pt idx="5249">
                  <c:v>524.9</c:v>
                </c:pt>
                <c:pt idx="5250">
                  <c:v>525</c:v>
                </c:pt>
                <c:pt idx="5251">
                  <c:v>525.1</c:v>
                </c:pt>
                <c:pt idx="5252">
                  <c:v>525.20000000000005</c:v>
                </c:pt>
                <c:pt idx="5253">
                  <c:v>525.29999999999995</c:v>
                </c:pt>
                <c:pt idx="5254">
                  <c:v>525.4</c:v>
                </c:pt>
                <c:pt idx="5255">
                  <c:v>525.5</c:v>
                </c:pt>
                <c:pt idx="5256">
                  <c:v>525.6</c:v>
                </c:pt>
                <c:pt idx="5257">
                  <c:v>525.70000000000005</c:v>
                </c:pt>
                <c:pt idx="5258">
                  <c:v>525.79999999999995</c:v>
                </c:pt>
                <c:pt idx="5259">
                  <c:v>525.9</c:v>
                </c:pt>
                <c:pt idx="5260">
                  <c:v>526</c:v>
                </c:pt>
                <c:pt idx="5261">
                  <c:v>526.1</c:v>
                </c:pt>
                <c:pt idx="5262">
                  <c:v>526.20000000000005</c:v>
                </c:pt>
                <c:pt idx="5263">
                  <c:v>526.29999999999995</c:v>
                </c:pt>
                <c:pt idx="5264">
                  <c:v>526.4</c:v>
                </c:pt>
                <c:pt idx="5265">
                  <c:v>526.5</c:v>
                </c:pt>
                <c:pt idx="5266">
                  <c:v>526.6</c:v>
                </c:pt>
                <c:pt idx="5267">
                  <c:v>526.70000000000005</c:v>
                </c:pt>
                <c:pt idx="5268">
                  <c:v>526.79999999999995</c:v>
                </c:pt>
                <c:pt idx="5269">
                  <c:v>526.9</c:v>
                </c:pt>
                <c:pt idx="5270">
                  <c:v>527</c:v>
                </c:pt>
                <c:pt idx="5271">
                  <c:v>527.1</c:v>
                </c:pt>
                <c:pt idx="5272">
                  <c:v>527.20000000000005</c:v>
                </c:pt>
                <c:pt idx="5273">
                  <c:v>527.29999999999995</c:v>
                </c:pt>
                <c:pt idx="5274">
                  <c:v>527.4</c:v>
                </c:pt>
                <c:pt idx="5275">
                  <c:v>527.5</c:v>
                </c:pt>
                <c:pt idx="5276">
                  <c:v>527.6</c:v>
                </c:pt>
                <c:pt idx="5277">
                  <c:v>527.70000000000005</c:v>
                </c:pt>
                <c:pt idx="5278">
                  <c:v>527.79999999999995</c:v>
                </c:pt>
                <c:pt idx="5279">
                  <c:v>527.9</c:v>
                </c:pt>
                <c:pt idx="5280">
                  <c:v>528</c:v>
                </c:pt>
                <c:pt idx="5281">
                  <c:v>528.1</c:v>
                </c:pt>
                <c:pt idx="5282">
                  <c:v>528.20000000000005</c:v>
                </c:pt>
                <c:pt idx="5283">
                  <c:v>528.29999999999995</c:v>
                </c:pt>
                <c:pt idx="5284">
                  <c:v>528.4</c:v>
                </c:pt>
                <c:pt idx="5285">
                  <c:v>528.5</c:v>
                </c:pt>
                <c:pt idx="5286">
                  <c:v>528.6</c:v>
                </c:pt>
                <c:pt idx="5287">
                  <c:v>528.70000000000005</c:v>
                </c:pt>
                <c:pt idx="5288">
                  <c:v>528.79999999999995</c:v>
                </c:pt>
                <c:pt idx="5289">
                  <c:v>528.9</c:v>
                </c:pt>
                <c:pt idx="5290">
                  <c:v>529</c:v>
                </c:pt>
                <c:pt idx="5291">
                  <c:v>529.1</c:v>
                </c:pt>
                <c:pt idx="5292">
                  <c:v>529.20000000000005</c:v>
                </c:pt>
                <c:pt idx="5293">
                  <c:v>529.29999999999995</c:v>
                </c:pt>
                <c:pt idx="5294">
                  <c:v>529.4</c:v>
                </c:pt>
                <c:pt idx="5295">
                  <c:v>529.5</c:v>
                </c:pt>
                <c:pt idx="5296">
                  <c:v>529.6</c:v>
                </c:pt>
                <c:pt idx="5297">
                  <c:v>529.70000000000005</c:v>
                </c:pt>
                <c:pt idx="5298">
                  <c:v>529.79999999999995</c:v>
                </c:pt>
                <c:pt idx="5299">
                  <c:v>529.9</c:v>
                </c:pt>
                <c:pt idx="5300">
                  <c:v>530</c:v>
                </c:pt>
                <c:pt idx="5301">
                  <c:v>530.1</c:v>
                </c:pt>
                <c:pt idx="5302">
                  <c:v>530.20000000000005</c:v>
                </c:pt>
                <c:pt idx="5303">
                  <c:v>530.29999999999995</c:v>
                </c:pt>
                <c:pt idx="5304">
                  <c:v>530.4</c:v>
                </c:pt>
                <c:pt idx="5305">
                  <c:v>530.5</c:v>
                </c:pt>
                <c:pt idx="5306">
                  <c:v>530.6</c:v>
                </c:pt>
                <c:pt idx="5307">
                  <c:v>530.70000000000005</c:v>
                </c:pt>
                <c:pt idx="5308">
                  <c:v>530.79999999999995</c:v>
                </c:pt>
                <c:pt idx="5309">
                  <c:v>530.9</c:v>
                </c:pt>
                <c:pt idx="5310">
                  <c:v>531</c:v>
                </c:pt>
                <c:pt idx="5311">
                  <c:v>531.1</c:v>
                </c:pt>
                <c:pt idx="5312">
                  <c:v>531.20000000000005</c:v>
                </c:pt>
                <c:pt idx="5313">
                  <c:v>531.29999999999995</c:v>
                </c:pt>
                <c:pt idx="5314">
                  <c:v>531.4</c:v>
                </c:pt>
                <c:pt idx="5315">
                  <c:v>531.5</c:v>
                </c:pt>
                <c:pt idx="5316">
                  <c:v>531.6</c:v>
                </c:pt>
                <c:pt idx="5317">
                  <c:v>531.70000000000005</c:v>
                </c:pt>
                <c:pt idx="5318">
                  <c:v>531.79999999999995</c:v>
                </c:pt>
                <c:pt idx="5319">
                  <c:v>531.9</c:v>
                </c:pt>
                <c:pt idx="5320">
                  <c:v>532</c:v>
                </c:pt>
                <c:pt idx="5321">
                  <c:v>532.1</c:v>
                </c:pt>
                <c:pt idx="5322">
                  <c:v>532.20000000000005</c:v>
                </c:pt>
                <c:pt idx="5323">
                  <c:v>532.29999999999995</c:v>
                </c:pt>
                <c:pt idx="5324">
                  <c:v>532.4</c:v>
                </c:pt>
                <c:pt idx="5325">
                  <c:v>532.5</c:v>
                </c:pt>
                <c:pt idx="5326">
                  <c:v>532.6</c:v>
                </c:pt>
                <c:pt idx="5327">
                  <c:v>532.70000000000005</c:v>
                </c:pt>
                <c:pt idx="5328">
                  <c:v>532.79999999999995</c:v>
                </c:pt>
                <c:pt idx="5329">
                  <c:v>532.9</c:v>
                </c:pt>
                <c:pt idx="5330">
                  <c:v>533</c:v>
                </c:pt>
                <c:pt idx="5331">
                  <c:v>533.1</c:v>
                </c:pt>
                <c:pt idx="5332">
                  <c:v>533.20000000000005</c:v>
                </c:pt>
                <c:pt idx="5333">
                  <c:v>533.29999999999995</c:v>
                </c:pt>
                <c:pt idx="5334">
                  <c:v>533.4</c:v>
                </c:pt>
                <c:pt idx="5335">
                  <c:v>533.5</c:v>
                </c:pt>
                <c:pt idx="5336">
                  <c:v>533.6</c:v>
                </c:pt>
                <c:pt idx="5337">
                  <c:v>533.70000000000005</c:v>
                </c:pt>
                <c:pt idx="5338">
                  <c:v>533.79999999999995</c:v>
                </c:pt>
                <c:pt idx="5339">
                  <c:v>533.9</c:v>
                </c:pt>
                <c:pt idx="5340">
                  <c:v>534</c:v>
                </c:pt>
                <c:pt idx="5341">
                  <c:v>534.1</c:v>
                </c:pt>
                <c:pt idx="5342">
                  <c:v>534.20000000000005</c:v>
                </c:pt>
                <c:pt idx="5343">
                  <c:v>534.29999999999995</c:v>
                </c:pt>
                <c:pt idx="5344">
                  <c:v>534.4</c:v>
                </c:pt>
                <c:pt idx="5345">
                  <c:v>534.5</c:v>
                </c:pt>
                <c:pt idx="5346">
                  <c:v>534.6</c:v>
                </c:pt>
                <c:pt idx="5347">
                  <c:v>534.70000000000005</c:v>
                </c:pt>
                <c:pt idx="5348">
                  <c:v>534.79999999999995</c:v>
                </c:pt>
                <c:pt idx="5349">
                  <c:v>534.9</c:v>
                </c:pt>
                <c:pt idx="5350">
                  <c:v>535</c:v>
                </c:pt>
                <c:pt idx="5351">
                  <c:v>535.1</c:v>
                </c:pt>
                <c:pt idx="5352">
                  <c:v>535.20000000000005</c:v>
                </c:pt>
                <c:pt idx="5353">
                  <c:v>535.29999999999995</c:v>
                </c:pt>
                <c:pt idx="5354">
                  <c:v>535.4</c:v>
                </c:pt>
                <c:pt idx="5355">
                  <c:v>535.5</c:v>
                </c:pt>
                <c:pt idx="5356">
                  <c:v>535.6</c:v>
                </c:pt>
                <c:pt idx="5357">
                  <c:v>535.70000000000005</c:v>
                </c:pt>
                <c:pt idx="5358">
                  <c:v>535.79999999999995</c:v>
                </c:pt>
                <c:pt idx="5359">
                  <c:v>535.9</c:v>
                </c:pt>
                <c:pt idx="5360">
                  <c:v>536</c:v>
                </c:pt>
                <c:pt idx="5361">
                  <c:v>536.1</c:v>
                </c:pt>
                <c:pt idx="5362">
                  <c:v>536.20000000000005</c:v>
                </c:pt>
                <c:pt idx="5363">
                  <c:v>536.29999999999995</c:v>
                </c:pt>
                <c:pt idx="5364">
                  <c:v>536.4</c:v>
                </c:pt>
                <c:pt idx="5365">
                  <c:v>536.5</c:v>
                </c:pt>
                <c:pt idx="5366">
                  <c:v>536.6</c:v>
                </c:pt>
                <c:pt idx="5367">
                  <c:v>536.70000000000005</c:v>
                </c:pt>
                <c:pt idx="5368">
                  <c:v>536.79999999999995</c:v>
                </c:pt>
                <c:pt idx="5369">
                  <c:v>536.9</c:v>
                </c:pt>
                <c:pt idx="5370">
                  <c:v>537</c:v>
                </c:pt>
                <c:pt idx="5371">
                  <c:v>537.1</c:v>
                </c:pt>
                <c:pt idx="5372">
                  <c:v>537.20000000000005</c:v>
                </c:pt>
                <c:pt idx="5373">
                  <c:v>537.29999999999995</c:v>
                </c:pt>
                <c:pt idx="5374">
                  <c:v>537.4</c:v>
                </c:pt>
                <c:pt idx="5375">
                  <c:v>537.5</c:v>
                </c:pt>
                <c:pt idx="5376">
                  <c:v>537.6</c:v>
                </c:pt>
                <c:pt idx="5377">
                  <c:v>537.70000000000005</c:v>
                </c:pt>
                <c:pt idx="5378">
                  <c:v>537.79999999999995</c:v>
                </c:pt>
                <c:pt idx="5379">
                  <c:v>537.9</c:v>
                </c:pt>
                <c:pt idx="5380">
                  <c:v>538</c:v>
                </c:pt>
                <c:pt idx="5381">
                  <c:v>538.1</c:v>
                </c:pt>
                <c:pt idx="5382">
                  <c:v>538.20000000000005</c:v>
                </c:pt>
                <c:pt idx="5383">
                  <c:v>538.29999999999995</c:v>
                </c:pt>
                <c:pt idx="5384">
                  <c:v>538.4</c:v>
                </c:pt>
                <c:pt idx="5385">
                  <c:v>538.5</c:v>
                </c:pt>
                <c:pt idx="5386">
                  <c:v>538.6</c:v>
                </c:pt>
                <c:pt idx="5387">
                  <c:v>538.70000000000005</c:v>
                </c:pt>
                <c:pt idx="5388">
                  <c:v>538.79999999999995</c:v>
                </c:pt>
                <c:pt idx="5389">
                  <c:v>538.9</c:v>
                </c:pt>
                <c:pt idx="5390">
                  <c:v>539</c:v>
                </c:pt>
                <c:pt idx="5391">
                  <c:v>539.1</c:v>
                </c:pt>
                <c:pt idx="5392">
                  <c:v>539.20000000000005</c:v>
                </c:pt>
                <c:pt idx="5393">
                  <c:v>539.29999999999995</c:v>
                </c:pt>
                <c:pt idx="5394">
                  <c:v>539.4</c:v>
                </c:pt>
                <c:pt idx="5395">
                  <c:v>539.5</c:v>
                </c:pt>
                <c:pt idx="5396">
                  <c:v>539.6</c:v>
                </c:pt>
                <c:pt idx="5397">
                  <c:v>539.70000000000005</c:v>
                </c:pt>
                <c:pt idx="5398">
                  <c:v>539.79999999999995</c:v>
                </c:pt>
                <c:pt idx="5399">
                  <c:v>539.9</c:v>
                </c:pt>
                <c:pt idx="5400">
                  <c:v>540</c:v>
                </c:pt>
                <c:pt idx="5401">
                  <c:v>540.1</c:v>
                </c:pt>
                <c:pt idx="5402">
                  <c:v>540.20000000000005</c:v>
                </c:pt>
                <c:pt idx="5403">
                  <c:v>540.29999999999995</c:v>
                </c:pt>
                <c:pt idx="5404">
                  <c:v>540.4</c:v>
                </c:pt>
                <c:pt idx="5405">
                  <c:v>540.5</c:v>
                </c:pt>
                <c:pt idx="5406">
                  <c:v>540.6</c:v>
                </c:pt>
                <c:pt idx="5407">
                  <c:v>540.70000000000005</c:v>
                </c:pt>
                <c:pt idx="5408">
                  <c:v>540.79999999999995</c:v>
                </c:pt>
                <c:pt idx="5409">
                  <c:v>540.9</c:v>
                </c:pt>
                <c:pt idx="5410">
                  <c:v>541</c:v>
                </c:pt>
                <c:pt idx="5411">
                  <c:v>541.1</c:v>
                </c:pt>
                <c:pt idx="5412">
                  <c:v>541.20000000000005</c:v>
                </c:pt>
                <c:pt idx="5413">
                  <c:v>541.29999999999995</c:v>
                </c:pt>
                <c:pt idx="5414">
                  <c:v>541.4</c:v>
                </c:pt>
                <c:pt idx="5415">
                  <c:v>541.5</c:v>
                </c:pt>
                <c:pt idx="5416">
                  <c:v>541.6</c:v>
                </c:pt>
                <c:pt idx="5417">
                  <c:v>541.70000000000005</c:v>
                </c:pt>
                <c:pt idx="5418">
                  <c:v>541.79999999999995</c:v>
                </c:pt>
                <c:pt idx="5419">
                  <c:v>541.9</c:v>
                </c:pt>
                <c:pt idx="5420">
                  <c:v>542</c:v>
                </c:pt>
                <c:pt idx="5421">
                  <c:v>542.1</c:v>
                </c:pt>
                <c:pt idx="5422">
                  <c:v>542.20000000000005</c:v>
                </c:pt>
                <c:pt idx="5423">
                  <c:v>542.29999999999995</c:v>
                </c:pt>
                <c:pt idx="5424">
                  <c:v>542.4</c:v>
                </c:pt>
                <c:pt idx="5425">
                  <c:v>542.5</c:v>
                </c:pt>
                <c:pt idx="5426">
                  <c:v>542.6</c:v>
                </c:pt>
                <c:pt idx="5427">
                  <c:v>542.70000000000005</c:v>
                </c:pt>
                <c:pt idx="5428">
                  <c:v>542.79999999999995</c:v>
                </c:pt>
                <c:pt idx="5429">
                  <c:v>542.9</c:v>
                </c:pt>
                <c:pt idx="5430">
                  <c:v>543</c:v>
                </c:pt>
                <c:pt idx="5431">
                  <c:v>543.1</c:v>
                </c:pt>
                <c:pt idx="5432">
                  <c:v>543.20000000000005</c:v>
                </c:pt>
                <c:pt idx="5433">
                  <c:v>543.29999999999995</c:v>
                </c:pt>
                <c:pt idx="5434">
                  <c:v>543.4</c:v>
                </c:pt>
                <c:pt idx="5435">
                  <c:v>543.5</c:v>
                </c:pt>
                <c:pt idx="5436">
                  <c:v>543.6</c:v>
                </c:pt>
                <c:pt idx="5437">
                  <c:v>543.70000000000005</c:v>
                </c:pt>
                <c:pt idx="5438">
                  <c:v>543.79999999999995</c:v>
                </c:pt>
                <c:pt idx="5439">
                  <c:v>543.9</c:v>
                </c:pt>
                <c:pt idx="5440">
                  <c:v>544</c:v>
                </c:pt>
                <c:pt idx="5441">
                  <c:v>544.1</c:v>
                </c:pt>
                <c:pt idx="5442">
                  <c:v>544.20000000000005</c:v>
                </c:pt>
                <c:pt idx="5443">
                  <c:v>544.29999999999995</c:v>
                </c:pt>
                <c:pt idx="5444">
                  <c:v>544.4</c:v>
                </c:pt>
                <c:pt idx="5445">
                  <c:v>544.5</c:v>
                </c:pt>
                <c:pt idx="5446">
                  <c:v>544.6</c:v>
                </c:pt>
                <c:pt idx="5447">
                  <c:v>544.70000000000005</c:v>
                </c:pt>
                <c:pt idx="5448">
                  <c:v>544.79999999999995</c:v>
                </c:pt>
                <c:pt idx="5449">
                  <c:v>544.9</c:v>
                </c:pt>
                <c:pt idx="5450">
                  <c:v>545</c:v>
                </c:pt>
                <c:pt idx="5451">
                  <c:v>545.1</c:v>
                </c:pt>
                <c:pt idx="5452">
                  <c:v>545.20000000000005</c:v>
                </c:pt>
                <c:pt idx="5453">
                  <c:v>545.29999999999995</c:v>
                </c:pt>
                <c:pt idx="5454">
                  <c:v>545.4</c:v>
                </c:pt>
                <c:pt idx="5455">
                  <c:v>545.5</c:v>
                </c:pt>
                <c:pt idx="5456">
                  <c:v>545.6</c:v>
                </c:pt>
                <c:pt idx="5457">
                  <c:v>545.70000000000005</c:v>
                </c:pt>
                <c:pt idx="5458">
                  <c:v>545.79999999999995</c:v>
                </c:pt>
                <c:pt idx="5459">
                  <c:v>545.9</c:v>
                </c:pt>
                <c:pt idx="5460">
                  <c:v>546</c:v>
                </c:pt>
                <c:pt idx="5461">
                  <c:v>546.1</c:v>
                </c:pt>
                <c:pt idx="5462">
                  <c:v>546.20000000000005</c:v>
                </c:pt>
                <c:pt idx="5463">
                  <c:v>546.29999999999995</c:v>
                </c:pt>
                <c:pt idx="5464">
                  <c:v>546.4</c:v>
                </c:pt>
                <c:pt idx="5465">
                  <c:v>546.5</c:v>
                </c:pt>
                <c:pt idx="5466">
                  <c:v>546.6</c:v>
                </c:pt>
                <c:pt idx="5467">
                  <c:v>546.70000000000005</c:v>
                </c:pt>
                <c:pt idx="5468">
                  <c:v>546.79999999999995</c:v>
                </c:pt>
                <c:pt idx="5469">
                  <c:v>546.9</c:v>
                </c:pt>
                <c:pt idx="5470">
                  <c:v>547</c:v>
                </c:pt>
                <c:pt idx="5471">
                  <c:v>547.1</c:v>
                </c:pt>
                <c:pt idx="5472">
                  <c:v>547.20000000000005</c:v>
                </c:pt>
                <c:pt idx="5473">
                  <c:v>547.29999999999995</c:v>
                </c:pt>
                <c:pt idx="5474">
                  <c:v>547.4</c:v>
                </c:pt>
                <c:pt idx="5475">
                  <c:v>547.5</c:v>
                </c:pt>
                <c:pt idx="5476">
                  <c:v>547.6</c:v>
                </c:pt>
                <c:pt idx="5477">
                  <c:v>547.70000000000005</c:v>
                </c:pt>
                <c:pt idx="5478">
                  <c:v>547.79999999999995</c:v>
                </c:pt>
                <c:pt idx="5479">
                  <c:v>547.9</c:v>
                </c:pt>
                <c:pt idx="5480">
                  <c:v>548</c:v>
                </c:pt>
                <c:pt idx="5481">
                  <c:v>548.1</c:v>
                </c:pt>
                <c:pt idx="5482">
                  <c:v>548.20000000000005</c:v>
                </c:pt>
                <c:pt idx="5483">
                  <c:v>548.29999999999995</c:v>
                </c:pt>
                <c:pt idx="5484">
                  <c:v>548.4</c:v>
                </c:pt>
                <c:pt idx="5485">
                  <c:v>548.5</c:v>
                </c:pt>
                <c:pt idx="5486">
                  <c:v>548.6</c:v>
                </c:pt>
                <c:pt idx="5487">
                  <c:v>548.70000000000005</c:v>
                </c:pt>
                <c:pt idx="5488">
                  <c:v>548.79999999999995</c:v>
                </c:pt>
                <c:pt idx="5489">
                  <c:v>548.9</c:v>
                </c:pt>
                <c:pt idx="5490">
                  <c:v>549</c:v>
                </c:pt>
                <c:pt idx="5491">
                  <c:v>549.1</c:v>
                </c:pt>
                <c:pt idx="5492">
                  <c:v>549.20000000000005</c:v>
                </c:pt>
                <c:pt idx="5493">
                  <c:v>549.29999999999995</c:v>
                </c:pt>
                <c:pt idx="5494">
                  <c:v>549.4</c:v>
                </c:pt>
                <c:pt idx="5495">
                  <c:v>549.5</c:v>
                </c:pt>
                <c:pt idx="5496">
                  <c:v>549.6</c:v>
                </c:pt>
                <c:pt idx="5497">
                  <c:v>549.70000000000005</c:v>
                </c:pt>
                <c:pt idx="5498">
                  <c:v>549.79999999999995</c:v>
                </c:pt>
                <c:pt idx="5499">
                  <c:v>549.9</c:v>
                </c:pt>
                <c:pt idx="5500">
                  <c:v>550</c:v>
                </c:pt>
                <c:pt idx="5501">
                  <c:v>550.1</c:v>
                </c:pt>
                <c:pt idx="5502">
                  <c:v>550.20000000000005</c:v>
                </c:pt>
                <c:pt idx="5503">
                  <c:v>550.29999999999995</c:v>
                </c:pt>
                <c:pt idx="5504">
                  <c:v>550.4</c:v>
                </c:pt>
                <c:pt idx="5505">
                  <c:v>550.5</c:v>
                </c:pt>
                <c:pt idx="5506">
                  <c:v>550.6</c:v>
                </c:pt>
                <c:pt idx="5507">
                  <c:v>550.70000000000005</c:v>
                </c:pt>
                <c:pt idx="5508">
                  <c:v>550.79999999999995</c:v>
                </c:pt>
                <c:pt idx="5509">
                  <c:v>550.9</c:v>
                </c:pt>
                <c:pt idx="5510">
                  <c:v>551</c:v>
                </c:pt>
                <c:pt idx="5511">
                  <c:v>551.1</c:v>
                </c:pt>
                <c:pt idx="5512">
                  <c:v>551.20000000000005</c:v>
                </c:pt>
                <c:pt idx="5513">
                  <c:v>551.29999999999995</c:v>
                </c:pt>
                <c:pt idx="5514">
                  <c:v>551.4</c:v>
                </c:pt>
                <c:pt idx="5515">
                  <c:v>551.5</c:v>
                </c:pt>
                <c:pt idx="5516">
                  <c:v>551.6</c:v>
                </c:pt>
                <c:pt idx="5517">
                  <c:v>551.70000000000005</c:v>
                </c:pt>
                <c:pt idx="5518">
                  <c:v>551.79999999999995</c:v>
                </c:pt>
                <c:pt idx="5519">
                  <c:v>551.9</c:v>
                </c:pt>
                <c:pt idx="5520">
                  <c:v>552</c:v>
                </c:pt>
                <c:pt idx="5521">
                  <c:v>552.1</c:v>
                </c:pt>
                <c:pt idx="5522">
                  <c:v>552.20000000000005</c:v>
                </c:pt>
                <c:pt idx="5523">
                  <c:v>552.29999999999995</c:v>
                </c:pt>
                <c:pt idx="5524">
                  <c:v>552.4</c:v>
                </c:pt>
                <c:pt idx="5525">
                  <c:v>552.5</c:v>
                </c:pt>
                <c:pt idx="5526">
                  <c:v>552.6</c:v>
                </c:pt>
                <c:pt idx="5527">
                  <c:v>552.70000000000005</c:v>
                </c:pt>
                <c:pt idx="5528">
                  <c:v>552.79999999999995</c:v>
                </c:pt>
                <c:pt idx="5529">
                  <c:v>552.9</c:v>
                </c:pt>
                <c:pt idx="5530">
                  <c:v>553</c:v>
                </c:pt>
                <c:pt idx="5531">
                  <c:v>553.1</c:v>
                </c:pt>
                <c:pt idx="5532">
                  <c:v>553.20000000000005</c:v>
                </c:pt>
                <c:pt idx="5533">
                  <c:v>553.29999999999995</c:v>
                </c:pt>
                <c:pt idx="5534">
                  <c:v>553.4</c:v>
                </c:pt>
                <c:pt idx="5535">
                  <c:v>553.5</c:v>
                </c:pt>
                <c:pt idx="5536">
                  <c:v>553.6</c:v>
                </c:pt>
                <c:pt idx="5537">
                  <c:v>553.70000000000005</c:v>
                </c:pt>
                <c:pt idx="5538">
                  <c:v>553.79999999999995</c:v>
                </c:pt>
                <c:pt idx="5539">
                  <c:v>553.9</c:v>
                </c:pt>
                <c:pt idx="5540">
                  <c:v>554</c:v>
                </c:pt>
                <c:pt idx="5541">
                  <c:v>554.1</c:v>
                </c:pt>
                <c:pt idx="5542">
                  <c:v>554.20000000000005</c:v>
                </c:pt>
                <c:pt idx="5543">
                  <c:v>554.29999999999995</c:v>
                </c:pt>
                <c:pt idx="5544">
                  <c:v>554.4</c:v>
                </c:pt>
                <c:pt idx="5545">
                  <c:v>554.5</c:v>
                </c:pt>
                <c:pt idx="5546">
                  <c:v>554.6</c:v>
                </c:pt>
                <c:pt idx="5547">
                  <c:v>554.70000000000005</c:v>
                </c:pt>
                <c:pt idx="5548">
                  <c:v>554.79999999999995</c:v>
                </c:pt>
                <c:pt idx="5549">
                  <c:v>554.9</c:v>
                </c:pt>
                <c:pt idx="5550">
                  <c:v>555</c:v>
                </c:pt>
                <c:pt idx="5551">
                  <c:v>555.1</c:v>
                </c:pt>
                <c:pt idx="5552">
                  <c:v>555.20000000000005</c:v>
                </c:pt>
                <c:pt idx="5553">
                  <c:v>555.29999999999995</c:v>
                </c:pt>
                <c:pt idx="5554">
                  <c:v>555.4</c:v>
                </c:pt>
                <c:pt idx="5555">
                  <c:v>555.5</c:v>
                </c:pt>
                <c:pt idx="5556">
                  <c:v>555.6</c:v>
                </c:pt>
                <c:pt idx="5557">
                  <c:v>555.70000000000005</c:v>
                </c:pt>
                <c:pt idx="5558">
                  <c:v>555.79999999999995</c:v>
                </c:pt>
                <c:pt idx="5559">
                  <c:v>555.9</c:v>
                </c:pt>
                <c:pt idx="5560">
                  <c:v>556</c:v>
                </c:pt>
                <c:pt idx="5561">
                  <c:v>556.1</c:v>
                </c:pt>
                <c:pt idx="5562">
                  <c:v>556.20000000000005</c:v>
                </c:pt>
                <c:pt idx="5563">
                  <c:v>556.29999999999995</c:v>
                </c:pt>
                <c:pt idx="5564">
                  <c:v>556.4</c:v>
                </c:pt>
                <c:pt idx="5565">
                  <c:v>556.5</c:v>
                </c:pt>
                <c:pt idx="5566">
                  <c:v>556.6</c:v>
                </c:pt>
                <c:pt idx="5567">
                  <c:v>556.70000000000005</c:v>
                </c:pt>
                <c:pt idx="5568">
                  <c:v>556.79999999999995</c:v>
                </c:pt>
                <c:pt idx="5569">
                  <c:v>556.9</c:v>
                </c:pt>
                <c:pt idx="5570">
                  <c:v>557</c:v>
                </c:pt>
                <c:pt idx="5571">
                  <c:v>557.1</c:v>
                </c:pt>
                <c:pt idx="5572">
                  <c:v>557.20000000000005</c:v>
                </c:pt>
                <c:pt idx="5573">
                  <c:v>557.29999999999995</c:v>
                </c:pt>
                <c:pt idx="5574">
                  <c:v>557.4</c:v>
                </c:pt>
                <c:pt idx="5575">
                  <c:v>557.5</c:v>
                </c:pt>
                <c:pt idx="5576">
                  <c:v>557.6</c:v>
                </c:pt>
                <c:pt idx="5577">
                  <c:v>557.70000000000005</c:v>
                </c:pt>
                <c:pt idx="5578">
                  <c:v>557.79999999999995</c:v>
                </c:pt>
                <c:pt idx="5579">
                  <c:v>557.9</c:v>
                </c:pt>
                <c:pt idx="5580">
                  <c:v>558</c:v>
                </c:pt>
                <c:pt idx="5581">
                  <c:v>558.1</c:v>
                </c:pt>
                <c:pt idx="5582">
                  <c:v>558.20000000000005</c:v>
                </c:pt>
                <c:pt idx="5583">
                  <c:v>558.29999999999995</c:v>
                </c:pt>
                <c:pt idx="5584">
                  <c:v>558.4</c:v>
                </c:pt>
                <c:pt idx="5585">
                  <c:v>558.5</c:v>
                </c:pt>
                <c:pt idx="5586">
                  <c:v>558.6</c:v>
                </c:pt>
                <c:pt idx="5587">
                  <c:v>558.70000000000005</c:v>
                </c:pt>
                <c:pt idx="5588">
                  <c:v>558.79999999999995</c:v>
                </c:pt>
                <c:pt idx="5589">
                  <c:v>558.9</c:v>
                </c:pt>
                <c:pt idx="5590">
                  <c:v>559</c:v>
                </c:pt>
                <c:pt idx="5591">
                  <c:v>559.1</c:v>
                </c:pt>
                <c:pt idx="5592">
                  <c:v>559.20000000000005</c:v>
                </c:pt>
                <c:pt idx="5593">
                  <c:v>559.29999999999995</c:v>
                </c:pt>
                <c:pt idx="5594">
                  <c:v>559.4</c:v>
                </c:pt>
                <c:pt idx="5595">
                  <c:v>559.5</c:v>
                </c:pt>
                <c:pt idx="5596">
                  <c:v>559.6</c:v>
                </c:pt>
                <c:pt idx="5597">
                  <c:v>559.70000000000005</c:v>
                </c:pt>
                <c:pt idx="5598">
                  <c:v>559.79999999999995</c:v>
                </c:pt>
                <c:pt idx="5599">
                  <c:v>559.9</c:v>
                </c:pt>
                <c:pt idx="5600">
                  <c:v>560</c:v>
                </c:pt>
                <c:pt idx="5601">
                  <c:v>560.1</c:v>
                </c:pt>
                <c:pt idx="5602">
                  <c:v>560.20000000000005</c:v>
                </c:pt>
                <c:pt idx="5603">
                  <c:v>560.29999999999995</c:v>
                </c:pt>
                <c:pt idx="5604">
                  <c:v>560.4</c:v>
                </c:pt>
                <c:pt idx="5605">
                  <c:v>560.5</c:v>
                </c:pt>
                <c:pt idx="5606">
                  <c:v>560.6</c:v>
                </c:pt>
                <c:pt idx="5607">
                  <c:v>560.70000000000005</c:v>
                </c:pt>
                <c:pt idx="5608">
                  <c:v>560.79999999999995</c:v>
                </c:pt>
                <c:pt idx="5609">
                  <c:v>560.9</c:v>
                </c:pt>
                <c:pt idx="5610">
                  <c:v>561</c:v>
                </c:pt>
                <c:pt idx="5611">
                  <c:v>561.1</c:v>
                </c:pt>
                <c:pt idx="5612">
                  <c:v>561.20000000000005</c:v>
                </c:pt>
                <c:pt idx="5613">
                  <c:v>561.29999999999995</c:v>
                </c:pt>
                <c:pt idx="5614">
                  <c:v>561.4</c:v>
                </c:pt>
                <c:pt idx="5615">
                  <c:v>561.5</c:v>
                </c:pt>
                <c:pt idx="5616">
                  <c:v>561.6</c:v>
                </c:pt>
                <c:pt idx="5617">
                  <c:v>561.70000000000005</c:v>
                </c:pt>
                <c:pt idx="5618">
                  <c:v>561.79999999999995</c:v>
                </c:pt>
                <c:pt idx="5619">
                  <c:v>561.9</c:v>
                </c:pt>
                <c:pt idx="5620">
                  <c:v>562</c:v>
                </c:pt>
                <c:pt idx="5621">
                  <c:v>562.1</c:v>
                </c:pt>
                <c:pt idx="5622">
                  <c:v>562.20000000000005</c:v>
                </c:pt>
                <c:pt idx="5623">
                  <c:v>562.29999999999995</c:v>
                </c:pt>
                <c:pt idx="5624">
                  <c:v>562.4</c:v>
                </c:pt>
                <c:pt idx="5625">
                  <c:v>562.5</c:v>
                </c:pt>
                <c:pt idx="5626">
                  <c:v>562.6</c:v>
                </c:pt>
                <c:pt idx="5627">
                  <c:v>562.70000000000005</c:v>
                </c:pt>
                <c:pt idx="5628">
                  <c:v>562.79999999999995</c:v>
                </c:pt>
                <c:pt idx="5629">
                  <c:v>562.9</c:v>
                </c:pt>
                <c:pt idx="5630">
                  <c:v>563</c:v>
                </c:pt>
                <c:pt idx="5631">
                  <c:v>563.1</c:v>
                </c:pt>
                <c:pt idx="5632">
                  <c:v>563.20000000000005</c:v>
                </c:pt>
                <c:pt idx="5633">
                  <c:v>563.29999999999995</c:v>
                </c:pt>
                <c:pt idx="5634">
                  <c:v>563.4</c:v>
                </c:pt>
                <c:pt idx="5635">
                  <c:v>563.5</c:v>
                </c:pt>
                <c:pt idx="5636">
                  <c:v>563.6</c:v>
                </c:pt>
                <c:pt idx="5637">
                  <c:v>563.70000000000005</c:v>
                </c:pt>
                <c:pt idx="5638">
                  <c:v>563.79999999999995</c:v>
                </c:pt>
                <c:pt idx="5639">
                  <c:v>563.9</c:v>
                </c:pt>
                <c:pt idx="5640">
                  <c:v>564</c:v>
                </c:pt>
                <c:pt idx="5641">
                  <c:v>564.1</c:v>
                </c:pt>
                <c:pt idx="5642">
                  <c:v>564.20000000000005</c:v>
                </c:pt>
                <c:pt idx="5643">
                  <c:v>564.29999999999995</c:v>
                </c:pt>
                <c:pt idx="5644">
                  <c:v>564.4</c:v>
                </c:pt>
                <c:pt idx="5645">
                  <c:v>564.5</c:v>
                </c:pt>
                <c:pt idx="5646">
                  <c:v>564.6</c:v>
                </c:pt>
                <c:pt idx="5647">
                  <c:v>564.70000000000005</c:v>
                </c:pt>
                <c:pt idx="5648">
                  <c:v>564.79999999999995</c:v>
                </c:pt>
                <c:pt idx="5649">
                  <c:v>564.9</c:v>
                </c:pt>
                <c:pt idx="5650">
                  <c:v>565</c:v>
                </c:pt>
                <c:pt idx="5651">
                  <c:v>565.1</c:v>
                </c:pt>
                <c:pt idx="5652">
                  <c:v>565.20000000000005</c:v>
                </c:pt>
                <c:pt idx="5653">
                  <c:v>565.29999999999995</c:v>
                </c:pt>
                <c:pt idx="5654">
                  <c:v>565.4</c:v>
                </c:pt>
                <c:pt idx="5655">
                  <c:v>565.5</c:v>
                </c:pt>
                <c:pt idx="5656">
                  <c:v>565.6</c:v>
                </c:pt>
                <c:pt idx="5657">
                  <c:v>565.70000000000005</c:v>
                </c:pt>
                <c:pt idx="5658">
                  <c:v>565.79999999999995</c:v>
                </c:pt>
                <c:pt idx="5659">
                  <c:v>565.9</c:v>
                </c:pt>
                <c:pt idx="5660">
                  <c:v>566</c:v>
                </c:pt>
                <c:pt idx="5661">
                  <c:v>566.1</c:v>
                </c:pt>
                <c:pt idx="5662">
                  <c:v>566.20000000000005</c:v>
                </c:pt>
                <c:pt idx="5663">
                  <c:v>566.29999999999995</c:v>
                </c:pt>
                <c:pt idx="5664">
                  <c:v>566.4</c:v>
                </c:pt>
                <c:pt idx="5665">
                  <c:v>566.5</c:v>
                </c:pt>
                <c:pt idx="5666">
                  <c:v>566.6</c:v>
                </c:pt>
                <c:pt idx="5667">
                  <c:v>566.70000000000005</c:v>
                </c:pt>
                <c:pt idx="5668">
                  <c:v>566.79999999999995</c:v>
                </c:pt>
                <c:pt idx="5669">
                  <c:v>566.9</c:v>
                </c:pt>
                <c:pt idx="5670">
                  <c:v>567</c:v>
                </c:pt>
                <c:pt idx="5671">
                  <c:v>567.1</c:v>
                </c:pt>
                <c:pt idx="5672">
                  <c:v>567.20000000000005</c:v>
                </c:pt>
                <c:pt idx="5673">
                  <c:v>567.29999999999995</c:v>
                </c:pt>
                <c:pt idx="5674">
                  <c:v>567.4</c:v>
                </c:pt>
                <c:pt idx="5675">
                  <c:v>567.5</c:v>
                </c:pt>
                <c:pt idx="5676">
                  <c:v>567.6</c:v>
                </c:pt>
                <c:pt idx="5677">
                  <c:v>567.70000000000005</c:v>
                </c:pt>
                <c:pt idx="5678">
                  <c:v>567.79999999999995</c:v>
                </c:pt>
                <c:pt idx="5679">
                  <c:v>567.9</c:v>
                </c:pt>
                <c:pt idx="5680">
                  <c:v>568</c:v>
                </c:pt>
                <c:pt idx="5681">
                  <c:v>568.1</c:v>
                </c:pt>
                <c:pt idx="5682">
                  <c:v>568.20000000000005</c:v>
                </c:pt>
                <c:pt idx="5683">
                  <c:v>568.29999999999995</c:v>
                </c:pt>
                <c:pt idx="5684">
                  <c:v>568.4</c:v>
                </c:pt>
                <c:pt idx="5685">
                  <c:v>568.5</c:v>
                </c:pt>
                <c:pt idx="5686">
                  <c:v>568.6</c:v>
                </c:pt>
                <c:pt idx="5687">
                  <c:v>568.70000000000005</c:v>
                </c:pt>
                <c:pt idx="5688">
                  <c:v>568.79999999999995</c:v>
                </c:pt>
                <c:pt idx="5689">
                  <c:v>568.9</c:v>
                </c:pt>
                <c:pt idx="5690">
                  <c:v>569</c:v>
                </c:pt>
                <c:pt idx="5691">
                  <c:v>569.1</c:v>
                </c:pt>
                <c:pt idx="5692">
                  <c:v>569.20000000000005</c:v>
                </c:pt>
                <c:pt idx="5693">
                  <c:v>569.29999999999995</c:v>
                </c:pt>
                <c:pt idx="5694">
                  <c:v>569.4</c:v>
                </c:pt>
                <c:pt idx="5695">
                  <c:v>569.5</c:v>
                </c:pt>
                <c:pt idx="5696">
                  <c:v>569.6</c:v>
                </c:pt>
                <c:pt idx="5697">
                  <c:v>569.70000000000005</c:v>
                </c:pt>
                <c:pt idx="5698">
                  <c:v>569.79999999999995</c:v>
                </c:pt>
                <c:pt idx="5699">
                  <c:v>569.9</c:v>
                </c:pt>
                <c:pt idx="5700">
                  <c:v>570</c:v>
                </c:pt>
                <c:pt idx="5701">
                  <c:v>570.1</c:v>
                </c:pt>
                <c:pt idx="5702">
                  <c:v>570.20000000000005</c:v>
                </c:pt>
                <c:pt idx="5703">
                  <c:v>570.29999999999995</c:v>
                </c:pt>
                <c:pt idx="5704">
                  <c:v>570.4</c:v>
                </c:pt>
                <c:pt idx="5705">
                  <c:v>570.5</c:v>
                </c:pt>
                <c:pt idx="5706">
                  <c:v>570.6</c:v>
                </c:pt>
                <c:pt idx="5707">
                  <c:v>570.70000000000005</c:v>
                </c:pt>
                <c:pt idx="5708">
                  <c:v>570.79999999999995</c:v>
                </c:pt>
                <c:pt idx="5709">
                  <c:v>570.9</c:v>
                </c:pt>
                <c:pt idx="5710">
                  <c:v>571</c:v>
                </c:pt>
                <c:pt idx="5711">
                  <c:v>571.1</c:v>
                </c:pt>
                <c:pt idx="5712">
                  <c:v>571.20000000000005</c:v>
                </c:pt>
                <c:pt idx="5713">
                  <c:v>571.29999999999995</c:v>
                </c:pt>
                <c:pt idx="5714">
                  <c:v>571.4</c:v>
                </c:pt>
                <c:pt idx="5715">
                  <c:v>571.5</c:v>
                </c:pt>
                <c:pt idx="5716">
                  <c:v>571.6</c:v>
                </c:pt>
                <c:pt idx="5717">
                  <c:v>571.70000000000005</c:v>
                </c:pt>
                <c:pt idx="5718">
                  <c:v>571.79999999999995</c:v>
                </c:pt>
                <c:pt idx="5719">
                  <c:v>571.9</c:v>
                </c:pt>
                <c:pt idx="5720">
                  <c:v>572</c:v>
                </c:pt>
                <c:pt idx="5721">
                  <c:v>572.1</c:v>
                </c:pt>
                <c:pt idx="5722">
                  <c:v>572.20000000000005</c:v>
                </c:pt>
                <c:pt idx="5723">
                  <c:v>572.29999999999995</c:v>
                </c:pt>
                <c:pt idx="5724">
                  <c:v>572.4</c:v>
                </c:pt>
                <c:pt idx="5725">
                  <c:v>572.5</c:v>
                </c:pt>
                <c:pt idx="5726">
                  <c:v>572.6</c:v>
                </c:pt>
                <c:pt idx="5727">
                  <c:v>572.70000000000005</c:v>
                </c:pt>
                <c:pt idx="5728">
                  <c:v>572.79999999999995</c:v>
                </c:pt>
                <c:pt idx="5729">
                  <c:v>572.9</c:v>
                </c:pt>
                <c:pt idx="5730">
                  <c:v>573</c:v>
                </c:pt>
                <c:pt idx="5731">
                  <c:v>573.1</c:v>
                </c:pt>
                <c:pt idx="5732">
                  <c:v>573.20000000000005</c:v>
                </c:pt>
                <c:pt idx="5733">
                  <c:v>573.29999999999995</c:v>
                </c:pt>
                <c:pt idx="5734">
                  <c:v>573.4</c:v>
                </c:pt>
                <c:pt idx="5735">
                  <c:v>573.5</c:v>
                </c:pt>
                <c:pt idx="5736">
                  <c:v>573.6</c:v>
                </c:pt>
                <c:pt idx="5737">
                  <c:v>573.70000000000005</c:v>
                </c:pt>
                <c:pt idx="5738">
                  <c:v>573.79999999999995</c:v>
                </c:pt>
                <c:pt idx="5739">
                  <c:v>573.9</c:v>
                </c:pt>
                <c:pt idx="5740">
                  <c:v>574</c:v>
                </c:pt>
                <c:pt idx="5741">
                  <c:v>574.1</c:v>
                </c:pt>
                <c:pt idx="5742">
                  <c:v>574.20000000000005</c:v>
                </c:pt>
                <c:pt idx="5743">
                  <c:v>574.29999999999995</c:v>
                </c:pt>
                <c:pt idx="5744">
                  <c:v>574.4</c:v>
                </c:pt>
                <c:pt idx="5745">
                  <c:v>574.5</c:v>
                </c:pt>
                <c:pt idx="5746">
                  <c:v>574.6</c:v>
                </c:pt>
                <c:pt idx="5747">
                  <c:v>574.70000000000005</c:v>
                </c:pt>
                <c:pt idx="5748">
                  <c:v>574.79999999999995</c:v>
                </c:pt>
                <c:pt idx="5749">
                  <c:v>574.9</c:v>
                </c:pt>
                <c:pt idx="5750">
                  <c:v>575</c:v>
                </c:pt>
                <c:pt idx="5751">
                  <c:v>575.1</c:v>
                </c:pt>
                <c:pt idx="5752">
                  <c:v>575.20000000000005</c:v>
                </c:pt>
                <c:pt idx="5753">
                  <c:v>575.29999999999995</c:v>
                </c:pt>
                <c:pt idx="5754">
                  <c:v>575.4</c:v>
                </c:pt>
                <c:pt idx="5755">
                  <c:v>575.5</c:v>
                </c:pt>
                <c:pt idx="5756">
                  <c:v>575.6</c:v>
                </c:pt>
                <c:pt idx="5757">
                  <c:v>575.70000000000005</c:v>
                </c:pt>
                <c:pt idx="5758">
                  <c:v>575.79999999999995</c:v>
                </c:pt>
                <c:pt idx="5759">
                  <c:v>575.9</c:v>
                </c:pt>
                <c:pt idx="5760">
                  <c:v>576</c:v>
                </c:pt>
                <c:pt idx="5761">
                  <c:v>576.1</c:v>
                </c:pt>
                <c:pt idx="5762">
                  <c:v>576.20000000000005</c:v>
                </c:pt>
                <c:pt idx="5763">
                  <c:v>576.29999999999995</c:v>
                </c:pt>
                <c:pt idx="5764">
                  <c:v>576.4</c:v>
                </c:pt>
                <c:pt idx="5765">
                  <c:v>576.5</c:v>
                </c:pt>
                <c:pt idx="5766">
                  <c:v>576.6</c:v>
                </c:pt>
                <c:pt idx="5767">
                  <c:v>576.70000000000005</c:v>
                </c:pt>
                <c:pt idx="5768">
                  <c:v>576.79999999999995</c:v>
                </c:pt>
                <c:pt idx="5769">
                  <c:v>576.9</c:v>
                </c:pt>
                <c:pt idx="5770">
                  <c:v>577</c:v>
                </c:pt>
                <c:pt idx="5771">
                  <c:v>577.1</c:v>
                </c:pt>
                <c:pt idx="5772">
                  <c:v>577.20000000000005</c:v>
                </c:pt>
                <c:pt idx="5773">
                  <c:v>577.29999999999995</c:v>
                </c:pt>
                <c:pt idx="5774">
                  <c:v>577.4</c:v>
                </c:pt>
                <c:pt idx="5775">
                  <c:v>577.5</c:v>
                </c:pt>
                <c:pt idx="5776">
                  <c:v>577.6</c:v>
                </c:pt>
                <c:pt idx="5777">
                  <c:v>577.70000000000005</c:v>
                </c:pt>
                <c:pt idx="5778">
                  <c:v>577.79999999999995</c:v>
                </c:pt>
                <c:pt idx="5779">
                  <c:v>577.9</c:v>
                </c:pt>
                <c:pt idx="5780">
                  <c:v>578</c:v>
                </c:pt>
                <c:pt idx="5781">
                  <c:v>578.1</c:v>
                </c:pt>
                <c:pt idx="5782">
                  <c:v>578.20000000000005</c:v>
                </c:pt>
                <c:pt idx="5783">
                  <c:v>578.29999999999995</c:v>
                </c:pt>
                <c:pt idx="5784">
                  <c:v>578.4</c:v>
                </c:pt>
                <c:pt idx="5785">
                  <c:v>578.5</c:v>
                </c:pt>
                <c:pt idx="5786">
                  <c:v>578.6</c:v>
                </c:pt>
                <c:pt idx="5787">
                  <c:v>578.70000000000005</c:v>
                </c:pt>
                <c:pt idx="5788">
                  <c:v>578.79999999999995</c:v>
                </c:pt>
                <c:pt idx="5789">
                  <c:v>578.9</c:v>
                </c:pt>
                <c:pt idx="5790">
                  <c:v>579</c:v>
                </c:pt>
                <c:pt idx="5791">
                  <c:v>579.1</c:v>
                </c:pt>
                <c:pt idx="5792">
                  <c:v>579.20000000000005</c:v>
                </c:pt>
                <c:pt idx="5793">
                  <c:v>579.29999999999995</c:v>
                </c:pt>
                <c:pt idx="5794">
                  <c:v>579.4</c:v>
                </c:pt>
                <c:pt idx="5795">
                  <c:v>579.5</c:v>
                </c:pt>
                <c:pt idx="5796">
                  <c:v>579.6</c:v>
                </c:pt>
                <c:pt idx="5797">
                  <c:v>579.70000000000005</c:v>
                </c:pt>
                <c:pt idx="5798">
                  <c:v>579.79999999999995</c:v>
                </c:pt>
                <c:pt idx="5799">
                  <c:v>579.9</c:v>
                </c:pt>
                <c:pt idx="5800">
                  <c:v>580</c:v>
                </c:pt>
                <c:pt idx="5801">
                  <c:v>580.1</c:v>
                </c:pt>
                <c:pt idx="5802">
                  <c:v>580.20000000000005</c:v>
                </c:pt>
                <c:pt idx="5803">
                  <c:v>580.29999999999995</c:v>
                </c:pt>
                <c:pt idx="5804">
                  <c:v>580.4</c:v>
                </c:pt>
                <c:pt idx="5805">
                  <c:v>580.5</c:v>
                </c:pt>
                <c:pt idx="5806">
                  <c:v>580.6</c:v>
                </c:pt>
                <c:pt idx="5807">
                  <c:v>580.70000000000005</c:v>
                </c:pt>
                <c:pt idx="5808">
                  <c:v>580.79999999999995</c:v>
                </c:pt>
                <c:pt idx="5809">
                  <c:v>580.9</c:v>
                </c:pt>
                <c:pt idx="5810">
                  <c:v>581</c:v>
                </c:pt>
                <c:pt idx="5811">
                  <c:v>581.1</c:v>
                </c:pt>
                <c:pt idx="5812">
                  <c:v>581.20000000000005</c:v>
                </c:pt>
                <c:pt idx="5813">
                  <c:v>581.29999999999995</c:v>
                </c:pt>
                <c:pt idx="5814">
                  <c:v>581.4</c:v>
                </c:pt>
                <c:pt idx="5815">
                  <c:v>581.5</c:v>
                </c:pt>
                <c:pt idx="5816">
                  <c:v>581.6</c:v>
                </c:pt>
                <c:pt idx="5817">
                  <c:v>581.70000000000005</c:v>
                </c:pt>
                <c:pt idx="5818">
                  <c:v>581.79999999999995</c:v>
                </c:pt>
                <c:pt idx="5819">
                  <c:v>581.9</c:v>
                </c:pt>
                <c:pt idx="5820">
                  <c:v>582</c:v>
                </c:pt>
                <c:pt idx="5821">
                  <c:v>582.1</c:v>
                </c:pt>
                <c:pt idx="5822">
                  <c:v>582.20000000000005</c:v>
                </c:pt>
                <c:pt idx="5823">
                  <c:v>582.29999999999995</c:v>
                </c:pt>
                <c:pt idx="5824">
                  <c:v>582.4</c:v>
                </c:pt>
                <c:pt idx="5825">
                  <c:v>582.5</c:v>
                </c:pt>
                <c:pt idx="5826">
                  <c:v>582.6</c:v>
                </c:pt>
                <c:pt idx="5827">
                  <c:v>582.70000000000005</c:v>
                </c:pt>
                <c:pt idx="5828">
                  <c:v>582.79999999999995</c:v>
                </c:pt>
                <c:pt idx="5829">
                  <c:v>582.9</c:v>
                </c:pt>
                <c:pt idx="5830">
                  <c:v>583</c:v>
                </c:pt>
                <c:pt idx="5831">
                  <c:v>583.1</c:v>
                </c:pt>
                <c:pt idx="5832">
                  <c:v>583.20000000000005</c:v>
                </c:pt>
                <c:pt idx="5833">
                  <c:v>583.29999999999995</c:v>
                </c:pt>
                <c:pt idx="5834">
                  <c:v>583.4</c:v>
                </c:pt>
                <c:pt idx="5835">
                  <c:v>583.5</c:v>
                </c:pt>
                <c:pt idx="5836">
                  <c:v>583.6</c:v>
                </c:pt>
                <c:pt idx="5837">
                  <c:v>583.70000000000005</c:v>
                </c:pt>
                <c:pt idx="5838">
                  <c:v>583.79999999999995</c:v>
                </c:pt>
                <c:pt idx="5839">
                  <c:v>583.9</c:v>
                </c:pt>
                <c:pt idx="5840">
                  <c:v>584</c:v>
                </c:pt>
                <c:pt idx="5841">
                  <c:v>584.1</c:v>
                </c:pt>
                <c:pt idx="5842">
                  <c:v>584.20000000000005</c:v>
                </c:pt>
                <c:pt idx="5843">
                  <c:v>584.29999999999995</c:v>
                </c:pt>
                <c:pt idx="5844">
                  <c:v>584.4</c:v>
                </c:pt>
                <c:pt idx="5845">
                  <c:v>584.5</c:v>
                </c:pt>
                <c:pt idx="5846">
                  <c:v>584.6</c:v>
                </c:pt>
                <c:pt idx="5847">
                  <c:v>584.70000000000005</c:v>
                </c:pt>
                <c:pt idx="5848">
                  <c:v>584.79999999999995</c:v>
                </c:pt>
                <c:pt idx="5849">
                  <c:v>584.9</c:v>
                </c:pt>
                <c:pt idx="5850">
                  <c:v>585</c:v>
                </c:pt>
                <c:pt idx="5851">
                  <c:v>585.1</c:v>
                </c:pt>
                <c:pt idx="5852">
                  <c:v>585.20000000000005</c:v>
                </c:pt>
                <c:pt idx="5853">
                  <c:v>585.29999999999995</c:v>
                </c:pt>
                <c:pt idx="5854">
                  <c:v>585.4</c:v>
                </c:pt>
                <c:pt idx="5855">
                  <c:v>585.5</c:v>
                </c:pt>
                <c:pt idx="5856">
                  <c:v>585.6</c:v>
                </c:pt>
                <c:pt idx="5857">
                  <c:v>585.70000000000005</c:v>
                </c:pt>
                <c:pt idx="5858">
                  <c:v>585.79999999999995</c:v>
                </c:pt>
                <c:pt idx="5859">
                  <c:v>585.9</c:v>
                </c:pt>
                <c:pt idx="5860">
                  <c:v>586</c:v>
                </c:pt>
                <c:pt idx="5861">
                  <c:v>586.1</c:v>
                </c:pt>
                <c:pt idx="5862">
                  <c:v>586.20000000000005</c:v>
                </c:pt>
                <c:pt idx="5863">
                  <c:v>586.29999999999995</c:v>
                </c:pt>
                <c:pt idx="5864">
                  <c:v>586.4</c:v>
                </c:pt>
                <c:pt idx="5865">
                  <c:v>586.5</c:v>
                </c:pt>
                <c:pt idx="5866">
                  <c:v>586.6</c:v>
                </c:pt>
                <c:pt idx="5867">
                  <c:v>586.70000000000005</c:v>
                </c:pt>
                <c:pt idx="5868">
                  <c:v>586.79999999999995</c:v>
                </c:pt>
                <c:pt idx="5869">
                  <c:v>586.9</c:v>
                </c:pt>
                <c:pt idx="5870">
                  <c:v>587</c:v>
                </c:pt>
                <c:pt idx="5871">
                  <c:v>587.1</c:v>
                </c:pt>
                <c:pt idx="5872">
                  <c:v>587.20000000000005</c:v>
                </c:pt>
                <c:pt idx="5873">
                  <c:v>587.29999999999995</c:v>
                </c:pt>
                <c:pt idx="5874">
                  <c:v>587.4</c:v>
                </c:pt>
                <c:pt idx="5875">
                  <c:v>587.5</c:v>
                </c:pt>
                <c:pt idx="5876">
                  <c:v>587.6</c:v>
                </c:pt>
                <c:pt idx="5877">
                  <c:v>587.70000000000005</c:v>
                </c:pt>
                <c:pt idx="5878">
                  <c:v>587.79999999999995</c:v>
                </c:pt>
                <c:pt idx="5879">
                  <c:v>587.9</c:v>
                </c:pt>
                <c:pt idx="5880">
                  <c:v>588</c:v>
                </c:pt>
                <c:pt idx="5881">
                  <c:v>588.1</c:v>
                </c:pt>
                <c:pt idx="5882">
                  <c:v>588.20000000000005</c:v>
                </c:pt>
                <c:pt idx="5883">
                  <c:v>588.29999999999995</c:v>
                </c:pt>
                <c:pt idx="5884">
                  <c:v>588.4</c:v>
                </c:pt>
                <c:pt idx="5885">
                  <c:v>588.5</c:v>
                </c:pt>
                <c:pt idx="5886">
                  <c:v>588.6</c:v>
                </c:pt>
                <c:pt idx="5887">
                  <c:v>588.70000000000005</c:v>
                </c:pt>
                <c:pt idx="5888">
                  <c:v>588.79999999999995</c:v>
                </c:pt>
                <c:pt idx="5889">
                  <c:v>588.9</c:v>
                </c:pt>
                <c:pt idx="5890">
                  <c:v>589</c:v>
                </c:pt>
                <c:pt idx="5891">
                  <c:v>589.1</c:v>
                </c:pt>
                <c:pt idx="5892">
                  <c:v>589.20000000000005</c:v>
                </c:pt>
                <c:pt idx="5893">
                  <c:v>589.29999999999995</c:v>
                </c:pt>
                <c:pt idx="5894">
                  <c:v>589.4</c:v>
                </c:pt>
                <c:pt idx="5895">
                  <c:v>589.5</c:v>
                </c:pt>
                <c:pt idx="5896">
                  <c:v>589.6</c:v>
                </c:pt>
                <c:pt idx="5897">
                  <c:v>589.70000000000005</c:v>
                </c:pt>
                <c:pt idx="5898">
                  <c:v>589.79999999999995</c:v>
                </c:pt>
                <c:pt idx="5899">
                  <c:v>589.9</c:v>
                </c:pt>
                <c:pt idx="5900">
                  <c:v>590</c:v>
                </c:pt>
                <c:pt idx="5901">
                  <c:v>590.1</c:v>
                </c:pt>
                <c:pt idx="5902">
                  <c:v>590.20000000000005</c:v>
                </c:pt>
                <c:pt idx="5903">
                  <c:v>590.29999999999995</c:v>
                </c:pt>
                <c:pt idx="5904">
                  <c:v>590.4</c:v>
                </c:pt>
                <c:pt idx="5905">
                  <c:v>590.5</c:v>
                </c:pt>
                <c:pt idx="5906">
                  <c:v>590.6</c:v>
                </c:pt>
                <c:pt idx="5907">
                  <c:v>590.70000000000005</c:v>
                </c:pt>
                <c:pt idx="5908">
                  <c:v>590.79999999999995</c:v>
                </c:pt>
                <c:pt idx="5909">
                  <c:v>590.9</c:v>
                </c:pt>
                <c:pt idx="5910">
                  <c:v>591</c:v>
                </c:pt>
                <c:pt idx="5911">
                  <c:v>591.1</c:v>
                </c:pt>
                <c:pt idx="5912">
                  <c:v>591.20000000000005</c:v>
                </c:pt>
                <c:pt idx="5913">
                  <c:v>591.29999999999995</c:v>
                </c:pt>
                <c:pt idx="5914">
                  <c:v>591.4</c:v>
                </c:pt>
                <c:pt idx="5915">
                  <c:v>591.5</c:v>
                </c:pt>
                <c:pt idx="5916">
                  <c:v>591.6</c:v>
                </c:pt>
                <c:pt idx="5917">
                  <c:v>591.70000000000005</c:v>
                </c:pt>
                <c:pt idx="5918">
                  <c:v>591.79999999999995</c:v>
                </c:pt>
                <c:pt idx="5919">
                  <c:v>591.9</c:v>
                </c:pt>
                <c:pt idx="5920">
                  <c:v>592</c:v>
                </c:pt>
                <c:pt idx="5921">
                  <c:v>592.1</c:v>
                </c:pt>
                <c:pt idx="5922">
                  <c:v>592.20000000000005</c:v>
                </c:pt>
                <c:pt idx="5923">
                  <c:v>592.29999999999995</c:v>
                </c:pt>
                <c:pt idx="5924">
                  <c:v>592.4</c:v>
                </c:pt>
                <c:pt idx="5925">
                  <c:v>592.5</c:v>
                </c:pt>
                <c:pt idx="5926">
                  <c:v>592.6</c:v>
                </c:pt>
                <c:pt idx="5927">
                  <c:v>592.70000000000005</c:v>
                </c:pt>
                <c:pt idx="5928">
                  <c:v>592.79999999999995</c:v>
                </c:pt>
                <c:pt idx="5929">
                  <c:v>592.9</c:v>
                </c:pt>
                <c:pt idx="5930">
                  <c:v>593</c:v>
                </c:pt>
                <c:pt idx="5931">
                  <c:v>593.1</c:v>
                </c:pt>
                <c:pt idx="5932">
                  <c:v>593.20000000000005</c:v>
                </c:pt>
                <c:pt idx="5933">
                  <c:v>593.29999999999995</c:v>
                </c:pt>
                <c:pt idx="5934">
                  <c:v>593.4</c:v>
                </c:pt>
                <c:pt idx="5935">
                  <c:v>593.5</c:v>
                </c:pt>
                <c:pt idx="5936">
                  <c:v>593.6</c:v>
                </c:pt>
                <c:pt idx="5937">
                  <c:v>593.70000000000005</c:v>
                </c:pt>
                <c:pt idx="5938">
                  <c:v>593.79999999999995</c:v>
                </c:pt>
                <c:pt idx="5939">
                  <c:v>593.9</c:v>
                </c:pt>
                <c:pt idx="5940">
                  <c:v>594</c:v>
                </c:pt>
                <c:pt idx="5941">
                  <c:v>594.1</c:v>
                </c:pt>
                <c:pt idx="5942">
                  <c:v>594.20000000000005</c:v>
                </c:pt>
                <c:pt idx="5943">
                  <c:v>594.29999999999995</c:v>
                </c:pt>
                <c:pt idx="5944">
                  <c:v>594.4</c:v>
                </c:pt>
                <c:pt idx="5945">
                  <c:v>594.5</c:v>
                </c:pt>
                <c:pt idx="5946">
                  <c:v>594.6</c:v>
                </c:pt>
                <c:pt idx="5947">
                  <c:v>594.70000000000005</c:v>
                </c:pt>
                <c:pt idx="5948">
                  <c:v>594.79999999999995</c:v>
                </c:pt>
                <c:pt idx="5949">
                  <c:v>594.9</c:v>
                </c:pt>
                <c:pt idx="5950">
                  <c:v>595</c:v>
                </c:pt>
                <c:pt idx="5951">
                  <c:v>595.1</c:v>
                </c:pt>
                <c:pt idx="5952">
                  <c:v>595.20000000000005</c:v>
                </c:pt>
                <c:pt idx="5953">
                  <c:v>595.29999999999995</c:v>
                </c:pt>
                <c:pt idx="5954">
                  <c:v>595.4</c:v>
                </c:pt>
                <c:pt idx="5955">
                  <c:v>595.5</c:v>
                </c:pt>
                <c:pt idx="5956">
                  <c:v>595.6</c:v>
                </c:pt>
                <c:pt idx="5957">
                  <c:v>595.70000000000005</c:v>
                </c:pt>
                <c:pt idx="5958">
                  <c:v>595.79999999999995</c:v>
                </c:pt>
                <c:pt idx="5959">
                  <c:v>595.9</c:v>
                </c:pt>
                <c:pt idx="5960">
                  <c:v>596</c:v>
                </c:pt>
                <c:pt idx="5961">
                  <c:v>596.1</c:v>
                </c:pt>
                <c:pt idx="5962">
                  <c:v>596.20000000000005</c:v>
                </c:pt>
                <c:pt idx="5963">
                  <c:v>596.29999999999995</c:v>
                </c:pt>
                <c:pt idx="5964">
                  <c:v>596.4</c:v>
                </c:pt>
                <c:pt idx="5965">
                  <c:v>596.5</c:v>
                </c:pt>
                <c:pt idx="5966">
                  <c:v>596.6</c:v>
                </c:pt>
                <c:pt idx="5967">
                  <c:v>596.70000000000005</c:v>
                </c:pt>
                <c:pt idx="5968">
                  <c:v>596.79999999999995</c:v>
                </c:pt>
                <c:pt idx="5969">
                  <c:v>596.9</c:v>
                </c:pt>
                <c:pt idx="5970">
                  <c:v>597</c:v>
                </c:pt>
                <c:pt idx="5971">
                  <c:v>597.1</c:v>
                </c:pt>
                <c:pt idx="5972">
                  <c:v>597.20000000000005</c:v>
                </c:pt>
                <c:pt idx="5973">
                  <c:v>597.29999999999995</c:v>
                </c:pt>
                <c:pt idx="5974">
                  <c:v>597.4</c:v>
                </c:pt>
                <c:pt idx="5975">
                  <c:v>597.5</c:v>
                </c:pt>
                <c:pt idx="5976">
                  <c:v>597.6</c:v>
                </c:pt>
                <c:pt idx="5977">
                  <c:v>597.70000000000005</c:v>
                </c:pt>
                <c:pt idx="5978">
                  <c:v>597.79999999999995</c:v>
                </c:pt>
                <c:pt idx="5979">
                  <c:v>597.9</c:v>
                </c:pt>
                <c:pt idx="5980">
                  <c:v>598</c:v>
                </c:pt>
                <c:pt idx="5981">
                  <c:v>598.1</c:v>
                </c:pt>
                <c:pt idx="5982">
                  <c:v>598.20000000000005</c:v>
                </c:pt>
                <c:pt idx="5983">
                  <c:v>598.29999999999995</c:v>
                </c:pt>
                <c:pt idx="5984">
                  <c:v>598.4</c:v>
                </c:pt>
                <c:pt idx="5985">
                  <c:v>598.5</c:v>
                </c:pt>
                <c:pt idx="5986">
                  <c:v>598.6</c:v>
                </c:pt>
                <c:pt idx="5987">
                  <c:v>598.70000000000005</c:v>
                </c:pt>
                <c:pt idx="5988">
                  <c:v>598.79999999999995</c:v>
                </c:pt>
                <c:pt idx="5989">
                  <c:v>598.9</c:v>
                </c:pt>
                <c:pt idx="5990">
                  <c:v>599</c:v>
                </c:pt>
                <c:pt idx="5991">
                  <c:v>599.1</c:v>
                </c:pt>
                <c:pt idx="5992">
                  <c:v>599.20000000000005</c:v>
                </c:pt>
                <c:pt idx="5993">
                  <c:v>599.29999999999995</c:v>
                </c:pt>
                <c:pt idx="5994">
                  <c:v>599.4</c:v>
                </c:pt>
                <c:pt idx="5995">
                  <c:v>599.5</c:v>
                </c:pt>
                <c:pt idx="5996">
                  <c:v>599.6</c:v>
                </c:pt>
                <c:pt idx="5997">
                  <c:v>599.70000000000005</c:v>
                </c:pt>
                <c:pt idx="5998">
                  <c:v>599.79999999999995</c:v>
                </c:pt>
                <c:pt idx="5999">
                  <c:v>599.9</c:v>
                </c:pt>
                <c:pt idx="6000">
                  <c:v>600</c:v>
                </c:pt>
                <c:pt idx="6001">
                  <c:v>600.1</c:v>
                </c:pt>
                <c:pt idx="6002">
                  <c:v>600.20000000000005</c:v>
                </c:pt>
                <c:pt idx="6003">
                  <c:v>600.29999999999995</c:v>
                </c:pt>
                <c:pt idx="6004">
                  <c:v>600.4</c:v>
                </c:pt>
                <c:pt idx="6005">
                  <c:v>600.5</c:v>
                </c:pt>
                <c:pt idx="6006">
                  <c:v>600.6</c:v>
                </c:pt>
                <c:pt idx="6007">
                  <c:v>600.70000000000005</c:v>
                </c:pt>
                <c:pt idx="6008">
                  <c:v>600.79999999999995</c:v>
                </c:pt>
                <c:pt idx="6009">
                  <c:v>600.9</c:v>
                </c:pt>
                <c:pt idx="6010">
                  <c:v>601</c:v>
                </c:pt>
                <c:pt idx="6011">
                  <c:v>601.1</c:v>
                </c:pt>
                <c:pt idx="6012">
                  <c:v>601.20000000000005</c:v>
                </c:pt>
                <c:pt idx="6013">
                  <c:v>601.29999999999995</c:v>
                </c:pt>
                <c:pt idx="6014">
                  <c:v>601.4</c:v>
                </c:pt>
                <c:pt idx="6015">
                  <c:v>601.5</c:v>
                </c:pt>
                <c:pt idx="6016">
                  <c:v>601.6</c:v>
                </c:pt>
                <c:pt idx="6017">
                  <c:v>601.70000000000005</c:v>
                </c:pt>
                <c:pt idx="6018">
                  <c:v>601.79999999999995</c:v>
                </c:pt>
                <c:pt idx="6019">
                  <c:v>601.9</c:v>
                </c:pt>
                <c:pt idx="6020">
                  <c:v>602</c:v>
                </c:pt>
                <c:pt idx="6021">
                  <c:v>602.1</c:v>
                </c:pt>
                <c:pt idx="6022">
                  <c:v>602.20000000000005</c:v>
                </c:pt>
                <c:pt idx="6023">
                  <c:v>602.29999999999995</c:v>
                </c:pt>
                <c:pt idx="6024">
                  <c:v>602.4</c:v>
                </c:pt>
                <c:pt idx="6025">
                  <c:v>602.5</c:v>
                </c:pt>
                <c:pt idx="6026">
                  <c:v>602.6</c:v>
                </c:pt>
                <c:pt idx="6027">
                  <c:v>602.70000000000005</c:v>
                </c:pt>
                <c:pt idx="6028">
                  <c:v>602.79999999999995</c:v>
                </c:pt>
                <c:pt idx="6029">
                  <c:v>602.9</c:v>
                </c:pt>
                <c:pt idx="6030">
                  <c:v>603</c:v>
                </c:pt>
                <c:pt idx="6031">
                  <c:v>603.1</c:v>
                </c:pt>
                <c:pt idx="6032">
                  <c:v>603.20000000000005</c:v>
                </c:pt>
                <c:pt idx="6033">
                  <c:v>603.29999999999995</c:v>
                </c:pt>
                <c:pt idx="6034">
                  <c:v>603.4</c:v>
                </c:pt>
                <c:pt idx="6035">
                  <c:v>603.5</c:v>
                </c:pt>
                <c:pt idx="6036">
                  <c:v>603.6</c:v>
                </c:pt>
                <c:pt idx="6037">
                  <c:v>603.70000000000005</c:v>
                </c:pt>
                <c:pt idx="6038">
                  <c:v>603.79999999999995</c:v>
                </c:pt>
                <c:pt idx="6039">
                  <c:v>603.9</c:v>
                </c:pt>
                <c:pt idx="6040">
                  <c:v>604</c:v>
                </c:pt>
                <c:pt idx="6041">
                  <c:v>604.1</c:v>
                </c:pt>
                <c:pt idx="6042">
                  <c:v>604.20000000000005</c:v>
                </c:pt>
                <c:pt idx="6043">
                  <c:v>604.29999999999995</c:v>
                </c:pt>
                <c:pt idx="6044">
                  <c:v>604.4</c:v>
                </c:pt>
                <c:pt idx="6045">
                  <c:v>604.5</c:v>
                </c:pt>
                <c:pt idx="6046">
                  <c:v>604.6</c:v>
                </c:pt>
                <c:pt idx="6047">
                  <c:v>604.70000000000005</c:v>
                </c:pt>
                <c:pt idx="6048">
                  <c:v>604.79999999999995</c:v>
                </c:pt>
                <c:pt idx="6049">
                  <c:v>604.9</c:v>
                </c:pt>
                <c:pt idx="6050">
                  <c:v>605</c:v>
                </c:pt>
                <c:pt idx="6051">
                  <c:v>605.1</c:v>
                </c:pt>
                <c:pt idx="6052">
                  <c:v>605.20000000000005</c:v>
                </c:pt>
                <c:pt idx="6053">
                  <c:v>605.29999999999995</c:v>
                </c:pt>
                <c:pt idx="6054">
                  <c:v>605.4</c:v>
                </c:pt>
                <c:pt idx="6055">
                  <c:v>605.5</c:v>
                </c:pt>
                <c:pt idx="6056">
                  <c:v>605.6</c:v>
                </c:pt>
                <c:pt idx="6057">
                  <c:v>605.70000000000005</c:v>
                </c:pt>
                <c:pt idx="6058">
                  <c:v>605.79999999999995</c:v>
                </c:pt>
                <c:pt idx="6059">
                  <c:v>605.9</c:v>
                </c:pt>
                <c:pt idx="6060">
                  <c:v>606</c:v>
                </c:pt>
                <c:pt idx="6061">
                  <c:v>606.1</c:v>
                </c:pt>
                <c:pt idx="6062">
                  <c:v>606.20000000000005</c:v>
                </c:pt>
                <c:pt idx="6063">
                  <c:v>606.29999999999995</c:v>
                </c:pt>
                <c:pt idx="6064">
                  <c:v>606.4</c:v>
                </c:pt>
                <c:pt idx="6065">
                  <c:v>606.5</c:v>
                </c:pt>
                <c:pt idx="6066">
                  <c:v>606.6</c:v>
                </c:pt>
                <c:pt idx="6067">
                  <c:v>606.70000000000005</c:v>
                </c:pt>
                <c:pt idx="6068">
                  <c:v>606.79999999999995</c:v>
                </c:pt>
                <c:pt idx="6069">
                  <c:v>606.9</c:v>
                </c:pt>
                <c:pt idx="6070">
                  <c:v>607</c:v>
                </c:pt>
                <c:pt idx="6071">
                  <c:v>607.1</c:v>
                </c:pt>
                <c:pt idx="6072">
                  <c:v>607.20000000000005</c:v>
                </c:pt>
                <c:pt idx="6073">
                  <c:v>607.29999999999995</c:v>
                </c:pt>
                <c:pt idx="6074">
                  <c:v>607.4</c:v>
                </c:pt>
                <c:pt idx="6075">
                  <c:v>607.5</c:v>
                </c:pt>
                <c:pt idx="6076">
                  <c:v>607.6</c:v>
                </c:pt>
                <c:pt idx="6077">
                  <c:v>607.70000000000005</c:v>
                </c:pt>
                <c:pt idx="6078">
                  <c:v>607.79999999999995</c:v>
                </c:pt>
                <c:pt idx="6079">
                  <c:v>607.9</c:v>
                </c:pt>
                <c:pt idx="6080">
                  <c:v>608</c:v>
                </c:pt>
                <c:pt idx="6081">
                  <c:v>608.1</c:v>
                </c:pt>
                <c:pt idx="6082">
                  <c:v>608.20000000000005</c:v>
                </c:pt>
                <c:pt idx="6083">
                  <c:v>608.29999999999995</c:v>
                </c:pt>
                <c:pt idx="6084">
                  <c:v>608.4</c:v>
                </c:pt>
                <c:pt idx="6085">
                  <c:v>608.5</c:v>
                </c:pt>
                <c:pt idx="6086">
                  <c:v>608.6</c:v>
                </c:pt>
                <c:pt idx="6087">
                  <c:v>608.70000000000005</c:v>
                </c:pt>
                <c:pt idx="6088">
                  <c:v>608.79999999999995</c:v>
                </c:pt>
                <c:pt idx="6089">
                  <c:v>608.9</c:v>
                </c:pt>
                <c:pt idx="6090">
                  <c:v>609</c:v>
                </c:pt>
                <c:pt idx="6091">
                  <c:v>609.1</c:v>
                </c:pt>
                <c:pt idx="6092">
                  <c:v>609.20000000000005</c:v>
                </c:pt>
                <c:pt idx="6093">
                  <c:v>609.29999999999995</c:v>
                </c:pt>
                <c:pt idx="6094">
                  <c:v>609.4</c:v>
                </c:pt>
                <c:pt idx="6095">
                  <c:v>609.5</c:v>
                </c:pt>
                <c:pt idx="6096">
                  <c:v>609.6</c:v>
                </c:pt>
                <c:pt idx="6097">
                  <c:v>609.70000000000005</c:v>
                </c:pt>
                <c:pt idx="6098">
                  <c:v>609.79999999999995</c:v>
                </c:pt>
                <c:pt idx="6099">
                  <c:v>609.9</c:v>
                </c:pt>
                <c:pt idx="6100">
                  <c:v>610</c:v>
                </c:pt>
                <c:pt idx="6101">
                  <c:v>610.1</c:v>
                </c:pt>
                <c:pt idx="6102">
                  <c:v>610.20000000000005</c:v>
                </c:pt>
                <c:pt idx="6103">
                  <c:v>610.29999999999995</c:v>
                </c:pt>
                <c:pt idx="6104">
                  <c:v>610.4</c:v>
                </c:pt>
                <c:pt idx="6105">
                  <c:v>610.5</c:v>
                </c:pt>
                <c:pt idx="6106">
                  <c:v>610.6</c:v>
                </c:pt>
                <c:pt idx="6107">
                  <c:v>610.70000000000005</c:v>
                </c:pt>
                <c:pt idx="6108">
                  <c:v>610.79999999999995</c:v>
                </c:pt>
                <c:pt idx="6109">
                  <c:v>610.9</c:v>
                </c:pt>
                <c:pt idx="6110">
                  <c:v>611</c:v>
                </c:pt>
                <c:pt idx="6111">
                  <c:v>611.1</c:v>
                </c:pt>
                <c:pt idx="6112">
                  <c:v>611.20000000000005</c:v>
                </c:pt>
                <c:pt idx="6113">
                  <c:v>611.29999999999995</c:v>
                </c:pt>
                <c:pt idx="6114">
                  <c:v>611.4</c:v>
                </c:pt>
                <c:pt idx="6115">
                  <c:v>611.5</c:v>
                </c:pt>
                <c:pt idx="6116">
                  <c:v>611.6</c:v>
                </c:pt>
                <c:pt idx="6117">
                  <c:v>611.70000000000005</c:v>
                </c:pt>
                <c:pt idx="6118">
                  <c:v>611.79999999999995</c:v>
                </c:pt>
                <c:pt idx="6119">
                  <c:v>611.9</c:v>
                </c:pt>
                <c:pt idx="6120">
                  <c:v>612</c:v>
                </c:pt>
                <c:pt idx="6121">
                  <c:v>612.1</c:v>
                </c:pt>
                <c:pt idx="6122">
                  <c:v>612.20000000000005</c:v>
                </c:pt>
                <c:pt idx="6123">
                  <c:v>612.29999999999995</c:v>
                </c:pt>
                <c:pt idx="6124">
                  <c:v>612.4</c:v>
                </c:pt>
                <c:pt idx="6125">
                  <c:v>612.5</c:v>
                </c:pt>
                <c:pt idx="6126">
                  <c:v>612.6</c:v>
                </c:pt>
                <c:pt idx="6127">
                  <c:v>612.70000000000005</c:v>
                </c:pt>
                <c:pt idx="6128">
                  <c:v>612.79999999999995</c:v>
                </c:pt>
                <c:pt idx="6129">
                  <c:v>612.9</c:v>
                </c:pt>
                <c:pt idx="6130">
                  <c:v>613</c:v>
                </c:pt>
                <c:pt idx="6131">
                  <c:v>613.1</c:v>
                </c:pt>
                <c:pt idx="6132">
                  <c:v>613.20000000000005</c:v>
                </c:pt>
                <c:pt idx="6133">
                  <c:v>613.29999999999995</c:v>
                </c:pt>
                <c:pt idx="6134">
                  <c:v>613.4</c:v>
                </c:pt>
                <c:pt idx="6135">
                  <c:v>613.5</c:v>
                </c:pt>
                <c:pt idx="6136">
                  <c:v>613.6</c:v>
                </c:pt>
                <c:pt idx="6137">
                  <c:v>613.70000000000005</c:v>
                </c:pt>
                <c:pt idx="6138">
                  <c:v>613.79999999999995</c:v>
                </c:pt>
                <c:pt idx="6139">
                  <c:v>613.9</c:v>
                </c:pt>
                <c:pt idx="6140">
                  <c:v>614</c:v>
                </c:pt>
                <c:pt idx="6141">
                  <c:v>614.1</c:v>
                </c:pt>
                <c:pt idx="6142">
                  <c:v>614.20000000000005</c:v>
                </c:pt>
                <c:pt idx="6143">
                  <c:v>614.29999999999995</c:v>
                </c:pt>
                <c:pt idx="6144">
                  <c:v>614.4</c:v>
                </c:pt>
                <c:pt idx="6145">
                  <c:v>614.5</c:v>
                </c:pt>
                <c:pt idx="6146">
                  <c:v>614.6</c:v>
                </c:pt>
                <c:pt idx="6147">
                  <c:v>614.70000000000005</c:v>
                </c:pt>
                <c:pt idx="6148">
                  <c:v>614.79999999999995</c:v>
                </c:pt>
                <c:pt idx="6149">
                  <c:v>614.9</c:v>
                </c:pt>
                <c:pt idx="6150">
                  <c:v>615</c:v>
                </c:pt>
                <c:pt idx="6151">
                  <c:v>615.1</c:v>
                </c:pt>
                <c:pt idx="6152">
                  <c:v>615.20000000000005</c:v>
                </c:pt>
                <c:pt idx="6153">
                  <c:v>615.29999999999995</c:v>
                </c:pt>
                <c:pt idx="6154">
                  <c:v>615.4</c:v>
                </c:pt>
                <c:pt idx="6155">
                  <c:v>615.5</c:v>
                </c:pt>
                <c:pt idx="6156">
                  <c:v>615.6</c:v>
                </c:pt>
                <c:pt idx="6157">
                  <c:v>615.70000000000005</c:v>
                </c:pt>
                <c:pt idx="6158">
                  <c:v>615.79999999999995</c:v>
                </c:pt>
                <c:pt idx="6159">
                  <c:v>615.9</c:v>
                </c:pt>
                <c:pt idx="6160">
                  <c:v>616</c:v>
                </c:pt>
                <c:pt idx="6161">
                  <c:v>616.1</c:v>
                </c:pt>
                <c:pt idx="6162">
                  <c:v>616.20000000000005</c:v>
                </c:pt>
                <c:pt idx="6163">
                  <c:v>616.29999999999995</c:v>
                </c:pt>
                <c:pt idx="6164">
                  <c:v>616.4</c:v>
                </c:pt>
                <c:pt idx="6165">
                  <c:v>616.5</c:v>
                </c:pt>
                <c:pt idx="6166">
                  <c:v>616.6</c:v>
                </c:pt>
                <c:pt idx="6167">
                  <c:v>616.70000000000005</c:v>
                </c:pt>
                <c:pt idx="6168">
                  <c:v>616.79999999999995</c:v>
                </c:pt>
                <c:pt idx="6169">
                  <c:v>616.9</c:v>
                </c:pt>
                <c:pt idx="6170">
                  <c:v>617</c:v>
                </c:pt>
                <c:pt idx="6171">
                  <c:v>617.1</c:v>
                </c:pt>
                <c:pt idx="6172">
                  <c:v>617.20000000000005</c:v>
                </c:pt>
                <c:pt idx="6173">
                  <c:v>617.29999999999995</c:v>
                </c:pt>
                <c:pt idx="6174">
                  <c:v>617.4</c:v>
                </c:pt>
                <c:pt idx="6175">
                  <c:v>617.5</c:v>
                </c:pt>
                <c:pt idx="6176">
                  <c:v>617.6</c:v>
                </c:pt>
                <c:pt idx="6177">
                  <c:v>617.70000000000005</c:v>
                </c:pt>
                <c:pt idx="6178">
                  <c:v>617.79999999999995</c:v>
                </c:pt>
                <c:pt idx="6179">
                  <c:v>617.9</c:v>
                </c:pt>
                <c:pt idx="6180">
                  <c:v>618</c:v>
                </c:pt>
                <c:pt idx="6181">
                  <c:v>618.1</c:v>
                </c:pt>
                <c:pt idx="6182">
                  <c:v>618.20000000000005</c:v>
                </c:pt>
                <c:pt idx="6183">
                  <c:v>618.29999999999995</c:v>
                </c:pt>
                <c:pt idx="6184">
                  <c:v>618.4</c:v>
                </c:pt>
                <c:pt idx="6185">
                  <c:v>618.5</c:v>
                </c:pt>
                <c:pt idx="6186">
                  <c:v>618.6</c:v>
                </c:pt>
                <c:pt idx="6187">
                  <c:v>618.70000000000005</c:v>
                </c:pt>
                <c:pt idx="6188">
                  <c:v>618.79999999999995</c:v>
                </c:pt>
                <c:pt idx="6189">
                  <c:v>618.9</c:v>
                </c:pt>
                <c:pt idx="6190">
                  <c:v>619</c:v>
                </c:pt>
                <c:pt idx="6191">
                  <c:v>619.1</c:v>
                </c:pt>
                <c:pt idx="6192">
                  <c:v>619.20000000000005</c:v>
                </c:pt>
                <c:pt idx="6193">
                  <c:v>619.29999999999995</c:v>
                </c:pt>
                <c:pt idx="6194">
                  <c:v>619.4</c:v>
                </c:pt>
                <c:pt idx="6195">
                  <c:v>619.5</c:v>
                </c:pt>
                <c:pt idx="6196">
                  <c:v>619.6</c:v>
                </c:pt>
                <c:pt idx="6197">
                  <c:v>619.70000000000005</c:v>
                </c:pt>
                <c:pt idx="6198">
                  <c:v>619.79999999999995</c:v>
                </c:pt>
                <c:pt idx="6199">
                  <c:v>619.9</c:v>
                </c:pt>
                <c:pt idx="6200">
                  <c:v>620</c:v>
                </c:pt>
                <c:pt idx="6201">
                  <c:v>620.1</c:v>
                </c:pt>
                <c:pt idx="6202">
                  <c:v>620.20000000000005</c:v>
                </c:pt>
                <c:pt idx="6203">
                  <c:v>620.29999999999995</c:v>
                </c:pt>
                <c:pt idx="6204">
                  <c:v>620.4</c:v>
                </c:pt>
                <c:pt idx="6205">
                  <c:v>620.5</c:v>
                </c:pt>
                <c:pt idx="6206">
                  <c:v>620.6</c:v>
                </c:pt>
                <c:pt idx="6207">
                  <c:v>620.70000000000005</c:v>
                </c:pt>
                <c:pt idx="6208">
                  <c:v>620.79999999999995</c:v>
                </c:pt>
                <c:pt idx="6209">
                  <c:v>620.9</c:v>
                </c:pt>
                <c:pt idx="6210">
                  <c:v>621</c:v>
                </c:pt>
                <c:pt idx="6211">
                  <c:v>621.1</c:v>
                </c:pt>
                <c:pt idx="6212">
                  <c:v>621.20000000000005</c:v>
                </c:pt>
                <c:pt idx="6213">
                  <c:v>621.29999999999995</c:v>
                </c:pt>
                <c:pt idx="6214">
                  <c:v>621.4</c:v>
                </c:pt>
                <c:pt idx="6215">
                  <c:v>621.5</c:v>
                </c:pt>
                <c:pt idx="6216">
                  <c:v>621.6</c:v>
                </c:pt>
                <c:pt idx="6217">
                  <c:v>621.70000000000005</c:v>
                </c:pt>
                <c:pt idx="6218">
                  <c:v>621.79999999999995</c:v>
                </c:pt>
                <c:pt idx="6219">
                  <c:v>621.9</c:v>
                </c:pt>
                <c:pt idx="6220">
                  <c:v>622</c:v>
                </c:pt>
                <c:pt idx="6221">
                  <c:v>622.1</c:v>
                </c:pt>
                <c:pt idx="6222">
                  <c:v>622.20000000000005</c:v>
                </c:pt>
                <c:pt idx="6223">
                  <c:v>622.29999999999995</c:v>
                </c:pt>
                <c:pt idx="6224">
                  <c:v>622.4</c:v>
                </c:pt>
                <c:pt idx="6225">
                  <c:v>622.5</c:v>
                </c:pt>
                <c:pt idx="6226">
                  <c:v>622.6</c:v>
                </c:pt>
                <c:pt idx="6227">
                  <c:v>622.70000000000005</c:v>
                </c:pt>
                <c:pt idx="6228">
                  <c:v>622.79999999999995</c:v>
                </c:pt>
                <c:pt idx="6229">
                  <c:v>622.9</c:v>
                </c:pt>
                <c:pt idx="6230">
                  <c:v>623</c:v>
                </c:pt>
                <c:pt idx="6231">
                  <c:v>623.1</c:v>
                </c:pt>
                <c:pt idx="6232">
                  <c:v>623.20000000000005</c:v>
                </c:pt>
                <c:pt idx="6233">
                  <c:v>623.29999999999995</c:v>
                </c:pt>
                <c:pt idx="6234">
                  <c:v>623.4</c:v>
                </c:pt>
                <c:pt idx="6235">
                  <c:v>623.5</c:v>
                </c:pt>
                <c:pt idx="6236">
                  <c:v>623.6</c:v>
                </c:pt>
                <c:pt idx="6237">
                  <c:v>623.70000000000005</c:v>
                </c:pt>
                <c:pt idx="6238">
                  <c:v>623.79999999999995</c:v>
                </c:pt>
                <c:pt idx="6239">
                  <c:v>623.9</c:v>
                </c:pt>
                <c:pt idx="6240">
                  <c:v>624</c:v>
                </c:pt>
                <c:pt idx="6241">
                  <c:v>624.1</c:v>
                </c:pt>
                <c:pt idx="6242">
                  <c:v>624.20000000000005</c:v>
                </c:pt>
                <c:pt idx="6243">
                  <c:v>624.29999999999995</c:v>
                </c:pt>
                <c:pt idx="6244">
                  <c:v>624.4</c:v>
                </c:pt>
                <c:pt idx="6245">
                  <c:v>624.5</c:v>
                </c:pt>
                <c:pt idx="6246">
                  <c:v>624.6</c:v>
                </c:pt>
                <c:pt idx="6247">
                  <c:v>624.70000000000005</c:v>
                </c:pt>
                <c:pt idx="6248">
                  <c:v>624.79999999999995</c:v>
                </c:pt>
                <c:pt idx="6249">
                  <c:v>624.9</c:v>
                </c:pt>
                <c:pt idx="6250">
                  <c:v>625</c:v>
                </c:pt>
                <c:pt idx="6251">
                  <c:v>625.1</c:v>
                </c:pt>
                <c:pt idx="6252">
                  <c:v>625.20000000000005</c:v>
                </c:pt>
                <c:pt idx="6253">
                  <c:v>625.29999999999995</c:v>
                </c:pt>
                <c:pt idx="6254">
                  <c:v>625.4</c:v>
                </c:pt>
                <c:pt idx="6255">
                  <c:v>625.5</c:v>
                </c:pt>
                <c:pt idx="6256">
                  <c:v>625.6</c:v>
                </c:pt>
                <c:pt idx="6257">
                  <c:v>625.70000000000005</c:v>
                </c:pt>
                <c:pt idx="6258">
                  <c:v>625.79999999999995</c:v>
                </c:pt>
                <c:pt idx="6259">
                  <c:v>625.9</c:v>
                </c:pt>
                <c:pt idx="6260">
                  <c:v>626</c:v>
                </c:pt>
                <c:pt idx="6261">
                  <c:v>626.1</c:v>
                </c:pt>
                <c:pt idx="6262">
                  <c:v>626.20000000000005</c:v>
                </c:pt>
                <c:pt idx="6263">
                  <c:v>626.29999999999995</c:v>
                </c:pt>
                <c:pt idx="6264">
                  <c:v>626.4</c:v>
                </c:pt>
                <c:pt idx="6265">
                  <c:v>626.5</c:v>
                </c:pt>
                <c:pt idx="6266">
                  <c:v>626.6</c:v>
                </c:pt>
                <c:pt idx="6267">
                  <c:v>626.70000000000005</c:v>
                </c:pt>
                <c:pt idx="6268">
                  <c:v>626.79999999999995</c:v>
                </c:pt>
                <c:pt idx="6269">
                  <c:v>626.9</c:v>
                </c:pt>
                <c:pt idx="6270">
                  <c:v>627</c:v>
                </c:pt>
                <c:pt idx="6271">
                  <c:v>627.1</c:v>
                </c:pt>
                <c:pt idx="6272">
                  <c:v>627.20000000000005</c:v>
                </c:pt>
                <c:pt idx="6273">
                  <c:v>627.29999999999995</c:v>
                </c:pt>
                <c:pt idx="6274">
                  <c:v>627.4</c:v>
                </c:pt>
                <c:pt idx="6275">
                  <c:v>627.5</c:v>
                </c:pt>
                <c:pt idx="6276">
                  <c:v>627.6</c:v>
                </c:pt>
                <c:pt idx="6277">
                  <c:v>627.70000000000005</c:v>
                </c:pt>
                <c:pt idx="6278">
                  <c:v>627.79999999999995</c:v>
                </c:pt>
                <c:pt idx="6279">
                  <c:v>627.9</c:v>
                </c:pt>
                <c:pt idx="6280">
                  <c:v>628</c:v>
                </c:pt>
                <c:pt idx="6281">
                  <c:v>628.1</c:v>
                </c:pt>
                <c:pt idx="6282">
                  <c:v>628.20000000000005</c:v>
                </c:pt>
                <c:pt idx="6283">
                  <c:v>628.29999999999995</c:v>
                </c:pt>
                <c:pt idx="6284">
                  <c:v>628.4</c:v>
                </c:pt>
                <c:pt idx="6285">
                  <c:v>628.5</c:v>
                </c:pt>
                <c:pt idx="6286">
                  <c:v>628.6</c:v>
                </c:pt>
                <c:pt idx="6287">
                  <c:v>628.70000000000005</c:v>
                </c:pt>
                <c:pt idx="6288">
                  <c:v>628.79999999999995</c:v>
                </c:pt>
                <c:pt idx="6289">
                  <c:v>628.9</c:v>
                </c:pt>
                <c:pt idx="6290">
                  <c:v>629</c:v>
                </c:pt>
                <c:pt idx="6291">
                  <c:v>629.1</c:v>
                </c:pt>
                <c:pt idx="6292">
                  <c:v>629.20000000000005</c:v>
                </c:pt>
                <c:pt idx="6293">
                  <c:v>629.29999999999995</c:v>
                </c:pt>
                <c:pt idx="6294">
                  <c:v>629.4</c:v>
                </c:pt>
                <c:pt idx="6295">
                  <c:v>629.5</c:v>
                </c:pt>
                <c:pt idx="6296">
                  <c:v>629.6</c:v>
                </c:pt>
                <c:pt idx="6297">
                  <c:v>629.70000000000005</c:v>
                </c:pt>
                <c:pt idx="6298">
                  <c:v>629.79999999999995</c:v>
                </c:pt>
                <c:pt idx="6299">
                  <c:v>629.9</c:v>
                </c:pt>
                <c:pt idx="6300">
                  <c:v>630</c:v>
                </c:pt>
                <c:pt idx="6301">
                  <c:v>630.1</c:v>
                </c:pt>
                <c:pt idx="6302">
                  <c:v>630.20000000000005</c:v>
                </c:pt>
                <c:pt idx="6303">
                  <c:v>630.29999999999995</c:v>
                </c:pt>
                <c:pt idx="6304">
                  <c:v>630.4</c:v>
                </c:pt>
                <c:pt idx="6305">
                  <c:v>630.5</c:v>
                </c:pt>
                <c:pt idx="6306">
                  <c:v>630.6</c:v>
                </c:pt>
                <c:pt idx="6307">
                  <c:v>630.70000000000005</c:v>
                </c:pt>
                <c:pt idx="6308">
                  <c:v>630.79999999999995</c:v>
                </c:pt>
                <c:pt idx="6309">
                  <c:v>630.9</c:v>
                </c:pt>
                <c:pt idx="6310">
                  <c:v>631</c:v>
                </c:pt>
                <c:pt idx="6311">
                  <c:v>631.1</c:v>
                </c:pt>
                <c:pt idx="6312">
                  <c:v>631.20000000000005</c:v>
                </c:pt>
                <c:pt idx="6313">
                  <c:v>631.29999999999995</c:v>
                </c:pt>
                <c:pt idx="6314">
                  <c:v>631.4</c:v>
                </c:pt>
                <c:pt idx="6315">
                  <c:v>631.5</c:v>
                </c:pt>
                <c:pt idx="6316">
                  <c:v>631.6</c:v>
                </c:pt>
                <c:pt idx="6317">
                  <c:v>631.70000000000005</c:v>
                </c:pt>
                <c:pt idx="6318">
                  <c:v>631.79999999999995</c:v>
                </c:pt>
                <c:pt idx="6319">
                  <c:v>631.9</c:v>
                </c:pt>
                <c:pt idx="6320">
                  <c:v>632</c:v>
                </c:pt>
                <c:pt idx="6321">
                  <c:v>632.1</c:v>
                </c:pt>
                <c:pt idx="6322">
                  <c:v>632.20000000000005</c:v>
                </c:pt>
                <c:pt idx="6323">
                  <c:v>632.29999999999995</c:v>
                </c:pt>
                <c:pt idx="6324">
                  <c:v>632.4</c:v>
                </c:pt>
                <c:pt idx="6325">
                  <c:v>632.5</c:v>
                </c:pt>
                <c:pt idx="6326">
                  <c:v>632.6</c:v>
                </c:pt>
                <c:pt idx="6327">
                  <c:v>632.70000000000005</c:v>
                </c:pt>
                <c:pt idx="6328">
                  <c:v>632.79999999999995</c:v>
                </c:pt>
                <c:pt idx="6329">
                  <c:v>632.9</c:v>
                </c:pt>
                <c:pt idx="6330">
                  <c:v>633</c:v>
                </c:pt>
                <c:pt idx="6331">
                  <c:v>633.1</c:v>
                </c:pt>
                <c:pt idx="6332">
                  <c:v>633.20000000000005</c:v>
                </c:pt>
                <c:pt idx="6333">
                  <c:v>633.29999999999995</c:v>
                </c:pt>
                <c:pt idx="6334">
                  <c:v>633.4</c:v>
                </c:pt>
                <c:pt idx="6335">
                  <c:v>633.5</c:v>
                </c:pt>
                <c:pt idx="6336">
                  <c:v>633.6</c:v>
                </c:pt>
                <c:pt idx="6337">
                  <c:v>633.70000000000005</c:v>
                </c:pt>
                <c:pt idx="6338">
                  <c:v>633.79999999999995</c:v>
                </c:pt>
                <c:pt idx="6339">
                  <c:v>633.9</c:v>
                </c:pt>
                <c:pt idx="6340">
                  <c:v>634</c:v>
                </c:pt>
                <c:pt idx="6341">
                  <c:v>634.1</c:v>
                </c:pt>
                <c:pt idx="6342">
                  <c:v>634.20000000000005</c:v>
                </c:pt>
                <c:pt idx="6343">
                  <c:v>634.29999999999995</c:v>
                </c:pt>
                <c:pt idx="6344">
                  <c:v>634.4</c:v>
                </c:pt>
                <c:pt idx="6345">
                  <c:v>634.5</c:v>
                </c:pt>
                <c:pt idx="6346">
                  <c:v>634.6</c:v>
                </c:pt>
                <c:pt idx="6347">
                  <c:v>634.70000000000005</c:v>
                </c:pt>
                <c:pt idx="6348">
                  <c:v>634.79999999999995</c:v>
                </c:pt>
                <c:pt idx="6349">
                  <c:v>634.9</c:v>
                </c:pt>
                <c:pt idx="6350">
                  <c:v>635</c:v>
                </c:pt>
                <c:pt idx="6351">
                  <c:v>635.1</c:v>
                </c:pt>
                <c:pt idx="6352">
                  <c:v>635.20000000000005</c:v>
                </c:pt>
                <c:pt idx="6353">
                  <c:v>635.29999999999995</c:v>
                </c:pt>
                <c:pt idx="6354">
                  <c:v>635.4</c:v>
                </c:pt>
                <c:pt idx="6355">
                  <c:v>635.5</c:v>
                </c:pt>
                <c:pt idx="6356">
                  <c:v>635.6</c:v>
                </c:pt>
                <c:pt idx="6357">
                  <c:v>635.70000000000005</c:v>
                </c:pt>
                <c:pt idx="6358">
                  <c:v>635.79999999999995</c:v>
                </c:pt>
                <c:pt idx="6359">
                  <c:v>635.9</c:v>
                </c:pt>
                <c:pt idx="6360">
                  <c:v>636</c:v>
                </c:pt>
                <c:pt idx="6361">
                  <c:v>636.1</c:v>
                </c:pt>
                <c:pt idx="6362">
                  <c:v>636.20000000000005</c:v>
                </c:pt>
                <c:pt idx="6363">
                  <c:v>636.29999999999995</c:v>
                </c:pt>
                <c:pt idx="6364">
                  <c:v>636.4</c:v>
                </c:pt>
                <c:pt idx="6365">
                  <c:v>636.5</c:v>
                </c:pt>
                <c:pt idx="6366">
                  <c:v>636.6</c:v>
                </c:pt>
                <c:pt idx="6367">
                  <c:v>636.70000000000005</c:v>
                </c:pt>
                <c:pt idx="6368">
                  <c:v>636.79999999999995</c:v>
                </c:pt>
                <c:pt idx="6369">
                  <c:v>636.9</c:v>
                </c:pt>
                <c:pt idx="6370">
                  <c:v>637</c:v>
                </c:pt>
                <c:pt idx="6371">
                  <c:v>637.1</c:v>
                </c:pt>
                <c:pt idx="6372">
                  <c:v>637.20000000000005</c:v>
                </c:pt>
                <c:pt idx="6373">
                  <c:v>637.29999999999995</c:v>
                </c:pt>
                <c:pt idx="6374">
                  <c:v>637.4</c:v>
                </c:pt>
                <c:pt idx="6375">
                  <c:v>637.5</c:v>
                </c:pt>
                <c:pt idx="6376">
                  <c:v>637.6</c:v>
                </c:pt>
                <c:pt idx="6377">
                  <c:v>637.70000000000005</c:v>
                </c:pt>
                <c:pt idx="6378">
                  <c:v>637.79999999999995</c:v>
                </c:pt>
                <c:pt idx="6379">
                  <c:v>637.9</c:v>
                </c:pt>
                <c:pt idx="6380">
                  <c:v>638</c:v>
                </c:pt>
                <c:pt idx="6381">
                  <c:v>638.1</c:v>
                </c:pt>
                <c:pt idx="6382">
                  <c:v>638.20000000000005</c:v>
                </c:pt>
                <c:pt idx="6383">
                  <c:v>638.29999999999995</c:v>
                </c:pt>
                <c:pt idx="6384">
                  <c:v>638.4</c:v>
                </c:pt>
                <c:pt idx="6385">
                  <c:v>638.5</c:v>
                </c:pt>
                <c:pt idx="6386">
                  <c:v>638.6</c:v>
                </c:pt>
                <c:pt idx="6387">
                  <c:v>638.70000000000005</c:v>
                </c:pt>
                <c:pt idx="6388">
                  <c:v>638.79999999999995</c:v>
                </c:pt>
                <c:pt idx="6389">
                  <c:v>638.9</c:v>
                </c:pt>
                <c:pt idx="6390">
                  <c:v>639</c:v>
                </c:pt>
                <c:pt idx="6391">
                  <c:v>639.1</c:v>
                </c:pt>
                <c:pt idx="6392">
                  <c:v>639.20000000000005</c:v>
                </c:pt>
                <c:pt idx="6393">
                  <c:v>639.29999999999995</c:v>
                </c:pt>
                <c:pt idx="6394">
                  <c:v>639.4</c:v>
                </c:pt>
                <c:pt idx="6395">
                  <c:v>639.5</c:v>
                </c:pt>
                <c:pt idx="6396">
                  <c:v>639.6</c:v>
                </c:pt>
                <c:pt idx="6397">
                  <c:v>639.70000000000005</c:v>
                </c:pt>
                <c:pt idx="6398">
                  <c:v>639.79999999999995</c:v>
                </c:pt>
                <c:pt idx="6399">
                  <c:v>639.9</c:v>
                </c:pt>
                <c:pt idx="6400">
                  <c:v>640</c:v>
                </c:pt>
                <c:pt idx="6401">
                  <c:v>640.1</c:v>
                </c:pt>
                <c:pt idx="6402">
                  <c:v>640.20000000000005</c:v>
                </c:pt>
                <c:pt idx="6403">
                  <c:v>640.29999999999995</c:v>
                </c:pt>
                <c:pt idx="6404">
                  <c:v>640.4</c:v>
                </c:pt>
                <c:pt idx="6405">
                  <c:v>640.5</c:v>
                </c:pt>
                <c:pt idx="6406">
                  <c:v>640.6</c:v>
                </c:pt>
                <c:pt idx="6407">
                  <c:v>640.70000000000005</c:v>
                </c:pt>
                <c:pt idx="6408">
                  <c:v>640.79999999999995</c:v>
                </c:pt>
                <c:pt idx="6409">
                  <c:v>640.9</c:v>
                </c:pt>
                <c:pt idx="6410">
                  <c:v>641</c:v>
                </c:pt>
                <c:pt idx="6411">
                  <c:v>641.1</c:v>
                </c:pt>
                <c:pt idx="6412">
                  <c:v>641.20000000000005</c:v>
                </c:pt>
                <c:pt idx="6413">
                  <c:v>641.29999999999995</c:v>
                </c:pt>
                <c:pt idx="6414">
                  <c:v>641.4</c:v>
                </c:pt>
                <c:pt idx="6415">
                  <c:v>641.5</c:v>
                </c:pt>
                <c:pt idx="6416">
                  <c:v>641.6</c:v>
                </c:pt>
                <c:pt idx="6417">
                  <c:v>641.70000000000005</c:v>
                </c:pt>
                <c:pt idx="6418">
                  <c:v>641.79999999999995</c:v>
                </c:pt>
                <c:pt idx="6419">
                  <c:v>641.9</c:v>
                </c:pt>
                <c:pt idx="6420">
                  <c:v>642</c:v>
                </c:pt>
                <c:pt idx="6421">
                  <c:v>642.1</c:v>
                </c:pt>
                <c:pt idx="6422">
                  <c:v>642.20000000000005</c:v>
                </c:pt>
                <c:pt idx="6423">
                  <c:v>642.29999999999995</c:v>
                </c:pt>
                <c:pt idx="6424">
                  <c:v>642.4</c:v>
                </c:pt>
                <c:pt idx="6425">
                  <c:v>642.5</c:v>
                </c:pt>
                <c:pt idx="6426">
                  <c:v>642.6</c:v>
                </c:pt>
                <c:pt idx="6427">
                  <c:v>642.70000000000005</c:v>
                </c:pt>
                <c:pt idx="6428">
                  <c:v>642.79999999999995</c:v>
                </c:pt>
                <c:pt idx="6429">
                  <c:v>642.9</c:v>
                </c:pt>
                <c:pt idx="6430">
                  <c:v>643</c:v>
                </c:pt>
                <c:pt idx="6431">
                  <c:v>643.1</c:v>
                </c:pt>
                <c:pt idx="6432">
                  <c:v>643.20000000000005</c:v>
                </c:pt>
                <c:pt idx="6433">
                  <c:v>643.29999999999995</c:v>
                </c:pt>
                <c:pt idx="6434">
                  <c:v>643.4</c:v>
                </c:pt>
                <c:pt idx="6435">
                  <c:v>643.5</c:v>
                </c:pt>
                <c:pt idx="6436">
                  <c:v>643.6</c:v>
                </c:pt>
                <c:pt idx="6437">
                  <c:v>643.70000000000005</c:v>
                </c:pt>
                <c:pt idx="6438">
                  <c:v>643.79999999999995</c:v>
                </c:pt>
                <c:pt idx="6439">
                  <c:v>643.9</c:v>
                </c:pt>
                <c:pt idx="6440">
                  <c:v>644</c:v>
                </c:pt>
                <c:pt idx="6441">
                  <c:v>644.1</c:v>
                </c:pt>
                <c:pt idx="6442">
                  <c:v>644.20000000000005</c:v>
                </c:pt>
                <c:pt idx="6443">
                  <c:v>644.29999999999995</c:v>
                </c:pt>
                <c:pt idx="6444">
                  <c:v>644.4</c:v>
                </c:pt>
                <c:pt idx="6445">
                  <c:v>644.5</c:v>
                </c:pt>
                <c:pt idx="6446">
                  <c:v>644.6</c:v>
                </c:pt>
                <c:pt idx="6447">
                  <c:v>644.70000000000005</c:v>
                </c:pt>
                <c:pt idx="6448">
                  <c:v>644.79999999999995</c:v>
                </c:pt>
                <c:pt idx="6449">
                  <c:v>644.9</c:v>
                </c:pt>
                <c:pt idx="6450">
                  <c:v>645</c:v>
                </c:pt>
                <c:pt idx="6451">
                  <c:v>645.1</c:v>
                </c:pt>
                <c:pt idx="6452">
                  <c:v>645.20000000000005</c:v>
                </c:pt>
                <c:pt idx="6453">
                  <c:v>645.29999999999995</c:v>
                </c:pt>
                <c:pt idx="6454">
                  <c:v>645.4</c:v>
                </c:pt>
                <c:pt idx="6455">
                  <c:v>645.5</c:v>
                </c:pt>
                <c:pt idx="6456">
                  <c:v>645.6</c:v>
                </c:pt>
                <c:pt idx="6457">
                  <c:v>645.70000000000005</c:v>
                </c:pt>
                <c:pt idx="6458">
                  <c:v>645.79999999999995</c:v>
                </c:pt>
                <c:pt idx="6459">
                  <c:v>645.9</c:v>
                </c:pt>
                <c:pt idx="6460">
                  <c:v>646</c:v>
                </c:pt>
                <c:pt idx="6461">
                  <c:v>646.1</c:v>
                </c:pt>
                <c:pt idx="6462">
                  <c:v>646.20000000000005</c:v>
                </c:pt>
                <c:pt idx="6463">
                  <c:v>646.29999999999995</c:v>
                </c:pt>
                <c:pt idx="6464">
                  <c:v>646.4</c:v>
                </c:pt>
                <c:pt idx="6465">
                  <c:v>646.5</c:v>
                </c:pt>
                <c:pt idx="6466">
                  <c:v>646.6</c:v>
                </c:pt>
                <c:pt idx="6467">
                  <c:v>646.70000000000005</c:v>
                </c:pt>
                <c:pt idx="6468">
                  <c:v>646.79999999999995</c:v>
                </c:pt>
                <c:pt idx="6469">
                  <c:v>646.9</c:v>
                </c:pt>
                <c:pt idx="6470">
                  <c:v>647</c:v>
                </c:pt>
                <c:pt idx="6471">
                  <c:v>647.1</c:v>
                </c:pt>
                <c:pt idx="6472">
                  <c:v>647.20000000000005</c:v>
                </c:pt>
                <c:pt idx="6473">
                  <c:v>647.29999999999995</c:v>
                </c:pt>
                <c:pt idx="6474">
                  <c:v>647.4</c:v>
                </c:pt>
                <c:pt idx="6475">
                  <c:v>647.5</c:v>
                </c:pt>
                <c:pt idx="6476">
                  <c:v>647.6</c:v>
                </c:pt>
                <c:pt idx="6477">
                  <c:v>647.70000000000005</c:v>
                </c:pt>
                <c:pt idx="6478">
                  <c:v>647.79999999999995</c:v>
                </c:pt>
                <c:pt idx="6479">
                  <c:v>647.9</c:v>
                </c:pt>
                <c:pt idx="6480">
                  <c:v>648</c:v>
                </c:pt>
                <c:pt idx="6481">
                  <c:v>648.1</c:v>
                </c:pt>
                <c:pt idx="6482">
                  <c:v>648.20000000000005</c:v>
                </c:pt>
                <c:pt idx="6483">
                  <c:v>648.29999999999995</c:v>
                </c:pt>
                <c:pt idx="6484">
                  <c:v>648.4</c:v>
                </c:pt>
                <c:pt idx="6485">
                  <c:v>648.5</c:v>
                </c:pt>
                <c:pt idx="6486">
                  <c:v>648.6</c:v>
                </c:pt>
                <c:pt idx="6487">
                  <c:v>648.70000000000005</c:v>
                </c:pt>
                <c:pt idx="6488">
                  <c:v>648.79999999999995</c:v>
                </c:pt>
                <c:pt idx="6489">
                  <c:v>648.9</c:v>
                </c:pt>
                <c:pt idx="6490">
                  <c:v>649</c:v>
                </c:pt>
                <c:pt idx="6491">
                  <c:v>649.1</c:v>
                </c:pt>
                <c:pt idx="6492">
                  <c:v>649.20000000000005</c:v>
                </c:pt>
                <c:pt idx="6493">
                  <c:v>649.29999999999995</c:v>
                </c:pt>
                <c:pt idx="6494">
                  <c:v>649.4</c:v>
                </c:pt>
                <c:pt idx="6495">
                  <c:v>649.5</c:v>
                </c:pt>
                <c:pt idx="6496">
                  <c:v>649.6</c:v>
                </c:pt>
                <c:pt idx="6497">
                  <c:v>649.70000000000005</c:v>
                </c:pt>
                <c:pt idx="6498">
                  <c:v>649.79999999999995</c:v>
                </c:pt>
                <c:pt idx="6499">
                  <c:v>649.9</c:v>
                </c:pt>
                <c:pt idx="6500">
                  <c:v>650</c:v>
                </c:pt>
                <c:pt idx="6501">
                  <c:v>650.1</c:v>
                </c:pt>
                <c:pt idx="6502">
                  <c:v>650.20000000000005</c:v>
                </c:pt>
                <c:pt idx="6503">
                  <c:v>650.29999999999995</c:v>
                </c:pt>
                <c:pt idx="6504">
                  <c:v>650.4</c:v>
                </c:pt>
                <c:pt idx="6505">
                  <c:v>650.5</c:v>
                </c:pt>
                <c:pt idx="6506">
                  <c:v>650.6</c:v>
                </c:pt>
                <c:pt idx="6507">
                  <c:v>650.70000000000005</c:v>
                </c:pt>
                <c:pt idx="6508">
                  <c:v>650.79999999999995</c:v>
                </c:pt>
                <c:pt idx="6509">
                  <c:v>650.9</c:v>
                </c:pt>
                <c:pt idx="6510">
                  <c:v>651</c:v>
                </c:pt>
                <c:pt idx="6511">
                  <c:v>651.1</c:v>
                </c:pt>
                <c:pt idx="6512">
                  <c:v>651.20000000000005</c:v>
                </c:pt>
                <c:pt idx="6513">
                  <c:v>651.29999999999995</c:v>
                </c:pt>
                <c:pt idx="6514">
                  <c:v>651.4</c:v>
                </c:pt>
                <c:pt idx="6515">
                  <c:v>651.5</c:v>
                </c:pt>
                <c:pt idx="6516">
                  <c:v>651.6</c:v>
                </c:pt>
                <c:pt idx="6517">
                  <c:v>651.70000000000005</c:v>
                </c:pt>
                <c:pt idx="6518">
                  <c:v>651.79999999999995</c:v>
                </c:pt>
                <c:pt idx="6519">
                  <c:v>651.9</c:v>
                </c:pt>
                <c:pt idx="6520">
                  <c:v>652</c:v>
                </c:pt>
                <c:pt idx="6521">
                  <c:v>652.1</c:v>
                </c:pt>
                <c:pt idx="6522">
                  <c:v>652.20000000000005</c:v>
                </c:pt>
                <c:pt idx="6523">
                  <c:v>652.29999999999995</c:v>
                </c:pt>
                <c:pt idx="6524">
                  <c:v>652.4</c:v>
                </c:pt>
                <c:pt idx="6525">
                  <c:v>652.5</c:v>
                </c:pt>
                <c:pt idx="6526">
                  <c:v>652.6</c:v>
                </c:pt>
                <c:pt idx="6527">
                  <c:v>652.70000000000005</c:v>
                </c:pt>
                <c:pt idx="6528">
                  <c:v>652.79999999999995</c:v>
                </c:pt>
                <c:pt idx="6529">
                  <c:v>652.9</c:v>
                </c:pt>
                <c:pt idx="6530">
                  <c:v>653</c:v>
                </c:pt>
                <c:pt idx="6531">
                  <c:v>653.1</c:v>
                </c:pt>
                <c:pt idx="6532">
                  <c:v>653.20000000000005</c:v>
                </c:pt>
                <c:pt idx="6533">
                  <c:v>653.29999999999995</c:v>
                </c:pt>
                <c:pt idx="6534">
                  <c:v>653.4</c:v>
                </c:pt>
                <c:pt idx="6535">
                  <c:v>653.5</c:v>
                </c:pt>
                <c:pt idx="6536">
                  <c:v>653.6</c:v>
                </c:pt>
                <c:pt idx="6537">
                  <c:v>653.70000000000005</c:v>
                </c:pt>
                <c:pt idx="6538">
                  <c:v>653.79999999999995</c:v>
                </c:pt>
                <c:pt idx="6539">
                  <c:v>653.9</c:v>
                </c:pt>
                <c:pt idx="6540">
                  <c:v>654</c:v>
                </c:pt>
                <c:pt idx="6541">
                  <c:v>654.1</c:v>
                </c:pt>
                <c:pt idx="6542">
                  <c:v>654.20000000000005</c:v>
                </c:pt>
                <c:pt idx="6543">
                  <c:v>654.29999999999995</c:v>
                </c:pt>
                <c:pt idx="6544">
                  <c:v>654.4</c:v>
                </c:pt>
                <c:pt idx="6545">
                  <c:v>654.5</c:v>
                </c:pt>
                <c:pt idx="6546">
                  <c:v>654.6</c:v>
                </c:pt>
                <c:pt idx="6547">
                  <c:v>654.70000000000005</c:v>
                </c:pt>
                <c:pt idx="6548">
                  <c:v>654.79999999999995</c:v>
                </c:pt>
                <c:pt idx="6549">
                  <c:v>654.9</c:v>
                </c:pt>
                <c:pt idx="6550">
                  <c:v>655</c:v>
                </c:pt>
                <c:pt idx="6551">
                  <c:v>655.1</c:v>
                </c:pt>
                <c:pt idx="6552">
                  <c:v>655.20000000000005</c:v>
                </c:pt>
                <c:pt idx="6553">
                  <c:v>655.29999999999995</c:v>
                </c:pt>
                <c:pt idx="6554">
                  <c:v>655.4</c:v>
                </c:pt>
                <c:pt idx="6555">
                  <c:v>655.5</c:v>
                </c:pt>
                <c:pt idx="6556">
                  <c:v>655.6</c:v>
                </c:pt>
                <c:pt idx="6557">
                  <c:v>655.7</c:v>
                </c:pt>
                <c:pt idx="6558">
                  <c:v>655.8</c:v>
                </c:pt>
                <c:pt idx="6559">
                  <c:v>655.9</c:v>
                </c:pt>
                <c:pt idx="6560">
                  <c:v>656</c:v>
                </c:pt>
                <c:pt idx="6561">
                  <c:v>656.1</c:v>
                </c:pt>
                <c:pt idx="6562">
                  <c:v>656.2</c:v>
                </c:pt>
                <c:pt idx="6563">
                  <c:v>656.3</c:v>
                </c:pt>
                <c:pt idx="6564">
                  <c:v>656.4</c:v>
                </c:pt>
                <c:pt idx="6565">
                  <c:v>656.5</c:v>
                </c:pt>
                <c:pt idx="6566">
                  <c:v>656.6</c:v>
                </c:pt>
                <c:pt idx="6567">
                  <c:v>656.7</c:v>
                </c:pt>
                <c:pt idx="6568">
                  <c:v>656.8</c:v>
                </c:pt>
                <c:pt idx="6569">
                  <c:v>656.9</c:v>
                </c:pt>
                <c:pt idx="6570">
                  <c:v>657</c:v>
                </c:pt>
                <c:pt idx="6571">
                  <c:v>657.1</c:v>
                </c:pt>
                <c:pt idx="6572">
                  <c:v>657.2</c:v>
                </c:pt>
                <c:pt idx="6573">
                  <c:v>657.3</c:v>
                </c:pt>
                <c:pt idx="6574">
                  <c:v>657.4</c:v>
                </c:pt>
                <c:pt idx="6575">
                  <c:v>657.5</c:v>
                </c:pt>
                <c:pt idx="6576">
                  <c:v>657.6</c:v>
                </c:pt>
                <c:pt idx="6577">
                  <c:v>657.7</c:v>
                </c:pt>
                <c:pt idx="6578">
                  <c:v>657.8</c:v>
                </c:pt>
                <c:pt idx="6579">
                  <c:v>657.9</c:v>
                </c:pt>
                <c:pt idx="6580">
                  <c:v>658</c:v>
                </c:pt>
                <c:pt idx="6581">
                  <c:v>658.1</c:v>
                </c:pt>
                <c:pt idx="6582">
                  <c:v>658.2</c:v>
                </c:pt>
                <c:pt idx="6583">
                  <c:v>658.3</c:v>
                </c:pt>
                <c:pt idx="6584">
                  <c:v>658.4</c:v>
                </c:pt>
                <c:pt idx="6585">
                  <c:v>658.5</c:v>
                </c:pt>
                <c:pt idx="6586">
                  <c:v>658.6</c:v>
                </c:pt>
                <c:pt idx="6587">
                  <c:v>658.7</c:v>
                </c:pt>
                <c:pt idx="6588">
                  <c:v>658.8</c:v>
                </c:pt>
                <c:pt idx="6589">
                  <c:v>658.9</c:v>
                </c:pt>
                <c:pt idx="6590">
                  <c:v>659</c:v>
                </c:pt>
                <c:pt idx="6591">
                  <c:v>659.1</c:v>
                </c:pt>
                <c:pt idx="6592">
                  <c:v>659.2</c:v>
                </c:pt>
                <c:pt idx="6593">
                  <c:v>659.3</c:v>
                </c:pt>
                <c:pt idx="6594">
                  <c:v>659.4</c:v>
                </c:pt>
                <c:pt idx="6595">
                  <c:v>659.5</c:v>
                </c:pt>
                <c:pt idx="6596">
                  <c:v>659.6</c:v>
                </c:pt>
                <c:pt idx="6597">
                  <c:v>659.7</c:v>
                </c:pt>
                <c:pt idx="6598">
                  <c:v>659.8</c:v>
                </c:pt>
                <c:pt idx="6599">
                  <c:v>659.9</c:v>
                </c:pt>
                <c:pt idx="6600">
                  <c:v>660</c:v>
                </c:pt>
                <c:pt idx="6601">
                  <c:v>660.1</c:v>
                </c:pt>
                <c:pt idx="6602">
                  <c:v>660.2</c:v>
                </c:pt>
                <c:pt idx="6603">
                  <c:v>660.3</c:v>
                </c:pt>
                <c:pt idx="6604">
                  <c:v>660.4</c:v>
                </c:pt>
                <c:pt idx="6605">
                  <c:v>660.5</c:v>
                </c:pt>
                <c:pt idx="6606">
                  <c:v>660.6</c:v>
                </c:pt>
                <c:pt idx="6607">
                  <c:v>660.7</c:v>
                </c:pt>
                <c:pt idx="6608">
                  <c:v>660.8</c:v>
                </c:pt>
                <c:pt idx="6609">
                  <c:v>660.9</c:v>
                </c:pt>
                <c:pt idx="6610">
                  <c:v>661</c:v>
                </c:pt>
                <c:pt idx="6611">
                  <c:v>661.1</c:v>
                </c:pt>
                <c:pt idx="6612">
                  <c:v>661.2</c:v>
                </c:pt>
                <c:pt idx="6613">
                  <c:v>661.3</c:v>
                </c:pt>
                <c:pt idx="6614">
                  <c:v>661.4</c:v>
                </c:pt>
                <c:pt idx="6615">
                  <c:v>661.5</c:v>
                </c:pt>
                <c:pt idx="6616">
                  <c:v>661.6</c:v>
                </c:pt>
                <c:pt idx="6617">
                  <c:v>661.7</c:v>
                </c:pt>
                <c:pt idx="6618">
                  <c:v>661.8</c:v>
                </c:pt>
                <c:pt idx="6619">
                  <c:v>661.9</c:v>
                </c:pt>
                <c:pt idx="6620">
                  <c:v>662</c:v>
                </c:pt>
                <c:pt idx="6621">
                  <c:v>662.1</c:v>
                </c:pt>
                <c:pt idx="6622">
                  <c:v>662.2</c:v>
                </c:pt>
                <c:pt idx="6623">
                  <c:v>662.3</c:v>
                </c:pt>
                <c:pt idx="6624">
                  <c:v>662.4</c:v>
                </c:pt>
                <c:pt idx="6625">
                  <c:v>662.5</c:v>
                </c:pt>
                <c:pt idx="6626">
                  <c:v>662.6</c:v>
                </c:pt>
                <c:pt idx="6627">
                  <c:v>662.7</c:v>
                </c:pt>
                <c:pt idx="6628">
                  <c:v>662.8</c:v>
                </c:pt>
                <c:pt idx="6629">
                  <c:v>662.9</c:v>
                </c:pt>
                <c:pt idx="6630">
                  <c:v>663</c:v>
                </c:pt>
                <c:pt idx="6631">
                  <c:v>663.1</c:v>
                </c:pt>
                <c:pt idx="6632">
                  <c:v>663.2</c:v>
                </c:pt>
                <c:pt idx="6633">
                  <c:v>663.3</c:v>
                </c:pt>
                <c:pt idx="6634">
                  <c:v>663.4</c:v>
                </c:pt>
                <c:pt idx="6635">
                  <c:v>663.5</c:v>
                </c:pt>
                <c:pt idx="6636">
                  <c:v>663.6</c:v>
                </c:pt>
                <c:pt idx="6637">
                  <c:v>663.7</c:v>
                </c:pt>
                <c:pt idx="6638">
                  <c:v>663.8</c:v>
                </c:pt>
                <c:pt idx="6639">
                  <c:v>663.9</c:v>
                </c:pt>
                <c:pt idx="6640">
                  <c:v>664</c:v>
                </c:pt>
                <c:pt idx="6641">
                  <c:v>664.1</c:v>
                </c:pt>
                <c:pt idx="6642">
                  <c:v>664.2</c:v>
                </c:pt>
                <c:pt idx="6643">
                  <c:v>664.3</c:v>
                </c:pt>
                <c:pt idx="6644">
                  <c:v>664.4</c:v>
                </c:pt>
                <c:pt idx="6645">
                  <c:v>664.5</c:v>
                </c:pt>
                <c:pt idx="6646">
                  <c:v>664.6</c:v>
                </c:pt>
                <c:pt idx="6647">
                  <c:v>664.7</c:v>
                </c:pt>
                <c:pt idx="6648">
                  <c:v>664.8</c:v>
                </c:pt>
                <c:pt idx="6649">
                  <c:v>664.9</c:v>
                </c:pt>
                <c:pt idx="6650">
                  <c:v>665</c:v>
                </c:pt>
                <c:pt idx="6651">
                  <c:v>665.1</c:v>
                </c:pt>
                <c:pt idx="6652">
                  <c:v>665.2</c:v>
                </c:pt>
                <c:pt idx="6653">
                  <c:v>665.3</c:v>
                </c:pt>
                <c:pt idx="6654">
                  <c:v>665.4</c:v>
                </c:pt>
                <c:pt idx="6655">
                  <c:v>665.5</c:v>
                </c:pt>
                <c:pt idx="6656">
                  <c:v>665.6</c:v>
                </c:pt>
                <c:pt idx="6657">
                  <c:v>665.7</c:v>
                </c:pt>
                <c:pt idx="6658">
                  <c:v>665.8</c:v>
                </c:pt>
                <c:pt idx="6659">
                  <c:v>665.9</c:v>
                </c:pt>
                <c:pt idx="6660">
                  <c:v>666</c:v>
                </c:pt>
                <c:pt idx="6661">
                  <c:v>666.1</c:v>
                </c:pt>
                <c:pt idx="6662">
                  <c:v>666.2</c:v>
                </c:pt>
                <c:pt idx="6663">
                  <c:v>666.3</c:v>
                </c:pt>
                <c:pt idx="6664">
                  <c:v>666.4</c:v>
                </c:pt>
                <c:pt idx="6665">
                  <c:v>666.5</c:v>
                </c:pt>
                <c:pt idx="6666">
                  <c:v>666.6</c:v>
                </c:pt>
                <c:pt idx="6667">
                  <c:v>666.7</c:v>
                </c:pt>
                <c:pt idx="6668">
                  <c:v>666.8</c:v>
                </c:pt>
                <c:pt idx="6669">
                  <c:v>666.9</c:v>
                </c:pt>
                <c:pt idx="6670">
                  <c:v>667</c:v>
                </c:pt>
                <c:pt idx="6671">
                  <c:v>667.1</c:v>
                </c:pt>
                <c:pt idx="6672">
                  <c:v>667.2</c:v>
                </c:pt>
                <c:pt idx="6673">
                  <c:v>667.3</c:v>
                </c:pt>
                <c:pt idx="6674">
                  <c:v>667.4</c:v>
                </c:pt>
                <c:pt idx="6675">
                  <c:v>667.5</c:v>
                </c:pt>
                <c:pt idx="6676">
                  <c:v>667.6</c:v>
                </c:pt>
                <c:pt idx="6677">
                  <c:v>667.7</c:v>
                </c:pt>
                <c:pt idx="6678">
                  <c:v>667.8</c:v>
                </c:pt>
                <c:pt idx="6679">
                  <c:v>667.9</c:v>
                </c:pt>
                <c:pt idx="6680">
                  <c:v>668</c:v>
                </c:pt>
                <c:pt idx="6681">
                  <c:v>668.1</c:v>
                </c:pt>
                <c:pt idx="6682">
                  <c:v>668.2</c:v>
                </c:pt>
                <c:pt idx="6683">
                  <c:v>668.3</c:v>
                </c:pt>
                <c:pt idx="6684">
                  <c:v>668.4</c:v>
                </c:pt>
                <c:pt idx="6685">
                  <c:v>668.5</c:v>
                </c:pt>
                <c:pt idx="6686">
                  <c:v>668.6</c:v>
                </c:pt>
                <c:pt idx="6687">
                  <c:v>668.7</c:v>
                </c:pt>
                <c:pt idx="6688">
                  <c:v>668.8</c:v>
                </c:pt>
                <c:pt idx="6689">
                  <c:v>668.9</c:v>
                </c:pt>
                <c:pt idx="6690">
                  <c:v>669</c:v>
                </c:pt>
                <c:pt idx="6691">
                  <c:v>669.1</c:v>
                </c:pt>
                <c:pt idx="6692">
                  <c:v>669.2</c:v>
                </c:pt>
                <c:pt idx="6693">
                  <c:v>669.3</c:v>
                </c:pt>
                <c:pt idx="6694">
                  <c:v>669.4</c:v>
                </c:pt>
                <c:pt idx="6695">
                  <c:v>669.5</c:v>
                </c:pt>
                <c:pt idx="6696">
                  <c:v>669.6</c:v>
                </c:pt>
                <c:pt idx="6697">
                  <c:v>669.7</c:v>
                </c:pt>
                <c:pt idx="6698">
                  <c:v>669.8</c:v>
                </c:pt>
                <c:pt idx="6699">
                  <c:v>669.9</c:v>
                </c:pt>
                <c:pt idx="6700">
                  <c:v>670</c:v>
                </c:pt>
                <c:pt idx="6701">
                  <c:v>670.1</c:v>
                </c:pt>
                <c:pt idx="6702">
                  <c:v>670.2</c:v>
                </c:pt>
                <c:pt idx="6703">
                  <c:v>670.3</c:v>
                </c:pt>
                <c:pt idx="6704">
                  <c:v>670.4</c:v>
                </c:pt>
                <c:pt idx="6705">
                  <c:v>670.5</c:v>
                </c:pt>
                <c:pt idx="6706">
                  <c:v>670.6</c:v>
                </c:pt>
                <c:pt idx="6707">
                  <c:v>670.7</c:v>
                </c:pt>
                <c:pt idx="6708">
                  <c:v>670.8</c:v>
                </c:pt>
                <c:pt idx="6709">
                  <c:v>670.9</c:v>
                </c:pt>
                <c:pt idx="6710">
                  <c:v>671</c:v>
                </c:pt>
                <c:pt idx="6711">
                  <c:v>671.1</c:v>
                </c:pt>
                <c:pt idx="6712">
                  <c:v>671.2</c:v>
                </c:pt>
                <c:pt idx="6713">
                  <c:v>671.3</c:v>
                </c:pt>
                <c:pt idx="6714">
                  <c:v>671.4</c:v>
                </c:pt>
                <c:pt idx="6715">
                  <c:v>671.5</c:v>
                </c:pt>
                <c:pt idx="6716">
                  <c:v>671.6</c:v>
                </c:pt>
                <c:pt idx="6717">
                  <c:v>671.7</c:v>
                </c:pt>
                <c:pt idx="6718">
                  <c:v>671.8</c:v>
                </c:pt>
                <c:pt idx="6719">
                  <c:v>671.9</c:v>
                </c:pt>
                <c:pt idx="6720">
                  <c:v>672</c:v>
                </c:pt>
                <c:pt idx="6721">
                  <c:v>672.1</c:v>
                </c:pt>
                <c:pt idx="6722">
                  <c:v>672.2</c:v>
                </c:pt>
                <c:pt idx="6723">
                  <c:v>672.3</c:v>
                </c:pt>
                <c:pt idx="6724">
                  <c:v>672.4</c:v>
                </c:pt>
                <c:pt idx="6725">
                  <c:v>672.5</c:v>
                </c:pt>
                <c:pt idx="6726">
                  <c:v>672.6</c:v>
                </c:pt>
                <c:pt idx="6727">
                  <c:v>672.7</c:v>
                </c:pt>
                <c:pt idx="6728">
                  <c:v>672.8</c:v>
                </c:pt>
                <c:pt idx="6729">
                  <c:v>672.9</c:v>
                </c:pt>
                <c:pt idx="6730">
                  <c:v>673</c:v>
                </c:pt>
                <c:pt idx="6731">
                  <c:v>673.1</c:v>
                </c:pt>
                <c:pt idx="6732">
                  <c:v>673.2</c:v>
                </c:pt>
                <c:pt idx="6733">
                  <c:v>673.3</c:v>
                </c:pt>
                <c:pt idx="6734">
                  <c:v>673.4</c:v>
                </c:pt>
                <c:pt idx="6735">
                  <c:v>673.5</c:v>
                </c:pt>
                <c:pt idx="6736">
                  <c:v>673.6</c:v>
                </c:pt>
                <c:pt idx="6737">
                  <c:v>673.7</c:v>
                </c:pt>
                <c:pt idx="6738">
                  <c:v>673.8</c:v>
                </c:pt>
                <c:pt idx="6739">
                  <c:v>673.9</c:v>
                </c:pt>
                <c:pt idx="6740">
                  <c:v>674</c:v>
                </c:pt>
                <c:pt idx="6741">
                  <c:v>674.1</c:v>
                </c:pt>
                <c:pt idx="6742">
                  <c:v>674.2</c:v>
                </c:pt>
                <c:pt idx="6743">
                  <c:v>674.3</c:v>
                </c:pt>
                <c:pt idx="6744">
                  <c:v>674.4</c:v>
                </c:pt>
                <c:pt idx="6745">
                  <c:v>674.5</c:v>
                </c:pt>
                <c:pt idx="6746">
                  <c:v>674.6</c:v>
                </c:pt>
                <c:pt idx="6747">
                  <c:v>674.7</c:v>
                </c:pt>
                <c:pt idx="6748">
                  <c:v>674.8</c:v>
                </c:pt>
                <c:pt idx="6749">
                  <c:v>674.9</c:v>
                </c:pt>
                <c:pt idx="6750">
                  <c:v>675</c:v>
                </c:pt>
                <c:pt idx="6751">
                  <c:v>675.1</c:v>
                </c:pt>
                <c:pt idx="6752">
                  <c:v>675.2</c:v>
                </c:pt>
                <c:pt idx="6753">
                  <c:v>675.3</c:v>
                </c:pt>
                <c:pt idx="6754">
                  <c:v>675.4</c:v>
                </c:pt>
                <c:pt idx="6755">
                  <c:v>675.5</c:v>
                </c:pt>
                <c:pt idx="6756">
                  <c:v>675.6</c:v>
                </c:pt>
                <c:pt idx="6757">
                  <c:v>675.7</c:v>
                </c:pt>
                <c:pt idx="6758">
                  <c:v>675.8</c:v>
                </c:pt>
                <c:pt idx="6759">
                  <c:v>675.9</c:v>
                </c:pt>
                <c:pt idx="6760">
                  <c:v>676</c:v>
                </c:pt>
                <c:pt idx="6761">
                  <c:v>676.1</c:v>
                </c:pt>
                <c:pt idx="6762">
                  <c:v>676.2</c:v>
                </c:pt>
                <c:pt idx="6763">
                  <c:v>676.3</c:v>
                </c:pt>
                <c:pt idx="6764">
                  <c:v>676.4</c:v>
                </c:pt>
                <c:pt idx="6765">
                  <c:v>676.5</c:v>
                </c:pt>
                <c:pt idx="6766">
                  <c:v>676.6</c:v>
                </c:pt>
                <c:pt idx="6767">
                  <c:v>676.7</c:v>
                </c:pt>
                <c:pt idx="6768">
                  <c:v>676.8</c:v>
                </c:pt>
                <c:pt idx="6769">
                  <c:v>676.9</c:v>
                </c:pt>
                <c:pt idx="6770">
                  <c:v>677</c:v>
                </c:pt>
                <c:pt idx="6771">
                  <c:v>677.1</c:v>
                </c:pt>
                <c:pt idx="6772">
                  <c:v>677.2</c:v>
                </c:pt>
                <c:pt idx="6773">
                  <c:v>677.3</c:v>
                </c:pt>
                <c:pt idx="6774">
                  <c:v>677.4</c:v>
                </c:pt>
                <c:pt idx="6775">
                  <c:v>677.5</c:v>
                </c:pt>
                <c:pt idx="6776">
                  <c:v>677.6</c:v>
                </c:pt>
                <c:pt idx="6777">
                  <c:v>677.7</c:v>
                </c:pt>
                <c:pt idx="6778">
                  <c:v>677.8</c:v>
                </c:pt>
                <c:pt idx="6779">
                  <c:v>677.9</c:v>
                </c:pt>
                <c:pt idx="6780">
                  <c:v>678</c:v>
                </c:pt>
                <c:pt idx="6781">
                  <c:v>678.1</c:v>
                </c:pt>
                <c:pt idx="6782">
                  <c:v>678.2</c:v>
                </c:pt>
                <c:pt idx="6783">
                  <c:v>678.3</c:v>
                </c:pt>
                <c:pt idx="6784">
                  <c:v>678.4</c:v>
                </c:pt>
                <c:pt idx="6785">
                  <c:v>678.5</c:v>
                </c:pt>
                <c:pt idx="6786">
                  <c:v>678.6</c:v>
                </c:pt>
                <c:pt idx="6787">
                  <c:v>678.7</c:v>
                </c:pt>
                <c:pt idx="6788">
                  <c:v>678.8</c:v>
                </c:pt>
                <c:pt idx="6789">
                  <c:v>678.9</c:v>
                </c:pt>
                <c:pt idx="6790">
                  <c:v>679</c:v>
                </c:pt>
                <c:pt idx="6791">
                  <c:v>679.1</c:v>
                </c:pt>
                <c:pt idx="6792">
                  <c:v>679.2</c:v>
                </c:pt>
                <c:pt idx="6793">
                  <c:v>679.3</c:v>
                </c:pt>
                <c:pt idx="6794">
                  <c:v>679.4</c:v>
                </c:pt>
                <c:pt idx="6795">
                  <c:v>679.5</c:v>
                </c:pt>
                <c:pt idx="6796">
                  <c:v>679.6</c:v>
                </c:pt>
                <c:pt idx="6797">
                  <c:v>679.7</c:v>
                </c:pt>
                <c:pt idx="6798">
                  <c:v>679.8</c:v>
                </c:pt>
                <c:pt idx="6799">
                  <c:v>679.9</c:v>
                </c:pt>
                <c:pt idx="6800">
                  <c:v>680</c:v>
                </c:pt>
                <c:pt idx="6801">
                  <c:v>680.1</c:v>
                </c:pt>
                <c:pt idx="6802">
                  <c:v>680.2</c:v>
                </c:pt>
                <c:pt idx="6803">
                  <c:v>680.3</c:v>
                </c:pt>
                <c:pt idx="6804">
                  <c:v>680.4</c:v>
                </c:pt>
                <c:pt idx="6805">
                  <c:v>680.5</c:v>
                </c:pt>
                <c:pt idx="6806">
                  <c:v>680.6</c:v>
                </c:pt>
                <c:pt idx="6807">
                  <c:v>680.7</c:v>
                </c:pt>
                <c:pt idx="6808">
                  <c:v>680.8</c:v>
                </c:pt>
                <c:pt idx="6809">
                  <c:v>680.9</c:v>
                </c:pt>
                <c:pt idx="6810">
                  <c:v>681</c:v>
                </c:pt>
                <c:pt idx="6811">
                  <c:v>681.1</c:v>
                </c:pt>
                <c:pt idx="6812">
                  <c:v>681.2</c:v>
                </c:pt>
                <c:pt idx="6813">
                  <c:v>681.3</c:v>
                </c:pt>
                <c:pt idx="6814">
                  <c:v>681.4</c:v>
                </c:pt>
                <c:pt idx="6815">
                  <c:v>681.5</c:v>
                </c:pt>
                <c:pt idx="6816">
                  <c:v>681.6</c:v>
                </c:pt>
                <c:pt idx="6817">
                  <c:v>681.7</c:v>
                </c:pt>
                <c:pt idx="6818">
                  <c:v>681.8</c:v>
                </c:pt>
                <c:pt idx="6819">
                  <c:v>681.9</c:v>
                </c:pt>
                <c:pt idx="6820">
                  <c:v>682</c:v>
                </c:pt>
                <c:pt idx="6821">
                  <c:v>682.1</c:v>
                </c:pt>
                <c:pt idx="6822">
                  <c:v>682.2</c:v>
                </c:pt>
                <c:pt idx="6823">
                  <c:v>682.3</c:v>
                </c:pt>
                <c:pt idx="6824">
                  <c:v>682.4</c:v>
                </c:pt>
                <c:pt idx="6825">
                  <c:v>682.5</c:v>
                </c:pt>
                <c:pt idx="6826">
                  <c:v>682.6</c:v>
                </c:pt>
                <c:pt idx="6827">
                  <c:v>682.7</c:v>
                </c:pt>
                <c:pt idx="6828">
                  <c:v>682.8</c:v>
                </c:pt>
                <c:pt idx="6829">
                  <c:v>682.9</c:v>
                </c:pt>
                <c:pt idx="6830">
                  <c:v>683</c:v>
                </c:pt>
                <c:pt idx="6831">
                  <c:v>683.1</c:v>
                </c:pt>
                <c:pt idx="6832">
                  <c:v>683.2</c:v>
                </c:pt>
                <c:pt idx="6833">
                  <c:v>683.3</c:v>
                </c:pt>
                <c:pt idx="6834">
                  <c:v>683.4</c:v>
                </c:pt>
                <c:pt idx="6835">
                  <c:v>683.5</c:v>
                </c:pt>
                <c:pt idx="6836">
                  <c:v>683.6</c:v>
                </c:pt>
                <c:pt idx="6837">
                  <c:v>683.7</c:v>
                </c:pt>
                <c:pt idx="6838">
                  <c:v>683.8</c:v>
                </c:pt>
                <c:pt idx="6839">
                  <c:v>683.9</c:v>
                </c:pt>
                <c:pt idx="6840">
                  <c:v>684</c:v>
                </c:pt>
                <c:pt idx="6841">
                  <c:v>684.1</c:v>
                </c:pt>
                <c:pt idx="6842">
                  <c:v>684.2</c:v>
                </c:pt>
                <c:pt idx="6843">
                  <c:v>684.3</c:v>
                </c:pt>
                <c:pt idx="6844">
                  <c:v>684.4</c:v>
                </c:pt>
                <c:pt idx="6845">
                  <c:v>684.5</c:v>
                </c:pt>
                <c:pt idx="6846">
                  <c:v>684.6</c:v>
                </c:pt>
                <c:pt idx="6847">
                  <c:v>684.7</c:v>
                </c:pt>
                <c:pt idx="6848">
                  <c:v>684.8</c:v>
                </c:pt>
                <c:pt idx="6849">
                  <c:v>684.9</c:v>
                </c:pt>
                <c:pt idx="6850">
                  <c:v>685</c:v>
                </c:pt>
                <c:pt idx="6851">
                  <c:v>685.1</c:v>
                </c:pt>
                <c:pt idx="6852">
                  <c:v>685.2</c:v>
                </c:pt>
                <c:pt idx="6853">
                  <c:v>685.3</c:v>
                </c:pt>
                <c:pt idx="6854">
                  <c:v>685.4</c:v>
                </c:pt>
                <c:pt idx="6855">
                  <c:v>685.5</c:v>
                </c:pt>
                <c:pt idx="6856">
                  <c:v>685.6</c:v>
                </c:pt>
                <c:pt idx="6857">
                  <c:v>685.7</c:v>
                </c:pt>
                <c:pt idx="6858">
                  <c:v>685.8</c:v>
                </c:pt>
                <c:pt idx="6859">
                  <c:v>685.9</c:v>
                </c:pt>
                <c:pt idx="6860">
                  <c:v>686</c:v>
                </c:pt>
                <c:pt idx="6861">
                  <c:v>686.1</c:v>
                </c:pt>
                <c:pt idx="6862">
                  <c:v>686.2</c:v>
                </c:pt>
                <c:pt idx="6863">
                  <c:v>686.3</c:v>
                </c:pt>
                <c:pt idx="6864">
                  <c:v>686.4</c:v>
                </c:pt>
                <c:pt idx="6865">
                  <c:v>686.5</c:v>
                </c:pt>
                <c:pt idx="6866">
                  <c:v>686.6</c:v>
                </c:pt>
                <c:pt idx="6867">
                  <c:v>686.7</c:v>
                </c:pt>
                <c:pt idx="6868">
                  <c:v>686.8</c:v>
                </c:pt>
                <c:pt idx="6869">
                  <c:v>686.9</c:v>
                </c:pt>
                <c:pt idx="6870">
                  <c:v>687</c:v>
                </c:pt>
                <c:pt idx="6871">
                  <c:v>687.1</c:v>
                </c:pt>
                <c:pt idx="6872">
                  <c:v>687.2</c:v>
                </c:pt>
                <c:pt idx="6873">
                  <c:v>687.3</c:v>
                </c:pt>
                <c:pt idx="6874">
                  <c:v>687.4</c:v>
                </c:pt>
                <c:pt idx="6875">
                  <c:v>687.5</c:v>
                </c:pt>
                <c:pt idx="6876">
                  <c:v>687.6</c:v>
                </c:pt>
                <c:pt idx="6877">
                  <c:v>687.7</c:v>
                </c:pt>
                <c:pt idx="6878">
                  <c:v>687.8</c:v>
                </c:pt>
                <c:pt idx="6879">
                  <c:v>687.9</c:v>
                </c:pt>
                <c:pt idx="6880">
                  <c:v>688</c:v>
                </c:pt>
                <c:pt idx="6881">
                  <c:v>688.1</c:v>
                </c:pt>
                <c:pt idx="6882">
                  <c:v>688.2</c:v>
                </c:pt>
                <c:pt idx="6883">
                  <c:v>688.3</c:v>
                </c:pt>
                <c:pt idx="6884">
                  <c:v>688.4</c:v>
                </c:pt>
                <c:pt idx="6885">
                  <c:v>688.5</c:v>
                </c:pt>
                <c:pt idx="6886">
                  <c:v>688.6</c:v>
                </c:pt>
                <c:pt idx="6887">
                  <c:v>688.7</c:v>
                </c:pt>
                <c:pt idx="6888">
                  <c:v>688.8</c:v>
                </c:pt>
                <c:pt idx="6889">
                  <c:v>688.9</c:v>
                </c:pt>
                <c:pt idx="6890">
                  <c:v>689</c:v>
                </c:pt>
                <c:pt idx="6891">
                  <c:v>689.1</c:v>
                </c:pt>
                <c:pt idx="6892">
                  <c:v>689.2</c:v>
                </c:pt>
                <c:pt idx="6893">
                  <c:v>689.3</c:v>
                </c:pt>
                <c:pt idx="6894">
                  <c:v>689.4</c:v>
                </c:pt>
                <c:pt idx="6895">
                  <c:v>689.5</c:v>
                </c:pt>
                <c:pt idx="6896">
                  <c:v>689.6</c:v>
                </c:pt>
                <c:pt idx="6897">
                  <c:v>689.7</c:v>
                </c:pt>
                <c:pt idx="6898">
                  <c:v>689.8</c:v>
                </c:pt>
                <c:pt idx="6899">
                  <c:v>689.9</c:v>
                </c:pt>
                <c:pt idx="6900">
                  <c:v>690</c:v>
                </c:pt>
                <c:pt idx="6901">
                  <c:v>690.1</c:v>
                </c:pt>
                <c:pt idx="6902">
                  <c:v>690.2</c:v>
                </c:pt>
                <c:pt idx="6903">
                  <c:v>690.3</c:v>
                </c:pt>
                <c:pt idx="6904">
                  <c:v>690.4</c:v>
                </c:pt>
                <c:pt idx="6905">
                  <c:v>690.5</c:v>
                </c:pt>
                <c:pt idx="6906">
                  <c:v>690.6</c:v>
                </c:pt>
                <c:pt idx="6907">
                  <c:v>690.7</c:v>
                </c:pt>
                <c:pt idx="6908">
                  <c:v>690.8</c:v>
                </c:pt>
                <c:pt idx="6909">
                  <c:v>690.9</c:v>
                </c:pt>
                <c:pt idx="6910">
                  <c:v>691</c:v>
                </c:pt>
                <c:pt idx="6911">
                  <c:v>691.1</c:v>
                </c:pt>
                <c:pt idx="6912">
                  <c:v>691.2</c:v>
                </c:pt>
                <c:pt idx="6913">
                  <c:v>691.3</c:v>
                </c:pt>
                <c:pt idx="6914">
                  <c:v>691.4</c:v>
                </c:pt>
                <c:pt idx="6915">
                  <c:v>691.5</c:v>
                </c:pt>
                <c:pt idx="6916">
                  <c:v>691.6</c:v>
                </c:pt>
                <c:pt idx="6917">
                  <c:v>691.7</c:v>
                </c:pt>
                <c:pt idx="6918">
                  <c:v>691.8</c:v>
                </c:pt>
                <c:pt idx="6919">
                  <c:v>691.9</c:v>
                </c:pt>
                <c:pt idx="6920">
                  <c:v>692</c:v>
                </c:pt>
                <c:pt idx="6921">
                  <c:v>692.1</c:v>
                </c:pt>
                <c:pt idx="6922">
                  <c:v>692.2</c:v>
                </c:pt>
                <c:pt idx="6923">
                  <c:v>692.3</c:v>
                </c:pt>
                <c:pt idx="6924">
                  <c:v>692.4</c:v>
                </c:pt>
                <c:pt idx="6925">
                  <c:v>692.5</c:v>
                </c:pt>
                <c:pt idx="6926">
                  <c:v>692.6</c:v>
                </c:pt>
                <c:pt idx="6927">
                  <c:v>692.7</c:v>
                </c:pt>
                <c:pt idx="6928">
                  <c:v>692.8</c:v>
                </c:pt>
                <c:pt idx="6929">
                  <c:v>692.9</c:v>
                </c:pt>
                <c:pt idx="6930">
                  <c:v>693</c:v>
                </c:pt>
                <c:pt idx="6931">
                  <c:v>693.1</c:v>
                </c:pt>
                <c:pt idx="6932">
                  <c:v>693.2</c:v>
                </c:pt>
                <c:pt idx="6933">
                  <c:v>693.3</c:v>
                </c:pt>
                <c:pt idx="6934">
                  <c:v>693.4</c:v>
                </c:pt>
                <c:pt idx="6935">
                  <c:v>693.5</c:v>
                </c:pt>
                <c:pt idx="6936">
                  <c:v>693.6</c:v>
                </c:pt>
                <c:pt idx="6937">
                  <c:v>693.7</c:v>
                </c:pt>
                <c:pt idx="6938">
                  <c:v>693.8</c:v>
                </c:pt>
                <c:pt idx="6939">
                  <c:v>693.9</c:v>
                </c:pt>
                <c:pt idx="6940">
                  <c:v>694</c:v>
                </c:pt>
                <c:pt idx="6941">
                  <c:v>694.1</c:v>
                </c:pt>
                <c:pt idx="6942">
                  <c:v>694.2</c:v>
                </c:pt>
                <c:pt idx="6943">
                  <c:v>694.3</c:v>
                </c:pt>
                <c:pt idx="6944">
                  <c:v>694.4</c:v>
                </c:pt>
                <c:pt idx="6945">
                  <c:v>694.5</c:v>
                </c:pt>
                <c:pt idx="6946">
                  <c:v>694.6</c:v>
                </c:pt>
                <c:pt idx="6947">
                  <c:v>694.7</c:v>
                </c:pt>
                <c:pt idx="6948">
                  <c:v>694.8</c:v>
                </c:pt>
                <c:pt idx="6949">
                  <c:v>694.9</c:v>
                </c:pt>
                <c:pt idx="6950">
                  <c:v>695</c:v>
                </c:pt>
                <c:pt idx="6951">
                  <c:v>695.1</c:v>
                </c:pt>
                <c:pt idx="6952">
                  <c:v>695.2</c:v>
                </c:pt>
                <c:pt idx="6953">
                  <c:v>695.3</c:v>
                </c:pt>
                <c:pt idx="6954">
                  <c:v>695.4</c:v>
                </c:pt>
                <c:pt idx="6955">
                  <c:v>695.5</c:v>
                </c:pt>
                <c:pt idx="6956">
                  <c:v>695.6</c:v>
                </c:pt>
                <c:pt idx="6957">
                  <c:v>695.7</c:v>
                </c:pt>
                <c:pt idx="6958">
                  <c:v>695.8</c:v>
                </c:pt>
                <c:pt idx="6959">
                  <c:v>695.9</c:v>
                </c:pt>
                <c:pt idx="6960">
                  <c:v>696</c:v>
                </c:pt>
                <c:pt idx="6961">
                  <c:v>696.1</c:v>
                </c:pt>
                <c:pt idx="6962">
                  <c:v>696.2</c:v>
                </c:pt>
                <c:pt idx="6963">
                  <c:v>696.3</c:v>
                </c:pt>
                <c:pt idx="6964">
                  <c:v>696.4</c:v>
                </c:pt>
                <c:pt idx="6965">
                  <c:v>696.5</c:v>
                </c:pt>
                <c:pt idx="6966">
                  <c:v>696.6</c:v>
                </c:pt>
                <c:pt idx="6967">
                  <c:v>696.7</c:v>
                </c:pt>
                <c:pt idx="6968">
                  <c:v>696.8</c:v>
                </c:pt>
                <c:pt idx="6969">
                  <c:v>696.9</c:v>
                </c:pt>
                <c:pt idx="6970">
                  <c:v>697</c:v>
                </c:pt>
                <c:pt idx="6971">
                  <c:v>697.1</c:v>
                </c:pt>
                <c:pt idx="6972">
                  <c:v>697.2</c:v>
                </c:pt>
                <c:pt idx="6973">
                  <c:v>697.3</c:v>
                </c:pt>
                <c:pt idx="6974">
                  <c:v>697.4</c:v>
                </c:pt>
                <c:pt idx="6975">
                  <c:v>697.5</c:v>
                </c:pt>
                <c:pt idx="6976">
                  <c:v>697.6</c:v>
                </c:pt>
                <c:pt idx="6977">
                  <c:v>697.7</c:v>
                </c:pt>
                <c:pt idx="6978">
                  <c:v>697.8</c:v>
                </c:pt>
                <c:pt idx="6979">
                  <c:v>697.9</c:v>
                </c:pt>
                <c:pt idx="6980">
                  <c:v>698</c:v>
                </c:pt>
                <c:pt idx="6981">
                  <c:v>698.1</c:v>
                </c:pt>
                <c:pt idx="6982">
                  <c:v>698.2</c:v>
                </c:pt>
                <c:pt idx="6983">
                  <c:v>698.3</c:v>
                </c:pt>
                <c:pt idx="6984">
                  <c:v>698.4</c:v>
                </c:pt>
                <c:pt idx="6985">
                  <c:v>698.5</c:v>
                </c:pt>
                <c:pt idx="6986">
                  <c:v>698.6</c:v>
                </c:pt>
                <c:pt idx="6987">
                  <c:v>698.7</c:v>
                </c:pt>
                <c:pt idx="6988">
                  <c:v>698.8</c:v>
                </c:pt>
                <c:pt idx="6989">
                  <c:v>698.9</c:v>
                </c:pt>
                <c:pt idx="6990">
                  <c:v>699</c:v>
                </c:pt>
                <c:pt idx="6991">
                  <c:v>699.1</c:v>
                </c:pt>
                <c:pt idx="6992">
                  <c:v>699.2</c:v>
                </c:pt>
                <c:pt idx="6993">
                  <c:v>699.3</c:v>
                </c:pt>
                <c:pt idx="6994">
                  <c:v>699.4</c:v>
                </c:pt>
                <c:pt idx="6995">
                  <c:v>699.5</c:v>
                </c:pt>
                <c:pt idx="6996">
                  <c:v>699.6</c:v>
                </c:pt>
                <c:pt idx="6997">
                  <c:v>699.7</c:v>
                </c:pt>
                <c:pt idx="6998">
                  <c:v>699.8</c:v>
                </c:pt>
                <c:pt idx="6999">
                  <c:v>699.9</c:v>
                </c:pt>
                <c:pt idx="7000">
                  <c:v>700</c:v>
                </c:pt>
                <c:pt idx="7001">
                  <c:v>700.1</c:v>
                </c:pt>
                <c:pt idx="7002">
                  <c:v>700.2</c:v>
                </c:pt>
                <c:pt idx="7003">
                  <c:v>700.3</c:v>
                </c:pt>
                <c:pt idx="7004">
                  <c:v>700.4</c:v>
                </c:pt>
                <c:pt idx="7005">
                  <c:v>700.5</c:v>
                </c:pt>
                <c:pt idx="7006">
                  <c:v>700.6</c:v>
                </c:pt>
                <c:pt idx="7007">
                  <c:v>700.7</c:v>
                </c:pt>
                <c:pt idx="7008">
                  <c:v>700.8</c:v>
                </c:pt>
                <c:pt idx="7009">
                  <c:v>700.9</c:v>
                </c:pt>
                <c:pt idx="7010">
                  <c:v>701</c:v>
                </c:pt>
                <c:pt idx="7011">
                  <c:v>701.1</c:v>
                </c:pt>
                <c:pt idx="7012">
                  <c:v>701.2</c:v>
                </c:pt>
                <c:pt idx="7013">
                  <c:v>701.3</c:v>
                </c:pt>
                <c:pt idx="7014">
                  <c:v>701.4</c:v>
                </c:pt>
                <c:pt idx="7015">
                  <c:v>701.5</c:v>
                </c:pt>
                <c:pt idx="7016">
                  <c:v>701.6</c:v>
                </c:pt>
                <c:pt idx="7017">
                  <c:v>701.7</c:v>
                </c:pt>
                <c:pt idx="7018">
                  <c:v>701.8</c:v>
                </c:pt>
                <c:pt idx="7019">
                  <c:v>701.9</c:v>
                </c:pt>
                <c:pt idx="7020">
                  <c:v>702</c:v>
                </c:pt>
                <c:pt idx="7021">
                  <c:v>702.1</c:v>
                </c:pt>
                <c:pt idx="7022">
                  <c:v>702.2</c:v>
                </c:pt>
                <c:pt idx="7023">
                  <c:v>702.3</c:v>
                </c:pt>
                <c:pt idx="7024">
                  <c:v>702.4</c:v>
                </c:pt>
                <c:pt idx="7025">
                  <c:v>702.5</c:v>
                </c:pt>
                <c:pt idx="7026">
                  <c:v>702.6</c:v>
                </c:pt>
                <c:pt idx="7027">
                  <c:v>702.7</c:v>
                </c:pt>
                <c:pt idx="7028">
                  <c:v>702.8</c:v>
                </c:pt>
                <c:pt idx="7029">
                  <c:v>702.9</c:v>
                </c:pt>
                <c:pt idx="7030">
                  <c:v>703</c:v>
                </c:pt>
                <c:pt idx="7031">
                  <c:v>703.1</c:v>
                </c:pt>
                <c:pt idx="7032">
                  <c:v>703.2</c:v>
                </c:pt>
                <c:pt idx="7033">
                  <c:v>703.3</c:v>
                </c:pt>
                <c:pt idx="7034">
                  <c:v>703.4</c:v>
                </c:pt>
                <c:pt idx="7035">
                  <c:v>703.5</c:v>
                </c:pt>
                <c:pt idx="7036">
                  <c:v>703.6</c:v>
                </c:pt>
                <c:pt idx="7037">
                  <c:v>703.7</c:v>
                </c:pt>
                <c:pt idx="7038">
                  <c:v>703.8</c:v>
                </c:pt>
                <c:pt idx="7039">
                  <c:v>703.9</c:v>
                </c:pt>
                <c:pt idx="7040">
                  <c:v>704</c:v>
                </c:pt>
                <c:pt idx="7041">
                  <c:v>704.1</c:v>
                </c:pt>
                <c:pt idx="7042">
                  <c:v>704.2</c:v>
                </c:pt>
                <c:pt idx="7043">
                  <c:v>704.3</c:v>
                </c:pt>
                <c:pt idx="7044">
                  <c:v>704.4</c:v>
                </c:pt>
                <c:pt idx="7045">
                  <c:v>704.5</c:v>
                </c:pt>
                <c:pt idx="7046">
                  <c:v>704.6</c:v>
                </c:pt>
                <c:pt idx="7047">
                  <c:v>704.7</c:v>
                </c:pt>
                <c:pt idx="7048">
                  <c:v>704.8</c:v>
                </c:pt>
                <c:pt idx="7049">
                  <c:v>704.9</c:v>
                </c:pt>
                <c:pt idx="7050">
                  <c:v>705</c:v>
                </c:pt>
                <c:pt idx="7051">
                  <c:v>705.1</c:v>
                </c:pt>
                <c:pt idx="7052">
                  <c:v>705.2</c:v>
                </c:pt>
                <c:pt idx="7053">
                  <c:v>705.3</c:v>
                </c:pt>
                <c:pt idx="7054">
                  <c:v>705.4</c:v>
                </c:pt>
                <c:pt idx="7055">
                  <c:v>705.5</c:v>
                </c:pt>
                <c:pt idx="7056">
                  <c:v>705.6</c:v>
                </c:pt>
                <c:pt idx="7057">
                  <c:v>705.7</c:v>
                </c:pt>
                <c:pt idx="7058">
                  <c:v>705.8</c:v>
                </c:pt>
                <c:pt idx="7059">
                  <c:v>705.9</c:v>
                </c:pt>
                <c:pt idx="7060">
                  <c:v>706</c:v>
                </c:pt>
                <c:pt idx="7061">
                  <c:v>706.1</c:v>
                </c:pt>
                <c:pt idx="7062">
                  <c:v>706.2</c:v>
                </c:pt>
                <c:pt idx="7063">
                  <c:v>706.3</c:v>
                </c:pt>
                <c:pt idx="7064">
                  <c:v>706.4</c:v>
                </c:pt>
                <c:pt idx="7065">
                  <c:v>706.5</c:v>
                </c:pt>
                <c:pt idx="7066">
                  <c:v>706.6</c:v>
                </c:pt>
                <c:pt idx="7067">
                  <c:v>706.7</c:v>
                </c:pt>
                <c:pt idx="7068">
                  <c:v>706.8</c:v>
                </c:pt>
                <c:pt idx="7069">
                  <c:v>706.9</c:v>
                </c:pt>
                <c:pt idx="7070">
                  <c:v>707</c:v>
                </c:pt>
                <c:pt idx="7071">
                  <c:v>707.1</c:v>
                </c:pt>
                <c:pt idx="7072">
                  <c:v>707.2</c:v>
                </c:pt>
                <c:pt idx="7073">
                  <c:v>707.3</c:v>
                </c:pt>
                <c:pt idx="7074">
                  <c:v>707.4</c:v>
                </c:pt>
                <c:pt idx="7075">
                  <c:v>707.5</c:v>
                </c:pt>
                <c:pt idx="7076">
                  <c:v>707.6</c:v>
                </c:pt>
                <c:pt idx="7077">
                  <c:v>707.7</c:v>
                </c:pt>
                <c:pt idx="7078">
                  <c:v>707.8</c:v>
                </c:pt>
                <c:pt idx="7079">
                  <c:v>707.9</c:v>
                </c:pt>
                <c:pt idx="7080">
                  <c:v>708</c:v>
                </c:pt>
                <c:pt idx="7081">
                  <c:v>708.1</c:v>
                </c:pt>
                <c:pt idx="7082">
                  <c:v>708.2</c:v>
                </c:pt>
                <c:pt idx="7083">
                  <c:v>708.3</c:v>
                </c:pt>
                <c:pt idx="7084">
                  <c:v>708.4</c:v>
                </c:pt>
                <c:pt idx="7085">
                  <c:v>708.5</c:v>
                </c:pt>
                <c:pt idx="7086">
                  <c:v>708.6</c:v>
                </c:pt>
                <c:pt idx="7087">
                  <c:v>708.7</c:v>
                </c:pt>
                <c:pt idx="7088">
                  <c:v>708.8</c:v>
                </c:pt>
                <c:pt idx="7089">
                  <c:v>708.9</c:v>
                </c:pt>
                <c:pt idx="7090">
                  <c:v>709</c:v>
                </c:pt>
                <c:pt idx="7091">
                  <c:v>709.1</c:v>
                </c:pt>
                <c:pt idx="7092">
                  <c:v>709.2</c:v>
                </c:pt>
                <c:pt idx="7093">
                  <c:v>709.3</c:v>
                </c:pt>
                <c:pt idx="7094">
                  <c:v>709.4</c:v>
                </c:pt>
                <c:pt idx="7095">
                  <c:v>709.5</c:v>
                </c:pt>
                <c:pt idx="7096">
                  <c:v>709.6</c:v>
                </c:pt>
                <c:pt idx="7097">
                  <c:v>709.7</c:v>
                </c:pt>
                <c:pt idx="7098">
                  <c:v>709.8</c:v>
                </c:pt>
                <c:pt idx="7099">
                  <c:v>709.9</c:v>
                </c:pt>
                <c:pt idx="7100">
                  <c:v>710</c:v>
                </c:pt>
                <c:pt idx="7101">
                  <c:v>710.1</c:v>
                </c:pt>
                <c:pt idx="7102">
                  <c:v>710.2</c:v>
                </c:pt>
                <c:pt idx="7103">
                  <c:v>710.3</c:v>
                </c:pt>
                <c:pt idx="7104">
                  <c:v>710.4</c:v>
                </c:pt>
                <c:pt idx="7105">
                  <c:v>710.5</c:v>
                </c:pt>
                <c:pt idx="7106">
                  <c:v>710.6</c:v>
                </c:pt>
                <c:pt idx="7107">
                  <c:v>710.7</c:v>
                </c:pt>
                <c:pt idx="7108">
                  <c:v>710.8</c:v>
                </c:pt>
                <c:pt idx="7109">
                  <c:v>710.9</c:v>
                </c:pt>
                <c:pt idx="7110">
                  <c:v>711</c:v>
                </c:pt>
                <c:pt idx="7111">
                  <c:v>711.1</c:v>
                </c:pt>
                <c:pt idx="7112">
                  <c:v>711.2</c:v>
                </c:pt>
                <c:pt idx="7113">
                  <c:v>711.3</c:v>
                </c:pt>
                <c:pt idx="7114">
                  <c:v>711.4</c:v>
                </c:pt>
                <c:pt idx="7115">
                  <c:v>711.5</c:v>
                </c:pt>
                <c:pt idx="7116">
                  <c:v>711.6</c:v>
                </c:pt>
                <c:pt idx="7117">
                  <c:v>711.7</c:v>
                </c:pt>
                <c:pt idx="7118">
                  <c:v>711.8</c:v>
                </c:pt>
                <c:pt idx="7119">
                  <c:v>711.9</c:v>
                </c:pt>
                <c:pt idx="7120">
                  <c:v>712</c:v>
                </c:pt>
                <c:pt idx="7121">
                  <c:v>712.1</c:v>
                </c:pt>
                <c:pt idx="7122">
                  <c:v>712.2</c:v>
                </c:pt>
                <c:pt idx="7123">
                  <c:v>712.3</c:v>
                </c:pt>
                <c:pt idx="7124">
                  <c:v>712.4</c:v>
                </c:pt>
                <c:pt idx="7125">
                  <c:v>712.5</c:v>
                </c:pt>
                <c:pt idx="7126">
                  <c:v>712.6</c:v>
                </c:pt>
                <c:pt idx="7127">
                  <c:v>712.7</c:v>
                </c:pt>
                <c:pt idx="7128">
                  <c:v>712.8</c:v>
                </c:pt>
                <c:pt idx="7129">
                  <c:v>712.9</c:v>
                </c:pt>
                <c:pt idx="7130">
                  <c:v>713</c:v>
                </c:pt>
                <c:pt idx="7131">
                  <c:v>713.1</c:v>
                </c:pt>
                <c:pt idx="7132">
                  <c:v>713.2</c:v>
                </c:pt>
                <c:pt idx="7133">
                  <c:v>713.3</c:v>
                </c:pt>
                <c:pt idx="7134">
                  <c:v>713.4</c:v>
                </c:pt>
                <c:pt idx="7135">
                  <c:v>713.5</c:v>
                </c:pt>
                <c:pt idx="7136">
                  <c:v>713.6</c:v>
                </c:pt>
                <c:pt idx="7137">
                  <c:v>713.7</c:v>
                </c:pt>
                <c:pt idx="7138">
                  <c:v>713.8</c:v>
                </c:pt>
                <c:pt idx="7139">
                  <c:v>713.9</c:v>
                </c:pt>
                <c:pt idx="7140">
                  <c:v>714</c:v>
                </c:pt>
                <c:pt idx="7141">
                  <c:v>714.1</c:v>
                </c:pt>
                <c:pt idx="7142">
                  <c:v>714.2</c:v>
                </c:pt>
                <c:pt idx="7143">
                  <c:v>714.3</c:v>
                </c:pt>
                <c:pt idx="7144">
                  <c:v>714.4</c:v>
                </c:pt>
                <c:pt idx="7145">
                  <c:v>714.5</c:v>
                </c:pt>
                <c:pt idx="7146">
                  <c:v>714.6</c:v>
                </c:pt>
                <c:pt idx="7147">
                  <c:v>714.7</c:v>
                </c:pt>
                <c:pt idx="7148">
                  <c:v>714.8</c:v>
                </c:pt>
                <c:pt idx="7149">
                  <c:v>714.9</c:v>
                </c:pt>
                <c:pt idx="7150">
                  <c:v>715</c:v>
                </c:pt>
                <c:pt idx="7151">
                  <c:v>715.1</c:v>
                </c:pt>
                <c:pt idx="7152">
                  <c:v>715.2</c:v>
                </c:pt>
                <c:pt idx="7153">
                  <c:v>715.3</c:v>
                </c:pt>
                <c:pt idx="7154">
                  <c:v>715.4</c:v>
                </c:pt>
                <c:pt idx="7155">
                  <c:v>715.5</c:v>
                </c:pt>
                <c:pt idx="7156">
                  <c:v>715.6</c:v>
                </c:pt>
                <c:pt idx="7157">
                  <c:v>715.7</c:v>
                </c:pt>
                <c:pt idx="7158">
                  <c:v>715.8</c:v>
                </c:pt>
                <c:pt idx="7159">
                  <c:v>715.9</c:v>
                </c:pt>
                <c:pt idx="7160">
                  <c:v>716</c:v>
                </c:pt>
                <c:pt idx="7161">
                  <c:v>716.1</c:v>
                </c:pt>
                <c:pt idx="7162">
                  <c:v>716.2</c:v>
                </c:pt>
                <c:pt idx="7163">
                  <c:v>716.3</c:v>
                </c:pt>
                <c:pt idx="7164">
                  <c:v>716.4</c:v>
                </c:pt>
                <c:pt idx="7165">
                  <c:v>716.5</c:v>
                </c:pt>
                <c:pt idx="7166">
                  <c:v>716.6</c:v>
                </c:pt>
                <c:pt idx="7167">
                  <c:v>716.7</c:v>
                </c:pt>
                <c:pt idx="7168">
                  <c:v>716.8</c:v>
                </c:pt>
                <c:pt idx="7169">
                  <c:v>716.9</c:v>
                </c:pt>
                <c:pt idx="7170">
                  <c:v>717</c:v>
                </c:pt>
                <c:pt idx="7171">
                  <c:v>717.1</c:v>
                </c:pt>
                <c:pt idx="7172">
                  <c:v>717.2</c:v>
                </c:pt>
                <c:pt idx="7173">
                  <c:v>717.3</c:v>
                </c:pt>
                <c:pt idx="7174">
                  <c:v>717.4</c:v>
                </c:pt>
                <c:pt idx="7175">
                  <c:v>717.5</c:v>
                </c:pt>
                <c:pt idx="7176">
                  <c:v>717.6</c:v>
                </c:pt>
                <c:pt idx="7177">
                  <c:v>717.7</c:v>
                </c:pt>
                <c:pt idx="7178">
                  <c:v>717.8</c:v>
                </c:pt>
                <c:pt idx="7179">
                  <c:v>717.9</c:v>
                </c:pt>
                <c:pt idx="7180">
                  <c:v>718</c:v>
                </c:pt>
                <c:pt idx="7181">
                  <c:v>718.1</c:v>
                </c:pt>
                <c:pt idx="7182">
                  <c:v>718.2</c:v>
                </c:pt>
                <c:pt idx="7183">
                  <c:v>718.3</c:v>
                </c:pt>
                <c:pt idx="7184">
                  <c:v>718.4</c:v>
                </c:pt>
                <c:pt idx="7185">
                  <c:v>718.5</c:v>
                </c:pt>
                <c:pt idx="7186">
                  <c:v>718.6</c:v>
                </c:pt>
                <c:pt idx="7187">
                  <c:v>718.7</c:v>
                </c:pt>
                <c:pt idx="7188">
                  <c:v>718.8</c:v>
                </c:pt>
                <c:pt idx="7189">
                  <c:v>718.9</c:v>
                </c:pt>
                <c:pt idx="7190">
                  <c:v>719</c:v>
                </c:pt>
                <c:pt idx="7191">
                  <c:v>719.1</c:v>
                </c:pt>
                <c:pt idx="7192">
                  <c:v>719.2</c:v>
                </c:pt>
                <c:pt idx="7193">
                  <c:v>719.3</c:v>
                </c:pt>
                <c:pt idx="7194">
                  <c:v>719.4</c:v>
                </c:pt>
                <c:pt idx="7195">
                  <c:v>719.5</c:v>
                </c:pt>
                <c:pt idx="7196">
                  <c:v>719.6</c:v>
                </c:pt>
                <c:pt idx="7197">
                  <c:v>719.7</c:v>
                </c:pt>
                <c:pt idx="7198">
                  <c:v>719.8</c:v>
                </c:pt>
                <c:pt idx="7199">
                  <c:v>719.9</c:v>
                </c:pt>
                <c:pt idx="7200">
                  <c:v>720</c:v>
                </c:pt>
                <c:pt idx="7201">
                  <c:v>720.1</c:v>
                </c:pt>
                <c:pt idx="7202">
                  <c:v>720.2</c:v>
                </c:pt>
                <c:pt idx="7203">
                  <c:v>720.3</c:v>
                </c:pt>
                <c:pt idx="7204">
                  <c:v>720.4</c:v>
                </c:pt>
                <c:pt idx="7205">
                  <c:v>720.5</c:v>
                </c:pt>
                <c:pt idx="7206">
                  <c:v>720.6</c:v>
                </c:pt>
                <c:pt idx="7207">
                  <c:v>720.7</c:v>
                </c:pt>
                <c:pt idx="7208">
                  <c:v>720.8</c:v>
                </c:pt>
                <c:pt idx="7209">
                  <c:v>720.9</c:v>
                </c:pt>
                <c:pt idx="7210">
                  <c:v>721</c:v>
                </c:pt>
                <c:pt idx="7211">
                  <c:v>721.1</c:v>
                </c:pt>
                <c:pt idx="7212">
                  <c:v>721.2</c:v>
                </c:pt>
                <c:pt idx="7213">
                  <c:v>721.3</c:v>
                </c:pt>
                <c:pt idx="7214">
                  <c:v>721.4</c:v>
                </c:pt>
                <c:pt idx="7215">
                  <c:v>721.5</c:v>
                </c:pt>
                <c:pt idx="7216">
                  <c:v>721.6</c:v>
                </c:pt>
                <c:pt idx="7217">
                  <c:v>721.7</c:v>
                </c:pt>
                <c:pt idx="7218">
                  <c:v>721.8</c:v>
                </c:pt>
                <c:pt idx="7219">
                  <c:v>721.9</c:v>
                </c:pt>
                <c:pt idx="7220">
                  <c:v>722</c:v>
                </c:pt>
                <c:pt idx="7221">
                  <c:v>722.1</c:v>
                </c:pt>
                <c:pt idx="7222">
                  <c:v>722.2</c:v>
                </c:pt>
                <c:pt idx="7223">
                  <c:v>722.3</c:v>
                </c:pt>
                <c:pt idx="7224">
                  <c:v>722.4</c:v>
                </c:pt>
                <c:pt idx="7225">
                  <c:v>722.5</c:v>
                </c:pt>
                <c:pt idx="7226">
                  <c:v>722.6</c:v>
                </c:pt>
                <c:pt idx="7227">
                  <c:v>722.7</c:v>
                </c:pt>
                <c:pt idx="7228">
                  <c:v>722.8</c:v>
                </c:pt>
                <c:pt idx="7229">
                  <c:v>722.9</c:v>
                </c:pt>
                <c:pt idx="7230">
                  <c:v>723</c:v>
                </c:pt>
                <c:pt idx="7231">
                  <c:v>723.1</c:v>
                </c:pt>
                <c:pt idx="7232">
                  <c:v>723.2</c:v>
                </c:pt>
                <c:pt idx="7233">
                  <c:v>723.3</c:v>
                </c:pt>
                <c:pt idx="7234">
                  <c:v>723.4</c:v>
                </c:pt>
                <c:pt idx="7235">
                  <c:v>723.5</c:v>
                </c:pt>
                <c:pt idx="7236">
                  <c:v>723.6</c:v>
                </c:pt>
                <c:pt idx="7237">
                  <c:v>723.7</c:v>
                </c:pt>
                <c:pt idx="7238">
                  <c:v>723.8</c:v>
                </c:pt>
                <c:pt idx="7239">
                  <c:v>723.9</c:v>
                </c:pt>
                <c:pt idx="7240">
                  <c:v>724</c:v>
                </c:pt>
                <c:pt idx="7241">
                  <c:v>724.1</c:v>
                </c:pt>
                <c:pt idx="7242">
                  <c:v>724.2</c:v>
                </c:pt>
                <c:pt idx="7243">
                  <c:v>724.3</c:v>
                </c:pt>
                <c:pt idx="7244">
                  <c:v>724.4</c:v>
                </c:pt>
                <c:pt idx="7245">
                  <c:v>724.5</c:v>
                </c:pt>
                <c:pt idx="7246">
                  <c:v>724.6</c:v>
                </c:pt>
                <c:pt idx="7247">
                  <c:v>724.7</c:v>
                </c:pt>
                <c:pt idx="7248">
                  <c:v>724.8</c:v>
                </c:pt>
                <c:pt idx="7249">
                  <c:v>724.9</c:v>
                </c:pt>
                <c:pt idx="7250">
                  <c:v>725</c:v>
                </c:pt>
                <c:pt idx="7251">
                  <c:v>725.1</c:v>
                </c:pt>
                <c:pt idx="7252">
                  <c:v>725.2</c:v>
                </c:pt>
                <c:pt idx="7253">
                  <c:v>725.3</c:v>
                </c:pt>
                <c:pt idx="7254">
                  <c:v>725.4</c:v>
                </c:pt>
                <c:pt idx="7255">
                  <c:v>725.5</c:v>
                </c:pt>
                <c:pt idx="7256">
                  <c:v>725.6</c:v>
                </c:pt>
                <c:pt idx="7257">
                  <c:v>725.7</c:v>
                </c:pt>
                <c:pt idx="7258">
                  <c:v>725.8</c:v>
                </c:pt>
                <c:pt idx="7259">
                  <c:v>725.9</c:v>
                </c:pt>
                <c:pt idx="7260">
                  <c:v>726</c:v>
                </c:pt>
                <c:pt idx="7261">
                  <c:v>726.1</c:v>
                </c:pt>
                <c:pt idx="7262">
                  <c:v>726.2</c:v>
                </c:pt>
                <c:pt idx="7263">
                  <c:v>726.3</c:v>
                </c:pt>
                <c:pt idx="7264">
                  <c:v>726.4</c:v>
                </c:pt>
                <c:pt idx="7265">
                  <c:v>726.5</c:v>
                </c:pt>
                <c:pt idx="7266">
                  <c:v>726.6</c:v>
                </c:pt>
                <c:pt idx="7267">
                  <c:v>726.7</c:v>
                </c:pt>
                <c:pt idx="7268">
                  <c:v>726.8</c:v>
                </c:pt>
                <c:pt idx="7269">
                  <c:v>726.9</c:v>
                </c:pt>
                <c:pt idx="7270">
                  <c:v>727</c:v>
                </c:pt>
                <c:pt idx="7271">
                  <c:v>727.1</c:v>
                </c:pt>
                <c:pt idx="7272">
                  <c:v>727.2</c:v>
                </c:pt>
                <c:pt idx="7273">
                  <c:v>727.3</c:v>
                </c:pt>
                <c:pt idx="7274">
                  <c:v>727.4</c:v>
                </c:pt>
                <c:pt idx="7275">
                  <c:v>727.5</c:v>
                </c:pt>
                <c:pt idx="7276">
                  <c:v>727.6</c:v>
                </c:pt>
                <c:pt idx="7277">
                  <c:v>727.7</c:v>
                </c:pt>
                <c:pt idx="7278">
                  <c:v>727.8</c:v>
                </c:pt>
                <c:pt idx="7279">
                  <c:v>727.9</c:v>
                </c:pt>
                <c:pt idx="7280">
                  <c:v>728</c:v>
                </c:pt>
                <c:pt idx="7281">
                  <c:v>728.1</c:v>
                </c:pt>
                <c:pt idx="7282">
                  <c:v>728.2</c:v>
                </c:pt>
                <c:pt idx="7283">
                  <c:v>728.3</c:v>
                </c:pt>
                <c:pt idx="7284">
                  <c:v>728.4</c:v>
                </c:pt>
                <c:pt idx="7285">
                  <c:v>728.5</c:v>
                </c:pt>
                <c:pt idx="7286">
                  <c:v>728.6</c:v>
                </c:pt>
                <c:pt idx="7287">
                  <c:v>728.7</c:v>
                </c:pt>
                <c:pt idx="7288">
                  <c:v>728.8</c:v>
                </c:pt>
                <c:pt idx="7289">
                  <c:v>728.9</c:v>
                </c:pt>
                <c:pt idx="7290">
                  <c:v>729</c:v>
                </c:pt>
                <c:pt idx="7291">
                  <c:v>729.1</c:v>
                </c:pt>
                <c:pt idx="7292">
                  <c:v>729.2</c:v>
                </c:pt>
                <c:pt idx="7293">
                  <c:v>729.3</c:v>
                </c:pt>
                <c:pt idx="7294">
                  <c:v>729.4</c:v>
                </c:pt>
                <c:pt idx="7295">
                  <c:v>729.5</c:v>
                </c:pt>
                <c:pt idx="7296">
                  <c:v>729.6</c:v>
                </c:pt>
                <c:pt idx="7297">
                  <c:v>729.7</c:v>
                </c:pt>
                <c:pt idx="7298">
                  <c:v>729.8</c:v>
                </c:pt>
                <c:pt idx="7299">
                  <c:v>729.9</c:v>
                </c:pt>
                <c:pt idx="7300">
                  <c:v>730</c:v>
                </c:pt>
                <c:pt idx="7301">
                  <c:v>730.1</c:v>
                </c:pt>
                <c:pt idx="7302">
                  <c:v>730.2</c:v>
                </c:pt>
                <c:pt idx="7303">
                  <c:v>730.3</c:v>
                </c:pt>
                <c:pt idx="7304">
                  <c:v>730.4</c:v>
                </c:pt>
                <c:pt idx="7305">
                  <c:v>730.5</c:v>
                </c:pt>
                <c:pt idx="7306">
                  <c:v>730.6</c:v>
                </c:pt>
                <c:pt idx="7307">
                  <c:v>730.7</c:v>
                </c:pt>
                <c:pt idx="7308">
                  <c:v>730.8</c:v>
                </c:pt>
                <c:pt idx="7309">
                  <c:v>730.9</c:v>
                </c:pt>
                <c:pt idx="7310">
                  <c:v>731</c:v>
                </c:pt>
                <c:pt idx="7311">
                  <c:v>731.1</c:v>
                </c:pt>
                <c:pt idx="7312">
                  <c:v>731.2</c:v>
                </c:pt>
                <c:pt idx="7313">
                  <c:v>731.3</c:v>
                </c:pt>
                <c:pt idx="7314">
                  <c:v>731.4</c:v>
                </c:pt>
                <c:pt idx="7315">
                  <c:v>731.5</c:v>
                </c:pt>
                <c:pt idx="7316">
                  <c:v>731.6</c:v>
                </c:pt>
                <c:pt idx="7317">
                  <c:v>731.7</c:v>
                </c:pt>
                <c:pt idx="7318">
                  <c:v>731.8</c:v>
                </c:pt>
                <c:pt idx="7319">
                  <c:v>731.9</c:v>
                </c:pt>
                <c:pt idx="7320">
                  <c:v>732</c:v>
                </c:pt>
                <c:pt idx="7321">
                  <c:v>732.1</c:v>
                </c:pt>
                <c:pt idx="7322">
                  <c:v>732.2</c:v>
                </c:pt>
                <c:pt idx="7323">
                  <c:v>732.3</c:v>
                </c:pt>
                <c:pt idx="7324">
                  <c:v>732.4</c:v>
                </c:pt>
                <c:pt idx="7325">
                  <c:v>732.5</c:v>
                </c:pt>
                <c:pt idx="7326">
                  <c:v>732.6</c:v>
                </c:pt>
                <c:pt idx="7327">
                  <c:v>732.7</c:v>
                </c:pt>
                <c:pt idx="7328">
                  <c:v>732.8</c:v>
                </c:pt>
                <c:pt idx="7329">
                  <c:v>732.9</c:v>
                </c:pt>
                <c:pt idx="7330">
                  <c:v>733</c:v>
                </c:pt>
                <c:pt idx="7331">
                  <c:v>733.1</c:v>
                </c:pt>
                <c:pt idx="7332">
                  <c:v>733.2</c:v>
                </c:pt>
                <c:pt idx="7333">
                  <c:v>733.3</c:v>
                </c:pt>
                <c:pt idx="7334">
                  <c:v>733.4</c:v>
                </c:pt>
                <c:pt idx="7335">
                  <c:v>733.5</c:v>
                </c:pt>
                <c:pt idx="7336">
                  <c:v>733.6</c:v>
                </c:pt>
                <c:pt idx="7337">
                  <c:v>733.7</c:v>
                </c:pt>
                <c:pt idx="7338">
                  <c:v>733.8</c:v>
                </c:pt>
                <c:pt idx="7339">
                  <c:v>733.9</c:v>
                </c:pt>
                <c:pt idx="7340">
                  <c:v>734</c:v>
                </c:pt>
                <c:pt idx="7341">
                  <c:v>734.1</c:v>
                </c:pt>
                <c:pt idx="7342">
                  <c:v>734.2</c:v>
                </c:pt>
                <c:pt idx="7343">
                  <c:v>734.3</c:v>
                </c:pt>
                <c:pt idx="7344">
                  <c:v>734.4</c:v>
                </c:pt>
                <c:pt idx="7345">
                  <c:v>734.5</c:v>
                </c:pt>
                <c:pt idx="7346">
                  <c:v>734.6</c:v>
                </c:pt>
                <c:pt idx="7347">
                  <c:v>734.7</c:v>
                </c:pt>
                <c:pt idx="7348">
                  <c:v>734.8</c:v>
                </c:pt>
                <c:pt idx="7349">
                  <c:v>734.9</c:v>
                </c:pt>
                <c:pt idx="7350">
                  <c:v>735</c:v>
                </c:pt>
                <c:pt idx="7351">
                  <c:v>735.1</c:v>
                </c:pt>
                <c:pt idx="7352">
                  <c:v>735.2</c:v>
                </c:pt>
                <c:pt idx="7353">
                  <c:v>735.3</c:v>
                </c:pt>
                <c:pt idx="7354">
                  <c:v>735.4</c:v>
                </c:pt>
                <c:pt idx="7355">
                  <c:v>735.5</c:v>
                </c:pt>
                <c:pt idx="7356">
                  <c:v>735.6</c:v>
                </c:pt>
                <c:pt idx="7357">
                  <c:v>735.7</c:v>
                </c:pt>
                <c:pt idx="7358">
                  <c:v>735.8</c:v>
                </c:pt>
                <c:pt idx="7359">
                  <c:v>735.9</c:v>
                </c:pt>
                <c:pt idx="7360">
                  <c:v>736</c:v>
                </c:pt>
                <c:pt idx="7361">
                  <c:v>736.1</c:v>
                </c:pt>
                <c:pt idx="7362">
                  <c:v>736.2</c:v>
                </c:pt>
                <c:pt idx="7363">
                  <c:v>736.3</c:v>
                </c:pt>
                <c:pt idx="7364">
                  <c:v>736.4</c:v>
                </c:pt>
                <c:pt idx="7365">
                  <c:v>736.5</c:v>
                </c:pt>
                <c:pt idx="7366">
                  <c:v>736.6</c:v>
                </c:pt>
                <c:pt idx="7367">
                  <c:v>736.7</c:v>
                </c:pt>
                <c:pt idx="7368">
                  <c:v>736.8</c:v>
                </c:pt>
                <c:pt idx="7369">
                  <c:v>736.9</c:v>
                </c:pt>
                <c:pt idx="7370">
                  <c:v>737</c:v>
                </c:pt>
                <c:pt idx="7371">
                  <c:v>737.1</c:v>
                </c:pt>
                <c:pt idx="7372">
                  <c:v>737.2</c:v>
                </c:pt>
                <c:pt idx="7373">
                  <c:v>737.3</c:v>
                </c:pt>
                <c:pt idx="7374">
                  <c:v>737.4</c:v>
                </c:pt>
                <c:pt idx="7375">
                  <c:v>737.5</c:v>
                </c:pt>
                <c:pt idx="7376">
                  <c:v>737.6</c:v>
                </c:pt>
                <c:pt idx="7377">
                  <c:v>737.7</c:v>
                </c:pt>
                <c:pt idx="7378">
                  <c:v>737.8</c:v>
                </c:pt>
                <c:pt idx="7379">
                  <c:v>737.9</c:v>
                </c:pt>
                <c:pt idx="7380">
                  <c:v>738</c:v>
                </c:pt>
                <c:pt idx="7381">
                  <c:v>738.1</c:v>
                </c:pt>
                <c:pt idx="7382">
                  <c:v>738.2</c:v>
                </c:pt>
                <c:pt idx="7383">
                  <c:v>738.3</c:v>
                </c:pt>
                <c:pt idx="7384">
                  <c:v>738.4</c:v>
                </c:pt>
                <c:pt idx="7385">
                  <c:v>738.5</c:v>
                </c:pt>
                <c:pt idx="7386">
                  <c:v>738.6</c:v>
                </c:pt>
                <c:pt idx="7387">
                  <c:v>738.7</c:v>
                </c:pt>
                <c:pt idx="7388">
                  <c:v>738.8</c:v>
                </c:pt>
                <c:pt idx="7389">
                  <c:v>738.9</c:v>
                </c:pt>
                <c:pt idx="7390">
                  <c:v>739</c:v>
                </c:pt>
                <c:pt idx="7391">
                  <c:v>739.1</c:v>
                </c:pt>
                <c:pt idx="7392">
                  <c:v>739.2</c:v>
                </c:pt>
                <c:pt idx="7393">
                  <c:v>739.3</c:v>
                </c:pt>
                <c:pt idx="7394">
                  <c:v>739.4</c:v>
                </c:pt>
                <c:pt idx="7395">
                  <c:v>739.5</c:v>
                </c:pt>
                <c:pt idx="7396">
                  <c:v>739.6</c:v>
                </c:pt>
                <c:pt idx="7397">
                  <c:v>739.7</c:v>
                </c:pt>
                <c:pt idx="7398">
                  <c:v>739.8</c:v>
                </c:pt>
                <c:pt idx="7399">
                  <c:v>739.9</c:v>
                </c:pt>
                <c:pt idx="7400">
                  <c:v>740</c:v>
                </c:pt>
                <c:pt idx="7401">
                  <c:v>740.1</c:v>
                </c:pt>
                <c:pt idx="7402">
                  <c:v>740.2</c:v>
                </c:pt>
                <c:pt idx="7403">
                  <c:v>740.3</c:v>
                </c:pt>
                <c:pt idx="7404">
                  <c:v>740.4</c:v>
                </c:pt>
                <c:pt idx="7405">
                  <c:v>740.5</c:v>
                </c:pt>
                <c:pt idx="7406">
                  <c:v>740.6</c:v>
                </c:pt>
                <c:pt idx="7407">
                  <c:v>740.7</c:v>
                </c:pt>
                <c:pt idx="7408">
                  <c:v>740.8</c:v>
                </c:pt>
                <c:pt idx="7409">
                  <c:v>740.9</c:v>
                </c:pt>
                <c:pt idx="7410">
                  <c:v>741</c:v>
                </c:pt>
                <c:pt idx="7411">
                  <c:v>741.1</c:v>
                </c:pt>
                <c:pt idx="7412">
                  <c:v>741.2</c:v>
                </c:pt>
                <c:pt idx="7413">
                  <c:v>741.3</c:v>
                </c:pt>
                <c:pt idx="7414">
                  <c:v>741.4</c:v>
                </c:pt>
                <c:pt idx="7415">
                  <c:v>741.5</c:v>
                </c:pt>
                <c:pt idx="7416">
                  <c:v>741.6</c:v>
                </c:pt>
                <c:pt idx="7417">
                  <c:v>741.7</c:v>
                </c:pt>
                <c:pt idx="7418">
                  <c:v>741.8</c:v>
                </c:pt>
                <c:pt idx="7419">
                  <c:v>741.9</c:v>
                </c:pt>
                <c:pt idx="7420">
                  <c:v>742</c:v>
                </c:pt>
                <c:pt idx="7421">
                  <c:v>742.1</c:v>
                </c:pt>
                <c:pt idx="7422">
                  <c:v>742.2</c:v>
                </c:pt>
                <c:pt idx="7423">
                  <c:v>742.3</c:v>
                </c:pt>
                <c:pt idx="7424">
                  <c:v>742.4</c:v>
                </c:pt>
                <c:pt idx="7425">
                  <c:v>742.5</c:v>
                </c:pt>
                <c:pt idx="7426">
                  <c:v>742.6</c:v>
                </c:pt>
                <c:pt idx="7427">
                  <c:v>742.7</c:v>
                </c:pt>
                <c:pt idx="7428">
                  <c:v>742.8</c:v>
                </c:pt>
                <c:pt idx="7429">
                  <c:v>742.9</c:v>
                </c:pt>
                <c:pt idx="7430">
                  <c:v>743</c:v>
                </c:pt>
                <c:pt idx="7431">
                  <c:v>743.1</c:v>
                </c:pt>
                <c:pt idx="7432">
                  <c:v>743.2</c:v>
                </c:pt>
                <c:pt idx="7433">
                  <c:v>743.3</c:v>
                </c:pt>
                <c:pt idx="7434">
                  <c:v>743.4</c:v>
                </c:pt>
                <c:pt idx="7435">
                  <c:v>743.5</c:v>
                </c:pt>
                <c:pt idx="7436">
                  <c:v>743.6</c:v>
                </c:pt>
                <c:pt idx="7437">
                  <c:v>743.7</c:v>
                </c:pt>
                <c:pt idx="7438">
                  <c:v>743.8</c:v>
                </c:pt>
                <c:pt idx="7439">
                  <c:v>743.9</c:v>
                </c:pt>
                <c:pt idx="7440">
                  <c:v>744</c:v>
                </c:pt>
                <c:pt idx="7441">
                  <c:v>744.1</c:v>
                </c:pt>
                <c:pt idx="7442">
                  <c:v>744.2</c:v>
                </c:pt>
                <c:pt idx="7443">
                  <c:v>744.3</c:v>
                </c:pt>
                <c:pt idx="7444">
                  <c:v>744.4</c:v>
                </c:pt>
                <c:pt idx="7445">
                  <c:v>744.5</c:v>
                </c:pt>
                <c:pt idx="7446">
                  <c:v>744.6</c:v>
                </c:pt>
                <c:pt idx="7447">
                  <c:v>744.7</c:v>
                </c:pt>
                <c:pt idx="7448">
                  <c:v>744.8</c:v>
                </c:pt>
                <c:pt idx="7449">
                  <c:v>744.9</c:v>
                </c:pt>
                <c:pt idx="7450">
                  <c:v>745</c:v>
                </c:pt>
                <c:pt idx="7451">
                  <c:v>745.1</c:v>
                </c:pt>
                <c:pt idx="7452">
                  <c:v>745.2</c:v>
                </c:pt>
                <c:pt idx="7453">
                  <c:v>745.3</c:v>
                </c:pt>
                <c:pt idx="7454">
                  <c:v>745.4</c:v>
                </c:pt>
                <c:pt idx="7455">
                  <c:v>745.5</c:v>
                </c:pt>
                <c:pt idx="7456">
                  <c:v>745.6</c:v>
                </c:pt>
                <c:pt idx="7457">
                  <c:v>745.7</c:v>
                </c:pt>
                <c:pt idx="7458">
                  <c:v>745.8</c:v>
                </c:pt>
                <c:pt idx="7459">
                  <c:v>745.9</c:v>
                </c:pt>
                <c:pt idx="7460">
                  <c:v>746</c:v>
                </c:pt>
                <c:pt idx="7461">
                  <c:v>746.1</c:v>
                </c:pt>
                <c:pt idx="7462">
                  <c:v>746.2</c:v>
                </c:pt>
                <c:pt idx="7463">
                  <c:v>746.3</c:v>
                </c:pt>
                <c:pt idx="7464">
                  <c:v>746.4</c:v>
                </c:pt>
                <c:pt idx="7465">
                  <c:v>746.5</c:v>
                </c:pt>
                <c:pt idx="7466">
                  <c:v>746.6</c:v>
                </c:pt>
                <c:pt idx="7467">
                  <c:v>746.7</c:v>
                </c:pt>
                <c:pt idx="7468">
                  <c:v>746.8</c:v>
                </c:pt>
                <c:pt idx="7469">
                  <c:v>746.9</c:v>
                </c:pt>
                <c:pt idx="7470">
                  <c:v>747</c:v>
                </c:pt>
                <c:pt idx="7471">
                  <c:v>747.1</c:v>
                </c:pt>
                <c:pt idx="7472">
                  <c:v>747.2</c:v>
                </c:pt>
                <c:pt idx="7473">
                  <c:v>747.3</c:v>
                </c:pt>
                <c:pt idx="7474">
                  <c:v>747.4</c:v>
                </c:pt>
                <c:pt idx="7475">
                  <c:v>747.5</c:v>
                </c:pt>
                <c:pt idx="7476">
                  <c:v>747.6</c:v>
                </c:pt>
                <c:pt idx="7477">
                  <c:v>747.7</c:v>
                </c:pt>
                <c:pt idx="7478">
                  <c:v>747.8</c:v>
                </c:pt>
                <c:pt idx="7479">
                  <c:v>747.9</c:v>
                </c:pt>
                <c:pt idx="7480">
                  <c:v>748</c:v>
                </c:pt>
                <c:pt idx="7481">
                  <c:v>748.1</c:v>
                </c:pt>
                <c:pt idx="7482">
                  <c:v>748.2</c:v>
                </c:pt>
                <c:pt idx="7483">
                  <c:v>748.3</c:v>
                </c:pt>
                <c:pt idx="7484">
                  <c:v>748.4</c:v>
                </c:pt>
                <c:pt idx="7485">
                  <c:v>748.5</c:v>
                </c:pt>
                <c:pt idx="7486">
                  <c:v>748.6</c:v>
                </c:pt>
                <c:pt idx="7487">
                  <c:v>748.7</c:v>
                </c:pt>
                <c:pt idx="7488">
                  <c:v>748.8</c:v>
                </c:pt>
                <c:pt idx="7489">
                  <c:v>748.9</c:v>
                </c:pt>
                <c:pt idx="7490">
                  <c:v>749</c:v>
                </c:pt>
                <c:pt idx="7491">
                  <c:v>749.1</c:v>
                </c:pt>
                <c:pt idx="7492">
                  <c:v>749.2</c:v>
                </c:pt>
                <c:pt idx="7493">
                  <c:v>749.3</c:v>
                </c:pt>
                <c:pt idx="7494">
                  <c:v>749.4</c:v>
                </c:pt>
                <c:pt idx="7495">
                  <c:v>749.5</c:v>
                </c:pt>
                <c:pt idx="7496">
                  <c:v>749.6</c:v>
                </c:pt>
                <c:pt idx="7497">
                  <c:v>749.7</c:v>
                </c:pt>
                <c:pt idx="7498">
                  <c:v>749.8</c:v>
                </c:pt>
                <c:pt idx="7499">
                  <c:v>749.9</c:v>
                </c:pt>
                <c:pt idx="7500">
                  <c:v>750</c:v>
                </c:pt>
                <c:pt idx="7501">
                  <c:v>750.1</c:v>
                </c:pt>
                <c:pt idx="7502">
                  <c:v>750.2</c:v>
                </c:pt>
                <c:pt idx="7503">
                  <c:v>750.3</c:v>
                </c:pt>
                <c:pt idx="7504">
                  <c:v>750.4</c:v>
                </c:pt>
                <c:pt idx="7505">
                  <c:v>750.5</c:v>
                </c:pt>
                <c:pt idx="7506">
                  <c:v>750.6</c:v>
                </c:pt>
                <c:pt idx="7507">
                  <c:v>750.7</c:v>
                </c:pt>
                <c:pt idx="7508">
                  <c:v>750.8</c:v>
                </c:pt>
                <c:pt idx="7509">
                  <c:v>750.9</c:v>
                </c:pt>
                <c:pt idx="7510">
                  <c:v>751</c:v>
                </c:pt>
                <c:pt idx="7511">
                  <c:v>751.1</c:v>
                </c:pt>
                <c:pt idx="7512">
                  <c:v>751.2</c:v>
                </c:pt>
                <c:pt idx="7513">
                  <c:v>751.3</c:v>
                </c:pt>
                <c:pt idx="7514">
                  <c:v>751.4</c:v>
                </c:pt>
                <c:pt idx="7515">
                  <c:v>751.5</c:v>
                </c:pt>
                <c:pt idx="7516">
                  <c:v>751.6</c:v>
                </c:pt>
                <c:pt idx="7517">
                  <c:v>751.7</c:v>
                </c:pt>
                <c:pt idx="7518">
                  <c:v>751.8</c:v>
                </c:pt>
                <c:pt idx="7519">
                  <c:v>751.9</c:v>
                </c:pt>
                <c:pt idx="7520">
                  <c:v>752</c:v>
                </c:pt>
                <c:pt idx="7521">
                  <c:v>752.1</c:v>
                </c:pt>
                <c:pt idx="7522">
                  <c:v>752.2</c:v>
                </c:pt>
                <c:pt idx="7523">
                  <c:v>752.3</c:v>
                </c:pt>
                <c:pt idx="7524">
                  <c:v>752.4</c:v>
                </c:pt>
                <c:pt idx="7525">
                  <c:v>752.5</c:v>
                </c:pt>
                <c:pt idx="7526">
                  <c:v>752.6</c:v>
                </c:pt>
                <c:pt idx="7527">
                  <c:v>752.7</c:v>
                </c:pt>
                <c:pt idx="7528">
                  <c:v>752.8</c:v>
                </c:pt>
                <c:pt idx="7529">
                  <c:v>752.9</c:v>
                </c:pt>
                <c:pt idx="7530">
                  <c:v>753</c:v>
                </c:pt>
                <c:pt idx="7531">
                  <c:v>753.1</c:v>
                </c:pt>
                <c:pt idx="7532">
                  <c:v>753.2</c:v>
                </c:pt>
                <c:pt idx="7533">
                  <c:v>753.3</c:v>
                </c:pt>
                <c:pt idx="7534">
                  <c:v>753.4</c:v>
                </c:pt>
                <c:pt idx="7535">
                  <c:v>753.5</c:v>
                </c:pt>
                <c:pt idx="7536">
                  <c:v>753.6</c:v>
                </c:pt>
                <c:pt idx="7537">
                  <c:v>753.7</c:v>
                </c:pt>
                <c:pt idx="7538">
                  <c:v>753.8</c:v>
                </c:pt>
                <c:pt idx="7539">
                  <c:v>753.9</c:v>
                </c:pt>
                <c:pt idx="7540">
                  <c:v>754</c:v>
                </c:pt>
                <c:pt idx="7541">
                  <c:v>754.1</c:v>
                </c:pt>
                <c:pt idx="7542">
                  <c:v>754.2</c:v>
                </c:pt>
                <c:pt idx="7543">
                  <c:v>754.3</c:v>
                </c:pt>
                <c:pt idx="7544">
                  <c:v>754.4</c:v>
                </c:pt>
                <c:pt idx="7545">
                  <c:v>754.5</c:v>
                </c:pt>
                <c:pt idx="7546">
                  <c:v>754.6</c:v>
                </c:pt>
                <c:pt idx="7547">
                  <c:v>754.7</c:v>
                </c:pt>
                <c:pt idx="7548">
                  <c:v>754.8</c:v>
                </c:pt>
                <c:pt idx="7549">
                  <c:v>754.9</c:v>
                </c:pt>
                <c:pt idx="7550">
                  <c:v>755</c:v>
                </c:pt>
                <c:pt idx="7551">
                  <c:v>755.1</c:v>
                </c:pt>
                <c:pt idx="7552">
                  <c:v>755.2</c:v>
                </c:pt>
                <c:pt idx="7553">
                  <c:v>755.3</c:v>
                </c:pt>
                <c:pt idx="7554">
                  <c:v>755.4</c:v>
                </c:pt>
                <c:pt idx="7555">
                  <c:v>755.5</c:v>
                </c:pt>
                <c:pt idx="7556">
                  <c:v>755.6</c:v>
                </c:pt>
                <c:pt idx="7557">
                  <c:v>755.7</c:v>
                </c:pt>
                <c:pt idx="7558">
                  <c:v>755.8</c:v>
                </c:pt>
                <c:pt idx="7559">
                  <c:v>755.9</c:v>
                </c:pt>
                <c:pt idx="7560">
                  <c:v>756</c:v>
                </c:pt>
                <c:pt idx="7561">
                  <c:v>756.1</c:v>
                </c:pt>
                <c:pt idx="7562">
                  <c:v>756.2</c:v>
                </c:pt>
                <c:pt idx="7563">
                  <c:v>756.3</c:v>
                </c:pt>
                <c:pt idx="7564">
                  <c:v>756.4</c:v>
                </c:pt>
                <c:pt idx="7565">
                  <c:v>756.5</c:v>
                </c:pt>
                <c:pt idx="7566">
                  <c:v>756.6</c:v>
                </c:pt>
                <c:pt idx="7567">
                  <c:v>756.7</c:v>
                </c:pt>
                <c:pt idx="7568">
                  <c:v>756.8</c:v>
                </c:pt>
                <c:pt idx="7569">
                  <c:v>756.9</c:v>
                </c:pt>
                <c:pt idx="7570">
                  <c:v>757</c:v>
                </c:pt>
                <c:pt idx="7571">
                  <c:v>757.1</c:v>
                </c:pt>
                <c:pt idx="7572">
                  <c:v>757.2</c:v>
                </c:pt>
                <c:pt idx="7573">
                  <c:v>757.3</c:v>
                </c:pt>
                <c:pt idx="7574">
                  <c:v>757.4</c:v>
                </c:pt>
                <c:pt idx="7575">
                  <c:v>757.5</c:v>
                </c:pt>
                <c:pt idx="7576">
                  <c:v>757.6</c:v>
                </c:pt>
                <c:pt idx="7577">
                  <c:v>757.7</c:v>
                </c:pt>
                <c:pt idx="7578">
                  <c:v>757.8</c:v>
                </c:pt>
                <c:pt idx="7579">
                  <c:v>757.9</c:v>
                </c:pt>
                <c:pt idx="7580">
                  <c:v>758</c:v>
                </c:pt>
                <c:pt idx="7581">
                  <c:v>758.1</c:v>
                </c:pt>
                <c:pt idx="7582">
                  <c:v>758.2</c:v>
                </c:pt>
                <c:pt idx="7583">
                  <c:v>758.3</c:v>
                </c:pt>
                <c:pt idx="7584">
                  <c:v>758.4</c:v>
                </c:pt>
                <c:pt idx="7585">
                  <c:v>758.5</c:v>
                </c:pt>
                <c:pt idx="7586">
                  <c:v>758.6</c:v>
                </c:pt>
                <c:pt idx="7587">
                  <c:v>758.7</c:v>
                </c:pt>
                <c:pt idx="7588">
                  <c:v>758.8</c:v>
                </c:pt>
                <c:pt idx="7589">
                  <c:v>758.9</c:v>
                </c:pt>
                <c:pt idx="7590">
                  <c:v>759</c:v>
                </c:pt>
                <c:pt idx="7591">
                  <c:v>759.1</c:v>
                </c:pt>
                <c:pt idx="7592">
                  <c:v>759.2</c:v>
                </c:pt>
                <c:pt idx="7593">
                  <c:v>759.3</c:v>
                </c:pt>
                <c:pt idx="7594">
                  <c:v>759.4</c:v>
                </c:pt>
                <c:pt idx="7595">
                  <c:v>759.5</c:v>
                </c:pt>
                <c:pt idx="7596">
                  <c:v>759.6</c:v>
                </c:pt>
                <c:pt idx="7597">
                  <c:v>759.7</c:v>
                </c:pt>
                <c:pt idx="7598">
                  <c:v>759.8</c:v>
                </c:pt>
                <c:pt idx="7599">
                  <c:v>759.9</c:v>
                </c:pt>
                <c:pt idx="7600">
                  <c:v>760</c:v>
                </c:pt>
                <c:pt idx="7601">
                  <c:v>760.1</c:v>
                </c:pt>
                <c:pt idx="7602">
                  <c:v>760.2</c:v>
                </c:pt>
                <c:pt idx="7603">
                  <c:v>760.3</c:v>
                </c:pt>
                <c:pt idx="7604">
                  <c:v>760.4</c:v>
                </c:pt>
                <c:pt idx="7605">
                  <c:v>760.5</c:v>
                </c:pt>
                <c:pt idx="7606">
                  <c:v>760.6</c:v>
                </c:pt>
                <c:pt idx="7607">
                  <c:v>760.7</c:v>
                </c:pt>
                <c:pt idx="7608">
                  <c:v>760.8</c:v>
                </c:pt>
                <c:pt idx="7609">
                  <c:v>760.9</c:v>
                </c:pt>
                <c:pt idx="7610">
                  <c:v>761</c:v>
                </c:pt>
                <c:pt idx="7611">
                  <c:v>761.1</c:v>
                </c:pt>
                <c:pt idx="7612">
                  <c:v>761.2</c:v>
                </c:pt>
                <c:pt idx="7613">
                  <c:v>761.3</c:v>
                </c:pt>
                <c:pt idx="7614">
                  <c:v>761.4</c:v>
                </c:pt>
                <c:pt idx="7615">
                  <c:v>761.5</c:v>
                </c:pt>
                <c:pt idx="7616">
                  <c:v>761.6</c:v>
                </c:pt>
                <c:pt idx="7617">
                  <c:v>761.7</c:v>
                </c:pt>
                <c:pt idx="7618">
                  <c:v>761.8</c:v>
                </c:pt>
                <c:pt idx="7619">
                  <c:v>761.9</c:v>
                </c:pt>
                <c:pt idx="7620">
                  <c:v>762</c:v>
                </c:pt>
                <c:pt idx="7621">
                  <c:v>762.1</c:v>
                </c:pt>
                <c:pt idx="7622">
                  <c:v>762.2</c:v>
                </c:pt>
                <c:pt idx="7623">
                  <c:v>762.3</c:v>
                </c:pt>
                <c:pt idx="7624">
                  <c:v>762.4</c:v>
                </c:pt>
                <c:pt idx="7625">
                  <c:v>762.5</c:v>
                </c:pt>
                <c:pt idx="7626">
                  <c:v>762.6</c:v>
                </c:pt>
                <c:pt idx="7627">
                  <c:v>762.7</c:v>
                </c:pt>
                <c:pt idx="7628">
                  <c:v>762.8</c:v>
                </c:pt>
                <c:pt idx="7629">
                  <c:v>762.9</c:v>
                </c:pt>
                <c:pt idx="7630">
                  <c:v>763</c:v>
                </c:pt>
                <c:pt idx="7631">
                  <c:v>763.1</c:v>
                </c:pt>
                <c:pt idx="7632">
                  <c:v>763.2</c:v>
                </c:pt>
                <c:pt idx="7633">
                  <c:v>763.3</c:v>
                </c:pt>
                <c:pt idx="7634">
                  <c:v>763.4</c:v>
                </c:pt>
                <c:pt idx="7635">
                  <c:v>763.5</c:v>
                </c:pt>
                <c:pt idx="7636">
                  <c:v>763.6</c:v>
                </c:pt>
                <c:pt idx="7637">
                  <c:v>763.7</c:v>
                </c:pt>
                <c:pt idx="7638">
                  <c:v>763.8</c:v>
                </c:pt>
                <c:pt idx="7639">
                  <c:v>763.9</c:v>
                </c:pt>
                <c:pt idx="7640">
                  <c:v>764</c:v>
                </c:pt>
                <c:pt idx="7641">
                  <c:v>764.1</c:v>
                </c:pt>
                <c:pt idx="7642">
                  <c:v>764.2</c:v>
                </c:pt>
                <c:pt idx="7643">
                  <c:v>764.3</c:v>
                </c:pt>
                <c:pt idx="7644">
                  <c:v>764.4</c:v>
                </c:pt>
                <c:pt idx="7645">
                  <c:v>764.5</c:v>
                </c:pt>
                <c:pt idx="7646">
                  <c:v>764.6</c:v>
                </c:pt>
                <c:pt idx="7647">
                  <c:v>764.7</c:v>
                </c:pt>
                <c:pt idx="7648">
                  <c:v>764.8</c:v>
                </c:pt>
                <c:pt idx="7649">
                  <c:v>764.9</c:v>
                </c:pt>
                <c:pt idx="7650">
                  <c:v>765</c:v>
                </c:pt>
                <c:pt idx="7651">
                  <c:v>765.1</c:v>
                </c:pt>
                <c:pt idx="7652">
                  <c:v>765.2</c:v>
                </c:pt>
                <c:pt idx="7653">
                  <c:v>765.3</c:v>
                </c:pt>
                <c:pt idx="7654">
                  <c:v>765.4</c:v>
                </c:pt>
                <c:pt idx="7655">
                  <c:v>765.5</c:v>
                </c:pt>
                <c:pt idx="7656">
                  <c:v>765.6</c:v>
                </c:pt>
                <c:pt idx="7657">
                  <c:v>765.7</c:v>
                </c:pt>
                <c:pt idx="7658">
                  <c:v>765.8</c:v>
                </c:pt>
                <c:pt idx="7659">
                  <c:v>765.9</c:v>
                </c:pt>
                <c:pt idx="7660">
                  <c:v>766</c:v>
                </c:pt>
                <c:pt idx="7661">
                  <c:v>766.1</c:v>
                </c:pt>
                <c:pt idx="7662">
                  <c:v>766.2</c:v>
                </c:pt>
                <c:pt idx="7663">
                  <c:v>766.3</c:v>
                </c:pt>
                <c:pt idx="7664">
                  <c:v>766.4</c:v>
                </c:pt>
                <c:pt idx="7665">
                  <c:v>766.5</c:v>
                </c:pt>
                <c:pt idx="7666">
                  <c:v>766.6</c:v>
                </c:pt>
                <c:pt idx="7667">
                  <c:v>766.7</c:v>
                </c:pt>
                <c:pt idx="7668">
                  <c:v>766.8</c:v>
                </c:pt>
                <c:pt idx="7669">
                  <c:v>766.9</c:v>
                </c:pt>
                <c:pt idx="7670">
                  <c:v>767</c:v>
                </c:pt>
                <c:pt idx="7671">
                  <c:v>767.1</c:v>
                </c:pt>
                <c:pt idx="7672">
                  <c:v>767.2</c:v>
                </c:pt>
                <c:pt idx="7673">
                  <c:v>767.3</c:v>
                </c:pt>
                <c:pt idx="7674">
                  <c:v>767.4</c:v>
                </c:pt>
                <c:pt idx="7675">
                  <c:v>767.5</c:v>
                </c:pt>
                <c:pt idx="7676">
                  <c:v>767.6</c:v>
                </c:pt>
                <c:pt idx="7677">
                  <c:v>767.7</c:v>
                </c:pt>
                <c:pt idx="7678">
                  <c:v>767.8</c:v>
                </c:pt>
                <c:pt idx="7679">
                  <c:v>767.9</c:v>
                </c:pt>
                <c:pt idx="7680">
                  <c:v>768</c:v>
                </c:pt>
                <c:pt idx="7681">
                  <c:v>768.1</c:v>
                </c:pt>
                <c:pt idx="7682">
                  <c:v>768.2</c:v>
                </c:pt>
                <c:pt idx="7683">
                  <c:v>768.3</c:v>
                </c:pt>
                <c:pt idx="7684">
                  <c:v>768.4</c:v>
                </c:pt>
                <c:pt idx="7685">
                  <c:v>768.5</c:v>
                </c:pt>
                <c:pt idx="7686">
                  <c:v>768.6</c:v>
                </c:pt>
                <c:pt idx="7687">
                  <c:v>768.7</c:v>
                </c:pt>
                <c:pt idx="7688">
                  <c:v>768.8</c:v>
                </c:pt>
                <c:pt idx="7689">
                  <c:v>768.9</c:v>
                </c:pt>
                <c:pt idx="7690">
                  <c:v>769</c:v>
                </c:pt>
                <c:pt idx="7691">
                  <c:v>769.1</c:v>
                </c:pt>
                <c:pt idx="7692">
                  <c:v>769.2</c:v>
                </c:pt>
                <c:pt idx="7693">
                  <c:v>769.3</c:v>
                </c:pt>
                <c:pt idx="7694">
                  <c:v>769.4</c:v>
                </c:pt>
                <c:pt idx="7695">
                  <c:v>769.5</c:v>
                </c:pt>
                <c:pt idx="7696">
                  <c:v>769.6</c:v>
                </c:pt>
                <c:pt idx="7697">
                  <c:v>769.7</c:v>
                </c:pt>
                <c:pt idx="7698">
                  <c:v>769.8</c:v>
                </c:pt>
                <c:pt idx="7699">
                  <c:v>769.9</c:v>
                </c:pt>
                <c:pt idx="7700">
                  <c:v>770</c:v>
                </c:pt>
                <c:pt idx="7701">
                  <c:v>770.1</c:v>
                </c:pt>
                <c:pt idx="7702">
                  <c:v>770.2</c:v>
                </c:pt>
                <c:pt idx="7703">
                  <c:v>770.3</c:v>
                </c:pt>
                <c:pt idx="7704">
                  <c:v>770.4</c:v>
                </c:pt>
                <c:pt idx="7705">
                  <c:v>770.5</c:v>
                </c:pt>
                <c:pt idx="7706">
                  <c:v>770.6</c:v>
                </c:pt>
                <c:pt idx="7707">
                  <c:v>770.7</c:v>
                </c:pt>
                <c:pt idx="7708">
                  <c:v>770.8</c:v>
                </c:pt>
                <c:pt idx="7709">
                  <c:v>770.9</c:v>
                </c:pt>
                <c:pt idx="7710">
                  <c:v>771</c:v>
                </c:pt>
                <c:pt idx="7711">
                  <c:v>771.1</c:v>
                </c:pt>
                <c:pt idx="7712">
                  <c:v>771.2</c:v>
                </c:pt>
                <c:pt idx="7713">
                  <c:v>771.3</c:v>
                </c:pt>
                <c:pt idx="7714">
                  <c:v>771.4</c:v>
                </c:pt>
                <c:pt idx="7715">
                  <c:v>771.5</c:v>
                </c:pt>
                <c:pt idx="7716">
                  <c:v>771.6</c:v>
                </c:pt>
                <c:pt idx="7717">
                  <c:v>771.7</c:v>
                </c:pt>
                <c:pt idx="7718">
                  <c:v>771.8</c:v>
                </c:pt>
                <c:pt idx="7719">
                  <c:v>771.9</c:v>
                </c:pt>
                <c:pt idx="7720">
                  <c:v>772</c:v>
                </c:pt>
                <c:pt idx="7721">
                  <c:v>772.1</c:v>
                </c:pt>
                <c:pt idx="7722">
                  <c:v>772.2</c:v>
                </c:pt>
                <c:pt idx="7723">
                  <c:v>772.3</c:v>
                </c:pt>
                <c:pt idx="7724">
                  <c:v>772.4</c:v>
                </c:pt>
                <c:pt idx="7725">
                  <c:v>772.5</c:v>
                </c:pt>
                <c:pt idx="7726">
                  <c:v>772.6</c:v>
                </c:pt>
                <c:pt idx="7727">
                  <c:v>772.7</c:v>
                </c:pt>
                <c:pt idx="7728">
                  <c:v>772.8</c:v>
                </c:pt>
                <c:pt idx="7729">
                  <c:v>772.9</c:v>
                </c:pt>
                <c:pt idx="7730">
                  <c:v>773</c:v>
                </c:pt>
                <c:pt idx="7731">
                  <c:v>773.1</c:v>
                </c:pt>
                <c:pt idx="7732">
                  <c:v>773.2</c:v>
                </c:pt>
                <c:pt idx="7733">
                  <c:v>773.3</c:v>
                </c:pt>
                <c:pt idx="7734">
                  <c:v>773.4</c:v>
                </c:pt>
                <c:pt idx="7735">
                  <c:v>773.5</c:v>
                </c:pt>
                <c:pt idx="7736">
                  <c:v>773.6</c:v>
                </c:pt>
                <c:pt idx="7737">
                  <c:v>773.7</c:v>
                </c:pt>
                <c:pt idx="7738">
                  <c:v>773.8</c:v>
                </c:pt>
                <c:pt idx="7739">
                  <c:v>773.9</c:v>
                </c:pt>
                <c:pt idx="7740">
                  <c:v>774</c:v>
                </c:pt>
                <c:pt idx="7741">
                  <c:v>774.1</c:v>
                </c:pt>
                <c:pt idx="7742">
                  <c:v>774.2</c:v>
                </c:pt>
                <c:pt idx="7743">
                  <c:v>774.3</c:v>
                </c:pt>
                <c:pt idx="7744">
                  <c:v>774.4</c:v>
                </c:pt>
                <c:pt idx="7745">
                  <c:v>774.5</c:v>
                </c:pt>
                <c:pt idx="7746">
                  <c:v>774.6</c:v>
                </c:pt>
                <c:pt idx="7747">
                  <c:v>774.7</c:v>
                </c:pt>
                <c:pt idx="7748">
                  <c:v>774.8</c:v>
                </c:pt>
                <c:pt idx="7749">
                  <c:v>774.9</c:v>
                </c:pt>
                <c:pt idx="7750">
                  <c:v>775</c:v>
                </c:pt>
                <c:pt idx="7751">
                  <c:v>775.1</c:v>
                </c:pt>
                <c:pt idx="7752">
                  <c:v>775.2</c:v>
                </c:pt>
                <c:pt idx="7753">
                  <c:v>775.3</c:v>
                </c:pt>
                <c:pt idx="7754">
                  <c:v>775.4</c:v>
                </c:pt>
                <c:pt idx="7755">
                  <c:v>775.5</c:v>
                </c:pt>
                <c:pt idx="7756">
                  <c:v>775.6</c:v>
                </c:pt>
                <c:pt idx="7757">
                  <c:v>775.7</c:v>
                </c:pt>
                <c:pt idx="7758">
                  <c:v>775.8</c:v>
                </c:pt>
                <c:pt idx="7759">
                  <c:v>775.9</c:v>
                </c:pt>
                <c:pt idx="7760">
                  <c:v>776</c:v>
                </c:pt>
                <c:pt idx="7761">
                  <c:v>776.1</c:v>
                </c:pt>
                <c:pt idx="7762">
                  <c:v>776.2</c:v>
                </c:pt>
                <c:pt idx="7763">
                  <c:v>776.3</c:v>
                </c:pt>
                <c:pt idx="7764">
                  <c:v>776.4</c:v>
                </c:pt>
                <c:pt idx="7765">
                  <c:v>776.5</c:v>
                </c:pt>
                <c:pt idx="7766">
                  <c:v>776.6</c:v>
                </c:pt>
                <c:pt idx="7767">
                  <c:v>776.7</c:v>
                </c:pt>
                <c:pt idx="7768">
                  <c:v>776.8</c:v>
                </c:pt>
                <c:pt idx="7769">
                  <c:v>776.9</c:v>
                </c:pt>
                <c:pt idx="7770">
                  <c:v>777</c:v>
                </c:pt>
                <c:pt idx="7771">
                  <c:v>777.1</c:v>
                </c:pt>
                <c:pt idx="7772">
                  <c:v>777.2</c:v>
                </c:pt>
                <c:pt idx="7773">
                  <c:v>777.3</c:v>
                </c:pt>
                <c:pt idx="7774">
                  <c:v>777.4</c:v>
                </c:pt>
                <c:pt idx="7775">
                  <c:v>777.5</c:v>
                </c:pt>
                <c:pt idx="7776">
                  <c:v>777.6</c:v>
                </c:pt>
                <c:pt idx="7777">
                  <c:v>777.7</c:v>
                </c:pt>
                <c:pt idx="7778">
                  <c:v>777.8</c:v>
                </c:pt>
                <c:pt idx="7779">
                  <c:v>777.9</c:v>
                </c:pt>
                <c:pt idx="7780">
                  <c:v>778</c:v>
                </c:pt>
                <c:pt idx="7781">
                  <c:v>778.1</c:v>
                </c:pt>
                <c:pt idx="7782">
                  <c:v>778.2</c:v>
                </c:pt>
                <c:pt idx="7783">
                  <c:v>778.3</c:v>
                </c:pt>
                <c:pt idx="7784">
                  <c:v>778.4</c:v>
                </c:pt>
                <c:pt idx="7785">
                  <c:v>778.5</c:v>
                </c:pt>
                <c:pt idx="7786">
                  <c:v>778.6</c:v>
                </c:pt>
                <c:pt idx="7787">
                  <c:v>778.7</c:v>
                </c:pt>
                <c:pt idx="7788">
                  <c:v>778.8</c:v>
                </c:pt>
                <c:pt idx="7789">
                  <c:v>778.9</c:v>
                </c:pt>
                <c:pt idx="7790">
                  <c:v>779</c:v>
                </c:pt>
                <c:pt idx="7791">
                  <c:v>779.1</c:v>
                </c:pt>
                <c:pt idx="7792">
                  <c:v>779.2</c:v>
                </c:pt>
                <c:pt idx="7793">
                  <c:v>779.3</c:v>
                </c:pt>
                <c:pt idx="7794">
                  <c:v>779.4</c:v>
                </c:pt>
                <c:pt idx="7795">
                  <c:v>779.5</c:v>
                </c:pt>
                <c:pt idx="7796">
                  <c:v>779.6</c:v>
                </c:pt>
                <c:pt idx="7797">
                  <c:v>779.7</c:v>
                </c:pt>
                <c:pt idx="7798">
                  <c:v>779.8</c:v>
                </c:pt>
                <c:pt idx="7799">
                  <c:v>779.9</c:v>
                </c:pt>
                <c:pt idx="7800">
                  <c:v>780</c:v>
                </c:pt>
                <c:pt idx="7801">
                  <c:v>780.1</c:v>
                </c:pt>
                <c:pt idx="7802">
                  <c:v>780.2</c:v>
                </c:pt>
                <c:pt idx="7803">
                  <c:v>780.3</c:v>
                </c:pt>
                <c:pt idx="7804">
                  <c:v>780.4</c:v>
                </c:pt>
                <c:pt idx="7805">
                  <c:v>780.5</c:v>
                </c:pt>
                <c:pt idx="7806">
                  <c:v>780.6</c:v>
                </c:pt>
                <c:pt idx="7807">
                  <c:v>780.7</c:v>
                </c:pt>
                <c:pt idx="7808">
                  <c:v>780.8</c:v>
                </c:pt>
                <c:pt idx="7809">
                  <c:v>780.9</c:v>
                </c:pt>
                <c:pt idx="7810">
                  <c:v>781</c:v>
                </c:pt>
                <c:pt idx="7811">
                  <c:v>781.1</c:v>
                </c:pt>
                <c:pt idx="7812">
                  <c:v>781.2</c:v>
                </c:pt>
                <c:pt idx="7813">
                  <c:v>781.3</c:v>
                </c:pt>
                <c:pt idx="7814">
                  <c:v>781.4</c:v>
                </c:pt>
                <c:pt idx="7815">
                  <c:v>781.5</c:v>
                </c:pt>
                <c:pt idx="7816">
                  <c:v>781.6</c:v>
                </c:pt>
                <c:pt idx="7817">
                  <c:v>781.7</c:v>
                </c:pt>
                <c:pt idx="7818">
                  <c:v>781.8</c:v>
                </c:pt>
                <c:pt idx="7819">
                  <c:v>781.9</c:v>
                </c:pt>
                <c:pt idx="7820">
                  <c:v>782</c:v>
                </c:pt>
                <c:pt idx="7821">
                  <c:v>782.1</c:v>
                </c:pt>
                <c:pt idx="7822">
                  <c:v>782.2</c:v>
                </c:pt>
                <c:pt idx="7823">
                  <c:v>782.3</c:v>
                </c:pt>
                <c:pt idx="7824">
                  <c:v>782.4</c:v>
                </c:pt>
                <c:pt idx="7825">
                  <c:v>782.5</c:v>
                </c:pt>
                <c:pt idx="7826">
                  <c:v>782.6</c:v>
                </c:pt>
                <c:pt idx="7827">
                  <c:v>782.7</c:v>
                </c:pt>
                <c:pt idx="7828">
                  <c:v>782.8</c:v>
                </c:pt>
                <c:pt idx="7829">
                  <c:v>782.9</c:v>
                </c:pt>
                <c:pt idx="7830">
                  <c:v>783</c:v>
                </c:pt>
                <c:pt idx="7831">
                  <c:v>783.1</c:v>
                </c:pt>
                <c:pt idx="7832">
                  <c:v>783.2</c:v>
                </c:pt>
                <c:pt idx="7833">
                  <c:v>783.3</c:v>
                </c:pt>
                <c:pt idx="7834">
                  <c:v>783.4</c:v>
                </c:pt>
                <c:pt idx="7835">
                  <c:v>783.5</c:v>
                </c:pt>
                <c:pt idx="7836">
                  <c:v>783.6</c:v>
                </c:pt>
                <c:pt idx="7837">
                  <c:v>783.7</c:v>
                </c:pt>
                <c:pt idx="7838">
                  <c:v>783.8</c:v>
                </c:pt>
                <c:pt idx="7839">
                  <c:v>783.9</c:v>
                </c:pt>
                <c:pt idx="7840">
                  <c:v>784</c:v>
                </c:pt>
                <c:pt idx="7841">
                  <c:v>784.1</c:v>
                </c:pt>
                <c:pt idx="7842">
                  <c:v>784.2</c:v>
                </c:pt>
                <c:pt idx="7843">
                  <c:v>784.3</c:v>
                </c:pt>
                <c:pt idx="7844">
                  <c:v>784.4</c:v>
                </c:pt>
                <c:pt idx="7845">
                  <c:v>784.5</c:v>
                </c:pt>
                <c:pt idx="7846">
                  <c:v>784.6</c:v>
                </c:pt>
                <c:pt idx="7847">
                  <c:v>784.7</c:v>
                </c:pt>
                <c:pt idx="7848">
                  <c:v>784.8</c:v>
                </c:pt>
                <c:pt idx="7849">
                  <c:v>784.9</c:v>
                </c:pt>
                <c:pt idx="7850">
                  <c:v>785</c:v>
                </c:pt>
                <c:pt idx="7851">
                  <c:v>785.1</c:v>
                </c:pt>
                <c:pt idx="7852">
                  <c:v>785.2</c:v>
                </c:pt>
                <c:pt idx="7853">
                  <c:v>785.3</c:v>
                </c:pt>
                <c:pt idx="7854">
                  <c:v>785.4</c:v>
                </c:pt>
                <c:pt idx="7855">
                  <c:v>785.5</c:v>
                </c:pt>
                <c:pt idx="7856">
                  <c:v>785.6</c:v>
                </c:pt>
                <c:pt idx="7857">
                  <c:v>785.7</c:v>
                </c:pt>
                <c:pt idx="7858">
                  <c:v>785.8</c:v>
                </c:pt>
                <c:pt idx="7859">
                  <c:v>785.9</c:v>
                </c:pt>
                <c:pt idx="7860">
                  <c:v>786</c:v>
                </c:pt>
                <c:pt idx="7861">
                  <c:v>786.1</c:v>
                </c:pt>
                <c:pt idx="7862">
                  <c:v>786.2</c:v>
                </c:pt>
                <c:pt idx="7863">
                  <c:v>786.3</c:v>
                </c:pt>
                <c:pt idx="7864">
                  <c:v>786.4</c:v>
                </c:pt>
                <c:pt idx="7865">
                  <c:v>786.5</c:v>
                </c:pt>
                <c:pt idx="7866">
                  <c:v>786.6</c:v>
                </c:pt>
                <c:pt idx="7867">
                  <c:v>786.7</c:v>
                </c:pt>
                <c:pt idx="7868">
                  <c:v>786.8</c:v>
                </c:pt>
                <c:pt idx="7869">
                  <c:v>786.9</c:v>
                </c:pt>
                <c:pt idx="7870">
                  <c:v>787</c:v>
                </c:pt>
                <c:pt idx="7871">
                  <c:v>787.1</c:v>
                </c:pt>
                <c:pt idx="7872">
                  <c:v>787.2</c:v>
                </c:pt>
                <c:pt idx="7873">
                  <c:v>787.3</c:v>
                </c:pt>
                <c:pt idx="7874">
                  <c:v>787.4</c:v>
                </c:pt>
                <c:pt idx="7875">
                  <c:v>787.5</c:v>
                </c:pt>
                <c:pt idx="7876">
                  <c:v>787.6</c:v>
                </c:pt>
                <c:pt idx="7877">
                  <c:v>787.7</c:v>
                </c:pt>
                <c:pt idx="7878">
                  <c:v>787.8</c:v>
                </c:pt>
                <c:pt idx="7879">
                  <c:v>787.9</c:v>
                </c:pt>
                <c:pt idx="7880">
                  <c:v>788</c:v>
                </c:pt>
                <c:pt idx="7881">
                  <c:v>788.1</c:v>
                </c:pt>
                <c:pt idx="7882">
                  <c:v>788.2</c:v>
                </c:pt>
                <c:pt idx="7883">
                  <c:v>788.3</c:v>
                </c:pt>
                <c:pt idx="7884">
                  <c:v>788.4</c:v>
                </c:pt>
                <c:pt idx="7885">
                  <c:v>788.5</c:v>
                </c:pt>
                <c:pt idx="7886">
                  <c:v>788.6</c:v>
                </c:pt>
                <c:pt idx="7887">
                  <c:v>788.7</c:v>
                </c:pt>
                <c:pt idx="7888">
                  <c:v>788.8</c:v>
                </c:pt>
                <c:pt idx="7889">
                  <c:v>788.9</c:v>
                </c:pt>
                <c:pt idx="7890">
                  <c:v>789</c:v>
                </c:pt>
                <c:pt idx="7891">
                  <c:v>789.1</c:v>
                </c:pt>
                <c:pt idx="7892">
                  <c:v>789.2</c:v>
                </c:pt>
                <c:pt idx="7893">
                  <c:v>789.3</c:v>
                </c:pt>
                <c:pt idx="7894">
                  <c:v>789.4</c:v>
                </c:pt>
                <c:pt idx="7895">
                  <c:v>789.5</c:v>
                </c:pt>
                <c:pt idx="7896">
                  <c:v>789.6</c:v>
                </c:pt>
                <c:pt idx="7897">
                  <c:v>789.7</c:v>
                </c:pt>
                <c:pt idx="7898">
                  <c:v>789.8</c:v>
                </c:pt>
                <c:pt idx="7899">
                  <c:v>789.9</c:v>
                </c:pt>
                <c:pt idx="7900">
                  <c:v>790</c:v>
                </c:pt>
                <c:pt idx="7901">
                  <c:v>790.1</c:v>
                </c:pt>
                <c:pt idx="7902">
                  <c:v>790.2</c:v>
                </c:pt>
                <c:pt idx="7903">
                  <c:v>790.3</c:v>
                </c:pt>
                <c:pt idx="7904">
                  <c:v>790.4</c:v>
                </c:pt>
                <c:pt idx="7905">
                  <c:v>790.5</c:v>
                </c:pt>
                <c:pt idx="7906">
                  <c:v>790.6</c:v>
                </c:pt>
                <c:pt idx="7907">
                  <c:v>790.7</c:v>
                </c:pt>
                <c:pt idx="7908">
                  <c:v>790.8</c:v>
                </c:pt>
                <c:pt idx="7909">
                  <c:v>790.9</c:v>
                </c:pt>
                <c:pt idx="7910">
                  <c:v>791</c:v>
                </c:pt>
                <c:pt idx="7911">
                  <c:v>791.1</c:v>
                </c:pt>
                <c:pt idx="7912">
                  <c:v>791.2</c:v>
                </c:pt>
                <c:pt idx="7913">
                  <c:v>791.3</c:v>
                </c:pt>
                <c:pt idx="7914">
                  <c:v>791.4</c:v>
                </c:pt>
                <c:pt idx="7915">
                  <c:v>791.5</c:v>
                </c:pt>
                <c:pt idx="7916">
                  <c:v>791.6</c:v>
                </c:pt>
                <c:pt idx="7917">
                  <c:v>791.7</c:v>
                </c:pt>
                <c:pt idx="7918">
                  <c:v>791.8</c:v>
                </c:pt>
                <c:pt idx="7919">
                  <c:v>791.9</c:v>
                </c:pt>
                <c:pt idx="7920">
                  <c:v>792</c:v>
                </c:pt>
                <c:pt idx="7921">
                  <c:v>792.1</c:v>
                </c:pt>
                <c:pt idx="7922">
                  <c:v>792.2</c:v>
                </c:pt>
                <c:pt idx="7923">
                  <c:v>792.3</c:v>
                </c:pt>
                <c:pt idx="7924">
                  <c:v>792.4</c:v>
                </c:pt>
                <c:pt idx="7925">
                  <c:v>792.5</c:v>
                </c:pt>
                <c:pt idx="7926">
                  <c:v>792.6</c:v>
                </c:pt>
                <c:pt idx="7927">
                  <c:v>792.7</c:v>
                </c:pt>
                <c:pt idx="7928">
                  <c:v>792.8</c:v>
                </c:pt>
                <c:pt idx="7929">
                  <c:v>792.9</c:v>
                </c:pt>
                <c:pt idx="7930">
                  <c:v>793</c:v>
                </c:pt>
                <c:pt idx="7931">
                  <c:v>793.1</c:v>
                </c:pt>
                <c:pt idx="7932">
                  <c:v>793.2</c:v>
                </c:pt>
                <c:pt idx="7933">
                  <c:v>793.3</c:v>
                </c:pt>
                <c:pt idx="7934">
                  <c:v>793.4</c:v>
                </c:pt>
                <c:pt idx="7935">
                  <c:v>793.5</c:v>
                </c:pt>
                <c:pt idx="7936">
                  <c:v>793.6</c:v>
                </c:pt>
                <c:pt idx="7937">
                  <c:v>793.7</c:v>
                </c:pt>
                <c:pt idx="7938">
                  <c:v>793.8</c:v>
                </c:pt>
                <c:pt idx="7939">
                  <c:v>793.9</c:v>
                </c:pt>
                <c:pt idx="7940">
                  <c:v>794</c:v>
                </c:pt>
                <c:pt idx="7941">
                  <c:v>794.1</c:v>
                </c:pt>
                <c:pt idx="7942">
                  <c:v>794.2</c:v>
                </c:pt>
                <c:pt idx="7943">
                  <c:v>794.3</c:v>
                </c:pt>
                <c:pt idx="7944">
                  <c:v>794.4</c:v>
                </c:pt>
                <c:pt idx="7945">
                  <c:v>794.5</c:v>
                </c:pt>
                <c:pt idx="7946">
                  <c:v>794.6</c:v>
                </c:pt>
                <c:pt idx="7947">
                  <c:v>794.7</c:v>
                </c:pt>
                <c:pt idx="7948">
                  <c:v>794.8</c:v>
                </c:pt>
                <c:pt idx="7949">
                  <c:v>794.9</c:v>
                </c:pt>
                <c:pt idx="7950">
                  <c:v>795</c:v>
                </c:pt>
                <c:pt idx="7951">
                  <c:v>795.1</c:v>
                </c:pt>
                <c:pt idx="7952">
                  <c:v>795.2</c:v>
                </c:pt>
                <c:pt idx="7953">
                  <c:v>795.3</c:v>
                </c:pt>
                <c:pt idx="7954">
                  <c:v>795.4</c:v>
                </c:pt>
                <c:pt idx="7955">
                  <c:v>795.5</c:v>
                </c:pt>
                <c:pt idx="7956">
                  <c:v>795.6</c:v>
                </c:pt>
                <c:pt idx="7957">
                  <c:v>795.7</c:v>
                </c:pt>
                <c:pt idx="7958">
                  <c:v>795.8</c:v>
                </c:pt>
                <c:pt idx="7959">
                  <c:v>795.9</c:v>
                </c:pt>
                <c:pt idx="7960">
                  <c:v>796</c:v>
                </c:pt>
                <c:pt idx="7961">
                  <c:v>796.1</c:v>
                </c:pt>
                <c:pt idx="7962">
                  <c:v>796.2</c:v>
                </c:pt>
                <c:pt idx="7963">
                  <c:v>796.3</c:v>
                </c:pt>
                <c:pt idx="7964">
                  <c:v>796.4</c:v>
                </c:pt>
                <c:pt idx="7965">
                  <c:v>796.5</c:v>
                </c:pt>
                <c:pt idx="7966">
                  <c:v>796.6</c:v>
                </c:pt>
                <c:pt idx="7967">
                  <c:v>796.7</c:v>
                </c:pt>
                <c:pt idx="7968">
                  <c:v>796.8</c:v>
                </c:pt>
                <c:pt idx="7969">
                  <c:v>796.9</c:v>
                </c:pt>
                <c:pt idx="7970">
                  <c:v>797</c:v>
                </c:pt>
                <c:pt idx="7971">
                  <c:v>797.1</c:v>
                </c:pt>
                <c:pt idx="7972">
                  <c:v>797.2</c:v>
                </c:pt>
                <c:pt idx="7973">
                  <c:v>797.3</c:v>
                </c:pt>
                <c:pt idx="7974">
                  <c:v>797.4</c:v>
                </c:pt>
                <c:pt idx="7975">
                  <c:v>797.5</c:v>
                </c:pt>
                <c:pt idx="7976">
                  <c:v>797.6</c:v>
                </c:pt>
                <c:pt idx="7977">
                  <c:v>797.7</c:v>
                </c:pt>
                <c:pt idx="7978">
                  <c:v>797.8</c:v>
                </c:pt>
                <c:pt idx="7979">
                  <c:v>797.9</c:v>
                </c:pt>
                <c:pt idx="7980">
                  <c:v>798</c:v>
                </c:pt>
                <c:pt idx="7981">
                  <c:v>798.1</c:v>
                </c:pt>
                <c:pt idx="7982">
                  <c:v>798.2</c:v>
                </c:pt>
                <c:pt idx="7983">
                  <c:v>798.3</c:v>
                </c:pt>
                <c:pt idx="7984">
                  <c:v>798.4</c:v>
                </c:pt>
                <c:pt idx="7985">
                  <c:v>798.5</c:v>
                </c:pt>
                <c:pt idx="7986">
                  <c:v>798.6</c:v>
                </c:pt>
                <c:pt idx="7987">
                  <c:v>798.7</c:v>
                </c:pt>
                <c:pt idx="7988">
                  <c:v>798.8</c:v>
                </c:pt>
                <c:pt idx="7989">
                  <c:v>798.9</c:v>
                </c:pt>
                <c:pt idx="7990">
                  <c:v>799</c:v>
                </c:pt>
                <c:pt idx="7991">
                  <c:v>799.1</c:v>
                </c:pt>
                <c:pt idx="7992">
                  <c:v>799.2</c:v>
                </c:pt>
                <c:pt idx="7993">
                  <c:v>799.3</c:v>
                </c:pt>
                <c:pt idx="7994">
                  <c:v>799.4</c:v>
                </c:pt>
                <c:pt idx="7995">
                  <c:v>799.5</c:v>
                </c:pt>
                <c:pt idx="7996">
                  <c:v>799.6</c:v>
                </c:pt>
                <c:pt idx="7997">
                  <c:v>799.7</c:v>
                </c:pt>
                <c:pt idx="7998">
                  <c:v>799.8</c:v>
                </c:pt>
                <c:pt idx="7999">
                  <c:v>799.9</c:v>
                </c:pt>
                <c:pt idx="8000">
                  <c:v>800</c:v>
                </c:pt>
                <c:pt idx="8001">
                  <c:v>800.1</c:v>
                </c:pt>
                <c:pt idx="8002">
                  <c:v>800.2</c:v>
                </c:pt>
                <c:pt idx="8003">
                  <c:v>800.3</c:v>
                </c:pt>
                <c:pt idx="8004">
                  <c:v>800.4</c:v>
                </c:pt>
                <c:pt idx="8005">
                  <c:v>800.5</c:v>
                </c:pt>
                <c:pt idx="8006">
                  <c:v>800.6</c:v>
                </c:pt>
                <c:pt idx="8007">
                  <c:v>800.7</c:v>
                </c:pt>
                <c:pt idx="8008">
                  <c:v>800.8</c:v>
                </c:pt>
                <c:pt idx="8009">
                  <c:v>800.9</c:v>
                </c:pt>
                <c:pt idx="8010">
                  <c:v>801</c:v>
                </c:pt>
                <c:pt idx="8011">
                  <c:v>801.1</c:v>
                </c:pt>
                <c:pt idx="8012">
                  <c:v>801.2</c:v>
                </c:pt>
                <c:pt idx="8013">
                  <c:v>801.3</c:v>
                </c:pt>
                <c:pt idx="8014">
                  <c:v>801.4</c:v>
                </c:pt>
                <c:pt idx="8015">
                  <c:v>801.5</c:v>
                </c:pt>
                <c:pt idx="8016">
                  <c:v>801.6</c:v>
                </c:pt>
                <c:pt idx="8017">
                  <c:v>801.7</c:v>
                </c:pt>
                <c:pt idx="8018">
                  <c:v>801.8</c:v>
                </c:pt>
                <c:pt idx="8019">
                  <c:v>801.9</c:v>
                </c:pt>
                <c:pt idx="8020">
                  <c:v>802</c:v>
                </c:pt>
                <c:pt idx="8021">
                  <c:v>802.1</c:v>
                </c:pt>
                <c:pt idx="8022">
                  <c:v>802.2</c:v>
                </c:pt>
                <c:pt idx="8023">
                  <c:v>802.3</c:v>
                </c:pt>
                <c:pt idx="8024">
                  <c:v>802.4</c:v>
                </c:pt>
                <c:pt idx="8025">
                  <c:v>802.5</c:v>
                </c:pt>
                <c:pt idx="8026">
                  <c:v>802.6</c:v>
                </c:pt>
                <c:pt idx="8027">
                  <c:v>802.7</c:v>
                </c:pt>
                <c:pt idx="8028">
                  <c:v>802.8</c:v>
                </c:pt>
                <c:pt idx="8029">
                  <c:v>802.9</c:v>
                </c:pt>
                <c:pt idx="8030">
                  <c:v>803</c:v>
                </c:pt>
                <c:pt idx="8031">
                  <c:v>803.1</c:v>
                </c:pt>
                <c:pt idx="8032">
                  <c:v>803.2</c:v>
                </c:pt>
                <c:pt idx="8033">
                  <c:v>803.3</c:v>
                </c:pt>
                <c:pt idx="8034">
                  <c:v>803.4</c:v>
                </c:pt>
                <c:pt idx="8035">
                  <c:v>803.5</c:v>
                </c:pt>
                <c:pt idx="8036">
                  <c:v>803.6</c:v>
                </c:pt>
                <c:pt idx="8037">
                  <c:v>803.7</c:v>
                </c:pt>
                <c:pt idx="8038">
                  <c:v>803.8</c:v>
                </c:pt>
                <c:pt idx="8039">
                  <c:v>803.9</c:v>
                </c:pt>
                <c:pt idx="8040">
                  <c:v>804</c:v>
                </c:pt>
                <c:pt idx="8041">
                  <c:v>804.1</c:v>
                </c:pt>
                <c:pt idx="8042">
                  <c:v>804.2</c:v>
                </c:pt>
                <c:pt idx="8043">
                  <c:v>804.3</c:v>
                </c:pt>
                <c:pt idx="8044">
                  <c:v>804.4</c:v>
                </c:pt>
                <c:pt idx="8045">
                  <c:v>804.5</c:v>
                </c:pt>
                <c:pt idx="8046">
                  <c:v>804.6</c:v>
                </c:pt>
                <c:pt idx="8047">
                  <c:v>804.7</c:v>
                </c:pt>
                <c:pt idx="8048">
                  <c:v>804.8</c:v>
                </c:pt>
                <c:pt idx="8049">
                  <c:v>804.9</c:v>
                </c:pt>
                <c:pt idx="8050">
                  <c:v>805</c:v>
                </c:pt>
                <c:pt idx="8051">
                  <c:v>805.1</c:v>
                </c:pt>
                <c:pt idx="8052">
                  <c:v>805.2</c:v>
                </c:pt>
                <c:pt idx="8053">
                  <c:v>805.3</c:v>
                </c:pt>
                <c:pt idx="8054">
                  <c:v>805.4</c:v>
                </c:pt>
                <c:pt idx="8055">
                  <c:v>805.5</c:v>
                </c:pt>
                <c:pt idx="8056">
                  <c:v>805.6</c:v>
                </c:pt>
                <c:pt idx="8057">
                  <c:v>805.7</c:v>
                </c:pt>
                <c:pt idx="8058">
                  <c:v>805.8</c:v>
                </c:pt>
                <c:pt idx="8059">
                  <c:v>805.9</c:v>
                </c:pt>
                <c:pt idx="8060">
                  <c:v>806</c:v>
                </c:pt>
                <c:pt idx="8061">
                  <c:v>806.1</c:v>
                </c:pt>
                <c:pt idx="8062">
                  <c:v>806.2</c:v>
                </c:pt>
                <c:pt idx="8063">
                  <c:v>806.3</c:v>
                </c:pt>
                <c:pt idx="8064">
                  <c:v>806.4</c:v>
                </c:pt>
                <c:pt idx="8065">
                  <c:v>806.5</c:v>
                </c:pt>
                <c:pt idx="8066">
                  <c:v>806.6</c:v>
                </c:pt>
                <c:pt idx="8067">
                  <c:v>806.7</c:v>
                </c:pt>
                <c:pt idx="8068">
                  <c:v>806.8</c:v>
                </c:pt>
                <c:pt idx="8069">
                  <c:v>806.9</c:v>
                </c:pt>
                <c:pt idx="8070">
                  <c:v>807</c:v>
                </c:pt>
                <c:pt idx="8071">
                  <c:v>807.1</c:v>
                </c:pt>
                <c:pt idx="8072">
                  <c:v>807.2</c:v>
                </c:pt>
                <c:pt idx="8073">
                  <c:v>807.3</c:v>
                </c:pt>
                <c:pt idx="8074">
                  <c:v>807.4</c:v>
                </c:pt>
                <c:pt idx="8075">
                  <c:v>807.5</c:v>
                </c:pt>
                <c:pt idx="8076">
                  <c:v>807.6</c:v>
                </c:pt>
                <c:pt idx="8077">
                  <c:v>807.7</c:v>
                </c:pt>
                <c:pt idx="8078">
                  <c:v>807.8</c:v>
                </c:pt>
                <c:pt idx="8079">
                  <c:v>807.9</c:v>
                </c:pt>
                <c:pt idx="8080">
                  <c:v>808</c:v>
                </c:pt>
                <c:pt idx="8081">
                  <c:v>808.1</c:v>
                </c:pt>
                <c:pt idx="8082">
                  <c:v>808.2</c:v>
                </c:pt>
                <c:pt idx="8083">
                  <c:v>808.3</c:v>
                </c:pt>
                <c:pt idx="8084">
                  <c:v>808.4</c:v>
                </c:pt>
                <c:pt idx="8085">
                  <c:v>808.5</c:v>
                </c:pt>
                <c:pt idx="8086">
                  <c:v>808.6</c:v>
                </c:pt>
                <c:pt idx="8087">
                  <c:v>808.7</c:v>
                </c:pt>
                <c:pt idx="8088">
                  <c:v>808.8</c:v>
                </c:pt>
                <c:pt idx="8089">
                  <c:v>808.9</c:v>
                </c:pt>
                <c:pt idx="8090">
                  <c:v>809</c:v>
                </c:pt>
                <c:pt idx="8091">
                  <c:v>809.1</c:v>
                </c:pt>
                <c:pt idx="8092">
                  <c:v>809.2</c:v>
                </c:pt>
                <c:pt idx="8093">
                  <c:v>809.3</c:v>
                </c:pt>
                <c:pt idx="8094">
                  <c:v>809.4</c:v>
                </c:pt>
                <c:pt idx="8095">
                  <c:v>809.5</c:v>
                </c:pt>
                <c:pt idx="8096">
                  <c:v>809.6</c:v>
                </c:pt>
                <c:pt idx="8097">
                  <c:v>809.7</c:v>
                </c:pt>
                <c:pt idx="8098">
                  <c:v>809.8</c:v>
                </c:pt>
                <c:pt idx="8099">
                  <c:v>809.9</c:v>
                </c:pt>
                <c:pt idx="8100">
                  <c:v>810</c:v>
                </c:pt>
                <c:pt idx="8101">
                  <c:v>810.1</c:v>
                </c:pt>
                <c:pt idx="8102">
                  <c:v>810.2</c:v>
                </c:pt>
                <c:pt idx="8103">
                  <c:v>810.3</c:v>
                </c:pt>
                <c:pt idx="8104">
                  <c:v>810.4</c:v>
                </c:pt>
                <c:pt idx="8105">
                  <c:v>810.5</c:v>
                </c:pt>
                <c:pt idx="8106">
                  <c:v>810.6</c:v>
                </c:pt>
                <c:pt idx="8107">
                  <c:v>810.7</c:v>
                </c:pt>
                <c:pt idx="8108">
                  <c:v>810.8</c:v>
                </c:pt>
                <c:pt idx="8109">
                  <c:v>810.9</c:v>
                </c:pt>
                <c:pt idx="8110">
                  <c:v>811</c:v>
                </c:pt>
                <c:pt idx="8111">
                  <c:v>811.1</c:v>
                </c:pt>
                <c:pt idx="8112">
                  <c:v>811.2</c:v>
                </c:pt>
                <c:pt idx="8113">
                  <c:v>811.3</c:v>
                </c:pt>
                <c:pt idx="8114">
                  <c:v>811.4</c:v>
                </c:pt>
                <c:pt idx="8115">
                  <c:v>811.5</c:v>
                </c:pt>
                <c:pt idx="8116">
                  <c:v>811.6</c:v>
                </c:pt>
                <c:pt idx="8117">
                  <c:v>811.7</c:v>
                </c:pt>
                <c:pt idx="8118">
                  <c:v>811.8</c:v>
                </c:pt>
                <c:pt idx="8119">
                  <c:v>811.9</c:v>
                </c:pt>
                <c:pt idx="8120">
                  <c:v>812</c:v>
                </c:pt>
                <c:pt idx="8121">
                  <c:v>812.1</c:v>
                </c:pt>
                <c:pt idx="8122">
                  <c:v>812.2</c:v>
                </c:pt>
                <c:pt idx="8123">
                  <c:v>812.3</c:v>
                </c:pt>
                <c:pt idx="8124">
                  <c:v>812.4</c:v>
                </c:pt>
                <c:pt idx="8125">
                  <c:v>812.5</c:v>
                </c:pt>
                <c:pt idx="8126">
                  <c:v>812.6</c:v>
                </c:pt>
                <c:pt idx="8127">
                  <c:v>812.7</c:v>
                </c:pt>
                <c:pt idx="8128">
                  <c:v>812.8</c:v>
                </c:pt>
                <c:pt idx="8129">
                  <c:v>812.9</c:v>
                </c:pt>
                <c:pt idx="8130">
                  <c:v>813</c:v>
                </c:pt>
                <c:pt idx="8131">
                  <c:v>813.1</c:v>
                </c:pt>
                <c:pt idx="8132">
                  <c:v>813.2</c:v>
                </c:pt>
                <c:pt idx="8133">
                  <c:v>813.3</c:v>
                </c:pt>
                <c:pt idx="8134">
                  <c:v>813.4</c:v>
                </c:pt>
                <c:pt idx="8135">
                  <c:v>813.5</c:v>
                </c:pt>
                <c:pt idx="8136">
                  <c:v>813.6</c:v>
                </c:pt>
                <c:pt idx="8137">
                  <c:v>813.7</c:v>
                </c:pt>
                <c:pt idx="8138">
                  <c:v>813.8</c:v>
                </c:pt>
                <c:pt idx="8139">
                  <c:v>813.9</c:v>
                </c:pt>
                <c:pt idx="8140">
                  <c:v>814</c:v>
                </c:pt>
                <c:pt idx="8141">
                  <c:v>814.1</c:v>
                </c:pt>
                <c:pt idx="8142">
                  <c:v>814.2</c:v>
                </c:pt>
                <c:pt idx="8143">
                  <c:v>814.3</c:v>
                </c:pt>
                <c:pt idx="8144">
                  <c:v>814.4</c:v>
                </c:pt>
                <c:pt idx="8145">
                  <c:v>814.5</c:v>
                </c:pt>
                <c:pt idx="8146">
                  <c:v>814.6</c:v>
                </c:pt>
                <c:pt idx="8147">
                  <c:v>814.7</c:v>
                </c:pt>
                <c:pt idx="8148">
                  <c:v>814.8</c:v>
                </c:pt>
                <c:pt idx="8149">
                  <c:v>814.9</c:v>
                </c:pt>
                <c:pt idx="8150">
                  <c:v>815</c:v>
                </c:pt>
                <c:pt idx="8151">
                  <c:v>815.1</c:v>
                </c:pt>
                <c:pt idx="8152">
                  <c:v>815.2</c:v>
                </c:pt>
                <c:pt idx="8153">
                  <c:v>815.3</c:v>
                </c:pt>
                <c:pt idx="8154">
                  <c:v>815.4</c:v>
                </c:pt>
                <c:pt idx="8155">
                  <c:v>815.5</c:v>
                </c:pt>
                <c:pt idx="8156">
                  <c:v>815.6</c:v>
                </c:pt>
                <c:pt idx="8157">
                  <c:v>815.7</c:v>
                </c:pt>
                <c:pt idx="8158">
                  <c:v>815.8</c:v>
                </c:pt>
                <c:pt idx="8159">
                  <c:v>815.9</c:v>
                </c:pt>
                <c:pt idx="8160">
                  <c:v>816</c:v>
                </c:pt>
                <c:pt idx="8161">
                  <c:v>816.1</c:v>
                </c:pt>
                <c:pt idx="8162">
                  <c:v>816.2</c:v>
                </c:pt>
                <c:pt idx="8163">
                  <c:v>816.3</c:v>
                </c:pt>
                <c:pt idx="8164">
                  <c:v>816.4</c:v>
                </c:pt>
                <c:pt idx="8165">
                  <c:v>816.5</c:v>
                </c:pt>
                <c:pt idx="8166">
                  <c:v>816.6</c:v>
                </c:pt>
                <c:pt idx="8167">
                  <c:v>816.7</c:v>
                </c:pt>
                <c:pt idx="8168">
                  <c:v>816.8</c:v>
                </c:pt>
                <c:pt idx="8169">
                  <c:v>816.9</c:v>
                </c:pt>
                <c:pt idx="8170">
                  <c:v>817</c:v>
                </c:pt>
                <c:pt idx="8171">
                  <c:v>817.1</c:v>
                </c:pt>
                <c:pt idx="8172">
                  <c:v>817.2</c:v>
                </c:pt>
                <c:pt idx="8173">
                  <c:v>817.3</c:v>
                </c:pt>
                <c:pt idx="8174">
                  <c:v>817.4</c:v>
                </c:pt>
                <c:pt idx="8175">
                  <c:v>817.5</c:v>
                </c:pt>
                <c:pt idx="8176">
                  <c:v>817.6</c:v>
                </c:pt>
                <c:pt idx="8177">
                  <c:v>817.7</c:v>
                </c:pt>
                <c:pt idx="8178">
                  <c:v>817.8</c:v>
                </c:pt>
                <c:pt idx="8179">
                  <c:v>817.9</c:v>
                </c:pt>
                <c:pt idx="8180">
                  <c:v>818</c:v>
                </c:pt>
                <c:pt idx="8181">
                  <c:v>818.1</c:v>
                </c:pt>
                <c:pt idx="8182">
                  <c:v>818.2</c:v>
                </c:pt>
                <c:pt idx="8183">
                  <c:v>818.3</c:v>
                </c:pt>
                <c:pt idx="8184">
                  <c:v>818.4</c:v>
                </c:pt>
                <c:pt idx="8185">
                  <c:v>818.5</c:v>
                </c:pt>
                <c:pt idx="8186">
                  <c:v>818.6</c:v>
                </c:pt>
                <c:pt idx="8187">
                  <c:v>818.7</c:v>
                </c:pt>
                <c:pt idx="8188">
                  <c:v>818.8</c:v>
                </c:pt>
                <c:pt idx="8189">
                  <c:v>818.9</c:v>
                </c:pt>
                <c:pt idx="8190">
                  <c:v>819</c:v>
                </c:pt>
                <c:pt idx="8191">
                  <c:v>819.1</c:v>
                </c:pt>
                <c:pt idx="8192">
                  <c:v>819.2</c:v>
                </c:pt>
                <c:pt idx="8193">
                  <c:v>819.3</c:v>
                </c:pt>
                <c:pt idx="8194">
                  <c:v>819.4</c:v>
                </c:pt>
                <c:pt idx="8195">
                  <c:v>819.5</c:v>
                </c:pt>
                <c:pt idx="8196">
                  <c:v>819.6</c:v>
                </c:pt>
                <c:pt idx="8197">
                  <c:v>819.7</c:v>
                </c:pt>
                <c:pt idx="8198">
                  <c:v>819.8</c:v>
                </c:pt>
                <c:pt idx="8199">
                  <c:v>819.9</c:v>
                </c:pt>
                <c:pt idx="8200">
                  <c:v>820</c:v>
                </c:pt>
                <c:pt idx="8201">
                  <c:v>820.1</c:v>
                </c:pt>
                <c:pt idx="8202">
                  <c:v>820.2</c:v>
                </c:pt>
                <c:pt idx="8203">
                  <c:v>820.3</c:v>
                </c:pt>
                <c:pt idx="8204">
                  <c:v>820.4</c:v>
                </c:pt>
                <c:pt idx="8205">
                  <c:v>820.5</c:v>
                </c:pt>
                <c:pt idx="8206">
                  <c:v>820.6</c:v>
                </c:pt>
                <c:pt idx="8207">
                  <c:v>820.7</c:v>
                </c:pt>
                <c:pt idx="8208">
                  <c:v>820.8</c:v>
                </c:pt>
                <c:pt idx="8209">
                  <c:v>820.9</c:v>
                </c:pt>
                <c:pt idx="8210">
                  <c:v>821</c:v>
                </c:pt>
                <c:pt idx="8211">
                  <c:v>821.1</c:v>
                </c:pt>
                <c:pt idx="8212">
                  <c:v>821.2</c:v>
                </c:pt>
                <c:pt idx="8213">
                  <c:v>821.3</c:v>
                </c:pt>
                <c:pt idx="8214">
                  <c:v>821.4</c:v>
                </c:pt>
                <c:pt idx="8215">
                  <c:v>821.5</c:v>
                </c:pt>
                <c:pt idx="8216">
                  <c:v>821.6</c:v>
                </c:pt>
                <c:pt idx="8217">
                  <c:v>821.7</c:v>
                </c:pt>
                <c:pt idx="8218">
                  <c:v>821.8</c:v>
                </c:pt>
                <c:pt idx="8219">
                  <c:v>821.9</c:v>
                </c:pt>
                <c:pt idx="8220">
                  <c:v>822</c:v>
                </c:pt>
                <c:pt idx="8221">
                  <c:v>822.1</c:v>
                </c:pt>
                <c:pt idx="8222">
                  <c:v>822.2</c:v>
                </c:pt>
                <c:pt idx="8223">
                  <c:v>822.3</c:v>
                </c:pt>
                <c:pt idx="8224">
                  <c:v>822.4</c:v>
                </c:pt>
                <c:pt idx="8225">
                  <c:v>822.5</c:v>
                </c:pt>
                <c:pt idx="8226">
                  <c:v>822.6</c:v>
                </c:pt>
                <c:pt idx="8227">
                  <c:v>822.7</c:v>
                </c:pt>
                <c:pt idx="8228">
                  <c:v>822.8</c:v>
                </c:pt>
                <c:pt idx="8229">
                  <c:v>822.9</c:v>
                </c:pt>
                <c:pt idx="8230">
                  <c:v>823</c:v>
                </c:pt>
                <c:pt idx="8231">
                  <c:v>823.1</c:v>
                </c:pt>
                <c:pt idx="8232">
                  <c:v>823.2</c:v>
                </c:pt>
                <c:pt idx="8233">
                  <c:v>823.3</c:v>
                </c:pt>
                <c:pt idx="8234">
                  <c:v>823.4</c:v>
                </c:pt>
                <c:pt idx="8235">
                  <c:v>823.5</c:v>
                </c:pt>
                <c:pt idx="8236">
                  <c:v>823.6</c:v>
                </c:pt>
                <c:pt idx="8237">
                  <c:v>823.7</c:v>
                </c:pt>
                <c:pt idx="8238">
                  <c:v>823.8</c:v>
                </c:pt>
                <c:pt idx="8239">
                  <c:v>823.9</c:v>
                </c:pt>
                <c:pt idx="8240">
                  <c:v>824</c:v>
                </c:pt>
                <c:pt idx="8241">
                  <c:v>824.1</c:v>
                </c:pt>
                <c:pt idx="8242">
                  <c:v>824.2</c:v>
                </c:pt>
                <c:pt idx="8243">
                  <c:v>824.3</c:v>
                </c:pt>
                <c:pt idx="8244">
                  <c:v>824.4</c:v>
                </c:pt>
                <c:pt idx="8245">
                  <c:v>824.5</c:v>
                </c:pt>
                <c:pt idx="8246">
                  <c:v>824.6</c:v>
                </c:pt>
                <c:pt idx="8247">
                  <c:v>824.7</c:v>
                </c:pt>
                <c:pt idx="8248">
                  <c:v>824.8</c:v>
                </c:pt>
                <c:pt idx="8249">
                  <c:v>824.9</c:v>
                </c:pt>
                <c:pt idx="8250">
                  <c:v>825</c:v>
                </c:pt>
                <c:pt idx="8251">
                  <c:v>825.1</c:v>
                </c:pt>
                <c:pt idx="8252">
                  <c:v>825.2</c:v>
                </c:pt>
                <c:pt idx="8253">
                  <c:v>825.3</c:v>
                </c:pt>
                <c:pt idx="8254">
                  <c:v>825.4</c:v>
                </c:pt>
                <c:pt idx="8255">
                  <c:v>825.5</c:v>
                </c:pt>
                <c:pt idx="8256">
                  <c:v>825.6</c:v>
                </c:pt>
                <c:pt idx="8257">
                  <c:v>825.7</c:v>
                </c:pt>
                <c:pt idx="8258">
                  <c:v>825.8</c:v>
                </c:pt>
                <c:pt idx="8259">
                  <c:v>825.9</c:v>
                </c:pt>
                <c:pt idx="8260">
                  <c:v>826</c:v>
                </c:pt>
                <c:pt idx="8261">
                  <c:v>826.1</c:v>
                </c:pt>
                <c:pt idx="8262">
                  <c:v>826.2</c:v>
                </c:pt>
                <c:pt idx="8263">
                  <c:v>826.3</c:v>
                </c:pt>
                <c:pt idx="8264">
                  <c:v>826.4</c:v>
                </c:pt>
                <c:pt idx="8265">
                  <c:v>826.5</c:v>
                </c:pt>
                <c:pt idx="8266">
                  <c:v>826.6</c:v>
                </c:pt>
                <c:pt idx="8267">
                  <c:v>826.7</c:v>
                </c:pt>
                <c:pt idx="8268">
                  <c:v>826.8</c:v>
                </c:pt>
                <c:pt idx="8269">
                  <c:v>826.9</c:v>
                </c:pt>
                <c:pt idx="8270">
                  <c:v>827</c:v>
                </c:pt>
                <c:pt idx="8271">
                  <c:v>827.1</c:v>
                </c:pt>
                <c:pt idx="8272">
                  <c:v>827.2</c:v>
                </c:pt>
                <c:pt idx="8273">
                  <c:v>827.3</c:v>
                </c:pt>
                <c:pt idx="8274">
                  <c:v>827.4</c:v>
                </c:pt>
                <c:pt idx="8275">
                  <c:v>827.5</c:v>
                </c:pt>
                <c:pt idx="8276">
                  <c:v>827.6</c:v>
                </c:pt>
                <c:pt idx="8277">
                  <c:v>827.7</c:v>
                </c:pt>
                <c:pt idx="8278">
                  <c:v>827.8</c:v>
                </c:pt>
                <c:pt idx="8279">
                  <c:v>827.9</c:v>
                </c:pt>
                <c:pt idx="8280">
                  <c:v>828</c:v>
                </c:pt>
                <c:pt idx="8281">
                  <c:v>828.1</c:v>
                </c:pt>
                <c:pt idx="8282">
                  <c:v>828.2</c:v>
                </c:pt>
                <c:pt idx="8283">
                  <c:v>828.3</c:v>
                </c:pt>
                <c:pt idx="8284">
                  <c:v>828.4</c:v>
                </c:pt>
                <c:pt idx="8285">
                  <c:v>828.5</c:v>
                </c:pt>
                <c:pt idx="8286">
                  <c:v>828.6</c:v>
                </c:pt>
                <c:pt idx="8287">
                  <c:v>828.7</c:v>
                </c:pt>
                <c:pt idx="8288">
                  <c:v>828.8</c:v>
                </c:pt>
                <c:pt idx="8289">
                  <c:v>828.9</c:v>
                </c:pt>
                <c:pt idx="8290">
                  <c:v>829</c:v>
                </c:pt>
                <c:pt idx="8291">
                  <c:v>829.1</c:v>
                </c:pt>
                <c:pt idx="8292">
                  <c:v>829.2</c:v>
                </c:pt>
                <c:pt idx="8293">
                  <c:v>829.3</c:v>
                </c:pt>
                <c:pt idx="8294">
                  <c:v>829.4</c:v>
                </c:pt>
                <c:pt idx="8295">
                  <c:v>829.5</c:v>
                </c:pt>
                <c:pt idx="8296">
                  <c:v>829.6</c:v>
                </c:pt>
                <c:pt idx="8297">
                  <c:v>829.7</c:v>
                </c:pt>
                <c:pt idx="8298">
                  <c:v>829.8</c:v>
                </c:pt>
                <c:pt idx="8299">
                  <c:v>829.9</c:v>
                </c:pt>
                <c:pt idx="8300">
                  <c:v>830</c:v>
                </c:pt>
                <c:pt idx="8301">
                  <c:v>830.1</c:v>
                </c:pt>
                <c:pt idx="8302">
                  <c:v>830.2</c:v>
                </c:pt>
                <c:pt idx="8303">
                  <c:v>830.3</c:v>
                </c:pt>
                <c:pt idx="8304">
                  <c:v>830.4</c:v>
                </c:pt>
                <c:pt idx="8305">
                  <c:v>830.5</c:v>
                </c:pt>
                <c:pt idx="8306">
                  <c:v>830.6</c:v>
                </c:pt>
                <c:pt idx="8307">
                  <c:v>830.7</c:v>
                </c:pt>
                <c:pt idx="8308">
                  <c:v>830.8</c:v>
                </c:pt>
                <c:pt idx="8309">
                  <c:v>830.9</c:v>
                </c:pt>
                <c:pt idx="8310">
                  <c:v>831</c:v>
                </c:pt>
                <c:pt idx="8311">
                  <c:v>831.1</c:v>
                </c:pt>
                <c:pt idx="8312">
                  <c:v>831.2</c:v>
                </c:pt>
                <c:pt idx="8313">
                  <c:v>831.3</c:v>
                </c:pt>
                <c:pt idx="8314">
                  <c:v>831.4</c:v>
                </c:pt>
                <c:pt idx="8315">
                  <c:v>831.5</c:v>
                </c:pt>
                <c:pt idx="8316">
                  <c:v>831.6</c:v>
                </c:pt>
                <c:pt idx="8317">
                  <c:v>831.7</c:v>
                </c:pt>
                <c:pt idx="8318">
                  <c:v>831.8</c:v>
                </c:pt>
                <c:pt idx="8319">
                  <c:v>831.9</c:v>
                </c:pt>
                <c:pt idx="8320">
                  <c:v>832</c:v>
                </c:pt>
                <c:pt idx="8321">
                  <c:v>832.1</c:v>
                </c:pt>
                <c:pt idx="8322">
                  <c:v>832.2</c:v>
                </c:pt>
                <c:pt idx="8323">
                  <c:v>832.3</c:v>
                </c:pt>
                <c:pt idx="8324">
                  <c:v>832.4</c:v>
                </c:pt>
                <c:pt idx="8325">
                  <c:v>832.5</c:v>
                </c:pt>
                <c:pt idx="8326">
                  <c:v>832.6</c:v>
                </c:pt>
                <c:pt idx="8327">
                  <c:v>832.7</c:v>
                </c:pt>
                <c:pt idx="8328">
                  <c:v>832.8</c:v>
                </c:pt>
                <c:pt idx="8329">
                  <c:v>832.9</c:v>
                </c:pt>
                <c:pt idx="8330">
                  <c:v>833</c:v>
                </c:pt>
                <c:pt idx="8331">
                  <c:v>833.1</c:v>
                </c:pt>
                <c:pt idx="8332">
                  <c:v>833.2</c:v>
                </c:pt>
                <c:pt idx="8333">
                  <c:v>833.3</c:v>
                </c:pt>
                <c:pt idx="8334">
                  <c:v>833.4</c:v>
                </c:pt>
                <c:pt idx="8335">
                  <c:v>833.5</c:v>
                </c:pt>
                <c:pt idx="8336">
                  <c:v>833.6</c:v>
                </c:pt>
                <c:pt idx="8337">
                  <c:v>833.7</c:v>
                </c:pt>
                <c:pt idx="8338">
                  <c:v>833.8</c:v>
                </c:pt>
                <c:pt idx="8339">
                  <c:v>833.9</c:v>
                </c:pt>
                <c:pt idx="8340">
                  <c:v>834</c:v>
                </c:pt>
                <c:pt idx="8341">
                  <c:v>834.1</c:v>
                </c:pt>
                <c:pt idx="8342">
                  <c:v>834.2</c:v>
                </c:pt>
                <c:pt idx="8343">
                  <c:v>834.3</c:v>
                </c:pt>
                <c:pt idx="8344">
                  <c:v>834.4</c:v>
                </c:pt>
                <c:pt idx="8345">
                  <c:v>834.5</c:v>
                </c:pt>
                <c:pt idx="8346">
                  <c:v>834.6</c:v>
                </c:pt>
                <c:pt idx="8347">
                  <c:v>834.7</c:v>
                </c:pt>
                <c:pt idx="8348">
                  <c:v>834.8</c:v>
                </c:pt>
                <c:pt idx="8349">
                  <c:v>834.9</c:v>
                </c:pt>
                <c:pt idx="8350">
                  <c:v>835</c:v>
                </c:pt>
                <c:pt idx="8351">
                  <c:v>835.1</c:v>
                </c:pt>
                <c:pt idx="8352">
                  <c:v>835.2</c:v>
                </c:pt>
                <c:pt idx="8353">
                  <c:v>835.3</c:v>
                </c:pt>
                <c:pt idx="8354">
                  <c:v>835.4</c:v>
                </c:pt>
                <c:pt idx="8355">
                  <c:v>835.5</c:v>
                </c:pt>
                <c:pt idx="8356">
                  <c:v>835.6</c:v>
                </c:pt>
                <c:pt idx="8357">
                  <c:v>835.7</c:v>
                </c:pt>
                <c:pt idx="8358">
                  <c:v>835.8</c:v>
                </c:pt>
                <c:pt idx="8359">
                  <c:v>835.9</c:v>
                </c:pt>
                <c:pt idx="8360">
                  <c:v>836</c:v>
                </c:pt>
                <c:pt idx="8361">
                  <c:v>836.1</c:v>
                </c:pt>
                <c:pt idx="8362">
                  <c:v>836.2</c:v>
                </c:pt>
                <c:pt idx="8363">
                  <c:v>836.3</c:v>
                </c:pt>
                <c:pt idx="8364">
                  <c:v>836.4</c:v>
                </c:pt>
                <c:pt idx="8365">
                  <c:v>836.5</c:v>
                </c:pt>
                <c:pt idx="8366">
                  <c:v>836.6</c:v>
                </c:pt>
                <c:pt idx="8367">
                  <c:v>836.7</c:v>
                </c:pt>
                <c:pt idx="8368">
                  <c:v>836.8</c:v>
                </c:pt>
                <c:pt idx="8369">
                  <c:v>836.9</c:v>
                </c:pt>
                <c:pt idx="8370">
                  <c:v>837</c:v>
                </c:pt>
                <c:pt idx="8371">
                  <c:v>837.1</c:v>
                </c:pt>
                <c:pt idx="8372">
                  <c:v>837.2</c:v>
                </c:pt>
                <c:pt idx="8373">
                  <c:v>837.3</c:v>
                </c:pt>
                <c:pt idx="8374">
                  <c:v>837.4</c:v>
                </c:pt>
                <c:pt idx="8375">
                  <c:v>837.5</c:v>
                </c:pt>
                <c:pt idx="8376">
                  <c:v>837.6</c:v>
                </c:pt>
                <c:pt idx="8377">
                  <c:v>837.7</c:v>
                </c:pt>
                <c:pt idx="8378">
                  <c:v>837.8</c:v>
                </c:pt>
                <c:pt idx="8379">
                  <c:v>837.9</c:v>
                </c:pt>
                <c:pt idx="8380">
                  <c:v>838</c:v>
                </c:pt>
                <c:pt idx="8381">
                  <c:v>838.1</c:v>
                </c:pt>
                <c:pt idx="8382">
                  <c:v>838.2</c:v>
                </c:pt>
                <c:pt idx="8383">
                  <c:v>838.3</c:v>
                </c:pt>
                <c:pt idx="8384">
                  <c:v>838.4</c:v>
                </c:pt>
                <c:pt idx="8385">
                  <c:v>838.5</c:v>
                </c:pt>
                <c:pt idx="8386">
                  <c:v>838.6</c:v>
                </c:pt>
                <c:pt idx="8387">
                  <c:v>838.7</c:v>
                </c:pt>
                <c:pt idx="8388">
                  <c:v>838.8</c:v>
                </c:pt>
                <c:pt idx="8389">
                  <c:v>838.9</c:v>
                </c:pt>
                <c:pt idx="8390">
                  <c:v>839</c:v>
                </c:pt>
                <c:pt idx="8391">
                  <c:v>839.1</c:v>
                </c:pt>
                <c:pt idx="8392">
                  <c:v>839.2</c:v>
                </c:pt>
                <c:pt idx="8393">
                  <c:v>839.3</c:v>
                </c:pt>
                <c:pt idx="8394">
                  <c:v>839.4</c:v>
                </c:pt>
                <c:pt idx="8395">
                  <c:v>839.5</c:v>
                </c:pt>
                <c:pt idx="8396">
                  <c:v>839.6</c:v>
                </c:pt>
                <c:pt idx="8397">
                  <c:v>839.7</c:v>
                </c:pt>
                <c:pt idx="8398">
                  <c:v>839.8</c:v>
                </c:pt>
                <c:pt idx="8399">
                  <c:v>839.9</c:v>
                </c:pt>
                <c:pt idx="8400">
                  <c:v>840</c:v>
                </c:pt>
                <c:pt idx="8401">
                  <c:v>840.1</c:v>
                </c:pt>
                <c:pt idx="8402">
                  <c:v>840.2</c:v>
                </c:pt>
                <c:pt idx="8403">
                  <c:v>840.3</c:v>
                </c:pt>
                <c:pt idx="8404">
                  <c:v>840.4</c:v>
                </c:pt>
                <c:pt idx="8405">
                  <c:v>840.5</c:v>
                </c:pt>
                <c:pt idx="8406">
                  <c:v>840.6</c:v>
                </c:pt>
                <c:pt idx="8407">
                  <c:v>840.7</c:v>
                </c:pt>
                <c:pt idx="8408">
                  <c:v>840.8</c:v>
                </c:pt>
                <c:pt idx="8409">
                  <c:v>840.9</c:v>
                </c:pt>
                <c:pt idx="8410">
                  <c:v>841</c:v>
                </c:pt>
                <c:pt idx="8411">
                  <c:v>841.1</c:v>
                </c:pt>
                <c:pt idx="8412">
                  <c:v>841.2</c:v>
                </c:pt>
                <c:pt idx="8413">
                  <c:v>841.3</c:v>
                </c:pt>
                <c:pt idx="8414">
                  <c:v>841.4</c:v>
                </c:pt>
                <c:pt idx="8415">
                  <c:v>841.5</c:v>
                </c:pt>
                <c:pt idx="8416">
                  <c:v>841.6</c:v>
                </c:pt>
                <c:pt idx="8417">
                  <c:v>841.7</c:v>
                </c:pt>
                <c:pt idx="8418">
                  <c:v>841.8</c:v>
                </c:pt>
                <c:pt idx="8419">
                  <c:v>841.9</c:v>
                </c:pt>
                <c:pt idx="8420">
                  <c:v>842</c:v>
                </c:pt>
                <c:pt idx="8421">
                  <c:v>842.1</c:v>
                </c:pt>
                <c:pt idx="8422">
                  <c:v>842.2</c:v>
                </c:pt>
                <c:pt idx="8423">
                  <c:v>842.3</c:v>
                </c:pt>
                <c:pt idx="8424">
                  <c:v>842.4</c:v>
                </c:pt>
                <c:pt idx="8425">
                  <c:v>842.5</c:v>
                </c:pt>
                <c:pt idx="8426">
                  <c:v>842.6</c:v>
                </c:pt>
                <c:pt idx="8427">
                  <c:v>842.7</c:v>
                </c:pt>
                <c:pt idx="8428">
                  <c:v>842.8</c:v>
                </c:pt>
                <c:pt idx="8429">
                  <c:v>842.9</c:v>
                </c:pt>
                <c:pt idx="8430">
                  <c:v>843</c:v>
                </c:pt>
                <c:pt idx="8431">
                  <c:v>843.1</c:v>
                </c:pt>
                <c:pt idx="8432">
                  <c:v>843.2</c:v>
                </c:pt>
                <c:pt idx="8433">
                  <c:v>843.3</c:v>
                </c:pt>
                <c:pt idx="8434">
                  <c:v>843.4</c:v>
                </c:pt>
                <c:pt idx="8435">
                  <c:v>843.5</c:v>
                </c:pt>
                <c:pt idx="8436">
                  <c:v>843.6</c:v>
                </c:pt>
                <c:pt idx="8437">
                  <c:v>843.7</c:v>
                </c:pt>
                <c:pt idx="8438">
                  <c:v>843.8</c:v>
                </c:pt>
                <c:pt idx="8439">
                  <c:v>843.9</c:v>
                </c:pt>
                <c:pt idx="8440">
                  <c:v>844</c:v>
                </c:pt>
                <c:pt idx="8441">
                  <c:v>844.1</c:v>
                </c:pt>
                <c:pt idx="8442">
                  <c:v>844.2</c:v>
                </c:pt>
                <c:pt idx="8443">
                  <c:v>844.3</c:v>
                </c:pt>
                <c:pt idx="8444">
                  <c:v>844.4</c:v>
                </c:pt>
                <c:pt idx="8445">
                  <c:v>844.5</c:v>
                </c:pt>
                <c:pt idx="8446">
                  <c:v>844.6</c:v>
                </c:pt>
                <c:pt idx="8447">
                  <c:v>844.7</c:v>
                </c:pt>
                <c:pt idx="8448">
                  <c:v>844.8</c:v>
                </c:pt>
                <c:pt idx="8449">
                  <c:v>844.9</c:v>
                </c:pt>
                <c:pt idx="8450">
                  <c:v>845</c:v>
                </c:pt>
                <c:pt idx="8451">
                  <c:v>845.1</c:v>
                </c:pt>
                <c:pt idx="8452">
                  <c:v>845.2</c:v>
                </c:pt>
                <c:pt idx="8453">
                  <c:v>845.3</c:v>
                </c:pt>
                <c:pt idx="8454">
                  <c:v>845.4</c:v>
                </c:pt>
                <c:pt idx="8455">
                  <c:v>845.5</c:v>
                </c:pt>
                <c:pt idx="8456">
                  <c:v>845.6</c:v>
                </c:pt>
                <c:pt idx="8457">
                  <c:v>845.7</c:v>
                </c:pt>
                <c:pt idx="8458">
                  <c:v>845.8</c:v>
                </c:pt>
                <c:pt idx="8459">
                  <c:v>845.9</c:v>
                </c:pt>
                <c:pt idx="8460">
                  <c:v>846</c:v>
                </c:pt>
                <c:pt idx="8461">
                  <c:v>846.1</c:v>
                </c:pt>
                <c:pt idx="8462">
                  <c:v>846.2</c:v>
                </c:pt>
                <c:pt idx="8463">
                  <c:v>846.3</c:v>
                </c:pt>
                <c:pt idx="8464">
                  <c:v>846.4</c:v>
                </c:pt>
                <c:pt idx="8465">
                  <c:v>846.5</c:v>
                </c:pt>
                <c:pt idx="8466">
                  <c:v>846.6</c:v>
                </c:pt>
                <c:pt idx="8467">
                  <c:v>846.7</c:v>
                </c:pt>
                <c:pt idx="8468">
                  <c:v>846.8</c:v>
                </c:pt>
                <c:pt idx="8469">
                  <c:v>846.9</c:v>
                </c:pt>
                <c:pt idx="8470">
                  <c:v>847</c:v>
                </c:pt>
                <c:pt idx="8471">
                  <c:v>847.1</c:v>
                </c:pt>
                <c:pt idx="8472">
                  <c:v>847.2</c:v>
                </c:pt>
                <c:pt idx="8473">
                  <c:v>847.3</c:v>
                </c:pt>
                <c:pt idx="8474">
                  <c:v>847.4</c:v>
                </c:pt>
                <c:pt idx="8475">
                  <c:v>847.5</c:v>
                </c:pt>
                <c:pt idx="8476">
                  <c:v>847.6</c:v>
                </c:pt>
                <c:pt idx="8477">
                  <c:v>847.7</c:v>
                </c:pt>
                <c:pt idx="8478">
                  <c:v>847.8</c:v>
                </c:pt>
                <c:pt idx="8479">
                  <c:v>847.9</c:v>
                </c:pt>
                <c:pt idx="8480">
                  <c:v>848</c:v>
                </c:pt>
                <c:pt idx="8481">
                  <c:v>848.1</c:v>
                </c:pt>
                <c:pt idx="8482">
                  <c:v>848.2</c:v>
                </c:pt>
                <c:pt idx="8483">
                  <c:v>848.3</c:v>
                </c:pt>
                <c:pt idx="8484">
                  <c:v>848.4</c:v>
                </c:pt>
                <c:pt idx="8485">
                  <c:v>848.5</c:v>
                </c:pt>
                <c:pt idx="8486">
                  <c:v>848.6</c:v>
                </c:pt>
                <c:pt idx="8487">
                  <c:v>848.7</c:v>
                </c:pt>
                <c:pt idx="8488">
                  <c:v>848.8</c:v>
                </c:pt>
                <c:pt idx="8489">
                  <c:v>848.9</c:v>
                </c:pt>
                <c:pt idx="8490">
                  <c:v>849</c:v>
                </c:pt>
                <c:pt idx="8491">
                  <c:v>849.1</c:v>
                </c:pt>
                <c:pt idx="8492">
                  <c:v>849.2</c:v>
                </c:pt>
                <c:pt idx="8493">
                  <c:v>849.3</c:v>
                </c:pt>
                <c:pt idx="8494">
                  <c:v>849.4</c:v>
                </c:pt>
                <c:pt idx="8495">
                  <c:v>849.5</c:v>
                </c:pt>
                <c:pt idx="8496">
                  <c:v>849.6</c:v>
                </c:pt>
                <c:pt idx="8497">
                  <c:v>849.7</c:v>
                </c:pt>
                <c:pt idx="8498">
                  <c:v>849.8</c:v>
                </c:pt>
                <c:pt idx="8499">
                  <c:v>849.9</c:v>
                </c:pt>
                <c:pt idx="8500">
                  <c:v>850</c:v>
                </c:pt>
                <c:pt idx="8501">
                  <c:v>850.1</c:v>
                </c:pt>
                <c:pt idx="8502">
                  <c:v>850.2</c:v>
                </c:pt>
                <c:pt idx="8503">
                  <c:v>850.3</c:v>
                </c:pt>
                <c:pt idx="8504">
                  <c:v>850.4</c:v>
                </c:pt>
                <c:pt idx="8505">
                  <c:v>850.5</c:v>
                </c:pt>
                <c:pt idx="8506">
                  <c:v>850.6</c:v>
                </c:pt>
                <c:pt idx="8507">
                  <c:v>850.7</c:v>
                </c:pt>
                <c:pt idx="8508">
                  <c:v>850.8</c:v>
                </c:pt>
                <c:pt idx="8509">
                  <c:v>850.9</c:v>
                </c:pt>
                <c:pt idx="8510">
                  <c:v>851</c:v>
                </c:pt>
                <c:pt idx="8511">
                  <c:v>851.1</c:v>
                </c:pt>
                <c:pt idx="8512">
                  <c:v>851.2</c:v>
                </c:pt>
                <c:pt idx="8513">
                  <c:v>851.3</c:v>
                </c:pt>
                <c:pt idx="8514">
                  <c:v>851.4</c:v>
                </c:pt>
                <c:pt idx="8515">
                  <c:v>851.5</c:v>
                </c:pt>
                <c:pt idx="8516">
                  <c:v>851.6</c:v>
                </c:pt>
                <c:pt idx="8517">
                  <c:v>851.7</c:v>
                </c:pt>
                <c:pt idx="8518">
                  <c:v>851.8</c:v>
                </c:pt>
                <c:pt idx="8519">
                  <c:v>851.9</c:v>
                </c:pt>
                <c:pt idx="8520">
                  <c:v>852</c:v>
                </c:pt>
                <c:pt idx="8521">
                  <c:v>852.1</c:v>
                </c:pt>
                <c:pt idx="8522">
                  <c:v>852.2</c:v>
                </c:pt>
                <c:pt idx="8523">
                  <c:v>852.3</c:v>
                </c:pt>
                <c:pt idx="8524">
                  <c:v>852.4</c:v>
                </c:pt>
                <c:pt idx="8525">
                  <c:v>852.5</c:v>
                </c:pt>
                <c:pt idx="8526">
                  <c:v>852.6</c:v>
                </c:pt>
                <c:pt idx="8527">
                  <c:v>852.7</c:v>
                </c:pt>
                <c:pt idx="8528">
                  <c:v>852.8</c:v>
                </c:pt>
                <c:pt idx="8529">
                  <c:v>852.9</c:v>
                </c:pt>
                <c:pt idx="8530">
                  <c:v>853</c:v>
                </c:pt>
                <c:pt idx="8531">
                  <c:v>853.1</c:v>
                </c:pt>
                <c:pt idx="8532">
                  <c:v>853.2</c:v>
                </c:pt>
                <c:pt idx="8533">
                  <c:v>853.3</c:v>
                </c:pt>
                <c:pt idx="8534">
                  <c:v>853.4</c:v>
                </c:pt>
                <c:pt idx="8535">
                  <c:v>853.5</c:v>
                </c:pt>
                <c:pt idx="8536">
                  <c:v>853.6</c:v>
                </c:pt>
                <c:pt idx="8537">
                  <c:v>853.7</c:v>
                </c:pt>
                <c:pt idx="8538">
                  <c:v>853.8</c:v>
                </c:pt>
                <c:pt idx="8539">
                  <c:v>853.9</c:v>
                </c:pt>
                <c:pt idx="8540">
                  <c:v>854</c:v>
                </c:pt>
                <c:pt idx="8541">
                  <c:v>854.1</c:v>
                </c:pt>
                <c:pt idx="8542">
                  <c:v>854.2</c:v>
                </c:pt>
                <c:pt idx="8543">
                  <c:v>854.3</c:v>
                </c:pt>
                <c:pt idx="8544">
                  <c:v>854.4</c:v>
                </c:pt>
                <c:pt idx="8545">
                  <c:v>854.5</c:v>
                </c:pt>
                <c:pt idx="8546">
                  <c:v>854.6</c:v>
                </c:pt>
                <c:pt idx="8547">
                  <c:v>854.7</c:v>
                </c:pt>
                <c:pt idx="8548">
                  <c:v>854.8</c:v>
                </c:pt>
                <c:pt idx="8549">
                  <c:v>854.9</c:v>
                </c:pt>
                <c:pt idx="8550">
                  <c:v>855</c:v>
                </c:pt>
                <c:pt idx="8551">
                  <c:v>855.1</c:v>
                </c:pt>
                <c:pt idx="8552">
                  <c:v>855.2</c:v>
                </c:pt>
                <c:pt idx="8553">
                  <c:v>855.3</c:v>
                </c:pt>
                <c:pt idx="8554">
                  <c:v>855.4</c:v>
                </c:pt>
                <c:pt idx="8555">
                  <c:v>855.5</c:v>
                </c:pt>
                <c:pt idx="8556">
                  <c:v>855.6</c:v>
                </c:pt>
                <c:pt idx="8557">
                  <c:v>855.7</c:v>
                </c:pt>
                <c:pt idx="8558">
                  <c:v>855.8</c:v>
                </c:pt>
                <c:pt idx="8559">
                  <c:v>855.9</c:v>
                </c:pt>
                <c:pt idx="8560">
                  <c:v>856</c:v>
                </c:pt>
                <c:pt idx="8561">
                  <c:v>856.1</c:v>
                </c:pt>
                <c:pt idx="8562">
                  <c:v>856.2</c:v>
                </c:pt>
                <c:pt idx="8563">
                  <c:v>856.3</c:v>
                </c:pt>
                <c:pt idx="8564">
                  <c:v>856.4</c:v>
                </c:pt>
                <c:pt idx="8565">
                  <c:v>856.5</c:v>
                </c:pt>
                <c:pt idx="8566">
                  <c:v>856.6</c:v>
                </c:pt>
                <c:pt idx="8567">
                  <c:v>856.7</c:v>
                </c:pt>
                <c:pt idx="8568">
                  <c:v>856.8</c:v>
                </c:pt>
                <c:pt idx="8569">
                  <c:v>856.9</c:v>
                </c:pt>
                <c:pt idx="8570">
                  <c:v>857</c:v>
                </c:pt>
                <c:pt idx="8571">
                  <c:v>857.1</c:v>
                </c:pt>
                <c:pt idx="8572">
                  <c:v>857.2</c:v>
                </c:pt>
                <c:pt idx="8573">
                  <c:v>857.3</c:v>
                </c:pt>
                <c:pt idx="8574">
                  <c:v>857.4</c:v>
                </c:pt>
                <c:pt idx="8575">
                  <c:v>857.5</c:v>
                </c:pt>
                <c:pt idx="8576">
                  <c:v>857.6</c:v>
                </c:pt>
                <c:pt idx="8577">
                  <c:v>857.7</c:v>
                </c:pt>
                <c:pt idx="8578">
                  <c:v>857.8</c:v>
                </c:pt>
                <c:pt idx="8579">
                  <c:v>857.9</c:v>
                </c:pt>
                <c:pt idx="8580">
                  <c:v>858</c:v>
                </c:pt>
                <c:pt idx="8581">
                  <c:v>858.1</c:v>
                </c:pt>
                <c:pt idx="8582">
                  <c:v>858.2</c:v>
                </c:pt>
                <c:pt idx="8583">
                  <c:v>858.3</c:v>
                </c:pt>
                <c:pt idx="8584">
                  <c:v>858.4</c:v>
                </c:pt>
                <c:pt idx="8585">
                  <c:v>858.5</c:v>
                </c:pt>
                <c:pt idx="8586">
                  <c:v>858.6</c:v>
                </c:pt>
                <c:pt idx="8587">
                  <c:v>858.7</c:v>
                </c:pt>
                <c:pt idx="8588">
                  <c:v>858.8</c:v>
                </c:pt>
                <c:pt idx="8589">
                  <c:v>858.9</c:v>
                </c:pt>
                <c:pt idx="8590">
                  <c:v>859</c:v>
                </c:pt>
                <c:pt idx="8591">
                  <c:v>859.1</c:v>
                </c:pt>
                <c:pt idx="8592">
                  <c:v>859.2</c:v>
                </c:pt>
                <c:pt idx="8593">
                  <c:v>859.3</c:v>
                </c:pt>
                <c:pt idx="8594">
                  <c:v>859.4</c:v>
                </c:pt>
                <c:pt idx="8595">
                  <c:v>859.5</c:v>
                </c:pt>
                <c:pt idx="8596">
                  <c:v>859.6</c:v>
                </c:pt>
                <c:pt idx="8597">
                  <c:v>859.7</c:v>
                </c:pt>
                <c:pt idx="8598">
                  <c:v>859.8</c:v>
                </c:pt>
                <c:pt idx="8599">
                  <c:v>859.9</c:v>
                </c:pt>
                <c:pt idx="8600">
                  <c:v>860</c:v>
                </c:pt>
                <c:pt idx="8601">
                  <c:v>860.1</c:v>
                </c:pt>
                <c:pt idx="8602">
                  <c:v>860.2</c:v>
                </c:pt>
                <c:pt idx="8603">
                  <c:v>860.3</c:v>
                </c:pt>
                <c:pt idx="8604">
                  <c:v>860.4</c:v>
                </c:pt>
                <c:pt idx="8605">
                  <c:v>860.5</c:v>
                </c:pt>
                <c:pt idx="8606">
                  <c:v>860.6</c:v>
                </c:pt>
                <c:pt idx="8607">
                  <c:v>860.7</c:v>
                </c:pt>
                <c:pt idx="8608">
                  <c:v>860.8</c:v>
                </c:pt>
                <c:pt idx="8609">
                  <c:v>860.9</c:v>
                </c:pt>
                <c:pt idx="8610">
                  <c:v>861</c:v>
                </c:pt>
                <c:pt idx="8611">
                  <c:v>861.1</c:v>
                </c:pt>
                <c:pt idx="8612">
                  <c:v>861.2</c:v>
                </c:pt>
                <c:pt idx="8613">
                  <c:v>861.3</c:v>
                </c:pt>
                <c:pt idx="8614">
                  <c:v>861.4</c:v>
                </c:pt>
                <c:pt idx="8615">
                  <c:v>861.5</c:v>
                </c:pt>
                <c:pt idx="8616">
                  <c:v>861.6</c:v>
                </c:pt>
                <c:pt idx="8617">
                  <c:v>861.7</c:v>
                </c:pt>
                <c:pt idx="8618">
                  <c:v>861.8</c:v>
                </c:pt>
                <c:pt idx="8619">
                  <c:v>861.9</c:v>
                </c:pt>
                <c:pt idx="8620">
                  <c:v>862</c:v>
                </c:pt>
                <c:pt idx="8621">
                  <c:v>862.1</c:v>
                </c:pt>
                <c:pt idx="8622">
                  <c:v>862.2</c:v>
                </c:pt>
                <c:pt idx="8623">
                  <c:v>862.3</c:v>
                </c:pt>
                <c:pt idx="8624">
                  <c:v>862.4</c:v>
                </c:pt>
                <c:pt idx="8625">
                  <c:v>862.5</c:v>
                </c:pt>
                <c:pt idx="8626">
                  <c:v>862.6</c:v>
                </c:pt>
                <c:pt idx="8627">
                  <c:v>862.7</c:v>
                </c:pt>
                <c:pt idx="8628">
                  <c:v>862.8</c:v>
                </c:pt>
                <c:pt idx="8629">
                  <c:v>862.9</c:v>
                </c:pt>
                <c:pt idx="8630">
                  <c:v>863</c:v>
                </c:pt>
                <c:pt idx="8631">
                  <c:v>863.1</c:v>
                </c:pt>
                <c:pt idx="8632">
                  <c:v>863.2</c:v>
                </c:pt>
                <c:pt idx="8633">
                  <c:v>863.3</c:v>
                </c:pt>
                <c:pt idx="8634">
                  <c:v>863.4</c:v>
                </c:pt>
                <c:pt idx="8635">
                  <c:v>863.5</c:v>
                </c:pt>
                <c:pt idx="8636">
                  <c:v>863.6</c:v>
                </c:pt>
                <c:pt idx="8637">
                  <c:v>863.7</c:v>
                </c:pt>
                <c:pt idx="8638">
                  <c:v>863.8</c:v>
                </c:pt>
                <c:pt idx="8639">
                  <c:v>863.9</c:v>
                </c:pt>
                <c:pt idx="8640">
                  <c:v>864</c:v>
                </c:pt>
                <c:pt idx="8641">
                  <c:v>864.1</c:v>
                </c:pt>
                <c:pt idx="8642">
                  <c:v>864.2</c:v>
                </c:pt>
                <c:pt idx="8643">
                  <c:v>864.3</c:v>
                </c:pt>
                <c:pt idx="8644">
                  <c:v>864.4</c:v>
                </c:pt>
                <c:pt idx="8645">
                  <c:v>864.5</c:v>
                </c:pt>
                <c:pt idx="8646">
                  <c:v>864.6</c:v>
                </c:pt>
                <c:pt idx="8647">
                  <c:v>864.7</c:v>
                </c:pt>
                <c:pt idx="8648">
                  <c:v>864.8</c:v>
                </c:pt>
                <c:pt idx="8649">
                  <c:v>864.9</c:v>
                </c:pt>
                <c:pt idx="8650">
                  <c:v>865</c:v>
                </c:pt>
                <c:pt idx="8651">
                  <c:v>865.1</c:v>
                </c:pt>
                <c:pt idx="8652">
                  <c:v>865.2</c:v>
                </c:pt>
                <c:pt idx="8653">
                  <c:v>865.3</c:v>
                </c:pt>
                <c:pt idx="8654">
                  <c:v>865.4</c:v>
                </c:pt>
                <c:pt idx="8655">
                  <c:v>865.5</c:v>
                </c:pt>
                <c:pt idx="8656">
                  <c:v>865.6</c:v>
                </c:pt>
                <c:pt idx="8657">
                  <c:v>865.7</c:v>
                </c:pt>
                <c:pt idx="8658">
                  <c:v>865.8</c:v>
                </c:pt>
                <c:pt idx="8659">
                  <c:v>865.9</c:v>
                </c:pt>
                <c:pt idx="8660">
                  <c:v>866</c:v>
                </c:pt>
                <c:pt idx="8661">
                  <c:v>866.1</c:v>
                </c:pt>
                <c:pt idx="8662">
                  <c:v>866.2</c:v>
                </c:pt>
                <c:pt idx="8663">
                  <c:v>866.3</c:v>
                </c:pt>
                <c:pt idx="8664">
                  <c:v>866.4</c:v>
                </c:pt>
                <c:pt idx="8665">
                  <c:v>866.5</c:v>
                </c:pt>
                <c:pt idx="8666">
                  <c:v>866.6</c:v>
                </c:pt>
                <c:pt idx="8667">
                  <c:v>866.7</c:v>
                </c:pt>
                <c:pt idx="8668">
                  <c:v>866.8</c:v>
                </c:pt>
                <c:pt idx="8669">
                  <c:v>866.9</c:v>
                </c:pt>
                <c:pt idx="8670">
                  <c:v>867</c:v>
                </c:pt>
                <c:pt idx="8671">
                  <c:v>867.1</c:v>
                </c:pt>
                <c:pt idx="8672">
                  <c:v>867.2</c:v>
                </c:pt>
                <c:pt idx="8673">
                  <c:v>867.3</c:v>
                </c:pt>
                <c:pt idx="8674">
                  <c:v>867.4</c:v>
                </c:pt>
                <c:pt idx="8675">
                  <c:v>867.5</c:v>
                </c:pt>
                <c:pt idx="8676">
                  <c:v>867.6</c:v>
                </c:pt>
                <c:pt idx="8677">
                  <c:v>867.7</c:v>
                </c:pt>
                <c:pt idx="8678">
                  <c:v>867.8</c:v>
                </c:pt>
                <c:pt idx="8679">
                  <c:v>867.9</c:v>
                </c:pt>
                <c:pt idx="8680">
                  <c:v>868</c:v>
                </c:pt>
                <c:pt idx="8681">
                  <c:v>868.1</c:v>
                </c:pt>
                <c:pt idx="8682">
                  <c:v>868.2</c:v>
                </c:pt>
                <c:pt idx="8683">
                  <c:v>868.3</c:v>
                </c:pt>
                <c:pt idx="8684">
                  <c:v>868.4</c:v>
                </c:pt>
                <c:pt idx="8685">
                  <c:v>868.5</c:v>
                </c:pt>
                <c:pt idx="8686">
                  <c:v>868.6</c:v>
                </c:pt>
                <c:pt idx="8687">
                  <c:v>868.7</c:v>
                </c:pt>
                <c:pt idx="8688">
                  <c:v>868.8</c:v>
                </c:pt>
                <c:pt idx="8689">
                  <c:v>868.9</c:v>
                </c:pt>
                <c:pt idx="8690">
                  <c:v>869</c:v>
                </c:pt>
                <c:pt idx="8691">
                  <c:v>869.1</c:v>
                </c:pt>
                <c:pt idx="8692">
                  <c:v>869.2</c:v>
                </c:pt>
                <c:pt idx="8693">
                  <c:v>869.3</c:v>
                </c:pt>
                <c:pt idx="8694">
                  <c:v>869.4</c:v>
                </c:pt>
                <c:pt idx="8695">
                  <c:v>869.5</c:v>
                </c:pt>
                <c:pt idx="8696">
                  <c:v>869.6</c:v>
                </c:pt>
                <c:pt idx="8697">
                  <c:v>869.7</c:v>
                </c:pt>
                <c:pt idx="8698">
                  <c:v>869.8</c:v>
                </c:pt>
                <c:pt idx="8699">
                  <c:v>869.9</c:v>
                </c:pt>
                <c:pt idx="8700">
                  <c:v>870</c:v>
                </c:pt>
                <c:pt idx="8701">
                  <c:v>870.1</c:v>
                </c:pt>
                <c:pt idx="8702">
                  <c:v>870.2</c:v>
                </c:pt>
                <c:pt idx="8703">
                  <c:v>870.3</c:v>
                </c:pt>
                <c:pt idx="8704">
                  <c:v>870.4</c:v>
                </c:pt>
                <c:pt idx="8705">
                  <c:v>870.5</c:v>
                </c:pt>
                <c:pt idx="8706">
                  <c:v>870.6</c:v>
                </c:pt>
                <c:pt idx="8707">
                  <c:v>870.7</c:v>
                </c:pt>
                <c:pt idx="8708">
                  <c:v>870.8</c:v>
                </c:pt>
                <c:pt idx="8709">
                  <c:v>870.9</c:v>
                </c:pt>
                <c:pt idx="8710">
                  <c:v>871</c:v>
                </c:pt>
                <c:pt idx="8711">
                  <c:v>871.1</c:v>
                </c:pt>
                <c:pt idx="8712">
                  <c:v>871.2</c:v>
                </c:pt>
                <c:pt idx="8713">
                  <c:v>871.3</c:v>
                </c:pt>
                <c:pt idx="8714">
                  <c:v>871.4</c:v>
                </c:pt>
                <c:pt idx="8715">
                  <c:v>871.5</c:v>
                </c:pt>
                <c:pt idx="8716">
                  <c:v>871.6</c:v>
                </c:pt>
                <c:pt idx="8717">
                  <c:v>871.7</c:v>
                </c:pt>
                <c:pt idx="8718">
                  <c:v>871.8</c:v>
                </c:pt>
                <c:pt idx="8719">
                  <c:v>871.9</c:v>
                </c:pt>
                <c:pt idx="8720">
                  <c:v>872</c:v>
                </c:pt>
                <c:pt idx="8721">
                  <c:v>872.1</c:v>
                </c:pt>
                <c:pt idx="8722">
                  <c:v>872.2</c:v>
                </c:pt>
                <c:pt idx="8723">
                  <c:v>872.3</c:v>
                </c:pt>
                <c:pt idx="8724">
                  <c:v>872.4</c:v>
                </c:pt>
                <c:pt idx="8725">
                  <c:v>872.5</c:v>
                </c:pt>
                <c:pt idx="8726">
                  <c:v>872.6</c:v>
                </c:pt>
                <c:pt idx="8727">
                  <c:v>872.7</c:v>
                </c:pt>
                <c:pt idx="8728">
                  <c:v>872.8</c:v>
                </c:pt>
                <c:pt idx="8729">
                  <c:v>872.9</c:v>
                </c:pt>
                <c:pt idx="8730">
                  <c:v>873</c:v>
                </c:pt>
                <c:pt idx="8731">
                  <c:v>873.1</c:v>
                </c:pt>
                <c:pt idx="8732">
                  <c:v>873.2</c:v>
                </c:pt>
                <c:pt idx="8733">
                  <c:v>873.3</c:v>
                </c:pt>
                <c:pt idx="8734">
                  <c:v>873.4</c:v>
                </c:pt>
                <c:pt idx="8735">
                  <c:v>873.5</c:v>
                </c:pt>
                <c:pt idx="8736">
                  <c:v>873.6</c:v>
                </c:pt>
                <c:pt idx="8737">
                  <c:v>873.7</c:v>
                </c:pt>
                <c:pt idx="8738">
                  <c:v>873.8</c:v>
                </c:pt>
                <c:pt idx="8739">
                  <c:v>873.9</c:v>
                </c:pt>
                <c:pt idx="8740">
                  <c:v>874</c:v>
                </c:pt>
                <c:pt idx="8741">
                  <c:v>874.1</c:v>
                </c:pt>
                <c:pt idx="8742">
                  <c:v>874.2</c:v>
                </c:pt>
                <c:pt idx="8743">
                  <c:v>874.3</c:v>
                </c:pt>
                <c:pt idx="8744">
                  <c:v>874.4</c:v>
                </c:pt>
                <c:pt idx="8745">
                  <c:v>874.5</c:v>
                </c:pt>
                <c:pt idx="8746">
                  <c:v>874.6</c:v>
                </c:pt>
                <c:pt idx="8747">
                  <c:v>874.7</c:v>
                </c:pt>
                <c:pt idx="8748">
                  <c:v>874.8</c:v>
                </c:pt>
                <c:pt idx="8749">
                  <c:v>874.9</c:v>
                </c:pt>
                <c:pt idx="8750">
                  <c:v>875</c:v>
                </c:pt>
                <c:pt idx="8751">
                  <c:v>875.1</c:v>
                </c:pt>
                <c:pt idx="8752">
                  <c:v>875.2</c:v>
                </c:pt>
                <c:pt idx="8753">
                  <c:v>875.3</c:v>
                </c:pt>
                <c:pt idx="8754">
                  <c:v>875.4</c:v>
                </c:pt>
                <c:pt idx="8755">
                  <c:v>875.5</c:v>
                </c:pt>
                <c:pt idx="8756">
                  <c:v>875.6</c:v>
                </c:pt>
                <c:pt idx="8757">
                  <c:v>875.7</c:v>
                </c:pt>
                <c:pt idx="8758">
                  <c:v>875.8</c:v>
                </c:pt>
                <c:pt idx="8759">
                  <c:v>875.9</c:v>
                </c:pt>
                <c:pt idx="8760">
                  <c:v>876</c:v>
                </c:pt>
                <c:pt idx="8761">
                  <c:v>876.1</c:v>
                </c:pt>
                <c:pt idx="8762">
                  <c:v>876.2</c:v>
                </c:pt>
                <c:pt idx="8763">
                  <c:v>876.3</c:v>
                </c:pt>
                <c:pt idx="8764">
                  <c:v>876.4</c:v>
                </c:pt>
                <c:pt idx="8765">
                  <c:v>876.5</c:v>
                </c:pt>
                <c:pt idx="8766">
                  <c:v>876.6</c:v>
                </c:pt>
                <c:pt idx="8767">
                  <c:v>876.7</c:v>
                </c:pt>
                <c:pt idx="8768">
                  <c:v>876.8</c:v>
                </c:pt>
                <c:pt idx="8769">
                  <c:v>876.9</c:v>
                </c:pt>
                <c:pt idx="8770">
                  <c:v>877</c:v>
                </c:pt>
                <c:pt idx="8771">
                  <c:v>877.1</c:v>
                </c:pt>
                <c:pt idx="8772">
                  <c:v>877.2</c:v>
                </c:pt>
                <c:pt idx="8773">
                  <c:v>877.3</c:v>
                </c:pt>
                <c:pt idx="8774">
                  <c:v>877.4</c:v>
                </c:pt>
                <c:pt idx="8775">
                  <c:v>877.5</c:v>
                </c:pt>
                <c:pt idx="8776">
                  <c:v>877.6</c:v>
                </c:pt>
                <c:pt idx="8777">
                  <c:v>877.7</c:v>
                </c:pt>
                <c:pt idx="8778">
                  <c:v>877.8</c:v>
                </c:pt>
                <c:pt idx="8779">
                  <c:v>877.9</c:v>
                </c:pt>
                <c:pt idx="8780">
                  <c:v>878</c:v>
                </c:pt>
                <c:pt idx="8781">
                  <c:v>878.1</c:v>
                </c:pt>
                <c:pt idx="8782">
                  <c:v>878.2</c:v>
                </c:pt>
                <c:pt idx="8783">
                  <c:v>878.3</c:v>
                </c:pt>
                <c:pt idx="8784">
                  <c:v>878.4</c:v>
                </c:pt>
                <c:pt idx="8785">
                  <c:v>878.5</c:v>
                </c:pt>
                <c:pt idx="8786">
                  <c:v>878.6</c:v>
                </c:pt>
                <c:pt idx="8787">
                  <c:v>878.7</c:v>
                </c:pt>
                <c:pt idx="8788">
                  <c:v>878.8</c:v>
                </c:pt>
                <c:pt idx="8789">
                  <c:v>878.9</c:v>
                </c:pt>
                <c:pt idx="8790">
                  <c:v>879</c:v>
                </c:pt>
                <c:pt idx="8791">
                  <c:v>879.1</c:v>
                </c:pt>
                <c:pt idx="8792">
                  <c:v>879.2</c:v>
                </c:pt>
                <c:pt idx="8793">
                  <c:v>879.3</c:v>
                </c:pt>
                <c:pt idx="8794">
                  <c:v>879.4</c:v>
                </c:pt>
                <c:pt idx="8795">
                  <c:v>879.5</c:v>
                </c:pt>
                <c:pt idx="8796">
                  <c:v>879.6</c:v>
                </c:pt>
                <c:pt idx="8797">
                  <c:v>879.7</c:v>
                </c:pt>
                <c:pt idx="8798">
                  <c:v>879.8</c:v>
                </c:pt>
                <c:pt idx="8799">
                  <c:v>879.9</c:v>
                </c:pt>
                <c:pt idx="8800">
                  <c:v>880</c:v>
                </c:pt>
                <c:pt idx="8801">
                  <c:v>880.1</c:v>
                </c:pt>
                <c:pt idx="8802">
                  <c:v>880.2</c:v>
                </c:pt>
                <c:pt idx="8803">
                  <c:v>880.3</c:v>
                </c:pt>
                <c:pt idx="8804">
                  <c:v>880.4</c:v>
                </c:pt>
                <c:pt idx="8805">
                  <c:v>880.5</c:v>
                </c:pt>
                <c:pt idx="8806">
                  <c:v>880.6</c:v>
                </c:pt>
                <c:pt idx="8807">
                  <c:v>880.7</c:v>
                </c:pt>
                <c:pt idx="8808">
                  <c:v>880.8</c:v>
                </c:pt>
                <c:pt idx="8809">
                  <c:v>880.9</c:v>
                </c:pt>
                <c:pt idx="8810">
                  <c:v>881</c:v>
                </c:pt>
                <c:pt idx="8811">
                  <c:v>881.1</c:v>
                </c:pt>
                <c:pt idx="8812">
                  <c:v>881.2</c:v>
                </c:pt>
                <c:pt idx="8813">
                  <c:v>881.3</c:v>
                </c:pt>
                <c:pt idx="8814">
                  <c:v>881.4</c:v>
                </c:pt>
                <c:pt idx="8815">
                  <c:v>881.5</c:v>
                </c:pt>
                <c:pt idx="8816">
                  <c:v>881.6</c:v>
                </c:pt>
                <c:pt idx="8817">
                  <c:v>881.7</c:v>
                </c:pt>
                <c:pt idx="8818">
                  <c:v>881.8</c:v>
                </c:pt>
                <c:pt idx="8819">
                  <c:v>881.9</c:v>
                </c:pt>
                <c:pt idx="8820">
                  <c:v>882</c:v>
                </c:pt>
                <c:pt idx="8821">
                  <c:v>882.1</c:v>
                </c:pt>
                <c:pt idx="8822">
                  <c:v>882.2</c:v>
                </c:pt>
                <c:pt idx="8823">
                  <c:v>882.3</c:v>
                </c:pt>
                <c:pt idx="8824">
                  <c:v>882.4</c:v>
                </c:pt>
                <c:pt idx="8825">
                  <c:v>882.5</c:v>
                </c:pt>
                <c:pt idx="8826">
                  <c:v>882.6</c:v>
                </c:pt>
                <c:pt idx="8827">
                  <c:v>882.7</c:v>
                </c:pt>
                <c:pt idx="8828">
                  <c:v>882.8</c:v>
                </c:pt>
                <c:pt idx="8829">
                  <c:v>882.9</c:v>
                </c:pt>
                <c:pt idx="8830">
                  <c:v>883</c:v>
                </c:pt>
                <c:pt idx="8831">
                  <c:v>883.1</c:v>
                </c:pt>
                <c:pt idx="8832">
                  <c:v>883.2</c:v>
                </c:pt>
                <c:pt idx="8833">
                  <c:v>883.3</c:v>
                </c:pt>
                <c:pt idx="8834">
                  <c:v>883.4</c:v>
                </c:pt>
                <c:pt idx="8835">
                  <c:v>883.5</c:v>
                </c:pt>
                <c:pt idx="8836">
                  <c:v>883.6</c:v>
                </c:pt>
                <c:pt idx="8837">
                  <c:v>883.7</c:v>
                </c:pt>
                <c:pt idx="8838">
                  <c:v>883.8</c:v>
                </c:pt>
                <c:pt idx="8839">
                  <c:v>883.9</c:v>
                </c:pt>
                <c:pt idx="8840">
                  <c:v>884</c:v>
                </c:pt>
                <c:pt idx="8841">
                  <c:v>884.1</c:v>
                </c:pt>
                <c:pt idx="8842">
                  <c:v>884.2</c:v>
                </c:pt>
                <c:pt idx="8843">
                  <c:v>884.3</c:v>
                </c:pt>
                <c:pt idx="8844">
                  <c:v>884.4</c:v>
                </c:pt>
                <c:pt idx="8845">
                  <c:v>884.5</c:v>
                </c:pt>
                <c:pt idx="8846">
                  <c:v>884.6</c:v>
                </c:pt>
                <c:pt idx="8847">
                  <c:v>884.7</c:v>
                </c:pt>
                <c:pt idx="8848">
                  <c:v>884.8</c:v>
                </c:pt>
                <c:pt idx="8849">
                  <c:v>884.9</c:v>
                </c:pt>
                <c:pt idx="8850">
                  <c:v>885</c:v>
                </c:pt>
                <c:pt idx="8851">
                  <c:v>885.1</c:v>
                </c:pt>
                <c:pt idx="8852">
                  <c:v>885.2</c:v>
                </c:pt>
                <c:pt idx="8853">
                  <c:v>885.3</c:v>
                </c:pt>
                <c:pt idx="8854">
                  <c:v>885.4</c:v>
                </c:pt>
                <c:pt idx="8855">
                  <c:v>885.5</c:v>
                </c:pt>
                <c:pt idx="8856">
                  <c:v>885.6</c:v>
                </c:pt>
                <c:pt idx="8857">
                  <c:v>885.7</c:v>
                </c:pt>
                <c:pt idx="8858">
                  <c:v>885.8</c:v>
                </c:pt>
                <c:pt idx="8859">
                  <c:v>885.9</c:v>
                </c:pt>
                <c:pt idx="8860">
                  <c:v>886</c:v>
                </c:pt>
                <c:pt idx="8861">
                  <c:v>886.1</c:v>
                </c:pt>
                <c:pt idx="8862">
                  <c:v>886.2</c:v>
                </c:pt>
                <c:pt idx="8863">
                  <c:v>886.3</c:v>
                </c:pt>
                <c:pt idx="8864">
                  <c:v>886.4</c:v>
                </c:pt>
                <c:pt idx="8865">
                  <c:v>886.5</c:v>
                </c:pt>
                <c:pt idx="8866">
                  <c:v>886.6</c:v>
                </c:pt>
                <c:pt idx="8867">
                  <c:v>886.7</c:v>
                </c:pt>
                <c:pt idx="8868">
                  <c:v>886.8</c:v>
                </c:pt>
                <c:pt idx="8869">
                  <c:v>886.9</c:v>
                </c:pt>
                <c:pt idx="8870">
                  <c:v>887</c:v>
                </c:pt>
                <c:pt idx="8871">
                  <c:v>887.1</c:v>
                </c:pt>
                <c:pt idx="8872">
                  <c:v>887.2</c:v>
                </c:pt>
                <c:pt idx="8873">
                  <c:v>887.3</c:v>
                </c:pt>
                <c:pt idx="8874">
                  <c:v>887.4</c:v>
                </c:pt>
                <c:pt idx="8875">
                  <c:v>887.5</c:v>
                </c:pt>
                <c:pt idx="8876">
                  <c:v>887.6</c:v>
                </c:pt>
                <c:pt idx="8877">
                  <c:v>887.7</c:v>
                </c:pt>
                <c:pt idx="8878">
                  <c:v>887.8</c:v>
                </c:pt>
                <c:pt idx="8879">
                  <c:v>887.9</c:v>
                </c:pt>
                <c:pt idx="8880">
                  <c:v>888</c:v>
                </c:pt>
                <c:pt idx="8881">
                  <c:v>888.1</c:v>
                </c:pt>
                <c:pt idx="8882">
                  <c:v>888.2</c:v>
                </c:pt>
                <c:pt idx="8883">
                  <c:v>888.3</c:v>
                </c:pt>
                <c:pt idx="8884">
                  <c:v>888.4</c:v>
                </c:pt>
                <c:pt idx="8885">
                  <c:v>888.5</c:v>
                </c:pt>
                <c:pt idx="8886">
                  <c:v>888.6</c:v>
                </c:pt>
                <c:pt idx="8887">
                  <c:v>888.7</c:v>
                </c:pt>
                <c:pt idx="8888">
                  <c:v>888.8</c:v>
                </c:pt>
                <c:pt idx="8889">
                  <c:v>888.9</c:v>
                </c:pt>
                <c:pt idx="8890">
                  <c:v>889</c:v>
                </c:pt>
                <c:pt idx="8891">
                  <c:v>889.1</c:v>
                </c:pt>
                <c:pt idx="8892">
                  <c:v>889.2</c:v>
                </c:pt>
                <c:pt idx="8893">
                  <c:v>889.3</c:v>
                </c:pt>
                <c:pt idx="8894">
                  <c:v>889.4</c:v>
                </c:pt>
                <c:pt idx="8895">
                  <c:v>889.5</c:v>
                </c:pt>
                <c:pt idx="8896">
                  <c:v>889.6</c:v>
                </c:pt>
                <c:pt idx="8897">
                  <c:v>889.7</c:v>
                </c:pt>
                <c:pt idx="8898">
                  <c:v>889.8</c:v>
                </c:pt>
                <c:pt idx="8899">
                  <c:v>889.9</c:v>
                </c:pt>
                <c:pt idx="8900">
                  <c:v>890</c:v>
                </c:pt>
                <c:pt idx="8901">
                  <c:v>890.1</c:v>
                </c:pt>
                <c:pt idx="8902">
                  <c:v>890.2</c:v>
                </c:pt>
                <c:pt idx="8903">
                  <c:v>890.3</c:v>
                </c:pt>
                <c:pt idx="8904">
                  <c:v>890.4</c:v>
                </c:pt>
                <c:pt idx="8905">
                  <c:v>890.5</c:v>
                </c:pt>
                <c:pt idx="8906">
                  <c:v>890.6</c:v>
                </c:pt>
                <c:pt idx="8907">
                  <c:v>890.7</c:v>
                </c:pt>
                <c:pt idx="8908">
                  <c:v>890.8</c:v>
                </c:pt>
                <c:pt idx="8909">
                  <c:v>890.9</c:v>
                </c:pt>
                <c:pt idx="8910">
                  <c:v>891</c:v>
                </c:pt>
                <c:pt idx="8911">
                  <c:v>891.1</c:v>
                </c:pt>
                <c:pt idx="8912">
                  <c:v>891.2</c:v>
                </c:pt>
                <c:pt idx="8913">
                  <c:v>891.3</c:v>
                </c:pt>
                <c:pt idx="8914">
                  <c:v>891.4</c:v>
                </c:pt>
                <c:pt idx="8915">
                  <c:v>891.5</c:v>
                </c:pt>
                <c:pt idx="8916">
                  <c:v>891.6</c:v>
                </c:pt>
                <c:pt idx="8917">
                  <c:v>891.7</c:v>
                </c:pt>
                <c:pt idx="8918">
                  <c:v>891.8</c:v>
                </c:pt>
                <c:pt idx="8919">
                  <c:v>891.9</c:v>
                </c:pt>
                <c:pt idx="8920">
                  <c:v>892</c:v>
                </c:pt>
                <c:pt idx="8921">
                  <c:v>892.1</c:v>
                </c:pt>
                <c:pt idx="8922">
                  <c:v>892.2</c:v>
                </c:pt>
                <c:pt idx="8923">
                  <c:v>892.3</c:v>
                </c:pt>
                <c:pt idx="8924">
                  <c:v>892.4</c:v>
                </c:pt>
                <c:pt idx="8925">
                  <c:v>892.5</c:v>
                </c:pt>
                <c:pt idx="8926">
                  <c:v>892.6</c:v>
                </c:pt>
                <c:pt idx="8927">
                  <c:v>892.7</c:v>
                </c:pt>
                <c:pt idx="8928">
                  <c:v>892.8</c:v>
                </c:pt>
                <c:pt idx="8929">
                  <c:v>892.9</c:v>
                </c:pt>
                <c:pt idx="8930">
                  <c:v>893</c:v>
                </c:pt>
                <c:pt idx="8931">
                  <c:v>893.1</c:v>
                </c:pt>
                <c:pt idx="8932">
                  <c:v>893.2</c:v>
                </c:pt>
                <c:pt idx="8933">
                  <c:v>893.3</c:v>
                </c:pt>
                <c:pt idx="8934">
                  <c:v>893.4</c:v>
                </c:pt>
                <c:pt idx="8935">
                  <c:v>893.5</c:v>
                </c:pt>
                <c:pt idx="8936">
                  <c:v>893.6</c:v>
                </c:pt>
                <c:pt idx="8937">
                  <c:v>893.7</c:v>
                </c:pt>
                <c:pt idx="8938">
                  <c:v>893.8</c:v>
                </c:pt>
                <c:pt idx="8939">
                  <c:v>893.9</c:v>
                </c:pt>
                <c:pt idx="8940">
                  <c:v>894</c:v>
                </c:pt>
                <c:pt idx="8941">
                  <c:v>894.1</c:v>
                </c:pt>
                <c:pt idx="8942">
                  <c:v>894.2</c:v>
                </c:pt>
                <c:pt idx="8943">
                  <c:v>894.3</c:v>
                </c:pt>
                <c:pt idx="8944">
                  <c:v>894.4</c:v>
                </c:pt>
                <c:pt idx="8945">
                  <c:v>894.5</c:v>
                </c:pt>
                <c:pt idx="8946">
                  <c:v>894.6</c:v>
                </c:pt>
                <c:pt idx="8947">
                  <c:v>894.7</c:v>
                </c:pt>
                <c:pt idx="8948">
                  <c:v>894.8</c:v>
                </c:pt>
                <c:pt idx="8949">
                  <c:v>894.9</c:v>
                </c:pt>
                <c:pt idx="8950">
                  <c:v>895</c:v>
                </c:pt>
                <c:pt idx="8951">
                  <c:v>895.1</c:v>
                </c:pt>
                <c:pt idx="8952">
                  <c:v>895.2</c:v>
                </c:pt>
                <c:pt idx="8953">
                  <c:v>895.3</c:v>
                </c:pt>
                <c:pt idx="8954">
                  <c:v>895.4</c:v>
                </c:pt>
                <c:pt idx="8955">
                  <c:v>895.5</c:v>
                </c:pt>
                <c:pt idx="8956">
                  <c:v>895.6</c:v>
                </c:pt>
                <c:pt idx="8957">
                  <c:v>895.7</c:v>
                </c:pt>
                <c:pt idx="8958">
                  <c:v>895.8</c:v>
                </c:pt>
                <c:pt idx="8959">
                  <c:v>895.9</c:v>
                </c:pt>
                <c:pt idx="8960">
                  <c:v>896</c:v>
                </c:pt>
                <c:pt idx="8961">
                  <c:v>896.1</c:v>
                </c:pt>
                <c:pt idx="8962">
                  <c:v>896.2</c:v>
                </c:pt>
                <c:pt idx="8963">
                  <c:v>896.3</c:v>
                </c:pt>
                <c:pt idx="8964">
                  <c:v>896.4</c:v>
                </c:pt>
                <c:pt idx="8965">
                  <c:v>896.5</c:v>
                </c:pt>
                <c:pt idx="8966">
                  <c:v>896.6</c:v>
                </c:pt>
                <c:pt idx="8967">
                  <c:v>896.7</c:v>
                </c:pt>
                <c:pt idx="8968">
                  <c:v>896.8</c:v>
                </c:pt>
                <c:pt idx="8969">
                  <c:v>896.9</c:v>
                </c:pt>
                <c:pt idx="8970">
                  <c:v>897</c:v>
                </c:pt>
                <c:pt idx="8971">
                  <c:v>897.1</c:v>
                </c:pt>
                <c:pt idx="8972">
                  <c:v>897.2</c:v>
                </c:pt>
                <c:pt idx="8973">
                  <c:v>897.3</c:v>
                </c:pt>
                <c:pt idx="8974">
                  <c:v>897.4</c:v>
                </c:pt>
                <c:pt idx="8975">
                  <c:v>897.5</c:v>
                </c:pt>
                <c:pt idx="8976">
                  <c:v>897.6</c:v>
                </c:pt>
                <c:pt idx="8977">
                  <c:v>897.7</c:v>
                </c:pt>
                <c:pt idx="8978">
                  <c:v>897.8</c:v>
                </c:pt>
                <c:pt idx="8979">
                  <c:v>897.9</c:v>
                </c:pt>
                <c:pt idx="8980">
                  <c:v>898</c:v>
                </c:pt>
                <c:pt idx="8981">
                  <c:v>898.1</c:v>
                </c:pt>
                <c:pt idx="8982">
                  <c:v>898.2</c:v>
                </c:pt>
                <c:pt idx="8983">
                  <c:v>898.3</c:v>
                </c:pt>
                <c:pt idx="8984">
                  <c:v>898.4</c:v>
                </c:pt>
                <c:pt idx="8985">
                  <c:v>898.5</c:v>
                </c:pt>
                <c:pt idx="8986">
                  <c:v>898.6</c:v>
                </c:pt>
                <c:pt idx="8987">
                  <c:v>898.7</c:v>
                </c:pt>
                <c:pt idx="8988">
                  <c:v>898.8</c:v>
                </c:pt>
                <c:pt idx="8989">
                  <c:v>898.9</c:v>
                </c:pt>
                <c:pt idx="8990">
                  <c:v>899</c:v>
                </c:pt>
                <c:pt idx="8991">
                  <c:v>899.1</c:v>
                </c:pt>
                <c:pt idx="8992">
                  <c:v>899.2</c:v>
                </c:pt>
                <c:pt idx="8993">
                  <c:v>899.3</c:v>
                </c:pt>
                <c:pt idx="8994">
                  <c:v>899.4</c:v>
                </c:pt>
                <c:pt idx="8995">
                  <c:v>899.5</c:v>
                </c:pt>
                <c:pt idx="8996">
                  <c:v>899.6</c:v>
                </c:pt>
                <c:pt idx="8997">
                  <c:v>899.7</c:v>
                </c:pt>
                <c:pt idx="8998">
                  <c:v>899.8</c:v>
                </c:pt>
                <c:pt idx="8999">
                  <c:v>899.9</c:v>
                </c:pt>
                <c:pt idx="9000">
                  <c:v>900</c:v>
                </c:pt>
                <c:pt idx="9001">
                  <c:v>900.1</c:v>
                </c:pt>
                <c:pt idx="9002">
                  <c:v>900.2</c:v>
                </c:pt>
                <c:pt idx="9003">
                  <c:v>900.3</c:v>
                </c:pt>
                <c:pt idx="9004">
                  <c:v>900.4</c:v>
                </c:pt>
                <c:pt idx="9005">
                  <c:v>900.5</c:v>
                </c:pt>
                <c:pt idx="9006">
                  <c:v>900.6</c:v>
                </c:pt>
                <c:pt idx="9007">
                  <c:v>900.7</c:v>
                </c:pt>
                <c:pt idx="9008">
                  <c:v>900.8</c:v>
                </c:pt>
                <c:pt idx="9009">
                  <c:v>900.9</c:v>
                </c:pt>
                <c:pt idx="9010">
                  <c:v>901</c:v>
                </c:pt>
                <c:pt idx="9011">
                  <c:v>901.1</c:v>
                </c:pt>
                <c:pt idx="9012">
                  <c:v>901.2</c:v>
                </c:pt>
                <c:pt idx="9013">
                  <c:v>901.3</c:v>
                </c:pt>
                <c:pt idx="9014">
                  <c:v>901.4</c:v>
                </c:pt>
                <c:pt idx="9015">
                  <c:v>901.5</c:v>
                </c:pt>
                <c:pt idx="9016">
                  <c:v>901.6</c:v>
                </c:pt>
                <c:pt idx="9017">
                  <c:v>901.7</c:v>
                </c:pt>
                <c:pt idx="9018">
                  <c:v>901.8</c:v>
                </c:pt>
                <c:pt idx="9019">
                  <c:v>901.9</c:v>
                </c:pt>
                <c:pt idx="9020">
                  <c:v>902</c:v>
                </c:pt>
                <c:pt idx="9021">
                  <c:v>902.1</c:v>
                </c:pt>
                <c:pt idx="9022">
                  <c:v>902.2</c:v>
                </c:pt>
                <c:pt idx="9023">
                  <c:v>902.3</c:v>
                </c:pt>
                <c:pt idx="9024">
                  <c:v>902.4</c:v>
                </c:pt>
                <c:pt idx="9025">
                  <c:v>902.5</c:v>
                </c:pt>
                <c:pt idx="9026">
                  <c:v>902.6</c:v>
                </c:pt>
                <c:pt idx="9027">
                  <c:v>902.7</c:v>
                </c:pt>
                <c:pt idx="9028">
                  <c:v>902.8</c:v>
                </c:pt>
                <c:pt idx="9029">
                  <c:v>902.9</c:v>
                </c:pt>
                <c:pt idx="9030">
                  <c:v>903</c:v>
                </c:pt>
                <c:pt idx="9031">
                  <c:v>903.1</c:v>
                </c:pt>
                <c:pt idx="9032">
                  <c:v>903.2</c:v>
                </c:pt>
                <c:pt idx="9033">
                  <c:v>903.3</c:v>
                </c:pt>
                <c:pt idx="9034">
                  <c:v>903.4</c:v>
                </c:pt>
                <c:pt idx="9035">
                  <c:v>903.5</c:v>
                </c:pt>
                <c:pt idx="9036">
                  <c:v>903.6</c:v>
                </c:pt>
                <c:pt idx="9037">
                  <c:v>903.7</c:v>
                </c:pt>
                <c:pt idx="9038">
                  <c:v>903.8</c:v>
                </c:pt>
                <c:pt idx="9039">
                  <c:v>903.9</c:v>
                </c:pt>
                <c:pt idx="9040">
                  <c:v>904</c:v>
                </c:pt>
                <c:pt idx="9041">
                  <c:v>904.1</c:v>
                </c:pt>
                <c:pt idx="9042">
                  <c:v>904.2</c:v>
                </c:pt>
                <c:pt idx="9043">
                  <c:v>904.3</c:v>
                </c:pt>
                <c:pt idx="9044">
                  <c:v>904.4</c:v>
                </c:pt>
                <c:pt idx="9045">
                  <c:v>904.5</c:v>
                </c:pt>
                <c:pt idx="9046">
                  <c:v>904.6</c:v>
                </c:pt>
                <c:pt idx="9047">
                  <c:v>904.7</c:v>
                </c:pt>
                <c:pt idx="9048">
                  <c:v>904.8</c:v>
                </c:pt>
                <c:pt idx="9049">
                  <c:v>904.9</c:v>
                </c:pt>
                <c:pt idx="9050">
                  <c:v>905</c:v>
                </c:pt>
                <c:pt idx="9051">
                  <c:v>905.1</c:v>
                </c:pt>
                <c:pt idx="9052">
                  <c:v>905.2</c:v>
                </c:pt>
                <c:pt idx="9053">
                  <c:v>905.3</c:v>
                </c:pt>
                <c:pt idx="9054">
                  <c:v>905.4</c:v>
                </c:pt>
                <c:pt idx="9055">
                  <c:v>905.5</c:v>
                </c:pt>
                <c:pt idx="9056">
                  <c:v>905.6</c:v>
                </c:pt>
                <c:pt idx="9057">
                  <c:v>905.7</c:v>
                </c:pt>
                <c:pt idx="9058">
                  <c:v>905.8</c:v>
                </c:pt>
                <c:pt idx="9059">
                  <c:v>905.9</c:v>
                </c:pt>
                <c:pt idx="9060">
                  <c:v>906</c:v>
                </c:pt>
                <c:pt idx="9061">
                  <c:v>906.1</c:v>
                </c:pt>
                <c:pt idx="9062">
                  <c:v>906.2</c:v>
                </c:pt>
                <c:pt idx="9063">
                  <c:v>906.3</c:v>
                </c:pt>
                <c:pt idx="9064">
                  <c:v>906.4</c:v>
                </c:pt>
                <c:pt idx="9065">
                  <c:v>906.5</c:v>
                </c:pt>
                <c:pt idx="9066">
                  <c:v>906.6</c:v>
                </c:pt>
                <c:pt idx="9067">
                  <c:v>906.7</c:v>
                </c:pt>
                <c:pt idx="9068">
                  <c:v>906.8</c:v>
                </c:pt>
                <c:pt idx="9069">
                  <c:v>906.9</c:v>
                </c:pt>
                <c:pt idx="9070">
                  <c:v>907</c:v>
                </c:pt>
                <c:pt idx="9071">
                  <c:v>907.1</c:v>
                </c:pt>
                <c:pt idx="9072">
                  <c:v>907.2</c:v>
                </c:pt>
                <c:pt idx="9073">
                  <c:v>907.3</c:v>
                </c:pt>
                <c:pt idx="9074">
                  <c:v>907.4</c:v>
                </c:pt>
                <c:pt idx="9075">
                  <c:v>907.5</c:v>
                </c:pt>
                <c:pt idx="9076">
                  <c:v>907.6</c:v>
                </c:pt>
                <c:pt idx="9077">
                  <c:v>907.7</c:v>
                </c:pt>
                <c:pt idx="9078">
                  <c:v>907.8</c:v>
                </c:pt>
                <c:pt idx="9079">
                  <c:v>907.9</c:v>
                </c:pt>
                <c:pt idx="9080">
                  <c:v>908</c:v>
                </c:pt>
                <c:pt idx="9081">
                  <c:v>908.1</c:v>
                </c:pt>
                <c:pt idx="9082">
                  <c:v>908.2</c:v>
                </c:pt>
                <c:pt idx="9083">
                  <c:v>908.3</c:v>
                </c:pt>
                <c:pt idx="9084">
                  <c:v>908.4</c:v>
                </c:pt>
                <c:pt idx="9085">
                  <c:v>908.5</c:v>
                </c:pt>
                <c:pt idx="9086">
                  <c:v>908.6</c:v>
                </c:pt>
                <c:pt idx="9087">
                  <c:v>908.7</c:v>
                </c:pt>
                <c:pt idx="9088">
                  <c:v>908.8</c:v>
                </c:pt>
                <c:pt idx="9089">
                  <c:v>908.9</c:v>
                </c:pt>
                <c:pt idx="9090">
                  <c:v>909</c:v>
                </c:pt>
                <c:pt idx="9091">
                  <c:v>909.1</c:v>
                </c:pt>
                <c:pt idx="9092">
                  <c:v>909.2</c:v>
                </c:pt>
                <c:pt idx="9093">
                  <c:v>909.3</c:v>
                </c:pt>
                <c:pt idx="9094">
                  <c:v>909.4</c:v>
                </c:pt>
                <c:pt idx="9095">
                  <c:v>909.5</c:v>
                </c:pt>
                <c:pt idx="9096">
                  <c:v>909.6</c:v>
                </c:pt>
                <c:pt idx="9097">
                  <c:v>909.7</c:v>
                </c:pt>
                <c:pt idx="9098">
                  <c:v>909.8</c:v>
                </c:pt>
                <c:pt idx="9099">
                  <c:v>909.9</c:v>
                </c:pt>
                <c:pt idx="9100">
                  <c:v>910</c:v>
                </c:pt>
                <c:pt idx="9101">
                  <c:v>910.1</c:v>
                </c:pt>
                <c:pt idx="9102">
                  <c:v>910.2</c:v>
                </c:pt>
                <c:pt idx="9103">
                  <c:v>910.3</c:v>
                </c:pt>
                <c:pt idx="9104">
                  <c:v>910.4</c:v>
                </c:pt>
                <c:pt idx="9105">
                  <c:v>910.5</c:v>
                </c:pt>
                <c:pt idx="9106">
                  <c:v>910.6</c:v>
                </c:pt>
                <c:pt idx="9107">
                  <c:v>910.7</c:v>
                </c:pt>
                <c:pt idx="9108">
                  <c:v>910.8</c:v>
                </c:pt>
                <c:pt idx="9109">
                  <c:v>910.9</c:v>
                </c:pt>
                <c:pt idx="9110">
                  <c:v>911</c:v>
                </c:pt>
                <c:pt idx="9111">
                  <c:v>911.1</c:v>
                </c:pt>
                <c:pt idx="9112">
                  <c:v>911.2</c:v>
                </c:pt>
                <c:pt idx="9113">
                  <c:v>911.3</c:v>
                </c:pt>
                <c:pt idx="9114">
                  <c:v>911.4</c:v>
                </c:pt>
                <c:pt idx="9115">
                  <c:v>911.5</c:v>
                </c:pt>
                <c:pt idx="9116">
                  <c:v>911.6</c:v>
                </c:pt>
                <c:pt idx="9117">
                  <c:v>911.7</c:v>
                </c:pt>
                <c:pt idx="9118">
                  <c:v>911.8</c:v>
                </c:pt>
                <c:pt idx="9119">
                  <c:v>911.9</c:v>
                </c:pt>
                <c:pt idx="9120">
                  <c:v>912</c:v>
                </c:pt>
                <c:pt idx="9121">
                  <c:v>912.1</c:v>
                </c:pt>
                <c:pt idx="9122">
                  <c:v>912.2</c:v>
                </c:pt>
                <c:pt idx="9123">
                  <c:v>912.3</c:v>
                </c:pt>
                <c:pt idx="9124">
                  <c:v>912.4</c:v>
                </c:pt>
                <c:pt idx="9125">
                  <c:v>912.5</c:v>
                </c:pt>
                <c:pt idx="9126">
                  <c:v>912.6</c:v>
                </c:pt>
                <c:pt idx="9127">
                  <c:v>912.7</c:v>
                </c:pt>
                <c:pt idx="9128">
                  <c:v>912.8</c:v>
                </c:pt>
                <c:pt idx="9129">
                  <c:v>912.9</c:v>
                </c:pt>
                <c:pt idx="9130">
                  <c:v>913</c:v>
                </c:pt>
                <c:pt idx="9131">
                  <c:v>913.1</c:v>
                </c:pt>
                <c:pt idx="9132">
                  <c:v>913.2</c:v>
                </c:pt>
                <c:pt idx="9133">
                  <c:v>913.3</c:v>
                </c:pt>
                <c:pt idx="9134">
                  <c:v>913.4</c:v>
                </c:pt>
                <c:pt idx="9135">
                  <c:v>913.5</c:v>
                </c:pt>
                <c:pt idx="9136">
                  <c:v>913.6</c:v>
                </c:pt>
                <c:pt idx="9137">
                  <c:v>913.7</c:v>
                </c:pt>
                <c:pt idx="9138">
                  <c:v>913.8</c:v>
                </c:pt>
                <c:pt idx="9139">
                  <c:v>913.9</c:v>
                </c:pt>
                <c:pt idx="9140">
                  <c:v>914</c:v>
                </c:pt>
                <c:pt idx="9141">
                  <c:v>914.1</c:v>
                </c:pt>
                <c:pt idx="9142">
                  <c:v>914.2</c:v>
                </c:pt>
                <c:pt idx="9143">
                  <c:v>914.3</c:v>
                </c:pt>
                <c:pt idx="9144">
                  <c:v>914.4</c:v>
                </c:pt>
                <c:pt idx="9145">
                  <c:v>914.5</c:v>
                </c:pt>
                <c:pt idx="9146">
                  <c:v>914.6</c:v>
                </c:pt>
                <c:pt idx="9147">
                  <c:v>914.7</c:v>
                </c:pt>
                <c:pt idx="9148">
                  <c:v>914.8</c:v>
                </c:pt>
                <c:pt idx="9149">
                  <c:v>914.9</c:v>
                </c:pt>
                <c:pt idx="9150">
                  <c:v>915</c:v>
                </c:pt>
                <c:pt idx="9151">
                  <c:v>915.1</c:v>
                </c:pt>
                <c:pt idx="9152">
                  <c:v>915.2</c:v>
                </c:pt>
                <c:pt idx="9153">
                  <c:v>915.3</c:v>
                </c:pt>
                <c:pt idx="9154">
                  <c:v>915.4</c:v>
                </c:pt>
                <c:pt idx="9155">
                  <c:v>915.5</c:v>
                </c:pt>
                <c:pt idx="9156">
                  <c:v>915.6</c:v>
                </c:pt>
                <c:pt idx="9157">
                  <c:v>915.7</c:v>
                </c:pt>
                <c:pt idx="9158">
                  <c:v>915.8</c:v>
                </c:pt>
                <c:pt idx="9159">
                  <c:v>915.9</c:v>
                </c:pt>
                <c:pt idx="9160">
                  <c:v>916</c:v>
                </c:pt>
                <c:pt idx="9161">
                  <c:v>916.1</c:v>
                </c:pt>
                <c:pt idx="9162">
                  <c:v>916.2</c:v>
                </c:pt>
                <c:pt idx="9163">
                  <c:v>916.3</c:v>
                </c:pt>
                <c:pt idx="9164">
                  <c:v>916.4</c:v>
                </c:pt>
                <c:pt idx="9165">
                  <c:v>916.5</c:v>
                </c:pt>
                <c:pt idx="9166">
                  <c:v>916.6</c:v>
                </c:pt>
                <c:pt idx="9167">
                  <c:v>916.7</c:v>
                </c:pt>
                <c:pt idx="9168">
                  <c:v>916.8</c:v>
                </c:pt>
                <c:pt idx="9169">
                  <c:v>916.9</c:v>
                </c:pt>
                <c:pt idx="9170">
                  <c:v>917</c:v>
                </c:pt>
                <c:pt idx="9171">
                  <c:v>917.1</c:v>
                </c:pt>
                <c:pt idx="9172">
                  <c:v>917.2</c:v>
                </c:pt>
                <c:pt idx="9173">
                  <c:v>917.3</c:v>
                </c:pt>
                <c:pt idx="9174">
                  <c:v>917.4</c:v>
                </c:pt>
                <c:pt idx="9175">
                  <c:v>917.5</c:v>
                </c:pt>
                <c:pt idx="9176">
                  <c:v>917.6</c:v>
                </c:pt>
                <c:pt idx="9177">
                  <c:v>917.7</c:v>
                </c:pt>
                <c:pt idx="9178">
                  <c:v>917.8</c:v>
                </c:pt>
                <c:pt idx="9179">
                  <c:v>917.9</c:v>
                </c:pt>
                <c:pt idx="9180">
                  <c:v>918</c:v>
                </c:pt>
                <c:pt idx="9181">
                  <c:v>918.1</c:v>
                </c:pt>
                <c:pt idx="9182">
                  <c:v>918.2</c:v>
                </c:pt>
                <c:pt idx="9183">
                  <c:v>918.3</c:v>
                </c:pt>
                <c:pt idx="9184">
                  <c:v>918.4</c:v>
                </c:pt>
                <c:pt idx="9185">
                  <c:v>918.5</c:v>
                </c:pt>
                <c:pt idx="9186">
                  <c:v>918.6</c:v>
                </c:pt>
                <c:pt idx="9187">
                  <c:v>918.7</c:v>
                </c:pt>
                <c:pt idx="9188">
                  <c:v>918.8</c:v>
                </c:pt>
                <c:pt idx="9189">
                  <c:v>918.9</c:v>
                </c:pt>
                <c:pt idx="9190">
                  <c:v>919</c:v>
                </c:pt>
                <c:pt idx="9191">
                  <c:v>919.1</c:v>
                </c:pt>
                <c:pt idx="9192">
                  <c:v>919.2</c:v>
                </c:pt>
                <c:pt idx="9193">
                  <c:v>919.3</c:v>
                </c:pt>
                <c:pt idx="9194">
                  <c:v>919.4</c:v>
                </c:pt>
                <c:pt idx="9195">
                  <c:v>919.5</c:v>
                </c:pt>
                <c:pt idx="9196">
                  <c:v>919.6</c:v>
                </c:pt>
                <c:pt idx="9197">
                  <c:v>919.7</c:v>
                </c:pt>
                <c:pt idx="9198">
                  <c:v>919.8</c:v>
                </c:pt>
                <c:pt idx="9199">
                  <c:v>919.9</c:v>
                </c:pt>
                <c:pt idx="9200">
                  <c:v>920</c:v>
                </c:pt>
                <c:pt idx="9201">
                  <c:v>920.1</c:v>
                </c:pt>
                <c:pt idx="9202">
                  <c:v>920.2</c:v>
                </c:pt>
                <c:pt idx="9203">
                  <c:v>920.3</c:v>
                </c:pt>
                <c:pt idx="9204">
                  <c:v>920.4</c:v>
                </c:pt>
                <c:pt idx="9205">
                  <c:v>920.5</c:v>
                </c:pt>
                <c:pt idx="9206">
                  <c:v>920.6</c:v>
                </c:pt>
                <c:pt idx="9207">
                  <c:v>920.7</c:v>
                </c:pt>
                <c:pt idx="9208">
                  <c:v>920.8</c:v>
                </c:pt>
                <c:pt idx="9209">
                  <c:v>920.9</c:v>
                </c:pt>
                <c:pt idx="9210">
                  <c:v>921</c:v>
                </c:pt>
                <c:pt idx="9211">
                  <c:v>921.1</c:v>
                </c:pt>
                <c:pt idx="9212">
                  <c:v>921.2</c:v>
                </c:pt>
                <c:pt idx="9213">
                  <c:v>921.3</c:v>
                </c:pt>
                <c:pt idx="9214">
                  <c:v>921.4</c:v>
                </c:pt>
                <c:pt idx="9215">
                  <c:v>921.5</c:v>
                </c:pt>
                <c:pt idx="9216">
                  <c:v>921.6</c:v>
                </c:pt>
                <c:pt idx="9217">
                  <c:v>921.7</c:v>
                </c:pt>
                <c:pt idx="9218">
                  <c:v>921.8</c:v>
                </c:pt>
                <c:pt idx="9219">
                  <c:v>921.9</c:v>
                </c:pt>
                <c:pt idx="9220">
                  <c:v>922</c:v>
                </c:pt>
                <c:pt idx="9221">
                  <c:v>922.1</c:v>
                </c:pt>
                <c:pt idx="9222">
                  <c:v>922.2</c:v>
                </c:pt>
                <c:pt idx="9223">
                  <c:v>922.3</c:v>
                </c:pt>
                <c:pt idx="9224">
                  <c:v>922.4</c:v>
                </c:pt>
                <c:pt idx="9225">
                  <c:v>922.5</c:v>
                </c:pt>
                <c:pt idx="9226">
                  <c:v>922.6</c:v>
                </c:pt>
                <c:pt idx="9227">
                  <c:v>922.7</c:v>
                </c:pt>
                <c:pt idx="9228">
                  <c:v>922.8</c:v>
                </c:pt>
                <c:pt idx="9229">
                  <c:v>922.9</c:v>
                </c:pt>
                <c:pt idx="9230">
                  <c:v>923</c:v>
                </c:pt>
                <c:pt idx="9231">
                  <c:v>923.1</c:v>
                </c:pt>
                <c:pt idx="9232">
                  <c:v>923.2</c:v>
                </c:pt>
                <c:pt idx="9233">
                  <c:v>923.3</c:v>
                </c:pt>
                <c:pt idx="9234">
                  <c:v>923.4</c:v>
                </c:pt>
                <c:pt idx="9235">
                  <c:v>923.5</c:v>
                </c:pt>
                <c:pt idx="9236">
                  <c:v>923.6</c:v>
                </c:pt>
                <c:pt idx="9237">
                  <c:v>923.7</c:v>
                </c:pt>
                <c:pt idx="9238">
                  <c:v>923.8</c:v>
                </c:pt>
                <c:pt idx="9239">
                  <c:v>923.9</c:v>
                </c:pt>
                <c:pt idx="9240">
                  <c:v>924</c:v>
                </c:pt>
                <c:pt idx="9241">
                  <c:v>924.1</c:v>
                </c:pt>
                <c:pt idx="9242">
                  <c:v>924.2</c:v>
                </c:pt>
                <c:pt idx="9243">
                  <c:v>924.3</c:v>
                </c:pt>
                <c:pt idx="9244">
                  <c:v>924.4</c:v>
                </c:pt>
                <c:pt idx="9245">
                  <c:v>924.5</c:v>
                </c:pt>
                <c:pt idx="9246">
                  <c:v>924.6</c:v>
                </c:pt>
                <c:pt idx="9247">
                  <c:v>924.7</c:v>
                </c:pt>
                <c:pt idx="9248">
                  <c:v>924.8</c:v>
                </c:pt>
                <c:pt idx="9249">
                  <c:v>924.9</c:v>
                </c:pt>
                <c:pt idx="9250">
                  <c:v>925</c:v>
                </c:pt>
                <c:pt idx="9251">
                  <c:v>925.1</c:v>
                </c:pt>
                <c:pt idx="9252">
                  <c:v>925.2</c:v>
                </c:pt>
                <c:pt idx="9253">
                  <c:v>925.3</c:v>
                </c:pt>
                <c:pt idx="9254">
                  <c:v>925.4</c:v>
                </c:pt>
                <c:pt idx="9255">
                  <c:v>925.5</c:v>
                </c:pt>
                <c:pt idx="9256">
                  <c:v>925.6</c:v>
                </c:pt>
                <c:pt idx="9257">
                  <c:v>925.7</c:v>
                </c:pt>
                <c:pt idx="9258">
                  <c:v>925.8</c:v>
                </c:pt>
                <c:pt idx="9259">
                  <c:v>925.9</c:v>
                </c:pt>
                <c:pt idx="9260">
                  <c:v>926</c:v>
                </c:pt>
                <c:pt idx="9261">
                  <c:v>926.1</c:v>
                </c:pt>
                <c:pt idx="9262">
                  <c:v>926.2</c:v>
                </c:pt>
                <c:pt idx="9263">
                  <c:v>926.3</c:v>
                </c:pt>
                <c:pt idx="9264">
                  <c:v>926.4</c:v>
                </c:pt>
                <c:pt idx="9265">
                  <c:v>926.5</c:v>
                </c:pt>
                <c:pt idx="9266">
                  <c:v>926.6</c:v>
                </c:pt>
                <c:pt idx="9267">
                  <c:v>926.7</c:v>
                </c:pt>
                <c:pt idx="9268">
                  <c:v>926.8</c:v>
                </c:pt>
                <c:pt idx="9269">
                  <c:v>926.9</c:v>
                </c:pt>
                <c:pt idx="9270">
                  <c:v>927</c:v>
                </c:pt>
                <c:pt idx="9271">
                  <c:v>927.1</c:v>
                </c:pt>
                <c:pt idx="9272">
                  <c:v>927.2</c:v>
                </c:pt>
                <c:pt idx="9273">
                  <c:v>927.3</c:v>
                </c:pt>
                <c:pt idx="9274">
                  <c:v>927.4</c:v>
                </c:pt>
                <c:pt idx="9275">
                  <c:v>927.5</c:v>
                </c:pt>
                <c:pt idx="9276">
                  <c:v>927.6</c:v>
                </c:pt>
                <c:pt idx="9277">
                  <c:v>927.7</c:v>
                </c:pt>
                <c:pt idx="9278">
                  <c:v>927.8</c:v>
                </c:pt>
                <c:pt idx="9279">
                  <c:v>927.9</c:v>
                </c:pt>
                <c:pt idx="9280">
                  <c:v>928</c:v>
                </c:pt>
                <c:pt idx="9281">
                  <c:v>928.1</c:v>
                </c:pt>
                <c:pt idx="9282">
                  <c:v>928.2</c:v>
                </c:pt>
                <c:pt idx="9283">
                  <c:v>928.3</c:v>
                </c:pt>
                <c:pt idx="9284">
                  <c:v>928.4</c:v>
                </c:pt>
                <c:pt idx="9285">
                  <c:v>928.5</c:v>
                </c:pt>
                <c:pt idx="9286">
                  <c:v>928.6</c:v>
                </c:pt>
                <c:pt idx="9287">
                  <c:v>928.7</c:v>
                </c:pt>
                <c:pt idx="9288">
                  <c:v>928.8</c:v>
                </c:pt>
                <c:pt idx="9289">
                  <c:v>928.9</c:v>
                </c:pt>
                <c:pt idx="9290">
                  <c:v>929</c:v>
                </c:pt>
                <c:pt idx="9291">
                  <c:v>929.1</c:v>
                </c:pt>
                <c:pt idx="9292">
                  <c:v>929.2</c:v>
                </c:pt>
                <c:pt idx="9293">
                  <c:v>929.3</c:v>
                </c:pt>
                <c:pt idx="9294">
                  <c:v>929.4</c:v>
                </c:pt>
                <c:pt idx="9295">
                  <c:v>929.5</c:v>
                </c:pt>
                <c:pt idx="9296">
                  <c:v>929.6</c:v>
                </c:pt>
                <c:pt idx="9297">
                  <c:v>929.7</c:v>
                </c:pt>
                <c:pt idx="9298">
                  <c:v>929.8</c:v>
                </c:pt>
                <c:pt idx="9299">
                  <c:v>929.9</c:v>
                </c:pt>
                <c:pt idx="9300">
                  <c:v>930</c:v>
                </c:pt>
                <c:pt idx="9301">
                  <c:v>930.1</c:v>
                </c:pt>
                <c:pt idx="9302">
                  <c:v>930.2</c:v>
                </c:pt>
                <c:pt idx="9303">
                  <c:v>930.3</c:v>
                </c:pt>
                <c:pt idx="9304">
                  <c:v>930.4</c:v>
                </c:pt>
                <c:pt idx="9305">
                  <c:v>930.5</c:v>
                </c:pt>
                <c:pt idx="9306">
                  <c:v>930.6</c:v>
                </c:pt>
                <c:pt idx="9307">
                  <c:v>930.7</c:v>
                </c:pt>
                <c:pt idx="9308">
                  <c:v>930.8</c:v>
                </c:pt>
                <c:pt idx="9309">
                  <c:v>930.9</c:v>
                </c:pt>
                <c:pt idx="9310">
                  <c:v>931</c:v>
                </c:pt>
                <c:pt idx="9311">
                  <c:v>931.1</c:v>
                </c:pt>
                <c:pt idx="9312">
                  <c:v>931.2</c:v>
                </c:pt>
                <c:pt idx="9313">
                  <c:v>931.3</c:v>
                </c:pt>
                <c:pt idx="9314">
                  <c:v>931.4</c:v>
                </c:pt>
                <c:pt idx="9315">
                  <c:v>931.5</c:v>
                </c:pt>
                <c:pt idx="9316">
                  <c:v>931.6</c:v>
                </c:pt>
                <c:pt idx="9317">
                  <c:v>931.7</c:v>
                </c:pt>
                <c:pt idx="9318">
                  <c:v>931.8</c:v>
                </c:pt>
                <c:pt idx="9319">
                  <c:v>931.9</c:v>
                </c:pt>
                <c:pt idx="9320">
                  <c:v>932</c:v>
                </c:pt>
                <c:pt idx="9321">
                  <c:v>932.1</c:v>
                </c:pt>
                <c:pt idx="9322">
                  <c:v>932.2</c:v>
                </c:pt>
                <c:pt idx="9323">
                  <c:v>932.3</c:v>
                </c:pt>
                <c:pt idx="9324">
                  <c:v>932.4</c:v>
                </c:pt>
                <c:pt idx="9325">
                  <c:v>932.5</c:v>
                </c:pt>
                <c:pt idx="9326">
                  <c:v>932.6</c:v>
                </c:pt>
                <c:pt idx="9327">
                  <c:v>932.7</c:v>
                </c:pt>
                <c:pt idx="9328">
                  <c:v>932.8</c:v>
                </c:pt>
                <c:pt idx="9329">
                  <c:v>932.9</c:v>
                </c:pt>
                <c:pt idx="9330">
                  <c:v>933</c:v>
                </c:pt>
                <c:pt idx="9331">
                  <c:v>933.1</c:v>
                </c:pt>
                <c:pt idx="9332">
                  <c:v>933.2</c:v>
                </c:pt>
                <c:pt idx="9333">
                  <c:v>933.3</c:v>
                </c:pt>
                <c:pt idx="9334">
                  <c:v>933.4</c:v>
                </c:pt>
                <c:pt idx="9335">
                  <c:v>933.5</c:v>
                </c:pt>
                <c:pt idx="9336">
                  <c:v>933.6</c:v>
                </c:pt>
                <c:pt idx="9337">
                  <c:v>933.7</c:v>
                </c:pt>
                <c:pt idx="9338">
                  <c:v>933.8</c:v>
                </c:pt>
                <c:pt idx="9339">
                  <c:v>933.9</c:v>
                </c:pt>
                <c:pt idx="9340">
                  <c:v>934</c:v>
                </c:pt>
                <c:pt idx="9341">
                  <c:v>934.1</c:v>
                </c:pt>
                <c:pt idx="9342">
                  <c:v>934.2</c:v>
                </c:pt>
                <c:pt idx="9343">
                  <c:v>934.3</c:v>
                </c:pt>
                <c:pt idx="9344">
                  <c:v>934.4</c:v>
                </c:pt>
                <c:pt idx="9345">
                  <c:v>934.5</c:v>
                </c:pt>
                <c:pt idx="9346">
                  <c:v>934.6</c:v>
                </c:pt>
                <c:pt idx="9347">
                  <c:v>934.7</c:v>
                </c:pt>
                <c:pt idx="9348">
                  <c:v>934.8</c:v>
                </c:pt>
                <c:pt idx="9349">
                  <c:v>934.9</c:v>
                </c:pt>
                <c:pt idx="9350">
                  <c:v>935</c:v>
                </c:pt>
                <c:pt idx="9351">
                  <c:v>935.1</c:v>
                </c:pt>
                <c:pt idx="9352">
                  <c:v>935.2</c:v>
                </c:pt>
                <c:pt idx="9353">
                  <c:v>935.3</c:v>
                </c:pt>
                <c:pt idx="9354">
                  <c:v>935.4</c:v>
                </c:pt>
                <c:pt idx="9355">
                  <c:v>935.5</c:v>
                </c:pt>
                <c:pt idx="9356">
                  <c:v>935.6</c:v>
                </c:pt>
                <c:pt idx="9357">
                  <c:v>935.7</c:v>
                </c:pt>
                <c:pt idx="9358">
                  <c:v>935.8</c:v>
                </c:pt>
                <c:pt idx="9359">
                  <c:v>935.9</c:v>
                </c:pt>
                <c:pt idx="9360">
                  <c:v>936</c:v>
                </c:pt>
                <c:pt idx="9361">
                  <c:v>936.1</c:v>
                </c:pt>
                <c:pt idx="9362">
                  <c:v>936.2</c:v>
                </c:pt>
                <c:pt idx="9363">
                  <c:v>936.3</c:v>
                </c:pt>
                <c:pt idx="9364">
                  <c:v>936.4</c:v>
                </c:pt>
                <c:pt idx="9365">
                  <c:v>936.5</c:v>
                </c:pt>
                <c:pt idx="9366">
                  <c:v>936.6</c:v>
                </c:pt>
                <c:pt idx="9367">
                  <c:v>936.7</c:v>
                </c:pt>
                <c:pt idx="9368">
                  <c:v>936.8</c:v>
                </c:pt>
                <c:pt idx="9369">
                  <c:v>936.9</c:v>
                </c:pt>
                <c:pt idx="9370">
                  <c:v>937</c:v>
                </c:pt>
                <c:pt idx="9371">
                  <c:v>937.1</c:v>
                </c:pt>
                <c:pt idx="9372">
                  <c:v>937.2</c:v>
                </c:pt>
                <c:pt idx="9373">
                  <c:v>937.3</c:v>
                </c:pt>
                <c:pt idx="9374">
                  <c:v>937.4</c:v>
                </c:pt>
                <c:pt idx="9375">
                  <c:v>937.5</c:v>
                </c:pt>
                <c:pt idx="9376">
                  <c:v>937.6</c:v>
                </c:pt>
                <c:pt idx="9377">
                  <c:v>937.7</c:v>
                </c:pt>
                <c:pt idx="9378">
                  <c:v>937.8</c:v>
                </c:pt>
                <c:pt idx="9379">
                  <c:v>937.9</c:v>
                </c:pt>
                <c:pt idx="9380">
                  <c:v>938</c:v>
                </c:pt>
                <c:pt idx="9381">
                  <c:v>938.1</c:v>
                </c:pt>
                <c:pt idx="9382">
                  <c:v>938.2</c:v>
                </c:pt>
                <c:pt idx="9383">
                  <c:v>938.3</c:v>
                </c:pt>
                <c:pt idx="9384">
                  <c:v>938.4</c:v>
                </c:pt>
                <c:pt idx="9385">
                  <c:v>938.5</c:v>
                </c:pt>
                <c:pt idx="9386">
                  <c:v>938.6</c:v>
                </c:pt>
                <c:pt idx="9387">
                  <c:v>938.7</c:v>
                </c:pt>
                <c:pt idx="9388">
                  <c:v>938.8</c:v>
                </c:pt>
                <c:pt idx="9389">
                  <c:v>938.9</c:v>
                </c:pt>
                <c:pt idx="9390">
                  <c:v>939</c:v>
                </c:pt>
                <c:pt idx="9391">
                  <c:v>939.1</c:v>
                </c:pt>
                <c:pt idx="9392">
                  <c:v>939.2</c:v>
                </c:pt>
                <c:pt idx="9393">
                  <c:v>939.3</c:v>
                </c:pt>
                <c:pt idx="9394">
                  <c:v>939.4</c:v>
                </c:pt>
                <c:pt idx="9395">
                  <c:v>939.5</c:v>
                </c:pt>
                <c:pt idx="9396">
                  <c:v>939.6</c:v>
                </c:pt>
                <c:pt idx="9397">
                  <c:v>939.7</c:v>
                </c:pt>
                <c:pt idx="9398">
                  <c:v>939.8</c:v>
                </c:pt>
                <c:pt idx="9399">
                  <c:v>939.9</c:v>
                </c:pt>
                <c:pt idx="9400">
                  <c:v>940</c:v>
                </c:pt>
                <c:pt idx="9401">
                  <c:v>940.1</c:v>
                </c:pt>
                <c:pt idx="9402">
                  <c:v>940.2</c:v>
                </c:pt>
                <c:pt idx="9403">
                  <c:v>940.3</c:v>
                </c:pt>
                <c:pt idx="9404">
                  <c:v>940.4</c:v>
                </c:pt>
                <c:pt idx="9405">
                  <c:v>940.5</c:v>
                </c:pt>
                <c:pt idx="9406">
                  <c:v>940.6</c:v>
                </c:pt>
                <c:pt idx="9407">
                  <c:v>940.7</c:v>
                </c:pt>
                <c:pt idx="9408">
                  <c:v>940.8</c:v>
                </c:pt>
                <c:pt idx="9409">
                  <c:v>940.9</c:v>
                </c:pt>
                <c:pt idx="9410">
                  <c:v>941</c:v>
                </c:pt>
                <c:pt idx="9411">
                  <c:v>941.1</c:v>
                </c:pt>
                <c:pt idx="9412">
                  <c:v>941.2</c:v>
                </c:pt>
                <c:pt idx="9413">
                  <c:v>941.3</c:v>
                </c:pt>
                <c:pt idx="9414">
                  <c:v>941.4</c:v>
                </c:pt>
                <c:pt idx="9415">
                  <c:v>941.5</c:v>
                </c:pt>
                <c:pt idx="9416">
                  <c:v>941.6</c:v>
                </c:pt>
                <c:pt idx="9417">
                  <c:v>941.7</c:v>
                </c:pt>
                <c:pt idx="9418">
                  <c:v>941.8</c:v>
                </c:pt>
                <c:pt idx="9419">
                  <c:v>941.9</c:v>
                </c:pt>
                <c:pt idx="9420">
                  <c:v>942</c:v>
                </c:pt>
                <c:pt idx="9421">
                  <c:v>942.1</c:v>
                </c:pt>
                <c:pt idx="9422">
                  <c:v>942.2</c:v>
                </c:pt>
                <c:pt idx="9423">
                  <c:v>942.3</c:v>
                </c:pt>
                <c:pt idx="9424">
                  <c:v>942.4</c:v>
                </c:pt>
                <c:pt idx="9425">
                  <c:v>942.5</c:v>
                </c:pt>
                <c:pt idx="9426">
                  <c:v>942.6</c:v>
                </c:pt>
                <c:pt idx="9427">
                  <c:v>942.7</c:v>
                </c:pt>
                <c:pt idx="9428">
                  <c:v>942.8</c:v>
                </c:pt>
                <c:pt idx="9429">
                  <c:v>942.9</c:v>
                </c:pt>
                <c:pt idx="9430">
                  <c:v>943</c:v>
                </c:pt>
                <c:pt idx="9431">
                  <c:v>943.1</c:v>
                </c:pt>
                <c:pt idx="9432">
                  <c:v>943.2</c:v>
                </c:pt>
                <c:pt idx="9433">
                  <c:v>943.3</c:v>
                </c:pt>
                <c:pt idx="9434">
                  <c:v>943.4</c:v>
                </c:pt>
                <c:pt idx="9435">
                  <c:v>943.5</c:v>
                </c:pt>
                <c:pt idx="9436">
                  <c:v>943.6</c:v>
                </c:pt>
                <c:pt idx="9437">
                  <c:v>943.7</c:v>
                </c:pt>
                <c:pt idx="9438">
                  <c:v>943.8</c:v>
                </c:pt>
                <c:pt idx="9439">
                  <c:v>943.9</c:v>
                </c:pt>
                <c:pt idx="9440">
                  <c:v>944</c:v>
                </c:pt>
                <c:pt idx="9441">
                  <c:v>944.1</c:v>
                </c:pt>
                <c:pt idx="9442">
                  <c:v>944.2</c:v>
                </c:pt>
                <c:pt idx="9443">
                  <c:v>944.3</c:v>
                </c:pt>
                <c:pt idx="9444">
                  <c:v>944.4</c:v>
                </c:pt>
                <c:pt idx="9445">
                  <c:v>944.5</c:v>
                </c:pt>
                <c:pt idx="9446">
                  <c:v>944.6</c:v>
                </c:pt>
                <c:pt idx="9447">
                  <c:v>944.7</c:v>
                </c:pt>
                <c:pt idx="9448">
                  <c:v>944.8</c:v>
                </c:pt>
                <c:pt idx="9449">
                  <c:v>944.9</c:v>
                </c:pt>
                <c:pt idx="9450">
                  <c:v>945</c:v>
                </c:pt>
                <c:pt idx="9451">
                  <c:v>945.1</c:v>
                </c:pt>
                <c:pt idx="9452">
                  <c:v>945.2</c:v>
                </c:pt>
                <c:pt idx="9453">
                  <c:v>945.3</c:v>
                </c:pt>
                <c:pt idx="9454">
                  <c:v>945.4</c:v>
                </c:pt>
                <c:pt idx="9455">
                  <c:v>945.5</c:v>
                </c:pt>
                <c:pt idx="9456">
                  <c:v>945.6</c:v>
                </c:pt>
                <c:pt idx="9457">
                  <c:v>945.7</c:v>
                </c:pt>
                <c:pt idx="9458">
                  <c:v>945.8</c:v>
                </c:pt>
                <c:pt idx="9459">
                  <c:v>945.9</c:v>
                </c:pt>
                <c:pt idx="9460">
                  <c:v>946</c:v>
                </c:pt>
                <c:pt idx="9461">
                  <c:v>946.1</c:v>
                </c:pt>
                <c:pt idx="9462">
                  <c:v>946.2</c:v>
                </c:pt>
                <c:pt idx="9463">
                  <c:v>946.3</c:v>
                </c:pt>
                <c:pt idx="9464">
                  <c:v>946.4</c:v>
                </c:pt>
                <c:pt idx="9465">
                  <c:v>946.5</c:v>
                </c:pt>
                <c:pt idx="9466">
                  <c:v>946.6</c:v>
                </c:pt>
                <c:pt idx="9467">
                  <c:v>946.7</c:v>
                </c:pt>
                <c:pt idx="9468">
                  <c:v>946.8</c:v>
                </c:pt>
                <c:pt idx="9469">
                  <c:v>946.9</c:v>
                </c:pt>
                <c:pt idx="9470">
                  <c:v>947</c:v>
                </c:pt>
                <c:pt idx="9471">
                  <c:v>947.1</c:v>
                </c:pt>
                <c:pt idx="9472">
                  <c:v>947.2</c:v>
                </c:pt>
                <c:pt idx="9473">
                  <c:v>947.3</c:v>
                </c:pt>
                <c:pt idx="9474">
                  <c:v>947.4</c:v>
                </c:pt>
                <c:pt idx="9475">
                  <c:v>947.5</c:v>
                </c:pt>
                <c:pt idx="9476">
                  <c:v>947.6</c:v>
                </c:pt>
                <c:pt idx="9477">
                  <c:v>947.7</c:v>
                </c:pt>
                <c:pt idx="9478">
                  <c:v>947.8</c:v>
                </c:pt>
                <c:pt idx="9479">
                  <c:v>947.9</c:v>
                </c:pt>
                <c:pt idx="9480">
                  <c:v>948</c:v>
                </c:pt>
                <c:pt idx="9481">
                  <c:v>948.1</c:v>
                </c:pt>
                <c:pt idx="9482">
                  <c:v>948.2</c:v>
                </c:pt>
                <c:pt idx="9483">
                  <c:v>948.3</c:v>
                </c:pt>
                <c:pt idx="9484">
                  <c:v>948.4</c:v>
                </c:pt>
                <c:pt idx="9485">
                  <c:v>948.5</c:v>
                </c:pt>
                <c:pt idx="9486">
                  <c:v>948.6</c:v>
                </c:pt>
                <c:pt idx="9487">
                  <c:v>948.7</c:v>
                </c:pt>
                <c:pt idx="9488">
                  <c:v>948.8</c:v>
                </c:pt>
                <c:pt idx="9489">
                  <c:v>948.9</c:v>
                </c:pt>
                <c:pt idx="9490">
                  <c:v>949</c:v>
                </c:pt>
                <c:pt idx="9491">
                  <c:v>949.1</c:v>
                </c:pt>
                <c:pt idx="9492">
                  <c:v>949.2</c:v>
                </c:pt>
                <c:pt idx="9493">
                  <c:v>949.3</c:v>
                </c:pt>
                <c:pt idx="9494">
                  <c:v>949.4</c:v>
                </c:pt>
                <c:pt idx="9495">
                  <c:v>949.5</c:v>
                </c:pt>
                <c:pt idx="9496">
                  <c:v>949.6</c:v>
                </c:pt>
                <c:pt idx="9497">
                  <c:v>949.7</c:v>
                </c:pt>
                <c:pt idx="9498">
                  <c:v>949.8</c:v>
                </c:pt>
                <c:pt idx="9499">
                  <c:v>949.9</c:v>
                </c:pt>
                <c:pt idx="9500">
                  <c:v>950</c:v>
                </c:pt>
                <c:pt idx="9501">
                  <c:v>950.1</c:v>
                </c:pt>
                <c:pt idx="9502">
                  <c:v>950.2</c:v>
                </c:pt>
                <c:pt idx="9503">
                  <c:v>950.3</c:v>
                </c:pt>
                <c:pt idx="9504">
                  <c:v>950.4</c:v>
                </c:pt>
                <c:pt idx="9505">
                  <c:v>950.5</c:v>
                </c:pt>
                <c:pt idx="9506">
                  <c:v>950.6</c:v>
                </c:pt>
                <c:pt idx="9507">
                  <c:v>950.7</c:v>
                </c:pt>
                <c:pt idx="9508">
                  <c:v>950.8</c:v>
                </c:pt>
                <c:pt idx="9509">
                  <c:v>950.9</c:v>
                </c:pt>
                <c:pt idx="9510">
                  <c:v>951</c:v>
                </c:pt>
                <c:pt idx="9511">
                  <c:v>951.1</c:v>
                </c:pt>
                <c:pt idx="9512">
                  <c:v>951.2</c:v>
                </c:pt>
                <c:pt idx="9513">
                  <c:v>951.3</c:v>
                </c:pt>
                <c:pt idx="9514">
                  <c:v>951.4</c:v>
                </c:pt>
                <c:pt idx="9515">
                  <c:v>951.5</c:v>
                </c:pt>
                <c:pt idx="9516">
                  <c:v>951.6</c:v>
                </c:pt>
                <c:pt idx="9517">
                  <c:v>951.7</c:v>
                </c:pt>
                <c:pt idx="9518">
                  <c:v>951.8</c:v>
                </c:pt>
                <c:pt idx="9519">
                  <c:v>951.9</c:v>
                </c:pt>
                <c:pt idx="9520">
                  <c:v>952</c:v>
                </c:pt>
                <c:pt idx="9521">
                  <c:v>952.1</c:v>
                </c:pt>
                <c:pt idx="9522">
                  <c:v>952.2</c:v>
                </c:pt>
                <c:pt idx="9523">
                  <c:v>952.3</c:v>
                </c:pt>
                <c:pt idx="9524">
                  <c:v>952.4</c:v>
                </c:pt>
                <c:pt idx="9525">
                  <c:v>952.5</c:v>
                </c:pt>
                <c:pt idx="9526">
                  <c:v>952.6</c:v>
                </c:pt>
                <c:pt idx="9527">
                  <c:v>952.7</c:v>
                </c:pt>
                <c:pt idx="9528">
                  <c:v>952.8</c:v>
                </c:pt>
                <c:pt idx="9529">
                  <c:v>952.9</c:v>
                </c:pt>
                <c:pt idx="9530">
                  <c:v>953</c:v>
                </c:pt>
                <c:pt idx="9531">
                  <c:v>953.1</c:v>
                </c:pt>
                <c:pt idx="9532">
                  <c:v>953.2</c:v>
                </c:pt>
                <c:pt idx="9533">
                  <c:v>953.3</c:v>
                </c:pt>
                <c:pt idx="9534">
                  <c:v>953.4</c:v>
                </c:pt>
                <c:pt idx="9535">
                  <c:v>953.5</c:v>
                </c:pt>
                <c:pt idx="9536">
                  <c:v>953.6</c:v>
                </c:pt>
                <c:pt idx="9537">
                  <c:v>953.7</c:v>
                </c:pt>
                <c:pt idx="9538">
                  <c:v>953.8</c:v>
                </c:pt>
                <c:pt idx="9539">
                  <c:v>953.9</c:v>
                </c:pt>
                <c:pt idx="9540">
                  <c:v>954</c:v>
                </c:pt>
                <c:pt idx="9541">
                  <c:v>954.1</c:v>
                </c:pt>
                <c:pt idx="9542">
                  <c:v>954.2</c:v>
                </c:pt>
                <c:pt idx="9543">
                  <c:v>954.3</c:v>
                </c:pt>
                <c:pt idx="9544">
                  <c:v>954.4</c:v>
                </c:pt>
                <c:pt idx="9545">
                  <c:v>954.5</c:v>
                </c:pt>
                <c:pt idx="9546">
                  <c:v>954.6</c:v>
                </c:pt>
                <c:pt idx="9547">
                  <c:v>954.7</c:v>
                </c:pt>
                <c:pt idx="9548">
                  <c:v>954.8</c:v>
                </c:pt>
                <c:pt idx="9549">
                  <c:v>954.9</c:v>
                </c:pt>
                <c:pt idx="9550">
                  <c:v>955</c:v>
                </c:pt>
                <c:pt idx="9551">
                  <c:v>955.1</c:v>
                </c:pt>
                <c:pt idx="9552">
                  <c:v>955.2</c:v>
                </c:pt>
                <c:pt idx="9553">
                  <c:v>955.3</c:v>
                </c:pt>
                <c:pt idx="9554">
                  <c:v>955.4</c:v>
                </c:pt>
                <c:pt idx="9555">
                  <c:v>955.5</c:v>
                </c:pt>
                <c:pt idx="9556">
                  <c:v>955.6</c:v>
                </c:pt>
                <c:pt idx="9557">
                  <c:v>955.7</c:v>
                </c:pt>
                <c:pt idx="9558">
                  <c:v>955.8</c:v>
                </c:pt>
                <c:pt idx="9559">
                  <c:v>955.9</c:v>
                </c:pt>
                <c:pt idx="9560">
                  <c:v>956</c:v>
                </c:pt>
                <c:pt idx="9561">
                  <c:v>956.1</c:v>
                </c:pt>
                <c:pt idx="9562">
                  <c:v>956.2</c:v>
                </c:pt>
                <c:pt idx="9563">
                  <c:v>956.3</c:v>
                </c:pt>
                <c:pt idx="9564">
                  <c:v>956.4</c:v>
                </c:pt>
                <c:pt idx="9565">
                  <c:v>956.5</c:v>
                </c:pt>
                <c:pt idx="9566">
                  <c:v>956.6</c:v>
                </c:pt>
                <c:pt idx="9567">
                  <c:v>956.7</c:v>
                </c:pt>
                <c:pt idx="9568">
                  <c:v>956.8</c:v>
                </c:pt>
                <c:pt idx="9569">
                  <c:v>956.9</c:v>
                </c:pt>
                <c:pt idx="9570">
                  <c:v>957</c:v>
                </c:pt>
                <c:pt idx="9571">
                  <c:v>957.1</c:v>
                </c:pt>
                <c:pt idx="9572">
                  <c:v>957.2</c:v>
                </c:pt>
                <c:pt idx="9573">
                  <c:v>957.3</c:v>
                </c:pt>
                <c:pt idx="9574">
                  <c:v>957.4</c:v>
                </c:pt>
                <c:pt idx="9575">
                  <c:v>957.5</c:v>
                </c:pt>
                <c:pt idx="9576">
                  <c:v>957.6</c:v>
                </c:pt>
                <c:pt idx="9577">
                  <c:v>957.7</c:v>
                </c:pt>
                <c:pt idx="9578">
                  <c:v>957.8</c:v>
                </c:pt>
                <c:pt idx="9579">
                  <c:v>957.9</c:v>
                </c:pt>
                <c:pt idx="9580">
                  <c:v>958</c:v>
                </c:pt>
                <c:pt idx="9581">
                  <c:v>958.1</c:v>
                </c:pt>
                <c:pt idx="9582">
                  <c:v>958.2</c:v>
                </c:pt>
                <c:pt idx="9583">
                  <c:v>958.3</c:v>
                </c:pt>
                <c:pt idx="9584">
                  <c:v>958.4</c:v>
                </c:pt>
                <c:pt idx="9585">
                  <c:v>958.5</c:v>
                </c:pt>
                <c:pt idx="9586">
                  <c:v>958.6</c:v>
                </c:pt>
                <c:pt idx="9587">
                  <c:v>958.7</c:v>
                </c:pt>
                <c:pt idx="9588">
                  <c:v>958.8</c:v>
                </c:pt>
                <c:pt idx="9589">
                  <c:v>958.9</c:v>
                </c:pt>
                <c:pt idx="9590">
                  <c:v>959</c:v>
                </c:pt>
                <c:pt idx="9591">
                  <c:v>959.1</c:v>
                </c:pt>
                <c:pt idx="9592">
                  <c:v>959.2</c:v>
                </c:pt>
                <c:pt idx="9593">
                  <c:v>959.3</c:v>
                </c:pt>
                <c:pt idx="9594">
                  <c:v>959.4</c:v>
                </c:pt>
                <c:pt idx="9595">
                  <c:v>959.5</c:v>
                </c:pt>
                <c:pt idx="9596">
                  <c:v>959.6</c:v>
                </c:pt>
                <c:pt idx="9597">
                  <c:v>959.7</c:v>
                </c:pt>
                <c:pt idx="9598">
                  <c:v>959.8</c:v>
                </c:pt>
                <c:pt idx="9599">
                  <c:v>959.9</c:v>
                </c:pt>
                <c:pt idx="9600">
                  <c:v>960</c:v>
                </c:pt>
                <c:pt idx="9601">
                  <c:v>960.1</c:v>
                </c:pt>
                <c:pt idx="9602">
                  <c:v>960.2</c:v>
                </c:pt>
                <c:pt idx="9603">
                  <c:v>960.3</c:v>
                </c:pt>
                <c:pt idx="9604">
                  <c:v>960.4</c:v>
                </c:pt>
                <c:pt idx="9605">
                  <c:v>960.5</c:v>
                </c:pt>
                <c:pt idx="9606">
                  <c:v>960.6</c:v>
                </c:pt>
                <c:pt idx="9607">
                  <c:v>960.7</c:v>
                </c:pt>
                <c:pt idx="9608">
                  <c:v>960.8</c:v>
                </c:pt>
                <c:pt idx="9609">
                  <c:v>960.9</c:v>
                </c:pt>
                <c:pt idx="9610">
                  <c:v>961</c:v>
                </c:pt>
                <c:pt idx="9611">
                  <c:v>961.1</c:v>
                </c:pt>
                <c:pt idx="9612">
                  <c:v>961.2</c:v>
                </c:pt>
                <c:pt idx="9613">
                  <c:v>961.3</c:v>
                </c:pt>
                <c:pt idx="9614">
                  <c:v>961.4</c:v>
                </c:pt>
                <c:pt idx="9615">
                  <c:v>961.5</c:v>
                </c:pt>
                <c:pt idx="9616">
                  <c:v>961.6</c:v>
                </c:pt>
                <c:pt idx="9617">
                  <c:v>961.7</c:v>
                </c:pt>
                <c:pt idx="9618">
                  <c:v>961.8</c:v>
                </c:pt>
                <c:pt idx="9619">
                  <c:v>961.9</c:v>
                </c:pt>
                <c:pt idx="9620">
                  <c:v>962</c:v>
                </c:pt>
                <c:pt idx="9621">
                  <c:v>962.1</c:v>
                </c:pt>
                <c:pt idx="9622">
                  <c:v>962.2</c:v>
                </c:pt>
                <c:pt idx="9623">
                  <c:v>962.3</c:v>
                </c:pt>
                <c:pt idx="9624">
                  <c:v>962.4</c:v>
                </c:pt>
                <c:pt idx="9625">
                  <c:v>962.5</c:v>
                </c:pt>
                <c:pt idx="9626">
                  <c:v>962.6</c:v>
                </c:pt>
                <c:pt idx="9627">
                  <c:v>962.7</c:v>
                </c:pt>
                <c:pt idx="9628">
                  <c:v>962.8</c:v>
                </c:pt>
                <c:pt idx="9629">
                  <c:v>962.9</c:v>
                </c:pt>
                <c:pt idx="9630">
                  <c:v>963</c:v>
                </c:pt>
                <c:pt idx="9631">
                  <c:v>963.1</c:v>
                </c:pt>
                <c:pt idx="9632">
                  <c:v>963.2</c:v>
                </c:pt>
                <c:pt idx="9633">
                  <c:v>963.3</c:v>
                </c:pt>
                <c:pt idx="9634">
                  <c:v>963.4</c:v>
                </c:pt>
                <c:pt idx="9635">
                  <c:v>963.5</c:v>
                </c:pt>
                <c:pt idx="9636">
                  <c:v>963.6</c:v>
                </c:pt>
                <c:pt idx="9637">
                  <c:v>963.7</c:v>
                </c:pt>
                <c:pt idx="9638">
                  <c:v>963.8</c:v>
                </c:pt>
                <c:pt idx="9639">
                  <c:v>963.9</c:v>
                </c:pt>
                <c:pt idx="9640">
                  <c:v>964</c:v>
                </c:pt>
                <c:pt idx="9641">
                  <c:v>964.1</c:v>
                </c:pt>
                <c:pt idx="9642">
                  <c:v>964.2</c:v>
                </c:pt>
                <c:pt idx="9643">
                  <c:v>964.3</c:v>
                </c:pt>
                <c:pt idx="9644">
                  <c:v>964.4</c:v>
                </c:pt>
                <c:pt idx="9645">
                  <c:v>964.5</c:v>
                </c:pt>
                <c:pt idx="9646">
                  <c:v>964.6</c:v>
                </c:pt>
                <c:pt idx="9647">
                  <c:v>964.7</c:v>
                </c:pt>
                <c:pt idx="9648">
                  <c:v>964.8</c:v>
                </c:pt>
                <c:pt idx="9649">
                  <c:v>964.9</c:v>
                </c:pt>
                <c:pt idx="9650">
                  <c:v>965</c:v>
                </c:pt>
                <c:pt idx="9651">
                  <c:v>965.1</c:v>
                </c:pt>
                <c:pt idx="9652">
                  <c:v>965.2</c:v>
                </c:pt>
                <c:pt idx="9653">
                  <c:v>965.3</c:v>
                </c:pt>
                <c:pt idx="9654">
                  <c:v>965.4</c:v>
                </c:pt>
                <c:pt idx="9655">
                  <c:v>965.5</c:v>
                </c:pt>
                <c:pt idx="9656">
                  <c:v>965.6</c:v>
                </c:pt>
                <c:pt idx="9657">
                  <c:v>965.7</c:v>
                </c:pt>
                <c:pt idx="9658">
                  <c:v>965.8</c:v>
                </c:pt>
                <c:pt idx="9659">
                  <c:v>965.9</c:v>
                </c:pt>
                <c:pt idx="9660">
                  <c:v>966</c:v>
                </c:pt>
                <c:pt idx="9661">
                  <c:v>966.1</c:v>
                </c:pt>
                <c:pt idx="9662">
                  <c:v>966.2</c:v>
                </c:pt>
                <c:pt idx="9663">
                  <c:v>966.3</c:v>
                </c:pt>
                <c:pt idx="9664">
                  <c:v>966.4</c:v>
                </c:pt>
                <c:pt idx="9665">
                  <c:v>966.5</c:v>
                </c:pt>
                <c:pt idx="9666">
                  <c:v>966.6</c:v>
                </c:pt>
                <c:pt idx="9667">
                  <c:v>966.7</c:v>
                </c:pt>
                <c:pt idx="9668">
                  <c:v>966.8</c:v>
                </c:pt>
                <c:pt idx="9669">
                  <c:v>966.9</c:v>
                </c:pt>
                <c:pt idx="9670">
                  <c:v>967</c:v>
                </c:pt>
                <c:pt idx="9671">
                  <c:v>967.1</c:v>
                </c:pt>
                <c:pt idx="9672">
                  <c:v>967.2</c:v>
                </c:pt>
                <c:pt idx="9673">
                  <c:v>967.3</c:v>
                </c:pt>
                <c:pt idx="9674">
                  <c:v>967.4</c:v>
                </c:pt>
                <c:pt idx="9675">
                  <c:v>967.5</c:v>
                </c:pt>
                <c:pt idx="9676">
                  <c:v>967.6</c:v>
                </c:pt>
                <c:pt idx="9677">
                  <c:v>967.7</c:v>
                </c:pt>
                <c:pt idx="9678">
                  <c:v>967.8</c:v>
                </c:pt>
                <c:pt idx="9679">
                  <c:v>967.9</c:v>
                </c:pt>
                <c:pt idx="9680">
                  <c:v>968</c:v>
                </c:pt>
                <c:pt idx="9681">
                  <c:v>968.1</c:v>
                </c:pt>
                <c:pt idx="9682">
                  <c:v>968.2</c:v>
                </c:pt>
                <c:pt idx="9683">
                  <c:v>968.3</c:v>
                </c:pt>
                <c:pt idx="9684">
                  <c:v>968.4</c:v>
                </c:pt>
                <c:pt idx="9685">
                  <c:v>968.5</c:v>
                </c:pt>
                <c:pt idx="9686">
                  <c:v>968.6</c:v>
                </c:pt>
                <c:pt idx="9687">
                  <c:v>968.7</c:v>
                </c:pt>
                <c:pt idx="9688">
                  <c:v>968.8</c:v>
                </c:pt>
                <c:pt idx="9689">
                  <c:v>968.9</c:v>
                </c:pt>
                <c:pt idx="9690">
                  <c:v>969</c:v>
                </c:pt>
                <c:pt idx="9691">
                  <c:v>969.1</c:v>
                </c:pt>
                <c:pt idx="9692">
                  <c:v>969.2</c:v>
                </c:pt>
                <c:pt idx="9693">
                  <c:v>969.3</c:v>
                </c:pt>
                <c:pt idx="9694">
                  <c:v>969.4</c:v>
                </c:pt>
                <c:pt idx="9695">
                  <c:v>969.5</c:v>
                </c:pt>
                <c:pt idx="9696">
                  <c:v>969.6</c:v>
                </c:pt>
                <c:pt idx="9697">
                  <c:v>969.7</c:v>
                </c:pt>
                <c:pt idx="9698">
                  <c:v>969.8</c:v>
                </c:pt>
                <c:pt idx="9699">
                  <c:v>969.9</c:v>
                </c:pt>
                <c:pt idx="9700">
                  <c:v>970</c:v>
                </c:pt>
                <c:pt idx="9701">
                  <c:v>970.1</c:v>
                </c:pt>
                <c:pt idx="9702">
                  <c:v>970.2</c:v>
                </c:pt>
                <c:pt idx="9703">
                  <c:v>970.3</c:v>
                </c:pt>
                <c:pt idx="9704">
                  <c:v>970.4</c:v>
                </c:pt>
                <c:pt idx="9705">
                  <c:v>970.5</c:v>
                </c:pt>
                <c:pt idx="9706">
                  <c:v>970.6</c:v>
                </c:pt>
                <c:pt idx="9707">
                  <c:v>970.7</c:v>
                </c:pt>
                <c:pt idx="9708">
                  <c:v>970.8</c:v>
                </c:pt>
                <c:pt idx="9709">
                  <c:v>970.9</c:v>
                </c:pt>
                <c:pt idx="9710">
                  <c:v>971</c:v>
                </c:pt>
                <c:pt idx="9711">
                  <c:v>971.1</c:v>
                </c:pt>
                <c:pt idx="9712">
                  <c:v>971.2</c:v>
                </c:pt>
                <c:pt idx="9713">
                  <c:v>971.3</c:v>
                </c:pt>
                <c:pt idx="9714">
                  <c:v>971.4</c:v>
                </c:pt>
                <c:pt idx="9715">
                  <c:v>971.5</c:v>
                </c:pt>
                <c:pt idx="9716">
                  <c:v>971.6</c:v>
                </c:pt>
                <c:pt idx="9717">
                  <c:v>971.7</c:v>
                </c:pt>
                <c:pt idx="9718">
                  <c:v>971.8</c:v>
                </c:pt>
                <c:pt idx="9719">
                  <c:v>971.9</c:v>
                </c:pt>
                <c:pt idx="9720">
                  <c:v>972</c:v>
                </c:pt>
                <c:pt idx="9721">
                  <c:v>972.1</c:v>
                </c:pt>
                <c:pt idx="9722">
                  <c:v>972.2</c:v>
                </c:pt>
                <c:pt idx="9723">
                  <c:v>972.3</c:v>
                </c:pt>
                <c:pt idx="9724">
                  <c:v>972.4</c:v>
                </c:pt>
                <c:pt idx="9725">
                  <c:v>972.5</c:v>
                </c:pt>
                <c:pt idx="9726">
                  <c:v>972.6</c:v>
                </c:pt>
                <c:pt idx="9727">
                  <c:v>972.7</c:v>
                </c:pt>
                <c:pt idx="9728">
                  <c:v>972.8</c:v>
                </c:pt>
                <c:pt idx="9729">
                  <c:v>972.9</c:v>
                </c:pt>
                <c:pt idx="9730">
                  <c:v>973</c:v>
                </c:pt>
                <c:pt idx="9731">
                  <c:v>973.1</c:v>
                </c:pt>
                <c:pt idx="9732">
                  <c:v>973.2</c:v>
                </c:pt>
                <c:pt idx="9733">
                  <c:v>973.3</c:v>
                </c:pt>
                <c:pt idx="9734">
                  <c:v>973.4</c:v>
                </c:pt>
                <c:pt idx="9735">
                  <c:v>973.5</c:v>
                </c:pt>
                <c:pt idx="9736">
                  <c:v>973.6</c:v>
                </c:pt>
                <c:pt idx="9737">
                  <c:v>973.7</c:v>
                </c:pt>
                <c:pt idx="9738">
                  <c:v>973.8</c:v>
                </c:pt>
                <c:pt idx="9739">
                  <c:v>973.9</c:v>
                </c:pt>
                <c:pt idx="9740">
                  <c:v>974</c:v>
                </c:pt>
                <c:pt idx="9741">
                  <c:v>974.1</c:v>
                </c:pt>
                <c:pt idx="9742">
                  <c:v>974.2</c:v>
                </c:pt>
                <c:pt idx="9743">
                  <c:v>974.3</c:v>
                </c:pt>
                <c:pt idx="9744">
                  <c:v>974.4</c:v>
                </c:pt>
                <c:pt idx="9745">
                  <c:v>974.5</c:v>
                </c:pt>
                <c:pt idx="9746">
                  <c:v>974.6</c:v>
                </c:pt>
                <c:pt idx="9747">
                  <c:v>974.7</c:v>
                </c:pt>
                <c:pt idx="9748">
                  <c:v>974.8</c:v>
                </c:pt>
                <c:pt idx="9749">
                  <c:v>974.9</c:v>
                </c:pt>
                <c:pt idx="9750">
                  <c:v>975</c:v>
                </c:pt>
                <c:pt idx="9751">
                  <c:v>975.1</c:v>
                </c:pt>
                <c:pt idx="9752">
                  <c:v>975.2</c:v>
                </c:pt>
                <c:pt idx="9753">
                  <c:v>975.3</c:v>
                </c:pt>
                <c:pt idx="9754">
                  <c:v>975.4</c:v>
                </c:pt>
                <c:pt idx="9755">
                  <c:v>975.5</c:v>
                </c:pt>
                <c:pt idx="9756">
                  <c:v>975.6</c:v>
                </c:pt>
                <c:pt idx="9757">
                  <c:v>975.7</c:v>
                </c:pt>
                <c:pt idx="9758">
                  <c:v>975.8</c:v>
                </c:pt>
                <c:pt idx="9759">
                  <c:v>975.9</c:v>
                </c:pt>
                <c:pt idx="9760">
                  <c:v>976</c:v>
                </c:pt>
                <c:pt idx="9761">
                  <c:v>976.1</c:v>
                </c:pt>
                <c:pt idx="9762">
                  <c:v>976.2</c:v>
                </c:pt>
                <c:pt idx="9763">
                  <c:v>976.3</c:v>
                </c:pt>
                <c:pt idx="9764">
                  <c:v>976.4</c:v>
                </c:pt>
                <c:pt idx="9765">
                  <c:v>976.5</c:v>
                </c:pt>
                <c:pt idx="9766">
                  <c:v>976.6</c:v>
                </c:pt>
                <c:pt idx="9767">
                  <c:v>976.7</c:v>
                </c:pt>
                <c:pt idx="9768">
                  <c:v>976.8</c:v>
                </c:pt>
                <c:pt idx="9769">
                  <c:v>976.9</c:v>
                </c:pt>
                <c:pt idx="9770">
                  <c:v>977</c:v>
                </c:pt>
                <c:pt idx="9771">
                  <c:v>977.1</c:v>
                </c:pt>
                <c:pt idx="9772">
                  <c:v>977.2</c:v>
                </c:pt>
                <c:pt idx="9773">
                  <c:v>977.3</c:v>
                </c:pt>
                <c:pt idx="9774">
                  <c:v>977.4</c:v>
                </c:pt>
                <c:pt idx="9775">
                  <c:v>977.5</c:v>
                </c:pt>
                <c:pt idx="9776">
                  <c:v>977.6</c:v>
                </c:pt>
                <c:pt idx="9777">
                  <c:v>977.7</c:v>
                </c:pt>
                <c:pt idx="9778">
                  <c:v>977.8</c:v>
                </c:pt>
                <c:pt idx="9779">
                  <c:v>977.9</c:v>
                </c:pt>
                <c:pt idx="9780">
                  <c:v>978</c:v>
                </c:pt>
                <c:pt idx="9781">
                  <c:v>978.1</c:v>
                </c:pt>
                <c:pt idx="9782">
                  <c:v>978.2</c:v>
                </c:pt>
                <c:pt idx="9783">
                  <c:v>978.3</c:v>
                </c:pt>
                <c:pt idx="9784">
                  <c:v>978.4</c:v>
                </c:pt>
                <c:pt idx="9785">
                  <c:v>978.5</c:v>
                </c:pt>
                <c:pt idx="9786">
                  <c:v>978.6</c:v>
                </c:pt>
                <c:pt idx="9787">
                  <c:v>978.7</c:v>
                </c:pt>
                <c:pt idx="9788">
                  <c:v>978.8</c:v>
                </c:pt>
                <c:pt idx="9789">
                  <c:v>978.9</c:v>
                </c:pt>
                <c:pt idx="9790">
                  <c:v>979</c:v>
                </c:pt>
                <c:pt idx="9791">
                  <c:v>979.1</c:v>
                </c:pt>
                <c:pt idx="9792">
                  <c:v>979.2</c:v>
                </c:pt>
                <c:pt idx="9793">
                  <c:v>979.3</c:v>
                </c:pt>
                <c:pt idx="9794">
                  <c:v>979.4</c:v>
                </c:pt>
                <c:pt idx="9795">
                  <c:v>979.5</c:v>
                </c:pt>
                <c:pt idx="9796">
                  <c:v>979.6</c:v>
                </c:pt>
                <c:pt idx="9797">
                  <c:v>979.7</c:v>
                </c:pt>
                <c:pt idx="9798">
                  <c:v>979.8</c:v>
                </c:pt>
                <c:pt idx="9799">
                  <c:v>979.9</c:v>
                </c:pt>
                <c:pt idx="9800">
                  <c:v>980</c:v>
                </c:pt>
                <c:pt idx="9801">
                  <c:v>980.1</c:v>
                </c:pt>
                <c:pt idx="9802">
                  <c:v>980.2</c:v>
                </c:pt>
                <c:pt idx="9803">
                  <c:v>980.3</c:v>
                </c:pt>
                <c:pt idx="9804">
                  <c:v>980.4</c:v>
                </c:pt>
                <c:pt idx="9805">
                  <c:v>980.5</c:v>
                </c:pt>
                <c:pt idx="9806">
                  <c:v>980.6</c:v>
                </c:pt>
                <c:pt idx="9807">
                  <c:v>980.7</c:v>
                </c:pt>
                <c:pt idx="9808">
                  <c:v>980.8</c:v>
                </c:pt>
                <c:pt idx="9809">
                  <c:v>980.9</c:v>
                </c:pt>
                <c:pt idx="9810">
                  <c:v>981</c:v>
                </c:pt>
                <c:pt idx="9811">
                  <c:v>981.1</c:v>
                </c:pt>
                <c:pt idx="9812">
                  <c:v>981.2</c:v>
                </c:pt>
                <c:pt idx="9813">
                  <c:v>981.3</c:v>
                </c:pt>
                <c:pt idx="9814">
                  <c:v>981.4</c:v>
                </c:pt>
                <c:pt idx="9815">
                  <c:v>981.5</c:v>
                </c:pt>
                <c:pt idx="9816">
                  <c:v>981.6</c:v>
                </c:pt>
                <c:pt idx="9817">
                  <c:v>981.7</c:v>
                </c:pt>
                <c:pt idx="9818">
                  <c:v>981.8</c:v>
                </c:pt>
                <c:pt idx="9819">
                  <c:v>981.9</c:v>
                </c:pt>
                <c:pt idx="9820">
                  <c:v>982</c:v>
                </c:pt>
                <c:pt idx="9821">
                  <c:v>982.1</c:v>
                </c:pt>
                <c:pt idx="9822">
                  <c:v>982.2</c:v>
                </c:pt>
                <c:pt idx="9823">
                  <c:v>982.3</c:v>
                </c:pt>
                <c:pt idx="9824">
                  <c:v>982.4</c:v>
                </c:pt>
                <c:pt idx="9825">
                  <c:v>982.5</c:v>
                </c:pt>
                <c:pt idx="9826">
                  <c:v>982.6</c:v>
                </c:pt>
                <c:pt idx="9827">
                  <c:v>982.7</c:v>
                </c:pt>
                <c:pt idx="9828">
                  <c:v>982.8</c:v>
                </c:pt>
                <c:pt idx="9829">
                  <c:v>982.9</c:v>
                </c:pt>
                <c:pt idx="9830">
                  <c:v>983</c:v>
                </c:pt>
                <c:pt idx="9831">
                  <c:v>983.1</c:v>
                </c:pt>
                <c:pt idx="9832">
                  <c:v>983.2</c:v>
                </c:pt>
                <c:pt idx="9833">
                  <c:v>983.3</c:v>
                </c:pt>
                <c:pt idx="9834">
                  <c:v>983.4</c:v>
                </c:pt>
                <c:pt idx="9835">
                  <c:v>983.5</c:v>
                </c:pt>
                <c:pt idx="9836">
                  <c:v>983.6</c:v>
                </c:pt>
                <c:pt idx="9837">
                  <c:v>983.7</c:v>
                </c:pt>
                <c:pt idx="9838">
                  <c:v>983.8</c:v>
                </c:pt>
                <c:pt idx="9839">
                  <c:v>983.9</c:v>
                </c:pt>
                <c:pt idx="9840">
                  <c:v>984</c:v>
                </c:pt>
                <c:pt idx="9841">
                  <c:v>984.1</c:v>
                </c:pt>
                <c:pt idx="9842">
                  <c:v>984.2</c:v>
                </c:pt>
                <c:pt idx="9843">
                  <c:v>984.3</c:v>
                </c:pt>
                <c:pt idx="9844">
                  <c:v>984.4</c:v>
                </c:pt>
                <c:pt idx="9845">
                  <c:v>984.5</c:v>
                </c:pt>
                <c:pt idx="9846">
                  <c:v>984.6</c:v>
                </c:pt>
                <c:pt idx="9847">
                  <c:v>984.7</c:v>
                </c:pt>
                <c:pt idx="9848">
                  <c:v>984.8</c:v>
                </c:pt>
                <c:pt idx="9849">
                  <c:v>984.9</c:v>
                </c:pt>
                <c:pt idx="9850">
                  <c:v>985</c:v>
                </c:pt>
                <c:pt idx="9851">
                  <c:v>985.1</c:v>
                </c:pt>
                <c:pt idx="9852">
                  <c:v>985.2</c:v>
                </c:pt>
                <c:pt idx="9853">
                  <c:v>985.3</c:v>
                </c:pt>
                <c:pt idx="9854">
                  <c:v>985.4</c:v>
                </c:pt>
                <c:pt idx="9855">
                  <c:v>985.5</c:v>
                </c:pt>
                <c:pt idx="9856">
                  <c:v>985.6</c:v>
                </c:pt>
                <c:pt idx="9857">
                  <c:v>985.7</c:v>
                </c:pt>
                <c:pt idx="9858">
                  <c:v>985.8</c:v>
                </c:pt>
                <c:pt idx="9859">
                  <c:v>985.9</c:v>
                </c:pt>
                <c:pt idx="9860">
                  <c:v>986</c:v>
                </c:pt>
                <c:pt idx="9861">
                  <c:v>986.1</c:v>
                </c:pt>
                <c:pt idx="9862">
                  <c:v>986.2</c:v>
                </c:pt>
                <c:pt idx="9863">
                  <c:v>986.3</c:v>
                </c:pt>
                <c:pt idx="9864">
                  <c:v>986.4</c:v>
                </c:pt>
                <c:pt idx="9865">
                  <c:v>986.5</c:v>
                </c:pt>
                <c:pt idx="9866">
                  <c:v>986.6</c:v>
                </c:pt>
                <c:pt idx="9867">
                  <c:v>986.7</c:v>
                </c:pt>
                <c:pt idx="9868">
                  <c:v>986.8</c:v>
                </c:pt>
                <c:pt idx="9869">
                  <c:v>986.9</c:v>
                </c:pt>
                <c:pt idx="9870">
                  <c:v>987</c:v>
                </c:pt>
                <c:pt idx="9871">
                  <c:v>987.1</c:v>
                </c:pt>
                <c:pt idx="9872">
                  <c:v>987.2</c:v>
                </c:pt>
                <c:pt idx="9873">
                  <c:v>987.3</c:v>
                </c:pt>
                <c:pt idx="9874">
                  <c:v>987.4</c:v>
                </c:pt>
                <c:pt idx="9875">
                  <c:v>987.5</c:v>
                </c:pt>
                <c:pt idx="9876">
                  <c:v>987.6</c:v>
                </c:pt>
                <c:pt idx="9877">
                  <c:v>987.7</c:v>
                </c:pt>
                <c:pt idx="9878">
                  <c:v>987.8</c:v>
                </c:pt>
                <c:pt idx="9879">
                  <c:v>987.9</c:v>
                </c:pt>
                <c:pt idx="9880">
                  <c:v>988</c:v>
                </c:pt>
                <c:pt idx="9881">
                  <c:v>988.1</c:v>
                </c:pt>
                <c:pt idx="9882">
                  <c:v>988.2</c:v>
                </c:pt>
                <c:pt idx="9883">
                  <c:v>988.3</c:v>
                </c:pt>
                <c:pt idx="9884">
                  <c:v>988.4</c:v>
                </c:pt>
                <c:pt idx="9885">
                  <c:v>988.5</c:v>
                </c:pt>
                <c:pt idx="9886">
                  <c:v>988.6</c:v>
                </c:pt>
                <c:pt idx="9887">
                  <c:v>988.7</c:v>
                </c:pt>
                <c:pt idx="9888">
                  <c:v>988.8</c:v>
                </c:pt>
                <c:pt idx="9889">
                  <c:v>988.9</c:v>
                </c:pt>
                <c:pt idx="9890">
                  <c:v>989</c:v>
                </c:pt>
                <c:pt idx="9891">
                  <c:v>989.1</c:v>
                </c:pt>
                <c:pt idx="9892">
                  <c:v>989.2</c:v>
                </c:pt>
                <c:pt idx="9893">
                  <c:v>989.3</c:v>
                </c:pt>
                <c:pt idx="9894">
                  <c:v>989.4</c:v>
                </c:pt>
                <c:pt idx="9895">
                  <c:v>989.5</c:v>
                </c:pt>
                <c:pt idx="9896">
                  <c:v>989.6</c:v>
                </c:pt>
                <c:pt idx="9897">
                  <c:v>989.7</c:v>
                </c:pt>
                <c:pt idx="9898">
                  <c:v>989.8</c:v>
                </c:pt>
                <c:pt idx="9899">
                  <c:v>989.9</c:v>
                </c:pt>
                <c:pt idx="9900">
                  <c:v>990</c:v>
                </c:pt>
                <c:pt idx="9901">
                  <c:v>990.1</c:v>
                </c:pt>
                <c:pt idx="9902">
                  <c:v>990.2</c:v>
                </c:pt>
                <c:pt idx="9903">
                  <c:v>990.3</c:v>
                </c:pt>
                <c:pt idx="9904">
                  <c:v>990.4</c:v>
                </c:pt>
                <c:pt idx="9905">
                  <c:v>990.5</c:v>
                </c:pt>
                <c:pt idx="9906">
                  <c:v>990.6</c:v>
                </c:pt>
                <c:pt idx="9907">
                  <c:v>990.7</c:v>
                </c:pt>
                <c:pt idx="9908">
                  <c:v>990.8</c:v>
                </c:pt>
                <c:pt idx="9909">
                  <c:v>990.9</c:v>
                </c:pt>
                <c:pt idx="9910">
                  <c:v>991</c:v>
                </c:pt>
                <c:pt idx="9911">
                  <c:v>991.1</c:v>
                </c:pt>
                <c:pt idx="9912">
                  <c:v>991.2</c:v>
                </c:pt>
                <c:pt idx="9913">
                  <c:v>991.3</c:v>
                </c:pt>
                <c:pt idx="9914">
                  <c:v>991.4</c:v>
                </c:pt>
                <c:pt idx="9915">
                  <c:v>991.5</c:v>
                </c:pt>
                <c:pt idx="9916">
                  <c:v>991.6</c:v>
                </c:pt>
                <c:pt idx="9917">
                  <c:v>991.7</c:v>
                </c:pt>
                <c:pt idx="9918">
                  <c:v>991.8</c:v>
                </c:pt>
                <c:pt idx="9919">
                  <c:v>991.9</c:v>
                </c:pt>
                <c:pt idx="9920">
                  <c:v>992</c:v>
                </c:pt>
                <c:pt idx="9921">
                  <c:v>992.1</c:v>
                </c:pt>
                <c:pt idx="9922">
                  <c:v>992.2</c:v>
                </c:pt>
                <c:pt idx="9923">
                  <c:v>992.3</c:v>
                </c:pt>
                <c:pt idx="9924">
                  <c:v>992.4</c:v>
                </c:pt>
                <c:pt idx="9925">
                  <c:v>992.5</c:v>
                </c:pt>
                <c:pt idx="9926">
                  <c:v>992.6</c:v>
                </c:pt>
                <c:pt idx="9927">
                  <c:v>992.7</c:v>
                </c:pt>
                <c:pt idx="9928">
                  <c:v>992.8</c:v>
                </c:pt>
                <c:pt idx="9929">
                  <c:v>992.9</c:v>
                </c:pt>
                <c:pt idx="9930">
                  <c:v>993</c:v>
                </c:pt>
                <c:pt idx="9931">
                  <c:v>993.1</c:v>
                </c:pt>
                <c:pt idx="9932">
                  <c:v>993.2</c:v>
                </c:pt>
                <c:pt idx="9933">
                  <c:v>993.3</c:v>
                </c:pt>
                <c:pt idx="9934">
                  <c:v>993.4</c:v>
                </c:pt>
                <c:pt idx="9935">
                  <c:v>993.5</c:v>
                </c:pt>
                <c:pt idx="9936">
                  <c:v>993.6</c:v>
                </c:pt>
                <c:pt idx="9937">
                  <c:v>993.7</c:v>
                </c:pt>
                <c:pt idx="9938">
                  <c:v>993.8</c:v>
                </c:pt>
                <c:pt idx="9939">
                  <c:v>993.9</c:v>
                </c:pt>
                <c:pt idx="9940">
                  <c:v>994</c:v>
                </c:pt>
                <c:pt idx="9941">
                  <c:v>994.1</c:v>
                </c:pt>
                <c:pt idx="9942">
                  <c:v>994.2</c:v>
                </c:pt>
                <c:pt idx="9943">
                  <c:v>994.3</c:v>
                </c:pt>
                <c:pt idx="9944">
                  <c:v>994.4</c:v>
                </c:pt>
                <c:pt idx="9945">
                  <c:v>994.5</c:v>
                </c:pt>
                <c:pt idx="9946">
                  <c:v>994.6</c:v>
                </c:pt>
                <c:pt idx="9947">
                  <c:v>994.7</c:v>
                </c:pt>
                <c:pt idx="9948">
                  <c:v>994.8</c:v>
                </c:pt>
                <c:pt idx="9949">
                  <c:v>994.9</c:v>
                </c:pt>
                <c:pt idx="9950">
                  <c:v>995</c:v>
                </c:pt>
                <c:pt idx="9951">
                  <c:v>995.1</c:v>
                </c:pt>
                <c:pt idx="9952">
                  <c:v>995.2</c:v>
                </c:pt>
                <c:pt idx="9953">
                  <c:v>995.3</c:v>
                </c:pt>
                <c:pt idx="9954">
                  <c:v>995.4</c:v>
                </c:pt>
                <c:pt idx="9955">
                  <c:v>995.5</c:v>
                </c:pt>
                <c:pt idx="9956">
                  <c:v>995.6</c:v>
                </c:pt>
                <c:pt idx="9957">
                  <c:v>995.7</c:v>
                </c:pt>
                <c:pt idx="9958">
                  <c:v>995.8</c:v>
                </c:pt>
                <c:pt idx="9959">
                  <c:v>995.9</c:v>
                </c:pt>
                <c:pt idx="9960">
                  <c:v>996</c:v>
                </c:pt>
                <c:pt idx="9961">
                  <c:v>996.1</c:v>
                </c:pt>
                <c:pt idx="9962">
                  <c:v>996.2</c:v>
                </c:pt>
                <c:pt idx="9963">
                  <c:v>996.3</c:v>
                </c:pt>
                <c:pt idx="9964">
                  <c:v>996.4</c:v>
                </c:pt>
                <c:pt idx="9965">
                  <c:v>996.5</c:v>
                </c:pt>
                <c:pt idx="9966">
                  <c:v>996.6</c:v>
                </c:pt>
                <c:pt idx="9967">
                  <c:v>996.7</c:v>
                </c:pt>
                <c:pt idx="9968">
                  <c:v>996.8</c:v>
                </c:pt>
                <c:pt idx="9969">
                  <c:v>996.9</c:v>
                </c:pt>
                <c:pt idx="9970">
                  <c:v>997</c:v>
                </c:pt>
                <c:pt idx="9971">
                  <c:v>997.1</c:v>
                </c:pt>
                <c:pt idx="9972">
                  <c:v>997.2</c:v>
                </c:pt>
                <c:pt idx="9973">
                  <c:v>997.3</c:v>
                </c:pt>
                <c:pt idx="9974">
                  <c:v>997.4</c:v>
                </c:pt>
                <c:pt idx="9975">
                  <c:v>997.5</c:v>
                </c:pt>
                <c:pt idx="9976">
                  <c:v>997.6</c:v>
                </c:pt>
                <c:pt idx="9977">
                  <c:v>997.7</c:v>
                </c:pt>
                <c:pt idx="9978">
                  <c:v>997.8</c:v>
                </c:pt>
                <c:pt idx="9979">
                  <c:v>997.9</c:v>
                </c:pt>
                <c:pt idx="9980">
                  <c:v>998</c:v>
                </c:pt>
                <c:pt idx="9981">
                  <c:v>998.1</c:v>
                </c:pt>
                <c:pt idx="9982">
                  <c:v>998.2</c:v>
                </c:pt>
                <c:pt idx="9983">
                  <c:v>998.3</c:v>
                </c:pt>
                <c:pt idx="9984">
                  <c:v>998.4</c:v>
                </c:pt>
                <c:pt idx="9985">
                  <c:v>998.5</c:v>
                </c:pt>
                <c:pt idx="9986">
                  <c:v>998.6</c:v>
                </c:pt>
                <c:pt idx="9987">
                  <c:v>998.7</c:v>
                </c:pt>
                <c:pt idx="9988">
                  <c:v>998.8</c:v>
                </c:pt>
                <c:pt idx="9989">
                  <c:v>998.9</c:v>
                </c:pt>
                <c:pt idx="9990">
                  <c:v>999</c:v>
                </c:pt>
                <c:pt idx="9991">
                  <c:v>999.1</c:v>
                </c:pt>
                <c:pt idx="9992">
                  <c:v>999.2</c:v>
                </c:pt>
                <c:pt idx="9993">
                  <c:v>999.3</c:v>
                </c:pt>
                <c:pt idx="9994">
                  <c:v>999.4</c:v>
                </c:pt>
                <c:pt idx="9995">
                  <c:v>999.5</c:v>
                </c:pt>
                <c:pt idx="9996">
                  <c:v>999.6</c:v>
                </c:pt>
                <c:pt idx="9997">
                  <c:v>999.7</c:v>
                </c:pt>
                <c:pt idx="9998">
                  <c:v>999.8</c:v>
                </c:pt>
                <c:pt idx="9999">
                  <c:v>999.9</c:v>
                </c:pt>
                <c:pt idx="10000">
                  <c:v>1000</c:v>
                </c:pt>
                <c:pt idx="10001">
                  <c:v>1000.1</c:v>
                </c:pt>
                <c:pt idx="10002">
                  <c:v>1000.2</c:v>
                </c:pt>
                <c:pt idx="10003">
                  <c:v>1000.3</c:v>
                </c:pt>
                <c:pt idx="10004">
                  <c:v>1000.4</c:v>
                </c:pt>
                <c:pt idx="10005">
                  <c:v>1000.5</c:v>
                </c:pt>
                <c:pt idx="10006">
                  <c:v>1000.6</c:v>
                </c:pt>
                <c:pt idx="10007">
                  <c:v>1000.7</c:v>
                </c:pt>
                <c:pt idx="10008">
                  <c:v>1000.8</c:v>
                </c:pt>
                <c:pt idx="10009">
                  <c:v>1000.9</c:v>
                </c:pt>
                <c:pt idx="10010">
                  <c:v>1001</c:v>
                </c:pt>
                <c:pt idx="10011">
                  <c:v>1001.1</c:v>
                </c:pt>
                <c:pt idx="10012">
                  <c:v>1001.2</c:v>
                </c:pt>
                <c:pt idx="10013">
                  <c:v>1001.3</c:v>
                </c:pt>
                <c:pt idx="10014">
                  <c:v>1001.4</c:v>
                </c:pt>
                <c:pt idx="10015">
                  <c:v>1001.5</c:v>
                </c:pt>
                <c:pt idx="10016">
                  <c:v>1001.6</c:v>
                </c:pt>
                <c:pt idx="10017">
                  <c:v>1001.7</c:v>
                </c:pt>
                <c:pt idx="10018">
                  <c:v>1001.8</c:v>
                </c:pt>
                <c:pt idx="10019">
                  <c:v>1001.9</c:v>
                </c:pt>
                <c:pt idx="10020">
                  <c:v>1002</c:v>
                </c:pt>
                <c:pt idx="10021">
                  <c:v>1002.1</c:v>
                </c:pt>
                <c:pt idx="10022">
                  <c:v>1002.2</c:v>
                </c:pt>
                <c:pt idx="10023">
                  <c:v>1002.3</c:v>
                </c:pt>
                <c:pt idx="10024">
                  <c:v>1002.4</c:v>
                </c:pt>
                <c:pt idx="10025">
                  <c:v>1002.5</c:v>
                </c:pt>
                <c:pt idx="10026">
                  <c:v>1002.6</c:v>
                </c:pt>
                <c:pt idx="10027">
                  <c:v>1002.7</c:v>
                </c:pt>
                <c:pt idx="10028">
                  <c:v>1002.8</c:v>
                </c:pt>
                <c:pt idx="10029">
                  <c:v>1002.9</c:v>
                </c:pt>
                <c:pt idx="10030">
                  <c:v>1003</c:v>
                </c:pt>
                <c:pt idx="10031">
                  <c:v>1003.1</c:v>
                </c:pt>
                <c:pt idx="10032">
                  <c:v>1003.2</c:v>
                </c:pt>
                <c:pt idx="10033">
                  <c:v>1003.3</c:v>
                </c:pt>
                <c:pt idx="10034">
                  <c:v>1003.4</c:v>
                </c:pt>
                <c:pt idx="10035">
                  <c:v>1003.5</c:v>
                </c:pt>
                <c:pt idx="10036">
                  <c:v>1003.6</c:v>
                </c:pt>
                <c:pt idx="10037">
                  <c:v>1003.7</c:v>
                </c:pt>
                <c:pt idx="10038">
                  <c:v>1003.8</c:v>
                </c:pt>
                <c:pt idx="10039">
                  <c:v>1003.9</c:v>
                </c:pt>
                <c:pt idx="10040">
                  <c:v>1004</c:v>
                </c:pt>
                <c:pt idx="10041">
                  <c:v>1004.1</c:v>
                </c:pt>
                <c:pt idx="10042">
                  <c:v>1004.2</c:v>
                </c:pt>
                <c:pt idx="10043">
                  <c:v>1004.3</c:v>
                </c:pt>
                <c:pt idx="10044">
                  <c:v>1004.4</c:v>
                </c:pt>
                <c:pt idx="10045">
                  <c:v>1004.5</c:v>
                </c:pt>
                <c:pt idx="10046">
                  <c:v>1004.6</c:v>
                </c:pt>
                <c:pt idx="10047">
                  <c:v>1004.7</c:v>
                </c:pt>
                <c:pt idx="10048">
                  <c:v>1004.8</c:v>
                </c:pt>
                <c:pt idx="10049">
                  <c:v>1004.9</c:v>
                </c:pt>
                <c:pt idx="10050">
                  <c:v>1005</c:v>
                </c:pt>
                <c:pt idx="10051">
                  <c:v>1005.1</c:v>
                </c:pt>
                <c:pt idx="10052">
                  <c:v>1005.2</c:v>
                </c:pt>
                <c:pt idx="10053">
                  <c:v>1005.3</c:v>
                </c:pt>
                <c:pt idx="10054">
                  <c:v>1005.4</c:v>
                </c:pt>
                <c:pt idx="10055">
                  <c:v>1005.5</c:v>
                </c:pt>
                <c:pt idx="10056">
                  <c:v>1005.6</c:v>
                </c:pt>
                <c:pt idx="10057">
                  <c:v>1005.7</c:v>
                </c:pt>
                <c:pt idx="10058">
                  <c:v>1005.8</c:v>
                </c:pt>
                <c:pt idx="10059">
                  <c:v>1005.9</c:v>
                </c:pt>
                <c:pt idx="10060">
                  <c:v>1006</c:v>
                </c:pt>
                <c:pt idx="10061">
                  <c:v>1006.1</c:v>
                </c:pt>
                <c:pt idx="10062">
                  <c:v>1006.2</c:v>
                </c:pt>
                <c:pt idx="10063">
                  <c:v>1006.3</c:v>
                </c:pt>
                <c:pt idx="10064">
                  <c:v>1006.4</c:v>
                </c:pt>
                <c:pt idx="10065">
                  <c:v>1006.5</c:v>
                </c:pt>
                <c:pt idx="10066">
                  <c:v>1006.6</c:v>
                </c:pt>
                <c:pt idx="10067">
                  <c:v>1006.7</c:v>
                </c:pt>
                <c:pt idx="10068">
                  <c:v>1006.8</c:v>
                </c:pt>
                <c:pt idx="10069">
                  <c:v>1006.9</c:v>
                </c:pt>
                <c:pt idx="10070">
                  <c:v>1007</c:v>
                </c:pt>
                <c:pt idx="10071">
                  <c:v>1007.1</c:v>
                </c:pt>
                <c:pt idx="10072">
                  <c:v>1007.2</c:v>
                </c:pt>
                <c:pt idx="10073">
                  <c:v>1007.3</c:v>
                </c:pt>
                <c:pt idx="10074">
                  <c:v>1007.4</c:v>
                </c:pt>
                <c:pt idx="10075">
                  <c:v>1007.5</c:v>
                </c:pt>
                <c:pt idx="10076">
                  <c:v>1007.6</c:v>
                </c:pt>
                <c:pt idx="10077">
                  <c:v>1007.7</c:v>
                </c:pt>
                <c:pt idx="10078">
                  <c:v>1007.8</c:v>
                </c:pt>
                <c:pt idx="10079">
                  <c:v>1007.9</c:v>
                </c:pt>
                <c:pt idx="10080">
                  <c:v>1008</c:v>
                </c:pt>
                <c:pt idx="10081">
                  <c:v>1008.1</c:v>
                </c:pt>
                <c:pt idx="10082">
                  <c:v>1008.2</c:v>
                </c:pt>
                <c:pt idx="10083">
                  <c:v>1008.3</c:v>
                </c:pt>
                <c:pt idx="10084">
                  <c:v>1008.4</c:v>
                </c:pt>
                <c:pt idx="10085">
                  <c:v>1008.5</c:v>
                </c:pt>
                <c:pt idx="10086">
                  <c:v>1008.6</c:v>
                </c:pt>
                <c:pt idx="10087">
                  <c:v>1008.7</c:v>
                </c:pt>
                <c:pt idx="10088">
                  <c:v>1008.8</c:v>
                </c:pt>
                <c:pt idx="10089">
                  <c:v>1008.9</c:v>
                </c:pt>
                <c:pt idx="10090">
                  <c:v>1009</c:v>
                </c:pt>
                <c:pt idx="10091">
                  <c:v>1009.1</c:v>
                </c:pt>
                <c:pt idx="10092">
                  <c:v>1009.2</c:v>
                </c:pt>
                <c:pt idx="10093">
                  <c:v>1009.3</c:v>
                </c:pt>
                <c:pt idx="10094">
                  <c:v>1009.4</c:v>
                </c:pt>
                <c:pt idx="10095">
                  <c:v>1009.5</c:v>
                </c:pt>
                <c:pt idx="10096">
                  <c:v>1009.6</c:v>
                </c:pt>
                <c:pt idx="10097">
                  <c:v>1009.7</c:v>
                </c:pt>
                <c:pt idx="10098">
                  <c:v>1009.8</c:v>
                </c:pt>
                <c:pt idx="10099">
                  <c:v>1009.9</c:v>
                </c:pt>
                <c:pt idx="10100">
                  <c:v>1010</c:v>
                </c:pt>
                <c:pt idx="10101">
                  <c:v>1010.1</c:v>
                </c:pt>
                <c:pt idx="10102">
                  <c:v>1010.2</c:v>
                </c:pt>
                <c:pt idx="10103">
                  <c:v>1010.3</c:v>
                </c:pt>
                <c:pt idx="10104">
                  <c:v>1010.4</c:v>
                </c:pt>
                <c:pt idx="10105">
                  <c:v>1010.5</c:v>
                </c:pt>
                <c:pt idx="10106">
                  <c:v>1010.6</c:v>
                </c:pt>
                <c:pt idx="10107">
                  <c:v>1010.7</c:v>
                </c:pt>
                <c:pt idx="10108">
                  <c:v>1010.8</c:v>
                </c:pt>
                <c:pt idx="10109">
                  <c:v>1010.9</c:v>
                </c:pt>
                <c:pt idx="10110">
                  <c:v>1011</c:v>
                </c:pt>
                <c:pt idx="10111">
                  <c:v>1011.1</c:v>
                </c:pt>
                <c:pt idx="10112">
                  <c:v>1011.2</c:v>
                </c:pt>
                <c:pt idx="10113">
                  <c:v>1011.3</c:v>
                </c:pt>
                <c:pt idx="10114">
                  <c:v>1011.4</c:v>
                </c:pt>
                <c:pt idx="10115">
                  <c:v>1011.5</c:v>
                </c:pt>
                <c:pt idx="10116">
                  <c:v>1011.6</c:v>
                </c:pt>
                <c:pt idx="10117">
                  <c:v>1011.7</c:v>
                </c:pt>
                <c:pt idx="10118">
                  <c:v>1011.8</c:v>
                </c:pt>
                <c:pt idx="10119">
                  <c:v>1011.9</c:v>
                </c:pt>
                <c:pt idx="10120">
                  <c:v>1012</c:v>
                </c:pt>
                <c:pt idx="10121">
                  <c:v>1012.1</c:v>
                </c:pt>
                <c:pt idx="10122">
                  <c:v>1012.2</c:v>
                </c:pt>
                <c:pt idx="10123">
                  <c:v>1012.3</c:v>
                </c:pt>
                <c:pt idx="10124">
                  <c:v>1012.4</c:v>
                </c:pt>
                <c:pt idx="10125">
                  <c:v>1012.5</c:v>
                </c:pt>
                <c:pt idx="10126">
                  <c:v>1012.6</c:v>
                </c:pt>
                <c:pt idx="10127">
                  <c:v>1012.7</c:v>
                </c:pt>
                <c:pt idx="10128">
                  <c:v>1012.8</c:v>
                </c:pt>
                <c:pt idx="10129">
                  <c:v>1012.9</c:v>
                </c:pt>
                <c:pt idx="10130">
                  <c:v>1013</c:v>
                </c:pt>
                <c:pt idx="10131">
                  <c:v>1013.1</c:v>
                </c:pt>
                <c:pt idx="10132">
                  <c:v>1013.2</c:v>
                </c:pt>
                <c:pt idx="10133">
                  <c:v>1013.3</c:v>
                </c:pt>
                <c:pt idx="10134">
                  <c:v>1013.4</c:v>
                </c:pt>
                <c:pt idx="10135">
                  <c:v>1013.5</c:v>
                </c:pt>
                <c:pt idx="10136">
                  <c:v>1013.6</c:v>
                </c:pt>
                <c:pt idx="10137">
                  <c:v>1013.7</c:v>
                </c:pt>
                <c:pt idx="10138">
                  <c:v>1013.8</c:v>
                </c:pt>
                <c:pt idx="10139">
                  <c:v>1013.9</c:v>
                </c:pt>
                <c:pt idx="10140">
                  <c:v>1014</c:v>
                </c:pt>
                <c:pt idx="10141">
                  <c:v>1014.1</c:v>
                </c:pt>
                <c:pt idx="10142">
                  <c:v>1014.2</c:v>
                </c:pt>
                <c:pt idx="10143">
                  <c:v>1014.3</c:v>
                </c:pt>
                <c:pt idx="10144">
                  <c:v>1014.4</c:v>
                </c:pt>
                <c:pt idx="10145">
                  <c:v>1014.5</c:v>
                </c:pt>
                <c:pt idx="10146">
                  <c:v>1014.6</c:v>
                </c:pt>
                <c:pt idx="10147">
                  <c:v>1014.7</c:v>
                </c:pt>
                <c:pt idx="10148">
                  <c:v>1014.8</c:v>
                </c:pt>
                <c:pt idx="10149">
                  <c:v>1014.9</c:v>
                </c:pt>
                <c:pt idx="10150">
                  <c:v>1015</c:v>
                </c:pt>
                <c:pt idx="10151">
                  <c:v>1015.1</c:v>
                </c:pt>
                <c:pt idx="10152">
                  <c:v>1015.2</c:v>
                </c:pt>
                <c:pt idx="10153">
                  <c:v>1015.3</c:v>
                </c:pt>
                <c:pt idx="10154">
                  <c:v>1015.4</c:v>
                </c:pt>
                <c:pt idx="10155">
                  <c:v>1015.5</c:v>
                </c:pt>
                <c:pt idx="10156">
                  <c:v>1015.6</c:v>
                </c:pt>
                <c:pt idx="10157">
                  <c:v>1015.7</c:v>
                </c:pt>
                <c:pt idx="10158">
                  <c:v>1015.8</c:v>
                </c:pt>
                <c:pt idx="10159">
                  <c:v>1015.9</c:v>
                </c:pt>
                <c:pt idx="10160">
                  <c:v>1016</c:v>
                </c:pt>
                <c:pt idx="10161">
                  <c:v>1016.1</c:v>
                </c:pt>
                <c:pt idx="10162">
                  <c:v>1016.2</c:v>
                </c:pt>
                <c:pt idx="10163">
                  <c:v>1016.3</c:v>
                </c:pt>
                <c:pt idx="10164">
                  <c:v>1016.4</c:v>
                </c:pt>
                <c:pt idx="10165">
                  <c:v>1016.5</c:v>
                </c:pt>
                <c:pt idx="10166">
                  <c:v>1016.6</c:v>
                </c:pt>
                <c:pt idx="10167">
                  <c:v>1016.7</c:v>
                </c:pt>
                <c:pt idx="10168">
                  <c:v>1016.8</c:v>
                </c:pt>
                <c:pt idx="10169">
                  <c:v>1016.9</c:v>
                </c:pt>
                <c:pt idx="10170">
                  <c:v>1017</c:v>
                </c:pt>
                <c:pt idx="10171">
                  <c:v>1017.1</c:v>
                </c:pt>
                <c:pt idx="10172">
                  <c:v>1017.2</c:v>
                </c:pt>
                <c:pt idx="10173">
                  <c:v>1017.3</c:v>
                </c:pt>
                <c:pt idx="10174">
                  <c:v>1017.4</c:v>
                </c:pt>
                <c:pt idx="10175">
                  <c:v>1017.5</c:v>
                </c:pt>
                <c:pt idx="10176">
                  <c:v>1017.6</c:v>
                </c:pt>
                <c:pt idx="10177">
                  <c:v>1017.7</c:v>
                </c:pt>
                <c:pt idx="10178">
                  <c:v>1017.8</c:v>
                </c:pt>
                <c:pt idx="10179">
                  <c:v>1017.9</c:v>
                </c:pt>
                <c:pt idx="10180">
                  <c:v>1018</c:v>
                </c:pt>
                <c:pt idx="10181">
                  <c:v>1018.1</c:v>
                </c:pt>
                <c:pt idx="10182">
                  <c:v>1018.2</c:v>
                </c:pt>
                <c:pt idx="10183">
                  <c:v>1018.3</c:v>
                </c:pt>
                <c:pt idx="10184">
                  <c:v>1018.4</c:v>
                </c:pt>
                <c:pt idx="10185">
                  <c:v>1018.5</c:v>
                </c:pt>
                <c:pt idx="10186">
                  <c:v>1018.6</c:v>
                </c:pt>
                <c:pt idx="10187">
                  <c:v>1018.7</c:v>
                </c:pt>
                <c:pt idx="10188">
                  <c:v>1018.8</c:v>
                </c:pt>
                <c:pt idx="10189">
                  <c:v>1018.9</c:v>
                </c:pt>
                <c:pt idx="10190">
                  <c:v>1019</c:v>
                </c:pt>
                <c:pt idx="10191">
                  <c:v>1019.1</c:v>
                </c:pt>
                <c:pt idx="10192">
                  <c:v>1019.2</c:v>
                </c:pt>
                <c:pt idx="10193">
                  <c:v>1019.3</c:v>
                </c:pt>
                <c:pt idx="10194">
                  <c:v>1019.4</c:v>
                </c:pt>
                <c:pt idx="10195">
                  <c:v>1019.5</c:v>
                </c:pt>
                <c:pt idx="10196">
                  <c:v>1019.6</c:v>
                </c:pt>
                <c:pt idx="10197">
                  <c:v>1019.7</c:v>
                </c:pt>
                <c:pt idx="10198">
                  <c:v>1019.8</c:v>
                </c:pt>
                <c:pt idx="10199">
                  <c:v>1019.9</c:v>
                </c:pt>
                <c:pt idx="10200">
                  <c:v>1020</c:v>
                </c:pt>
                <c:pt idx="10201">
                  <c:v>1020.1</c:v>
                </c:pt>
                <c:pt idx="10202">
                  <c:v>1020.2</c:v>
                </c:pt>
                <c:pt idx="10203">
                  <c:v>1020.3</c:v>
                </c:pt>
                <c:pt idx="10204">
                  <c:v>1020.4</c:v>
                </c:pt>
                <c:pt idx="10205">
                  <c:v>1020.5</c:v>
                </c:pt>
                <c:pt idx="10206">
                  <c:v>1020.6</c:v>
                </c:pt>
                <c:pt idx="10207">
                  <c:v>1020.7</c:v>
                </c:pt>
                <c:pt idx="10208">
                  <c:v>1020.8</c:v>
                </c:pt>
                <c:pt idx="10209">
                  <c:v>1020.9</c:v>
                </c:pt>
                <c:pt idx="10210">
                  <c:v>1021</c:v>
                </c:pt>
                <c:pt idx="10211">
                  <c:v>1021.1</c:v>
                </c:pt>
                <c:pt idx="10212">
                  <c:v>1021.2</c:v>
                </c:pt>
                <c:pt idx="10213">
                  <c:v>1021.3</c:v>
                </c:pt>
                <c:pt idx="10214">
                  <c:v>1021.4</c:v>
                </c:pt>
                <c:pt idx="10215">
                  <c:v>1021.5</c:v>
                </c:pt>
                <c:pt idx="10216">
                  <c:v>1021.6</c:v>
                </c:pt>
                <c:pt idx="10217">
                  <c:v>1021.7</c:v>
                </c:pt>
                <c:pt idx="10218">
                  <c:v>1021.8</c:v>
                </c:pt>
                <c:pt idx="10219">
                  <c:v>1021.9</c:v>
                </c:pt>
                <c:pt idx="10220">
                  <c:v>1022</c:v>
                </c:pt>
                <c:pt idx="10221">
                  <c:v>1022.1</c:v>
                </c:pt>
                <c:pt idx="10222">
                  <c:v>1022.2</c:v>
                </c:pt>
                <c:pt idx="10223">
                  <c:v>1022.3</c:v>
                </c:pt>
                <c:pt idx="10224">
                  <c:v>1022.4</c:v>
                </c:pt>
                <c:pt idx="10225">
                  <c:v>1022.5</c:v>
                </c:pt>
                <c:pt idx="10226">
                  <c:v>1022.6</c:v>
                </c:pt>
                <c:pt idx="10227">
                  <c:v>1022.7</c:v>
                </c:pt>
                <c:pt idx="10228">
                  <c:v>1022.8</c:v>
                </c:pt>
                <c:pt idx="10229">
                  <c:v>1022.9</c:v>
                </c:pt>
                <c:pt idx="10230">
                  <c:v>1023</c:v>
                </c:pt>
                <c:pt idx="10231">
                  <c:v>1023.1</c:v>
                </c:pt>
                <c:pt idx="10232">
                  <c:v>1023.2</c:v>
                </c:pt>
                <c:pt idx="10233">
                  <c:v>1023.3</c:v>
                </c:pt>
                <c:pt idx="10234">
                  <c:v>1023.4</c:v>
                </c:pt>
                <c:pt idx="10235">
                  <c:v>1023.5</c:v>
                </c:pt>
                <c:pt idx="10236">
                  <c:v>1023.6</c:v>
                </c:pt>
                <c:pt idx="10237">
                  <c:v>1023.7</c:v>
                </c:pt>
                <c:pt idx="10238">
                  <c:v>1023.8</c:v>
                </c:pt>
                <c:pt idx="10239">
                  <c:v>1023.9</c:v>
                </c:pt>
                <c:pt idx="10240">
                  <c:v>1024</c:v>
                </c:pt>
                <c:pt idx="10241">
                  <c:v>1024.0999999999999</c:v>
                </c:pt>
                <c:pt idx="10242">
                  <c:v>1024.2</c:v>
                </c:pt>
                <c:pt idx="10243">
                  <c:v>1024.3</c:v>
                </c:pt>
                <c:pt idx="10244">
                  <c:v>1024.4000000000001</c:v>
                </c:pt>
                <c:pt idx="10245">
                  <c:v>1024.5</c:v>
                </c:pt>
                <c:pt idx="10246">
                  <c:v>1024.5999999999999</c:v>
                </c:pt>
                <c:pt idx="10247">
                  <c:v>1024.7</c:v>
                </c:pt>
                <c:pt idx="10248">
                  <c:v>1024.8</c:v>
                </c:pt>
                <c:pt idx="10249">
                  <c:v>1024.9000000000001</c:v>
                </c:pt>
                <c:pt idx="10250">
                  <c:v>1025</c:v>
                </c:pt>
                <c:pt idx="10251">
                  <c:v>1025.0999999999999</c:v>
                </c:pt>
                <c:pt idx="10252">
                  <c:v>1025.2</c:v>
                </c:pt>
                <c:pt idx="10253">
                  <c:v>1025.3</c:v>
                </c:pt>
                <c:pt idx="10254">
                  <c:v>1025.4000000000001</c:v>
                </c:pt>
                <c:pt idx="10255">
                  <c:v>1025.5</c:v>
                </c:pt>
                <c:pt idx="10256">
                  <c:v>1025.5999999999999</c:v>
                </c:pt>
                <c:pt idx="10257">
                  <c:v>1025.7</c:v>
                </c:pt>
                <c:pt idx="10258">
                  <c:v>1025.8</c:v>
                </c:pt>
                <c:pt idx="10259">
                  <c:v>1025.9000000000001</c:v>
                </c:pt>
                <c:pt idx="10260">
                  <c:v>1026</c:v>
                </c:pt>
                <c:pt idx="10261">
                  <c:v>1026.0999999999999</c:v>
                </c:pt>
                <c:pt idx="10262">
                  <c:v>1026.2</c:v>
                </c:pt>
                <c:pt idx="10263">
                  <c:v>1026.3</c:v>
                </c:pt>
                <c:pt idx="10264">
                  <c:v>1026.4000000000001</c:v>
                </c:pt>
                <c:pt idx="10265">
                  <c:v>1026.5</c:v>
                </c:pt>
                <c:pt idx="10266">
                  <c:v>1026.5999999999999</c:v>
                </c:pt>
                <c:pt idx="10267">
                  <c:v>1026.7</c:v>
                </c:pt>
                <c:pt idx="10268">
                  <c:v>1026.8</c:v>
                </c:pt>
                <c:pt idx="10269">
                  <c:v>1026.9000000000001</c:v>
                </c:pt>
                <c:pt idx="10270">
                  <c:v>1027</c:v>
                </c:pt>
                <c:pt idx="10271">
                  <c:v>1027.0999999999999</c:v>
                </c:pt>
                <c:pt idx="10272">
                  <c:v>1027.2</c:v>
                </c:pt>
                <c:pt idx="10273">
                  <c:v>1027.3</c:v>
                </c:pt>
                <c:pt idx="10274">
                  <c:v>1027.4000000000001</c:v>
                </c:pt>
                <c:pt idx="10275">
                  <c:v>1027.5</c:v>
                </c:pt>
                <c:pt idx="10276">
                  <c:v>1027.5999999999999</c:v>
                </c:pt>
                <c:pt idx="10277">
                  <c:v>1027.7</c:v>
                </c:pt>
                <c:pt idx="10278">
                  <c:v>1027.8</c:v>
                </c:pt>
                <c:pt idx="10279">
                  <c:v>1027.9000000000001</c:v>
                </c:pt>
                <c:pt idx="10280">
                  <c:v>1028</c:v>
                </c:pt>
                <c:pt idx="10281">
                  <c:v>1028.0999999999999</c:v>
                </c:pt>
                <c:pt idx="10282">
                  <c:v>1028.2</c:v>
                </c:pt>
                <c:pt idx="10283">
                  <c:v>1028.3</c:v>
                </c:pt>
                <c:pt idx="10284">
                  <c:v>1028.4000000000001</c:v>
                </c:pt>
                <c:pt idx="10285">
                  <c:v>1028.5</c:v>
                </c:pt>
                <c:pt idx="10286">
                  <c:v>1028.5999999999999</c:v>
                </c:pt>
                <c:pt idx="10287">
                  <c:v>1028.7</c:v>
                </c:pt>
                <c:pt idx="10288">
                  <c:v>1028.8</c:v>
                </c:pt>
                <c:pt idx="10289">
                  <c:v>1028.9000000000001</c:v>
                </c:pt>
                <c:pt idx="10290">
                  <c:v>1029</c:v>
                </c:pt>
                <c:pt idx="10291">
                  <c:v>1029.0999999999999</c:v>
                </c:pt>
                <c:pt idx="10292">
                  <c:v>1029.2</c:v>
                </c:pt>
                <c:pt idx="10293">
                  <c:v>1029.3</c:v>
                </c:pt>
                <c:pt idx="10294">
                  <c:v>1029.4000000000001</c:v>
                </c:pt>
                <c:pt idx="10295">
                  <c:v>1029.5</c:v>
                </c:pt>
                <c:pt idx="10296">
                  <c:v>1029.5999999999999</c:v>
                </c:pt>
                <c:pt idx="10297">
                  <c:v>1029.7</c:v>
                </c:pt>
                <c:pt idx="10298">
                  <c:v>1029.8</c:v>
                </c:pt>
                <c:pt idx="10299">
                  <c:v>1029.9000000000001</c:v>
                </c:pt>
                <c:pt idx="10300">
                  <c:v>1030</c:v>
                </c:pt>
                <c:pt idx="10301">
                  <c:v>1030.0999999999999</c:v>
                </c:pt>
                <c:pt idx="10302">
                  <c:v>1030.2</c:v>
                </c:pt>
                <c:pt idx="10303">
                  <c:v>1030.3</c:v>
                </c:pt>
                <c:pt idx="10304">
                  <c:v>1030.4000000000001</c:v>
                </c:pt>
                <c:pt idx="10305">
                  <c:v>1030.5</c:v>
                </c:pt>
                <c:pt idx="10306">
                  <c:v>1030.5999999999999</c:v>
                </c:pt>
                <c:pt idx="10307">
                  <c:v>1030.7</c:v>
                </c:pt>
                <c:pt idx="10308">
                  <c:v>1030.8</c:v>
                </c:pt>
                <c:pt idx="10309">
                  <c:v>1030.9000000000001</c:v>
                </c:pt>
                <c:pt idx="10310">
                  <c:v>1031</c:v>
                </c:pt>
                <c:pt idx="10311">
                  <c:v>1031.0999999999999</c:v>
                </c:pt>
                <c:pt idx="10312">
                  <c:v>1031.2</c:v>
                </c:pt>
                <c:pt idx="10313">
                  <c:v>1031.3</c:v>
                </c:pt>
                <c:pt idx="10314">
                  <c:v>1031.4000000000001</c:v>
                </c:pt>
                <c:pt idx="10315">
                  <c:v>1031.5</c:v>
                </c:pt>
                <c:pt idx="10316">
                  <c:v>1031.5999999999999</c:v>
                </c:pt>
                <c:pt idx="10317">
                  <c:v>1031.7</c:v>
                </c:pt>
                <c:pt idx="10318">
                  <c:v>1031.8</c:v>
                </c:pt>
                <c:pt idx="10319">
                  <c:v>1031.9000000000001</c:v>
                </c:pt>
                <c:pt idx="10320">
                  <c:v>1032</c:v>
                </c:pt>
                <c:pt idx="10321">
                  <c:v>1032.0999999999999</c:v>
                </c:pt>
                <c:pt idx="10322">
                  <c:v>1032.2</c:v>
                </c:pt>
                <c:pt idx="10323">
                  <c:v>1032.3</c:v>
                </c:pt>
                <c:pt idx="10324">
                  <c:v>1032.4000000000001</c:v>
                </c:pt>
                <c:pt idx="10325">
                  <c:v>1032.5</c:v>
                </c:pt>
                <c:pt idx="10326">
                  <c:v>1032.5999999999999</c:v>
                </c:pt>
                <c:pt idx="10327">
                  <c:v>1032.7</c:v>
                </c:pt>
                <c:pt idx="10328">
                  <c:v>1032.8</c:v>
                </c:pt>
                <c:pt idx="10329">
                  <c:v>1032.9000000000001</c:v>
                </c:pt>
                <c:pt idx="10330">
                  <c:v>1033</c:v>
                </c:pt>
                <c:pt idx="10331">
                  <c:v>1033.0999999999999</c:v>
                </c:pt>
                <c:pt idx="10332">
                  <c:v>1033.2</c:v>
                </c:pt>
                <c:pt idx="10333">
                  <c:v>1033.3</c:v>
                </c:pt>
                <c:pt idx="10334">
                  <c:v>1033.4000000000001</c:v>
                </c:pt>
                <c:pt idx="10335">
                  <c:v>1033.5</c:v>
                </c:pt>
                <c:pt idx="10336">
                  <c:v>1033.5999999999999</c:v>
                </c:pt>
                <c:pt idx="10337">
                  <c:v>1033.7</c:v>
                </c:pt>
                <c:pt idx="10338">
                  <c:v>1033.8</c:v>
                </c:pt>
                <c:pt idx="10339">
                  <c:v>1033.9000000000001</c:v>
                </c:pt>
                <c:pt idx="10340">
                  <c:v>1034</c:v>
                </c:pt>
                <c:pt idx="10341">
                  <c:v>1034.0999999999999</c:v>
                </c:pt>
                <c:pt idx="10342">
                  <c:v>1034.2</c:v>
                </c:pt>
                <c:pt idx="10343">
                  <c:v>1034.3</c:v>
                </c:pt>
                <c:pt idx="10344">
                  <c:v>1034.4000000000001</c:v>
                </c:pt>
                <c:pt idx="10345">
                  <c:v>1034.5</c:v>
                </c:pt>
                <c:pt idx="10346">
                  <c:v>1034.5999999999999</c:v>
                </c:pt>
                <c:pt idx="10347">
                  <c:v>1034.7</c:v>
                </c:pt>
                <c:pt idx="10348">
                  <c:v>1034.8</c:v>
                </c:pt>
                <c:pt idx="10349">
                  <c:v>1034.9000000000001</c:v>
                </c:pt>
                <c:pt idx="10350">
                  <c:v>1035</c:v>
                </c:pt>
                <c:pt idx="10351">
                  <c:v>1035.0999999999999</c:v>
                </c:pt>
                <c:pt idx="10352">
                  <c:v>1035.2</c:v>
                </c:pt>
                <c:pt idx="10353">
                  <c:v>1035.3</c:v>
                </c:pt>
                <c:pt idx="10354">
                  <c:v>1035.4000000000001</c:v>
                </c:pt>
                <c:pt idx="10355">
                  <c:v>1035.5</c:v>
                </c:pt>
                <c:pt idx="10356">
                  <c:v>1035.5999999999999</c:v>
                </c:pt>
                <c:pt idx="10357">
                  <c:v>1035.7</c:v>
                </c:pt>
                <c:pt idx="10358">
                  <c:v>1035.8</c:v>
                </c:pt>
                <c:pt idx="10359">
                  <c:v>1035.9000000000001</c:v>
                </c:pt>
                <c:pt idx="10360">
                  <c:v>1036</c:v>
                </c:pt>
                <c:pt idx="10361">
                  <c:v>1036.0999999999999</c:v>
                </c:pt>
                <c:pt idx="10362">
                  <c:v>1036.2</c:v>
                </c:pt>
                <c:pt idx="10363">
                  <c:v>1036.3</c:v>
                </c:pt>
                <c:pt idx="10364">
                  <c:v>1036.4000000000001</c:v>
                </c:pt>
                <c:pt idx="10365">
                  <c:v>1036.5</c:v>
                </c:pt>
                <c:pt idx="10366">
                  <c:v>1036.5999999999999</c:v>
                </c:pt>
                <c:pt idx="10367">
                  <c:v>1036.7</c:v>
                </c:pt>
                <c:pt idx="10368">
                  <c:v>1036.8</c:v>
                </c:pt>
                <c:pt idx="10369">
                  <c:v>1036.9000000000001</c:v>
                </c:pt>
                <c:pt idx="10370">
                  <c:v>1037</c:v>
                </c:pt>
                <c:pt idx="10371">
                  <c:v>1037.0999999999999</c:v>
                </c:pt>
                <c:pt idx="10372">
                  <c:v>1037.2</c:v>
                </c:pt>
                <c:pt idx="10373">
                  <c:v>1037.3</c:v>
                </c:pt>
                <c:pt idx="10374">
                  <c:v>1037.4000000000001</c:v>
                </c:pt>
                <c:pt idx="10375">
                  <c:v>1037.5</c:v>
                </c:pt>
                <c:pt idx="10376">
                  <c:v>1037.5999999999999</c:v>
                </c:pt>
                <c:pt idx="10377">
                  <c:v>1037.7</c:v>
                </c:pt>
                <c:pt idx="10378">
                  <c:v>1037.8</c:v>
                </c:pt>
                <c:pt idx="10379">
                  <c:v>1037.9000000000001</c:v>
                </c:pt>
                <c:pt idx="10380">
                  <c:v>1038</c:v>
                </c:pt>
                <c:pt idx="10381">
                  <c:v>1038.0999999999999</c:v>
                </c:pt>
                <c:pt idx="10382">
                  <c:v>1038.2</c:v>
                </c:pt>
                <c:pt idx="10383">
                  <c:v>1038.3</c:v>
                </c:pt>
                <c:pt idx="10384">
                  <c:v>1038.4000000000001</c:v>
                </c:pt>
                <c:pt idx="10385">
                  <c:v>1038.5</c:v>
                </c:pt>
                <c:pt idx="10386">
                  <c:v>1038.5999999999999</c:v>
                </c:pt>
                <c:pt idx="10387">
                  <c:v>1038.7</c:v>
                </c:pt>
                <c:pt idx="10388">
                  <c:v>1038.8</c:v>
                </c:pt>
                <c:pt idx="10389">
                  <c:v>1038.9000000000001</c:v>
                </c:pt>
                <c:pt idx="10390">
                  <c:v>1039</c:v>
                </c:pt>
                <c:pt idx="10391">
                  <c:v>1039.0999999999999</c:v>
                </c:pt>
                <c:pt idx="10392">
                  <c:v>1039.2</c:v>
                </c:pt>
                <c:pt idx="10393">
                  <c:v>1039.3</c:v>
                </c:pt>
                <c:pt idx="10394">
                  <c:v>1039.4000000000001</c:v>
                </c:pt>
                <c:pt idx="10395">
                  <c:v>1039.5</c:v>
                </c:pt>
                <c:pt idx="10396">
                  <c:v>1039.5999999999999</c:v>
                </c:pt>
                <c:pt idx="10397">
                  <c:v>1039.7</c:v>
                </c:pt>
                <c:pt idx="10398">
                  <c:v>1039.8</c:v>
                </c:pt>
                <c:pt idx="10399">
                  <c:v>1039.9000000000001</c:v>
                </c:pt>
                <c:pt idx="10400">
                  <c:v>1040</c:v>
                </c:pt>
                <c:pt idx="10401">
                  <c:v>1040.0999999999999</c:v>
                </c:pt>
                <c:pt idx="10402">
                  <c:v>1040.2</c:v>
                </c:pt>
                <c:pt idx="10403">
                  <c:v>1040.3</c:v>
                </c:pt>
                <c:pt idx="10404">
                  <c:v>1040.4000000000001</c:v>
                </c:pt>
                <c:pt idx="10405">
                  <c:v>1040.5</c:v>
                </c:pt>
                <c:pt idx="10406">
                  <c:v>1040.5999999999999</c:v>
                </c:pt>
                <c:pt idx="10407">
                  <c:v>1040.7</c:v>
                </c:pt>
                <c:pt idx="10408">
                  <c:v>1040.8</c:v>
                </c:pt>
                <c:pt idx="10409">
                  <c:v>1040.9000000000001</c:v>
                </c:pt>
                <c:pt idx="10410">
                  <c:v>1041</c:v>
                </c:pt>
                <c:pt idx="10411">
                  <c:v>1041.0999999999999</c:v>
                </c:pt>
                <c:pt idx="10412">
                  <c:v>1041.2</c:v>
                </c:pt>
                <c:pt idx="10413">
                  <c:v>1041.3</c:v>
                </c:pt>
                <c:pt idx="10414">
                  <c:v>1041.4000000000001</c:v>
                </c:pt>
                <c:pt idx="10415">
                  <c:v>1041.5</c:v>
                </c:pt>
                <c:pt idx="10416">
                  <c:v>1041.5999999999999</c:v>
                </c:pt>
                <c:pt idx="10417">
                  <c:v>1041.7</c:v>
                </c:pt>
                <c:pt idx="10418">
                  <c:v>1041.8</c:v>
                </c:pt>
                <c:pt idx="10419">
                  <c:v>1041.9000000000001</c:v>
                </c:pt>
                <c:pt idx="10420">
                  <c:v>1042</c:v>
                </c:pt>
                <c:pt idx="10421">
                  <c:v>1042.0999999999999</c:v>
                </c:pt>
                <c:pt idx="10422">
                  <c:v>1042.2</c:v>
                </c:pt>
                <c:pt idx="10423">
                  <c:v>1042.3</c:v>
                </c:pt>
                <c:pt idx="10424">
                  <c:v>1042.4000000000001</c:v>
                </c:pt>
                <c:pt idx="10425">
                  <c:v>1042.5</c:v>
                </c:pt>
                <c:pt idx="10426">
                  <c:v>1042.5999999999999</c:v>
                </c:pt>
                <c:pt idx="10427">
                  <c:v>1042.7</c:v>
                </c:pt>
                <c:pt idx="10428">
                  <c:v>1042.8</c:v>
                </c:pt>
                <c:pt idx="10429">
                  <c:v>1042.9000000000001</c:v>
                </c:pt>
                <c:pt idx="10430">
                  <c:v>1043</c:v>
                </c:pt>
                <c:pt idx="10431">
                  <c:v>1043.0999999999999</c:v>
                </c:pt>
                <c:pt idx="10432">
                  <c:v>1043.2</c:v>
                </c:pt>
                <c:pt idx="10433">
                  <c:v>1043.3</c:v>
                </c:pt>
                <c:pt idx="10434">
                  <c:v>1043.4000000000001</c:v>
                </c:pt>
                <c:pt idx="10435">
                  <c:v>1043.5</c:v>
                </c:pt>
                <c:pt idx="10436">
                  <c:v>1043.5999999999999</c:v>
                </c:pt>
                <c:pt idx="10437">
                  <c:v>1043.7</c:v>
                </c:pt>
                <c:pt idx="10438">
                  <c:v>1043.8</c:v>
                </c:pt>
                <c:pt idx="10439">
                  <c:v>1043.9000000000001</c:v>
                </c:pt>
                <c:pt idx="10440">
                  <c:v>1044</c:v>
                </c:pt>
                <c:pt idx="10441">
                  <c:v>1044.0999999999999</c:v>
                </c:pt>
                <c:pt idx="10442">
                  <c:v>1044.2</c:v>
                </c:pt>
                <c:pt idx="10443">
                  <c:v>1044.3</c:v>
                </c:pt>
                <c:pt idx="10444">
                  <c:v>1044.4000000000001</c:v>
                </c:pt>
                <c:pt idx="10445">
                  <c:v>1044.5</c:v>
                </c:pt>
                <c:pt idx="10446">
                  <c:v>1044.5999999999999</c:v>
                </c:pt>
                <c:pt idx="10447">
                  <c:v>1044.7</c:v>
                </c:pt>
                <c:pt idx="10448">
                  <c:v>1044.8</c:v>
                </c:pt>
                <c:pt idx="10449">
                  <c:v>1044.9000000000001</c:v>
                </c:pt>
                <c:pt idx="10450">
                  <c:v>1045</c:v>
                </c:pt>
                <c:pt idx="10451">
                  <c:v>1045.0999999999999</c:v>
                </c:pt>
                <c:pt idx="10452">
                  <c:v>1045.2</c:v>
                </c:pt>
                <c:pt idx="10453">
                  <c:v>1045.3</c:v>
                </c:pt>
                <c:pt idx="10454">
                  <c:v>1045.4000000000001</c:v>
                </c:pt>
                <c:pt idx="10455">
                  <c:v>1045.5</c:v>
                </c:pt>
                <c:pt idx="10456">
                  <c:v>1045.5999999999999</c:v>
                </c:pt>
                <c:pt idx="10457">
                  <c:v>1045.7</c:v>
                </c:pt>
                <c:pt idx="10458">
                  <c:v>1045.8</c:v>
                </c:pt>
                <c:pt idx="10459">
                  <c:v>1045.9000000000001</c:v>
                </c:pt>
                <c:pt idx="10460">
                  <c:v>1046</c:v>
                </c:pt>
                <c:pt idx="10461">
                  <c:v>1046.0999999999999</c:v>
                </c:pt>
                <c:pt idx="10462">
                  <c:v>1046.2</c:v>
                </c:pt>
                <c:pt idx="10463">
                  <c:v>1046.3</c:v>
                </c:pt>
                <c:pt idx="10464">
                  <c:v>1046.4000000000001</c:v>
                </c:pt>
                <c:pt idx="10465">
                  <c:v>1046.5</c:v>
                </c:pt>
                <c:pt idx="10466">
                  <c:v>1046.5999999999999</c:v>
                </c:pt>
                <c:pt idx="10467">
                  <c:v>1046.7</c:v>
                </c:pt>
                <c:pt idx="10468">
                  <c:v>1046.8</c:v>
                </c:pt>
                <c:pt idx="10469">
                  <c:v>1046.9000000000001</c:v>
                </c:pt>
                <c:pt idx="10470">
                  <c:v>1047</c:v>
                </c:pt>
                <c:pt idx="10471">
                  <c:v>1047.0999999999999</c:v>
                </c:pt>
                <c:pt idx="10472">
                  <c:v>1047.2</c:v>
                </c:pt>
                <c:pt idx="10473">
                  <c:v>1047.3</c:v>
                </c:pt>
                <c:pt idx="10474">
                  <c:v>1047.4000000000001</c:v>
                </c:pt>
                <c:pt idx="10475">
                  <c:v>1047.5</c:v>
                </c:pt>
                <c:pt idx="10476">
                  <c:v>1047.5999999999999</c:v>
                </c:pt>
                <c:pt idx="10477">
                  <c:v>1047.7</c:v>
                </c:pt>
                <c:pt idx="10478">
                  <c:v>1047.8</c:v>
                </c:pt>
                <c:pt idx="10479">
                  <c:v>1047.9000000000001</c:v>
                </c:pt>
                <c:pt idx="10480">
                  <c:v>1048</c:v>
                </c:pt>
                <c:pt idx="10481">
                  <c:v>1048.0999999999999</c:v>
                </c:pt>
                <c:pt idx="10482">
                  <c:v>1048.2</c:v>
                </c:pt>
                <c:pt idx="10483">
                  <c:v>1048.3</c:v>
                </c:pt>
                <c:pt idx="10484">
                  <c:v>1048.4000000000001</c:v>
                </c:pt>
                <c:pt idx="10485">
                  <c:v>1048.5</c:v>
                </c:pt>
                <c:pt idx="10486">
                  <c:v>1048.5999999999999</c:v>
                </c:pt>
                <c:pt idx="10487">
                  <c:v>1048.7</c:v>
                </c:pt>
                <c:pt idx="10488">
                  <c:v>1048.8</c:v>
                </c:pt>
                <c:pt idx="10489">
                  <c:v>1048.9000000000001</c:v>
                </c:pt>
                <c:pt idx="10490">
                  <c:v>1049</c:v>
                </c:pt>
                <c:pt idx="10491">
                  <c:v>1049.0999999999999</c:v>
                </c:pt>
                <c:pt idx="10492">
                  <c:v>1049.2</c:v>
                </c:pt>
                <c:pt idx="10493">
                  <c:v>1049.3</c:v>
                </c:pt>
                <c:pt idx="10494">
                  <c:v>1049.4000000000001</c:v>
                </c:pt>
                <c:pt idx="10495">
                  <c:v>1049.5</c:v>
                </c:pt>
                <c:pt idx="10496">
                  <c:v>1049.5999999999999</c:v>
                </c:pt>
                <c:pt idx="10497">
                  <c:v>1049.7</c:v>
                </c:pt>
                <c:pt idx="10498">
                  <c:v>1049.8</c:v>
                </c:pt>
                <c:pt idx="10499">
                  <c:v>1049.9000000000001</c:v>
                </c:pt>
                <c:pt idx="10500">
                  <c:v>1050</c:v>
                </c:pt>
                <c:pt idx="10501">
                  <c:v>1050.0999999999999</c:v>
                </c:pt>
                <c:pt idx="10502">
                  <c:v>1050.2</c:v>
                </c:pt>
                <c:pt idx="10503">
                  <c:v>1050.3</c:v>
                </c:pt>
                <c:pt idx="10504">
                  <c:v>1050.4000000000001</c:v>
                </c:pt>
                <c:pt idx="10505">
                  <c:v>1050.5</c:v>
                </c:pt>
                <c:pt idx="10506">
                  <c:v>1050.5999999999999</c:v>
                </c:pt>
                <c:pt idx="10507">
                  <c:v>1050.7</c:v>
                </c:pt>
                <c:pt idx="10508">
                  <c:v>1050.8</c:v>
                </c:pt>
                <c:pt idx="10509">
                  <c:v>1050.9000000000001</c:v>
                </c:pt>
                <c:pt idx="10510">
                  <c:v>1051</c:v>
                </c:pt>
                <c:pt idx="10511">
                  <c:v>1051.0999999999999</c:v>
                </c:pt>
                <c:pt idx="10512">
                  <c:v>1051.2</c:v>
                </c:pt>
                <c:pt idx="10513">
                  <c:v>1051.3</c:v>
                </c:pt>
                <c:pt idx="10514">
                  <c:v>1051.4000000000001</c:v>
                </c:pt>
                <c:pt idx="10515">
                  <c:v>1051.5</c:v>
                </c:pt>
                <c:pt idx="10516">
                  <c:v>1051.5999999999999</c:v>
                </c:pt>
                <c:pt idx="10517">
                  <c:v>1051.7</c:v>
                </c:pt>
                <c:pt idx="10518">
                  <c:v>1051.8</c:v>
                </c:pt>
                <c:pt idx="10519">
                  <c:v>1051.9000000000001</c:v>
                </c:pt>
                <c:pt idx="10520">
                  <c:v>1052</c:v>
                </c:pt>
                <c:pt idx="10521">
                  <c:v>1052.0999999999999</c:v>
                </c:pt>
                <c:pt idx="10522">
                  <c:v>1052.2</c:v>
                </c:pt>
                <c:pt idx="10523">
                  <c:v>1052.3</c:v>
                </c:pt>
                <c:pt idx="10524">
                  <c:v>1052.4000000000001</c:v>
                </c:pt>
                <c:pt idx="10525">
                  <c:v>1052.5</c:v>
                </c:pt>
                <c:pt idx="10526">
                  <c:v>1052.5999999999999</c:v>
                </c:pt>
                <c:pt idx="10527">
                  <c:v>1052.7</c:v>
                </c:pt>
                <c:pt idx="10528">
                  <c:v>1052.8</c:v>
                </c:pt>
                <c:pt idx="10529">
                  <c:v>1052.9000000000001</c:v>
                </c:pt>
                <c:pt idx="10530">
                  <c:v>1053</c:v>
                </c:pt>
                <c:pt idx="10531">
                  <c:v>1053.0999999999999</c:v>
                </c:pt>
                <c:pt idx="10532">
                  <c:v>1053.2</c:v>
                </c:pt>
                <c:pt idx="10533">
                  <c:v>1053.3</c:v>
                </c:pt>
                <c:pt idx="10534">
                  <c:v>1053.4000000000001</c:v>
                </c:pt>
                <c:pt idx="10535">
                  <c:v>1053.5</c:v>
                </c:pt>
                <c:pt idx="10536">
                  <c:v>1053.5999999999999</c:v>
                </c:pt>
                <c:pt idx="10537">
                  <c:v>1053.7</c:v>
                </c:pt>
                <c:pt idx="10538">
                  <c:v>1053.8</c:v>
                </c:pt>
                <c:pt idx="10539">
                  <c:v>1053.9000000000001</c:v>
                </c:pt>
                <c:pt idx="10540">
                  <c:v>1054</c:v>
                </c:pt>
                <c:pt idx="10541">
                  <c:v>1054.0999999999999</c:v>
                </c:pt>
                <c:pt idx="10542">
                  <c:v>1054.2</c:v>
                </c:pt>
                <c:pt idx="10543">
                  <c:v>1054.3</c:v>
                </c:pt>
                <c:pt idx="10544">
                  <c:v>1054.4000000000001</c:v>
                </c:pt>
                <c:pt idx="10545">
                  <c:v>1054.5</c:v>
                </c:pt>
                <c:pt idx="10546">
                  <c:v>1054.5999999999999</c:v>
                </c:pt>
                <c:pt idx="10547">
                  <c:v>1054.7</c:v>
                </c:pt>
                <c:pt idx="10548">
                  <c:v>1054.8</c:v>
                </c:pt>
                <c:pt idx="10549">
                  <c:v>1054.9000000000001</c:v>
                </c:pt>
                <c:pt idx="10550">
                  <c:v>1055</c:v>
                </c:pt>
                <c:pt idx="10551">
                  <c:v>1055.0999999999999</c:v>
                </c:pt>
                <c:pt idx="10552">
                  <c:v>1055.2</c:v>
                </c:pt>
                <c:pt idx="10553">
                  <c:v>1055.3</c:v>
                </c:pt>
                <c:pt idx="10554">
                  <c:v>1055.4000000000001</c:v>
                </c:pt>
                <c:pt idx="10555">
                  <c:v>1055.5</c:v>
                </c:pt>
                <c:pt idx="10556">
                  <c:v>1055.5999999999999</c:v>
                </c:pt>
                <c:pt idx="10557">
                  <c:v>1055.7</c:v>
                </c:pt>
                <c:pt idx="10558">
                  <c:v>1055.8</c:v>
                </c:pt>
                <c:pt idx="10559">
                  <c:v>1055.9000000000001</c:v>
                </c:pt>
                <c:pt idx="10560">
                  <c:v>1056</c:v>
                </c:pt>
                <c:pt idx="10561">
                  <c:v>1056.0999999999999</c:v>
                </c:pt>
                <c:pt idx="10562">
                  <c:v>1056.2</c:v>
                </c:pt>
                <c:pt idx="10563">
                  <c:v>1056.3</c:v>
                </c:pt>
                <c:pt idx="10564">
                  <c:v>1056.4000000000001</c:v>
                </c:pt>
                <c:pt idx="10565">
                  <c:v>1056.5</c:v>
                </c:pt>
                <c:pt idx="10566">
                  <c:v>1056.5999999999999</c:v>
                </c:pt>
                <c:pt idx="10567">
                  <c:v>1056.7</c:v>
                </c:pt>
                <c:pt idx="10568">
                  <c:v>1056.8</c:v>
                </c:pt>
                <c:pt idx="10569">
                  <c:v>1056.9000000000001</c:v>
                </c:pt>
                <c:pt idx="10570">
                  <c:v>1057</c:v>
                </c:pt>
                <c:pt idx="10571">
                  <c:v>1057.0999999999999</c:v>
                </c:pt>
                <c:pt idx="10572">
                  <c:v>1057.2</c:v>
                </c:pt>
                <c:pt idx="10573">
                  <c:v>1057.3</c:v>
                </c:pt>
                <c:pt idx="10574">
                  <c:v>1057.4000000000001</c:v>
                </c:pt>
                <c:pt idx="10575">
                  <c:v>1057.5</c:v>
                </c:pt>
                <c:pt idx="10576">
                  <c:v>1057.5999999999999</c:v>
                </c:pt>
                <c:pt idx="10577">
                  <c:v>1057.7</c:v>
                </c:pt>
                <c:pt idx="10578">
                  <c:v>1057.8</c:v>
                </c:pt>
                <c:pt idx="10579">
                  <c:v>1057.9000000000001</c:v>
                </c:pt>
                <c:pt idx="10580">
                  <c:v>1058</c:v>
                </c:pt>
                <c:pt idx="10581">
                  <c:v>1058.0999999999999</c:v>
                </c:pt>
                <c:pt idx="10582">
                  <c:v>1058.2</c:v>
                </c:pt>
                <c:pt idx="10583">
                  <c:v>1058.3</c:v>
                </c:pt>
                <c:pt idx="10584">
                  <c:v>1058.4000000000001</c:v>
                </c:pt>
                <c:pt idx="10585">
                  <c:v>1058.5</c:v>
                </c:pt>
                <c:pt idx="10586">
                  <c:v>1058.5999999999999</c:v>
                </c:pt>
                <c:pt idx="10587">
                  <c:v>1058.7</c:v>
                </c:pt>
                <c:pt idx="10588">
                  <c:v>1058.8</c:v>
                </c:pt>
                <c:pt idx="10589">
                  <c:v>1058.9000000000001</c:v>
                </c:pt>
                <c:pt idx="10590">
                  <c:v>1059</c:v>
                </c:pt>
                <c:pt idx="10591">
                  <c:v>1059.0999999999999</c:v>
                </c:pt>
                <c:pt idx="10592">
                  <c:v>1059.2</c:v>
                </c:pt>
                <c:pt idx="10593">
                  <c:v>1059.3</c:v>
                </c:pt>
                <c:pt idx="10594">
                  <c:v>1059.4000000000001</c:v>
                </c:pt>
                <c:pt idx="10595">
                  <c:v>1059.5</c:v>
                </c:pt>
                <c:pt idx="10596">
                  <c:v>1059.5999999999999</c:v>
                </c:pt>
                <c:pt idx="10597">
                  <c:v>1059.7</c:v>
                </c:pt>
                <c:pt idx="10598">
                  <c:v>1059.8</c:v>
                </c:pt>
                <c:pt idx="10599">
                  <c:v>1059.9000000000001</c:v>
                </c:pt>
                <c:pt idx="10600">
                  <c:v>1060</c:v>
                </c:pt>
                <c:pt idx="10601">
                  <c:v>1060.0999999999999</c:v>
                </c:pt>
                <c:pt idx="10602">
                  <c:v>1060.2</c:v>
                </c:pt>
                <c:pt idx="10603">
                  <c:v>1060.3</c:v>
                </c:pt>
                <c:pt idx="10604">
                  <c:v>1060.4000000000001</c:v>
                </c:pt>
                <c:pt idx="10605">
                  <c:v>1060.5</c:v>
                </c:pt>
                <c:pt idx="10606">
                  <c:v>1060.5999999999999</c:v>
                </c:pt>
                <c:pt idx="10607">
                  <c:v>1060.7</c:v>
                </c:pt>
                <c:pt idx="10608">
                  <c:v>1060.8</c:v>
                </c:pt>
                <c:pt idx="10609">
                  <c:v>1060.9000000000001</c:v>
                </c:pt>
                <c:pt idx="10610">
                  <c:v>1061</c:v>
                </c:pt>
                <c:pt idx="10611">
                  <c:v>1061.0999999999999</c:v>
                </c:pt>
                <c:pt idx="10612">
                  <c:v>1061.2</c:v>
                </c:pt>
                <c:pt idx="10613">
                  <c:v>1061.3</c:v>
                </c:pt>
                <c:pt idx="10614">
                  <c:v>1061.4000000000001</c:v>
                </c:pt>
                <c:pt idx="10615">
                  <c:v>1061.5</c:v>
                </c:pt>
                <c:pt idx="10616">
                  <c:v>1061.5999999999999</c:v>
                </c:pt>
                <c:pt idx="10617">
                  <c:v>1061.7</c:v>
                </c:pt>
                <c:pt idx="10618">
                  <c:v>1061.8</c:v>
                </c:pt>
                <c:pt idx="10619">
                  <c:v>1061.9000000000001</c:v>
                </c:pt>
                <c:pt idx="10620">
                  <c:v>1062</c:v>
                </c:pt>
                <c:pt idx="10621">
                  <c:v>1062.0999999999999</c:v>
                </c:pt>
                <c:pt idx="10622">
                  <c:v>1062.2</c:v>
                </c:pt>
                <c:pt idx="10623">
                  <c:v>1062.3</c:v>
                </c:pt>
                <c:pt idx="10624">
                  <c:v>1062.4000000000001</c:v>
                </c:pt>
                <c:pt idx="10625">
                  <c:v>1062.5</c:v>
                </c:pt>
                <c:pt idx="10626">
                  <c:v>1062.5999999999999</c:v>
                </c:pt>
                <c:pt idx="10627">
                  <c:v>1062.7</c:v>
                </c:pt>
                <c:pt idx="10628">
                  <c:v>1062.8</c:v>
                </c:pt>
                <c:pt idx="10629">
                  <c:v>1062.9000000000001</c:v>
                </c:pt>
                <c:pt idx="10630">
                  <c:v>1063</c:v>
                </c:pt>
                <c:pt idx="10631">
                  <c:v>1063.0999999999999</c:v>
                </c:pt>
                <c:pt idx="10632">
                  <c:v>1063.2</c:v>
                </c:pt>
                <c:pt idx="10633">
                  <c:v>1063.3</c:v>
                </c:pt>
                <c:pt idx="10634">
                  <c:v>1063.4000000000001</c:v>
                </c:pt>
                <c:pt idx="10635">
                  <c:v>1063.5</c:v>
                </c:pt>
                <c:pt idx="10636">
                  <c:v>1063.5999999999999</c:v>
                </c:pt>
                <c:pt idx="10637">
                  <c:v>1063.7</c:v>
                </c:pt>
                <c:pt idx="10638">
                  <c:v>1063.8</c:v>
                </c:pt>
                <c:pt idx="10639">
                  <c:v>1063.9000000000001</c:v>
                </c:pt>
                <c:pt idx="10640">
                  <c:v>1064</c:v>
                </c:pt>
                <c:pt idx="10641">
                  <c:v>1064.0999999999999</c:v>
                </c:pt>
                <c:pt idx="10642">
                  <c:v>1064.2</c:v>
                </c:pt>
                <c:pt idx="10643">
                  <c:v>1064.3</c:v>
                </c:pt>
                <c:pt idx="10644">
                  <c:v>1064.4000000000001</c:v>
                </c:pt>
                <c:pt idx="10645">
                  <c:v>1064.5</c:v>
                </c:pt>
                <c:pt idx="10646">
                  <c:v>1064.5999999999999</c:v>
                </c:pt>
                <c:pt idx="10647">
                  <c:v>1064.7</c:v>
                </c:pt>
                <c:pt idx="10648">
                  <c:v>1064.8</c:v>
                </c:pt>
                <c:pt idx="10649">
                  <c:v>1064.9000000000001</c:v>
                </c:pt>
                <c:pt idx="10650">
                  <c:v>1065</c:v>
                </c:pt>
                <c:pt idx="10651">
                  <c:v>1065.0999999999999</c:v>
                </c:pt>
                <c:pt idx="10652">
                  <c:v>1065.2</c:v>
                </c:pt>
                <c:pt idx="10653">
                  <c:v>1065.3</c:v>
                </c:pt>
                <c:pt idx="10654">
                  <c:v>1065.4000000000001</c:v>
                </c:pt>
                <c:pt idx="10655">
                  <c:v>1065.5</c:v>
                </c:pt>
                <c:pt idx="10656">
                  <c:v>1065.5999999999999</c:v>
                </c:pt>
                <c:pt idx="10657">
                  <c:v>1065.7</c:v>
                </c:pt>
                <c:pt idx="10658">
                  <c:v>1065.8</c:v>
                </c:pt>
                <c:pt idx="10659">
                  <c:v>1065.9000000000001</c:v>
                </c:pt>
                <c:pt idx="10660">
                  <c:v>1066</c:v>
                </c:pt>
                <c:pt idx="10661">
                  <c:v>1066.0999999999999</c:v>
                </c:pt>
                <c:pt idx="10662">
                  <c:v>1066.2</c:v>
                </c:pt>
                <c:pt idx="10663">
                  <c:v>1066.3</c:v>
                </c:pt>
                <c:pt idx="10664">
                  <c:v>1066.4000000000001</c:v>
                </c:pt>
                <c:pt idx="10665">
                  <c:v>1066.5</c:v>
                </c:pt>
                <c:pt idx="10666">
                  <c:v>1066.5999999999999</c:v>
                </c:pt>
                <c:pt idx="10667">
                  <c:v>1066.7</c:v>
                </c:pt>
                <c:pt idx="10668">
                  <c:v>1066.8</c:v>
                </c:pt>
                <c:pt idx="10669">
                  <c:v>1066.9000000000001</c:v>
                </c:pt>
                <c:pt idx="10670">
                  <c:v>1067</c:v>
                </c:pt>
                <c:pt idx="10671">
                  <c:v>1067.0999999999999</c:v>
                </c:pt>
                <c:pt idx="10672">
                  <c:v>1067.2</c:v>
                </c:pt>
                <c:pt idx="10673">
                  <c:v>1067.3</c:v>
                </c:pt>
                <c:pt idx="10674">
                  <c:v>1067.4000000000001</c:v>
                </c:pt>
                <c:pt idx="10675">
                  <c:v>1067.5</c:v>
                </c:pt>
                <c:pt idx="10676">
                  <c:v>1067.5999999999999</c:v>
                </c:pt>
                <c:pt idx="10677">
                  <c:v>1067.7</c:v>
                </c:pt>
                <c:pt idx="10678">
                  <c:v>1067.8</c:v>
                </c:pt>
                <c:pt idx="10679">
                  <c:v>1067.9000000000001</c:v>
                </c:pt>
                <c:pt idx="10680">
                  <c:v>1068</c:v>
                </c:pt>
                <c:pt idx="10681">
                  <c:v>1068.0999999999999</c:v>
                </c:pt>
                <c:pt idx="10682">
                  <c:v>1068.2</c:v>
                </c:pt>
                <c:pt idx="10683">
                  <c:v>1068.3</c:v>
                </c:pt>
                <c:pt idx="10684">
                  <c:v>1068.4000000000001</c:v>
                </c:pt>
                <c:pt idx="10685">
                  <c:v>1068.5</c:v>
                </c:pt>
                <c:pt idx="10686">
                  <c:v>1068.5999999999999</c:v>
                </c:pt>
                <c:pt idx="10687">
                  <c:v>1068.7</c:v>
                </c:pt>
                <c:pt idx="10688">
                  <c:v>1068.8</c:v>
                </c:pt>
                <c:pt idx="10689">
                  <c:v>1068.9000000000001</c:v>
                </c:pt>
                <c:pt idx="10690">
                  <c:v>1069</c:v>
                </c:pt>
                <c:pt idx="10691">
                  <c:v>1069.0999999999999</c:v>
                </c:pt>
                <c:pt idx="10692">
                  <c:v>1069.2</c:v>
                </c:pt>
                <c:pt idx="10693">
                  <c:v>1069.3</c:v>
                </c:pt>
                <c:pt idx="10694">
                  <c:v>1069.4000000000001</c:v>
                </c:pt>
                <c:pt idx="10695">
                  <c:v>1069.5</c:v>
                </c:pt>
                <c:pt idx="10696">
                  <c:v>1069.5999999999999</c:v>
                </c:pt>
                <c:pt idx="10697">
                  <c:v>1069.7</c:v>
                </c:pt>
                <c:pt idx="10698">
                  <c:v>1069.8</c:v>
                </c:pt>
                <c:pt idx="10699">
                  <c:v>1069.9000000000001</c:v>
                </c:pt>
                <c:pt idx="10700">
                  <c:v>1070</c:v>
                </c:pt>
                <c:pt idx="10701">
                  <c:v>1070.0999999999999</c:v>
                </c:pt>
                <c:pt idx="10702">
                  <c:v>1070.2</c:v>
                </c:pt>
                <c:pt idx="10703">
                  <c:v>1070.3</c:v>
                </c:pt>
                <c:pt idx="10704">
                  <c:v>1070.4000000000001</c:v>
                </c:pt>
                <c:pt idx="10705">
                  <c:v>1070.5</c:v>
                </c:pt>
                <c:pt idx="10706">
                  <c:v>1070.5999999999999</c:v>
                </c:pt>
                <c:pt idx="10707">
                  <c:v>1070.7</c:v>
                </c:pt>
                <c:pt idx="10708">
                  <c:v>1070.8</c:v>
                </c:pt>
                <c:pt idx="10709">
                  <c:v>1070.9000000000001</c:v>
                </c:pt>
                <c:pt idx="10710">
                  <c:v>1071</c:v>
                </c:pt>
                <c:pt idx="10711">
                  <c:v>1071.0999999999999</c:v>
                </c:pt>
                <c:pt idx="10712">
                  <c:v>1071.2</c:v>
                </c:pt>
                <c:pt idx="10713">
                  <c:v>1071.3</c:v>
                </c:pt>
                <c:pt idx="10714">
                  <c:v>1071.4000000000001</c:v>
                </c:pt>
                <c:pt idx="10715">
                  <c:v>1071.5</c:v>
                </c:pt>
                <c:pt idx="10716">
                  <c:v>1071.5999999999999</c:v>
                </c:pt>
                <c:pt idx="10717">
                  <c:v>1071.7</c:v>
                </c:pt>
                <c:pt idx="10718">
                  <c:v>1071.8</c:v>
                </c:pt>
                <c:pt idx="10719">
                  <c:v>1071.9000000000001</c:v>
                </c:pt>
                <c:pt idx="10720">
                  <c:v>1072</c:v>
                </c:pt>
                <c:pt idx="10721">
                  <c:v>1072.0999999999999</c:v>
                </c:pt>
                <c:pt idx="10722">
                  <c:v>1072.2</c:v>
                </c:pt>
                <c:pt idx="10723">
                  <c:v>1072.3</c:v>
                </c:pt>
                <c:pt idx="10724">
                  <c:v>1072.4000000000001</c:v>
                </c:pt>
                <c:pt idx="10725">
                  <c:v>1072.5</c:v>
                </c:pt>
                <c:pt idx="10726">
                  <c:v>1072.5999999999999</c:v>
                </c:pt>
                <c:pt idx="10727">
                  <c:v>1072.7</c:v>
                </c:pt>
                <c:pt idx="10728">
                  <c:v>1072.8</c:v>
                </c:pt>
                <c:pt idx="10729">
                  <c:v>1072.9000000000001</c:v>
                </c:pt>
                <c:pt idx="10730">
                  <c:v>1073</c:v>
                </c:pt>
                <c:pt idx="10731">
                  <c:v>1073.0999999999999</c:v>
                </c:pt>
                <c:pt idx="10732">
                  <c:v>1073.2</c:v>
                </c:pt>
                <c:pt idx="10733">
                  <c:v>1073.3</c:v>
                </c:pt>
                <c:pt idx="10734">
                  <c:v>1073.4000000000001</c:v>
                </c:pt>
                <c:pt idx="10735">
                  <c:v>1073.5</c:v>
                </c:pt>
                <c:pt idx="10736">
                  <c:v>1073.5999999999999</c:v>
                </c:pt>
                <c:pt idx="10737">
                  <c:v>1073.7</c:v>
                </c:pt>
                <c:pt idx="10738">
                  <c:v>1073.8</c:v>
                </c:pt>
                <c:pt idx="10739">
                  <c:v>1073.9000000000001</c:v>
                </c:pt>
                <c:pt idx="10740">
                  <c:v>1074</c:v>
                </c:pt>
                <c:pt idx="10741">
                  <c:v>1074.0999999999999</c:v>
                </c:pt>
                <c:pt idx="10742">
                  <c:v>1074.2</c:v>
                </c:pt>
                <c:pt idx="10743">
                  <c:v>1074.3</c:v>
                </c:pt>
                <c:pt idx="10744">
                  <c:v>1074.4000000000001</c:v>
                </c:pt>
                <c:pt idx="10745">
                  <c:v>1074.5</c:v>
                </c:pt>
                <c:pt idx="10746">
                  <c:v>1074.5999999999999</c:v>
                </c:pt>
                <c:pt idx="10747">
                  <c:v>1074.7</c:v>
                </c:pt>
                <c:pt idx="10748">
                  <c:v>1074.8</c:v>
                </c:pt>
                <c:pt idx="10749">
                  <c:v>1074.9000000000001</c:v>
                </c:pt>
                <c:pt idx="10750">
                  <c:v>1075</c:v>
                </c:pt>
                <c:pt idx="10751">
                  <c:v>1075.0999999999999</c:v>
                </c:pt>
                <c:pt idx="10752">
                  <c:v>1075.2</c:v>
                </c:pt>
                <c:pt idx="10753">
                  <c:v>1075.3</c:v>
                </c:pt>
                <c:pt idx="10754">
                  <c:v>1075.4000000000001</c:v>
                </c:pt>
                <c:pt idx="10755">
                  <c:v>1075.5</c:v>
                </c:pt>
                <c:pt idx="10756">
                  <c:v>1075.5999999999999</c:v>
                </c:pt>
                <c:pt idx="10757">
                  <c:v>1075.7</c:v>
                </c:pt>
                <c:pt idx="10758">
                  <c:v>1075.8</c:v>
                </c:pt>
                <c:pt idx="10759">
                  <c:v>1075.9000000000001</c:v>
                </c:pt>
                <c:pt idx="10760">
                  <c:v>1076</c:v>
                </c:pt>
                <c:pt idx="10761">
                  <c:v>1076.0999999999999</c:v>
                </c:pt>
                <c:pt idx="10762">
                  <c:v>1076.2</c:v>
                </c:pt>
                <c:pt idx="10763">
                  <c:v>1076.3</c:v>
                </c:pt>
                <c:pt idx="10764">
                  <c:v>1076.4000000000001</c:v>
                </c:pt>
                <c:pt idx="10765">
                  <c:v>1076.5</c:v>
                </c:pt>
                <c:pt idx="10766">
                  <c:v>1076.5999999999999</c:v>
                </c:pt>
                <c:pt idx="10767">
                  <c:v>1076.7</c:v>
                </c:pt>
                <c:pt idx="10768">
                  <c:v>1076.8</c:v>
                </c:pt>
                <c:pt idx="10769">
                  <c:v>1076.9000000000001</c:v>
                </c:pt>
                <c:pt idx="10770">
                  <c:v>1077</c:v>
                </c:pt>
                <c:pt idx="10771">
                  <c:v>1077.0999999999999</c:v>
                </c:pt>
                <c:pt idx="10772">
                  <c:v>1077.2</c:v>
                </c:pt>
                <c:pt idx="10773">
                  <c:v>1077.3</c:v>
                </c:pt>
                <c:pt idx="10774">
                  <c:v>1077.4000000000001</c:v>
                </c:pt>
                <c:pt idx="10775">
                  <c:v>1077.5</c:v>
                </c:pt>
                <c:pt idx="10776">
                  <c:v>1077.5999999999999</c:v>
                </c:pt>
                <c:pt idx="10777">
                  <c:v>1077.7</c:v>
                </c:pt>
                <c:pt idx="10778">
                  <c:v>1077.8</c:v>
                </c:pt>
                <c:pt idx="10779">
                  <c:v>1077.9000000000001</c:v>
                </c:pt>
                <c:pt idx="10780">
                  <c:v>1078</c:v>
                </c:pt>
                <c:pt idx="10781">
                  <c:v>1078.0999999999999</c:v>
                </c:pt>
                <c:pt idx="10782">
                  <c:v>1078.2</c:v>
                </c:pt>
                <c:pt idx="10783">
                  <c:v>1078.3</c:v>
                </c:pt>
                <c:pt idx="10784">
                  <c:v>1078.4000000000001</c:v>
                </c:pt>
                <c:pt idx="10785">
                  <c:v>1078.5</c:v>
                </c:pt>
                <c:pt idx="10786">
                  <c:v>1078.5999999999999</c:v>
                </c:pt>
                <c:pt idx="10787">
                  <c:v>1078.7</c:v>
                </c:pt>
                <c:pt idx="10788">
                  <c:v>1078.8</c:v>
                </c:pt>
                <c:pt idx="10789">
                  <c:v>1078.9000000000001</c:v>
                </c:pt>
                <c:pt idx="10790">
                  <c:v>1079</c:v>
                </c:pt>
                <c:pt idx="10791">
                  <c:v>1079.0999999999999</c:v>
                </c:pt>
                <c:pt idx="10792">
                  <c:v>1079.2</c:v>
                </c:pt>
                <c:pt idx="10793">
                  <c:v>1079.3</c:v>
                </c:pt>
                <c:pt idx="10794">
                  <c:v>1079.4000000000001</c:v>
                </c:pt>
                <c:pt idx="10795">
                  <c:v>1079.5</c:v>
                </c:pt>
                <c:pt idx="10796">
                  <c:v>1079.5999999999999</c:v>
                </c:pt>
                <c:pt idx="10797">
                  <c:v>1079.7</c:v>
                </c:pt>
                <c:pt idx="10798">
                  <c:v>1079.8</c:v>
                </c:pt>
                <c:pt idx="10799">
                  <c:v>1079.9000000000001</c:v>
                </c:pt>
                <c:pt idx="10800">
                  <c:v>1080</c:v>
                </c:pt>
                <c:pt idx="10801">
                  <c:v>1080.0999999999999</c:v>
                </c:pt>
                <c:pt idx="10802">
                  <c:v>1080.2</c:v>
                </c:pt>
                <c:pt idx="10803">
                  <c:v>1080.3</c:v>
                </c:pt>
                <c:pt idx="10804">
                  <c:v>1080.4000000000001</c:v>
                </c:pt>
                <c:pt idx="10805">
                  <c:v>1080.5</c:v>
                </c:pt>
                <c:pt idx="10806">
                  <c:v>1080.5999999999999</c:v>
                </c:pt>
                <c:pt idx="10807">
                  <c:v>1080.7</c:v>
                </c:pt>
                <c:pt idx="10808">
                  <c:v>1080.8</c:v>
                </c:pt>
                <c:pt idx="10809">
                  <c:v>1080.9000000000001</c:v>
                </c:pt>
                <c:pt idx="10810">
                  <c:v>1081</c:v>
                </c:pt>
                <c:pt idx="10811">
                  <c:v>1081.0999999999999</c:v>
                </c:pt>
                <c:pt idx="10812">
                  <c:v>1081.2</c:v>
                </c:pt>
                <c:pt idx="10813">
                  <c:v>1081.3</c:v>
                </c:pt>
                <c:pt idx="10814">
                  <c:v>1081.4000000000001</c:v>
                </c:pt>
                <c:pt idx="10815">
                  <c:v>1081.5</c:v>
                </c:pt>
                <c:pt idx="10816">
                  <c:v>1081.5999999999999</c:v>
                </c:pt>
                <c:pt idx="10817">
                  <c:v>1081.7</c:v>
                </c:pt>
                <c:pt idx="10818">
                  <c:v>1081.8</c:v>
                </c:pt>
                <c:pt idx="10819">
                  <c:v>1081.9000000000001</c:v>
                </c:pt>
                <c:pt idx="10820">
                  <c:v>1082</c:v>
                </c:pt>
                <c:pt idx="10821">
                  <c:v>1082.0999999999999</c:v>
                </c:pt>
                <c:pt idx="10822">
                  <c:v>1082.2</c:v>
                </c:pt>
                <c:pt idx="10823">
                  <c:v>1082.3</c:v>
                </c:pt>
                <c:pt idx="10824">
                  <c:v>1082.4000000000001</c:v>
                </c:pt>
                <c:pt idx="10825">
                  <c:v>1082.5</c:v>
                </c:pt>
                <c:pt idx="10826">
                  <c:v>1082.5999999999999</c:v>
                </c:pt>
                <c:pt idx="10827">
                  <c:v>1082.7</c:v>
                </c:pt>
                <c:pt idx="10828">
                  <c:v>1082.8</c:v>
                </c:pt>
                <c:pt idx="10829">
                  <c:v>1082.9000000000001</c:v>
                </c:pt>
                <c:pt idx="10830">
                  <c:v>1083</c:v>
                </c:pt>
                <c:pt idx="10831">
                  <c:v>1083.0999999999999</c:v>
                </c:pt>
                <c:pt idx="10832">
                  <c:v>1083.2</c:v>
                </c:pt>
                <c:pt idx="10833">
                  <c:v>1083.3</c:v>
                </c:pt>
                <c:pt idx="10834">
                  <c:v>1083.4000000000001</c:v>
                </c:pt>
                <c:pt idx="10835">
                  <c:v>1083.5</c:v>
                </c:pt>
                <c:pt idx="10836">
                  <c:v>1083.5999999999999</c:v>
                </c:pt>
                <c:pt idx="10837">
                  <c:v>1083.7</c:v>
                </c:pt>
                <c:pt idx="10838">
                  <c:v>1083.8</c:v>
                </c:pt>
                <c:pt idx="10839">
                  <c:v>1083.9000000000001</c:v>
                </c:pt>
                <c:pt idx="10840">
                  <c:v>1084</c:v>
                </c:pt>
                <c:pt idx="10841">
                  <c:v>1084.0999999999999</c:v>
                </c:pt>
                <c:pt idx="10842">
                  <c:v>1084.2</c:v>
                </c:pt>
                <c:pt idx="10843">
                  <c:v>1084.3</c:v>
                </c:pt>
                <c:pt idx="10844">
                  <c:v>1084.4000000000001</c:v>
                </c:pt>
                <c:pt idx="10845">
                  <c:v>1084.5</c:v>
                </c:pt>
                <c:pt idx="10846">
                  <c:v>1084.5999999999999</c:v>
                </c:pt>
                <c:pt idx="10847">
                  <c:v>1084.7</c:v>
                </c:pt>
                <c:pt idx="10848">
                  <c:v>1084.8</c:v>
                </c:pt>
                <c:pt idx="10849">
                  <c:v>1084.9000000000001</c:v>
                </c:pt>
                <c:pt idx="10850">
                  <c:v>1085</c:v>
                </c:pt>
                <c:pt idx="10851">
                  <c:v>1085.0999999999999</c:v>
                </c:pt>
                <c:pt idx="10852">
                  <c:v>1085.2</c:v>
                </c:pt>
                <c:pt idx="10853">
                  <c:v>1085.3</c:v>
                </c:pt>
                <c:pt idx="10854">
                  <c:v>1085.4000000000001</c:v>
                </c:pt>
                <c:pt idx="10855">
                  <c:v>1085.5</c:v>
                </c:pt>
                <c:pt idx="10856">
                  <c:v>1085.5999999999999</c:v>
                </c:pt>
                <c:pt idx="10857">
                  <c:v>1085.7</c:v>
                </c:pt>
                <c:pt idx="10858">
                  <c:v>1085.8</c:v>
                </c:pt>
                <c:pt idx="10859">
                  <c:v>1085.9000000000001</c:v>
                </c:pt>
                <c:pt idx="10860">
                  <c:v>1086</c:v>
                </c:pt>
                <c:pt idx="10861">
                  <c:v>1086.0999999999999</c:v>
                </c:pt>
                <c:pt idx="10862">
                  <c:v>1086.2</c:v>
                </c:pt>
                <c:pt idx="10863">
                  <c:v>1086.3</c:v>
                </c:pt>
                <c:pt idx="10864">
                  <c:v>1086.4000000000001</c:v>
                </c:pt>
                <c:pt idx="10865">
                  <c:v>1086.5</c:v>
                </c:pt>
                <c:pt idx="10866">
                  <c:v>1086.5999999999999</c:v>
                </c:pt>
                <c:pt idx="10867">
                  <c:v>1086.7</c:v>
                </c:pt>
                <c:pt idx="10868">
                  <c:v>1086.8</c:v>
                </c:pt>
                <c:pt idx="10869">
                  <c:v>1086.9000000000001</c:v>
                </c:pt>
                <c:pt idx="10870">
                  <c:v>1087</c:v>
                </c:pt>
                <c:pt idx="10871">
                  <c:v>1087.0999999999999</c:v>
                </c:pt>
                <c:pt idx="10872">
                  <c:v>1087.2</c:v>
                </c:pt>
                <c:pt idx="10873">
                  <c:v>1087.3</c:v>
                </c:pt>
                <c:pt idx="10874">
                  <c:v>1087.4000000000001</c:v>
                </c:pt>
                <c:pt idx="10875">
                  <c:v>1087.5</c:v>
                </c:pt>
                <c:pt idx="10876">
                  <c:v>1087.5999999999999</c:v>
                </c:pt>
                <c:pt idx="10877">
                  <c:v>1087.7</c:v>
                </c:pt>
                <c:pt idx="10878">
                  <c:v>1087.8</c:v>
                </c:pt>
                <c:pt idx="10879">
                  <c:v>1087.9000000000001</c:v>
                </c:pt>
                <c:pt idx="10880">
                  <c:v>1088</c:v>
                </c:pt>
                <c:pt idx="10881">
                  <c:v>1088.0999999999999</c:v>
                </c:pt>
                <c:pt idx="10882">
                  <c:v>1088.2</c:v>
                </c:pt>
                <c:pt idx="10883">
                  <c:v>1088.3</c:v>
                </c:pt>
                <c:pt idx="10884">
                  <c:v>1088.4000000000001</c:v>
                </c:pt>
                <c:pt idx="10885">
                  <c:v>1088.5</c:v>
                </c:pt>
                <c:pt idx="10886">
                  <c:v>1088.5999999999999</c:v>
                </c:pt>
                <c:pt idx="10887">
                  <c:v>1088.7</c:v>
                </c:pt>
                <c:pt idx="10888">
                  <c:v>1088.8</c:v>
                </c:pt>
                <c:pt idx="10889">
                  <c:v>1088.9000000000001</c:v>
                </c:pt>
                <c:pt idx="10890">
                  <c:v>1089</c:v>
                </c:pt>
                <c:pt idx="10891">
                  <c:v>1089.0999999999999</c:v>
                </c:pt>
                <c:pt idx="10892">
                  <c:v>1089.2</c:v>
                </c:pt>
                <c:pt idx="10893">
                  <c:v>1089.3</c:v>
                </c:pt>
                <c:pt idx="10894">
                  <c:v>1089.4000000000001</c:v>
                </c:pt>
                <c:pt idx="10895">
                  <c:v>1089.5</c:v>
                </c:pt>
                <c:pt idx="10896">
                  <c:v>1089.5999999999999</c:v>
                </c:pt>
                <c:pt idx="10897">
                  <c:v>1089.7</c:v>
                </c:pt>
                <c:pt idx="10898">
                  <c:v>1089.8</c:v>
                </c:pt>
                <c:pt idx="10899">
                  <c:v>1089.9000000000001</c:v>
                </c:pt>
                <c:pt idx="10900">
                  <c:v>1090</c:v>
                </c:pt>
                <c:pt idx="10901">
                  <c:v>1090.0999999999999</c:v>
                </c:pt>
                <c:pt idx="10902">
                  <c:v>1090.2</c:v>
                </c:pt>
                <c:pt idx="10903">
                  <c:v>1090.3</c:v>
                </c:pt>
                <c:pt idx="10904">
                  <c:v>1090.4000000000001</c:v>
                </c:pt>
                <c:pt idx="10905">
                  <c:v>1090.5</c:v>
                </c:pt>
                <c:pt idx="10906">
                  <c:v>1090.5999999999999</c:v>
                </c:pt>
                <c:pt idx="10907">
                  <c:v>1090.7</c:v>
                </c:pt>
                <c:pt idx="10908">
                  <c:v>1090.8</c:v>
                </c:pt>
                <c:pt idx="10909">
                  <c:v>1090.9000000000001</c:v>
                </c:pt>
                <c:pt idx="10910">
                  <c:v>1091</c:v>
                </c:pt>
                <c:pt idx="10911">
                  <c:v>1091.0999999999999</c:v>
                </c:pt>
                <c:pt idx="10912">
                  <c:v>1091.2</c:v>
                </c:pt>
                <c:pt idx="10913">
                  <c:v>1091.3</c:v>
                </c:pt>
                <c:pt idx="10914">
                  <c:v>1091.4000000000001</c:v>
                </c:pt>
                <c:pt idx="10915">
                  <c:v>1091.5</c:v>
                </c:pt>
                <c:pt idx="10916">
                  <c:v>1091.5999999999999</c:v>
                </c:pt>
                <c:pt idx="10917">
                  <c:v>1091.7</c:v>
                </c:pt>
                <c:pt idx="10918">
                  <c:v>1091.8</c:v>
                </c:pt>
                <c:pt idx="10919">
                  <c:v>1091.9000000000001</c:v>
                </c:pt>
                <c:pt idx="10920">
                  <c:v>1092</c:v>
                </c:pt>
                <c:pt idx="10921">
                  <c:v>1092.0999999999999</c:v>
                </c:pt>
                <c:pt idx="10922">
                  <c:v>1092.2</c:v>
                </c:pt>
                <c:pt idx="10923">
                  <c:v>1092.3</c:v>
                </c:pt>
                <c:pt idx="10924">
                  <c:v>1092.4000000000001</c:v>
                </c:pt>
                <c:pt idx="10925">
                  <c:v>1092.5</c:v>
                </c:pt>
                <c:pt idx="10926">
                  <c:v>1092.5999999999999</c:v>
                </c:pt>
                <c:pt idx="10927">
                  <c:v>1092.7</c:v>
                </c:pt>
                <c:pt idx="10928">
                  <c:v>1092.8</c:v>
                </c:pt>
                <c:pt idx="10929">
                  <c:v>1092.9000000000001</c:v>
                </c:pt>
                <c:pt idx="10930">
                  <c:v>1093</c:v>
                </c:pt>
                <c:pt idx="10931">
                  <c:v>1093.0999999999999</c:v>
                </c:pt>
                <c:pt idx="10932">
                  <c:v>1093.2</c:v>
                </c:pt>
                <c:pt idx="10933">
                  <c:v>1093.3</c:v>
                </c:pt>
                <c:pt idx="10934">
                  <c:v>1093.4000000000001</c:v>
                </c:pt>
                <c:pt idx="10935">
                  <c:v>1093.5</c:v>
                </c:pt>
                <c:pt idx="10936">
                  <c:v>1093.5999999999999</c:v>
                </c:pt>
                <c:pt idx="10937">
                  <c:v>1093.7</c:v>
                </c:pt>
                <c:pt idx="10938">
                  <c:v>1093.8</c:v>
                </c:pt>
                <c:pt idx="10939">
                  <c:v>1093.9000000000001</c:v>
                </c:pt>
                <c:pt idx="10940">
                  <c:v>1094</c:v>
                </c:pt>
                <c:pt idx="10941">
                  <c:v>1094.0999999999999</c:v>
                </c:pt>
                <c:pt idx="10942">
                  <c:v>1094.2</c:v>
                </c:pt>
                <c:pt idx="10943">
                  <c:v>1094.3</c:v>
                </c:pt>
                <c:pt idx="10944">
                  <c:v>1094.4000000000001</c:v>
                </c:pt>
                <c:pt idx="10945">
                  <c:v>1094.5</c:v>
                </c:pt>
                <c:pt idx="10946">
                  <c:v>1094.5999999999999</c:v>
                </c:pt>
                <c:pt idx="10947">
                  <c:v>1094.7</c:v>
                </c:pt>
                <c:pt idx="10948">
                  <c:v>1094.8</c:v>
                </c:pt>
                <c:pt idx="10949">
                  <c:v>1094.9000000000001</c:v>
                </c:pt>
                <c:pt idx="10950">
                  <c:v>1095</c:v>
                </c:pt>
                <c:pt idx="10951">
                  <c:v>1095.0999999999999</c:v>
                </c:pt>
                <c:pt idx="10952">
                  <c:v>1095.2</c:v>
                </c:pt>
                <c:pt idx="10953">
                  <c:v>1095.3</c:v>
                </c:pt>
                <c:pt idx="10954">
                  <c:v>1095.4000000000001</c:v>
                </c:pt>
                <c:pt idx="10955">
                  <c:v>1095.5</c:v>
                </c:pt>
                <c:pt idx="10956">
                  <c:v>1095.5999999999999</c:v>
                </c:pt>
                <c:pt idx="10957">
                  <c:v>1095.7</c:v>
                </c:pt>
                <c:pt idx="10958">
                  <c:v>1095.8</c:v>
                </c:pt>
                <c:pt idx="10959">
                  <c:v>1095.9000000000001</c:v>
                </c:pt>
                <c:pt idx="10960">
                  <c:v>1096</c:v>
                </c:pt>
                <c:pt idx="10961">
                  <c:v>1096.0999999999999</c:v>
                </c:pt>
                <c:pt idx="10962">
                  <c:v>1096.2</c:v>
                </c:pt>
                <c:pt idx="10963">
                  <c:v>1096.3</c:v>
                </c:pt>
                <c:pt idx="10964">
                  <c:v>1096.4000000000001</c:v>
                </c:pt>
                <c:pt idx="10965">
                  <c:v>1096.5</c:v>
                </c:pt>
                <c:pt idx="10966">
                  <c:v>1096.5999999999999</c:v>
                </c:pt>
                <c:pt idx="10967">
                  <c:v>1096.7</c:v>
                </c:pt>
                <c:pt idx="10968">
                  <c:v>1096.8</c:v>
                </c:pt>
                <c:pt idx="10969">
                  <c:v>1096.9000000000001</c:v>
                </c:pt>
                <c:pt idx="10970">
                  <c:v>1097</c:v>
                </c:pt>
                <c:pt idx="10971">
                  <c:v>1097.0999999999999</c:v>
                </c:pt>
                <c:pt idx="10972">
                  <c:v>1097.2</c:v>
                </c:pt>
                <c:pt idx="10973">
                  <c:v>1097.3</c:v>
                </c:pt>
                <c:pt idx="10974">
                  <c:v>1097.4000000000001</c:v>
                </c:pt>
                <c:pt idx="10975">
                  <c:v>1097.5</c:v>
                </c:pt>
                <c:pt idx="10976">
                  <c:v>1097.5999999999999</c:v>
                </c:pt>
                <c:pt idx="10977">
                  <c:v>1097.7</c:v>
                </c:pt>
                <c:pt idx="10978">
                  <c:v>1097.8</c:v>
                </c:pt>
                <c:pt idx="10979">
                  <c:v>1097.9000000000001</c:v>
                </c:pt>
                <c:pt idx="10980">
                  <c:v>1098</c:v>
                </c:pt>
                <c:pt idx="10981">
                  <c:v>1098.0999999999999</c:v>
                </c:pt>
                <c:pt idx="10982">
                  <c:v>1098.2</c:v>
                </c:pt>
                <c:pt idx="10983">
                  <c:v>1098.3</c:v>
                </c:pt>
                <c:pt idx="10984">
                  <c:v>1098.4000000000001</c:v>
                </c:pt>
                <c:pt idx="10985">
                  <c:v>1098.5</c:v>
                </c:pt>
                <c:pt idx="10986">
                  <c:v>1098.5999999999999</c:v>
                </c:pt>
                <c:pt idx="10987">
                  <c:v>1098.7</c:v>
                </c:pt>
                <c:pt idx="10988">
                  <c:v>1098.8</c:v>
                </c:pt>
                <c:pt idx="10989">
                  <c:v>1098.9000000000001</c:v>
                </c:pt>
                <c:pt idx="10990">
                  <c:v>1099</c:v>
                </c:pt>
                <c:pt idx="10991">
                  <c:v>1099.0999999999999</c:v>
                </c:pt>
                <c:pt idx="10992">
                  <c:v>1099.2</c:v>
                </c:pt>
                <c:pt idx="10993">
                  <c:v>1099.3</c:v>
                </c:pt>
                <c:pt idx="10994">
                  <c:v>1099.4000000000001</c:v>
                </c:pt>
                <c:pt idx="10995">
                  <c:v>1099.5</c:v>
                </c:pt>
                <c:pt idx="10996">
                  <c:v>1099.5999999999999</c:v>
                </c:pt>
                <c:pt idx="10997">
                  <c:v>1099.7</c:v>
                </c:pt>
                <c:pt idx="10998">
                  <c:v>1099.8</c:v>
                </c:pt>
                <c:pt idx="10999">
                  <c:v>1099.9000000000001</c:v>
                </c:pt>
                <c:pt idx="11000">
                  <c:v>1100</c:v>
                </c:pt>
                <c:pt idx="11001">
                  <c:v>1100.0999999999999</c:v>
                </c:pt>
                <c:pt idx="11002">
                  <c:v>1100.2</c:v>
                </c:pt>
                <c:pt idx="11003">
                  <c:v>1100.3</c:v>
                </c:pt>
                <c:pt idx="11004">
                  <c:v>1100.4000000000001</c:v>
                </c:pt>
                <c:pt idx="11005">
                  <c:v>1100.5</c:v>
                </c:pt>
                <c:pt idx="11006">
                  <c:v>1100.5999999999999</c:v>
                </c:pt>
                <c:pt idx="11007">
                  <c:v>1100.7</c:v>
                </c:pt>
                <c:pt idx="11008">
                  <c:v>1100.8</c:v>
                </c:pt>
                <c:pt idx="11009">
                  <c:v>1100.9000000000001</c:v>
                </c:pt>
                <c:pt idx="11010">
                  <c:v>1101</c:v>
                </c:pt>
                <c:pt idx="11011">
                  <c:v>1101.0999999999999</c:v>
                </c:pt>
                <c:pt idx="11012">
                  <c:v>1101.2</c:v>
                </c:pt>
                <c:pt idx="11013">
                  <c:v>1101.3</c:v>
                </c:pt>
                <c:pt idx="11014">
                  <c:v>1101.4000000000001</c:v>
                </c:pt>
                <c:pt idx="11015">
                  <c:v>1101.5</c:v>
                </c:pt>
                <c:pt idx="11016">
                  <c:v>1101.5999999999999</c:v>
                </c:pt>
                <c:pt idx="11017">
                  <c:v>1101.7</c:v>
                </c:pt>
                <c:pt idx="11018">
                  <c:v>1101.8</c:v>
                </c:pt>
                <c:pt idx="11019">
                  <c:v>1101.9000000000001</c:v>
                </c:pt>
                <c:pt idx="11020">
                  <c:v>1102</c:v>
                </c:pt>
                <c:pt idx="11021">
                  <c:v>1102.0999999999999</c:v>
                </c:pt>
                <c:pt idx="11022">
                  <c:v>1102.2</c:v>
                </c:pt>
                <c:pt idx="11023">
                  <c:v>1102.3</c:v>
                </c:pt>
                <c:pt idx="11024">
                  <c:v>1102.4000000000001</c:v>
                </c:pt>
                <c:pt idx="11025">
                  <c:v>1102.5</c:v>
                </c:pt>
                <c:pt idx="11026">
                  <c:v>1102.5999999999999</c:v>
                </c:pt>
                <c:pt idx="11027">
                  <c:v>1102.7</c:v>
                </c:pt>
                <c:pt idx="11028">
                  <c:v>1102.8</c:v>
                </c:pt>
                <c:pt idx="11029">
                  <c:v>1102.9000000000001</c:v>
                </c:pt>
                <c:pt idx="11030">
                  <c:v>1103</c:v>
                </c:pt>
                <c:pt idx="11031">
                  <c:v>1103.0999999999999</c:v>
                </c:pt>
                <c:pt idx="11032">
                  <c:v>1103.2</c:v>
                </c:pt>
                <c:pt idx="11033">
                  <c:v>1103.3</c:v>
                </c:pt>
                <c:pt idx="11034">
                  <c:v>1103.4000000000001</c:v>
                </c:pt>
                <c:pt idx="11035">
                  <c:v>1103.5</c:v>
                </c:pt>
                <c:pt idx="11036">
                  <c:v>1103.5999999999999</c:v>
                </c:pt>
                <c:pt idx="11037">
                  <c:v>1103.7</c:v>
                </c:pt>
                <c:pt idx="11038">
                  <c:v>1103.8</c:v>
                </c:pt>
                <c:pt idx="11039">
                  <c:v>1103.9000000000001</c:v>
                </c:pt>
                <c:pt idx="11040">
                  <c:v>1104</c:v>
                </c:pt>
                <c:pt idx="11041">
                  <c:v>1104.0999999999999</c:v>
                </c:pt>
                <c:pt idx="11042">
                  <c:v>1104.2</c:v>
                </c:pt>
                <c:pt idx="11043">
                  <c:v>1104.3</c:v>
                </c:pt>
                <c:pt idx="11044">
                  <c:v>1104.4000000000001</c:v>
                </c:pt>
                <c:pt idx="11045">
                  <c:v>1104.5</c:v>
                </c:pt>
                <c:pt idx="11046">
                  <c:v>1104.5999999999999</c:v>
                </c:pt>
                <c:pt idx="11047">
                  <c:v>1104.7</c:v>
                </c:pt>
                <c:pt idx="11048">
                  <c:v>1104.8</c:v>
                </c:pt>
                <c:pt idx="11049">
                  <c:v>1104.9000000000001</c:v>
                </c:pt>
                <c:pt idx="11050">
                  <c:v>1105</c:v>
                </c:pt>
                <c:pt idx="11051">
                  <c:v>1105.0999999999999</c:v>
                </c:pt>
                <c:pt idx="11052">
                  <c:v>1105.2</c:v>
                </c:pt>
                <c:pt idx="11053">
                  <c:v>1105.3</c:v>
                </c:pt>
                <c:pt idx="11054">
                  <c:v>1105.4000000000001</c:v>
                </c:pt>
                <c:pt idx="11055">
                  <c:v>1105.5</c:v>
                </c:pt>
                <c:pt idx="11056">
                  <c:v>1105.5999999999999</c:v>
                </c:pt>
                <c:pt idx="11057">
                  <c:v>1105.7</c:v>
                </c:pt>
                <c:pt idx="11058">
                  <c:v>1105.8</c:v>
                </c:pt>
                <c:pt idx="11059">
                  <c:v>1105.9000000000001</c:v>
                </c:pt>
                <c:pt idx="11060">
                  <c:v>1106</c:v>
                </c:pt>
                <c:pt idx="11061">
                  <c:v>1106.0999999999999</c:v>
                </c:pt>
                <c:pt idx="11062">
                  <c:v>1106.2</c:v>
                </c:pt>
                <c:pt idx="11063">
                  <c:v>1106.3</c:v>
                </c:pt>
                <c:pt idx="11064">
                  <c:v>1106.4000000000001</c:v>
                </c:pt>
                <c:pt idx="11065">
                  <c:v>1106.5</c:v>
                </c:pt>
                <c:pt idx="11066">
                  <c:v>1106.5999999999999</c:v>
                </c:pt>
                <c:pt idx="11067">
                  <c:v>1106.7</c:v>
                </c:pt>
                <c:pt idx="11068">
                  <c:v>1106.8</c:v>
                </c:pt>
                <c:pt idx="11069">
                  <c:v>1106.9000000000001</c:v>
                </c:pt>
                <c:pt idx="11070">
                  <c:v>1107</c:v>
                </c:pt>
                <c:pt idx="11071">
                  <c:v>1107.0999999999999</c:v>
                </c:pt>
                <c:pt idx="11072">
                  <c:v>1107.2</c:v>
                </c:pt>
                <c:pt idx="11073">
                  <c:v>1107.3</c:v>
                </c:pt>
                <c:pt idx="11074">
                  <c:v>1107.4000000000001</c:v>
                </c:pt>
                <c:pt idx="11075">
                  <c:v>1107.5</c:v>
                </c:pt>
                <c:pt idx="11076">
                  <c:v>1107.5999999999999</c:v>
                </c:pt>
                <c:pt idx="11077">
                  <c:v>1107.7</c:v>
                </c:pt>
                <c:pt idx="11078">
                  <c:v>1107.8</c:v>
                </c:pt>
                <c:pt idx="11079">
                  <c:v>1107.9000000000001</c:v>
                </c:pt>
                <c:pt idx="11080">
                  <c:v>1108</c:v>
                </c:pt>
                <c:pt idx="11081">
                  <c:v>1108.0999999999999</c:v>
                </c:pt>
                <c:pt idx="11082">
                  <c:v>1108.2</c:v>
                </c:pt>
                <c:pt idx="11083">
                  <c:v>1108.3</c:v>
                </c:pt>
                <c:pt idx="11084">
                  <c:v>1108.4000000000001</c:v>
                </c:pt>
                <c:pt idx="11085">
                  <c:v>1108.5</c:v>
                </c:pt>
                <c:pt idx="11086">
                  <c:v>1108.5999999999999</c:v>
                </c:pt>
                <c:pt idx="11087">
                  <c:v>1108.7</c:v>
                </c:pt>
                <c:pt idx="11088">
                  <c:v>1108.8</c:v>
                </c:pt>
                <c:pt idx="11089">
                  <c:v>1108.9000000000001</c:v>
                </c:pt>
                <c:pt idx="11090">
                  <c:v>1109</c:v>
                </c:pt>
                <c:pt idx="11091">
                  <c:v>1109.0999999999999</c:v>
                </c:pt>
                <c:pt idx="11092">
                  <c:v>1109.2</c:v>
                </c:pt>
                <c:pt idx="11093">
                  <c:v>1109.3</c:v>
                </c:pt>
                <c:pt idx="11094">
                  <c:v>1109.4000000000001</c:v>
                </c:pt>
                <c:pt idx="11095">
                  <c:v>1109.5</c:v>
                </c:pt>
                <c:pt idx="11096">
                  <c:v>1109.5999999999999</c:v>
                </c:pt>
                <c:pt idx="11097">
                  <c:v>1109.7</c:v>
                </c:pt>
                <c:pt idx="11098">
                  <c:v>1109.8</c:v>
                </c:pt>
                <c:pt idx="11099">
                  <c:v>1109.9000000000001</c:v>
                </c:pt>
                <c:pt idx="11100">
                  <c:v>1110</c:v>
                </c:pt>
                <c:pt idx="11101">
                  <c:v>1110.0999999999999</c:v>
                </c:pt>
                <c:pt idx="11102">
                  <c:v>1110.2</c:v>
                </c:pt>
                <c:pt idx="11103">
                  <c:v>1110.3</c:v>
                </c:pt>
                <c:pt idx="11104">
                  <c:v>1110.4000000000001</c:v>
                </c:pt>
                <c:pt idx="11105">
                  <c:v>1110.5</c:v>
                </c:pt>
                <c:pt idx="11106">
                  <c:v>1110.5999999999999</c:v>
                </c:pt>
                <c:pt idx="11107">
                  <c:v>1110.7</c:v>
                </c:pt>
                <c:pt idx="11108">
                  <c:v>1110.8</c:v>
                </c:pt>
                <c:pt idx="11109">
                  <c:v>1110.9000000000001</c:v>
                </c:pt>
                <c:pt idx="11110">
                  <c:v>1111</c:v>
                </c:pt>
                <c:pt idx="11111">
                  <c:v>1111.0999999999999</c:v>
                </c:pt>
                <c:pt idx="11112">
                  <c:v>1111.2</c:v>
                </c:pt>
                <c:pt idx="11113">
                  <c:v>1111.3</c:v>
                </c:pt>
                <c:pt idx="11114">
                  <c:v>1111.4000000000001</c:v>
                </c:pt>
                <c:pt idx="11115">
                  <c:v>1111.5</c:v>
                </c:pt>
                <c:pt idx="11116">
                  <c:v>1111.5999999999999</c:v>
                </c:pt>
                <c:pt idx="11117">
                  <c:v>1111.7</c:v>
                </c:pt>
                <c:pt idx="11118">
                  <c:v>1111.8</c:v>
                </c:pt>
                <c:pt idx="11119">
                  <c:v>1111.9000000000001</c:v>
                </c:pt>
                <c:pt idx="11120">
                  <c:v>1112</c:v>
                </c:pt>
                <c:pt idx="11121">
                  <c:v>1112.0999999999999</c:v>
                </c:pt>
                <c:pt idx="11122">
                  <c:v>1112.2</c:v>
                </c:pt>
                <c:pt idx="11123">
                  <c:v>1112.3</c:v>
                </c:pt>
                <c:pt idx="11124">
                  <c:v>1112.4000000000001</c:v>
                </c:pt>
                <c:pt idx="11125">
                  <c:v>1112.5</c:v>
                </c:pt>
                <c:pt idx="11126">
                  <c:v>1112.5999999999999</c:v>
                </c:pt>
                <c:pt idx="11127">
                  <c:v>1112.7</c:v>
                </c:pt>
                <c:pt idx="11128">
                  <c:v>1112.8</c:v>
                </c:pt>
                <c:pt idx="11129">
                  <c:v>1112.9000000000001</c:v>
                </c:pt>
                <c:pt idx="11130">
                  <c:v>1113</c:v>
                </c:pt>
                <c:pt idx="11131">
                  <c:v>1113.0999999999999</c:v>
                </c:pt>
                <c:pt idx="11132">
                  <c:v>1113.2</c:v>
                </c:pt>
                <c:pt idx="11133">
                  <c:v>1113.3</c:v>
                </c:pt>
                <c:pt idx="11134">
                  <c:v>1113.4000000000001</c:v>
                </c:pt>
                <c:pt idx="11135">
                  <c:v>1113.5</c:v>
                </c:pt>
                <c:pt idx="11136">
                  <c:v>1113.5999999999999</c:v>
                </c:pt>
                <c:pt idx="11137">
                  <c:v>1113.7</c:v>
                </c:pt>
                <c:pt idx="11138">
                  <c:v>1113.8</c:v>
                </c:pt>
                <c:pt idx="11139">
                  <c:v>1113.9000000000001</c:v>
                </c:pt>
                <c:pt idx="11140">
                  <c:v>1114</c:v>
                </c:pt>
                <c:pt idx="11141">
                  <c:v>1114.0999999999999</c:v>
                </c:pt>
                <c:pt idx="11142">
                  <c:v>1114.2</c:v>
                </c:pt>
                <c:pt idx="11143">
                  <c:v>1114.3</c:v>
                </c:pt>
                <c:pt idx="11144">
                  <c:v>1114.4000000000001</c:v>
                </c:pt>
                <c:pt idx="11145">
                  <c:v>1114.5</c:v>
                </c:pt>
                <c:pt idx="11146">
                  <c:v>1114.5999999999999</c:v>
                </c:pt>
                <c:pt idx="11147">
                  <c:v>1114.7</c:v>
                </c:pt>
                <c:pt idx="11148">
                  <c:v>1114.8</c:v>
                </c:pt>
                <c:pt idx="11149">
                  <c:v>1114.9000000000001</c:v>
                </c:pt>
                <c:pt idx="11150">
                  <c:v>1115</c:v>
                </c:pt>
                <c:pt idx="11151">
                  <c:v>1115.0999999999999</c:v>
                </c:pt>
                <c:pt idx="11152">
                  <c:v>1115.2</c:v>
                </c:pt>
                <c:pt idx="11153">
                  <c:v>1115.3</c:v>
                </c:pt>
                <c:pt idx="11154">
                  <c:v>1115.4000000000001</c:v>
                </c:pt>
                <c:pt idx="11155">
                  <c:v>1115.5</c:v>
                </c:pt>
                <c:pt idx="11156">
                  <c:v>1115.5999999999999</c:v>
                </c:pt>
                <c:pt idx="11157">
                  <c:v>1115.7</c:v>
                </c:pt>
                <c:pt idx="11158">
                  <c:v>1115.8</c:v>
                </c:pt>
                <c:pt idx="11159">
                  <c:v>1115.9000000000001</c:v>
                </c:pt>
                <c:pt idx="11160">
                  <c:v>1116</c:v>
                </c:pt>
                <c:pt idx="11161">
                  <c:v>1116.0999999999999</c:v>
                </c:pt>
                <c:pt idx="11162">
                  <c:v>1116.2</c:v>
                </c:pt>
                <c:pt idx="11163">
                  <c:v>1116.3</c:v>
                </c:pt>
                <c:pt idx="11164">
                  <c:v>1116.4000000000001</c:v>
                </c:pt>
                <c:pt idx="11165">
                  <c:v>1116.5</c:v>
                </c:pt>
                <c:pt idx="11166">
                  <c:v>1116.5999999999999</c:v>
                </c:pt>
                <c:pt idx="11167">
                  <c:v>1116.7</c:v>
                </c:pt>
                <c:pt idx="11168">
                  <c:v>1116.8</c:v>
                </c:pt>
                <c:pt idx="11169">
                  <c:v>1116.9000000000001</c:v>
                </c:pt>
                <c:pt idx="11170">
                  <c:v>1117</c:v>
                </c:pt>
                <c:pt idx="11171">
                  <c:v>1117.0999999999999</c:v>
                </c:pt>
                <c:pt idx="11172">
                  <c:v>1117.2</c:v>
                </c:pt>
                <c:pt idx="11173">
                  <c:v>1117.3</c:v>
                </c:pt>
                <c:pt idx="11174">
                  <c:v>1117.4000000000001</c:v>
                </c:pt>
                <c:pt idx="11175">
                  <c:v>1117.5</c:v>
                </c:pt>
                <c:pt idx="11176">
                  <c:v>1117.5999999999999</c:v>
                </c:pt>
                <c:pt idx="11177">
                  <c:v>1117.7</c:v>
                </c:pt>
                <c:pt idx="11178">
                  <c:v>1117.8</c:v>
                </c:pt>
                <c:pt idx="11179">
                  <c:v>1117.9000000000001</c:v>
                </c:pt>
                <c:pt idx="11180">
                  <c:v>1118</c:v>
                </c:pt>
                <c:pt idx="11181">
                  <c:v>1118.0999999999999</c:v>
                </c:pt>
                <c:pt idx="11182">
                  <c:v>1118.2</c:v>
                </c:pt>
                <c:pt idx="11183">
                  <c:v>1118.3</c:v>
                </c:pt>
                <c:pt idx="11184">
                  <c:v>1118.4000000000001</c:v>
                </c:pt>
                <c:pt idx="11185">
                  <c:v>1118.5</c:v>
                </c:pt>
                <c:pt idx="11186">
                  <c:v>1118.5999999999999</c:v>
                </c:pt>
                <c:pt idx="11187">
                  <c:v>1118.7</c:v>
                </c:pt>
                <c:pt idx="11188">
                  <c:v>1118.8</c:v>
                </c:pt>
                <c:pt idx="11189">
                  <c:v>1118.9000000000001</c:v>
                </c:pt>
                <c:pt idx="11190">
                  <c:v>1119</c:v>
                </c:pt>
                <c:pt idx="11191">
                  <c:v>1119.0999999999999</c:v>
                </c:pt>
                <c:pt idx="11192">
                  <c:v>1119.2</c:v>
                </c:pt>
                <c:pt idx="11193">
                  <c:v>1119.3</c:v>
                </c:pt>
                <c:pt idx="11194">
                  <c:v>1119.4000000000001</c:v>
                </c:pt>
                <c:pt idx="11195">
                  <c:v>1119.5</c:v>
                </c:pt>
                <c:pt idx="11196">
                  <c:v>1119.5999999999999</c:v>
                </c:pt>
                <c:pt idx="11197">
                  <c:v>1119.7</c:v>
                </c:pt>
                <c:pt idx="11198">
                  <c:v>1119.8</c:v>
                </c:pt>
                <c:pt idx="11199">
                  <c:v>1119.9000000000001</c:v>
                </c:pt>
                <c:pt idx="11200">
                  <c:v>1120</c:v>
                </c:pt>
                <c:pt idx="11201">
                  <c:v>1120.0999999999999</c:v>
                </c:pt>
                <c:pt idx="11202">
                  <c:v>1120.2</c:v>
                </c:pt>
                <c:pt idx="11203">
                  <c:v>1120.3</c:v>
                </c:pt>
                <c:pt idx="11204">
                  <c:v>1120.4000000000001</c:v>
                </c:pt>
                <c:pt idx="11205">
                  <c:v>1120.5</c:v>
                </c:pt>
                <c:pt idx="11206">
                  <c:v>1120.5999999999999</c:v>
                </c:pt>
                <c:pt idx="11207">
                  <c:v>1120.7</c:v>
                </c:pt>
                <c:pt idx="11208">
                  <c:v>1120.8</c:v>
                </c:pt>
                <c:pt idx="11209">
                  <c:v>1120.9000000000001</c:v>
                </c:pt>
                <c:pt idx="11210">
                  <c:v>1121</c:v>
                </c:pt>
                <c:pt idx="11211">
                  <c:v>1121.0999999999999</c:v>
                </c:pt>
                <c:pt idx="11212">
                  <c:v>1121.2</c:v>
                </c:pt>
                <c:pt idx="11213">
                  <c:v>1121.3</c:v>
                </c:pt>
                <c:pt idx="11214">
                  <c:v>1121.4000000000001</c:v>
                </c:pt>
                <c:pt idx="11215">
                  <c:v>1121.5</c:v>
                </c:pt>
                <c:pt idx="11216">
                  <c:v>1121.5999999999999</c:v>
                </c:pt>
                <c:pt idx="11217">
                  <c:v>1121.7</c:v>
                </c:pt>
                <c:pt idx="11218">
                  <c:v>1121.8</c:v>
                </c:pt>
                <c:pt idx="11219">
                  <c:v>1121.9000000000001</c:v>
                </c:pt>
                <c:pt idx="11220">
                  <c:v>1122</c:v>
                </c:pt>
                <c:pt idx="11221">
                  <c:v>1122.0999999999999</c:v>
                </c:pt>
                <c:pt idx="11222">
                  <c:v>1122.2</c:v>
                </c:pt>
                <c:pt idx="11223">
                  <c:v>1122.3</c:v>
                </c:pt>
                <c:pt idx="11224">
                  <c:v>1122.4000000000001</c:v>
                </c:pt>
                <c:pt idx="11225">
                  <c:v>1122.5</c:v>
                </c:pt>
                <c:pt idx="11226">
                  <c:v>1122.5999999999999</c:v>
                </c:pt>
                <c:pt idx="11227">
                  <c:v>1122.7</c:v>
                </c:pt>
                <c:pt idx="11228">
                  <c:v>1122.8</c:v>
                </c:pt>
                <c:pt idx="11229">
                  <c:v>1122.9000000000001</c:v>
                </c:pt>
                <c:pt idx="11230">
                  <c:v>1123</c:v>
                </c:pt>
                <c:pt idx="11231">
                  <c:v>1123.0999999999999</c:v>
                </c:pt>
                <c:pt idx="11232">
                  <c:v>1123.2</c:v>
                </c:pt>
                <c:pt idx="11233">
                  <c:v>1123.3</c:v>
                </c:pt>
                <c:pt idx="11234">
                  <c:v>1123.4000000000001</c:v>
                </c:pt>
                <c:pt idx="11235">
                  <c:v>1123.5</c:v>
                </c:pt>
                <c:pt idx="11236">
                  <c:v>1123.5999999999999</c:v>
                </c:pt>
                <c:pt idx="11237">
                  <c:v>1123.7</c:v>
                </c:pt>
                <c:pt idx="11238">
                  <c:v>1123.8</c:v>
                </c:pt>
                <c:pt idx="11239">
                  <c:v>1123.9000000000001</c:v>
                </c:pt>
                <c:pt idx="11240">
                  <c:v>1124</c:v>
                </c:pt>
                <c:pt idx="11241">
                  <c:v>1124.0999999999999</c:v>
                </c:pt>
                <c:pt idx="11242">
                  <c:v>1124.2</c:v>
                </c:pt>
                <c:pt idx="11243">
                  <c:v>1124.3</c:v>
                </c:pt>
                <c:pt idx="11244">
                  <c:v>1124.4000000000001</c:v>
                </c:pt>
                <c:pt idx="11245">
                  <c:v>1124.5</c:v>
                </c:pt>
                <c:pt idx="11246">
                  <c:v>1124.5999999999999</c:v>
                </c:pt>
                <c:pt idx="11247">
                  <c:v>1124.7</c:v>
                </c:pt>
                <c:pt idx="11248">
                  <c:v>1124.8</c:v>
                </c:pt>
                <c:pt idx="11249">
                  <c:v>1124.9000000000001</c:v>
                </c:pt>
                <c:pt idx="11250">
                  <c:v>1125</c:v>
                </c:pt>
                <c:pt idx="11251">
                  <c:v>1125.0999999999999</c:v>
                </c:pt>
                <c:pt idx="11252">
                  <c:v>1125.2</c:v>
                </c:pt>
                <c:pt idx="11253">
                  <c:v>1125.3</c:v>
                </c:pt>
                <c:pt idx="11254">
                  <c:v>1125.4000000000001</c:v>
                </c:pt>
                <c:pt idx="11255">
                  <c:v>1125.5</c:v>
                </c:pt>
                <c:pt idx="11256">
                  <c:v>1125.5999999999999</c:v>
                </c:pt>
                <c:pt idx="11257">
                  <c:v>1125.7</c:v>
                </c:pt>
                <c:pt idx="11258">
                  <c:v>1125.8</c:v>
                </c:pt>
                <c:pt idx="11259">
                  <c:v>1125.9000000000001</c:v>
                </c:pt>
                <c:pt idx="11260">
                  <c:v>1126</c:v>
                </c:pt>
                <c:pt idx="11261">
                  <c:v>1126.0999999999999</c:v>
                </c:pt>
                <c:pt idx="11262">
                  <c:v>1126.2</c:v>
                </c:pt>
                <c:pt idx="11263">
                  <c:v>1126.3</c:v>
                </c:pt>
                <c:pt idx="11264">
                  <c:v>1126.4000000000001</c:v>
                </c:pt>
                <c:pt idx="11265">
                  <c:v>1126.5</c:v>
                </c:pt>
                <c:pt idx="11266">
                  <c:v>1126.5999999999999</c:v>
                </c:pt>
                <c:pt idx="11267">
                  <c:v>1126.7</c:v>
                </c:pt>
                <c:pt idx="11268">
                  <c:v>1126.8</c:v>
                </c:pt>
                <c:pt idx="11269">
                  <c:v>1126.9000000000001</c:v>
                </c:pt>
                <c:pt idx="11270">
                  <c:v>1127</c:v>
                </c:pt>
                <c:pt idx="11271">
                  <c:v>1127.0999999999999</c:v>
                </c:pt>
                <c:pt idx="11272">
                  <c:v>1127.2</c:v>
                </c:pt>
                <c:pt idx="11273">
                  <c:v>1127.3</c:v>
                </c:pt>
                <c:pt idx="11274">
                  <c:v>1127.4000000000001</c:v>
                </c:pt>
                <c:pt idx="11275">
                  <c:v>1127.5</c:v>
                </c:pt>
                <c:pt idx="11276">
                  <c:v>1127.5999999999999</c:v>
                </c:pt>
                <c:pt idx="11277">
                  <c:v>1127.7</c:v>
                </c:pt>
                <c:pt idx="11278">
                  <c:v>1127.8</c:v>
                </c:pt>
                <c:pt idx="11279">
                  <c:v>1127.9000000000001</c:v>
                </c:pt>
                <c:pt idx="11280">
                  <c:v>1128</c:v>
                </c:pt>
                <c:pt idx="11281">
                  <c:v>1128.0999999999999</c:v>
                </c:pt>
                <c:pt idx="11282">
                  <c:v>1128.2</c:v>
                </c:pt>
                <c:pt idx="11283">
                  <c:v>1128.3</c:v>
                </c:pt>
                <c:pt idx="11284">
                  <c:v>1128.4000000000001</c:v>
                </c:pt>
                <c:pt idx="11285">
                  <c:v>1128.5</c:v>
                </c:pt>
                <c:pt idx="11286">
                  <c:v>1128.5999999999999</c:v>
                </c:pt>
                <c:pt idx="11287">
                  <c:v>1128.7</c:v>
                </c:pt>
                <c:pt idx="11288">
                  <c:v>1128.8</c:v>
                </c:pt>
                <c:pt idx="11289">
                  <c:v>1128.9000000000001</c:v>
                </c:pt>
                <c:pt idx="11290">
                  <c:v>1129</c:v>
                </c:pt>
                <c:pt idx="11291">
                  <c:v>1129.0999999999999</c:v>
                </c:pt>
                <c:pt idx="11292">
                  <c:v>1129.2</c:v>
                </c:pt>
                <c:pt idx="11293">
                  <c:v>1129.3</c:v>
                </c:pt>
                <c:pt idx="11294">
                  <c:v>1129.4000000000001</c:v>
                </c:pt>
                <c:pt idx="11295">
                  <c:v>1129.5</c:v>
                </c:pt>
                <c:pt idx="11296">
                  <c:v>1129.5999999999999</c:v>
                </c:pt>
                <c:pt idx="11297">
                  <c:v>1129.7</c:v>
                </c:pt>
                <c:pt idx="11298">
                  <c:v>1129.8</c:v>
                </c:pt>
                <c:pt idx="11299">
                  <c:v>1129.9000000000001</c:v>
                </c:pt>
                <c:pt idx="11300">
                  <c:v>1130</c:v>
                </c:pt>
                <c:pt idx="11301">
                  <c:v>1130.0999999999999</c:v>
                </c:pt>
                <c:pt idx="11302">
                  <c:v>1130.2</c:v>
                </c:pt>
                <c:pt idx="11303">
                  <c:v>1130.3</c:v>
                </c:pt>
                <c:pt idx="11304">
                  <c:v>1130.4000000000001</c:v>
                </c:pt>
                <c:pt idx="11305">
                  <c:v>1130.5</c:v>
                </c:pt>
                <c:pt idx="11306">
                  <c:v>1130.5999999999999</c:v>
                </c:pt>
                <c:pt idx="11307">
                  <c:v>1130.7</c:v>
                </c:pt>
                <c:pt idx="11308">
                  <c:v>1130.8</c:v>
                </c:pt>
                <c:pt idx="11309">
                  <c:v>1130.9000000000001</c:v>
                </c:pt>
                <c:pt idx="11310">
                  <c:v>1131</c:v>
                </c:pt>
                <c:pt idx="11311">
                  <c:v>1131.0999999999999</c:v>
                </c:pt>
                <c:pt idx="11312">
                  <c:v>1131.2</c:v>
                </c:pt>
                <c:pt idx="11313">
                  <c:v>1131.3</c:v>
                </c:pt>
                <c:pt idx="11314">
                  <c:v>1131.4000000000001</c:v>
                </c:pt>
                <c:pt idx="11315">
                  <c:v>1131.5</c:v>
                </c:pt>
                <c:pt idx="11316">
                  <c:v>1131.5999999999999</c:v>
                </c:pt>
                <c:pt idx="11317">
                  <c:v>1131.7</c:v>
                </c:pt>
                <c:pt idx="11318">
                  <c:v>1131.8</c:v>
                </c:pt>
                <c:pt idx="11319">
                  <c:v>1131.9000000000001</c:v>
                </c:pt>
                <c:pt idx="11320">
                  <c:v>1132</c:v>
                </c:pt>
                <c:pt idx="11321">
                  <c:v>1132.0999999999999</c:v>
                </c:pt>
                <c:pt idx="11322">
                  <c:v>1132.2</c:v>
                </c:pt>
                <c:pt idx="11323">
                  <c:v>1132.3</c:v>
                </c:pt>
                <c:pt idx="11324">
                  <c:v>1132.4000000000001</c:v>
                </c:pt>
                <c:pt idx="11325">
                  <c:v>1132.5</c:v>
                </c:pt>
                <c:pt idx="11326">
                  <c:v>1132.5999999999999</c:v>
                </c:pt>
                <c:pt idx="11327">
                  <c:v>1132.7</c:v>
                </c:pt>
                <c:pt idx="11328">
                  <c:v>1132.8</c:v>
                </c:pt>
                <c:pt idx="11329">
                  <c:v>1132.9000000000001</c:v>
                </c:pt>
                <c:pt idx="11330">
                  <c:v>1133</c:v>
                </c:pt>
                <c:pt idx="11331">
                  <c:v>1133.0999999999999</c:v>
                </c:pt>
                <c:pt idx="11332">
                  <c:v>1133.2</c:v>
                </c:pt>
                <c:pt idx="11333">
                  <c:v>1133.3</c:v>
                </c:pt>
                <c:pt idx="11334">
                  <c:v>1133.4000000000001</c:v>
                </c:pt>
                <c:pt idx="11335">
                  <c:v>1133.5</c:v>
                </c:pt>
                <c:pt idx="11336">
                  <c:v>1133.5999999999999</c:v>
                </c:pt>
                <c:pt idx="11337">
                  <c:v>1133.7</c:v>
                </c:pt>
                <c:pt idx="11338">
                  <c:v>1133.8</c:v>
                </c:pt>
                <c:pt idx="11339">
                  <c:v>1133.9000000000001</c:v>
                </c:pt>
                <c:pt idx="11340">
                  <c:v>1134</c:v>
                </c:pt>
                <c:pt idx="11341">
                  <c:v>1134.0999999999999</c:v>
                </c:pt>
                <c:pt idx="11342">
                  <c:v>1134.2</c:v>
                </c:pt>
                <c:pt idx="11343">
                  <c:v>1134.3</c:v>
                </c:pt>
                <c:pt idx="11344">
                  <c:v>1134.4000000000001</c:v>
                </c:pt>
                <c:pt idx="11345">
                  <c:v>1134.5</c:v>
                </c:pt>
                <c:pt idx="11346">
                  <c:v>1134.5999999999999</c:v>
                </c:pt>
                <c:pt idx="11347">
                  <c:v>1134.7</c:v>
                </c:pt>
                <c:pt idx="11348">
                  <c:v>1134.8</c:v>
                </c:pt>
                <c:pt idx="11349">
                  <c:v>1134.9000000000001</c:v>
                </c:pt>
                <c:pt idx="11350">
                  <c:v>1135</c:v>
                </c:pt>
                <c:pt idx="11351">
                  <c:v>1135.0999999999999</c:v>
                </c:pt>
                <c:pt idx="11352">
                  <c:v>1135.2</c:v>
                </c:pt>
                <c:pt idx="11353">
                  <c:v>1135.3</c:v>
                </c:pt>
                <c:pt idx="11354">
                  <c:v>1135.4000000000001</c:v>
                </c:pt>
                <c:pt idx="11355">
                  <c:v>1135.5</c:v>
                </c:pt>
                <c:pt idx="11356">
                  <c:v>1135.5999999999999</c:v>
                </c:pt>
                <c:pt idx="11357">
                  <c:v>1135.7</c:v>
                </c:pt>
                <c:pt idx="11358">
                  <c:v>1135.8</c:v>
                </c:pt>
                <c:pt idx="11359">
                  <c:v>1135.9000000000001</c:v>
                </c:pt>
                <c:pt idx="11360">
                  <c:v>1136</c:v>
                </c:pt>
                <c:pt idx="11361">
                  <c:v>1136.0999999999999</c:v>
                </c:pt>
                <c:pt idx="11362">
                  <c:v>1136.2</c:v>
                </c:pt>
                <c:pt idx="11363">
                  <c:v>1136.3</c:v>
                </c:pt>
                <c:pt idx="11364">
                  <c:v>1136.4000000000001</c:v>
                </c:pt>
                <c:pt idx="11365">
                  <c:v>1136.5</c:v>
                </c:pt>
                <c:pt idx="11366">
                  <c:v>1136.5999999999999</c:v>
                </c:pt>
                <c:pt idx="11367">
                  <c:v>1136.7</c:v>
                </c:pt>
                <c:pt idx="11368">
                  <c:v>1136.8</c:v>
                </c:pt>
                <c:pt idx="11369">
                  <c:v>1136.9000000000001</c:v>
                </c:pt>
                <c:pt idx="11370">
                  <c:v>1137</c:v>
                </c:pt>
                <c:pt idx="11371">
                  <c:v>1137.0999999999999</c:v>
                </c:pt>
                <c:pt idx="11372">
                  <c:v>1137.2</c:v>
                </c:pt>
                <c:pt idx="11373">
                  <c:v>1137.3</c:v>
                </c:pt>
                <c:pt idx="11374">
                  <c:v>1137.4000000000001</c:v>
                </c:pt>
                <c:pt idx="11375">
                  <c:v>1137.5</c:v>
                </c:pt>
                <c:pt idx="11376">
                  <c:v>1137.5999999999999</c:v>
                </c:pt>
                <c:pt idx="11377">
                  <c:v>1137.7</c:v>
                </c:pt>
                <c:pt idx="11378">
                  <c:v>1137.8</c:v>
                </c:pt>
                <c:pt idx="11379">
                  <c:v>1137.9000000000001</c:v>
                </c:pt>
                <c:pt idx="11380">
                  <c:v>1138</c:v>
                </c:pt>
                <c:pt idx="11381">
                  <c:v>1138.0999999999999</c:v>
                </c:pt>
                <c:pt idx="11382">
                  <c:v>1138.2</c:v>
                </c:pt>
                <c:pt idx="11383">
                  <c:v>1138.3</c:v>
                </c:pt>
                <c:pt idx="11384">
                  <c:v>1138.4000000000001</c:v>
                </c:pt>
                <c:pt idx="11385">
                  <c:v>1138.5</c:v>
                </c:pt>
                <c:pt idx="11386">
                  <c:v>1138.5999999999999</c:v>
                </c:pt>
                <c:pt idx="11387">
                  <c:v>1138.7</c:v>
                </c:pt>
                <c:pt idx="11388">
                  <c:v>1138.8</c:v>
                </c:pt>
                <c:pt idx="11389">
                  <c:v>1138.9000000000001</c:v>
                </c:pt>
                <c:pt idx="11390">
                  <c:v>1139</c:v>
                </c:pt>
                <c:pt idx="11391">
                  <c:v>1139.0999999999999</c:v>
                </c:pt>
                <c:pt idx="11392">
                  <c:v>1139.2</c:v>
                </c:pt>
                <c:pt idx="11393">
                  <c:v>1139.3</c:v>
                </c:pt>
                <c:pt idx="11394">
                  <c:v>1139.4000000000001</c:v>
                </c:pt>
                <c:pt idx="11395">
                  <c:v>1139.5</c:v>
                </c:pt>
                <c:pt idx="11396">
                  <c:v>1139.5999999999999</c:v>
                </c:pt>
                <c:pt idx="11397">
                  <c:v>1139.7</c:v>
                </c:pt>
                <c:pt idx="11398">
                  <c:v>1139.8</c:v>
                </c:pt>
                <c:pt idx="11399">
                  <c:v>1139.9000000000001</c:v>
                </c:pt>
                <c:pt idx="11400">
                  <c:v>1140</c:v>
                </c:pt>
                <c:pt idx="11401">
                  <c:v>1140.0999999999999</c:v>
                </c:pt>
                <c:pt idx="11402">
                  <c:v>1140.2</c:v>
                </c:pt>
                <c:pt idx="11403">
                  <c:v>1140.3</c:v>
                </c:pt>
                <c:pt idx="11404">
                  <c:v>1140.4000000000001</c:v>
                </c:pt>
                <c:pt idx="11405">
                  <c:v>1140.5</c:v>
                </c:pt>
                <c:pt idx="11406">
                  <c:v>1140.5999999999999</c:v>
                </c:pt>
                <c:pt idx="11407">
                  <c:v>1140.7</c:v>
                </c:pt>
                <c:pt idx="11408">
                  <c:v>1140.8</c:v>
                </c:pt>
                <c:pt idx="11409">
                  <c:v>1140.9000000000001</c:v>
                </c:pt>
                <c:pt idx="11410">
                  <c:v>1141</c:v>
                </c:pt>
                <c:pt idx="11411">
                  <c:v>1141.0999999999999</c:v>
                </c:pt>
                <c:pt idx="11412">
                  <c:v>1141.2</c:v>
                </c:pt>
                <c:pt idx="11413">
                  <c:v>1141.3</c:v>
                </c:pt>
                <c:pt idx="11414">
                  <c:v>1141.4000000000001</c:v>
                </c:pt>
                <c:pt idx="11415">
                  <c:v>1141.5</c:v>
                </c:pt>
                <c:pt idx="11416">
                  <c:v>1141.5999999999999</c:v>
                </c:pt>
                <c:pt idx="11417">
                  <c:v>1141.7</c:v>
                </c:pt>
                <c:pt idx="11418">
                  <c:v>1141.8</c:v>
                </c:pt>
                <c:pt idx="11419">
                  <c:v>1141.9000000000001</c:v>
                </c:pt>
                <c:pt idx="11420">
                  <c:v>1142</c:v>
                </c:pt>
                <c:pt idx="11421">
                  <c:v>1142.0999999999999</c:v>
                </c:pt>
                <c:pt idx="11422">
                  <c:v>1142.2</c:v>
                </c:pt>
                <c:pt idx="11423">
                  <c:v>1142.3</c:v>
                </c:pt>
                <c:pt idx="11424">
                  <c:v>1142.4000000000001</c:v>
                </c:pt>
                <c:pt idx="11425">
                  <c:v>1142.5</c:v>
                </c:pt>
                <c:pt idx="11426">
                  <c:v>1142.5999999999999</c:v>
                </c:pt>
                <c:pt idx="11427">
                  <c:v>1142.7</c:v>
                </c:pt>
                <c:pt idx="11428">
                  <c:v>1142.8</c:v>
                </c:pt>
                <c:pt idx="11429">
                  <c:v>1142.9000000000001</c:v>
                </c:pt>
                <c:pt idx="11430">
                  <c:v>1143</c:v>
                </c:pt>
                <c:pt idx="11431">
                  <c:v>1143.0999999999999</c:v>
                </c:pt>
                <c:pt idx="11432">
                  <c:v>1143.2</c:v>
                </c:pt>
                <c:pt idx="11433">
                  <c:v>1143.3</c:v>
                </c:pt>
                <c:pt idx="11434">
                  <c:v>1143.4000000000001</c:v>
                </c:pt>
                <c:pt idx="11435">
                  <c:v>1143.5</c:v>
                </c:pt>
                <c:pt idx="11436">
                  <c:v>1143.5999999999999</c:v>
                </c:pt>
                <c:pt idx="11437">
                  <c:v>1143.7</c:v>
                </c:pt>
                <c:pt idx="11438">
                  <c:v>1143.8</c:v>
                </c:pt>
                <c:pt idx="11439">
                  <c:v>1143.9000000000001</c:v>
                </c:pt>
                <c:pt idx="11440">
                  <c:v>1144</c:v>
                </c:pt>
                <c:pt idx="11441">
                  <c:v>1144.0999999999999</c:v>
                </c:pt>
                <c:pt idx="11442">
                  <c:v>1144.2</c:v>
                </c:pt>
                <c:pt idx="11443">
                  <c:v>1144.3</c:v>
                </c:pt>
                <c:pt idx="11444">
                  <c:v>1144.4000000000001</c:v>
                </c:pt>
                <c:pt idx="11445">
                  <c:v>1144.5</c:v>
                </c:pt>
                <c:pt idx="11446">
                  <c:v>1144.5999999999999</c:v>
                </c:pt>
                <c:pt idx="11447">
                  <c:v>1144.7</c:v>
                </c:pt>
                <c:pt idx="11448">
                  <c:v>1144.8</c:v>
                </c:pt>
                <c:pt idx="11449">
                  <c:v>1144.9000000000001</c:v>
                </c:pt>
                <c:pt idx="11450">
                  <c:v>1145</c:v>
                </c:pt>
                <c:pt idx="11451">
                  <c:v>1145.0999999999999</c:v>
                </c:pt>
                <c:pt idx="11452">
                  <c:v>1145.2</c:v>
                </c:pt>
                <c:pt idx="11453">
                  <c:v>1145.3</c:v>
                </c:pt>
                <c:pt idx="11454">
                  <c:v>1145.4000000000001</c:v>
                </c:pt>
                <c:pt idx="11455">
                  <c:v>1145.5</c:v>
                </c:pt>
                <c:pt idx="11456">
                  <c:v>1145.5999999999999</c:v>
                </c:pt>
                <c:pt idx="11457">
                  <c:v>1145.7</c:v>
                </c:pt>
                <c:pt idx="11458">
                  <c:v>1145.8</c:v>
                </c:pt>
                <c:pt idx="11459">
                  <c:v>1145.9000000000001</c:v>
                </c:pt>
                <c:pt idx="11460">
                  <c:v>1146</c:v>
                </c:pt>
                <c:pt idx="11461">
                  <c:v>1146.0999999999999</c:v>
                </c:pt>
                <c:pt idx="11462">
                  <c:v>1146.2</c:v>
                </c:pt>
                <c:pt idx="11463">
                  <c:v>1146.3</c:v>
                </c:pt>
                <c:pt idx="11464">
                  <c:v>1146.4000000000001</c:v>
                </c:pt>
                <c:pt idx="11465">
                  <c:v>1146.5</c:v>
                </c:pt>
                <c:pt idx="11466">
                  <c:v>1146.5999999999999</c:v>
                </c:pt>
                <c:pt idx="11467">
                  <c:v>1146.7</c:v>
                </c:pt>
                <c:pt idx="11468">
                  <c:v>1146.8</c:v>
                </c:pt>
                <c:pt idx="11469">
                  <c:v>1146.9000000000001</c:v>
                </c:pt>
                <c:pt idx="11470">
                  <c:v>1147</c:v>
                </c:pt>
                <c:pt idx="11471">
                  <c:v>1147.0999999999999</c:v>
                </c:pt>
                <c:pt idx="11472">
                  <c:v>1147.2</c:v>
                </c:pt>
                <c:pt idx="11473">
                  <c:v>1147.3</c:v>
                </c:pt>
                <c:pt idx="11474">
                  <c:v>1147.4000000000001</c:v>
                </c:pt>
                <c:pt idx="11475">
                  <c:v>1147.5</c:v>
                </c:pt>
                <c:pt idx="11476">
                  <c:v>1147.5999999999999</c:v>
                </c:pt>
                <c:pt idx="11477">
                  <c:v>1147.7</c:v>
                </c:pt>
                <c:pt idx="11478">
                  <c:v>1147.8</c:v>
                </c:pt>
                <c:pt idx="11479">
                  <c:v>1147.9000000000001</c:v>
                </c:pt>
                <c:pt idx="11480">
                  <c:v>1148</c:v>
                </c:pt>
                <c:pt idx="11481">
                  <c:v>1148.0999999999999</c:v>
                </c:pt>
                <c:pt idx="11482">
                  <c:v>1148.2</c:v>
                </c:pt>
                <c:pt idx="11483">
                  <c:v>1148.3</c:v>
                </c:pt>
                <c:pt idx="11484">
                  <c:v>1148.4000000000001</c:v>
                </c:pt>
                <c:pt idx="11485">
                  <c:v>1148.5</c:v>
                </c:pt>
                <c:pt idx="11486">
                  <c:v>1148.5999999999999</c:v>
                </c:pt>
                <c:pt idx="11487">
                  <c:v>1148.7</c:v>
                </c:pt>
                <c:pt idx="11488">
                  <c:v>1148.8</c:v>
                </c:pt>
                <c:pt idx="11489">
                  <c:v>1148.9000000000001</c:v>
                </c:pt>
                <c:pt idx="11490">
                  <c:v>1149</c:v>
                </c:pt>
                <c:pt idx="11491">
                  <c:v>1149.0999999999999</c:v>
                </c:pt>
                <c:pt idx="11492">
                  <c:v>1149.2</c:v>
                </c:pt>
                <c:pt idx="11493">
                  <c:v>1149.3</c:v>
                </c:pt>
                <c:pt idx="11494">
                  <c:v>1149.4000000000001</c:v>
                </c:pt>
                <c:pt idx="11495">
                  <c:v>1149.5</c:v>
                </c:pt>
                <c:pt idx="11496">
                  <c:v>1149.5999999999999</c:v>
                </c:pt>
                <c:pt idx="11497">
                  <c:v>1149.7</c:v>
                </c:pt>
                <c:pt idx="11498">
                  <c:v>1149.8</c:v>
                </c:pt>
                <c:pt idx="11499">
                  <c:v>1149.9000000000001</c:v>
                </c:pt>
                <c:pt idx="11500">
                  <c:v>1150</c:v>
                </c:pt>
                <c:pt idx="11501">
                  <c:v>1150.0999999999999</c:v>
                </c:pt>
                <c:pt idx="11502">
                  <c:v>1150.2</c:v>
                </c:pt>
                <c:pt idx="11503">
                  <c:v>1150.3</c:v>
                </c:pt>
                <c:pt idx="11504">
                  <c:v>1150.4000000000001</c:v>
                </c:pt>
                <c:pt idx="11505">
                  <c:v>1150.5</c:v>
                </c:pt>
                <c:pt idx="11506">
                  <c:v>1150.5999999999999</c:v>
                </c:pt>
                <c:pt idx="11507">
                  <c:v>1150.7</c:v>
                </c:pt>
                <c:pt idx="11508">
                  <c:v>1150.8</c:v>
                </c:pt>
                <c:pt idx="11509">
                  <c:v>1150.9000000000001</c:v>
                </c:pt>
                <c:pt idx="11510">
                  <c:v>1151</c:v>
                </c:pt>
                <c:pt idx="11511">
                  <c:v>1151.0999999999999</c:v>
                </c:pt>
                <c:pt idx="11512">
                  <c:v>1151.2</c:v>
                </c:pt>
                <c:pt idx="11513">
                  <c:v>1151.3</c:v>
                </c:pt>
                <c:pt idx="11514">
                  <c:v>1151.4000000000001</c:v>
                </c:pt>
                <c:pt idx="11515">
                  <c:v>1151.5</c:v>
                </c:pt>
                <c:pt idx="11516">
                  <c:v>1151.5999999999999</c:v>
                </c:pt>
                <c:pt idx="11517">
                  <c:v>1151.7</c:v>
                </c:pt>
                <c:pt idx="11518">
                  <c:v>1151.8</c:v>
                </c:pt>
                <c:pt idx="11519">
                  <c:v>1151.9000000000001</c:v>
                </c:pt>
                <c:pt idx="11520">
                  <c:v>1152</c:v>
                </c:pt>
                <c:pt idx="11521">
                  <c:v>1152.0999999999999</c:v>
                </c:pt>
                <c:pt idx="11522">
                  <c:v>1152.2</c:v>
                </c:pt>
                <c:pt idx="11523">
                  <c:v>1152.3</c:v>
                </c:pt>
                <c:pt idx="11524">
                  <c:v>1152.4000000000001</c:v>
                </c:pt>
                <c:pt idx="11525">
                  <c:v>1152.5</c:v>
                </c:pt>
                <c:pt idx="11526">
                  <c:v>1152.5999999999999</c:v>
                </c:pt>
                <c:pt idx="11527">
                  <c:v>1152.7</c:v>
                </c:pt>
                <c:pt idx="11528">
                  <c:v>1152.8</c:v>
                </c:pt>
                <c:pt idx="11529">
                  <c:v>1152.9000000000001</c:v>
                </c:pt>
                <c:pt idx="11530">
                  <c:v>1153</c:v>
                </c:pt>
                <c:pt idx="11531">
                  <c:v>1153.0999999999999</c:v>
                </c:pt>
                <c:pt idx="11532">
                  <c:v>1153.2</c:v>
                </c:pt>
                <c:pt idx="11533">
                  <c:v>1153.3</c:v>
                </c:pt>
                <c:pt idx="11534">
                  <c:v>1153.4000000000001</c:v>
                </c:pt>
                <c:pt idx="11535">
                  <c:v>1153.5</c:v>
                </c:pt>
                <c:pt idx="11536">
                  <c:v>1153.5999999999999</c:v>
                </c:pt>
                <c:pt idx="11537">
                  <c:v>1153.7</c:v>
                </c:pt>
                <c:pt idx="11538">
                  <c:v>1153.8</c:v>
                </c:pt>
                <c:pt idx="11539">
                  <c:v>1153.9000000000001</c:v>
                </c:pt>
                <c:pt idx="11540">
                  <c:v>1154</c:v>
                </c:pt>
                <c:pt idx="11541">
                  <c:v>1154.0999999999999</c:v>
                </c:pt>
                <c:pt idx="11542">
                  <c:v>1154.2</c:v>
                </c:pt>
                <c:pt idx="11543">
                  <c:v>1154.3</c:v>
                </c:pt>
                <c:pt idx="11544">
                  <c:v>1154.4000000000001</c:v>
                </c:pt>
                <c:pt idx="11545">
                  <c:v>1154.5</c:v>
                </c:pt>
                <c:pt idx="11546">
                  <c:v>1154.5999999999999</c:v>
                </c:pt>
                <c:pt idx="11547">
                  <c:v>1154.7</c:v>
                </c:pt>
                <c:pt idx="11548">
                  <c:v>1154.8</c:v>
                </c:pt>
                <c:pt idx="11549">
                  <c:v>1154.9000000000001</c:v>
                </c:pt>
                <c:pt idx="11550">
                  <c:v>1155</c:v>
                </c:pt>
                <c:pt idx="11551">
                  <c:v>1155.0999999999999</c:v>
                </c:pt>
                <c:pt idx="11552">
                  <c:v>1155.2</c:v>
                </c:pt>
                <c:pt idx="11553">
                  <c:v>1155.3</c:v>
                </c:pt>
                <c:pt idx="11554">
                  <c:v>1155.4000000000001</c:v>
                </c:pt>
                <c:pt idx="11555">
                  <c:v>1155.5</c:v>
                </c:pt>
                <c:pt idx="11556">
                  <c:v>1155.5999999999999</c:v>
                </c:pt>
                <c:pt idx="11557">
                  <c:v>1155.7</c:v>
                </c:pt>
                <c:pt idx="11558">
                  <c:v>1155.8</c:v>
                </c:pt>
                <c:pt idx="11559">
                  <c:v>1155.9000000000001</c:v>
                </c:pt>
                <c:pt idx="11560">
                  <c:v>1156</c:v>
                </c:pt>
                <c:pt idx="11561">
                  <c:v>1156.0999999999999</c:v>
                </c:pt>
                <c:pt idx="11562">
                  <c:v>1156.2</c:v>
                </c:pt>
                <c:pt idx="11563">
                  <c:v>1156.3</c:v>
                </c:pt>
                <c:pt idx="11564">
                  <c:v>1156.4000000000001</c:v>
                </c:pt>
                <c:pt idx="11565">
                  <c:v>1156.5</c:v>
                </c:pt>
                <c:pt idx="11566">
                  <c:v>1156.5999999999999</c:v>
                </c:pt>
                <c:pt idx="11567">
                  <c:v>1156.7</c:v>
                </c:pt>
                <c:pt idx="11568">
                  <c:v>1156.8</c:v>
                </c:pt>
                <c:pt idx="11569">
                  <c:v>1156.9000000000001</c:v>
                </c:pt>
                <c:pt idx="11570">
                  <c:v>1157</c:v>
                </c:pt>
                <c:pt idx="11571">
                  <c:v>1157.0999999999999</c:v>
                </c:pt>
                <c:pt idx="11572">
                  <c:v>1157.2</c:v>
                </c:pt>
                <c:pt idx="11573">
                  <c:v>1157.3</c:v>
                </c:pt>
                <c:pt idx="11574">
                  <c:v>1157.4000000000001</c:v>
                </c:pt>
                <c:pt idx="11575">
                  <c:v>1157.5</c:v>
                </c:pt>
                <c:pt idx="11576">
                  <c:v>1157.5999999999999</c:v>
                </c:pt>
                <c:pt idx="11577">
                  <c:v>1157.7</c:v>
                </c:pt>
                <c:pt idx="11578">
                  <c:v>1157.8</c:v>
                </c:pt>
                <c:pt idx="11579">
                  <c:v>1157.9000000000001</c:v>
                </c:pt>
                <c:pt idx="11580">
                  <c:v>1158</c:v>
                </c:pt>
                <c:pt idx="11581">
                  <c:v>1158.0999999999999</c:v>
                </c:pt>
                <c:pt idx="11582">
                  <c:v>1158.2</c:v>
                </c:pt>
                <c:pt idx="11583">
                  <c:v>1158.3</c:v>
                </c:pt>
                <c:pt idx="11584">
                  <c:v>1158.4000000000001</c:v>
                </c:pt>
                <c:pt idx="11585">
                  <c:v>1158.5</c:v>
                </c:pt>
                <c:pt idx="11586">
                  <c:v>1158.5999999999999</c:v>
                </c:pt>
                <c:pt idx="11587">
                  <c:v>1158.7</c:v>
                </c:pt>
                <c:pt idx="11588">
                  <c:v>1158.8</c:v>
                </c:pt>
                <c:pt idx="11589">
                  <c:v>1158.9000000000001</c:v>
                </c:pt>
                <c:pt idx="11590">
                  <c:v>1159</c:v>
                </c:pt>
                <c:pt idx="11591">
                  <c:v>1159.0999999999999</c:v>
                </c:pt>
                <c:pt idx="11592">
                  <c:v>1159.2</c:v>
                </c:pt>
                <c:pt idx="11593">
                  <c:v>1159.3</c:v>
                </c:pt>
                <c:pt idx="11594">
                  <c:v>1159.4000000000001</c:v>
                </c:pt>
                <c:pt idx="11595">
                  <c:v>1159.5</c:v>
                </c:pt>
                <c:pt idx="11596">
                  <c:v>1159.5999999999999</c:v>
                </c:pt>
                <c:pt idx="11597">
                  <c:v>1159.7</c:v>
                </c:pt>
                <c:pt idx="11598">
                  <c:v>1159.8</c:v>
                </c:pt>
                <c:pt idx="11599">
                  <c:v>1159.9000000000001</c:v>
                </c:pt>
                <c:pt idx="11600">
                  <c:v>1160</c:v>
                </c:pt>
                <c:pt idx="11601">
                  <c:v>1160.0999999999999</c:v>
                </c:pt>
                <c:pt idx="11602">
                  <c:v>1160.2</c:v>
                </c:pt>
                <c:pt idx="11603">
                  <c:v>1160.3</c:v>
                </c:pt>
                <c:pt idx="11604">
                  <c:v>1160.4000000000001</c:v>
                </c:pt>
                <c:pt idx="11605">
                  <c:v>1160.5</c:v>
                </c:pt>
                <c:pt idx="11606">
                  <c:v>1160.5999999999999</c:v>
                </c:pt>
                <c:pt idx="11607">
                  <c:v>1160.7</c:v>
                </c:pt>
                <c:pt idx="11608">
                  <c:v>1160.8</c:v>
                </c:pt>
                <c:pt idx="11609">
                  <c:v>1160.9000000000001</c:v>
                </c:pt>
                <c:pt idx="11610">
                  <c:v>1161</c:v>
                </c:pt>
                <c:pt idx="11611">
                  <c:v>1161.0999999999999</c:v>
                </c:pt>
                <c:pt idx="11612">
                  <c:v>1161.2</c:v>
                </c:pt>
                <c:pt idx="11613">
                  <c:v>1161.3</c:v>
                </c:pt>
                <c:pt idx="11614">
                  <c:v>1161.4000000000001</c:v>
                </c:pt>
                <c:pt idx="11615">
                  <c:v>1161.5</c:v>
                </c:pt>
                <c:pt idx="11616">
                  <c:v>1161.5999999999999</c:v>
                </c:pt>
                <c:pt idx="11617">
                  <c:v>1161.7</c:v>
                </c:pt>
                <c:pt idx="11618">
                  <c:v>1161.8</c:v>
                </c:pt>
                <c:pt idx="11619">
                  <c:v>1161.9000000000001</c:v>
                </c:pt>
                <c:pt idx="11620">
                  <c:v>1162</c:v>
                </c:pt>
                <c:pt idx="11621">
                  <c:v>1162.0999999999999</c:v>
                </c:pt>
                <c:pt idx="11622">
                  <c:v>1162.2</c:v>
                </c:pt>
                <c:pt idx="11623">
                  <c:v>1162.3</c:v>
                </c:pt>
                <c:pt idx="11624">
                  <c:v>1162.4000000000001</c:v>
                </c:pt>
                <c:pt idx="11625">
                  <c:v>1162.5</c:v>
                </c:pt>
                <c:pt idx="11626">
                  <c:v>1162.5999999999999</c:v>
                </c:pt>
                <c:pt idx="11627">
                  <c:v>1162.7</c:v>
                </c:pt>
                <c:pt idx="11628">
                  <c:v>1162.8</c:v>
                </c:pt>
                <c:pt idx="11629">
                  <c:v>1162.9000000000001</c:v>
                </c:pt>
                <c:pt idx="11630">
                  <c:v>1163</c:v>
                </c:pt>
                <c:pt idx="11631">
                  <c:v>1163.0999999999999</c:v>
                </c:pt>
                <c:pt idx="11632">
                  <c:v>1163.2</c:v>
                </c:pt>
                <c:pt idx="11633">
                  <c:v>1163.3</c:v>
                </c:pt>
                <c:pt idx="11634">
                  <c:v>1163.4000000000001</c:v>
                </c:pt>
                <c:pt idx="11635">
                  <c:v>1163.5</c:v>
                </c:pt>
                <c:pt idx="11636">
                  <c:v>1163.5999999999999</c:v>
                </c:pt>
                <c:pt idx="11637">
                  <c:v>1163.7</c:v>
                </c:pt>
                <c:pt idx="11638">
                  <c:v>1163.8</c:v>
                </c:pt>
                <c:pt idx="11639">
                  <c:v>1163.9000000000001</c:v>
                </c:pt>
                <c:pt idx="11640">
                  <c:v>1164</c:v>
                </c:pt>
                <c:pt idx="11641">
                  <c:v>1164.0999999999999</c:v>
                </c:pt>
                <c:pt idx="11642">
                  <c:v>1164.2</c:v>
                </c:pt>
                <c:pt idx="11643">
                  <c:v>1164.3</c:v>
                </c:pt>
                <c:pt idx="11644">
                  <c:v>1164.4000000000001</c:v>
                </c:pt>
                <c:pt idx="11645">
                  <c:v>1164.5</c:v>
                </c:pt>
                <c:pt idx="11646">
                  <c:v>1164.5999999999999</c:v>
                </c:pt>
                <c:pt idx="11647">
                  <c:v>1164.7</c:v>
                </c:pt>
                <c:pt idx="11648">
                  <c:v>1164.8</c:v>
                </c:pt>
                <c:pt idx="11649">
                  <c:v>1164.9000000000001</c:v>
                </c:pt>
                <c:pt idx="11650">
                  <c:v>1165</c:v>
                </c:pt>
                <c:pt idx="11651">
                  <c:v>1165.0999999999999</c:v>
                </c:pt>
                <c:pt idx="11652">
                  <c:v>1165.2</c:v>
                </c:pt>
                <c:pt idx="11653">
                  <c:v>1165.3</c:v>
                </c:pt>
                <c:pt idx="11654">
                  <c:v>1165.4000000000001</c:v>
                </c:pt>
                <c:pt idx="11655">
                  <c:v>1165.5</c:v>
                </c:pt>
                <c:pt idx="11656">
                  <c:v>1165.5999999999999</c:v>
                </c:pt>
                <c:pt idx="11657">
                  <c:v>1165.7</c:v>
                </c:pt>
                <c:pt idx="11658">
                  <c:v>1165.8</c:v>
                </c:pt>
                <c:pt idx="11659">
                  <c:v>1165.9000000000001</c:v>
                </c:pt>
                <c:pt idx="11660">
                  <c:v>1166</c:v>
                </c:pt>
                <c:pt idx="11661">
                  <c:v>1166.0999999999999</c:v>
                </c:pt>
                <c:pt idx="11662">
                  <c:v>1166.2</c:v>
                </c:pt>
                <c:pt idx="11663">
                  <c:v>1166.3</c:v>
                </c:pt>
                <c:pt idx="11664">
                  <c:v>1166.4000000000001</c:v>
                </c:pt>
                <c:pt idx="11665">
                  <c:v>1166.5</c:v>
                </c:pt>
                <c:pt idx="11666">
                  <c:v>1166.5999999999999</c:v>
                </c:pt>
                <c:pt idx="11667">
                  <c:v>1166.7</c:v>
                </c:pt>
                <c:pt idx="11668">
                  <c:v>1166.8</c:v>
                </c:pt>
                <c:pt idx="11669">
                  <c:v>1166.9000000000001</c:v>
                </c:pt>
                <c:pt idx="11670">
                  <c:v>1167</c:v>
                </c:pt>
                <c:pt idx="11671">
                  <c:v>1167.0999999999999</c:v>
                </c:pt>
                <c:pt idx="11672">
                  <c:v>1167.2</c:v>
                </c:pt>
                <c:pt idx="11673">
                  <c:v>1167.3</c:v>
                </c:pt>
                <c:pt idx="11674">
                  <c:v>1167.4000000000001</c:v>
                </c:pt>
                <c:pt idx="11675">
                  <c:v>1167.5</c:v>
                </c:pt>
                <c:pt idx="11676">
                  <c:v>1167.5999999999999</c:v>
                </c:pt>
                <c:pt idx="11677">
                  <c:v>1167.7</c:v>
                </c:pt>
                <c:pt idx="11678">
                  <c:v>1167.8</c:v>
                </c:pt>
                <c:pt idx="11679">
                  <c:v>1167.9000000000001</c:v>
                </c:pt>
                <c:pt idx="11680">
                  <c:v>1168</c:v>
                </c:pt>
                <c:pt idx="11681">
                  <c:v>1168.0999999999999</c:v>
                </c:pt>
                <c:pt idx="11682">
                  <c:v>1168.2</c:v>
                </c:pt>
                <c:pt idx="11683">
                  <c:v>1168.3</c:v>
                </c:pt>
                <c:pt idx="11684">
                  <c:v>1168.4000000000001</c:v>
                </c:pt>
                <c:pt idx="11685">
                  <c:v>1168.5</c:v>
                </c:pt>
                <c:pt idx="11686">
                  <c:v>1168.5999999999999</c:v>
                </c:pt>
                <c:pt idx="11687">
                  <c:v>1168.7</c:v>
                </c:pt>
                <c:pt idx="11688">
                  <c:v>1168.8</c:v>
                </c:pt>
                <c:pt idx="11689">
                  <c:v>1168.9000000000001</c:v>
                </c:pt>
                <c:pt idx="11690">
                  <c:v>1169</c:v>
                </c:pt>
                <c:pt idx="11691">
                  <c:v>1169.0999999999999</c:v>
                </c:pt>
                <c:pt idx="11692">
                  <c:v>1169.2</c:v>
                </c:pt>
                <c:pt idx="11693">
                  <c:v>1169.3</c:v>
                </c:pt>
                <c:pt idx="11694">
                  <c:v>1169.4000000000001</c:v>
                </c:pt>
                <c:pt idx="11695">
                  <c:v>1169.5</c:v>
                </c:pt>
                <c:pt idx="11696">
                  <c:v>1169.5999999999999</c:v>
                </c:pt>
                <c:pt idx="11697">
                  <c:v>1169.7</c:v>
                </c:pt>
                <c:pt idx="11698">
                  <c:v>1169.8</c:v>
                </c:pt>
                <c:pt idx="11699">
                  <c:v>1169.9000000000001</c:v>
                </c:pt>
                <c:pt idx="11700">
                  <c:v>1170</c:v>
                </c:pt>
                <c:pt idx="11701">
                  <c:v>1170.0999999999999</c:v>
                </c:pt>
                <c:pt idx="11702">
                  <c:v>1170.2</c:v>
                </c:pt>
                <c:pt idx="11703">
                  <c:v>1170.3</c:v>
                </c:pt>
                <c:pt idx="11704">
                  <c:v>1170.4000000000001</c:v>
                </c:pt>
                <c:pt idx="11705">
                  <c:v>1170.5</c:v>
                </c:pt>
                <c:pt idx="11706">
                  <c:v>1170.5999999999999</c:v>
                </c:pt>
                <c:pt idx="11707">
                  <c:v>1170.7</c:v>
                </c:pt>
                <c:pt idx="11708">
                  <c:v>1170.8</c:v>
                </c:pt>
                <c:pt idx="11709">
                  <c:v>1170.9000000000001</c:v>
                </c:pt>
                <c:pt idx="11710">
                  <c:v>1171</c:v>
                </c:pt>
                <c:pt idx="11711">
                  <c:v>1171.0999999999999</c:v>
                </c:pt>
                <c:pt idx="11712">
                  <c:v>1171.2</c:v>
                </c:pt>
                <c:pt idx="11713">
                  <c:v>1171.3</c:v>
                </c:pt>
                <c:pt idx="11714">
                  <c:v>1171.4000000000001</c:v>
                </c:pt>
                <c:pt idx="11715">
                  <c:v>1171.5</c:v>
                </c:pt>
                <c:pt idx="11716">
                  <c:v>1171.5999999999999</c:v>
                </c:pt>
                <c:pt idx="11717">
                  <c:v>1171.7</c:v>
                </c:pt>
                <c:pt idx="11718">
                  <c:v>1171.8</c:v>
                </c:pt>
                <c:pt idx="11719">
                  <c:v>1171.9000000000001</c:v>
                </c:pt>
                <c:pt idx="11720">
                  <c:v>1172</c:v>
                </c:pt>
                <c:pt idx="11721">
                  <c:v>1172.0999999999999</c:v>
                </c:pt>
                <c:pt idx="11722">
                  <c:v>1172.2</c:v>
                </c:pt>
                <c:pt idx="11723">
                  <c:v>1172.3</c:v>
                </c:pt>
                <c:pt idx="11724">
                  <c:v>1172.4000000000001</c:v>
                </c:pt>
                <c:pt idx="11725">
                  <c:v>1172.5</c:v>
                </c:pt>
                <c:pt idx="11726">
                  <c:v>1172.5999999999999</c:v>
                </c:pt>
                <c:pt idx="11727">
                  <c:v>1172.7</c:v>
                </c:pt>
                <c:pt idx="11728">
                  <c:v>1172.8</c:v>
                </c:pt>
                <c:pt idx="11729">
                  <c:v>1172.9000000000001</c:v>
                </c:pt>
                <c:pt idx="11730">
                  <c:v>1173</c:v>
                </c:pt>
                <c:pt idx="11731">
                  <c:v>1173.0999999999999</c:v>
                </c:pt>
                <c:pt idx="11732">
                  <c:v>1173.2</c:v>
                </c:pt>
                <c:pt idx="11733">
                  <c:v>1173.3</c:v>
                </c:pt>
                <c:pt idx="11734">
                  <c:v>1173.4000000000001</c:v>
                </c:pt>
                <c:pt idx="11735">
                  <c:v>1173.5</c:v>
                </c:pt>
                <c:pt idx="11736">
                  <c:v>1173.5999999999999</c:v>
                </c:pt>
                <c:pt idx="11737">
                  <c:v>1173.7</c:v>
                </c:pt>
                <c:pt idx="11738">
                  <c:v>1173.8</c:v>
                </c:pt>
                <c:pt idx="11739">
                  <c:v>1173.9000000000001</c:v>
                </c:pt>
                <c:pt idx="11740">
                  <c:v>1174</c:v>
                </c:pt>
                <c:pt idx="11741">
                  <c:v>1174.0999999999999</c:v>
                </c:pt>
                <c:pt idx="11742">
                  <c:v>1174.2</c:v>
                </c:pt>
                <c:pt idx="11743">
                  <c:v>1174.3</c:v>
                </c:pt>
                <c:pt idx="11744">
                  <c:v>1174.4000000000001</c:v>
                </c:pt>
                <c:pt idx="11745">
                  <c:v>1174.5</c:v>
                </c:pt>
                <c:pt idx="11746">
                  <c:v>1174.5999999999999</c:v>
                </c:pt>
                <c:pt idx="11747">
                  <c:v>1174.7</c:v>
                </c:pt>
                <c:pt idx="11748">
                  <c:v>1174.8</c:v>
                </c:pt>
                <c:pt idx="11749">
                  <c:v>1174.9000000000001</c:v>
                </c:pt>
                <c:pt idx="11750">
                  <c:v>1175</c:v>
                </c:pt>
                <c:pt idx="11751">
                  <c:v>1175.0999999999999</c:v>
                </c:pt>
                <c:pt idx="11752">
                  <c:v>1175.2</c:v>
                </c:pt>
                <c:pt idx="11753">
                  <c:v>1175.3</c:v>
                </c:pt>
                <c:pt idx="11754">
                  <c:v>1175.4000000000001</c:v>
                </c:pt>
                <c:pt idx="11755">
                  <c:v>1175.5</c:v>
                </c:pt>
                <c:pt idx="11756">
                  <c:v>1175.5999999999999</c:v>
                </c:pt>
                <c:pt idx="11757">
                  <c:v>1175.7</c:v>
                </c:pt>
                <c:pt idx="11758">
                  <c:v>1175.8</c:v>
                </c:pt>
                <c:pt idx="11759">
                  <c:v>1175.9000000000001</c:v>
                </c:pt>
                <c:pt idx="11760">
                  <c:v>1176</c:v>
                </c:pt>
                <c:pt idx="11761">
                  <c:v>1176.0999999999999</c:v>
                </c:pt>
                <c:pt idx="11762">
                  <c:v>1176.2</c:v>
                </c:pt>
                <c:pt idx="11763">
                  <c:v>1176.3</c:v>
                </c:pt>
                <c:pt idx="11764">
                  <c:v>1176.4000000000001</c:v>
                </c:pt>
                <c:pt idx="11765">
                  <c:v>1176.5</c:v>
                </c:pt>
                <c:pt idx="11766">
                  <c:v>1176.5999999999999</c:v>
                </c:pt>
                <c:pt idx="11767">
                  <c:v>1176.7</c:v>
                </c:pt>
                <c:pt idx="11768">
                  <c:v>1176.8</c:v>
                </c:pt>
                <c:pt idx="11769">
                  <c:v>1176.9000000000001</c:v>
                </c:pt>
                <c:pt idx="11770">
                  <c:v>1177</c:v>
                </c:pt>
                <c:pt idx="11771">
                  <c:v>1177.0999999999999</c:v>
                </c:pt>
                <c:pt idx="11772">
                  <c:v>1177.2</c:v>
                </c:pt>
                <c:pt idx="11773">
                  <c:v>1177.3</c:v>
                </c:pt>
                <c:pt idx="11774">
                  <c:v>1177.4000000000001</c:v>
                </c:pt>
                <c:pt idx="11775">
                  <c:v>1177.5</c:v>
                </c:pt>
                <c:pt idx="11776">
                  <c:v>1177.5999999999999</c:v>
                </c:pt>
                <c:pt idx="11777">
                  <c:v>1177.7</c:v>
                </c:pt>
                <c:pt idx="11778">
                  <c:v>1177.8</c:v>
                </c:pt>
                <c:pt idx="11779">
                  <c:v>1177.9000000000001</c:v>
                </c:pt>
                <c:pt idx="11780">
                  <c:v>1178</c:v>
                </c:pt>
                <c:pt idx="11781">
                  <c:v>1178.0999999999999</c:v>
                </c:pt>
                <c:pt idx="11782">
                  <c:v>1178.2</c:v>
                </c:pt>
                <c:pt idx="11783">
                  <c:v>1178.3</c:v>
                </c:pt>
                <c:pt idx="11784">
                  <c:v>1178.4000000000001</c:v>
                </c:pt>
                <c:pt idx="11785">
                  <c:v>1178.5</c:v>
                </c:pt>
                <c:pt idx="11786">
                  <c:v>1178.5999999999999</c:v>
                </c:pt>
                <c:pt idx="11787">
                  <c:v>1178.7</c:v>
                </c:pt>
                <c:pt idx="11788">
                  <c:v>1178.8</c:v>
                </c:pt>
                <c:pt idx="11789">
                  <c:v>1178.9000000000001</c:v>
                </c:pt>
                <c:pt idx="11790">
                  <c:v>1179</c:v>
                </c:pt>
                <c:pt idx="11791">
                  <c:v>1179.0999999999999</c:v>
                </c:pt>
                <c:pt idx="11792">
                  <c:v>1179.2</c:v>
                </c:pt>
                <c:pt idx="11793">
                  <c:v>1179.3</c:v>
                </c:pt>
                <c:pt idx="11794">
                  <c:v>1179.4000000000001</c:v>
                </c:pt>
                <c:pt idx="11795">
                  <c:v>1179.5</c:v>
                </c:pt>
                <c:pt idx="11796">
                  <c:v>1179.5999999999999</c:v>
                </c:pt>
                <c:pt idx="11797">
                  <c:v>1179.7</c:v>
                </c:pt>
                <c:pt idx="11798">
                  <c:v>1179.8</c:v>
                </c:pt>
                <c:pt idx="11799">
                  <c:v>1179.9000000000001</c:v>
                </c:pt>
                <c:pt idx="11800">
                  <c:v>1180</c:v>
                </c:pt>
                <c:pt idx="11801">
                  <c:v>1180.0999999999999</c:v>
                </c:pt>
                <c:pt idx="11802">
                  <c:v>1180.2</c:v>
                </c:pt>
                <c:pt idx="11803">
                  <c:v>1180.3</c:v>
                </c:pt>
                <c:pt idx="11804">
                  <c:v>1180.4000000000001</c:v>
                </c:pt>
                <c:pt idx="11805">
                  <c:v>1180.5</c:v>
                </c:pt>
                <c:pt idx="11806">
                  <c:v>1180.5999999999999</c:v>
                </c:pt>
                <c:pt idx="11807">
                  <c:v>1180.7</c:v>
                </c:pt>
                <c:pt idx="11808">
                  <c:v>1180.8</c:v>
                </c:pt>
                <c:pt idx="11809">
                  <c:v>1180.9000000000001</c:v>
                </c:pt>
                <c:pt idx="11810">
                  <c:v>1181</c:v>
                </c:pt>
                <c:pt idx="11811">
                  <c:v>1181.0999999999999</c:v>
                </c:pt>
                <c:pt idx="11812">
                  <c:v>1181.2</c:v>
                </c:pt>
                <c:pt idx="11813">
                  <c:v>1181.3</c:v>
                </c:pt>
                <c:pt idx="11814">
                  <c:v>1181.4000000000001</c:v>
                </c:pt>
                <c:pt idx="11815">
                  <c:v>1181.5</c:v>
                </c:pt>
                <c:pt idx="11816">
                  <c:v>1181.5999999999999</c:v>
                </c:pt>
                <c:pt idx="11817">
                  <c:v>1181.7</c:v>
                </c:pt>
                <c:pt idx="11818">
                  <c:v>1181.8</c:v>
                </c:pt>
                <c:pt idx="11819">
                  <c:v>1181.9000000000001</c:v>
                </c:pt>
                <c:pt idx="11820">
                  <c:v>1182</c:v>
                </c:pt>
                <c:pt idx="11821">
                  <c:v>1182.0999999999999</c:v>
                </c:pt>
                <c:pt idx="11822">
                  <c:v>1182.2</c:v>
                </c:pt>
                <c:pt idx="11823">
                  <c:v>1182.3</c:v>
                </c:pt>
                <c:pt idx="11824">
                  <c:v>1182.4000000000001</c:v>
                </c:pt>
                <c:pt idx="11825">
                  <c:v>1182.5</c:v>
                </c:pt>
                <c:pt idx="11826">
                  <c:v>1182.5999999999999</c:v>
                </c:pt>
                <c:pt idx="11827">
                  <c:v>1182.7</c:v>
                </c:pt>
                <c:pt idx="11828">
                  <c:v>1182.8</c:v>
                </c:pt>
                <c:pt idx="11829">
                  <c:v>1182.9000000000001</c:v>
                </c:pt>
                <c:pt idx="11830">
                  <c:v>1183</c:v>
                </c:pt>
                <c:pt idx="11831">
                  <c:v>1183.0999999999999</c:v>
                </c:pt>
                <c:pt idx="11832">
                  <c:v>1183.2</c:v>
                </c:pt>
                <c:pt idx="11833">
                  <c:v>1183.3</c:v>
                </c:pt>
                <c:pt idx="11834">
                  <c:v>1183.4000000000001</c:v>
                </c:pt>
                <c:pt idx="11835">
                  <c:v>1183.5</c:v>
                </c:pt>
                <c:pt idx="11836">
                  <c:v>1183.5999999999999</c:v>
                </c:pt>
                <c:pt idx="11837">
                  <c:v>1183.7</c:v>
                </c:pt>
                <c:pt idx="11838">
                  <c:v>1183.8</c:v>
                </c:pt>
                <c:pt idx="11839">
                  <c:v>1183.9000000000001</c:v>
                </c:pt>
                <c:pt idx="11840">
                  <c:v>1184</c:v>
                </c:pt>
                <c:pt idx="11841">
                  <c:v>1184.0999999999999</c:v>
                </c:pt>
                <c:pt idx="11842">
                  <c:v>1184.2</c:v>
                </c:pt>
                <c:pt idx="11843">
                  <c:v>1184.3</c:v>
                </c:pt>
                <c:pt idx="11844">
                  <c:v>1184.4000000000001</c:v>
                </c:pt>
                <c:pt idx="11845">
                  <c:v>1184.5</c:v>
                </c:pt>
                <c:pt idx="11846">
                  <c:v>1184.5999999999999</c:v>
                </c:pt>
                <c:pt idx="11847">
                  <c:v>1184.7</c:v>
                </c:pt>
                <c:pt idx="11848">
                  <c:v>1184.8</c:v>
                </c:pt>
                <c:pt idx="11849">
                  <c:v>1184.9000000000001</c:v>
                </c:pt>
                <c:pt idx="11850">
                  <c:v>1185</c:v>
                </c:pt>
                <c:pt idx="11851">
                  <c:v>1185.0999999999999</c:v>
                </c:pt>
                <c:pt idx="11852">
                  <c:v>1185.2</c:v>
                </c:pt>
                <c:pt idx="11853">
                  <c:v>1185.3</c:v>
                </c:pt>
                <c:pt idx="11854">
                  <c:v>1185.4000000000001</c:v>
                </c:pt>
                <c:pt idx="11855">
                  <c:v>1185.5</c:v>
                </c:pt>
                <c:pt idx="11856">
                  <c:v>1185.5999999999999</c:v>
                </c:pt>
                <c:pt idx="11857">
                  <c:v>1185.7</c:v>
                </c:pt>
                <c:pt idx="11858">
                  <c:v>1185.8</c:v>
                </c:pt>
                <c:pt idx="11859">
                  <c:v>1185.9000000000001</c:v>
                </c:pt>
                <c:pt idx="11860">
                  <c:v>1186</c:v>
                </c:pt>
                <c:pt idx="11861">
                  <c:v>1186.0999999999999</c:v>
                </c:pt>
                <c:pt idx="11862">
                  <c:v>1186.2</c:v>
                </c:pt>
                <c:pt idx="11863">
                  <c:v>1186.3</c:v>
                </c:pt>
                <c:pt idx="11864">
                  <c:v>1186.4000000000001</c:v>
                </c:pt>
                <c:pt idx="11865">
                  <c:v>1186.5</c:v>
                </c:pt>
                <c:pt idx="11866">
                  <c:v>1186.5999999999999</c:v>
                </c:pt>
                <c:pt idx="11867">
                  <c:v>1186.7</c:v>
                </c:pt>
                <c:pt idx="11868">
                  <c:v>1186.8</c:v>
                </c:pt>
                <c:pt idx="11869">
                  <c:v>1186.9000000000001</c:v>
                </c:pt>
                <c:pt idx="11870">
                  <c:v>1187</c:v>
                </c:pt>
                <c:pt idx="11871">
                  <c:v>1187.0999999999999</c:v>
                </c:pt>
                <c:pt idx="11872">
                  <c:v>1187.2</c:v>
                </c:pt>
                <c:pt idx="11873">
                  <c:v>1187.3</c:v>
                </c:pt>
                <c:pt idx="11874">
                  <c:v>1187.4000000000001</c:v>
                </c:pt>
                <c:pt idx="11875">
                  <c:v>1187.5</c:v>
                </c:pt>
                <c:pt idx="11876">
                  <c:v>1187.5999999999999</c:v>
                </c:pt>
                <c:pt idx="11877">
                  <c:v>1187.7</c:v>
                </c:pt>
                <c:pt idx="11878">
                  <c:v>1187.8</c:v>
                </c:pt>
                <c:pt idx="11879">
                  <c:v>1187.9000000000001</c:v>
                </c:pt>
                <c:pt idx="11880">
                  <c:v>1188</c:v>
                </c:pt>
                <c:pt idx="11881">
                  <c:v>1188.0999999999999</c:v>
                </c:pt>
                <c:pt idx="11882">
                  <c:v>1188.2</c:v>
                </c:pt>
                <c:pt idx="11883">
                  <c:v>1188.3</c:v>
                </c:pt>
                <c:pt idx="11884">
                  <c:v>1188.4000000000001</c:v>
                </c:pt>
                <c:pt idx="11885">
                  <c:v>1188.5</c:v>
                </c:pt>
                <c:pt idx="11886">
                  <c:v>1188.5999999999999</c:v>
                </c:pt>
                <c:pt idx="11887">
                  <c:v>1188.7</c:v>
                </c:pt>
                <c:pt idx="11888">
                  <c:v>1188.8</c:v>
                </c:pt>
                <c:pt idx="11889">
                  <c:v>1188.9000000000001</c:v>
                </c:pt>
                <c:pt idx="11890">
                  <c:v>1189</c:v>
                </c:pt>
                <c:pt idx="11891">
                  <c:v>1189.0999999999999</c:v>
                </c:pt>
                <c:pt idx="11892">
                  <c:v>1189.2</c:v>
                </c:pt>
                <c:pt idx="11893">
                  <c:v>1189.3</c:v>
                </c:pt>
                <c:pt idx="11894">
                  <c:v>1189.4000000000001</c:v>
                </c:pt>
                <c:pt idx="11895">
                  <c:v>1189.5</c:v>
                </c:pt>
                <c:pt idx="11896">
                  <c:v>1189.5999999999999</c:v>
                </c:pt>
                <c:pt idx="11897">
                  <c:v>1189.7</c:v>
                </c:pt>
                <c:pt idx="11898">
                  <c:v>1189.8</c:v>
                </c:pt>
                <c:pt idx="11899">
                  <c:v>1189.9000000000001</c:v>
                </c:pt>
                <c:pt idx="11900">
                  <c:v>1190</c:v>
                </c:pt>
                <c:pt idx="11901">
                  <c:v>1190.0999999999999</c:v>
                </c:pt>
                <c:pt idx="11902">
                  <c:v>1190.2</c:v>
                </c:pt>
                <c:pt idx="11903">
                  <c:v>1190.3</c:v>
                </c:pt>
                <c:pt idx="11904">
                  <c:v>1190.4000000000001</c:v>
                </c:pt>
                <c:pt idx="11905">
                  <c:v>1190.5</c:v>
                </c:pt>
                <c:pt idx="11906">
                  <c:v>1190.5999999999999</c:v>
                </c:pt>
                <c:pt idx="11907">
                  <c:v>1190.7</c:v>
                </c:pt>
                <c:pt idx="11908">
                  <c:v>1190.8</c:v>
                </c:pt>
                <c:pt idx="11909">
                  <c:v>1190.9000000000001</c:v>
                </c:pt>
                <c:pt idx="11910">
                  <c:v>1191</c:v>
                </c:pt>
                <c:pt idx="11911">
                  <c:v>1191.0999999999999</c:v>
                </c:pt>
                <c:pt idx="11912">
                  <c:v>1191.2</c:v>
                </c:pt>
                <c:pt idx="11913">
                  <c:v>1191.3</c:v>
                </c:pt>
                <c:pt idx="11914">
                  <c:v>1191.4000000000001</c:v>
                </c:pt>
                <c:pt idx="11915">
                  <c:v>1191.5</c:v>
                </c:pt>
                <c:pt idx="11916">
                  <c:v>1191.5999999999999</c:v>
                </c:pt>
                <c:pt idx="11917">
                  <c:v>1191.7</c:v>
                </c:pt>
                <c:pt idx="11918">
                  <c:v>1191.8</c:v>
                </c:pt>
                <c:pt idx="11919">
                  <c:v>1191.9000000000001</c:v>
                </c:pt>
                <c:pt idx="11920">
                  <c:v>1192</c:v>
                </c:pt>
                <c:pt idx="11921">
                  <c:v>1192.0999999999999</c:v>
                </c:pt>
                <c:pt idx="11922">
                  <c:v>1192.2</c:v>
                </c:pt>
                <c:pt idx="11923">
                  <c:v>1192.3</c:v>
                </c:pt>
                <c:pt idx="11924">
                  <c:v>1192.4000000000001</c:v>
                </c:pt>
                <c:pt idx="11925">
                  <c:v>1192.5</c:v>
                </c:pt>
                <c:pt idx="11926">
                  <c:v>1192.5999999999999</c:v>
                </c:pt>
                <c:pt idx="11927">
                  <c:v>1192.7</c:v>
                </c:pt>
                <c:pt idx="11928">
                  <c:v>1192.8</c:v>
                </c:pt>
                <c:pt idx="11929">
                  <c:v>1192.9000000000001</c:v>
                </c:pt>
                <c:pt idx="11930">
                  <c:v>1193</c:v>
                </c:pt>
                <c:pt idx="11931">
                  <c:v>1193.0999999999999</c:v>
                </c:pt>
                <c:pt idx="11932">
                  <c:v>1193.2</c:v>
                </c:pt>
                <c:pt idx="11933">
                  <c:v>1193.3</c:v>
                </c:pt>
                <c:pt idx="11934">
                  <c:v>1193.4000000000001</c:v>
                </c:pt>
                <c:pt idx="11935">
                  <c:v>1193.5</c:v>
                </c:pt>
                <c:pt idx="11936">
                  <c:v>1193.5999999999999</c:v>
                </c:pt>
                <c:pt idx="11937">
                  <c:v>1193.7</c:v>
                </c:pt>
                <c:pt idx="11938">
                  <c:v>1193.8</c:v>
                </c:pt>
                <c:pt idx="11939">
                  <c:v>1193.9000000000001</c:v>
                </c:pt>
                <c:pt idx="11940">
                  <c:v>1194</c:v>
                </c:pt>
                <c:pt idx="11941">
                  <c:v>1194.0999999999999</c:v>
                </c:pt>
                <c:pt idx="11942">
                  <c:v>1194.2</c:v>
                </c:pt>
                <c:pt idx="11943">
                  <c:v>1194.3</c:v>
                </c:pt>
                <c:pt idx="11944">
                  <c:v>1194.4000000000001</c:v>
                </c:pt>
                <c:pt idx="11945">
                  <c:v>1194.5</c:v>
                </c:pt>
                <c:pt idx="11946">
                  <c:v>1194.5999999999999</c:v>
                </c:pt>
                <c:pt idx="11947">
                  <c:v>1194.7</c:v>
                </c:pt>
                <c:pt idx="11948">
                  <c:v>1194.8</c:v>
                </c:pt>
                <c:pt idx="11949">
                  <c:v>1194.9000000000001</c:v>
                </c:pt>
                <c:pt idx="11950">
                  <c:v>1195</c:v>
                </c:pt>
                <c:pt idx="11951">
                  <c:v>1195.0999999999999</c:v>
                </c:pt>
                <c:pt idx="11952">
                  <c:v>1195.2</c:v>
                </c:pt>
                <c:pt idx="11953">
                  <c:v>1195.3</c:v>
                </c:pt>
                <c:pt idx="11954">
                  <c:v>1195.4000000000001</c:v>
                </c:pt>
                <c:pt idx="11955">
                  <c:v>1195.5</c:v>
                </c:pt>
                <c:pt idx="11956">
                  <c:v>1195.5999999999999</c:v>
                </c:pt>
                <c:pt idx="11957">
                  <c:v>1195.7</c:v>
                </c:pt>
                <c:pt idx="11958">
                  <c:v>1195.8</c:v>
                </c:pt>
                <c:pt idx="11959">
                  <c:v>1195.9000000000001</c:v>
                </c:pt>
                <c:pt idx="11960">
                  <c:v>1196</c:v>
                </c:pt>
                <c:pt idx="11961">
                  <c:v>1196.0999999999999</c:v>
                </c:pt>
                <c:pt idx="11962">
                  <c:v>1196.2</c:v>
                </c:pt>
                <c:pt idx="11963">
                  <c:v>1196.3</c:v>
                </c:pt>
                <c:pt idx="11964">
                  <c:v>1196.4000000000001</c:v>
                </c:pt>
                <c:pt idx="11965">
                  <c:v>1196.5</c:v>
                </c:pt>
                <c:pt idx="11966">
                  <c:v>1196.5999999999999</c:v>
                </c:pt>
                <c:pt idx="11967">
                  <c:v>1196.7</c:v>
                </c:pt>
                <c:pt idx="11968">
                  <c:v>1196.8</c:v>
                </c:pt>
                <c:pt idx="11969">
                  <c:v>1196.9000000000001</c:v>
                </c:pt>
                <c:pt idx="11970">
                  <c:v>1197</c:v>
                </c:pt>
                <c:pt idx="11971">
                  <c:v>1197.0999999999999</c:v>
                </c:pt>
                <c:pt idx="11972">
                  <c:v>1197.2</c:v>
                </c:pt>
                <c:pt idx="11973">
                  <c:v>1197.3</c:v>
                </c:pt>
                <c:pt idx="11974">
                  <c:v>1197.4000000000001</c:v>
                </c:pt>
                <c:pt idx="11975">
                  <c:v>1197.5</c:v>
                </c:pt>
                <c:pt idx="11976">
                  <c:v>1197.5999999999999</c:v>
                </c:pt>
                <c:pt idx="11977">
                  <c:v>1197.7</c:v>
                </c:pt>
                <c:pt idx="11978">
                  <c:v>1197.8</c:v>
                </c:pt>
                <c:pt idx="11979">
                  <c:v>1197.9000000000001</c:v>
                </c:pt>
                <c:pt idx="11980">
                  <c:v>1198</c:v>
                </c:pt>
                <c:pt idx="11981">
                  <c:v>1198.0999999999999</c:v>
                </c:pt>
                <c:pt idx="11982">
                  <c:v>1198.2</c:v>
                </c:pt>
                <c:pt idx="11983">
                  <c:v>1198.3</c:v>
                </c:pt>
                <c:pt idx="11984">
                  <c:v>1198.4000000000001</c:v>
                </c:pt>
                <c:pt idx="11985">
                  <c:v>1198.5</c:v>
                </c:pt>
                <c:pt idx="11986">
                  <c:v>1198.5999999999999</c:v>
                </c:pt>
                <c:pt idx="11987">
                  <c:v>1198.7</c:v>
                </c:pt>
                <c:pt idx="11988">
                  <c:v>1198.8</c:v>
                </c:pt>
                <c:pt idx="11989">
                  <c:v>1198.9000000000001</c:v>
                </c:pt>
                <c:pt idx="11990">
                  <c:v>1199</c:v>
                </c:pt>
                <c:pt idx="11991">
                  <c:v>1199.0999999999999</c:v>
                </c:pt>
                <c:pt idx="11992">
                  <c:v>1199.2</c:v>
                </c:pt>
                <c:pt idx="11993">
                  <c:v>1199.3</c:v>
                </c:pt>
                <c:pt idx="11994">
                  <c:v>1199.4000000000001</c:v>
                </c:pt>
                <c:pt idx="11995">
                  <c:v>1199.5</c:v>
                </c:pt>
                <c:pt idx="11996">
                  <c:v>1199.5999999999999</c:v>
                </c:pt>
                <c:pt idx="11997">
                  <c:v>1199.7</c:v>
                </c:pt>
                <c:pt idx="11998">
                  <c:v>1199.8</c:v>
                </c:pt>
                <c:pt idx="11999">
                  <c:v>1199.9000000000001</c:v>
                </c:pt>
                <c:pt idx="12000">
                  <c:v>1200</c:v>
                </c:pt>
                <c:pt idx="12001">
                  <c:v>1200.0999999999999</c:v>
                </c:pt>
                <c:pt idx="12002">
                  <c:v>1200.2</c:v>
                </c:pt>
                <c:pt idx="12003">
                  <c:v>1200.3</c:v>
                </c:pt>
                <c:pt idx="12004">
                  <c:v>1200.4000000000001</c:v>
                </c:pt>
                <c:pt idx="12005">
                  <c:v>1200.5</c:v>
                </c:pt>
                <c:pt idx="12006">
                  <c:v>1200.5999999999999</c:v>
                </c:pt>
                <c:pt idx="12007">
                  <c:v>1200.7</c:v>
                </c:pt>
                <c:pt idx="12008">
                  <c:v>1200.8</c:v>
                </c:pt>
                <c:pt idx="12009">
                  <c:v>1200.9000000000001</c:v>
                </c:pt>
                <c:pt idx="12010">
                  <c:v>1201</c:v>
                </c:pt>
                <c:pt idx="12011">
                  <c:v>1201.0999999999999</c:v>
                </c:pt>
                <c:pt idx="12012">
                  <c:v>1201.2</c:v>
                </c:pt>
                <c:pt idx="12013">
                  <c:v>1201.3</c:v>
                </c:pt>
                <c:pt idx="12014">
                  <c:v>1201.4000000000001</c:v>
                </c:pt>
                <c:pt idx="12015">
                  <c:v>1201.5</c:v>
                </c:pt>
                <c:pt idx="12016">
                  <c:v>1201.5999999999999</c:v>
                </c:pt>
                <c:pt idx="12017">
                  <c:v>1201.7</c:v>
                </c:pt>
                <c:pt idx="12018">
                  <c:v>1201.8</c:v>
                </c:pt>
                <c:pt idx="12019">
                  <c:v>1201.9000000000001</c:v>
                </c:pt>
                <c:pt idx="12020">
                  <c:v>1202</c:v>
                </c:pt>
                <c:pt idx="12021">
                  <c:v>1202.0999999999999</c:v>
                </c:pt>
                <c:pt idx="12022">
                  <c:v>1202.2</c:v>
                </c:pt>
                <c:pt idx="12023">
                  <c:v>1202.3</c:v>
                </c:pt>
                <c:pt idx="12024">
                  <c:v>1202.4000000000001</c:v>
                </c:pt>
                <c:pt idx="12025">
                  <c:v>1202.5</c:v>
                </c:pt>
                <c:pt idx="12026">
                  <c:v>1202.5999999999999</c:v>
                </c:pt>
                <c:pt idx="12027">
                  <c:v>1202.7</c:v>
                </c:pt>
                <c:pt idx="12028">
                  <c:v>1202.8</c:v>
                </c:pt>
                <c:pt idx="12029">
                  <c:v>1202.9000000000001</c:v>
                </c:pt>
                <c:pt idx="12030">
                  <c:v>1203</c:v>
                </c:pt>
                <c:pt idx="12031">
                  <c:v>1203.0999999999999</c:v>
                </c:pt>
                <c:pt idx="12032">
                  <c:v>1203.2</c:v>
                </c:pt>
                <c:pt idx="12033">
                  <c:v>1203.3</c:v>
                </c:pt>
                <c:pt idx="12034">
                  <c:v>1203.4000000000001</c:v>
                </c:pt>
                <c:pt idx="12035">
                  <c:v>1203.5</c:v>
                </c:pt>
                <c:pt idx="12036">
                  <c:v>1203.5999999999999</c:v>
                </c:pt>
                <c:pt idx="12037">
                  <c:v>1203.7</c:v>
                </c:pt>
                <c:pt idx="12038">
                  <c:v>1203.8</c:v>
                </c:pt>
                <c:pt idx="12039">
                  <c:v>1203.9000000000001</c:v>
                </c:pt>
                <c:pt idx="12040">
                  <c:v>1204</c:v>
                </c:pt>
                <c:pt idx="12041">
                  <c:v>1204.0999999999999</c:v>
                </c:pt>
                <c:pt idx="12042">
                  <c:v>1204.2</c:v>
                </c:pt>
                <c:pt idx="12043">
                  <c:v>1204.3</c:v>
                </c:pt>
                <c:pt idx="12044">
                  <c:v>1204.4000000000001</c:v>
                </c:pt>
                <c:pt idx="12045">
                  <c:v>1204.5</c:v>
                </c:pt>
                <c:pt idx="12046">
                  <c:v>1204.5999999999999</c:v>
                </c:pt>
                <c:pt idx="12047">
                  <c:v>1204.7</c:v>
                </c:pt>
                <c:pt idx="12048">
                  <c:v>1204.8</c:v>
                </c:pt>
                <c:pt idx="12049">
                  <c:v>1204.9000000000001</c:v>
                </c:pt>
                <c:pt idx="12050">
                  <c:v>1205</c:v>
                </c:pt>
                <c:pt idx="12051">
                  <c:v>1205.0999999999999</c:v>
                </c:pt>
                <c:pt idx="12052">
                  <c:v>1205.2</c:v>
                </c:pt>
                <c:pt idx="12053">
                  <c:v>1205.3</c:v>
                </c:pt>
                <c:pt idx="12054">
                  <c:v>1205.4000000000001</c:v>
                </c:pt>
                <c:pt idx="12055">
                  <c:v>1205.5</c:v>
                </c:pt>
                <c:pt idx="12056">
                  <c:v>1205.5999999999999</c:v>
                </c:pt>
                <c:pt idx="12057">
                  <c:v>1205.7</c:v>
                </c:pt>
                <c:pt idx="12058">
                  <c:v>1205.8</c:v>
                </c:pt>
                <c:pt idx="12059">
                  <c:v>1205.9000000000001</c:v>
                </c:pt>
                <c:pt idx="12060">
                  <c:v>1206</c:v>
                </c:pt>
                <c:pt idx="12061">
                  <c:v>1206.0999999999999</c:v>
                </c:pt>
                <c:pt idx="12062">
                  <c:v>1206.2</c:v>
                </c:pt>
                <c:pt idx="12063">
                  <c:v>1206.3</c:v>
                </c:pt>
                <c:pt idx="12064">
                  <c:v>1206.4000000000001</c:v>
                </c:pt>
                <c:pt idx="12065">
                  <c:v>1206.5</c:v>
                </c:pt>
                <c:pt idx="12066">
                  <c:v>1206.5999999999999</c:v>
                </c:pt>
                <c:pt idx="12067">
                  <c:v>1206.7</c:v>
                </c:pt>
                <c:pt idx="12068">
                  <c:v>1206.8</c:v>
                </c:pt>
                <c:pt idx="12069">
                  <c:v>1206.9000000000001</c:v>
                </c:pt>
                <c:pt idx="12070">
                  <c:v>1207</c:v>
                </c:pt>
                <c:pt idx="12071">
                  <c:v>1207.0999999999999</c:v>
                </c:pt>
                <c:pt idx="12072">
                  <c:v>1207.2</c:v>
                </c:pt>
                <c:pt idx="12073">
                  <c:v>1207.3</c:v>
                </c:pt>
                <c:pt idx="12074">
                  <c:v>1207.4000000000001</c:v>
                </c:pt>
                <c:pt idx="12075">
                  <c:v>1207.5</c:v>
                </c:pt>
                <c:pt idx="12076">
                  <c:v>1207.5999999999999</c:v>
                </c:pt>
                <c:pt idx="12077">
                  <c:v>1207.7</c:v>
                </c:pt>
                <c:pt idx="12078">
                  <c:v>1207.8</c:v>
                </c:pt>
                <c:pt idx="12079">
                  <c:v>1207.9000000000001</c:v>
                </c:pt>
                <c:pt idx="12080">
                  <c:v>1208</c:v>
                </c:pt>
                <c:pt idx="12081">
                  <c:v>1208.0999999999999</c:v>
                </c:pt>
                <c:pt idx="12082">
                  <c:v>1208.2</c:v>
                </c:pt>
                <c:pt idx="12083">
                  <c:v>1208.3</c:v>
                </c:pt>
                <c:pt idx="12084">
                  <c:v>1208.4000000000001</c:v>
                </c:pt>
                <c:pt idx="12085">
                  <c:v>1208.5</c:v>
                </c:pt>
                <c:pt idx="12086">
                  <c:v>1208.5999999999999</c:v>
                </c:pt>
                <c:pt idx="12087">
                  <c:v>1208.7</c:v>
                </c:pt>
                <c:pt idx="12088">
                  <c:v>1208.8</c:v>
                </c:pt>
                <c:pt idx="12089">
                  <c:v>1208.9000000000001</c:v>
                </c:pt>
                <c:pt idx="12090">
                  <c:v>1209</c:v>
                </c:pt>
                <c:pt idx="12091">
                  <c:v>1209.0999999999999</c:v>
                </c:pt>
                <c:pt idx="12092">
                  <c:v>1209.2</c:v>
                </c:pt>
                <c:pt idx="12093">
                  <c:v>1209.3</c:v>
                </c:pt>
                <c:pt idx="12094">
                  <c:v>1209.4000000000001</c:v>
                </c:pt>
                <c:pt idx="12095">
                  <c:v>1209.5</c:v>
                </c:pt>
                <c:pt idx="12096">
                  <c:v>1209.5999999999999</c:v>
                </c:pt>
                <c:pt idx="12097">
                  <c:v>1209.7</c:v>
                </c:pt>
                <c:pt idx="12098">
                  <c:v>1209.8</c:v>
                </c:pt>
                <c:pt idx="12099">
                  <c:v>1209.9000000000001</c:v>
                </c:pt>
                <c:pt idx="12100">
                  <c:v>1210</c:v>
                </c:pt>
                <c:pt idx="12101">
                  <c:v>1210.0999999999999</c:v>
                </c:pt>
                <c:pt idx="12102">
                  <c:v>1210.2</c:v>
                </c:pt>
                <c:pt idx="12103">
                  <c:v>1210.3</c:v>
                </c:pt>
                <c:pt idx="12104">
                  <c:v>1210.4000000000001</c:v>
                </c:pt>
                <c:pt idx="12105">
                  <c:v>1210.5</c:v>
                </c:pt>
                <c:pt idx="12106">
                  <c:v>1210.5999999999999</c:v>
                </c:pt>
                <c:pt idx="12107">
                  <c:v>1210.7</c:v>
                </c:pt>
                <c:pt idx="12108">
                  <c:v>1210.8</c:v>
                </c:pt>
                <c:pt idx="12109">
                  <c:v>1210.9000000000001</c:v>
                </c:pt>
                <c:pt idx="12110">
                  <c:v>1211</c:v>
                </c:pt>
                <c:pt idx="12111">
                  <c:v>1211.0999999999999</c:v>
                </c:pt>
                <c:pt idx="12112">
                  <c:v>1211.2</c:v>
                </c:pt>
                <c:pt idx="12113">
                  <c:v>1211.3</c:v>
                </c:pt>
                <c:pt idx="12114">
                  <c:v>1211.4000000000001</c:v>
                </c:pt>
                <c:pt idx="12115">
                  <c:v>1211.5</c:v>
                </c:pt>
                <c:pt idx="12116">
                  <c:v>1211.5999999999999</c:v>
                </c:pt>
                <c:pt idx="12117">
                  <c:v>1211.7</c:v>
                </c:pt>
                <c:pt idx="12118">
                  <c:v>1211.8</c:v>
                </c:pt>
                <c:pt idx="12119">
                  <c:v>1211.9000000000001</c:v>
                </c:pt>
                <c:pt idx="12120">
                  <c:v>1212</c:v>
                </c:pt>
                <c:pt idx="12121">
                  <c:v>1212.0999999999999</c:v>
                </c:pt>
                <c:pt idx="12122">
                  <c:v>1212.2</c:v>
                </c:pt>
                <c:pt idx="12123">
                  <c:v>1212.3</c:v>
                </c:pt>
                <c:pt idx="12124">
                  <c:v>1212.4000000000001</c:v>
                </c:pt>
                <c:pt idx="12125">
                  <c:v>1212.5</c:v>
                </c:pt>
                <c:pt idx="12126">
                  <c:v>1212.5999999999999</c:v>
                </c:pt>
                <c:pt idx="12127">
                  <c:v>1212.7</c:v>
                </c:pt>
                <c:pt idx="12128">
                  <c:v>1212.8</c:v>
                </c:pt>
                <c:pt idx="12129">
                  <c:v>1212.9000000000001</c:v>
                </c:pt>
                <c:pt idx="12130">
                  <c:v>1213</c:v>
                </c:pt>
                <c:pt idx="12131">
                  <c:v>1213.0999999999999</c:v>
                </c:pt>
                <c:pt idx="12132">
                  <c:v>1213.2</c:v>
                </c:pt>
                <c:pt idx="12133">
                  <c:v>1213.3</c:v>
                </c:pt>
                <c:pt idx="12134">
                  <c:v>1213.4000000000001</c:v>
                </c:pt>
                <c:pt idx="12135">
                  <c:v>1213.5</c:v>
                </c:pt>
                <c:pt idx="12136">
                  <c:v>1213.5999999999999</c:v>
                </c:pt>
                <c:pt idx="12137">
                  <c:v>1213.7</c:v>
                </c:pt>
                <c:pt idx="12138">
                  <c:v>1213.8</c:v>
                </c:pt>
                <c:pt idx="12139">
                  <c:v>1213.9000000000001</c:v>
                </c:pt>
                <c:pt idx="12140">
                  <c:v>1214</c:v>
                </c:pt>
                <c:pt idx="12141">
                  <c:v>1214.0999999999999</c:v>
                </c:pt>
                <c:pt idx="12142">
                  <c:v>1214.2</c:v>
                </c:pt>
                <c:pt idx="12143">
                  <c:v>1214.3</c:v>
                </c:pt>
                <c:pt idx="12144">
                  <c:v>1214.4000000000001</c:v>
                </c:pt>
                <c:pt idx="12145">
                  <c:v>1214.5</c:v>
                </c:pt>
                <c:pt idx="12146">
                  <c:v>1214.5999999999999</c:v>
                </c:pt>
                <c:pt idx="12147">
                  <c:v>1214.7</c:v>
                </c:pt>
                <c:pt idx="12148">
                  <c:v>1214.8</c:v>
                </c:pt>
                <c:pt idx="12149">
                  <c:v>1214.9000000000001</c:v>
                </c:pt>
                <c:pt idx="12150">
                  <c:v>1215</c:v>
                </c:pt>
                <c:pt idx="12151">
                  <c:v>1215.0999999999999</c:v>
                </c:pt>
                <c:pt idx="12152">
                  <c:v>1215.2</c:v>
                </c:pt>
                <c:pt idx="12153">
                  <c:v>1215.3</c:v>
                </c:pt>
                <c:pt idx="12154">
                  <c:v>1215.4000000000001</c:v>
                </c:pt>
                <c:pt idx="12155">
                  <c:v>1215.5</c:v>
                </c:pt>
                <c:pt idx="12156">
                  <c:v>1215.5999999999999</c:v>
                </c:pt>
                <c:pt idx="12157">
                  <c:v>1215.7</c:v>
                </c:pt>
                <c:pt idx="12158">
                  <c:v>1215.8</c:v>
                </c:pt>
                <c:pt idx="12159">
                  <c:v>1215.9000000000001</c:v>
                </c:pt>
                <c:pt idx="12160">
                  <c:v>1216</c:v>
                </c:pt>
                <c:pt idx="12161">
                  <c:v>1216.0999999999999</c:v>
                </c:pt>
                <c:pt idx="12162">
                  <c:v>1216.2</c:v>
                </c:pt>
                <c:pt idx="12163">
                  <c:v>1216.3</c:v>
                </c:pt>
                <c:pt idx="12164">
                  <c:v>1216.4000000000001</c:v>
                </c:pt>
                <c:pt idx="12165">
                  <c:v>1216.5</c:v>
                </c:pt>
                <c:pt idx="12166">
                  <c:v>1216.5999999999999</c:v>
                </c:pt>
                <c:pt idx="12167">
                  <c:v>1216.7</c:v>
                </c:pt>
                <c:pt idx="12168">
                  <c:v>1216.8</c:v>
                </c:pt>
                <c:pt idx="12169">
                  <c:v>1216.9000000000001</c:v>
                </c:pt>
                <c:pt idx="12170">
                  <c:v>1217</c:v>
                </c:pt>
                <c:pt idx="12171">
                  <c:v>1217.0999999999999</c:v>
                </c:pt>
                <c:pt idx="12172">
                  <c:v>1217.2</c:v>
                </c:pt>
                <c:pt idx="12173">
                  <c:v>1217.3</c:v>
                </c:pt>
                <c:pt idx="12174">
                  <c:v>1217.4000000000001</c:v>
                </c:pt>
                <c:pt idx="12175">
                  <c:v>1217.5</c:v>
                </c:pt>
                <c:pt idx="12176">
                  <c:v>1217.5999999999999</c:v>
                </c:pt>
                <c:pt idx="12177">
                  <c:v>1217.7</c:v>
                </c:pt>
                <c:pt idx="12178">
                  <c:v>1217.8</c:v>
                </c:pt>
                <c:pt idx="12179">
                  <c:v>1217.9000000000001</c:v>
                </c:pt>
                <c:pt idx="12180">
                  <c:v>1218</c:v>
                </c:pt>
                <c:pt idx="12181">
                  <c:v>1218.0999999999999</c:v>
                </c:pt>
                <c:pt idx="12182">
                  <c:v>1218.2</c:v>
                </c:pt>
                <c:pt idx="12183">
                  <c:v>1218.3</c:v>
                </c:pt>
                <c:pt idx="12184">
                  <c:v>1218.4000000000001</c:v>
                </c:pt>
                <c:pt idx="12185">
                  <c:v>1218.5</c:v>
                </c:pt>
                <c:pt idx="12186">
                  <c:v>1218.5999999999999</c:v>
                </c:pt>
                <c:pt idx="12187">
                  <c:v>1218.7</c:v>
                </c:pt>
                <c:pt idx="12188">
                  <c:v>1218.8</c:v>
                </c:pt>
                <c:pt idx="12189">
                  <c:v>1218.9000000000001</c:v>
                </c:pt>
                <c:pt idx="12190">
                  <c:v>1219</c:v>
                </c:pt>
                <c:pt idx="12191">
                  <c:v>1219.0999999999999</c:v>
                </c:pt>
                <c:pt idx="12192">
                  <c:v>1219.2</c:v>
                </c:pt>
                <c:pt idx="12193">
                  <c:v>1219.3</c:v>
                </c:pt>
                <c:pt idx="12194">
                  <c:v>1219.4000000000001</c:v>
                </c:pt>
                <c:pt idx="12195">
                  <c:v>1219.5</c:v>
                </c:pt>
                <c:pt idx="12196">
                  <c:v>1219.5999999999999</c:v>
                </c:pt>
                <c:pt idx="12197">
                  <c:v>1219.7</c:v>
                </c:pt>
                <c:pt idx="12198">
                  <c:v>1219.8</c:v>
                </c:pt>
                <c:pt idx="12199">
                  <c:v>1219.9000000000001</c:v>
                </c:pt>
                <c:pt idx="12200">
                  <c:v>1220</c:v>
                </c:pt>
                <c:pt idx="12201">
                  <c:v>1220.0999999999999</c:v>
                </c:pt>
                <c:pt idx="12202">
                  <c:v>1220.2</c:v>
                </c:pt>
                <c:pt idx="12203">
                  <c:v>1220.3</c:v>
                </c:pt>
                <c:pt idx="12204">
                  <c:v>1220.4000000000001</c:v>
                </c:pt>
                <c:pt idx="12205">
                  <c:v>1220.5</c:v>
                </c:pt>
                <c:pt idx="12206">
                  <c:v>1220.5999999999999</c:v>
                </c:pt>
                <c:pt idx="12207">
                  <c:v>1220.7</c:v>
                </c:pt>
                <c:pt idx="12208">
                  <c:v>1220.8</c:v>
                </c:pt>
                <c:pt idx="12209">
                  <c:v>1220.9000000000001</c:v>
                </c:pt>
                <c:pt idx="12210">
                  <c:v>1221</c:v>
                </c:pt>
                <c:pt idx="12211">
                  <c:v>1221.0999999999999</c:v>
                </c:pt>
                <c:pt idx="12212">
                  <c:v>1221.2</c:v>
                </c:pt>
                <c:pt idx="12213">
                  <c:v>1221.3</c:v>
                </c:pt>
                <c:pt idx="12214">
                  <c:v>1221.4000000000001</c:v>
                </c:pt>
                <c:pt idx="12215">
                  <c:v>1221.5</c:v>
                </c:pt>
                <c:pt idx="12216">
                  <c:v>1221.5999999999999</c:v>
                </c:pt>
                <c:pt idx="12217">
                  <c:v>1221.7</c:v>
                </c:pt>
                <c:pt idx="12218">
                  <c:v>1221.8</c:v>
                </c:pt>
                <c:pt idx="12219">
                  <c:v>1221.9000000000001</c:v>
                </c:pt>
                <c:pt idx="12220">
                  <c:v>1222</c:v>
                </c:pt>
                <c:pt idx="12221">
                  <c:v>1222.0999999999999</c:v>
                </c:pt>
                <c:pt idx="12222">
                  <c:v>1222.2</c:v>
                </c:pt>
                <c:pt idx="12223">
                  <c:v>1222.3</c:v>
                </c:pt>
                <c:pt idx="12224">
                  <c:v>1222.4000000000001</c:v>
                </c:pt>
                <c:pt idx="12225">
                  <c:v>1222.5</c:v>
                </c:pt>
                <c:pt idx="12226">
                  <c:v>1222.5999999999999</c:v>
                </c:pt>
                <c:pt idx="12227">
                  <c:v>1222.7</c:v>
                </c:pt>
                <c:pt idx="12228">
                  <c:v>1222.8</c:v>
                </c:pt>
                <c:pt idx="12229">
                  <c:v>1222.9000000000001</c:v>
                </c:pt>
                <c:pt idx="12230">
                  <c:v>1223</c:v>
                </c:pt>
                <c:pt idx="12231">
                  <c:v>1223.0999999999999</c:v>
                </c:pt>
                <c:pt idx="12232">
                  <c:v>1223.2</c:v>
                </c:pt>
                <c:pt idx="12233">
                  <c:v>1223.3</c:v>
                </c:pt>
                <c:pt idx="12234">
                  <c:v>1223.4000000000001</c:v>
                </c:pt>
                <c:pt idx="12235">
                  <c:v>1223.5</c:v>
                </c:pt>
                <c:pt idx="12236">
                  <c:v>1223.5999999999999</c:v>
                </c:pt>
                <c:pt idx="12237">
                  <c:v>1223.7</c:v>
                </c:pt>
                <c:pt idx="12238">
                  <c:v>1223.8</c:v>
                </c:pt>
                <c:pt idx="12239">
                  <c:v>1223.9000000000001</c:v>
                </c:pt>
                <c:pt idx="12240">
                  <c:v>1224</c:v>
                </c:pt>
                <c:pt idx="12241">
                  <c:v>1224.0999999999999</c:v>
                </c:pt>
                <c:pt idx="12242">
                  <c:v>1224.2</c:v>
                </c:pt>
                <c:pt idx="12243">
                  <c:v>1224.3</c:v>
                </c:pt>
                <c:pt idx="12244">
                  <c:v>1224.4000000000001</c:v>
                </c:pt>
                <c:pt idx="12245">
                  <c:v>1224.5</c:v>
                </c:pt>
                <c:pt idx="12246">
                  <c:v>1224.5999999999999</c:v>
                </c:pt>
                <c:pt idx="12247">
                  <c:v>1224.7</c:v>
                </c:pt>
                <c:pt idx="12248">
                  <c:v>1224.8</c:v>
                </c:pt>
                <c:pt idx="12249">
                  <c:v>1224.9000000000001</c:v>
                </c:pt>
                <c:pt idx="12250">
                  <c:v>1225</c:v>
                </c:pt>
                <c:pt idx="12251">
                  <c:v>1225.0999999999999</c:v>
                </c:pt>
                <c:pt idx="12252">
                  <c:v>1225.2</c:v>
                </c:pt>
                <c:pt idx="12253">
                  <c:v>1225.3</c:v>
                </c:pt>
                <c:pt idx="12254">
                  <c:v>1225.4000000000001</c:v>
                </c:pt>
                <c:pt idx="12255">
                  <c:v>1225.5</c:v>
                </c:pt>
                <c:pt idx="12256">
                  <c:v>1225.5999999999999</c:v>
                </c:pt>
                <c:pt idx="12257">
                  <c:v>1225.7</c:v>
                </c:pt>
                <c:pt idx="12258">
                  <c:v>1225.8</c:v>
                </c:pt>
                <c:pt idx="12259">
                  <c:v>1225.9000000000001</c:v>
                </c:pt>
                <c:pt idx="12260">
                  <c:v>1226</c:v>
                </c:pt>
                <c:pt idx="12261">
                  <c:v>1226.0999999999999</c:v>
                </c:pt>
                <c:pt idx="12262">
                  <c:v>1226.2</c:v>
                </c:pt>
                <c:pt idx="12263">
                  <c:v>1226.3</c:v>
                </c:pt>
                <c:pt idx="12264">
                  <c:v>1226.4000000000001</c:v>
                </c:pt>
                <c:pt idx="12265">
                  <c:v>1226.5</c:v>
                </c:pt>
                <c:pt idx="12266">
                  <c:v>1226.5999999999999</c:v>
                </c:pt>
                <c:pt idx="12267">
                  <c:v>1226.7</c:v>
                </c:pt>
                <c:pt idx="12268">
                  <c:v>1226.8</c:v>
                </c:pt>
                <c:pt idx="12269">
                  <c:v>1226.9000000000001</c:v>
                </c:pt>
                <c:pt idx="12270">
                  <c:v>1227</c:v>
                </c:pt>
                <c:pt idx="12271">
                  <c:v>1227.0999999999999</c:v>
                </c:pt>
                <c:pt idx="12272">
                  <c:v>1227.2</c:v>
                </c:pt>
                <c:pt idx="12273">
                  <c:v>1227.3</c:v>
                </c:pt>
                <c:pt idx="12274">
                  <c:v>1227.4000000000001</c:v>
                </c:pt>
                <c:pt idx="12275">
                  <c:v>1227.5</c:v>
                </c:pt>
                <c:pt idx="12276">
                  <c:v>1227.5999999999999</c:v>
                </c:pt>
                <c:pt idx="12277">
                  <c:v>1227.7</c:v>
                </c:pt>
                <c:pt idx="12278">
                  <c:v>1227.8</c:v>
                </c:pt>
                <c:pt idx="12279">
                  <c:v>1227.9000000000001</c:v>
                </c:pt>
                <c:pt idx="12280">
                  <c:v>1228</c:v>
                </c:pt>
                <c:pt idx="12281">
                  <c:v>1228.0999999999999</c:v>
                </c:pt>
                <c:pt idx="12282">
                  <c:v>1228.2</c:v>
                </c:pt>
                <c:pt idx="12283">
                  <c:v>1228.3</c:v>
                </c:pt>
                <c:pt idx="12284">
                  <c:v>1228.4000000000001</c:v>
                </c:pt>
                <c:pt idx="12285">
                  <c:v>1228.5</c:v>
                </c:pt>
                <c:pt idx="12286">
                  <c:v>1228.5999999999999</c:v>
                </c:pt>
                <c:pt idx="12287">
                  <c:v>1228.7</c:v>
                </c:pt>
                <c:pt idx="12288">
                  <c:v>1228.8</c:v>
                </c:pt>
                <c:pt idx="12289">
                  <c:v>1228.9000000000001</c:v>
                </c:pt>
                <c:pt idx="12290">
                  <c:v>1229</c:v>
                </c:pt>
                <c:pt idx="12291">
                  <c:v>1229.0999999999999</c:v>
                </c:pt>
                <c:pt idx="12292">
                  <c:v>1229.2</c:v>
                </c:pt>
                <c:pt idx="12293">
                  <c:v>1229.3</c:v>
                </c:pt>
                <c:pt idx="12294">
                  <c:v>1229.4000000000001</c:v>
                </c:pt>
                <c:pt idx="12295">
                  <c:v>1229.5</c:v>
                </c:pt>
                <c:pt idx="12296">
                  <c:v>1229.5999999999999</c:v>
                </c:pt>
                <c:pt idx="12297">
                  <c:v>1229.7</c:v>
                </c:pt>
                <c:pt idx="12298">
                  <c:v>1229.8</c:v>
                </c:pt>
                <c:pt idx="12299">
                  <c:v>1229.9000000000001</c:v>
                </c:pt>
                <c:pt idx="12300">
                  <c:v>1230</c:v>
                </c:pt>
                <c:pt idx="12301">
                  <c:v>1230.0999999999999</c:v>
                </c:pt>
                <c:pt idx="12302">
                  <c:v>1230.2</c:v>
                </c:pt>
                <c:pt idx="12303">
                  <c:v>1230.3</c:v>
                </c:pt>
                <c:pt idx="12304">
                  <c:v>1230.4000000000001</c:v>
                </c:pt>
                <c:pt idx="12305">
                  <c:v>1230.5</c:v>
                </c:pt>
                <c:pt idx="12306">
                  <c:v>1230.5999999999999</c:v>
                </c:pt>
                <c:pt idx="12307">
                  <c:v>1230.7</c:v>
                </c:pt>
                <c:pt idx="12308">
                  <c:v>1230.8</c:v>
                </c:pt>
                <c:pt idx="12309">
                  <c:v>1230.9000000000001</c:v>
                </c:pt>
                <c:pt idx="12310">
                  <c:v>1231</c:v>
                </c:pt>
                <c:pt idx="12311">
                  <c:v>1231.0999999999999</c:v>
                </c:pt>
                <c:pt idx="12312">
                  <c:v>1231.2</c:v>
                </c:pt>
                <c:pt idx="12313">
                  <c:v>1231.3</c:v>
                </c:pt>
                <c:pt idx="12314">
                  <c:v>1231.4000000000001</c:v>
                </c:pt>
                <c:pt idx="12315">
                  <c:v>1231.5</c:v>
                </c:pt>
                <c:pt idx="12316">
                  <c:v>1231.5999999999999</c:v>
                </c:pt>
                <c:pt idx="12317">
                  <c:v>1231.7</c:v>
                </c:pt>
                <c:pt idx="12318">
                  <c:v>1231.8</c:v>
                </c:pt>
                <c:pt idx="12319">
                  <c:v>1231.9000000000001</c:v>
                </c:pt>
                <c:pt idx="12320">
                  <c:v>1232</c:v>
                </c:pt>
                <c:pt idx="12321">
                  <c:v>1232.0999999999999</c:v>
                </c:pt>
                <c:pt idx="12322">
                  <c:v>1232.2</c:v>
                </c:pt>
                <c:pt idx="12323">
                  <c:v>1232.3</c:v>
                </c:pt>
                <c:pt idx="12324">
                  <c:v>1232.4000000000001</c:v>
                </c:pt>
                <c:pt idx="12325">
                  <c:v>1232.5</c:v>
                </c:pt>
                <c:pt idx="12326">
                  <c:v>1232.5999999999999</c:v>
                </c:pt>
                <c:pt idx="12327">
                  <c:v>1232.7</c:v>
                </c:pt>
                <c:pt idx="12328">
                  <c:v>1232.8</c:v>
                </c:pt>
                <c:pt idx="12329">
                  <c:v>1232.9000000000001</c:v>
                </c:pt>
                <c:pt idx="12330">
                  <c:v>1233</c:v>
                </c:pt>
                <c:pt idx="12331">
                  <c:v>1233.0999999999999</c:v>
                </c:pt>
                <c:pt idx="12332">
                  <c:v>1233.2</c:v>
                </c:pt>
                <c:pt idx="12333">
                  <c:v>1233.3</c:v>
                </c:pt>
                <c:pt idx="12334">
                  <c:v>1233.4000000000001</c:v>
                </c:pt>
                <c:pt idx="12335">
                  <c:v>1233.5</c:v>
                </c:pt>
                <c:pt idx="12336">
                  <c:v>1233.5999999999999</c:v>
                </c:pt>
                <c:pt idx="12337">
                  <c:v>1233.7</c:v>
                </c:pt>
                <c:pt idx="12338">
                  <c:v>1233.8</c:v>
                </c:pt>
                <c:pt idx="12339">
                  <c:v>1233.9000000000001</c:v>
                </c:pt>
                <c:pt idx="12340">
                  <c:v>1234</c:v>
                </c:pt>
                <c:pt idx="12341">
                  <c:v>1234.0999999999999</c:v>
                </c:pt>
                <c:pt idx="12342">
                  <c:v>1234.2</c:v>
                </c:pt>
                <c:pt idx="12343">
                  <c:v>1234.3</c:v>
                </c:pt>
                <c:pt idx="12344">
                  <c:v>1234.4000000000001</c:v>
                </c:pt>
                <c:pt idx="12345">
                  <c:v>1234.5</c:v>
                </c:pt>
                <c:pt idx="12346">
                  <c:v>1234.5999999999999</c:v>
                </c:pt>
                <c:pt idx="12347">
                  <c:v>1234.7</c:v>
                </c:pt>
                <c:pt idx="12348">
                  <c:v>1234.8</c:v>
                </c:pt>
                <c:pt idx="12349">
                  <c:v>1234.9000000000001</c:v>
                </c:pt>
                <c:pt idx="12350">
                  <c:v>1235</c:v>
                </c:pt>
                <c:pt idx="12351">
                  <c:v>1235.0999999999999</c:v>
                </c:pt>
                <c:pt idx="12352">
                  <c:v>1235.2</c:v>
                </c:pt>
                <c:pt idx="12353">
                  <c:v>1235.3</c:v>
                </c:pt>
                <c:pt idx="12354">
                  <c:v>1235.4000000000001</c:v>
                </c:pt>
                <c:pt idx="12355">
                  <c:v>1235.5</c:v>
                </c:pt>
                <c:pt idx="12356">
                  <c:v>1235.5999999999999</c:v>
                </c:pt>
                <c:pt idx="12357">
                  <c:v>1235.7</c:v>
                </c:pt>
                <c:pt idx="12358">
                  <c:v>1235.8</c:v>
                </c:pt>
                <c:pt idx="12359">
                  <c:v>1235.9000000000001</c:v>
                </c:pt>
                <c:pt idx="12360">
                  <c:v>1236</c:v>
                </c:pt>
                <c:pt idx="12361">
                  <c:v>1236.0999999999999</c:v>
                </c:pt>
                <c:pt idx="12362">
                  <c:v>1236.2</c:v>
                </c:pt>
                <c:pt idx="12363">
                  <c:v>1236.3</c:v>
                </c:pt>
                <c:pt idx="12364">
                  <c:v>1236.4000000000001</c:v>
                </c:pt>
                <c:pt idx="12365">
                  <c:v>1236.5</c:v>
                </c:pt>
                <c:pt idx="12366">
                  <c:v>1236.5999999999999</c:v>
                </c:pt>
                <c:pt idx="12367">
                  <c:v>1236.7</c:v>
                </c:pt>
                <c:pt idx="12368">
                  <c:v>1236.8</c:v>
                </c:pt>
                <c:pt idx="12369">
                  <c:v>1236.9000000000001</c:v>
                </c:pt>
                <c:pt idx="12370">
                  <c:v>1237</c:v>
                </c:pt>
                <c:pt idx="12371">
                  <c:v>1237.0999999999999</c:v>
                </c:pt>
                <c:pt idx="12372">
                  <c:v>1237.2</c:v>
                </c:pt>
                <c:pt idx="12373">
                  <c:v>1237.3</c:v>
                </c:pt>
                <c:pt idx="12374">
                  <c:v>1237.4000000000001</c:v>
                </c:pt>
                <c:pt idx="12375">
                  <c:v>1237.5</c:v>
                </c:pt>
                <c:pt idx="12376">
                  <c:v>1237.5999999999999</c:v>
                </c:pt>
                <c:pt idx="12377">
                  <c:v>1237.7</c:v>
                </c:pt>
                <c:pt idx="12378">
                  <c:v>1237.8</c:v>
                </c:pt>
                <c:pt idx="12379">
                  <c:v>1237.9000000000001</c:v>
                </c:pt>
                <c:pt idx="12380">
                  <c:v>1238</c:v>
                </c:pt>
                <c:pt idx="12381">
                  <c:v>1238.0999999999999</c:v>
                </c:pt>
                <c:pt idx="12382">
                  <c:v>1238.2</c:v>
                </c:pt>
                <c:pt idx="12383">
                  <c:v>1238.3</c:v>
                </c:pt>
                <c:pt idx="12384">
                  <c:v>1238.4000000000001</c:v>
                </c:pt>
                <c:pt idx="12385">
                  <c:v>1238.5</c:v>
                </c:pt>
                <c:pt idx="12386">
                  <c:v>1238.5999999999999</c:v>
                </c:pt>
                <c:pt idx="12387">
                  <c:v>1238.7</c:v>
                </c:pt>
                <c:pt idx="12388">
                  <c:v>1238.8</c:v>
                </c:pt>
                <c:pt idx="12389">
                  <c:v>1238.9000000000001</c:v>
                </c:pt>
                <c:pt idx="12390">
                  <c:v>1239</c:v>
                </c:pt>
                <c:pt idx="12391">
                  <c:v>1239.0999999999999</c:v>
                </c:pt>
                <c:pt idx="12392">
                  <c:v>1239.2</c:v>
                </c:pt>
                <c:pt idx="12393">
                  <c:v>1239.3</c:v>
                </c:pt>
                <c:pt idx="12394">
                  <c:v>1239.4000000000001</c:v>
                </c:pt>
                <c:pt idx="12395">
                  <c:v>1239.5</c:v>
                </c:pt>
                <c:pt idx="12396">
                  <c:v>1239.5999999999999</c:v>
                </c:pt>
                <c:pt idx="12397">
                  <c:v>1239.7</c:v>
                </c:pt>
                <c:pt idx="12398">
                  <c:v>1239.8</c:v>
                </c:pt>
                <c:pt idx="12399">
                  <c:v>1239.9000000000001</c:v>
                </c:pt>
                <c:pt idx="12400">
                  <c:v>1240</c:v>
                </c:pt>
                <c:pt idx="12401">
                  <c:v>1240.0999999999999</c:v>
                </c:pt>
                <c:pt idx="12402">
                  <c:v>1240.2</c:v>
                </c:pt>
                <c:pt idx="12403">
                  <c:v>1240.3</c:v>
                </c:pt>
                <c:pt idx="12404">
                  <c:v>1240.4000000000001</c:v>
                </c:pt>
                <c:pt idx="12405">
                  <c:v>1240.5</c:v>
                </c:pt>
                <c:pt idx="12406">
                  <c:v>1240.5999999999999</c:v>
                </c:pt>
                <c:pt idx="12407">
                  <c:v>1240.7</c:v>
                </c:pt>
                <c:pt idx="12408">
                  <c:v>1240.8</c:v>
                </c:pt>
                <c:pt idx="12409">
                  <c:v>1240.9000000000001</c:v>
                </c:pt>
                <c:pt idx="12410">
                  <c:v>1241</c:v>
                </c:pt>
                <c:pt idx="12411">
                  <c:v>1241.0999999999999</c:v>
                </c:pt>
                <c:pt idx="12412">
                  <c:v>1241.2</c:v>
                </c:pt>
                <c:pt idx="12413">
                  <c:v>1241.3</c:v>
                </c:pt>
                <c:pt idx="12414">
                  <c:v>1241.4000000000001</c:v>
                </c:pt>
                <c:pt idx="12415">
                  <c:v>1241.5</c:v>
                </c:pt>
                <c:pt idx="12416">
                  <c:v>1241.5999999999999</c:v>
                </c:pt>
                <c:pt idx="12417">
                  <c:v>1241.7</c:v>
                </c:pt>
                <c:pt idx="12418">
                  <c:v>1241.8</c:v>
                </c:pt>
                <c:pt idx="12419">
                  <c:v>1241.9000000000001</c:v>
                </c:pt>
                <c:pt idx="12420">
                  <c:v>1242</c:v>
                </c:pt>
                <c:pt idx="12421">
                  <c:v>1242.0999999999999</c:v>
                </c:pt>
                <c:pt idx="12422">
                  <c:v>1242.2</c:v>
                </c:pt>
                <c:pt idx="12423">
                  <c:v>1242.3</c:v>
                </c:pt>
                <c:pt idx="12424">
                  <c:v>1242.4000000000001</c:v>
                </c:pt>
                <c:pt idx="12425">
                  <c:v>1242.5</c:v>
                </c:pt>
                <c:pt idx="12426">
                  <c:v>1242.5999999999999</c:v>
                </c:pt>
                <c:pt idx="12427">
                  <c:v>1242.7</c:v>
                </c:pt>
                <c:pt idx="12428">
                  <c:v>1242.8</c:v>
                </c:pt>
                <c:pt idx="12429">
                  <c:v>1242.9000000000001</c:v>
                </c:pt>
                <c:pt idx="12430">
                  <c:v>1243</c:v>
                </c:pt>
                <c:pt idx="12431">
                  <c:v>1243.0999999999999</c:v>
                </c:pt>
                <c:pt idx="12432">
                  <c:v>1243.2</c:v>
                </c:pt>
                <c:pt idx="12433">
                  <c:v>1243.3</c:v>
                </c:pt>
                <c:pt idx="12434">
                  <c:v>1243.4000000000001</c:v>
                </c:pt>
                <c:pt idx="12435">
                  <c:v>1243.5</c:v>
                </c:pt>
                <c:pt idx="12436">
                  <c:v>1243.5999999999999</c:v>
                </c:pt>
                <c:pt idx="12437">
                  <c:v>1243.7</c:v>
                </c:pt>
                <c:pt idx="12438">
                  <c:v>1243.8</c:v>
                </c:pt>
                <c:pt idx="12439">
                  <c:v>1243.9000000000001</c:v>
                </c:pt>
                <c:pt idx="12440">
                  <c:v>1244</c:v>
                </c:pt>
                <c:pt idx="12441">
                  <c:v>1244.0999999999999</c:v>
                </c:pt>
                <c:pt idx="12442">
                  <c:v>1244.2</c:v>
                </c:pt>
                <c:pt idx="12443">
                  <c:v>1244.3</c:v>
                </c:pt>
                <c:pt idx="12444">
                  <c:v>1244.4000000000001</c:v>
                </c:pt>
                <c:pt idx="12445">
                  <c:v>1244.5</c:v>
                </c:pt>
                <c:pt idx="12446">
                  <c:v>1244.5999999999999</c:v>
                </c:pt>
                <c:pt idx="12447">
                  <c:v>1244.7</c:v>
                </c:pt>
                <c:pt idx="12448">
                  <c:v>1244.8</c:v>
                </c:pt>
                <c:pt idx="12449">
                  <c:v>1244.9000000000001</c:v>
                </c:pt>
                <c:pt idx="12450">
                  <c:v>1245</c:v>
                </c:pt>
                <c:pt idx="12451">
                  <c:v>1245.0999999999999</c:v>
                </c:pt>
                <c:pt idx="12452">
                  <c:v>1245.2</c:v>
                </c:pt>
                <c:pt idx="12453">
                  <c:v>1245.3</c:v>
                </c:pt>
                <c:pt idx="12454">
                  <c:v>1245.4000000000001</c:v>
                </c:pt>
                <c:pt idx="12455">
                  <c:v>1245.5</c:v>
                </c:pt>
                <c:pt idx="12456">
                  <c:v>1245.5999999999999</c:v>
                </c:pt>
                <c:pt idx="12457">
                  <c:v>1245.7</c:v>
                </c:pt>
                <c:pt idx="12458">
                  <c:v>1245.8</c:v>
                </c:pt>
                <c:pt idx="12459">
                  <c:v>1245.9000000000001</c:v>
                </c:pt>
                <c:pt idx="12460">
                  <c:v>1246</c:v>
                </c:pt>
                <c:pt idx="12461">
                  <c:v>1246.0999999999999</c:v>
                </c:pt>
                <c:pt idx="12462">
                  <c:v>1246.2</c:v>
                </c:pt>
                <c:pt idx="12463">
                  <c:v>1246.3</c:v>
                </c:pt>
                <c:pt idx="12464">
                  <c:v>1246.4000000000001</c:v>
                </c:pt>
                <c:pt idx="12465">
                  <c:v>1246.5</c:v>
                </c:pt>
                <c:pt idx="12466">
                  <c:v>1246.5999999999999</c:v>
                </c:pt>
                <c:pt idx="12467">
                  <c:v>1246.7</c:v>
                </c:pt>
                <c:pt idx="12468">
                  <c:v>1246.8</c:v>
                </c:pt>
                <c:pt idx="12469">
                  <c:v>1246.9000000000001</c:v>
                </c:pt>
                <c:pt idx="12470">
                  <c:v>1247</c:v>
                </c:pt>
                <c:pt idx="12471">
                  <c:v>1247.0999999999999</c:v>
                </c:pt>
                <c:pt idx="12472">
                  <c:v>1247.2</c:v>
                </c:pt>
                <c:pt idx="12473">
                  <c:v>1247.3</c:v>
                </c:pt>
                <c:pt idx="12474">
                  <c:v>1247.4000000000001</c:v>
                </c:pt>
                <c:pt idx="12475">
                  <c:v>1247.5</c:v>
                </c:pt>
                <c:pt idx="12476">
                  <c:v>1247.5999999999999</c:v>
                </c:pt>
                <c:pt idx="12477">
                  <c:v>1247.7</c:v>
                </c:pt>
                <c:pt idx="12478">
                  <c:v>1247.8</c:v>
                </c:pt>
                <c:pt idx="12479">
                  <c:v>1247.9000000000001</c:v>
                </c:pt>
                <c:pt idx="12480">
                  <c:v>1248</c:v>
                </c:pt>
                <c:pt idx="12481">
                  <c:v>1248.0999999999999</c:v>
                </c:pt>
                <c:pt idx="12482">
                  <c:v>1248.2</c:v>
                </c:pt>
                <c:pt idx="12483">
                  <c:v>1248.3</c:v>
                </c:pt>
                <c:pt idx="12484">
                  <c:v>1248.4000000000001</c:v>
                </c:pt>
                <c:pt idx="12485">
                  <c:v>1248.5</c:v>
                </c:pt>
                <c:pt idx="12486">
                  <c:v>1248.5999999999999</c:v>
                </c:pt>
                <c:pt idx="12487">
                  <c:v>1248.7</c:v>
                </c:pt>
                <c:pt idx="12488">
                  <c:v>1248.8</c:v>
                </c:pt>
                <c:pt idx="12489">
                  <c:v>1248.9000000000001</c:v>
                </c:pt>
                <c:pt idx="12490">
                  <c:v>1249</c:v>
                </c:pt>
                <c:pt idx="12491">
                  <c:v>1249.0999999999999</c:v>
                </c:pt>
                <c:pt idx="12492">
                  <c:v>1249.2</c:v>
                </c:pt>
                <c:pt idx="12493">
                  <c:v>1249.3</c:v>
                </c:pt>
                <c:pt idx="12494">
                  <c:v>1249.4000000000001</c:v>
                </c:pt>
                <c:pt idx="12495">
                  <c:v>1249.5</c:v>
                </c:pt>
                <c:pt idx="12496">
                  <c:v>1249.5999999999999</c:v>
                </c:pt>
                <c:pt idx="12497">
                  <c:v>1249.7</c:v>
                </c:pt>
                <c:pt idx="12498">
                  <c:v>1249.8</c:v>
                </c:pt>
                <c:pt idx="12499">
                  <c:v>1249.9000000000001</c:v>
                </c:pt>
                <c:pt idx="12500">
                  <c:v>1250</c:v>
                </c:pt>
                <c:pt idx="12501">
                  <c:v>1250.0999999999999</c:v>
                </c:pt>
                <c:pt idx="12502">
                  <c:v>1250.2</c:v>
                </c:pt>
                <c:pt idx="12503">
                  <c:v>1250.3</c:v>
                </c:pt>
                <c:pt idx="12504">
                  <c:v>1250.4000000000001</c:v>
                </c:pt>
                <c:pt idx="12505">
                  <c:v>1250.5</c:v>
                </c:pt>
                <c:pt idx="12506">
                  <c:v>1250.5999999999999</c:v>
                </c:pt>
                <c:pt idx="12507">
                  <c:v>1250.7</c:v>
                </c:pt>
                <c:pt idx="12508">
                  <c:v>1250.8</c:v>
                </c:pt>
                <c:pt idx="12509">
                  <c:v>1250.9000000000001</c:v>
                </c:pt>
                <c:pt idx="12510">
                  <c:v>1251</c:v>
                </c:pt>
                <c:pt idx="12511">
                  <c:v>1251.0999999999999</c:v>
                </c:pt>
                <c:pt idx="12512">
                  <c:v>1251.2</c:v>
                </c:pt>
                <c:pt idx="12513">
                  <c:v>1251.3</c:v>
                </c:pt>
                <c:pt idx="12514">
                  <c:v>1251.4000000000001</c:v>
                </c:pt>
                <c:pt idx="12515">
                  <c:v>1251.5</c:v>
                </c:pt>
                <c:pt idx="12516">
                  <c:v>1251.5999999999999</c:v>
                </c:pt>
                <c:pt idx="12517">
                  <c:v>1251.7</c:v>
                </c:pt>
                <c:pt idx="12518">
                  <c:v>1251.8</c:v>
                </c:pt>
                <c:pt idx="12519">
                  <c:v>1251.9000000000001</c:v>
                </c:pt>
                <c:pt idx="12520">
                  <c:v>1252</c:v>
                </c:pt>
                <c:pt idx="12521">
                  <c:v>1252.0999999999999</c:v>
                </c:pt>
                <c:pt idx="12522">
                  <c:v>1252.2</c:v>
                </c:pt>
                <c:pt idx="12523">
                  <c:v>1252.3</c:v>
                </c:pt>
                <c:pt idx="12524">
                  <c:v>1252.4000000000001</c:v>
                </c:pt>
                <c:pt idx="12525">
                  <c:v>1252.5</c:v>
                </c:pt>
                <c:pt idx="12526">
                  <c:v>1252.5999999999999</c:v>
                </c:pt>
                <c:pt idx="12527">
                  <c:v>1252.7</c:v>
                </c:pt>
                <c:pt idx="12528">
                  <c:v>1252.8</c:v>
                </c:pt>
                <c:pt idx="12529">
                  <c:v>1252.9000000000001</c:v>
                </c:pt>
                <c:pt idx="12530">
                  <c:v>1253</c:v>
                </c:pt>
                <c:pt idx="12531">
                  <c:v>1253.0999999999999</c:v>
                </c:pt>
                <c:pt idx="12532">
                  <c:v>1253.2</c:v>
                </c:pt>
                <c:pt idx="12533">
                  <c:v>1253.3</c:v>
                </c:pt>
                <c:pt idx="12534">
                  <c:v>1253.4000000000001</c:v>
                </c:pt>
                <c:pt idx="12535">
                  <c:v>1253.5</c:v>
                </c:pt>
                <c:pt idx="12536">
                  <c:v>1253.5999999999999</c:v>
                </c:pt>
                <c:pt idx="12537">
                  <c:v>1253.7</c:v>
                </c:pt>
                <c:pt idx="12538">
                  <c:v>1253.8</c:v>
                </c:pt>
                <c:pt idx="12539">
                  <c:v>1253.9000000000001</c:v>
                </c:pt>
                <c:pt idx="12540">
                  <c:v>1254</c:v>
                </c:pt>
                <c:pt idx="12541">
                  <c:v>1254.0999999999999</c:v>
                </c:pt>
                <c:pt idx="12542">
                  <c:v>1254.2</c:v>
                </c:pt>
                <c:pt idx="12543">
                  <c:v>1254.3</c:v>
                </c:pt>
                <c:pt idx="12544">
                  <c:v>1254.4000000000001</c:v>
                </c:pt>
                <c:pt idx="12545">
                  <c:v>1254.5</c:v>
                </c:pt>
                <c:pt idx="12546">
                  <c:v>1254.5999999999999</c:v>
                </c:pt>
                <c:pt idx="12547">
                  <c:v>1254.7</c:v>
                </c:pt>
                <c:pt idx="12548">
                  <c:v>1254.8</c:v>
                </c:pt>
                <c:pt idx="12549">
                  <c:v>1254.9000000000001</c:v>
                </c:pt>
                <c:pt idx="12550">
                  <c:v>1255</c:v>
                </c:pt>
                <c:pt idx="12551">
                  <c:v>1255.0999999999999</c:v>
                </c:pt>
                <c:pt idx="12552">
                  <c:v>1255.2</c:v>
                </c:pt>
                <c:pt idx="12553">
                  <c:v>1255.3</c:v>
                </c:pt>
                <c:pt idx="12554">
                  <c:v>1255.4000000000001</c:v>
                </c:pt>
                <c:pt idx="12555">
                  <c:v>1255.5</c:v>
                </c:pt>
                <c:pt idx="12556">
                  <c:v>1255.5999999999999</c:v>
                </c:pt>
                <c:pt idx="12557">
                  <c:v>1255.7</c:v>
                </c:pt>
                <c:pt idx="12558">
                  <c:v>1255.8</c:v>
                </c:pt>
                <c:pt idx="12559">
                  <c:v>1255.9000000000001</c:v>
                </c:pt>
                <c:pt idx="12560">
                  <c:v>1256</c:v>
                </c:pt>
                <c:pt idx="12561">
                  <c:v>1256.0999999999999</c:v>
                </c:pt>
                <c:pt idx="12562">
                  <c:v>1256.2</c:v>
                </c:pt>
                <c:pt idx="12563">
                  <c:v>1256.3</c:v>
                </c:pt>
                <c:pt idx="12564">
                  <c:v>1256.4000000000001</c:v>
                </c:pt>
                <c:pt idx="12565">
                  <c:v>1256.5</c:v>
                </c:pt>
                <c:pt idx="12566">
                  <c:v>1256.5999999999999</c:v>
                </c:pt>
                <c:pt idx="12567">
                  <c:v>1256.7</c:v>
                </c:pt>
                <c:pt idx="12568">
                  <c:v>1256.8</c:v>
                </c:pt>
                <c:pt idx="12569">
                  <c:v>1256.9000000000001</c:v>
                </c:pt>
                <c:pt idx="12570">
                  <c:v>1257</c:v>
                </c:pt>
                <c:pt idx="12571">
                  <c:v>1257.0999999999999</c:v>
                </c:pt>
                <c:pt idx="12572">
                  <c:v>1257.2</c:v>
                </c:pt>
                <c:pt idx="12573">
                  <c:v>1257.3</c:v>
                </c:pt>
                <c:pt idx="12574">
                  <c:v>1257.4000000000001</c:v>
                </c:pt>
                <c:pt idx="12575">
                  <c:v>1257.5</c:v>
                </c:pt>
                <c:pt idx="12576">
                  <c:v>1257.5999999999999</c:v>
                </c:pt>
                <c:pt idx="12577">
                  <c:v>1257.7</c:v>
                </c:pt>
                <c:pt idx="12578">
                  <c:v>1257.8</c:v>
                </c:pt>
                <c:pt idx="12579">
                  <c:v>1257.9000000000001</c:v>
                </c:pt>
                <c:pt idx="12580">
                  <c:v>1258</c:v>
                </c:pt>
                <c:pt idx="12581">
                  <c:v>1258.0999999999999</c:v>
                </c:pt>
                <c:pt idx="12582">
                  <c:v>1258.2</c:v>
                </c:pt>
                <c:pt idx="12583">
                  <c:v>1258.3</c:v>
                </c:pt>
                <c:pt idx="12584">
                  <c:v>1258.4000000000001</c:v>
                </c:pt>
                <c:pt idx="12585">
                  <c:v>1258.5</c:v>
                </c:pt>
                <c:pt idx="12586">
                  <c:v>1258.5999999999999</c:v>
                </c:pt>
                <c:pt idx="12587">
                  <c:v>1258.7</c:v>
                </c:pt>
                <c:pt idx="12588">
                  <c:v>1258.8</c:v>
                </c:pt>
                <c:pt idx="12589">
                  <c:v>1258.9000000000001</c:v>
                </c:pt>
                <c:pt idx="12590">
                  <c:v>1259</c:v>
                </c:pt>
                <c:pt idx="12591">
                  <c:v>1259.0999999999999</c:v>
                </c:pt>
                <c:pt idx="12592">
                  <c:v>1259.2</c:v>
                </c:pt>
                <c:pt idx="12593">
                  <c:v>1259.3</c:v>
                </c:pt>
                <c:pt idx="12594">
                  <c:v>1259.4000000000001</c:v>
                </c:pt>
                <c:pt idx="12595">
                  <c:v>1259.5</c:v>
                </c:pt>
                <c:pt idx="12596">
                  <c:v>1259.5999999999999</c:v>
                </c:pt>
                <c:pt idx="12597">
                  <c:v>1259.7</c:v>
                </c:pt>
                <c:pt idx="12598">
                  <c:v>1259.8</c:v>
                </c:pt>
                <c:pt idx="12599">
                  <c:v>1259.9000000000001</c:v>
                </c:pt>
                <c:pt idx="12600">
                  <c:v>1260</c:v>
                </c:pt>
                <c:pt idx="12601">
                  <c:v>1260.0999999999999</c:v>
                </c:pt>
                <c:pt idx="12602">
                  <c:v>1260.2</c:v>
                </c:pt>
                <c:pt idx="12603">
                  <c:v>1260.3</c:v>
                </c:pt>
                <c:pt idx="12604">
                  <c:v>1260.4000000000001</c:v>
                </c:pt>
                <c:pt idx="12605">
                  <c:v>1260.5</c:v>
                </c:pt>
                <c:pt idx="12606">
                  <c:v>1260.5999999999999</c:v>
                </c:pt>
                <c:pt idx="12607">
                  <c:v>1260.7</c:v>
                </c:pt>
                <c:pt idx="12608">
                  <c:v>1260.8</c:v>
                </c:pt>
                <c:pt idx="12609">
                  <c:v>1260.9000000000001</c:v>
                </c:pt>
                <c:pt idx="12610">
                  <c:v>1261</c:v>
                </c:pt>
                <c:pt idx="12611">
                  <c:v>1261.0999999999999</c:v>
                </c:pt>
                <c:pt idx="12612">
                  <c:v>1261.2</c:v>
                </c:pt>
                <c:pt idx="12613">
                  <c:v>1261.3</c:v>
                </c:pt>
                <c:pt idx="12614">
                  <c:v>1261.4000000000001</c:v>
                </c:pt>
                <c:pt idx="12615">
                  <c:v>1261.5</c:v>
                </c:pt>
                <c:pt idx="12616">
                  <c:v>1261.5999999999999</c:v>
                </c:pt>
                <c:pt idx="12617">
                  <c:v>1261.7</c:v>
                </c:pt>
                <c:pt idx="12618">
                  <c:v>1261.8</c:v>
                </c:pt>
                <c:pt idx="12619">
                  <c:v>1261.9000000000001</c:v>
                </c:pt>
                <c:pt idx="12620">
                  <c:v>1262</c:v>
                </c:pt>
                <c:pt idx="12621">
                  <c:v>1262.0999999999999</c:v>
                </c:pt>
                <c:pt idx="12622">
                  <c:v>1262.2</c:v>
                </c:pt>
                <c:pt idx="12623">
                  <c:v>1262.3</c:v>
                </c:pt>
                <c:pt idx="12624">
                  <c:v>1262.4000000000001</c:v>
                </c:pt>
                <c:pt idx="12625">
                  <c:v>1262.5</c:v>
                </c:pt>
                <c:pt idx="12626">
                  <c:v>1262.5999999999999</c:v>
                </c:pt>
                <c:pt idx="12627">
                  <c:v>1262.7</c:v>
                </c:pt>
                <c:pt idx="12628">
                  <c:v>1262.8</c:v>
                </c:pt>
                <c:pt idx="12629">
                  <c:v>1262.9000000000001</c:v>
                </c:pt>
                <c:pt idx="12630">
                  <c:v>1263</c:v>
                </c:pt>
                <c:pt idx="12631">
                  <c:v>1263.0999999999999</c:v>
                </c:pt>
                <c:pt idx="12632">
                  <c:v>1263.2</c:v>
                </c:pt>
                <c:pt idx="12633">
                  <c:v>1263.3</c:v>
                </c:pt>
                <c:pt idx="12634">
                  <c:v>1263.4000000000001</c:v>
                </c:pt>
                <c:pt idx="12635">
                  <c:v>1263.5</c:v>
                </c:pt>
                <c:pt idx="12636">
                  <c:v>1263.5999999999999</c:v>
                </c:pt>
                <c:pt idx="12637">
                  <c:v>1263.7</c:v>
                </c:pt>
                <c:pt idx="12638">
                  <c:v>1263.8</c:v>
                </c:pt>
                <c:pt idx="12639">
                  <c:v>1263.9000000000001</c:v>
                </c:pt>
                <c:pt idx="12640">
                  <c:v>1264</c:v>
                </c:pt>
                <c:pt idx="12641">
                  <c:v>1264.0999999999999</c:v>
                </c:pt>
                <c:pt idx="12642">
                  <c:v>1264.2</c:v>
                </c:pt>
                <c:pt idx="12643">
                  <c:v>1264.3</c:v>
                </c:pt>
                <c:pt idx="12644">
                  <c:v>1264.4000000000001</c:v>
                </c:pt>
                <c:pt idx="12645">
                  <c:v>1264.5</c:v>
                </c:pt>
                <c:pt idx="12646">
                  <c:v>1264.5999999999999</c:v>
                </c:pt>
                <c:pt idx="12647">
                  <c:v>1264.7</c:v>
                </c:pt>
                <c:pt idx="12648">
                  <c:v>1264.8</c:v>
                </c:pt>
                <c:pt idx="12649">
                  <c:v>1264.9000000000001</c:v>
                </c:pt>
                <c:pt idx="12650">
                  <c:v>1265</c:v>
                </c:pt>
                <c:pt idx="12651">
                  <c:v>1265.0999999999999</c:v>
                </c:pt>
                <c:pt idx="12652">
                  <c:v>1265.2</c:v>
                </c:pt>
                <c:pt idx="12653">
                  <c:v>1265.3</c:v>
                </c:pt>
                <c:pt idx="12654">
                  <c:v>1265.4000000000001</c:v>
                </c:pt>
                <c:pt idx="12655">
                  <c:v>1265.5</c:v>
                </c:pt>
                <c:pt idx="12656">
                  <c:v>1265.5999999999999</c:v>
                </c:pt>
                <c:pt idx="12657">
                  <c:v>1265.7</c:v>
                </c:pt>
                <c:pt idx="12658">
                  <c:v>1265.8</c:v>
                </c:pt>
                <c:pt idx="12659">
                  <c:v>1265.9000000000001</c:v>
                </c:pt>
                <c:pt idx="12660">
                  <c:v>1266</c:v>
                </c:pt>
                <c:pt idx="12661">
                  <c:v>1266.0999999999999</c:v>
                </c:pt>
                <c:pt idx="12662">
                  <c:v>1266.2</c:v>
                </c:pt>
                <c:pt idx="12663">
                  <c:v>1266.3</c:v>
                </c:pt>
                <c:pt idx="12664">
                  <c:v>1266.4000000000001</c:v>
                </c:pt>
                <c:pt idx="12665">
                  <c:v>1266.5</c:v>
                </c:pt>
                <c:pt idx="12666">
                  <c:v>1266.5999999999999</c:v>
                </c:pt>
                <c:pt idx="12667">
                  <c:v>1266.7</c:v>
                </c:pt>
                <c:pt idx="12668">
                  <c:v>1266.8</c:v>
                </c:pt>
                <c:pt idx="12669">
                  <c:v>1266.9000000000001</c:v>
                </c:pt>
                <c:pt idx="12670">
                  <c:v>1267</c:v>
                </c:pt>
                <c:pt idx="12671">
                  <c:v>1267.0999999999999</c:v>
                </c:pt>
                <c:pt idx="12672">
                  <c:v>1267.2</c:v>
                </c:pt>
                <c:pt idx="12673">
                  <c:v>1267.3</c:v>
                </c:pt>
                <c:pt idx="12674">
                  <c:v>1267.4000000000001</c:v>
                </c:pt>
                <c:pt idx="12675">
                  <c:v>1267.5</c:v>
                </c:pt>
                <c:pt idx="12676">
                  <c:v>1267.5999999999999</c:v>
                </c:pt>
                <c:pt idx="12677">
                  <c:v>1267.7</c:v>
                </c:pt>
                <c:pt idx="12678">
                  <c:v>1267.8</c:v>
                </c:pt>
                <c:pt idx="12679">
                  <c:v>1267.9000000000001</c:v>
                </c:pt>
                <c:pt idx="12680">
                  <c:v>1268</c:v>
                </c:pt>
                <c:pt idx="12681">
                  <c:v>1268.0999999999999</c:v>
                </c:pt>
                <c:pt idx="12682">
                  <c:v>1268.2</c:v>
                </c:pt>
                <c:pt idx="12683">
                  <c:v>1268.3</c:v>
                </c:pt>
                <c:pt idx="12684">
                  <c:v>1268.4000000000001</c:v>
                </c:pt>
                <c:pt idx="12685">
                  <c:v>1268.5</c:v>
                </c:pt>
                <c:pt idx="12686">
                  <c:v>1268.5999999999999</c:v>
                </c:pt>
                <c:pt idx="12687">
                  <c:v>1268.7</c:v>
                </c:pt>
                <c:pt idx="12688">
                  <c:v>1268.8</c:v>
                </c:pt>
                <c:pt idx="12689">
                  <c:v>1268.9000000000001</c:v>
                </c:pt>
                <c:pt idx="12690">
                  <c:v>1269</c:v>
                </c:pt>
                <c:pt idx="12691">
                  <c:v>1269.0999999999999</c:v>
                </c:pt>
                <c:pt idx="12692">
                  <c:v>1269.2</c:v>
                </c:pt>
                <c:pt idx="12693">
                  <c:v>1269.3</c:v>
                </c:pt>
                <c:pt idx="12694">
                  <c:v>1269.4000000000001</c:v>
                </c:pt>
                <c:pt idx="12695">
                  <c:v>1269.5</c:v>
                </c:pt>
                <c:pt idx="12696">
                  <c:v>1269.5999999999999</c:v>
                </c:pt>
                <c:pt idx="12697">
                  <c:v>1269.7</c:v>
                </c:pt>
                <c:pt idx="12698">
                  <c:v>1269.8</c:v>
                </c:pt>
                <c:pt idx="12699">
                  <c:v>1269.9000000000001</c:v>
                </c:pt>
                <c:pt idx="12700">
                  <c:v>1270</c:v>
                </c:pt>
                <c:pt idx="12701">
                  <c:v>1270.0999999999999</c:v>
                </c:pt>
                <c:pt idx="12702">
                  <c:v>1270.2</c:v>
                </c:pt>
                <c:pt idx="12703">
                  <c:v>1270.3</c:v>
                </c:pt>
                <c:pt idx="12704">
                  <c:v>1270.4000000000001</c:v>
                </c:pt>
                <c:pt idx="12705">
                  <c:v>1270.5</c:v>
                </c:pt>
                <c:pt idx="12706">
                  <c:v>1270.5999999999999</c:v>
                </c:pt>
                <c:pt idx="12707">
                  <c:v>1270.7</c:v>
                </c:pt>
                <c:pt idx="12708">
                  <c:v>1270.8</c:v>
                </c:pt>
                <c:pt idx="12709">
                  <c:v>1270.9000000000001</c:v>
                </c:pt>
                <c:pt idx="12710">
                  <c:v>1271</c:v>
                </c:pt>
                <c:pt idx="12711">
                  <c:v>1271.0999999999999</c:v>
                </c:pt>
                <c:pt idx="12712">
                  <c:v>1271.2</c:v>
                </c:pt>
                <c:pt idx="12713">
                  <c:v>1271.3</c:v>
                </c:pt>
                <c:pt idx="12714">
                  <c:v>1271.4000000000001</c:v>
                </c:pt>
                <c:pt idx="12715">
                  <c:v>1271.5</c:v>
                </c:pt>
                <c:pt idx="12716">
                  <c:v>1271.5999999999999</c:v>
                </c:pt>
                <c:pt idx="12717">
                  <c:v>1271.7</c:v>
                </c:pt>
                <c:pt idx="12718">
                  <c:v>1271.8</c:v>
                </c:pt>
                <c:pt idx="12719">
                  <c:v>1271.9000000000001</c:v>
                </c:pt>
                <c:pt idx="12720">
                  <c:v>1272</c:v>
                </c:pt>
                <c:pt idx="12721">
                  <c:v>1272.0999999999999</c:v>
                </c:pt>
                <c:pt idx="12722">
                  <c:v>1272.2</c:v>
                </c:pt>
                <c:pt idx="12723">
                  <c:v>1272.3</c:v>
                </c:pt>
                <c:pt idx="12724">
                  <c:v>1272.4000000000001</c:v>
                </c:pt>
                <c:pt idx="12725">
                  <c:v>1272.5</c:v>
                </c:pt>
                <c:pt idx="12726">
                  <c:v>1272.5999999999999</c:v>
                </c:pt>
                <c:pt idx="12727">
                  <c:v>1272.7</c:v>
                </c:pt>
                <c:pt idx="12728">
                  <c:v>1272.8</c:v>
                </c:pt>
                <c:pt idx="12729">
                  <c:v>1272.9000000000001</c:v>
                </c:pt>
                <c:pt idx="12730">
                  <c:v>1273</c:v>
                </c:pt>
                <c:pt idx="12731">
                  <c:v>1273.0999999999999</c:v>
                </c:pt>
                <c:pt idx="12732">
                  <c:v>1273.2</c:v>
                </c:pt>
                <c:pt idx="12733">
                  <c:v>1273.3</c:v>
                </c:pt>
                <c:pt idx="12734">
                  <c:v>1273.4000000000001</c:v>
                </c:pt>
                <c:pt idx="12735">
                  <c:v>1273.5</c:v>
                </c:pt>
                <c:pt idx="12736">
                  <c:v>1273.5999999999999</c:v>
                </c:pt>
                <c:pt idx="12737">
                  <c:v>1273.7</c:v>
                </c:pt>
                <c:pt idx="12738">
                  <c:v>1273.8</c:v>
                </c:pt>
                <c:pt idx="12739">
                  <c:v>1273.9000000000001</c:v>
                </c:pt>
                <c:pt idx="12740">
                  <c:v>1274</c:v>
                </c:pt>
                <c:pt idx="12741">
                  <c:v>1274.0999999999999</c:v>
                </c:pt>
                <c:pt idx="12742">
                  <c:v>1274.2</c:v>
                </c:pt>
                <c:pt idx="12743">
                  <c:v>1274.3</c:v>
                </c:pt>
                <c:pt idx="12744">
                  <c:v>1274.4000000000001</c:v>
                </c:pt>
                <c:pt idx="12745">
                  <c:v>1274.5</c:v>
                </c:pt>
                <c:pt idx="12746">
                  <c:v>1274.5999999999999</c:v>
                </c:pt>
                <c:pt idx="12747">
                  <c:v>1274.7</c:v>
                </c:pt>
                <c:pt idx="12748">
                  <c:v>1274.8</c:v>
                </c:pt>
                <c:pt idx="12749">
                  <c:v>1274.9000000000001</c:v>
                </c:pt>
                <c:pt idx="12750">
                  <c:v>1275</c:v>
                </c:pt>
                <c:pt idx="12751">
                  <c:v>1275.0999999999999</c:v>
                </c:pt>
                <c:pt idx="12752">
                  <c:v>1275.2</c:v>
                </c:pt>
                <c:pt idx="12753">
                  <c:v>1275.3</c:v>
                </c:pt>
                <c:pt idx="12754">
                  <c:v>1275.4000000000001</c:v>
                </c:pt>
                <c:pt idx="12755">
                  <c:v>1275.5</c:v>
                </c:pt>
                <c:pt idx="12756">
                  <c:v>1275.5999999999999</c:v>
                </c:pt>
                <c:pt idx="12757">
                  <c:v>1275.7</c:v>
                </c:pt>
                <c:pt idx="12758">
                  <c:v>1275.8</c:v>
                </c:pt>
                <c:pt idx="12759">
                  <c:v>1275.9000000000001</c:v>
                </c:pt>
                <c:pt idx="12760">
                  <c:v>1276</c:v>
                </c:pt>
                <c:pt idx="12761">
                  <c:v>1276.0999999999999</c:v>
                </c:pt>
                <c:pt idx="12762">
                  <c:v>1276.2</c:v>
                </c:pt>
                <c:pt idx="12763">
                  <c:v>1276.3</c:v>
                </c:pt>
                <c:pt idx="12764">
                  <c:v>1276.4000000000001</c:v>
                </c:pt>
                <c:pt idx="12765">
                  <c:v>1276.5</c:v>
                </c:pt>
                <c:pt idx="12766">
                  <c:v>1276.5999999999999</c:v>
                </c:pt>
                <c:pt idx="12767">
                  <c:v>1276.7</c:v>
                </c:pt>
                <c:pt idx="12768">
                  <c:v>1276.8</c:v>
                </c:pt>
                <c:pt idx="12769">
                  <c:v>1276.9000000000001</c:v>
                </c:pt>
                <c:pt idx="12770">
                  <c:v>1277</c:v>
                </c:pt>
                <c:pt idx="12771">
                  <c:v>1277.0999999999999</c:v>
                </c:pt>
                <c:pt idx="12772">
                  <c:v>1277.2</c:v>
                </c:pt>
                <c:pt idx="12773">
                  <c:v>1277.3</c:v>
                </c:pt>
                <c:pt idx="12774">
                  <c:v>1277.4000000000001</c:v>
                </c:pt>
                <c:pt idx="12775">
                  <c:v>1277.5</c:v>
                </c:pt>
                <c:pt idx="12776">
                  <c:v>1277.5999999999999</c:v>
                </c:pt>
                <c:pt idx="12777">
                  <c:v>1277.7</c:v>
                </c:pt>
                <c:pt idx="12778">
                  <c:v>1277.8</c:v>
                </c:pt>
                <c:pt idx="12779">
                  <c:v>1277.9000000000001</c:v>
                </c:pt>
                <c:pt idx="12780">
                  <c:v>1278</c:v>
                </c:pt>
                <c:pt idx="12781">
                  <c:v>1278.0999999999999</c:v>
                </c:pt>
                <c:pt idx="12782">
                  <c:v>1278.2</c:v>
                </c:pt>
                <c:pt idx="12783">
                  <c:v>1278.3</c:v>
                </c:pt>
                <c:pt idx="12784">
                  <c:v>1278.4000000000001</c:v>
                </c:pt>
                <c:pt idx="12785">
                  <c:v>1278.5</c:v>
                </c:pt>
                <c:pt idx="12786">
                  <c:v>1278.5999999999999</c:v>
                </c:pt>
                <c:pt idx="12787">
                  <c:v>1278.7</c:v>
                </c:pt>
                <c:pt idx="12788">
                  <c:v>1278.8</c:v>
                </c:pt>
                <c:pt idx="12789">
                  <c:v>1278.9000000000001</c:v>
                </c:pt>
                <c:pt idx="12790">
                  <c:v>1279</c:v>
                </c:pt>
                <c:pt idx="12791">
                  <c:v>1279.0999999999999</c:v>
                </c:pt>
                <c:pt idx="12792">
                  <c:v>1279.2</c:v>
                </c:pt>
                <c:pt idx="12793">
                  <c:v>1279.3</c:v>
                </c:pt>
                <c:pt idx="12794">
                  <c:v>1279.4000000000001</c:v>
                </c:pt>
                <c:pt idx="12795">
                  <c:v>1279.5</c:v>
                </c:pt>
                <c:pt idx="12796">
                  <c:v>1279.5999999999999</c:v>
                </c:pt>
                <c:pt idx="12797">
                  <c:v>1279.7</c:v>
                </c:pt>
                <c:pt idx="12798">
                  <c:v>1279.8</c:v>
                </c:pt>
                <c:pt idx="12799">
                  <c:v>1279.9000000000001</c:v>
                </c:pt>
                <c:pt idx="12800">
                  <c:v>1280</c:v>
                </c:pt>
                <c:pt idx="12801">
                  <c:v>1280.0999999999999</c:v>
                </c:pt>
                <c:pt idx="12802">
                  <c:v>1280.2</c:v>
                </c:pt>
                <c:pt idx="12803">
                  <c:v>1280.3</c:v>
                </c:pt>
                <c:pt idx="12804">
                  <c:v>1280.4000000000001</c:v>
                </c:pt>
                <c:pt idx="12805">
                  <c:v>1280.5</c:v>
                </c:pt>
                <c:pt idx="12806">
                  <c:v>1280.5999999999999</c:v>
                </c:pt>
                <c:pt idx="12807">
                  <c:v>1280.7</c:v>
                </c:pt>
                <c:pt idx="12808">
                  <c:v>1280.8</c:v>
                </c:pt>
                <c:pt idx="12809">
                  <c:v>1280.9000000000001</c:v>
                </c:pt>
                <c:pt idx="12810">
                  <c:v>1281</c:v>
                </c:pt>
                <c:pt idx="12811">
                  <c:v>1281.0999999999999</c:v>
                </c:pt>
                <c:pt idx="12812">
                  <c:v>1281.2</c:v>
                </c:pt>
                <c:pt idx="12813">
                  <c:v>1281.3</c:v>
                </c:pt>
                <c:pt idx="12814">
                  <c:v>1281.4000000000001</c:v>
                </c:pt>
                <c:pt idx="12815">
                  <c:v>1281.5</c:v>
                </c:pt>
                <c:pt idx="12816">
                  <c:v>1281.5999999999999</c:v>
                </c:pt>
                <c:pt idx="12817">
                  <c:v>1281.7</c:v>
                </c:pt>
                <c:pt idx="12818">
                  <c:v>1281.8</c:v>
                </c:pt>
                <c:pt idx="12819">
                  <c:v>1281.9000000000001</c:v>
                </c:pt>
                <c:pt idx="12820">
                  <c:v>1282</c:v>
                </c:pt>
                <c:pt idx="12821">
                  <c:v>1282.0999999999999</c:v>
                </c:pt>
                <c:pt idx="12822">
                  <c:v>1282.2</c:v>
                </c:pt>
                <c:pt idx="12823">
                  <c:v>1282.3</c:v>
                </c:pt>
                <c:pt idx="12824">
                  <c:v>1282.4000000000001</c:v>
                </c:pt>
                <c:pt idx="12825">
                  <c:v>1282.5</c:v>
                </c:pt>
                <c:pt idx="12826">
                  <c:v>1282.5999999999999</c:v>
                </c:pt>
                <c:pt idx="12827">
                  <c:v>1282.7</c:v>
                </c:pt>
                <c:pt idx="12828">
                  <c:v>1282.8</c:v>
                </c:pt>
                <c:pt idx="12829">
                  <c:v>1282.9000000000001</c:v>
                </c:pt>
                <c:pt idx="12830">
                  <c:v>1283</c:v>
                </c:pt>
                <c:pt idx="12831">
                  <c:v>1283.0999999999999</c:v>
                </c:pt>
                <c:pt idx="12832">
                  <c:v>1283.2</c:v>
                </c:pt>
                <c:pt idx="12833">
                  <c:v>1283.3</c:v>
                </c:pt>
                <c:pt idx="12834">
                  <c:v>1283.4000000000001</c:v>
                </c:pt>
                <c:pt idx="12835">
                  <c:v>1283.5</c:v>
                </c:pt>
                <c:pt idx="12836">
                  <c:v>1283.5999999999999</c:v>
                </c:pt>
                <c:pt idx="12837">
                  <c:v>1283.7</c:v>
                </c:pt>
                <c:pt idx="12838">
                  <c:v>1283.8</c:v>
                </c:pt>
                <c:pt idx="12839">
                  <c:v>1283.9000000000001</c:v>
                </c:pt>
                <c:pt idx="12840">
                  <c:v>1284</c:v>
                </c:pt>
                <c:pt idx="12841">
                  <c:v>1284.0999999999999</c:v>
                </c:pt>
                <c:pt idx="12842">
                  <c:v>1284.2</c:v>
                </c:pt>
                <c:pt idx="12843">
                  <c:v>1284.3</c:v>
                </c:pt>
                <c:pt idx="12844">
                  <c:v>1284.4000000000001</c:v>
                </c:pt>
                <c:pt idx="12845">
                  <c:v>1284.5</c:v>
                </c:pt>
                <c:pt idx="12846">
                  <c:v>1284.5999999999999</c:v>
                </c:pt>
                <c:pt idx="12847">
                  <c:v>1284.7</c:v>
                </c:pt>
                <c:pt idx="12848">
                  <c:v>1284.8</c:v>
                </c:pt>
                <c:pt idx="12849">
                  <c:v>1284.9000000000001</c:v>
                </c:pt>
                <c:pt idx="12850">
                  <c:v>1285</c:v>
                </c:pt>
                <c:pt idx="12851">
                  <c:v>1285.0999999999999</c:v>
                </c:pt>
                <c:pt idx="12852">
                  <c:v>1285.2</c:v>
                </c:pt>
                <c:pt idx="12853">
                  <c:v>1285.3</c:v>
                </c:pt>
                <c:pt idx="12854">
                  <c:v>1285.4000000000001</c:v>
                </c:pt>
                <c:pt idx="12855">
                  <c:v>1285.5</c:v>
                </c:pt>
                <c:pt idx="12856">
                  <c:v>1285.5999999999999</c:v>
                </c:pt>
                <c:pt idx="12857">
                  <c:v>1285.7</c:v>
                </c:pt>
                <c:pt idx="12858">
                  <c:v>1285.8</c:v>
                </c:pt>
                <c:pt idx="12859">
                  <c:v>1285.9000000000001</c:v>
                </c:pt>
                <c:pt idx="12860">
                  <c:v>1286</c:v>
                </c:pt>
                <c:pt idx="12861">
                  <c:v>1286.0999999999999</c:v>
                </c:pt>
                <c:pt idx="12862">
                  <c:v>1286.2</c:v>
                </c:pt>
                <c:pt idx="12863">
                  <c:v>1286.3</c:v>
                </c:pt>
                <c:pt idx="12864">
                  <c:v>1286.4000000000001</c:v>
                </c:pt>
                <c:pt idx="12865">
                  <c:v>1286.5</c:v>
                </c:pt>
                <c:pt idx="12866">
                  <c:v>1286.5999999999999</c:v>
                </c:pt>
                <c:pt idx="12867">
                  <c:v>1286.7</c:v>
                </c:pt>
                <c:pt idx="12868">
                  <c:v>1286.8</c:v>
                </c:pt>
                <c:pt idx="12869">
                  <c:v>1286.9000000000001</c:v>
                </c:pt>
                <c:pt idx="12870">
                  <c:v>1287</c:v>
                </c:pt>
                <c:pt idx="12871">
                  <c:v>1287.0999999999999</c:v>
                </c:pt>
                <c:pt idx="12872">
                  <c:v>1287.2</c:v>
                </c:pt>
                <c:pt idx="12873">
                  <c:v>1287.3</c:v>
                </c:pt>
                <c:pt idx="12874">
                  <c:v>1287.4000000000001</c:v>
                </c:pt>
                <c:pt idx="12875">
                  <c:v>1287.5</c:v>
                </c:pt>
                <c:pt idx="12876">
                  <c:v>1287.5999999999999</c:v>
                </c:pt>
                <c:pt idx="12877">
                  <c:v>1287.7</c:v>
                </c:pt>
                <c:pt idx="12878">
                  <c:v>1287.8</c:v>
                </c:pt>
                <c:pt idx="12879">
                  <c:v>1287.9000000000001</c:v>
                </c:pt>
                <c:pt idx="12880">
                  <c:v>1288</c:v>
                </c:pt>
                <c:pt idx="12881">
                  <c:v>1288.0999999999999</c:v>
                </c:pt>
                <c:pt idx="12882">
                  <c:v>1288.2</c:v>
                </c:pt>
                <c:pt idx="12883">
                  <c:v>1288.3</c:v>
                </c:pt>
                <c:pt idx="12884">
                  <c:v>1288.4000000000001</c:v>
                </c:pt>
                <c:pt idx="12885">
                  <c:v>1288.5</c:v>
                </c:pt>
                <c:pt idx="12886">
                  <c:v>1288.5999999999999</c:v>
                </c:pt>
                <c:pt idx="12887">
                  <c:v>1288.7</c:v>
                </c:pt>
                <c:pt idx="12888">
                  <c:v>1288.8</c:v>
                </c:pt>
                <c:pt idx="12889">
                  <c:v>1288.9000000000001</c:v>
                </c:pt>
                <c:pt idx="12890">
                  <c:v>1289</c:v>
                </c:pt>
                <c:pt idx="12891">
                  <c:v>1289.0999999999999</c:v>
                </c:pt>
                <c:pt idx="12892">
                  <c:v>1289.2</c:v>
                </c:pt>
                <c:pt idx="12893">
                  <c:v>1289.3</c:v>
                </c:pt>
                <c:pt idx="12894">
                  <c:v>1289.4000000000001</c:v>
                </c:pt>
                <c:pt idx="12895">
                  <c:v>1289.5</c:v>
                </c:pt>
                <c:pt idx="12896">
                  <c:v>1289.5999999999999</c:v>
                </c:pt>
                <c:pt idx="12897">
                  <c:v>1289.7</c:v>
                </c:pt>
                <c:pt idx="12898">
                  <c:v>1289.8</c:v>
                </c:pt>
                <c:pt idx="12899">
                  <c:v>1289.9000000000001</c:v>
                </c:pt>
                <c:pt idx="12900">
                  <c:v>1290</c:v>
                </c:pt>
                <c:pt idx="12901">
                  <c:v>1290.0999999999999</c:v>
                </c:pt>
                <c:pt idx="12902">
                  <c:v>1290.2</c:v>
                </c:pt>
                <c:pt idx="12903">
                  <c:v>1290.3</c:v>
                </c:pt>
                <c:pt idx="12904">
                  <c:v>1290.4000000000001</c:v>
                </c:pt>
                <c:pt idx="12905">
                  <c:v>1290.5</c:v>
                </c:pt>
                <c:pt idx="12906">
                  <c:v>1290.5999999999999</c:v>
                </c:pt>
                <c:pt idx="12907">
                  <c:v>1290.7</c:v>
                </c:pt>
                <c:pt idx="12908">
                  <c:v>1290.8</c:v>
                </c:pt>
                <c:pt idx="12909">
                  <c:v>1290.9000000000001</c:v>
                </c:pt>
                <c:pt idx="12910">
                  <c:v>1291</c:v>
                </c:pt>
                <c:pt idx="12911">
                  <c:v>1291.0999999999999</c:v>
                </c:pt>
                <c:pt idx="12912">
                  <c:v>1291.2</c:v>
                </c:pt>
                <c:pt idx="12913">
                  <c:v>1291.3</c:v>
                </c:pt>
                <c:pt idx="12914">
                  <c:v>1291.4000000000001</c:v>
                </c:pt>
                <c:pt idx="12915">
                  <c:v>1291.5</c:v>
                </c:pt>
                <c:pt idx="12916">
                  <c:v>1291.5999999999999</c:v>
                </c:pt>
                <c:pt idx="12917">
                  <c:v>1291.7</c:v>
                </c:pt>
                <c:pt idx="12918">
                  <c:v>1291.8</c:v>
                </c:pt>
                <c:pt idx="12919">
                  <c:v>1291.9000000000001</c:v>
                </c:pt>
                <c:pt idx="12920">
                  <c:v>1292</c:v>
                </c:pt>
                <c:pt idx="12921">
                  <c:v>1292.0999999999999</c:v>
                </c:pt>
                <c:pt idx="12922">
                  <c:v>1292.2</c:v>
                </c:pt>
                <c:pt idx="12923">
                  <c:v>1292.3</c:v>
                </c:pt>
                <c:pt idx="12924">
                  <c:v>1292.4000000000001</c:v>
                </c:pt>
                <c:pt idx="12925">
                  <c:v>1292.5</c:v>
                </c:pt>
                <c:pt idx="12926">
                  <c:v>1292.5999999999999</c:v>
                </c:pt>
                <c:pt idx="12927">
                  <c:v>1292.7</c:v>
                </c:pt>
                <c:pt idx="12928">
                  <c:v>1292.8</c:v>
                </c:pt>
                <c:pt idx="12929">
                  <c:v>1292.9000000000001</c:v>
                </c:pt>
                <c:pt idx="12930">
                  <c:v>1293</c:v>
                </c:pt>
                <c:pt idx="12931">
                  <c:v>1293.0999999999999</c:v>
                </c:pt>
                <c:pt idx="12932">
                  <c:v>1293.2</c:v>
                </c:pt>
                <c:pt idx="12933">
                  <c:v>1293.3</c:v>
                </c:pt>
                <c:pt idx="12934">
                  <c:v>1293.4000000000001</c:v>
                </c:pt>
                <c:pt idx="12935">
                  <c:v>1293.5</c:v>
                </c:pt>
                <c:pt idx="12936">
                  <c:v>1293.5999999999999</c:v>
                </c:pt>
                <c:pt idx="12937">
                  <c:v>1293.7</c:v>
                </c:pt>
                <c:pt idx="12938">
                  <c:v>1293.8</c:v>
                </c:pt>
                <c:pt idx="12939">
                  <c:v>1293.9000000000001</c:v>
                </c:pt>
                <c:pt idx="12940">
                  <c:v>1294</c:v>
                </c:pt>
                <c:pt idx="12941">
                  <c:v>1294.0999999999999</c:v>
                </c:pt>
                <c:pt idx="12942">
                  <c:v>1294.2</c:v>
                </c:pt>
                <c:pt idx="12943">
                  <c:v>1294.3</c:v>
                </c:pt>
                <c:pt idx="12944">
                  <c:v>1294.4000000000001</c:v>
                </c:pt>
                <c:pt idx="12945">
                  <c:v>1294.5</c:v>
                </c:pt>
                <c:pt idx="12946">
                  <c:v>1294.5999999999999</c:v>
                </c:pt>
                <c:pt idx="12947">
                  <c:v>1294.7</c:v>
                </c:pt>
                <c:pt idx="12948">
                  <c:v>1294.8</c:v>
                </c:pt>
                <c:pt idx="12949">
                  <c:v>1294.9000000000001</c:v>
                </c:pt>
                <c:pt idx="12950">
                  <c:v>1295</c:v>
                </c:pt>
                <c:pt idx="12951">
                  <c:v>1295.0999999999999</c:v>
                </c:pt>
                <c:pt idx="12952">
                  <c:v>1295.2</c:v>
                </c:pt>
                <c:pt idx="12953">
                  <c:v>1295.3</c:v>
                </c:pt>
                <c:pt idx="12954">
                  <c:v>1295.4000000000001</c:v>
                </c:pt>
                <c:pt idx="12955">
                  <c:v>1295.5</c:v>
                </c:pt>
                <c:pt idx="12956">
                  <c:v>1295.5999999999999</c:v>
                </c:pt>
                <c:pt idx="12957">
                  <c:v>1295.7</c:v>
                </c:pt>
                <c:pt idx="12958">
                  <c:v>1295.8</c:v>
                </c:pt>
                <c:pt idx="12959">
                  <c:v>1295.9000000000001</c:v>
                </c:pt>
                <c:pt idx="12960">
                  <c:v>1296</c:v>
                </c:pt>
                <c:pt idx="12961">
                  <c:v>1296.0999999999999</c:v>
                </c:pt>
                <c:pt idx="12962">
                  <c:v>1296.2</c:v>
                </c:pt>
                <c:pt idx="12963">
                  <c:v>1296.3</c:v>
                </c:pt>
                <c:pt idx="12964">
                  <c:v>1296.4000000000001</c:v>
                </c:pt>
                <c:pt idx="12965">
                  <c:v>1296.5</c:v>
                </c:pt>
                <c:pt idx="12966">
                  <c:v>1296.5999999999999</c:v>
                </c:pt>
                <c:pt idx="12967">
                  <c:v>1296.7</c:v>
                </c:pt>
                <c:pt idx="12968">
                  <c:v>1296.8</c:v>
                </c:pt>
                <c:pt idx="12969">
                  <c:v>1296.9000000000001</c:v>
                </c:pt>
                <c:pt idx="12970">
                  <c:v>1297</c:v>
                </c:pt>
                <c:pt idx="12971">
                  <c:v>1297.0999999999999</c:v>
                </c:pt>
                <c:pt idx="12972">
                  <c:v>1297.2</c:v>
                </c:pt>
                <c:pt idx="12973">
                  <c:v>1297.3</c:v>
                </c:pt>
                <c:pt idx="12974">
                  <c:v>1297.4000000000001</c:v>
                </c:pt>
                <c:pt idx="12975">
                  <c:v>1297.5</c:v>
                </c:pt>
                <c:pt idx="12976">
                  <c:v>1297.5999999999999</c:v>
                </c:pt>
                <c:pt idx="12977">
                  <c:v>1297.7</c:v>
                </c:pt>
                <c:pt idx="12978">
                  <c:v>1297.8</c:v>
                </c:pt>
                <c:pt idx="12979">
                  <c:v>1297.9000000000001</c:v>
                </c:pt>
                <c:pt idx="12980">
                  <c:v>1298</c:v>
                </c:pt>
                <c:pt idx="12981">
                  <c:v>1298.0999999999999</c:v>
                </c:pt>
                <c:pt idx="12982">
                  <c:v>1298.2</c:v>
                </c:pt>
                <c:pt idx="12983">
                  <c:v>1298.3</c:v>
                </c:pt>
                <c:pt idx="12984">
                  <c:v>1298.4000000000001</c:v>
                </c:pt>
                <c:pt idx="12985">
                  <c:v>1298.5</c:v>
                </c:pt>
                <c:pt idx="12986">
                  <c:v>1298.5999999999999</c:v>
                </c:pt>
                <c:pt idx="12987">
                  <c:v>1298.7</c:v>
                </c:pt>
                <c:pt idx="12988">
                  <c:v>1298.8</c:v>
                </c:pt>
                <c:pt idx="12989">
                  <c:v>1298.9000000000001</c:v>
                </c:pt>
                <c:pt idx="12990">
                  <c:v>1299</c:v>
                </c:pt>
                <c:pt idx="12991">
                  <c:v>1299.0999999999999</c:v>
                </c:pt>
                <c:pt idx="12992">
                  <c:v>1299.2</c:v>
                </c:pt>
                <c:pt idx="12993">
                  <c:v>1299.3</c:v>
                </c:pt>
                <c:pt idx="12994">
                  <c:v>1299.4000000000001</c:v>
                </c:pt>
                <c:pt idx="12995">
                  <c:v>1299.5</c:v>
                </c:pt>
                <c:pt idx="12996">
                  <c:v>1299.5999999999999</c:v>
                </c:pt>
                <c:pt idx="12997">
                  <c:v>1299.7</c:v>
                </c:pt>
                <c:pt idx="12998">
                  <c:v>1299.8</c:v>
                </c:pt>
                <c:pt idx="12999">
                  <c:v>1299.9000000000001</c:v>
                </c:pt>
                <c:pt idx="13000">
                  <c:v>1300</c:v>
                </c:pt>
                <c:pt idx="13001">
                  <c:v>1300.0999999999999</c:v>
                </c:pt>
                <c:pt idx="13002">
                  <c:v>1300.2</c:v>
                </c:pt>
                <c:pt idx="13003">
                  <c:v>1300.3</c:v>
                </c:pt>
                <c:pt idx="13004">
                  <c:v>1300.4000000000001</c:v>
                </c:pt>
                <c:pt idx="13005">
                  <c:v>1300.5</c:v>
                </c:pt>
                <c:pt idx="13006">
                  <c:v>1300.5999999999999</c:v>
                </c:pt>
                <c:pt idx="13007">
                  <c:v>1300.7</c:v>
                </c:pt>
                <c:pt idx="13008">
                  <c:v>1300.8</c:v>
                </c:pt>
                <c:pt idx="13009">
                  <c:v>1300.9000000000001</c:v>
                </c:pt>
                <c:pt idx="13010">
                  <c:v>1301</c:v>
                </c:pt>
                <c:pt idx="13011">
                  <c:v>1301.0999999999999</c:v>
                </c:pt>
                <c:pt idx="13012">
                  <c:v>1301.2</c:v>
                </c:pt>
                <c:pt idx="13013">
                  <c:v>1301.3</c:v>
                </c:pt>
                <c:pt idx="13014">
                  <c:v>1301.4000000000001</c:v>
                </c:pt>
                <c:pt idx="13015">
                  <c:v>1301.5</c:v>
                </c:pt>
                <c:pt idx="13016">
                  <c:v>1301.5999999999999</c:v>
                </c:pt>
                <c:pt idx="13017">
                  <c:v>1301.7</c:v>
                </c:pt>
                <c:pt idx="13018">
                  <c:v>1301.8</c:v>
                </c:pt>
                <c:pt idx="13019">
                  <c:v>1301.9000000000001</c:v>
                </c:pt>
                <c:pt idx="13020">
                  <c:v>1302</c:v>
                </c:pt>
                <c:pt idx="13021">
                  <c:v>1302.0999999999999</c:v>
                </c:pt>
                <c:pt idx="13022">
                  <c:v>1302.2</c:v>
                </c:pt>
                <c:pt idx="13023">
                  <c:v>1302.3</c:v>
                </c:pt>
                <c:pt idx="13024">
                  <c:v>1302.4000000000001</c:v>
                </c:pt>
                <c:pt idx="13025">
                  <c:v>1302.5</c:v>
                </c:pt>
                <c:pt idx="13026">
                  <c:v>1302.5999999999999</c:v>
                </c:pt>
                <c:pt idx="13027">
                  <c:v>1302.7</c:v>
                </c:pt>
                <c:pt idx="13028">
                  <c:v>1302.8</c:v>
                </c:pt>
                <c:pt idx="13029">
                  <c:v>1302.9000000000001</c:v>
                </c:pt>
                <c:pt idx="13030">
                  <c:v>1303</c:v>
                </c:pt>
                <c:pt idx="13031">
                  <c:v>1303.0999999999999</c:v>
                </c:pt>
                <c:pt idx="13032">
                  <c:v>1303.2</c:v>
                </c:pt>
                <c:pt idx="13033">
                  <c:v>1303.3</c:v>
                </c:pt>
                <c:pt idx="13034">
                  <c:v>1303.4000000000001</c:v>
                </c:pt>
                <c:pt idx="13035">
                  <c:v>1303.5</c:v>
                </c:pt>
                <c:pt idx="13036">
                  <c:v>1303.5999999999999</c:v>
                </c:pt>
                <c:pt idx="13037">
                  <c:v>1303.7</c:v>
                </c:pt>
                <c:pt idx="13038">
                  <c:v>1303.8</c:v>
                </c:pt>
                <c:pt idx="13039">
                  <c:v>1303.9000000000001</c:v>
                </c:pt>
                <c:pt idx="13040">
                  <c:v>1304</c:v>
                </c:pt>
                <c:pt idx="13041">
                  <c:v>1304.0999999999999</c:v>
                </c:pt>
                <c:pt idx="13042">
                  <c:v>1304.2</c:v>
                </c:pt>
                <c:pt idx="13043">
                  <c:v>1304.3</c:v>
                </c:pt>
                <c:pt idx="13044">
                  <c:v>1304.4000000000001</c:v>
                </c:pt>
                <c:pt idx="13045">
                  <c:v>1304.5</c:v>
                </c:pt>
                <c:pt idx="13046">
                  <c:v>1304.5999999999999</c:v>
                </c:pt>
                <c:pt idx="13047">
                  <c:v>1304.7</c:v>
                </c:pt>
                <c:pt idx="13048">
                  <c:v>1304.8</c:v>
                </c:pt>
                <c:pt idx="13049">
                  <c:v>1304.9000000000001</c:v>
                </c:pt>
                <c:pt idx="13050">
                  <c:v>1305</c:v>
                </c:pt>
                <c:pt idx="13051">
                  <c:v>1305.0999999999999</c:v>
                </c:pt>
                <c:pt idx="13052">
                  <c:v>1305.2</c:v>
                </c:pt>
                <c:pt idx="13053">
                  <c:v>1305.3</c:v>
                </c:pt>
                <c:pt idx="13054">
                  <c:v>1305.4000000000001</c:v>
                </c:pt>
                <c:pt idx="13055">
                  <c:v>1305.5</c:v>
                </c:pt>
                <c:pt idx="13056">
                  <c:v>1305.5999999999999</c:v>
                </c:pt>
                <c:pt idx="13057">
                  <c:v>1305.7</c:v>
                </c:pt>
                <c:pt idx="13058">
                  <c:v>1305.8</c:v>
                </c:pt>
                <c:pt idx="13059">
                  <c:v>1305.9000000000001</c:v>
                </c:pt>
                <c:pt idx="13060">
                  <c:v>1306</c:v>
                </c:pt>
                <c:pt idx="13061">
                  <c:v>1306.0999999999999</c:v>
                </c:pt>
                <c:pt idx="13062">
                  <c:v>1306.2</c:v>
                </c:pt>
                <c:pt idx="13063">
                  <c:v>1306.3</c:v>
                </c:pt>
                <c:pt idx="13064">
                  <c:v>1306.4000000000001</c:v>
                </c:pt>
                <c:pt idx="13065">
                  <c:v>1306.5</c:v>
                </c:pt>
                <c:pt idx="13066">
                  <c:v>1306.5999999999999</c:v>
                </c:pt>
                <c:pt idx="13067">
                  <c:v>1306.7</c:v>
                </c:pt>
                <c:pt idx="13068">
                  <c:v>1306.8</c:v>
                </c:pt>
                <c:pt idx="13069">
                  <c:v>1306.9000000000001</c:v>
                </c:pt>
                <c:pt idx="13070">
                  <c:v>1307</c:v>
                </c:pt>
                <c:pt idx="13071">
                  <c:v>1307.0999999999999</c:v>
                </c:pt>
                <c:pt idx="13072">
                  <c:v>1307.2</c:v>
                </c:pt>
                <c:pt idx="13073">
                  <c:v>1307.3</c:v>
                </c:pt>
                <c:pt idx="13074">
                  <c:v>1307.4000000000001</c:v>
                </c:pt>
                <c:pt idx="13075">
                  <c:v>1307.5</c:v>
                </c:pt>
                <c:pt idx="13076">
                  <c:v>1307.5999999999999</c:v>
                </c:pt>
                <c:pt idx="13077">
                  <c:v>1307.7</c:v>
                </c:pt>
                <c:pt idx="13078">
                  <c:v>1307.8</c:v>
                </c:pt>
                <c:pt idx="13079">
                  <c:v>1307.9000000000001</c:v>
                </c:pt>
                <c:pt idx="13080">
                  <c:v>1308</c:v>
                </c:pt>
                <c:pt idx="13081">
                  <c:v>1308.0999999999999</c:v>
                </c:pt>
                <c:pt idx="13082">
                  <c:v>1308.2</c:v>
                </c:pt>
                <c:pt idx="13083">
                  <c:v>1308.3</c:v>
                </c:pt>
                <c:pt idx="13084">
                  <c:v>1308.4000000000001</c:v>
                </c:pt>
                <c:pt idx="13085">
                  <c:v>1308.5</c:v>
                </c:pt>
                <c:pt idx="13086">
                  <c:v>1308.5999999999999</c:v>
                </c:pt>
                <c:pt idx="13087">
                  <c:v>1308.7</c:v>
                </c:pt>
                <c:pt idx="13088">
                  <c:v>1308.8</c:v>
                </c:pt>
                <c:pt idx="13089">
                  <c:v>1308.9000000000001</c:v>
                </c:pt>
                <c:pt idx="13090">
                  <c:v>1309</c:v>
                </c:pt>
                <c:pt idx="13091">
                  <c:v>1309.0999999999999</c:v>
                </c:pt>
                <c:pt idx="13092">
                  <c:v>1309.2</c:v>
                </c:pt>
                <c:pt idx="13093">
                  <c:v>1309.3</c:v>
                </c:pt>
                <c:pt idx="13094">
                  <c:v>1309.4000000000001</c:v>
                </c:pt>
                <c:pt idx="13095">
                  <c:v>1309.5</c:v>
                </c:pt>
                <c:pt idx="13096">
                  <c:v>1309.5999999999999</c:v>
                </c:pt>
                <c:pt idx="13097">
                  <c:v>1309.7</c:v>
                </c:pt>
                <c:pt idx="13098">
                  <c:v>1309.8</c:v>
                </c:pt>
                <c:pt idx="13099">
                  <c:v>1309.9000000000001</c:v>
                </c:pt>
                <c:pt idx="13100">
                  <c:v>1310</c:v>
                </c:pt>
                <c:pt idx="13101">
                  <c:v>1310.0999999999999</c:v>
                </c:pt>
                <c:pt idx="13102">
                  <c:v>1310.2</c:v>
                </c:pt>
                <c:pt idx="13103">
                  <c:v>1310.3</c:v>
                </c:pt>
                <c:pt idx="13104">
                  <c:v>1310.4000000000001</c:v>
                </c:pt>
                <c:pt idx="13105">
                  <c:v>1310.5</c:v>
                </c:pt>
                <c:pt idx="13106">
                  <c:v>1310.5999999999999</c:v>
                </c:pt>
                <c:pt idx="13107">
                  <c:v>1310.7</c:v>
                </c:pt>
                <c:pt idx="13108">
                  <c:v>1310.8</c:v>
                </c:pt>
                <c:pt idx="13109">
                  <c:v>1310.9</c:v>
                </c:pt>
                <c:pt idx="13110">
                  <c:v>1311</c:v>
                </c:pt>
                <c:pt idx="13111">
                  <c:v>1311.1</c:v>
                </c:pt>
                <c:pt idx="13112">
                  <c:v>1311.2</c:v>
                </c:pt>
                <c:pt idx="13113">
                  <c:v>1311.3</c:v>
                </c:pt>
                <c:pt idx="13114">
                  <c:v>1311.4</c:v>
                </c:pt>
                <c:pt idx="13115">
                  <c:v>1311.5</c:v>
                </c:pt>
                <c:pt idx="13116">
                  <c:v>1311.6</c:v>
                </c:pt>
                <c:pt idx="13117">
                  <c:v>1311.7</c:v>
                </c:pt>
                <c:pt idx="13118">
                  <c:v>1311.8</c:v>
                </c:pt>
                <c:pt idx="13119">
                  <c:v>1311.9</c:v>
                </c:pt>
                <c:pt idx="13120">
                  <c:v>1312</c:v>
                </c:pt>
                <c:pt idx="13121">
                  <c:v>1312.1</c:v>
                </c:pt>
                <c:pt idx="13122">
                  <c:v>1312.2</c:v>
                </c:pt>
                <c:pt idx="13123">
                  <c:v>1312.3</c:v>
                </c:pt>
                <c:pt idx="13124">
                  <c:v>1312.4</c:v>
                </c:pt>
                <c:pt idx="13125">
                  <c:v>1312.5</c:v>
                </c:pt>
                <c:pt idx="13126">
                  <c:v>1312.6</c:v>
                </c:pt>
                <c:pt idx="13127">
                  <c:v>1312.7</c:v>
                </c:pt>
                <c:pt idx="13128">
                  <c:v>1312.8</c:v>
                </c:pt>
                <c:pt idx="13129">
                  <c:v>1312.9</c:v>
                </c:pt>
                <c:pt idx="13130">
                  <c:v>1313</c:v>
                </c:pt>
                <c:pt idx="13131">
                  <c:v>1313.1</c:v>
                </c:pt>
                <c:pt idx="13132">
                  <c:v>1313.2</c:v>
                </c:pt>
                <c:pt idx="13133">
                  <c:v>1313.3</c:v>
                </c:pt>
                <c:pt idx="13134">
                  <c:v>1313.4</c:v>
                </c:pt>
                <c:pt idx="13135">
                  <c:v>1313.5</c:v>
                </c:pt>
                <c:pt idx="13136">
                  <c:v>1313.6</c:v>
                </c:pt>
                <c:pt idx="13137">
                  <c:v>1313.7</c:v>
                </c:pt>
                <c:pt idx="13138">
                  <c:v>1313.8</c:v>
                </c:pt>
                <c:pt idx="13139">
                  <c:v>1313.9</c:v>
                </c:pt>
                <c:pt idx="13140">
                  <c:v>1314</c:v>
                </c:pt>
                <c:pt idx="13141">
                  <c:v>1314.1</c:v>
                </c:pt>
                <c:pt idx="13142">
                  <c:v>1314.2</c:v>
                </c:pt>
                <c:pt idx="13143">
                  <c:v>1314.3</c:v>
                </c:pt>
                <c:pt idx="13144">
                  <c:v>1314.4</c:v>
                </c:pt>
                <c:pt idx="13145">
                  <c:v>1314.5</c:v>
                </c:pt>
                <c:pt idx="13146">
                  <c:v>1314.6</c:v>
                </c:pt>
                <c:pt idx="13147">
                  <c:v>1314.7</c:v>
                </c:pt>
                <c:pt idx="13148">
                  <c:v>1314.8</c:v>
                </c:pt>
                <c:pt idx="13149">
                  <c:v>1314.9</c:v>
                </c:pt>
                <c:pt idx="13150">
                  <c:v>1315</c:v>
                </c:pt>
                <c:pt idx="13151">
                  <c:v>1315.1</c:v>
                </c:pt>
                <c:pt idx="13152">
                  <c:v>1315.2</c:v>
                </c:pt>
                <c:pt idx="13153">
                  <c:v>1315.3</c:v>
                </c:pt>
                <c:pt idx="13154">
                  <c:v>1315.4</c:v>
                </c:pt>
                <c:pt idx="13155">
                  <c:v>1315.5</c:v>
                </c:pt>
                <c:pt idx="13156">
                  <c:v>1315.6</c:v>
                </c:pt>
                <c:pt idx="13157">
                  <c:v>1315.7</c:v>
                </c:pt>
                <c:pt idx="13158">
                  <c:v>1315.8</c:v>
                </c:pt>
                <c:pt idx="13159">
                  <c:v>1315.9</c:v>
                </c:pt>
                <c:pt idx="13160">
                  <c:v>1316</c:v>
                </c:pt>
                <c:pt idx="13161">
                  <c:v>1316.1</c:v>
                </c:pt>
                <c:pt idx="13162">
                  <c:v>1316.2</c:v>
                </c:pt>
                <c:pt idx="13163">
                  <c:v>1316.3</c:v>
                </c:pt>
                <c:pt idx="13164">
                  <c:v>1316.4</c:v>
                </c:pt>
                <c:pt idx="13165">
                  <c:v>1316.5</c:v>
                </c:pt>
                <c:pt idx="13166">
                  <c:v>1316.6</c:v>
                </c:pt>
                <c:pt idx="13167">
                  <c:v>1316.7</c:v>
                </c:pt>
                <c:pt idx="13168">
                  <c:v>1316.8</c:v>
                </c:pt>
                <c:pt idx="13169">
                  <c:v>1316.9</c:v>
                </c:pt>
                <c:pt idx="13170">
                  <c:v>1317</c:v>
                </c:pt>
                <c:pt idx="13171">
                  <c:v>1317.1</c:v>
                </c:pt>
                <c:pt idx="13172">
                  <c:v>1317.2</c:v>
                </c:pt>
                <c:pt idx="13173">
                  <c:v>1317.3</c:v>
                </c:pt>
                <c:pt idx="13174">
                  <c:v>1317.4</c:v>
                </c:pt>
                <c:pt idx="13175">
                  <c:v>1317.5</c:v>
                </c:pt>
                <c:pt idx="13176">
                  <c:v>1317.6</c:v>
                </c:pt>
                <c:pt idx="13177">
                  <c:v>1317.7</c:v>
                </c:pt>
                <c:pt idx="13178">
                  <c:v>1317.8</c:v>
                </c:pt>
                <c:pt idx="13179">
                  <c:v>1317.9</c:v>
                </c:pt>
                <c:pt idx="13180">
                  <c:v>1318</c:v>
                </c:pt>
                <c:pt idx="13181">
                  <c:v>1318.1</c:v>
                </c:pt>
                <c:pt idx="13182">
                  <c:v>1318.2</c:v>
                </c:pt>
                <c:pt idx="13183">
                  <c:v>1318.3</c:v>
                </c:pt>
                <c:pt idx="13184">
                  <c:v>1318.4</c:v>
                </c:pt>
                <c:pt idx="13185">
                  <c:v>1318.5</c:v>
                </c:pt>
                <c:pt idx="13186">
                  <c:v>1318.6</c:v>
                </c:pt>
                <c:pt idx="13187">
                  <c:v>1318.7</c:v>
                </c:pt>
                <c:pt idx="13188">
                  <c:v>1318.8</c:v>
                </c:pt>
                <c:pt idx="13189">
                  <c:v>1318.9</c:v>
                </c:pt>
                <c:pt idx="13190">
                  <c:v>1319</c:v>
                </c:pt>
                <c:pt idx="13191">
                  <c:v>1319.1</c:v>
                </c:pt>
                <c:pt idx="13192">
                  <c:v>1319.2</c:v>
                </c:pt>
                <c:pt idx="13193">
                  <c:v>1319.3</c:v>
                </c:pt>
                <c:pt idx="13194">
                  <c:v>1319.4</c:v>
                </c:pt>
                <c:pt idx="13195">
                  <c:v>1319.5</c:v>
                </c:pt>
                <c:pt idx="13196">
                  <c:v>1319.6</c:v>
                </c:pt>
                <c:pt idx="13197">
                  <c:v>1319.7</c:v>
                </c:pt>
                <c:pt idx="13198">
                  <c:v>1319.8</c:v>
                </c:pt>
                <c:pt idx="13199">
                  <c:v>1319.9</c:v>
                </c:pt>
                <c:pt idx="13200">
                  <c:v>1320</c:v>
                </c:pt>
                <c:pt idx="13201">
                  <c:v>1320.1</c:v>
                </c:pt>
                <c:pt idx="13202">
                  <c:v>1320.2</c:v>
                </c:pt>
                <c:pt idx="13203">
                  <c:v>1320.3</c:v>
                </c:pt>
                <c:pt idx="13204">
                  <c:v>1320.4</c:v>
                </c:pt>
                <c:pt idx="13205">
                  <c:v>1320.5</c:v>
                </c:pt>
                <c:pt idx="13206">
                  <c:v>1320.6</c:v>
                </c:pt>
                <c:pt idx="13207">
                  <c:v>1320.7</c:v>
                </c:pt>
                <c:pt idx="13208">
                  <c:v>1320.8</c:v>
                </c:pt>
                <c:pt idx="13209">
                  <c:v>1320.9</c:v>
                </c:pt>
                <c:pt idx="13210">
                  <c:v>1321</c:v>
                </c:pt>
                <c:pt idx="13211">
                  <c:v>1321.1</c:v>
                </c:pt>
                <c:pt idx="13212">
                  <c:v>1321.2</c:v>
                </c:pt>
                <c:pt idx="13213">
                  <c:v>1321.3</c:v>
                </c:pt>
                <c:pt idx="13214">
                  <c:v>1321.4</c:v>
                </c:pt>
                <c:pt idx="13215">
                  <c:v>1321.5</c:v>
                </c:pt>
                <c:pt idx="13216">
                  <c:v>1321.6</c:v>
                </c:pt>
                <c:pt idx="13217">
                  <c:v>1321.7</c:v>
                </c:pt>
                <c:pt idx="13218">
                  <c:v>1321.8</c:v>
                </c:pt>
                <c:pt idx="13219">
                  <c:v>1321.9</c:v>
                </c:pt>
                <c:pt idx="13220">
                  <c:v>1322</c:v>
                </c:pt>
                <c:pt idx="13221">
                  <c:v>1322.1</c:v>
                </c:pt>
                <c:pt idx="13222">
                  <c:v>1322.2</c:v>
                </c:pt>
                <c:pt idx="13223">
                  <c:v>1322.3</c:v>
                </c:pt>
                <c:pt idx="13224">
                  <c:v>1322.4</c:v>
                </c:pt>
                <c:pt idx="13225">
                  <c:v>1322.5</c:v>
                </c:pt>
                <c:pt idx="13226">
                  <c:v>1322.6</c:v>
                </c:pt>
                <c:pt idx="13227">
                  <c:v>1322.7</c:v>
                </c:pt>
                <c:pt idx="13228">
                  <c:v>1322.8</c:v>
                </c:pt>
                <c:pt idx="13229">
                  <c:v>1322.9</c:v>
                </c:pt>
                <c:pt idx="13230">
                  <c:v>1323</c:v>
                </c:pt>
                <c:pt idx="13231">
                  <c:v>1323.1</c:v>
                </c:pt>
                <c:pt idx="13232">
                  <c:v>1323.2</c:v>
                </c:pt>
                <c:pt idx="13233">
                  <c:v>1323.3</c:v>
                </c:pt>
                <c:pt idx="13234">
                  <c:v>1323.4</c:v>
                </c:pt>
                <c:pt idx="13235">
                  <c:v>1323.5</c:v>
                </c:pt>
                <c:pt idx="13236">
                  <c:v>1323.6</c:v>
                </c:pt>
                <c:pt idx="13237">
                  <c:v>1323.7</c:v>
                </c:pt>
                <c:pt idx="13238">
                  <c:v>1323.8</c:v>
                </c:pt>
                <c:pt idx="13239">
                  <c:v>1323.9</c:v>
                </c:pt>
                <c:pt idx="13240">
                  <c:v>1324</c:v>
                </c:pt>
                <c:pt idx="13241">
                  <c:v>1324.1</c:v>
                </c:pt>
                <c:pt idx="13242">
                  <c:v>1324.2</c:v>
                </c:pt>
                <c:pt idx="13243">
                  <c:v>1324.3</c:v>
                </c:pt>
                <c:pt idx="13244">
                  <c:v>1324.4</c:v>
                </c:pt>
                <c:pt idx="13245">
                  <c:v>1324.5</c:v>
                </c:pt>
                <c:pt idx="13246">
                  <c:v>1324.6</c:v>
                </c:pt>
                <c:pt idx="13247">
                  <c:v>1324.7</c:v>
                </c:pt>
                <c:pt idx="13248">
                  <c:v>1324.8</c:v>
                </c:pt>
                <c:pt idx="13249">
                  <c:v>1324.9</c:v>
                </c:pt>
                <c:pt idx="13250">
                  <c:v>1325</c:v>
                </c:pt>
                <c:pt idx="13251">
                  <c:v>1325.1</c:v>
                </c:pt>
                <c:pt idx="13252">
                  <c:v>1325.2</c:v>
                </c:pt>
                <c:pt idx="13253">
                  <c:v>1325.3</c:v>
                </c:pt>
                <c:pt idx="13254">
                  <c:v>1325.4</c:v>
                </c:pt>
                <c:pt idx="13255">
                  <c:v>1325.5</c:v>
                </c:pt>
                <c:pt idx="13256">
                  <c:v>1325.6</c:v>
                </c:pt>
                <c:pt idx="13257">
                  <c:v>1325.7</c:v>
                </c:pt>
                <c:pt idx="13258">
                  <c:v>1325.8</c:v>
                </c:pt>
                <c:pt idx="13259">
                  <c:v>1325.9</c:v>
                </c:pt>
                <c:pt idx="13260">
                  <c:v>1326</c:v>
                </c:pt>
                <c:pt idx="13261">
                  <c:v>1326.1</c:v>
                </c:pt>
                <c:pt idx="13262">
                  <c:v>1326.2</c:v>
                </c:pt>
                <c:pt idx="13263">
                  <c:v>1326.3</c:v>
                </c:pt>
                <c:pt idx="13264">
                  <c:v>1326.4</c:v>
                </c:pt>
                <c:pt idx="13265">
                  <c:v>1326.5</c:v>
                </c:pt>
                <c:pt idx="13266">
                  <c:v>1326.6</c:v>
                </c:pt>
                <c:pt idx="13267">
                  <c:v>1326.7</c:v>
                </c:pt>
                <c:pt idx="13268">
                  <c:v>1326.8</c:v>
                </c:pt>
                <c:pt idx="13269">
                  <c:v>1326.9</c:v>
                </c:pt>
                <c:pt idx="13270">
                  <c:v>1327</c:v>
                </c:pt>
                <c:pt idx="13271">
                  <c:v>1327.1</c:v>
                </c:pt>
                <c:pt idx="13272">
                  <c:v>1327.2</c:v>
                </c:pt>
                <c:pt idx="13273">
                  <c:v>1327.3</c:v>
                </c:pt>
                <c:pt idx="13274">
                  <c:v>1327.4</c:v>
                </c:pt>
                <c:pt idx="13275">
                  <c:v>1327.5</c:v>
                </c:pt>
                <c:pt idx="13276">
                  <c:v>1327.6</c:v>
                </c:pt>
                <c:pt idx="13277">
                  <c:v>1327.7</c:v>
                </c:pt>
                <c:pt idx="13278">
                  <c:v>1327.8</c:v>
                </c:pt>
                <c:pt idx="13279">
                  <c:v>1327.9</c:v>
                </c:pt>
                <c:pt idx="13280">
                  <c:v>1328</c:v>
                </c:pt>
                <c:pt idx="13281">
                  <c:v>1328.1</c:v>
                </c:pt>
                <c:pt idx="13282">
                  <c:v>1328.2</c:v>
                </c:pt>
                <c:pt idx="13283">
                  <c:v>1328.3</c:v>
                </c:pt>
                <c:pt idx="13284">
                  <c:v>1328.4</c:v>
                </c:pt>
                <c:pt idx="13285">
                  <c:v>1328.5</c:v>
                </c:pt>
                <c:pt idx="13286">
                  <c:v>1328.6</c:v>
                </c:pt>
                <c:pt idx="13287">
                  <c:v>1328.7</c:v>
                </c:pt>
                <c:pt idx="13288">
                  <c:v>1328.8</c:v>
                </c:pt>
                <c:pt idx="13289">
                  <c:v>1328.9</c:v>
                </c:pt>
                <c:pt idx="13290">
                  <c:v>1329</c:v>
                </c:pt>
                <c:pt idx="13291">
                  <c:v>1329.1</c:v>
                </c:pt>
                <c:pt idx="13292">
                  <c:v>1329.2</c:v>
                </c:pt>
                <c:pt idx="13293">
                  <c:v>1329.3</c:v>
                </c:pt>
                <c:pt idx="13294">
                  <c:v>1329.4</c:v>
                </c:pt>
                <c:pt idx="13295">
                  <c:v>1329.5</c:v>
                </c:pt>
                <c:pt idx="13296">
                  <c:v>1329.6</c:v>
                </c:pt>
                <c:pt idx="13297">
                  <c:v>1329.7</c:v>
                </c:pt>
                <c:pt idx="13298">
                  <c:v>1329.8</c:v>
                </c:pt>
                <c:pt idx="13299">
                  <c:v>1329.9</c:v>
                </c:pt>
                <c:pt idx="13300">
                  <c:v>1330</c:v>
                </c:pt>
                <c:pt idx="13301">
                  <c:v>1330.1</c:v>
                </c:pt>
                <c:pt idx="13302">
                  <c:v>1330.2</c:v>
                </c:pt>
                <c:pt idx="13303">
                  <c:v>1330.3</c:v>
                </c:pt>
                <c:pt idx="13304">
                  <c:v>1330.4</c:v>
                </c:pt>
                <c:pt idx="13305">
                  <c:v>1330.5</c:v>
                </c:pt>
                <c:pt idx="13306">
                  <c:v>1330.6</c:v>
                </c:pt>
                <c:pt idx="13307">
                  <c:v>1330.7</c:v>
                </c:pt>
                <c:pt idx="13308">
                  <c:v>1330.8</c:v>
                </c:pt>
                <c:pt idx="13309">
                  <c:v>1330.9</c:v>
                </c:pt>
                <c:pt idx="13310">
                  <c:v>1331</c:v>
                </c:pt>
                <c:pt idx="13311">
                  <c:v>1331.1</c:v>
                </c:pt>
                <c:pt idx="13312">
                  <c:v>1331.2</c:v>
                </c:pt>
                <c:pt idx="13313">
                  <c:v>1331.3</c:v>
                </c:pt>
                <c:pt idx="13314">
                  <c:v>1331.4</c:v>
                </c:pt>
                <c:pt idx="13315">
                  <c:v>1331.5</c:v>
                </c:pt>
                <c:pt idx="13316">
                  <c:v>1331.6</c:v>
                </c:pt>
                <c:pt idx="13317">
                  <c:v>1331.7</c:v>
                </c:pt>
                <c:pt idx="13318">
                  <c:v>1331.8</c:v>
                </c:pt>
                <c:pt idx="13319">
                  <c:v>1331.9</c:v>
                </c:pt>
                <c:pt idx="13320">
                  <c:v>1332</c:v>
                </c:pt>
                <c:pt idx="13321">
                  <c:v>1332.1</c:v>
                </c:pt>
                <c:pt idx="13322">
                  <c:v>1332.2</c:v>
                </c:pt>
                <c:pt idx="13323">
                  <c:v>1332.3</c:v>
                </c:pt>
                <c:pt idx="13324">
                  <c:v>1332.4</c:v>
                </c:pt>
                <c:pt idx="13325">
                  <c:v>1332.5</c:v>
                </c:pt>
                <c:pt idx="13326">
                  <c:v>1332.6</c:v>
                </c:pt>
                <c:pt idx="13327">
                  <c:v>1332.7</c:v>
                </c:pt>
                <c:pt idx="13328">
                  <c:v>1332.8</c:v>
                </c:pt>
                <c:pt idx="13329">
                  <c:v>1332.9</c:v>
                </c:pt>
                <c:pt idx="13330">
                  <c:v>1333</c:v>
                </c:pt>
                <c:pt idx="13331">
                  <c:v>1333.1</c:v>
                </c:pt>
                <c:pt idx="13332">
                  <c:v>1333.2</c:v>
                </c:pt>
                <c:pt idx="13333">
                  <c:v>1333.3</c:v>
                </c:pt>
                <c:pt idx="13334">
                  <c:v>1333.4</c:v>
                </c:pt>
                <c:pt idx="13335">
                  <c:v>1333.5</c:v>
                </c:pt>
                <c:pt idx="13336">
                  <c:v>1333.6</c:v>
                </c:pt>
                <c:pt idx="13337">
                  <c:v>1333.7</c:v>
                </c:pt>
                <c:pt idx="13338">
                  <c:v>1333.8</c:v>
                </c:pt>
                <c:pt idx="13339">
                  <c:v>1333.9</c:v>
                </c:pt>
                <c:pt idx="13340">
                  <c:v>1334</c:v>
                </c:pt>
                <c:pt idx="13341">
                  <c:v>1334.1</c:v>
                </c:pt>
                <c:pt idx="13342">
                  <c:v>1334.2</c:v>
                </c:pt>
                <c:pt idx="13343">
                  <c:v>1334.3</c:v>
                </c:pt>
                <c:pt idx="13344">
                  <c:v>1334.4</c:v>
                </c:pt>
                <c:pt idx="13345">
                  <c:v>1334.5</c:v>
                </c:pt>
                <c:pt idx="13346">
                  <c:v>1334.6</c:v>
                </c:pt>
                <c:pt idx="13347">
                  <c:v>1334.7</c:v>
                </c:pt>
                <c:pt idx="13348">
                  <c:v>1334.8</c:v>
                </c:pt>
                <c:pt idx="13349">
                  <c:v>1334.9</c:v>
                </c:pt>
                <c:pt idx="13350">
                  <c:v>1335</c:v>
                </c:pt>
                <c:pt idx="13351">
                  <c:v>1335.1</c:v>
                </c:pt>
                <c:pt idx="13352">
                  <c:v>1335.2</c:v>
                </c:pt>
                <c:pt idx="13353">
                  <c:v>1335.3</c:v>
                </c:pt>
                <c:pt idx="13354">
                  <c:v>1335.4</c:v>
                </c:pt>
                <c:pt idx="13355">
                  <c:v>1335.5</c:v>
                </c:pt>
                <c:pt idx="13356">
                  <c:v>1335.6</c:v>
                </c:pt>
                <c:pt idx="13357">
                  <c:v>1335.7</c:v>
                </c:pt>
                <c:pt idx="13358">
                  <c:v>1335.8</c:v>
                </c:pt>
                <c:pt idx="13359">
                  <c:v>1335.9</c:v>
                </c:pt>
                <c:pt idx="13360">
                  <c:v>1336</c:v>
                </c:pt>
                <c:pt idx="13361">
                  <c:v>1336.1</c:v>
                </c:pt>
                <c:pt idx="13362">
                  <c:v>1336.2</c:v>
                </c:pt>
                <c:pt idx="13363">
                  <c:v>1336.3</c:v>
                </c:pt>
                <c:pt idx="13364">
                  <c:v>1336.4</c:v>
                </c:pt>
                <c:pt idx="13365">
                  <c:v>1336.5</c:v>
                </c:pt>
                <c:pt idx="13366">
                  <c:v>1336.6</c:v>
                </c:pt>
                <c:pt idx="13367">
                  <c:v>1336.7</c:v>
                </c:pt>
                <c:pt idx="13368">
                  <c:v>1336.8</c:v>
                </c:pt>
                <c:pt idx="13369">
                  <c:v>1336.9</c:v>
                </c:pt>
                <c:pt idx="13370">
                  <c:v>1337</c:v>
                </c:pt>
                <c:pt idx="13371">
                  <c:v>1337.1</c:v>
                </c:pt>
                <c:pt idx="13372">
                  <c:v>1337.2</c:v>
                </c:pt>
                <c:pt idx="13373">
                  <c:v>1337.3</c:v>
                </c:pt>
                <c:pt idx="13374">
                  <c:v>1337.4</c:v>
                </c:pt>
                <c:pt idx="13375">
                  <c:v>1337.5</c:v>
                </c:pt>
                <c:pt idx="13376">
                  <c:v>1337.6</c:v>
                </c:pt>
                <c:pt idx="13377">
                  <c:v>1337.7</c:v>
                </c:pt>
                <c:pt idx="13378">
                  <c:v>1337.8</c:v>
                </c:pt>
                <c:pt idx="13379">
                  <c:v>1337.9</c:v>
                </c:pt>
                <c:pt idx="13380">
                  <c:v>1338</c:v>
                </c:pt>
                <c:pt idx="13381">
                  <c:v>1338.1</c:v>
                </c:pt>
                <c:pt idx="13382">
                  <c:v>1338.2</c:v>
                </c:pt>
                <c:pt idx="13383">
                  <c:v>1338.3</c:v>
                </c:pt>
                <c:pt idx="13384">
                  <c:v>1338.4</c:v>
                </c:pt>
                <c:pt idx="13385">
                  <c:v>1338.5</c:v>
                </c:pt>
                <c:pt idx="13386">
                  <c:v>1338.6</c:v>
                </c:pt>
                <c:pt idx="13387">
                  <c:v>1338.7</c:v>
                </c:pt>
                <c:pt idx="13388">
                  <c:v>1338.8</c:v>
                </c:pt>
                <c:pt idx="13389">
                  <c:v>1338.9</c:v>
                </c:pt>
                <c:pt idx="13390">
                  <c:v>1339</c:v>
                </c:pt>
                <c:pt idx="13391">
                  <c:v>1339.1</c:v>
                </c:pt>
                <c:pt idx="13392">
                  <c:v>1339.2</c:v>
                </c:pt>
                <c:pt idx="13393">
                  <c:v>1339.3</c:v>
                </c:pt>
                <c:pt idx="13394">
                  <c:v>1339.4</c:v>
                </c:pt>
                <c:pt idx="13395">
                  <c:v>1339.5</c:v>
                </c:pt>
                <c:pt idx="13396">
                  <c:v>1339.6</c:v>
                </c:pt>
                <c:pt idx="13397">
                  <c:v>1339.7</c:v>
                </c:pt>
                <c:pt idx="13398">
                  <c:v>1339.8</c:v>
                </c:pt>
                <c:pt idx="13399">
                  <c:v>1339.9</c:v>
                </c:pt>
                <c:pt idx="13400">
                  <c:v>1340</c:v>
                </c:pt>
                <c:pt idx="13401">
                  <c:v>1340.1</c:v>
                </c:pt>
                <c:pt idx="13402">
                  <c:v>1340.2</c:v>
                </c:pt>
                <c:pt idx="13403">
                  <c:v>1340.3</c:v>
                </c:pt>
                <c:pt idx="13404">
                  <c:v>1340.4</c:v>
                </c:pt>
                <c:pt idx="13405">
                  <c:v>1340.5</c:v>
                </c:pt>
                <c:pt idx="13406">
                  <c:v>1340.6</c:v>
                </c:pt>
                <c:pt idx="13407">
                  <c:v>1340.7</c:v>
                </c:pt>
                <c:pt idx="13408">
                  <c:v>1340.8</c:v>
                </c:pt>
                <c:pt idx="13409">
                  <c:v>1340.9</c:v>
                </c:pt>
                <c:pt idx="13410">
                  <c:v>1341</c:v>
                </c:pt>
                <c:pt idx="13411">
                  <c:v>1341.1</c:v>
                </c:pt>
                <c:pt idx="13412">
                  <c:v>1341.2</c:v>
                </c:pt>
                <c:pt idx="13413">
                  <c:v>1341.3</c:v>
                </c:pt>
                <c:pt idx="13414">
                  <c:v>1341.4</c:v>
                </c:pt>
                <c:pt idx="13415">
                  <c:v>1341.5</c:v>
                </c:pt>
                <c:pt idx="13416">
                  <c:v>1341.6</c:v>
                </c:pt>
                <c:pt idx="13417">
                  <c:v>1341.7</c:v>
                </c:pt>
                <c:pt idx="13418">
                  <c:v>1341.8</c:v>
                </c:pt>
                <c:pt idx="13419">
                  <c:v>1341.9</c:v>
                </c:pt>
                <c:pt idx="13420">
                  <c:v>1342</c:v>
                </c:pt>
                <c:pt idx="13421">
                  <c:v>1342.1</c:v>
                </c:pt>
                <c:pt idx="13422">
                  <c:v>1342.2</c:v>
                </c:pt>
                <c:pt idx="13423">
                  <c:v>1342.3</c:v>
                </c:pt>
                <c:pt idx="13424">
                  <c:v>1342.4</c:v>
                </c:pt>
                <c:pt idx="13425">
                  <c:v>1342.5</c:v>
                </c:pt>
                <c:pt idx="13426">
                  <c:v>1342.6</c:v>
                </c:pt>
                <c:pt idx="13427">
                  <c:v>1342.7</c:v>
                </c:pt>
                <c:pt idx="13428">
                  <c:v>1342.8</c:v>
                </c:pt>
                <c:pt idx="13429">
                  <c:v>1342.9</c:v>
                </c:pt>
                <c:pt idx="13430">
                  <c:v>1343</c:v>
                </c:pt>
                <c:pt idx="13431">
                  <c:v>1343.1</c:v>
                </c:pt>
                <c:pt idx="13432">
                  <c:v>1343.2</c:v>
                </c:pt>
                <c:pt idx="13433">
                  <c:v>1343.3</c:v>
                </c:pt>
                <c:pt idx="13434">
                  <c:v>1343.4</c:v>
                </c:pt>
                <c:pt idx="13435">
                  <c:v>1343.5</c:v>
                </c:pt>
                <c:pt idx="13436">
                  <c:v>1343.6</c:v>
                </c:pt>
                <c:pt idx="13437">
                  <c:v>1343.7</c:v>
                </c:pt>
                <c:pt idx="13438">
                  <c:v>1343.8</c:v>
                </c:pt>
                <c:pt idx="13439">
                  <c:v>1343.9</c:v>
                </c:pt>
                <c:pt idx="13440">
                  <c:v>1344</c:v>
                </c:pt>
                <c:pt idx="13441">
                  <c:v>1344.1</c:v>
                </c:pt>
                <c:pt idx="13442">
                  <c:v>1344.2</c:v>
                </c:pt>
                <c:pt idx="13443">
                  <c:v>1344.3</c:v>
                </c:pt>
                <c:pt idx="13444">
                  <c:v>1344.4</c:v>
                </c:pt>
                <c:pt idx="13445">
                  <c:v>1344.5</c:v>
                </c:pt>
                <c:pt idx="13446">
                  <c:v>1344.6</c:v>
                </c:pt>
                <c:pt idx="13447">
                  <c:v>1344.7</c:v>
                </c:pt>
                <c:pt idx="13448">
                  <c:v>1344.8</c:v>
                </c:pt>
                <c:pt idx="13449">
                  <c:v>1344.9</c:v>
                </c:pt>
                <c:pt idx="13450">
                  <c:v>1345</c:v>
                </c:pt>
                <c:pt idx="13451">
                  <c:v>1345.1</c:v>
                </c:pt>
                <c:pt idx="13452">
                  <c:v>1345.2</c:v>
                </c:pt>
                <c:pt idx="13453">
                  <c:v>1345.3</c:v>
                </c:pt>
                <c:pt idx="13454">
                  <c:v>1345.4</c:v>
                </c:pt>
                <c:pt idx="13455">
                  <c:v>1345.5</c:v>
                </c:pt>
                <c:pt idx="13456">
                  <c:v>1345.6</c:v>
                </c:pt>
                <c:pt idx="13457">
                  <c:v>1345.7</c:v>
                </c:pt>
                <c:pt idx="13458">
                  <c:v>1345.8</c:v>
                </c:pt>
                <c:pt idx="13459">
                  <c:v>1345.9</c:v>
                </c:pt>
                <c:pt idx="13460">
                  <c:v>1346</c:v>
                </c:pt>
                <c:pt idx="13461">
                  <c:v>1346.1</c:v>
                </c:pt>
                <c:pt idx="13462">
                  <c:v>1346.2</c:v>
                </c:pt>
                <c:pt idx="13463">
                  <c:v>1346.3</c:v>
                </c:pt>
                <c:pt idx="13464">
                  <c:v>1346.4</c:v>
                </c:pt>
                <c:pt idx="13465">
                  <c:v>1346.5</c:v>
                </c:pt>
                <c:pt idx="13466">
                  <c:v>1346.6</c:v>
                </c:pt>
                <c:pt idx="13467">
                  <c:v>1346.7</c:v>
                </c:pt>
                <c:pt idx="13468">
                  <c:v>1346.8</c:v>
                </c:pt>
                <c:pt idx="13469">
                  <c:v>1346.9</c:v>
                </c:pt>
                <c:pt idx="13470">
                  <c:v>1347</c:v>
                </c:pt>
                <c:pt idx="13471">
                  <c:v>1347.1</c:v>
                </c:pt>
                <c:pt idx="13472">
                  <c:v>1347.2</c:v>
                </c:pt>
                <c:pt idx="13473">
                  <c:v>1347.3</c:v>
                </c:pt>
                <c:pt idx="13474">
                  <c:v>1347.4</c:v>
                </c:pt>
                <c:pt idx="13475">
                  <c:v>1347.5</c:v>
                </c:pt>
                <c:pt idx="13476">
                  <c:v>1347.6</c:v>
                </c:pt>
                <c:pt idx="13477">
                  <c:v>1347.7</c:v>
                </c:pt>
                <c:pt idx="13478">
                  <c:v>1347.8</c:v>
                </c:pt>
                <c:pt idx="13479">
                  <c:v>1347.9</c:v>
                </c:pt>
                <c:pt idx="13480">
                  <c:v>1348</c:v>
                </c:pt>
                <c:pt idx="13481">
                  <c:v>1348.1</c:v>
                </c:pt>
                <c:pt idx="13482">
                  <c:v>1348.2</c:v>
                </c:pt>
                <c:pt idx="13483">
                  <c:v>1348.3</c:v>
                </c:pt>
                <c:pt idx="13484">
                  <c:v>1348.4</c:v>
                </c:pt>
                <c:pt idx="13485">
                  <c:v>1348.5</c:v>
                </c:pt>
                <c:pt idx="13486">
                  <c:v>1348.6</c:v>
                </c:pt>
                <c:pt idx="13487">
                  <c:v>1348.7</c:v>
                </c:pt>
                <c:pt idx="13488">
                  <c:v>1348.8</c:v>
                </c:pt>
                <c:pt idx="13489">
                  <c:v>1348.9</c:v>
                </c:pt>
                <c:pt idx="13490">
                  <c:v>1349</c:v>
                </c:pt>
                <c:pt idx="13491">
                  <c:v>1349.1</c:v>
                </c:pt>
                <c:pt idx="13492">
                  <c:v>1349.2</c:v>
                </c:pt>
                <c:pt idx="13493">
                  <c:v>1349.3</c:v>
                </c:pt>
                <c:pt idx="13494">
                  <c:v>1349.4</c:v>
                </c:pt>
                <c:pt idx="13495">
                  <c:v>1349.5</c:v>
                </c:pt>
                <c:pt idx="13496">
                  <c:v>1349.6</c:v>
                </c:pt>
                <c:pt idx="13497">
                  <c:v>1349.7</c:v>
                </c:pt>
                <c:pt idx="13498">
                  <c:v>1349.8</c:v>
                </c:pt>
                <c:pt idx="13499">
                  <c:v>1349.9</c:v>
                </c:pt>
                <c:pt idx="13500">
                  <c:v>1350</c:v>
                </c:pt>
                <c:pt idx="13501">
                  <c:v>1350.1</c:v>
                </c:pt>
                <c:pt idx="13502">
                  <c:v>1350.2</c:v>
                </c:pt>
                <c:pt idx="13503">
                  <c:v>1350.3</c:v>
                </c:pt>
                <c:pt idx="13504">
                  <c:v>1350.4</c:v>
                </c:pt>
                <c:pt idx="13505">
                  <c:v>1350.5</c:v>
                </c:pt>
                <c:pt idx="13506">
                  <c:v>1350.6</c:v>
                </c:pt>
                <c:pt idx="13507">
                  <c:v>1350.7</c:v>
                </c:pt>
                <c:pt idx="13508">
                  <c:v>1350.8</c:v>
                </c:pt>
                <c:pt idx="13509">
                  <c:v>1350.9</c:v>
                </c:pt>
                <c:pt idx="13510">
                  <c:v>1351</c:v>
                </c:pt>
                <c:pt idx="13511">
                  <c:v>1351.1</c:v>
                </c:pt>
                <c:pt idx="13512">
                  <c:v>1351.2</c:v>
                </c:pt>
                <c:pt idx="13513">
                  <c:v>1351.3</c:v>
                </c:pt>
                <c:pt idx="13514">
                  <c:v>1351.4</c:v>
                </c:pt>
                <c:pt idx="13515">
                  <c:v>1351.5</c:v>
                </c:pt>
                <c:pt idx="13516">
                  <c:v>1351.6</c:v>
                </c:pt>
                <c:pt idx="13517">
                  <c:v>1351.7</c:v>
                </c:pt>
                <c:pt idx="13518">
                  <c:v>1351.8</c:v>
                </c:pt>
                <c:pt idx="13519">
                  <c:v>1351.9</c:v>
                </c:pt>
                <c:pt idx="13520">
                  <c:v>1352</c:v>
                </c:pt>
                <c:pt idx="13521">
                  <c:v>1352.1</c:v>
                </c:pt>
                <c:pt idx="13522">
                  <c:v>1352.2</c:v>
                </c:pt>
                <c:pt idx="13523">
                  <c:v>1352.3</c:v>
                </c:pt>
                <c:pt idx="13524">
                  <c:v>1352.4</c:v>
                </c:pt>
                <c:pt idx="13525">
                  <c:v>1352.5</c:v>
                </c:pt>
                <c:pt idx="13526">
                  <c:v>1352.6</c:v>
                </c:pt>
                <c:pt idx="13527">
                  <c:v>1352.7</c:v>
                </c:pt>
                <c:pt idx="13528">
                  <c:v>1352.8</c:v>
                </c:pt>
                <c:pt idx="13529">
                  <c:v>1352.9</c:v>
                </c:pt>
                <c:pt idx="13530">
                  <c:v>1353</c:v>
                </c:pt>
                <c:pt idx="13531">
                  <c:v>1353.1</c:v>
                </c:pt>
                <c:pt idx="13532">
                  <c:v>1353.2</c:v>
                </c:pt>
                <c:pt idx="13533">
                  <c:v>1353.3</c:v>
                </c:pt>
                <c:pt idx="13534">
                  <c:v>1353.4</c:v>
                </c:pt>
                <c:pt idx="13535">
                  <c:v>1353.5</c:v>
                </c:pt>
                <c:pt idx="13536">
                  <c:v>1353.6</c:v>
                </c:pt>
                <c:pt idx="13537">
                  <c:v>1353.7</c:v>
                </c:pt>
                <c:pt idx="13538">
                  <c:v>1353.8</c:v>
                </c:pt>
                <c:pt idx="13539">
                  <c:v>1353.9</c:v>
                </c:pt>
                <c:pt idx="13540">
                  <c:v>1354</c:v>
                </c:pt>
                <c:pt idx="13541">
                  <c:v>1354.1</c:v>
                </c:pt>
                <c:pt idx="13542">
                  <c:v>1354.2</c:v>
                </c:pt>
                <c:pt idx="13543">
                  <c:v>1354.3</c:v>
                </c:pt>
                <c:pt idx="13544">
                  <c:v>1354.4</c:v>
                </c:pt>
                <c:pt idx="13545">
                  <c:v>1354.5</c:v>
                </c:pt>
                <c:pt idx="13546">
                  <c:v>1354.6</c:v>
                </c:pt>
                <c:pt idx="13547">
                  <c:v>1354.7</c:v>
                </c:pt>
                <c:pt idx="13548">
                  <c:v>1354.8</c:v>
                </c:pt>
                <c:pt idx="13549">
                  <c:v>1354.9</c:v>
                </c:pt>
                <c:pt idx="13550">
                  <c:v>1355</c:v>
                </c:pt>
                <c:pt idx="13551">
                  <c:v>1355.1</c:v>
                </c:pt>
                <c:pt idx="13552">
                  <c:v>1355.2</c:v>
                </c:pt>
                <c:pt idx="13553">
                  <c:v>1355.3</c:v>
                </c:pt>
                <c:pt idx="13554">
                  <c:v>1355.4</c:v>
                </c:pt>
                <c:pt idx="13555">
                  <c:v>1355.5</c:v>
                </c:pt>
                <c:pt idx="13556">
                  <c:v>1355.6</c:v>
                </c:pt>
                <c:pt idx="13557">
                  <c:v>1355.7</c:v>
                </c:pt>
                <c:pt idx="13558">
                  <c:v>1355.8</c:v>
                </c:pt>
                <c:pt idx="13559">
                  <c:v>1355.9</c:v>
                </c:pt>
                <c:pt idx="13560">
                  <c:v>1356</c:v>
                </c:pt>
                <c:pt idx="13561">
                  <c:v>1356.1</c:v>
                </c:pt>
                <c:pt idx="13562">
                  <c:v>1356.2</c:v>
                </c:pt>
                <c:pt idx="13563">
                  <c:v>1356.3</c:v>
                </c:pt>
                <c:pt idx="13564">
                  <c:v>1356.4</c:v>
                </c:pt>
                <c:pt idx="13565">
                  <c:v>1356.5</c:v>
                </c:pt>
                <c:pt idx="13566">
                  <c:v>1356.6</c:v>
                </c:pt>
                <c:pt idx="13567">
                  <c:v>1356.7</c:v>
                </c:pt>
                <c:pt idx="13568">
                  <c:v>1356.8</c:v>
                </c:pt>
                <c:pt idx="13569">
                  <c:v>1356.9</c:v>
                </c:pt>
                <c:pt idx="13570">
                  <c:v>1357</c:v>
                </c:pt>
                <c:pt idx="13571">
                  <c:v>1357.1</c:v>
                </c:pt>
                <c:pt idx="13572">
                  <c:v>1357.2</c:v>
                </c:pt>
                <c:pt idx="13573">
                  <c:v>1357.3</c:v>
                </c:pt>
                <c:pt idx="13574">
                  <c:v>1357.4</c:v>
                </c:pt>
                <c:pt idx="13575">
                  <c:v>1357.5</c:v>
                </c:pt>
                <c:pt idx="13576">
                  <c:v>1357.6</c:v>
                </c:pt>
                <c:pt idx="13577">
                  <c:v>1357.7</c:v>
                </c:pt>
                <c:pt idx="13578">
                  <c:v>1357.8</c:v>
                </c:pt>
                <c:pt idx="13579">
                  <c:v>1357.9</c:v>
                </c:pt>
                <c:pt idx="13580">
                  <c:v>1358</c:v>
                </c:pt>
                <c:pt idx="13581">
                  <c:v>1358.1</c:v>
                </c:pt>
                <c:pt idx="13582">
                  <c:v>1358.2</c:v>
                </c:pt>
                <c:pt idx="13583">
                  <c:v>1358.3</c:v>
                </c:pt>
                <c:pt idx="13584">
                  <c:v>1358.4</c:v>
                </c:pt>
                <c:pt idx="13585">
                  <c:v>1358.5</c:v>
                </c:pt>
                <c:pt idx="13586">
                  <c:v>1358.6</c:v>
                </c:pt>
                <c:pt idx="13587">
                  <c:v>1358.7</c:v>
                </c:pt>
                <c:pt idx="13588">
                  <c:v>1358.8</c:v>
                </c:pt>
                <c:pt idx="13589">
                  <c:v>1358.9</c:v>
                </c:pt>
                <c:pt idx="13590">
                  <c:v>1359</c:v>
                </c:pt>
                <c:pt idx="13591">
                  <c:v>1359.1</c:v>
                </c:pt>
                <c:pt idx="13592">
                  <c:v>1359.2</c:v>
                </c:pt>
                <c:pt idx="13593">
                  <c:v>1359.3</c:v>
                </c:pt>
                <c:pt idx="13594">
                  <c:v>1359.4</c:v>
                </c:pt>
                <c:pt idx="13595">
                  <c:v>1359.5</c:v>
                </c:pt>
                <c:pt idx="13596">
                  <c:v>1359.6</c:v>
                </c:pt>
                <c:pt idx="13597">
                  <c:v>1359.7</c:v>
                </c:pt>
                <c:pt idx="13598">
                  <c:v>1359.8</c:v>
                </c:pt>
                <c:pt idx="13599">
                  <c:v>1359.9</c:v>
                </c:pt>
                <c:pt idx="13600">
                  <c:v>1360</c:v>
                </c:pt>
                <c:pt idx="13601">
                  <c:v>1360.1</c:v>
                </c:pt>
                <c:pt idx="13602">
                  <c:v>1360.2</c:v>
                </c:pt>
                <c:pt idx="13603">
                  <c:v>1360.3</c:v>
                </c:pt>
                <c:pt idx="13604">
                  <c:v>1360.4</c:v>
                </c:pt>
                <c:pt idx="13605">
                  <c:v>1360.5</c:v>
                </c:pt>
                <c:pt idx="13606">
                  <c:v>1360.6</c:v>
                </c:pt>
                <c:pt idx="13607">
                  <c:v>1360.7</c:v>
                </c:pt>
                <c:pt idx="13608">
                  <c:v>1360.8</c:v>
                </c:pt>
                <c:pt idx="13609">
                  <c:v>1360.9</c:v>
                </c:pt>
                <c:pt idx="13610">
                  <c:v>1361</c:v>
                </c:pt>
                <c:pt idx="13611">
                  <c:v>1361.1</c:v>
                </c:pt>
                <c:pt idx="13612">
                  <c:v>1361.2</c:v>
                </c:pt>
                <c:pt idx="13613">
                  <c:v>1361.3</c:v>
                </c:pt>
                <c:pt idx="13614">
                  <c:v>1361.4</c:v>
                </c:pt>
                <c:pt idx="13615">
                  <c:v>1361.5</c:v>
                </c:pt>
                <c:pt idx="13616">
                  <c:v>1361.6</c:v>
                </c:pt>
                <c:pt idx="13617">
                  <c:v>1361.7</c:v>
                </c:pt>
                <c:pt idx="13618">
                  <c:v>1361.8</c:v>
                </c:pt>
                <c:pt idx="13619">
                  <c:v>1361.9</c:v>
                </c:pt>
                <c:pt idx="13620">
                  <c:v>1362</c:v>
                </c:pt>
                <c:pt idx="13621">
                  <c:v>1362.1</c:v>
                </c:pt>
                <c:pt idx="13622">
                  <c:v>1362.2</c:v>
                </c:pt>
                <c:pt idx="13623">
                  <c:v>1362.3</c:v>
                </c:pt>
                <c:pt idx="13624">
                  <c:v>1362.4</c:v>
                </c:pt>
                <c:pt idx="13625">
                  <c:v>1362.5</c:v>
                </c:pt>
                <c:pt idx="13626">
                  <c:v>1362.6</c:v>
                </c:pt>
                <c:pt idx="13627">
                  <c:v>1362.7</c:v>
                </c:pt>
                <c:pt idx="13628">
                  <c:v>1362.8</c:v>
                </c:pt>
                <c:pt idx="13629">
                  <c:v>1362.9</c:v>
                </c:pt>
                <c:pt idx="13630">
                  <c:v>1363</c:v>
                </c:pt>
                <c:pt idx="13631">
                  <c:v>1363.1</c:v>
                </c:pt>
                <c:pt idx="13632">
                  <c:v>1363.2</c:v>
                </c:pt>
                <c:pt idx="13633">
                  <c:v>1363.3</c:v>
                </c:pt>
                <c:pt idx="13634">
                  <c:v>1363.4</c:v>
                </c:pt>
                <c:pt idx="13635">
                  <c:v>1363.5</c:v>
                </c:pt>
                <c:pt idx="13636">
                  <c:v>1363.6</c:v>
                </c:pt>
                <c:pt idx="13637">
                  <c:v>1363.7</c:v>
                </c:pt>
                <c:pt idx="13638">
                  <c:v>1363.8</c:v>
                </c:pt>
                <c:pt idx="13639">
                  <c:v>1363.9</c:v>
                </c:pt>
                <c:pt idx="13640">
                  <c:v>1364</c:v>
                </c:pt>
                <c:pt idx="13641">
                  <c:v>1364.1</c:v>
                </c:pt>
                <c:pt idx="13642">
                  <c:v>1364.2</c:v>
                </c:pt>
                <c:pt idx="13643">
                  <c:v>1364.3</c:v>
                </c:pt>
                <c:pt idx="13644">
                  <c:v>1364.4</c:v>
                </c:pt>
                <c:pt idx="13645">
                  <c:v>1364.5</c:v>
                </c:pt>
                <c:pt idx="13646">
                  <c:v>1364.6</c:v>
                </c:pt>
                <c:pt idx="13647">
                  <c:v>1364.7</c:v>
                </c:pt>
                <c:pt idx="13648">
                  <c:v>1364.8</c:v>
                </c:pt>
                <c:pt idx="13649">
                  <c:v>1364.9</c:v>
                </c:pt>
                <c:pt idx="13650">
                  <c:v>1365</c:v>
                </c:pt>
                <c:pt idx="13651">
                  <c:v>1365.1</c:v>
                </c:pt>
                <c:pt idx="13652">
                  <c:v>1365.2</c:v>
                </c:pt>
                <c:pt idx="13653">
                  <c:v>1365.3</c:v>
                </c:pt>
                <c:pt idx="13654">
                  <c:v>1365.4</c:v>
                </c:pt>
                <c:pt idx="13655">
                  <c:v>1365.5</c:v>
                </c:pt>
                <c:pt idx="13656">
                  <c:v>1365.6</c:v>
                </c:pt>
                <c:pt idx="13657">
                  <c:v>1365.7</c:v>
                </c:pt>
                <c:pt idx="13658">
                  <c:v>1365.8</c:v>
                </c:pt>
                <c:pt idx="13659">
                  <c:v>1365.9</c:v>
                </c:pt>
                <c:pt idx="13660">
                  <c:v>1366</c:v>
                </c:pt>
                <c:pt idx="13661">
                  <c:v>1366.1</c:v>
                </c:pt>
                <c:pt idx="13662">
                  <c:v>1366.2</c:v>
                </c:pt>
                <c:pt idx="13663">
                  <c:v>1366.3</c:v>
                </c:pt>
                <c:pt idx="13664">
                  <c:v>1366.4</c:v>
                </c:pt>
                <c:pt idx="13665">
                  <c:v>1366.5</c:v>
                </c:pt>
                <c:pt idx="13666">
                  <c:v>1366.6</c:v>
                </c:pt>
                <c:pt idx="13667">
                  <c:v>1366.7</c:v>
                </c:pt>
                <c:pt idx="13668">
                  <c:v>1366.8</c:v>
                </c:pt>
                <c:pt idx="13669">
                  <c:v>1366.9</c:v>
                </c:pt>
                <c:pt idx="13670">
                  <c:v>1367</c:v>
                </c:pt>
                <c:pt idx="13671">
                  <c:v>1367.1</c:v>
                </c:pt>
                <c:pt idx="13672">
                  <c:v>1367.2</c:v>
                </c:pt>
                <c:pt idx="13673">
                  <c:v>1367.3</c:v>
                </c:pt>
                <c:pt idx="13674">
                  <c:v>1367.4</c:v>
                </c:pt>
                <c:pt idx="13675">
                  <c:v>1367.5</c:v>
                </c:pt>
                <c:pt idx="13676">
                  <c:v>1367.6</c:v>
                </c:pt>
                <c:pt idx="13677">
                  <c:v>1367.7</c:v>
                </c:pt>
                <c:pt idx="13678">
                  <c:v>1367.8</c:v>
                </c:pt>
                <c:pt idx="13679">
                  <c:v>1367.9</c:v>
                </c:pt>
                <c:pt idx="13680">
                  <c:v>1368</c:v>
                </c:pt>
                <c:pt idx="13681">
                  <c:v>1368.1</c:v>
                </c:pt>
                <c:pt idx="13682">
                  <c:v>1368.2</c:v>
                </c:pt>
                <c:pt idx="13683">
                  <c:v>1368.3</c:v>
                </c:pt>
                <c:pt idx="13684">
                  <c:v>1368.4</c:v>
                </c:pt>
                <c:pt idx="13685">
                  <c:v>1368.5</c:v>
                </c:pt>
                <c:pt idx="13686">
                  <c:v>1368.6</c:v>
                </c:pt>
                <c:pt idx="13687">
                  <c:v>1368.7</c:v>
                </c:pt>
                <c:pt idx="13688">
                  <c:v>1368.8</c:v>
                </c:pt>
                <c:pt idx="13689">
                  <c:v>1368.9</c:v>
                </c:pt>
                <c:pt idx="13690">
                  <c:v>1369</c:v>
                </c:pt>
                <c:pt idx="13691">
                  <c:v>1369.1</c:v>
                </c:pt>
                <c:pt idx="13692">
                  <c:v>1369.2</c:v>
                </c:pt>
                <c:pt idx="13693">
                  <c:v>1369.3</c:v>
                </c:pt>
                <c:pt idx="13694">
                  <c:v>1369.4</c:v>
                </c:pt>
                <c:pt idx="13695">
                  <c:v>1369.5</c:v>
                </c:pt>
                <c:pt idx="13696">
                  <c:v>1369.6</c:v>
                </c:pt>
                <c:pt idx="13697">
                  <c:v>1369.7</c:v>
                </c:pt>
                <c:pt idx="13698">
                  <c:v>1369.8</c:v>
                </c:pt>
                <c:pt idx="13699">
                  <c:v>1369.9</c:v>
                </c:pt>
                <c:pt idx="13700">
                  <c:v>1370</c:v>
                </c:pt>
                <c:pt idx="13701">
                  <c:v>1370.1</c:v>
                </c:pt>
                <c:pt idx="13702">
                  <c:v>1370.2</c:v>
                </c:pt>
                <c:pt idx="13703">
                  <c:v>1370.3</c:v>
                </c:pt>
                <c:pt idx="13704">
                  <c:v>1370.4</c:v>
                </c:pt>
                <c:pt idx="13705">
                  <c:v>1370.5</c:v>
                </c:pt>
                <c:pt idx="13706">
                  <c:v>1370.6</c:v>
                </c:pt>
                <c:pt idx="13707">
                  <c:v>1370.7</c:v>
                </c:pt>
                <c:pt idx="13708">
                  <c:v>1370.8</c:v>
                </c:pt>
                <c:pt idx="13709">
                  <c:v>1370.9</c:v>
                </c:pt>
                <c:pt idx="13710">
                  <c:v>1371</c:v>
                </c:pt>
                <c:pt idx="13711">
                  <c:v>1371.1</c:v>
                </c:pt>
                <c:pt idx="13712">
                  <c:v>1371.2</c:v>
                </c:pt>
                <c:pt idx="13713">
                  <c:v>1371.3</c:v>
                </c:pt>
                <c:pt idx="13714">
                  <c:v>1371.4</c:v>
                </c:pt>
                <c:pt idx="13715">
                  <c:v>1371.5</c:v>
                </c:pt>
                <c:pt idx="13716">
                  <c:v>1371.6</c:v>
                </c:pt>
                <c:pt idx="13717">
                  <c:v>1371.7</c:v>
                </c:pt>
                <c:pt idx="13718">
                  <c:v>1371.8</c:v>
                </c:pt>
                <c:pt idx="13719">
                  <c:v>1371.9</c:v>
                </c:pt>
                <c:pt idx="13720">
                  <c:v>1372</c:v>
                </c:pt>
                <c:pt idx="13721">
                  <c:v>1372.1</c:v>
                </c:pt>
                <c:pt idx="13722">
                  <c:v>1372.2</c:v>
                </c:pt>
                <c:pt idx="13723">
                  <c:v>1372.3</c:v>
                </c:pt>
                <c:pt idx="13724">
                  <c:v>1372.4</c:v>
                </c:pt>
                <c:pt idx="13725">
                  <c:v>1372.5</c:v>
                </c:pt>
                <c:pt idx="13726">
                  <c:v>1372.6</c:v>
                </c:pt>
                <c:pt idx="13727">
                  <c:v>1372.7</c:v>
                </c:pt>
                <c:pt idx="13728">
                  <c:v>1372.8</c:v>
                </c:pt>
                <c:pt idx="13729">
                  <c:v>1372.9</c:v>
                </c:pt>
                <c:pt idx="13730">
                  <c:v>1373</c:v>
                </c:pt>
                <c:pt idx="13731">
                  <c:v>1373.1</c:v>
                </c:pt>
                <c:pt idx="13732">
                  <c:v>1373.2</c:v>
                </c:pt>
                <c:pt idx="13733">
                  <c:v>1373.3</c:v>
                </c:pt>
                <c:pt idx="13734">
                  <c:v>1373.4</c:v>
                </c:pt>
                <c:pt idx="13735">
                  <c:v>1373.5</c:v>
                </c:pt>
                <c:pt idx="13736">
                  <c:v>1373.6</c:v>
                </c:pt>
                <c:pt idx="13737">
                  <c:v>1373.7</c:v>
                </c:pt>
                <c:pt idx="13738">
                  <c:v>1373.8</c:v>
                </c:pt>
                <c:pt idx="13739">
                  <c:v>1373.9</c:v>
                </c:pt>
                <c:pt idx="13740">
                  <c:v>1374</c:v>
                </c:pt>
                <c:pt idx="13741">
                  <c:v>1374.1</c:v>
                </c:pt>
                <c:pt idx="13742">
                  <c:v>1374.2</c:v>
                </c:pt>
                <c:pt idx="13743">
                  <c:v>1374.3</c:v>
                </c:pt>
                <c:pt idx="13744">
                  <c:v>1374.4</c:v>
                </c:pt>
                <c:pt idx="13745">
                  <c:v>1374.5</c:v>
                </c:pt>
                <c:pt idx="13746">
                  <c:v>1374.6</c:v>
                </c:pt>
                <c:pt idx="13747">
                  <c:v>1374.7</c:v>
                </c:pt>
                <c:pt idx="13748">
                  <c:v>1374.8</c:v>
                </c:pt>
                <c:pt idx="13749">
                  <c:v>1374.9</c:v>
                </c:pt>
                <c:pt idx="13750">
                  <c:v>1375</c:v>
                </c:pt>
                <c:pt idx="13751">
                  <c:v>1375.1</c:v>
                </c:pt>
                <c:pt idx="13752">
                  <c:v>1375.2</c:v>
                </c:pt>
                <c:pt idx="13753">
                  <c:v>1375.3</c:v>
                </c:pt>
                <c:pt idx="13754">
                  <c:v>1375.4</c:v>
                </c:pt>
                <c:pt idx="13755">
                  <c:v>1375.5</c:v>
                </c:pt>
                <c:pt idx="13756">
                  <c:v>1375.6</c:v>
                </c:pt>
                <c:pt idx="13757">
                  <c:v>1375.7</c:v>
                </c:pt>
                <c:pt idx="13758">
                  <c:v>1375.8</c:v>
                </c:pt>
                <c:pt idx="13759">
                  <c:v>1375.9</c:v>
                </c:pt>
                <c:pt idx="13760">
                  <c:v>1376</c:v>
                </c:pt>
                <c:pt idx="13761">
                  <c:v>1376.1</c:v>
                </c:pt>
                <c:pt idx="13762">
                  <c:v>1376.2</c:v>
                </c:pt>
                <c:pt idx="13763">
                  <c:v>1376.3</c:v>
                </c:pt>
                <c:pt idx="13764">
                  <c:v>1376.4</c:v>
                </c:pt>
                <c:pt idx="13765">
                  <c:v>1376.5</c:v>
                </c:pt>
                <c:pt idx="13766">
                  <c:v>1376.6</c:v>
                </c:pt>
                <c:pt idx="13767">
                  <c:v>1376.7</c:v>
                </c:pt>
                <c:pt idx="13768">
                  <c:v>1376.8</c:v>
                </c:pt>
                <c:pt idx="13769">
                  <c:v>1376.9</c:v>
                </c:pt>
                <c:pt idx="13770">
                  <c:v>1377</c:v>
                </c:pt>
                <c:pt idx="13771">
                  <c:v>1377.1</c:v>
                </c:pt>
                <c:pt idx="13772">
                  <c:v>1377.2</c:v>
                </c:pt>
                <c:pt idx="13773">
                  <c:v>1377.3</c:v>
                </c:pt>
                <c:pt idx="13774">
                  <c:v>1377.4</c:v>
                </c:pt>
                <c:pt idx="13775">
                  <c:v>1377.5</c:v>
                </c:pt>
                <c:pt idx="13776">
                  <c:v>1377.6</c:v>
                </c:pt>
                <c:pt idx="13777">
                  <c:v>1377.7</c:v>
                </c:pt>
                <c:pt idx="13778">
                  <c:v>1377.8</c:v>
                </c:pt>
                <c:pt idx="13779">
                  <c:v>1377.9</c:v>
                </c:pt>
                <c:pt idx="13780">
                  <c:v>1378</c:v>
                </c:pt>
                <c:pt idx="13781">
                  <c:v>1378.1</c:v>
                </c:pt>
                <c:pt idx="13782">
                  <c:v>1378.2</c:v>
                </c:pt>
                <c:pt idx="13783">
                  <c:v>1378.3</c:v>
                </c:pt>
                <c:pt idx="13784">
                  <c:v>1378.4</c:v>
                </c:pt>
                <c:pt idx="13785">
                  <c:v>1378.5</c:v>
                </c:pt>
                <c:pt idx="13786">
                  <c:v>1378.6</c:v>
                </c:pt>
                <c:pt idx="13787">
                  <c:v>1378.7</c:v>
                </c:pt>
                <c:pt idx="13788">
                  <c:v>1378.8</c:v>
                </c:pt>
                <c:pt idx="13789">
                  <c:v>1378.9</c:v>
                </c:pt>
                <c:pt idx="13790">
                  <c:v>1379</c:v>
                </c:pt>
                <c:pt idx="13791">
                  <c:v>1379.1</c:v>
                </c:pt>
                <c:pt idx="13792">
                  <c:v>1379.2</c:v>
                </c:pt>
                <c:pt idx="13793">
                  <c:v>1379.3</c:v>
                </c:pt>
                <c:pt idx="13794">
                  <c:v>1379.4</c:v>
                </c:pt>
                <c:pt idx="13795">
                  <c:v>1379.5</c:v>
                </c:pt>
                <c:pt idx="13796">
                  <c:v>1379.6</c:v>
                </c:pt>
                <c:pt idx="13797">
                  <c:v>1379.7</c:v>
                </c:pt>
                <c:pt idx="13798">
                  <c:v>1379.8</c:v>
                </c:pt>
                <c:pt idx="13799">
                  <c:v>1379.9</c:v>
                </c:pt>
                <c:pt idx="13800">
                  <c:v>1380</c:v>
                </c:pt>
                <c:pt idx="13801">
                  <c:v>1380.1</c:v>
                </c:pt>
                <c:pt idx="13802">
                  <c:v>1380.2</c:v>
                </c:pt>
                <c:pt idx="13803">
                  <c:v>1380.3</c:v>
                </c:pt>
                <c:pt idx="13804">
                  <c:v>1380.4</c:v>
                </c:pt>
                <c:pt idx="13805">
                  <c:v>1380.5</c:v>
                </c:pt>
                <c:pt idx="13806">
                  <c:v>1380.6</c:v>
                </c:pt>
                <c:pt idx="13807">
                  <c:v>1380.7</c:v>
                </c:pt>
                <c:pt idx="13808">
                  <c:v>1380.8</c:v>
                </c:pt>
                <c:pt idx="13809">
                  <c:v>1380.9</c:v>
                </c:pt>
                <c:pt idx="13810">
                  <c:v>1381</c:v>
                </c:pt>
                <c:pt idx="13811">
                  <c:v>1381.1</c:v>
                </c:pt>
                <c:pt idx="13812">
                  <c:v>1381.2</c:v>
                </c:pt>
                <c:pt idx="13813">
                  <c:v>1381.3</c:v>
                </c:pt>
                <c:pt idx="13814">
                  <c:v>1381.4</c:v>
                </c:pt>
                <c:pt idx="13815">
                  <c:v>1381.5</c:v>
                </c:pt>
                <c:pt idx="13816">
                  <c:v>1381.6</c:v>
                </c:pt>
                <c:pt idx="13817">
                  <c:v>1381.7</c:v>
                </c:pt>
                <c:pt idx="13818">
                  <c:v>1381.8</c:v>
                </c:pt>
                <c:pt idx="13819">
                  <c:v>1381.9</c:v>
                </c:pt>
                <c:pt idx="13820">
                  <c:v>1382</c:v>
                </c:pt>
                <c:pt idx="13821">
                  <c:v>1382.1</c:v>
                </c:pt>
                <c:pt idx="13822">
                  <c:v>1382.2</c:v>
                </c:pt>
                <c:pt idx="13823">
                  <c:v>1382.3</c:v>
                </c:pt>
                <c:pt idx="13824">
                  <c:v>1382.4</c:v>
                </c:pt>
                <c:pt idx="13825">
                  <c:v>1382.5</c:v>
                </c:pt>
                <c:pt idx="13826">
                  <c:v>1382.6</c:v>
                </c:pt>
                <c:pt idx="13827">
                  <c:v>1382.7</c:v>
                </c:pt>
                <c:pt idx="13828">
                  <c:v>1382.8</c:v>
                </c:pt>
                <c:pt idx="13829">
                  <c:v>1382.9</c:v>
                </c:pt>
                <c:pt idx="13830">
                  <c:v>1383</c:v>
                </c:pt>
                <c:pt idx="13831">
                  <c:v>1383.1</c:v>
                </c:pt>
                <c:pt idx="13832">
                  <c:v>1383.2</c:v>
                </c:pt>
                <c:pt idx="13833">
                  <c:v>1383.3</c:v>
                </c:pt>
                <c:pt idx="13834">
                  <c:v>1383.4</c:v>
                </c:pt>
                <c:pt idx="13835">
                  <c:v>1383.5</c:v>
                </c:pt>
                <c:pt idx="13836">
                  <c:v>1383.6</c:v>
                </c:pt>
                <c:pt idx="13837">
                  <c:v>1383.7</c:v>
                </c:pt>
                <c:pt idx="13838">
                  <c:v>1383.8</c:v>
                </c:pt>
                <c:pt idx="13839">
                  <c:v>1383.9</c:v>
                </c:pt>
                <c:pt idx="13840">
                  <c:v>1384</c:v>
                </c:pt>
                <c:pt idx="13841">
                  <c:v>1384.1</c:v>
                </c:pt>
                <c:pt idx="13842">
                  <c:v>1384.2</c:v>
                </c:pt>
                <c:pt idx="13843">
                  <c:v>1384.3</c:v>
                </c:pt>
                <c:pt idx="13844">
                  <c:v>1384.4</c:v>
                </c:pt>
                <c:pt idx="13845">
                  <c:v>1384.5</c:v>
                </c:pt>
                <c:pt idx="13846">
                  <c:v>1384.6</c:v>
                </c:pt>
                <c:pt idx="13847">
                  <c:v>1384.7</c:v>
                </c:pt>
                <c:pt idx="13848">
                  <c:v>1384.8</c:v>
                </c:pt>
                <c:pt idx="13849">
                  <c:v>1384.9</c:v>
                </c:pt>
                <c:pt idx="13850">
                  <c:v>1385</c:v>
                </c:pt>
                <c:pt idx="13851">
                  <c:v>1385.1</c:v>
                </c:pt>
                <c:pt idx="13852">
                  <c:v>1385.2</c:v>
                </c:pt>
                <c:pt idx="13853">
                  <c:v>1385.3</c:v>
                </c:pt>
                <c:pt idx="13854">
                  <c:v>1385.4</c:v>
                </c:pt>
                <c:pt idx="13855">
                  <c:v>1385.5</c:v>
                </c:pt>
                <c:pt idx="13856">
                  <c:v>1385.6</c:v>
                </c:pt>
                <c:pt idx="13857">
                  <c:v>1385.7</c:v>
                </c:pt>
                <c:pt idx="13858">
                  <c:v>1385.8</c:v>
                </c:pt>
                <c:pt idx="13859">
                  <c:v>1385.9</c:v>
                </c:pt>
                <c:pt idx="13860">
                  <c:v>1386</c:v>
                </c:pt>
                <c:pt idx="13861">
                  <c:v>1386.1</c:v>
                </c:pt>
                <c:pt idx="13862">
                  <c:v>1386.2</c:v>
                </c:pt>
                <c:pt idx="13863">
                  <c:v>1386.3</c:v>
                </c:pt>
                <c:pt idx="13864">
                  <c:v>1386.4</c:v>
                </c:pt>
                <c:pt idx="13865">
                  <c:v>1386.5</c:v>
                </c:pt>
                <c:pt idx="13866">
                  <c:v>1386.6</c:v>
                </c:pt>
                <c:pt idx="13867">
                  <c:v>1386.7</c:v>
                </c:pt>
                <c:pt idx="13868">
                  <c:v>1386.8</c:v>
                </c:pt>
                <c:pt idx="13869">
                  <c:v>1386.9</c:v>
                </c:pt>
                <c:pt idx="13870">
                  <c:v>1387</c:v>
                </c:pt>
                <c:pt idx="13871">
                  <c:v>1387.1</c:v>
                </c:pt>
                <c:pt idx="13872">
                  <c:v>1387.2</c:v>
                </c:pt>
                <c:pt idx="13873">
                  <c:v>1387.3</c:v>
                </c:pt>
                <c:pt idx="13874">
                  <c:v>1387.4</c:v>
                </c:pt>
                <c:pt idx="13875">
                  <c:v>1387.5</c:v>
                </c:pt>
                <c:pt idx="13876">
                  <c:v>1387.6</c:v>
                </c:pt>
                <c:pt idx="13877">
                  <c:v>1387.7</c:v>
                </c:pt>
                <c:pt idx="13878">
                  <c:v>1387.8</c:v>
                </c:pt>
                <c:pt idx="13879">
                  <c:v>1387.9</c:v>
                </c:pt>
                <c:pt idx="13880">
                  <c:v>1388</c:v>
                </c:pt>
                <c:pt idx="13881">
                  <c:v>1388.1</c:v>
                </c:pt>
                <c:pt idx="13882">
                  <c:v>1388.2</c:v>
                </c:pt>
                <c:pt idx="13883">
                  <c:v>1388.3</c:v>
                </c:pt>
                <c:pt idx="13884">
                  <c:v>1388.4</c:v>
                </c:pt>
                <c:pt idx="13885">
                  <c:v>1388.5</c:v>
                </c:pt>
                <c:pt idx="13886">
                  <c:v>1388.6</c:v>
                </c:pt>
                <c:pt idx="13887">
                  <c:v>1388.7</c:v>
                </c:pt>
                <c:pt idx="13888">
                  <c:v>1388.8</c:v>
                </c:pt>
                <c:pt idx="13889">
                  <c:v>1388.9</c:v>
                </c:pt>
                <c:pt idx="13890">
                  <c:v>1389</c:v>
                </c:pt>
                <c:pt idx="13891">
                  <c:v>1389.1</c:v>
                </c:pt>
                <c:pt idx="13892">
                  <c:v>1389.2</c:v>
                </c:pt>
                <c:pt idx="13893">
                  <c:v>1389.3</c:v>
                </c:pt>
                <c:pt idx="13894">
                  <c:v>1389.4</c:v>
                </c:pt>
                <c:pt idx="13895">
                  <c:v>1389.5</c:v>
                </c:pt>
                <c:pt idx="13896">
                  <c:v>1389.6</c:v>
                </c:pt>
                <c:pt idx="13897">
                  <c:v>1389.7</c:v>
                </c:pt>
                <c:pt idx="13898">
                  <c:v>1389.8</c:v>
                </c:pt>
                <c:pt idx="13899">
                  <c:v>1389.9</c:v>
                </c:pt>
                <c:pt idx="13900">
                  <c:v>1390</c:v>
                </c:pt>
                <c:pt idx="13901">
                  <c:v>1390.1</c:v>
                </c:pt>
                <c:pt idx="13902">
                  <c:v>1390.2</c:v>
                </c:pt>
                <c:pt idx="13903">
                  <c:v>1390.3</c:v>
                </c:pt>
                <c:pt idx="13904">
                  <c:v>1390.4</c:v>
                </c:pt>
                <c:pt idx="13905">
                  <c:v>1390.5</c:v>
                </c:pt>
                <c:pt idx="13906">
                  <c:v>1390.6</c:v>
                </c:pt>
                <c:pt idx="13907">
                  <c:v>1390.7</c:v>
                </c:pt>
                <c:pt idx="13908">
                  <c:v>1390.8</c:v>
                </c:pt>
                <c:pt idx="13909">
                  <c:v>1390.9</c:v>
                </c:pt>
                <c:pt idx="13910">
                  <c:v>1391</c:v>
                </c:pt>
                <c:pt idx="13911">
                  <c:v>1391.1</c:v>
                </c:pt>
                <c:pt idx="13912">
                  <c:v>1391.2</c:v>
                </c:pt>
                <c:pt idx="13913">
                  <c:v>1391.3</c:v>
                </c:pt>
                <c:pt idx="13914">
                  <c:v>1391.4</c:v>
                </c:pt>
                <c:pt idx="13915">
                  <c:v>1391.5</c:v>
                </c:pt>
                <c:pt idx="13916">
                  <c:v>1391.6</c:v>
                </c:pt>
                <c:pt idx="13917">
                  <c:v>1391.7</c:v>
                </c:pt>
                <c:pt idx="13918">
                  <c:v>1391.8</c:v>
                </c:pt>
                <c:pt idx="13919">
                  <c:v>1391.9</c:v>
                </c:pt>
                <c:pt idx="13920">
                  <c:v>1392</c:v>
                </c:pt>
                <c:pt idx="13921">
                  <c:v>1392.1</c:v>
                </c:pt>
                <c:pt idx="13922">
                  <c:v>1392.2</c:v>
                </c:pt>
                <c:pt idx="13923">
                  <c:v>1392.3</c:v>
                </c:pt>
                <c:pt idx="13924">
                  <c:v>1392.4</c:v>
                </c:pt>
                <c:pt idx="13925">
                  <c:v>1392.5</c:v>
                </c:pt>
                <c:pt idx="13926">
                  <c:v>1392.6</c:v>
                </c:pt>
                <c:pt idx="13927">
                  <c:v>1392.7</c:v>
                </c:pt>
                <c:pt idx="13928">
                  <c:v>1392.8</c:v>
                </c:pt>
                <c:pt idx="13929">
                  <c:v>1392.9</c:v>
                </c:pt>
                <c:pt idx="13930">
                  <c:v>1393</c:v>
                </c:pt>
                <c:pt idx="13931">
                  <c:v>1393.1</c:v>
                </c:pt>
                <c:pt idx="13932">
                  <c:v>1393.2</c:v>
                </c:pt>
                <c:pt idx="13933">
                  <c:v>1393.3</c:v>
                </c:pt>
                <c:pt idx="13934">
                  <c:v>1393.4</c:v>
                </c:pt>
                <c:pt idx="13935">
                  <c:v>1393.5</c:v>
                </c:pt>
                <c:pt idx="13936">
                  <c:v>1393.6</c:v>
                </c:pt>
                <c:pt idx="13937">
                  <c:v>1393.7</c:v>
                </c:pt>
                <c:pt idx="13938">
                  <c:v>1393.8</c:v>
                </c:pt>
                <c:pt idx="13939">
                  <c:v>1393.9</c:v>
                </c:pt>
                <c:pt idx="13940">
                  <c:v>1394</c:v>
                </c:pt>
                <c:pt idx="13941">
                  <c:v>1394.1</c:v>
                </c:pt>
                <c:pt idx="13942">
                  <c:v>1394.2</c:v>
                </c:pt>
                <c:pt idx="13943">
                  <c:v>1394.3</c:v>
                </c:pt>
                <c:pt idx="13944">
                  <c:v>1394.4</c:v>
                </c:pt>
                <c:pt idx="13945">
                  <c:v>1394.5</c:v>
                </c:pt>
                <c:pt idx="13946">
                  <c:v>1394.6</c:v>
                </c:pt>
                <c:pt idx="13947">
                  <c:v>1394.7</c:v>
                </c:pt>
                <c:pt idx="13948">
                  <c:v>1394.8</c:v>
                </c:pt>
                <c:pt idx="13949">
                  <c:v>1394.9</c:v>
                </c:pt>
                <c:pt idx="13950">
                  <c:v>1395</c:v>
                </c:pt>
                <c:pt idx="13951">
                  <c:v>1395.1</c:v>
                </c:pt>
                <c:pt idx="13952">
                  <c:v>1395.2</c:v>
                </c:pt>
                <c:pt idx="13953">
                  <c:v>1395.3</c:v>
                </c:pt>
                <c:pt idx="13954">
                  <c:v>1395.4</c:v>
                </c:pt>
                <c:pt idx="13955">
                  <c:v>1395.5</c:v>
                </c:pt>
                <c:pt idx="13956">
                  <c:v>1395.6</c:v>
                </c:pt>
                <c:pt idx="13957">
                  <c:v>1395.7</c:v>
                </c:pt>
                <c:pt idx="13958">
                  <c:v>1395.8</c:v>
                </c:pt>
                <c:pt idx="13959">
                  <c:v>1395.9</c:v>
                </c:pt>
                <c:pt idx="13960">
                  <c:v>1396</c:v>
                </c:pt>
                <c:pt idx="13961">
                  <c:v>1396.1</c:v>
                </c:pt>
                <c:pt idx="13962">
                  <c:v>1396.2</c:v>
                </c:pt>
                <c:pt idx="13963">
                  <c:v>1396.3</c:v>
                </c:pt>
                <c:pt idx="13964">
                  <c:v>1396.4</c:v>
                </c:pt>
                <c:pt idx="13965">
                  <c:v>1396.5</c:v>
                </c:pt>
                <c:pt idx="13966">
                  <c:v>1396.6</c:v>
                </c:pt>
                <c:pt idx="13967">
                  <c:v>1396.7</c:v>
                </c:pt>
                <c:pt idx="13968">
                  <c:v>1396.8</c:v>
                </c:pt>
                <c:pt idx="13969">
                  <c:v>1396.9</c:v>
                </c:pt>
                <c:pt idx="13970">
                  <c:v>1397</c:v>
                </c:pt>
                <c:pt idx="13971">
                  <c:v>1397.1</c:v>
                </c:pt>
                <c:pt idx="13972">
                  <c:v>1397.2</c:v>
                </c:pt>
                <c:pt idx="13973">
                  <c:v>1397.3</c:v>
                </c:pt>
                <c:pt idx="13974">
                  <c:v>1397.4</c:v>
                </c:pt>
                <c:pt idx="13975">
                  <c:v>1397.5</c:v>
                </c:pt>
                <c:pt idx="13976">
                  <c:v>1397.6</c:v>
                </c:pt>
                <c:pt idx="13977">
                  <c:v>1397.7</c:v>
                </c:pt>
                <c:pt idx="13978">
                  <c:v>1397.8</c:v>
                </c:pt>
                <c:pt idx="13979">
                  <c:v>1397.9</c:v>
                </c:pt>
                <c:pt idx="13980">
                  <c:v>1398</c:v>
                </c:pt>
                <c:pt idx="13981">
                  <c:v>1398.1</c:v>
                </c:pt>
                <c:pt idx="13982">
                  <c:v>1398.2</c:v>
                </c:pt>
                <c:pt idx="13983">
                  <c:v>1398.3</c:v>
                </c:pt>
                <c:pt idx="13984">
                  <c:v>1398.4</c:v>
                </c:pt>
                <c:pt idx="13985">
                  <c:v>1398.5</c:v>
                </c:pt>
                <c:pt idx="13986">
                  <c:v>1398.6</c:v>
                </c:pt>
                <c:pt idx="13987">
                  <c:v>1398.7</c:v>
                </c:pt>
                <c:pt idx="13988">
                  <c:v>1398.8</c:v>
                </c:pt>
                <c:pt idx="13989">
                  <c:v>1398.9</c:v>
                </c:pt>
                <c:pt idx="13990">
                  <c:v>1399</c:v>
                </c:pt>
                <c:pt idx="13991">
                  <c:v>1399.1</c:v>
                </c:pt>
                <c:pt idx="13992">
                  <c:v>1399.2</c:v>
                </c:pt>
                <c:pt idx="13993">
                  <c:v>1399.3</c:v>
                </c:pt>
                <c:pt idx="13994">
                  <c:v>1399.4</c:v>
                </c:pt>
                <c:pt idx="13995">
                  <c:v>1399.5</c:v>
                </c:pt>
                <c:pt idx="13996">
                  <c:v>1399.6</c:v>
                </c:pt>
                <c:pt idx="13997">
                  <c:v>1399.7</c:v>
                </c:pt>
                <c:pt idx="13998">
                  <c:v>1399.8</c:v>
                </c:pt>
                <c:pt idx="13999">
                  <c:v>1399.9</c:v>
                </c:pt>
                <c:pt idx="14000">
                  <c:v>1400</c:v>
                </c:pt>
                <c:pt idx="14001">
                  <c:v>1400.1</c:v>
                </c:pt>
                <c:pt idx="14002">
                  <c:v>1400.2</c:v>
                </c:pt>
                <c:pt idx="14003">
                  <c:v>1400.3</c:v>
                </c:pt>
                <c:pt idx="14004">
                  <c:v>1400.4</c:v>
                </c:pt>
                <c:pt idx="14005">
                  <c:v>1400.5</c:v>
                </c:pt>
                <c:pt idx="14006">
                  <c:v>1400.6</c:v>
                </c:pt>
                <c:pt idx="14007">
                  <c:v>1400.7</c:v>
                </c:pt>
                <c:pt idx="14008">
                  <c:v>1400.8</c:v>
                </c:pt>
                <c:pt idx="14009">
                  <c:v>1400.9</c:v>
                </c:pt>
                <c:pt idx="14010">
                  <c:v>1401</c:v>
                </c:pt>
                <c:pt idx="14011">
                  <c:v>1401.1</c:v>
                </c:pt>
                <c:pt idx="14012">
                  <c:v>1401.2</c:v>
                </c:pt>
                <c:pt idx="14013">
                  <c:v>1401.3</c:v>
                </c:pt>
                <c:pt idx="14014">
                  <c:v>1401.4</c:v>
                </c:pt>
                <c:pt idx="14015">
                  <c:v>1401.5</c:v>
                </c:pt>
                <c:pt idx="14016">
                  <c:v>1401.6</c:v>
                </c:pt>
                <c:pt idx="14017">
                  <c:v>1401.7</c:v>
                </c:pt>
                <c:pt idx="14018">
                  <c:v>1401.8</c:v>
                </c:pt>
                <c:pt idx="14019">
                  <c:v>1401.9</c:v>
                </c:pt>
                <c:pt idx="14020">
                  <c:v>1402</c:v>
                </c:pt>
                <c:pt idx="14021">
                  <c:v>1402.1</c:v>
                </c:pt>
                <c:pt idx="14022">
                  <c:v>1402.2</c:v>
                </c:pt>
                <c:pt idx="14023">
                  <c:v>1402.3</c:v>
                </c:pt>
                <c:pt idx="14024">
                  <c:v>1402.4</c:v>
                </c:pt>
                <c:pt idx="14025">
                  <c:v>1402.5</c:v>
                </c:pt>
                <c:pt idx="14026">
                  <c:v>1402.6</c:v>
                </c:pt>
                <c:pt idx="14027">
                  <c:v>1402.7</c:v>
                </c:pt>
                <c:pt idx="14028">
                  <c:v>1402.8</c:v>
                </c:pt>
                <c:pt idx="14029">
                  <c:v>1402.9</c:v>
                </c:pt>
                <c:pt idx="14030">
                  <c:v>1403</c:v>
                </c:pt>
                <c:pt idx="14031">
                  <c:v>1403.1</c:v>
                </c:pt>
                <c:pt idx="14032">
                  <c:v>1403.2</c:v>
                </c:pt>
                <c:pt idx="14033">
                  <c:v>1403.3</c:v>
                </c:pt>
                <c:pt idx="14034">
                  <c:v>1403.4</c:v>
                </c:pt>
                <c:pt idx="14035">
                  <c:v>1403.5</c:v>
                </c:pt>
                <c:pt idx="14036">
                  <c:v>1403.6</c:v>
                </c:pt>
                <c:pt idx="14037">
                  <c:v>1403.7</c:v>
                </c:pt>
                <c:pt idx="14038">
                  <c:v>1403.8</c:v>
                </c:pt>
                <c:pt idx="14039">
                  <c:v>1403.9</c:v>
                </c:pt>
                <c:pt idx="14040">
                  <c:v>1404</c:v>
                </c:pt>
                <c:pt idx="14041">
                  <c:v>1404.1</c:v>
                </c:pt>
                <c:pt idx="14042">
                  <c:v>1404.2</c:v>
                </c:pt>
                <c:pt idx="14043">
                  <c:v>1404.3</c:v>
                </c:pt>
                <c:pt idx="14044">
                  <c:v>1404.4</c:v>
                </c:pt>
                <c:pt idx="14045">
                  <c:v>1404.5</c:v>
                </c:pt>
                <c:pt idx="14046">
                  <c:v>1404.6</c:v>
                </c:pt>
                <c:pt idx="14047">
                  <c:v>1404.7</c:v>
                </c:pt>
                <c:pt idx="14048">
                  <c:v>1404.8</c:v>
                </c:pt>
                <c:pt idx="14049">
                  <c:v>1404.9</c:v>
                </c:pt>
                <c:pt idx="14050">
                  <c:v>1405</c:v>
                </c:pt>
                <c:pt idx="14051">
                  <c:v>1405.1</c:v>
                </c:pt>
                <c:pt idx="14052">
                  <c:v>1405.2</c:v>
                </c:pt>
                <c:pt idx="14053">
                  <c:v>1405.3</c:v>
                </c:pt>
                <c:pt idx="14054">
                  <c:v>1405.4</c:v>
                </c:pt>
                <c:pt idx="14055">
                  <c:v>1405.5</c:v>
                </c:pt>
                <c:pt idx="14056">
                  <c:v>1405.6</c:v>
                </c:pt>
                <c:pt idx="14057">
                  <c:v>1405.7</c:v>
                </c:pt>
                <c:pt idx="14058">
                  <c:v>1405.8</c:v>
                </c:pt>
                <c:pt idx="14059">
                  <c:v>1405.9</c:v>
                </c:pt>
                <c:pt idx="14060">
                  <c:v>1406</c:v>
                </c:pt>
                <c:pt idx="14061">
                  <c:v>1406.1</c:v>
                </c:pt>
                <c:pt idx="14062">
                  <c:v>1406.2</c:v>
                </c:pt>
                <c:pt idx="14063">
                  <c:v>1406.3</c:v>
                </c:pt>
                <c:pt idx="14064">
                  <c:v>1406.4</c:v>
                </c:pt>
                <c:pt idx="14065">
                  <c:v>1406.5</c:v>
                </c:pt>
                <c:pt idx="14066">
                  <c:v>1406.6</c:v>
                </c:pt>
                <c:pt idx="14067">
                  <c:v>1406.7</c:v>
                </c:pt>
                <c:pt idx="14068">
                  <c:v>1406.8</c:v>
                </c:pt>
                <c:pt idx="14069">
                  <c:v>1406.9</c:v>
                </c:pt>
                <c:pt idx="14070">
                  <c:v>1407</c:v>
                </c:pt>
                <c:pt idx="14071">
                  <c:v>1407.1</c:v>
                </c:pt>
                <c:pt idx="14072">
                  <c:v>1407.2</c:v>
                </c:pt>
                <c:pt idx="14073">
                  <c:v>1407.3</c:v>
                </c:pt>
                <c:pt idx="14074">
                  <c:v>1407.4</c:v>
                </c:pt>
                <c:pt idx="14075">
                  <c:v>1407.5</c:v>
                </c:pt>
                <c:pt idx="14076">
                  <c:v>1407.6</c:v>
                </c:pt>
                <c:pt idx="14077">
                  <c:v>1407.7</c:v>
                </c:pt>
                <c:pt idx="14078">
                  <c:v>1407.8</c:v>
                </c:pt>
                <c:pt idx="14079">
                  <c:v>1407.9</c:v>
                </c:pt>
                <c:pt idx="14080">
                  <c:v>1408</c:v>
                </c:pt>
                <c:pt idx="14081">
                  <c:v>1408.1</c:v>
                </c:pt>
                <c:pt idx="14082">
                  <c:v>1408.2</c:v>
                </c:pt>
                <c:pt idx="14083">
                  <c:v>1408.3</c:v>
                </c:pt>
                <c:pt idx="14084">
                  <c:v>1408.4</c:v>
                </c:pt>
                <c:pt idx="14085">
                  <c:v>1408.5</c:v>
                </c:pt>
                <c:pt idx="14086">
                  <c:v>1408.6</c:v>
                </c:pt>
                <c:pt idx="14087">
                  <c:v>1408.7</c:v>
                </c:pt>
                <c:pt idx="14088">
                  <c:v>1408.8</c:v>
                </c:pt>
                <c:pt idx="14089">
                  <c:v>1408.9</c:v>
                </c:pt>
                <c:pt idx="14090">
                  <c:v>1409</c:v>
                </c:pt>
                <c:pt idx="14091">
                  <c:v>1409.1</c:v>
                </c:pt>
                <c:pt idx="14092">
                  <c:v>1409.2</c:v>
                </c:pt>
                <c:pt idx="14093">
                  <c:v>1409.3</c:v>
                </c:pt>
                <c:pt idx="14094">
                  <c:v>1409.4</c:v>
                </c:pt>
                <c:pt idx="14095">
                  <c:v>1409.5</c:v>
                </c:pt>
                <c:pt idx="14096">
                  <c:v>1409.6</c:v>
                </c:pt>
                <c:pt idx="14097">
                  <c:v>1409.7</c:v>
                </c:pt>
                <c:pt idx="14098">
                  <c:v>1409.8</c:v>
                </c:pt>
                <c:pt idx="14099">
                  <c:v>1409.9</c:v>
                </c:pt>
                <c:pt idx="14100">
                  <c:v>1410</c:v>
                </c:pt>
                <c:pt idx="14101">
                  <c:v>1410.1</c:v>
                </c:pt>
                <c:pt idx="14102">
                  <c:v>1410.2</c:v>
                </c:pt>
                <c:pt idx="14103">
                  <c:v>1410.3</c:v>
                </c:pt>
                <c:pt idx="14104">
                  <c:v>1410.4</c:v>
                </c:pt>
                <c:pt idx="14105">
                  <c:v>1410.5</c:v>
                </c:pt>
                <c:pt idx="14106">
                  <c:v>1410.6</c:v>
                </c:pt>
                <c:pt idx="14107">
                  <c:v>1410.7</c:v>
                </c:pt>
                <c:pt idx="14108">
                  <c:v>1410.8</c:v>
                </c:pt>
                <c:pt idx="14109">
                  <c:v>1410.9</c:v>
                </c:pt>
                <c:pt idx="14110">
                  <c:v>1411</c:v>
                </c:pt>
                <c:pt idx="14111">
                  <c:v>1411.1</c:v>
                </c:pt>
                <c:pt idx="14112">
                  <c:v>1411.2</c:v>
                </c:pt>
                <c:pt idx="14113">
                  <c:v>1411.3</c:v>
                </c:pt>
                <c:pt idx="14114">
                  <c:v>1411.4</c:v>
                </c:pt>
                <c:pt idx="14115">
                  <c:v>1411.5</c:v>
                </c:pt>
                <c:pt idx="14116">
                  <c:v>1411.6</c:v>
                </c:pt>
                <c:pt idx="14117">
                  <c:v>1411.7</c:v>
                </c:pt>
                <c:pt idx="14118">
                  <c:v>1411.8</c:v>
                </c:pt>
                <c:pt idx="14119">
                  <c:v>1411.9</c:v>
                </c:pt>
                <c:pt idx="14120">
                  <c:v>1412</c:v>
                </c:pt>
                <c:pt idx="14121">
                  <c:v>1412.1</c:v>
                </c:pt>
                <c:pt idx="14122">
                  <c:v>1412.2</c:v>
                </c:pt>
                <c:pt idx="14123">
                  <c:v>1412.3</c:v>
                </c:pt>
                <c:pt idx="14124">
                  <c:v>1412.4</c:v>
                </c:pt>
                <c:pt idx="14125">
                  <c:v>1412.5</c:v>
                </c:pt>
                <c:pt idx="14126">
                  <c:v>1412.6</c:v>
                </c:pt>
                <c:pt idx="14127">
                  <c:v>1412.7</c:v>
                </c:pt>
                <c:pt idx="14128">
                  <c:v>1412.8</c:v>
                </c:pt>
                <c:pt idx="14129">
                  <c:v>1412.9</c:v>
                </c:pt>
                <c:pt idx="14130">
                  <c:v>1413</c:v>
                </c:pt>
                <c:pt idx="14131">
                  <c:v>1413.1</c:v>
                </c:pt>
                <c:pt idx="14132">
                  <c:v>1413.2</c:v>
                </c:pt>
                <c:pt idx="14133">
                  <c:v>1413.3</c:v>
                </c:pt>
                <c:pt idx="14134">
                  <c:v>1413.4</c:v>
                </c:pt>
                <c:pt idx="14135">
                  <c:v>1413.5</c:v>
                </c:pt>
                <c:pt idx="14136">
                  <c:v>1413.6</c:v>
                </c:pt>
                <c:pt idx="14137">
                  <c:v>1413.7</c:v>
                </c:pt>
                <c:pt idx="14138">
                  <c:v>1413.8</c:v>
                </c:pt>
                <c:pt idx="14139">
                  <c:v>1413.9</c:v>
                </c:pt>
                <c:pt idx="14140">
                  <c:v>1414</c:v>
                </c:pt>
                <c:pt idx="14141">
                  <c:v>1414.1</c:v>
                </c:pt>
                <c:pt idx="14142">
                  <c:v>1414.2</c:v>
                </c:pt>
                <c:pt idx="14143">
                  <c:v>1414.3</c:v>
                </c:pt>
                <c:pt idx="14144">
                  <c:v>1414.4</c:v>
                </c:pt>
                <c:pt idx="14145">
                  <c:v>1414.5</c:v>
                </c:pt>
                <c:pt idx="14146">
                  <c:v>1414.6</c:v>
                </c:pt>
                <c:pt idx="14147">
                  <c:v>1414.7</c:v>
                </c:pt>
                <c:pt idx="14148">
                  <c:v>1414.8</c:v>
                </c:pt>
                <c:pt idx="14149">
                  <c:v>1414.9</c:v>
                </c:pt>
                <c:pt idx="14150">
                  <c:v>1415</c:v>
                </c:pt>
                <c:pt idx="14151">
                  <c:v>1415.1</c:v>
                </c:pt>
                <c:pt idx="14152">
                  <c:v>1415.2</c:v>
                </c:pt>
                <c:pt idx="14153">
                  <c:v>1415.3</c:v>
                </c:pt>
                <c:pt idx="14154">
                  <c:v>1415.4</c:v>
                </c:pt>
                <c:pt idx="14155">
                  <c:v>1415.5</c:v>
                </c:pt>
                <c:pt idx="14156">
                  <c:v>1415.6</c:v>
                </c:pt>
                <c:pt idx="14157">
                  <c:v>1415.7</c:v>
                </c:pt>
                <c:pt idx="14158">
                  <c:v>1415.8</c:v>
                </c:pt>
                <c:pt idx="14159">
                  <c:v>1415.9</c:v>
                </c:pt>
                <c:pt idx="14160">
                  <c:v>1416</c:v>
                </c:pt>
                <c:pt idx="14161">
                  <c:v>1416.1</c:v>
                </c:pt>
                <c:pt idx="14162">
                  <c:v>1416.2</c:v>
                </c:pt>
                <c:pt idx="14163">
                  <c:v>1416.3</c:v>
                </c:pt>
                <c:pt idx="14164">
                  <c:v>1416.4</c:v>
                </c:pt>
                <c:pt idx="14165">
                  <c:v>1416.5</c:v>
                </c:pt>
                <c:pt idx="14166">
                  <c:v>1416.6</c:v>
                </c:pt>
                <c:pt idx="14167">
                  <c:v>1416.7</c:v>
                </c:pt>
                <c:pt idx="14168">
                  <c:v>1416.8</c:v>
                </c:pt>
                <c:pt idx="14169">
                  <c:v>1416.9</c:v>
                </c:pt>
                <c:pt idx="14170">
                  <c:v>1417</c:v>
                </c:pt>
                <c:pt idx="14171">
                  <c:v>1417.1</c:v>
                </c:pt>
                <c:pt idx="14172">
                  <c:v>1417.2</c:v>
                </c:pt>
                <c:pt idx="14173">
                  <c:v>1417.3</c:v>
                </c:pt>
                <c:pt idx="14174">
                  <c:v>1417.4</c:v>
                </c:pt>
                <c:pt idx="14175">
                  <c:v>1417.5</c:v>
                </c:pt>
                <c:pt idx="14176">
                  <c:v>1417.6</c:v>
                </c:pt>
                <c:pt idx="14177">
                  <c:v>1417.7</c:v>
                </c:pt>
                <c:pt idx="14178">
                  <c:v>1417.8</c:v>
                </c:pt>
                <c:pt idx="14179">
                  <c:v>1417.9</c:v>
                </c:pt>
                <c:pt idx="14180">
                  <c:v>1418</c:v>
                </c:pt>
                <c:pt idx="14181">
                  <c:v>1418.1</c:v>
                </c:pt>
                <c:pt idx="14182">
                  <c:v>1418.2</c:v>
                </c:pt>
                <c:pt idx="14183">
                  <c:v>1418.3</c:v>
                </c:pt>
                <c:pt idx="14184">
                  <c:v>1418.4</c:v>
                </c:pt>
                <c:pt idx="14185">
                  <c:v>1418.5</c:v>
                </c:pt>
                <c:pt idx="14186">
                  <c:v>1418.6</c:v>
                </c:pt>
                <c:pt idx="14187">
                  <c:v>1418.7</c:v>
                </c:pt>
                <c:pt idx="14188">
                  <c:v>1418.8</c:v>
                </c:pt>
                <c:pt idx="14189">
                  <c:v>1418.9</c:v>
                </c:pt>
                <c:pt idx="14190">
                  <c:v>1419</c:v>
                </c:pt>
                <c:pt idx="14191">
                  <c:v>1419.1</c:v>
                </c:pt>
                <c:pt idx="14192">
                  <c:v>1419.2</c:v>
                </c:pt>
                <c:pt idx="14193">
                  <c:v>1419.3</c:v>
                </c:pt>
                <c:pt idx="14194">
                  <c:v>1419.4</c:v>
                </c:pt>
                <c:pt idx="14195">
                  <c:v>1419.5</c:v>
                </c:pt>
                <c:pt idx="14196">
                  <c:v>1419.6</c:v>
                </c:pt>
                <c:pt idx="14197">
                  <c:v>1419.7</c:v>
                </c:pt>
                <c:pt idx="14198">
                  <c:v>1419.8</c:v>
                </c:pt>
                <c:pt idx="14199">
                  <c:v>1419.9</c:v>
                </c:pt>
                <c:pt idx="14200">
                  <c:v>1420</c:v>
                </c:pt>
                <c:pt idx="14201">
                  <c:v>1420.1</c:v>
                </c:pt>
                <c:pt idx="14202">
                  <c:v>1420.2</c:v>
                </c:pt>
                <c:pt idx="14203">
                  <c:v>1420.3</c:v>
                </c:pt>
                <c:pt idx="14204">
                  <c:v>1420.4</c:v>
                </c:pt>
                <c:pt idx="14205">
                  <c:v>1420.5</c:v>
                </c:pt>
                <c:pt idx="14206">
                  <c:v>1420.6</c:v>
                </c:pt>
                <c:pt idx="14207">
                  <c:v>1420.7</c:v>
                </c:pt>
                <c:pt idx="14208">
                  <c:v>1420.8</c:v>
                </c:pt>
                <c:pt idx="14209">
                  <c:v>1420.9</c:v>
                </c:pt>
                <c:pt idx="14210">
                  <c:v>1421</c:v>
                </c:pt>
                <c:pt idx="14211">
                  <c:v>1421.1</c:v>
                </c:pt>
                <c:pt idx="14212">
                  <c:v>1421.2</c:v>
                </c:pt>
                <c:pt idx="14213">
                  <c:v>1421.3</c:v>
                </c:pt>
                <c:pt idx="14214">
                  <c:v>1421.4</c:v>
                </c:pt>
                <c:pt idx="14215">
                  <c:v>1421.5</c:v>
                </c:pt>
                <c:pt idx="14216">
                  <c:v>1421.6</c:v>
                </c:pt>
                <c:pt idx="14217">
                  <c:v>1421.7</c:v>
                </c:pt>
                <c:pt idx="14218">
                  <c:v>1421.8</c:v>
                </c:pt>
                <c:pt idx="14219">
                  <c:v>1421.9</c:v>
                </c:pt>
                <c:pt idx="14220">
                  <c:v>1422</c:v>
                </c:pt>
                <c:pt idx="14221">
                  <c:v>1422.1</c:v>
                </c:pt>
                <c:pt idx="14222">
                  <c:v>1422.2</c:v>
                </c:pt>
                <c:pt idx="14223">
                  <c:v>1422.3</c:v>
                </c:pt>
                <c:pt idx="14224">
                  <c:v>1422.4</c:v>
                </c:pt>
                <c:pt idx="14225">
                  <c:v>1422.5</c:v>
                </c:pt>
                <c:pt idx="14226">
                  <c:v>1422.6</c:v>
                </c:pt>
                <c:pt idx="14227">
                  <c:v>1422.7</c:v>
                </c:pt>
                <c:pt idx="14228">
                  <c:v>1422.8</c:v>
                </c:pt>
                <c:pt idx="14229">
                  <c:v>1422.9</c:v>
                </c:pt>
                <c:pt idx="14230">
                  <c:v>1423</c:v>
                </c:pt>
                <c:pt idx="14231">
                  <c:v>1423.1</c:v>
                </c:pt>
                <c:pt idx="14232">
                  <c:v>1423.2</c:v>
                </c:pt>
                <c:pt idx="14233">
                  <c:v>1423.3</c:v>
                </c:pt>
                <c:pt idx="14234">
                  <c:v>1423.4</c:v>
                </c:pt>
                <c:pt idx="14235">
                  <c:v>1423.5</c:v>
                </c:pt>
                <c:pt idx="14236">
                  <c:v>1423.6</c:v>
                </c:pt>
                <c:pt idx="14237">
                  <c:v>1423.7</c:v>
                </c:pt>
                <c:pt idx="14238">
                  <c:v>1423.8</c:v>
                </c:pt>
                <c:pt idx="14239">
                  <c:v>1423.9</c:v>
                </c:pt>
                <c:pt idx="14240">
                  <c:v>1424</c:v>
                </c:pt>
                <c:pt idx="14241">
                  <c:v>1424.1</c:v>
                </c:pt>
                <c:pt idx="14242">
                  <c:v>1424.2</c:v>
                </c:pt>
                <c:pt idx="14243">
                  <c:v>1424.3</c:v>
                </c:pt>
                <c:pt idx="14244">
                  <c:v>1424.4</c:v>
                </c:pt>
                <c:pt idx="14245">
                  <c:v>1424.5</c:v>
                </c:pt>
                <c:pt idx="14246">
                  <c:v>1424.6</c:v>
                </c:pt>
                <c:pt idx="14247">
                  <c:v>1424.7</c:v>
                </c:pt>
                <c:pt idx="14248">
                  <c:v>1424.8</c:v>
                </c:pt>
                <c:pt idx="14249">
                  <c:v>1424.9</c:v>
                </c:pt>
                <c:pt idx="14250">
                  <c:v>1425</c:v>
                </c:pt>
                <c:pt idx="14251">
                  <c:v>1425.1</c:v>
                </c:pt>
                <c:pt idx="14252">
                  <c:v>1425.2</c:v>
                </c:pt>
                <c:pt idx="14253">
                  <c:v>1425.3</c:v>
                </c:pt>
                <c:pt idx="14254">
                  <c:v>1425.4</c:v>
                </c:pt>
                <c:pt idx="14255">
                  <c:v>1425.5</c:v>
                </c:pt>
                <c:pt idx="14256">
                  <c:v>1425.6</c:v>
                </c:pt>
                <c:pt idx="14257">
                  <c:v>1425.7</c:v>
                </c:pt>
                <c:pt idx="14258">
                  <c:v>1425.8</c:v>
                </c:pt>
                <c:pt idx="14259">
                  <c:v>1425.9</c:v>
                </c:pt>
                <c:pt idx="14260">
                  <c:v>1426</c:v>
                </c:pt>
                <c:pt idx="14261">
                  <c:v>1426.1</c:v>
                </c:pt>
                <c:pt idx="14262">
                  <c:v>1426.2</c:v>
                </c:pt>
                <c:pt idx="14263">
                  <c:v>1426.3</c:v>
                </c:pt>
                <c:pt idx="14264">
                  <c:v>1426.4</c:v>
                </c:pt>
                <c:pt idx="14265">
                  <c:v>1426.5</c:v>
                </c:pt>
                <c:pt idx="14266">
                  <c:v>1426.6</c:v>
                </c:pt>
                <c:pt idx="14267">
                  <c:v>1426.7</c:v>
                </c:pt>
                <c:pt idx="14268">
                  <c:v>1426.8</c:v>
                </c:pt>
                <c:pt idx="14269">
                  <c:v>1426.9</c:v>
                </c:pt>
                <c:pt idx="14270">
                  <c:v>1427</c:v>
                </c:pt>
                <c:pt idx="14271">
                  <c:v>1427.1</c:v>
                </c:pt>
                <c:pt idx="14272">
                  <c:v>1427.2</c:v>
                </c:pt>
                <c:pt idx="14273">
                  <c:v>1427.3</c:v>
                </c:pt>
                <c:pt idx="14274">
                  <c:v>1427.4</c:v>
                </c:pt>
                <c:pt idx="14275">
                  <c:v>1427.5</c:v>
                </c:pt>
                <c:pt idx="14276">
                  <c:v>1427.6</c:v>
                </c:pt>
                <c:pt idx="14277">
                  <c:v>1427.7</c:v>
                </c:pt>
                <c:pt idx="14278">
                  <c:v>1427.8</c:v>
                </c:pt>
                <c:pt idx="14279">
                  <c:v>1427.9</c:v>
                </c:pt>
                <c:pt idx="14280">
                  <c:v>1428</c:v>
                </c:pt>
                <c:pt idx="14281">
                  <c:v>1428.1</c:v>
                </c:pt>
                <c:pt idx="14282">
                  <c:v>1428.2</c:v>
                </c:pt>
                <c:pt idx="14283">
                  <c:v>1428.3</c:v>
                </c:pt>
                <c:pt idx="14284">
                  <c:v>1428.4</c:v>
                </c:pt>
                <c:pt idx="14285">
                  <c:v>1428.5</c:v>
                </c:pt>
                <c:pt idx="14286">
                  <c:v>1428.6</c:v>
                </c:pt>
                <c:pt idx="14287">
                  <c:v>1428.7</c:v>
                </c:pt>
                <c:pt idx="14288">
                  <c:v>1428.8</c:v>
                </c:pt>
                <c:pt idx="14289">
                  <c:v>1428.9</c:v>
                </c:pt>
                <c:pt idx="14290">
                  <c:v>1429</c:v>
                </c:pt>
                <c:pt idx="14291">
                  <c:v>1429.1</c:v>
                </c:pt>
                <c:pt idx="14292">
                  <c:v>1429.2</c:v>
                </c:pt>
                <c:pt idx="14293">
                  <c:v>1429.3</c:v>
                </c:pt>
                <c:pt idx="14294">
                  <c:v>1429.4</c:v>
                </c:pt>
                <c:pt idx="14295">
                  <c:v>1429.5</c:v>
                </c:pt>
                <c:pt idx="14296">
                  <c:v>1429.6</c:v>
                </c:pt>
                <c:pt idx="14297">
                  <c:v>1429.7</c:v>
                </c:pt>
                <c:pt idx="14298">
                  <c:v>1429.8</c:v>
                </c:pt>
                <c:pt idx="14299">
                  <c:v>1429.9</c:v>
                </c:pt>
                <c:pt idx="14300">
                  <c:v>1430</c:v>
                </c:pt>
                <c:pt idx="14301">
                  <c:v>1430.1</c:v>
                </c:pt>
                <c:pt idx="14302">
                  <c:v>1430.2</c:v>
                </c:pt>
                <c:pt idx="14303">
                  <c:v>1430.3</c:v>
                </c:pt>
                <c:pt idx="14304">
                  <c:v>1430.4</c:v>
                </c:pt>
                <c:pt idx="14305">
                  <c:v>1430.5</c:v>
                </c:pt>
                <c:pt idx="14306">
                  <c:v>1430.6</c:v>
                </c:pt>
                <c:pt idx="14307">
                  <c:v>1430.7</c:v>
                </c:pt>
                <c:pt idx="14308">
                  <c:v>1430.8</c:v>
                </c:pt>
                <c:pt idx="14309">
                  <c:v>1430.9</c:v>
                </c:pt>
                <c:pt idx="14310">
                  <c:v>1431</c:v>
                </c:pt>
                <c:pt idx="14311">
                  <c:v>1431.1</c:v>
                </c:pt>
                <c:pt idx="14312">
                  <c:v>1431.2</c:v>
                </c:pt>
                <c:pt idx="14313">
                  <c:v>1431.3</c:v>
                </c:pt>
                <c:pt idx="14314">
                  <c:v>1431.4</c:v>
                </c:pt>
                <c:pt idx="14315">
                  <c:v>1431.5</c:v>
                </c:pt>
                <c:pt idx="14316">
                  <c:v>1431.6</c:v>
                </c:pt>
                <c:pt idx="14317">
                  <c:v>1431.7</c:v>
                </c:pt>
                <c:pt idx="14318">
                  <c:v>1431.8</c:v>
                </c:pt>
                <c:pt idx="14319">
                  <c:v>1431.9</c:v>
                </c:pt>
                <c:pt idx="14320">
                  <c:v>1432</c:v>
                </c:pt>
                <c:pt idx="14321">
                  <c:v>1432.1</c:v>
                </c:pt>
                <c:pt idx="14322">
                  <c:v>1432.2</c:v>
                </c:pt>
                <c:pt idx="14323">
                  <c:v>1432.3</c:v>
                </c:pt>
                <c:pt idx="14324">
                  <c:v>1432.4</c:v>
                </c:pt>
                <c:pt idx="14325">
                  <c:v>1432.5</c:v>
                </c:pt>
                <c:pt idx="14326">
                  <c:v>1432.6</c:v>
                </c:pt>
                <c:pt idx="14327">
                  <c:v>1432.7</c:v>
                </c:pt>
                <c:pt idx="14328">
                  <c:v>1432.8</c:v>
                </c:pt>
                <c:pt idx="14329">
                  <c:v>1432.9</c:v>
                </c:pt>
                <c:pt idx="14330">
                  <c:v>1433</c:v>
                </c:pt>
                <c:pt idx="14331">
                  <c:v>1433.1</c:v>
                </c:pt>
                <c:pt idx="14332">
                  <c:v>1433.2</c:v>
                </c:pt>
                <c:pt idx="14333">
                  <c:v>1433.3</c:v>
                </c:pt>
                <c:pt idx="14334">
                  <c:v>1433.4</c:v>
                </c:pt>
                <c:pt idx="14335">
                  <c:v>1433.5</c:v>
                </c:pt>
                <c:pt idx="14336">
                  <c:v>1433.6</c:v>
                </c:pt>
                <c:pt idx="14337">
                  <c:v>1433.7</c:v>
                </c:pt>
                <c:pt idx="14338">
                  <c:v>1433.8</c:v>
                </c:pt>
                <c:pt idx="14339">
                  <c:v>1433.9</c:v>
                </c:pt>
                <c:pt idx="14340">
                  <c:v>1434</c:v>
                </c:pt>
                <c:pt idx="14341">
                  <c:v>1434.1</c:v>
                </c:pt>
                <c:pt idx="14342">
                  <c:v>1434.2</c:v>
                </c:pt>
                <c:pt idx="14343">
                  <c:v>1434.3</c:v>
                </c:pt>
                <c:pt idx="14344">
                  <c:v>1434.4</c:v>
                </c:pt>
                <c:pt idx="14345">
                  <c:v>1434.5</c:v>
                </c:pt>
                <c:pt idx="14346">
                  <c:v>1434.6</c:v>
                </c:pt>
                <c:pt idx="14347">
                  <c:v>1434.7</c:v>
                </c:pt>
                <c:pt idx="14348">
                  <c:v>1434.8</c:v>
                </c:pt>
                <c:pt idx="14349">
                  <c:v>1434.9</c:v>
                </c:pt>
                <c:pt idx="14350">
                  <c:v>1435</c:v>
                </c:pt>
                <c:pt idx="14351">
                  <c:v>1435.1</c:v>
                </c:pt>
                <c:pt idx="14352">
                  <c:v>1435.2</c:v>
                </c:pt>
                <c:pt idx="14353">
                  <c:v>1435.3</c:v>
                </c:pt>
                <c:pt idx="14354">
                  <c:v>1435.4</c:v>
                </c:pt>
                <c:pt idx="14355">
                  <c:v>1435.5</c:v>
                </c:pt>
                <c:pt idx="14356">
                  <c:v>1435.6</c:v>
                </c:pt>
                <c:pt idx="14357">
                  <c:v>1435.7</c:v>
                </c:pt>
                <c:pt idx="14358">
                  <c:v>1435.8</c:v>
                </c:pt>
                <c:pt idx="14359">
                  <c:v>1435.9</c:v>
                </c:pt>
                <c:pt idx="14360">
                  <c:v>1436</c:v>
                </c:pt>
                <c:pt idx="14361">
                  <c:v>1436.1</c:v>
                </c:pt>
                <c:pt idx="14362">
                  <c:v>1436.2</c:v>
                </c:pt>
                <c:pt idx="14363">
                  <c:v>1436.3</c:v>
                </c:pt>
                <c:pt idx="14364">
                  <c:v>1436.4</c:v>
                </c:pt>
                <c:pt idx="14365">
                  <c:v>1436.5</c:v>
                </c:pt>
                <c:pt idx="14366">
                  <c:v>1436.6</c:v>
                </c:pt>
                <c:pt idx="14367">
                  <c:v>1436.7</c:v>
                </c:pt>
                <c:pt idx="14368">
                  <c:v>1436.8</c:v>
                </c:pt>
                <c:pt idx="14369">
                  <c:v>1436.9</c:v>
                </c:pt>
                <c:pt idx="14370">
                  <c:v>1437</c:v>
                </c:pt>
                <c:pt idx="14371">
                  <c:v>1437.1</c:v>
                </c:pt>
                <c:pt idx="14372">
                  <c:v>1437.2</c:v>
                </c:pt>
                <c:pt idx="14373">
                  <c:v>1437.3</c:v>
                </c:pt>
                <c:pt idx="14374">
                  <c:v>1437.4</c:v>
                </c:pt>
                <c:pt idx="14375">
                  <c:v>1437.5</c:v>
                </c:pt>
                <c:pt idx="14376">
                  <c:v>1437.6</c:v>
                </c:pt>
                <c:pt idx="14377">
                  <c:v>1437.7</c:v>
                </c:pt>
                <c:pt idx="14378">
                  <c:v>1437.8</c:v>
                </c:pt>
                <c:pt idx="14379">
                  <c:v>1437.9</c:v>
                </c:pt>
                <c:pt idx="14380">
                  <c:v>1438</c:v>
                </c:pt>
                <c:pt idx="14381">
                  <c:v>1438.1</c:v>
                </c:pt>
                <c:pt idx="14382">
                  <c:v>1438.2</c:v>
                </c:pt>
                <c:pt idx="14383">
                  <c:v>1438.3</c:v>
                </c:pt>
                <c:pt idx="14384">
                  <c:v>1438.4</c:v>
                </c:pt>
                <c:pt idx="14385">
                  <c:v>1438.5</c:v>
                </c:pt>
                <c:pt idx="14386">
                  <c:v>1438.6</c:v>
                </c:pt>
                <c:pt idx="14387">
                  <c:v>1438.7</c:v>
                </c:pt>
                <c:pt idx="14388">
                  <c:v>1438.8</c:v>
                </c:pt>
                <c:pt idx="14389">
                  <c:v>1438.9</c:v>
                </c:pt>
                <c:pt idx="14390">
                  <c:v>1439</c:v>
                </c:pt>
                <c:pt idx="14391">
                  <c:v>1439.1</c:v>
                </c:pt>
                <c:pt idx="14392">
                  <c:v>1439.2</c:v>
                </c:pt>
                <c:pt idx="14393">
                  <c:v>1439.3</c:v>
                </c:pt>
                <c:pt idx="14394">
                  <c:v>1439.4</c:v>
                </c:pt>
                <c:pt idx="14395">
                  <c:v>1439.5</c:v>
                </c:pt>
                <c:pt idx="14396">
                  <c:v>1439.6</c:v>
                </c:pt>
                <c:pt idx="14397">
                  <c:v>1439.7</c:v>
                </c:pt>
                <c:pt idx="14398">
                  <c:v>1439.8</c:v>
                </c:pt>
                <c:pt idx="14399">
                  <c:v>1439.9</c:v>
                </c:pt>
                <c:pt idx="14400">
                  <c:v>1440</c:v>
                </c:pt>
                <c:pt idx="14401">
                  <c:v>1440.1</c:v>
                </c:pt>
                <c:pt idx="14402">
                  <c:v>1440.2</c:v>
                </c:pt>
                <c:pt idx="14403">
                  <c:v>1440.3</c:v>
                </c:pt>
                <c:pt idx="14404">
                  <c:v>1440.4</c:v>
                </c:pt>
                <c:pt idx="14405">
                  <c:v>1440.5</c:v>
                </c:pt>
                <c:pt idx="14406">
                  <c:v>1440.6</c:v>
                </c:pt>
                <c:pt idx="14407">
                  <c:v>1440.7</c:v>
                </c:pt>
                <c:pt idx="14408">
                  <c:v>1440.8</c:v>
                </c:pt>
                <c:pt idx="14409">
                  <c:v>1440.9</c:v>
                </c:pt>
                <c:pt idx="14410">
                  <c:v>1441</c:v>
                </c:pt>
                <c:pt idx="14411">
                  <c:v>1441.1</c:v>
                </c:pt>
                <c:pt idx="14412">
                  <c:v>1441.2</c:v>
                </c:pt>
                <c:pt idx="14413">
                  <c:v>1441.3</c:v>
                </c:pt>
                <c:pt idx="14414">
                  <c:v>1441.4</c:v>
                </c:pt>
                <c:pt idx="14415">
                  <c:v>1441.5</c:v>
                </c:pt>
                <c:pt idx="14416">
                  <c:v>1441.6</c:v>
                </c:pt>
                <c:pt idx="14417">
                  <c:v>1441.7</c:v>
                </c:pt>
                <c:pt idx="14418">
                  <c:v>1441.8</c:v>
                </c:pt>
                <c:pt idx="14419">
                  <c:v>1441.9</c:v>
                </c:pt>
                <c:pt idx="14420">
                  <c:v>1442</c:v>
                </c:pt>
                <c:pt idx="14421">
                  <c:v>1442.1</c:v>
                </c:pt>
                <c:pt idx="14422">
                  <c:v>1442.2</c:v>
                </c:pt>
                <c:pt idx="14423">
                  <c:v>1442.3</c:v>
                </c:pt>
                <c:pt idx="14424">
                  <c:v>1442.4</c:v>
                </c:pt>
                <c:pt idx="14425">
                  <c:v>1442.5</c:v>
                </c:pt>
                <c:pt idx="14426">
                  <c:v>1442.6</c:v>
                </c:pt>
                <c:pt idx="14427">
                  <c:v>1442.7</c:v>
                </c:pt>
                <c:pt idx="14428">
                  <c:v>1442.8</c:v>
                </c:pt>
                <c:pt idx="14429">
                  <c:v>1442.9</c:v>
                </c:pt>
                <c:pt idx="14430">
                  <c:v>1443</c:v>
                </c:pt>
                <c:pt idx="14431">
                  <c:v>1443.1</c:v>
                </c:pt>
                <c:pt idx="14432">
                  <c:v>1443.2</c:v>
                </c:pt>
                <c:pt idx="14433">
                  <c:v>1443.3</c:v>
                </c:pt>
                <c:pt idx="14434">
                  <c:v>1443.4</c:v>
                </c:pt>
                <c:pt idx="14435">
                  <c:v>1443.5</c:v>
                </c:pt>
                <c:pt idx="14436">
                  <c:v>1443.6</c:v>
                </c:pt>
                <c:pt idx="14437">
                  <c:v>1443.7</c:v>
                </c:pt>
                <c:pt idx="14438">
                  <c:v>1443.8</c:v>
                </c:pt>
                <c:pt idx="14439">
                  <c:v>1443.9</c:v>
                </c:pt>
                <c:pt idx="14440">
                  <c:v>1444</c:v>
                </c:pt>
                <c:pt idx="14441">
                  <c:v>1444.1</c:v>
                </c:pt>
                <c:pt idx="14442">
                  <c:v>1444.2</c:v>
                </c:pt>
                <c:pt idx="14443">
                  <c:v>1444.3</c:v>
                </c:pt>
                <c:pt idx="14444">
                  <c:v>1444.4</c:v>
                </c:pt>
                <c:pt idx="14445">
                  <c:v>1444.5</c:v>
                </c:pt>
                <c:pt idx="14446">
                  <c:v>1444.6</c:v>
                </c:pt>
                <c:pt idx="14447">
                  <c:v>1444.7</c:v>
                </c:pt>
                <c:pt idx="14448">
                  <c:v>1444.8</c:v>
                </c:pt>
                <c:pt idx="14449">
                  <c:v>1444.9</c:v>
                </c:pt>
                <c:pt idx="14450">
                  <c:v>1445</c:v>
                </c:pt>
                <c:pt idx="14451">
                  <c:v>1445.1</c:v>
                </c:pt>
                <c:pt idx="14452">
                  <c:v>1445.2</c:v>
                </c:pt>
                <c:pt idx="14453">
                  <c:v>1445.3</c:v>
                </c:pt>
                <c:pt idx="14454">
                  <c:v>1445.4</c:v>
                </c:pt>
                <c:pt idx="14455">
                  <c:v>1445.5</c:v>
                </c:pt>
                <c:pt idx="14456">
                  <c:v>1445.6</c:v>
                </c:pt>
                <c:pt idx="14457">
                  <c:v>1445.7</c:v>
                </c:pt>
                <c:pt idx="14458">
                  <c:v>1445.8</c:v>
                </c:pt>
                <c:pt idx="14459">
                  <c:v>1445.9</c:v>
                </c:pt>
                <c:pt idx="14460">
                  <c:v>1446</c:v>
                </c:pt>
                <c:pt idx="14461">
                  <c:v>1446.1</c:v>
                </c:pt>
                <c:pt idx="14462">
                  <c:v>1446.2</c:v>
                </c:pt>
                <c:pt idx="14463">
                  <c:v>1446.3</c:v>
                </c:pt>
                <c:pt idx="14464">
                  <c:v>1446.4</c:v>
                </c:pt>
                <c:pt idx="14465">
                  <c:v>1446.5</c:v>
                </c:pt>
                <c:pt idx="14466">
                  <c:v>1446.6</c:v>
                </c:pt>
                <c:pt idx="14467">
                  <c:v>1446.7</c:v>
                </c:pt>
                <c:pt idx="14468">
                  <c:v>1446.8</c:v>
                </c:pt>
                <c:pt idx="14469">
                  <c:v>1446.9</c:v>
                </c:pt>
                <c:pt idx="14470">
                  <c:v>1447</c:v>
                </c:pt>
                <c:pt idx="14471">
                  <c:v>1447.1</c:v>
                </c:pt>
                <c:pt idx="14472">
                  <c:v>1447.2</c:v>
                </c:pt>
                <c:pt idx="14473">
                  <c:v>1447.3</c:v>
                </c:pt>
                <c:pt idx="14474">
                  <c:v>1447.4</c:v>
                </c:pt>
                <c:pt idx="14475">
                  <c:v>1447.5</c:v>
                </c:pt>
                <c:pt idx="14476">
                  <c:v>1447.6</c:v>
                </c:pt>
                <c:pt idx="14477">
                  <c:v>1447.7</c:v>
                </c:pt>
                <c:pt idx="14478">
                  <c:v>1447.8</c:v>
                </c:pt>
                <c:pt idx="14479">
                  <c:v>1447.9</c:v>
                </c:pt>
                <c:pt idx="14480">
                  <c:v>1448</c:v>
                </c:pt>
                <c:pt idx="14481">
                  <c:v>1448.1</c:v>
                </c:pt>
                <c:pt idx="14482">
                  <c:v>1448.2</c:v>
                </c:pt>
                <c:pt idx="14483">
                  <c:v>1448.3</c:v>
                </c:pt>
                <c:pt idx="14484">
                  <c:v>1448.4</c:v>
                </c:pt>
                <c:pt idx="14485">
                  <c:v>1448.5</c:v>
                </c:pt>
                <c:pt idx="14486">
                  <c:v>1448.6</c:v>
                </c:pt>
                <c:pt idx="14487">
                  <c:v>1448.7</c:v>
                </c:pt>
                <c:pt idx="14488">
                  <c:v>1448.8</c:v>
                </c:pt>
                <c:pt idx="14489">
                  <c:v>1448.9</c:v>
                </c:pt>
                <c:pt idx="14490">
                  <c:v>1449</c:v>
                </c:pt>
                <c:pt idx="14491">
                  <c:v>1449.1</c:v>
                </c:pt>
                <c:pt idx="14492">
                  <c:v>1449.2</c:v>
                </c:pt>
                <c:pt idx="14493">
                  <c:v>1449.3</c:v>
                </c:pt>
                <c:pt idx="14494">
                  <c:v>1449.4</c:v>
                </c:pt>
                <c:pt idx="14495">
                  <c:v>1449.5</c:v>
                </c:pt>
                <c:pt idx="14496">
                  <c:v>1449.6</c:v>
                </c:pt>
                <c:pt idx="14497">
                  <c:v>1449.7</c:v>
                </c:pt>
                <c:pt idx="14498">
                  <c:v>1449.8</c:v>
                </c:pt>
                <c:pt idx="14499">
                  <c:v>1449.9</c:v>
                </c:pt>
                <c:pt idx="14500">
                  <c:v>1450</c:v>
                </c:pt>
                <c:pt idx="14501">
                  <c:v>1450.1</c:v>
                </c:pt>
                <c:pt idx="14502">
                  <c:v>1450.2</c:v>
                </c:pt>
                <c:pt idx="14503">
                  <c:v>1450.3</c:v>
                </c:pt>
                <c:pt idx="14504">
                  <c:v>1450.4</c:v>
                </c:pt>
                <c:pt idx="14505">
                  <c:v>1450.5</c:v>
                </c:pt>
                <c:pt idx="14506">
                  <c:v>1450.6</c:v>
                </c:pt>
                <c:pt idx="14507">
                  <c:v>1450.7</c:v>
                </c:pt>
                <c:pt idx="14508">
                  <c:v>1450.8</c:v>
                </c:pt>
                <c:pt idx="14509">
                  <c:v>1450.9</c:v>
                </c:pt>
                <c:pt idx="14510">
                  <c:v>1451</c:v>
                </c:pt>
                <c:pt idx="14511">
                  <c:v>1451.1</c:v>
                </c:pt>
                <c:pt idx="14512">
                  <c:v>1451.2</c:v>
                </c:pt>
                <c:pt idx="14513">
                  <c:v>1451.3</c:v>
                </c:pt>
                <c:pt idx="14514">
                  <c:v>1451.4</c:v>
                </c:pt>
                <c:pt idx="14515">
                  <c:v>1451.5</c:v>
                </c:pt>
                <c:pt idx="14516">
                  <c:v>1451.6</c:v>
                </c:pt>
                <c:pt idx="14517">
                  <c:v>1451.7</c:v>
                </c:pt>
                <c:pt idx="14518">
                  <c:v>1451.8</c:v>
                </c:pt>
                <c:pt idx="14519">
                  <c:v>1451.9</c:v>
                </c:pt>
                <c:pt idx="14520">
                  <c:v>1452</c:v>
                </c:pt>
                <c:pt idx="14521">
                  <c:v>1452.1</c:v>
                </c:pt>
                <c:pt idx="14522">
                  <c:v>1452.2</c:v>
                </c:pt>
                <c:pt idx="14523">
                  <c:v>1452.3</c:v>
                </c:pt>
                <c:pt idx="14524">
                  <c:v>1452.4</c:v>
                </c:pt>
                <c:pt idx="14525">
                  <c:v>1452.5</c:v>
                </c:pt>
                <c:pt idx="14526">
                  <c:v>1452.6</c:v>
                </c:pt>
                <c:pt idx="14527">
                  <c:v>1452.7</c:v>
                </c:pt>
                <c:pt idx="14528">
                  <c:v>1452.8</c:v>
                </c:pt>
                <c:pt idx="14529">
                  <c:v>1452.9</c:v>
                </c:pt>
                <c:pt idx="14530">
                  <c:v>1453</c:v>
                </c:pt>
                <c:pt idx="14531">
                  <c:v>1453.1</c:v>
                </c:pt>
                <c:pt idx="14532">
                  <c:v>1453.2</c:v>
                </c:pt>
                <c:pt idx="14533">
                  <c:v>1453.3</c:v>
                </c:pt>
                <c:pt idx="14534">
                  <c:v>1453.4</c:v>
                </c:pt>
                <c:pt idx="14535">
                  <c:v>1453.5</c:v>
                </c:pt>
                <c:pt idx="14536">
                  <c:v>1453.6</c:v>
                </c:pt>
                <c:pt idx="14537">
                  <c:v>1453.7</c:v>
                </c:pt>
                <c:pt idx="14538">
                  <c:v>1453.8</c:v>
                </c:pt>
                <c:pt idx="14539">
                  <c:v>1453.9</c:v>
                </c:pt>
                <c:pt idx="14540">
                  <c:v>1454</c:v>
                </c:pt>
                <c:pt idx="14541">
                  <c:v>1454.1</c:v>
                </c:pt>
                <c:pt idx="14542">
                  <c:v>1454.2</c:v>
                </c:pt>
                <c:pt idx="14543">
                  <c:v>1454.3</c:v>
                </c:pt>
                <c:pt idx="14544">
                  <c:v>1454.4</c:v>
                </c:pt>
                <c:pt idx="14545">
                  <c:v>1454.5</c:v>
                </c:pt>
                <c:pt idx="14546">
                  <c:v>1454.6</c:v>
                </c:pt>
                <c:pt idx="14547">
                  <c:v>1454.7</c:v>
                </c:pt>
                <c:pt idx="14548">
                  <c:v>1454.8</c:v>
                </c:pt>
                <c:pt idx="14549">
                  <c:v>1454.9</c:v>
                </c:pt>
                <c:pt idx="14550">
                  <c:v>1455</c:v>
                </c:pt>
                <c:pt idx="14551">
                  <c:v>1455.1</c:v>
                </c:pt>
                <c:pt idx="14552">
                  <c:v>1455.2</c:v>
                </c:pt>
                <c:pt idx="14553">
                  <c:v>1455.3</c:v>
                </c:pt>
                <c:pt idx="14554">
                  <c:v>1455.4</c:v>
                </c:pt>
                <c:pt idx="14555">
                  <c:v>1455.5</c:v>
                </c:pt>
                <c:pt idx="14556">
                  <c:v>1455.6</c:v>
                </c:pt>
                <c:pt idx="14557">
                  <c:v>1455.7</c:v>
                </c:pt>
                <c:pt idx="14558">
                  <c:v>1455.8</c:v>
                </c:pt>
                <c:pt idx="14559">
                  <c:v>1455.9</c:v>
                </c:pt>
                <c:pt idx="14560">
                  <c:v>1456</c:v>
                </c:pt>
                <c:pt idx="14561">
                  <c:v>1456.1</c:v>
                </c:pt>
                <c:pt idx="14562">
                  <c:v>1456.2</c:v>
                </c:pt>
                <c:pt idx="14563">
                  <c:v>1456.3</c:v>
                </c:pt>
                <c:pt idx="14564">
                  <c:v>1456.4</c:v>
                </c:pt>
                <c:pt idx="14565">
                  <c:v>1456.5</c:v>
                </c:pt>
                <c:pt idx="14566">
                  <c:v>1456.6</c:v>
                </c:pt>
                <c:pt idx="14567">
                  <c:v>1456.7</c:v>
                </c:pt>
                <c:pt idx="14568">
                  <c:v>1456.8</c:v>
                </c:pt>
                <c:pt idx="14569">
                  <c:v>1456.9</c:v>
                </c:pt>
                <c:pt idx="14570">
                  <c:v>1457</c:v>
                </c:pt>
                <c:pt idx="14571">
                  <c:v>1457.1</c:v>
                </c:pt>
                <c:pt idx="14572">
                  <c:v>1457.2</c:v>
                </c:pt>
                <c:pt idx="14573">
                  <c:v>1457.3</c:v>
                </c:pt>
                <c:pt idx="14574">
                  <c:v>1457.4</c:v>
                </c:pt>
                <c:pt idx="14575">
                  <c:v>1457.5</c:v>
                </c:pt>
                <c:pt idx="14576">
                  <c:v>1457.6</c:v>
                </c:pt>
                <c:pt idx="14577">
                  <c:v>1457.7</c:v>
                </c:pt>
                <c:pt idx="14578">
                  <c:v>1457.8</c:v>
                </c:pt>
                <c:pt idx="14579">
                  <c:v>1457.9</c:v>
                </c:pt>
                <c:pt idx="14580">
                  <c:v>1458</c:v>
                </c:pt>
                <c:pt idx="14581">
                  <c:v>1458.1</c:v>
                </c:pt>
                <c:pt idx="14582">
                  <c:v>1458.2</c:v>
                </c:pt>
                <c:pt idx="14583">
                  <c:v>1458.3</c:v>
                </c:pt>
                <c:pt idx="14584">
                  <c:v>1458.4</c:v>
                </c:pt>
                <c:pt idx="14585">
                  <c:v>1458.5</c:v>
                </c:pt>
                <c:pt idx="14586">
                  <c:v>1458.6</c:v>
                </c:pt>
                <c:pt idx="14587">
                  <c:v>1458.7</c:v>
                </c:pt>
                <c:pt idx="14588">
                  <c:v>1458.8</c:v>
                </c:pt>
                <c:pt idx="14589">
                  <c:v>1458.9</c:v>
                </c:pt>
                <c:pt idx="14590">
                  <c:v>1459</c:v>
                </c:pt>
                <c:pt idx="14591">
                  <c:v>1459.1</c:v>
                </c:pt>
                <c:pt idx="14592">
                  <c:v>1459.2</c:v>
                </c:pt>
                <c:pt idx="14593">
                  <c:v>1459.3</c:v>
                </c:pt>
                <c:pt idx="14594">
                  <c:v>1459.4</c:v>
                </c:pt>
                <c:pt idx="14595">
                  <c:v>1459.5</c:v>
                </c:pt>
                <c:pt idx="14596">
                  <c:v>1459.6</c:v>
                </c:pt>
                <c:pt idx="14597">
                  <c:v>1459.7</c:v>
                </c:pt>
                <c:pt idx="14598">
                  <c:v>1459.8</c:v>
                </c:pt>
                <c:pt idx="14599">
                  <c:v>1459.9</c:v>
                </c:pt>
                <c:pt idx="14600">
                  <c:v>1460</c:v>
                </c:pt>
                <c:pt idx="14601">
                  <c:v>1460.1</c:v>
                </c:pt>
                <c:pt idx="14602">
                  <c:v>1460.2</c:v>
                </c:pt>
                <c:pt idx="14603">
                  <c:v>1460.3</c:v>
                </c:pt>
                <c:pt idx="14604">
                  <c:v>1460.4</c:v>
                </c:pt>
                <c:pt idx="14605">
                  <c:v>1460.5</c:v>
                </c:pt>
                <c:pt idx="14606">
                  <c:v>1460.6</c:v>
                </c:pt>
                <c:pt idx="14607">
                  <c:v>1460.7</c:v>
                </c:pt>
                <c:pt idx="14608">
                  <c:v>1460.8</c:v>
                </c:pt>
                <c:pt idx="14609">
                  <c:v>1460.9</c:v>
                </c:pt>
                <c:pt idx="14610">
                  <c:v>1461</c:v>
                </c:pt>
                <c:pt idx="14611">
                  <c:v>1461.1</c:v>
                </c:pt>
                <c:pt idx="14612">
                  <c:v>1461.2</c:v>
                </c:pt>
                <c:pt idx="14613">
                  <c:v>1461.3</c:v>
                </c:pt>
                <c:pt idx="14614">
                  <c:v>1461.4</c:v>
                </c:pt>
                <c:pt idx="14615">
                  <c:v>1461.5</c:v>
                </c:pt>
                <c:pt idx="14616">
                  <c:v>1461.6</c:v>
                </c:pt>
                <c:pt idx="14617">
                  <c:v>1461.7</c:v>
                </c:pt>
                <c:pt idx="14618">
                  <c:v>1461.8</c:v>
                </c:pt>
                <c:pt idx="14619">
                  <c:v>1461.9</c:v>
                </c:pt>
                <c:pt idx="14620">
                  <c:v>1462</c:v>
                </c:pt>
                <c:pt idx="14621">
                  <c:v>1462.1</c:v>
                </c:pt>
                <c:pt idx="14622">
                  <c:v>1462.2</c:v>
                </c:pt>
                <c:pt idx="14623">
                  <c:v>1462.3</c:v>
                </c:pt>
                <c:pt idx="14624">
                  <c:v>1462.4</c:v>
                </c:pt>
                <c:pt idx="14625">
                  <c:v>1462.5</c:v>
                </c:pt>
                <c:pt idx="14626">
                  <c:v>1462.6</c:v>
                </c:pt>
                <c:pt idx="14627">
                  <c:v>1462.7</c:v>
                </c:pt>
                <c:pt idx="14628">
                  <c:v>1462.8</c:v>
                </c:pt>
                <c:pt idx="14629">
                  <c:v>1462.9</c:v>
                </c:pt>
                <c:pt idx="14630">
                  <c:v>1463</c:v>
                </c:pt>
                <c:pt idx="14631">
                  <c:v>1463.1</c:v>
                </c:pt>
                <c:pt idx="14632">
                  <c:v>1463.2</c:v>
                </c:pt>
                <c:pt idx="14633">
                  <c:v>1463.3</c:v>
                </c:pt>
                <c:pt idx="14634">
                  <c:v>1463.4</c:v>
                </c:pt>
                <c:pt idx="14635">
                  <c:v>1463.5</c:v>
                </c:pt>
                <c:pt idx="14636">
                  <c:v>1463.6</c:v>
                </c:pt>
                <c:pt idx="14637">
                  <c:v>1463.7</c:v>
                </c:pt>
                <c:pt idx="14638">
                  <c:v>1463.8</c:v>
                </c:pt>
                <c:pt idx="14639">
                  <c:v>1463.9</c:v>
                </c:pt>
                <c:pt idx="14640">
                  <c:v>1464</c:v>
                </c:pt>
                <c:pt idx="14641">
                  <c:v>1464.1</c:v>
                </c:pt>
                <c:pt idx="14642">
                  <c:v>1464.2</c:v>
                </c:pt>
                <c:pt idx="14643">
                  <c:v>1464.3</c:v>
                </c:pt>
                <c:pt idx="14644">
                  <c:v>1464.4</c:v>
                </c:pt>
                <c:pt idx="14645">
                  <c:v>1464.5</c:v>
                </c:pt>
                <c:pt idx="14646">
                  <c:v>1464.6</c:v>
                </c:pt>
                <c:pt idx="14647">
                  <c:v>1464.7</c:v>
                </c:pt>
                <c:pt idx="14648">
                  <c:v>1464.8</c:v>
                </c:pt>
                <c:pt idx="14649">
                  <c:v>1464.9</c:v>
                </c:pt>
                <c:pt idx="14650">
                  <c:v>1465</c:v>
                </c:pt>
                <c:pt idx="14651">
                  <c:v>1465.1</c:v>
                </c:pt>
                <c:pt idx="14652">
                  <c:v>1465.2</c:v>
                </c:pt>
                <c:pt idx="14653">
                  <c:v>1465.3</c:v>
                </c:pt>
                <c:pt idx="14654">
                  <c:v>1465.4</c:v>
                </c:pt>
                <c:pt idx="14655">
                  <c:v>1465.5</c:v>
                </c:pt>
                <c:pt idx="14656">
                  <c:v>1465.6</c:v>
                </c:pt>
                <c:pt idx="14657">
                  <c:v>1465.7</c:v>
                </c:pt>
                <c:pt idx="14658">
                  <c:v>1465.8</c:v>
                </c:pt>
                <c:pt idx="14659">
                  <c:v>1465.9</c:v>
                </c:pt>
                <c:pt idx="14660">
                  <c:v>1466</c:v>
                </c:pt>
                <c:pt idx="14661">
                  <c:v>1466.1</c:v>
                </c:pt>
                <c:pt idx="14662">
                  <c:v>1466.2</c:v>
                </c:pt>
                <c:pt idx="14663">
                  <c:v>1466.3</c:v>
                </c:pt>
                <c:pt idx="14664">
                  <c:v>1466.4</c:v>
                </c:pt>
                <c:pt idx="14665">
                  <c:v>1466.5</c:v>
                </c:pt>
                <c:pt idx="14666">
                  <c:v>1466.6</c:v>
                </c:pt>
                <c:pt idx="14667">
                  <c:v>1466.7</c:v>
                </c:pt>
                <c:pt idx="14668">
                  <c:v>1466.8</c:v>
                </c:pt>
                <c:pt idx="14669">
                  <c:v>1466.9</c:v>
                </c:pt>
                <c:pt idx="14670">
                  <c:v>1467</c:v>
                </c:pt>
                <c:pt idx="14671">
                  <c:v>1467.1</c:v>
                </c:pt>
                <c:pt idx="14672">
                  <c:v>1467.2</c:v>
                </c:pt>
                <c:pt idx="14673">
                  <c:v>1467.3</c:v>
                </c:pt>
                <c:pt idx="14674">
                  <c:v>1467.4</c:v>
                </c:pt>
                <c:pt idx="14675">
                  <c:v>1467.5</c:v>
                </c:pt>
                <c:pt idx="14676">
                  <c:v>1467.6</c:v>
                </c:pt>
                <c:pt idx="14677">
                  <c:v>1467.7</c:v>
                </c:pt>
                <c:pt idx="14678">
                  <c:v>1467.8</c:v>
                </c:pt>
                <c:pt idx="14679">
                  <c:v>1467.9</c:v>
                </c:pt>
                <c:pt idx="14680">
                  <c:v>1468</c:v>
                </c:pt>
                <c:pt idx="14681">
                  <c:v>1468.1</c:v>
                </c:pt>
                <c:pt idx="14682">
                  <c:v>1468.2</c:v>
                </c:pt>
                <c:pt idx="14683">
                  <c:v>1468.3</c:v>
                </c:pt>
                <c:pt idx="14684">
                  <c:v>1468.4</c:v>
                </c:pt>
                <c:pt idx="14685">
                  <c:v>1468.5</c:v>
                </c:pt>
                <c:pt idx="14686">
                  <c:v>1468.6</c:v>
                </c:pt>
                <c:pt idx="14687">
                  <c:v>1468.7</c:v>
                </c:pt>
                <c:pt idx="14688">
                  <c:v>1468.8</c:v>
                </c:pt>
                <c:pt idx="14689">
                  <c:v>1468.9</c:v>
                </c:pt>
                <c:pt idx="14690">
                  <c:v>1469</c:v>
                </c:pt>
                <c:pt idx="14691">
                  <c:v>1469.1</c:v>
                </c:pt>
                <c:pt idx="14692">
                  <c:v>1469.2</c:v>
                </c:pt>
                <c:pt idx="14693">
                  <c:v>1469.3</c:v>
                </c:pt>
                <c:pt idx="14694">
                  <c:v>1469.4</c:v>
                </c:pt>
                <c:pt idx="14695">
                  <c:v>1469.5</c:v>
                </c:pt>
                <c:pt idx="14696">
                  <c:v>1469.6</c:v>
                </c:pt>
                <c:pt idx="14697">
                  <c:v>1469.7</c:v>
                </c:pt>
                <c:pt idx="14698">
                  <c:v>1469.8</c:v>
                </c:pt>
                <c:pt idx="14699">
                  <c:v>1469.9</c:v>
                </c:pt>
                <c:pt idx="14700">
                  <c:v>1470</c:v>
                </c:pt>
                <c:pt idx="14701">
                  <c:v>1470.1</c:v>
                </c:pt>
                <c:pt idx="14702">
                  <c:v>1470.2</c:v>
                </c:pt>
                <c:pt idx="14703">
                  <c:v>1470.3</c:v>
                </c:pt>
                <c:pt idx="14704">
                  <c:v>1470.4</c:v>
                </c:pt>
                <c:pt idx="14705">
                  <c:v>1470.5</c:v>
                </c:pt>
                <c:pt idx="14706">
                  <c:v>1470.6</c:v>
                </c:pt>
                <c:pt idx="14707">
                  <c:v>1470.7</c:v>
                </c:pt>
                <c:pt idx="14708">
                  <c:v>1470.8</c:v>
                </c:pt>
                <c:pt idx="14709">
                  <c:v>1470.9</c:v>
                </c:pt>
                <c:pt idx="14710">
                  <c:v>1471</c:v>
                </c:pt>
                <c:pt idx="14711">
                  <c:v>1471.1</c:v>
                </c:pt>
                <c:pt idx="14712">
                  <c:v>1471.2</c:v>
                </c:pt>
                <c:pt idx="14713">
                  <c:v>1471.3</c:v>
                </c:pt>
                <c:pt idx="14714">
                  <c:v>1471.4</c:v>
                </c:pt>
                <c:pt idx="14715">
                  <c:v>1471.5</c:v>
                </c:pt>
                <c:pt idx="14716">
                  <c:v>1471.6</c:v>
                </c:pt>
                <c:pt idx="14717">
                  <c:v>1471.7</c:v>
                </c:pt>
                <c:pt idx="14718">
                  <c:v>1471.8</c:v>
                </c:pt>
                <c:pt idx="14719">
                  <c:v>1471.9</c:v>
                </c:pt>
                <c:pt idx="14720">
                  <c:v>1472</c:v>
                </c:pt>
                <c:pt idx="14721">
                  <c:v>1472.1</c:v>
                </c:pt>
                <c:pt idx="14722">
                  <c:v>1472.2</c:v>
                </c:pt>
                <c:pt idx="14723">
                  <c:v>1472.3</c:v>
                </c:pt>
                <c:pt idx="14724">
                  <c:v>1472.4</c:v>
                </c:pt>
                <c:pt idx="14725">
                  <c:v>1472.5</c:v>
                </c:pt>
                <c:pt idx="14726">
                  <c:v>1472.6</c:v>
                </c:pt>
                <c:pt idx="14727">
                  <c:v>1472.7</c:v>
                </c:pt>
                <c:pt idx="14728">
                  <c:v>1472.8</c:v>
                </c:pt>
                <c:pt idx="14729">
                  <c:v>1472.9</c:v>
                </c:pt>
                <c:pt idx="14730">
                  <c:v>1473</c:v>
                </c:pt>
                <c:pt idx="14731">
                  <c:v>1473.1</c:v>
                </c:pt>
                <c:pt idx="14732">
                  <c:v>1473.2</c:v>
                </c:pt>
                <c:pt idx="14733">
                  <c:v>1473.3</c:v>
                </c:pt>
                <c:pt idx="14734">
                  <c:v>1473.4</c:v>
                </c:pt>
                <c:pt idx="14735">
                  <c:v>1473.5</c:v>
                </c:pt>
                <c:pt idx="14736">
                  <c:v>1473.6</c:v>
                </c:pt>
                <c:pt idx="14737">
                  <c:v>1473.7</c:v>
                </c:pt>
                <c:pt idx="14738">
                  <c:v>1473.8</c:v>
                </c:pt>
                <c:pt idx="14739">
                  <c:v>1473.9</c:v>
                </c:pt>
                <c:pt idx="14740">
                  <c:v>1474</c:v>
                </c:pt>
                <c:pt idx="14741">
                  <c:v>1474.1</c:v>
                </c:pt>
                <c:pt idx="14742">
                  <c:v>1474.2</c:v>
                </c:pt>
                <c:pt idx="14743">
                  <c:v>1474.3</c:v>
                </c:pt>
                <c:pt idx="14744">
                  <c:v>1474.4</c:v>
                </c:pt>
                <c:pt idx="14745">
                  <c:v>1474.5</c:v>
                </c:pt>
                <c:pt idx="14746">
                  <c:v>1474.6</c:v>
                </c:pt>
                <c:pt idx="14747">
                  <c:v>1474.7</c:v>
                </c:pt>
                <c:pt idx="14748">
                  <c:v>1474.8</c:v>
                </c:pt>
                <c:pt idx="14749">
                  <c:v>1474.9</c:v>
                </c:pt>
                <c:pt idx="14750">
                  <c:v>1475</c:v>
                </c:pt>
                <c:pt idx="14751">
                  <c:v>1475.1</c:v>
                </c:pt>
                <c:pt idx="14752">
                  <c:v>1475.2</c:v>
                </c:pt>
                <c:pt idx="14753">
                  <c:v>1475.3</c:v>
                </c:pt>
                <c:pt idx="14754">
                  <c:v>1475.4</c:v>
                </c:pt>
                <c:pt idx="14755">
                  <c:v>1475.5</c:v>
                </c:pt>
                <c:pt idx="14756">
                  <c:v>1475.6</c:v>
                </c:pt>
                <c:pt idx="14757">
                  <c:v>1475.7</c:v>
                </c:pt>
                <c:pt idx="14758">
                  <c:v>1475.8</c:v>
                </c:pt>
                <c:pt idx="14759">
                  <c:v>1475.9</c:v>
                </c:pt>
                <c:pt idx="14760">
                  <c:v>1476</c:v>
                </c:pt>
                <c:pt idx="14761">
                  <c:v>1476.1</c:v>
                </c:pt>
                <c:pt idx="14762">
                  <c:v>1476.2</c:v>
                </c:pt>
                <c:pt idx="14763">
                  <c:v>1476.3</c:v>
                </c:pt>
                <c:pt idx="14764">
                  <c:v>1476.4</c:v>
                </c:pt>
                <c:pt idx="14765">
                  <c:v>1476.5</c:v>
                </c:pt>
                <c:pt idx="14766">
                  <c:v>1476.6</c:v>
                </c:pt>
                <c:pt idx="14767">
                  <c:v>1476.7</c:v>
                </c:pt>
                <c:pt idx="14768">
                  <c:v>1476.8</c:v>
                </c:pt>
                <c:pt idx="14769">
                  <c:v>1476.9</c:v>
                </c:pt>
                <c:pt idx="14770">
                  <c:v>1477</c:v>
                </c:pt>
                <c:pt idx="14771">
                  <c:v>1477.1</c:v>
                </c:pt>
                <c:pt idx="14772">
                  <c:v>1477.2</c:v>
                </c:pt>
                <c:pt idx="14773">
                  <c:v>1477.3</c:v>
                </c:pt>
                <c:pt idx="14774">
                  <c:v>1477.4</c:v>
                </c:pt>
                <c:pt idx="14775">
                  <c:v>1477.5</c:v>
                </c:pt>
                <c:pt idx="14776">
                  <c:v>1477.6</c:v>
                </c:pt>
                <c:pt idx="14777">
                  <c:v>1477.7</c:v>
                </c:pt>
                <c:pt idx="14778">
                  <c:v>1477.8</c:v>
                </c:pt>
                <c:pt idx="14779">
                  <c:v>1477.9</c:v>
                </c:pt>
                <c:pt idx="14780">
                  <c:v>1478</c:v>
                </c:pt>
                <c:pt idx="14781">
                  <c:v>1478.1</c:v>
                </c:pt>
                <c:pt idx="14782">
                  <c:v>1478.2</c:v>
                </c:pt>
                <c:pt idx="14783">
                  <c:v>1478.3</c:v>
                </c:pt>
                <c:pt idx="14784">
                  <c:v>1478.4</c:v>
                </c:pt>
                <c:pt idx="14785">
                  <c:v>1478.5</c:v>
                </c:pt>
                <c:pt idx="14786">
                  <c:v>1478.6</c:v>
                </c:pt>
                <c:pt idx="14787">
                  <c:v>1478.7</c:v>
                </c:pt>
                <c:pt idx="14788">
                  <c:v>1478.8</c:v>
                </c:pt>
                <c:pt idx="14789">
                  <c:v>1478.9</c:v>
                </c:pt>
                <c:pt idx="14790">
                  <c:v>1479</c:v>
                </c:pt>
                <c:pt idx="14791">
                  <c:v>1479.1</c:v>
                </c:pt>
                <c:pt idx="14792">
                  <c:v>1479.2</c:v>
                </c:pt>
                <c:pt idx="14793">
                  <c:v>1479.3</c:v>
                </c:pt>
                <c:pt idx="14794">
                  <c:v>1479.4</c:v>
                </c:pt>
                <c:pt idx="14795">
                  <c:v>1479.5</c:v>
                </c:pt>
                <c:pt idx="14796">
                  <c:v>1479.6</c:v>
                </c:pt>
                <c:pt idx="14797">
                  <c:v>1479.7</c:v>
                </c:pt>
                <c:pt idx="14798">
                  <c:v>1479.8</c:v>
                </c:pt>
                <c:pt idx="14799">
                  <c:v>1479.9</c:v>
                </c:pt>
                <c:pt idx="14800">
                  <c:v>1480</c:v>
                </c:pt>
                <c:pt idx="14801">
                  <c:v>1480.1</c:v>
                </c:pt>
                <c:pt idx="14802">
                  <c:v>1480.2</c:v>
                </c:pt>
                <c:pt idx="14803">
                  <c:v>1480.3</c:v>
                </c:pt>
                <c:pt idx="14804">
                  <c:v>1480.4</c:v>
                </c:pt>
                <c:pt idx="14805">
                  <c:v>1480.5</c:v>
                </c:pt>
                <c:pt idx="14806">
                  <c:v>1480.6</c:v>
                </c:pt>
                <c:pt idx="14807">
                  <c:v>1480.7</c:v>
                </c:pt>
                <c:pt idx="14808">
                  <c:v>1480.8</c:v>
                </c:pt>
                <c:pt idx="14809">
                  <c:v>1480.9</c:v>
                </c:pt>
                <c:pt idx="14810">
                  <c:v>1481</c:v>
                </c:pt>
                <c:pt idx="14811">
                  <c:v>1481.1</c:v>
                </c:pt>
                <c:pt idx="14812">
                  <c:v>1481.2</c:v>
                </c:pt>
                <c:pt idx="14813">
                  <c:v>1481.3</c:v>
                </c:pt>
                <c:pt idx="14814">
                  <c:v>1481.4</c:v>
                </c:pt>
                <c:pt idx="14815">
                  <c:v>1481.5</c:v>
                </c:pt>
                <c:pt idx="14816">
                  <c:v>1481.6</c:v>
                </c:pt>
                <c:pt idx="14817">
                  <c:v>1481.7</c:v>
                </c:pt>
                <c:pt idx="14818">
                  <c:v>1481.8</c:v>
                </c:pt>
                <c:pt idx="14819">
                  <c:v>1481.9</c:v>
                </c:pt>
                <c:pt idx="14820">
                  <c:v>1482</c:v>
                </c:pt>
                <c:pt idx="14821">
                  <c:v>1482.1</c:v>
                </c:pt>
                <c:pt idx="14822">
                  <c:v>1482.2</c:v>
                </c:pt>
                <c:pt idx="14823">
                  <c:v>1482.3</c:v>
                </c:pt>
                <c:pt idx="14824">
                  <c:v>1482.4</c:v>
                </c:pt>
                <c:pt idx="14825">
                  <c:v>1482.5</c:v>
                </c:pt>
                <c:pt idx="14826">
                  <c:v>1482.6</c:v>
                </c:pt>
                <c:pt idx="14827">
                  <c:v>1482.7</c:v>
                </c:pt>
                <c:pt idx="14828">
                  <c:v>1482.8</c:v>
                </c:pt>
                <c:pt idx="14829">
                  <c:v>1482.9</c:v>
                </c:pt>
                <c:pt idx="14830">
                  <c:v>1483</c:v>
                </c:pt>
                <c:pt idx="14831">
                  <c:v>1483.1</c:v>
                </c:pt>
                <c:pt idx="14832">
                  <c:v>1483.2</c:v>
                </c:pt>
                <c:pt idx="14833">
                  <c:v>1483.3</c:v>
                </c:pt>
                <c:pt idx="14834">
                  <c:v>1483.4</c:v>
                </c:pt>
                <c:pt idx="14835">
                  <c:v>1483.5</c:v>
                </c:pt>
                <c:pt idx="14836">
                  <c:v>1483.6</c:v>
                </c:pt>
                <c:pt idx="14837">
                  <c:v>1483.7</c:v>
                </c:pt>
                <c:pt idx="14838">
                  <c:v>1483.8</c:v>
                </c:pt>
                <c:pt idx="14839">
                  <c:v>1483.9</c:v>
                </c:pt>
                <c:pt idx="14840">
                  <c:v>1484</c:v>
                </c:pt>
                <c:pt idx="14841">
                  <c:v>1484.1</c:v>
                </c:pt>
                <c:pt idx="14842">
                  <c:v>1484.2</c:v>
                </c:pt>
                <c:pt idx="14843">
                  <c:v>1484.3</c:v>
                </c:pt>
                <c:pt idx="14844">
                  <c:v>1484.4</c:v>
                </c:pt>
                <c:pt idx="14845">
                  <c:v>1484.5</c:v>
                </c:pt>
                <c:pt idx="14846">
                  <c:v>1484.6</c:v>
                </c:pt>
                <c:pt idx="14847">
                  <c:v>1484.7</c:v>
                </c:pt>
                <c:pt idx="14848">
                  <c:v>1484.8</c:v>
                </c:pt>
                <c:pt idx="14849">
                  <c:v>1484.9</c:v>
                </c:pt>
                <c:pt idx="14850">
                  <c:v>1485</c:v>
                </c:pt>
                <c:pt idx="14851">
                  <c:v>1485.1</c:v>
                </c:pt>
                <c:pt idx="14852">
                  <c:v>1485.2</c:v>
                </c:pt>
                <c:pt idx="14853">
                  <c:v>1485.3</c:v>
                </c:pt>
                <c:pt idx="14854">
                  <c:v>1485.4</c:v>
                </c:pt>
                <c:pt idx="14855">
                  <c:v>1485.5</c:v>
                </c:pt>
                <c:pt idx="14856">
                  <c:v>1485.6</c:v>
                </c:pt>
                <c:pt idx="14857">
                  <c:v>1485.7</c:v>
                </c:pt>
                <c:pt idx="14858">
                  <c:v>1485.8</c:v>
                </c:pt>
                <c:pt idx="14859">
                  <c:v>1485.9</c:v>
                </c:pt>
                <c:pt idx="14860">
                  <c:v>1486</c:v>
                </c:pt>
                <c:pt idx="14861">
                  <c:v>1486.1</c:v>
                </c:pt>
                <c:pt idx="14862">
                  <c:v>1486.2</c:v>
                </c:pt>
                <c:pt idx="14863">
                  <c:v>1486.3</c:v>
                </c:pt>
                <c:pt idx="14864">
                  <c:v>1486.4</c:v>
                </c:pt>
                <c:pt idx="14865">
                  <c:v>1486.5</c:v>
                </c:pt>
                <c:pt idx="14866">
                  <c:v>1486.6</c:v>
                </c:pt>
                <c:pt idx="14867">
                  <c:v>1486.7</c:v>
                </c:pt>
                <c:pt idx="14868">
                  <c:v>1486.8</c:v>
                </c:pt>
                <c:pt idx="14869">
                  <c:v>1486.9</c:v>
                </c:pt>
                <c:pt idx="14870">
                  <c:v>1487</c:v>
                </c:pt>
                <c:pt idx="14871">
                  <c:v>1487.1</c:v>
                </c:pt>
                <c:pt idx="14872">
                  <c:v>1487.2</c:v>
                </c:pt>
                <c:pt idx="14873">
                  <c:v>1487.3</c:v>
                </c:pt>
                <c:pt idx="14874">
                  <c:v>1487.4</c:v>
                </c:pt>
                <c:pt idx="14875">
                  <c:v>1487.5</c:v>
                </c:pt>
                <c:pt idx="14876">
                  <c:v>1487.6</c:v>
                </c:pt>
                <c:pt idx="14877">
                  <c:v>1487.7</c:v>
                </c:pt>
                <c:pt idx="14878">
                  <c:v>1487.8</c:v>
                </c:pt>
                <c:pt idx="14879">
                  <c:v>1487.9</c:v>
                </c:pt>
                <c:pt idx="14880">
                  <c:v>1488</c:v>
                </c:pt>
                <c:pt idx="14881">
                  <c:v>1488.1</c:v>
                </c:pt>
                <c:pt idx="14882">
                  <c:v>1488.2</c:v>
                </c:pt>
                <c:pt idx="14883">
                  <c:v>1488.3</c:v>
                </c:pt>
                <c:pt idx="14884">
                  <c:v>1488.4</c:v>
                </c:pt>
                <c:pt idx="14885">
                  <c:v>1488.5</c:v>
                </c:pt>
                <c:pt idx="14886">
                  <c:v>1488.6</c:v>
                </c:pt>
                <c:pt idx="14887">
                  <c:v>1488.7</c:v>
                </c:pt>
                <c:pt idx="14888">
                  <c:v>1488.8</c:v>
                </c:pt>
                <c:pt idx="14889">
                  <c:v>1488.9</c:v>
                </c:pt>
                <c:pt idx="14890">
                  <c:v>1489</c:v>
                </c:pt>
                <c:pt idx="14891">
                  <c:v>1489.1</c:v>
                </c:pt>
                <c:pt idx="14892">
                  <c:v>1489.2</c:v>
                </c:pt>
                <c:pt idx="14893">
                  <c:v>1489.3</c:v>
                </c:pt>
                <c:pt idx="14894">
                  <c:v>1489.4</c:v>
                </c:pt>
                <c:pt idx="14895">
                  <c:v>1489.5</c:v>
                </c:pt>
                <c:pt idx="14896">
                  <c:v>1489.6</c:v>
                </c:pt>
                <c:pt idx="14897">
                  <c:v>1489.7</c:v>
                </c:pt>
                <c:pt idx="14898">
                  <c:v>1489.8</c:v>
                </c:pt>
                <c:pt idx="14899">
                  <c:v>1489.9</c:v>
                </c:pt>
                <c:pt idx="14900">
                  <c:v>1490</c:v>
                </c:pt>
                <c:pt idx="14901">
                  <c:v>1490.1</c:v>
                </c:pt>
                <c:pt idx="14902">
                  <c:v>1490.2</c:v>
                </c:pt>
                <c:pt idx="14903">
                  <c:v>1490.3</c:v>
                </c:pt>
                <c:pt idx="14904">
                  <c:v>1490.4</c:v>
                </c:pt>
                <c:pt idx="14905">
                  <c:v>1490.5</c:v>
                </c:pt>
                <c:pt idx="14906">
                  <c:v>1490.6</c:v>
                </c:pt>
                <c:pt idx="14907">
                  <c:v>1490.7</c:v>
                </c:pt>
                <c:pt idx="14908">
                  <c:v>1490.8</c:v>
                </c:pt>
                <c:pt idx="14909">
                  <c:v>1490.9</c:v>
                </c:pt>
                <c:pt idx="14910">
                  <c:v>1491</c:v>
                </c:pt>
                <c:pt idx="14911">
                  <c:v>1491.1</c:v>
                </c:pt>
                <c:pt idx="14912">
                  <c:v>1491.2</c:v>
                </c:pt>
                <c:pt idx="14913">
                  <c:v>1491.3</c:v>
                </c:pt>
                <c:pt idx="14914">
                  <c:v>1491.4</c:v>
                </c:pt>
                <c:pt idx="14915">
                  <c:v>1491.5</c:v>
                </c:pt>
                <c:pt idx="14916">
                  <c:v>1491.6</c:v>
                </c:pt>
                <c:pt idx="14917">
                  <c:v>1491.7</c:v>
                </c:pt>
                <c:pt idx="14918">
                  <c:v>1491.8</c:v>
                </c:pt>
                <c:pt idx="14919">
                  <c:v>1491.9</c:v>
                </c:pt>
                <c:pt idx="14920">
                  <c:v>1492</c:v>
                </c:pt>
                <c:pt idx="14921">
                  <c:v>1492.1</c:v>
                </c:pt>
                <c:pt idx="14922">
                  <c:v>1492.2</c:v>
                </c:pt>
                <c:pt idx="14923">
                  <c:v>1492.3</c:v>
                </c:pt>
                <c:pt idx="14924">
                  <c:v>1492.4</c:v>
                </c:pt>
                <c:pt idx="14925">
                  <c:v>1492.5</c:v>
                </c:pt>
                <c:pt idx="14926">
                  <c:v>1492.6</c:v>
                </c:pt>
                <c:pt idx="14927">
                  <c:v>1492.7</c:v>
                </c:pt>
                <c:pt idx="14928">
                  <c:v>1492.8</c:v>
                </c:pt>
                <c:pt idx="14929">
                  <c:v>1492.9</c:v>
                </c:pt>
                <c:pt idx="14930">
                  <c:v>1493</c:v>
                </c:pt>
                <c:pt idx="14931">
                  <c:v>1493.1</c:v>
                </c:pt>
                <c:pt idx="14932">
                  <c:v>1493.2</c:v>
                </c:pt>
                <c:pt idx="14933">
                  <c:v>1493.3</c:v>
                </c:pt>
                <c:pt idx="14934">
                  <c:v>1493.4</c:v>
                </c:pt>
                <c:pt idx="14935">
                  <c:v>1493.5</c:v>
                </c:pt>
                <c:pt idx="14936">
                  <c:v>1493.6</c:v>
                </c:pt>
                <c:pt idx="14937">
                  <c:v>1493.7</c:v>
                </c:pt>
                <c:pt idx="14938">
                  <c:v>1493.8</c:v>
                </c:pt>
                <c:pt idx="14939">
                  <c:v>1493.9</c:v>
                </c:pt>
                <c:pt idx="14940">
                  <c:v>1494</c:v>
                </c:pt>
                <c:pt idx="14941">
                  <c:v>1494.1</c:v>
                </c:pt>
                <c:pt idx="14942">
                  <c:v>1494.2</c:v>
                </c:pt>
                <c:pt idx="14943">
                  <c:v>1494.3</c:v>
                </c:pt>
                <c:pt idx="14944">
                  <c:v>1494.4</c:v>
                </c:pt>
                <c:pt idx="14945">
                  <c:v>1494.5</c:v>
                </c:pt>
                <c:pt idx="14946">
                  <c:v>1494.6</c:v>
                </c:pt>
                <c:pt idx="14947">
                  <c:v>1494.7</c:v>
                </c:pt>
                <c:pt idx="14948">
                  <c:v>1494.8</c:v>
                </c:pt>
                <c:pt idx="14949">
                  <c:v>1494.9</c:v>
                </c:pt>
                <c:pt idx="14950">
                  <c:v>1495</c:v>
                </c:pt>
                <c:pt idx="14951">
                  <c:v>1495.1</c:v>
                </c:pt>
                <c:pt idx="14952">
                  <c:v>1495.2</c:v>
                </c:pt>
                <c:pt idx="14953">
                  <c:v>1495.3</c:v>
                </c:pt>
                <c:pt idx="14954">
                  <c:v>1495.4</c:v>
                </c:pt>
                <c:pt idx="14955">
                  <c:v>1495.5</c:v>
                </c:pt>
                <c:pt idx="14956">
                  <c:v>1495.6</c:v>
                </c:pt>
                <c:pt idx="14957">
                  <c:v>1495.7</c:v>
                </c:pt>
                <c:pt idx="14958">
                  <c:v>1495.8</c:v>
                </c:pt>
                <c:pt idx="14959">
                  <c:v>1495.9</c:v>
                </c:pt>
                <c:pt idx="14960">
                  <c:v>1496</c:v>
                </c:pt>
                <c:pt idx="14961">
                  <c:v>1496.1</c:v>
                </c:pt>
                <c:pt idx="14962">
                  <c:v>1496.2</c:v>
                </c:pt>
                <c:pt idx="14963">
                  <c:v>1496.3</c:v>
                </c:pt>
                <c:pt idx="14964">
                  <c:v>1496.4</c:v>
                </c:pt>
                <c:pt idx="14965">
                  <c:v>1496.5</c:v>
                </c:pt>
                <c:pt idx="14966">
                  <c:v>1496.6</c:v>
                </c:pt>
                <c:pt idx="14967">
                  <c:v>1496.7</c:v>
                </c:pt>
                <c:pt idx="14968">
                  <c:v>1496.8</c:v>
                </c:pt>
                <c:pt idx="14969">
                  <c:v>1496.9</c:v>
                </c:pt>
                <c:pt idx="14970">
                  <c:v>1497</c:v>
                </c:pt>
                <c:pt idx="14971">
                  <c:v>1497.1</c:v>
                </c:pt>
                <c:pt idx="14972">
                  <c:v>1497.2</c:v>
                </c:pt>
                <c:pt idx="14973">
                  <c:v>1497.3</c:v>
                </c:pt>
                <c:pt idx="14974">
                  <c:v>1497.4</c:v>
                </c:pt>
                <c:pt idx="14975">
                  <c:v>1497.5</c:v>
                </c:pt>
                <c:pt idx="14976">
                  <c:v>1497.6</c:v>
                </c:pt>
                <c:pt idx="14977">
                  <c:v>1497.7</c:v>
                </c:pt>
                <c:pt idx="14978">
                  <c:v>1497.8</c:v>
                </c:pt>
                <c:pt idx="14979">
                  <c:v>1497.9</c:v>
                </c:pt>
                <c:pt idx="14980">
                  <c:v>1498</c:v>
                </c:pt>
                <c:pt idx="14981">
                  <c:v>1498.1</c:v>
                </c:pt>
                <c:pt idx="14982">
                  <c:v>1498.2</c:v>
                </c:pt>
                <c:pt idx="14983">
                  <c:v>1498.3</c:v>
                </c:pt>
                <c:pt idx="14984">
                  <c:v>1498.4</c:v>
                </c:pt>
                <c:pt idx="14985">
                  <c:v>1498.5</c:v>
                </c:pt>
                <c:pt idx="14986">
                  <c:v>1498.6</c:v>
                </c:pt>
                <c:pt idx="14987">
                  <c:v>1498.7</c:v>
                </c:pt>
                <c:pt idx="14988">
                  <c:v>1498.8</c:v>
                </c:pt>
                <c:pt idx="14989">
                  <c:v>1498.9</c:v>
                </c:pt>
                <c:pt idx="14990">
                  <c:v>1499</c:v>
                </c:pt>
                <c:pt idx="14991">
                  <c:v>1499.1</c:v>
                </c:pt>
                <c:pt idx="14992">
                  <c:v>1499.2</c:v>
                </c:pt>
                <c:pt idx="14993">
                  <c:v>1499.3</c:v>
                </c:pt>
                <c:pt idx="14994">
                  <c:v>1499.4</c:v>
                </c:pt>
                <c:pt idx="14995">
                  <c:v>1499.5</c:v>
                </c:pt>
                <c:pt idx="14996">
                  <c:v>1499.6</c:v>
                </c:pt>
                <c:pt idx="14997">
                  <c:v>1499.7</c:v>
                </c:pt>
                <c:pt idx="14998">
                  <c:v>1499.8</c:v>
                </c:pt>
                <c:pt idx="14999">
                  <c:v>1499.9</c:v>
                </c:pt>
              </c:numCache>
            </c:numRef>
          </c:xVal>
          <c:yVal>
            <c:numRef>
              <c:f>'RC-Model'!$C$2:$C$15001</c:f>
              <c:numCache>
                <c:formatCode>General</c:formatCode>
                <c:ptCount val="15000"/>
                <c:pt idx="0">
                  <c:v>75</c:v>
                </c:pt>
                <c:pt idx="1">
                  <c:v>75.130347192895897</c:v>
                </c:pt>
                <c:pt idx="2">
                  <c:v>75.259717725675898</c:v>
                </c:pt>
                <c:pt idx="3">
                  <c:v>75.388122378171005</c:v>
                </c:pt>
                <c:pt idx="4">
                  <c:v>75.515571807050193</c:v>
                </c:pt>
                <c:pt idx="5">
                  <c:v>75.642076547231397</c:v>
                </c:pt>
                <c:pt idx="6">
                  <c:v>75.767647013277099</c:v>
                </c:pt>
                <c:pt idx="7">
                  <c:v>75.892293500772894</c:v>
                </c:pt>
                <c:pt idx="8">
                  <c:v>76.016026187690699</c:v>
                </c:pt>
                <c:pt idx="9">
                  <c:v>76.138855135736904</c:v>
                </c:pt>
                <c:pt idx="10">
                  <c:v>76.260790291684103</c:v>
                </c:pt>
                <c:pt idx="11">
                  <c:v>76.381841488688096</c:v>
                </c:pt>
                <c:pt idx="12">
                  <c:v>76.502018447590004</c:v>
                </c:pt>
                <c:pt idx="13">
                  <c:v>76.621330778202505</c:v>
                </c:pt>
                <c:pt idx="14">
                  <c:v>76.739787980582904</c:v>
                </c:pt>
                <c:pt idx="15">
                  <c:v>76.857399446289804</c:v>
                </c:pt>
                <c:pt idx="16">
                  <c:v>76.974174459627093</c:v>
                </c:pt>
                <c:pt idx="17">
                  <c:v>77.090122198872194</c:v>
                </c:pt>
                <c:pt idx="18">
                  <c:v>77.205251737491196</c:v>
                </c:pt>
                <c:pt idx="19">
                  <c:v>77.319572045339697</c:v>
                </c:pt>
                <c:pt idx="20">
                  <c:v>77.433091989849999</c:v>
                </c:pt>
                <c:pt idx="21">
                  <c:v>77.545820337204603</c:v>
                </c:pt>
                <c:pt idx="22">
                  <c:v>77.657765753496193</c:v>
                </c:pt>
                <c:pt idx="23">
                  <c:v>77.768936805874901</c:v>
                </c:pt>
                <c:pt idx="24">
                  <c:v>77.879341963681</c:v>
                </c:pt>
                <c:pt idx="25">
                  <c:v>77.988989599566594</c:v>
                </c:pt>
                <c:pt idx="26">
                  <c:v>78.0978879906028</c:v>
                </c:pt>
                <c:pt idx="27">
                  <c:v>78.206045319375093</c:v>
                </c:pt>
                <c:pt idx="28">
                  <c:v>78.313469675065704</c:v>
                </c:pt>
                <c:pt idx="29">
                  <c:v>78.420169054523996</c:v>
                </c:pt>
                <c:pt idx="30">
                  <c:v>78.526151363324104</c:v>
                </c:pt>
                <c:pt idx="31">
                  <c:v>78.631424416810901</c:v>
                </c:pt>
                <c:pt idx="32">
                  <c:v>78.735995941133694</c:v>
                </c:pt>
                <c:pt idx="33">
                  <c:v>78.839873574268196</c:v>
                </c:pt>
                <c:pt idx="34">
                  <c:v>78.943064867026607</c:v>
                </c:pt>
                <c:pt idx="35">
                  <c:v>79.045577284056606</c:v>
                </c:pt>
                <c:pt idx="36">
                  <c:v>79.147418204827801</c:v>
                </c:pt>
                <c:pt idx="37">
                  <c:v>79.248594924608696</c:v>
                </c:pt>
                <c:pt idx="38">
                  <c:v>79.349114655430398</c:v>
                </c:pt>
                <c:pt idx="39">
                  <c:v>79.448984527040807</c:v>
                </c:pt>
                <c:pt idx="40">
                  <c:v>79.548211587847007</c:v>
                </c:pt>
                <c:pt idx="41">
                  <c:v>79.646802805847599</c:v>
                </c:pt>
                <c:pt idx="42">
                  <c:v>79.744765069553395</c:v>
                </c:pt>
                <c:pt idx="43">
                  <c:v>79.842105188898501</c:v>
                </c:pt>
                <c:pt idx="44">
                  <c:v>79.938829896140405</c:v>
                </c:pt>
                <c:pt idx="45">
                  <c:v>80.034945846749807</c:v>
                </c:pt>
                <c:pt idx="46">
                  <c:v>80.130459620290296</c:v>
                </c:pt>
                <c:pt idx="47">
                  <c:v>80.225377721288297</c:v>
                </c:pt>
                <c:pt idx="48">
                  <c:v>80.3197065800925</c:v>
                </c:pt>
                <c:pt idx="49">
                  <c:v>80.413452553723403</c:v>
                </c:pt>
                <c:pt idx="50">
                  <c:v>80.506621926714104</c:v>
                </c:pt>
                <c:pt idx="51">
                  <c:v>80.599220911939895</c:v>
                </c:pt>
                <c:pt idx="52">
                  <c:v>80.691255651439903</c:v>
                </c:pt>
                <c:pt idx="53">
                  <c:v>80.782732217228002</c:v>
                </c:pt>
                <c:pt idx="54">
                  <c:v>80.873656612095701</c:v>
                </c:pt>
                <c:pt idx="55">
                  <c:v>80.964034770404496</c:v>
                </c:pt>
                <c:pt idx="56">
                  <c:v>81.053872558870296</c:v>
                </c:pt>
                <c:pt idx="57">
                  <c:v>81.143175777337902</c:v>
                </c:pt>
                <c:pt idx="58">
                  <c:v>81.231950159547594</c:v>
                </c:pt>
                <c:pt idx="59">
                  <c:v>81.320201373892004</c:v>
                </c:pt>
                <c:pt idx="60">
                  <c:v>81.407935024165099</c:v>
                </c:pt>
                <c:pt idx="61">
                  <c:v>81.495156650301794</c:v>
                </c:pt>
                <c:pt idx="62">
                  <c:v>81.581871729109807</c:v>
                </c:pt>
                <c:pt idx="63">
                  <c:v>81.668085674992497</c:v>
                </c:pt>
                <c:pt idx="64">
                  <c:v>81.753803840664204</c:v>
                </c:pt>
                <c:pt idx="65">
                  <c:v>81.839031517856696</c:v>
                </c:pt>
                <c:pt idx="66">
                  <c:v>81.923773938017405</c:v>
                </c:pt>
                <c:pt idx="67">
                  <c:v>82.008036273000698</c:v>
                </c:pt>
                <c:pt idx="68">
                  <c:v>82.091823635750004</c:v>
                </c:pt>
                <c:pt idx="69">
                  <c:v>82.175141080972793</c:v>
                </c:pt>
                <c:pt idx="70">
                  <c:v>82.257993605807599</c:v>
                </c:pt>
                <c:pt idx="71">
                  <c:v>82.340386150483894</c:v>
                </c:pt>
                <c:pt idx="72">
                  <c:v>82.422323598973307</c:v>
                </c:pt>
                <c:pt idx="73">
                  <c:v>82.503810779634605</c:v>
                </c:pt>
                <c:pt idx="74">
                  <c:v>82.584852465850503</c:v>
                </c:pt>
                <c:pt idx="75">
                  <c:v>82.665453376657396</c:v>
                </c:pt>
                <c:pt idx="76">
                  <c:v>82.745618177368101</c:v>
                </c:pt>
                <c:pt idx="77">
                  <c:v>82.825351480186697</c:v>
                </c:pt>
                <c:pt idx="78">
                  <c:v>82.904657844817706</c:v>
                </c:pt>
                <c:pt idx="79">
                  <c:v>82.983541779066599</c:v>
                </c:pt>
                <c:pt idx="80">
                  <c:v>83.062007739434904</c:v>
                </c:pt>
                <c:pt idx="81">
                  <c:v>83.140060131707401</c:v>
                </c:pt>
                <c:pt idx="82">
                  <c:v>83.217703311533398</c:v>
                </c:pt>
                <c:pt idx="83">
                  <c:v>83.294941585000799</c:v>
                </c:pt>
                <c:pt idx="84">
                  <c:v>83.371779209203794</c:v>
                </c:pt>
                <c:pt idx="85">
                  <c:v>83.448220392804402</c:v>
                </c:pt>
                <c:pt idx="86">
                  <c:v>83.524269296586297</c:v>
                </c:pt>
                <c:pt idx="87">
                  <c:v>83.599930034004402</c:v>
                </c:pt>
                <c:pt idx="88">
                  <c:v>83.675206671726102</c:v>
                </c:pt>
                <c:pt idx="89">
                  <c:v>83.750103230167298</c:v>
                </c:pt>
                <c:pt idx="90">
                  <c:v>83.824623684022498</c:v>
                </c:pt>
                <c:pt idx="91">
                  <c:v>83.898771962788302</c:v>
                </c:pt>
                <c:pt idx="92">
                  <c:v>83.972551951280906</c:v>
                </c:pt>
                <c:pt idx="93">
                  <c:v>84.045967490147902</c:v>
                </c:pt>
                <c:pt idx="94">
                  <c:v>84.119022376374602</c:v>
                </c:pt>
                <c:pt idx="95">
                  <c:v>84.191720363783304</c:v>
                </c:pt>
                <c:pt idx="96">
                  <c:v>84.2640651635285</c:v>
                </c:pt>
                <c:pt idx="97">
                  <c:v>84.336060444584803</c:v>
                </c:pt>
                <c:pt idx="98">
                  <c:v>84.407709834230701</c:v>
                </c:pt>
                <c:pt idx="99">
                  <c:v>84.479016918525602</c:v>
                </c:pt>
                <c:pt idx="100">
                  <c:v>84.549985242782</c:v>
                </c:pt>
                <c:pt idx="101">
                  <c:v>84.620618312032406</c:v>
                </c:pt>
                <c:pt idx="102">
                  <c:v>84.690919591490399</c:v>
                </c:pt>
                <c:pt idx="103">
                  <c:v>84.760892507006702</c:v>
                </c:pt>
                <c:pt idx="104">
                  <c:v>84.8305404455201</c:v>
                </c:pt>
                <c:pt idx="105">
                  <c:v>84.899866755502899</c:v>
                </c:pt>
                <c:pt idx="106">
                  <c:v>84.9688747474016</c:v>
                </c:pt>
                <c:pt idx="107">
                  <c:v>85.037567694072294</c:v>
                </c:pt>
                <c:pt idx="108">
                  <c:v>85.105948831211194</c:v>
                </c:pt>
                <c:pt idx="109">
                  <c:v>85.174021357780106</c:v>
                </c:pt>
                <c:pt idx="110">
                  <c:v>85.241788436427299</c:v>
                </c:pt>
                <c:pt idx="111">
                  <c:v>85.309253193903103</c:v>
                </c:pt>
                <c:pt idx="112">
                  <c:v>85.376418721471197</c:v>
                </c:pt>
                <c:pt idx="113">
                  <c:v>85.443288075314896</c:v>
                </c:pt>
                <c:pt idx="114">
                  <c:v>85.509864276938899</c:v>
                </c:pt>
                <c:pt idx="115">
                  <c:v>85.576150313566401</c:v>
                </c:pt>
                <c:pt idx="116">
                  <c:v>85.642149138531593</c:v>
                </c:pt>
                <c:pt idx="117">
                  <c:v>85.707863671667894</c:v>
                </c:pt>
                <c:pt idx="118">
                  <c:v>85.773296799691494</c:v>
                </c:pt>
                <c:pt idx="119">
                  <c:v>85.838451376580394</c:v>
                </c:pt>
                <c:pt idx="120">
                  <c:v>85.903330223949695</c:v>
                </c:pt>
                <c:pt idx="121">
                  <c:v>85.967936131421496</c:v>
                </c:pt>
                <c:pt idx="122">
                  <c:v>86.032271856992196</c:v>
                </c:pt>
                <c:pt idx="123">
                  <c:v>86.096340127393702</c:v>
                </c:pt>
                <c:pt idx="124">
                  <c:v>86.160143638451899</c:v>
                </c:pt>
                <c:pt idx="125">
                  <c:v>86.223685055440498</c:v>
                </c:pt>
                <c:pt idx="126">
                  <c:v>86.286967013430797</c:v>
                </c:pt>
                <c:pt idx="127">
                  <c:v>86.349992117637498</c:v>
                </c:pt>
                <c:pt idx="128">
                  <c:v>86.412762943760399</c:v>
                </c:pt>
                <c:pt idx="129">
                  <c:v>86.475282038322604</c:v>
                </c:pt>
                <c:pt idx="130">
                  <c:v>86.537551919004699</c:v>
                </c:pt>
                <c:pt idx="131">
                  <c:v>86.599575074974396</c:v>
                </c:pt>
                <c:pt idx="132">
                  <c:v>86.6613539672136</c:v>
                </c:pt>
                <c:pt idx="133">
                  <c:v>86.722891028840905</c:v>
                </c:pt>
                <c:pt idx="134">
                  <c:v>86.784188665430193</c:v>
                </c:pt>
                <c:pt idx="135">
                  <c:v>86.845249255326806</c:v>
                </c:pt>
                <c:pt idx="136">
                  <c:v>86.906075149958696</c:v>
                </c:pt>
                <c:pt idx="137">
                  <c:v>86.966668674144699</c:v>
                </c:pt>
                <c:pt idx="138">
                  <c:v>87.027032126399206</c:v>
                </c:pt>
                <c:pt idx="139">
                  <c:v>87.087167779233397</c:v>
                </c:pt>
                <c:pt idx="140">
                  <c:v>87.147077879452794</c:v>
                </c:pt>
                <c:pt idx="141">
                  <c:v>87.206764648451696</c:v>
                </c:pt>
                <c:pt idx="142">
                  <c:v>87.266230282503798</c:v>
                </c:pt>
                <c:pt idx="143">
                  <c:v>87.325476953050199</c:v>
                </c:pt>
                <c:pt idx="144">
                  <c:v>87.384506806983396</c:v>
                </c:pt>
                <c:pt idx="145">
                  <c:v>87.443321966928195</c:v>
                </c:pt>
                <c:pt idx="146">
                  <c:v>87.501924531519805</c:v>
                </c:pt>
                <c:pt idx="147">
                  <c:v>87.560316575678399</c:v>
                </c:pt>
                <c:pt idx="148">
                  <c:v>87.618500150880394</c:v>
                </c:pt>
                <c:pt idx="149">
                  <c:v>87.676477285427097</c:v>
                </c:pt>
                <c:pt idx="150">
                  <c:v>87.734249984709507</c:v>
                </c:pt>
                <c:pt idx="151">
                  <c:v>87.791820231471206</c:v>
                </c:pt>
                <c:pt idx="152">
                  <c:v>87.849189986067103</c:v>
                </c:pt>
                <c:pt idx="153">
                  <c:v>87.906361186719906</c:v>
                </c:pt>
                <c:pt idx="154">
                  <c:v>87.963335749773293</c:v>
                </c:pt>
                <c:pt idx="155">
                  <c:v>88.020115569942703</c:v>
                </c:pt>
                <c:pt idx="156">
                  <c:v>88.076702520562506</c:v>
                </c:pt>
                <c:pt idx="157">
                  <c:v>88.133098453830897</c:v>
                </c:pt>
                <c:pt idx="158">
                  <c:v>88.189305201051596</c:v>
                </c:pt>
                <c:pt idx="159">
                  <c:v>88.2453245728735</c:v>
                </c:pt>
                <c:pt idx="160">
                  <c:v>88.301158359526696</c:v>
                </c:pt>
                <c:pt idx="161">
                  <c:v>88.356808331055902</c:v>
                </c:pt>
                <c:pt idx="162">
                  <c:v>88.412276237552206</c:v>
                </c:pt>
                <c:pt idx="163">
                  <c:v>88.467563809380906</c:v>
                </c:pt>
                <c:pt idx="164">
                  <c:v>88.522672757407193</c:v>
                </c:pt>
                <c:pt idx="165">
                  <c:v>88.577604773219804</c:v>
                </c:pt>
                <c:pt idx="166">
                  <c:v>88.632361529351201</c:v>
                </c:pt>
                <c:pt idx="167">
                  <c:v>88.686944679495696</c:v>
                </c:pt>
                <c:pt idx="168">
                  <c:v>88.741355858725299</c:v>
                </c:pt>
                <c:pt idx="169">
                  <c:v>88.795596683702598</c:v>
                </c:pt>
                <c:pt idx="170">
                  <c:v>88.849668752891404</c:v>
                </c:pt>
                <c:pt idx="171">
                  <c:v>88.903573646764997</c:v>
                </c:pt>
                <c:pt idx="172">
                  <c:v>88.9573129280123</c:v>
                </c:pt>
                <c:pt idx="173">
                  <c:v>89.010888141741106</c:v>
                </c:pt>
                <c:pt idx="174">
                  <c:v>89.064300815679104</c:v>
                </c:pt>
                <c:pt idx="175">
                  <c:v>89.117552460373105</c:v>
                </c:pt>
                <c:pt idx="176">
                  <c:v>89.170644569385502</c:v>
                </c:pt>
                <c:pt idx="177">
                  <c:v>89.223578619488407</c:v>
                </c:pt>
                <c:pt idx="178">
                  <c:v>89.276356070856295</c:v>
                </c:pt>
                <c:pt idx="179">
                  <c:v>89.328978367255104</c:v>
                </c:pt>
                <c:pt idx="180">
                  <c:v>89.381446936230603</c:v>
                </c:pt>
                <c:pt idx="181">
                  <c:v>89.433763189293998</c:v>
                </c:pt>
                <c:pt idx="182">
                  <c:v>89.4859285221048</c:v>
                </c:pt>
                <c:pt idx="183">
                  <c:v>89.537944314652904</c:v>
                </c:pt>
                <c:pt idx="184">
                  <c:v>89.589811931437097</c:v>
                </c:pt>
                <c:pt idx="185">
                  <c:v>89.641532721643202</c:v>
                </c:pt>
                <c:pt idx="186">
                  <c:v>89.693108019318302</c:v>
                </c:pt>
                <c:pt idx="187">
                  <c:v>89.744539143544699</c:v>
                </c:pt>
                <c:pt idx="188">
                  <c:v>89.795827398610498</c:v>
                </c:pt>
                <c:pt idx="189">
                  <c:v>89.8469740741794</c:v>
                </c:pt>
                <c:pt idx="190">
                  <c:v>89.897980445457605</c:v>
                </c:pt>
                <c:pt idx="191">
                  <c:v>89.948847773359304</c:v>
                </c:pt>
                <c:pt idx="192">
                  <c:v>89.999577304670098</c:v>
                </c:pt>
                <c:pt idx="193">
                  <c:v>90.050170272208902</c:v>
                </c:pt>
                <c:pt idx="194">
                  <c:v>90.100627894987298</c:v>
                </c:pt>
                <c:pt idx="195">
                  <c:v>90.150951378367594</c:v>
                </c:pt>
                <c:pt idx="196">
                  <c:v>90.201141914219306</c:v>
                </c:pt>
                <c:pt idx="197">
                  <c:v>90.251200681072703</c:v>
                </c:pt>
                <c:pt idx="198">
                  <c:v>90.301128844272299</c:v>
                </c:pt>
                <c:pt idx="199">
                  <c:v>90.350927556127004</c:v>
                </c:pt>
                <c:pt idx="200">
                  <c:v>90.400597956059201</c:v>
                </c:pt>
                <c:pt idx="201">
                  <c:v>90.450141170752701</c:v>
                </c:pt>
                <c:pt idx="202">
                  <c:v>90.499558314297801</c:v>
                </c:pt>
                <c:pt idx="203">
                  <c:v>90.548850488335702</c:v>
                </c:pt>
                <c:pt idx="204">
                  <c:v>90.598018782200597</c:v>
                </c:pt>
                <c:pt idx="205">
                  <c:v>90.647064273060593</c:v>
                </c:pt>
                <c:pt idx="206">
                  <c:v>90.695988026056696</c:v>
                </c:pt>
                <c:pt idx="207">
                  <c:v>90.7447910944407</c:v>
                </c:pt>
                <c:pt idx="208">
                  <c:v>90.7934745197105</c:v>
                </c:pt>
                <c:pt idx="209">
                  <c:v>90.842039331745099</c:v>
                </c:pt>
                <c:pt idx="210">
                  <c:v>90.890486548937105</c:v>
                </c:pt>
                <c:pt idx="211">
                  <c:v>90.938817178324001</c:v>
                </c:pt>
                <c:pt idx="212">
                  <c:v>90.9870322157186</c:v>
                </c:pt>
                <c:pt idx="213">
                  <c:v>91.035132645836399</c:v>
                </c:pt>
                <c:pt idx="214">
                  <c:v>91.083119442423296</c:v>
                </c:pt>
                <c:pt idx="215">
                  <c:v>91.130993568380504</c:v>
                </c:pt>
                <c:pt idx="216">
                  <c:v>91.178755975888905</c:v>
                </c:pt>
                <c:pt idx="217">
                  <c:v>91.226407606531197</c:v>
                </c:pt>
                <c:pt idx="218">
                  <c:v>91.273949391413396</c:v>
                </c:pt>
                <c:pt idx="219">
                  <c:v>91.321382251284305</c:v>
                </c:pt>
                <c:pt idx="220">
                  <c:v>91.368707096654305</c:v>
                </c:pt>
                <c:pt idx="221">
                  <c:v>91.415924827911894</c:v>
                </c:pt>
                <c:pt idx="222">
                  <c:v>91.463036335439796</c:v>
                </c:pt>
                <c:pt idx="223">
                  <c:v>91.510042499729096</c:v>
                </c:pt>
                <c:pt idx="224">
                  <c:v>91.556944191492306</c:v>
                </c:pt>
                <c:pt idx="225">
                  <c:v>91.603742271775403</c:v>
                </c:pt>
                <c:pt idx="226">
                  <c:v>91.650437592067803</c:v>
                </c:pt>
                <c:pt idx="227">
                  <c:v>91.697030994412202</c:v>
                </c:pt>
                <c:pt idx="228">
                  <c:v>91.743523311512007</c:v>
                </c:pt>
                <c:pt idx="229">
                  <c:v>91.789915366838301</c:v>
                </c:pt>
                <c:pt idx="230">
                  <c:v>91.836207974735203</c:v>
                </c:pt>
                <c:pt idx="231">
                  <c:v>91.882401940524502</c:v>
                </c:pt>
                <c:pt idx="232">
                  <c:v>91.928498060608504</c:v>
                </c:pt>
                <c:pt idx="233">
                  <c:v>91.974497122571705</c:v>
                </c:pt>
                <c:pt idx="234">
                  <c:v>92.020399905282105</c:v>
                </c:pt>
                <c:pt idx="235">
                  <c:v>92.066207178990396</c:v>
                </c:pt>
                <c:pt idx="236">
                  <c:v>92.111919705428704</c:v>
                </c:pt>
                <c:pt idx="237">
                  <c:v>92.157538237907303</c:v>
                </c:pt>
                <c:pt idx="238">
                  <c:v>92.203063521411906</c:v>
                </c:pt>
                <c:pt idx="239">
                  <c:v>92.248496292697595</c:v>
                </c:pt>
                <c:pt idx="240">
                  <c:v>92.293837280383698</c:v>
                </c:pt>
                <c:pt idx="241">
                  <c:v>92.339087205046297</c:v>
                </c:pt>
                <c:pt idx="242">
                  <c:v>92.384246779310303</c:v>
                </c:pt>
                <c:pt idx="243">
                  <c:v>92.429316707940202</c:v>
                </c:pt>
                <c:pt idx="244">
                  <c:v>92.474297687929706</c:v>
                </c:pt>
                <c:pt idx="245">
                  <c:v>92.519190408590902</c:v>
                </c:pt>
                <c:pt idx="246">
                  <c:v>92.563995551641597</c:v>
                </c:pt>
                <c:pt idx="247">
                  <c:v>92.608713791292203</c:v>
                </c:pt>
                <c:pt idx="248">
                  <c:v>92.6533457943314</c:v>
                </c:pt>
                <c:pt idx="249">
                  <c:v>92.697892220211102</c:v>
                </c:pt>
                <c:pt idx="250">
                  <c:v>92.742353721130002</c:v>
                </c:pt>
                <c:pt idx="251">
                  <c:v>92.786730942116606</c:v>
                </c:pt>
                <c:pt idx="252">
                  <c:v>92.831024521110805</c:v>
                </c:pt>
                <c:pt idx="253">
                  <c:v>92.875235089045304</c:v>
                </c:pt>
                <c:pt idx="254">
                  <c:v>92.919363269925</c:v>
                </c:pt>
                <c:pt idx="255">
                  <c:v>92.963409680906807</c:v>
                </c:pt>
                <c:pt idx="256">
                  <c:v>93.007374932377004</c:v>
                </c:pt>
                <c:pt idx="257">
                  <c:v>93.051259628029499</c:v>
                </c:pt>
                <c:pt idx="258">
                  <c:v>93.095064364941194</c:v>
                </c:pt>
                <c:pt idx="259">
                  <c:v>93.138789733648494</c:v>
                </c:pt>
                <c:pt idx="260">
                  <c:v>93.182436318221207</c:v>
                </c:pt>
                <c:pt idx="261">
                  <c:v>93.226004696336901</c:v>
                </c:pt>
                <c:pt idx="262">
                  <c:v>93.269495439353406</c:v>
                </c:pt>
                <c:pt idx="263">
                  <c:v>93.312909112381305</c:v>
                </c:pt>
                <c:pt idx="264">
                  <c:v>93.356246274355101</c:v>
                </c:pt>
                <c:pt idx="265">
                  <c:v>93.3995074781038</c:v>
                </c:pt>
                <c:pt idx="266">
                  <c:v>93.442693270420406</c:v>
                </c:pt>
                <c:pt idx="267">
                  <c:v>93.485804192130701</c:v>
                </c:pt>
                <c:pt idx="268">
                  <c:v>93.528840778161893</c:v>
                </c:pt>
                <c:pt idx="269">
                  <c:v>93.5718035576093</c:v>
                </c:pt>
                <c:pt idx="270">
                  <c:v>93.614693053803407</c:v>
                </c:pt>
                <c:pt idx="271">
                  <c:v>93.657509784374994</c:v>
                </c:pt>
                <c:pt idx="272">
                  <c:v>93.700254261320893</c:v>
                </c:pt>
                <c:pt idx="273">
                  <c:v>93.742926991068003</c:v>
                </c:pt>
                <c:pt idx="274">
                  <c:v>93.785528474536207</c:v>
                </c:pt>
                <c:pt idx="275">
                  <c:v>93.828059207202401</c:v>
                </c:pt>
                <c:pt idx="276">
                  <c:v>93.870519679161603</c:v>
                </c:pt>
                <c:pt idx="277">
                  <c:v>93.912910375188602</c:v>
                </c:pt>
                <c:pt idx="278">
                  <c:v>93.955231774798904</c:v>
                </c:pt>
                <c:pt idx="279">
                  <c:v>93.997484352308305</c:v>
                </c:pt>
                <c:pt idx="280">
                  <c:v>94.039668576892396</c:v>
                </c:pt>
                <c:pt idx="281">
                  <c:v>94.081784912645404</c:v>
                </c:pt>
                <c:pt idx="282">
                  <c:v>94.123833818637806</c:v>
                </c:pt>
                <c:pt idx="283">
                  <c:v>94.1658157489735</c:v>
                </c:pt>
                <c:pt idx="284">
                  <c:v>94.207731152847003</c:v>
                </c:pt>
                <c:pt idx="285">
                  <c:v>94.249580474598901</c:v>
                </c:pt>
                <c:pt idx="286">
                  <c:v>94.291364153771198</c:v>
                </c:pt>
                <c:pt idx="287">
                  <c:v>94.333082625162604</c:v>
                </c:pt>
                <c:pt idx="288">
                  <c:v>94.374736318881702</c:v>
                </c:pt>
                <c:pt idx="289">
                  <c:v>94.416325660401299</c:v>
                </c:pt>
                <c:pt idx="290">
                  <c:v>94.457851070610602</c:v>
                </c:pt>
                <c:pt idx="291">
                  <c:v>94.499312965867801</c:v>
                </c:pt>
                <c:pt idx="292">
                  <c:v>94.540711758051799</c:v>
                </c:pt>
                <c:pt idx="293">
                  <c:v>94.582047854612696</c:v>
                </c:pt>
                <c:pt idx="294">
                  <c:v>94.623321658622999</c:v>
                </c:pt>
                <c:pt idx="295">
                  <c:v>94.664533568827096</c:v>
                </c:pt>
                <c:pt idx="296">
                  <c:v>94.705683979690406</c:v>
                </c:pt>
                <c:pt idx="297">
                  <c:v>94.746773281448597</c:v>
                </c:pt>
                <c:pt idx="298">
                  <c:v>94.787801860155497</c:v>
                </c:pt>
                <c:pt idx="299">
                  <c:v>94.828770097730697</c:v>
                </c:pt>
                <c:pt idx="300">
                  <c:v>94.869678372006703</c:v>
                </c:pt>
                <c:pt idx="301">
                  <c:v>94.910527056775607</c:v>
                </c:pt>
                <c:pt idx="302">
                  <c:v>94.951316521834798</c:v>
                </c:pt>
                <c:pt idx="303">
                  <c:v>94.992047133032997</c:v>
                </c:pt>
                <c:pt idx="304">
                  <c:v>95.032719252314607</c:v>
                </c:pt>
                <c:pt idx="305">
                  <c:v>95.073333237764402</c:v>
                </c:pt>
                <c:pt idx="306">
                  <c:v>95.1138894436519</c:v>
                </c:pt>
                <c:pt idx="307">
                  <c:v>95.154388220474203</c:v>
                </c:pt>
                <c:pt idx="308">
                  <c:v>95.194829914999005</c:v>
                </c:pt>
                <c:pt idx="309">
                  <c:v>95.235214870307502</c:v>
                </c:pt>
                <c:pt idx="310">
                  <c:v>95.275543425836105</c:v>
                </c:pt>
                <c:pt idx="311">
                  <c:v>95.315815917417595</c:v>
                </c:pt>
                <c:pt idx="312">
                  <c:v>95.356032677322801</c:v>
                </c:pt>
                <c:pt idx="313">
                  <c:v>95.396194034300393</c:v>
                </c:pt>
                <c:pt idx="314">
                  <c:v>95.436300313617807</c:v>
                </c:pt>
                <c:pt idx="315">
                  <c:v>95.476351837099998</c:v>
                </c:pt>
                <c:pt idx="316">
                  <c:v>95.516348923169303</c:v>
                </c:pt>
                <c:pt idx="317">
                  <c:v>95.556291886883798</c:v>
                </c:pt>
                <c:pt idx="318">
                  <c:v>95.596181039975505</c:v>
                </c:pt>
                <c:pt idx="319">
                  <c:v>95.636016690888397</c:v>
                </c:pt>
                <c:pt idx="320">
                  <c:v>95.675799144816096</c:v>
                </c:pt>
                <c:pt idx="321">
                  <c:v>95.715528703738201</c:v>
                </c:pt>
                <c:pt idx="322">
                  <c:v>95.755205666457101</c:v>
                </c:pt>
                <c:pt idx="323">
                  <c:v>95.794830328634504</c:v>
                </c:pt>
                <c:pt idx="324">
                  <c:v>95.834402982826404</c:v>
                </c:pt>
                <c:pt idx="325">
                  <c:v>95.873923918519196</c:v>
                </c:pt>
                <c:pt idx="326">
                  <c:v>95.913393422163907</c:v>
                </c:pt>
                <c:pt idx="327">
                  <c:v>95.952811777211096</c:v>
                </c:pt>
                <c:pt idx="328">
                  <c:v>95.992179264144795</c:v>
                </c:pt>
                <c:pt idx="329">
                  <c:v>96.031496160516397</c:v>
                </c:pt>
                <c:pt idx="330">
                  <c:v>96.070762740977599</c:v>
                </c:pt>
                <c:pt idx="331">
                  <c:v>96.109979277313997</c:v>
                </c:pt>
                <c:pt idx="332">
                  <c:v>96.149146038476999</c:v>
                </c:pt>
                <c:pt idx="333">
                  <c:v>96.188263290616405</c:v>
                </c:pt>
                <c:pt idx="334">
                  <c:v>96.227331297112102</c:v>
                </c:pt>
                <c:pt idx="335">
                  <c:v>96.266350318605703</c:v>
                </c:pt>
                <c:pt idx="336">
                  <c:v>96.305320613031398</c:v>
                </c:pt>
                <c:pt idx="337">
                  <c:v>96.344242435646805</c:v>
                </c:pt>
                <c:pt idx="338">
                  <c:v>96.383116039063594</c:v>
                </c:pt>
                <c:pt idx="339">
                  <c:v>96.421941673277104</c:v>
                </c:pt>
                <c:pt idx="340">
                  <c:v>96.460719585696395</c:v>
                </c:pt>
                <c:pt idx="341">
                  <c:v>96.499450021173402</c:v>
                </c:pt>
                <c:pt idx="342">
                  <c:v>96.5381332220323</c:v>
                </c:pt>
                <c:pt idx="343">
                  <c:v>96.576769428097705</c:v>
                </c:pt>
                <c:pt idx="344">
                  <c:v>96.615358876723505</c:v>
                </c:pt>
                <c:pt idx="345">
                  <c:v>96.6539018028204</c:v>
                </c:pt>
                <c:pt idx="346">
                  <c:v>96.692398438884297</c:v>
                </c:pt>
                <c:pt idx="347">
                  <c:v>96.730849015023097</c:v>
                </c:pt>
                <c:pt idx="348">
                  <c:v>96.769253758984107</c:v>
                </c:pt>
                <c:pt idx="349">
                  <c:v>96.8076128961807</c:v>
                </c:pt>
                <c:pt idx="350">
                  <c:v>96.845926649719004</c:v>
                </c:pt>
                <c:pt idx="351">
                  <c:v>96.884195240423495</c:v>
                </c:pt>
                <c:pt idx="352">
                  <c:v>96.922418886863795</c:v>
                </c:pt>
                <c:pt idx="353">
                  <c:v>96.960597805379393</c:v>
                </c:pt>
                <c:pt idx="354">
                  <c:v>96.998732210105402</c:v>
                </c:pt>
                <c:pt idx="355">
                  <c:v>97.036822312997302</c:v>
                </c:pt>
                <c:pt idx="356">
                  <c:v>97.074868323855696</c:v>
                </c:pt>
                <c:pt idx="357">
                  <c:v>97.112870450351096</c:v>
                </c:pt>
                <c:pt idx="358">
                  <c:v>97.150828898047607</c:v>
                </c:pt>
                <c:pt idx="359">
                  <c:v>97.188743870426705</c:v>
                </c:pt>
                <c:pt idx="360">
                  <c:v>97.226615568911399</c:v>
                </c:pt>
                <c:pt idx="361">
                  <c:v>97.264444192889201</c:v>
                </c:pt>
                <c:pt idx="362">
                  <c:v>97.302229939735199</c:v>
                </c:pt>
                <c:pt idx="363">
                  <c:v>97.339973004834604</c:v>
                </c:pt>
                <c:pt idx="364">
                  <c:v>97.377673581605904</c:v>
                </c:pt>
                <c:pt idx="365">
                  <c:v>97.415331861522702</c:v>
                </c:pt>
                <c:pt idx="366">
                  <c:v>97.452948034135602</c:v>
                </c:pt>
                <c:pt idx="367">
                  <c:v>97.490522287094294</c:v>
                </c:pt>
                <c:pt idx="368">
                  <c:v>97.528054806169195</c:v>
                </c:pt>
                <c:pt idx="369">
                  <c:v>97.565545775272298</c:v>
                </c:pt>
                <c:pt idx="370">
                  <c:v>97.602995376478205</c:v>
                </c:pt>
                <c:pt idx="371">
                  <c:v>97.640403790045497</c:v>
                </c:pt>
                <c:pt idx="372">
                  <c:v>97.677771194436602</c:v>
                </c:pt>
                <c:pt idx="373">
                  <c:v>97.715097766338403</c:v>
                </c:pt>
                <c:pt idx="374">
                  <c:v>97.752383680682499</c:v>
                </c:pt>
                <c:pt idx="375">
                  <c:v>97.789629110664805</c:v>
                </c:pt>
                <c:pt idx="376">
                  <c:v>97.826834227765104</c:v>
                </c:pt>
                <c:pt idx="377">
                  <c:v>97.863999201766603</c:v>
                </c:pt>
                <c:pt idx="378">
                  <c:v>97.9011242007753</c:v>
                </c:pt>
                <c:pt idx="379">
                  <c:v>97.938209391238601</c:v>
                </c:pt>
                <c:pt idx="380">
                  <c:v>97.975254937964195</c:v>
                </c:pt>
                <c:pt idx="381">
                  <c:v>98.012261004138495</c:v>
                </c:pt>
                <c:pt idx="382">
                  <c:v>98.0492277513452</c:v>
                </c:pt>
                <c:pt idx="383">
                  <c:v>98.086155339583001</c:v>
                </c:pt>
                <c:pt idx="384">
                  <c:v>98.123043927284101</c:v>
                </c:pt>
                <c:pt idx="385">
                  <c:v>98.159893671331204</c:v>
                </c:pt>
                <c:pt idx="386">
                  <c:v>98.1967047270752</c:v>
                </c:pt>
                <c:pt idx="387">
                  <c:v>98.233477248353097</c:v>
                </c:pt>
                <c:pt idx="388">
                  <c:v>98.270211387504105</c:v>
                </c:pt>
                <c:pt idx="389">
                  <c:v>98.306907295387305</c:v>
                </c:pt>
                <c:pt idx="390">
                  <c:v>98.343565121397802</c:v>
                </c:pt>
                <c:pt idx="391">
                  <c:v>98.380185013483697</c:v>
                </c:pt>
                <c:pt idx="392">
                  <c:v>98.416767118162298</c:v>
                </c:pt>
                <c:pt idx="393">
                  <c:v>98.453311580535996</c:v>
                </c:pt>
                <c:pt idx="394">
                  <c:v>98.489818544308406</c:v>
                </c:pt>
                <c:pt idx="395">
                  <c:v>98.526288151800202</c:v>
                </c:pt>
                <c:pt idx="396">
                  <c:v>98.562720543964602</c:v>
                </c:pt>
                <c:pt idx="397">
                  <c:v>98.599115860402804</c:v>
                </c:pt>
                <c:pt idx="398">
                  <c:v>98.635474239379207</c:v>
                </c:pt>
                <c:pt idx="399">
                  <c:v>98.671795817836497</c:v>
                </c:pt>
                <c:pt idx="400">
                  <c:v>98.708080731410504</c:v>
                </c:pt>
                <c:pt idx="401">
                  <c:v>98.744329114444895</c:v>
                </c:pt>
                <c:pt idx="402">
                  <c:v>98.780541100006005</c:v>
                </c:pt>
                <c:pt idx="403">
                  <c:v>98.816716819896499</c:v>
                </c:pt>
                <c:pt idx="404">
                  <c:v>98.852856404670604</c:v>
                </c:pt>
                <c:pt idx="405">
                  <c:v>98.888959983647197</c:v>
                </c:pt>
                <c:pt idx="406">
                  <c:v>98.925027684924501</c:v>
                </c:pt>
                <c:pt idx="407">
                  <c:v>98.961059635392999</c:v>
                </c:pt>
                <c:pt idx="408">
                  <c:v>98.997055960749904</c:v>
                </c:pt>
                <c:pt idx="409">
                  <c:v>99.033016785511805</c:v>
                </c:pt>
                <c:pt idx="410">
                  <c:v>99.068942233028494</c:v>
                </c:pt>
                <c:pt idx="411">
                  <c:v>99.1048324254958</c:v>
                </c:pt>
                <c:pt idx="412">
                  <c:v>99.140687483968406</c:v>
                </c:pt>
                <c:pt idx="413">
                  <c:v>99.176507528373193</c:v>
                </c:pt>
                <c:pt idx="414">
                  <c:v>99.212292677521404</c:v>
                </c:pt>
                <c:pt idx="415">
                  <c:v>99.248043049121407</c:v>
                </c:pt>
                <c:pt idx="416">
                  <c:v>99.283758759790899</c:v>
                </c:pt>
                <c:pt idx="417">
                  <c:v>99.319439925069602</c:v>
                </c:pt>
                <c:pt idx="418">
                  <c:v>99.355086659430697</c:v>
                </c:pt>
                <c:pt idx="419">
                  <c:v>99.390699076293302</c:v>
                </c:pt>
                <c:pt idx="420">
                  <c:v>99.4262772880341</c:v>
                </c:pt>
                <c:pt idx="421">
                  <c:v>99.461821405999103</c:v>
                </c:pt>
                <c:pt idx="422">
                  <c:v>99.497331540515006</c:v>
                </c:pt>
                <c:pt idx="423">
                  <c:v>99.532807800900997</c:v>
                </c:pt>
                <c:pt idx="424">
                  <c:v>99.5682502954797</c:v>
                </c:pt>
                <c:pt idx="425">
                  <c:v>99.603659131588401</c:v>
                </c:pt>
                <c:pt idx="426">
                  <c:v>99.639034415590302</c:v>
                </c:pt>
                <c:pt idx="427">
                  <c:v>99.674376252885196</c:v>
                </c:pt>
                <c:pt idx="428">
                  <c:v>99.709684747920406</c:v>
                </c:pt>
                <c:pt idx="429">
                  <c:v>99.744960004201204</c:v>
                </c:pt>
                <c:pt idx="430">
                  <c:v>99.780202124301695</c:v>
                </c:pt>
                <c:pt idx="431">
                  <c:v>99.815411209875094</c:v>
                </c:pt>
                <c:pt idx="432">
                  <c:v>99.850587361663997</c:v>
                </c:pt>
                <c:pt idx="433">
                  <c:v>99.885730679510303</c:v>
                </c:pt>
                <c:pt idx="434">
                  <c:v>99.920841262365897</c:v>
                </c:pt>
                <c:pt idx="435">
                  <c:v>99.955919208302205</c:v>
                </c:pt>
                <c:pt idx="436">
                  <c:v>99.990964614519896</c:v>
                </c:pt>
                <c:pt idx="437">
                  <c:v>100.025977577359</c:v>
                </c:pt>
                <c:pt idx="438">
                  <c:v>100.06095819230799</c:v>
                </c:pt>
                <c:pt idx="439">
                  <c:v>100.09590655401399</c:v>
                </c:pt>
                <c:pt idx="440">
                  <c:v>100.13082275629201</c:v>
                </c:pt>
                <c:pt idx="441">
                  <c:v>100.165706892133</c:v>
                </c:pt>
                <c:pt idx="442">
                  <c:v>100.20055905371601</c:v>
                </c:pt>
                <c:pt idx="443">
                  <c:v>100.23537933241199</c:v>
                </c:pt>
                <c:pt idx="444">
                  <c:v>100.2701678188</c:v>
                </c:pt>
                <c:pt idx="445">
                  <c:v>100.304924602669</c:v>
                </c:pt>
                <c:pt idx="446">
                  <c:v>100.33964977303199</c:v>
                </c:pt>
                <c:pt idx="447">
                  <c:v>100.37434341813</c:v>
                </c:pt>
                <c:pt idx="448">
                  <c:v>100.40900562544699</c:v>
                </c:pt>
                <c:pt idx="449">
                  <c:v>100.443636481711</c:v>
                </c:pt>
                <c:pt idx="450">
                  <c:v>100.47823607290699</c:v>
                </c:pt>
                <c:pt idx="451">
                  <c:v>100.512804484285</c:v>
                </c:pt>
                <c:pt idx="452">
                  <c:v>100.547341800365</c:v>
                </c:pt>
                <c:pt idx="453">
                  <c:v>100.581848104952</c:v>
                </c:pt>
                <c:pt idx="454">
                  <c:v>100.616323481134</c:v>
                </c:pt>
                <c:pt idx="455">
                  <c:v>100.6507680113</c:v>
                </c:pt>
                <c:pt idx="456">
                  <c:v>100.68518177713899</c:v>
                </c:pt>
                <c:pt idx="457">
                  <c:v>100.719564859657</c:v>
                </c:pt>
                <c:pt idx="458">
                  <c:v>100.753917339175</c:v>
                </c:pt>
                <c:pt idx="459">
                  <c:v>100.788239295343</c:v>
                </c:pt>
                <c:pt idx="460">
                  <c:v>100.82253080714599</c:v>
                </c:pt>
                <c:pt idx="461">
                  <c:v>100.856791952911</c:v>
                </c:pt>
                <c:pt idx="462">
                  <c:v>100.89102281031199</c:v>
                </c:pt>
                <c:pt idx="463">
                  <c:v>100.925223456382</c:v>
                </c:pt>
                <c:pt idx="464">
                  <c:v>100.959393967517</c:v>
                </c:pt>
                <c:pt idx="465">
                  <c:v>100.99353441948401</c:v>
                </c:pt>
                <c:pt idx="466">
                  <c:v>101.02764488742601</c:v>
                </c:pt>
                <c:pt idx="467">
                  <c:v>101.061725445872</c:v>
                </c:pt>
                <c:pt idx="468">
                  <c:v>101.09577616874201</c:v>
                </c:pt>
                <c:pt idx="469">
                  <c:v>101.12979712935299</c:v>
                </c:pt>
                <c:pt idx="470">
                  <c:v>101.16378840042999</c:v>
                </c:pt>
                <c:pt idx="471">
                  <c:v>101.197750054105</c:v>
                </c:pt>
                <c:pt idx="472">
                  <c:v>101.23168216193</c:v>
                </c:pt>
                <c:pt idx="473">
                  <c:v>101.26558479488099</c:v>
                </c:pt>
                <c:pt idx="474">
                  <c:v>101.299458023366</c:v>
                </c:pt>
                <c:pt idx="475">
                  <c:v>101.333301917227</c:v>
                </c:pt>
                <c:pt idx="476">
                  <c:v>101.36711654574999</c:v>
                </c:pt>
                <c:pt idx="477">
                  <c:v>101.400901977673</c:v>
                </c:pt>
                <c:pt idx="478">
                  <c:v>101.43465828118499</c:v>
                </c:pt>
                <c:pt idx="479">
                  <c:v>101.46838552393901</c:v>
                </c:pt>
                <c:pt idx="480">
                  <c:v>101.502083773054</c:v>
                </c:pt>
                <c:pt idx="481">
                  <c:v>101.53575309512399</c:v>
                </c:pt>
                <c:pt idx="482">
                  <c:v>101.569393556219</c:v>
                </c:pt>
                <c:pt idx="483">
                  <c:v>101.603005221896</c:v>
                </c:pt>
                <c:pt idx="484">
                  <c:v>101.636588157201</c:v>
                </c:pt>
                <c:pt idx="485">
                  <c:v>101.670142426677</c:v>
                </c:pt>
                <c:pt idx="486">
                  <c:v>101.703668094368</c:v>
                </c:pt>
                <c:pt idx="487">
                  <c:v>101.737165223823</c:v>
                </c:pt>
                <c:pt idx="488">
                  <c:v>101.770633878106</c:v>
                </c:pt>
                <c:pt idx="489">
                  <c:v>101.804074119798</c:v>
                </c:pt>
                <c:pt idx="490">
                  <c:v>101.837486011002</c:v>
                </c:pt>
                <c:pt idx="491">
                  <c:v>101.87086961335</c:v>
                </c:pt>
                <c:pt idx="492">
                  <c:v>101.904224988007</c:v>
                </c:pt>
                <c:pt idx="493">
                  <c:v>101.937552195677</c:v>
                </c:pt>
                <c:pt idx="494">
                  <c:v>101.97085129660699</c:v>
                </c:pt>
                <c:pt idx="495">
                  <c:v>102.004122350592</c:v>
                </c:pt>
                <c:pt idx="496">
                  <c:v>102.037365416981</c:v>
                </c:pt>
                <c:pt idx="497">
                  <c:v>102.070580554682</c:v>
                </c:pt>
                <c:pt idx="498">
                  <c:v>102.10376782216601</c:v>
                </c:pt>
                <c:pt idx="499">
                  <c:v>102.136927277471</c:v>
                </c:pt>
                <c:pt idx="500">
                  <c:v>102.170058978207</c:v>
                </c:pt>
                <c:pt idx="501">
                  <c:v>102.20316298156401</c:v>
                </c:pt>
                <c:pt idx="502">
                  <c:v>102.236239344312</c:v>
                </c:pt>
                <c:pt idx="503">
                  <c:v>102.269288122807</c:v>
                </c:pt>
                <c:pt idx="504">
                  <c:v>102.302309372997</c:v>
                </c:pt>
                <c:pt idx="505">
                  <c:v>102.335303150426</c:v>
                </c:pt>
                <c:pt idx="506">
                  <c:v>102.368269510236</c:v>
                </c:pt>
                <c:pt idx="507">
                  <c:v>102.401208507175</c:v>
                </c:pt>
                <c:pt idx="508">
                  <c:v>102.434120195598</c:v>
                </c:pt>
                <c:pt idx="509">
                  <c:v>102.467004629474</c:v>
                </c:pt>
                <c:pt idx="510">
                  <c:v>102.499861862388</c:v>
                </c:pt>
                <c:pt idx="511">
                  <c:v>102.532691947546</c:v>
                </c:pt>
                <c:pt idx="512">
                  <c:v>102.56549493778</c:v>
                </c:pt>
                <c:pt idx="513">
                  <c:v>102.598270885552</c:v>
                </c:pt>
                <c:pt idx="514">
                  <c:v>102.631019842955</c:v>
                </c:pt>
                <c:pt idx="515">
                  <c:v>102.66374186172</c:v>
                </c:pt>
                <c:pt idx="516">
                  <c:v>102.69643699322</c:v>
                </c:pt>
                <c:pt idx="517">
                  <c:v>102.729105288474</c:v>
                </c:pt>
                <c:pt idx="518">
                  <c:v>102.761746798147</c:v>
                </c:pt>
                <c:pt idx="519">
                  <c:v>102.794361572558</c:v>
                </c:pt>
                <c:pt idx="520">
                  <c:v>102.82694966168501</c:v>
                </c:pt>
                <c:pt idx="521">
                  <c:v>102.859511115161</c:v>
                </c:pt>
                <c:pt idx="522">
                  <c:v>102.892045982288</c:v>
                </c:pt>
                <c:pt idx="523">
                  <c:v>102.92455431203101</c:v>
                </c:pt>
                <c:pt idx="524">
                  <c:v>102.95703615302899</c:v>
                </c:pt>
                <c:pt idx="525">
                  <c:v>102.989491553596</c:v>
                </c:pt>
                <c:pt idx="526">
                  <c:v>103.02192056171999</c:v>
                </c:pt>
                <c:pt idx="527">
                  <c:v>103.054323225075</c:v>
                </c:pt>
                <c:pt idx="528">
                  <c:v>103.086699591018</c:v>
                </c:pt>
                <c:pt idx="529">
                  <c:v>103.11904970659501</c:v>
                </c:pt>
                <c:pt idx="530">
                  <c:v>103.151373618541</c:v>
                </c:pt>
                <c:pt idx="531">
                  <c:v>103.18367137329</c:v>
                </c:pt>
                <c:pt idx="532">
                  <c:v>103.215943016971</c:v>
                </c:pt>
                <c:pt idx="533">
                  <c:v>103.248188595416</c:v>
                </c:pt>
                <c:pt idx="534">
                  <c:v>103.280408154163</c:v>
                </c:pt>
                <c:pt idx="535">
                  <c:v>103.31260173845401</c:v>
                </c:pt>
                <c:pt idx="536">
                  <c:v>103.344769393245</c:v>
                </c:pt>
                <c:pt idx="537">
                  <c:v>103.376911163206</c:v>
                </c:pt>
                <c:pt idx="538">
                  <c:v>103.409027092722</c:v>
                </c:pt>
                <c:pt idx="539">
                  <c:v>103.44111722589901</c:v>
                </c:pt>
                <c:pt idx="540">
                  <c:v>103.47318160656801</c:v>
                </c:pt>
                <c:pt idx="541">
                  <c:v>103.50522027828301</c:v>
                </c:pt>
                <c:pt idx="542">
                  <c:v>103.53723328432901</c:v>
                </c:pt>
                <c:pt idx="543">
                  <c:v>103.56922066772201</c:v>
                </c:pt>
                <c:pt idx="544">
                  <c:v>103.601182471212</c:v>
                </c:pt>
                <c:pt idx="545">
                  <c:v>103.633118737288</c:v>
                </c:pt>
                <c:pt idx="546">
                  <c:v>103.665029508179</c:v>
                </c:pt>
                <c:pt idx="547">
                  <c:v>103.696914825855</c:v>
                </c:pt>
                <c:pt idx="548">
                  <c:v>103.728774732034</c:v>
                </c:pt>
                <c:pt idx="549">
                  <c:v>103.76060926818199</c:v>
                </c:pt>
                <c:pt idx="550">
                  <c:v>103.79241847551501</c:v>
                </c:pt>
                <c:pt idx="551">
                  <c:v>103.82420239500399</c:v>
                </c:pt>
                <c:pt idx="552">
                  <c:v>103.85596106737501</c:v>
                </c:pt>
                <c:pt idx="553">
                  <c:v>103.887694533114</c:v>
                </c:pt>
                <c:pt idx="554">
                  <c:v>103.91940283246799</c:v>
                </c:pt>
                <c:pt idx="555">
                  <c:v>103.951086005447</c:v>
                </c:pt>
                <c:pt idx="556">
                  <c:v>103.98274409183</c:v>
                </c:pt>
                <c:pt idx="557">
                  <c:v>104.01437713116199</c:v>
                </c:pt>
                <c:pt idx="558">
                  <c:v>104.045985162761</c:v>
                </c:pt>
                <c:pt idx="559">
                  <c:v>104.077568225717</c:v>
                </c:pt>
                <c:pt idx="560">
                  <c:v>104.109126358899</c:v>
                </c:pt>
                <c:pt idx="561">
                  <c:v>104.140659600951</c:v>
                </c:pt>
                <c:pt idx="562">
                  <c:v>104.1721679903</c:v>
                </c:pt>
                <c:pt idx="563">
                  <c:v>104.203651565155</c:v>
                </c:pt>
                <c:pt idx="564">
                  <c:v>104.235110363511</c:v>
                </c:pt>
                <c:pt idx="565">
                  <c:v>104.266544423149</c:v>
                </c:pt>
                <c:pt idx="566">
                  <c:v>104.29795378164199</c:v>
                </c:pt>
                <c:pt idx="567">
                  <c:v>104.329338476354</c:v>
                </c:pt>
                <c:pt idx="568">
                  <c:v>104.360698544442</c:v>
                </c:pt>
                <c:pt idx="569">
                  <c:v>104.39203402286</c:v>
                </c:pt>
                <c:pt idx="570">
                  <c:v>104.42334494836</c:v>
                </c:pt>
                <c:pt idx="571">
                  <c:v>104.45463135749699</c:v>
                </c:pt>
                <c:pt idx="572">
                  <c:v>104.485893286623</c:v>
                </c:pt>
                <c:pt idx="573">
                  <c:v>104.51713077190099</c:v>
                </c:pt>
                <c:pt idx="574">
                  <c:v>104.548343849296</c:v>
                </c:pt>
                <c:pt idx="575">
                  <c:v>104.579532554582</c:v>
                </c:pt>
                <c:pt idx="576">
                  <c:v>104.610696923346</c:v>
                </c:pt>
                <c:pt idx="577">
                  <c:v>104.64183699098599</c:v>
                </c:pt>
                <c:pt idx="578">
                  <c:v>104.67295279271301</c:v>
                </c:pt>
                <c:pt idx="579">
                  <c:v>104.704044363558</c:v>
                </c:pt>
                <c:pt idx="580">
                  <c:v>104.735111738366</c:v>
                </c:pt>
                <c:pt idx="581">
                  <c:v>104.766154951804</c:v>
                </c:pt>
                <c:pt idx="582">
                  <c:v>104.797174038363</c:v>
                </c:pt>
                <c:pt idx="583">
                  <c:v>104.828169032354</c:v>
                </c:pt>
                <c:pt idx="584">
                  <c:v>104.85913996791599</c:v>
                </c:pt>
                <c:pt idx="585">
                  <c:v>104.89008687901401</c:v>
                </c:pt>
                <c:pt idx="586">
                  <c:v>104.921009799443</c:v>
                </c:pt>
                <c:pt idx="587">
                  <c:v>104.95190876282901</c:v>
                </c:pt>
                <c:pt idx="588">
                  <c:v>104.982783802629</c:v>
                </c:pt>
                <c:pt idx="589">
                  <c:v>105.013634952137</c:v>
                </c:pt>
                <c:pt idx="590">
                  <c:v>105.04446224448</c:v>
                </c:pt>
                <c:pt idx="591">
                  <c:v>105.075265712625</c:v>
                </c:pt>
                <c:pt idx="592">
                  <c:v>105.106045389377</c:v>
                </c:pt>
                <c:pt idx="593">
                  <c:v>105.13680130738101</c:v>
                </c:pt>
                <c:pt idx="594">
                  <c:v>105.167533499127</c:v>
                </c:pt>
                <c:pt idx="595">
                  <c:v>105.198241996947</c:v>
                </c:pt>
                <c:pt idx="596">
                  <c:v>105.22892683302</c:v>
                </c:pt>
                <c:pt idx="597">
                  <c:v>105.259588039371</c:v>
                </c:pt>
                <c:pt idx="598">
                  <c:v>105.290225647875</c:v>
                </c:pt>
                <c:pt idx="599">
                  <c:v>105.32083969025599</c:v>
                </c:pt>
                <c:pt idx="600">
                  <c:v>105.35143019809</c:v>
                </c:pt>
                <c:pt idx="601">
                  <c:v>105.381997202807</c:v>
                </c:pt>
                <c:pt idx="602">
                  <c:v>105.41254073569201</c:v>
                </c:pt>
                <c:pt idx="603">
                  <c:v>105.443060827886</c:v>
                </c:pt>
                <c:pt idx="604">
                  <c:v>105.47355751038501</c:v>
                </c:pt>
                <c:pt idx="605">
                  <c:v>105.504030814049</c:v>
                </c:pt>
                <c:pt idx="606">
                  <c:v>105.534480769594</c:v>
                </c:pt>
                <c:pt idx="607">
                  <c:v>105.56490740759899</c:v>
                </c:pt>
                <c:pt idx="608">
                  <c:v>105.59531075850801</c:v>
                </c:pt>
                <c:pt idx="609">
                  <c:v>105.625690852628</c:v>
                </c:pt>
                <c:pt idx="610">
                  <c:v>105.65604772013199</c:v>
                </c:pt>
                <c:pt idx="611">
                  <c:v>105.686381391061</c:v>
                </c:pt>
                <c:pt idx="612">
                  <c:v>105.716691895322</c:v>
                </c:pt>
                <c:pt idx="613">
                  <c:v>105.746979262696</c:v>
                </c:pt>
                <c:pt idx="614">
                  <c:v>105.77724352283199</c:v>
                </c:pt>
                <c:pt idx="615">
                  <c:v>105.80748470525199</c:v>
                </c:pt>
                <c:pt idx="616">
                  <c:v>105.837702839353</c:v>
                </c:pt>
                <c:pt idx="617">
                  <c:v>105.867897954404</c:v>
                </c:pt>
                <c:pt idx="618">
                  <c:v>105.898070079554</c:v>
                </c:pt>
                <c:pt idx="619">
                  <c:v>105.928219243825</c:v>
                </c:pt>
                <c:pt idx="620">
                  <c:v>105.958345476121</c:v>
                </c:pt>
                <c:pt idx="621">
                  <c:v>105.988448805224</c:v>
                </c:pt>
                <c:pt idx="622">
                  <c:v>106.018529259798</c:v>
                </c:pt>
                <c:pt idx="623">
                  <c:v>106.04858686838701</c:v>
                </c:pt>
                <c:pt idx="624">
                  <c:v>106.07862165941999</c:v>
                </c:pt>
                <c:pt idx="625">
                  <c:v>106.108633661211</c:v>
                </c:pt>
                <c:pt idx="626">
                  <c:v>106.138622901955</c:v>
                </c:pt>
                <c:pt idx="627">
                  <c:v>106.16858940973999</c:v>
                </c:pt>
                <c:pt idx="628">
                  <c:v>106.19853321253601</c:v>
                </c:pt>
                <c:pt idx="629">
                  <c:v>106.228454338205</c:v>
                </c:pt>
                <c:pt idx="630">
                  <c:v>106.258352814498</c:v>
                </c:pt>
                <c:pt idx="631">
                  <c:v>106.288228669055</c:v>
                </c:pt>
                <c:pt idx="632">
                  <c:v>106.31808192941099</c:v>
                </c:pt>
                <c:pt idx="633">
                  <c:v>106.347912622991</c:v>
                </c:pt>
                <c:pt idx="634">
                  <c:v>106.377720777116</c:v>
                </c:pt>
                <c:pt idx="635">
                  <c:v>106.407506419001</c:v>
                </c:pt>
                <c:pt idx="636">
                  <c:v>106.437269575757</c:v>
                </c:pt>
                <c:pt idx="637">
                  <c:v>106.467010274392</c:v>
                </c:pt>
                <c:pt idx="638">
                  <c:v>106.496728541812</c:v>
                </c:pt>
                <c:pt idx="639">
                  <c:v>106.526424404821</c:v>
                </c:pt>
                <c:pt idx="640">
                  <c:v>106.55609789012399</c:v>
                </c:pt>
                <c:pt idx="641">
                  <c:v>106.58574902432601</c:v>
                </c:pt>
                <c:pt idx="642">
                  <c:v>106.615377833935</c:v>
                </c:pt>
                <c:pt idx="643">
                  <c:v>106.64498434535901</c:v>
                </c:pt>
                <c:pt idx="644">
                  <c:v>106.674568584911</c:v>
                </c:pt>
                <c:pt idx="645">
                  <c:v>106.70413057880999</c:v>
                </c:pt>
                <c:pt idx="646">
                  <c:v>106.733670353178</c:v>
                </c:pt>
                <c:pt idx="647">
                  <c:v>106.763187934044</c:v>
                </c:pt>
                <c:pt idx="648">
                  <c:v>106.792683347344</c:v>
                </c:pt>
                <c:pt idx="649">
                  <c:v>106.822156618923</c:v>
                </c:pt>
                <c:pt idx="650">
                  <c:v>106.851607774532</c:v>
                </c:pt>
                <c:pt idx="651">
                  <c:v>106.881036839834</c:v>
                </c:pt>
                <c:pt idx="652">
                  <c:v>106.910443840402</c:v>
                </c:pt>
                <c:pt idx="653">
                  <c:v>106.93982880172101</c:v>
                </c:pt>
                <c:pt idx="654">
                  <c:v>106.969191749186</c:v>
                </c:pt>
                <c:pt idx="655">
                  <c:v>106.99853270810701</c:v>
                </c:pt>
                <c:pt idx="656">
                  <c:v>107.02785170370601</c:v>
                </c:pt>
                <c:pt idx="657">
                  <c:v>107.057148761121</c:v>
                </c:pt>
                <c:pt idx="658">
                  <c:v>107.086423905404</c:v>
                </c:pt>
                <c:pt idx="659">
                  <c:v>107.115677161525</c:v>
                </c:pt>
                <c:pt idx="660">
                  <c:v>107.144908554368</c:v>
                </c:pt>
                <c:pt idx="661">
                  <c:v>107.174118108736</c:v>
                </c:pt>
                <c:pt idx="662">
                  <c:v>107.203305849351</c:v>
                </c:pt>
                <c:pt idx="663">
                  <c:v>107.23247180085301</c:v>
                </c:pt>
                <c:pt idx="664">
                  <c:v>107.261615987802</c:v>
                </c:pt>
                <c:pt idx="665">
                  <c:v>107.290738434679</c:v>
                </c:pt>
                <c:pt idx="666">
                  <c:v>107.319839165885</c:v>
                </c:pt>
                <c:pt idx="667">
                  <c:v>107.348918205744</c:v>
                </c:pt>
                <c:pt idx="668">
                  <c:v>107.377975578503</c:v>
                </c:pt>
                <c:pt idx="669">
                  <c:v>107.40701130833</c:v>
                </c:pt>
                <c:pt idx="670">
                  <c:v>107.43602541932</c:v>
                </c:pt>
                <c:pt idx="671">
                  <c:v>107.46501793549</c:v>
                </c:pt>
                <c:pt idx="672">
                  <c:v>107.493988880784</c:v>
                </c:pt>
                <c:pt idx="673">
                  <c:v>107.522938279071</c:v>
                </c:pt>
                <c:pt idx="674">
                  <c:v>107.55186615414701</c:v>
                </c:pt>
                <c:pt idx="675">
                  <c:v>107.580772529735</c:v>
                </c:pt>
                <c:pt idx="676">
                  <c:v>107.609657429488</c:v>
                </c:pt>
                <c:pt idx="677">
                  <c:v>107.63852087698299</c:v>
                </c:pt>
                <c:pt idx="678">
                  <c:v>107.66736289572999</c:v>
                </c:pt>
                <c:pt idx="679">
                  <c:v>107.69618350916799</c:v>
                </c:pt>
                <c:pt idx="680">
                  <c:v>107.724982740665</c:v>
                </c:pt>
                <c:pt idx="681">
                  <c:v>107.753760613522</c:v>
                </c:pt>
                <c:pt idx="682">
                  <c:v>107.782517150969</c:v>
                </c:pt>
                <c:pt idx="683">
                  <c:v>107.811252376171</c:v>
                </c:pt>
                <c:pt idx="684">
                  <c:v>107.839966312223</c:v>
                </c:pt>
                <c:pt idx="685">
                  <c:v>107.86865898215601</c:v>
                </c:pt>
                <c:pt idx="686">
                  <c:v>107.89733040893201</c:v>
                </c:pt>
                <c:pt idx="687">
                  <c:v>107.92598061545</c:v>
                </c:pt>
                <c:pt idx="688">
                  <c:v>107.954609624542</c:v>
                </c:pt>
                <c:pt idx="689">
                  <c:v>107.983217458978</c:v>
                </c:pt>
                <c:pt idx="690">
                  <c:v>108.011804141461</c:v>
                </c:pt>
                <c:pt idx="691">
                  <c:v>108.04036969463399</c:v>
                </c:pt>
                <c:pt idx="692">
                  <c:v>108.06891414107299</c:v>
                </c:pt>
                <c:pt idx="693">
                  <c:v>108.09743750329601</c:v>
                </c:pt>
                <c:pt idx="694">
                  <c:v>108.125939803756</c:v>
                </c:pt>
                <c:pt idx="695">
                  <c:v>108.15442106484601</c:v>
                </c:pt>
                <c:pt idx="696">
                  <c:v>108.18288130889999</c:v>
                </c:pt>
                <c:pt idx="697">
                  <c:v>108.21132055818801</c:v>
                </c:pt>
                <c:pt idx="698">
                  <c:v>108.23973883492199</c:v>
                </c:pt>
                <c:pt idx="699">
                  <c:v>108.268136161256</c:v>
                </c:pt>
                <c:pt idx="700">
                  <c:v>108.296512559284</c:v>
                </c:pt>
                <c:pt idx="701">
                  <c:v>108.324868051042</c:v>
                </c:pt>
                <c:pt idx="702">
                  <c:v>108.353202658507</c:v>
                </c:pt>
                <c:pt idx="703">
                  <c:v>108.38151640359899</c:v>
                </c:pt>
                <c:pt idx="704">
                  <c:v>108.40980930818399</c:v>
                </c:pt>
                <c:pt idx="705">
                  <c:v>108.43808139406801</c:v>
                </c:pt>
                <c:pt idx="706">
                  <c:v>108.46633268300199</c:v>
                </c:pt>
                <c:pt idx="707">
                  <c:v>108.494563196681</c:v>
                </c:pt>
                <c:pt idx="708">
                  <c:v>108.522772956748</c:v>
                </c:pt>
                <c:pt idx="709">
                  <c:v>108.55096198478699</c:v>
                </c:pt>
                <c:pt idx="710">
                  <c:v>108.57913030233</c:v>
                </c:pt>
                <c:pt idx="711">
                  <c:v>108.607277930856</c:v>
                </c:pt>
                <c:pt idx="712">
                  <c:v>108.63540489178899</c:v>
                </c:pt>
                <c:pt idx="713">
                  <c:v>108.663511206501</c:v>
                </c:pt>
                <c:pt idx="714">
                  <c:v>108.69159689631201</c:v>
                </c:pt>
                <c:pt idx="715">
                  <c:v>108.719661982487</c:v>
                </c:pt>
                <c:pt idx="716">
                  <c:v>108.747706486243</c:v>
                </c:pt>
                <c:pt idx="717">
                  <c:v>108.775730428744</c:v>
                </c:pt>
                <c:pt idx="718">
                  <c:v>108.80373383110199</c:v>
                </c:pt>
                <c:pt idx="719">
                  <c:v>108.831716714382</c:v>
                </c:pt>
                <c:pt idx="720">
                  <c:v>108.859679099595</c:v>
                </c:pt>
                <c:pt idx="721">
                  <c:v>108.887621007704</c:v>
                </c:pt>
                <c:pt idx="722">
                  <c:v>108.915542459623</c:v>
                </c:pt>
                <c:pt idx="723">
                  <c:v>108.943443476217</c:v>
                </c:pt>
                <c:pt idx="724">
                  <c:v>108.971324078301</c:v>
                </c:pt>
                <c:pt idx="725">
                  <c:v>108.999184286644</c:v>
                </c:pt>
                <c:pt idx="726">
                  <c:v>109.027024121965</c:v>
                </c:pt>
                <c:pt idx="727">
                  <c:v>109.054843604936</c:v>
                </c:pt>
                <c:pt idx="728">
                  <c:v>109.082642756184</c:v>
                </c:pt>
                <c:pt idx="729">
                  <c:v>109.110421596286</c:v>
                </c:pt>
                <c:pt idx="730">
                  <c:v>109.138180145775</c:v>
                </c:pt>
                <c:pt idx="731">
                  <c:v>109.165918425136</c:v>
                </c:pt>
                <c:pt idx="732">
                  <c:v>109.193636454811</c:v>
                </c:pt>
                <c:pt idx="733">
                  <c:v>109.221334255193</c:v>
                </c:pt>
                <c:pt idx="734">
                  <c:v>109.249011846632</c:v>
                </c:pt>
                <c:pt idx="735">
                  <c:v>109.276669249435</c:v>
                </c:pt>
                <c:pt idx="736">
                  <c:v>109.30430648386</c:v>
                </c:pt>
                <c:pt idx="737">
                  <c:v>109.331923570125</c:v>
                </c:pt>
                <c:pt idx="738">
                  <c:v>109.359520528402</c:v>
                </c:pt>
                <c:pt idx="739">
                  <c:v>109.387097378821</c:v>
                </c:pt>
                <c:pt idx="740">
                  <c:v>109.41465414146801</c:v>
                </c:pt>
                <c:pt idx="741">
                  <c:v>109.442190836385</c:v>
                </c:pt>
                <c:pt idx="742">
                  <c:v>109.46970748357499</c:v>
                </c:pt>
                <c:pt idx="743">
                  <c:v>109.497204102995</c:v>
                </c:pt>
                <c:pt idx="744">
                  <c:v>109.524680714562</c:v>
                </c:pt>
                <c:pt idx="745">
                  <c:v>109.552137338151</c:v>
                </c:pt>
                <c:pt idx="746">
                  <c:v>109.579573993596</c:v>
                </c:pt>
                <c:pt idx="747">
                  <c:v>109.606990700689</c:v>
                </c:pt>
                <c:pt idx="748">
                  <c:v>109.634387479182</c:v>
                </c:pt>
                <c:pt idx="749">
                  <c:v>109.661764348787</c:v>
                </c:pt>
                <c:pt idx="750">
                  <c:v>109.689121329174</c:v>
                </c:pt>
                <c:pt idx="751">
                  <c:v>109.71645843997599</c:v>
                </c:pt>
                <c:pt idx="752">
                  <c:v>109.743775700783</c:v>
                </c:pt>
                <c:pt idx="753">
                  <c:v>109.77107313114701</c:v>
                </c:pt>
                <c:pt idx="754">
                  <c:v>109.798350750583</c:v>
                </c:pt>
                <c:pt idx="755">
                  <c:v>109.825608578564</c:v>
                </c:pt>
                <c:pt idx="756">
                  <c:v>109.852846634526</c:v>
                </c:pt>
                <c:pt idx="757">
                  <c:v>109.880064937867</c:v>
                </c:pt>
                <c:pt idx="758">
                  <c:v>109.907263507946</c:v>
                </c:pt>
                <c:pt idx="759">
                  <c:v>109.93444236408401</c:v>
                </c:pt>
                <c:pt idx="760">
                  <c:v>109.961601525565</c:v>
                </c:pt>
                <c:pt idx="761">
                  <c:v>109.988741011637</c:v>
                </c:pt>
                <c:pt idx="762">
                  <c:v>110.015860841509</c:v>
                </c:pt>
                <c:pt idx="763">
                  <c:v>110.04296103435399</c:v>
                </c:pt>
                <c:pt idx="764">
                  <c:v>110.07004160930801</c:v>
                </c:pt>
                <c:pt idx="765">
                  <c:v>110.09710258547101</c:v>
                </c:pt>
                <c:pt idx="766">
                  <c:v>110.124143981907</c:v>
                </c:pt>
                <c:pt idx="767">
                  <c:v>110.151165817644</c:v>
                </c:pt>
                <c:pt idx="768">
                  <c:v>110.17816811167501</c:v>
                </c:pt>
                <c:pt idx="769">
                  <c:v>110.205150882956</c:v>
                </c:pt>
                <c:pt idx="770">
                  <c:v>110.23211415041</c:v>
                </c:pt>
                <c:pt idx="771">
                  <c:v>110.259057932923</c:v>
                </c:pt>
                <c:pt idx="772">
                  <c:v>110.285982249348</c:v>
                </c:pt>
                <c:pt idx="773">
                  <c:v>110.312887118502</c:v>
                </c:pt>
                <c:pt idx="774">
                  <c:v>110.339772559168</c:v>
                </c:pt>
                <c:pt idx="775">
                  <c:v>110.366638590097</c:v>
                </c:pt>
                <c:pt idx="776">
                  <c:v>110.393485230002</c:v>
                </c:pt>
                <c:pt idx="777">
                  <c:v>110.420312497567</c:v>
                </c:pt>
                <c:pt idx="778">
                  <c:v>110.44712041144</c:v>
                </c:pt>
                <c:pt idx="779">
                  <c:v>110.473908990235</c:v>
                </c:pt>
                <c:pt idx="780">
                  <c:v>110.500678252535</c:v>
                </c:pt>
                <c:pt idx="781">
                  <c:v>110.52742821688901</c:v>
                </c:pt>
                <c:pt idx="782">
                  <c:v>110.554158901813</c:v>
                </c:pt>
                <c:pt idx="783">
                  <c:v>110.580870325793</c:v>
                </c:pt>
                <c:pt idx="784">
                  <c:v>110.607562507279</c:v>
                </c:pt>
                <c:pt idx="785">
                  <c:v>110.634235464691</c:v>
                </c:pt>
                <c:pt idx="786">
                  <c:v>110.66088921641899</c:v>
                </c:pt>
                <c:pt idx="787">
                  <c:v>110.687523780817</c:v>
                </c:pt>
                <c:pt idx="788">
                  <c:v>110.71413917621101</c:v>
                </c:pt>
                <c:pt idx="789">
                  <c:v>110.74073542089501</c:v>
                </c:pt>
                <c:pt idx="790">
                  <c:v>110.767312533131</c:v>
                </c:pt>
                <c:pt idx="791">
                  <c:v>110.79387053115001</c:v>
                </c:pt>
                <c:pt idx="792">
                  <c:v>110.820409433153</c:v>
                </c:pt>
                <c:pt idx="793">
                  <c:v>110.846929257311</c:v>
                </c:pt>
                <c:pt idx="794">
                  <c:v>110.873430021763</c:v>
                </c:pt>
                <c:pt idx="795">
                  <c:v>110.899911744619</c:v>
                </c:pt>
                <c:pt idx="796">
                  <c:v>110.926374443958</c:v>
                </c:pt>
                <c:pt idx="797">
                  <c:v>110.95281813782999</c:v>
                </c:pt>
                <c:pt idx="798">
                  <c:v>110.979242844255</c:v>
                </c:pt>
                <c:pt idx="799">
                  <c:v>111.005648581223</c:v>
                </c:pt>
                <c:pt idx="800">
                  <c:v>111.032035366695</c:v>
                </c:pt>
                <c:pt idx="801">
                  <c:v>111.058403218603</c:v>
                </c:pt>
                <c:pt idx="802">
                  <c:v>111.084752154849</c:v>
                </c:pt>
                <c:pt idx="803">
                  <c:v>111.11108219330799</c:v>
                </c:pt>
                <c:pt idx="804">
                  <c:v>111.137393351824</c:v>
                </c:pt>
                <c:pt idx="805">
                  <c:v>111.163685648214</c:v>
                </c:pt>
                <c:pt idx="806">
                  <c:v>111.18995910026599</c:v>
                </c:pt>
                <c:pt idx="807">
                  <c:v>111.216213725739</c:v>
                </c:pt>
                <c:pt idx="808">
                  <c:v>111.24244954236499</c:v>
                </c:pt>
                <c:pt idx="809">
                  <c:v>111.268666567848</c:v>
                </c:pt>
                <c:pt idx="810">
                  <c:v>111.294864819864</c:v>
                </c:pt>
                <c:pt idx="811">
                  <c:v>111.32104431606</c:v>
                </c:pt>
                <c:pt idx="812">
                  <c:v>111.347205074057</c:v>
                </c:pt>
                <c:pt idx="813">
                  <c:v>111.37334711144899</c:v>
                </c:pt>
                <c:pt idx="814">
                  <c:v>111.399470445801</c:v>
                </c:pt>
                <c:pt idx="815">
                  <c:v>111.425575094652</c:v>
                </c:pt>
                <c:pt idx="816">
                  <c:v>111.451661075514</c:v>
                </c:pt>
                <c:pt idx="817">
                  <c:v>111.47772840587101</c:v>
                </c:pt>
                <c:pt idx="818">
                  <c:v>111.503777103183</c:v>
                </c:pt>
                <c:pt idx="819">
                  <c:v>111.52980718488099</c:v>
                </c:pt>
                <c:pt idx="820">
                  <c:v>111.55581866836999</c:v>
                </c:pt>
                <c:pt idx="821">
                  <c:v>111.58181157102899</c:v>
                </c:pt>
                <c:pt idx="822">
                  <c:v>111.607785910212</c:v>
                </c:pt>
                <c:pt idx="823">
                  <c:v>111.633741703244</c:v>
                </c:pt>
                <c:pt idx="824">
                  <c:v>111.659678967427</c:v>
                </c:pt>
                <c:pt idx="825">
                  <c:v>111.685597720036</c:v>
                </c:pt>
                <c:pt idx="826">
                  <c:v>111.71149797832101</c:v>
                </c:pt>
                <c:pt idx="827">
                  <c:v>111.737379759505</c:v>
                </c:pt>
                <c:pt idx="828">
                  <c:v>111.76324308078701</c:v>
                </c:pt>
                <c:pt idx="829">
                  <c:v>111.78908795933999</c:v>
                </c:pt>
                <c:pt idx="830">
                  <c:v>111.814914412313</c:v>
                </c:pt>
                <c:pt idx="831">
                  <c:v>111.840722456829</c:v>
                </c:pt>
                <c:pt idx="832">
                  <c:v>111.866512109984</c:v>
                </c:pt>
                <c:pt idx="833">
                  <c:v>111.892283388854</c:v>
                </c:pt>
                <c:pt idx="834">
                  <c:v>111.918036310487</c:v>
                </c:pt>
                <c:pt idx="835">
                  <c:v>111.943770891906</c:v>
                </c:pt>
                <c:pt idx="836">
                  <c:v>111.969487150112</c:v>
                </c:pt>
                <c:pt idx="837">
                  <c:v>111.99518510208</c:v>
                </c:pt>
                <c:pt idx="838">
                  <c:v>112.02086476476001</c:v>
                </c:pt>
                <c:pt idx="839">
                  <c:v>112.04652615508</c:v>
                </c:pt>
                <c:pt idx="840">
                  <c:v>112.072169289942</c:v>
                </c:pt>
                <c:pt idx="841">
                  <c:v>112.097794186226</c:v>
                </c:pt>
                <c:pt idx="842">
                  <c:v>112.123400860787</c:v>
                </c:pt>
                <c:pt idx="843">
                  <c:v>112.148989330457</c:v>
                </c:pt>
                <c:pt idx="844">
                  <c:v>112.174559612042</c:v>
                </c:pt>
                <c:pt idx="845">
                  <c:v>112.200111722329</c:v>
                </c:pt>
                <c:pt idx="846">
                  <c:v>112.225645678077</c:v>
                </c:pt>
                <c:pt idx="847">
                  <c:v>112.25116149602501</c:v>
                </c:pt>
                <c:pt idx="848">
                  <c:v>112.276659192887</c:v>
                </c:pt>
                <c:pt idx="849">
                  <c:v>112.302138785354</c:v>
                </c:pt>
                <c:pt idx="850">
                  <c:v>112.327600290097</c:v>
                </c:pt>
                <c:pt idx="851">
                  <c:v>112.353043723759</c:v>
                </c:pt>
                <c:pt idx="852">
                  <c:v>112.378469102964</c:v>
                </c:pt>
                <c:pt idx="853">
                  <c:v>112.403876444313</c:v>
                </c:pt>
                <c:pt idx="854">
                  <c:v>112.429265764382</c:v>
                </c:pt>
                <c:pt idx="855">
                  <c:v>112.45463707972699</c:v>
                </c:pt>
                <c:pt idx="856">
                  <c:v>112.479990406881</c:v>
                </c:pt>
                <c:pt idx="857">
                  <c:v>112.505325762354</c:v>
                </c:pt>
                <c:pt idx="858">
                  <c:v>112.53064316263399</c:v>
                </c:pt>
                <c:pt idx="859">
                  <c:v>112.55594262418801</c:v>
                </c:pt>
                <c:pt idx="860">
                  <c:v>112.581224163459</c:v>
                </c:pt>
                <c:pt idx="861">
                  <c:v>112.60648779687</c:v>
                </c:pt>
                <c:pt idx="862">
                  <c:v>112.631733540821</c:v>
                </c:pt>
                <c:pt idx="863">
                  <c:v>112.65696141169001</c:v>
                </c:pt>
                <c:pt idx="864">
                  <c:v>112.682171425834</c:v>
                </c:pt>
                <c:pt idx="865">
                  <c:v>112.70736359958801</c:v>
                </c:pt>
                <c:pt idx="866">
                  <c:v>112.732537949266</c:v>
                </c:pt>
                <c:pt idx="867">
                  <c:v>112.757694491161</c:v>
                </c:pt>
                <c:pt idx="868">
                  <c:v>112.78283324154199</c:v>
                </c:pt>
                <c:pt idx="869">
                  <c:v>112.807954216661</c:v>
                </c:pt>
                <c:pt idx="870">
                  <c:v>112.833057432744</c:v>
                </c:pt>
                <c:pt idx="871">
                  <c:v>112.858142906</c:v>
                </c:pt>
                <c:pt idx="872">
                  <c:v>112.883210652614</c:v>
                </c:pt>
                <c:pt idx="873">
                  <c:v>112.908260688753</c:v>
                </c:pt>
                <c:pt idx="874">
                  <c:v>112.933293030561</c:v>
                </c:pt>
                <c:pt idx="875">
                  <c:v>112.95830769416099</c:v>
                </c:pt>
                <c:pt idx="876">
                  <c:v>112.983304695656</c:v>
                </c:pt>
                <c:pt idx="877">
                  <c:v>113.008284051129</c:v>
                </c:pt>
                <c:pt idx="878">
                  <c:v>113.033245776642</c:v>
                </c:pt>
                <c:pt idx="879">
                  <c:v>113.058189888236</c:v>
                </c:pt>
                <c:pt idx="880">
                  <c:v>113.083116401932</c:v>
                </c:pt>
                <c:pt idx="881">
                  <c:v>113.10802533373101</c:v>
                </c:pt>
                <c:pt idx="882">
                  <c:v>113.13291669961301</c:v>
                </c:pt>
                <c:pt idx="883">
                  <c:v>113.157790515538</c:v>
                </c:pt>
                <c:pt idx="884">
                  <c:v>113.182646797446</c:v>
                </c:pt>
                <c:pt idx="885">
                  <c:v>113.207485561257</c:v>
                </c:pt>
                <c:pt idx="886">
                  <c:v>113.232306822871</c:v>
                </c:pt>
                <c:pt idx="887">
                  <c:v>113.25711059816901</c:v>
                </c:pt>
                <c:pt idx="888">
                  <c:v>113.281896903011</c:v>
                </c:pt>
                <c:pt idx="889">
                  <c:v>113.306665753236</c:v>
                </c:pt>
                <c:pt idx="890">
                  <c:v>113.331417164667</c:v>
                </c:pt>
                <c:pt idx="891">
                  <c:v>113.35615115310399</c:v>
                </c:pt>
                <c:pt idx="892">
                  <c:v>113.380867734329</c:v>
                </c:pt>
                <c:pt idx="893">
                  <c:v>113.40556692410399</c:v>
                </c:pt>
                <c:pt idx="894">
                  <c:v>113.430248738171</c:v>
                </c:pt>
                <c:pt idx="895">
                  <c:v>113.45491319225501</c:v>
                </c:pt>
                <c:pt idx="896">
                  <c:v>113.479560302058</c:v>
                </c:pt>
                <c:pt idx="897">
                  <c:v>113.50419008326701</c:v>
                </c:pt>
                <c:pt idx="898">
                  <c:v>113.52880255154599</c:v>
                </c:pt>
                <c:pt idx="899">
                  <c:v>113.553397722542</c:v>
                </c:pt>
                <c:pt idx="900">
                  <c:v>113.577975611882</c:v>
                </c:pt>
                <c:pt idx="901">
                  <c:v>113.60253623517499</c:v>
                </c:pt>
                <c:pt idx="902">
                  <c:v>113.62707960801001</c:v>
                </c:pt>
                <c:pt idx="903">
                  <c:v>113.651605745959</c:v>
                </c:pt>
                <c:pt idx="904">
                  <c:v>113.676114664572</c:v>
                </c:pt>
                <c:pt idx="905">
                  <c:v>113.700606379384</c:v>
                </c:pt>
                <c:pt idx="906">
                  <c:v>113.72508090590701</c:v>
                </c:pt>
                <c:pt idx="907">
                  <c:v>113.749538259639</c:v>
                </c:pt>
                <c:pt idx="908">
                  <c:v>113.773978456056</c:v>
                </c:pt>
                <c:pt idx="909">
                  <c:v>113.798401510617</c:v>
                </c:pt>
                <c:pt idx="910">
                  <c:v>113.822807438762</c:v>
                </c:pt>
                <c:pt idx="911">
                  <c:v>113.847196255913</c:v>
                </c:pt>
                <c:pt idx="912">
                  <c:v>113.87156797747301</c:v>
                </c:pt>
                <c:pt idx="913">
                  <c:v>113.895922618828</c:v>
                </c:pt>
                <c:pt idx="914">
                  <c:v>113.920260195344</c:v>
                </c:pt>
                <c:pt idx="915">
                  <c:v>113.94458072237001</c:v>
                </c:pt>
                <c:pt idx="916">
                  <c:v>113.968884215237</c:v>
                </c:pt>
                <c:pt idx="917">
                  <c:v>113.99317068925799</c:v>
                </c:pt>
                <c:pt idx="918">
                  <c:v>114.01744015972599</c:v>
                </c:pt>
                <c:pt idx="919">
                  <c:v>114.041692641918</c:v>
                </c:pt>
                <c:pt idx="920">
                  <c:v>114.065928151093</c:v>
                </c:pt>
                <c:pt idx="921">
                  <c:v>114.09014670249201</c:v>
                </c:pt>
                <c:pt idx="922">
                  <c:v>114.114348311337</c:v>
                </c:pt>
                <c:pt idx="923">
                  <c:v>114.138532992834</c:v>
                </c:pt>
                <c:pt idx="924">
                  <c:v>114.16270076217</c:v>
                </c:pt>
                <c:pt idx="925">
                  <c:v>114.18685163451499</c:v>
                </c:pt>
                <c:pt idx="926">
                  <c:v>114.21098562502</c:v>
                </c:pt>
                <c:pt idx="927">
                  <c:v>114.23510274882101</c:v>
                </c:pt>
                <c:pt idx="928">
                  <c:v>114.25920302103501</c:v>
                </c:pt>
                <c:pt idx="929">
                  <c:v>114.28328645676</c:v>
                </c:pt>
                <c:pt idx="930">
                  <c:v>114.30735307108</c:v>
                </c:pt>
                <c:pt idx="931">
                  <c:v>114.331402879059</c:v>
                </c:pt>
                <c:pt idx="932">
                  <c:v>114.35543589574399</c:v>
                </c:pt>
                <c:pt idx="933">
                  <c:v>114.37945213616599</c:v>
                </c:pt>
                <c:pt idx="934">
                  <c:v>114.403451615337</c:v>
                </c:pt>
                <c:pt idx="935">
                  <c:v>114.427434348254</c:v>
                </c:pt>
                <c:pt idx="936">
                  <c:v>114.451400349895</c:v>
                </c:pt>
                <c:pt idx="937">
                  <c:v>114.47534963522099</c:v>
                </c:pt>
                <c:pt idx="938">
                  <c:v>114.499282219176</c:v>
                </c:pt>
                <c:pt idx="939">
                  <c:v>114.523198116689</c:v>
                </c:pt>
                <c:pt idx="940">
                  <c:v>114.54709734267</c:v>
                </c:pt>
                <c:pt idx="941">
                  <c:v>114.570979912011</c:v>
                </c:pt>
                <c:pt idx="942">
                  <c:v>114.594845839591</c:v>
                </c:pt>
                <c:pt idx="943">
                  <c:v>114.618695140269</c:v>
                </c:pt>
                <c:pt idx="944">
                  <c:v>114.642527828887</c:v>
                </c:pt>
                <c:pt idx="945">
                  <c:v>114.666343920272</c:v>
                </c:pt>
                <c:pt idx="946">
                  <c:v>114.690143429233</c:v>
                </c:pt>
                <c:pt idx="947">
                  <c:v>114.713926370564</c:v>
                </c:pt>
                <c:pt idx="948">
                  <c:v>114.737692759041</c:v>
                </c:pt>
                <c:pt idx="949">
                  <c:v>114.76144260942399</c:v>
                </c:pt>
                <c:pt idx="950">
                  <c:v>114.785175936455</c:v>
                </c:pt>
                <c:pt idx="951">
                  <c:v>114.80889275486101</c:v>
                </c:pt>
                <c:pt idx="952">
                  <c:v>114.832593079353</c:v>
                </c:pt>
                <c:pt idx="953">
                  <c:v>114.856276924623</c:v>
                </c:pt>
                <c:pt idx="954">
                  <c:v>114.879944305351</c:v>
                </c:pt>
                <c:pt idx="955">
                  <c:v>114.903595236196</c:v>
                </c:pt>
                <c:pt idx="956">
                  <c:v>114.927229731803</c:v>
                </c:pt>
                <c:pt idx="957">
                  <c:v>114.950847806802</c:v>
                </c:pt>
                <c:pt idx="958">
                  <c:v>114.974449475803</c:v>
                </c:pt>
                <c:pt idx="959">
                  <c:v>114.998034753404</c:v>
                </c:pt>
                <c:pt idx="960">
                  <c:v>115.021603654183</c:v>
                </c:pt>
                <c:pt idx="961">
                  <c:v>115.04515619270499</c:v>
                </c:pt>
                <c:pt idx="962">
                  <c:v>115.068692383518</c:v>
                </c:pt>
                <c:pt idx="963">
                  <c:v>115.09221224115301</c:v>
                </c:pt>
                <c:pt idx="964">
                  <c:v>115.115715780126</c:v>
                </c:pt>
                <c:pt idx="965">
                  <c:v>115.139203014936</c:v>
                </c:pt>
                <c:pt idx="966">
                  <c:v>115.162673960067</c:v>
                </c:pt>
                <c:pt idx="967">
                  <c:v>115.186128629988</c:v>
                </c:pt>
                <c:pt idx="968">
                  <c:v>115.20956703914899</c:v>
                </c:pt>
                <c:pt idx="969">
                  <c:v>115.232989201988</c:v>
                </c:pt>
                <c:pt idx="970">
                  <c:v>115.25639513292499</c:v>
                </c:pt>
                <c:pt idx="971">
                  <c:v>115.279784846364</c:v>
                </c:pt>
                <c:pt idx="972">
                  <c:v>115.303158356694</c:v>
                </c:pt>
                <c:pt idx="973">
                  <c:v>115.326515678289</c:v>
                </c:pt>
                <c:pt idx="974">
                  <c:v>115.349856825506</c:v>
                </c:pt>
                <c:pt idx="975">
                  <c:v>115.373181812686</c:v>
                </c:pt>
                <c:pt idx="976">
                  <c:v>115.396490654158</c:v>
                </c:pt>
                <c:pt idx="977">
                  <c:v>115.41978336423</c:v>
                </c:pt>
                <c:pt idx="978">
                  <c:v>115.443059957199</c:v>
                </c:pt>
                <c:pt idx="979">
                  <c:v>115.466320447344</c:v>
                </c:pt>
                <c:pt idx="980">
                  <c:v>115.48956484893</c:v>
                </c:pt>
                <c:pt idx="981">
                  <c:v>115.51279317620499</c:v>
                </c:pt>
                <c:pt idx="982">
                  <c:v>115.53600544340399</c:v>
                </c:pt>
                <c:pt idx="983">
                  <c:v>115.55920166474399</c:v>
                </c:pt>
                <c:pt idx="984">
                  <c:v>115.582381854429</c:v>
                </c:pt>
                <c:pt idx="985">
                  <c:v>115.605546026645</c:v>
                </c:pt>
                <c:pt idx="986">
                  <c:v>115.628694195566</c:v>
                </c:pt>
                <c:pt idx="987">
                  <c:v>115.65182637534799</c:v>
                </c:pt>
                <c:pt idx="988">
                  <c:v>115.67494258013301</c:v>
                </c:pt>
                <c:pt idx="989">
                  <c:v>115.698042824048</c:v>
                </c:pt>
                <c:pt idx="990">
                  <c:v>115.721127121205</c:v>
                </c:pt>
                <c:pt idx="991">
                  <c:v>115.7441954857</c:v>
                </c:pt>
                <c:pt idx="992">
                  <c:v>115.76724793161399</c:v>
                </c:pt>
                <c:pt idx="993">
                  <c:v>115.790284473014</c:v>
                </c:pt>
                <c:pt idx="994">
                  <c:v>115.81330512395201</c:v>
                </c:pt>
                <c:pt idx="995">
                  <c:v>115.83630989846201</c:v>
                </c:pt>
                <c:pt idx="996">
                  <c:v>115.85929881056801</c:v>
                </c:pt>
                <c:pt idx="997">
                  <c:v>115.88227187427501</c:v>
                </c:pt>
                <c:pt idx="998">
                  <c:v>115.905229103576</c:v>
                </c:pt>
                <c:pt idx="999">
                  <c:v>115.928170512446</c:v>
                </c:pt>
                <c:pt idx="1000">
                  <c:v>115.951096114847</c:v>
                </c:pt>
                <c:pt idx="1001">
                  <c:v>115.974005924727</c:v>
                </c:pt>
                <c:pt idx="1002">
                  <c:v>115.996899956018</c:v>
                </c:pt>
                <c:pt idx="1003">
                  <c:v>116.019778222637</c:v>
                </c:pt>
                <c:pt idx="1004">
                  <c:v>116.042640738488</c:v>
                </c:pt>
                <c:pt idx="1005">
                  <c:v>116.065487517457</c:v>
                </c:pt>
                <c:pt idx="1006">
                  <c:v>116.088318573419</c:v>
                </c:pt>
                <c:pt idx="1007">
                  <c:v>116.111133920233</c:v>
                </c:pt>
                <c:pt idx="1008">
                  <c:v>116.13393357174201</c:v>
                </c:pt>
                <c:pt idx="1009">
                  <c:v>116.156717541775</c:v>
                </c:pt>
                <c:pt idx="1010">
                  <c:v>116.179485844149</c:v>
                </c:pt>
                <c:pt idx="1011">
                  <c:v>116.202238492663</c:v>
                </c:pt>
                <c:pt idx="1012">
                  <c:v>116.224975501103</c:v>
                </c:pt>
                <c:pt idx="1013">
                  <c:v>116.24769688324101</c:v>
                </c:pt>
                <c:pt idx="1014">
                  <c:v>116.27040265283399</c:v>
                </c:pt>
                <c:pt idx="1015">
                  <c:v>116.293092823623</c:v>
                </c:pt>
                <c:pt idx="1016">
                  <c:v>116.31576740933799</c:v>
                </c:pt>
                <c:pt idx="1017">
                  <c:v>116.338426423692</c:v>
                </c:pt>
                <c:pt idx="1018">
                  <c:v>116.36106988038399</c:v>
                </c:pt>
                <c:pt idx="1019">
                  <c:v>116.383697793099</c:v>
                </c:pt>
                <c:pt idx="1020">
                  <c:v>116.40631017550901</c:v>
                </c:pt>
                <c:pt idx="1021">
                  <c:v>116.428907041269</c:v>
                </c:pt>
                <c:pt idx="1022">
                  <c:v>116.451488404022</c:v>
                </c:pt>
                <c:pt idx="1023">
                  <c:v>116.474054277395</c:v>
                </c:pt>
                <c:pt idx="1024">
                  <c:v>116.496604675003</c:v>
                </c:pt>
                <c:pt idx="1025">
                  <c:v>116.519139610444</c:v>
                </c:pt>
                <c:pt idx="1026">
                  <c:v>116.541659097305</c:v>
                </c:pt>
                <c:pt idx="1027">
                  <c:v>116.564163149157</c:v>
                </c:pt>
                <c:pt idx="1028">
                  <c:v>116.58665177955599</c:v>
                </c:pt>
                <c:pt idx="1029">
                  <c:v>116.609125002046</c:v>
                </c:pt>
                <c:pt idx="1030">
                  <c:v>116.63158283015601</c:v>
                </c:pt>
                <c:pt idx="1031">
                  <c:v>116.654025277401</c:v>
                </c:pt>
                <c:pt idx="1032">
                  <c:v>116.676452357282</c:v>
                </c:pt>
                <c:pt idx="1033">
                  <c:v>116.698864083285</c:v>
                </c:pt>
                <c:pt idx="1034">
                  <c:v>116.721260468884</c:v>
                </c:pt>
                <c:pt idx="1035">
                  <c:v>116.74364152753699</c:v>
                </c:pt>
                <c:pt idx="1036">
                  <c:v>116.766007272691</c:v>
                </c:pt>
                <c:pt idx="1037">
                  <c:v>116.788357717775</c:v>
                </c:pt>
                <c:pt idx="1038">
                  <c:v>116.81069287620799</c:v>
                </c:pt>
                <c:pt idx="1039">
                  <c:v>116.83301276139299</c:v>
                </c:pt>
                <c:pt idx="1040">
                  <c:v>116.85531738671899</c:v>
                </c:pt>
                <c:pt idx="1041">
                  <c:v>116.877606765563</c:v>
                </c:pt>
                <c:pt idx="1042">
                  <c:v>116.899880911286</c:v>
                </c:pt>
                <c:pt idx="1043">
                  <c:v>116.922139837237</c:v>
                </c:pt>
                <c:pt idx="1044">
                  <c:v>116.94438355675</c:v>
                </c:pt>
                <c:pt idx="1045">
                  <c:v>116.966612083147</c:v>
                </c:pt>
                <c:pt idx="1046">
                  <c:v>116.988825429733</c:v>
                </c:pt>
                <c:pt idx="1047">
                  <c:v>117.011023609803</c:v>
                </c:pt>
                <c:pt idx="1048">
                  <c:v>117.033206636637</c:v>
                </c:pt>
                <c:pt idx="1049">
                  <c:v>117.05537452350001</c:v>
                </c:pt>
                <c:pt idx="1050">
                  <c:v>117.07752728364601</c:v>
                </c:pt>
                <c:pt idx="1051">
                  <c:v>117.099664930313</c:v>
                </c:pt>
                <c:pt idx="1052">
                  <c:v>117.121787476726</c:v>
                </c:pt>
                <c:pt idx="1053">
                  <c:v>117.14389493609799</c:v>
                </c:pt>
                <c:pt idx="1054">
                  <c:v>117.16598732162601</c:v>
                </c:pt>
                <c:pt idx="1055">
                  <c:v>117.188064646496</c:v>
                </c:pt>
                <c:pt idx="1056">
                  <c:v>117.21012692387799</c:v>
                </c:pt>
                <c:pt idx="1057">
                  <c:v>117.232174166932</c:v>
                </c:pt>
                <c:pt idx="1058">
                  <c:v>117.2542063888</c:v>
                </c:pt>
                <c:pt idx="1059">
                  <c:v>117.276223602615</c:v>
                </c:pt>
                <c:pt idx="1060">
                  <c:v>117.29822582149301</c:v>
                </c:pt>
                <c:pt idx="1061">
                  <c:v>117.320213058539</c:v>
                </c:pt>
                <c:pt idx="1062">
                  <c:v>117.34218532684299</c:v>
                </c:pt>
                <c:pt idx="1063">
                  <c:v>117.364142639484</c:v>
                </c:pt>
                <c:pt idx="1064">
                  <c:v>117.386085009525</c:v>
                </c:pt>
                <c:pt idx="1065">
                  <c:v>117.408012450017</c:v>
                </c:pt>
                <c:pt idx="1066">
                  <c:v>117.429924973998</c:v>
                </c:pt>
                <c:pt idx="1067">
                  <c:v>117.451822594492</c:v>
                </c:pt>
                <c:pt idx="1068">
                  <c:v>117.473705324511</c:v>
                </c:pt>
                <c:pt idx="1069">
                  <c:v>117.495573177051</c:v>
                </c:pt>
                <c:pt idx="1070">
                  <c:v>117.517426165098</c:v>
                </c:pt>
                <c:pt idx="1071">
                  <c:v>117.539264301622</c:v>
                </c:pt>
                <c:pt idx="1072">
                  <c:v>117.561087599583</c:v>
                </c:pt>
                <c:pt idx="1073">
                  <c:v>117.582896071926</c:v>
                </c:pt>
                <c:pt idx="1074">
                  <c:v>117.604689731582</c:v>
                </c:pt>
                <c:pt idx="1075">
                  <c:v>117.626468591471</c:v>
                </c:pt>
                <c:pt idx="1076">
                  <c:v>117.648232664497</c:v>
                </c:pt>
                <c:pt idx="1077">
                  <c:v>117.669981963555</c:v>
                </c:pt>
                <c:pt idx="1078">
                  <c:v>117.691716501523</c:v>
                </c:pt>
                <c:pt idx="1079">
                  <c:v>117.713436291268</c:v>
                </c:pt>
                <c:pt idx="1080">
                  <c:v>117.735141345644</c:v>
                </c:pt>
                <c:pt idx="1081">
                  <c:v>117.756831677492</c:v>
                </c:pt>
                <c:pt idx="1082">
                  <c:v>117.778507299639</c:v>
                </c:pt>
                <c:pt idx="1083">
                  <c:v>117.80016822490001</c:v>
                </c:pt>
                <c:pt idx="1084">
                  <c:v>117.82181446607601</c:v>
                </c:pt>
                <c:pt idx="1085">
                  <c:v>117.843446035957</c:v>
                </c:pt>
                <c:pt idx="1086">
                  <c:v>117.86506294731799</c:v>
                </c:pt>
                <c:pt idx="1087">
                  <c:v>117.886665212922</c:v>
                </c:pt>
                <c:pt idx="1088">
                  <c:v>117.90825284552</c:v>
                </c:pt>
                <c:pt idx="1089">
                  <c:v>117.929825857849</c:v>
                </c:pt>
                <c:pt idx="1090">
                  <c:v>117.951384262633</c:v>
                </c:pt>
                <c:pt idx="1091">
                  <c:v>117.972928072584</c:v>
                </c:pt>
                <c:pt idx="1092">
                  <c:v>117.994457300401</c:v>
                </c:pt>
                <c:pt idx="1093">
                  <c:v>118.015971958769</c:v>
                </c:pt>
                <c:pt idx="1094">
                  <c:v>118.037472060363</c:v>
                </c:pt>
                <c:pt idx="1095">
                  <c:v>118.05895761784301</c:v>
                </c:pt>
                <c:pt idx="1096">
                  <c:v>118.080428643857</c:v>
                </c:pt>
                <c:pt idx="1097">
                  <c:v>118.101885151039</c:v>
                </c:pt>
                <c:pt idx="1098">
                  <c:v>118.123327152012</c:v>
                </c:pt>
                <c:pt idx="1099">
                  <c:v>118.144754659387</c:v>
                </c:pt>
                <c:pt idx="1100">
                  <c:v>118.16616768575901</c:v>
                </c:pt>
                <c:pt idx="1101">
                  <c:v>118.187566243714</c:v>
                </c:pt>
                <c:pt idx="1102">
                  <c:v>118.208950345823</c:v>
                </c:pt>
                <c:pt idx="1103">
                  <c:v>118.230320004646</c:v>
                </c:pt>
                <c:pt idx="1104">
                  <c:v>118.251675232729</c:v>
                </c:pt>
                <c:pt idx="1105">
                  <c:v>118.273016042607</c:v>
                </c:pt>
                <c:pt idx="1106">
                  <c:v>118.2943424468</c:v>
                </c:pt>
                <c:pt idx="1107">
                  <c:v>118.315654457817</c:v>
                </c:pt>
                <c:pt idx="1108">
                  <c:v>118.336952088156</c:v>
                </c:pt>
                <c:pt idx="1109">
                  <c:v>118.35823535030001</c:v>
                </c:pt>
                <c:pt idx="1110">
                  <c:v>118.37950425672101</c:v>
                </c:pt>
                <c:pt idx="1111">
                  <c:v>118.400758819876</c:v>
                </c:pt>
                <c:pt idx="1112">
                  <c:v>118.42199905221401</c:v>
                </c:pt>
                <c:pt idx="1113">
                  <c:v>118.443224966168</c:v>
                </c:pt>
                <c:pt idx="1114">
                  <c:v>118.464436574159</c:v>
                </c:pt>
                <c:pt idx="1115">
                  <c:v>118.48563388859699</c:v>
                </c:pt>
                <c:pt idx="1116">
                  <c:v>118.50681692187899</c:v>
                </c:pt>
                <c:pt idx="1117">
                  <c:v>118.527985686389</c:v>
                </c:pt>
                <c:pt idx="1118">
                  <c:v>118.549140194499</c:v>
                </c:pt>
                <c:pt idx="1119">
                  <c:v>118.570280458569</c:v>
                </c:pt>
                <c:pt idx="1120">
                  <c:v>118.591406490946</c:v>
                </c:pt>
                <c:pt idx="1121">
                  <c:v>118.612518303965</c:v>
                </c:pt>
                <c:pt idx="1122">
                  <c:v>118.63361590995</c:v>
                </c:pt>
                <c:pt idx="1123">
                  <c:v>118.65469932121</c:v>
                </c:pt>
                <c:pt idx="1124">
                  <c:v>118.675768550044</c:v>
                </c:pt>
                <c:pt idx="1125">
                  <c:v>118.696823608738</c:v>
                </c:pt>
                <c:pt idx="1126">
                  <c:v>118.717864509566</c:v>
                </c:pt>
                <c:pt idx="1127">
                  <c:v>118.738891264789</c:v>
                </c:pt>
                <c:pt idx="1128">
                  <c:v>118.75990388665601</c:v>
                </c:pt>
                <c:pt idx="1129">
                  <c:v>118.78090238740501</c:v>
                </c:pt>
                <c:pt idx="1130">
                  <c:v>118.801886779261</c:v>
                </c:pt>
                <c:pt idx="1131">
                  <c:v>118.822857074436</c:v>
                </c:pt>
                <c:pt idx="1132">
                  <c:v>118.84381328513101</c:v>
                </c:pt>
                <c:pt idx="1133">
                  <c:v>118.86475542353401</c:v>
                </c:pt>
                <c:pt idx="1134">
                  <c:v>118.885683501823</c:v>
                </c:pt>
                <c:pt idx="1135">
                  <c:v>118.906597532161</c:v>
                </c:pt>
                <c:pt idx="1136">
                  <c:v>118.92749752669999</c:v>
                </c:pt>
                <c:pt idx="1137">
                  <c:v>118.94838349758101</c:v>
                </c:pt>
                <c:pt idx="1138">
                  <c:v>118.969255456932</c:v>
                </c:pt>
                <c:pt idx="1139">
                  <c:v>118.99011341687</c:v>
                </c:pt>
                <c:pt idx="1140">
                  <c:v>119.01095738949699</c:v>
                </c:pt>
                <c:pt idx="1141">
                  <c:v>119.031787386906</c:v>
                </c:pt>
                <c:pt idx="1142">
                  <c:v>119.052603421177</c:v>
                </c:pt>
                <c:pt idx="1143">
                  <c:v>119.073405504378</c:v>
                </c:pt>
                <c:pt idx="1144">
                  <c:v>119.09419364856601</c:v>
                </c:pt>
                <c:pt idx="1145">
                  <c:v>119.114967865784</c:v>
                </c:pt>
                <c:pt idx="1146">
                  <c:v>119.135728168065</c:v>
                </c:pt>
                <c:pt idx="1147">
                  <c:v>119.15647456742801</c:v>
                </c:pt>
                <c:pt idx="1148">
                  <c:v>119.177207075884</c:v>
                </c:pt>
                <c:pt idx="1149">
                  <c:v>119.197925705427</c:v>
                </c:pt>
                <c:pt idx="1150">
                  <c:v>119.21863046804199</c:v>
                </c:pt>
                <c:pt idx="1151">
                  <c:v>119.239321375703</c:v>
                </c:pt>
                <c:pt idx="1152">
                  <c:v>119.25999844037101</c:v>
                </c:pt>
                <c:pt idx="1153">
                  <c:v>119.280661673993</c:v>
                </c:pt>
                <c:pt idx="1154">
                  <c:v>119.301311088509</c:v>
                </c:pt>
                <c:pt idx="1155">
                  <c:v>119.321946695842</c:v>
                </c:pt>
                <c:pt idx="1156">
                  <c:v>119.342568507907</c:v>
                </c:pt>
                <c:pt idx="1157">
                  <c:v>119.36317653660601</c:v>
                </c:pt>
                <c:pt idx="1158">
                  <c:v>119.383770793829</c:v>
                </c:pt>
                <c:pt idx="1159">
                  <c:v>119.40435129145401</c:v>
                </c:pt>
                <c:pt idx="1160">
                  <c:v>119.42491804134799</c:v>
                </c:pt>
                <c:pt idx="1161">
                  <c:v>119.445471055366</c:v>
                </c:pt>
                <c:pt idx="1162">
                  <c:v>119.46601034535099</c:v>
                </c:pt>
                <c:pt idx="1163">
                  <c:v>119.486535923134</c:v>
                </c:pt>
                <c:pt idx="1164">
                  <c:v>119.507047800536</c:v>
                </c:pt>
                <c:pt idx="1165">
                  <c:v>119.527545989365</c:v>
                </c:pt>
                <c:pt idx="1166">
                  <c:v>119.548030501417</c:v>
                </c:pt>
                <c:pt idx="1167">
                  <c:v>119.568501348477</c:v>
                </c:pt>
                <c:pt idx="1168">
                  <c:v>119.58895854231901</c:v>
                </c:pt>
                <c:pt idx="1169">
                  <c:v>119.609402094704</c:v>
                </c:pt>
                <c:pt idx="1170">
                  <c:v>119.629832017382</c:v>
                </c:pt>
                <c:pt idx="1171">
                  <c:v>119.650248322092</c:v>
                </c:pt>
                <c:pt idx="1172">
                  <c:v>119.670651020561</c:v>
                </c:pt>
                <c:pt idx="1173">
                  <c:v>119.691040124504</c:v>
                </c:pt>
                <c:pt idx="1174">
                  <c:v>119.711415645624</c:v>
                </c:pt>
                <c:pt idx="1175">
                  <c:v>119.731777595615</c:v>
                </c:pt>
                <c:pt idx="1176">
                  <c:v>119.752125986157</c:v>
                </c:pt>
                <c:pt idx="1177">
                  <c:v>119.77246082892</c:v>
                </c:pt>
                <c:pt idx="1178">
                  <c:v>119.79278213556</c:v>
                </c:pt>
                <c:pt idx="1179">
                  <c:v>119.813089917726</c:v>
                </c:pt>
                <c:pt idx="1180">
                  <c:v>119.83338418705</c:v>
                </c:pt>
                <c:pt idx="1181">
                  <c:v>119.853664955158</c:v>
                </c:pt>
                <c:pt idx="1182">
                  <c:v>119.87393223366</c:v>
                </c:pt>
                <c:pt idx="1183">
                  <c:v>119.894186034158</c:v>
                </c:pt>
                <c:pt idx="1184">
                  <c:v>119.91442636824</c:v>
                </c:pt>
                <c:pt idx="1185">
                  <c:v>119.934653247485</c:v>
                </c:pt>
                <c:pt idx="1186">
                  <c:v>119.954866683459</c:v>
                </c:pt>
                <c:pt idx="1187">
                  <c:v>119.97506668771599</c:v>
                </c:pt>
                <c:pt idx="1188">
                  <c:v>119.995253271801</c:v>
                </c:pt>
                <c:pt idx="1189">
                  <c:v>120.015426447246</c:v>
                </c:pt>
                <c:pt idx="1190">
                  <c:v>120.035586225571</c:v>
                </c:pt>
                <c:pt idx="1191">
                  <c:v>120.055732618287</c:v>
                </c:pt>
                <c:pt idx="1192">
                  <c:v>120.075865636892</c:v>
                </c:pt>
                <c:pt idx="1193">
                  <c:v>120.095985292874</c:v>
                </c:pt>
                <c:pt idx="1194">
                  <c:v>120.116091597707</c:v>
                </c:pt>
                <c:pt idx="1195">
                  <c:v>120.136184562856</c:v>
                </c:pt>
                <c:pt idx="1196">
                  <c:v>120.15626419977499</c:v>
                </c:pt>
                <c:pt idx="1197">
                  <c:v>120.176330519906</c:v>
                </c:pt>
                <c:pt idx="1198">
                  <c:v>120.196383534679</c:v>
                </c:pt>
                <c:pt idx="1199">
                  <c:v>120.216423255515</c:v>
                </c:pt>
                <c:pt idx="1200">
                  <c:v>120.236449693821</c:v>
                </c:pt>
                <c:pt idx="1201">
                  <c:v>120.256462860996</c:v>
                </c:pt>
                <c:pt idx="1202">
                  <c:v>120.276462768424</c:v>
                </c:pt>
                <c:pt idx="1203">
                  <c:v>120.29644942748099</c:v>
                </c:pt>
                <c:pt idx="1204">
                  <c:v>120.31642284953099</c:v>
                </c:pt>
                <c:pt idx="1205">
                  <c:v>120.33638304592699</c:v>
                </c:pt>
                <c:pt idx="1206">
                  <c:v>120.356330028008</c:v>
                </c:pt>
                <c:pt idx="1207">
                  <c:v>120.376263807108</c:v>
                </c:pt>
                <c:pt idx="1208">
                  <c:v>120.396184394543</c:v>
                </c:pt>
                <c:pt idx="1209">
                  <c:v>120.416091801623</c:v>
                </c:pt>
                <c:pt idx="1210">
                  <c:v>120.435986039645</c:v>
                </c:pt>
                <c:pt idx="1211">
                  <c:v>120.455867119895</c:v>
                </c:pt>
                <c:pt idx="1212">
                  <c:v>120.475735053647</c:v>
                </c:pt>
                <c:pt idx="1213">
                  <c:v>120.495589852167</c:v>
                </c:pt>
                <c:pt idx="1214">
                  <c:v>120.515431526706</c:v>
                </c:pt>
                <c:pt idx="1215">
                  <c:v>120.535260088507</c:v>
                </c:pt>
                <c:pt idx="1216">
                  <c:v>120.5550755488</c:v>
                </c:pt>
                <c:pt idx="1217">
                  <c:v>120.574877918806</c:v>
                </c:pt>
                <c:pt idx="1218">
                  <c:v>120.594667209734</c:v>
                </c:pt>
                <c:pt idx="1219">
                  <c:v>120.614443432781</c:v>
                </c:pt>
                <c:pt idx="1220">
                  <c:v>120.634206599134</c:v>
                </c:pt>
                <c:pt idx="1221">
                  <c:v>120.65395671997101</c:v>
                </c:pt>
                <c:pt idx="1222">
                  <c:v>120.67369380645501</c:v>
                </c:pt>
                <c:pt idx="1223">
                  <c:v>120.69341786974201</c:v>
                </c:pt>
                <c:pt idx="1224">
                  <c:v>120.713128920974</c:v>
                </c:pt>
                <c:pt idx="1225">
                  <c:v>120.732826971284</c:v>
                </c:pt>
                <c:pt idx="1226">
                  <c:v>120.752512031794</c:v>
                </c:pt>
                <c:pt idx="1227">
                  <c:v>120.772184113614</c:v>
                </c:pt>
                <c:pt idx="1228">
                  <c:v>120.791843227844</c:v>
                </c:pt>
                <c:pt idx="1229">
                  <c:v>120.81148938557401</c:v>
                </c:pt>
                <c:pt idx="1230">
                  <c:v>120.83112259788101</c:v>
                </c:pt>
                <c:pt idx="1231">
                  <c:v>120.850742875834</c:v>
                </c:pt>
                <c:pt idx="1232">
                  <c:v>120.87035023048701</c:v>
                </c:pt>
                <c:pt idx="1233">
                  <c:v>120.88994467288801</c:v>
                </c:pt>
                <c:pt idx="1234">
                  <c:v>120.909526214072</c:v>
                </c:pt>
                <c:pt idx="1235">
                  <c:v>120.929094865062</c:v>
                </c:pt>
                <c:pt idx="1236">
                  <c:v>120.94865063687099</c:v>
                </c:pt>
                <c:pt idx="1237">
                  <c:v>120.968193540504</c:v>
                </c:pt>
                <c:pt idx="1238">
                  <c:v>120.98772358695101</c:v>
                </c:pt>
                <c:pt idx="1239">
                  <c:v>121.007240787195</c:v>
                </c:pt>
                <c:pt idx="1240">
                  <c:v>121.026745152205</c:v>
                </c:pt>
                <c:pt idx="1241">
                  <c:v>121.04623669294099</c:v>
                </c:pt>
                <c:pt idx="1242">
                  <c:v>121.065715420353</c:v>
                </c:pt>
                <c:pt idx="1243">
                  <c:v>121.085181345379</c:v>
                </c:pt>
                <c:pt idx="1244">
                  <c:v>121.104634478946</c:v>
                </c:pt>
                <c:pt idx="1245">
                  <c:v>121.124074831973</c:v>
                </c:pt>
                <c:pt idx="1246">
                  <c:v>121.143502415366</c:v>
                </c:pt>
                <c:pt idx="1247">
                  <c:v>121.16291724001999</c:v>
                </c:pt>
                <c:pt idx="1248">
                  <c:v>121.18231931682</c:v>
                </c:pt>
                <c:pt idx="1249">
                  <c:v>121.20170865664301</c:v>
                </c:pt>
                <c:pt idx="1250">
                  <c:v>121.22108527035</c:v>
                </c:pt>
                <c:pt idx="1251">
                  <c:v>121.240449168797</c:v>
                </c:pt>
                <c:pt idx="1252">
                  <c:v>121.259800362825</c:v>
                </c:pt>
                <c:pt idx="1253">
                  <c:v>121.279138863268</c:v>
                </c:pt>
                <c:pt idx="1254">
                  <c:v>121.29846468094701</c:v>
                </c:pt>
                <c:pt idx="1255">
                  <c:v>121.31777782667299</c:v>
                </c:pt>
                <c:pt idx="1256">
                  <c:v>121.337078311247</c:v>
                </c:pt>
                <c:pt idx="1257">
                  <c:v>121.35636614545901</c:v>
                </c:pt>
                <c:pt idx="1258">
                  <c:v>121.375641340089</c:v>
                </c:pt>
                <c:pt idx="1259">
                  <c:v>121.394903905907</c:v>
                </c:pt>
                <c:pt idx="1260">
                  <c:v>121.41415385367</c:v>
                </c:pt>
                <c:pt idx="1261">
                  <c:v>121.43339119412801</c:v>
                </c:pt>
                <c:pt idx="1262">
                  <c:v>121.452615938018</c:v>
                </c:pt>
                <c:pt idx="1263">
                  <c:v>121.471828096067</c:v>
                </c:pt>
                <c:pt idx="1264">
                  <c:v>121.491027678992</c:v>
                </c:pt>
                <c:pt idx="1265">
                  <c:v>121.5102146975</c:v>
                </c:pt>
                <c:pt idx="1266">
                  <c:v>121.529389162287</c:v>
                </c:pt>
                <c:pt idx="1267">
                  <c:v>121.548551084039</c:v>
                </c:pt>
                <c:pt idx="1268">
                  <c:v>121.56770047342999</c:v>
                </c:pt>
                <c:pt idx="1269">
                  <c:v>121.586837341126</c:v>
                </c:pt>
                <c:pt idx="1270">
                  <c:v>121.60596169778201</c:v>
                </c:pt>
                <c:pt idx="1271">
                  <c:v>121.62507355404</c:v>
                </c:pt>
                <c:pt idx="1272">
                  <c:v>121.644172920537</c:v>
                </c:pt>
                <c:pt idx="1273">
                  <c:v>121.663259807893</c:v>
                </c:pt>
                <c:pt idx="1274">
                  <c:v>121.682334226724</c:v>
                </c:pt>
                <c:pt idx="1275">
                  <c:v>121.701396187632</c:v>
                </c:pt>
                <c:pt idx="1276">
                  <c:v>121.720445701209</c:v>
                </c:pt>
                <c:pt idx="1277">
                  <c:v>121.739482778037</c:v>
                </c:pt>
                <c:pt idx="1278">
                  <c:v>121.758507428689</c:v>
                </c:pt>
                <c:pt idx="1279">
                  <c:v>121.777519663726</c:v>
                </c:pt>
                <c:pt idx="1280">
                  <c:v>121.7965194937</c:v>
                </c:pt>
                <c:pt idx="1281">
                  <c:v>121.81550692915199</c:v>
                </c:pt>
                <c:pt idx="1282">
                  <c:v>121.83448198061301</c:v>
                </c:pt>
                <c:pt idx="1283">
                  <c:v>121.853444658603</c:v>
                </c:pt>
                <c:pt idx="1284">
                  <c:v>121.87239497363301</c:v>
                </c:pt>
                <c:pt idx="1285">
                  <c:v>121.89133293620399</c:v>
                </c:pt>
                <c:pt idx="1286">
                  <c:v>121.910258556805</c:v>
                </c:pt>
                <c:pt idx="1287">
                  <c:v>121.929171845916</c:v>
                </c:pt>
                <c:pt idx="1288">
                  <c:v>121.948072814008</c:v>
                </c:pt>
                <c:pt idx="1289">
                  <c:v>121.96696147154</c:v>
                </c:pt>
                <c:pt idx="1290">
                  <c:v>121.98583782896</c:v>
                </c:pt>
                <c:pt idx="1291">
                  <c:v>122.00470189671</c:v>
                </c:pt>
                <c:pt idx="1292">
                  <c:v>122.023553685216</c:v>
                </c:pt>
                <c:pt idx="1293">
                  <c:v>122.04239320489999</c:v>
                </c:pt>
                <c:pt idx="1294">
                  <c:v>122.061220466169</c:v>
                </c:pt>
                <c:pt idx="1295">
                  <c:v>122.080035479423</c:v>
                </c:pt>
                <c:pt idx="1296">
                  <c:v>122.09883825505</c:v>
                </c:pt>
                <c:pt idx="1297">
                  <c:v>122.117628803429</c:v>
                </c:pt>
                <c:pt idx="1298">
                  <c:v>122.136407134929</c:v>
                </c:pt>
                <c:pt idx="1299">
                  <c:v>122.155173259908</c:v>
                </c:pt>
                <c:pt idx="1300">
                  <c:v>122.173927188714</c:v>
                </c:pt>
                <c:pt idx="1301">
                  <c:v>122.192668931687</c:v>
                </c:pt>
                <c:pt idx="1302">
                  <c:v>122.211398499154</c:v>
                </c:pt>
                <c:pt idx="1303">
                  <c:v>122.230115901435</c:v>
                </c:pt>
                <c:pt idx="1304">
                  <c:v>122.248821148837</c:v>
                </c:pt>
                <c:pt idx="1305">
                  <c:v>122.267514251658</c:v>
                </c:pt>
                <c:pt idx="1306">
                  <c:v>122.286195220189</c:v>
                </c:pt>
                <c:pt idx="1307">
                  <c:v>122.304864064706</c:v>
                </c:pt>
                <c:pt idx="1308">
                  <c:v>122.323520795478</c:v>
                </c:pt>
                <c:pt idx="1309">
                  <c:v>122.34216542276501</c:v>
                </c:pt>
                <c:pt idx="1310">
                  <c:v>122.36079795681501</c:v>
                </c:pt>
                <c:pt idx="1311">
                  <c:v>122.379418407866</c:v>
                </c:pt>
                <c:pt idx="1312">
                  <c:v>122.398026786147</c:v>
                </c:pt>
                <c:pt idx="1313">
                  <c:v>122.41662310187699</c:v>
                </c:pt>
                <c:pt idx="1314">
                  <c:v>122.435207365266</c:v>
                </c:pt>
                <c:pt idx="1315">
                  <c:v>122.453779586512</c:v>
                </c:pt>
                <c:pt idx="1316">
                  <c:v>122.472339775804</c:v>
                </c:pt>
                <c:pt idx="1317">
                  <c:v>122.490887943323</c:v>
                </c:pt>
                <c:pt idx="1318">
                  <c:v>122.50942409923699</c:v>
                </c:pt>
                <c:pt idx="1319">
                  <c:v>122.527948253706</c:v>
                </c:pt>
                <c:pt idx="1320">
                  <c:v>122.546460416879</c:v>
                </c:pt>
                <c:pt idx="1321">
                  <c:v>122.564960598898</c:v>
                </c:pt>
                <c:pt idx="1322">
                  <c:v>122.583448809892</c:v>
                </c:pt>
                <c:pt idx="1323">
                  <c:v>122.60192505998199</c:v>
                </c:pt>
                <c:pt idx="1324">
                  <c:v>122.62038935927799</c:v>
                </c:pt>
                <c:pt idx="1325">
                  <c:v>122.63884171788</c:v>
                </c:pt>
                <c:pt idx="1326">
                  <c:v>122.657282145881</c:v>
                </c:pt>
                <c:pt idx="1327">
                  <c:v>122.67571065336099</c:v>
                </c:pt>
                <c:pt idx="1328">
                  <c:v>122.694127250392</c:v>
                </c:pt>
                <c:pt idx="1329">
                  <c:v>122.712531947035</c:v>
                </c:pt>
                <c:pt idx="1330">
                  <c:v>122.730924753343</c:v>
                </c:pt>
                <c:pt idx="1331">
                  <c:v>122.749305679358</c:v>
                </c:pt>
                <c:pt idx="1332">
                  <c:v>122.767674735113</c:v>
                </c:pt>
                <c:pt idx="1333">
                  <c:v>122.78603193063</c:v>
                </c:pt>
                <c:pt idx="1334">
                  <c:v>122.804377275923</c:v>
                </c:pt>
                <c:pt idx="1335">
                  <c:v>122.822710780995</c:v>
                </c:pt>
                <c:pt idx="1336">
                  <c:v>122.84103245583999</c:v>
                </c:pt>
                <c:pt idx="1337">
                  <c:v>122.859342310443</c:v>
                </c:pt>
                <c:pt idx="1338">
                  <c:v>122.877640354777</c:v>
                </c:pt>
                <c:pt idx="1339">
                  <c:v>122.895926598809</c:v>
                </c:pt>
                <c:pt idx="1340">
                  <c:v>122.914201052492</c:v>
                </c:pt>
                <c:pt idx="1341">
                  <c:v>122.932463725773</c:v>
                </c:pt>
                <c:pt idx="1342">
                  <c:v>122.950714628588</c:v>
                </c:pt>
                <c:pt idx="1343">
                  <c:v>122.968953770863</c:v>
                </c:pt>
                <c:pt idx="1344">
                  <c:v>122.98718116251599</c:v>
                </c:pt>
                <c:pt idx="1345">
                  <c:v>123.00539681345199</c:v>
                </c:pt>
                <c:pt idx="1346">
                  <c:v>123.023600733571</c:v>
                </c:pt>
                <c:pt idx="1347">
                  <c:v>123.04179293276</c:v>
                </c:pt>
                <c:pt idx="1348">
                  <c:v>123.05997342089699</c:v>
                </c:pt>
                <c:pt idx="1349">
                  <c:v>123.07814220785301</c:v>
                </c:pt>
                <c:pt idx="1350">
                  <c:v>123.09629930348601</c:v>
                </c:pt>
                <c:pt idx="1351">
                  <c:v>123.11444471764599</c:v>
                </c:pt>
                <c:pt idx="1352">
                  <c:v>123.132578460174</c:v>
                </c:pt>
                <c:pt idx="1353">
                  <c:v>123.1507005409</c:v>
                </c:pt>
                <c:pt idx="1354">
                  <c:v>123.168810969647</c:v>
                </c:pt>
                <c:pt idx="1355">
                  <c:v>123.186909756226</c:v>
                </c:pt>
                <c:pt idx="1356">
                  <c:v>123.20499691044</c:v>
                </c:pt>
                <c:pt idx="1357">
                  <c:v>123.223072442082</c:v>
                </c:pt>
                <c:pt idx="1358">
                  <c:v>123.241136360935</c:v>
                </c:pt>
                <c:pt idx="1359">
                  <c:v>123.25918867677299</c:v>
                </c:pt>
                <c:pt idx="1360">
                  <c:v>123.277229399362</c:v>
                </c:pt>
                <c:pt idx="1361">
                  <c:v>123.29525853845701</c:v>
                </c:pt>
                <c:pt idx="1362">
                  <c:v>123.31327610380301</c:v>
                </c:pt>
                <c:pt idx="1363">
                  <c:v>123.33128210513701</c:v>
                </c:pt>
                <c:pt idx="1364">
                  <c:v>123.349276552186</c:v>
                </c:pt>
                <c:pt idx="1365">
                  <c:v>123.367259454668</c:v>
                </c:pt>
                <c:pt idx="1366">
                  <c:v>123.385230822292</c:v>
                </c:pt>
                <c:pt idx="1367">
                  <c:v>123.403190664755</c:v>
                </c:pt>
                <c:pt idx="1368">
                  <c:v>123.42113899174799</c:v>
                </c:pt>
                <c:pt idx="1369">
                  <c:v>123.439075812951</c:v>
                </c:pt>
                <c:pt idx="1370">
                  <c:v>123.457001138035</c:v>
                </c:pt>
                <c:pt idx="1371">
                  <c:v>123.474914976661</c:v>
                </c:pt>
                <c:pt idx="1372">
                  <c:v>123.492817338482</c:v>
                </c:pt>
                <c:pt idx="1373">
                  <c:v>123.510708233141</c:v>
                </c:pt>
                <c:pt idx="1374">
                  <c:v>123.528587670272</c:v>
                </c:pt>
                <c:pt idx="1375">
                  <c:v>123.54645565949799</c:v>
                </c:pt>
                <c:pt idx="1376">
                  <c:v>123.56431221043501</c:v>
                </c:pt>
                <c:pt idx="1377">
                  <c:v>123.58215733268899</c:v>
                </c:pt>
                <c:pt idx="1378">
                  <c:v>123.59999103585599</c:v>
                </c:pt>
                <c:pt idx="1379">
                  <c:v>123.617813329524</c:v>
                </c:pt>
                <c:pt idx="1380">
                  <c:v>123.63562422327</c:v>
                </c:pt>
                <c:pt idx="1381">
                  <c:v>123.653423726665</c:v>
                </c:pt>
                <c:pt idx="1382">
                  <c:v>123.671211849266</c:v>
                </c:pt>
                <c:pt idx="1383">
                  <c:v>123.688988600625</c:v>
                </c:pt>
                <c:pt idx="1384">
                  <c:v>123.706753990284</c:v>
                </c:pt>
                <c:pt idx="1385">
                  <c:v>123.724508027773</c:v>
                </c:pt>
                <c:pt idx="1386">
                  <c:v>123.742250722615</c:v>
                </c:pt>
                <c:pt idx="1387">
                  <c:v>123.759982084326</c:v>
                </c:pt>
                <c:pt idx="1388">
                  <c:v>123.777702122408</c:v>
                </c:pt>
                <c:pt idx="1389">
                  <c:v>123.795410846357</c:v>
                </c:pt>
                <c:pt idx="1390">
                  <c:v>123.81310826566001</c:v>
                </c:pt>
                <c:pt idx="1391">
                  <c:v>123.830794389793</c:v>
                </c:pt>
                <c:pt idx="1392">
                  <c:v>123.848469228225</c:v>
                </c:pt>
                <c:pt idx="1393">
                  <c:v>123.86613279041499</c:v>
                </c:pt>
                <c:pt idx="1394">
                  <c:v>123.883785085811</c:v>
                </c:pt>
                <c:pt idx="1395">
                  <c:v>123.901426123855</c:v>
                </c:pt>
                <c:pt idx="1396">
                  <c:v>123.919055913978</c:v>
                </c:pt>
                <c:pt idx="1397">
                  <c:v>123.936674465602</c:v>
                </c:pt>
                <c:pt idx="1398">
                  <c:v>123.954281788142</c:v>
                </c:pt>
                <c:pt idx="1399">
                  <c:v>123.971877891001</c:v>
                </c:pt>
                <c:pt idx="1400">
                  <c:v>123.989462783574</c:v>
                </c:pt>
                <c:pt idx="1401">
                  <c:v>124.007036475248</c:v>
                </c:pt>
                <c:pt idx="1402">
                  <c:v>124.0245989754</c:v>
                </c:pt>
                <c:pt idx="1403">
                  <c:v>124.042150293398</c:v>
                </c:pt>
                <c:pt idx="1404">
                  <c:v>124.059690438602</c:v>
                </c:pt>
                <c:pt idx="1405">
                  <c:v>124.07721942036</c:v>
                </c:pt>
                <c:pt idx="1406">
                  <c:v>124.09473724801499</c:v>
                </c:pt>
                <c:pt idx="1407">
                  <c:v>124.112243930899</c:v>
                </c:pt>
                <c:pt idx="1408">
                  <c:v>124.129739478334</c:v>
                </c:pt>
                <c:pt idx="1409">
                  <c:v>124.147223899636</c:v>
                </c:pt>
                <c:pt idx="1410">
                  <c:v>124.164697204109</c:v>
                </c:pt>
                <c:pt idx="1411">
                  <c:v>124.18215940104901</c:v>
                </c:pt>
                <c:pt idx="1412">
                  <c:v>124.199610499744</c:v>
                </c:pt>
                <c:pt idx="1413">
                  <c:v>124.217050509472</c:v>
                </c:pt>
                <c:pt idx="1414">
                  <c:v>124.234479439503</c:v>
                </c:pt>
                <c:pt idx="1415">
                  <c:v>124.251897299098</c:v>
                </c:pt>
                <c:pt idx="1416">
                  <c:v>124.269304097507</c:v>
                </c:pt>
                <c:pt idx="1417">
                  <c:v>124.28669984397401</c:v>
                </c:pt>
                <c:pt idx="1418">
                  <c:v>124.304084547733</c:v>
                </c:pt>
                <c:pt idx="1419">
                  <c:v>124.321458218009</c:v>
                </c:pt>
                <c:pt idx="1420">
                  <c:v>124.33882086401699</c:v>
                </c:pt>
                <c:pt idx="1421">
                  <c:v>124.35617249496499</c:v>
                </c:pt>
                <c:pt idx="1422">
                  <c:v>124.373513120052</c:v>
                </c:pt>
                <c:pt idx="1423">
                  <c:v>124.390842748468</c:v>
                </c:pt>
                <c:pt idx="1424">
                  <c:v>124.40816138939201</c:v>
                </c:pt>
                <c:pt idx="1425">
                  <c:v>124.425469051996</c:v>
                </c:pt>
                <c:pt idx="1426">
                  <c:v>124.442765745445</c:v>
                </c:pt>
                <c:pt idx="1427">
                  <c:v>124.460051478892</c:v>
                </c:pt>
                <c:pt idx="1428">
                  <c:v>124.477326261483</c:v>
                </c:pt>
                <c:pt idx="1429">
                  <c:v>124.494590102354</c:v>
                </c:pt>
                <c:pt idx="1430">
                  <c:v>124.511843010634</c:v>
                </c:pt>
                <c:pt idx="1431">
                  <c:v>124.52908499544201</c:v>
                </c:pt>
                <c:pt idx="1432">
                  <c:v>124.546316065887</c:v>
                </c:pt>
                <c:pt idx="1433">
                  <c:v>124.56353623107201</c:v>
                </c:pt>
                <c:pt idx="1434">
                  <c:v>124.58074550009</c:v>
                </c:pt>
                <c:pt idx="1435">
                  <c:v>124.59794388202501</c:v>
                </c:pt>
                <c:pt idx="1436">
                  <c:v>124.615131385952</c:v>
                </c:pt>
                <c:pt idx="1437">
                  <c:v>124.632308020938</c:v>
                </c:pt>
                <c:pt idx="1438">
                  <c:v>124.64947379604099</c:v>
                </c:pt>
                <c:pt idx="1439">
                  <c:v>124.666628720311</c:v>
                </c:pt>
                <c:pt idx="1440">
                  <c:v>124.683772802788</c:v>
                </c:pt>
                <c:pt idx="1441">
                  <c:v>124.700906052504</c:v>
                </c:pt>
                <c:pt idx="1442">
                  <c:v>124.718028478482</c:v>
                </c:pt>
                <c:pt idx="1443">
                  <c:v>124.735140089737</c:v>
                </c:pt>
                <c:pt idx="1444">
                  <c:v>124.752240895276</c:v>
                </c:pt>
                <c:pt idx="1445">
                  <c:v>124.769330904095</c:v>
                </c:pt>
                <c:pt idx="1446">
                  <c:v>124.786410125183</c:v>
                </c:pt>
                <c:pt idx="1447">
                  <c:v>124.80347856752</c:v>
                </c:pt>
                <c:pt idx="1448">
                  <c:v>124.820536240078</c:v>
                </c:pt>
                <c:pt idx="1449">
                  <c:v>124.837583151819</c:v>
                </c:pt>
                <c:pt idx="1450">
                  <c:v>124.854619311699</c:v>
                </c:pt>
                <c:pt idx="1451">
                  <c:v>124.871644728661</c:v>
                </c:pt>
                <c:pt idx="1452">
                  <c:v>124.888659411644</c:v>
                </c:pt>
                <c:pt idx="1453">
                  <c:v>124.905663369577</c:v>
                </c:pt>
                <c:pt idx="1454">
                  <c:v>124.922656611378</c:v>
                </c:pt>
                <c:pt idx="1455">
                  <c:v>124.93963914595901</c:v>
                </c:pt>
                <c:pt idx="1456">
                  <c:v>124.95661098222401</c:v>
                </c:pt>
                <c:pt idx="1457">
                  <c:v>124.973572129066</c:v>
                </c:pt>
                <c:pt idx="1458">
                  <c:v>124.990522595371</c:v>
                </c:pt>
                <c:pt idx="1459">
                  <c:v>125.007462390017</c:v>
                </c:pt>
                <c:pt idx="1460">
                  <c:v>125.024391521872</c:v>
                </c:pt>
                <c:pt idx="1461">
                  <c:v>125.04130999979699</c:v>
                </c:pt>
                <c:pt idx="1462">
                  <c:v>125.058217832643</c:v>
                </c:pt>
                <c:pt idx="1463">
                  <c:v>125.075115029253</c:v>
                </c:pt>
                <c:pt idx="1464">
                  <c:v>125.09200159846201</c:v>
                </c:pt>
                <c:pt idx="1465">
                  <c:v>125.108877549097</c:v>
                </c:pt>
                <c:pt idx="1466">
                  <c:v>125.125742889975</c:v>
                </c:pt>
                <c:pt idx="1467">
                  <c:v>125.14259762990601</c:v>
                </c:pt>
                <c:pt idx="1468">
                  <c:v>125.15944177769001</c:v>
                </c:pt>
                <c:pt idx="1469">
                  <c:v>125.17627534211999</c:v>
                </c:pt>
                <c:pt idx="1470">
                  <c:v>125.19309833198101</c:v>
                </c:pt>
                <c:pt idx="1471">
                  <c:v>125.20991075604699</c:v>
                </c:pt>
                <c:pt idx="1472">
                  <c:v>125.226712623086</c:v>
                </c:pt>
                <c:pt idx="1473">
                  <c:v>125.243503941857</c:v>
                </c:pt>
                <c:pt idx="1474">
                  <c:v>125.26028472111101</c:v>
                </c:pt>
                <c:pt idx="1475">
                  <c:v>125.277054969589</c:v>
                </c:pt>
                <c:pt idx="1476">
                  <c:v>125.293814696025</c:v>
                </c:pt>
                <c:pt idx="1477">
                  <c:v>125.31056390914399</c:v>
                </c:pt>
                <c:pt idx="1478">
                  <c:v>125.327302617664</c:v>
                </c:pt>
                <c:pt idx="1479">
                  <c:v>125.34403083029299</c:v>
                </c:pt>
                <c:pt idx="1480">
                  <c:v>125.36074855573101</c:v>
                </c:pt>
                <c:pt idx="1481">
                  <c:v>125.37745580267</c:v>
                </c:pt>
                <c:pt idx="1482">
                  <c:v>125.394152579793</c:v>
                </c:pt>
                <c:pt idx="1483">
                  <c:v>125.410838895777</c:v>
                </c:pt>
                <c:pt idx="1484">
                  <c:v>125.427514759288</c:v>
                </c:pt>
                <c:pt idx="1485">
                  <c:v>125.44418017898499</c:v>
                </c:pt>
                <c:pt idx="1486">
                  <c:v>125.460835163518</c:v>
                </c:pt>
                <c:pt idx="1487">
                  <c:v>125.477479721528</c:v>
                </c:pt>
                <c:pt idx="1488">
                  <c:v>125.494113861651</c:v>
                </c:pt>
                <c:pt idx="1489">
                  <c:v>125.510737592512</c:v>
                </c:pt>
                <c:pt idx="1490">
                  <c:v>125.527350922728</c:v>
                </c:pt>
                <c:pt idx="1491">
                  <c:v>125.543953860907</c:v>
                </c:pt>
                <c:pt idx="1492">
                  <c:v>125.560546415652</c:v>
                </c:pt>
                <c:pt idx="1493">
                  <c:v>125.57712859555301</c:v>
                </c:pt>
                <c:pt idx="1494">
                  <c:v>125.593700409197</c:v>
                </c:pt>
                <c:pt idx="1495">
                  <c:v>125.610261865159</c:v>
                </c:pt>
                <c:pt idx="1496">
                  <c:v>125.62681297200599</c:v>
                </c:pt>
                <c:pt idx="1497">
                  <c:v>125.643353738299</c:v>
                </c:pt>
                <c:pt idx="1498">
                  <c:v>125.659884172589</c:v>
                </c:pt>
                <c:pt idx="1499">
                  <c:v>125.67640428342</c:v>
                </c:pt>
                <c:pt idx="1500">
                  <c:v>125.692914079327</c:v>
                </c:pt>
                <c:pt idx="1501">
                  <c:v>125.709413568836</c:v>
                </c:pt>
                <c:pt idx="1502">
                  <c:v>125.72590276046699</c:v>
                </c:pt>
                <c:pt idx="1503">
                  <c:v>125.74238166273</c:v>
                </c:pt>
                <c:pt idx="1504">
                  <c:v>125.758850284129</c:v>
                </c:pt>
                <c:pt idx="1505">
                  <c:v>125.775308633156</c:v>
                </c:pt>
                <c:pt idx="1506">
                  <c:v>125.79175671829999</c:v>
                </c:pt>
                <c:pt idx="1507">
                  <c:v>125.80819454803699</c:v>
                </c:pt>
                <c:pt idx="1508">
                  <c:v>125.824622130839</c:v>
                </c:pt>
                <c:pt idx="1509">
                  <c:v>125.841039475166</c:v>
                </c:pt>
                <c:pt idx="1510">
                  <c:v>125.85744658947399</c:v>
                </c:pt>
                <c:pt idx="1511">
                  <c:v>125.873843482208</c:v>
                </c:pt>
                <c:pt idx="1512">
                  <c:v>125.89023016180499</c:v>
                </c:pt>
                <c:pt idx="1513">
                  <c:v>125.906606636695</c:v>
                </c:pt>
                <c:pt idx="1514">
                  <c:v>125.92297291529999</c:v>
                </c:pt>
                <c:pt idx="1515">
                  <c:v>125.939329006034</c:v>
                </c:pt>
                <c:pt idx="1516">
                  <c:v>125.955674917301</c:v>
                </c:pt>
                <c:pt idx="1517">
                  <c:v>125.972010657501</c:v>
                </c:pt>
                <c:pt idx="1518">
                  <c:v>125.98833623502099</c:v>
                </c:pt>
                <c:pt idx="1519">
                  <c:v>126.00465165824301</c:v>
                </c:pt>
                <c:pt idx="1520">
                  <c:v>126.020956935542</c:v>
                </c:pt>
                <c:pt idx="1521">
                  <c:v>126.037252075282</c:v>
                </c:pt>
                <c:pt idx="1522">
                  <c:v>126.05353708582101</c:v>
                </c:pt>
                <c:pt idx="1523">
                  <c:v>126.069811975508</c:v>
                </c:pt>
                <c:pt idx="1524">
                  <c:v>126.086076752685</c:v>
                </c:pt>
                <c:pt idx="1525">
                  <c:v>126.10233142568499</c:v>
                </c:pt>
                <c:pt idx="1526">
                  <c:v>126.118576002834</c:v>
                </c:pt>
                <c:pt idx="1527">
                  <c:v>126.13481049245</c:v>
                </c:pt>
                <c:pt idx="1528">
                  <c:v>126.151034902841</c:v>
                </c:pt>
                <c:pt idx="1529">
                  <c:v>126.167249242311</c:v>
                </c:pt>
                <c:pt idx="1530">
                  <c:v>126.183453519152</c:v>
                </c:pt>
                <c:pt idx="1531">
                  <c:v>126.19964774165101</c:v>
                </c:pt>
                <c:pt idx="1532">
                  <c:v>126.215831918085</c:v>
                </c:pt>
                <c:pt idx="1533">
                  <c:v>126.232006056725</c:v>
                </c:pt>
                <c:pt idx="1534">
                  <c:v>126.248170165833</c:v>
                </c:pt>
                <c:pt idx="1535">
                  <c:v>126.26432425366301</c:v>
                </c:pt>
                <c:pt idx="1536">
                  <c:v>126.280468328461</c:v>
                </c:pt>
                <c:pt idx="1537">
                  <c:v>126.29660239846601</c:v>
                </c:pt>
                <c:pt idx="1538">
                  <c:v>126.312726471909</c:v>
                </c:pt>
                <c:pt idx="1539">
                  <c:v>126.328840557012</c:v>
                </c:pt>
                <c:pt idx="1540">
                  <c:v>126.34494466199099</c:v>
                </c:pt>
                <c:pt idx="1541">
                  <c:v>126.361038795052</c:v>
                </c:pt>
                <c:pt idx="1542">
                  <c:v>126.377122964395</c:v>
                </c:pt>
                <c:pt idx="1543">
                  <c:v>126.393197178211</c:v>
                </c:pt>
                <c:pt idx="1544">
                  <c:v>126.40926144468401</c:v>
                </c:pt>
                <c:pt idx="1545">
                  <c:v>126.42531577199</c:v>
                </c:pt>
                <c:pt idx="1546">
                  <c:v>126.441360168296</c:v>
                </c:pt>
                <c:pt idx="1547">
                  <c:v>126.457394641763</c:v>
                </c:pt>
                <c:pt idx="1548">
                  <c:v>126.473419200544</c:v>
                </c:pt>
                <c:pt idx="1549">
                  <c:v>126.48943385278299</c:v>
                </c:pt>
                <c:pt idx="1550">
                  <c:v>126.50543860661701</c:v>
                </c:pt>
                <c:pt idx="1551">
                  <c:v>126.521433470175</c:v>
                </c:pt>
                <c:pt idx="1552">
                  <c:v>126.53741845157801</c:v>
                </c:pt>
                <c:pt idx="1553">
                  <c:v>126.553393558941</c:v>
                </c:pt>
                <c:pt idx="1554">
                  <c:v>126.56935880036799</c:v>
                </c:pt>
                <c:pt idx="1555">
                  <c:v>126.585314183959</c:v>
                </c:pt>
                <c:pt idx="1556">
                  <c:v>126.601259717804</c:v>
                </c:pt>
                <c:pt idx="1557">
                  <c:v>126.617195409985</c:v>
                </c:pt>
                <c:pt idx="1558">
                  <c:v>126.633121268577</c:v>
                </c:pt>
                <c:pt idx="1559">
                  <c:v>126.649037301649</c:v>
                </c:pt>
                <c:pt idx="1560">
                  <c:v>126.664943517258</c:v>
                </c:pt>
                <c:pt idx="1561">
                  <c:v>126.680839923458</c:v>
                </c:pt>
                <c:pt idx="1562">
                  <c:v>126.696726528293</c:v>
                </c:pt>
                <c:pt idx="1563">
                  <c:v>126.71260333979799</c:v>
                </c:pt>
                <c:pt idx="1564">
                  <c:v>126.728470366004</c:v>
                </c:pt>
                <c:pt idx="1565">
                  <c:v>126.744327614932</c:v>
                </c:pt>
                <c:pt idx="1566">
                  <c:v>126.760175094595</c:v>
                </c:pt>
                <c:pt idx="1567">
                  <c:v>126.776012812999</c:v>
                </c:pt>
                <c:pt idx="1568">
                  <c:v>126.791840778142</c:v>
                </c:pt>
                <c:pt idx="1569">
                  <c:v>126.807658998016</c:v>
                </c:pt>
                <c:pt idx="1570">
                  <c:v>126.823467480603</c:v>
                </c:pt>
                <c:pt idx="1571">
                  <c:v>126.839266233879</c:v>
                </c:pt>
                <c:pt idx="1572">
                  <c:v>126.855055265812</c:v>
                </c:pt>
                <c:pt idx="1573">
                  <c:v>126.870834584362</c:v>
                </c:pt>
                <c:pt idx="1574">
                  <c:v>126.886604197483</c:v>
                </c:pt>
                <c:pt idx="1575">
                  <c:v>126.90236411311901</c:v>
                </c:pt>
                <c:pt idx="1576">
                  <c:v>126.91811433920699</c:v>
                </c:pt>
                <c:pt idx="1577">
                  <c:v>126.933854883679</c:v>
                </c:pt>
                <c:pt idx="1578">
                  <c:v>126.949585754456</c:v>
                </c:pt>
                <c:pt idx="1579">
                  <c:v>126.965306959454</c:v>
                </c:pt>
                <c:pt idx="1580">
                  <c:v>126.98101850657901</c:v>
                </c:pt>
                <c:pt idx="1581">
                  <c:v>126.99672040373299</c:v>
                </c:pt>
                <c:pt idx="1582">
                  <c:v>127.012412658806</c:v>
                </c:pt>
                <c:pt idx="1583">
                  <c:v>127.028095279685</c:v>
                </c:pt>
                <c:pt idx="1584">
                  <c:v>127.04376827424601</c:v>
                </c:pt>
                <c:pt idx="1585">
                  <c:v>127.059431650359</c:v>
                </c:pt>
                <c:pt idx="1586">
                  <c:v>127.075085415887</c:v>
                </c:pt>
                <c:pt idx="1587">
                  <c:v>127.090729578685</c:v>
                </c:pt>
                <c:pt idx="1588">
                  <c:v>127.10636414659901</c:v>
                </c:pt>
                <c:pt idx="1589">
                  <c:v>127.12198912747</c:v>
                </c:pt>
                <c:pt idx="1590">
                  <c:v>127.137604529131</c:v>
                </c:pt>
                <c:pt idx="1591">
                  <c:v>127.153210359406</c:v>
                </c:pt>
                <c:pt idx="1592">
                  <c:v>127.168806626113</c:v>
                </c:pt>
                <c:pt idx="1593">
                  <c:v>127.18439333706201</c:v>
                </c:pt>
                <c:pt idx="1594">
                  <c:v>127.199970500056</c:v>
                </c:pt>
                <c:pt idx="1595">
                  <c:v>127.21553812289</c:v>
                </c:pt>
                <c:pt idx="1596">
                  <c:v>127.231096213352</c:v>
                </c:pt>
                <c:pt idx="1597">
                  <c:v>127.246644779223</c:v>
                </c:pt>
                <c:pt idx="1598">
                  <c:v>127.262183828275</c:v>
                </c:pt>
                <c:pt idx="1599">
                  <c:v>127.27771336827399</c:v>
                </c:pt>
                <c:pt idx="1600">
                  <c:v>127.293233406979</c:v>
                </c:pt>
                <c:pt idx="1601">
                  <c:v>127.30874395214001</c:v>
                </c:pt>
                <c:pt idx="1602">
                  <c:v>127.32424501150101</c:v>
                </c:pt>
                <c:pt idx="1603">
                  <c:v>127.339736592798</c:v>
                </c:pt>
                <c:pt idx="1604">
                  <c:v>127.35521870376</c:v>
                </c:pt>
                <c:pt idx="1605">
                  <c:v>127.370691352108</c:v>
                </c:pt>
                <c:pt idx="1606">
                  <c:v>127.386154545556</c:v>
                </c:pt>
                <c:pt idx="1607">
                  <c:v>127.401608291812</c:v>
                </c:pt>
                <c:pt idx="1608">
                  <c:v>127.417052598575</c:v>
                </c:pt>
                <c:pt idx="1609">
                  <c:v>127.432487473536</c:v>
                </c:pt>
                <c:pt idx="1610">
                  <c:v>127.447912924381</c:v>
                </c:pt>
                <c:pt idx="1611">
                  <c:v>127.463328958787</c:v>
                </c:pt>
                <c:pt idx="1612">
                  <c:v>127.478735584424</c:v>
                </c:pt>
                <c:pt idx="1613">
                  <c:v>127.494132808956</c:v>
                </c:pt>
                <c:pt idx="1614">
                  <c:v>127.50952064003801</c:v>
                </c:pt>
                <c:pt idx="1615">
                  <c:v>127.524899085318</c:v>
                </c:pt>
                <c:pt idx="1616">
                  <c:v>127.540268152438</c:v>
                </c:pt>
                <c:pt idx="1617">
                  <c:v>127.555627849031</c:v>
                </c:pt>
                <c:pt idx="1618">
                  <c:v>127.570978182723</c:v>
                </c:pt>
                <c:pt idx="1619">
                  <c:v>127.58631916113499</c:v>
                </c:pt>
                <c:pt idx="1620">
                  <c:v>127.601650791879</c:v>
                </c:pt>
                <c:pt idx="1621">
                  <c:v>127.616973082559</c:v>
                </c:pt>
                <c:pt idx="1622">
                  <c:v>127.632286040772</c:v>
                </c:pt>
                <c:pt idx="1623">
                  <c:v>127.64758967410999</c:v>
                </c:pt>
                <c:pt idx="1624">
                  <c:v>127.662883990156</c:v>
                </c:pt>
                <c:pt idx="1625">
                  <c:v>127.678168996485</c:v>
                </c:pt>
                <c:pt idx="1626">
                  <c:v>127.69344470066601</c:v>
                </c:pt>
                <c:pt idx="1627">
                  <c:v>127.708711110262</c:v>
                </c:pt>
                <c:pt idx="1628">
                  <c:v>127.723968232826</c:v>
                </c:pt>
                <c:pt idx="1629">
                  <c:v>127.739216075906</c:v>
                </c:pt>
                <c:pt idx="1630">
                  <c:v>127.754454647042</c:v>
                </c:pt>
                <c:pt idx="1631">
                  <c:v>127.769683953767</c:v>
                </c:pt>
                <c:pt idx="1632">
                  <c:v>127.784904003606</c:v>
                </c:pt>
                <c:pt idx="1633">
                  <c:v>127.800114804079</c:v>
                </c:pt>
                <c:pt idx="1634">
                  <c:v>127.815316362697</c:v>
                </c:pt>
                <c:pt idx="1635">
                  <c:v>127.830508686965</c:v>
                </c:pt>
                <c:pt idx="1636">
                  <c:v>127.845691784379</c:v>
                </c:pt>
                <c:pt idx="1637">
                  <c:v>127.86086566242901</c:v>
                </c:pt>
                <c:pt idx="1638">
                  <c:v>127.8760303286</c:v>
                </c:pt>
                <c:pt idx="1639">
                  <c:v>127.89118579036599</c:v>
                </c:pt>
                <c:pt idx="1640">
                  <c:v>127.90633205519801</c:v>
                </c:pt>
                <c:pt idx="1641">
                  <c:v>127.921469130555</c:v>
                </c:pt>
                <c:pt idx="1642">
                  <c:v>127.936597023894</c:v>
                </c:pt>
                <c:pt idx="1643">
                  <c:v>127.951715742662</c:v>
                </c:pt>
                <c:pt idx="1644">
                  <c:v>127.966825294298</c:v>
                </c:pt>
                <c:pt idx="1645">
                  <c:v>127.981925686238</c:v>
                </c:pt>
                <c:pt idx="1646">
                  <c:v>127.997016925907</c:v>
                </c:pt>
                <c:pt idx="1647">
                  <c:v>128.012099020725</c:v>
                </c:pt>
                <c:pt idx="1648">
                  <c:v>128.02717197810401</c:v>
                </c:pt>
                <c:pt idx="1649">
                  <c:v>128.042235805449</c:v>
                </c:pt>
                <c:pt idx="1650">
                  <c:v>128.05729051015899</c:v>
                </c:pt>
                <c:pt idx="1651">
                  <c:v>128.072336099626</c:v>
                </c:pt>
                <c:pt idx="1652">
                  <c:v>128.08737258123199</c:v>
                </c:pt>
                <c:pt idx="1653">
                  <c:v>128.102399962356</c:v>
                </c:pt>
                <c:pt idx="1654">
                  <c:v>128.11741825036799</c:v>
                </c:pt>
                <c:pt idx="1655">
                  <c:v>128.13242745263099</c:v>
                </c:pt>
                <c:pt idx="1656">
                  <c:v>128.147427576502</c:v>
                </c:pt>
                <c:pt idx="1657">
                  <c:v>128.16241862933001</c:v>
                </c:pt>
                <c:pt idx="1658">
                  <c:v>128.177400618457</c:v>
                </c:pt>
                <c:pt idx="1659">
                  <c:v>128.19237355121899</c:v>
                </c:pt>
                <c:pt idx="1660">
                  <c:v>128.207337434945</c:v>
                </c:pt>
                <c:pt idx="1661">
                  <c:v>128.22229227695499</c:v>
                </c:pt>
                <c:pt idx="1662">
                  <c:v>128.23723808456401</c:v>
                </c:pt>
                <c:pt idx="1663">
                  <c:v>128.25217486508001</c:v>
                </c:pt>
                <c:pt idx="1664">
                  <c:v>128.26710262580499</c:v>
                </c:pt>
                <c:pt idx="1665">
                  <c:v>128.28202137403099</c:v>
                </c:pt>
                <c:pt idx="1666">
                  <c:v>128.29693111704501</c:v>
                </c:pt>
                <c:pt idx="1667">
                  <c:v>128.311831862128</c:v>
                </c:pt>
                <c:pt idx="1668">
                  <c:v>128.32672361655301</c:v>
                </c:pt>
                <c:pt idx="1669">
                  <c:v>128.34160638758499</c:v>
                </c:pt>
                <c:pt idx="1670">
                  <c:v>128.356480182485</c:v>
                </c:pt>
                <c:pt idx="1671">
                  <c:v>128.37134500850399</c:v>
                </c:pt>
                <c:pt idx="1672">
                  <c:v>128.38620087288899</c:v>
                </c:pt>
                <c:pt idx="1673">
                  <c:v>128.40104778287801</c:v>
                </c:pt>
                <c:pt idx="1674">
                  <c:v>128.41588574570301</c:v>
                </c:pt>
                <c:pt idx="1675">
                  <c:v>128.43071476858901</c:v>
                </c:pt>
                <c:pt idx="1676">
                  <c:v>128.445534858754</c:v>
                </c:pt>
                <c:pt idx="1677">
                  <c:v>128.46034602340899</c:v>
                </c:pt>
                <c:pt idx="1678">
                  <c:v>128.47514826976001</c:v>
                </c:pt>
                <c:pt idx="1679">
                  <c:v>128.489941605003</c:v>
                </c:pt>
                <c:pt idx="1680">
                  <c:v>128.50472603633</c:v>
                </c:pt>
                <c:pt idx="1681">
                  <c:v>128.519501570925</c:v>
                </c:pt>
                <c:pt idx="1682">
                  <c:v>128.534268215965</c:v>
                </c:pt>
                <c:pt idx="1683">
                  <c:v>128.54902597861999</c:v>
                </c:pt>
                <c:pt idx="1684">
                  <c:v>128.56377486605501</c:v>
                </c:pt>
                <c:pt idx="1685">
                  <c:v>128.57851488542599</c:v>
                </c:pt>
                <c:pt idx="1686">
                  <c:v>128.59324604388399</c:v>
                </c:pt>
                <c:pt idx="1687">
                  <c:v>128.60796834857101</c:v>
                </c:pt>
                <c:pt idx="1688">
                  <c:v>128.622681806625</c:v>
                </c:pt>
                <c:pt idx="1689">
                  <c:v>128.63738642517501</c:v>
                </c:pt>
                <c:pt idx="1690">
                  <c:v>128.652082211345</c:v>
                </c:pt>
                <c:pt idx="1691">
                  <c:v>128.66676917225001</c:v>
                </c:pt>
                <c:pt idx="1692">
                  <c:v>128.68144731500101</c:v>
                </c:pt>
                <c:pt idx="1693">
                  <c:v>128.696116646701</c:v>
                </c:pt>
                <c:pt idx="1694">
                  <c:v>128.71077717444601</c:v>
                </c:pt>
                <c:pt idx="1695">
                  <c:v>128.72542890532401</c:v>
                </c:pt>
                <c:pt idx="1696">
                  <c:v>128.74007184641999</c:v>
                </c:pt>
                <c:pt idx="1697">
                  <c:v>128.75470600480901</c:v>
                </c:pt>
                <c:pt idx="1698">
                  <c:v>128.76933138756101</c:v>
                </c:pt>
                <c:pt idx="1699">
                  <c:v>128.783948001738</c:v>
                </c:pt>
                <c:pt idx="1700">
                  <c:v>128.79855585439699</c:v>
                </c:pt>
                <c:pt idx="1701">
                  <c:v>128.81315495258599</c:v>
                </c:pt>
                <c:pt idx="1702">
                  <c:v>128.82774530334899</c:v>
                </c:pt>
                <c:pt idx="1703">
                  <c:v>128.84232691372199</c:v>
                </c:pt>
                <c:pt idx="1704">
                  <c:v>128.85689979073399</c:v>
                </c:pt>
                <c:pt idx="1705">
                  <c:v>128.871463941408</c:v>
                </c:pt>
                <c:pt idx="1706">
                  <c:v>128.88601937275999</c:v>
                </c:pt>
                <c:pt idx="1707">
                  <c:v>128.90056609179899</c:v>
                </c:pt>
                <c:pt idx="1708">
                  <c:v>128.915104105529</c:v>
                </c:pt>
                <c:pt idx="1709">
                  <c:v>128.929633420946</c:v>
                </c:pt>
                <c:pt idx="1710">
                  <c:v>128.944154045039</c:v>
                </c:pt>
                <c:pt idx="1711">
                  <c:v>128.958665984791</c:v>
                </c:pt>
                <c:pt idx="1712">
                  <c:v>128.97316924718001</c:v>
                </c:pt>
                <c:pt idx="1713">
                  <c:v>128.98766383917399</c:v>
                </c:pt>
                <c:pt idx="1714">
                  <c:v>129.002149767737</c:v>
                </c:pt>
                <c:pt idx="1715">
                  <c:v>129.01662703982601</c:v>
                </c:pt>
                <c:pt idx="1716">
                  <c:v>129.03109566239101</c:v>
                </c:pt>
                <c:pt idx="1717">
                  <c:v>129.045555642376</c:v>
                </c:pt>
                <c:pt idx="1718">
                  <c:v>129.06000698671701</c:v>
                </c:pt>
                <c:pt idx="1719">
                  <c:v>129.07444970234499</c:v>
                </c:pt>
                <c:pt idx="1720">
                  <c:v>129.08888379618401</c:v>
                </c:pt>
                <c:pt idx="1721">
                  <c:v>129.10330927515199</c:v>
                </c:pt>
                <c:pt idx="1722">
                  <c:v>129.11772614615899</c:v>
                </c:pt>
                <c:pt idx="1723">
                  <c:v>129.13213441610901</c:v>
                </c:pt>
                <c:pt idx="1724">
                  <c:v>129.14653409190001</c:v>
                </c:pt>
                <c:pt idx="1725">
                  <c:v>129.16092518042399</c:v>
                </c:pt>
                <c:pt idx="1726">
                  <c:v>129.17530768856599</c:v>
                </c:pt>
                <c:pt idx="1727">
                  <c:v>129.189681623204</c:v>
                </c:pt>
                <c:pt idx="1728">
                  <c:v>129.204046991208</c:v>
                </c:pt>
                <c:pt idx="1729">
                  <c:v>129.21840379944601</c:v>
                </c:pt>
                <c:pt idx="1730">
                  <c:v>129.232752054776</c:v>
                </c:pt>
                <c:pt idx="1731">
                  <c:v>129.24709176405</c:v>
                </c:pt>
                <c:pt idx="1732">
                  <c:v>129.261422934113</c:v>
                </c:pt>
                <c:pt idx="1733">
                  <c:v>129.275745571806</c:v>
                </c:pt>
                <c:pt idx="1734">
                  <c:v>129.290059683962</c:v>
                </c:pt>
                <c:pt idx="1735">
                  <c:v>129.30436527740699</c:v>
                </c:pt>
                <c:pt idx="1736">
                  <c:v>129.31866235896001</c:v>
                </c:pt>
                <c:pt idx="1737">
                  <c:v>129.332950935437</c:v>
                </c:pt>
                <c:pt idx="1738">
                  <c:v>129.34723101364401</c:v>
                </c:pt>
                <c:pt idx="1739">
                  <c:v>129.36150260038099</c:v>
                </c:pt>
                <c:pt idx="1740">
                  <c:v>129.375765702444</c:v>
                </c:pt>
                <c:pt idx="1741">
                  <c:v>129.39002032662</c:v>
                </c:pt>
                <c:pt idx="1742">
                  <c:v>129.40426647969099</c:v>
                </c:pt>
                <c:pt idx="1743">
                  <c:v>129.418504168433</c:v>
                </c:pt>
                <c:pt idx="1744">
                  <c:v>129.432733399613</c:v>
                </c:pt>
                <c:pt idx="1745">
                  <c:v>129.446954179995</c:v>
                </c:pt>
                <c:pt idx="1746">
                  <c:v>129.461166516334</c:v>
                </c:pt>
                <c:pt idx="1747">
                  <c:v>129.47537041538001</c:v>
                </c:pt>
                <c:pt idx="1748">
                  <c:v>129.48956588387699</c:v>
                </c:pt>
                <c:pt idx="1749">
                  <c:v>129.503752928561</c:v>
                </c:pt>
                <c:pt idx="1750">
                  <c:v>129.517931556164</c:v>
                </c:pt>
                <c:pt idx="1751">
                  <c:v>129.53210177340901</c:v>
                </c:pt>
                <c:pt idx="1752">
                  <c:v>129.54626358701401</c:v>
                </c:pt>
                <c:pt idx="1753">
                  <c:v>129.56041700369201</c:v>
                </c:pt>
                <c:pt idx="1754">
                  <c:v>129.57456203014701</c:v>
                </c:pt>
                <c:pt idx="1755">
                  <c:v>129.588698673078</c:v>
                </c:pt>
                <c:pt idx="1756">
                  <c:v>129.60282693917799</c:v>
                </c:pt>
                <c:pt idx="1757">
                  <c:v>129.616946835134</c:v>
                </c:pt>
                <c:pt idx="1758">
                  <c:v>129.631058367625</c:v>
                </c:pt>
                <c:pt idx="1759">
                  <c:v>129.645161543325</c:v>
                </c:pt>
                <c:pt idx="1760">
                  <c:v>129.65925636890199</c:v>
                </c:pt>
                <c:pt idx="1761">
                  <c:v>129.673342851016</c:v>
                </c:pt>
                <c:pt idx="1762">
                  <c:v>129.68742099632399</c:v>
                </c:pt>
                <c:pt idx="1763">
                  <c:v>129.70149081147301</c:v>
                </c:pt>
                <c:pt idx="1764">
                  <c:v>129.71555230310599</c:v>
                </c:pt>
                <c:pt idx="1765">
                  <c:v>129.729605477859</c:v>
                </c:pt>
                <c:pt idx="1766">
                  <c:v>129.743650342363</c:v>
                </c:pt>
                <c:pt idx="1767">
                  <c:v>129.75768690324</c:v>
                </c:pt>
                <c:pt idx="1768">
                  <c:v>129.771715167107</c:v>
                </c:pt>
                <c:pt idx="1769">
                  <c:v>129.785735140578</c:v>
                </c:pt>
                <c:pt idx="1770">
                  <c:v>129.799746830255</c:v>
                </c:pt>
                <c:pt idx="1771">
                  <c:v>129.81375024273899</c:v>
                </c:pt>
                <c:pt idx="1772">
                  <c:v>129.82774538462101</c:v>
                </c:pt>
                <c:pt idx="1773">
                  <c:v>129.84173226248799</c:v>
                </c:pt>
                <c:pt idx="1774">
                  <c:v>129.85571088292099</c:v>
                </c:pt>
                <c:pt idx="1775">
                  <c:v>129.869681252492</c:v>
                </c:pt>
                <c:pt idx="1776">
                  <c:v>129.88364337777</c:v>
                </c:pt>
                <c:pt idx="1777">
                  <c:v>129.89759726531599</c:v>
                </c:pt>
                <c:pt idx="1778">
                  <c:v>129.91154292168699</c:v>
                </c:pt>
                <c:pt idx="1779">
                  <c:v>129.92548035343</c:v>
                </c:pt>
                <c:pt idx="1780">
                  <c:v>129.93940956709</c:v>
                </c:pt>
                <c:pt idx="1781">
                  <c:v>129.95333056920299</c:v>
                </c:pt>
                <c:pt idx="1782">
                  <c:v>129.96724336629899</c:v>
                </c:pt>
                <c:pt idx="1783">
                  <c:v>129.98114796490501</c:v>
                </c:pt>
                <c:pt idx="1784">
                  <c:v>129.99504437153701</c:v>
                </c:pt>
                <c:pt idx="1785">
                  <c:v>130.00893259270899</c:v>
                </c:pt>
                <c:pt idx="1786">
                  <c:v>130.022812634926</c:v>
                </c:pt>
                <c:pt idx="1787">
                  <c:v>130.03668450468999</c:v>
                </c:pt>
                <c:pt idx="1788">
                  <c:v>130.05054820849301</c:v>
                </c:pt>
                <c:pt idx="1789">
                  <c:v>130.06440375282401</c:v>
                </c:pt>
                <c:pt idx="1790">
                  <c:v>130.07825114416499</c:v>
                </c:pt>
                <c:pt idx="1791">
                  <c:v>130.09209038899101</c:v>
                </c:pt>
                <c:pt idx="1792">
                  <c:v>130.105921493772</c:v>
                </c:pt>
                <c:pt idx="1793">
                  <c:v>130.119744464972</c:v>
                </c:pt>
                <c:pt idx="1794">
                  <c:v>130.133559309047</c:v>
                </c:pt>
                <c:pt idx="1795">
                  <c:v>130.147366032451</c:v>
                </c:pt>
                <c:pt idx="1796">
                  <c:v>130.16116464162701</c:v>
                </c:pt>
                <c:pt idx="1797">
                  <c:v>130.17495514301501</c:v>
                </c:pt>
                <c:pt idx="1798">
                  <c:v>130.18873754304801</c:v>
                </c:pt>
                <c:pt idx="1799">
                  <c:v>130.20251184815501</c:v>
                </c:pt>
                <c:pt idx="1800">
                  <c:v>130.21627806475499</c:v>
                </c:pt>
                <c:pt idx="1801">
                  <c:v>130.23003619926399</c:v>
                </c:pt>
                <c:pt idx="1802">
                  <c:v>130.24378625809101</c:v>
                </c:pt>
                <c:pt idx="1803">
                  <c:v>130.25752824763899</c:v>
                </c:pt>
                <c:pt idx="1804">
                  <c:v>130.27126217430501</c:v>
                </c:pt>
                <c:pt idx="1805">
                  <c:v>130.28498804448</c:v>
                </c:pt>
                <c:pt idx="1806">
                  <c:v>130.29870586454999</c:v>
                </c:pt>
                <c:pt idx="1807">
                  <c:v>130.31241564089399</c:v>
                </c:pt>
                <c:pt idx="1808">
                  <c:v>130.32611737988401</c:v>
                </c:pt>
                <c:pt idx="1809">
                  <c:v>130.339811087887</c:v>
                </c:pt>
                <c:pt idx="1810">
                  <c:v>130.35349677126499</c:v>
                </c:pt>
                <c:pt idx="1811">
                  <c:v>130.36717443637301</c:v>
                </c:pt>
                <c:pt idx="1812">
                  <c:v>130.38084408955999</c:v>
                </c:pt>
                <c:pt idx="1813">
                  <c:v>130.39450573716999</c:v>
                </c:pt>
                <c:pt idx="1814">
                  <c:v>130.40815938553899</c:v>
                </c:pt>
                <c:pt idx="1815">
                  <c:v>130.421805040999</c:v>
                </c:pt>
                <c:pt idx="1816">
                  <c:v>130.43544270987499</c:v>
                </c:pt>
                <c:pt idx="1817">
                  <c:v>130.44907239848601</c:v>
                </c:pt>
                <c:pt idx="1818">
                  <c:v>130.46269411314699</c:v>
                </c:pt>
                <c:pt idx="1819">
                  <c:v>130.47630786016501</c:v>
                </c:pt>
                <c:pt idx="1820">
                  <c:v>130.48991364584199</c:v>
                </c:pt>
                <c:pt idx="1821">
                  <c:v>130.503511476472</c:v>
                </c:pt>
                <c:pt idx="1822">
                  <c:v>130.51710135834699</c:v>
                </c:pt>
                <c:pt idx="1823">
                  <c:v>130.53068329774999</c:v>
                </c:pt>
                <c:pt idx="1824">
                  <c:v>130.544257300959</c:v>
                </c:pt>
                <c:pt idx="1825">
                  <c:v>130.557823374246</c:v>
                </c:pt>
                <c:pt idx="1826">
                  <c:v>130.57138152387799</c:v>
                </c:pt>
                <c:pt idx="1827">
                  <c:v>130.584931756114</c:v>
                </c:pt>
                <c:pt idx="1828">
                  <c:v>130.59847407721099</c:v>
                </c:pt>
                <c:pt idx="1829">
                  <c:v>130.612008493415</c:v>
                </c:pt>
                <c:pt idx="1830">
                  <c:v>130.62553501097099</c:v>
                </c:pt>
                <c:pt idx="1831">
                  <c:v>130.63905363611499</c:v>
                </c:pt>
                <c:pt idx="1832">
                  <c:v>130.65256437507699</c:v>
                </c:pt>
                <c:pt idx="1833">
                  <c:v>130.66606723408501</c:v>
                </c:pt>
                <c:pt idx="1834">
                  <c:v>130.679562219356</c:v>
                </c:pt>
                <c:pt idx="1835">
                  <c:v>130.69304933710399</c:v>
                </c:pt>
                <c:pt idx="1836">
                  <c:v>130.706528593538</c:v>
                </c:pt>
                <c:pt idx="1837">
                  <c:v>130.71999999485899</c:v>
                </c:pt>
                <c:pt idx="1838">
                  <c:v>130.73346354726399</c:v>
                </c:pt>
                <c:pt idx="1839">
                  <c:v>130.74691925694199</c:v>
                </c:pt>
                <c:pt idx="1840">
                  <c:v>130.760367130079</c:v>
                </c:pt>
                <c:pt idx="1841">
                  <c:v>130.773807172852</c:v>
                </c:pt>
                <c:pt idx="1842">
                  <c:v>130.787239391436</c:v>
                </c:pt>
                <c:pt idx="1843">
                  <c:v>130.80066379199701</c:v>
                </c:pt>
                <c:pt idx="1844">
                  <c:v>130.81408038069699</c:v>
                </c:pt>
                <c:pt idx="1845">
                  <c:v>130.82748916368999</c:v>
                </c:pt>
                <c:pt idx="1846">
                  <c:v>130.84089014712799</c:v>
                </c:pt>
                <c:pt idx="1847">
                  <c:v>130.85428333715501</c:v>
                </c:pt>
                <c:pt idx="1848">
                  <c:v>130.867668739908</c:v>
                </c:pt>
                <c:pt idx="1849">
                  <c:v>130.88104636151999</c:v>
                </c:pt>
                <c:pt idx="1850">
                  <c:v>130.894416208118</c:v>
                </c:pt>
                <c:pt idx="1851">
                  <c:v>130.90777828582401</c:v>
                </c:pt>
                <c:pt idx="1852">
                  <c:v>130.921132600752</c:v>
                </c:pt>
                <c:pt idx="1853">
                  <c:v>130.93447915901299</c:v>
                </c:pt>
                <c:pt idx="1854">
                  <c:v>130.94781796671001</c:v>
                </c:pt>
                <c:pt idx="1855">
                  <c:v>130.961149029941</c:v>
                </c:pt>
                <c:pt idx="1856">
                  <c:v>130.97447235480001</c:v>
                </c:pt>
                <c:pt idx="1857">
                  <c:v>130.987787947372</c:v>
                </c:pt>
                <c:pt idx="1858">
                  <c:v>131.00109581373999</c:v>
                </c:pt>
                <c:pt idx="1859">
                  <c:v>131.014395959978</c:v>
                </c:pt>
                <c:pt idx="1860">
                  <c:v>131.02768839215699</c:v>
                </c:pt>
                <c:pt idx="1861">
                  <c:v>131.04097311633899</c:v>
                </c:pt>
                <c:pt idx="1862">
                  <c:v>131.05425013858499</c:v>
                </c:pt>
                <c:pt idx="1863">
                  <c:v>131.067519464946</c:v>
                </c:pt>
                <c:pt idx="1864">
                  <c:v>131.080781101469</c:v>
                </c:pt>
                <c:pt idx="1865">
                  <c:v>131.09403505419701</c:v>
                </c:pt>
                <c:pt idx="1866">
                  <c:v>131.107281329165</c:v>
                </c:pt>
                <c:pt idx="1867">
                  <c:v>131.120519932402</c:v>
                </c:pt>
                <c:pt idx="1868">
                  <c:v>131.133750869934</c:v>
                </c:pt>
                <c:pt idx="1869">
                  <c:v>131.14697414777899</c:v>
                </c:pt>
                <c:pt idx="1870">
                  <c:v>131.16018977195</c:v>
                </c:pt>
                <c:pt idx="1871">
                  <c:v>131.17339774845601</c:v>
                </c:pt>
                <c:pt idx="1872">
                  <c:v>131.18659808329801</c:v>
                </c:pt>
                <c:pt idx="1873">
                  <c:v>131.19979078247201</c:v>
                </c:pt>
                <c:pt idx="1874">
                  <c:v>131.21297585196899</c:v>
                </c:pt>
                <c:pt idx="1875">
                  <c:v>131.226153297775</c:v>
                </c:pt>
                <c:pt idx="1876">
                  <c:v>131.23932312586899</c:v>
                </c:pt>
                <c:pt idx="1877">
                  <c:v>131.25248534222499</c:v>
                </c:pt>
                <c:pt idx="1878">
                  <c:v>131.265639952811</c:v>
                </c:pt>
                <c:pt idx="1879">
                  <c:v>131.27878696358999</c:v>
                </c:pt>
                <c:pt idx="1880">
                  <c:v>131.29192638052001</c:v>
                </c:pt>
                <c:pt idx="1881">
                  <c:v>131.30505820955199</c:v>
                </c:pt>
                <c:pt idx="1882">
                  <c:v>131.318182456632</c:v>
                </c:pt>
                <c:pt idx="1883">
                  <c:v>131.33129912770099</c:v>
                </c:pt>
                <c:pt idx="1884">
                  <c:v>131.34440822869399</c:v>
                </c:pt>
                <c:pt idx="1885">
                  <c:v>131.35750976553999</c:v>
                </c:pt>
                <c:pt idx="1886">
                  <c:v>131.37060374416299</c:v>
                </c:pt>
                <c:pt idx="1887">
                  <c:v>131.38369017048299</c:v>
                </c:pt>
                <c:pt idx="1888">
                  <c:v>131.39676905041</c:v>
                </c:pt>
                <c:pt idx="1889">
                  <c:v>131.409840389854</c:v>
                </c:pt>
                <c:pt idx="1890">
                  <c:v>131.42290419471499</c:v>
                </c:pt>
                <c:pt idx="1891">
                  <c:v>131.43596047089</c:v>
                </c:pt>
                <c:pt idx="1892">
                  <c:v>131.44900922427101</c:v>
                </c:pt>
                <c:pt idx="1893">
                  <c:v>131.46205046074101</c:v>
                </c:pt>
                <c:pt idx="1894">
                  <c:v>131.47508418618199</c:v>
                </c:pt>
                <c:pt idx="1895">
                  <c:v>131.488110406467</c:v>
                </c:pt>
                <c:pt idx="1896">
                  <c:v>131.50112912746499</c:v>
                </c:pt>
                <c:pt idx="1897">
                  <c:v>131.51414035504001</c:v>
                </c:pt>
                <c:pt idx="1898">
                  <c:v>131.52714409504901</c:v>
                </c:pt>
                <c:pt idx="1899">
                  <c:v>131.54014035334501</c:v>
                </c:pt>
                <c:pt idx="1900">
                  <c:v>131.55312913577501</c:v>
                </c:pt>
                <c:pt idx="1901">
                  <c:v>131.56611044818101</c:v>
                </c:pt>
                <c:pt idx="1902">
                  <c:v>131.57908429639801</c:v>
                </c:pt>
                <c:pt idx="1903">
                  <c:v>131.59205068625801</c:v>
                </c:pt>
                <c:pt idx="1904">
                  <c:v>131.60500962358401</c:v>
                </c:pt>
                <c:pt idx="1905">
                  <c:v>131.61796111419801</c:v>
                </c:pt>
                <c:pt idx="1906">
                  <c:v>131.63090516391301</c:v>
                </c:pt>
                <c:pt idx="1907">
                  <c:v>131.64384177853901</c:v>
                </c:pt>
                <c:pt idx="1908">
                  <c:v>131.65677096387799</c:v>
                </c:pt>
                <c:pt idx="1909">
                  <c:v>131.66969272572999</c:v>
                </c:pt>
                <c:pt idx="1910">
                  <c:v>131.68260706988499</c:v>
                </c:pt>
                <c:pt idx="1911">
                  <c:v>131.695514002133</c:v>
                </c:pt>
                <c:pt idx="1912">
                  <c:v>131.708413528254</c:v>
                </c:pt>
                <c:pt idx="1913">
                  <c:v>131.721305654026</c:v>
                </c:pt>
                <c:pt idx="1914">
                  <c:v>131.734190385218</c:v>
                </c:pt>
                <c:pt idx="1915">
                  <c:v>131.74706772759799</c:v>
                </c:pt>
                <c:pt idx="1916">
                  <c:v>131.75993768692501</c:v>
                </c:pt>
                <c:pt idx="1917">
                  <c:v>131.772800268954</c:v>
                </c:pt>
                <c:pt idx="1918">
                  <c:v>131.78565547943501</c:v>
                </c:pt>
                <c:pt idx="1919">
                  <c:v>131.798503324112</c:v>
                </c:pt>
                <c:pt idx="1920">
                  <c:v>131.81134380872399</c:v>
                </c:pt>
                <c:pt idx="1921">
                  <c:v>131.82417693900501</c:v>
                </c:pt>
                <c:pt idx="1922">
                  <c:v>131.83700272068199</c:v>
                </c:pt>
                <c:pt idx="1923">
                  <c:v>131.84982115947901</c:v>
                </c:pt>
                <c:pt idx="1924">
                  <c:v>131.86263226111299</c:v>
                </c:pt>
                <c:pt idx="1925">
                  <c:v>131.875436031296</c:v>
                </c:pt>
                <c:pt idx="1926">
                  <c:v>131.888232475736</c:v>
                </c:pt>
                <c:pt idx="1927">
                  <c:v>131.90102160013299</c:v>
                </c:pt>
                <c:pt idx="1928">
                  <c:v>131.91380341018399</c:v>
                </c:pt>
                <c:pt idx="1929">
                  <c:v>131.92657791158101</c:v>
                </c:pt>
                <c:pt idx="1930">
                  <c:v>131.93934511000799</c:v>
                </c:pt>
                <c:pt idx="1931">
                  <c:v>131.95210501114599</c:v>
                </c:pt>
                <c:pt idx="1932">
                  <c:v>131.96485762066999</c:v>
                </c:pt>
                <c:pt idx="1933">
                  <c:v>131.97760294425001</c:v>
                </c:pt>
                <c:pt idx="1934">
                  <c:v>131.99034098755001</c:v>
                </c:pt>
                <c:pt idx="1935">
                  <c:v>132.00307175623001</c:v>
                </c:pt>
                <c:pt idx="1936">
                  <c:v>132.015795255944</c:v>
                </c:pt>
                <c:pt idx="1937">
                  <c:v>132.02851149233999</c:v>
                </c:pt>
                <c:pt idx="1938">
                  <c:v>132.041220471061</c:v>
                </c:pt>
                <c:pt idx="1939">
                  <c:v>132.053922197747</c:v>
                </c:pt>
                <c:pt idx="1940">
                  <c:v>132.06661667802899</c:v>
                </c:pt>
                <c:pt idx="1941">
                  <c:v>132.07930391753601</c:v>
                </c:pt>
                <c:pt idx="1942">
                  <c:v>132.09198392189001</c:v>
                </c:pt>
                <c:pt idx="1943">
                  <c:v>132.10465669670799</c:v>
                </c:pt>
                <c:pt idx="1944">
                  <c:v>132.117322247603</c:v>
                </c:pt>
                <c:pt idx="1945">
                  <c:v>132.12998058018101</c:v>
                </c:pt>
                <c:pt idx="1946">
                  <c:v>132.14263170004301</c:v>
                </c:pt>
                <c:pt idx="1947">
                  <c:v>132.155275612786</c:v>
                </c:pt>
                <c:pt idx="1948">
                  <c:v>132.167912324002</c:v>
                </c:pt>
                <c:pt idx="1949">
                  <c:v>132.180541839276</c:v>
                </c:pt>
                <c:pt idx="1950">
                  <c:v>132.193164164188</c:v>
                </c:pt>
                <c:pt idx="1951">
                  <c:v>132.205779304316</c:v>
                </c:pt>
                <c:pt idx="1952">
                  <c:v>132.21838726522799</c:v>
                </c:pt>
                <c:pt idx="1953">
                  <c:v>132.23098805249001</c:v>
                </c:pt>
                <c:pt idx="1954">
                  <c:v>132.24358167166201</c:v>
                </c:pt>
                <c:pt idx="1955">
                  <c:v>132.2561681283</c:v>
                </c:pt>
                <c:pt idx="1956">
                  <c:v>132.26874742795201</c:v>
                </c:pt>
                <c:pt idx="1957">
                  <c:v>132.28131957616301</c:v>
                </c:pt>
                <c:pt idx="1958">
                  <c:v>132.29388457847301</c:v>
                </c:pt>
                <c:pt idx="1959">
                  <c:v>132.30644244041599</c:v>
                </c:pt>
                <c:pt idx="1960">
                  <c:v>132.318993167522</c:v>
                </c:pt>
                <c:pt idx="1961">
                  <c:v>132.33153676531299</c:v>
                </c:pt>
                <c:pt idx="1962">
                  <c:v>132.34407323930901</c:v>
                </c:pt>
                <c:pt idx="1963">
                  <c:v>132.35660259502299</c:v>
                </c:pt>
                <c:pt idx="1964">
                  <c:v>132.36912483796499</c:v>
                </c:pt>
                <c:pt idx="1965">
                  <c:v>132.38163997363699</c:v>
                </c:pt>
                <c:pt idx="1966">
                  <c:v>132.39414800753801</c:v>
                </c:pt>
                <c:pt idx="1967">
                  <c:v>132.406648945162</c:v>
                </c:pt>
                <c:pt idx="1968">
                  <c:v>132.41914279199599</c:v>
                </c:pt>
                <c:pt idx="1969">
                  <c:v>132.43162955352301</c:v>
                </c:pt>
                <c:pt idx="1970">
                  <c:v>132.44410923522199</c:v>
                </c:pt>
                <c:pt idx="1971">
                  <c:v>132.45658184256499</c:v>
                </c:pt>
                <c:pt idx="1972">
                  <c:v>132.46904738102</c:v>
                </c:pt>
                <c:pt idx="1973">
                  <c:v>132.48150585604901</c:v>
                </c:pt>
                <c:pt idx="1974">
                  <c:v>132.49395727311199</c:v>
                </c:pt>
                <c:pt idx="1975">
                  <c:v>132.506401637659</c:v>
                </c:pt>
                <c:pt idx="1976">
                  <c:v>132.51883895513799</c:v>
                </c:pt>
                <c:pt idx="1977">
                  <c:v>132.53126923099299</c:v>
                </c:pt>
                <c:pt idx="1978">
                  <c:v>132.54369247066001</c:v>
                </c:pt>
                <c:pt idx="1979">
                  <c:v>132.55610867957199</c:v>
                </c:pt>
                <c:pt idx="1980">
                  <c:v>132.56851786315599</c:v>
                </c:pt>
                <c:pt idx="1981">
                  <c:v>132.58092002683401</c:v>
                </c:pt>
                <c:pt idx="1982">
                  <c:v>132.59331517602399</c:v>
                </c:pt>
                <c:pt idx="1983">
                  <c:v>132.60570331613701</c:v>
                </c:pt>
                <c:pt idx="1984">
                  <c:v>132.618084452582</c:v>
                </c:pt>
                <c:pt idx="1985">
                  <c:v>132.63045859076001</c:v>
                </c:pt>
                <c:pt idx="1986">
                  <c:v>132.642825736068</c:v>
                </c:pt>
                <c:pt idx="1987">
                  <c:v>132.65518589389899</c:v>
                </c:pt>
                <c:pt idx="1988">
                  <c:v>132.66753906963999</c:v>
                </c:pt>
                <c:pt idx="1989">
                  <c:v>132.679885268672</c:v>
                </c:pt>
                <c:pt idx="1990">
                  <c:v>132.692224496374</c:v>
                </c:pt>
                <c:pt idx="1991">
                  <c:v>132.70455675811701</c:v>
                </c:pt>
                <c:pt idx="1992">
                  <c:v>132.71688205926901</c:v>
                </c:pt>
                <c:pt idx="1993">
                  <c:v>132.72920040519199</c:v>
                </c:pt>
                <c:pt idx="1994">
                  <c:v>132.74151180124201</c:v>
                </c:pt>
                <c:pt idx="1995">
                  <c:v>132.75381625277399</c:v>
                </c:pt>
                <c:pt idx="1996">
                  <c:v>132.76611376513199</c:v>
                </c:pt>
                <c:pt idx="1997">
                  <c:v>132.77840434366101</c:v>
                </c:pt>
                <c:pt idx="1998">
                  <c:v>132.79068799369799</c:v>
                </c:pt>
                <c:pt idx="1999">
                  <c:v>132.80296472057501</c:v>
                </c:pt>
                <c:pt idx="2000">
                  <c:v>132.815234529619</c:v>
                </c:pt>
                <c:pt idx="2001">
                  <c:v>132.827497426154</c:v>
                </c:pt>
                <c:pt idx="2002">
                  <c:v>132.839753415497</c:v>
                </c:pt>
                <c:pt idx="2003">
                  <c:v>132.85200250296</c:v>
                </c:pt>
                <c:pt idx="2004">
                  <c:v>132.86424469385199</c:v>
                </c:pt>
                <c:pt idx="2005">
                  <c:v>132.87647999347499</c:v>
                </c:pt>
                <c:pt idx="2006">
                  <c:v>132.88870840712801</c:v>
                </c:pt>
                <c:pt idx="2007">
                  <c:v>132.90092994010399</c:v>
                </c:pt>
                <c:pt idx="2008">
                  <c:v>132.91314459769001</c:v>
                </c:pt>
                <c:pt idx="2009">
                  <c:v>132.92535238516999</c:v>
                </c:pt>
                <c:pt idx="2010">
                  <c:v>132.93755330782301</c:v>
                </c:pt>
                <c:pt idx="2011">
                  <c:v>132.94974737092201</c:v>
                </c:pt>
                <c:pt idx="2012">
                  <c:v>132.96193457973601</c:v>
                </c:pt>
                <c:pt idx="2013">
                  <c:v>132.97411493952799</c:v>
                </c:pt>
                <c:pt idx="2014">
                  <c:v>132.986288455558</c:v>
                </c:pt>
                <c:pt idx="2015">
                  <c:v>132.99845513307901</c:v>
                </c:pt>
                <c:pt idx="2016">
                  <c:v>133.01061497734099</c:v>
                </c:pt>
                <c:pt idx="2017">
                  <c:v>133.022767993587</c:v>
                </c:pt>
                <c:pt idx="2018">
                  <c:v>133.03491418705801</c:v>
                </c:pt>
                <c:pt idx="2019">
                  <c:v>133.047053562988</c:v>
                </c:pt>
                <c:pt idx="2020">
                  <c:v>133.05918612660599</c:v>
                </c:pt>
                <c:pt idx="2021">
                  <c:v>133.07131188313801</c:v>
                </c:pt>
                <c:pt idx="2022">
                  <c:v>133.083430837804</c:v>
                </c:pt>
                <c:pt idx="2023">
                  <c:v>133.09554299581899</c:v>
                </c:pt>
                <c:pt idx="2024">
                  <c:v>133.10764836239301</c:v>
                </c:pt>
                <c:pt idx="2025">
                  <c:v>133.119746942733</c:v>
                </c:pt>
                <c:pt idx="2026">
                  <c:v>133.13183874203801</c:v>
                </c:pt>
                <c:pt idx="2027">
                  <c:v>133.14392376550501</c:v>
                </c:pt>
                <c:pt idx="2028">
                  <c:v>133.15600201832501</c:v>
                </c:pt>
                <c:pt idx="2029">
                  <c:v>133.16807350568399</c:v>
                </c:pt>
                <c:pt idx="2030">
                  <c:v>133.18013823276499</c:v>
                </c:pt>
                <c:pt idx="2031">
                  <c:v>133.192196204743</c:v>
                </c:pt>
                <c:pt idx="2032">
                  <c:v>133.20424742679199</c:v>
                </c:pt>
                <c:pt idx="2033">
                  <c:v>133.216291904077</c:v>
                </c:pt>
                <c:pt idx="2034">
                  <c:v>133.228329641762</c:v>
                </c:pt>
                <c:pt idx="2035">
                  <c:v>133.24036064500399</c:v>
                </c:pt>
                <c:pt idx="2036">
                  <c:v>133.25238491895601</c:v>
                </c:pt>
                <c:pt idx="2037">
                  <c:v>133.264402468767</c:v>
                </c:pt>
                <c:pt idx="2038">
                  <c:v>133.27641329957899</c:v>
                </c:pt>
                <c:pt idx="2039">
                  <c:v>133.28841741653201</c:v>
                </c:pt>
                <c:pt idx="2040">
                  <c:v>133.300414824759</c:v>
                </c:pt>
                <c:pt idx="2041">
                  <c:v>133.31240552938999</c:v>
                </c:pt>
                <c:pt idx="2042">
                  <c:v>133.32438953554799</c:v>
                </c:pt>
                <c:pt idx="2043">
                  <c:v>133.336366848354</c:v>
                </c:pt>
                <c:pt idx="2044">
                  <c:v>133.34833747292299</c:v>
                </c:pt>
                <c:pt idx="2045">
                  <c:v>133.36030141436399</c:v>
                </c:pt>
                <c:pt idx="2046">
                  <c:v>133.372258677784</c:v>
                </c:pt>
                <c:pt idx="2047">
                  <c:v>133.384209268283</c:v>
                </c:pt>
                <c:pt idx="2048">
                  <c:v>133.39615319095699</c:v>
                </c:pt>
                <c:pt idx="2049">
                  <c:v>133.40809045089799</c:v>
                </c:pt>
                <c:pt idx="2050">
                  <c:v>133.42002105319199</c:v>
                </c:pt>
                <c:pt idx="2051">
                  <c:v>133.43194500292199</c:v>
                </c:pt>
                <c:pt idx="2052">
                  <c:v>133.443862305164</c:v>
                </c:pt>
                <c:pt idx="2053">
                  <c:v>133.45577296499101</c:v>
                </c:pt>
                <c:pt idx="2054">
                  <c:v>133.46767698747101</c:v>
                </c:pt>
                <c:pt idx="2055">
                  <c:v>133.479574377668</c:v>
                </c:pt>
                <c:pt idx="2056">
                  <c:v>133.49146514064</c:v>
                </c:pt>
                <c:pt idx="2057">
                  <c:v>133.50334928144099</c:v>
                </c:pt>
                <c:pt idx="2058">
                  <c:v>133.51522680511999</c:v>
                </c:pt>
                <c:pt idx="2059">
                  <c:v>133.52709771672201</c:v>
                </c:pt>
                <c:pt idx="2060">
                  <c:v>133.53896202128601</c:v>
                </c:pt>
                <c:pt idx="2061">
                  <c:v>133.550819723849</c:v>
                </c:pt>
                <c:pt idx="2062">
                  <c:v>133.56267082944001</c:v>
                </c:pt>
                <c:pt idx="2063">
                  <c:v>133.574515343087</c:v>
                </c:pt>
                <c:pt idx="2064">
                  <c:v>133.586353269809</c:v>
                </c:pt>
                <c:pt idx="2065">
                  <c:v>133.59818461462399</c:v>
                </c:pt>
                <c:pt idx="2066">
                  <c:v>133.61000938254401</c:v>
                </c:pt>
                <c:pt idx="2067">
                  <c:v>133.62182757857599</c:v>
                </c:pt>
                <c:pt idx="2068">
                  <c:v>133.633639207724</c:v>
                </c:pt>
                <c:pt idx="2069">
                  <c:v>133.64544427498501</c:v>
                </c:pt>
                <c:pt idx="2070">
                  <c:v>133.65724278535399</c:v>
                </c:pt>
                <c:pt idx="2071">
                  <c:v>133.669034743819</c:v>
                </c:pt>
                <c:pt idx="2072">
                  <c:v>133.68082015536501</c:v>
                </c:pt>
                <c:pt idx="2073">
                  <c:v>133.692599024972</c:v>
                </c:pt>
                <c:pt idx="2074">
                  <c:v>133.70437135761401</c:v>
                </c:pt>
                <c:pt idx="2075">
                  <c:v>133.71613715826399</c:v>
                </c:pt>
                <c:pt idx="2076">
                  <c:v>133.72789643188599</c:v>
                </c:pt>
                <c:pt idx="2077">
                  <c:v>133.739649183442</c:v>
                </c:pt>
                <c:pt idx="2078">
                  <c:v>133.75139541789</c:v>
                </c:pt>
                <c:pt idx="2079">
                  <c:v>133.76313514018099</c:v>
                </c:pt>
                <c:pt idx="2080">
                  <c:v>133.774868355264</c:v>
                </c:pt>
                <c:pt idx="2081">
                  <c:v>133.78659506808199</c:v>
                </c:pt>
                <c:pt idx="2082">
                  <c:v>133.798315283573</c:v>
                </c:pt>
                <c:pt idx="2083">
                  <c:v>133.81002900667201</c:v>
                </c:pt>
                <c:pt idx="2084">
                  <c:v>133.82173624230899</c:v>
                </c:pt>
                <c:pt idx="2085">
                  <c:v>133.83343699540799</c:v>
                </c:pt>
                <c:pt idx="2086">
                  <c:v>133.84513127088999</c:v>
                </c:pt>
                <c:pt idx="2087">
                  <c:v>133.85681907367101</c:v>
                </c:pt>
                <c:pt idx="2088">
                  <c:v>133.86850040866199</c:v>
                </c:pt>
                <c:pt idx="2089">
                  <c:v>133.88017528077199</c:v>
                </c:pt>
                <c:pt idx="2090">
                  <c:v>133.89184369490101</c:v>
                </c:pt>
                <c:pt idx="2091">
                  <c:v>133.903505655949</c:v>
                </c:pt>
                <c:pt idx="2092">
                  <c:v>133.915161168808</c:v>
                </c:pt>
                <c:pt idx="2093">
                  <c:v>133.92681023836701</c:v>
                </c:pt>
                <c:pt idx="2094">
                  <c:v>133.93845286951199</c:v>
                </c:pt>
                <c:pt idx="2095">
                  <c:v>133.95008906712101</c:v>
                </c:pt>
                <c:pt idx="2096">
                  <c:v>133.96171883607099</c:v>
                </c:pt>
                <c:pt idx="2097">
                  <c:v>133.973342181232</c:v>
                </c:pt>
                <c:pt idx="2098">
                  <c:v>133.98495910747101</c:v>
                </c:pt>
                <c:pt idx="2099">
                  <c:v>133.99656961964899</c:v>
                </c:pt>
                <c:pt idx="2100">
                  <c:v>134.008173722626</c:v>
                </c:pt>
                <c:pt idx="2101">
                  <c:v>134.01977142125199</c:v>
                </c:pt>
                <c:pt idx="2102">
                  <c:v>134.03136272037801</c:v>
                </c:pt>
                <c:pt idx="2103">
                  <c:v>134.04294762484801</c:v>
                </c:pt>
                <c:pt idx="2104">
                  <c:v>134.05452613950001</c:v>
                </c:pt>
                <c:pt idx="2105">
                  <c:v>134.06609826917</c:v>
                </c:pt>
                <c:pt idx="2106">
                  <c:v>134.07766401869</c:v>
                </c:pt>
                <c:pt idx="2107">
                  <c:v>134.089223392886</c:v>
                </c:pt>
                <c:pt idx="2108">
                  <c:v>134.100776396578</c:v>
                </c:pt>
                <c:pt idx="2109">
                  <c:v>134.11232303458601</c:v>
                </c:pt>
                <c:pt idx="2110">
                  <c:v>134.123863311722</c:v>
                </c:pt>
                <c:pt idx="2111">
                  <c:v>134.13539723279499</c:v>
                </c:pt>
                <c:pt idx="2112">
                  <c:v>134.146924802608</c:v>
                </c:pt>
                <c:pt idx="2113">
                  <c:v>134.158446025963</c:v>
                </c:pt>
                <c:pt idx="2114">
                  <c:v>134.16996090765301</c:v>
                </c:pt>
                <c:pt idx="2115">
                  <c:v>134.18146945247099</c:v>
                </c:pt>
                <c:pt idx="2116">
                  <c:v>134.192971665203</c:v>
                </c:pt>
                <c:pt idx="2117">
                  <c:v>134.20446755063099</c:v>
                </c:pt>
                <c:pt idx="2118">
                  <c:v>134.21595711353299</c:v>
                </c:pt>
                <c:pt idx="2119">
                  <c:v>134.227440358683</c:v>
                </c:pt>
                <c:pt idx="2120">
                  <c:v>134.238917290849</c:v>
                </c:pt>
                <c:pt idx="2121">
                  <c:v>134.250387914795</c:v>
                </c:pt>
                <c:pt idx="2122">
                  <c:v>134.26185223528401</c:v>
                </c:pt>
                <c:pt idx="2123">
                  <c:v>134.27331025706999</c:v>
                </c:pt>
                <c:pt idx="2124">
                  <c:v>134.28476198490401</c:v>
                </c:pt>
                <c:pt idx="2125">
                  <c:v>134.29620742353501</c:v>
                </c:pt>
                <c:pt idx="2126">
                  <c:v>134.30764657770499</c:v>
                </c:pt>
                <c:pt idx="2127">
                  <c:v>134.31907945215201</c:v>
                </c:pt>
                <c:pt idx="2128">
                  <c:v>134.330506051611</c:v>
                </c:pt>
                <c:pt idx="2129">
                  <c:v>134.341926380812</c:v>
                </c:pt>
                <c:pt idx="2130">
                  <c:v>134.35334044447899</c:v>
                </c:pt>
                <c:pt idx="2131">
                  <c:v>134.36474824733401</c:v>
                </c:pt>
                <c:pt idx="2132">
                  <c:v>134.376149794095</c:v>
                </c:pt>
                <c:pt idx="2133">
                  <c:v>134.38754508947201</c:v>
                </c:pt>
                <c:pt idx="2134">
                  <c:v>134.39893413817501</c:v>
                </c:pt>
                <c:pt idx="2135">
                  <c:v>134.410316944908</c:v>
                </c:pt>
                <c:pt idx="2136">
                  <c:v>134.421693514369</c:v>
                </c:pt>
                <c:pt idx="2137">
                  <c:v>134.43306385125399</c:v>
                </c:pt>
                <c:pt idx="2138">
                  <c:v>134.44442796025399</c:v>
                </c:pt>
                <c:pt idx="2139">
                  <c:v>134.45578584605599</c:v>
                </c:pt>
                <c:pt idx="2140">
                  <c:v>134.46713751334099</c:v>
                </c:pt>
                <c:pt idx="2141">
                  <c:v>134.47848296678899</c:v>
                </c:pt>
                <c:pt idx="2142">
                  <c:v>134.48982221107201</c:v>
                </c:pt>
                <c:pt idx="2143">
                  <c:v>134.50115525085999</c:v>
                </c:pt>
                <c:pt idx="2144">
                  <c:v>134.512482090818</c:v>
                </c:pt>
                <c:pt idx="2145">
                  <c:v>134.52380273560701</c:v>
                </c:pt>
                <c:pt idx="2146">
                  <c:v>134.53511718988401</c:v>
                </c:pt>
                <c:pt idx="2147">
                  <c:v>134.546425458301</c:v>
                </c:pt>
                <c:pt idx="2148">
                  <c:v>134.557727545506</c:v>
                </c:pt>
                <c:pt idx="2149">
                  <c:v>134.56902345614199</c:v>
                </c:pt>
                <c:pt idx="2150">
                  <c:v>134.58031319485099</c:v>
                </c:pt>
                <c:pt idx="2151">
                  <c:v>134.59159676626601</c:v>
                </c:pt>
                <c:pt idx="2152">
                  <c:v>134.602874175019</c:v>
                </c:pt>
                <c:pt idx="2153">
                  <c:v>134.61414542573701</c:v>
                </c:pt>
                <c:pt idx="2154">
                  <c:v>134.62541052304201</c:v>
                </c:pt>
                <c:pt idx="2155">
                  <c:v>134.63666947155301</c:v>
                </c:pt>
                <c:pt idx="2156">
                  <c:v>134.64792227588401</c:v>
                </c:pt>
                <c:pt idx="2157">
                  <c:v>134.65916894064401</c:v>
                </c:pt>
                <c:pt idx="2158">
                  <c:v>134.67040947044001</c:v>
                </c:pt>
                <c:pt idx="2159">
                  <c:v>134.681643869873</c:v>
                </c:pt>
                <c:pt idx="2160">
                  <c:v>134.69287214354</c:v>
                </c:pt>
                <c:pt idx="2161">
                  <c:v>134.70409429603399</c:v>
                </c:pt>
                <c:pt idx="2162">
                  <c:v>134.71531033194501</c:v>
                </c:pt>
                <c:pt idx="2163">
                  <c:v>134.726520255856</c:v>
                </c:pt>
                <c:pt idx="2164">
                  <c:v>134.73772407234799</c:v>
                </c:pt>
                <c:pt idx="2165">
                  <c:v>134.748921785997</c:v>
                </c:pt>
                <c:pt idx="2166">
                  <c:v>134.760113401377</c:v>
                </c:pt>
                <c:pt idx="2167">
                  <c:v>134.771298923053</c:v>
                </c:pt>
                <c:pt idx="2168">
                  <c:v>134.782478355591</c:v>
                </c:pt>
                <c:pt idx="2169">
                  <c:v>134.79365170354899</c:v>
                </c:pt>
                <c:pt idx="2170">
                  <c:v>134.804818971483</c:v>
                </c:pt>
                <c:pt idx="2171">
                  <c:v>134.815980163945</c:v>
                </c:pt>
                <c:pt idx="2172">
                  <c:v>134.82713528548101</c:v>
                </c:pt>
                <c:pt idx="2173">
                  <c:v>134.838284340634</c:v>
                </c:pt>
                <c:pt idx="2174">
                  <c:v>134.849427333943</c:v>
                </c:pt>
                <c:pt idx="2175">
                  <c:v>134.86056426994301</c:v>
                </c:pt>
                <c:pt idx="2176">
                  <c:v>134.87169515316299</c:v>
                </c:pt>
                <c:pt idx="2177">
                  <c:v>134.88281998813099</c:v>
                </c:pt>
                <c:pt idx="2178">
                  <c:v>134.893938779368</c:v>
                </c:pt>
                <c:pt idx="2179">
                  <c:v>134.90505153139199</c:v>
                </c:pt>
                <c:pt idx="2180">
                  <c:v>134.91615824871801</c:v>
                </c:pt>
                <c:pt idx="2181">
                  <c:v>134.92725893585501</c:v>
                </c:pt>
                <c:pt idx="2182">
                  <c:v>134.93835359730801</c:v>
                </c:pt>
                <c:pt idx="2183">
                  <c:v>134.94944223758</c:v>
                </c:pt>
                <c:pt idx="2184">
                  <c:v>134.96052486116801</c:v>
                </c:pt>
                <c:pt idx="2185">
                  <c:v>134.971601472564</c:v>
                </c:pt>
                <c:pt idx="2186">
                  <c:v>134.98267207625901</c:v>
                </c:pt>
                <c:pt idx="2187">
                  <c:v>134.99373667673601</c:v>
                </c:pt>
                <c:pt idx="2188">
                  <c:v>135.00479527847901</c:v>
                </c:pt>
                <c:pt idx="2189">
                  <c:v>135.01584788596199</c:v>
                </c:pt>
                <c:pt idx="2190">
                  <c:v>135.02689450366</c:v>
                </c:pt>
                <c:pt idx="2191">
                  <c:v>135.03793513604001</c:v>
                </c:pt>
                <c:pt idx="2192">
                  <c:v>135.04896978756801</c:v>
                </c:pt>
                <c:pt idx="2193">
                  <c:v>135.05999846270299</c:v>
                </c:pt>
                <c:pt idx="2194">
                  <c:v>135.071021165904</c:v>
                </c:pt>
                <c:pt idx="2195">
                  <c:v>135.08203790162099</c:v>
                </c:pt>
                <c:pt idx="2196">
                  <c:v>135.09304867430399</c:v>
                </c:pt>
                <c:pt idx="2197">
                  <c:v>135.104053488397</c:v>
                </c:pt>
                <c:pt idx="2198">
                  <c:v>135.11505234833899</c:v>
                </c:pt>
                <c:pt idx="2199">
                  <c:v>135.12604525856801</c:v>
                </c:pt>
                <c:pt idx="2200">
                  <c:v>135.13703222351501</c:v>
                </c:pt>
                <c:pt idx="2201">
                  <c:v>135.14801324760899</c:v>
                </c:pt>
                <c:pt idx="2202">
                  <c:v>135.15898833527299</c:v>
                </c:pt>
                <c:pt idx="2203">
                  <c:v>135.169957490928</c:v>
                </c:pt>
                <c:pt idx="2204">
                  <c:v>135.18092071899</c:v>
                </c:pt>
                <c:pt idx="2205">
                  <c:v>135.19187802387</c:v>
                </c:pt>
                <c:pt idx="2206">
                  <c:v>135.202829409977</c:v>
                </c:pt>
                <c:pt idx="2207">
                  <c:v>135.21377488171501</c:v>
                </c:pt>
                <c:pt idx="2208">
                  <c:v>135.22471444348301</c:v>
                </c:pt>
                <c:pt idx="2209">
                  <c:v>135.235648099678</c:v>
                </c:pt>
                <c:pt idx="2210">
                  <c:v>135.246575854691</c:v>
                </c:pt>
                <c:pt idx="2211">
                  <c:v>135.25749771291001</c:v>
                </c:pt>
                <c:pt idx="2212">
                  <c:v>135.26841367871901</c:v>
                </c:pt>
                <c:pt idx="2213">
                  <c:v>135.279323756499</c:v>
                </c:pt>
                <c:pt idx="2214">
                  <c:v>135.290227950624</c:v>
                </c:pt>
                <c:pt idx="2215">
                  <c:v>135.30112626546801</c:v>
                </c:pt>
                <c:pt idx="2216">
                  <c:v>135.31201870539701</c:v>
                </c:pt>
                <c:pt idx="2217">
                  <c:v>135.32290527477701</c:v>
                </c:pt>
                <c:pt idx="2218">
                  <c:v>135.33378597796599</c:v>
                </c:pt>
                <c:pt idx="2219">
                  <c:v>135.34466081932101</c:v>
                </c:pt>
                <c:pt idx="2220">
                  <c:v>135.355529803194</c:v>
                </c:pt>
                <c:pt idx="2221">
                  <c:v>135.36639293393301</c:v>
                </c:pt>
                <c:pt idx="2222">
                  <c:v>135.37725021588301</c:v>
                </c:pt>
                <c:pt idx="2223">
                  <c:v>135.38810165338199</c:v>
                </c:pt>
                <c:pt idx="2224">
                  <c:v>135.398947250769</c:v>
                </c:pt>
                <c:pt idx="2225">
                  <c:v>135.40978701237401</c:v>
                </c:pt>
                <c:pt idx="2226">
                  <c:v>135.420620942526</c:v>
                </c:pt>
                <c:pt idx="2227">
                  <c:v>135.43144904555001</c:v>
                </c:pt>
                <c:pt idx="2228">
                  <c:v>135.442271325766</c:v>
                </c:pt>
                <c:pt idx="2229">
                  <c:v>135.453087787491</c:v>
                </c:pt>
                <c:pt idx="2230">
                  <c:v>135.46389843503599</c:v>
                </c:pt>
                <c:pt idx="2231">
                  <c:v>135.47470327271199</c:v>
                </c:pt>
                <c:pt idx="2232">
                  <c:v>135.48550230482201</c:v>
                </c:pt>
                <c:pt idx="2233">
                  <c:v>135.496295535667</c:v>
                </c:pt>
                <c:pt idx="2234">
                  <c:v>135.507082969545</c:v>
                </c:pt>
                <c:pt idx="2235">
                  <c:v>135.51786461074801</c:v>
                </c:pt>
                <c:pt idx="2236">
                  <c:v>135.52864046356601</c:v>
                </c:pt>
                <c:pt idx="2237">
                  <c:v>135.539410532283</c:v>
                </c:pt>
                <c:pt idx="2238">
                  <c:v>135.550174821181</c:v>
                </c:pt>
                <c:pt idx="2239">
                  <c:v>135.56093333453799</c:v>
                </c:pt>
                <c:pt idx="2240">
                  <c:v>135.57168607662601</c:v>
                </c:pt>
                <c:pt idx="2241">
                  <c:v>135.58243305171601</c:v>
                </c:pt>
                <c:pt idx="2242">
                  <c:v>135.59317426407301</c:v>
                </c:pt>
                <c:pt idx="2243">
                  <c:v>135.603909717959</c:v>
                </c:pt>
                <c:pt idx="2244">
                  <c:v>135.61463941763199</c:v>
                </c:pt>
                <c:pt idx="2245">
                  <c:v>135.62536336734601</c:v>
                </c:pt>
                <c:pt idx="2246">
                  <c:v>135.63608157135201</c:v>
                </c:pt>
                <c:pt idx="2247">
                  <c:v>135.64679403389599</c:v>
                </c:pt>
                <c:pt idx="2248">
                  <c:v>135.65750075922</c:v>
                </c:pt>
                <c:pt idx="2249">
                  <c:v>135.668201751563</c:v>
                </c:pt>
                <c:pt idx="2250">
                  <c:v>135.67889701516</c:v>
                </c:pt>
                <c:pt idx="2251">
                  <c:v>135.689586554242</c:v>
                </c:pt>
                <c:pt idx="2252">
                  <c:v>135.700270373037</c:v>
                </c:pt>
                <c:pt idx="2253">
                  <c:v>135.710948475766</c:v>
                </c:pt>
                <c:pt idx="2254">
                  <c:v>135.72162086665</c:v>
                </c:pt>
                <c:pt idx="2255">
                  <c:v>135.73228754990501</c:v>
                </c:pt>
                <c:pt idx="2256">
                  <c:v>135.74294852974199</c:v>
                </c:pt>
                <c:pt idx="2257">
                  <c:v>135.75360381036899</c:v>
                </c:pt>
                <c:pt idx="2258">
                  <c:v>135.76425339599101</c:v>
                </c:pt>
                <c:pt idx="2259">
                  <c:v>135.77489729080699</c:v>
                </c:pt>
                <c:pt idx="2260">
                  <c:v>135.785535499014</c:v>
                </c:pt>
                <c:pt idx="2261">
                  <c:v>135.79616802480601</c:v>
                </c:pt>
                <c:pt idx="2262">
                  <c:v>135.80679487237001</c:v>
                </c:pt>
                <c:pt idx="2263">
                  <c:v>135.817416045892</c:v>
                </c:pt>
                <c:pt idx="2264">
                  <c:v>135.828031549553</c:v>
                </c:pt>
                <c:pt idx="2265">
                  <c:v>135.83864138753199</c:v>
                </c:pt>
                <c:pt idx="2266">
                  <c:v>135.849245564</c:v>
                </c:pt>
                <c:pt idx="2267">
                  <c:v>135.85984408313001</c:v>
                </c:pt>
                <c:pt idx="2268">
                  <c:v>135.87043694908499</c:v>
                </c:pt>
                <c:pt idx="2269">
                  <c:v>135.88102416602999</c:v>
                </c:pt>
                <c:pt idx="2270">
                  <c:v>135.891605738122</c:v>
                </c:pt>
                <c:pt idx="2271">
                  <c:v>135.90218166951701</c:v>
                </c:pt>
                <c:pt idx="2272">
                  <c:v>135.91275196436499</c:v>
                </c:pt>
                <c:pt idx="2273">
                  <c:v>135.923316626814</c:v>
                </c:pt>
                <c:pt idx="2274">
                  <c:v>135.93387566100699</c:v>
                </c:pt>
                <c:pt idx="2275">
                  <c:v>135.94442907108399</c:v>
                </c:pt>
                <c:pt idx="2276">
                  <c:v>135.954976861181</c:v>
                </c:pt>
                <c:pt idx="2277">
                  <c:v>135.96551903543099</c:v>
                </c:pt>
                <c:pt idx="2278">
                  <c:v>135.97605559796099</c:v>
                </c:pt>
                <c:pt idx="2279">
                  <c:v>135.98658655289699</c:v>
                </c:pt>
                <c:pt idx="2280">
                  <c:v>135.99711190436</c:v>
                </c:pt>
                <c:pt idx="2281">
                  <c:v>136.007631656467</c:v>
                </c:pt>
                <c:pt idx="2282">
                  <c:v>136.01814581333099</c:v>
                </c:pt>
                <c:pt idx="2283">
                  <c:v>136.028654379062</c:v>
                </c:pt>
                <c:pt idx="2284">
                  <c:v>136.039157357768</c:v>
                </c:pt>
                <c:pt idx="2285">
                  <c:v>136.04965475354899</c:v>
                </c:pt>
                <c:pt idx="2286">
                  <c:v>136.060146570505</c:v>
                </c:pt>
                <c:pt idx="2287">
                  <c:v>136.07063281273</c:v>
                </c:pt>
                <c:pt idx="2288">
                  <c:v>136.08111348431601</c:v>
                </c:pt>
                <c:pt idx="2289">
                  <c:v>136.09158858935101</c:v>
                </c:pt>
                <c:pt idx="2290">
                  <c:v>136.102058131918</c:v>
                </c:pt>
                <c:pt idx="2291">
                  <c:v>136.11252211609701</c:v>
                </c:pt>
                <c:pt idx="2292">
                  <c:v>136.12298054596599</c:v>
                </c:pt>
                <c:pt idx="2293">
                  <c:v>136.133433425596</c:v>
                </c:pt>
                <c:pt idx="2294">
                  <c:v>136.143880759057</c:v>
                </c:pt>
                <c:pt idx="2295">
                  <c:v>136.15432255041401</c:v>
                </c:pt>
                <c:pt idx="2296">
                  <c:v>136.164758803729</c:v>
                </c:pt>
                <c:pt idx="2297">
                  <c:v>136.17518952306</c:v>
                </c:pt>
                <c:pt idx="2298">
                  <c:v>136.18561471246099</c:v>
                </c:pt>
                <c:pt idx="2299">
                  <c:v>136.196034375984</c:v>
                </c:pt>
                <c:pt idx="2300">
                  <c:v>136.206448517675</c:v>
                </c:pt>
                <c:pt idx="2301">
                  <c:v>136.21685714157701</c:v>
                </c:pt>
                <c:pt idx="2302">
                  <c:v>136.22726025173</c:v>
                </c:pt>
                <c:pt idx="2303">
                  <c:v>136.237657852171</c:v>
                </c:pt>
                <c:pt idx="2304">
                  <c:v>136.24804994693099</c:v>
                </c:pt>
                <c:pt idx="2305">
                  <c:v>136.25843654004001</c:v>
                </c:pt>
                <c:pt idx="2306">
                  <c:v>136.26881763552299</c:v>
                </c:pt>
                <c:pt idx="2307">
                  <c:v>136.27919323740099</c:v>
                </c:pt>
                <c:pt idx="2308">
                  <c:v>136.289563349692</c:v>
                </c:pt>
                <c:pt idx="2309">
                  <c:v>136.29992797640901</c:v>
                </c:pt>
                <c:pt idx="2310">
                  <c:v>136.31028712156501</c:v>
                </c:pt>
                <c:pt idx="2311">
                  <c:v>136.32064078916599</c:v>
                </c:pt>
                <c:pt idx="2312">
                  <c:v>136.33098898321401</c:v>
                </c:pt>
                <c:pt idx="2313">
                  <c:v>136.34133170771099</c:v>
                </c:pt>
                <c:pt idx="2314">
                  <c:v>136.351668966651</c:v>
                </c:pt>
                <c:pt idx="2315">
                  <c:v>136.36200076402801</c:v>
                </c:pt>
                <c:pt idx="2316">
                  <c:v>136.372327103831</c:v>
                </c:pt>
                <c:pt idx="2317">
                  <c:v>136.38264799004301</c:v>
                </c:pt>
                <c:pt idx="2318">
                  <c:v>136.392963426649</c:v>
                </c:pt>
                <c:pt idx="2319">
                  <c:v>136.40327341762401</c:v>
                </c:pt>
                <c:pt idx="2320">
                  <c:v>136.41357796694501</c:v>
                </c:pt>
                <c:pt idx="2321">
                  <c:v>136.423877078581</c:v>
                </c:pt>
                <c:pt idx="2322">
                  <c:v>136.434170756501</c:v>
                </c:pt>
                <c:pt idx="2323">
                  <c:v>136.444459004668</c:v>
                </c:pt>
                <c:pt idx="2324">
                  <c:v>136.454741827041</c:v>
                </c:pt>
                <c:pt idx="2325">
                  <c:v>136.46501922757901</c:v>
                </c:pt>
                <c:pt idx="2326">
                  <c:v>136.475291210232</c:v>
                </c:pt>
                <c:pt idx="2327">
                  <c:v>136.48555777895299</c:v>
                </c:pt>
                <c:pt idx="2328">
                  <c:v>136.49581893768499</c:v>
                </c:pt>
                <c:pt idx="2329">
                  <c:v>136.50607469037101</c:v>
                </c:pt>
                <c:pt idx="2330">
                  <c:v>136.51632504095099</c:v>
                </c:pt>
                <c:pt idx="2331">
                  <c:v>136.52656999335801</c:v>
                </c:pt>
                <c:pt idx="2332">
                  <c:v>136.53680955152601</c:v>
                </c:pt>
                <c:pt idx="2333">
                  <c:v>136.547043719382</c:v>
                </c:pt>
                <c:pt idx="2334">
                  <c:v>136.55727250084999</c:v>
                </c:pt>
                <c:pt idx="2335">
                  <c:v>136.56749589985299</c:v>
                </c:pt>
                <c:pt idx="2336">
                  <c:v>136.577713920306</c:v>
                </c:pt>
                <c:pt idx="2337">
                  <c:v>136.587926566124</c:v>
                </c:pt>
                <c:pt idx="2338">
                  <c:v>136.59813384121799</c:v>
                </c:pt>
                <c:pt idx="2339">
                  <c:v>136.60833574949501</c:v>
                </c:pt>
                <c:pt idx="2340">
                  <c:v>136.618532294857</c:v>
                </c:pt>
                <c:pt idx="2341">
                  <c:v>136.62872348120499</c:v>
                </c:pt>
                <c:pt idx="2342">
                  <c:v>136.638909312435</c:v>
                </c:pt>
                <c:pt idx="2343">
                  <c:v>136.64908979243901</c:v>
                </c:pt>
                <c:pt idx="2344">
                  <c:v>136.659264925108</c:v>
                </c:pt>
                <c:pt idx="2345">
                  <c:v>136.669434714327</c:v>
                </c:pt>
                <c:pt idx="2346">
                  <c:v>136.67959916397899</c:v>
                </c:pt>
                <c:pt idx="2347">
                  <c:v>136.689758277941</c:v>
                </c:pt>
                <c:pt idx="2348">
                  <c:v>136.69991206009001</c:v>
                </c:pt>
                <c:pt idx="2349">
                  <c:v>136.710060514297</c:v>
                </c:pt>
                <c:pt idx="2350">
                  <c:v>136.720203644431</c:v>
                </c:pt>
                <c:pt idx="2351">
                  <c:v>136.73034145435599</c:v>
                </c:pt>
                <c:pt idx="2352">
                  <c:v>136.74047394793399</c:v>
                </c:pt>
                <c:pt idx="2353">
                  <c:v>136.75060112902301</c:v>
                </c:pt>
                <c:pt idx="2354">
                  <c:v>136.760723001477</c:v>
                </c:pt>
                <c:pt idx="2355">
                  <c:v>136.770839569147</c:v>
                </c:pt>
                <c:pt idx="2356">
                  <c:v>136.78095083587999</c:v>
                </c:pt>
                <c:pt idx="2357">
                  <c:v>136.791056805522</c:v>
                </c:pt>
                <c:pt idx="2358">
                  <c:v>136.80115748191099</c:v>
                </c:pt>
                <c:pt idx="2359">
                  <c:v>136.81125286888599</c:v>
                </c:pt>
                <c:pt idx="2360">
                  <c:v>136.82134297028</c:v>
                </c:pt>
                <c:pt idx="2361">
                  <c:v>136.831427789923</c:v>
                </c:pt>
                <c:pt idx="2362">
                  <c:v>136.84150733164199</c:v>
                </c:pt>
                <c:pt idx="2363">
                  <c:v>136.85158159925999</c:v>
                </c:pt>
                <c:pt idx="2364">
                  <c:v>136.861650596597</c:v>
                </c:pt>
                <c:pt idx="2365">
                  <c:v>136.87171432746999</c:v>
                </c:pt>
                <c:pt idx="2366">
                  <c:v>136.88177279569101</c:v>
                </c:pt>
                <c:pt idx="2367">
                  <c:v>136.89182600506999</c:v>
                </c:pt>
                <c:pt idx="2368">
                  <c:v>136.90187395941399</c:v>
                </c:pt>
                <c:pt idx="2369">
                  <c:v>136.91191666252499</c:v>
                </c:pt>
                <c:pt idx="2370">
                  <c:v>136.921954118201</c:v>
                </c:pt>
                <c:pt idx="2371">
                  <c:v>136.93198633023999</c:v>
                </c:pt>
                <c:pt idx="2372">
                  <c:v>136.94201330243399</c:v>
                </c:pt>
                <c:pt idx="2373">
                  <c:v>136.95203503857101</c:v>
                </c:pt>
                <c:pt idx="2374">
                  <c:v>136.96205154243799</c:v>
                </c:pt>
                <c:pt idx="2375">
                  <c:v>136.97206281781601</c:v>
                </c:pt>
                <c:pt idx="2376">
                  <c:v>136.98206886848399</c:v>
                </c:pt>
                <c:pt idx="2377">
                  <c:v>136.99206969821901</c:v>
                </c:pt>
                <c:pt idx="2378">
                  <c:v>137.00206531079101</c:v>
                </c:pt>
                <c:pt idx="2379">
                  <c:v>137.01205570997001</c:v>
                </c:pt>
                <c:pt idx="2380">
                  <c:v>137.02204089952099</c:v>
                </c:pt>
                <c:pt idx="2381">
                  <c:v>137.032020883206</c:v>
                </c:pt>
                <c:pt idx="2382">
                  <c:v>137.041995664783</c:v>
                </c:pt>
                <c:pt idx="2383">
                  <c:v>137.051965248008</c:v>
                </c:pt>
                <c:pt idx="2384">
                  <c:v>137.06192963663199</c:v>
                </c:pt>
                <c:pt idx="2385">
                  <c:v>137.07188883440401</c:v>
                </c:pt>
                <c:pt idx="2386">
                  <c:v>137.081842845068</c:v>
                </c:pt>
                <c:pt idx="2387">
                  <c:v>137.09179167236701</c:v>
                </c:pt>
                <c:pt idx="2388">
                  <c:v>137.10173532003901</c:v>
                </c:pt>
                <c:pt idx="2389">
                  <c:v>137.11167379181799</c:v>
                </c:pt>
                <c:pt idx="2390">
                  <c:v>137.121607091437</c:v>
                </c:pt>
                <c:pt idx="2391">
                  <c:v>137.131535222623</c:v>
                </c:pt>
                <c:pt idx="2392">
                  <c:v>137.141458189102</c:v>
                </c:pt>
                <c:pt idx="2393">
                  <c:v>137.15137599459501</c:v>
                </c:pt>
                <c:pt idx="2394">
                  <c:v>137.16128864282001</c:v>
                </c:pt>
                <c:pt idx="2395">
                  <c:v>137.17119613749199</c:v>
                </c:pt>
                <c:pt idx="2396">
                  <c:v>137.18109848232299</c:v>
                </c:pt>
                <c:pt idx="2397">
                  <c:v>137.19099568102101</c:v>
                </c:pt>
                <c:pt idx="2398">
                  <c:v>137.200887737291</c:v>
                </c:pt>
                <c:pt idx="2399">
                  <c:v>137.21077465483501</c:v>
                </c:pt>
                <c:pt idx="2400">
                  <c:v>137.22065643734999</c:v>
                </c:pt>
                <c:pt idx="2401">
                  <c:v>137.23053308853201</c:v>
                </c:pt>
                <c:pt idx="2402">
                  <c:v>137.24040461207201</c:v>
                </c:pt>
                <c:pt idx="2403">
                  <c:v>137.25027101166</c:v>
                </c:pt>
                <c:pt idx="2404">
                  <c:v>137.26013229097799</c:v>
                </c:pt>
                <c:pt idx="2405">
                  <c:v>137.26998845371</c:v>
                </c:pt>
                <c:pt idx="2406">
                  <c:v>137.27983950353399</c:v>
                </c:pt>
                <c:pt idx="2407">
                  <c:v>137.28968544412501</c:v>
                </c:pt>
                <c:pt idx="2408">
                  <c:v>137.299526279155</c:v>
                </c:pt>
                <c:pt idx="2409">
                  <c:v>137.30936201229201</c:v>
                </c:pt>
                <c:pt idx="2410">
                  <c:v>137.31919264720199</c:v>
                </c:pt>
                <c:pt idx="2411">
                  <c:v>137.32901818754601</c:v>
                </c:pt>
                <c:pt idx="2412">
                  <c:v>137.33883863698301</c:v>
                </c:pt>
                <c:pt idx="2413">
                  <c:v>137.34865399916899</c:v>
                </c:pt>
                <c:pt idx="2414">
                  <c:v>137.35846427775601</c:v>
                </c:pt>
                <c:pt idx="2415">
                  <c:v>137.36826947639199</c:v>
                </c:pt>
                <c:pt idx="2416">
                  <c:v>137.37806959872401</c:v>
                </c:pt>
                <c:pt idx="2417">
                  <c:v>137.38786464839299</c:v>
                </c:pt>
                <c:pt idx="2418">
                  <c:v>137.39765462903901</c:v>
                </c:pt>
                <c:pt idx="2419">
                  <c:v>137.40743954429701</c:v>
                </c:pt>
                <c:pt idx="2420">
                  <c:v>137.41721939780001</c:v>
                </c:pt>
                <c:pt idx="2421">
                  <c:v>137.42699419317699</c:v>
                </c:pt>
                <c:pt idx="2422">
                  <c:v>137.43676393405499</c:v>
                </c:pt>
                <c:pt idx="2423">
                  <c:v>137.44652862405599</c:v>
                </c:pt>
                <c:pt idx="2424">
                  <c:v>137.45628826679899</c:v>
                </c:pt>
                <c:pt idx="2425">
                  <c:v>137.46604286590201</c:v>
                </c:pt>
                <c:pt idx="2426">
                  <c:v>137.47579242497599</c:v>
                </c:pt>
                <c:pt idx="2427">
                  <c:v>137.48553694763299</c:v>
                </c:pt>
                <c:pt idx="2428">
                  <c:v>137.495276437478</c:v>
                </c:pt>
                <c:pt idx="2429">
                  <c:v>137.50501089811499</c:v>
                </c:pt>
                <c:pt idx="2430">
                  <c:v>137.514740333145</c:v>
                </c:pt>
                <c:pt idx="2431">
                  <c:v>137.52446474616301</c:v>
                </c:pt>
                <c:pt idx="2432">
                  <c:v>137.53418414076501</c:v>
                </c:pt>
                <c:pt idx="2433">
                  <c:v>137.54389852054001</c:v>
                </c:pt>
                <c:pt idx="2434">
                  <c:v>137.55360788907501</c:v>
                </c:pt>
                <c:pt idx="2435">
                  <c:v>137.563312249956</c:v>
                </c:pt>
                <c:pt idx="2436">
                  <c:v>137.57301160676201</c:v>
                </c:pt>
                <c:pt idx="2437">
                  <c:v>137.58270596307199</c:v>
                </c:pt>
                <c:pt idx="2438">
                  <c:v>137.59239532245999</c:v>
                </c:pt>
                <c:pt idx="2439">
                  <c:v>137.60207968849701</c:v>
                </c:pt>
                <c:pt idx="2440">
                  <c:v>137.61175906475199</c:v>
                </c:pt>
                <c:pt idx="2441">
                  <c:v>137.62143345478901</c:v>
                </c:pt>
                <c:pt idx="2442">
                  <c:v>137.63110286217</c:v>
                </c:pt>
                <c:pt idx="2443">
                  <c:v>137.64076729045399</c:v>
                </c:pt>
                <c:pt idx="2444">
                  <c:v>137.65042674319599</c:v>
                </c:pt>
                <c:pt idx="2445">
                  <c:v>137.66008122394899</c:v>
                </c:pt>
                <c:pt idx="2446">
                  <c:v>137.66973073626099</c:v>
                </c:pt>
                <c:pt idx="2447">
                  <c:v>137.67937528367801</c:v>
                </c:pt>
                <c:pt idx="2448">
                  <c:v>137.689014869743</c:v>
                </c:pt>
                <c:pt idx="2449">
                  <c:v>137.69864949799501</c:v>
                </c:pt>
                <c:pt idx="2450">
                  <c:v>137.70827917197201</c:v>
                </c:pt>
                <c:pt idx="2451">
                  <c:v>137.71790389520601</c:v>
                </c:pt>
                <c:pt idx="2452">
                  <c:v>137.727523671227</c:v>
                </c:pt>
                <c:pt idx="2453">
                  <c:v>137.73713850356199</c:v>
                </c:pt>
                <c:pt idx="2454">
                  <c:v>137.74674839573501</c:v>
                </c:pt>
                <c:pt idx="2455">
                  <c:v>137.756353351266</c:v>
                </c:pt>
                <c:pt idx="2456">
                  <c:v>137.76595337367399</c:v>
                </c:pt>
                <c:pt idx="2457">
                  <c:v>137.775548466472</c:v>
                </c:pt>
                <c:pt idx="2458">
                  <c:v>137.78513863317099</c:v>
                </c:pt>
                <c:pt idx="2459">
                  <c:v>137.794723877281</c:v>
                </c:pt>
                <c:pt idx="2460">
                  <c:v>137.80430420230499</c:v>
                </c:pt>
                <c:pt idx="2461">
                  <c:v>137.81387961174599</c:v>
                </c:pt>
                <c:pt idx="2462">
                  <c:v>137.823450109101</c:v>
                </c:pt>
                <c:pt idx="2463">
                  <c:v>137.83301569786801</c:v>
                </c:pt>
                <c:pt idx="2464">
                  <c:v>137.84257638153801</c:v>
                </c:pt>
                <c:pt idx="2465">
                  <c:v>137.852132163601</c:v>
                </c:pt>
                <c:pt idx="2466">
                  <c:v>137.86168304754199</c:v>
                </c:pt>
                <c:pt idx="2467">
                  <c:v>137.87122903684599</c:v>
                </c:pt>
                <c:pt idx="2468">
                  <c:v>137.880770134991</c:v>
                </c:pt>
                <c:pt idx="2469">
                  <c:v>137.890306345456</c:v>
                </c:pt>
                <c:pt idx="2470">
                  <c:v>137.89983767171401</c:v>
                </c:pt>
                <c:pt idx="2471">
                  <c:v>137.90936411723499</c:v>
                </c:pt>
                <c:pt idx="2472">
                  <c:v>137.918885685487</c:v>
                </c:pt>
                <c:pt idx="2473">
                  <c:v>137.92840237993599</c:v>
                </c:pt>
                <c:pt idx="2474">
                  <c:v>137.93791420404099</c:v>
                </c:pt>
                <c:pt idx="2475">
                  <c:v>137.94742116126301</c:v>
                </c:pt>
                <c:pt idx="2476">
                  <c:v>137.95692325505499</c:v>
                </c:pt>
                <c:pt idx="2477">
                  <c:v>137.96642048887099</c:v>
                </c:pt>
                <c:pt idx="2478">
                  <c:v>137.97591286615901</c:v>
                </c:pt>
                <c:pt idx="2479">
                  <c:v>137.98540039036601</c:v>
                </c:pt>
                <c:pt idx="2480">
                  <c:v>137.99488306493399</c:v>
                </c:pt>
                <c:pt idx="2481">
                  <c:v>138.00436089330299</c:v>
                </c:pt>
                <c:pt idx="2482">
                  <c:v>138.01383387891201</c:v>
                </c:pt>
                <c:pt idx="2483">
                  <c:v>138.02330202519201</c:v>
                </c:pt>
                <c:pt idx="2484">
                  <c:v>138.03276533557499</c:v>
                </c:pt>
                <c:pt idx="2485">
                  <c:v>138.04222381348899</c:v>
                </c:pt>
                <c:pt idx="2486">
                  <c:v>138.05167746235901</c:v>
                </c:pt>
                <c:pt idx="2487">
                  <c:v>138.06112628560601</c:v>
                </c:pt>
                <c:pt idx="2488">
                  <c:v>138.07057028664801</c:v>
                </c:pt>
                <c:pt idx="2489">
                  <c:v>138.08000946890201</c:v>
                </c:pt>
                <c:pt idx="2490">
                  <c:v>138.08944383577901</c:v>
                </c:pt>
                <c:pt idx="2491">
                  <c:v>138.09887339068899</c:v>
                </c:pt>
                <c:pt idx="2492">
                  <c:v>138.10829813704001</c:v>
                </c:pt>
                <c:pt idx="2493">
                  <c:v>138.117718078233</c:v>
                </c:pt>
                <c:pt idx="2494">
                  <c:v>138.12713321767001</c:v>
                </c:pt>
                <c:pt idx="2495">
                  <c:v>138.13654355874701</c:v>
                </c:pt>
                <c:pt idx="2496">
                  <c:v>138.14594910485999</c:v>
                </c:pt>
                <c:pt idx="2497">
                  <c:v>138.155349859399</c:v>
                </c:pt>
                <c:pt idx="2498">
                  <c:v>138.16474582575299</c:v>
                </c:pt>
                <c:pt idx="2499">
                  <c:v>138.17413700730799</c:v>
                </c:pt>
                <c:pt idx="2500">
                  <c:v>138.18352340744499</c:v>
                </c:pt>
                <c:pt idx="2501">
                  <c:v>138.192905029543</c:v>
                </c:pt>
                <c:pt idx="2502">
                  <c:v>138.20228187698001</c:v>
                </c:pt>
                <c:pt idx="2503">
                  <c:v>138.21165395312801</c:v>
                </c:pt>
                <c:pt idx="2504">
                  <c:v>138.22102126135701</c:v>
                </c:pt>
                <c:pt idx="2505">
                  <c:v>138.23038380503601</c:v>
                </c:pt>
                <c:pt idx="2506">
                  <c:v>138.23974158752699</c:v>
                </c:pt>
                <c:pt idx="2507">
                  <c:v>138.249094612194</c:v>
                </c:pt>
                <c:pt idx="2508">
                  <c:v>138.25844288239301</c:v>
                </c:pt>
                <c:pt idx="2509">
                  <c:v>138.26778640148001</c:v>
                </c:pt>
                <c:pt idx="2510">
                  <c:v>138.27712517280801</c:v>
                </c:pt>
                <c:pt idx="2511">
                  <c:v>138.28645919972701</c:v>
                </c:pt>
                <c:pt idx="2512">
                  <c:v>138.295788485581</c:v>
                </c:pt>
                <c:pt idx="2513">
                  <c:v>138.305113033716</c:v>
                </c:pt>
                <c:pt idx="2514">
                  <c:v>138.31443284747101</c:v>
                </c:pt>
                <c:pt idx="2515">
                  <c:v>138.323747930184</c:v>
                </c:pt>
                <c:pt idx="2516">
                  <c:v>138.33305828518999</c:v>
                </c:pt>
                <c:pt idx="2517">
                  <c:v>138.34236391581999</c:v>
                </c:pt>
                <c:pt idx="2518">
                  <c:v>138.35166482540299</c:v>
                </c:pt>
                <c:pt idx="2519">
                  <c:v>138.360961017264</c:v>
                </c:pt>
                <c:pt idx="2520">
                  <c:v>138.370252494727</c:v>
                </c:pt>
                <c:pt idx="2521">
                  <c:v>138.37953926111101</c:v>
                </c:pt>
                <c:pt idx="2522">
                  <c:v>138.38882131973199</c:v>
                </c:pt>
                <c:pt idx="2523">
                  <c:v>138.39809867390599</c:v>
                </c:pt>
                <c:pt idx="2524">
                  <c:v>138.40737132694301</c:v>
                </c:pt>
                <c:pt idx="2525">
                  <c:v>138.41663928214999</c:v>
                </c:pt>
                <c:pt idx="2526">
                  <c:v>138.425902542834</c:v>
                </c:pt>
                <c:pt idx="2527">
                  <c:v>138.43516111229599</c:v>
                </c:pt>
                <c:pt idx="2528">
                  <c:v>138.44441499383501</c:v>
                </c:pt>
                <c:pt idx="2529">
                  <c:v>138.45366419074901</c:v>
                </c:pt>
                <c:pt idx="2530">
                  <c:v>138.46290870633001</c:v>
                </c:pt>
                <c:pt idx="2531">
                  <c:v>138.472148543868</c:v>
                </c:pt>
                <c:pt idx="2532">
                  <c:v>138.481383706652</c:v>
                </c:pt>
                <c:pt idx="2533">
                  <c:v>138.49061419796601</c:v>
                </c:pt>
                <c:pt idx="2534">
                  <c:v>138.49984002109201</c:v>
                </c:pt>
                <c:pt idx="2535">
                  <c:v>138.50906117930899</c:v>
                </c:pt>
                <c:pt idx="2536">
                  <c:v>138.51827767589199</c:v>
                </c:pt>
                <c:pt idx="2537">
                  <c:v>138.52748951411499</c:v>
                </c:pt>
                <c:pt idx="2538">
                  <c:v>138.536696697248</c:v>
                </c:pt>
                <c:pt idx="2539">
                  <c:v>138.545899228558</c:v>
                </c:pt>
                <c:pt idx="2540">
                  <c:v>138.55509711131</c:v>
                </c:pt>
                <c:pt idx="2541">
                  <c:v>138.56429034876501</c:v>
                </c:pt>
                <c:pt idx="2542">
                  <c:v>138.57347894418101</c:v>
                </c:pt>
                <c:pt idx="2543">
                  <c:v>138.582662900815</c:v>
                </c:pt>
                <c:pt idx="2544">
                  <c:v>138.59184222191899</c:v>
                </c:pt>
                <c:pt idx="2545">
                  <c:v>138.601016910743</c:v>
                </c:pt>
                <c:pt idx="2546">
                  <c:v>138.61018697053501</c:v>
                </c:pt>
                <c:pt idx="2547">
                  <c:v>138.61935240453801</c:v>
                </c:pt>
                <c:pt idx="2548">
                  <c:v>138.628513215993</c:v>
                </c:pt>
                <c:pt idx="2549">
                  <c:v>138.63766940814</c:v>
                </c:pt>
                <c:pt idx="2550">
                  <c:v>138.646820984214</c:v>
                </c:pt>
                <c:pt idx="2551">
                  <c:v>138.655967947448</c:v>
                </c:pt>
                <c:pt idx="2552">
                  <c:v>138.665110301071</c:v>
                </c:pt>
                <c:pt idx="2553">
                  <c:v>138.67424804831001</c:v>
                </c:pt>
                <c:pt idx="2554">
                  <c:v>138.68338119239101</c:v>
                </c:pt>
                <c:pt idx="2555">
                  <c:v>138.692509736533</c:v>
                </c:pt>
                <c:pt idx="2556">
                  <c:v>138.701633683956</c:v>
                </c:pt>
                <c:pt idx="2557">
                  <c:v>138.710753037876</c:v>
                </c:pt>
                <c:pt idx="2558">
                  <c:v>138.71986780150399</c:v>
                </c:pt>
                <c:pt idx="2559">
                  <c:v>138.72897797805101</c:v>
                </c:pt>
                <c:pt idx="2560">
                  <c:v>138.738083570725</c:v>
                </c:pt>
                <c:pt idx="2561">
                  <c:v>138.74718458272901</c:v>
                </c:pt>
                <c:pt idx="2562">
                  <c:v>138.756281017265</c:v>
                </c:pt>
                <c:pt idx="2563">
                  <c:v>138.765372877532</c:v>
                </c:pt>
                <c:pt idx="2564">
                  <c:v>138.774460166724</c:v>
                </c:pt>
                <c:pt idx="2565">
                  <c:v>138.783542888037</c:v>
                </c:pt>
                <c:pt idx="2566">
                  <c:v>138.79262104465801</c:v>
                </c:pt>
                <c:pt idx="2567">
                  <c:v>138.801694639777</c:v>
                </c:pt>
                <c:pt idx="2568">
                  <c:v>138.81076367657701</c:v>
                </c:pt>
                <c:pt idx="2569">
                  <c:v>138.81982815824099</c:v>
                </c:pt>
                <c:pt idx="2570">
                  <c:v>138.82888808794601</c:v>
                </c:pt>
                <c:pt idx="2571">
                  <c:v>138.83794346887001</c:v>
                </c:pt>
                <c:pt idx="2572">
                  <c:v>138.84699430418499</c:v>
                </c:pt>
                <c:pt idx="2573">
                  <c:v>138.85604059706199</c:v>
                </c:pt>
                <c:pt idx="2574">
                  <c:v>138.86508235066901</c:v>
                </c:pt>
                <c:pt idx="2575">
                  <c:v>138.87411956817101</c:v>
                </c:pt>
                <c:pt idx="2576">
                  <c:v>138.88315225273001</c:v>
                </c:pt>
                <c:pt idx="2577">
                  <c:v>138.89218040750501</c:v>
                </c:pt>
                <c:pt idx="2578">
                  <c:v>138.901204035653</c:v>
                </c:pt>
                <c:pt idx="2579">
                  <c:v>138.91022314032699</c:v>
                </c:pt>
                <c:pt idx="2580">
                  <c:v>138.91923772467899</c:v>
                </c:pt>
                <c:pt idx="2581">
                  <c:v>138.92824779185699</c:v>
                </c:pt>
                <c:pt idx="2582">
                  <c:v>138.93725334500601</c:v>
                </c:pt>
                <c:pt idx="2583">
                  <c:v>138.94625438726899</c:v>
                </c:pt>
                <c:pt idx="2584">
                  <c:v>138.95525092178499</c:v>
                </c:pt>
                <c:pt idx="2585">
                  <c:v>138.964242951693</c:v>
                </c:pt>
                <c:pt idx="2586">
                  <c:v>138.97323048012601</c:v>
                </c:pt>
                <c:pt idx="2587">
                  <c:v>138.98221351021601</c:v>
                </c:pt>
                <c:pt idx="2588">
                  <c:v>138.99119204509199</c:v>
                </c:pt>
                <c:pt idx="2589">
                  <c:v>139.00016608787899</c:v>
                </c:pt>
                <c:pt idx="2590">
                  <c:v>139.00913564170199</c:v>
                </c:pt>
                <c:pt idx="2591">
                  <c:v>139.01810070968099</c:v>
                </c:pt>
                <c:pt idx="2592">
                  <c:v>139.02706129493399</c:v>
                </c:pt>
                <c:pt idx="2593">
                  <c:v>139.03601740057499</c:v>
                </c:pt>
                <c:pt idx="2594">
                  <c:v>139.04496902971701</c:v>
                </c:pt>
                <c:pt idx="2595">
                  <c:v>139.05391618547</c:v>
                </c:pt>
                <c:pt idx="2596">
                  <c:v>139.062858870941</c:v>
                </c:pt>
                <c:pt idx="2597">
                  <c:v>139.071797089234</c:v>
                </c:pt>
                <c:pt idx="2598">
                  <c:v>139.08073084345</c:v>
                </c:pt>
                <c:pt idx="2599">
                  <c:v>139.089660136687</c:v>
                </c:pt>
                <c:pt idx="2600">
                  <c:v>139.098584972043</c:v>
                </c:pt>
                <c:pt idx="2601">
                  <c:v>139.10750535260999</c:v>
                </c:pt>
                <c:pt idx="2602">
                  <c:v>139.11642128147801</c:v>
                </c:pt>
                <c:pt idx="2603">
                  <c:v>139.12533276173599</c:v>
                </c:pt>
                <c:pt idx="2604">
                  <c:v>139.13423979646799</c:v>
                </c:pt>
                <c:pt idx="2605">
                  <c:v>139.14314238875701</c:v>
                </c:pt>
                <c:pt idx="2606">
                  <c:v>139.15204054168299</c:v>
                </c:pt>
                <c:pt idx="2607">
                  <c:v>139.16093425832199</c:v>
                </c:pt>
                <c:pt idx="2608">
                  <c:v>139.169823541749</c:v>
                </c:pt>
                <c:pt idx="2609">
                  <c:v>139.17870839503499</c:v>
                </c:pt>
                <c:pt idx="2610">
                  <c:v>139.18758882124999</c:v>
                </c:pt>
                <c:pt idx="2611">
                  <c:v>139.196464823458</c:v>
                </c:pt>
                <c:pt idx="2612">
                  <c:v>139.20533640472399</c:v>
                </c:pt>
                <c:pt idx="2613">
                  <c:v>139.21420356810901</c:v>
                </c:pt>
                <c:pt idx="2614">
                  <c:v>139.22306631667001</c:v>
                </c:pt>
                <c:pt idx="2615">
                  <c:v>139.23192465346301</c:v>
                </c:pt>
                <c:pt idx="2616">
                  <c:v>139.24077858154101</c:v>
                </c:pt>
                <c:pt idx="2617">
                  <c:v>139.249628103953</c:v>
                </c:pt>
                <c:pt idx="2618">
                  <c:v>139.25847322374801</c:v>
                </c:pt>
                <c:pt idx="2619">
                  <c:v>139.26731394396899</c:v>
                </c:pt>
                <c:pt idx="2620">
                  <c:v>139.27615026765801</c:v>
                </c:pt>
                <c:pt idx="2621">
                  <c:v>139.28498219785601</c:v>
                </c:pt>
                <c:pt idx="2622">
                  <c:v>139.293809737598</c:v>
                </c:pt>
                <c:pt idx="2623">
                  <c:v>139.30263288991901</c:v>
                </c:pt>
                <c:pt idx="2624">
                  <c:v>139.31145165785</c:v>
                </c:pt>
                <c:pt idx="2625">
                  <c:v>139.32026604441899</c:v>
                </c:pt>
                <c:pt idx="2626">
                  <c:v>139.32907605265299</c:v>
                </c:pt>
                <c:pt idx="2627">
                  <c:v>139.33788168557501</c:v>
                </c:pt>
                <c:pt idx="2628">
                  <c:v>139.34668294620499</c:v>
                </c:pt>
                <c:pt idx="2629">
                  <c:v>139.355479837562</c:v>
                </c:pt>
                <c:pt idx="2630">
                  <c:v>139.36427236266101</c:v>
                </c:pt>
                <c:pt idx="2631">
                  <c:v>139.37306052451501</c:v>
                </c:pt>
                <c:pt idx="2632">
                  <c:v>139.381844326134</c:v>
                </c:pt>
                <c:pt idx="2633">
                  <c:v>139.390623770525</c:v>
                </c:pt>
                <c:pt idx="2634">
                  <c:v>139.39939886069399</c:v>
                </c:pt>
                <c:pt idx="2635">
                  <c:v>139.40816959964201</c:v>
                </c:pt>
                <c:pt idx="2636">
                  <c:v>139.41693599036901</c:v>
                </c:pt>
                <c:pt idx="2637">
                  <c:v>139.42569803587199</c:v>
                </c:pt>
                <c:pt idx="2638">
                  <c:v>139.43445573914499</c:v>
                </c:pt>
                <c:pt idx="2639">
                  <c:v>139.44320910318001</c:v>
                </c:pt>
                <c:pt idx="2640">
                  <c:v>139.45195813096601</c:v>
                </c:pt>
                <c:pt idx="2641">
                  <c:v>139.46070282548999</c:v>
                </c:pt>
                <c:pt idx="2642">
                  <c:v>139.46944318973499</c:v>
                </c:pt>
                <c:pt idx="2643">
                  <c:v>139.47817922668199</c:v>
                </c:pt>
                <c:pt idx="2644">
                  <c:v>139.486910939311</c:v>
                </c:pt>
                <c:pt idx="2645">
                  <c:v>139.49563833059599</c:v>
                </c:pt>
                <c:pt idx="2646">
                  <c:v>139.504361403513</c:v>
                </c:pt>
                <c:pt idx="2647">
                  <c:v>139.51308016102999</c:v>
                </c:pt>
                <c:pt idx="2648">
                  <c:v>139.521794606117</c:v>
                </c:pt>
                <c:pt idx="2649">
                  <c:v>139.53050474173901</c:v>
                </c:pt>
                <c:pt idx="2650">
                  <c:v>139.53921057085901</c:v>
                </c:pt>
                <c:pt idx="2651">
                  <c:v>139.54791209643801</c:v>
                </c:pt>
                <c:pt idx="2652">
                  <c:v>139.556609321433</c:v>
                </c:pt>
                <c:pt idx="2653">
                  <c:v>139.56530224879899</c:v>
                </c:pt>
                <c:pt idx="2654">
                  <c:v>139.57399088148901</c:v>
                </c:pt>
                <c:pt idx="2655">
                  <c:v>139.58267522245399</c:v>
                </c:pt>
                <c:pt idx="2656">
                  <c:v>139.59135527463999</c:v>
                </c:pt>
                <c:pt idx="2657">
                  <c:v>139.600031040993</c:v>
                </c:pt>
                <c:pt idx="2658">
                  <c:v>139.608702524455</c:v>
                </c:pt>
                <c:pt idx="2659">
                  <c:v>139.61736972796501</c:v>
                </c:pt>
                <c:pt idx="2660">
                  <c:v>139.626032654461</c:v>
                </c:pt>
                <c:pt idx="2661">
                  <c:v>139.63469130687801</c:v>
                </c:pt>
                <c:pt idx="2662">
                  <c:v>139.64334568814701</c:v>
                </c:pt>
                <c:pt idx="2663">
                  <c:v>139.65199580119699</c:v>
                </c:pt>
                <c:pt idx="2664">
                  <c:v>139.66064164895701</c:v>
                </c:pt>
                <c:pt idx="2665">
                  <c:v>139.669283234349</c:v>
                </c:pt>
                <c:pt idx="2666">
                  <c:v>139.677920560297</c:v>
                </c:pt>
                <c:pt idx="2667">
                  <c:v>139.68655362971899</c:v>
                </c:pt>
                <c:pt idx="2668">
                  <c:v>139.695182445531</c:v>
                </c:pt>
                <c:pt idx="2669">
                  <c:v>139.703807010649</c:v>
                </c:pt>
                <c:pt idx="2670">
                  <c:v>139.71242732798299</c:v>
                </c:pt>
                <c:pt idx="2671">
                  <c:v>139.72104340044299</c:v>
                </c:pt>
                <c:pt idx="2672">
                  <c:v>139.72965523093501</c:v>
                </c:pt>
                <c:pt idx="2673">
                  <c:v>139.73826282236399</c:v>
                </c:pt>
                <c:pt idx="2674">
                  <c:v>139.74686617763001</c:v>
                </c:pt>
                <c:pt idx="2675">
                  <c:v>139.75546529963199</c:v>
                </c:pt>
                <c:pt idx="2676">
                  <c:v>139.76406019126799</c:v>
                </c:pt>
                <c:pt idx="2677">
                  <c:v>139.77265085542999</c:v>
                </c:pt>
                <c:pt idx="2678">
                  <c:v>139.78123729500999</c:v>
                </c:pt>
                <c:pt idx="2679">
                  <c:v>139.78981951289799</c:v>
                </c:pt>
                <c:pt idx="2680">
                  <c:v>139.79839751197801</c:v>
                </c:pt>
                <c:pt idx="2681">
                  <c:v>139.80697129513501</c:v>
                </c:pt>
                <c:pt idx="2682">
                  <c:v>139.81554086525099</c:v>
                </c:pt>
                <c:pt idx="2683">
                  <c:v>139.824106225203</c:v>
                </c:pt>
                <c:pt idx="2684">
                  <c:v>139.832667377869</c:v>
                </c:pt>
                <c:pt idx="2685">
                  <c:v>139.84122432612099</c:v>
                </c:pt>
                <c:pt idx="2686">
                  <c:v>139.84977707283201</c:v>
                </c:pt>
                <c:pt idx="2687">
                  <c:v>139.85832562086901</c:v>
                </c:pt>
                <c:pt idx="2688">
                  <c:v>139.866869973099</c:v>
                </c:pt>
                <c:pt idx="2689">
                  <c:v>139.87541013238601</c:v>
                </c:pt>
                <c:pt idx="2690">
                  <c:v>139.88394610159099</c:v>
                </c:pt>
                <c:pt idx="2691">
                  <c:v>139.89247788357201</c:v>
                </c:pt>
                <c:pt idx="2692">
                  <c:v>139.90100548118599</c:v>
                </c:pt>
                <c:pt idx="2693">
                  <c:v>139.909528897287</c:v>
                </c:pt>
                <c:pt idx="2694">
                  <c:v>139.91804813472501</c:v>
                </c:pt>
                <c:pt idx="2695">
                  <c:v>139.92656319635</c:v>
                </c:pt>
                <c:pt idx="2696">
                  <c:v>139.93507408500801</c:v>
                </c:pt>
                <c:pt idx="2697">
                  <c:v>139.94358080354201</c:v>
                </c:pt>
                <c:pt idx="2698">
                  <c:v>139.95208335479401</c:v>
                </c:pt>
                <c:pt idx="2699">
                  <c:v>139.96058174160299</c:v>
                </c:pt>
                <c:pt idx="2700">
                  <c:v>139.96907596680501</c:v>
                </c:pt>
                <c:pt idx="2701">
                  <c:v>139.97756603323501</c:v>
                </c:pt>
                <c:pt idx="2702">
                  <c:v>139.986051943722</c:v>
                </c:pt>
                <c:pt idx="2703">
                  <c:v>139.99453370109799</c:v>
                </c:pt>
                <c:pt idx="2704">
                  <c:v>140.00301130818701</c:v>
                </c:pt>
                <c:pt idx="2705">
                  <c:v>140.01148476781401</c:v>
                </c:pt>
                <c:pt idx="2706">
                  <c:v>140.01995408280101</c:v>
                </c:pt>
                <c:pt idx="2707">
                  <c:v>140.02841925596701</c:v>
                </c:pt>
                <c:pt idx="2708">
                  <c:v>140.03688029012801</c:v>
                </c:pt>
                <c:pt idx="2709">
                  <c:v>140.04533718809901</c:v>
                </c:pt>
                <c:pt idx="2710">
                  <c:v>140.05378995269101</c:v>
                </c:pt>
                <c:pt idx="2711">
                  <c:v>140.06223858671399</c:v>
                </c:pt>
                <c:pt idx="2712">
                  <c:v>140.070683092975</c:v>
                </c:pt>
                <c:pt idx="2713">
                  <c:v>140.07912347427799</c:v>
                </c:pt>
                <c:pt idx="2714">
                  <c:v>140.087559733425</c:v>
                </c:pt>
                <c:pt idx="2715">
                  <c:v>140.09599187321601</c:v>
                </c:pt>
                <c:pt idx="2716">
                  <c:v>140.10441989644701</c:v>
                </c:pt>
                <c:pt idx="2717">
                  <c:v>140.11284380591499</c:v>
                </c:pt>
                <c:pt idx="2718">
                  <c:v>140.12126360440999</c:v>
                </c:pt>
                <c:pt idx="2719">
                  <c:v>140.12967929472299</c:v>
                </c:pt>
                <c:pt idx="2720">
                  <c:v>140.13809087964199</c:v>
                </c:pt>
                <c:pt idx="2721">
                  <c:v>140.14649836194999</c:v>
                </c:pt>
                <c:pt idx="2722">
                  <c:v>140.15490174443201</c:v>
                </c:pt>
                <c:pt idx="2723">
                  <c:v>140.16330102986601</c:v>
                </c:pt>
                <c:pt idx="2724">
                  <c:v>140.171696221031</c:v>
                </c:pt>
                <c:pt idx="2725">
                  <c:v>140.180087320702</c:v>
                </c:pt>
                <c:pt idx="2726">
                  <c:v>140.188474331653</c:v>
                </c:pt>
                <c:pt idx="2727">
                  <c:v>140.196857256653</c:v>
                </c:pt>
                <c:pt idx="2728">
                  <c:v>140.20523609847001</c:v>
                </c:pt>
                <c:pt idx="2729">
                  <c:v>140.21361085987101</c:v>
                </c:pt>
                <c:pt idx="2730">
                  <c:v>140.22198154361899</c:v>
                </c:pt>
                <c:pt idx="2731">
                  <c:v>140.23034815247399</c:v>
                </c:pt>
                <c:pt idx="2732">
                  <c:v>140.23871068919601</c:v>
                </c:pt>
                <c:pt idx="2733">
                  <c:v>140.24706915653999</c:v>
                </c:pt>
                <c:pt idx="2734">
                  <c:v>140.25542355726</c:v>
                </c:pt>
                <c:pt idx="2735">
                  <c:v>140.263773894108</c:v>
                </c:pt>
                <c:pt idx="2736">
                  <c:v>140.272120169831</c:v>
                </c:pt>
                <c:pt idx="2737">
                  <c:v>140.28046238717801</c:v>
                </c:pt>
                <c:pt idx="2738">
                  <c:v>140.288800548892</c:v>
                </c:pt>
                <c:pt idx="2739">
                  <c:v>140.29713465771499</c:v>
                </c:pt>
                <c:pt idx="2740">
                  <c:v>140.30546471638701</c:v>
                </c:pt>
                <c:pt idx="2741">
                  <c:v>140.313790727644</c:v>
                </c:pt>
                <c:pt idx="2742">
                  <c:v>140.322112694221</c:v>
                </c:pt>
                <c:pt idx="2743">
                  <c:v>140.33043061885101</c:v>
                </c:pt>
                <c:pt idx="2744">
                  <c:v>140.33874450426299</c:v>
                </c:pt>
                <c:pt idx="2745">
                  <c:v>140.347054353186</c:v>
                </c:pt>
                <c:pt idx="2746">
                  <c:v>140.355360168343</c:v>
                </c:pt>
                <c:pt idx="2747">
                  <c:v>140.36366195245901</c:v>
                </c:pt>
                <c:pt idx="2748">
                  <c:v>140.371959708254</c:v>
                </c:pt>
                <c:pt idx="2749">
                  <c:v>140.38025343844501</c:v>
                </c:pt>
                <c:pt idx="2750">
                  <c:v>140.388543145749</c:v>
                </c:pt>
                <c:pt idx="2751">
                  <c:v>140.39682883287901</c:v>
                </c:pt>
                <c:pt idx="2752">
                  <c:v>140.40511050254599</c:v>
                </c:pt>
                <c:pt idx="2753">
                  <c:v>140.413388157459</c:v>
                </c:pt>
                <c:pt idx="2754">
                  <c:v>140.42166180032501</c:v>
                </c:pt>
                <c:pt idx="2755">
                  <c:v>140.42993143384601</c:v>
                </c:pt>
                <c:pt idx="2756">
                  <c:v>140.438197060726</c:v>
                </c:pt>
                <c:pt idx="2757">
                  <c:v>140.446458683663</c:v>
                </c:pt>
                <c:pt idx="2758">
                  <c:v>140.45471630535499</c:v>
                </c:pt>
                <c:pt idx="2759">
                  <c:v>140.46296992849599</c:v>
                </c:pt>
                <c:pt idx="2760">
                  <c:v>140.47121955577899</c:v>
                </c:pt>
                <c:pt idx="2761">
                  <c:v>140.47946518989301</c:v>
                </c:pt>
                <c:pt idx="2762">
                  <c:v>140.487706833527</c:v>
                </c:pt>
                <c:pt idx="2763">
                  <c:v>140.495944489365</c:v>
                </c:pt>
                <c:pt idx="2764">
                  <c:v>140.50417816009099</c:v>
                </c:pt>
                <c:pt idx="2765">
                  <c:v>140.512407848386</c:v>
                </c:pt>
                <c:pt idx="2766">
                  <c:v>140.520633556928</c:v>
                </c:pt>
                <c:pt idx="2767">
                  <c:v>140.528855288393</c:v>
                </c:pt>
                <c:pt idx="2768">
                  <c:v>140.537073045455</c:v>
                </c:pt>
                <c:pt idx="2769">
                  <c:v>140.54528683078499</c:v>
                </c:pt>
                <c:pt idx="2770">
                  <c:v>140.55349664705301</c:v>
                </c:pt>
                <c:pt idx="2771">
                  <c:v>140.56170249692499</c:v>
                </c:pt>
                <c:pt idx="2772">
                  <c:v>140.56990438306701</c:v>
                </c:pt>
                <c:pt idx="2773">
                  <c:v>140.57810230813999</c:v>
                </c:pt>
                <c:pt idx="2774">
                  <c:v>140.586296274804</c:v>
                </c:pt>
                <c:pt idx="2775">
                  <c:v>140.59448628571701</c:v>
                </c:pt>
                <c:pt idx="2776">
                  <c:v>140.60267234353401</c:v>
                </c:pt>
                <c:pt idx="2777">
                  <c:v>140.61085445090899</c:v>
                </c:pt>
                <c:pt idx="2778">
                  <c:v>140.61903261049301</c:v>
                </c:pt>
                <c:pt idx="2779">
                  <c:v>140.62720682493301</c:v>
                </c:pt>
                <c:pt idx="2780">
                  <c:v>140.635377096875</c:v>
                </c:pt>
                <c:pt idx="2781">
                  <c:v>140.64354342896499</c:v>
                </c:pt>
                <c:pt idx="2782">
                  <c:v>140.651705823844</c:v>
                </c:pt>
                <c:pt idx="2783">
                  <c:v>140.65986428414999</c:v>
                </c:pt>
                <c:pt idx="2784">
                  <c:v>140.66801881252201</c:v>
                </c:pt>
                <c:pt idx="2785">
                  <c:v>140.67616941159301</c:v>
                </c:pt>
                <c:pt idx="2786">
                  <c:v>140.684316083997</c:v>
                </c:pt>
                <c:pt idx="2787">
                  <c:v>140.692458832363</c:v>
                </c:pt>
                <c:pt idx="2788">
                  <c:v>140.70059765932001</c:v>
                </c:pt>
                <c:pt idx="2789">
                  <c:v>140.708732567493</c:v>
                </c:pt>
                <c:pt idx="2790">
                  <c:v>140.716863559507</c:v>
                </c:pt>
                <c:pt idx="2791">
                  <c:v>140.72499063798099</c:v>
                </c:pt>
                <c:pt idx="2792">
                  <c:v>140.73311380553599</c:v>
                </c:pt>
                <c:pt idx="2793">
                  <c:v>140.741233064787</c:v>
                </c:pt>
                <c:pt idx="2794">
                  <c:v>140.74934841835</c:v>
                </c:pt>
                <c:pt idx="2795">
                  <c:v>140.75745986883601</c:v>
                </c:pt>
                <c:pt idx="2796">
                  <c:v>140.765567418855</c:v>
                </c:pt>
                <c:pt idx="2797">
                  <c:v>140.773671071015</c:v>
                </c:pt>
                <c:pt idx="2798">
                  <c:v>140.781770827922</c:v>
                </c:pt>
                <c:pt idx="2799">
                  <c:v>140.78986669217801</c:v>
                </c:pt>
                <c:pt idx="2800">
                  <c:v>140.797958666385</c:v>
                </c:pt>
                <c:pt idx="2801">
                  <c:v>140.806046753142</c:v>
                </c:pt>
                <c:pt idx="2802">
                  <c:v>140.81413095504399</c:v>
                </c:pt>
                <c:pt idx="2803">
                  <c:v>140.822211274686</c:v>
                </c:pt>
                <c:pt idx="2804">
                  <c:v>140.83028771465999</c:v>
                </c:pt>
                <c:pt idx="2805">
                  <c:v>140.83836027755601</c:v>
                </c:pt>
                <c:pt idx="2806">
                  <c:v>140.846428965961</c:v>
                </c:pt>
                <c:pt idx="2807">
                  <c:v>140.85449378246099</c:v>
                </c:pt>
                <c:pt idx="2808">
                  <c:v>140.86255472963899</c:v>
                </c:pt>
                <c:pt idx="2809">
                  <c:v>140.87061181007499</c:v>
                </c:pt>
                <c:pt idx="2810">
                  <c:v>140.87866502634799</c:v>
                </c:pt>
                <c:pt idx="2811">
                  <c:v>140.886714381036</c:v>
                </c:pt>
                <c:pt idx="2812">
                  <c:v>140.89475987671099</c:v>
                </c:pt>
                <c:pt idx="2813">
                  <c:v>140.90280151594601</c:v>
                </c:pt>
                <c:pt idx="2814">
                  <c:v>140.910839301311</c:v>
                </c:pt>
                <c:pt idx="2815">
                  <c:v>140.91887323537301</c:v>
                </c:pt>
                <c:pt idx="2816">
                  <c:v>140.92690332069699</c:v>
                </c:pt>
                <c:pt idx="2817">
                  <c:v>140.934929559848</c:v>
                </c:pt>
                <c:pt idx="2818">
                  <c:v>140.94295195538501</c:v>
                </c:pt>
                <c:pt idx="2819">
                  <c:v>140.95097050986701</c:v>
                </c:pt>
                <c:pt idx="2820">
                  <c:v>140.95898522585199</c:v>
                </c:pt>
                <c:pt idx="2821">
                  <c:v>140.966996105893</c:v>
                </c:pt>
                <c:pt idx="2822">
                  <c:v>140.975003152543</c:v>
                </c:pt>
                <c:pt idx="2823">
                  <c:v>140.983006368351</c:v>
                </c:pt>
                <c:pt idx="2824">
                  <c:v>140.99100575586601</c:v>
                </c:pt>
                <c:pt idx="2825">
                  <c:v>140.99900131763201</c:v>
                </c:pt>
                <c:pt idx="2826">
                  <c:v>141.00699305619401</c:v>
                </c:pt>
                <c:pt idx="2827">
                  <c:v>141.01498097409299</c:v>
                </c:pt>
                <c:pt idx="2828">
                  <c:v>141.022965073867</c:v>
                </c:pt>
                <c:pt idx="2829">
                  <c:v>141.030945358053</c:v>
                </c:pt>
                <c:pt idx="2830">
                  <c:v>141.03892182918699</c:v>
                </c:pt>
                <c:pt idx="2831">
                  <c:v>141.0468944898</c:v>
                </c:pt>
                <c:pt idx="2832">
                  <c:v>141.054863342424</c:v>
                </c:pt>
                <c:pt idx="2833">
                  <c:v>141.06282838958501</c:v>
                </c:pt>
                <c:pt idx="2834">
                  <c:v>141.07078963381099</c:v>
                </c:pt>
                <c:pt idx="2835">
                  <c:v>141.078747077624</c:v>
                </c:pt>
                <c:pt idx="2836">
                  <c:v>141.08670072354701</c:v>
                </c:pt>
                <c:pt idx="2837">
                  <c:v>141.0946505741</c:v>
                </c:pt>
                <c:pt idx="2838">
                  <c:v>141.10259663179801</c:v>
                </c:pt>
                <c:pt idx="2839">
                  <c:v>141.110538899158</c:v>
                </c:pt>
                <c:pt idx="2840">
                  <c:v>141.118477378693</c:v>
                </c:pt>
                <c:pt idx="2841">
                  <c:v>141.12641207291401</c:v>
                </c:pt>
                <c:pt idx="2842">
                  <c:v>141.13434298432799</c:v>
                </c:pt>
                <c:pt idx="2843">
                  <c:v>141.14227011544401</c:v>
                </c:pt>
                <c:pt idx="2844">
                  <c:v>141.150193468764</c:v>
                </c:pt>
                <c:pt idx="2845">
                  <c:v>141.15811304679201</c:v>
                </c:pt>
                <c:pt idx="2846">
                  <c:v>141.16602885202801</c:v>
                </c:pt>
                <c:pt idx="2847">
                  <c:v>141.17394088696901</c:v>
                </c:pt>
                <c:pt idx="2848">
                  <c:v>141.18184915411101</c:v>
                </c:pt>
                <c:pt idx="2849">
                  <c:v>141.18975365594801</c:v>
                </c:pt>
                <c:pt idx="2850">
                  <c:v>141.197654394973</c:v>
                </c:pt>
                <c:pt idx="2851">
                  <c:v>141.20555137367299</c:v>
                </c:pt>
                <c:pt idx="2852">
                  <c:v>141.21344459453601</c:v>
                </c:pt>
                <c:pt idx="2853">
                  <c:v>141.22133406004801</c:v>
                </c:pt>
                <c:pt idx="2854">
                  <c:v>141.22921977269201</c:v>
                </c:pt>
                <c:pt idx="2855">
                  <c:v>141.237101734948</c:v>
                </c:pt>
                <c:pt idx="2856">
                  <c:v>141.24497994929499</c:v>
                </c:pt>
                <c:pt idx="2857">
                  <c:v>141.25285441821001</c:v>
                </c:pt>
                <c:pt idx="2858">
                  <c:v>141.260725144167</c:v>
                </c:pt>
                <c:pt idx="2859">
                  <c:v>141.26859212964001</c:v>
                </c:pt>
                <c:pt idx="2860">
                  <c:v>141.27645537709799</c:v>
                </c:pt>
                <c:pt idx="2861">
                  <c:v>141.28431488900901</c:v>
                </c:pt>
                <c:pt idx="2862">
                  <c:v>141.292170667839</c:v>
                </c:pt>
                <c:pt idx="2863">
                  <c:v>141.300022716054</c:v>
                </c:pt>
                <c:pt idx="2864">
                  <c:v>141.307871036113</c:v>
                </c:pt>
                <c:pt idx="2865">
                  <c:v>141.315715630478</c:v>
                </c:pt>
                <c:pt idx="2866">
                  <c:v>141.323556501605</c:v>
                </c:pt>
                <c:pt idx="2867">
                  <c:v>141.331393651951</c:v>
                </c:pt>
                <c:pt idx="2868">
                  <c:v>141.33922708396801</c:v>
                </c:pt>
                <c:pt idx="2869">
                  <c:v>141.34705680010899</c:v>
                </c:pt>
                <c:pt idx="2870">
                  <c:v>141.354882802822</c:v>
                </c:pt>
                <c:pt idx="2871">
                  <c:v>141.362705094555</c:v>
                </c:pt>
                <c:pt idx="2872">
                  <c:v>141.370523677752</c:v>
                </c:pt>
                <c:pt idx="2873">
                  <c:v>141.37833855485701</c:v>
                </c:pt>
                <c:pt idx="2874">
                  <c:v>141.38614972831101</c:v>
                </c:pt>
                <c:pt idx="2875">
                  <c:v>141.39395720055199</c:v>
                </c:pt>
                <c:pt idx="2876">
                  <c:v>141.401760974018</c:v>
                </c:pt>
                <c:pt idx="2877">
                  <c:v>141.40956105114199</c:v>
                </c:pt>
                <c:pt idx="2878">
                  <c:v>141.417357434358</c:v>
                </c:pt>
                <c:pt idx="2879">
                  <c:v>141.42515012609499</c:v>
                </c:pt>
                <c:pt idx="2880">
                  <c:v>141.432939128783</c:v>
                </c:pt>
                <c:pt idx="2881">
                  <c:v>141.440724444848</c:v>
                </c:pt>
                <c:pt idx="2882">
                  <c:v>141.44850607671401</c:v>
                </c:pt>
                <c:pt idx="2883">
                  <c:v>141.45628402680299</c:v>
                </c:pt>
                <c:pt idx="2884">
                  <c:v>141.46405829753601</c:v>
                </c:pt>
                <c:pt idx="2885">
                  <c:v>141.47182889133001</c:v>
                </c:pt>
                <c:pt idx="2886">
                  <c:v>141.47959581060101</c:v>
                </c:pt>
                <c:pt idx="2887">
                  <c:v>141.487359057764</c:v>
                </c:pt>
                <c:pt idx="2888">
                  <c:v>141.49511863523</c:v>
                </c:pt>
                <c:pt idx="2889">
                  <c:v>141.50287454541001</c:v>
                </c:pt>
                <c:pt idx="2890">
                  <c:v>141.51062679071001</c:v>
                </c:pt>
                <c:pt idx="2891">
                  <c:v>141.51837537353799</c:v>
                </c:pt>
                <c:pt idx="2892">
                  <c:v>141.52612029629501</c:v>
                </c:pt>
                <c:pt idx="2893">
                  <c:v>141.53386156138501</c:v>
                </c:pt>
                <c:pt idx="2894">
                  <c:v>141.541599171207</c:v>
                </c:pt>
                <c:pt idx="2895">
                  <c:v>141.549333128158</c:v>
                </c:pt>
                <c:pt idx="2896">
                  <c:v>141.55706343463299</c:v>
                </c:pt>
                <c:pt idx="2897">
                  <c:v>141.564790093027</c:v>
                </c:pt>
                <c:pt idx="2898">
                  <c:v>141.57251310573</c:v>
                </c:pt>
                <c:pt idx="2899">
                  <c:v>141.58023247513299</c:v>
                </c:pt>
                <c:pt idx="2900">
                  <c:v>141.58794820362101</c:v>
                </c:pt>
                <c:pt idx="2901">
                  <c:v>141.595660293582</c:v>
                </c:pt>
                <c:pt idx="2902">
                  <c:v>141.60336874739701</c:v>
                </c:pt>
                <c:pt idx="2903">
                  <c:v>141.61107356744901</c:v>
                </c:pt>
                <c:pt idx="2904">
                  <c:v>141.61877475611601</c:v>
                </c:pt>
                <c:pt idx="2905">
                  <c:v>141.626472315776</c:v>
                </c:pt>
                <c:pt idx="2906">
                  <c:v>141.63416624880401</c:v>
                </c:pt>
                <c:pt idx="2907">
                  <c:v>141.641856557572</c:v>
                </c:pt>
                <c:pt idx="2908">
                  <c:v>141.64954324445301</c:v>
                </c:pt>
                <c:pt idx="2909">
                  <c:v>141.657226311816</c:v>
                </c:pt>
                <c:pt idx="2910">
                  <c:v>141.664905762026</c:v>
                </c:pt>
                <c:pt idx="2911">
                  <c:v>141.67258159745001</c:v>
                </c:pt>
                <c:pt idx="2912">
                  <c:v>141.68025382045099</c:v>
                </c:pt>
                <c:pt idx="2913">
                  <c:v>141.68792243339001</c:v>
                </c:pt>
                <c:pt idx="2914">
                  <c:v>141.69558743862501</c:v>
                </c:pt>
                <c:pt idx="2915">
                  <c:v>141.70324883851401</c:v>
                </c:pt>
                <c:pt idx="2916">
                  <c:v>141.71090663541199</c:v>
                </c:pt>
                <c:pt idx="2917">
                  <c:v>141.71856083167199</c:v>
                </c:pt>
                <c:pt idx="2918">
                  <c:v>141.72621142964499</c:v>
                </c:pt>
                <c:pt idx="2919">
                  <c:v>141.73385843168001</c:v>
                </c:pt>
                <c:pt idx="2920">
                  <c:v>141.74150184012399</c:v>
                </c:pt>
                <c:pt idx="2921">
                  <c:v>141.74914165732201</c:v>
                </c:pt>
                <c:pt idx="2922">
                  <c:v>141.756777885617</c:v>
                </c:pt>
                <c:pt idx="2923">
                  <c:v>141.764410527351</c:v>
                </c:pt>
                <c:pt idx="2924">
                  <c:v>141.772039584862</c:v>
                </c:pt>
                <c:pt idx="2925">
                  <c:v>141.77966506048801</c:v>
                </c:pt>
                <c:pt idx="2926">
                  <c:v>141.787286956564</c:v>
                </c:pt>
                <c:pt idx="2927">
                  <c:v>141.794905275422</c:v>
                </c:pt>
                <c:pt idx="2928">
                  <c:v>141.802520019394</c:v>
                </c:pt>
                <c:pt idx="2929">
                  <c:v>141.81013119081001</c:v>
                </c:pt>
                <c:pt idx="2930">
                  <c:v>141.81773879199599</c:v>
                </c:pt>
                <c:pt idx="2931">
                  <c:v>141.825342825277</c:v>
                </c:pt>
                <c:pt idx="2932">
                  <c:v>141.832943292978</c:v>
                </c:pt>
                <c:pt idx="2933">
                  <c:v>141.84054019741799</c:v>
                </c:pt>
                <c:pt idx="2934">
                  <c:v>141.84813354091901</c:v>
                </c:pt>
                <c:pt idx="2935">
                  <c:v>141.85572332579599</c:v>
                </c:pt>
                <c:pt idx="2936">
                  <c:v>141.863309554365</c:v>
                </c:pt>
                <c:pt idx="2937">
                  <c:v>141.87089222893999</c:v>
                </c:pt>
                <c:pt idx="2938">
                  <c:v>141.87847135183199</c:v>
                </c:pt>
                <c:pt idx="2939">
                  <c:v>141.88604692535</c:v>
                </c:pt>
                <c:pt idx="2940">
                  <c:v>141.89361895180301</c:v>
                </c:pt>
                <c:pt idx="2941">
                  <c:v>141.90118743349601</c:v>
                </c:pt>
                <c:pt idx="2942">
                  <c:v>141.90875237273201</c:v>
                </c:pt>
                <c:pt idx="2943">
                  <c:v>141.91631377181301</c:v>
                </c:pt>
                <c:pt idx="2944">
                  <c:v>141.923871633039</c:v>
                </c:pt>
                <c:pt idx="2945">
                  <c:v>141.93142595870799</c:v>
                </c:pt>
                <c:pt idx="2946">
                  <c:v>141.93897675111501</c:v>
                </c:pt>
                <c:pt idx="2947">
                  <c:v>141.94652401255399</c:v>
                </c:pt>
                <c:pt idx="2948">
                  <c:v>141.95406774531801</c:v>
                </c:pt>
                <c:pt idx="2949">
                  <c:v>141.96160795169601</c:v>
                </c:pt>
                <c:pt idx="2950">
                  <c:v>141.96914463397701</c:v>
                </c:pt>
                <c:pt idx="2951">
                  <c:v>141.976677794446</c:v>
                </c:pt>
                <c:pt idx="2952">
                  <c:v>141.98420743538699</c:v>
                </c:pt>
                <c:pt idx="2953">
                  <c:v>141.991733559084</c:v>
                </c:pt>
                <c:pt idx="2954">
                  <c:v>141.99925616781599</c:v>
                </c:pt>
                <c:pt idx="2955">
                  <c:v>142.00677526386201</c:v>
                </c:pt>
                <c:pt idx="2956">
                  <c:v>142.014290849497</c:v>
                </c:pt>
                <c:pt idx="2957">
                  <c:v>142.02180292699799</c:v>
                </c:pt>
                <c:pt idx="2958">
                  <c:v>142.02931149863599</c:v>
                </c:pt>
                <c:pt idx="2959">
                  <c:v>142.03681656668201</c:v>
                </c:pt>
                <c:pt idx="2960">
                  <c:v>142.044318133405</c:v>
                </c:pt>
                <c:pt idx="2961">
                  <c:v>142.051816201072</c:v>
                </c:pt>
                <c:pt idx="2962">
                  <c:v>142.05931077194799</c:v>
                </c:pt>
                <c:pt idx="2963">
                  <c:v>142.066801848295</c:v>
                </c:pt>
                <c:pt idx="2964">
                  <c:v>142.074289432375</c:v>
                </c:pt>
                <c:pt idx="2965">
                  <c:v>142.08177352644699</c:v>
                </c:pt>
                <c:pt idx="2966">
                  <c:v>142.08925413276799</c:v>
                </c:pt>
                <c:pt idx="2967">
                  <c:v>142.09673125359399</c:v>
                </c:pt>
                <c:pt idx="2968">
                  <c:v>142.10420489117899</c:v>
                </c:pt>
                <c:pt idx="2969">
                  <c:v>142.11167504777299</c:v>
                </c:pt>
                <c:pt idx="2970">
                  <c:v>142.119141725627</c:v>
                </c:pt>
                <c:pt idx="2971">
                  <c:v>142.12660492698799</c:v>
                </c:pt>
                <c:pt idx="2972">
                  <c:v>142.13406465410199</c:v>
                </c:pt>
                <c:pt idx="2973">
                  <c:v>142.14152090921399</c:v>
                </c:pt>
                <c:pt idx="2974">
                  <c:v>142.14897369456401</c:v>
                </c:pt>
                <c:pt idx="2975">
                  <c:v>142.15642301239501</c:v>
                </c:pt>
                <c:pt idx="2976">
                  <c:v>142.163868864943</c:v>
                </c:pt>
                <c:pt idx="2977">
                  <c:v>142.17131125444499</c:v>
                </c:pt>
                <c:pt idx="2978">
                  <c:v>142.178750183136</c:v>
                </c:pt>
                <c:pt idx="2979">
                  <c:v>142.186185653248</c:v>
                </c:pt>
                <c:pt idx="2980">
                  <c:v>142.19361766701201</c:v>
                </c:pt>
                <c:pt idx="2981">
                  <c:v>142.20104622665801</c:v>
                </c:pt>
                <c:pt idx="2982">
                  <c:v>142.208471334411</c:v>
                </c:pt>
                <c:pt idx="2983">
                  <c:v>142.215892992498</c:v>
                </c:pt>
                <c:pt idx="2984">
                  <c:v>142.22331120314101</c:v>
                </c:pt>
                <c:pt idx="2985">
                  <c:v>142.23072596856201</c:v>
                </c:pt>
                <c:pt idx="2986">
                  <c:v>142.23813729098001</c:v>
                </c:pt>
                <c:pt idx="2987">
                  <c:v>142.24554517261299</c:v>
                </c:pt>
                <c:pt idx="2988">
                  <c:v>142.25294961567599</c:v>
                </c:pt>
                <c:pt idx="2989">
                  <c:v>142.260350622385</c:v>
                </c:pt>
                <c:pt idx="2990">
                  <c:v>142.26774819494901</c:v>
                </c:pt>
                <c:pt idx="2991">
                  <c:v>142.27514233558099</c:v>
                </c:pt>
                <c:pt idx="2992">
                  <c:v>142.282533046488</c:v>
                </c:pt>
                <c:pt idx="2993">
                  <c:v>142.289920329876</c:v>
                </c:pt>
                <c:pt idx="2994">
                  <c:v>142.29730418795</c:v>
                </c:pt>
                <c:pt idx="2995">
                  <c:v>142.30468462291299</c:v>
                </c:pt>
                <c:pt idx="2996">
                  <c:v>142.31206163696601</c:v>
                </c:pt>
                <c:pt idx="2997">
                  <c:v>142.319435232308</c:v>
                </c:pt>
                <c:pt idx="2998">
                  <c:v>142.32680541113501</c:v>
                </c:pt>
                <c:pt idx="2999">
                  <c:v>142.334172175644</c:v>
                </c:pt>
                <c:pt idx="3000">
                  <c:v>142.34153552802701</c:v>
                </c:pt>
                <c:pt idx="3001">
                  <c:v>142.348895470477</c:v>
                </c:pt>
                <c:pt idx="3002">
                  <c:v>142.35625200518299</c:v>
                </c:pt>
                <c:pt idx="3003">
                  <c:v>142.363605134332</c:v>
                </c:pt>
                <c:pt idx="3004">
                  <c:v>142.37095486011199</c:v>
                </c:pt>
                <c:pt idx="3005">
                  <c:v>142.378301184706</c:v>
                </c:pt>
                <c:pt idx="3006">
                  <c:v>142.38564411029799</c:v>
                </c:pt>
                <c:pt idx="3007">
                  <c:v>142.39298363906599</c:v>
                </c:pt>
                <c:pt idx="3008">
                  <c:v>142.400319773191</c:v>
                </c:pt>
                <c:pt idx="3009">
                  <c:v>142.407652514848</c:v>
                </c:pt>
                <c:pt idx="3010">
                  <c:v>142.41498186621399</c:v>
                </c:pt>
                <c:pt idx="3011">
                  <c:v>142.422307829462</c:v>
                </c:pt>
                <c:pt idx="3012">
                  <c:v>142.42963040676199</c:v>
                </c:pt>
                <c:pt idx="3013">
                  <c:v>142.43694960028401</c:v>
                </c:pt>
                <c:pt idx="3014">
                  <c:v>142.44426541219701</c:v>
                </c:pt>
                <c:pt idx="3015">
                  <c:v>142.45157784466701</c:v>
                </c:pt>
                <c:pt idx="3016">
                  <c:v>142.458886899856</c:v>
                </c:pt>
                <c:pt idx="3017">
                  <c:v>142.46619257992899</c:v>
                </c:pt>
                <c:pt idx="3018">
                  <c:v>142.47349488704401</c:v>
                </c:pt>
                <c:pt idx="3019">
                  <c:v>142.48079382336201</c:v>
                </c:pt>
                <c:pt idx="3020">
                  <c:v>142.48808939103799</c:v>
                </c:pt>
                <c:pt idx="3021">
                  <c:v>142.49538159222899</c:v>
                </c:pt>
                <c:pt idx="3022">
                  <c:v>142.50267042908601</c:v>
                </c:pt>
                <c:pt idx="3023">
                  <c:v>142.50995590376201</c:v>
                </c:pt>
                <c:pt idx="3024">
                  <c:v>142.517238018407</c:v>
                </c:pt>
                <c:pt idx="3025">
                  <c:v>142.524516775168</c:v>
                </c:pt>
                <c:pt idx="3026">
                  <c:v>142.531792176191</c:v>
                </c:pt>
                <c:pt idx="3027">
                  <c:v>142.53906422361999</c:v>
                </c:pt>
                <c:pt idx="3028">
                  <c:v>142.546332919598</c:v>
                </c:pt>
                <c:pt idx="3029">
                  <c:v>142.55359826626599</c:v>
                </c:pt>
                <c:pt idx="3030">
                  <c:v>142.56086026576301</c:v>
                </c:pt>
                <c:pt idx="3031">
                  <c:v>142.568118920225</c:v>
                </c:pt>
                <c:pt idx="3032">
                  <c:v>142.575374231788</c:v>
                </c:pt>
                <c:pt idx="3033">
                  <c:v>142.582626202585</c:v>
                </c:pt>
                <c:pt idx="3034">
                  <c:v>142.589874834748</c:v>
                </c:pt>
                <c:pt idx="3035">
                  <c:v>142.59712013040701</c:v>
                </c:pt>
                <c:pt idx="3036">
                  <c:v>142.60436209169001</c:v>
                </c:pt>
                <c:pt idx="3037">
                  <c:v>142.611600720723</c:v>
                </c:pt>
                <c:pt idx="3038">
                  <c:v>142.618836019632</c:v>
                </c:pt>
                <c:pt idx="3039">
                  <c:v>142.62606799053799</c:v>
                </c:pt>
                <c:pt idx="3040">
                  <c:v>142.633296635563</c:v>
                </c:pt>
                <c:pt idx="3041">
                  <c:v>142.64052195682501</c:v>
                </c:pt>
                <c:pt idx="3042">
                  <c:v>142.647743956444</c:v>
                </c:pt>
                <c:pt idx="3043">
                  <c:v>142.65496263653301</c:v>
                </c:pt>
                <c:pt idx="3044">
                  <c:v>142.66217799920801</c:v>
                </c:pt>
                <c:pt idx="3045">
                  <c:v>142.669390046579</c:v>
                </c:pt>
                <c:pt idx="3046">
                  <c:v>142.67659878075801</c:v>
                </c:pt>
                <c:pt idx="3047">
                  <c:v>142.68380420385401</c:v>
                </c:pt>
                <c:pt idx="3048">
                  <c:v>142.69100631797201</c:v>
                </c:pt>
                <c:pt idx="3049">
                  <c:v>142.69820512521801</c:v>
                </c:pt>
                <c:pt idx="3050">
                  <c:v>142.70540062769601</c:v>
                </c:pt>
                <c:pt idx="3051">
                  <c:v>142.712592827507</c:v>
                </c:pt>
                <c:pt idx="3052">
                  <c:v>142.71978172675099</c:v>
                </c:pt>
                <c:pt idx="3053">
                  <c:v>142.72696732752499</c:v>
                </c:pt>
                <c:pt idx="3054">
                  <c:v>142.73414963192599</c:v>
                </c:pt>
                <c:pt idx="3055">
                  <c:v>142.74132864205001</c:v>
                </c:pt>
                <c:pt idx="3056">
                  <c:v>142.74850435998701</c:v>
                </c:pt>
                <c:pt idx="3057">
                  <c:v>142.75567678783099</c:v>
                </c:pt>
                <c:pt idx="3058">
                  <c:v>142.76284592766899</c:v>
                </c:pt>
                <c:pt idx="3059">
                  <c:v>142.77001178158901</c:v>
                </c:pt>
                <c:pt idx="3060">
                  <c:v>142.77717435167801</c:v>
                </c:pt>
                <c:pt idx="3061">
                  <c:v>142.78433364001799</c:v>
                </c:pt>
                <c:pt idx="3062">
                  <c:v>142.79148964869401</c:v>
                </c:pt>
                <c:pt idx="3063">
                  <c:v>142.79864237978401</c:v>
                </c:pt>
                <c:pt idx="3064">
                  <c:v>142.80579183536901</c:v>
                </c:pt>
                <c:pt idx="3065">
                  <c:v>142.812938017524</c:v>
                </c:pt>
                <c:pt idx="3066">
                  <c:v>142.820080928327</c:v>
                </c:pt>
                <c:pt idx="3067">
                  <c:v>142.827220569849</c:v>
                </c:pt>
                <c:pt idx="3068">
                  <c:v>142.83435694416301</c:v>
                </c:pt>
                <c:pt idx="3069">
                  <c:v>142.84149005334001</c:v>
                </c:pt>
                <c:pt idx="3070">
                  <c:v>142.84861989944699</c:v>
                </c:pt>
                <c:pt idx="3071">
                  <c:v>142.85574648455199</c:v>
                </c:pt>
                <c:pt idx="3072">
                  <c:v>142.86286981071899</c:v>
                </c:pt>
                <c:pt idx="3073">
                  <c:v>142.86998988001201</c:v>
                </c:pt>
                <c:pt idx="3074">
                  <c:v>142.877106694492</c:v>
                </c:pt>
                <c:pt idx="3075">
                  <c:v>142.88422025621901</c:v>
                </c:pt>
                <c:pt idx="3076">
                  <c:v>142.891330567252</c:v>
                </c:pt>
                <c:pt idx="3077">
                  <c:v>142.898437629646</c:v>
                </c:pt>
                <c:pt idx="3078">
                  <c:v>142.905541445457</c:v>
                </c:pt>
                <c:pt idx="3079">
                  <c:v>142.91264201673701</c:v>
                </c:pt>
                <c:pt idx="3080">
                  <c:v>142.91973934553701</c:v>
                </c:pt>
                <c:pt idx="3081">
                  <c:v>142.926833433908</c:v>
                </c:pt>
                <c:pt idx="3082">
                  <c:v>142.933924283897</c:v>
                </c:pt>
                <c:pt idx="3083">
                  <c:v>142.94101189755099</c:v>
                </c:pt>
                <c:pt idx="3084">
                  <c:v>142.94809627691299</c:v>
                </c:pt>
                <c:pt idx="3085">
                  <c:v>142.955177424026</c:v>
                </c:pt>
                <c:pt idx="3086">
                  <c:v>142.96225534093199</c:v>
                </c:pt>
                <c:pt idx="3087">
                  <c:v>142.96933002967</c:v>
                </c:pt>
                <c:pt idx="3088">
                  <c:v>142.97640149227701</c:v>
                </c:pt>
                <c:pt idx="3089">
                  <c:v>142.98346973079001</c:v>
                </c:pt>
                <c:pt idx="3090">
                  <c:v>142.990534747243</c:v>
                </c:pt>
                <c:pt idx="3091">
                  <c:v>142.99759654366699</c:v>
                </c:pt>
                <c:pt idx="3092">
                  <c:v>143.00465512209499</c:v>
                </c:pt>
                <c:pt idx="3093">
                  <c:v>143.01171048455501</c:v>
                </c:pt>
                <c:pt idx="3094">
                  <c:v>143.018762633075</c:v>
                </c:pt>
                <c:pt idx="3095">
                  <c:v>143.025811569681</c:v>
                </c:pt>
                <c:pt idx="3096">
                  <c:v>143.032857296397</c:v>
                </c:pt>
                <c:pt idx="3097">
                  <c:v>143.03989981524401</c:v>
                </c:pt>
                <c:pt idx="3098">
                  <c:v>143.04693912824499</c:v>
                </c:pt>
                <c:pt idx="3099">
                  <c:v>143.053975237418</c:v>
                </c:pt>
                <c:pt idx="3100">
                  <c:v>143.06100814478</c:v>
                </c:pt>
                <c:pt idx="3101">
                  <c:v>143.068037852348</c:v>
                </c:pt>
                <c:pt idx="3102">
                  <c:v>143.07506436213399</c:v>
                </c:pt>
                <c:pt idx="3103">
                  <c:v>143.08208767615301</c:v>
                </c:pt>
                <c:pt idx="3104">
                  <c:v>143.089107796413</c:v>
                </c:pt>
                <c:pt idx="3105">
                  <c:v>143.096124724926</c:v>
                </c:pt>
                <c:pt idx="3106">
                  <c:v>143.10313846369601</c:v>
                </c:pt>
                <c:pt idx="3107">
                  <c:v>143.110149014732</c:v>
                </c:pt>
                <c:pt idx="3108">
                  <c:v>143.117156380035</c:v>
                </c:pt>
                <c:pt idx="3109">
                  <c:v>143.12416056161001</c:v>
                </c:pt>
                <c:pt idx="3110">
                  <c:v>143.131161561456</c:v>
                </c:pt>
                <c:pt idx="3111">
                  <c:v>143.13815938157299</c:v>
                </c:pt>
                <c:pt idx="3112">
                  <c:v>143.14515402395801</c:v>
                </c:pt>
                <c:pt idx="3113">
                  <c:v>143.15214549060599</c:v>
                </c:pt>
                <c:pt idx="3114">
                  <c:v>143.159133783513</c:v>
                </c:pt>
                <c:pt idx="3115">
                  <c:v>143.16611890466999</c:v>
                </c:pt>
                <c:pt idx="3116">
                  <c:v>143.17310085606701</c:v>
                </c:pt>
                <c:pt idx="3117">
                  <c:v>143.18007963969501</c:v>
                </c:pt>
                <c:pt idx="3118">
                  <c:v>143.18705525754001</c:v>
                </c:pt>
                <c:pt idx="3119">
                  <c:v>143.194027711589</c:v>
                </c:pt>
                <c:pt idx="3120">
                  <c:v>143.20099700382599</c:v>
                </c:pt>
                <c:pt idx="3121">
                  <c:v>143.207963136232</c:v>
                </c:pt>
                <c:pt idx="3122">
                  <c:v>143.21492611079</c:v>
                </c:pt>
                <c:pt idx="3123">
                  <c:v>143.22188592947799</c:v>
                </c:pt>
                <c:pt idx="3124">
                  <c:v>143.228842594273</c:v>
                </c:pt>
                <c:pt idx="3125">
                  <c:v>143.23579610715299</c:v>
                </c:pt>
                <c:pt idx="3126">
                  <c:v>143.24274647009099</c:v>
                </c:pt>
                <c:pt idx="3127">
                  <c:v>143.24969368505899</c:v>
                </c:pt>
                <c:pt idx="3128">
                  <c:v>143.25663775403001</c:v>
                </c:pt>
                <c:pt idx="3129">
                  <c:v>143.26357867897201</c:v>
                </c:pt>
                <c:pt idx="3130">
                  <c:v>143.27051646185299</c:v>
                </c:pt>
                <c:pt idx="3131">
                  <c:v>143.277451104639</c:v>
                </c:pt>
                <c:pt idx="3132">
                  <c:v>143.28438260929499</c:v>
                </c:pt>
                <c:pt idx="3133">
                  <c:v>143.29131097778401</c:v>
                </c:pt>
                <c:pt idx="3134">
                  <c:v>143.298236212067</c:v>
                </c:pt>
                <c:pt idx="3135">
                  <c:v>143.30515831410401</c:v>
                </c:pt>
                <c:pt idx="3136">
                  <c:v>143.31207728585201</c:v>
                </c:pt>
                <c:pt idx="3137">
                  <c:v>143.31899312926899</c:v>
                </c:pt>
                <c:pt idx="3138">
                  <c:v>143.32590584630799</c:v>
                </c:pt>
                <c:pt idx="3139">
                  <c:v>143.332815438924</c:v>
                </c:pt>
                <c:pt idx="3140">
                  <c:v>143.339721909068</c:v>
                </c:pt>
                <c:pt idx="3141">
                  <c:v>143.34662525868899</c:v>
                </c:pt>
                <c:pt idx="3142">
                  <c:v>143.353525489737</c:v>
                </c:pt>
                <c:pt idx="3143">
                  <c:v>143.36042260415701</c:v>
                </c:pt>
                <c:pt idx="3144">
                  <c:v>143.36731660389501</c:v>
                </c:pt>
                <c:pt idx="3145">
                  <c:v>143.374207490895</c:v>
                </c:pt>
                <c:pt idx="3146">
                  <c:v>143.381095267098</c:v>
                </c:pt>
                <c:pt idx="3147">
                  <c:v>143.38797993444501</c:v>
                </c:pt>
                <c:pt idx="3148">
                  <c:v>143.39486149487399</c:v>
                </c:pt>
                <c:pt idx="3149">
                  <c:v>143.40173995032299</c:v>
                </c:pt>
                <c:pt idx="3150">
                  <c:v>143.40861530272699</c:v>
                </c:pt>
                <c:pt idx="3151">
                  <c:v>143.41548755401999</c:v>
                </c:pt>
                <c:pt idx="3152">
                  <c:v>143.422356706134</c:v>
                </c:pt>
                <c:pt idx="3153">
                  <c:v>143.42922276100001</c:v>
                </c:pt>
                <c:pt idx="3154">
                  <c:v>143.436085720547</c:v>
                </c:pt>
                <c:pt idx="3155">
                  <c:v>143.44294558670299</c:v>
                </c:pt>
                <c:pt idx="3156">
                  <c:v>143.44980236139301</c:v>
                </c:pt>
                <c:pt idx="3157">
                  <c:v>143.45665604654201</c:v>
                </c:pt>
                <c:pt idx="3158">
                  <c:v>143.46350664407299</c:v>
                </c:pt>
                <c:pt idx="3159">
                  <c:v>143.47035415590699</c:v>
                </c:pt>
                <c:pt idx="3160">
                  <c:v>143.477198583963</c:v>
                </c:pt>
                <c:pt idx="3161">
                  <c:v>143.48403993016001</c:v>
                </c:pt>
                <c:pt idx="3162">
                  <c:v>143.490878196414</c:v>
                </c:pt>
                <c:pt idx="3163">
                  <c:v>143.49771338463901</c:v>
                </c:pt>
                <c:pt idx="3164">
                  <c:v>143.50454549675001</c:v>
                </c:pt>
                <c:pt idx="3165">
                  <c:v>143.51137453465699</c:v>
                </c:pt>
                <c:pt idx="3166">
                  <c:v>143.51820050027101</c:v>
                </c:pt>
                <c:pt idx="3167">
                  <c:v>143.5250233955</c:v>
                </c:pt>
                <c:pt idx="3168">
                  <c:v>143.53184322225201</c:v>
                </c:pt>
                <c:pt idx="3169">
                  <c:v>143.538659982431</c:v>
                </c:pt>
                <c:pt idx="3170">
                  <c:v>143.54547367794299</c:v>
                </c:pt>
                <c:pt idx="3171">
                  <c:v>143.55228431068801</c:v>
                </c:pt>
                <c:pt idx="3172">
                  <c:v>143.559091882567</c:v>
                </c:pt>
                <c:pt idx="3173">
                  <c:v>143.56589639548</c:v>
                </c:pt>
                <c:pt idx="3174">
                  <c:v>143.57269785132499</c:v>
                </c:pt>
                <c:pt idx="3175">
                  <c:v>143.579496251997</c:v>
                </c:pt>
                <c:pt idx="3176">
                  <c:v>143.58629159938999</c:v>
                </c:pt>
                <c:pt idx="3177">
                  <c:v>143.593083895398</c:v>
                </c:pt>
                <c:pt idx="3178">
                  <c:v>143.59987314191201</c:v>
                </c:pt>
                <c:pt idx="3179">
                  <c:v>143.60665934082201</c:v>
                </c:pt>
                <c:pt idx="3180">
                  <c:v>143.613442494016</c:v>
                </c:pt>
                <c:pt idx="3181">
                  <c:v>143.62022260338</c:v>
                </c:pt>
                <c:pt idx="3182">
                  <c:v>143.62699967079999</c:v>
                </c:pt>
                <c:pt idx="3183">
                  <c:v>143.63377369815899</c:v>
                </c:pt>
                <c:pt idx="3184">
                  <c:v>143.640544687339</c:v>
                </c:pt>
                <c:pt idx="3185">
                  <c:v>143.647312640221</c:v>
                </c:pt>
                <c:pt idx="3186">
                  <c:v>143.65407755868401</c:v>
                </c:pt>
                <c:pt idx="3187">
                  <c:v>143.66083944460499</c:v>
                </c:pt>
                <c:pt idx="3188">
                  <c:v>143.66759829986</c:v>
                </c:pt>
                <c:pt idx="3189">
                  <c:v>143.67435412632301</c:v>
                </c:pt>
                <c:pt idx="3190">
                  <c:v>143.681106925867</c:v>
                </c:pt>
                <c:pt idx="3191">
                  <c:v>143.687856700363</c:v>
                </c:pt>
                <c:pt idx="3192">
                  <c:v>143.69460345168</c:v>
                </c:pt>
                <c:pt idx="3193">
                  <c:v>143.70134718168799</c:v>
                </c:pt>
                <c:pt idx="3194">
                  <c:v>143.70808789225299</c:v>
                </c:pt>
                <c:pt idx="3195">
                  <c:v>143.714825585239</c:v>
                </c:pt>
                <c:pt idx="3196">
                  <c:v>143.72156026251</c:v>
                </c:pt>
                <c:pt idx="3197">
                  <c:v>143.728291925928</c:v>
                </c:pt>
                <c:pt idx="3198">
                  <c:v>143.73502057735399</c:v>
                </c:pt>
                <c:pt idx="3199">
                  <c:v>143.74174621864699</c:v>
                </c:pt>
                <c:pt idx="3200">
                  <c:v>143.748468851664</c:v>
                </c:pt>
                <c:pt idx="3201">
                  <c:v>143.755188478261</c:v>
                </c:pt>
                <c:pt idx="3202">
                  <c:v>143.76190510029201</c:v>
                </c:pt>
                <c:pt idx="3203">
                  <c:v>143.768618719611</c:v>
                </c:pt>
                <c:pt idx="3204">
                  <c:v>143.77532933806799</c:v>
                </c:pt>
                <c:pt idx="3205">
                  <c:v>143.78203695751401</c:v>
                </c:pt>
                <c:pt idx="3206">
                  <c:v>143.78874157979601</c:v>
                </c:pt>
                <c:pt idx="3207">
                  <c:v>143.795443206762</c:v>
                </c:pt>
                <c:pt idx="3208">
                  <c:v>143.80214184025701</c:v>
                </c:pt>
                <c:pt idx="3209">
                  <c:v>143.808837482125</c:v>
                </c:pt>
                <c:pt idx="3210">
                  <c:v>143.81553013420699</c:v>
                </c:pt>
                <c:pt idx="3211">
                  <c:v>143.822219798345</c:v>
                </c:pt>
                <c:pt idx="3212">
                  <c:v>143.82890647637799</c:v>
                </c:pt>
                <c:pt idx="3213">
                  <c:v>143.83559017014301</c:v>
                </c:pt>
                <c:pt idx="3214">
                  <c:v>143.84227088147799</c:v>
                </c:pt>
                <c:pt idx="3215">
                  <c:v>143.84894861221599</c:v>
                </c:pt>
                <c:pt idx="3216">
                  <c:v>143.85562336419099</c:v>
                </c:pt>
                <c:pt idx="3217">
                  <c:v>143.86229513923399</c:v>
                </c:pt>
                <c:pt idx="3218">
                  <c:v>143.86896393917701</c:v>
                </c:pt>
                <c:pt idx="3219">
                  <c:v>143.87562976584601</c:v>
                </c:pt>
                <c:pt idx="3220">
                  <c:v>143.882292621071</c:v>
                </c:pt>
                <c:pt idx="3221">
                  <c:v>143.88895250667599</c:v>
                </c:pt>
                <c:pt idx="3222">
                  <c:v>143.895609424486</c:v>
                </c:pt>
                <c:pt idx="3223">
                  <c:v>143.90226337632299</c:v>
                </c:pt>
                <c:pt idx="3224">
                  <c:v>143.90891436400901</c:v>
                </c:pt>
                <c:pt idx="3225">
                  <c:v>143.915562389364</c:v>
                </c:pt>
                <c:pt idx="3226">
                  <c:v>143.92220745420499</c:v>
                </c:pt>
                <c:pt idx="3227">
                  <c:v>143.92884956034999</c:v>
                </c:pt>
                <c:pt idx="3228">
                  <c:v>143.93548870961399</c:v>
                </c:pt>
                <c:pt idx="3229">
                  <c:v>143.94212490381099</c:v>
                </c:pt>
                <c:pt idx="3230">
                  <c:v>143.94875814475299</c:v>
                </c:pt>
                <c:pt idx="3231">
                  <c:v>143.95538843425101</c:v>
                </c:pt>
                <c:pt idx="3232">
                  <c:v>143.96201577411401</c:v>
                </c:pt>
                <c:pt idx="3233">
                  <c:v>143.968640166151</c:v>
                </c:pt>
                <c:pt idx="3234">
                  <c:v>143.975261612167</c:v>
                </c:pt>
                <c:pt idx="3235">
                  <c:v>143.981880113969</c:v>
                </c:pt>
                <c:pt idx="3236">
                  <c:v>143.98849567335799</c:v>
                </c:pt>
                <c:pt idx="3237">
                  <c:v>143.99510829213699</c:v>
                </c:pt>
                <c:pt idx="3238">
                  <c:v>144.001717972107</c:v>
                </c:pt>
                <c:pt idx="3239">
                  <c:v>144.008324715067</c:v>
                </c:pt>
                <c:pt idx="3240">
                  <c:v>144.01492852281501</c:v>
                </c:pt>
                <c:pt idx="3241">
                  <c:v>144.021529397146</c:v>
                </c:pt>
                <c:pt idx="3242">
                  <c:v>144.02812733985499</c:v>
                </c:pt>
                <c:pt idx="3243">
                  <c:v>144.034722352735</c:v>
                </c:pt>
                <c:pt idx="3244">
                  <c:v>144.04131443757899</c:v>
                </c:pt>
                <c:pt idx="3245">
                  <c:v>144.04790359617601</c:v>
                </c:pt>
                <c:pt idx="3246">
                  <c:v>144.05448983031599</c:v>
                </c:pt>
                <c:pt idx="3247">
                  <c:v>144.06107314178499</c:v>
                </c:pt>
                <c:pt idx="3248">
                  <c:v>144.06765353237</c:v>
                </c:pt>
                <c:pt idx="3249">
                  <c:v>144.07423100385401</c:v>
                </c:pt>
                <c:pt idx="3250">
                  <c:v>144.08080555802201</c:v>
                </c:pt>
                <c:pt idx="3251">
                  <c:v>144.08737719665501</c:v>
                </c:pt>
                <c:pt idx="3252">
                  <c:v>144.093945921532</c:v>
                </c:pt>
                <c:pt idx="3253">
                  <c:v>144.10051173443199</c:v>
                </c:pt>
                <c:pt idx="3254">
                  <c:v>144.107074637133</c:v>
                </c:pt>
                <c:pt idx="3255">
                  <c:v>144.11363463141001</c:v>
                </c:pt>
                <c:pt idx="3256">
                  <c:v>144.120191719037</c:v>
                </c:pt>
                <c:pt idx="3257">
                  <c:v>144.12674590178801</c:v>
                </c:pt>
                <c:pt idx="3258">
                  <c:v>144.13329718143399</c:v>
                </c:pt>
                <c:pt idx="3259">
                  <c:v>144.139845559745</c:v>
                </c:pt>
                <c:pt idx="3260">
                  <c:v>144.14639103848901</c:v>
                </c:pt>
                <c:pt idx="3261">
                  <c:v>144.15293361943301</c:v>
                </c:pt>
                <c:pt idx="3262">
                  <c:v>144.15947330434301</c:v>
                </c:pt>
                <c:pt idx="3263">
                  <c:v>144.16601009498399</c:v>
                </c:pt>
                <c:pt idx="3264">
                  <c:v>144.17254399311801</c:v>
                </c:pt>
                <c:pt idx="3265">
                  <c:v>144.179075000506</c:v>
                </c:pt>
                <c:pt idx="3266">
                  <c:v>144.185603118909</c:v>
                </c:pt>
                <c:pt idx="3267">
                  <c:v>144.192128350084</c:v>
                </c:pt>
                <c:pt idx="3268">
                  <c:v>144.19865069578901</c:v>
                </c:pt>
                <c:pt idx="3269">
                  <c:v>144.20517015778</c:v>
                </c:pt>
                <c:pt idx="3270">
                  <c:v>144.21168673781099</c:v>
                </c:pt>
                <c:pt idx="3271">
                  <c:v>144.21820043763401</c:v>
                </c:pt>
                <c:pt idx="3272">
                  <c:v>144.224711259001</c:v>
                </c:pt>
                <c:pt idx="3273">
                  <c:v>144.231219203661</c:v>
                </c:pt>
                <c:pt idx="3274">
                  <c:v>144.23772427336399</c:v>
                </c:pt>
                <c:pt idx="3275">
                  <c:v>144.24422646985701</c:v>
                </c:pt>
                <c:pt idx="3276">
                  <c:v>144.250725794884</c:v>
                </c:pt>
                <c:pt idx="3277">
                  <c:v>144.25722225019101</c:v>
                </c:pt>
                <c:pt idx="3278">
                  <c:v>144.26371583752001</c:v>
                </c:pt>
                <c:pt idx="3279">
                  <c:v>144.27020655861199</c:v>
                </c:pt>
                <c:pt idx="3280">
                  <c:v>144.276694415208</c:v>
                </c:pt>
                <c:pt idx="3281">
                  <c:v>144.283179409046</c:v>
                </c:pt>
                <c:pt idx="3282">
                  <c:v>144.28966154186401</c:v>
                </c:pt>
                <c:pt idx="3283">
                  <c:v>144.296140815396</c:v>
                </c:pt>
                <c:pt idx="3284">
                  <c:v>144.30261723137801</c:v>
                </c:pt>
                <c:pt idx="3285">
                  <c:v>144.30909079154301</c:v>
                </c:pt>
                <c:pt idx="3286">
                  <c:v>144.31556149762099</c:v>
                </c:pt>
                <c:pt idx="3287">
                  <c:v>144.32202935134401</c:v>
                </c:pt>
                <c:pt idx="3288">
                  <c:v>144.32849435444001</c:v>
                </c:pt>
                <c:pt idx="3289">
                  <c:v>144.334956508636</c:v>
                </c:pt>
                <c:pt idx="3290">
                  <c:v>144.341415815658</c:v>
                </c:pt>
                <c:pt idx="3291">
                  <c:v>144.34787227723001</c:v>
                </c:pt>
                <c:pt idx="3292">
                  <c:v>144.35432589507701</c:v>
                </c:pt>
                <c:pt idx="3293">
                  <c:v>144.36077667091899</c:v>
                </c:pt>
                <c:pt idx="3294">
                  <c:v>144.367224606478</c:v>
                </c:pt>
                <c:pt idx="3295">
                  <c:v>144.37366970347099</c:v>
                </c:pt>
                <c:pt idx="3296">
                  <c:v>144.380111963617</c:v>
                </c:pt>
                <c:pt idx="3297">
                  <c:v>144.38655138863101</c:v>
                </c:pt>
                <c:pt idx="3298">
                  <c:v>144.39298798022901</c:v>
                </c:pt>
                <c:pt idx="3299">
                  <c:v>144.39942174012401</c:v>
                </c:pt>
                <c:pt idx="3300">
                  <c:v>144.405852670028</c:v>
                </c:pt>
                <c:pt idx="3301">
                  <c:v>144.41228077165201</c:v>
                </c:pt>
                <c:pt idx="3302">
                  <c:v>144.41870604670399</c:v>
                </c:pt>
                <c:pt idx="3303">
                  <c:v>144.425128496893</c:v>
                </c:pt>
                <c:pt idx="3304">
                  <c:v>144.43154812392601</c:v>
                </c:pt>
                <c:pt idx="3305">
                  <c:v>144.43796492950599</c:v>
                </c:pt>
                <c:pt idx="3306">
                  <c:v>144.444378915339</c:v>
                </c:pt>
                <c:pt idx="3307">
                  <c:v>144.45079008312601</c:v>
                </c:pt>
                <c:pt idx="3308">
                  <c:v>144.457198434568</c:v>
                </c:pt>
                <c:pt idx="3309">
                  <c:v>144.46360397136499</c:v>
                </c:pt>
                <c:pt idx="3310">
                  <c:v>144.470006695216</c:v>
                </c:pt>
                <c:pt idx="3311">
                  <c:v>144.47640660781599</c:v>
                </c:pt>
                <c:pt idx="3312">
                  <c:v>144.48280371086199</c:v>
                </c:pt>
                <c:pt idx="3313">
                  <c:v>144.48919800604699</c:v>
                </c:pt>
                <c:pt idx="3314">
                  <c:v>144.49558949506499</c:v>
                </c:pt>
                <c:pt idx="3315">
                  <c:v>144.501978179606</c:v>
                </c:pt>
                <c:pt idx="3316">
                  <c:v>144.50836406136199</c:v>
                </c:pt>
                <c:pt idx="3317">
                  <c:v>144.51474714201899</c:v>
                </c:pt>
                <c:pt idx="3318">
                  <c:v>144.52112742326599</c:v>
                </c:pt>
                <c:pt idx="3319">
                  <c:v>144.52750490678901</c:v>
                </c:pt>
                <c:pt idx="3320">
                  <c:v>144.53387959427201</c:v>
                </c:pt>
                <c:pt idx="3321">
                  <c:v>144.540251487398</c:v>
                </c:pt>
                <c:pt idx="3322">
                  <c:v>144.54662058784899</c:v>
                </c:pt>
                <c:pt idx="3323">
                  <c:v>144.552986897306</c:v>
                </c:pt>
                <c:pt idx="3324">
                  <c:v>144.559350417448</c:v>
                </c:pt>
                <c:pt idx="3325">
                  <c:v>144.56571114995199</c:v>
                </c:pt>
                <c:pt idx="3326">
                  <c:v>144.572069096495</c:v>
                </c:pt>
                <c:pt idx="3327">
                  <c:v>144.57842425875199</c:v>
                </c:pt>
                <c:pt idx="3328">
                  <c:v>144.58477663839699</c:v>
                </c:pt>
                <c:pt idx="3329">
                  <c:v>144.591126237102</c:v>
                </c:pt>
                <c:pt idx="3330">
                  <c:v>144.59747305653801</c:v>
                </c:pt>
                <c:pt idx="3331">
                  <c:v>144.603817098375</c:v>
                </c:pt>
                <c:pt idx="3332">
                  <c:v>144.61015836428101</c:v>
                </c:pt>
                <c:pt idx="3333">
                  <c:v>144.616496855923</c:v>
                </c:pt>
                <c:pt idx="3334">
                  <c:v>144.622832574966</c:v>
                </c:pt>
                <c:pt idx="3335">
                  <c:v>144.62916552307601</c:v>
                </c:pt>
                <c:pt idx="3336">
                  <c:v>144.635495701915</c:v>
                </c:pt>
                <c:pt idx="3337">
                  <c:v>144.641823113144</c:v>
                </c:pt>
                <c:pt idx="3338">
                  <c:v>144.64814775842501</c:v>
                </c:pt>
                <c:pt idx="3339">
                  <c:v>144.654469639415</c:v>
                </c:pt>
                <c:pt idx="3340">
                  <c:v>144.660788757772</c:v>
                </c:pt>
                <c:pt idx="3341">
                  <c:v>144.66710511515299</c:v>
                </c:pt>
                <c:pt idx="3342">
                  <c:v>144.67341871321301</c:v>
                </c:pt>
                <c:pt idx="3343">
                  <c:v>144.679729553605</c:v>
                </c:pt>
                <c:pt idx="3344">
                  <c:v>144.686037637982</c:v>
                </c:pt>
                <c:pt idx="3345">
                  <c:v>144.69234296799399</c:v>
                </c:pt>
                <c:pt idx="3346">
                  <c:v>144.69864554529099</c:v>
                </c:pt>
                <c:pt idx="3347">
                  <c:v>144.704945371522</c:v>
                </c:pt>
                <c:pt idx="3348">
                  <c:v>144.711242448333</c:v>
                </c:pt>
                <c:pt idx="3349">
                  <c:v>144.71753677736999</c:v>
                </c:pt>
                <c:pt idx="3350">
                  <c:v>144.72382836027799</c:v>
                </c:pt>
                <c:pt idx="3351">
                  <c:v>144.730117198698</c:v>
                </c:pt>
                <c:pt idx="3352">
                  <c:v>144.736403294274</c:v>
                </c:pt>
                <c:pt idx="3353">
                  <c:v>144.74268664864601</c:v>
                </c:pt>
                <c:pt idx="3354">
                  <c:v>144.74896726345099</c:v>
                </c:pt>
                <c:pt idx="3355">
                  <c:v>144.75524514032901</c:v>
                </c:pt>
                <c:pt idx="3356">
                  <c:v>144.76152028091599</c:v>
                </c:pt>
                <c:pt idx="3357">
                  <c:v>144.76779268684601</c:v>
                </c:pt>
                <c:pt idx="3358">
                  <c:v>144.774062359754</c:v>
                </c:pt>
                <c:pt idx="3359">
                  <c:v>144.780329301271</c:v>
                </c:pt>
                <c:pt idx="3360">
                  <c:v>144.78659351303</c:v>
                </c:pt>
                <c:pt idx="3361">
                  <c:v>144.79285499666</c:v>
                </c:pt>
                <c:pt idx="3362">
                  <c:v>144.79911375378899</c:v>
                </c:pt>
                <c:pt idx="3363">
                  <c:v>144.80536978604499</c:v>
                </c:pt>
                <c:pt idx="3364">
                  <c:v>144.81162309505399</c:v>
                </c:pt>
                <c:pt idx="3365">
                  <c:v>144.81787368244099</c:v>
                </c:pt>
                <c:pt idx="3366">
                  <c:v>144.824121549827</c:v>
                </c:pt>
                <c:pt idx="3367">
                  <c:v>144.830366698837</c:v>
                </c:pt>
                <c:pt idx="3368">
                  <c:v>144.83660913109</c:v>
                </c:pt>
                <c:pt idx="3369">
                  <c:v>144.84284884820599</c:v>
                </c:pt>
                <c:pt idx="3370">
                  <c:v>144.84908585180301</c:v>
                </c:pt>
                <c:pt idx="3371">
                  <c:v>144.85532014349801</c:v>
                </c:pt>
                <c:pt idx="3372">
                  <c:v>144.86155172490601</c:v>
                </c:pt>
                <c:pt idx="3373">
                  <c:v>144.867780597642</c:v>
                </c:pt>
                <c:pt idx="3374">
                  <c:v>144.87400676331799</c:v>
                </c:pt>
                <c:pt idx="3375">
                  <c:v>144.88023022354699</c:v>
                </c:pt>
                <c:pt idx="3376">
                  <c:v>144.88645097993799</c:v>
                </c:pt>
                <c:pt idx="3377">
                  <c:v>144.892669034101</c:v>
                </c:pt>
                <c:pt idx="3378">
                  <c:v>144.89888438764299</c:v>
                </c:pt>
                <c:pt idx="3379">
                  <c:v>144.90509704217101</c:v>
                </c:pt>
                <c:pt idx="3380">
                  <c:v>144.91130699929101</c:v>
                </c:pt>
                <c:pt idx="3381">
                  <c:v>144.917514260605</c:v>
                </c:pt>
                <c:pt idx="3382">
                  <c:v>144.92371882771801</c:v>
                </c:pt>
                <c:pt idx="3383">
                  <c:v>144.929920702229</c:v>
                </c:pt>
                <c:pt idx="3384">
                  <c:v>144.93611988574</c:v>
                </c:pt>
                <c:pt idx="3385">
                  <c:v>144.94231637984899</c:v>
                </c:pt>
                <c:pt idx="3386">
                  <c:v>144.94851018615299</c:v>
                </c:pt>
                <c:pt idx="3387">
                  <c:v>144.95470130625</c:v>
                </c:pt>
                <c:pt idx="3388">
                  <c:v>144.96088974173301</c:v>
                </c:pt>
                <c:pt idx="3389">
                  <c:v>144.967075494196</c:v>
                </c:pt>
                <c:pt idx="3390">
                  <c:v>144.97325856523301</c:v>
                </c:pt>
                <c:pt idx="3391">
                  <c:v>144.979438956433</c:v>
                </c:pt>
                <c:pt idx="3392">
                  <c:v>144.98561666938801</c:v>
                </c:pt>
                <c:pt idx="3393">
                  <c:v>144.99179170568499</c:v>
                </c:pt>
                <c:pt idx="3394">
                  <c:v>144.997964066912</c:v>
                </c:pt>
                <c:pt idx="3395">
                  <c:v>145.00413375465499</c:v>
                </c:pt>
                <c:pt idx="3396">
                  <c:v>145.01030077049899</c:v>
                </c:pt>
                <c:pt idx="3397">
                  <c:v>145.01646511602701</c:v>
                </c:pt>
                <c:pt idx="3398">
                  <c:v>145.022626792822</c:v>
                </c:pt>
                <c:pt idx="3399">
                  <c:v>145.02878580246499</c:v>
                </c:pt>
                <c:pt idx="3400">
                  <c:v>145.034942146535</c:v>
                </c:pt>
                <c:pt idx="3401">
                  <c:v>145.04109582660999</c:v>
                </c:pt>
                <c:pt idx="3402">
                  <c:v>145.04724684426901</c:v>
                </c:pt>
                <c:pt idx="3403">
                  <c:v>145.05339520108799</c:v>
                </c:pt>
                <c:pt idx="3404">
                  <c:v>145.05954089863999</c:v>
                </c:pt>
                <c:pt idx="3405">
                  <c:v>145.06568393849901</c:v>
                </c:pt>
                <c:pt idx="3406">
                  <c:v>145.071824322238</c:v>
                </c:pt>
                <c:pt idx="3407">
                  <c:v>145.07796205142699</c:v>
                </c:pt>
                <c:pt idx="3408">
                  <c:v>145.08409712763699</c:v>
                </c:pt>
                <c:pt idx="3409">
                  <c:v>145.09022955243501</c:v>
                </c:pt>
                <c:pt idx="3410">
                  <c:v>145.096359327389</c:v>
                </c:pt>
                <c:pt idx="3411">
                  <c:v>145.102486454065</c:v>
                </c:pt>
                <c:pt idx="3412">
                  <c:v>145.10861093402701</c:v>
                </c:pt>
                <c:pt idx="3413">
                  <c:v>145.11473276883899</c:v>
                </c:pt>
                <c:pt idx="3414">
                  <c:v>145.12085196006299</c:v>
                </c:pt>
                <c:pt idx="3415">
                  <c:v>145.12696850926099</c:v>
                </c:pt>
                <c:pt idx="3416">
                  <c:v>145.133082417992</c:v>
                </c:pt>
                <c:pt idx="3417">
                  <c:v>145.13919368781299</c:v>
                </c:pt>
                <c:pt idx="3418">
                  <c:v>145.145302320284</c:v>
                </c:pt>
                <c:pt idx="3419">
                  <c:v>145.15140831695899</c:v>
                </c:pt>
                <c:pt idx="3420">
                  <c:v>145.157511679393</c:v>
                </c:pt>
                <c:pt idx="3421">
                  <c:v>145.163612409141</c:v>
                </c:pt>
                <c:pt idx="3422">
                  <c:v>145.16971050775399</c:v>
                </c:pt>
                <c:pt idx="3423">
                  <c:v>145.17580597678199</c:v>
                </c:pt>
                <c:pt idx="3424">
                  <c:v>145.18189881777701</c:v>
                </c:pt>
                <c:pt idx="3425">
                  <c:v>145.18798903228699</c:v>
                </c:pt>
                <c:pt idx="3426">
                  <c:v>145.19407662185901</c:v>
                </c:pt>
                <c:pt idx="3427">
                  <c:v>145.20016158803901</c:v>
                </c:pt>
                <c:pt idx="3428">
                  <c:v>145.20624393237199</c:v>
                </c:pt>
                <c:pt idx="3429">
                  <c:v>145.21232365640199</c:v>
                </c:pt>
                <c:pt idx="3430">
                  <c:v>145.21840076167101</c:v>
                </c:pt>
                <c:pt idx="3431">
                  <c:v>145.224475249721</c:v>
                </c:pt>
                <c:pt idx="3432">
                  <c:v>145.230547122091</c:v>
                </c:pt>
                <c:pt idx="3433">
                  <c:v>145.23661638031999</c:v>
                </c:pt>
                <c:pt idx="3434">
                  <c:v>145.24268302594601</c:v>
                </c:pt>
                <c:pt idx="3435">
                  <c:v>145.24874706050599</c:v>
                </c:pt>
                <c:pt idx="3436">
                  <c:v>145.254808485533</c:v>
                </c:pt>
                <c:pt idx="3437">
                  <c:v>145.26086730256301</c:v>
                </c:pt>
                <c:pt idx="3438">
                  <c:v>145.26692351312701</c:v>
                </c:pt>
                <c:pt idx="3439">
                  <c:v>145.27297711875801</c:v>
                </c:pt>
                <c:pt idx="3440">
                  <c:v>145.279028120985</c:v>
                </c:pt>
                <c:pt idx="3441">
                  <c:v>145.285076521338</c:v>
                </c:pt>
                <c:pt idx="3442">
                  <c:v>145.291122321345</c:v>
                </c:pt>
                <c:pt idx="3443">
                  <c:v>145.297165522531</c:v>
                </c:pt>
                <c:pt idx="3444">
                  <c:v>145.30320612642299</c:v>
                </c:pt>
                <c:pt idx="3445">
                  <c:v>145.309244134544</c:v>
                </c:pt>
                <c:pt idx="3446">
                  <c:v>145.315279548418</c:v>
                </c:pt>
                <c:pt idx="3447">
                  <c:v>145.32131236956599</c:v>
                </c:pt>
                <c:pt idx="3448">
                  <c:v>145.327342599509</c:v>
                </c:pt>
                <c:pt idx="3449">
                  <c:v>145.333370239766</c:v>
                </c:pt>
                <c:pt idx="3450">
                  <c:v>145.33939529185599</c:v>
                </c:pt>
                <c:pt idx="3451">
                  <c:v>145.345417757295</c:v>
                </c:pt>
                <c:pt idx="3452">
                  <c:v>145.35143763759999</c:v>
                </c:pt>
                <c:pt idx="3453">
                  <c:v>145.35745493428399</c:v>
                </c:pt>
                <c:pt idx="3454">
                  <c:v>145.36346964886101</c:v>
                </c:pt>
                <c:pt idx="3455">
                  <c:v>145.369481782843</c:v>
                </c:pt>
                <c:pt idx="3456">
                  <c:v>145.37549133774201</c:v>
                </c:pt>
                <c:pt idx="3457">
                  <c:v>145.38149831506601</c:v>
                </c:pt>
                <c:pt idx="3458">
                  <c:v>145.387502716325</c:v>
                </c:pt>
                <c:pt idx="3459">
                  <c:v>145.39350454302601</c:v>
                </c:pt>
                <c:pt idx="3460">
                  <c:v>145.39950379667499</c:v>
                </c:pt>
                <c:pt idx="3461">
                  <c:v>145.40550047877699</c:v>
                </c:pt>
                <c:pt idx="3462">
                  <c:v>145.41149459083601</c:v>
                </c:pt>
                <c:pt idx="3463">
                  <c:v>145.41748613435399</c:v>
                </c:pt>
                <c:pt idx="3464">
                  <c:v>145.42347511083301</c:v>
                </c:pt>
                <c:pt idx="3465">
                  <c:v>145.42946152177299</c:v>
                </c:pt>
                <c:pt idx="3466">
                  <c:v>145.43544536867401</c:v>
                </c:pt>
                <c:pt idx="3467">
                  <c:v>145.44142665303201</c:v>
                </c:pt>
                <c:pt idx="3468">
                  <c:v>145.44740537634601</c:v>
                </c:pt>
                <c:pt idx="3469">
                  <c:v>145.45338154010901</c:v>
                </c:pt>
                <c:pt idx="3470">
                  <c:v>145.459355145817</c:v>
                </c:pt>
                <c:pt idx="3471">
                  <c:v>145.46532619496301</c:v>
                </c:pt>
                <c:pt idx="3472">
                  <c:v>145.47129468903901</c:v>
                </c:pt>
                <c:pt idx="3473">
                  <c:v>145.47726062953501</c:v>
                </c:pt>
                <c:pt idx="3474">
                  <c:v>145.48322401794101</c:v>
                </c:pt>
                <c:pt idx="3475">
                  <c:v>145.48918485574501</c:v>
                </c:pt>
                <c:pt idx="3476">
                  <c:v>145.49514314443499</c:v>
                </c:pt>
                <c:pt idx="3477">
                  <c:v>145.50109888549699</c:v>
                </c:pt>
                <c:pt idx="3478">
                  <c:v>145.507052080416</c:v>
                </c:pt>
                <c:pt idx="3479">
                  <c:v>145.513002730675</c:v>
                </c:pt>
                <c:pt idx="3480">
                  <c:v>145.51895083775699</c:v>
                </c:pt>
                <c:pt idx="3481">
                  <c:v>145.524896403144</c:v>
                </c:pt>
                <c:pt idx="3482">
                  <c:v>145.53083942831501</c:v>
                </c:pt>
                <c:pt idx="3483">
                  <c:v>145.53677991475001</c:v>
                </c:pt>
                <c:pt idx="3484">
                  <c:v>145.54271786392599</c:v>
                </c:pt>
                <c:pt idx="3485">
                  <c:v>145.54865327732099</c:v>
                </c:pt>
                <c:pt idx="3486">
                  <c:v>145.55458615641001</c:v>
                </c:pt>
                <c:pt idx="3487">
                  <c:v>145.56051650266701</c:v>
                </c:pt>
                <c:pt idx="3488">
                  <c:v>145.56644431756601</c:v>
                </c:pt>
                <c:pt idx="3489">
                  <c:v>145.57236960257799</c:v>
                </c:pt>
                <c:pt idx="3490">
                  <c:v>145.57829235917501</c:v>
                </c:pt>
                <c:pt idx="3491">
                  <c:v>145.58421258882601</c:v>
                </c:pt>
                <c:pt idx="3492">
                  <c:v>145.59013029299999</c:v>
                </c:pt>
                <c:pt idx="3493">
                  <c:v>145.596045473164</c:v>
                </c:pt>
                <c:pt idx="3494">
                  <c:v>145.60195813078599</c:v>
                </c:pt>
                <c:pt idx="3495">
                  <c:v>145.607868267329</c:v>
                </c:pt>
                <c:pt idx="3496">
                  <c:v>145.613775884257</c:v>
                </c:pt>
                <c:pt idx="3497">
                  <c:v>145.61968098303501</c:v>
                </c:pt>
                <c:pt idx="3498">
                  <c:v>145.62558356512201</c:v>
                </c:pt>
                <c:pt idx="3499">
                  <c:v>145.63148363198101</c:v>
                </c:pt>
                <c:pt idx="3500">
                  <c:v>145.63738118507001</c:v>
                </c:pt>
                <c:pt idx="3501">
                  <c:v>145.64327622584699</c:v>
                </c:pt>
                <c:pt idx="3502">
                  <c:v>145.64916875577001</c:v>
                </c:pt>
                <c:pt idx="3503">
                  <c:v>145.65505877629499</c:v>
                </c:pt>
                <c:pt idx="3504">
                  <c:v>145.660946288876</c:v>
                </c:pt>
                <c:pt idx="3505">
                  <c:v>145.66683129496599</c:v>
                </c:pt>
                <c:pt idx="3506">
                  <c:v>145.67271379601999</c:v>
                </c:pt>
                <c:pt idx="3507">
                  <c:v>145.67859379348701</c:v>
                </c:pt>
                <c:pt idx="3508">
                  <c:v>145.684471288819</c:v>
                </c:pt>
                <c:pt idx="3509">
                  <c:v>145.69034628346299</c:v>
                </c:pt>
                <c:pt idx="3510">
                  <c:v>145.696218778869</c:v>
                </c:pt>
                <c:pt idx="3511">
                  <c:v>145.70208877648301</c:v>
                </c:pt>
                <c:pt idx="3512">
                  <c:v>145.70795627774999</c:v>
                </c:pt>
                <c:pt idx="3513">
                  <c:v>145.71382128411599</c:v>
                </c:pt>
                <c:pt idx="3514">
                  <c:v>145.719683797024</c:v>
                </c:pt>
                <c:pt idx="3515">
                  <c:v>145.725543817915</c:v>
                </c:pt>
                <c:pt idx="3516">
                  <c:v>145.731401348232</c:v>
                </c:pt>
                <c:pt idx="3517">
                  <c:v>145.737256389414</c:v>
                </c:pt>
                <c:pt idx="3518">
                  <c:v>145.74310894289999</c:v>
                </c:pt>
                <c:pt idx="3519">
                  <c:v>145.74895901012701</c:v>
                </c:pt>
                <c:pt idx="3520">
                  <c:v>145.75480659253299</c:v>
                </c:pt>
                <c:pt idx="3521">
                  <c:v>145.76065169155399</c:v>
                </c:pt>
                <c:pt idx="3522">
                  <c:v>145.76649430862199</c:v>
                </c:pt>
                <c:pt idx="3523">
                  <c:v>145.77233444517199</c:v>
                </c:pt>
                <c:pt idx="3524">
                  <c:v>145.77817210263601</c:v>
                </c:pt>
                <c:pt idx="3525">
                  <c:v>145.784007282445</c:v>
                </c:pt>
                <c:pt idx="3526">
                  <c:v>145.789839986028</c:v>
                </c:pt>
                <c:pt idx="3527">
                  <c:v>145.795670214815</c:v>
                </c:pt>
                <c:pt idx="3528">
                  <c:v>145.80149797023199</c:v>
                </c:pt>
                <c:pt idx="3529">
                  <c:v>145.80732325370801</c:v>
                </c:pt>
                <c:pt idx="3530">
                  <c:v>145.813146066667</c:v>
                </c:pt>
                <c:pt idx="3531">
                  <c:v>145.81896641053299</c:v>
                </c:pt>
                <c:pt idx="3532">
                  <c:v>145.824784286729</c:v>
                </c:pt>
                <c:pt idx="3533">
                  <c:v>145.830599696679</c:v>
                </c:pt>
                <c:pt idx="3534">
                  <c:v>145.83641264180099</c:v>
                </c:pt>
                <c:pt idx="3535">
                  <c:v>145.84222312351801</c:v>
                </c:pt>
                <c:pt idx="3536">
                  <c:v>145.848031143246</c:v>
                </c:pt>
                <c:pt idx="3537">
                  <c:v>145.853836702405</c:v>
                </c:pt>
                <c:pt idx="3538">
                  <c:v>145.85963980240999</c:v>
                </c:pt>
                <c:pt idx="3539">
                  <c:v>145.86544044467601</c:v>
                </c:pt>
                <c:pt idx="3540">
                  <c:v>145.87123863061899</c:v>
                </c:pt>
                <c:pt idx="3541">
                  <c:v>145.877034361651</c:v>
                </c:pt>
                <c:pt idx="3542">
                  <c:v>145.882827639185</c:v>
                </c:pt>
                <c:pt idx="3543">
                  <c:v>145.88861846463101</c:v>
                </c:pt>
                <c:pt idx="3544">
                  <c:v>145.89440683939901</c:v>
                </c:pt>
                <c:pt idx="3545">
                  <c:v>145.900192764899</c:v>
                </c:pt>
                <c:pt idx="3546">
                  <c:v>145.90597624253701</c:v>
                </c:pt>
                <c:pt idx="3547">
                  <c:v>145.91175727372101</c:v>
                </c:pt>
                <c:pt idx="3548">
                  <c:v>145.917535859856</c:v>
                </c:pt>
                <c:pt idx="3549">
                  <c:v>145.92331200234599</c:v>
                </c:pt>
                <c:pt idx="3550">
                  <c:v>145.92908570259399</c:v>
                </c:pt>
                <c:pt idx="3551">
                  <c:v>145.93485696200401</c:v>
                </c:pt>
                <c:pt idx="3552">
                  <c:v>145.940625781975</c:v>
                </c:pt>
                <c:pt idx="3553">
                  <c:v>145.946392163909</c:v>
                </c:pt>
                <c:pt idx="3554">
                  <c:v>145.952156109203</c:v>
                </c:pt>
                <c:pt idx="3555">
                  <c:v>145.95791761925599</c:v>
                </c:pt>
                <c:pt idx="3556">
                  <c:v>145.96367669546501</c:v>
                </c:pt>
                <c:pt idx="3557">
                  <c:v>145.969433339224</c:v>
                </c:pt>
                <c:pt idx="3558">
                  <c:v>145.97518755192999</c:v>
                </c:pt>
                <c:pt idx="3559">
                  <c:v>145.98093933497501</c:v>
                </c:pt>
                <c:pt idx="3560">
                  <c:v>145.98668868975099</c:v>
                </c:pt>
                <c:pt idx="3561">
                  <c:v>145.99243561764999</c:v>
                </c:pt>
                <c:pt idx="3562">
                  <c:v>145.99818012006199</c:v>
                </c:pt>
                <c:pt idx="3563">
                  <c:v>146.00392219837701</c:v>
                </c:pt>
                <c:pt idx="3564">
                  <c:v>146.00966185398201</c:v>
                </c:pt>
                <c:pt idx="3565">
                  <c:v>146.01539908826501</c:v>
                </c:pt>
                <c:pt idx="3566">
                  <c:v>146.02113390260999</c:v>
                </c:pt>
                <c:pt idx="3567">
                  <c:v>146.026866298404</c:v>
                </c:pt>
                <c:pt idx="3568">
                  <c:v>146.032596277029</c:v>
                </c:pt>
                <c:pt idx="3569">
                  <c:v>146.03832383987</c:v>
                </c:pt>
                <c:pt idx="3570">
                  <c:v>146.044048988306</c:v>
                </c:pt>
                <c:pt idx="3571">
                  <c:v>146.049771723719</c:v>
                </c:pt>
                <c:pt idx="3572">
                  <c:v>146.05549204748701</c:v>
                </c:pt>
                <c:pt idx="3573">
                  <c:v>146.06120996099099</c:v>
                </c:pt>
                <c:pt idx="3574">
                  <c:v>146.066925465606</c:v>
                </c:pt>
                <c:pt idx="3575">
                  <c:v>146.07263856270899</c:v>
                </c:pt>
                <c:pt idx="3576">
                  <c:v>146.07834925367499</c:v>
                </c:pt>
                <c:pt idx="3577">
                  <c:v>146.08405753987799</c:v>
                </c:pt>
                <c:pt idx="3578">
                  <c:v>146.08976342269199</c:v>
                </c:pt>
                <c:pt idx="3579">
                  <c:v>146.09546690348699</c:v>
                </c:pt>
                <c:pt idx="3580">
                  <c:v>146.101167983636</c:v>
                </c:pt>
                <c:pt idx="3581">
                  <c:v>146.106866664508</c:v>
                </c:pt>
                <c:pt idx="3582">
                  <c:v>146.11256294747099</c:v>
                </c:pt>
                <c:pt idx="3583">
                  <c:v>146.11825683389401</c:v>
                </c:pt>
                <c:pt idx="3584">
                  <c:v>146.123948325143</c:v>
                </c:pt>
                <c:pt idx="3585">
                  <c:v>146.12963742258401</c:v>
                </c:pt>
                <c:pt idx="3586">
                  <c:v>146.13532412757999</c:v>
                </c:pt>
                <c:pt idx="3587">
                  <c:v>146.14100844149601</c:v>
                </c:pt>
                <c:pt idx="3588">
                  <c:v>146.14669036569401</c:v>
                </c:pt>
                <c:pt idx="3589">
                  <c:v>146.152369901535</c:v>
                </c:pt>
                <c:pt idx="3590">
                  <c:v>146.15804705037999</c:v>
                </c:pt>
                <c:pt idx="3591">
                  <c:v>146.16372181358801</c:v>
                </c:pt>
                <c:pt idx="3592">
                  <c:v>146.16939419251699</c:v>
                </c:pt>
                <c:pt idx="3593">
                  <c:v>146.17506418852301</c:v>
                </c:pt>
                <c:pt idx="3594">
                  <c:v>146.180731802964</c:v>
                </c:pt>
                <c:pt idx="3595">
                  <c:v>146.18639703719401</c:v>
                </c:pt>
                <c:pt idx="3596">
                  <c:v>146.19205989256801</c:v>
                </c:pt>
                <c:pt idx="3597">
                  <c:v>146.197720370437</c:v>
                </c:pt>
                <c:pt idx="3598">
                  <c:v>146.20337847215501</c:v>
                </c:pt>
                <c:pt idx="3599">
                  <c:v>146.209034199071</c:v>
                </c:pt>
                <c:pt idx="3600">
                  <c:v>146.214687552535</c:v>
                </c:pt>
                <c:pt idx="3601">
                  <c:v>146.22033853389701</c:v>
                </c:pt>
                <c:pt idx="3602">
                  <c:v>146.22598714450399</c:v>
                </c:pt>
                <c:pt idx="3603">
                  <c:v>146.23163338570299</c:v>
                </c:pt>
                <c:pt idx="3604">
                  <c:v>146.23727725883899</c:v>
                </c:pt>
                <c:pt idx="3605">
                  <c:v>146.24291876525601</c:v>
                </c:pt>
                <c:pt idx="3606">
                  <c:v>146.248557906299</c:v>
                </c:pt>
                <c:pt idx="3607">
                  <c:v>146.25419468331</c:v>
                </c:pt>
                <c:pt idx="3608">
                  <c:v>146.25982909762999</c:v>
                </c:pt>
                <c:pt idx="3609">
                  <c:v>146.2654611506</c:v>
                </c:pt>
                <c:pt idx="3610">
                  <c:v>146.271090843558</c:v>
                </c:pt>
                <c:pt idx="3611">
                  <c:v>146.276718177844</c:v>
                </c:pt>
                <c:pt idx="3612">
                  <c:v>146.282343154795</c:v>
                </c:pt>
                <c:pt idx="3613">
                  <c:v>146.28796577574599</c:v>
                </c:pt>
                <c:pt idx="3614">
                  <c:v>146.29358604203401</c:v>
                </c:pt>
                <c:pt idx="3615">
                  <c:v>146.29920395499201</c:v>
                </c:pt>
                <c:pt idx="3616">
                  <c:v>146.304819515953</c:v>
                </c:pt>
                <c:pt idx="3617">
                  <c:v>146.31043272625001</c:v>
                </c:pt>
                <c:pt idx="3618">
                  <c:v>146.31604358721401</c:v>
                </c:pt>
                <c:pt idx="3619">
                  <c:v>146.32165210017499</c:v>
                </c:pt>
                <c:pt idx="3620">
                  <c:v>146.327258266461</c:v>
                </c:pt>
                <c:pt idx="3621">
                  <c:v>146.33286208740199</c:v>
                </c:pt>
                <c:pt idx="3622">
                  <c:v>146.33846356432301</c:v>
                </c:pt>
                <c:pt idx="3623">
                  <c:v>146.344062698551</c:v>
                </c:pt>
                <c:pt idx="3624">
                  <c:v>146.34965949141099</c:v>
                </c:pt>
                <c:pt idx="3625">
                  <c:v>146.355253944227</c:v>
                </c:pt>
                <c:pt idx="3626">
                  <c:v>146.36084605832201</c:v>
                </c:pt>
                <c:pt idx="3627">
                  <c:v>146.366435835017</c:v>
                </c:pt>
                <c:pt idx="3628">
                  <c:v>146.37202327563401</c:v>
                </c:pt>
                <c:pt idx="3629">
                  <c:v>146.377608381492</c:v>
                </c:pt>
                <c:pt idx="3630">
                  <c:v>146.38319115390999</c:v>
                </c:pt>
                <c:pt idx="3631">
                  <c:v>146.38877159420599</c:v>
                </c:pt>
                <c:pt idx="3632">
                  <c:v>146.394349703697</c:v>
                </c:pt>
                <c:pt idx="3633">
                  <c:v>146.39992548369901</c:v>
                </c:pt>
                <c:pt idx="3634">
                  <c:v>146.405498935525</c:v>
                </c:pt>
                <c:pt idx="3635">
                  <c:v>146.411070060491</c:v>
                </c:pt>
                <c:pt idx="3636">
                  <c:v>146.416638859909</c:v>
                </c:pt>
                <c:pt idx="3637">
                  <c:v>146.42220533509101</c:v>
                </c:pt>
                <c:pt idx="3638">
                  <c:v>146.42776948734601</c:v>
                </c:pt>
                <c:pt idx="3639">
                  <c:v>146.43333131798599</c:v>
                </c:pt>
                <c:pt idx="3640">
                  <c:v>146.43889082831899</c:v>
                </c:pt>
                <c:pt idx="3641">
                  <c:v>146.44444801965199</c:v>
                </c:pt>
                <c:pt idx="3642">
                  <c:v>146.45000289329201</c:v>
                </c:pt>
                <c:pt idx="3643">
                  <c:v>146.45555545054501</c:v>
                </c:pt>
                <c:pt idx="3644">
                  <c:v>146.46110569271599</c:v>
                </c:pt>
                <c:pt idx="3645">
                  <c:v>146.46665362110701</c:v>
                </c:pt>
                <c:pt idx="3646">
                  <c:v>146.47219923702301</c:v>
                </c:pt>
                <c:pt idx="3647">
                  <c:v>146.477742541765</c:v>
                </c:pt>
                <c:pt idx="3648">
                  <c:v>146.483283536632</c:v>
                </c:pt>
                <c:pt idx="3649">
                  <c:v>146.48882222292599</c:v>
                </c:pt>
                <c:pt idx="3650">
                  <c:v>146.49435860194399</c:v>
                </c:pt>
                <c:pt idx="3651">
                  <c:v>146.49989267498501</c:v>
                </c:pt>
                <c:pt idx="3652">
                  <c:v>146.50542444334499</c:v>
                </c:pt>
                <c:pt idx="3653">
                  <c:v>146.51095390831901</c:v>
                </c:pt>
                <c:pt idx="3654">
                  <c:v>146.516481071203</c:v>
                </c:pt>
                <c:pt idx="3655">
                  <c:v>146.52200593328999</c:v>
                </c:pt>
                <c:pt idx="3656">
                  <c:v>146.52752849587199</c:v>
                </c:pt>
                <c:pt idx="3657">
                  <c:v>146.53304876024299</c:v>
                </c:pt>
                <c:pt idx="3658">
                  <c:v>146.53856672769101</c:v>
                </c:pt>
                <c:pt idx="3659">
                  <c:v>146.544082399508</c:v>
                </c:pt>
                <c:pt idx="3660">
                  <c:v>146.54959577698099</c:v>
                </c:pt>
                <c:pt idx="3661">
                  <c:v>146.555106861399</c:v>
                </c:pt>
                <c:pt idx="3662">
                  <c:v>146.56061565404801</c:v>
                </c:pt>
                <c:pt idx="3663">
                  <c:v>146.56612215621399</c:v>
                </c:pt>
                <c:pt idx="3664">
                  <c:v>146.57162636918201</c:v>
                </c:pt>
                <c:pt idx="3665">
                  <c:v>146.577128294235</c:v>
                </c:pt>
                <c:pt idx="3666">
                  <c:v>146.582627932657</c:v>
                </c:pt>
                <c:pt idx="3667">
                  <c:v>146.58812528573</c:v>
                </c:pt>
                <c:pt idx="3668">
                  <c:v>146.59362035473299</c:v>
                </c:pt>
                <c:pt idx="3669">
                  <c:v>146.59911314094799</c:v>
                </c:pt>
                <c:pt idx="3670">
                  <c:v>146.60460364565199</c:v>
                </c:pt>
                <c:pt idx="3671">
                  <c:v>146.61009187012499</c:v>
                </c:pt>
                <c:pt idx="3672">
                  <c:v>146.61557781564201</c:v>
                </c:pt>
                <c:pt idx="3673">
                  <c:v>146.62106148347999</c:v>
                </c:pt>
                <c:pt idx="3674">
                  <c:v>146.62654287491401</c:v>
                </c:pt>
                <c:pt idx="3675">
                  <c:v>146.63202199121699</c:v>
                </c:pt>
                <c:pt idx="3676">
                  <c:v>146.63749883366401</c:v>
                </c:pt>
                <c:pt idx="3677">
                  <c:v>146.64297340352499</c:v>
                </c:pt>
                <c:pt idx="3678">
                  <c:v>146.648445702072</c:v>
                </c:pt>
                <c:pt idx="3679">
                  <c:v>146.65391573057499</c:v>
                </c:pt>
                <c:pt idx="3680">
                  <c:v>146.65938349030401</c:v>
                </c:pt>
                <c:pt idx="3681">
                  <c:v>146.664848982526</c:v>
                </c:pt>
                <c:pt idx="3682">
                  <c:v>146.67031220850799</c:v>
                </c:pt>
                <c:pt idx="3683">
                  <c:v>146.67577316951699</c:v>
                </c:pt>
                <c:pt idx="3684">
                  <c:v>146.68123186681899</c:v>
                </c:pt>
                <c:pt idx="3685">
                  <c:v>146.68668830167601</c:v>
                </c:pt>
                <c:pt idx="3686">
                  <c:v>146.69214247535399</c:v>
                </c:pt>
                <c:pt idx="3687">
                  <c:v>146.69759438911299</c:v>
                </c:pt>
                <c:pt idx="3688">
                  <c:v>146.703044044216</c:v>
                </c:pt>
                <c:pt idx="3689">
                  <c:v>146.708491441923</c:v>
                </c:pt>
                <c:pt idx="3690">
                  <c:v>146.71393658349399</c:v>
                </c:pt>
                <c:pt idx="3691">
                  <c:v>146.719379470186</c:v>
                </c:pt>
                <c:pt idx="3692">
                  <c:v>146.724820103258</c:v>
                </c:pt>
                <c:pt idx="3693">
                  <c:v>146.730258483966</c:v>
                </c:pt>
                <c:pt idx="3694">
                  <c:v>146.73569461356499</c:v>
                </c:pt>
                <c:pt idx="3695">
                  <c:v>146.74112849331101</c:v>
                </c:pt>
                <c:pt idx="3696">
                  <c:v>146.74656012445701</c:v>
                </c:pt>
                <c:pt idx="3697">
                  <c:v>146.751989508256</c:v>
                </c:pt>
                <c:pt idx="3698">
                  <c:v>146.75741664595901</c:v>
                </c:pt>
                <c:pt idx="3699">
                  <c:v>146.76284153881801</c:v>
                </c:pt>
                <c:pt idx="3700">
                  <c:v>146.76826418808301</c:v>
                </c:pt>
                <c:pt idx="3701">
                  <c:v>146.77368459500201</c:v>
                </c:pt>
                <c:pt idx="3702">
                  <c:v>146.77910276082301</c:v>
                </c:pt>
                <c:pt idx="3703">
                  <c:v>146.784518686794</c:v>
                </c:pt>
                <c:pt idx="3704">
                  <c:v>146.78993237416</c:v>
                </c:pt>
                <c:pt idx="3705">
                  <c:v>146.795343824166</c:v>
                </c:pt>
                <c:pt idx="3706">
                  <c:v>146.80075303805799</c:v>
                </c:pt>
                <c:pt idx="3707">
                  <c:v>146.80616001707801</c:v>
                </c:pt>
                <c:pt idx="3708">
                  <c:v>146.81156476246801</c:v>
                </c:pt>
                <c:pt idx="3709">
                  <c:v>146.81696727547001</c:v>
                </c:pt>
                <c:pt idx="3710">
                  <c:v>146.82236755732399</c:v>
                </c:pt>
                <c:pt idx="3711">
                  <c:v>146.82776560926899</c:v>
                </c:pt>
                <c:pt idx="3712">
                  <c:v>146.83316143254501</c:v>
                </c:pt>
                <c:pt idx="3713">
                  <c:v>146.83855502838901</c:v>
                </c:pt>
                <c:pt idx="3714">
                  <c:v>146.84394639803699</c:v>
                </c:pt>
                <c:pt idx="3715">
                  <c:v>146.84933554272499</c:v>
                </c:pt>
                <c:pt idx="3716">
                  <c:v>146.85472246368701</c:v>
                </c:pt>
                <c:pt idx="3717">
                  <c:v>146.86010716215901</c:v>
                </c:pt>
                <c:pt idx="3718">
                  <c:v>146.86548963937199</c:v>
                </c:pt>
                <c:pt idx="3719">
                  <c:v>146.87086989655799</c:v>
                </c:pt>
                <c:pt idx="3720">
                  <c:v>146.87624793494899</c:v>
                </c:pt>
                <c:pt idx="3721">
                  <c:v>146.881623755775</c:v>
                </c:pt>
                <c:pt idx="3722">
                  <c:v>146.88699736026399</c:v>
                </c:pt>
                <c:pt idx="3723">
                  <c:v>146.89236874964499</c:v>
                </c:pt>
                <c:pt idx="3724">
                  <c:v>146.89773792514501</c:v>
                </c:pt>
                <c:pt idx="3725">
                  <c:v>146.90310488799099</c:v>
                </c:pt>
                <c:pt idx="3726">
                  <c:v>146.908469639408</c:v>
                </c:pt>
                <c:pt idx="3727">
                  <c:v>146.91383218062001</c:v>
                </c:pt>
                <c:pt idx="3728">
                  <c:v>146.919192512851</c:v>
                </c:pt>
                <c:pt idx="3729">
                  <c:v>146.92455063732399</c:v>
                </c:pt>
                <c:pt idx="3730">
                  <c:v>146.92990655526</c:v>
                </c:pt>
                <c:pt idx="3731">
                  <c:v>146.93526026788001</c:v>
                </c:pt>
                <c:pt idx="3732">
                  <c:v>146.94061177640299</c:v>
                </c:pt>
                <c:pt idx="3733">
                  <c:v>146.94596108204999</c:v>
                </c:pt>
                <c:pt idx="3734">
                  <c:v>146.95130818603701</c:v>
                </c:pt>
                <c:pt idx="3735">
                  <c:v>146.956653089583</c:v>
                </c:pt>
                <c:pt idx="3736">
                  <c:v>146.96199579390199</c:v>
                </c:pt>
                <c:pt idx="3737">
                  <c:v>146.96733630021001</c:v>
                </c:pt>
                <c:pt idx="3738">
                  <c:v>146.97267460972199</c:v>
                </c:pt>
                <c:pt idx="3739">
                  <c:v>146.97801072365101</c:v>
                </c:pt>
                <c:pt idx="3740">
                  <c:v>146.98334464320999</c:v>
                </c:pt>
                <c:pt idx="3741">
                  <c:v>146.98867636960901</c:v>
                </c:pt>
                <c:pt idx="3742">
                  <c:v>146.99400590406</c:v>
                </c:pt>
                <c:pt idx="3743">
                  <c:v>146.99933324777101</c:v>
                </c:pt>
                <c:pt idx="3744">
                  <c:v>147.00465840195301</c:v>
                </c:pt>
                <c:pt idx="3745">
                  <c:v>147.009981367813</c:v>
                </c:pt>
                <c:pt idx="3746">
                  <c:v>147.01530214655801</c:v>
                </c:pt>
                <c:pt idx="3747">
                  <c:v>147.02062073939399</c:v>
                </c:pt>
                <c:pt idx="3748">
                  <c:v>147.02593714752601</c:v>
                </c:pt>
                <c:pt idx="3749">
                  <c:v>147.03125137215801</c:v>
                </c:pt>
                <c:pt idx="3750">
                  <c:v>147.036563414494</c:v>
                </c:pt>
                <c:pt idx="3751">
                  <c:v>147.04187327573501</c:v>
                </c:pt>
                <c:pt idx="3752">
                  <c:v>147.047180957085</c:v>
                </c:pt>
                <c:pt idx="3753">
                  <c:v>147.052486459742</c:v>
                </c:pt>
                <c:pt idx="3754">
                  <c:v>147.05778978490699</c:v>
                </c:pt>
                <c:pt idx="3755">
                  <c:v>147.06309093377899</c:v>
                </c:pt>
                <c:pt idx="3756">
                  <c:v>147.068389907555</c:v>
                </c:pt>
                <c:pt idx="3757">
                  <c:v>147.07368670743301</c:v>
                </c:pt>
                <c:pt idx="3758">
                  <c:v>147.07898133460799</c:v>
                </c:pt>
                <c:pt idx="3759">
                  <c:v>147.084273790276</c:v>
                </c:pt>
                <c:pt idx="3760">
                  <c:v>147.08956407563099</c:v>
                </c:pt>
                <c:pt idx="3761">
                  <c:v>147.09485219186601</c:v>
                </c:pt>
                <c:pt idx="3762">
                  <c:v>147.10013814017299</c:v>
                </c:pt>
                <c:pt idx="3763">
                  <c:v>147.10542192174501</c:v>
                </c:pt>
                <c:pt idx="3764">
                  <c:v>147.110703537772</c:v>
                </c:pt>
                <c:pt idx="3765">
                  <c:v>147.11598298944301</c:v>
                </c:pt>
                <c:pt idx="3766">
                  <c:v>147.12126027794801</c:v>
                </c:pt>
                <c:pt idx="3767">
                  <c:v>147.126535404474</c:v>
                </c:pt>
                <c:pt idx="3768">
                  <c:v>147.131808370209</c:v>
                </c:pt>
                <c:pt idx="3769">
                  <c:v>147.137079176339</c:v>
                </c:pt>
                <c:pt idx="3770">
                  <c:v>147.14234782404901</c:v>
                </c:pt>
                <c:pt idx="3771">
                  <c:v>147.147614314523</c:v>
                </c:pt>
                <c:pt idx="3772">
                  <c:v>147.15287864894401</c:v>
                </c:pt>
                <c:pt idx="3773">
                  <c:v>147.15814082849701</c:v>
                </c:pt>
                <c:pt idx="3774">
                  <c:v>147.16340085436099</c:v>
                </c:pt>
                <c:pt idx="3775">
                  <c:v>147.16865872771899</c:v>
                </c:pt>
                <c:pt idx="3776">
                  <c:v>147.17391444974899</c:v>
                </c:pt>
                <c:pt idx="3777">
                  <c:v>147.179168021631</c:v>
                </c:pt>
                <c:pt idx="3778">
                  <c:v>147.18441944454401</c:v>
                </c:pt>
                <c:pt idx="3779">
                  <c:v>147.18966871966299</c:v>
                </c:pt>
                <c:pt idx="3780">
                  <c:v>147.194915848167</c:v>
                </c:pt>
                <c:pt idx="3781">
                  <c:v>147.20016083122999</c:v>
                </c:pt>
                <c:pt idx="3782">
                  <c:v>147.20540367002599</c:v>
                </c:pt>
                <c:pt idx="3783">
                  <c:v>147.21064436573101</c:v>
                </c:pt>
                <c:pt idx="3784">
                  <c:v>147.215882919515</c:v>
                </c:pt>
                <c:pt idx="3785">
                  <c:v>147.22111933255201</c:v>
                </c:pt>
                <c:pt idx="3786">
                  <c:v>147.226353606012</c:v>
                </c:pt>
                <c:pt idx="3787">
                  <c:v>147.23158574106699</c:v>
                </c:pt>
                <c:pt idx="3788">
                  <c:v>147.23681573888399</c:v>
                </c:pt>
                <c:pt idx="3789">
                  <c:v>147.242043600632</c:v>
                </c:pt>
                <c:pt idx="3790">
                  <c:v>147.24726932748001</c:v>
                </c:pt>
                <c:pt idx="3791">
                  <c:v>147.252492920593</c:v>
                </c:pt>
                <c:pt idx="3792">
                  <c:v>147.25771438113699</c:v>
                </c:pt>
                <c:pt idx="3793">
                  <c:v>147.26293371027799</c:v>
                </c:pt>
                <c:pt idx="3794">
                  <c:v>147.26815090918001</c:v>
                </c:pt>
                <c:pt idx="3795">
                  <c:v>147.27336597900501</c:v>
                </c:pt>
                <c:pt idx="3796">
                  <c:v>147.278578920916</c:v>
                </c:pt>
                <c:pt idx="3797">
                  <c:v>147.283789736074</c:v>
                </c:pt>
                <c:pt idx="3798">
                  <c:v>147.28899842564101</c:v>
                </c:pt>
                <c:pt idx="3799">
                  <c:v>147.294204990775</c:v>
                </c:pt>
                <c:pt idx="3800">
                  <c:v>147.299409432636</c:v>
                </c:pt>
                <c:pt idx="3801">
                  <c:v>147.30461175238099</c:v>
                </c:pt>
                <c:pt idx="3802">
                  <c:v>147.309811951168</c:v>
                </c:pt>
                <c:pt idx="3803">
                  <c:v>147.315010030152</c:v>
                </c:pt>
                <c:pt idx="3804">
                  <c:v>147.32020599049</c:v>
                </c:pt>
                <c:pt idx="3805">
                  <c:v>147.32539983333501</c:v>
                </c:pt>
                <c:pt idx="3806">
                  <c:v>147.330591559841</c:v>
                </c:pt>
                <c:pt idx="3807">
                  <c:v>147.33578117116201</c:v>
                </c:pt>
                <c:pt idx="3808">
                  <c:v>147.340968668448</c:v>
                </c:pt>
                <c:pt idx="3809">
                  <c:v>147.34615405285101</c:v>
                </c:pt>
                <c:pt idx="3810">
                  <c:v>147.351337325522</c:v>
                </c:pt>
                <c:pt idx="3811">
                  <c:v>147.35651848760901</c:v>
                </c:pt>
                <c:pt idx="3812">
                  <c:v>147.36169754026</c:v>
                </c:pt>
                <c:pt idx="3813">
                  <c:v>147.36687448462399</c:v>
                </c:pt>
                <c:pt idx="3814">
                  <c:v>147.37204932184801</c:v>
                </c:pt>
                <c:pt idx="3815">
                  <c:v>147.377222053076</c:v>
                </c:pt>
                <c:pt idx="3816">
                  <c:v>147.382392679454</c:v>
                </c:pt>
                <c:pt idx="3817">
                  <c:v>147.38756120212699</c:v>
                </c:pt>
                <c:pt idx="3818">
                  <c:v>147.392727622237</c:v>
                </c:pt>
                <c:pt idx="3819">
                  <c:v>147.39789194092799</c:v>
                </c:pt>
                <c:pt idx="3820">
                  <c:v>147.40305415934</c:v>
                </c:pt>
                <c:pt idx="3821">
                  <c:v>147.408214278614</c:v>
                </c:pt>
                <c:pt idx="3822">
                  <c:v>147.41337229989</c:v>
                </c:pt>
                <c:pt idx="3823">
                  <c:v>147.41852822430801</c:v>
                </c:pt>
                <c:pt idx="3824">
                  <c:v>147.423682053005</c:v>
                </c:pt>
                <c:pt idx="3825">
                  <c:v>147.428833787119</c:v>
                </c:pt>
                <c:pt idx="3826">
                  <c:v>147.43398342778599</c:v>
                </c:pt>
                <c:pt idx="3827">
                  <c:v>147.439130976142</c:v>
                </c:pt>
                <c:pt idx="3828">
                  <c:v>147.44427643332199</c:v>
                </c:pt>
                <c:pt idx="3829">
                  <c:v>147.449419800459</c:v>
                </c:pt>
                <c:pt idx="3830">
                  <c:v>147.45456107868699</c:v>
                </c:pt>
                <c:pt idx="3831">
                  <c:v>147.45970026913801</c:v>
                </c:pt>
                <c:pt idx="3832">
                  <c:v>147.464837372944</c:v>
                </c:pt>
                <c:pt idx="3833">
                  <c:v>147.46997239123399</c:v>
                </c:pt>
                <c:pt idx="3834">
                  <c:v>147.475105325139</c:v>
                </c:pt>
                <c:pt idx="3835">
                  <c:v>147.48023617578801</c:v>
                </c:pt>
                <c:pt idx="3836">
                  <c:v>147.485364944308</c:v>
                </c:pt>
                <c:pt idx="3837">
                  <c:v>147.49049163182701</c:v>
                </c:pt>
                <c:pt idx="3838">
                  <c:v>147.49561623947099</c:v>
                </c:pt>
                <c:pt idx="3839">
                  <c:v>147.50073876836601</c:v>
                </c:pt>
                <c:pt idx="3840">
                  <c:v>147.50585921963599</c:v>
                </c:pt>
                <c:pt idx="3841">
                  <c:v>147.51097759440501</c:v>
                </c:pt>
                <c:pt idx="3842">
                  <c:v>147.51609389379601</c:v>
                </c:pt>
                <c:pt idx="3843">
                  <c:v>147.52120811893201</c:v>
                </c:pt>
                <c:pt idx="3844">
                  <c:v>147.52632027093301</c:v>
                </c:pt>
                <c:pt idx="3845">
                  <c:v>147.531430350921</c:v>
                </c:pt>
                <c:pt idx="3846">
                  <c:v>147.53653836001399</c:v>
                </c:pt>
                <c:pt idx="3847">
                  <c:v>147.54164429933201</c:v>
                </c:pt>
                <c:pt idx="3848">
                  <c:v>147.54674816999199</c:v>
                </c:pt>
                <c:pt idx="3849">
                  <c:v>147.55184997311201</c:v>
                </c:pt>
                <c:pt idx="3850">
                  <c:v>147.55694970980801</c:v>
                </c:pt>
                <c:pt idx="3851">
                  <c:v>147.56204738119601</c:v>
                </c:pt>
                <c:pt idx="3852">
                  <c:v>147.56714298839</c:v>
                </c:pt>
                <c:pt idx="3853">
                  <c:v>147.572236532505</c:v>
                </c:pt>
                <c:pt idx="3854">
                  <c:v>147.57732801465201</c:v>
                </c:pt>
                <c:pt idx="3855">
                  <c:v>147.58241743594499</c:v>
                </c:pt>
                <c:pt idx="3856">
                  <c:v>147.58750479749401</c:v>
                </c:pt>
                <c:pt idx="3857">
                  <c:v>147.592590100411</c:v>
                </c:pt>
                <c:pt idx="3858">
                  <c:v>147.597673345804</c:v>
                </c:pt>
                <c:pt idx="3859">
                  <c:v>147.602754534783</c:v>
                </c:pt>
                <c:pt idx="3860">
                  <c:v>147.60783366845601</c:v>
                </c:pt>
                <c:pt idx="3861">
                  <c:v>147.61291074793101</c:v>
                </c:pt>
                <c:pt idx="3862">
                  <c:v>147.61798577431199</c:v>
                </c:pt>
                <c:pt idx="3863">
                  <c:v>147.623058748707</c:v>
                </c:pt>
                <c:pt idx="3864">
                  <c:v>147.62812967222001</c:v>
                </c:pt>
                <c:pt idx="3865">
                  <c:v>147.633198545954</c:v>
                </c:pt>
                <c:pt idx="3866">
                  <c:v>147.638265371014</c:v>
                </c:pt>
                <c:pt idx="3867">
                  <c:v>147.64333014850001</c:v>
                </c:pt>
                <c:pt idx="3868">
                  <c:v>147.648392879516</c:v>
                </c:pt>
                <c:pt idx="3869">
                  <c:v>147.65345356516099</c:v>
                </c:pt>
                <c:pt idx="3870">
                  <c:v>147.65851220653499</c:v>
                </c:pt>
                <c:pt idx="3871">
                  <c:v>147.66356880473799</c:v>
                </c:pt>
                <c:pt idx="3872">
                  <c:v>147.668623360867</c:v>
                </c:pt>
                <c:pt idx="3873">
                  <c:v>147.67367587602001</c:v>
                </c:pt>
                <c:pt idx="3874">
                  <c:v>147.67872635129399</c:v>
                </c:pt>
                <c:pt idx="3875">
                  <c:v>147.68377478778399</c:v>
                </c:pt>
                <c:pt idx="3876">
                  <c:v>147.68882118658601</c:v>
                </c:pt>
                <c:pt idx="3877">
                  <c:v>147.69386554879301</c:v>
                </c:pt>
                <c:pt idx="3878">
                  <c:v>147.6989078755</c:v>
                </c:pt>
                <c:pt idx="3879">
                  <c:v>147.70394816779799</c:v>
                </c:pt>
                <c:pt idx="3880">
                  <c:v>147.70898642677901</c:v>
                </c:pt>
                <c:pt idx="3881">
                  <c:v>147.71402265353399</c:v>
                </c:pt>
                <c:pt idx="3882">
                  <c:v>147.71905684915399</c:v>
                </c:pt>
                <c:pt idx="3883">
                  <c:v>147.72408901472701</c:v>
                </c:pt>
                <c:pt idx="3884">
                  <c:v>147.72911915134301</c:v>
                </c:pt>
                <c:pt idx="3885">
                  <c:v>147.73414726008801</c:v>
                </c:pt>
                <c:pt idx="3886">
                  <c:v>147.73917334205001</c:v>
                </c:pt>
                <c:pt idx="3887">
                  <c:v>147.74419739831501</c:v>
                </c:pt>
                <c:pt idx="3888">
                  <c:v>147.74921942996801</c:v>
                </c:pt>
                <c:pt idx="3889">
                  <c:v>147.754239438094</c:v>
                </c:pt>
                <c:pt idx="3890">
                  <c:v>147.759257423777</c:v>
                </c:pt>
                <c:pt idx="3891">
                  <c:v>147.76427338809901</c:v>
                </c:pt>
                <c:pt idx="3892">
                  <c:v>147.769287332142</c:v>
                </c:pt>
                <c:pt idx="3893">
                  <c:v>147.774299256988</c:v>
                </c:pt>
                <c:pt idx="3894">
                  <c:v>147.77930916371699</c:v>
                </c:pt>
                <c:pt idx="3895">
                  <c:v>147.78431705340901</c:v>
                </c:pt>
                <c:pt idx="3896">
                  <c:v>147.789322927142</c:v>
                </c:pt>
                <c:pt idx="3897">
                  <c:v>147.79432678599599</c:v>
                </c:pt>
                <c:pt idx="3898">
                  <c:v>147.79932863104699</c:v>
                </c:pt>
                <c:pt idx="3899">
                  <c:v>147.804328463372</c:v>
                </c:pt>
                <c:pt idx="3900">
                  <c:v>147.80932628404599</c:v>
                </c:pt>
                <c:pt idx="3901">
                  <c:v>147.81432209414501</c:v>
                </c:pt>
                <c:pt idx="3902">
                  <c:v>147.819315894742</c:v>
                </c:pt>
                <c:pt idx="3903">
                  <c:v>147.824307686911</c:v>
                </c:pt>
                <c:pt idx="3904">
                  <c:v>147.829297471724</c:v>
                </c:pt>
                <c:pt idx="3905">
                  <c:v>147.834285250254</c:v>
                </c:pt>
                <c:pt idx="3906">
                  <c:v>147.839271023571</c:v>
                </c:pt>
                <c:pt idx="3907">
                  <c:v>147.844254792746</c:v>
                </c:pt>
                <c:pt idx="3908">
                  <c:v>147.849236558847</c:v>
                </c:pt>
                <c:pt idx="3909">
                  <c:v>147.85421632294401</c:v>
                </c:pt>
                <c:pt idx="3910">
                  <c:v>147.859194086104</c:v>
                </c:pt>
                <c:pt idx="3911">
                  <c:v>147.86416984939399</c:v>
                </c:pt>
                <c:pt idx="3912">
                  <c:v>147.86914361388</c:v>
                </c:pt>
                <c:pt idx="3913">
                  <c:v>147.87411538062901</c:v>
                </c:pt>
                <c:pt idx="3914">
                  <c:v>147.87908515070399</c:v>
                </c:pt>
                <c:pt idx="3915">
                  <c:v>147.88405292517001</c:v>
                </c:pt>
                <c:pt idx="3916">
                  <c:v>147.88901870509</c:v>
                </c:pt>
                <c:pt idx="3917">
                  <c:v>147.893982491526</c:v>
                </c:pt>
                <c:pt idx="3918">
                  <c:v>147.89894428553899</c:v>
                </c:pt>
                <c:pt idx="3919">
                  <c:v>147.90390408819101</c:v>
                </c:pt>
                <c:pt idx="3920">
                  <c:v>147.90886190054101</c:v>
                </c:pt>
                <c:pt idx="3921">
                  <c:v>147.91381772364801</c:v>
                </c:pt>
                <c:pt idx="3922">
                  <c:v>147.91877155857199</c:v>
                </c:pt>
                <c:pt idx="3923">
                  <c:v>147.92372340636899</c:v>
                </c:pt>
                <c:pt idx="3924">
                  <c:v>147.92867326809699</c:v>
                </c:pt>
                <c:pt idx="3925">
                  <c:v>147.93362114481101</c:v>
                </c:pt>
                <c:pt idx="3926">
                  <c:v>147.93856703756799</c:v>
                </c:pt>
                <c:pt idx="3927">
                  <c:v>147.943510947421</c:v>
                </c:pt>
                <c:pt idx="3928">
                  <c:v>147.94845287542401</c:v>
                </c:pt>
                <c:pt idx="3929">
                  <c:v>147.953392822631</c:v>
                </c:pt>
                <c:pt idx="3930">
                  <c:v>147.95833079009299</c:v>
                </c:pt>
                <c:pt idx="3931">
                  <c:v>147.96326677886199</c:v>
                </c:pt>
                <c:pt idx="3932">
                  <c:v>147.968200789989</c:v>
                </c:pt>
                <c:pt idx="3933">
                  <c:v>147.97313282452399</c:v>
                </c:pt>
                <c:pt idx="3934">
                  <c:v>147.97806288351501</c:v>
                </c:pt>
                <c:pt idx="3935">
                  <c:v>147.98299096801199</c:v>
                </c:pt>
                <c:pt idx="3936">
                  <c:v>147.98791707906199</c:v>
                </c:pt>
                <c:pt idx="3937">
                  <c:v>147.992841217711</c:v>
                </c:pt>
                <c:pt idx="3938">
                  <c:v>147.99776338500499</c:v>
                </c:pt>
                <c:pt idx="3939">
                  <c:v>148.00268358199099</c:v>
                </c:pt>
                <c:pt idx="3940">
                  <c:v>148.00760180971301</c:v>
                </c:pt>
                <c:pt idx="3941">
                  <c:v>148.012518069213</c:v>
                </c:pt>
                <c:pt idx="3942">
                  <c:v>148.01743236153601</c:v>
                </c:pt>
                <c:pt idx="3943">
                  <c:v>148.022344687724</c:v>
                </c:pt>
                <c:pt idx="3944">
                  <c:v>148.02725504881801</c:v>
                </c:pt>
                <c:pt idx="3945">
                  <c:v>148.032163445859</c:v>
                </c:pt>
                <c:pt idx="3946">
                  <c:v>148.03706987988599</c:v>
                </c:pt>
                <c:pt idx="3947">
                  <c:v>148.04197435194001</c:v>
                </c:pt>
                <c:pt idx="3948">
                  <c:v>148.046876863058</c:v>
                </c:pt>
                <c:pt idx="3949">
                  <c:v>148.05177741427801</c:v>
                </c:pt>
                <c:pt idx="3950">
                  <c:v>148.05667600663699</c:v>
                </c:pt>
                <c:pt idx="3951">
                  <c:v>148.06157264117101</c:v>
                </c:pt>
                <c:pt idx="3952">
                  <c:v>148.06646731891601</c:v>
                </c:pt>
                <c:pt idx="3953">
                  <c:v>148.071360040907</c:v>
                </c:pt>
                <c:pt idx="3954">
                  <c:v>148.07625080817601</c:v>
                </c:pt>
                <c:pt idx="3955">
                  <c:v>148.08113962175801</c:v>
                </c:pt>
                <c:pt idx="3956">
                  <c:v>148.08602648268399</c:v>
                </c:pt>
                <c:pt idx="3957">
                  <c:v>148.09091139198699</c:v>
                </c:pt>
                <c:pt idx="3958">
                  <c:v>148.09579435069799</c:v>
                </c:pt>
                <c:pt idx="3959">
                  <c:v>148.10067535984501</c:v>
                </c:pt>
                <c:pt idx="3960">
                  <c:v>148.10555442045899</c:v>
                </c:pt>
                <c:pt idx="3961">
                  <c:v>148.110431533569</c:v>
                </c:pt>
                <c:pt idx="3962">
                  <c:v>148.11530670020201</c:v>
                </c:pt>
                <c:pt idx="3963">
                  <c:v>148.12017992138499</c:v>
                </c:pt>
                <c:pt idx="3964">
                  <c:v>148.125051198145</c:v>
                </c:pt>
                <c:pt idx="3965">
                  <c:v>148.129920531507</c:v>
                </c:pt>
                <c:pt idx="3966">
                  <c:v>148.134787922496</c:v>
                </c:pt>
                <c:pt idx="3967">
                  <c:v>148.13965337213699</c:v>
                </c:pt>
                <c:pt idx="3968">
                  <c:v>148.144516881453</c:v>
                </c:pt>
                <c:pt idx="3969">
                  <c:v>148.14937845146599</c:v>
                </c:pt>
                <c:pt idx="3970">
                  <c:v>148.15423808319801</c:v>
                </c:pt>
                <c:pt idx="3971">
                  <c:v>148.15909577766999</c:v>
                </c:pt>
                <c:pt idx="3972">
                  <c:v>148.163951535904</c:v>
                </c:pt>
                <c:pt idx="3973">
                  <c:v>148.16880535891801</c:v>
                </c:pt>
                <c:pt idx="3974">
                  <c:v>148.173657247731</c:v>
                </c:pt>
                <c:pt idx="3975">
                  <c:v>148.17850720336199</c:v>
                </c:pt>
                <c:pt idx="3976">
                  <c:v>148.18335522682699</c:v>
                </c:pt>
                <c:pt idx="3977">
                  <c:v>148.18820131914501</c:v>
                </c:pt>
                <c:pt idx="3978">
                  <c:v>148.19304548132999</c:v>
                </c:pt>
                <c:pt idx="3979">
                  <c:v>148.19788771439801</c:v>
                </c:pt>
                <c:pt idx="3980">
                  <c:v>148.20272801936301</c:v>
                </c:pt>
                <c:pt idx="3981">
                  <c:v>148.20756639723899</c:v>
                </c:pt>
                <c:pt idx="3982">
                  <c:v>148.21240284903999</c:v>
                </c:pt>
                <c:pt idx="3983">
                  <c:v>148.21723737577599</c:v>
                </c:pt>
                <c:pt idx="3984">
                  <c:v>148.22206997846101</c:v>
                </c:pt>
                <c:pt idx="3985">
                  <c:v>148.226900658104</c:v>
                </c:pt>
                <c:pt idx="3986">
                  <c:v>148.23172941571599</c:v>
                </c:pt>
                <c:pt idx="3987">
                  <c:v>148.236556252306</c:v>
                </c:pt>
                <c:pt idx="3988">
                  <c:v>148.24138116888199</c:v>
                </c:pt>
                <c:pt idx="3989">
                  <c:v>148.246204166453</c:v>
                </c:pt>
                <c:pt idx="3990">
                  <c:v>148.25102524602599</c:v>
                </c:pt>
                <c:pt idx="3991">
                  <c:v>148.25584440860601</c:v>
                </c:pt>
                <c:pt idx="3992">
                  <c:v>148.26066165520001</c:v>
                </c:pt>
                <c:pt idx="3993">
                  <c:v>148.26547698681301</c:v>
                </c:pt>
                <c:pt idx="3994">
                  <c:v>148.27029040444799</c:v>
                </c:pt>
                <c:pt idx="3995">
                  <c:v>148.27510190910999</c:v>
                </c:pt>
                <c:pt idx="3996">
                  <c:v>148.279911501801</c:v>
                </c:pt>
                <c:pt idx="3997">
                  <c:v>148.28471918352301</c:v>
                </c:pt>
                <c:pt idx="3998">
                  <c:v>148.28952495527699</c:v>
                </c:pt>
                <c:pt idx="3999">
                  <c:v>148.294328818064</c:v>
                </c:pt>
                <c:pt idx="4000">
                  <c:v>148.29913077288299</c:v>
                </c:pt>
                <c:pt idx="4001">
                  <c:v>148.30393082073499</c:v>
                </c:pt>
                <c:pt idx="4002">
                  <c:v>148.30872896261599</c:v>
                </c:pt>
                <c:pt idx="4003">
                  <c:v>148.313525199526</c:v>
                </c:pt>
                <c:pt idx="4004">
                  <c:v>148.31831953246001</c:v>
                </c:pt>
                <c:pt idx="4005">
                  <c:v>148.32311196241599</c:v>
                </c:pt>
                <c:pt idx="4006">
                  <c:v>148.327902490388</c:v>
                </c:pt>
                <c:pt idx="4007">
                  <c:v>148.33269111737101</c:v>
                </c:pt>
                <c:pt idx="4008">
                  <c:v>148.33747784436</c:v>
                </c:pt>
                <c:pt idx="4009">
                  <c:v>148.342262672348</c:v>
                </c:pt>
                <c:pt idx="4010">
                  <c:v>148.34704560232601</c:v>
                </c:pt>
                <c:pt idx="4011">
                  <c:v>148.351826635289</c:v>
                </c:pt>
                <c:pt idx="4012">
                  <c:v>148.35660577222501</c:v>
                </c:pt>
                <c:pt idx="4013">
                  <c:v>148.361383014127</c:v>
                </c:pt>
                <c:pt idx="4014">
                  <c:v>148.366158361983</c:v>
                </c:pt>
                <c:pt idx="4015">
                  <c:v>148.37093181678301</c:v>
                </c:pt>
                <c:pt idx="4016">
                  <c:v>148.37570337951499</c:v>
                </c:pt>
                <c:pt idx="4017">
                  <c:v>148.380473051167</c:v>
                </c:pt>
                <c:pt idx="4018">
                  <c:v>148.385240832725</c:v>
                </c:pt>
                <c:pt idx="4019">
                  <c:v>148.39000672517599</c:v>
                </c:pt>
                <c:pt idx="4020">
                  <c:v>148.39477072950501</c:v>
                </c:pt>
                <c:pt idx="4021">
                  <c:v>148.39953284669701</c:v>
                </c:pt>
                <c:pt idx="4022">
                  <c:v>148.40429307773601</c:v>
                </c:pt>
                <c:pt idx="4023">
                  <c:v>148.409051423606</c:v>
                </c:pt>
                <c:pt idx="4024">
                  <c:v>148.41380788528801</c:v>
                </c:pt>
                <c:pt idx="4025">
                  <c:v>148.418562463765</c:v>
                </c:pt>
                <c:pt idx="4026">
                  <c:v>148.423315160019</c:v>
                </c:pt>
                <c:pt idx="4027">
                  <c:v>148.428065975029</c:v>
                </c:pt>
                <c:pt idx="4028">
                  <c:v>148.432814909775</c:v>
                </c:pt>
                <c:pt idx="4029">
                  <c:v>148.43756196523699</c:v>
                </c:pt>
                <c:pt idx="4030">
                  <c:v>148.442307142392</c:v>
                </c:pt>
                <c:pt idx="4031">
                  <c:v>148.44705044221899</c:v>
                </c:pt>
                <c:pt idx="4032">
                  <c:v>148.45179186569499</c:v>
                </c:pt>
                <c:pt idx="4033">
                  <c:v>148.45653141379501</c:v>
                </c:pt>
                <c:pt idx="4034">
                  <c:v>148.46126908749599</c:v>
                </c:pt>
                <c:pt idx="4035">
                  <c:v>148.46600488777199</c:v>
                </c:pt>
                <c:pt idx="4036">
                  <c:v>148.470738815597</c:v>
                </c:pt>
                <c:pt idx="4037">
                  <c:v>148.47547087194499</c:v>
                </c:pt>
                <c:pt idx="4038">
                  <c:v>148.48020105778801</c:v>
                </c:pt>
                <c:pt idx="4039">
                  <c:v>148.48492937409901</c:v>
                </c:pt>
                <c:pt idx="4040">
                  <c:v>148.489655821849</c:v>
                </c:pt>
                <c:pt idx="4041">
                  <c:v>148.49438040200801</c:v>
                </c:pt>
                <c:pt idx="4042">
                  <c:v>148.499103115547</c:v>
                </c:pt>
                <c:pt idx="4043">
                  <c:v>148.503823963435</c:v>
                </c:pt>
                <c:pt idx="4044">
                  <c:v>148.50854294664001</c:v>
                </c:pt>
                <c:pt idx="4045">
                  <c:v>148.51326006613101</c:v>
                </c:pt>
                <c:pt idx="4046">
                  <c:v>148.51797532287401</c:v>
                </c:pt>
                <c:pt idx="4047">
                  <c:v>148.522688717835</c:v>
                </c:pt>
                <c:pt idx="4048">
                  <c:v>148.52740025198099</c:v>
                </c:pt>
                <c:pt idx="4049">
                  <c:v>148.532109926277</c:v>
                </c:pt>
                <c:pt idx="4050">
                  <c:v>148.536817741687</c:v>
                </c:pt>
                <c:pt idx="4051">
                  <c:v>148.541523699175</c:v>
                </c:pt>
                <c:pt idx="4052">
                  <c:v>148.54622779970401</c:v>
                </c:pt>
                <c:pt idx="4053">
                  <c:v>148.550930044236</c:v>
                </c:pt>
                <c:pt idx="4054">
                  <c:v>148.55563043373201</c:v>
                </c:pt>
                <c:pt idx="4055">
                  <c:v>148.560328969154</c:v>
                </c:pt>
                <c:pt idx="4056">
                  <c:v>148.56502565146201</c:v>
                </c:pt>
                <c:pt idx="4057">
                  <c:v>148.569720481616</c:v>
                </c:pt>
                <c:pt idx="4058">
                  <c:v>148.57441346057399</c:v>
                </c:pt>
                <c:pt idx="4059">
                  <c:v>148.57910458929399</c:v>
                </c:pt>
                <c:pt idx="4060">
                  <c:v>148.58379386873401</c:v>
                </c:pt>
                <c:pt idx="4061">
                  <c:v>148.58848129985199</c:v>
                </c:pt>
                <c:pt idx="4062">
                  <c:v>148.59316688360201</c:v>
                </c:pt>
                <c:pt idx="4063">
                  <c:v>148.59785062093999</c:v>
                </c:pt>
                <c:pt idx="4064">
                  <c:v>148.602532512821</c:v>
                </c:pt>
                <c:pt idx="4065">
                  <c:v>148.6072125602</c:v>
                </c:pt>
                <c:pt idx="4066">
                  <c:v>148.611890764029</c:v>
                </c:pt>
                <c:pt idx="4067">
                  <c:v>148.61656712526101</c:v>
                </c:pt>
                <c:pt idx="4068">
                  <c:v>148.62124164484899</c:v>
                </c:pt>
                <c:pt idx="4069">
                  <c:v>148.62591432374299</c:v>
                </c:pt>
                <c:pt idx="4070">
                  <c:v>148.63058516289399</c:v>
                </c:pt>
                <c:pt idx="4071">
                  <c:v>148.635254163252</c:v>
                </c:pt>
                <c:pt idx="4072">
                  <c:v>148.63992132576701</c:v>
                </c:pt>
                <c:pt idx="4073">
                  <c:v>148.64458665138699</c:v>
                </c:pt>
                <c:pt idx="4074">
                  <c:v>148.64925014105901</c:v>
                </c:pt>
                <c:pt idx="4075">
                  <c:v>148.653911795732</c:v>
                </c:pt>
                <c:pt idx="4076">
                  <c:v>148.65857161635199</c:v>
                </c:pt>
                <c:pt idx="4077">
                  <c:v>148.66322960386501</c:v>
                </c:pt>
                <c:pt idx="4078">
                  <c:v>148.66788575921501</c:v>
                </c:pt>
                <c:pt idx="4079">
                  <c:v>148.672540083348</c:v>
                </c:pt>
                <c:pt idx="4080">
                  <c:v>148.67719257720699</c:v>
                </c:pt>
                <c:pt idx="4081">
                  <c:v>148.681843241736</c:v>
                </c:pt>
                <c:pt idx="4082">
                  <c:v>148.68649207787701</c:v>
                </c:pt>
                <c:pt idx="4083">
                  <c:v>148.69113908657101</c:v>
                </c:pt>
                <c:pt idx="4084">
                  <c:v>148.695784268761</c:v>
                </c:pt>
                <c:pt idx="4085">
                  <c:v>148.700427625386</c:v>
                </c:pt>
                <c:pt idx="4086">
                  <c:v>148.70506915738699</c:v>
                </c:pt>
                <c:pt idx="4087">
                  <c:v>148.709708865702</c:v>
                </c:pt>
                <c:pt idx="4088">
                  <c:v>148.71434675127099</c:v>
                </c:pt>
                <c:pt idx="4089">
                  <c:v>148.71898281502999</c:v>
                </c:pt>
                <c:pt idx="4090">
                  <c:v>148.72361705791701</c:v>
                </c:pt>
                <c:pt idx="4091">
                  <c:v>148.72824948086901</c:v>
                </c:pt>
                <c:pt idx="4092">
                  <c:v>148.73288008482101</c:v>
                </c:pt>
                <c:pt idx="4093">
                  <c:v>148.73750887070801</c:v>
                </c:pt>
                <c:pt idx="4094">
                  <c:v>148.74213583946499</c:v>
                </c:pt>
                <c:pt idx="4095">
                  <c:v>148.746760992026</c:v>
                </c:pt>
                <c:pt idx="4096">
                  <c:v>148.751384329324</c:v>
                </c:pt>
                <c:pt idx="4097">
                  <c:v>148.75600585229199</c:v>
                </c:pt>
                <c:pt idx="4098">
                  <c:v>148.76062556186</c:v>
                </c:pt>
                <c:pt idx="4099">
                  <c:v>148.76524345896101</c:v>
                </c:pt>
                <c:pt idx="4100">
                  <c:v>148.76985954452499</c:v>
                </c:pt>
                <c:pt idx="4101">
                  <c:v>148.77447381948099</c:v>
                </c:pt>
                <c:pt idx="4102">
                  <c:v>148.77908628475899</c:v>
                </c:pt>
                <c:pt idx="4103">
                  <c:v>148.78369694128801</c:v>
                </c:pt>
                <c:pt idx="4104">
                  <c:v>148.78830578999501</c:v>
                </c:pt>
                <c:pt idx="4105">
                  <c:v>148.792912831807</c:v>
                </c:pt>
                <c:pt idx="4106">
                  <c:v>148.797518067651</c:v>
                </c:pt>
                <c:pt idx="4107">
                  <c:v>148.80212149845201</c:v>
                </c:pt>
                <c:pt idx="4108">
                  <c:v>148.80672312513701</c:v>
                </c:pt>
                <c:pt idx="4109">
                  <c:v>148.811322948629</c:v>
                </c:pt>
                <c:pt idx="4110">
                  <c:v>148.81592096985301</c:v>
                </c:pt>
                <c:pt idx="4111">
                  <c:v>148.82051718973099</c:v>
                </c:pt>
                <c:pt idx="4112">
                  <c:v>148.82511160918699</c:v>
                </c:pt>
                <c:pt idx="4113">
                  <c:v>148.82970422914099</c:v>
                </c:pt>
                <c:pt idx="4114">
                  <c:v>148.834295050516</c:v>
                </c:pt>
                <c:pt idx="4115">
                  <c:v>148.838884074232</c:v>
                </c:pt>
                <c:pt idx="4116">
                  <c:v>148.84347130120901</c:v>
                </c:pt>
                <c:pt idx="4117">
                  <c:v>148.84805673236701</c:v>
                </c:pt>
                <c:pt idx="4118">
                  <c:v>148.85264036862301</c:v>
                </c:pt>
                <c:pt idx="4119">
                  <c:v>148.857222210896</c:v>
                </c:pt>
                <c:pt idx="4120">
                  <c:v>148.86180226010299</c:v>
                </c:pt>
                <c:pt idx="4121">
                  <c:v>148.86638051716201</c:v>
                </c:pt>
                <c:pt idx="4122">
                  <c:v>148.870956982987</c:v>
                </c:pt>
                <c:pt idx="4123">
                  <c:v>148.87553165849499</c:v>
                </c:pt>
                <c:pt idx="4124">
                  <c:v>148.88010454459999</c:v>
                </c:pt>
                <c:pt idx="4125">
                  <c:v>148.88467564221699</c:v>
                </c:pt>
                <c:pt idx="4126">
                  <c:v>148.889244952258</c:v>
                </c:pt>
                <c:pt idx="4127">
                  <c:v>148.893812475636</c:v>
                </c:pt>
                <c:pt idx="4128">
                  <c:v>148.898378213265</c:v>
                </c:pt>
                <c:pt idx="4129">
                  <c:v>148.902942166054</c:v>
                </c:pt>
                <c:pt idx="4130">
                  <c:v>148.90750433491601</c:v>
                </c:pt>
                <c:pt idx="4131">
                  <c:v>148.91206472075999</c:v>
                </c:pt>
                <c:pt idx="4132">
                  <c:v>148.91662332449599</c:v>
                </c:pt>
                <c:pt idx="4133">
                  <c:v>148.921180147033</c:v>
                </c:pt>
                <c:pt idx="4134">
                  <c:v>148.92573518927799</c:v>
                </c:pt>
                <c:pt idx="4135">
                  <c:v>148.93028845214101</c:v>
                </c:pt>
                <c:pt idx="4136">
                  <c:v>148.934839936527</c:v>
                </c:pt>
                <c:pt idx="4137">
                  <c:v>148.93938964334399</c:v>
                </c:pt>
                <c:pt idx="4138">
                  <c:v>148.94393757349599</c:v>
                </c:pt>
                <c:pt idx="4139">
                  <c:v>148.948483727889</c:v>
                </c:pt>
                <c:pt idx="4140">
                  <c:v>148.953028107428</c:v>
                </c:pt>
                <c:pt idx="4141">
                  <c:v>148.957570713015</c:v>
                </c:pt>
                <c:pt idx="4142">
                  <c:v>148.96211154555499</c:v>
                </c:pt>
                <c:pt idx="4143">
                  <c:v>148.96665060595001</c:v>
                </c:pt>
                <c:pt idx="4144">
                  <c:v>148.97118789510199</c:v>
                </c:pt>
                <c:pt idx="4145">
                  <c:v>148.97572341391199</c:v>
                </c:pt>
                <c:pt idx="4146">
                  <c:v>148.98025716327999</c:v>
                </c:pt>
                <c:pt idx="4147">
                  <c:v>148.984789144107</c:v>
                </c:pt>
                <c:pt idx="4148">
                  <c:v>148.98931935729101</c:v>
                </c:pt>
                <c:pt idx="4149">
                  <c:v>148.99384780373299</c:v>
                </c:pt>
                <c:pt idx="4150">
                  <c:v>148.99837448432899</c:v>
                </c:pt>
                <c:pt idx="4151">
                  <c:v>149.002899399977</c:v>
                </c:pt>
                <c:pt idx="4152">
                  <c:v>149.007422551574</c:v>
                </c:pt>
                <c:pt idx="4153">
                  <c:v>149.01194394001701</c:v>
                </c:pt>
                <c:pt idx="4154">
                  <c:v>149.0164635662</c:v>
                </c:pt>
                <c:pt idx="4155">
                  <c:v>149.02098143101799</c:v>
                </c:pt>
                <c:pt idx="4156">
                  <c:v>149.02549753536599</c:v>
                </c:pt>
                <c:pt idx="4157">
                  <c:v>149.03001188013801</c:v>
                </c:pt>
                <c:pt idx="4158">
                  <c:v>149.034524466227</c:v>
                </c:pt>
                <c:pt idx="4159">
                  <c:v>149.03903529452401</c:v>
                </c:pt>
                <c:pt idx="4160">
                  <c:v>149.043544365922</c:v>
                </c:pt>
                <c:pt idx="4161">
                  <c:v>149.04805168131199</c:v>
                </c:pt>
                <c:pt idx="4162">
                  <c:v>149.052557241584</c:v>
                </c:pt>
                <c:pt idx="4163">
                  <c:v>149.057061047628</c:v>
                </c:pt>
                <c:pt idx="4164">
                  <c:v>149.06156310033299</c:v>
                </c:pt>
                <c:pt idx="4165">
                  <c:v>149.066063400589</c:v>
                </c:pt>
                <c:pt idx="4166">
                  <c:v>149.07056194928299</c:v>
                </c:pt>
                <c:pt idx="4167">
                  <c:v>149.07505874730199</c:v>
                </c:pt>
                <c:pt idx="4168">
                  <c:v>149.079553795533</c:v>
                </c:pt>
                <c:pt idx="4169">
                  <c:v>149.084047094863</c:v>
                </c:pt>
                <c:pt idx="4170">
                  <c:v>149.088538646176</c:v>
                </c:pt>
                <c:pt idx="4171">
                  <c:v>149.09302845035799</c:v>
                </c:pt>
                <c:pt idx="4172">
                  <c:v>149.09751650829401</c:v>
                </c:pt>
                <c:pt idx="4173">
                  <c:v>149.10200282086501</c:v>
                </c:pt>
                <c:pt idx="4174">
                  <c:v>149.106487388956</c:v>
                </c:pt>
                <c:pt idx="4175">
                  <c:v>149.11097021345</c:v>
                </c:pt>
                <c:pt idx="4176">
                  <c:v>149.11545129522699</c:v>
                </c:pt>
                <c:pt idx="4177">
                  <c:v>149.119930635168</c:v>
                </c:pt>
                <c:pt idx="4178">
                  <c:v>149.12440823415599</c:v>
                </c:pt>
                <c:pt idx="4179">
                  <c:v>149.128884093068</c:v>
                </c:pt>
                <c:pt idx="4180">
                  <c:v>149.13335821278599</c:v>
                </c:pt>
                <c:pt idx="4181">
                  <c:v>149.13783059418699</c:v>
                </c:pt>
                <c:pt idx="4182">
                  <c:v>149.142301238149</c:v>
                </c:pt>
                <c:pt idx="4183">
                  <c:v>149.14677014554999</c:v>
                </c:pt>
                <c:pt idx="4184">
                  <c:v>149.151237317267</c:v>
                </c:pt>
                <c:pt idx="4185">
                  <c:v>149.155702754175</c:v>
                </c:pt>
                <c:pt idx="4186">
                  <c:v>149.160166457152</c:v>
                </c:pt>
                <c:pt idx="4187">
                  <c:v>149.16462842707099</c:v>
                </c:pt>
                <c:pt idx="4188">
                  <c:v>149.169088664806</c:v>
                </c:pt>
                <c:pt idx="4189">
                  <c:v>149.173547171233</c:v>
                </c:pt>
                <c:pt idx="4190">
                  <c:v>149.178003947223</c:v>
                </c:pt>
                <c:pt idx="4191">
                  <c:v>149.18245899364999</c:v>
                </c:pt>
                <c:pt idx="4192">
                  <c:v>149.18691231138499</c:v>
                </c:pt>
                <c:pt idx="4193">
                  <c:v>149.19136390129901</c:v>
                </c:pt>
                <c:pt idx="4194">
                  <c:v>149.19581376426399</c:v>
                </c:pt>
                <c:pt idx="4195">
                  <c:v>149.20026190114999</c:v>
                </c:pt>
                <c:pt idx="4196">
                  <c:v>149.20470831282501</c:v>
                </c:pt>
                <c:pt idx="4197">
                  <c:v>149.20915300015901</c:v>
                </c:pt>
                <c:pt idx="4198">
                  <c:v>149.21359596401999</c:v>
                </c:pt>
                <c:pt idx="4199">
                  <c:v>149.218037205276</c:v>
                </c:pt>
                <c:pt idx="4200">
                  <c:v>149.22247672479401</c:v>
                </c:pt>
                <c:pt idx="4201">
                  <c:v>149.22691452344</c:v>
                </c:pt>
                <c:pt idx="4202">
                  <c:v>149.23135060208099</c:v>
                </c:pt>
                <c:pt idx="4203">
                  <c:v>149.23578496158001</c:v>
                </c:pt>
                <c:pt idx="4204">
                  <c:v>149.24021760280399</c:v>
                </c:pt>
                <c:pt idx="4205">
                  <c:v>149.244648526616</c:v>
                </c:pt>
                <c:pt idx="4206">
                  <c:v>149.24907773387901</c:v>
                </c:pt>
                <c:pt idx="4207">
                  <c:v>149.25350522545699</c:v>
                </c:pt>
                <c:pt idx="4208">
                  <c:v>149.257931002211</c:v>
                </c:pt>
                <c:pt idx="4209">
                  <c:v>149.26235506500299</c:v>
                </c:pt>
                <c:pt idx="4210">
                  <c:v>149.26677741469501</c:v>
                </c:pt>
                <c:pt idx="4211">
                  <c:v>149.27119805214599</c:v>
                </c:pt>
                <c:pt idx="4212">
                  <c:v>149.27561697821599</c:v>
                </c:pt>
                <c:pt idx="4213">
                  <c:v>149.280034193765</c:v>
                </c:pt>
                <c:pt idx="4214">
                  <c:v>149.28444969965199</c:v>
                </c:pt>
                <c:pt idx="4215">
                  <c:v>149.288863496734</c:v>
                </c:pt>
                <c:pt idx="4216">
                  <c:v>149.293275585868</c:v>
                </c:pt>
                <c:pt idx="4217">
                  <c:v>149.297685967912</c:v>
                </c:pt>
                <c:pt idx="4218">
                  <c:v>149.302094643722</c:v>
                </c:pt>
                <c:pt idx="4219">
                  <c:v>149.30650161415301</c:v>
                </c:pt>
                <c:pt idx="4220">
                  <c:v>149.310906880061</c:v>
                </c:pt>
                <c:pt idx="4221">
                  <c:v>149.31531044229999</c:v>
                </c:pt>
                <c:pt idx="4222">
                  <c:v>149.319712301723</c:v>
                </c:pt>
                <c:pt idx="4223">
                  <c:v>149.32411245918399</c:v>
                </c:pt>
                <c:pt idx="4224">
                  <c:v>149.32851091553599</c:v>
                </c:pt>
                <c:pt idx="4225">
                  <c:v>149.33290767163101</c:v>
                </c:pt>
                <c:pt idx="4226">
                  <c:v>149.33730272832</c:v>
                </c:pt>
                <c:pt idx="4227">
                  <c:v>149.34169608645399</c:v>
                </c:pt>
                <c:pt idx="4228">
                  <c:v>149.346087746883</c:v>
                </c:pt>
                <c:pt idx="4229">
                  <c:v>149.350477710457</c:v>
                </c:pt>
                <c:pt idx="4230">
                  <c:v>149.354865978026</c:v>
                </c:pt>
                <c:pt idx="4231">
                  <c:v>149.35925255043699</c:v>
                </c:pt>
                <c:pt idx="4232">
                  <c:v>149.36363742853899</c:v>
                </c:pt>
                <c:pt idx="4233">
                  <c:v>149.368020613178</c:v>
                </c:pt>
                <c:pt idx="4234">
                  <c:v>149.37240210520201</c:v>
                </c:pt>
                <c:pt idx="4235">
                  <c:v>149.37678190545699</c:v>
                </c:pt>
                <c:pt idx="4236">
                  <c:v>149.381160014789</c:v>
                </c:pt>
                <c:pt idx="4237">
                  <c:v>149.385536434042</c:v>
                </c:pt>
                <c:pt idx="4238">
                  <c:v>149.38991116406001</c:v>
                </c:pt>
                <c:pt idx="4239">
                  <c:v>149.394284205688</c:v>
                </c:pt>
                <c:pt idx="4240">
                  <c:v>149.398655559769</c:v>
                </c:pt>
                <c:pt idx="4241">
                  <c:v>149.403025227146</c:v>
                </c:pt>
                <c:pt idx="4242">
                  <c:v>149.40739320865899</c:v>
                </c:pt>
                <c:pt idx="4243">
                  <c:v>149.41175950515199</c:v>
                </c:pt>
                <c:pt idx="4244">
                  <c:v>149.41612411746499</c:v>
                </c:pt>
                <c:pt idx="4245">
                  <c:v>149.42048704643801</c:v>
                </c:pt>
                <c:pt idx="4246">
                  <c:v>149.42484829291001</c:v>
                </c:pt>
                <c:pt idx="4247">
                  <c:v>149.42920785772199</c:v>
                </c:pt>
                <c:pt idx="4248">
                  <c:v>149.43356574171099</c:v>
                </c:pt>
                <c:pt idx="4249">
                  <c:v>149.437921945715</c:v>
                </c:pt>
                <c:pt idx="4250">
                  <c:v>149.44227647057301</c:v>
                </c:pt>
                <c:pt idx="4251">
                  <c:v>149.44662931712</c:v>
                </c:pt>
                <c:pt idx="4252">
                  <c:v>149.450980486193</c:v>
                </c:pt>
                <c:pt idx="4253">
                  <c:v>149.45532997862799</c:v>
                </c:pt>
                <c:pt idx="4254">
                  <c:v>149.45967779525901</c:v>
                </c:pt>
                <c:pt idx="4255">
                  <c:v>149.46402393692199</c:v>
                </c:pt>
                <c:pt idx="4256">
                  <c:v>149.468368404449</c:v>
                </c:pt>
                <c:pt idx="4257">
                  <c:v>149.472711198675</c:v>
                </c:pt>
                <c:pt idx="4258">
                  <c:v>149.47705232043199</c:v>
                </c:pt>
                <c:pt idx="4259">
                  <c:v>149.48139177055299</c:v>
                </c:pt>
                <c:pt idx="4260">
                  <c:v>149.48572954986901</c:v>
                </c:pt>
                <c:pt idx="4261">
                  <c:v>149.49006565920999</c:v>
                </c:pt>
                <c:pt idx="4262">
                  <c:v>149.49440009940801</c:v>
                </c:pt>
                <c:pt idx="4263">
                  <c:v>149.49873287129299</c:v>
                </c:pt>
                <c:pt idx="4264">
                  <c:v>149.50306397569301</c:v>
                </c:pt>
                <c:pt idx="4265">
                  <c:v>149.507393413438</c:v>
                </c:pt>
                <c:pt idx="4266">
                  <c:v>149.51172118535499</c:v>
                </c:pt>
                <c:pt idx="4267">
                  <c:v>149.51604729227199</c:v>
                </c:pt>
                <c:pt idx="4268">
                  <c:v>149.52037173501699</c:v>
                </c:pt>
                <c:pt idx="4269">
                  <c:v>149.52469451441601</c:v>
                </c:pt>
                <c:pt idx="4270">
                  <c:v>149.52901563129399</c:v>
                </c:pt>
                <c:pt idx="4271">
                  <c:v>149.533335086476</c:v>
                </c:pt>
                <c:pt idx="4272">
                  <c:v>149.53765288078901</c:v>
                </c:pt>
                <c:pt idx="4273">
                  <c:v>149.541969015055</c:v>
                </c:pt>
                <c:pt idx="4274">
                  <c:v>149.546283490099</c:v>
                </c:pt>
                <c:pt idx="4275">
                  <c:v>149.55059630674299</c:v>
                </c:pt>
                <c:pt idx="4276">
                  <c:v>149.55490746581</c:v>
                </c:pt>
                <c:pt idx="4277">
                  <c:v>149.559216968122</c:v>
                </c:pt>
                <c:pt idx="4278">
                  <c:v>149.5635248145</c:v>
                </c:pt>
                <c:pt idx="4279">
                  <c:v>149.56783100576499</c:v>
                </c:pt>
                <c:pt idx="4280">
                  <c:v>149.57213554273801</c:v>
                </c:pt>
                <c:pt idx="4281">
                  <c:v>149.57643842623699</c:v>
                </c:pt>
                <c:pt idx="4282">
                  <c:v>149.58073965708201</c:v>
                </c:pt>
                <c:pt idx="4283">
                  <c:v>149.58503923609101</c:v>
                </c:pt>
                <c:pt idx="4284">
                  <c:v>149.58933716408299</c:v>
                </c:pt>
                <c:pt idx="4285">
                  <c:v>149.593633441874</c:v>
                </c:pt>
                <c:pt idx="4286">
                  <c:v>149.59792807028199</c:v>
                </c:pt>
                <c:pt idx="4287">
                  <c:v>149.60222105012201</c:v>
                </c:pt>
                <c:pt idx="4288">
                  <c:v>149.606512382212</c:v>
                </c:pt>
                <c:pt idx="4289">
                  <c:v>149.610802067365</c:v>
                </c:pt>
                <c:pt idx="4290">
                  <c:v>149.615090106396</c:v>
                </c:pt>
                <c:pt idx="4291">
                  <c:v>149.61937650011899</c:v>
                </c:pt>
                <c:pt idx="4292">
                  <c:v>149.623661249348</c:v>
                </c:pt>
                <c:pt idx="4293">
                  <c:v>149.62794435489499</c:v>
                </c:pt>
                <c:pt idx="4294">
                  <c:v>149.63222581757401</c:v>
                </c:pt>
                <c:pt idx="4295">
                  <c:v>149.63650563819499</c:v>
                </c:pt>
                <c:pt idx="4296">
                  <c:v>149.64078381757</c:v>
                </c:pt>
                <c:pt idx="4297">
                  <c:v>149.64506035650999</c:v>
                </c:pt>
                <c:pt idx="4298">
                  <c:v>149.64933525582501</c:v>
                </c:pt>
                <c:pt idx="4299">
                  <c:v>149.653608516324</c:v>
                </c:pt>
                <c:pt idx="4300">
                  <c:v>149.65788013881601</c:v>
                </c:pt>
                <c:pt idx="4301">
                  <c:v>149.66215012410899</c:v>
                </c:pt>
                <c:pt idx="4302">
                  <c:v>149.66641847301301</c:v>
                </c:pt>
                <c:pt idx="4303">
                  <c:v>149.670685186333</c:v>
                </c:pt>
                <c:pt idx="4304">
                  <c:v>149.674950264877</c:v>
                </c:pt>
                <c:pt idx="4305">
                  <c:v>149.67921370945101</c:v>
                </c:pt>
                <c:pt idx="4306">
                  <c:v>149.68347552086101</c:v>
                </c:pt>
                <c:pt idx="4307">
                  <c:v>149.687735699911</c:v>
                </c:pt>
                <c:pt idx="4308">
                  <c:v>149.691994247407</c:v>
                </c:pt>
                <c:pt idx="4309">
                  <c:v>149.69625116415199</c:v>
                </c:pt>
                <c:pt idx="4310">
                  <c:v>149.70050645095</c:v>
                </c:pt>
                <c:pt idx="4311">
                  <c:v>149.70476010860301</c:v>
                </c:pt>
                <c:pt idx="4312">
                  <c:v>149.70901213791501</c:v>
                </c:pt>
                <c:pt idx="4313">
                  <c:v>149.71326253968701</c:v>
                </c:pt>
                <c:pt idx="4314">
                  <c:v>149.71751131471899</c:v>
                </c:pt>
                <c:pt idx="4315">
                  <c:v>149.72175846381401</c:v>
                </c:pt>
                <c:pt idx="4316">
                  <c:v>149.72600398777101</c:v>
                </c:pt>
                <c:pt idx="4317">
                  <c:v>149.730247887389</c:v>
                </c:pt>
                <c:pt idx="4318">
                  <c:v>149.734490163468</c:v>
                </c:pt>
                <c:pt idx="4319">
                  <c:v>149.738730816806</c:v>
                </c:pt>
                <c:pt idx="4320">
                  <c:v>149.74296984820199</c:v>
                </c:pt>
                <c:pt idx="4321">
                  <c:v>149.74720725845199</c:v>
                </c:pt>
                <c:pt idx="4322">
                  <c:v>149.75144304835499</c:v>
                </c:pt>
                <c:pt idx="4323">
                  <c:v>149.75567721870399</c:v>
                </c:pt>
                <c:pt idx="4324">
                  <c:v>149.75990977029801</c:v>
                </c:pt>
                <c:pt idx="4325">
                  <c:v>149.76414070393099</c:v>
                </c:pt>
                <c:pt idx="4326">
                  <c:v>149.76837002039699</c:v>
                </c:pt>
                <c:pt idx="4327">
                  <c:v>149.772597720492</c:v>
                </c:pt>
                <c:pt idx="4328">
                  <c:v>149.77682380500801</c:v>
                </c:pt>
                <c:pt idx="4329">
                  <c:v>149.78104827473899</c:v>
                </c:pt>
                <c:pt idx="4330">
                  <c:v>149.78527113047599</c:v>
                </c:pt>
                <c:pt idx="4331">
                  <c:v>149.78949237301299</c:v>
                </c:pt>
                <c:pt idx="4332">
                  <c:v>149.793712003141</c:v>
                </c:pt>
                <c:pt idx="4333">
                  <c:v>149.79793002164999</c:v>
                </c:pt>
                <c:pt idx="4334">
                  <c:v>149.802146429332</c:v>
                </c:pt>
                <c:pt idx="4335">
                  <c:v>149.80636122697501</c:v>
                </c:pt>
                <c:pt idx="4336">
                  <c:v>149.81057441536899</c:v>
                </c:pt>
                <c:pt idx="4337">
                  <c:v>149.814785995303</c:v>
                </c:pt>
                <c:pt idx="4338">
                  <c:v>149.818995967565</c:v>
                </c:pt>
                <c:pt idx="4339">
                  <c:v>149.82320433294399</c:v>
                </c:pt>
                <c:pt idx="4340">
                  <c:v>149.82741109222499</c:v>
                </c:pt>
                <c:pt idx="4341">
                  <c:v>149.83161624619601</c:v>
                </c:pt>
                <c:pt idx="4342">
                  <c:v>149.83581979564201</c:v>
                </c:pt>
                <c:pt idx="4343">
                  <c:v>149.84002174135</c:v>
                </c:pt>
                <c:pt idx="4344">
                  <c:v>149.84422208410399</c:v>
                </c:pt>
                <c:pt idx="4345">
                  <c:v>149.84842082468899</c:v>
                </c:pt>
                <c:pt idx="4346">
                  <c:v>149.852617963889</c:v>
                </c:pt>
                <c:pt idx="4347">
                  <c:v>149.856813502487</c:v>
                </c:pt>
                <c:pt idx="4348">
                  <c:v>149.861007441266</c:v>
                </c:pt>
                <c:pt idx="4349">
                  <c:v>149.86519978100799</c:v>
                </c:pt>
                <c:pt idx="4350">
                  <c:v>149.86939052249599</c:v>
                </c:pt>
                <c:pt idx="4351">
                  <c:v>149.87357966651001</c:v>
                </c:pt>
                <c:pt idx="4352">
                  <c:v>149.87776721383099</c:v>
                </c:pt>
                <c:pt idx="4353">
                  <c:v>149.88195316523999</c:v>
                </c:pt>
                <c:pt idx="4354">
                  <c:v>149.88613752151599</c:v>
                </c:pt>
                <c:pt idx="4355">
                  <c:v>149.890320283438</c:v>
                </c:pt>
                <c:pt idx="4356">
                  <c:v>149.894501451785</c:v>
                </c:pt>
                <c:pt idx="4357">
                  <c:v>149.89868102733601</c:v>
                </c:pt>
                <c:pt idx="4358">
                  <c:v>149.90285901086699</c:v>
                </c:pt>
                <c:pt idx="4359">
                  <c:v>149.90703540315499</c:v>
                </c:pt>
                <c:pt idx="4360">
                  <c:v>149.911210204979</c:v>
                </c:pt>
                <c:pt idx="4361">
                  <c:v>149.915383417112</c:v>
                </c:pt>
                <c:pt idx="4362">
                  <c:v>149.91955504033101</c:v>
                </c:pt>
                <c:pt idx="4363">
                  <c:v>149.923725075411</c:v>
                </c:pt>
                <c:pt idx="4364">
                  <c:v>149.92789352312499</c:v>
                </c:pt>
                <c:pt idx="4365">
                  <c:v>149.93206038424901</c:v>
                </c:pt>
                <c:pt idx="4366">
                  <c:v>149.93622565955499</c:v>
                </c:pt>
                <c:pt idx="4367">
                  <c:v>149.940389349817</c:v>
                </c:pt>
                <c:pt idx="4368">
                  <c:v>149.94455145580599</c:v>
                </c:pt>
                <c:pt idx="4369">
                  <c:v>149.948711978294</c:v>
                </c:pt>
                <c:pt idx="4370">
                  <c:v>149.95287091805301</c:v>
                </c:pt>
                <c:pt idx="4371">
                  <c:v>149.95702827585299</c:v>
                </c:pt>
                <c:pt idx="4372">
                  <c:v>149.961184052465</c:v>
                </c:pt>
                <c:pt idx="4373">
                  <c:v>149.96533824865799</c:v>
                </c:pt>
                <c:pt idx="4374">
                  <c:v>149.969490865202</c:v>
                </c:pt>
                <c:pt idx="4375">
                  <c:v>149.97364190286399</c:v>
                </c:pt>
                <c:pt idx="4376">
                  <c:v>149.977791362414</c:v>
                </c:pt>
                <c:pt idx="4377">
                  <c:v>149.98193924461901</c:v>
                </c:pt>
                <c:pt idx="4378">
                  <c:v>149.986085550246</c:v>
                </c:pt>
                <c:pt idx="4379">
                  <c:v>149.99023028006201</c:v>
                </c:pt>
                <c:pt idx="4380">
                  <c:v>149.99437343483299</c:v>
                </c:pt>
                <c:pt idx="4381">
                  <c:v>149.99851501532299</c:v>
                </c:pt>
                <c:pt idx="4382">
                  <c:v>150.002655022299</c:v>
                </c:pt>
                <c:pt idx="4383">
                  <c:v>150.006793456525</c:v>
                </c:pt>
                <c:pt idx="4384">
                  <c:v>150.01093031876499</c:v>
                </c:pt>
                <c:pt idx="4385">
                  <c:v>150.015065609782</c:v>
                </c:pt>
                <c:pt idx="4386">
                  <c:v>150.01919933033901</c:v>
                </c:pt>
                <c:pt idx="4387">
                  <c:v>150.02333148119899</c:v>
                </c:pt>
                <c:pt idx="4388">
                  <c:v>150.02746206312301</c:v>
                </c:pt>
                <c:pt idx="4389">
                  <c:v>150.03159107687401</c:v>
                </c:pt>
                <c:pt idx="4390">
                  <c:v>150.03571852321201</c:v>
                </c:pt>
                <c:pt idx="4391">
                  <c:v>150.03984440289699</c:v>
                </c:pt>
                <c:pt idx="4392">
                  <c:v>150.04396871668999</c:v>
                </c:pt>
                <c:pt idx="4393">
                  <c:v>150.04809146534899</c:v>
                </c:pt>
                <c:pt idx="4394">
                  <c:v>150.05221264963399</c:v>
                </c:pt>
                <c:pt idx="4395">
                  <c:v>150.05633227030199</c:v>
                </c:pt>
                <c:pt idx="4396">
                  <c:v>150.06045032811301</c:v>
                </c:pt>
                <c:pt idx="4397">
                  <c:v>150.06456682382199</c:v>
                </c:pt>
                <c:pt idx="4398">
                  <c:v>150.06868175818801</c:v>
                </c:pt>
                <c:pt idx="4399">
                  <c:v>150.07279513196499</c:v>
                </c:pt>
                <c:pt idx="4400">
                  <c:v>150.07690694591099</c:v>
                </c:pt>
                <c:pt idx="4401">
                  <c:v>150.081017200779</c:v>
                </c:pt>
                <c:pt idx="4402">
                  <c:v>150.08512589732601</c:v>
                </c:pt>
                <c:pt idx="4403">
                  <c:v>150.08923303630601</c:v>
                </c:pt>
                <c:pt idx="4404">
                  <c:v>150.09333861847099</c:v>
                </c:pt>
                <c:pt idx="4405">
                  <c:v>150.09744264457601</c:v>
                </c:pt>
                <c:pt idx="4406">
                  <c:v>150.101545115373</c:v>
                </c:pt>
                <c:pt idx="4407">
                  <c:v>150.10564603161399</c:v>
                </c:pt>
                <c:pt idx="4408">
                  <c:v>150.109745394051</c:v>
                </c:pt>
                <c:pt idx="4409">
                  <c:v>150.11384320343601</c:v>
                </c:pt>
                <c:pt idx="4410">
                  <c:v>150.11793946051901</c:v>
                </c:pt>
                <c:pt idx="4411">
                  <c:v>150.12203416605001</c:v>
                </c:pt>
                <c:pt idx="4412">
                  <c:v>150.12612732077901</c:v>
                </c:pt>
                <c:pt idx="4413">
                  <c:v>150.13021892545501</c:v>
                </c:pt>
                <c:pt idx="4414">
                  <c:v>150.134308980828</c:v>
                </c:pt>
                <c:pt idx="4415">
                  <c:v>150.138397487644</c:v>
                </c:pt>
                <c:pt idx="4416">
                  <c:v>150.14248444665199</c:v>
                </c:pt>
                <c:pt idx="4417">
                  <c:v>150.1465698586</c:v>
                </c:pt>
                <c:pt idx="4418">
                  <c:v>150.150653724233</c:v>
                </c:pt>
                <c:pt idx="4419">
                  <c:v>150.15473604429801</c:v>
                </c:pt>
                <c:pt idx="4420">
                  <c:v>150.15881681954099</c:v>
                </c:pt>
                <c:pt idx="4421">
                  <c:v>150.16289605070699</c:v>
                </c:pt>
                <c:pt idx="4422">
                  <c:v>150.16697373854001</c:v>
                </c:pt>
                <c:pt idx="4423">
                  <c:v>150.171049883785</c:v>
                </c:pt>
                <c:pt idx="4424">
                  <c:v>150.175124487186</c:v>
                </c:pt>
                <c:pt idx="4425">
                  <c:v>150.179197549485</c:v>
                </c:pt>
                <c:pt idx="4426">
                  <c:v>150.183269071426</c:v>
                </c:pt>
                <c:pt idx="4427">
                  <c:v>150.18733905375001</c:v>
                </c:pt>
                <c:pt idx="4428">
                  <c:v>150.1914074972</c:v>
                </c:pt>
                <c:pt idx="4429">
                  <c:v>150.195474402516</c:v>
                </c:pt>
                <c:pt idx="4430">
                  <c:v>150.199539770439</c:v>
                </c:pt>
                <c:pt idx="4431">
                  <c:v>150.20360360171</c:v>
                </c:pt>
                <c:pt idx="4432">
                  <c:v>150.20766589706801</c:v>
                </c:pt>
                <c:pt idx="4433">
                  <c:v>150.211726657253</c:v>
                </c:pt>
                <c:pt idx="4434">
                  <c:v>150.21578588300301</c:v>
                </c:pt>
                <c:pt idx="4435">
                  <c:v>150.21984357505599</c:v>
                </c:pt>
                <c:pt idx="4436">
                  <c:v>150.22389973415099</c:v>
                </c:pt>
                <c:pt idx="4437">
                  <c:v>150.22795436102399</c:v>
                </c:pt>
                <c:pt idx="4438">
                  <c:v>150.23200745641199</c:v>
                </c:pt>
                <c:pt idx="4439">
                  <c:v>150.23605902105101</c:v>
                </c:pt>
                <c:pt idx="4440">
                  <c:v>150.240109055678</c:v>
                </c:pt>
                <c:pt idx="4441">
                  <c:v>150.244157561028</c:v>
                </c:pt>
                <c:pt idx="4442">
                  <c:v>150.24820453783499</c:v>
                </c:pt>
                <c:pt idx="4443">
                  <c:v>150.25224998683299</c:v>
                </c:pt>
                <c:pt idx="4444">
                  <c:v>150.25629390875699</c:v>
                </c:pt>
                <c:pt idx="4445">
                  <c:v>150.26033630434</c:v>
                </c:pt>
                <c:pt idx="4446">
                  <c:v>150.26437717431401</c:v>
                </c:pt>
                <c:pt idx="4447">
                  <c:v>150.268416519412</c:v>
                </c:pt>
                <c:pt idx="4448">
                  <c:v>150.27245434036601</c:v>
                </c:pt>
                <c:pt idx="4449">
                  <c:v>150.27649063790699</c:v>
                </c:pt>
                <c:pt idx="4450">
                  <c:v>150.28052541276699</c:v>
                </c:pt>
                <c:pt idx="4451">
                  <c:v>150.28455866567501</c:v>
                </c:pt>
                <c:pt idx="4452">
                  <c:v>150.28859039736099</c:v>
                </c:pt>
                <c:pt idx="4453">
                  <c:v>150.29262060855501</c:v>
                </c:pt>
                <c:pt idx="4454">
                  <c:v>150.296649299986</c:v>
                </c:pt>
                <c:pt idx="4455">
                  <c:v>150.30067647238101</c:v>
                </c:pt>
                <c:pt idx="4456">
                  <c:v>150.304702126471</c:v>
                </c:pt>
                <c:pt idx="4457">
                  <c:v>150.30872626298</c:v>
                </c:pt>
                <c:pt idx="4458">
                  <c:v>150.31274888263701</c:v>
                </c:pt>
                <c:pt idx="4459">
                  <c:v>150.31676998616899</c:v>
                </c:pt>
                <c:pt idx="4460">
                  <c:v>150.32078957429999</c:v>
                </c:pt>
                <c:pt idx="4461">
                  <c:v>150.32480764775801</c:v>
                </c:pt>
                <c:pt idx="4462">
                  <c:v>150.328824207266</c:v>
                </c:pt>
                <c:pt idx="4463">
                  <c:v>150.332839253549</c:v>
                </c:pt>
                <c:pt idx="4464">
                  <c:v>150.33685278733199</c:v>
                </c:pt>
                <c:pt idx="4465">
                  <c:v>150.34086480933701</c:v>
                </c:pt>
                <c:pt idx="4466">
                  <c:v>150.34487532028899</c:v>
                </c:pt>
                <c:pt idx="4467">
                  <c:v>150.34888432091</c:v>
                </c:pt>
                <c:pt idx="4468">
                  <c:v>150.35289181192201</c:v>
                </c:pt>
                <c:pt idx="4469">
                  <c:v>150.35689779404601</c:v>
                </c:pt>
                <c:pt idx="4470">
                  <c:v>150.360902268004</c:v>
                </c:pt>
                <c:pt idx="4471">
                  <c:v>150.36490523451701</c:v>
                </c:pt>
                <c:pt idx="4472">
                  <c:v>150.368906694305</c:v>
                </c:pt>
                <c:pt idx="4473">
                  <c:v>150.372906648087</c:v>
                </c:pt>
                <c:pt idx="4474">
                  <c:v>150.37690509658401</c:v>
                </c:pt>
                <c:pt idx="4475">
                  <c:v>150.38090204051301</c:v>
                </c:pt>
                <c:pt idx="4476">
                  <c:v>150.384897480593</c:v>
                </c:pt>
                <c:pt idx="4477">
                  <c:v>150.388891417542</c:v>
                </c:pt>
                <c:pt idx="4478">
                  <c:v>150.39288385207701</c:v>
                </c:pt>
                <c:pt idx="4479">
                  <c:v>150.39687478491601</c:v>
                </c:pt>
                <c:pt idx="4480">
                  <c:v>150.40086421677401</c:v>
                </c:pt>
                <c:pt idx="4481">
                  <c:v>150.404852148369</c:v>
                </c:pt>
                <c:pt idx="4482">
                  <c:v>150.408838580414</c:v>
                </c:pt>
                <c:pt idx="4483">
                  <c:v>150.412823513625</c:v>
                </c:pt>
                <c:pt idx="4484">
                  <c:v>150.41680694871701</c:v>
                </c:pt>
                <c:pt idx="4485">
                  <c:v>150.42078888640401</c:v>
                </c:pt>
                <c:pt idx="4486">
                  <c:v>150.42476932739899</c:v>
                </c:pt>
                <c:pt idx="4487">
                  <c:v>150.42874827241599</c:v>
                </c:pt>
                <c:pt idx="4488">
                  <c:v>150.43272572216699</c:v>
                </c:pt>
                <c:pt idx="4489">
                  <c:v>150.436701677364</c:v>
                </c:pt>
                <c:pt idx="4490">
                  <c:v>150.440676138719</c:v>
                </c:pt>
                <c:pt idx="4491">
                  <c:v>150.44464910694401</c:v>
                </c:pt>
                <c:pt idx="4492">
                  <c:v>150.44862058274799</c:v>
                </c:pt>
                <c:pt idx="4493">
                  <c:v>150.45259056684301</c:v>
                </c:pt>
                <c:pt idx="4494">
                  <c:v>150.45655905993701</c:v>
                </c:pt>
                <c:pt idx="4495">
                  <c:v>150.46052606274199</c:v>
                </c:pt>
                <c:pt idx="4496">
                  <c:v>150.46449157596399</c:v>
                </c:pt>
                <c:pt idx="4497">
                  <c:v>150.468455600314</c:v>
                </c:pt>
                <c:pt idx="4498">
                  <c:v>150.47241813649799</c:v>
                </c:pt>
                <c:pt idx="4499">
                  <c:v>150.476379185224</c:v>
                </c:pt>
                <c:pt idx="4500">
                  <c:v>150.48033874719999</c:v>
                </c:pt>
                <c:pt idx="4501">
                  <c:v>150.48429682313099</c:v>
                </c:pt>
                <c:pt idx="4502">
                  <c:v>150.48825341372401</c:v>
                </c:pt>
                <c:pt idx="4503">
                  <c:v>150.49220851968499</c:v>
                </c:pt>
                <c:pt idx="4504">
                  <c:v>150.496162141718</c:v>
                </c:pt>
                <c:pt idx="4505">
                  <c:v>150.500114280529</c:v>
                </c:pt>
                <c:pt idx="4506">
                  <c:v>150.50406493682101</c:v>
                </c:pt>
                <c:pt idx="4507">
                  <c:v>150.508014111298</c:v>
                </c:pt>
                <c:pt idx="4508">
                  <c:v>150.511961804664</c:v>
                </c:pt>
                <c:pt idx="4509">
                  <c:v>150.515908017621</c:v>
                </c:pt>
                <c:pt idx="4510">
                  <c:v>150.51985275087199</c:v>
                </c:pt>
                <c:pt idx="4511">
                  <c:v>150.52379600511799</c:v>
                </c:pt>
                <c:pt idx="4512">
                  <c:v>150.527737781062</c:v>
                </c:pt>
                <c:pt idx="4513">
                  <c:v>150.53167807940301</c:v>
                </c:pt>
                <c:pt idx="4514">
                  <c:v>150.53561690084399</c:v>
                </c:pt>
                <c:pt idx="4515">
                  <c:v>150.53955424608199</c:v>
                </c:pt>
                <c:pt idx="4516">
                  <c:v>150.543490115819</c:v>
                </c:pt>
                <c:pt idx="4517">
                  <c:v>150.54742451075299</c:v>
                </c:pt>
                <c:pt idx="4518">
                  <c:v>150.551357431583</c:v>
                </c:pt>
                <c:pt idx="4519">
                  <c:v>150.555288879008</c:v>
                </c:pt>
                <c:pt idx="4520">
                  <c:v>150.55921885372399</c:v>
                </c:pt>
                <c:pt idx="4521">
                  <c:v>150.563147356429</c:v>
                </c:pt>
                <c:pt idx="4522">
                  <c:v>150.56707438782101</c:v>
                </c:pt>
                <c:pt idx="4523">
                  <c:v>150.57099994859499</c:v>
                </c:pt>
                <c:pt idx="4524">
                  <c:v>150.57492403944701</c:v>
                </c:pt>
                <c:pt idx="4525">
                  <c:v>150.57884666107299</c:v>
                </c:pt>
                <c:pt idx="4526">
                  <c:v>150.58276781416799</c:v>
                </c:pt>
                <c:pt idx="4527">
                  <c:v>150.58668749942601</c:v>
                </c:pt>
                <c:pt idx="4528">
                  <c:v>150.59060571754199</c:v>
                </c:pt>
                <c:pt idx="4529">
                  <c:v>150.59452246920799</c:v>
                </c:pt>
                <c:pt idx="4530">
                  <c:v>150.59843775511899</c:v>
                </c:pt>
                <c:pt idx="4531">
                  <c:v>150.60235157596699</c:v>
                </c:pt>
                <c:pt idx="4532">
                  <c:v>150.60626393244399</c:v>
                </c:pt>
                <c:pt idx="4533">
                  <c:v>150.61017482524201</c:v>
                </c:pt>
                <c:pt idx="4534">
                  <c:v>150.61408425505201</c:v>
                </c:pt>
                <c:pt idx="4535">
                  <c:v>150.61799222256599</c:v>
                </c:pt>
                <c:pt idx="4536">
                  <c:v>150.62189872847301</c:v>
                </c:pt>
                <c:pt idx="4537">
                  <c:v>150.62580377346401</c:v>
                </c:pt>
                <c:pt idx="4538">
                  <c:v>150.62970735822799</c:v>
                </c:pt>
                <c:pt idx="4539">
                  <c:v>150.63360948345499</c:v>
                </c:pt>
                <c:pt idx="4540">
                  <c:v>150.63751014983299</c:v>
                </c:pt>
                <c:pt idx="4541">
                  <c:v>150.641409358049</c:v>
                </c:pt>
                <c:pt idx="4542">
                  <c:v>150.64530710879299</c:v>
                </c:pt>
                <c:pt idx="4543">
                  <c:v>150.649203402751</c:v>
                </c:pt>
                <c:pt idx="4544">
                  <c:v>150.65309824061001</c:v>
                </c:pt>
                <c:pt idx="4545">
                  <c:v>150.656991623056</c:v>
                </c:pt>
                <c:pt idx="4546">
                  <c:v>150.66088355077599</c:v>
                </c:pt>
                <c:pt idx="4547">
                  <c:v>150.664774024455</c:v>
                </c:pt>
                <c:pt idx="4548">
                  <c:v>150.66866304477699</c:v>
                </c:pt>
                <c:pt idx="4549">
                  <c:v>150.67255061242801</c:v>
                </c:pt>
                <c:pt idx="4550">
                  <c:v>150.676436728092</c:v>
                </c:pt>
                <c:pt idx="4551">
                  <c:v>150.68032139245199</c:v>
                </c:pt>
                <c:pt idx="4552">
                  <c:v>150.684204606192</c:v>
                </c:pt>
                <c:pt idx="4553">
                  <c:v>150.68808636999401</c:v>
                </c:pt>
                <c:pt idx="4554">
                  <c:v>150.69196668454001</c:v>
                </c:pt>
                <c:pt idx="4555">
                  <c:v>150.69584555051401</c:v>
                </c:pt>
                <c:pt idx="4556">
                  <c:v>150.69972296859501</c:v>
                </c:pt>
                <c:pt idx="4557">
                  <c:v>150.70359893946599</c:v>
                </c:pt>
                <c:pt idx="4558">
                  <c:v>150.707473463806</c:v>
                </c:pt>
                <c:pt idx="4559">
                  <c:v>150.71134654229601</c:v>
                </c:pt>
                <c:pt idx="4560">
                  <c:v>150.715218175616</c:v>
                </c:pt>
                <c:pt idx="4561">
                  <c:v>150.71908836444399</c:v>
                </c:pt>
                <c:pt idx="4562">
                  <c:v>150.72295710946</c:v>
                </c:pt>
                <c:pt idx="4563">
                  <c:v>150.72682441134199</c:v>
                </c:pt>
                <c:pt idx="4564">
                  <c:v>150.73069027076801</c:v>
                </c:pt>
                <c:pt idx="4565">
                  <c:v>150.73455468841499</c:v>
                </c:pt>
                <c:pt idx="4566">
                  <c:v>150.73841766496</c:v>
                </c:pt>
                <c:pt idx="4567">
                  <c:v>150.742279201081</c:v>
                </c:pt>
                <c:pt idx="4568">
                  <c:v>150.746139297452</c:v>
                </c:pt>
                <c:pt idx="4569">
                  <c:v>150.74999795475</c:v>
                </c:pt>
                <c:pt idx="4570">
                  <c:v>150.75385517365001</c:v>
                </c:pt>
                <c:pt idx="4571">
                  <c:v>150.75771095482699</c:v>
                </c:pt>
                <c:pt idx="4572">
                  <c:v>150.76156529895599</c:v>
                </c:pt>
                <c:pt idx="4573">
                  <c:v>150.765418206709</c:v>
                </c:pt>
                <c:pt idx="4574">
                  <c:v>150.76926967876199</c:v>
                </c:pt>
                <c:pt idx="4575">
                  <c:v>150.77311971578601</c:v>
                </c:pt>
                <c:pt idx="4576">
                  <c:v>150.77696831845401</c:v>
                </c:pt>
                <c:pt idx="4577">
                  <c:v>150.78081548743901</c:v>
                </c:pt>
                <c:pt idx="4578">
                  <c:v>150.784661223413</c:v>
                </c:pt>
                <c:pt idx="4579">
                  <c:v>150.788505527046</c:v>
                </c:pt>
                <c:pt idx="4580">
                  <c:v>150.79234839901</c:v>
                </c:pt>
                <c:pt idx="4581">
                  <c:v>150.79618983997401</c:v>
                </c:pt>
                <c:pt idx="4582">
                  <c:v>150.80002985061</c:v>
                </c:pt>
                <c:pt idx="4583">
                  <c:v>150.80386843158601</c:v>
                </c:pt>
                <c:pt idx="4584">
                  <c:v>150.80770558357301</c:v>
                </c:pt>
                <c:pt idx="4585">
                  <c:v>150.81154130723701</c:v>
                </c:pt>
                <c:pt idx="4586">
                  <c:v>150.81537560324799</c:v>
                </c:pt>
                <c:pt idx="4587">
                  <c:v>150.819208472274</c:v>
                </c:pt>
                <c:pt idx="4588">
                  <c:v>150.82303991498199</c:v>
                </c:pt>
                <c:pt idx="4589">
                  <c:v>150.82686993203899</c:v>
                </c:pt>
                <c:pt idx="4590">
                  <c:v>150.830698524111</c:v>
                </c:pt>
                <c:pt idx="4591">
                  <c:v>150.834525691865</c:v>
                </c:pt>
                <c:pt idx="4592">
                  <c:v>150.83835143596599</c:v>
                </c:pt>
                <c:pt idx="4593">
                  <c:v>150.84217575707899</c:v>
                </c:pt>
                <c:pt idx="4594">
                  <c:v>150.84599865587001</c:v>
                </c:pt>
                <c:pt idx="4595">
                  <c:v>150.84982013300299</c:v>
                </c:pt>
                <c:pt idx="4596">
                  <c:v>150.853640189141</c:v>
                </c:pt>
                <c:pt idx="4597">
                  <c:v>150.857458824948</c:v>
                </c:pt>
                <c:pt idx="4598">
                  <c:v>150.86127604108799</c:v>
                </c:pt>
                <c:pt idx="4599">
                  <c:v>150.86509183822201</c:v>
                </c:pt>
                <c:pt idx="4600">
                  <c:v>150.868906217014</c:v>
                </c:pt>
                <c:pt idx="4601">
                  <c:v>150.87271917812399</c:v>
                </c:pt>
                <c:pt idx="4602">
                  <c:v>150.87653072221499</c:v>
                </c:pt>
                <c:pt idx="4603">
                  <c:v>150.880340849947</c:v>
                </c:pt>
                <c:pt idx="4604">
                  <c:v>150.88414956198</c:v>
                </c:pt>
                <c:pt idx="4605">
                  <c:v>150.887956858976</c:v>
                </c:pt>
                <c:pt idx="4606">
                  <c:v>150.891762741593</c:v>
                </c:pt>
                <c:pt idx="4607">
                  <c:v>150.89556721049101</c:v>
                </c:pt>
                <c:pt idx="4608">
                  <c:v>150.89937026632799</c:v>
                </c:pt>
                <c:pt idx="4609">
                  <c:v>150.90317190976299</c:v>
                </c:pt>
                <c:pt idx="4610">
                  <c:v>150.90697214145399</c:v>
                </c:pt>
                <c:pt idx="4611">
                  <c:v>150.91077096205899</c:v>
                </c:pt>
                <c:pt idx="4612">
                  <c:v>150.91456837223399</c:v>
                </c:pt>
                <c:pt idx="4613">
                  <c:v>150.91836437263601</c:v>
                </c:pt>
                <c:pt idx="4614">
                  <c:v>150.92215896392199</c:v>
                </c:pt>
                <c:pt idx="4615">
                  <c:v>150.92595214674699</c:v>
                </c:pt>
                <c:pt idx="4616">
                  <c:v>150.929743921766</c:v>
                </c:pt>
                <c:pt idx="4617">
                  <c:v>150.93353428963599</c:v>
                </c:pt>
                <c:pt idx="4618">
                  <c:v>150.93732325100899</c:v>
                </c:pt>
                <c:pt idx="4619">
                  <c:v>150.94111080654099</c:v>
                </c:pt>
                <c:pt idx="4620">
                  <c:v>150.944896956885</c:v>
                </c:pt>
                <c:pt idx="4621">
                  <c:v>150.94868170269501</c:v>
                </c:pt>
                <c:pt idx="4622">
                  <c:v>150.95246504462199</c:v>
                </c:pt>
                <c:pt idx="4623">
                  <c:v>150.95624698332099</c:v>
                </c:pt>
                <c:pt idx="4624">
                  <c:v>150.96002751944201</c:v>
                </c:pt>
                <c:pt idx="4625">
                  <c:v>150.96380665363699</c:v>
                </c:pt>
                <c:pt idx="4626">
                  <c:v>150.967584386558</c:v>
                </c:pt>
                <c:pt idx="4627">
                  <c:v>150.971360718856</c:v>
                </c:pt>
                <c:pt idx="4628">
                  <c:v>150.97513565118001</c:v>
                </c:pt>
                <c:pt idx="4629">
                  <c:v>150.97890918418099</c:v>
                </c:pt>
                <c:pt idx="4630">
                  <c:v>150.98268131850801</c:v>
                </c:pt>
                <c:pt idx="4631">
                  <c:v>150.98645205481</c:v>
                </c:pt>
                <c:pt idx="4632">
                  <c:v>150.99022139373599</c:v>
                </c:pt>
                <c:pt idx="4633">
                  <c:v>150.993989335935</c:v>
                </c:pt>
                <c:pt idx="4634">
                  <c:v>150.99775588205301</c:v>
                </c:pt>
                <c:pt idx="4635">
                  <c:v>151.00152103273899</c:v>
                </c:pt>
                <c:pt idx="4636">
                  <c:v>151.00528478863899</c:v>
                </c:pt>
                <c:pt idx="4637">
                  <c:v>151.00904715040099</c:v>
                </c:pt>
                <c:pt idx="4638">
                  <c:v>151.012808118669</c:v>
                </c:pt>
                <c:pt idx="4639">
                  <c:v>151.01656769409101</c:v>
                </c:pt>
                <c:pt idx="4640">
                  <c:v>151.020325877311</c:v>
                </c:pt>
                <c:pt idx="4641">
                  <c:v>151.02408266897501</c:v>
                </c:pt>
                <c:pt idx="4642">
                  <c:v>151.02783806972599</c:v>
                </c:pt>
                <c:pt idx="4643">
                  <c:v>151.03159208020901</c:v>
                </c:pt>
                <c:pt idx="4644">
                  <c:v>151.035344701068</c:v>
                </c:pt>
                <c:pt idx="4645">
                  <c:v>151.039095932946</c:v>
                </c:pt>
                <c:pt idx="4646">
                  <c:v>151.04284577648599</c:v>
                </c:pt>
                <c:pt idx="4647">
                  <c:v>151.046594232329</c:v>
                </c:pt>
                <c:pt idx="4648">
                  <c:v>151.05034130112</c:v>
                </c:pt>
                <c:pt idx="4649">
                  <c:v>151.054086983498</c:v>
                </c:pt>
                <c:pt idx="4650">
                  <c:v>151.05783128010501</c:v>
                </c:pt>
                <c:pt idx="4651">
                  <c:v>151.061574191582</c:v>
                </c:pt>
                <c:pt idx="4652">
                  <c:v>151.06531571856999</c:v>
                </c:pt>
                <c:pt idx="4653">
                  <c:v>151.06905586170799</c:v>
                </c:pt>
                <c:pt idx="4654">
                  <c:v>151.07279462163601</c:v>
                </c:pt>
                <c:pt idx="4655">
                  <c:v>151.076531998993</c:v>
                </c:pt>
                <c:pt idx="4656">
                  <c:v>151.08026799441799</c:v>
                </c:pt>
                <c:pt idx="4657">
                  <c:v>151.08400260854901</c:v>
                </c:pt>
                <c:pt idx="4658">
                  <c:v>151.08773584202399</c:v>
                </c:pt>
                <c:pt idx="4659">
                  <c:v>151.09146769548099</c:v>
                </c:pt>
                <c:pt idx="4660">
                  <c:v>151.09519816955699</c:v>
                </c:pt>
                <c:pt idx="4661">
                  <c:v>151.098927264888</c:v>
                </c:pt>
                <c:pt idx="4662">
                  <c:v>151.10265498211101</c:v>
                </c:pt>
                <c:pt idx="4663">
                  <c:v>151.10638132186199</c:v>
                </c:pt>
                <c:pt idx="4664">
                  <c:v>151.11010628477601</c:v>
                </c:pt>
                <c:pt idx="4665">
                  <c:v>151.11382987148801</c:v>
                </c:pt>
                <c:pt idx="4666">
                  <c:v>151.11755208263401</c:v>
                </c:pt>
                <c:pt idx="4667">
                  <c:v>151.12127291884599</c:v>
                </c:pt>
                <c:pt idx="4668">
                  <c:v>151.12499238076001</c:v>
                </c:pt>
                <c:pt idx="4669">
                  <c:v>151.12871046900901</c:v>
                </c:pt>
                <c:pt idx="4670">
                  <c:v>151.13242718422501</c:v>
                </c:pt>
                <c:pt idx="4671">
                  <c:v>151.13614252704099</c:v>
                </c:pt>
                <c:pt idx="4672">
                  <c:v>151.13985649809001</c:v>
                </c:pt>
                <c:pt idx="4673">
                  <c:v>151.14356909800401</c:v>
                </c:pt>
                <c:pt idx="4674">
                  <c:v>151.147280327413</c:v>
                </c:pt>
                <c:pt idx="4675">
                  <c:v>151.150990186949</c:v>
                </c:pt>
                <c:pt idx="4676">
                  <c:v>151.154698677243</c:v>
                </c:pt>
                <c:pt idx="4677">
                  <c:v>151.158405798925</c:v>
                </c:pt>
                <c:pt idx="4678">
                  <c:v>151.162111552624</c:v>
                </c:pt>
                <c:pt idx="4679">
                  <c:v>151.16581593897101</c:v>
                </c:pt>
                <c:pt idx="4680">
                  <c:v>151.16951895859299</c:v>
                </c:pt>
                <c:pt idx="4681">
                  <c:v>151.17322061211999</c:v>
                </c:pt>
                <c:pt idx="4682">
                  <c:v>151.17692090018099</c:v>
                </c:pt>
                <c:pt idx="4683">
                  <c:v>151.180619823402</c:v>
                </c:pt>
                <c:pt idx="4684">
                  <c:v>151.184317382411</c:v>
                </c:pt>
                <c:pt idx="4685">
                  <c:v>151.18801357783599</c:v>
                </c:pt>
                <c:pt idx="4686">
                  <c:v>151.191708410302</c:v>
                </c:pt>
                <c:pt idx="4687">
                  <c:v>151.195401880437</c:v>
                </c:pt>
                <c:pt idx="4688">
                  <c:v>151.199093988866</c:v>
                </c:pt>
                <c:pt idx="4689">
                  <c:v>151.202784736214</c:v>
                </c:pt>
                <c:pt idx="4690">
                  <c:v>151.20647412310601</c:v>
                </c:pt>
                <c:pt idx="4691">
                  <c:v>151.210162150168</c:v>
                </c:pt>
                <c:pt idx="4692">
                  <c:v>151.213848818023</c:v>
                </c:pt>
                <c:pt idx="4693">
                  <c:v>151.21753412729501</c:v>
                </c:pt>
                <c:pt idx="4694">
                  <c:v>151.22121807860799</c:v>
                </c:pt>
                <c:pt idx="4695">
                  <c:v>151.22490067258499</c:v>
                </c:pt>
                <c:pt idx="4696">
                  <c:v>151.228581909848</c:v>
                </c:pt>
                <c:pt idx="4697">
                  <c:v>151.232261791019</c:v>
                </c:pt>
                <c:pt idx="4698">
                  <c:v>151.23594031672101</c:v>
                </c:pt>
                <c:pt idx="4699">
                  <c:v>151.239617487575</c:v>
                </c:pt>
                <c:pt idx="4700">
                  <c:v>151.24329330420201</c:v>
                </c:pt>
                <c:pt idx="4701">
                  <c:v>151.246967767223</c:v>
                </c:pt>
                <c:pt idx="4702">
                  <c:v>151.25064087725801</c:v>
                </c:pt>
                <c:pt idx="4703">
                  <c:v>151.254312634927</c:v>
                </c:pt>
                <c:pt idx="4704">
                  <c:v>151.25798304084901</c:v>
                </c:pt>
                <c:pt idx="4705">
                  <c:v>151.261652095643</c:v>
                </c:pt>
                <c:pt idx="4706">
                  <c:v>151.26531979992899</c:v>
                </c:pt>
                <c:pt idx="4707">
                  <c:v>151.26898615432501</c:v>
                </c:pt>
                <c:pt idx="4708">
                  <c:v>151.272651159448</c:v>
                </c:pt>
                <c:pt idx="4709">
                  <c:v>151.27631481591601</c:v>
                </c:pt>
                <c:pt idx="4710">
                  <c:v>151.279977124346</c:v>
                </c:pt>
                <c:pt idx="4711">
                  <c:v>151.28363808535499</c:v>
                </c:pt>
                <c:pt idx="4712">
                  <c:v>151.28729769955899</c:v>
                </c:pt>
                <c:pt idx="4713">
                  <c:v>151.290955967575</c:v>
                </c:pt>
                <c:pt idx="4714">
                  <c:v>151.29461289001799</c:v>
                </c:pt>
                <c:pt idx="4715">
                  <c:v>151.298268467502</c:v>
                </c:pt>
                <c:pt idx="4716">
                  <c:v>151.30192270064401</c:v>
                </c:pt>
                <c:pt idx="4717">
                  <c:v>151.305575590057</c:v>
                </c:pt>
                <c:pt idx="4718">
                  <c:v>151.30922713635499</c:v>
                </c:pt>
                <c:pt idx="4719">
                  <c:v>151.312877340152</c:v>
                </c:pt>
                <c:pt idx="4720">
                  <c:v>151.31652620206199</c:v>
                </c:pt>
                <c:pt idx="4721">
                  <c:v>151.32017372269701</c:v>
                </c:pt>
                <c:pt idx="4722">
                  <c:v>151.32381990266899</c:v>
                </c:pt>
                <c:pt idx="4723">
                  <c:v>151.32746474259</c:v>
                </c:pt>
                <c:pt idx="4724">
                  <c:v>151.331108243074</c:v>
                </c:pt>
                <c:pt idx="4725">
                  <c:v>151.33475040472999</c:v>
                </c:pt>
                <c:pt idx="4726">
                  <c:v>151.338391228169</c:v>
                </c:pt>
                <c:pt idx="4727">
                  <c:v>151.34203071400299</c:v>
                </c:pt>
                <c:pt idx="4728">
                  <c:v>151.34566886284099</c:v>
                </c:pt>
                <c:pt idx="4729">
                  <c:v>151.34930567529301</c:v>
                </c:pt>
                <c:pt idx="4730">
                  <c:v>151.35294115196899</c:v>
                </c:pt>
                <c:pt idx="4731">
                  <c:v>151.35657529347699</c:v>
                </c:pt>
                <c:pt idx="4732">
                  <c:v>151.36020810042601</c:v>
                </c:pt>
                <c:pt idx="4733">
                  <c:v>151.363839573425</c:v>
                </c:pt>
                <c:pt idx="4734">
                  <c:v>151.36746971308099</c:v>
                </c:pt>
                <c:pt idx="4735">
                  <c:v>151.371098520001</c:v>
                </c:pt>
                <c:pt idx="4736">
                  <c:v>151.37472599479401</c:v>
                </c:pt>
                <c:pt idx="4737">
                  <c:v>151.378352138065</c:v>
                </c:pt>
                <c:pt idx="4738">
                  <c:v>151.38197695042001</c:v>
                </c:pt>
                <c:pt idx="4739">
                  <c:v>151.38560043246699</c:v>
                </c:pt>
                <c:pt idx="4740">
                  <c:v>151.38922258481</c:v>
                </c:pt>
                <c:pt idx="4741">
                  <c:v>151.39284340805401</c:v>
                </c:pt>
                <c:pt idx="4742">
                  <c:v>151.39646290280399</c:v>
                </c:pt>
                <c:pt idx="4743">
                  <c:v>151.40008106966599</c:v>
                </c:pt>
                <c:pt idx="4744">
                  <c:v>151.403697909242</c:v>
                </c:pt>
                <c:pt idx="4745">
                  <c:v>151.40731342213601</c:v>
                </c:pt>
                <c:pt idx="4746">
                  <c:v>151.41092760895199</c:v>
                </c:pt>
                <c:pt idx="4747">
                  <c:v>151.41454047029299</c:v>
                </c:pt>
                <c:pt idx="4748">
                  <c:v>151.41815200676001</c:v>
                </c:pt>
                <c:pt idx="4749">
                  <c:v>151.42176221895701</c:v>
                </c:pt>
                <c:pt idx="4750">
                  <c:v>151.42537110748501</c:v>
                </c:pt>
                <c:pt idx="4751">
                  <c:v>151.42897867294499</c:v>
                </c:pt>
                <c:pt idx="4752">
                  <c:v>151.432584915939</c:v>
                </c:pt>
                <c:pt idx="4753">
                  <c:v>151.43618983706699</c:v>
                </c:pt>
                <c:pt idx="4754">
                  <c:v>151.43979343692899</c:v>
                </c:pt>
                <c:pt idx="4755">
                  <c:v>151.443395716125</c:v>
                </c:pt>
                <c:pt idx="4756">
                  <c:v>151.44699667525401</c:v>
                </c:pt>
                <c:pt idx="4757">
                  <c:v>151.45059631491699</c:v>
                </c:pt>
                <c:pt idx="4758">
                  <c:v>151.45419463571</c:v>
                </c:pt>
                <c:pt idx="4759">
                  <c:v>151.457791638234</c:v>
                </c:pt>
                <c:pt idx="4760">
                  <c:v>151.461387323086</c:v>
                </c:pt>
                <c:pt idx="4761">
                  <c:v>151.464981690863</c:v>
                </c:pt>
                <c:pt idx="4762">
                  <c:v>151.46857474216199</c:v>
                </c:pt>
                <c:pt idx="4763">
                  <c:v>151.47216647758199</c:v>
                </c:pt>
                <c:pt idx="4764">
                  <c:v>151.47575689771699</c:v>
                </c:pt>
                <c:pt idx="4765">
                  <c:v>151.47934600316401</c:v>
                </c:pt>
                <c:pt idx="4766">
                  <c:v>151.48293379451999</c:v>
                </c:pt>
                <c:pt idx="4767">
                  <c:v>151.48652027237799</c:v>
                </c:pt>
                <c:pt idx="4768">
                  <c:v>151.49010543733499</c:v>
                </c:pt>
                <c:pt idx="4769">
                  <c:v>151.49368928998501</c:v>
                </c:pt>
                <c:pt idx="4770">
                  <c:v>151.49727183092199</c:v>
                </c:pt>
                <c:pt idx="4771">
                  <c:v>151.50085306074001</c:v>
                </c:pt>
                <c:pt idx="4772">
                  <c:v>151.50443298003299</c:v>
                </c:pt>
                <c:pt idx="4773">
                  <c:v>151.50801158939299</c:v>
                </c:pt>
                <c:pt idx="4774">
                  <c:v>151.51158888941401</c:v>
                </c:pt>
                <c:pt idx="4775">
                  <c:v>151.51516488068799</c:v>
                </c:pt>
                <c:pt idx="4776">
                  <c:v>151.518739563807</c:v>
                </c:pt>
                <c:pt idx="4777">
                  <c:v>151.522312939362</c:v>
                </c:pt>
                <c:pt idx="4778">
                  <c:v>151.52588500794499</c:v>
                </c:pt>
                <c:pt idx="4779">
                  <c:v>151.529455770147</c:v>
                </c:pt>
                <c:pt idx="4780">
                  <c:v>151.53302522655801</c:v>
                </c:pt>
                <c:pt idx="4781">
                  <c:v>151.53659337776901</c:v>
                </c:pt>
                <c:pt idx="4782">
                  <c:v>151.54016022436801</c:v>
                </c:pt>
                <c:pt idx="4783">
                  <c:v>151.54372576694701</c:v>
                </c:pt>
                <c:pt idx="4784">
                  <c:v>151.54729000609399</c:v>
                </c:pt>
                <c:pt idx="4785">
                  <c:v>151.550852942397</c:v>
                </c:pt>
                <c:pt idx="4786">
                  <c:v>151.554414576445</c:v>
                </c:pt>
                <c:pt idx="4787">
                  <c:v>151.557974908825</c:v>
                </c:pt>
                <c:pt idx="4788">
                  <c:v>151.561533940126</c:v>
                </c:pt>
                <c:pt idx="4789">
                  <c:v>151.565091670935</c:v>
                </c:pt>
                <c:pt idx="4790">
                  <c:v>151.56864810183899</c:v>
                </c:pt>
                <c:pt idx="4791">
                  <c:v>151.57220323342301</c:v>
                </c:pt>
                <c:pt idx="4792">
                  <c:v>151.575757066275</c:v>
                </c:pt>
                <c:pt idx="4793">
                  <c:v>151.57930960098</c:v>
                </c:pt>
                <c:pt idx="4794">
                  <c:v>151.582860838123</c:v>
                </c:pt>
                <c:pt idx="4795">
                  <c:v>151.58641077828901</c:v>
                </c:pt>
                <c:pt idx="4796">
                  <c:v>151.589959422064</c:v>
                </c:pt>
                <c:pt idx="4797">
                  <c:v>151.59350677003101</c:v>
                </c:pt>
                <c:pt idx="4798">
                  <c:v>151.597052822775</c:v>
                </c:pt>
                <c:pt idx="4799">
                  <c:v>151.600597580878</c:v>
                </c:pt>
                <c:pt idx="4800">
                  <c:v>151.604141044925</c:v>
                </c:pt>
                <c:pt idx="4801">
                  <c:v>151.60768321549801</c:v>
                </c:pt>
                <c:pt idx="4802">
                  <c:v>151.611224093179</c:v>
                </c:pt>
                <c:pt idx="4803">
                  <c:v>151.61476367855099</c:v>
                </c:pt>
                <c:pt idx="4804">
                  <c:v>151.61830197219601</c:v>
                </c:pt>
                <c:pt idx="4805">
                  <c:v>151.62183897469399</c:v>
                </c:pt>
                <c:pt idx="4806">
                  <c:v>151.62537468662799</c:v>
                </c:pt>
                <c:pt idx="4807">
                  <c:v>151.62890910857701</c:v>
                </c:pt>
                <c:pt idx="4808">
                  <c:v>151.63244224112199</c:v>
                </c:pt>
                <c:pt idx="4809">
                  <c:v>151.63597408484301</c:v>
                </c:pt>
                <c:pt idx="4810">
                  <c:v>151.63950464032001</c:v>
                </c:pt>
                <c:pt idx="4811">
                  <c:v>151.643033908131</c:v>
                </c:pt>
                <c:pt idx="4812">
                  <c:v>151.64656188885701</c:v>
                </c:pt>
                <c:pt idx="4813">
                  <c:v>151.65008858307399</c:v>
                </c:pt>
                <c:pt idx="4814">
                  <c:v>151.65361399136199</c:v>
                </c:pt>
                <c:pt idx="4815">
                  <c:v>151.65713811429899</c:v>
                </c:pt>
                <c:pt idx="4816">
                  <c:v>151.66066095246001</c:v>
                </c:pt>
                <c:pt idx="4817">
                  <c:v>151.66418250642499</c:v>
                </c:pt>
                <c:pt idx="4818">
                  <c:v>151.66770277677</c:v>
                </c:pt>
                <c:pt idx="4819">
                  <c:v>151.67122176407</c:v>
                </c:pt>
                <c:pt idx="4820">
                  <c:v>151.674739468902</c:v>
                </c:pt>
                <c:pt idx="4821">
                  <c:v>151.67825589184201</c:v>
                </c:pt>
                <c:pt idx="4822">
                  <c:v>151.681771033465</c:v>
                </c:pt>
                <c:pt idx="4823">
                  <c:v>151.68528489434499</c:v>
                </c:pt>
                <c:pt idx="4824">
                  <c:v>151.68879747505801</c:v>
                </c:pt>
                <c:pt idx="4825">
                  <c:v>151.69230877617801</c:v>
                </c:pt>
                <c:pt idx="4826">
                  <c:v>151.69581879827899</c:v>
                </c:pt>
                <c:pt idx="4827">
                  <c:v>151.699327541934</c:v>
                </c:pt>
                <c:pt idx="4828">
                  <c:v>151.702835007716</c:v>
                </c:pt>
                <c:pt idx="4829">
                  <c:v>151.706341196198</c:v>
                </c:pt>
                <c:pt idx="4830">
                  <c:v>151.70984610795301</c:v>
                </c:pt>
                <c:pt idx="4831">
                  <c:v>151.71334974355199</c:v>
                </c:pt>
                <c:pt idx="4832">
                  <c:v>151.71685210356901</c:v>
                </c:pt>
                <c:pt idx="4833">
                  <c:v>151.720353188573</c:v>
                </c:pt>
                <c:pt idx="4834">
                  <c:v>151.723852999136</c:v>
                </c:pt>
                <c:pt idx="4835">
                  <c:v>151.72735153582801</c:v>
                </c:pt>
                <c:pt idx="4836">
                  <c:v>151.73084879922101</c:v>
                </c:pt>
                <c:pt idx="4837">
                  <c:v>151.73434478988401</c:v>
                </c:pt>
                <c:pt idx="4838">
                  <c:v>151.737839508387</c:v>
                </c:pt>
                <c:pt idx="4839">
                  <c:v>151.74133295529799</c:v>
                </c:pt>
                <c:pt idx="4840">
                  <c:v>151.74482513118701</c:v>
                </c:pt>
                <c:pt idx="4841">
                  <c:v>151.74831603662301</c:v>
                </c:pt>
                <c:pt idx="4842">
                  <c:v>151.75180567217399</c:v>
                </c:pt>
                <c:pt idx="4843">
                  <c:v>151.75529403840699</c:v>
                </c:pt>
                <c:pt idx="4844">
                  <c:v>151.75878113589101</c:v>
                </c:pt>
                <c:pt idx="4845">
                  <c:v>151.762266965192</c:v>
                </c:pt>
                <c:pt idx="4846">
                  <c:v>151.76575152687701</c:v>
                </c:pt>
                <c:pt idx="4847">
                  <c:v>151.76923482151301</c:v>
                </c:pt>
                <c:pt idx="4848">
                  <c:v>151.77271684966499</c:v>
                </c:pt>
                <c:pt idx="4849">
                  <c:v>151.77619761190101</c:v>
                </c:pt>
                <c:pt idx="4850">
                  <c:v>151.779677108784</c:v>
                </c:pt>
                <c:pt idx="4851">
                  <c:v>151.78315534088</c:v>
                </c:pt>
                <c:pt idx="4852">
                  <c:v>151.786632308755</c:v>
                </c:pt>
                <c:pt idx="4853">
                  <c:v>151.79010801297201</c:v>
                </c:pt>
                <c:pt idx="4854">
                  <c:v>151.793582454095</c:v>
                </c:pt>
                <c:pt idx="4855">
                  <c:v>151.797055632688</c:v>
                </c:pt>
                <c:pt idx="4856">
                  <c:v>151.80052754931501</c:v>
                </c:pt>
                <c:pt idx="4857">
                  <c:v>151.803998204538</c:v>
                </c:pt>
                <c:pt idx="4858">
                  <c:v>151.80746759892</c:v>
                </c:pt>
                <c:pt idx="4859">
                  <c:v>151.810935733024</c:v>
                </c:pt>
                <c:pt idx="4860">
                  <c:v>151.81440260741101</c:v>
                </c:pt>
                <c:pt idx="4861">
                  <c:v>151.817868222643</c:v>
                </c:pt>
                <c:pt idx="4862">
                  <c:v>151.821332579282</c:v>
                </c:pt>
                <c:pt idx="4863">
                  <c:v>151.82479567788801</c:v>
                </c:pt>
                <c:pt idx="4864">
                  <c:v>151.82825751902101</c:v>
                </c:pt>
                <c:pt idx="4865">
                  <c:v>151.83171810324299</c:v>
                </c:pt>
                <c:pt idx="4866">
                  <c:v>151.83517743111301</c:v>
                </c:pt>
                <c:pt idx="4867">
                  <c:v>151.83863550319001</c:v>
                </c:pt>
                <c:pt idx="4868">
                  <c:v>151.84209232003499</c:v>
                </c:pt>
                <c:pt idx="4869">
                  <c:v>151.84554788220501</c:v>
                </c:pt>
                <c:pt idx="4870">
                  <c:v>151.849002190259</c:v>
                </c:pt>
                <c:pt idx="4871">
                  <c:v>151.85245524475499</c:v>
                </c:pt>
                <c:pt idx="4872">
                  <c:v>151.85590704625201</c:v>
                </c:pt>
                <c:pt idx="4873">
                  <c:v>151.85935759530699</c:v>
                </c:pt>
                <c:pt idx="4874">
                  <c:v>151.86280689247599</c:v>
                </c:pt>
                <c:pt idx="4875">
                  <c:v>151.86625493831701</c:v>
                </c:pt>
                <c:pt idx="4876">
                  <c:v>151.86970173338699</c:v>
                </c:pt>
                <c:pt idx="4877">
                  <c:v>151.87314727824099</c:v>
                </c:pt>
                <c:pt idx="4878">
                  <c:v>151.87659157343501</c:v>
                </c:pt>
                <c:pt idx="4879">
                  <c:v>151.880034619524</c:v>
                </c:pt>
                <c:pt idx="4880">
                  <c:v>151.883476417065</c:v>
                </c:pt>
                <c:pt idx="4881">
                  <c:v>151.88691696660999</c:v>
                </c:pt>
                <c:pt idx="4882">
                  <c:v>151.890356268716</c:v>
                </c:pt>
                <c:pt idx="4883">
                  <c:v>151.89379432393599</c:v>
                </c:pt>
                <c:pt idx="4884">
                  <c:v>151.897231132824</c:v>
                </c:pt>
                <c:pt idx="4885">
                  <c:v>151.90066669593301</c:v>
                </c:pt>
                <c:pt idx="4886">
                  <c:v>151.90410101381599</c:v>
                </c:pt>
                <c:pt idx="4887">
                  <c:v>151.90753408702699</c:v>
                </c:pt>
                <c:pt idx="4888">
                  <c:v>151.91096591611699</c:v>
                </c:pt>
                <c:pt idx="4889">
                  <c:v>151.91439650163801</c:v>
                </c:pt>
                <c:pt idx="4890">
                  <c:v>151.91782584414301</c:v>
                </c:pt>
                <c:pt idx="4891">
                  <c:v>151.92125394418301</c:v>
                </c:pt>
                <c:pt idx="4892">
                  <c:v>151.92468080230799</c:v>
                </c:pt>
                <c:pt idx="4893">
                  <c:v>151.92810641906999</c:v>
                </c:pt>
                <c:pt idx="4894">
                  <c:v>151.93153079501801</c:v>
                </c:pt>
                <c:pt idx="4895">
                  <c:v>151.93495393070401</c:v>
                </c:pt>
                <c:pt idx="4896">
                  <c:v>151.93837582667601</c:v>
                </c:pt>
                <c:pt idx="4897">
                  <c:v>151.94179648348401</c:v>
                </c:pt>
                <c:pt idx="4898">
                  <c:v>151.94521590167699</c:v>
                </c:pt>
                <c:pt idx="4899">
                  <c:v>151.94863408180399</c:v>
                </c:pt>
                <c:pt idx="4900">
                  <c:v>151.95205102441301</c:v>
                </c:pt>
                <c:pt idx="4901">
                  <c:v>151.95546673005299</c:v>
                </c:pt>
                <c:pt idx="4902">
                  <c:v>151.95888119927</c:v>
                </c:pt>
                <c:pt idx="4903">
                  <c:v>151.962294432612</c:v>
                </c:pt>
                <c:pt idx="4904">
                  <c:v>151.96570643062699</c:v>
                </c:pt>
                <c:pt idx="4905">
                  <c:v>151.969117193861</c:v>
                </c:pt>
                <c:pt idx="4906">
                  <c:v>151.97252672286001</c:v>
                </c:pt>
                <c:pt idx="4907">
                  <c:v>151.97593501817099</c:v>
                </c:pt>
                <c:pt idx="4908">
                  <c:v>151.97934208033899</c:v>
                </c:pt>
                <c:pt idx="4909">
                  <c:v>151.98274790990899</c:v>
                </c:pt>
                <c:pt idx="4910">
                  <c:v>151.98615250742699</c:v>
                </c:pt>
                <c:pt idx="4911">
                  <c:v>151.98955587343701</c:v>
                </c:pt>
                <c:pt idx="4912">
                  <c:v>151.99295800848401</c:v>
                </c:pt>
                <c:pt idx="4913">
                  <c:v>151.99635891311101</c:v>
                </c:pt>
                <c:pt idx="4914">
                  <c:v>151.999758587863</c:v>
                </c:pt>
                <c:pt idx="4915">
                  <c:v>152.003157033283</c:v>
                </c:pt>
                <c:pt idx="4916">
                  <c:v>152.00655424991299</c:v>
                </c:pt>
                <c:pt idx="4917">
                  <c:v>152.00995023829699</c:v>
                </c:pt>
                <c:pt idx="4918">
                  <c:v>152.013344998978</c:v>
                </c:pt>
                <c:pt idx="4919">
                  <c:v>152.01673853249599</c:v>
                </c:pt>
                <c:pt idx="4920">
                  <c:v>152.020130839394</c:v>
                </c:pt>
                <c:pt idx="4921">
                  <c:v>152.023521920213</c:v>
                </c:pt>
                <c:pt idx="4922">
                  <c:v>152.02691177549499</c:v>
                </c:pt>
                <c:pt idx="4923">
                  <c:v>152.030300405779</c:v>
                </c:pt>
                <c:pt idx="4924">
                  <c:v>152.033687811607</c:v>
                </c:pt>
                <c:pt idx="4925">
                  <c:v>152.03707399351899</c:v>
                </c:pt>
                <c:pt idx="4926">
                  <c:v>152.040458952054</c:v>
                </c:pt>
                <c:pt idx="4927">
                  <c:v>152.043842687752</c:v>
                </c:pt>
                <c:pt idx="4928">
                  <c:v>152.047225201152</c:v>
                </c:pt>
                <c:pt idx="4929">
                  <c:v>152.05060649279201</c:v>
                </c:pt>
                <c:pt idx="4930">
                  <c:v>152.05398656321199</c:v>
                </c:pt>
                <c:pt idx="4931">
                  <c:v>152.057365412949</c:v>
                </c:pt>
                <c:pt idx="4932">
                  <c:v>152.06074304254099</c:v>
                </c:pt>
                <c:pt idx="4933">
                  <c:v>152.06411945252501</c:v>
                </c:pt>
                <c:pt idx="4934">
                  <c:v>152.06749464344</c:v>
                </c:pt>
                <c:pt idx="4935">
                  <c:v>152.07086861581999</c:v>
                </c:pt>
                <c:pt idx="4936">
                  <c:v>152.07424137020499</c:v>
                </c:pt>
                <c:pt idx="4937">
                  <c:v>152.07761290712801</c:v>
                </c:pt>
                <c:pt idx="4938">
                  <c:v>152.08098322712601</c:v>
                </c:pt>
                <c:pt idx="4939">
                  <c:v>152.08435233073601</c:v>
                </c:pt>
                <c:pt idx="4940">
                  <c:v>152.087720218491</c:v>
                </c:pt>
                <c:pt idx="4941">
                  <c:v>152.09108689092599</c:v>
                </c:pt>
                <c:pt idx="4942">
                  <c:v>152.09445234857799</c:v>
                </c:pt>
                <c:pt idx="4943">
                  <c:v>152.09781659197799</c:v>
                </c:pt>
                <c:pt idx="4944">
                  <c:v>152.10117962166299</c:v>
                </c:pt>
                <c:pt idx="4945">
                  <c:v>152.10454143816401</c:v>
                </c:pt>
                <c:pt idx="4946">
                  <c:v>152.10790204201601</c:v>
                </c:pt>
                <c:pt idx="4947">
                  <c:v>152.111261433751</c:v>
                </c:pt>
                <c:pt idx="4948">
                  <c:v>152.11461961390199</c:v>
                </c:pt>
                <c:pt idx="4949">
                  <c:v>152.117976583001</c:v>
                </c:pt>
                <c:pt idx="4950">
                  <c:v>152.121332341581</c:v>
                </c:pt>
                <c:pt idx="4951">
                  <c:v>152.124686890172</c:v>
                </c:pt>
                <c:pt idx="4952">
                  <c:v>152.128040229307</c:v>
                </c:pt>
                <c:pt idx="4953">
                  <c:v>152.13139235951601</c:v>
                </c:pt>
                <c:pt idx="4954">
                  <c:v>152.13474328133</c:v>
                </c:pt>
                <c:pt idx="4955">
                  <c:v>152.13809299528</c:v>
                </c:pt>
                <c:pt idx="4956">
                  <c:v>152.141441501895</c:v>
                </c:pt>
                <c:pt idx="4957">
                  <c:v>152.144788801705</c:v>
                </c:pt>
                <c:pt idx="4958">
                  <c:v>152.148134895239</c:v>
                </c:pt>
                <c:pt idx="4959">
                  <c:v>152.15147978302801</c:v>
                </c:pt>
                <c:pt idx="4960">
                  <c:v>152.15482346559901</c:v>
                </c:pt>
                <c:pt idx="4961">
                  <c:v>152.15816594348101</c:v>
                </c:pt>
                <c:pt idx="4962">
                  <c:v>152.161507217202</c:v>
                </c:pt>
                <c:pt idx="4963">
                  <c:v>152.16484728729</c:v>
                </c:pt>
                <c:pt idx="4964">
                  <c:v>152.168186154273</c:v>
                </c:pt>
                <c:pt idx="4965">
                  <c:v>152.171523818677</c:v>
                </c:pt>
                <c:pt idx="4966">
                  <c:v>152.17486028102999</c:v>
                </c:pt>
                <c:pt idx="4967">
                  <c:v>152.178195541858</c:v>
                </c:pt>
                <c:pt idx="4968">
                  <c:v>152.181529601687</c:v>
                </c:pt>
                <c:pt idx="4969">
                  <c:v>152.18486246104399</c:v>
                </c:pt>
                <c:pt idx="4970">
                  <c:v>152.18819412045301</c:v>
                </c:pt>
                <c:pt idx="4971">
                  <c:v>152.19152458044101</c:v>
                </c:pt>
                <c:pt idx="4972">
                  <c:v>152.19485384153199</c:v>
                </c:pt>
                <c:pt idx="4973">
                  <c:v>152.19818190425099</c:v>
                </c:pt>
                <c:pt idx="4974">
                  <c:v>152.201508769123</c:v>
                </c:pt>
                <c:pt idx="4975">
                  <c:v>152.20483443667001</c:v>
                </c:pt>
                <c:pt idx="4976">
                  <c:v>152.20815890741801</c:v>
                </c:pt>
                <c:pt idx="4977">
                  <c:v>152.21148218188901</c:v>
                </c:pt>
                <c:pt idx="4978">
                  <c:v>152.214804260606</c:v>
                </c:pt>
                <c:pt idx="4979">
                  <c:v>152.21812514409299</c:v>
                </c:pt>
                <c:pt idx="4980">
                  <c:v>152.22144483287099</c:v>
                </c:pt>
                <c:pt idx="4981">
                  <c:v>152.22476332746399</c:v>
                </c:pt>
                <c:pt idx="4982">
                  <c:v>152.22808062839201</c:v>
                </c:pt>
                <c:pt idx="4983">
                  <c:v>152.231396736177</c:v>
                </c:pt>
                <c:pt idx="4984">
                  <c:v>152.234711651341</c:v>
                </c:pt>
                <c:pt idx="4985">
                  <c:v>152.238025374405</c:v>
                </c:pt>
                <c:pt idx="4986">
                  <c:v>152.241337905888</c:v>
                </c:pt>
                <c:pt idx="4987">
                  <c:v>152.24464924631201</c:v>
                </c:pt>
                <c:pt idx="4988">
                  <c:v>152.247959396195</c:v>
                </c:pt>
                <c:pt idx="4989">
                  <c:v>152.251268356059</c:v>
                </c:pt>
                <c:pt idx="4990">
                  <c:v>152.25457612642199</c:v>
                </c:pt>
                <c:pt idx="4991">
                  <c:v>152.25788270780399</c:v>
                </c:pt>
                <c:pt idx="4992">
                  <c:v>152.26118810072199</c:v>
                </c:pt>
                <c:pt idx="4993">
                  <c:v>152.264492305696</c:v>
                </c:pt>
                <c:pt idx="4994">
                  <c:v>152.26779532324301</c:v>
                </c:pt>
                <c:pt idx="4995">
                  <c:v>152.27109715388201</c:v>
                </c:pt>
                <c:pt idx="4996">
                  <c:v>152.274397798129</c:v>
                </c:pt>
                <c:pt idx="4997">
                  <c:v>152.27769725650299</c:v>
                </c:pt>
                <c:pt idx="4998">
                  <c:v>152.280995529519</c:v>
                </c:pt>
                <c:pt idx="4999">
                  <c:v>152.284292617695</c:v>
                </c:pt>
                <c:pt idx="5000">
                  <c:v>152.28758852154601</c:v>
                </c:pt>
                <c:pt idx="5001">
                  <c:v>152.290883241589</c:v>
                </c:pt>
                <c:pt idx="5002">
                  <c:v>152.29417677833899</c:v>
                </c:pt>
                <c:pt idx="5003">
                  <c:v>152.29746913231199</c:v>
                </c:pt>
                <c:pt idx="5004">
                  <c:v>152.30076030402299</c:v>
                </c:pt>
                <c:pt idx="5005">
                  <c:v>152.304050293985</c:v>
                </c:pt>
                <c:pt idx="5006">
                  <c:v>152.307339102714</c:v>
                </c:pt>
                <c:pt idx="5007">
                  <c:v>152.31062673072501</c:v>
                </c:pt>
                <c:pt idx="5008">
                  <c:v>152.31391317852899</c:v>
                </c:pt>
                <c:pt idx="5009">
                  <c:v>152.31719844664201</c:v>
                </c:pt>
                <c:pt idx="5010">
                  <c:v>152.32048253557599</c:v>
                </c:pt>
                <c:pt idx="5011">
                  <c:v>152.323765445844</c:v>
                </c:pt>
                <c:pt idx="5012">
                  <c:v>152.327047177959</c:v>
                </c:pt>
                <c:pt idx="5013">
                  <c:v>152.33032773243301</c:v>
                </c:pt>
                <c:pt idx="5014">
                  <c:v>152.33360710977701</c:v>
                </c:pt>
                <c:pt idx="5015">
                  <c:v>152.33688531050399</c:v>
                </c:pt>
                <c:pt idx="5016">
                  <c:v>152.340162335125</c:v>
                </c:pt>
                <c:pt idx="5017">
                  <c:v>152.34343818415101</c:v>
                </c:pt>
                <c:pt idx="5018">
                  <c:v>152.34671285809301</c:v>
                </c:pt>
                <c:pt idx="5019">
                  <c:v>152.34998635746001</c:v>
                </c:pt>
                <c:pt idx="5020">
                  <c:v>152.35325868276399</c:v>
                </c:pt>
                <c:pt idx="5021">
                  <c:v>152.35652983451399</c:v>
                </c:pt>
                <c:pt idx="5022">
                  <c:v>152.35979981321901</c:v>
                </c:pt>
                <c:pt idx="5023">
                  <c:v>152.36306861938999</c:v>
                </c:pt>
                <c:pt idx="5024">
                  <c:v>152.366336253534</c:v>
                </c:pt>
                <c:pt idx="5025">
                  <c:v>152.36960271615999</c:v>
                </c:pt>
                <c:pt idx="5026">
                  <c:v>152.37286800777699</c:v>
                </c:pt>
                <c:pt idx="5027">
                  <c:v>152.37613212889201</c:v>
                </c:pt>
                <c:pt idx="5028">
                  <c:v>152.37939508001401</c:v>
                </c:pt>
                <c:pt idx="5029">
                  <c:v>152.38265686164999</c:v>
                </c:pt>
                <c:pt idx="5030">
                  <c:v>152.38591747430601</c:v>
                </c:pt>
                <c:pt idx="5031">
                  <c:v>152.38917691848999</c:v>
                </c:pt>
                <c:pt idx="5032">
                  <c:v>152.39243519470801</c:v>
                </c:pt>
                <c:pt idx="5033">
                  <c:v>152.395692303467</c:v>
                </c:pt>
                <c:pt idx="5034">
                  <c:v>152.39894824527201</c:v>
                </c:pt>
                <c:pt idx="5035">
                  <c:v>152.402203020629</c:v>
                </c:pt>
                <c:pt idx="5036">
                  <c:v>152.40545663004201</c:v>
                </c:pt>
                <c:pt idx="5037">
                  <c:v>152.40870907401799</c:v>
                </c:pt>
                <c:pt idx="5038">
                  <c:v>152.411960353061</c:v>
                </c:pt>
                <c:pt idx="5039">
                  <c:v>152.41521046767599</c:v>
                </c:pt>
                <c:pt idx="5040">
                  <c:v>152.41845941836499</c:v>
                </c:pt>
                <c:pt idx="5041">
                  <c:v>152.42170720563399</c:v>
                </c:pt>
                <c:pt idx="5042">
                  <c:v>152.42495382998601</c:v>
                </c:pt>
                <c:pt idx="5043">
                  <c:v>152.42819929192299</c:v>
                </c:pt>
                <c:pt idx="5044">
                  <c:v>152.43144359194901</c:v>
                </c:pt>
                <c:pt idx="5045">
                  <c:v>152.43468673056699</c:v>
                </c:pt>
                <c:pt idx="5046">
                  <c:v>152.43792870827801</c:v>
                </c:pt>
                <c:pt idx="5047">
                  <c:v>152.44116952558599</c:v>
                </c:pt>
                <c:pt idx="5048">
                  <c:v>152.44440918299</c:v>
                </c:pt>
                <c:pt idx="5049">
                  <c:v>152.44764768099401</c:v>
                </c:pt>
                <c:pt idx="5050">
                  <c:v>152.45088502009801</c:v>
                </c:pt>
                <c:pt idx="5051">
                  <c:v>152.45412120080201</c:v>
                </c:pt>
                <c:pt idx="5052">
                  <c:v>152.457356223608</c:v>
                </c:pt>
                <c:pt idx="5053">
                  <c:v>152.46059008901599</c:v>
                </c:pt>
                <c:pt idx="5054">
                  <c:v>152.46382279752501</c:v>
                </c:pt>
                <c:pt idx="5055">
                  <c:v>152.46705434963599</c:v>
                </c:pt>
                <c:pt idx="5056">
                  <c:v>152.47028474584701</c:v>
                </c:pt>
                <c:pt idx="5057">
                  <c:v>152.47351398665799</c:v>
                </c:pt>
                <c:pt idx="5058">
                  <c:v>152.47674207256699</c:v>
                </c:pt>
                <c:pt idx="5059">
                  <c:v>152.47996900407401</c:v>
                </c:pt>
                <c:pt idx="5060">
                  <c:v>152.483194781675</c:v>
                </c:pt>
                <c:pt idx="5061">
                  <c:v>152.48641940586899</c:v>
                </c:pt>
                <c:pt idx="5062">
                  <c:v>152.48964287715401</c:v>
                </c:pt>
                <c:pt idx="5063">
                  <c:v>152.492865196027</c:v>
                </c:pt>
                <c:pt idx="5064">
                  <c:v>152.49608636298501</c:v>
                </c:pt>
                <c:pt idx="5065">
                  <c:v>152.49930637852401</c:v>
                </c:pt>
                <c:pt idx="5066">
                  <c:v>152.50252524314101</c:v>
                </c:pt>
                <c:pt idx="5067">
                  <c:v>152.50574295733199</c:v>
                </c:pt>
                <c:pt idx="5068">
                  <c:v>152.50895952159399</c:v>
                </c:pt>
                <c:pt idx="5069">
                  <c:v>152.51217493642099</c:v>
                </c:pt>
                <c:pt idx="5070">
                  <c:v>152.515389202308</c:v>
                </c:pt>
                <c:pt idx="5071">
                  <c:v>152.51860231975101</c:v>
                </c:pt>
                <c:pt idx="5072">
                  <c:v>152.52181428924499</c:v>
                </c:pt>
                <c:pt idx="5073">
                  <c:v>152.52502511128401</c:v>
                </c:pt>
                <c:pt idx="5074">
                  <c:v>152.528234786361</c:v>
                </c:pt>
                <c:pt idx="5075">
                  <c:v>152.531443314971</c:v>
                </c:pt>
                <c:pt idx="5076">
                  <c:v>152.53465069760699</c:v>
                </c:pt>
                <c:pt idx="5077">
                  <c:v>152.537856934762</c:v>
                </c:pt>
                <c:pt idx="5078">
                  <c:v>152.54106202693001</c:v>
                </c:pt>
                <c:pt idx="5079">
                  <c:v>152.54426597460201</c:v>
                </c:pt>
                <c:pt idx="5080">
                  <c:v>152.54746877827199</c:v>
                </c:pt>
                <c:pt idx="5081">
                  <c:v>152.55067043843101</c:v>
                </c:pt>
                <c:pt idx="5082">
                  <c:v>152.553870955571</c:v>
                </c:pt>
                <c:pt idx="5083">
                  <c:v>152.55707033018399</c:v>
                </c:pt>
                <c:pt idx="5084">
                  <c:v>152.56026856276</c:v>
                </c:pt>
                <c:pt idx="5085">
                  <c:v>152.56346565379101</c:v>
                </c:pt>
                <c:pt idx="5086">
                  <c:v>152.56666160376801</c:v>
                </c:pt>
                <c:pt idx="5087">
                  <c:v>152.56985641317999</c:v>
                </c:pt>
                <c:pt idx="5088">
                  <c:v>152.573050082517</c:v>
                </c:pt>
                <c:pt idx="5089">
                  <c:v>152.57624261226999</c:v>
                </c:pt>
                <c:pt idx="5090">
                  <c:v>152.579434002928</c:v>
                </c:pt>
                <c:pt idx="5091">
                  <c:v>152.58262425497901</c:v>
                </c:pt>
                <c:pt idx="5092">
                  <c:v>152.58581336891399</c:v>
                </c:pt>
                <c:pt idx="5093">
                  <c:v>152.58900134522</c:v>
                </c:pt>
                <c:pt idx="5094">
                  <c:v>152.59218818438501</c:v>
                </c:pt>
                <c:pt idx="5095">
                  <c:v>152.59537388689901</c:v>
                </c:pt>
                <c:pt idx="5096">
                  <c:v>152.59855845324799</c:v>
                </c:pt>
                <c:pt idx="5097">
                  <c:v>152.60174188392</c:v>
                </c:pt>
                <c:pt idx="5098">
                  <c:v>152.60492417940301</c:v>
                </c:pt>
                <c:pt idx="5099">
                  <c:v>152.60810534018199</c:v>
                </c:pt>
                <c:pt idx="5100">
                  <c:v>152.61128536674499</c:v>
                </c:pt>
                <c:pt idx="5101">
                  <c:v>152.614464259578</c:v>
                </c:pt>
                <c:pt idx="5102">
                  <c:v>152.61764201916699</c:v>
                </c:pt>
                <c:pt idx="5103">
                  <c:v>152.62081864599801</c:v>
                </c:pt>
                <c:pt idx="5104">
                  <c:v>152.62399414055699</c:v>
                </c:pt>
                <c:pt idx="5105">
                  <c:v>152.627168503327</c:v>
                </c:pt>
                <c:pt idx="5106">
                  <c:v>152.630341734795</c:v>
                </c:pt>
                <c:pt idx="5107">
                  <c:v>152.633513835445</c:v>
                </c:pt>
                <c:pt idx="5108">
                  <c:v>152.63668480576101</c:v>
                </c:pt>
                <c:pt idx="5109">
                  <c:v>152.63985464622701</c:v>
                </c:pt>
                <c:pt idx="5110">
                  <c:v>152.64302335732799</c:v>
                </c:pt>
                <c:pt idx="5111">
                  <c:v>152.64619093954599</c:v>
                </c:pt>
                <c:pt idx="5112">
                  <c:v>152.64935739336499</c:v>
                </c:pt>
                <c:pt idx="5113">
                  <c:v>152.65252271926701</c:v>
                </c:pt>
                <c:pt idx="5114">
                  <c:v>152.65568691773601</c:v>
                </c:pt>
                <c:pt idx="5115">
                  <c:v>152.65884998925301</c:v>
                </c:pt>
                <c:pt idx="5116">
                  <c:v>152.662011934302</c:v>
                </c:pt>
                <c:pt idx="5117">
                  <c:v>152.66517275336199</c:v>
                </c:pt>
                <c:pt idx="5118">
                  <c:v>152.66833244691699</c:v>
                </c:pt>
                <c:pt idx="5119">
                  <c:v>152.671491015447</c:v>
                </c:pt>
                <c:pt idx="5120">
                  <c:v>152.674648459433</c:v>
                </c:pt>
                <c:pt idx="5121">
                  <c:v>152.67780477935699</c:v>
                </c:pt>
                <c:pt idx="5122">
                  <c:v>152.68095997569699</c:v>
                </c:pt>
                <c:pt idx="5123">
                  <c:v>152.68411404893499</c:v>
                </c:pt>
                <c:pt idx="5124">
                  <c:v>152.68726699954999</c:v>
                </c:pt>
                <c:pt idx="5125">
                  <c:v>152.69041882802199</c:v>
                </c:pt>
                <c:pt idx="5126">
                  <c:v>152.69356953482901</c:v>
                </c:pt>
                <c:pt idx="5127">
                  <c:v>152.696719120452</c:v>
                </c:pt>
                <c:pt idx="5128">
                  <c:v>152.69986758536899</c:v>
                </c:pt>
                <c:pt idx="5129">
                  <c:v>152.703014930058</c:v>
                </c:pt>
                <c:pt idx="5130">
                  <c:v>152.70616115499701</c:v>
                </c:pt>
                <c:pt idx="5131">
                  <c:v>152.70930626066399</c:v>
                </c:pt>
                <c:pt idx="5132">
                  <c:v>152.71245024753699</c:v>
                </c:pt>
                <c:pt idx="5133">
                  <c:v>152.715593116094</c:v>
                </c:pt>
                <c:pt idx="5134">
                  <c:v>152.71873486681</c:v>
                </c:pt>
                <c:pt idx="5135">
                  <c:v>152.721875500164</c:v>
                </c:pt>
                <c:pt idx="5136">
                  <c:v>152.725015016631</c:v>
                </c:pt>
                <c:pt idx="5137">
                  <c:v>152.72815341668701</c:v>
                </c:pt>
                <c:pt idx="5138">
                  <c:v>152.73129070081001</c:v>
                </c:pt>
                <c:pt idx="5139">
                  <c:v>152.734426869473</c:v>
                </c:pt>
                <c:pt idx="5140">
                  <c:v>152.73756192315301</c:v>
                </c:pt>
                <c:pt idx="5141">
                  <c:v>152.740695862325</c:v>
                </c:pt>
                <c:pt idx="5142">
                  <c:v>152.743828687464</c:v>
                </c:pt>
                <c:pt idx="5143">
                  <c:v>152.74696039904299</c:v>
                </c:pt>
                <c:pt idx="5144">
                  <c:v>152.750090997538</c:v>
                </c:pt>
                <c:pt idx="5145">
                  <c:v>152.75322048342301</c:v>
                </c:pt>
                <c:pt idx="5146">
                  <c:v>152.75634885717099</c:v>
                </c:pt>
                <c:pt idx="5147">
                  <c:v>152.759476119255</c:v>
                </c:pt>
                <c:pt idx="5148">
                  <c:v>152.76260227014899</c:v>
                </c:pt>
                <c:pt idx="5149">
                  <c:v>152.76572731032601</c:v>
                </c:pt>
                <c:pt idx="5150">
                  <c:v>152.76885124025901</c:v>
                </c:pt>
                <c:pt idx="5151">
                  <c:v>152.77197406041901</c:v>
                </c:pt>
                <c:pt idx="5152">
                  <c:v>152.77509577127901</c:v>
                </c:pt>
                <c:pt idx="5153">
                  <c:v>152.77821637330999</c:v>
                </c:pt>
                <c:pt idx="5154">
                  <c:v>152.78133586698499</c:v>
                </c:pt>
                <c:pt idx="5155">
                  <c:v>152.784454252774</c:v>
                </c:pt>
                <c:pt idx="5156">
                  <c:v>152.78757153114901</c:v>
                </c:pt>
                <c:pt idx="5157">
                  <c:v>152.79068770257999</c:v>
                </c:pt>
                <c:pt idx="5158">
                  <c:v>152.79380276753801</c:v>
                </c:pt>
                <c:pt idx="5159">
                  <c:v>152.79691672649199</c:v>
                </c:pt>
                <c:pt idx="5160">
                  <c:v>152.800029579913</c:v>
                </c:pt>
                <c:pt idx="5161">
                  <c:v>152.80314132826999</c:v>
                </c:pt>
                <c:pt idx="5162">
                  <c:v>152.806251972034</c:v>
                </c:pt>
                <c:pt idx="5163">
                  <c:v>152.80936151167199</c:v>
                </c:pt>
                <c:pt idx="5164">
                  <c:v>152.812469947653</c:v>
                </c:pt>
                <c:pt idx="5165">
                  <c:v>152.815577280447</c:v>
                </c:pt>
                <c:pt idx="5166">
                  <c:v>152.81868351052199</c:v>
                </c:pt>
                <c:pt idx="5167">
                  <c:v>152.821788638345</c:v>
                </c:pt>
                <c:pt idx="5168">
                  <c:v>152.82489266438401</c:v>
                </c:pt>
                <c:pt idx="5169">
                  <c:v>152.82799558910699</c:v>
                </c:pt>
                <c:pt idx="5170">
                  <c:v>152.83109741298099</c:v>
                </c:pt>
                <c:pt idx="5171">
                  <c:v>152.834198136472</c:v>
                </c:pt>
                <c:pt idx="5172">
                  <c:v>152.83729776004901</c:v>
                </c:pt>
                <c:pt idx="5173">
                  <c:v>152.84039628417599</c:v>
                </c:pt>
                <c:pt idx="5174">
                  <c:v>152.84349370932</c:v>
                </c:pt>
                <c:pt idx="5175">
                  <c:v>152.846590035947</c:v>
                </c:pt>
                <c:pt idx="5176">
                  <c:v>152.849685264523</c:v>
                </c:pt>
                <c:pt idx="5177">
                  <c:v>152.85277939551199</c:v>
                </c:pt>
                <c:pt idx="5178">
                  <c:v>152.85587242938101</c:v>
                </c:pt>
                <c:pt idx="5179">
                  <c:v>152.858964366593</c:v>
                </c:pt>
                <c:pt idx="5180">
                  <c:v>152.862055207613</c:v>
                </c:pt>
                <c:pt idx="5181">
                  <c:v>152.86514495290601</c:v>
                </c:pt>
                <c:pt idx="5182">
                  <c:v>152.86823360293499</c:v>
                </c:pt>
                <c:pt idx="5183">
                  <c:v>152.87132115816399</c:v>
                </c:pt>
                <c:pt idx="5184">
                  <c:v>152.874407619057</c:v>
                </c:pt>
                <c:pt idx="5185">
                  <c:v>152.87749298607599</c:v>
                </c:pt>
                <c:pt idx="5186">
                  <c:v>152.880577259685</c:v>
                </c:pt>
                <c:pt idx="5187">
                  <c:v>152.883660440347</c:v>
                </c:pt>
                <c:pt idx="5188">
                  <c:v>152.886742528523</c:v>
                </c:pt>
                <c:pt idx="5189">
                  <c:v>152.88982352467599</c:v>
                </c:pt>
                <c:pt idx="5190">
                  <c:v>152.89290342926799</c:v>
                </c:pt>
                <c:pt idx="5191">
                  <c:v>152.89598224276</c:v>
                </c:pt>
                <c:pt idx="5192">
                  <c:v>152.89905996561399</c:v>
                </c:pt>
                <c:pt idx="5193">
                  <c:v>152.90213659829001</c:v>
                </c:pt>
                <c:pt idx="5194">
                  <c:v>152.90521214124999</c:v>
                </c:pt>
                <c:pt idx="5195">
                  <c:v>152.90828659495401</c:v>
                </c:pt>
                <c:pt idx="5196">
                  <c:v>152.91135995986201</c:v>
                </c:pt>
                <c:pt idx="5197">
                  <c:v>152.91443223643401</c:v>
                </c:pt>
                <c:pt idx="5198">
                  <c:v>152.917503425131</c:v>
                </c:pt>
                <c:pt idx="5199">
                  <c:v>152.920573526411</c:v>
                </c:pt>
                <c:pt idx="5200">
                  <c:v>152.923642540733</c:v>
                </c:pt>
                <c:pt idx="5201">
                  <c:v>152.92671046855699</c:v>
                </c:pt>
                <c:pt idx="5202">
                  <c:v>152.92977731034199</c:v>
                </c:pt>
                <c:pt idx="5203">
                  <c:v>152.93284306654499</c:v>
                </c:pt>
                <c:pt idx="5204">
                  <c:v>152.935907737625</c:v>
                </c:pt>
                <c:pt idx="5205">
                  <c:v>152.93897132404001</c:v>
                </c:pt>
                <c:pt idx="5206">
                  <c:v>152.94203382624701</c:v>
                </c:pt>
                <c:pt idx="5207">
                  <c:v>152.94509524470399</c:v>
                </c:pt>
                <c:pt idx="5208">
                  <c:v>152.948155579868</c:v>
                </c:pt>
                <c:pt idx="5209">
                  <c:v>152.951214832196</c:v>
                </c:pt>
                <c:pt idx="5210">
                  <c:v>152.95427300214399</c:v>
                </c:pt>
                <c:pt idx="5211">
                  <c:v>152.95733009016899</c:v>
                </c:pt>
                <c:pt idx="5212">
                  <c:v>152.96038609672701</c:v>
                </c:pt>
                <c:pt idx="5213">
                  <c:v>152.963441022273</c:v>
                </c:pt>
                <c:pt idx="5214">
                  <c:v>152.96649486726301</c:v>
                </c:pt>
                <c:pt idx="5215">
                  <c:v>152.969547632153</c:v>
                </c:pt>
                <c:pt idx="5216">
                  <c:v>152.972599317397</c:v>
                </c:pt>
                <c:pt idx="5217">
                  <c:v>152.97564992344999</c:v>
                </c:pt>
                <c:pt idx="5218">
                  <c:v>152.97869945076599</c:v>
                </c:pt>
                <c:pt idx="5219">
                  <c:v>152.98174789980101</c:v>
                </c:pt>
                <c:pt idx="5220">
                  <c:v>152.98479527100801</c:v>
                </c:pt>
                <c:pt idx="5221">
                  <c:v>152.98784156484001</c:v>
                </c:pt>
                <c:pt idx="5222">
                  <c:v>152.99088678175099</c:v>
                </c:pt>
                <c:pt idx="5223">
                  <c:v>152.99393092219501</c:v>
                </c:pt>
                <c:pt idx="5224">
                  <c:v>152.996973986624</c:v>
                </c:pt>
                <c:pt idx="5225">
                  <c:v>153.00001597549101</c:v>
                </c:pt>
                <c:pt idx="5226">
                  <c:v>153.003056889248</c:v>
                </c:pt>
                <c:pt idx="5227">
                  <c:v>153.00609672834699</c:v>
                </c:pt>
                <c:pt idx="5228">
                  <c:v>153.00913549324201</c:v>
                </c:pt>
                <c:pt idx="5229">
                  <c:v>153.01217318438199</c:v>
                </c:pt>
                <c:pt idx="5230">
                  <c:v>153.01520980222</c:v>
                </c:pt>
                <c:pt idx="5231">
                  <c:v>153.018245347206</c:v>
                </c:pt>
                <c:pt idx="5232">
                  <c:v>153.02127981979299</c:v>
                </c:pt>
                <c:pt idx="5233">
                  <c:v>153.02431322042901</c:v>
                </c:pt>
                <c:pt idx="5234">
                  <c:v>153.02734554956601</c:v>
                </c:pt>
                <c:pt idx="5235">
                  <c:v>153.030376807653</c:v>
                </c:pt>
                <c:pt idx="5236">
                  <c:v>153.03340699514101</c:v>
                </c:pt>
                <c:pt idx="5237">
                  <c:v>153.03643611248</c:v>
                </c:pt>
                <c:pt idx="5238">
                  <c:v>153.03946416011701</c:v>
                </c:pt>
                <c:pt idx="5239">
                  <c:v>153.042491138504</c:v>
                </c:pt>
                <c:pt idx="5240">
                  <c:v>153.04551704808799</c:v>
                </c:pt>
                <c:pt idx="5241">
                  <c:v>153.04854188931799</c:v>
                </c:pt>
                <c:pt idx="5242">
                  <c:v>153.05156566264199</c:v>
                </c:pt>
                <c:pt idx="5243">
                  <c:v>153.054588368509</c:v>
                </c:pt>
                <c:pt idx="5244">
                  <c:v>153.05761000736601</c:v>
                </c:pt>
                <c:pt idx="5245">
                  <c:v>153.06063057966</c:v>
                </c:pt>
                <c:pt idx="5246">
                  <c:v>153.06365008584001</c:v>
                </c:pt>
                <c:pt idx="5247">
                  <c:v>153.066668526352</c:v>
                </c:pt>
                <c:pt idx="5248">
                  <c:v>153.06968590164399</c:v>
                </c:pt>
                <c:pt idx="5249">
                  <c:v>153.07270221216001</c:v>
                </c:pt>
                <c:pt idx="5250">
                  <c:v>153.075717458349</c:v>
                </c:pt>
                <c:pt idx="5251">
                  <c:v>153.07873164065501</c:v>
                </c:pt>
                <c:pt idx="5252">
                  <c:v>153.08174475952501</c:v>
                </c:pt>
                <c:pt idx="5253">
                  <c:v>153.084756815405</c:v>
                </c:pt>
                <c:pt idx="5254">
                  <c:v>153.08776780873899</c:v>
                </c:pt>
                <c:pt idx="5255">
                  <c:v>153.090777739972</c:v>
                </c:pt>
                <c:pt idx="5256">
                  <c:v>153.09378660954999</c:v>
                </c:pt>
                <c:pt idx="5257">
                  <c:v>153.09679441791599</c:v>
                </c:pt>
                <c:pt idx="5258">
                  <c:v>153.099801165516</c:v>
                </c:pt>
                <c:pt idx="5259">
                  <c:v>153.10280685279301</c:v>
                </c:pt>
                <c:pt idx="5260">
                  <c:v>153.10581148019099</c:v>
                </c:pt>
                <c:pt idx="5261">
                  <c:v>153.10881504815299</c:v>
                </c:pt>
                <c:pt idx="5262">
                  <c:v>153.111817557123</c:v>
                </c:pt>
                <c:pt idx="5263">
                  <c:v>153.11481900754401</c:v>
                </c:pt>
                <c:pt idx="5264">
                  <c:v>153.11781939985801</c:v>
                </c:pt>
                <c:pt idx="5265">
                  <c:v>153.12081873450899</c:v>
                </c:pt>
                <c:pt idx="5266">
                  <c:v>153.123817011938</c:v>
                </c:pt>
                <c:pt idx="5267">
                  <c:v>153.12681423258701</c:v>
                </c:pt>
                <c:pt idx="5268">
                  <c:v>153.12981039689799</c:v>
                </c:pt>
                <c:pt idx="5269">
                  <c:v>153.132805505313</c:v>
                </c:pt>
                <c:pt idx="5270">
                  <c:v>153.135799558272</c:v>
                </c:pt>
                <c:pt idx="5271">
                  <c:v>153.13879255621799</c:v>
                </c:pt>
                <c:pt idx="5272">
                  <c:v>153.14178449958999</c:v>
                </c:pt>
                <c:pt idx="5273">
                  <c:v>153.14477538883</c:v>
                </c:pt>
                <c:pt idx="5274">
                  <c:v>153.147765224377</c:v>
                </c:pt>
                <c:pt idx="5275">
                  <c:v>153.15075400667101</c:v>
                </c:pt>
                <c:pt idx="5276">
                  <c:v>153.15374173615299</c:v>
                </c:pt>
                <c:pt idx="5277">
                  <c:v>153.15672841326199</c:v>
                </c:pt>
                <c:pt idx="5278">
                  <c:v>153.15971403843599</c:v>
                </c:pt>
                <c:pt idx="5279">
                  <c:v>153.162698612116</c:v>
                </c:pt>
                <c:pt idx="5280">
                  <c:v>153.16568213474</c:v>
                </c:pt>
                <c:pt idx="5281">
                  <c:v>153.16866460674601</c:v>
                </c:pt>
                <c:pt idx="5282">
                  <c:v>153.17164602857301</c:v>
                </c:pt>
                <c:pt idx="5283">
                  <c:v>153.17462640065901</c:v>
                </c:pt>
                <c:pt idx="5284">
                  <c:v>153.17760572344201</c:v>
                </c:pt>
                <c:pt idx="5285">
                  <c:v>153.18058399735801</c:v>
                </c:pt>
                <c:pt idx="5286">
                  <c:v>153.18356122284601</c:v>
                </c:pt>
                <c:pt idx="5287">
                  <c:v>153.18653740034301</c:v>
                </c:pt>
                <c:pt idx="5288">
                  <c:v>153.18951253028499</c:v>
                </c:pt>
                <c:pt idx="5289">
                  <c:v>153.192486613109</c:v>
                </c:pt>
                <c:pt idx="5290">
                  <c:v>153.19545964925101</c:v>
                </c:pt>
                <c:pt idx="5291">
                  <c:v>153.198431639147</c:v>
                </c:pt>
                <c:pt idx="5292">
                  <c:v>153.201402583233</c:v>
                </c:pt>
                <c:pt idx="5293">
                  <c:v>153.204372481946</c:v>
                </c:pt>
                <c:pt idx="5294">
                  <c:v>153.20734133571901</c:v>
                </c:pt>
                <c:pt idx="5295">
                  <c:v>153.210309144988</c:v>
                </c:pt>
                <c:pt idx="5296">
                  <c:v>153.213275910189</c:v>
                </c:pt>
                <c:pt idx="5297">
                  <c:v>153.216241631755</c:v>
                </c:pt>
                <c:pt idx="5298">
                  <c:v>153.219206310121</c:v>
                </c:pt>
                <c:pt idx="5299">
                  <c:v>153.22216994572099</c:v>
                </c:pt>
                <c:pt idx="5300">
                  <c:v>153.22513253898899</c:v>
                </c:pt>
                <c:pt idx="5301">
                  <c:v>153.22809409035801</c:v>
                </c:pt>
                <c:pt idx="5302">
                  <c:v>153.23105460026301</c:v>
                </c:pt>
                <c:pt idx="5303">
                  <c:v>153.23401406913499</c:v>
                </c:pt>
                <c:pt idx="5304">
                  <c:v>153.236972497409</c:v>
                </c:pt>
                <c:pt idx="5305">
                  <c:v>153.239929885517</c:v>
                </c:pt>
                <c:pt idx="5306">
                  <c:v>153.24288623389</c:v>
                </c:pt>
                <c:pt idx="5307">
                  <c:v>153.24584154296201</c:v>
                </c:pt>
                <c:pt idx="5308">
                  <c:v>153.24879581316401</c:v>
                </c:pt>
                <c:pt idx="5309">
                  <c:v>153.251749044928</c:v>
                </c:pt>
                <c:pt idx="5310">
                  <c:v>153.25470123868499</c:v>
                </c:pt>
                <c:pt idx="5311">
                  <c:v>153.25765239486699</c:v>
                </c:pt>
                <c:pt idx="5312">
                  <c:v>153.26060251390399</c:v>
                </c:pt>
                <c:pt idx="5313">
                  <c:v>153.26355159622801</c:v>
                </c:pt>
                <c:pt idx="5314">
                  <c:v>153.266499642268</c:v>
                </c:pt>
                <c:pt idx="5315">
                  <c:v>153.269446652455</c:v>
                </c:pt>
                <c:pt idx="5316">
                  <c:v>153.27239262721901</c:v>
                </c:pt>
                <c:pt idx="5317">
                  <c:v>153.27533756699</c:v>
                </c:pt>
                <c:pt idx="5318">
                  <c:v>153.27828147219699</c:v>
                </c:pt>
                <c:pt idx="5319">
                  <c:v>153.28122434327</c:v>
                </c:pt>
                <c:pt idx="5320">
                  <c:v>153.28416618063699</c:v>
                </c:pt>
                <c:pt idx="5321">
                  <c:v>153.28710698472699</c:v>
                </c:pt>
                <c:pt idx="5322">
                  <c:v>153.290046755969</c:v>
                </c:pt>
                <c:pt idx="5323">
                  <c:v>153.29298549479199</c:v>
                </c:pt>
                <c:pt idx="5324">
                  <c:v>153.295923201623</c:v>
                </c:pt>
                <c:pt idx="5325">
                  <c:v>153.29885987688999</c:v>
                </c:pt>
                <c:pt idx="5326">
                  <c:v>153.30179552102101</c:v>
                </c:pt>
                <c:pt idx="5327">
                  <c:v>153.30473013444299</c:v>
                </c:pt>
                <c:pt idx="5328">
                  <c:v>153.30766371758301</c:v>
                </c:pt>
                <c:pt idx="5329">
                  <c:v>153.31059627086799</c:v>
                </c:pt>
                <c:pt idx="5330">
                  <c:v>153.31352779472499</c:v>
                </c:pt>
                <c:pt idx="5331">
                  <c:v>153.31645828958</c:v>
                </c:pt>
                <c:pt idx="5332">
                  <c:v>153.319387755859</c:v>
                </c:pt>
                <c:pt idx="5333">
                  <c:v>153.322316193989</c:v>
                </c:pt>
                <c:pt idx="5334">
                  <c:v>153.32524360439501</c:v>
                </c:pt>
                <c:pt idx="5335">
                  <c:v>153.32816998750201</c:v>
                </c:pt>
                <c:pt idx="5336">
                  <c:v>153.331095343736</c:v>
                </c:pt>
                <c:pt idx="5337">
                  <c:v>153.334019673521</c:v>
                </c:pt>
                <c:pt idx="5338">
                  <c:v>153.336942977283</c:v>
                </c:pt>
                <c:pt idx="5339">
                  <c:v>153.33986525544501</c:v>
                </c:pt>
                <c:pt idx="5340">
                  <c:v>153.34278650843299</c:v>
                </c:pt>
                <c:pt idx="5341">
                  <c:v>153.34570673667</c:v>
                </c:pt>
                <c:pt idx="5342">
                  <c:v>153.34862594058001</c:v>
                </c:pt>
                <c:pt idx="5343">
                  <c:v>153.35154412058699</c:v>
                </c:pt>
                <c:pt idx="5344">
                  <c:v>153.35446127711299</c:v>
                </c:pt>
                <c:pt idx="5345">
                  <c:v>153.35737741058301</c:v>
                </c:pt>
                <c:pt idx="5346">
                  <c:v>153.36029252141799</c:v>
                </c:pt>
                <c:pt idx="5347">
                  <c:v>153.363206610042</c:v>
                </c:pt>
                <c:pt idx="5348">
                  <c:v>153.36611967687699</c:v>
                </c:pt>
                <c:pt idx="5349">
                  <c:v>153.369031722344</c:v>
                </c:pt>
                <c:pt idx="5350">
                  <c:v>153.37194274686701</c:v>
                </c:pt>
                <c:pt idx="5351">
                  <c:v>153.37485275086601</c:v>
                </c:pt>
                <c:pt idx="5352">
                  <c:v>153.37776173476399</c:v>
                </c:pt>
                <c:pt idx="5353">
                  <c:v>153.38066969898</c:v>
                </c:pt>
                <c:pt idx="5354">
                  <c:v>153.383576643937</c:v>
                </c:pt>
                <c:pt idx="5355">
                  <c:v>153.38648257005499</c:v>
                </c:pt>
                <c:pt idx="5356">
                  <c:v>153.38938747775401</c:v>
                </c:pt>
                <c:pt idx="5357">
                  <c:v>153.39229136745601</c:v>
                </c:pt>
                <c:pt idx="5358">
                  <c:v>153.39519423957901</c:v>
                </c:pt>
                <c:pt idx="5359">
                  <c:v>153.398096094544</c:v>
                </c:pt>
                <c:pt idx="5360">
                  <c:v>153.40099693277</c:v>
                </c:pt>
                <c:pt idx="5361">
                  <c:v>153.40389675467699</c:v>
                </c:pt>
                <c:pt idx="5362">
                  <c:v>153.40679556068301</c:v>
                </c:pt>
                <c:pt idx="5363">
                  <c:v>153.40969335120801</c:v>
                </c:pt>
                <c:pt idx="5364">
                  <c:v>153.41259012667001</c:v>
                </c:pt>
                <c:pt idx="5365">
                  <c:v>153.41548588748799</c:v>
                </c:pt>
                <c:pt idx="5366">
                  <c:v>153.41838063407999</c:v>
                </c:pt>
                <c:pt idx="5367">
                  <c:v>153.421274366864</c:v>
                </c:pt>
                <c:pt idx="5368">
                  <c:v>153.424167086257</c:v>
                </c:pt>
                <c:pt idx="5369">
                  <c:v>153.427058792678</c:v>
                </c:pt>
                <c:pt idx="5370">
                  <c:v>153.42994948654299</c:v>
                </c:pt>
                <c:pt idx="5371">
                  <c:v>153.432839168269</c:v>
                </c:pt>
                <c:pt idx="5372">
                  <c:v>153.43572783827301</c:v>
                </c:pt>
                <c:pt idx="5373">
                  <c:v>153.43861549697201</c:v>
                </c:pt>
                <c:pt idx="5374">
                  <c:v>153.44150214478199</c:v>
                </c:pt>
                <c:pt idx="5375">
                  <c:v>153.44438778211901</c:v>
                </c:pt>
                <c:pt idx="5376">
                  <c:v>153.44727240939901</c:v>
                </c:pt>
                <c:pt idx="5377">
                  <c:v>153.45015602703799</c:v>
                </c:pt>
                <c:pt idx="5378">
                  <c:v>153.453038635452</c:v>
                </c:pt>
                <c:pt idx="5379">
                  <c:v>153.45592023505401</c:v>
                </c:pt>
                <c:pt idx="5380">
                  <c:v>153.45880082626101</c:v>
                </c:pt>
                <c:pt idx="5381">
                  <c:v>153.461680409487</c:v>
                </c:pt>
                <c:pt idx="5382">
                  <c:v>153.464558985146</c:v>
                </c:pt>
                <c:pt idx="5383">
                  <c:v>153.46743655365299</c:v>
                </c:pt>
                <c:pt idx="5384">
                  <c:v>153.47031311542199</c:v>
                </c:pt>
                <c:pt idx="5385">
                  <c:v>153.47318867086699</c:v>
                </c:pt>
                <c:pt idx="5386">
                  <c:v>153.47606322040099</c:v>
                </c:pt>
                <c:pt idx="5387">
                  <c:v>153.47893676443701</c:v>
                </c:pt>
                <c:pt idx="5388">
                  <c:v>153.48180930338901</c:v>
                </c:pt>
                <c:pt idx="5389">
                  <c:v>153.48468083767</c:v>
                </c:pt>
                <c:pt idx="5390">
                  <c:v>153.48755136769299</c:v>
                </c:pt>
                <c:pt idx="5391">
                  <c:v>153.49042089386899</c:v>
                </c:pt>
                <c:pt idx="5392">
                  <c:v>153.49328941661099</c:v>
                </c:pt>
                <c:pt idx="5393">
                  <c:v>153.496156936331</c:v>
                </c:pt>
                <c:pt idx="5394">
                  <c:v>153.499023453441</c:v>
                </c:pt>
                <c:pt idx="5395">
                  <c:v>153.50188896835201</c:v>
                </c:pt>
                <c:pt idx="5396">
                  <c:v>153.504753481476</c:v>
                </c:pt>
                <c:pt idx="5397">
                  <c:v>153.507616993223</c:v>
                </c:pt>
                <c:pt idx="5398">
                  <c:v>153.51047950400499</c:v>
                </c:pt>
                <c:pt idx="5399">
                  <c:v>153.51334101423299</c:v>
                </c:pt>
                <c:pt idx="5400">
                  <c:v>153.51620152431599</c:v>
                </c:pt>
                <c:pt idx="5401">
                  <c:v>153.51906103466399</c:v>
                </c:pt>
                <c:pt idx="5402">
                  <c:v>153.521919545689</c:v>
                </c:pt>
                <c:pt idx="5403">
                  <c:v>153.52477705779901</c:v>
                </c:pt>
                <c:pt idx="5404">
                  <c:v>153.52763357140401</c:v>
                </c:pt>
                <c:pt idx="5405">
                  <c:v>153.530489086914</c:v>
                </c:pt>
                <c:pt idx="5406">
                  <c:v>153.53334360473599</c:v>
                </c:pt>
                <c:pt idx="5407">
                  <c:v>153.53619712528101</c:v>
                </c:pt>
                <c:pt idx="5408">
                  <c:v>153.53904964895699</c:v>
                </c:pt>
                <c:pt idx="5409">
                  <c:v>153.54190117617199</c:v>
                </c:pt>
                <c:pt idx="5410">
                  <c:v>153.544751707335</c:v>
                </c:pt>
                <c:pt idx="5411">
                  <c:v>153.54760124285201</c:v>
                </c:pt>
                <c:pt idx="5412">
                  <c:v>153.55044978313299</c:v>
                </c:pt>
                <c:pt idx="5413">
                  <c:v>153.55329732858399</c:v>
                </c:pt>
                <c:pt idx="5414">
                  <c:v>153.55614387961299</c:v>
                </c:pt>
                <c:pt idx="5415">
                  <c:v>153.558989436627</c:v>
                </c:pt>
                <c:pt idx="5416">
                  <c:v>153.56183400003201</c:v>
                </c:pt>
                <c:pt idx="5417">
                  <c:v>153.564677570236</c:v>
                </c:pt>
                <c:pt idx="5418">
                  <c:v>153.56752014764399</c:v>
                </c:pt>
                <c:pt idx="5419">
                  <c:v>153.570361732663</c:v>
                </c:pt>
                <c:pt idx="5420">
                  <c:v>153.57320232569799</c:v>
                </c:pt>
                <c:pt idx="5421">
                  <c:v>153.57604192715601</c:v>
                </c:pt>
                <c:pt idx="5422">
                  <c:v>153.57888053744199</c:v>
                </c:pt>
                <c:pt idx="5423">
                  <c:v>153.58171815696099</c:v>
                </c:pt>
                <c:pt idx="5424">
                  <c:v>153.58455478611799</c:v>
                </c:pt>
                <c:pt idx="5425">
                  <c:v>153.58739042531801</c:v>
                </c:pt>
                <c:pt idx="5426">
                  <c:v>153.59022507496601</c:v>
                </c:pt>
                <c:pt idx="5427">
                  <c:v>153.593058735466</c:v>
                </c:pt>
                <c:pt idx="5428">
                  <c:v>153.59589140722099</c:v>
                </c:pt>
                <c:pt idx="5429">
                  <c:v>153.59872309063701</c:v>
                </c:pt>
                <c:pt idx="5430">
                  <c:v>153.60155378611699</c:v>
                </c:pt>
                <c:pt idx="5431">
                  <c:v>153.604383494064</c:v>
                </c:pt>
                <c:pt idx="5432">
                  <c:v>153.607212214881</c:v>
                </c:pt>
                <c:pt idx="5433">
                  <c:v>153.610039948972</c:v>
                </c:pt>
                <c:pt idx="5434">
                  <c:v>153.61286669673899</c:v>
                </c:pt>
                <c:pt idx="5435">
                  <c:v>153.61569245858499</c:v>
                </c:pt>
                <c:pt idx="5436">
                  <c:v>153.61851723491301</c:v>
                </c:pt>
                <c:pt idx="5437">
                  <c:v>153.62134102612401</c:v>
                </c:pt>
                <c:pt idx="5438">
                  <c:v>153.62416383262101</c:v>
                </c:pt>
                <c:pt idx="5439">
                  <c:v>153.626985654805</c:v>
                </c:pt>
                <c:pt idx="5440">
                  <c:v>153.62980649307801</c:v>
                </c:pt>
                <c:pt idx="5441">
                  <c:v>153.63262634784101</c:v>
                </c:pt>
                <c:pt idx="5442">
                  <c:v>153.63544521949501</c:v>
                </c:pt>
                <c:pt idx="5443">
                  <c:v>153.63826310844101</c:v>
                </c:pt>
                <c:pt idx="5444">
                  <c:v>153.64108001508001</c:v>
                </c:pt>
                <c:pt idx="5445">
                  <c:v>153.64389593981099</c:v>
                </c:pt>
                <c:pt idx="5446">
                  <c:v>153.64671088303601</c:v>
                </c:pt>
                <c:pt idx="5447">
                  <c:v>153.64952484515399</c:v>
                </c:pt>
                <c:pt idx="5448">
                  <c:v>153.652337826565</c:v>
                </c:pt>
                <c:pt idx="5449">
                  <c:v>153.65514982766899</c:v>
                </c:pt>
                <c:pt idx="5450">
                  <c:v>153.657960848865</c:v>
                </c:pt>
                <c:pt idx="5451">
                  <c:v>153.66077089055099</c:v>
                </c:pt>
                <c:pt idx="5452">
                  <c:v>153.66357995312799</c:v>
                </c:pt>
                <c:pt idx="5453">
                  <c:v>153.666388036993</c:v>
                </c:pt>
                <c:pt idx="5454">
                  <c:v>153.66919514254499</c:v>
                </c:pt>
                <c:pt idx="5455">
                  <c:v>153.67200127018199</c:v>
                </c:pt>
                <c:pt idx="5456">
                  <c:v>153.67480642030199</c:v>
                </c:pt>
                <c:pt idx="5457">
                  <c:v>153.677610593304</c:v>
                </c:pt>
                <c:pt idx="5458">
                  <c:v>153.68041378958401</c:v>
                </c:pt>
                <c:pt idx="5459">
                  <c:v>153.68321600954101</c:v>
                </c:pt>
                <c:pt idx="5460">
                  <c:v>153.68601725356999</c:v>
                </c:pt>
                <c:pt idx="5461">
                  <c:v>153.68881752207</c:v>
                </c:pt>
                <c:pt idx="5462">
                  <c:v>153.69161681543699</c:v>
                </c:pt>
                <c:pt idx="5463">
                  <c:v>153.69441513406699</c:v>
                </c:pt>
                <c:pt idx="5464">
                  <c:v>153.69721247835699</c:v>
                </c:pt>
                <c:pt idx="5465">
                  <c:v>153.700008848702</c:v>
                </c:pt>
                <c:pt idx="5466">
                  <c:v>153.7028042455</c:v>
                </c:pt>
                <c:pt idx="5467">
                  <c:v>153.705598669144</c:v>
                </c:pt>
                <c:pt idx="5468">
                  <c:v>153.70839212003199</c:v>
                </c:pt>
                <c:pt idx="5469">
                  <c:v>153.711184598557</c:v>
                </c:pt>
                <c:pt idx="5470">
                  <c:v>153.71397610511499</c:v>
                </c:pt>
                <c:pt idx="5471">
                  <c:v>153.71676664010201</c:v>
                </c:pt>
                <c:pt idx="5472">
                  <c:v>153.71955620391</c:v>
                </c:pt>
                <c:pt idx="5473">
                  <c:v>153.722344796936</c:v>
                </c:pt>
                <c:pt idx="5474">
                  <c:v>153.72513241957199</c:v>
                </c:pt>
                <c:pt idx="5475">
                  <c:v>153.72791907221301</c:v>
                </c:pt>
                <c:pt idx="5476">
                  <c:v>153.73070475525299</c:v>
                </c:pt>
                <c:pt idx="5477">
                  <c:v>153.73348946908499</c:v>
                </c:pt>
                <c:pt idx="5478">
                  <c:v>153.736273214102</c:v>
                </c:pt>
                <c:pt idx="5479">
                  <c:v>153.73905599069801</c:v>
                </c:pt>
                <c:pt idx="5480">
                  <c:v>153.741837799265</c:v>
                </c:pt>
                <c:pt idx="5481">
                  <c:v>153.74461864019699</c:v>
                </c:pt>
                <c:pt idx="5482">
                  <c:v>153.74739851388401</c:v>
                </c:pt>
                <c:pt idx="5483">
                  <c:v>153.750177420721</c:v>
                </c:pt>
                <c:pt idx="5484">
                  <c:v>153.752955361098</c:v>
                </c:pt>
                <c:pt idx="5485">
                  <c:v>153.755732335408</c:v>
                </c:pt>
                <c:pt idx="5486">
                  <c:v>153.75850834404201</c:v>
                </c:pt>
                <c:pt idx="5487">
                  <c:v>153.76128338739099</c:v>
                </c:pt>
                <c:pt idx="5488">
                  <c:v>153.764057465848</c:v>
                </c:pt>
                <c:pt idx="5489">
                  <c:v>153.76683057980199</c:v>
                </c:pt>
                <c:pt idx="5490">
                  <c:v>153.76960272964399</c:v>
                </c:pt>
                <c:pt idx="5491">
                  <c:v>153.772373915766</c:v>
                </c:pt>
                <c:pt idx="5492">
                  <c:v>153.77514413855701</c:v>
                </c:pt>
                <c:pt idx="5493">
                  <c:v>153.77791339840701</c:v>
                </c:pt>
                <c:pt idx="5494">
                  <c:v>153.78068169570699</c:v>
                </c:pt>
                <c:pt idx="5495">
                  <c:v>153.78344903084599</c:v>
                </c:pt>
                <c:pt idx="5496">
                  <c:v>153.78621540421301</c:v>
                </c:pt>
                <c:pt idx="5497">
                  <c:v>153.788980816199</c:v>
                </c:pt>
                <c:pt idx="5498">
                  <c:v>153.791745267191</c:v>
                </c:pt>
                <c:pt idx="5499">
                  <c:v>153.794508757579</c:v>
                </c:pt>
                <c:pt idx="5500">
                  <c:v>153.79727128775201</c:v>
                </c:pt>
                <c:pt idx="5501">
                  <c:v>153.80003285809701</c:v>
                </c:pt>
                <c:pt idx="5502">
                  <c:v>153.802793469004</c:v>
                </c:pt>
                <c:pt idx="5503">
                  <c:v>153.80555312086</c:v>
                </c:pt>
                <c:pt idx="5504">
                  <c:v>153.80831181405301</c:v>
                </c:pt>
                <c:pt idx="5505">
                  <c:v>153.81106954897101</c:v>
                </c:pt>
                <c:pt idx="5506">
                  <c:v>153.813826326</c:v>
                </c:pt>
                <c:pt idx="5507">
                  <c:v>153.816582145529</c:v>
                </c:pt>
                <c:pt idx="5508">
                  <c:v>153.819337007944</c:v>
                </c:pt>
                <c:pt idx="5509">
                  <c:v>153.822090913632</c:v>
                </c:pt>
                <c:pt idx="5510">
                  <c:v>153.82484386297901</c:v>
                </c:pt>
                <c:pt idx="5511">
                  <c:v>153.82759585637299</c:v>
                </c:pt>
                <c:pt idx="5512">
                  <c:v>153.83034689419799</c:v>
                </c:pt>
                <c:pt idx="5513">
                  <c:v>153.833096976842</c:v>
                </c:pt>
                <c:pt idx="5514">
                  <c:v>153.83584610468901</c:v>
                </c:pt>
                <c:pt idx="5515">
                  <c:v>153.83859427812499</c:v>
                </c:pt>
                <c:pt idx="5516">
                  <c:v>153.84134149753601</c:v>
                </c:pt>
                <c:pt idx="5517">
                  <c:v>153.84408776330699</c:v>
                </c:pt>
                <c:pt idx="5518">
                  <c:v>153.84683307582199</c:v>
                </c:pt>
                <c:pt idx="5519">
                  <c:v>153.84957743546701</c:v>
                </c:pt>
                <c:pt idx="5520">
                  <c:v>153.85232084262501</c:v>
                </c:pt>
                <c:pt idx="5521">
                  <c:v>153.85506329768199</c:v>
                </c:pt>
                <c:pt idx="5522">
                  <c:v>153.85780480102</c:v>
                </c:pt>
                <c:pt idx="5523">
                  <c:v>153.860545353025</c:v>
                </c:pt>
                <c:pt idx="5524">
                  <c:v>153.86328495408</c:v>
                </c:pt>
                <c:pt idx="5525">
                  <c:v>153.866023604567</c:v>
                </c:pt>
                <c:pt idx="5526">
                  <c:v>153.86876130487099</c:v>
                </c:pt>
                <c:pt idx="5527">
                  <c:v>153.87149805537501</c:v>
                </c:pt>
                <c:pt idx="5528">
                  <c:v>153.87423385646099</c:v>
                </c:pt>
                <c:pt idx="5529">
                  <c:v>153.87696870851201</c:v>
                </c:pt>
                <c:pt idx="5530">
                  <c:v>153.87970261191001</c:v>
                </c:pt>
                <c:pt idx="5531">
                  <c:v>153.88243556703799</c:v>
                </c:pt>
                <c:pt idx="5532">
                  <c:v>153.885167574278</c:v>
                </c:pt>
                <c:pt idx="5533">
                  <c:v>153.88789863401101</c:v>
                </c:pt>
                <c:pt idx="5534">
                  <c:v>153.890628746619</c:v>
                </c:pt>
                <c:pt idx="5535">
                  <c:v>153.89335791248399</c:v>
                </c:pt>
                <c:pt idx="5536">
                  <c:v>153.896086131987</c:v>
                </c:pt>
                <c:pt idx="5537">
                  <c:v>153.89881340550801</c:v>
                </c:pt>
                <c:pt idx="5538">
                  <c:v>153.90153973342899</c:v>
                </c:pt>
                <c:pt idx="5539">
                  <c:v>153.904265116131</c:v>
                </c:pt>
                <c:pt idx="5540">
                  <c:v>153.90698955399199</c:v>
                </c:pt>
                <c:pt idx="5541">
                  <c:v>153.909713047395</c:v>
                </c:pt>
                <c:pt idx="5542">
                  <c:v>153.91243559671801</c:v>
                </c:pt>
                <c:pt idx="5543">
                  <c:v>153.91515720234199</c:v>
                </c:pt>
                <c:pt idx="5544">
                  <c:v>153.91787786464599</c:v>
                </c:pt>
                <c:pt idx="5545">
                  <c:v>153.92059758400899</c:v>
                </c:pt>
                <c:pt idx="5546">
                  <c:v>153.92331636081099</c:v>
                </c:pt>
                <c:pt idx="5547">
                  <c:v>153.92603419543099</c:v>
                </c:pt>
                <c:pt idx="5548">
                  <c:v>153.928751088247</c:v>
                </c:pt>
                <c:pt idx="5549">
                  <c:v>153.93146703963899</c:v>
                </c:pt>
                <c:pt idx="5550">
                  <c:v>153.93418204998301</c:v>
                </c:pt>
                <c:pt idx="5551">
                  <c:v>153.93689611965999</c:v>
                </c:pt>
                <c:pt idx="5552">
                  <c:v>153.93960924904499</c:v>
                </c:pt>
                <c:pt idx="5553">
                  <c:v>153.94232143851801</c:v>
                </c:pt>
                <c:pt idx="5554">
                  <c:v>153.945032688456</c:v>
                </c:pt>
                <c:pt idx="5555">
                  <c:v>153.947742999236</c:v>
                </c:pt>
                <c:pt idx="5556">
                  <c:v>153.950452371235</c:v>
                </c:pt>
                <c:pt idx="5557">
                  <c:v>153.95316080483099</c:v>
                </c:pt>
                <c:pt idx="5558">
                  <c:v>153.9558683004</c:v>
                </c:pt>
                <c:pt idx="5559">
                  <c:v>153.958574858318</c:v>
                </c:pt>
                <c:pt idx="5560">
                  <c:v>153.961280478963</c:v>
                </c:pt>
                <c:pt idx="5561">
                  <c:v>153.96398516270901</c:v>
                </c:pt>
                <c:pt idx="5562">
                  <c:v>153.96668890993399</c:v>
                </c:pt>
                <c:pt idx="5563">
                  <c:v>153.96939172101301</c:v>
                </c:pt>
                <c:pt idx="5564">
                  <c:v>153.972093596321</c:v>
                </c:pt>
                <c:pt idx="5565">
                  <c:v>153.97479453623399</c:v>
                </c:pt>
                <c:pt idx="5566">
                  <c:v>153.97749454112599</c:v>
                </c:pt>
                <c:pt idx="5567">
                  <c:v>153.98019361137401</c:v>
                </c:pt>
                <c:pt idx="5568">
                  <c:v>153.982891747351</c:v>
                </c:pt>
                <c:pt idx="5569">
                  <c:v>153.98558894943301</c:v>
                </c:pt>
                <c:pt idx="5570">
                  <c:v>153.988285217993</c:v>
                </c:pt>
                <c:pt idx="5571">
                  <c:v>153.99098055340599</c:v>
                </c:pt>
                <c:pt idx="5572">
                  <c:v>153.99367495604599</c:v>
                </c:pt>
                <c:pt idx="5573">
                  <c:v>153.99636842628601</c:v>
                </c:pt>
                <c:pt idx="5574">
                  <c:v>153.99906096449999</c:v>
                </c:pt>
                <c:pt idx="5575">
                  <c:v>154.00175257106099</c:v>
                </c:pt>
                <c:pt idx="5576">
                  <c:v>154.00444324634401</c:v>
                </c:pt>
                <c:pt idx="5577">
                  <c:v>154.00713299071899</c:v>
                </c:pt>
                <c:pt idx="5578">
                  <c:v>154.009821804561</c:v>
                </c:pt>
                <c:pt idx="5579">
                  <c:v>154.01250968824201</c:v>
                </c:pt>
                <c:pt idx="5580">
                  <c:v>154.01519664213399</c:v>
                </c:pt>
                <c:pt idx="5581">
                  <c:v>154.01788266661001</c:v>
                </c:pt>
                <c:pt idx="5582">
                  <c:v>154.020567762041</c:v>
                </c:pt>
                <c:pt idx="5583">
                  <c:v>154.02325192879999</c:v>
                </c:pt>
                <c:pt idx="5584">
                  <c:v>154.02593516725699</c:v>
                </c:pt>
                <c:pt idx="5585">
                  <c:v>154.028617477784</c:v>
                </c:pt>
                <c:pt idx="5586">
                  <c:v>154.031298860753</c:v>
                </c:pt>
                <c:pt idx="5587">
                  <c:v>154.03397931653399</c:v>
                </c:pt>
                <c:pt idx="5588">
                  <c:v>154.03665884549901</c:v>
                </c:pt>
                <c:pt idx="5589">
                  <c:v>154.03933744801699</c:v>
                </c:pt>
                <c:pt idx="5590">
                  <c:v>154.042015124459</c:v>
                </c:pt>
                <c:pt idx="5591">
                  <c:v>154.04469187519601</c:v>
                </c:pt>
                <c:pt idx="5592">
                  <c:v>154.04736770059799</c:v>
                </c:pt>
                <c:pt idx="5593">
                  <c:v>154.050042601033</c:v>
                </c:pt>
                <c:pt idx="5594">
                  <c:v>154.052716576873</c:v>
                </c:pt>
                <c:pt idx="5595">
                  <c:v>154.05538962848601</c:v>
                </c:pt>
                <c:pt idx="5596">
                  <c:v>154.05806175624201</c:v>
                </c:pt>
                <c:pt idx="5597">
                  <c:v>154.060732960509</c:v>
                </c:pt>
                <c:pt idx="5598">
                  <c:v>154.063403241656</c:v>
                </c:pt>
                <c:pt idx="5599">
                  <c:v>154.06607260005299</c:v>
                </c:pt>
                <c:pt idx="5600">
                  <c:v>154.06874103606799</c:v>
                </c:pt>
                <c:pt idx="5601">
                  <c:v>154.07140855006801</c:v>
                </c:pt>
                <c:pt idx="5602">
                  <c:v>154.074075142422</c:v>
                </c:pt>
                <c:pt idx="5603">
                  <c:v>154.07674081349799</c:v>
                </c:pt>
                <c:pt idx="5604">
                  <c:v>154.07940556366299</c:v>
                </c:pt>
                <c:pt idx="5605">
                  <c:v>154.08206939328599</c:v>
                </c:pt>
                <c:pt idx="5606">
                  <c:v>154.08473230273199</c:v>
                </c:pt>
                <c:pt idx="5607">
                  <c:v>154.08739429236999</c:v>
                </c:pt>
                <c:pt idx="5608">
                  <c:v>154.09005536256601</c:v>
                </c:pt>
                <c:pt idx="5609">
                  <c:v>154.09271551368701</c:v>
                </c:pt>
                <c:pt idx="5610">
                  <c:v>154.09537474609999</c:v>
                </c:pt>
                <c:pt idx="5611">
                  <c:v>154.09803306017</c:v>
                </c:pt>
                <c:pt idx="5612">
                  <c:v>154.100690456265</c:v>
                </c:pt>
                <c:pt idx="5613">
                  <c:v>154.103346934749</c:v>
                </c:pt>
                <c:pt idx="5614">
                  <c:v>154.106002495989</c:v>
                </c:pt>
                <c:pt idx="5615">
                  <c:v>154.10865714035</c:v>
                </c:pt>
                <c:pt idx="5616">
                  <c:v>154.11131086819699</c:v>
                </c:pt>
                <c:pt idx="5617">
                  <c:v>154.11396367989599</c:v>
                </c:pt>
                <c:pt idx="5618">
                  <c:v>154.11661557581201</c:v>
                </c:pt>
                <c:pt idx="5619">
                  <c:v>154.11926655631001</c:v>
                </c:pt>
                <c:pt idx="5620">
                  <c:v>154.121916621753</c:v>
                </c:pt>
                <c:pt idx="5621">
                  <c:v>154.124565772507</c:v>
                </c:pt>
                <c:pt idx="5622">
                  <c:v>154.127214008935</c:v>
                </c:pt>
                <c:pt idx="5623">
                  <c:v>154.12986133140299</c:v>
                </c:pt>
                <c:pt idx="5624">
                  <c:v>154.13250774027199</c:v>
                </c:pt>
                <c:pt idx="5625">
                  <c:v>154.13515323590801</c:v>
                </c:pt>
                <c:pt idx="5626">
                  <c:v>154.13779781867299</c:v>
                </c:pt>
                <c:pt idx="5627">
                  <c:v>154.140441488932</c:v>
                </c:pt>
                <c:pt idx="5628">
                  <c:v>154.143084247046</c:v>
                </c:pt>
                <c:pt idx="5629">
                  <c:v>154.14572609337901</c:v>
                </c:pt>
                <c:pt idx="5630">
                  <c:v>154.14836702829299</c:v>
                </c:pt>
                <c:pt idx="5631">
                  <c:v>154.15100705215099</c:v>
                </c:pt>
                <c:pt idx="5632">
                  <c:v>154.15364616531599</c:v>
                </c:pt>
                <c:pt idx="5633">
                  <c:v>154.15628436814899</c:v>
                </c:pt>
                <c:pt idx="5634">
                  <c:v>154.15892166101199</c:v>
                </c:pt>
                <c:pt idx="5635">
                  <c:v>154.161558044267</c:v>
                </c:pt>
                <c:pt idx="5636">
                  <c:v>154.16419351827599</c:v>
                </c:pt>
                <c:pt idx="5637">
                  <c:v>154.166828083399</c:v>
                </c:pt>
                <c:pt idx="5638">
                  <c:v>154.16946173999901</c:v>
                </c:pt>
                <c:pt idx="5639">
                  <c:v>154.17209448843599</c:v>
                </c:pt>
                <c:pt idx="5640">
                  <c:v>154.17472632907001</c:v>
                </c:pt>
                <c:pt idx="5641">
                  <c:v>154.177357262263</c:v>
                </c:pt>
                <c:pt idx="5642">
                  <c:v>154.179987288375</c:v>
                </c:pt>
                <c:pt idx="5643">
                  <c:v>154.18261640776501</c:v>
                </c:pt>
                <c:pt idx="5644">
                  <c:v>154.185244620795</c:v>
                </c:pt>
                <c:pt idx="5645">
                  <c:v>154.18787192782401</c:v>
                </c:pt>
                <c:pt idx="5646">
                  <c:v>154.19049832921101</c:v>
                </c:pt>
                <c:pt idx="5647">
                  <c:v>154.19312382531601</c:v>
                </c:pt>
                <c:pt idx="5648">
                  <c:v>154.19574841649799</c:v>
                </c:pt>
                <c:pt idx="5649">
                  <c:v>154.19837210311701</c:v>
                </c:pt>
                <c:pt idx="5650">
                  <c:v>154.200994885531</c:v>
                </c:pt>
                <c:pt idx="5651">
                  <c:v>154.203616764099</c:v>
                </c:pt>
                <c:pt idx="5652">
                  <c:v>154.20623773918001</c:v>
                </c:pt>
                <c:pt idx="5653">
                  <c:v>154.20885781113199</c:v>
                </c:pt>
                <c:pt idx="5654">
                  <c:v>154.211476980312</c:v>
                </c:pt>
                <c:pt idx="5655">
                  <c:v>154.214095247079</c:v>
                </c:pt>
                <c:pt idx="5656">
                  <c:v>154.21671261179199</c:v>
                </c:pt>
                <c:pt idx="5657">
                  <c:v>154.21932907480601</c:v>
                </c:pt>
                <c:pt idx="5658">
                  <c:v>154.22194463648</c:v>
                </c:pt>
                <c:pt idx="5659">
                  <c:v>154.224559297171</c:v>
                </c:pt>
                <c:pt idx="5660">
                  <c:v>154.227173057236</c:v>
                </c:pt>
                <c:pt idx="5661">
                  <c:v>154.22978591703199</c:v>
                </c:pt>
                <c:pt idx="5662">
                  <c:v>154.232397876916</c:v>
                </c:pt>
                <c:pt idx="5663">
                  <c:v>154.23500893724301</c:v>
                </c:pt>
                <c:pt idx="5664">
                  <c:v>154.23761909837</c:v>
                </c:pt>
                <c:pt idx="5665">
                  <c:v>154.24022836065399</c:v>
                </c:pt>
                <c:pt idx="5666">
                  <c:v>154.24283672445</c:v>
                </c:pt>
                <c:pt idx="5667">
                  <c:v>154.245444190114</c:v>
                </c:pt>
                <c:pt idx="5668">
                  <c:v>154.24805075800199</c:v>
                </c:pt>
                <c:pt idx="5669">
                  <c:v>154.25065642846801</c:v>
                </c:pt>
                <c:pt idx="5670">
                  <c:v>154.25326120186901</c:v>
                </c:pt>
                <c:pt idx="5671">
                  <c:v>154.255865078558</c:v>
                </c:pt>
                <c:pt idx="5672">
                  <c:v>154.25846805889199</c:v>
                </c:pt>
                <c:pt idx="5673">
                  <c:v>154.26107014322301</c:v>
                </c:pt>
                <c:pt idx="5674">
                  <c:v>154.263671331908</c:v>
                </c:pt>
                <c:pt idx="5675">
                  <c:v>154.26627162529999</c:v>
                </c:pt>
                <c:pt idx="5676">
                  <c:v>154.26887102375301</c:v>
                </c:pt>
                <c:pt idx="5677">
                  <c:v>154.27146952762101</c:v>
                </c:pt>
                <c:pt idx="5678">
                  <c:v>154.27406713725799</c:v>
                </c:pt>
                <c:pt idx="5679">
                  <c:v>154.276663853017</c:v>
                </c:pt>
                <c:pt idx="5680">
                  <c:v>154.27925967525101</c:v>
                </c:pt>
                <c:pt idx="5681">
                  <c:v>154.28185460431499</c:v>
                </c:pt>
                <c:pt idx="5682">
                  <c:v>154.28444864055999</c:v>
                </c:pt>
                <c:pt idx="5683">
                  <c:v>154.28704178434</c:v>
                </c:pt>
                <c:pt idx="5684">
                  <c:v>154.28963403600699</c:v>
                </c:pt>
                <c:pt idx="5685">
                  <c:v>154.29222539591299</c:v>
                </c:pt>
                <c:pt idx="5686">
                  <c:v>154.29481586441099</c:v>
                </c:pt>
                <c:pt idx="5687">
                  <c:v>154.29740544185299</c:v>
                </c:pt>
                <c:pt idx="5688">
                  <c:v>154.29999412858999</c:v>
                </c:pt>
                <c:pt idx="5689">
                  <c:v>154.30258192497499</c:v>
                </c:pt>
                <c:pt idx="5690">
                  <c:v>154.305168831359</c:v>
                </c:pt>
                <c:pt idx="5691">
                  <c:v>154.307754848092</c:v>
                </c:pt>
                <c:pt idx="5692">
                  <c:v>154.310339975527</c:v>
                </c:pt>
                <c:pt idx="5693">
                  <c:v>154.312924214015</c:v>
                </c:pt>
                <c:pt idx="5694">
                  <c:v>154.31550756390499</c:v>
                </c:pt>
                <c:pt idx="5695">
                  <c:v>154.318090025549</c:v>
                </c:pt>
                <c:pt idx="5696">
                  <c:v>154.32067159929699</c:v>
                </c:pt>
                <c:pt idx="5697">
                  <c:v>154.323252285499</c:v>
                </c:pt>
                <c:pt idx="5698">
                  <c:v>154.32583208450501</c:v>
                </c:pt>
                <c:pt idx="5699">
                  <c:v>154.32841099666601</c:v>
                </c:pt>
                <c:pt idx="5700">
                  <c:v>154.33098902232999</c:v>
                </c:pt>
                <c:pt idx="5701">
                  <c:v>154.33356616184699</c:v>
                </c:pt>
                <c:pt idx="5702">
                  <c:v>154.33614241556799</c:v>
                </c:pt>
                <c:pt idx="5703">
                  <c:v>154.33871778384</c:v>
                </c:pt>
                <c:pt idx="5704">
                  <c:v>154.34129226701199</c:v>
                </c:pt>
                <c:pt idx="5705">
                  <c:v>154.34386586543499</c:v>
                </c:pt>
                <c:pt idx="5706">
                  <c:v>154.346438579455</c:v>
                </c:pt>
                <c:pt idx="5707">
                  <c:v>154.34901040942199</c:v>
                </c:pt>
                <c:pt idx="5708">
                  <c:v>154.351581355684</c:v>
                </c:pt>
                <c:pt idx="5709">
                  <c:v>154.354151418588</c:v>
                </c:pt>
                <c:pt idx="5710">
                  <c:v>154.35672059848301</c:v>
                </c:pt>
                <c:pt idx="5711">
                  <c:v>154.35928889571699</c:v>
                </c:pt>
                <c:pt idx="5712">
                  <c:v>154.361856310636</c:v>
                </c:pt>
                <c:pt idx="5713">
                  <c:v>154.36442284358901</c:v>
                </c:pt>
                <c:pt idx="5714">
                  <c:v>154.366988494922</c:v>
                </c:pt>
                <c:pt idx="5715">
                  <c:v>154.36955326498301</c:v>
                </c:pt>
                <c:pt idx="5716">
                  <c:v>154.372117154118</c:v>
                </c:pt>
                <c:pt idx="5717">
                  <c:v>154.374680162673</c:v>
                </c:pt>
                <c:pt idx="5718">
                  <c:v>154.37724229099601</c:v>
                </c:pt>
                <c:pt idx="5719">
                  <c:v>154.379803539433</c:v>
                </c:pt>
                <c:pt idx="5720">
                  <c:v>154.38236390832901</c:v>
                </c:pt>
                <c:pt idx="5721">
                  <c:v>154.38492339803</c:v>
                </c:pt>
                <c:pt idx="5722">
                  <c:v>154.38748200888301</c:v>
                </c:pt>
                <c:pt idx="5723">
                  <c:v>154.39003974123199</c:v>
                </c:pt>
                <c:pt idx="5724">
                  <c:v>154.39259659542401</c:v>
                </c:pt>
                <c:pt idx="5725">
                  <c:v>154.39515257180301</c:v>
                </c:pt>
                <c:pt idx="5726">
                  <c:v>154.39770767071499</c:v>
                </c:pt>
                <c:pt idx="5727">
                  <c:v>154.40026189250401</c:v>
                </c:pt>
                <c:pt idx="5728">
                  <c:v>154.40281523751401</c:v>
                </c:pt>
                <c:pt idx="5729">
                  <c:v>154.405367706091</c:v>
                </c:pt>
                <c:pt idx="5730">
                  <c:v>154.407919298579</c:v>
                </c:pt>
                <c:pt idx="5731">
                  <c:v>154.41047001532101</c:v>
                </c:pt>
                <c:pt idx="5732">
                  <c:v>154.413019856663</c:v>
                </c:pt>
                <c:pt idx="5733">
                  <c:v>154.41556882294699</c:v>
                </c:pt>
                <c:pt idx="5734">
                  <c:v>154.41811691451699</c:v>
                </c:pt>
                <c:pt idx="5735">
                  <c:v>154.42066413171599</c:v>
                </c:pt>
                <c:pt idx="5736">
                  <c:v>154.423210474889</c:v>
                </c:pt>
                <c:pt idx="5737">
                  <c:v>154.42575594437699</c:v>
                </c:pt>
                <c:pt idx="5738">
                  <c:v>154.42830054052399</c:v>
                </c:pt>
                <c:pt idx="5739">
                  <c:v>154.43084426367301</c:v>
                </c:pt>
                <c:pt idx="5740">
                  <c:v>154.43338711416499</c:v>
                </c:pt>
                <c:pt idx="5741">
                  <c:v>154.43592909234499</c:v>
                </c:pt>
                <c:pt idx="5742">
                  <c:v>154.43847019855201</c:v>
                </c:pt>
                <c:pt idx="5743">
                  <c:v>154.441010433131</c:v>
                </c:pt>
                <c:pt idx="5744">
                  <c:v>154.443549796421</c:v>
                </c:pt>
                <c:pt idx="5745">
                  <c:v>154.44608828876599</c:v>
                </c:pt>
                <c:pt idx="5746">
                  <c:v>154.44862591050699</c:v>
                </c:pt>
                <c:pt idx="5747">
                  <c:v>154.451162661984</c:v>
                </c:pt>
                <c:pt idx="5748">
                  <c:v>154.45369854354001</c:v>
                </c:pt>
                <c:pt idx="5749">
                  <c:v>154.45623355551399</c:v>
                </c:pt>
                <c:pt idx="5750">
                  <c:v>154.45876769824901</c:v>
                </c:pt>
                <c:pt idx="5751">
                  <c:v>154.461300972083</c:v>
                </c:pt>
                <c:pt idx="5752">
                  <c:v>154.46383337735901</c:v>
                </c:pt>
                <c:pt idx="5753">
                  <c:v>154.466364914416</c:v>
                </c:pt>
                <c:pt idx="5754">
                  <c:v>154.46889558359399</c:v>
                </c:pt>
                <c:pt idx="5755">
                  <c:v>154.471425385233</c:v>
                </c:pt>
                <c:pt idx="5756">
                  <c:v>154.473954319673</c:v>
                </c:pt>
                <c:pt idx="5757">
                  <c:v>154.47648238725401</c:v>
                </c:pt>
                <c:pt idx="5758">
                  <c:v>154.479009588314</c:v>
                </c:pt>
                <c:pt idx="5759">
                  <c:v>154.481535923194</c:v>
                </c:pt>
                <c:pt idx="5760">
                  <c:v>154.48406139223101</c:v>
                </c:pt>
                <c:pt idx="5761">
                  <c:v>154.48658599576601</c:v>
                </c:pt>
                <c:pt idx="5762">
                  <c:v>154.489109734137</c:v>
                </c:pt>
                <c:pt idx="5763">
                  <c:v>154.491632607681</c:v>
                </c:pt>
                <c:pt idx="5764">
                  <c:v>154.494154616738</c:v>
                </c:pt>
                <c:pt idx="5765">
                  <c:v>154.496675761646</c:v>
                </c:pt>
                <c:pt idx="5766">
                  <c:v>154.49919604274299</c:v>
                </c:pt>
                <c:pt idx="5767">
                  <c:v>154.501715460366</c:v>
                </c:pt>
                <c:pt idx="5768">
                  <c:v>154.50423401485401</c:v>
                </c:pt>
                <c:pt idx="5769">
                  <c:v>154.50675170654301</c:v>
                </c:pt>
                <c:pt idx="5770">
                  <c:v>154.50926853577201</c:v>
                </c:pt>
                <c:pt idx="5771">
                  <c:v>154.51178450287699</c:v>
                </c:pt>
                <c:pt idx="5772">
                  <c:v>154.51429960819499</c:v>
                </c:pt>
                <c:pt idx="5773">
                  <c:v>154.516813852063</c:v>
                </c:pt>
                <c:pt idx="5774">
                  <c:v>154.51932723481701</c:v>
                </c:pt>
                <c:pt idx="5775">
                  <c:v>154.521839756795</c:v>
                </c:pt>
                <c:pt idx="5776">
                  <c:v>154.524351418332</c:v>
                </c:pt>
                <c:pt idx="5777">
                  <c:v>154.52686221976501</c:v>
                </c:pt>
                <c:pt idx="5778">
                  <c:v>154.529372161429</c:v>
                </c:pt>
                <c:pt idx="5779">
                  <c:v>154.53188124366</c:v>
                </c:pt>
                <c:pt idx="5780">
                  <c:v>154.53438946679501</c:v>
                </c:pt>
                <c:pt idx="5781">
                  <c:v>154.53689683116701</c:v>
                </c:pt>
                <c:pt idx="5782">
                  <c:v>154.53940333711299</c:v>
                </c:pt>
                <c:pt idx="5783">
                  <c:v>154.54190898496799</c:v>
                </c:pt>
                <c:pt idx="5784">
                  <c:v>154.544413775066</c:v>
                </c:pt>
                <c:pt idx="5785">
                  <c:v>154.54691770774301</c:v>
                </c:pt>
                <c:pt idx="5786">
                  <c:v>154.54942078333201</c:v>
                </c:pt>
                <c:pt idx="5787">
                  <c:v>154.55192300216899</c:v>
                </c:pt>
                <c:pt idx="5788">
                  <c:v>154.55442436458699</c:v>
                </c:pt>
                <c:pt idx="5789">
                  <c:v>154.55692487092099</c:v>
                </c:pt>
                <c:pt idx="5790">
                  <c:v>154.55942452150501</c:v>
                </c:pt>
                <c:pt idx="5791">
                  <c:v>154.561923316671</c:v>
                </c:pt>
                <c:pt idx="5792">
                  <c:v>154.564421256754</c:v>
                </c:pt>
                <c:pt idx="5793">
                  <c:v>154.566918342088</c:v>
                </c:pt>
                <c:pt idx="5794">
                  <c:v>154.56941457300499</c:v>
                </c:pt>
                <c:pt idx="5795">
                  <c:v>154.57190994983799</c:v>
                </c:pt>
                <c:pt idx="5796">
                  <c:v>154.574404472921</c:v>
                </c:pt>
                <c:pt idx="5797">
                  <c:v>154.576898142586</c:v>
                </c:pt>
                <c:pt idx="5798">
                  <c:v>154.57939095916501</c:v>
                </c:pt>
                <c:pt idx="5799">
                  <c:v>154.58188292299201</c:v>
                </c:pt>
                <c:pt idx="5800">
                  <c:v>154.584374034397</c:v>
                </c:pt>
                <c:pt idx="5801">
                  <c:v>154.586864293714</c:v>
                </c:pt>
                <c:pt idx="5802">
                  <c:v>154.58935370127401</c:v>
                </c:pt>
                <c:pt idx="5803">
                  <c:v>154.59184225740901</c:v>
                </c:pt>
                <c:pt idx="5804">
                  <c:v>154.59432996244999</c:v>
                </c:pt>
                <c:pt idx="5805">
                  <c:v>154.59681681672799</c:v>
                </c:pt>
                <c:pt idx="5806">
                  <c:v>154.59930282057601</c:v>
                </c:pt>
                <c:pt idx="5807">
                  <c:v>154.601787974323</c:v>
                </c:pt>
                <c:pt idx="5808">
                  <c:v>154.60427227830101</c:v>
                </c:pt>
                <c:pt idx="5809">
                  <c:v>154.60675573284101</c:v>
                </c:pt>
                <c:pt idx="5810">
                  <c:v>154.609238338273</c:v>
                </c:pt>
                <c:pt idx="5811">
                  <c:v>154.61172009492699</c:v>
                </c:pt>
                <c:pt idx="5812">
                  <c:v>154.61420100313299</c:v>
                </c:pt>
                <c:pt idx="5813">
                  <c:v>154.61668106322301</c:v>
                </c:pt>
                <c:pt idx="5814">
                  <c:v>154.619160275524</c:v>
                </c:pt>
                <c:pt idx="5815">
                  <c:v>154.62163864036799</c:v>
                </c:pt>
                <c:pt idx="5816">
                  <c:v>154.62411615808301</c:v>
                </c:pt>
                <c:pt idx="5817">
                  <c:v>154.626592829</c:v>
                </c:pt>
                <c:pt idx="5818">
                  <c:v>154.62906865344601</c:v>
                </c:pt>
                <c:pt idx="5819">
                  <c:v>154.63154363175201</c:v>
                </c:pt>
                <c:pt idx="5820">
                  <c:v>154.63401776424601</c:v>
                </c:pt>
                <c:pt idx="5821">
                  <c:v>154.636491051257</c:v>
                </c:pt>
                <c:pt idx="5822">
                  <c:v>154.63896349311301</c:v>
                </c:pt>
                <c:pt idx="5823">
                  <c:v>154.64143509014201</c:v>
                </c:pt>
                <c:pt idx="5824">
                  <c:v>154.643905842674</c:v>
                </c:pt>
                <c:pt idx="5825">
                  <c:v>154.64637575103501</c:v>
                </c:pt>
                <c:pt idx="5826">
                  <c:v>154.64884481555401</c:v>
                </c:pt>
                <c:pt idx="5827">
                  <c:v>154.651313036559</c:v>
                </c:pt>
                <c:pt idx="5828">
                  <c:v>154.653780414377</c:v>
                </c:pt>
                <c:pt idx="5829">
                  <c:v>154.65624694933399</c:v>
                </c:pt>
                <c:pt idx="5830">
                  <c:v>154.65871264175999</c:v>
                </c:pt>
                <c:pt idx="5831">
                  <c:v>154.66117749198</c:v>
                </c:pt>
                <c:pt idx="5832">
                  <c:v>154.66364150032101</c:v>
                </c:pt>
                <c:pt idx="5833">
                  <c:v>154.666104667111</c:v>
                </c:pt>
                <c:pt idx="5834">
                  <c:v>154.66856699267501</c:v>
                </c:pt>
                <c:pt idx="5835">
                  <c:v>154.671028477341</c:v>
                </c:pt>
                <c:pt idx="5836">
                  <c:v>154.67348912143299</c:v>
                </c:pt>
                <c:pt idx="5837">
                  <c:v>154.67594892527899</c:v>
                </c:pt>
                <c:pt idx="5838">
                  <c:v>154.678407889205</c:v>
                </c:pt>
                <c:pt idx="5839">
                  <c:v>154.680866013535</c:v>
                </c:pt>
                <c:pt idx="5840">
                  <c:v>154.68332329859601</c:v>
                </c:pt>
                <c:pt idx="5841">
                  <c:v>154.68577974471199</c:v>
                </c:pt>
                <c:pt idx="5842">
                  <c:v>154.68823535221</c:v>
                </c:pt>
                <c:pt idx="5843">
                  <c:v>154.69069012141401</c:v>
                </c:pt>
                <c:pt idx="5844">
                  <c:v>154.69314405264899</c:v>
                </c:pt>
                <c:pt idx="5845">
                  <c:v>154.69559714624</c:v>
                </c:pt>
                <c:pt idx="5846">
                  <c:v>154.698049402511</c:v>
                </c:pt>
                <c:pt idx="5847">
                  <c:v>154.70050082178699</c:v>
                </c:pt>
                <c:pt idx="5848">
                  <c:v>154.702951404392</c:v>
                </c:pt>
                <c:pt idx="5849">
                  <c:v>154.70540115065</c:v>
                </c:pt>
                <c:pt idx="5850">
                  <c:v>154.70785006088599</c:v>
                </c:pt>
                <c:pt idx="5851">
                  <c:v>154.71029813542199</c:v>
                </c:pt>
                <c:pt idx="5852">
                  <c:v>154.712745374582</c:v>
                </c:pt>
                <c:pt idx="5853">
                  <c:v>154.71519177869101</c:v>
                </c:pt>
                <c:pt idx="5854">
                  <c:v>154.71763734807001</c:v>
                </c:pt>
                <c:pt idx="5855">
                  <c:v>154.72008208304399</c:v>
                </c:pt>
                <c:pt idx="5856">
                  <c:v>154.72252598393499</c:v>
                </c:pt>
                <c:pt idx="5857">
                  <c:v>154.72496905106601</c:v>
                </c:pt>
                <c:pt idx="5858">
                  <c:v>154.72741128476</c:v>
                </c:pt>
                <c:pt idx="5859">
                  <c:v>154.72985268533799</c:v>
                </c:pt>
                <c:pt idx="5860">
                  <c:v>154.732293253124</c:v>
                </c:pt>
                <c:pt idx="5861">
                  <c:v>154.73473298843999</c:v>
                </c:pt>
                <c:pt idx="5862">
                  <c:v>154.73717189160701</c:v>
                </c:pt>
                <c:pt idx="5863">
                  <c:v>154.73960996294699</c:v>
                </c:pt>
                <c:pt idx="5864">
                  <c:v>154.742047202782</c:v>
                </c:pt>
                <c:pt idx="5865">
                  <c:v>154.74448361143399</c:v>
                </c:pt>
                <c:pt idx="5866">
                  <c:v>154.746919189224</c:v>
                </c:pt>
                <c:pt idx="5867">
                  <c:v>154.749353936472</c:v>
                </c:pt>
                <c:pt idx="5868">
                  <c:v>154.75178785349999</c:v>
                </c:pt>
                <c:pt idx="5869">
                  <c:v>154.75422094062901</c:v>
                </c:pt>
                <c:pt idx="5870">
                  <c:v>154.75665319818</c:v>
                </c:pt>
                <c:pt idx="5871">
                  <c:v>154.759084626473</c:v>
                </c:pt>
                <c:pt idx="5872">
                  <c:v>154.76151522582799</c:v>
                </c:pt>
                <c:pt idx="5873">
                  <c:v>154.76394499656499</c:v>
                </c:pt>
                <c:pt idx="5874">
                  <c:v>154.766373939006</c:v>
                </c:pt>
                <c:pt idx="5875">
                  <c:v>154.76880205346899</c:v>
                </c:pt>
                <c:pt idx="5876">
                  <c:v>154.771229340274</c:v>
                </c:pt>
                <c:pt idx="5877">
                  <c:v>154.77365579974099</c:v>
                </c:pt>
                <c:pt idx="5878">
                  <c:v>154.77608143218899</c:v>
                </c:pt>
                <c:pt idx="5879">
                  <c:v>154.77850623793699</c:v>
                </c:pt>
                <c:pt idx="5880">
                  <c:v>154.78093021730601</c:v>
                </c:pt>
                <c:pt idx="5881">
                  <c:v>154.78335337061199</c:v>
                </c:pt>
                <c:pt idx="5882">
                  <c:v>154.785775698176</c:v>
                </c:pt>
                <c:pt idx="5883">
                  <c:v>154.78819720031601</c:v>
                </c:pt>
                <c:pt idx="5884">
                  <c:v>154.79061787735</c:v>
                </c:pt>
                <c:pt idx="5885">
                  <c:v>154.79303772959699</c:v>
                </c:pt>
                <c:pt idx="5886">
                  <c:v>154.79545675737501</c:v>
                </c:pt>
                <c:pt idx="5887">
                  <c:v>154.79787496100101</c:v>
                </c:pt>
                <c:pt idx="5888">
                  <c:v>154.80029234079399</c:v>
                </c:pt>
                <c:pt idx="5889">
                  <c:v>154.802708897071</c:v>
                </c:pt>
                <c:pt idx="5890">
                  <c:v>154.80512463015</c:v>
                </c:pt>
                <c:pt idx="5891">
                  <c:v>154.80753954034799</c:v>
                </c:pt>
                <c:pt idx="5892">
                  <c:v>154.809953627982</c:v>
                </c:pt>
                <c:pt idx="5893">
                  <c:v>154.81236689336899</c:v>
                </c:pt>
                <c:pt idx="5894">
                  <c:v>154.814779336827</c:v>
                </c:pt>
                <c:pt idx="5895">
                  <c:v>154.81719095867101</c:v>
                </c:pt>
                <c:pt idx="5896">
                  <c:v>154.81960175921901</c:v>
                </c:pt>
                <c:pt idx="5897">
                  <c:v>154.82201173878599</c:v>
                </c:pt>
                <c:pt idx="5898">
                  <c:v>154.82442089769</c:v>
                </c:pt>
                <c:pt idx="5899">
                  <c:v>154.826829236246</c:v>
                </c:pt>
                <c:pt idx="5900">
                  <c:v>154.829236754769</c:v>
                </c:pt>
                <c:pt idx="5901">
                  <c:v>154.83164345357699</c:v>
                </c:pt>
                <c:pt idx="5902">
                  <c:v>154.83404933298399</c:v>
                </c:pt>
                <c:pt idx="5903">
                  <c:v>154.83645439330499</c:v>
                </c:pt>
                <c:pt idx="5904">
                  <c:v>154.83885863485699</c:v>
                </c:pt>
                <c:pt idx="5905">
                  <c:v>154.84126205795499</c:v>
                </c:pt>
                <c:pt idx="5906">
                  <c:v>154.843664662912</c:v>
                </c:pt>
                <c:pt idx="5907">
                  <c:v>154.84606645004399</c:v>
                </c:pt>
                <c:pt idx="5908">
                  <c:v>154.848467419667</c:v>
                </c:pt>
                <c:pt idx="5909">
                  <c:v>154.85086757209299</c:v>
                </c:pt>
                <c:pt idx="5910">
                  <c:v>154.85326690763901</c:v>
                </c:pt>
                <c:pt idx="5911">
                  <c:v>154.85566542661701</c:v>
                </c:pt>
                <c:pt idx="5912">
                  <c:v>154.85806312934099</c:v>
                </c:pt>
                <c:pt idx="5913">
                  <c:v>154.86046001612701</c:v>
                </c:pt>
                <c:pt idx="5914">
                  <c:v>154.86285608728701</c:v>
                </c:pt>
                <c:pt idx="5915">
                  <c:v>154.86525134313499</c:v>
                </c:pt>
                <c:pt idx="5916">
                  <c:v>154.86764578398501</c:v>
                </c:pt>
                <c:pt idx="5917">
                  <c:v>154.87003941014899</c:v>
                </c:pt>
                <c:pt idx="5918">
                  <c:v>154.87243222194101</c:v>
                </c:pt>
                <c:pt idx="5919">
                  <c:v>154.874824219674</c:v>
                </c:pt>
                <c:pt idx="5920">
                  <c:v>154.87721540366101</c:v>
                </c:pt>
                <c:pt idx="5921">
                  <c:v>154.87960577421401</c:v>
                </c:pt>
                <c:pt idx="5922">
                  <c:v>154.88199533164601</c:v>
                </c:pt>
                <c:pt idx="5923">
                  <c:v>154.88438407626799</c:v>
                </c:pt>
                <c:pt idx="5924">
                  <c:v>154.88677200839399</c:v>
                </c:pt>
                <c:pt idx="5925">
                  <c:v>154.889159128335</c:v>
                </c:pt>
                <c:pt idx="5926">
                  <c:v>154.89154543640399</c:v>
                </c:pt>
                <c:pt idx="5927">
                  <c:v>154.89393093291099</c:v>
                </c:pt>
                <c:pt idx="5928">
                  <c:v>154.89631561816901</c:v>
                </c:pt>
                <c:pt idx="5929">
                  <c:v>154.89869949248799</c:v>
                </c:pt>
                <c:pt idx="5930">
                  <c:v>154.901082556181</c:v>
                </c:pt>
                <c:pt idx="5931">
                  <c:v>154.90346480955699</c:v>
                </c:pt>
                <c:pt idx="5932">
                  <c:v>154.905846252929</c:v>
                </c:pt>
                <c:pt idx="5933">
                  <c:v>154.908226886607</c:v>
                </c:pt>
                <c:pt idx="5934">
                  <c:v>154.91060671090099</c:v>
                </c:pt>
                <c:pt idx="5935">
                  <c:v>154.912985726123</c:v>
                </c:pt>
                <c:pt idx="5936">
                  <c:v>154.91536393258201</c:v>
                </c:pt>
                <c:pt idx="5937">
                  <c:v>154.917741330588</c:v>
                </c:pt>
                <c:pt idx="5938">
                  <c:v>154.92011792045199</c:v>
                </c:pt>
                <c:pt idx="5939">
                  <c:v>154.922493702483</c:v>
                </c:pt>
                <c:pt idx="5940">
                  <c:v>154.92486867699199</c:v>
                </c:pt>
                <c:pt idx="5941">
                  <c:v>154.92724284428701</c:v>
                </c:pt>
                <c:pt idx="5942">
                  <c:v>154.92961620467801</c:v>
                </c:pt>
                <c:pt idx="5943">
                  <c:v>154.931988758475</c:v>
                </c:pt>
                <c:pt idx="5944">
                  <c:v>154.93436050598601</c:v>
                </c:pt>
                <c:pt idx="5945">
                  <c:v>154.936731447521</c:v>
                </c:pt>
                <c:pt idx="5946">
                  <c:v>154.93910158338801</c:v>
                </c:pt>
                <c:pt idx="5947">
                  <c:v>154.94147091389601</c:v>
                </c:pt>
                <c:pt idx="5948">
                  <c:v>154.94383943935301</c:v>
                </c:pt>
                <c:pt idx="5949">
                  <c:v>154.94620716006801</c:v>
                </c:pt>
                <c:pt idx="5950">
                  <c:v>154.94857407634899</c:v>
                </c:pt>
                <c:pt idx="5951">
                  <c:v>154.950940188505</c:v>
                </c:pt>
                <c:pt idx="5952">
                  <c:v>154.95330549684101</c:v>
                </c:pt>
                <c:pt idx="5953">
                  <c:v>154.95567000166801</c:v>
                </c:pt>
                <c:pt idx="5954">
                  <c:v>154.95803370329199</c:v>
                </c:pt>
                <c:pt idx="5955">
                  <c:v>154.96039660202001</c:v>
                </c:pt>
                <c:pt idx="5956">
                  <c:v>154.962758698161</c:v>
                </c:pt>
                <c:pt idx="5957">
                  <c:v>154.96511999201999</c:v>
                </c:pt>
                <c:pt idx="5958">
                  <c:v>154.967480483906</c:v>
                </c:pt>
                <c:pt idx="5959">
                  <c:v>154.96984017412399</c:v>
                </c:pt>
                <c:pt idx="5960">
                  <c:v>154.97219906298201</c:v>
                </c:pt>
                <c:pt idx="5961">
                  <c:v>154.97455715078601</c:v>
                </c:pt>
                <c:pt idx="5962">
                  <c:v>154.976914437842</c:v>
                </c:pt>
                <c:pt idx="5963">
                  <c:v>154.97927092445701</c:v>
                </c:pt>
                <c:pt idx="5964">
                  <c:v>154.98162661093701</c:v>
                </c:pt>
                <c:pt idx="5965">
                  <c:v>154.98398149758799</c:v>
                </c:pt>
                <c:pt idx="5966">
                  <c:v>154.98633558471499</c:v>
                </c:pt>
                <c:pt idx="5967">
                  <c:v>154.98868887262401</c:v>
                </c:pt>
                <c:pt idx="5968">
                  <c:v>154.991041361621</c:v>
                </c:pt>
                <c:pt idx="5969">
                  <c:v>154.99339305201099</c:v>
                </c:pt>
                <c:pt idx="5970">
                  <c:v>154.995743944098</c:v>
                </c:pt>
                <c:pt idx="5971">
                  <c:v>154.99809403818901</c:v>
                </c:pt>
                <c:pt idx="5972">
                  <c:v>155.000443334588</c:v>
                </c:pt>
                <c:pt idx="5973">
                  <c:v>155.00279183360001</c:v>
                </c:pt>
                <c:pt idx="5974">
                  <c:v>155.005139535529</c:v>
                </c:pt>
                <c:pt idx="5975">
                  <c:v>155.007486440679</c:v>
                </c:pt>
                <c:pt idx="5976">
                  <c:v>155.00983254935599</c:v>
                </c:pt>
                <c:pt idx="5977">
                  <c:v>155.012177861862</c:v>
                </c:pt>
                <c:pt idx="5978">
                  <c:v>155.01452237850299</c:v>
                </c:pt>
                <c:pt idx="5979">
                  <c:v>155.01686609958199</c:v>
                </c:pt>
                <c:pt idx="5980">
                  <c:v>155.01920902540201</c:v>
                </c:pt>
                <c:pt idx="5981">
                  <c:v>155.02155115626701</c:v>
                </c:pt>
                <c:pt idx="5982">
                  <c:v>155.023892492481</c:v>
                </c:pt>
                <c:pt idx="5983">
                  <c:v>155.026233034347</c:v>
                </c:pt>
                <c:pt idx="5984">
                  <c:v>155.028572782168</c:v>
                </c:pt>
                <c:pt idx="5985">
                  <c:v>155.030911736246</c:v>
                </c:pt>
                <c:pt idx="5986">
                  <c:v>155.033249896885</c:v>
                </c:pt>
                <c:pt idx="5987">
                  <c:v>155.035587264387</c:v>
                </c:pt>
                <c:pt idx="5988">
                  <c:v>155.037923839055</c:v>
                </c:pt>
                <c:pt idx="5989">
                  <c:v>155.04025962119101</c:v>
                </c:pt>
                <c:pt idx="5990">
                  <c:v>155.042594611098</c:v>
                </c:pt>
                <c:pt idx="5991">
                  <c:v>155.044928809076</c:v>
                </c:pt>
                <c:pt idx="5992">
                  <c:v>155.04726221542899</c:v>
                </c:pt>
                <c:pt idx="5993">
                  <c:v>155.04959483045801</c:v>
                </c:pt>
                <c:pt idx="5994">
                  <c:v>155.05192665446401</c:v>
                </c:pt>
                <c:pt idx="5995">
                  <c:v>155.05425768775001</c:v>
                </c:pt>
                <c:pt idx="5996">
                  <c:v>155.05658793061599</c:v>
                </c:pt>
                <c:pt idx="5997">
                  <c:v>155.058917383363</c:v>
                </c:pt>
                <c:pt idx="5998">
                  <c:v>155.06124604629301</c:v>
                </c:pt>
                <c:pt idx="5999">
                  <c:v>155.06357391970701</c:v>
                </c:pt>
                <c:pt idx="6000">
                  <c:v>155.065901003904</c:v>
                </c:pt>
                <c:pt idx="6001">
                  <c:v>155.06822729918599</c:v>
                </c:pt>
                <c:pt idx="6002">
                  <c:v>155.07055280585399</c:v>
                </c:pt>
                <c:pt idx="6003">
                  <c:v>155.072877524207</c:v>
                </c:pt>
                <c:pt idx="6004">
                  <c:v>155.07520145454501</c:v>
                </c:pt>
                <c:pt idx="6005">
                  <c:v>155.077524597169</c:v>
                </c:pt>
                <c:pt idx="6006">
                  <c:v>155.079846952379</c:v>
                </c:pt>
                <c:pt idx="6007">
                  <c:v>155.082168520473</c:v>
                </c:pt>
                <c:pt idx="6008">
                  <c:v>155.084489301753</c:v>
                </c:pt>
                <c:pt idx="6009">
                  <c:v>155.08680929651601</c:v>
                </c:pt>
                <c:pt idx="6010">
                  <c:v>155.089128505063</c:v>
                </c:pt>
                <c:pt idx="6011">
                  <c:v>155.091446927692</c:v>
                </c:pt>
                <c:pt idx="6012">
                  <c:v>155.09376456470301</c:v>
                </c:pt>
                <c:pt idx="6013">
                  <c:v>155.09608141639399</c:v>
                </c:pt>
                <c:pt idx="6014">
                  <c:v>155.09839748306399</c:v>
                </c:pt>
                <c:pt idx="6015">
                  <c:v>155.100712765011</c:v>
                </c:pt>
                <c:pt idx="6016">
                  <c:v>155.10302726253499</c:v>
                </c:pt>
                <c:pt idx="6017">
                  <c:v>155.10534097593199</c:v>
                </c:pt>
                <c:pt idx="6018">
                  <c:v>155.10765390550199</c:v>
                </c:pt>
                <c:pt idx="6019">
                  <c:v>155.10996605154099</c:v>
                </c:pt>
                <c:pt idx="6020">
                  <c:v>155.11227741434899</c:v>
                </c:pt>
                <c:pt idx="6021">
                  <c:v>155.114587994223</c:v>
                </c:pt>
                <c:pt idx="6022">
                  <c:v>155.116897791459</c:v>
                </c:pt>
                <c:pt idx="6023">
                  <c:v>155.119206806357</c:v>
                </c:pt>
                <c:pt idx="6024">
                  <c:v>155.121515039211</c:v>
                </c:pt>
                <c:pt idx="6025">
                  <c:v>155.123822490321</c:v>
                </c:pt>
                <c:pt idx="6026">
                  <c:v>155.12612915998301</c:v>
                </c:pt>
                <c:pt idx="6027">
                  <c:v>155.128435048493</c:v>
                </c:pt>
                <c:pt idx="6028">
                  <c:v>155.13074015614799</c:v>
                </c:pt>
                <c:pt idx="6029">
                  <c:v>155.13304448324601</c:v>
                </c:pt>
                <c:pt idx="6030">
                  <c:v>155.13534803008099</c:v>
                </c:pt>
                <c:pt idx="6031">
                  <c:v>155.13765079695099</c:v>
                </c:pt>
                <c:pt idx="6032">
                  <c:v>155.13995278415101</c:v>
                </c:pt>
                <c:pt idx="6033">
                  <c:v>155.14225399197699</c:v>
                </c:pt>
                <c:pt idx="6034">
                  <c:v>155.144554420726</c:v>
                </c:pt>
                <c:pt idx="6035">
                  <c:v>155.146854070692</c:v>
                </c:pt>
                <c:pt idx="6036">
                  <c:v>155.14915294217201</c:v>
                </c:pt>
                <c:pt idx="6037">
                  <c:v>155.15145103546001</c:v>
                </c:pt>
                <c:pt idx="6038">
                  <c:v>155.15374835085299</c:v>
                </c:pt>
                <c:pt idx="6039">
                  <c:v>155.156044888644</c:v>
                </c:pt>
                <c:pt idx="6040">
                  <c:v>155.158340649129</c:v>
                </c:pt>
                <c:pt idx="6041">
                  <c:v>155.160635632603</c:v>
                </c:pt>
                <c:pt idx="6042">
                  <c:v>155.16292983936</c:v>
                </c:pt>
                <c:pt idx="6043">
                  <c:v>155.16522326969499</c:v>
                </c:pt>
                <c:pt idx="6044">
                  <c:v>155.16751592390199</c:v>
                </c:pt>
                <c:pt idx="6045">
                  <c:v>155.16980780227601</c:v>
                </c:pt>
                <c:pt idx="6046">
                  <c:v>155.17209890511</c:v>
                </c:pt>
                <c:pt idx="6047">
                  <c:v>155.17438923269799</c:v>
                </c:pt>
                <c:pt idx="6048">
                  <c:v>155.17667878533501</c:v>
                </c:pt>
                <c:pt idx="6049">
                  <c:v>155.17896756331299</c:v>
                </c:pt>
                <c:pt idx="6050">
                  <c:v>155.18125556692701</c:v>
                </c:pt>
                <c:pt idx="6051">
                  <c:v>155.18354279646999</c:v>
                </c:pt>
                <c:pt idx="6052">
                  <c:v>155.18582925223399</c:v>
                </c:pt>
                <c:pt idx="6053">
                  <c:v>155.188114934514</c:v>
                </c:pt>
                <c:pt idx="6054">
                  <c:v>155.19039984360199</c:v>
                </c:pt>
                <c:pt idx="6055">
                  <c:v>155.19268397978999</c:v>
                </c:pt>
                <c:pt idx="6056">
                  <c:v>155.19496734337201</c:v>
                </c:pt>
                <c:pt idx="6057">
                  <c:v>155.19724993464001</c:v>
                </c:pt>
                <c:pt idx="6058">
                  <c:v>155.19953175388599</c:v>
                </c:pt>
                <c:pt idx="6059">
                  <c:v>155.20181280140201</c:v>
                </c:pt>
                <c:pt idx="6060">
                  <c:v>155.20409307748099</c:v>
                </c:pt>
                <c:pt idx="6061">
                  <c:v>155.20637258241501</c:v>
                </c:pt>
                <c:pt idx="6062">
                  <c:v>155.208651316496</c:v>
                </c:pt>
                <c:pt idx="6063">
                  <c:v>155.210929280014</c:v>
                </c:pt>
                <c:pt idx="6064">
                  <c:v>155.21320647326201</c:v>
                </c:pt>
                <c:pt idx="6065">
                  <c:v>155.215482896531</c:v>
                </c:pt>
                <c:pt idx="6066">
                  <c:v>155.21775855011199</c:v>
                </c:pt>
                <c:pt idx="6067">
                  <c:v>155.22003343429699</c:v>
                </c:pt>
                <c:pt idx="6068">
                  <c:v>155.22230754937601</c:v>
                </c:pt>
                <c:pt idx="6069">
                  <c:v>155.22458089564</c:v>
                </c:pt>
                <c:pt idx="6070">
                  <c:v>155.22685347338</c:v>
                </c:pt>
                <c:pt idx="6071">
                  <c:v>155.229125282886</c:v>
                </c:pt>
                <c:pt idx="6072">
                  <c:v>155.23139632444901</c:v>
                </c:pt>
                <c:pt idx="6073">
                  <c:v>155.23366659835901</c:v>
                </c:pt>
                <c:pt idx="6074">
                  <c:v>155.23593610490701</c:v>
                </c:pt>
                <c:pt idx="6075">
                  <c:v>155.23820484438099</c:v>
                </c:pt>
                <c:pt idx="6076">
                  <c:v>155.240472817073</c:v>
                </c:pt>
                <c:pt idx="6077">
                  <c:v>155.24274002327101</c:v>
                </c:pt>
                <c:pt idx="6078">
                  <c:v>155.24500646326601</c:v>
                </c:pt>
                <c:pt idx="6079">
                  <c:v>155.24727213734599</c:v>
                </c:pt>
                <c:pt idx="6080">
                  <c:v>155.24953704580099</c:v>
                </c:pt>
                <c:pt idx="6081">
                  <c:v>155.25180118892101</c:v>
                </c:pt>
                <c:pt idx="6082">
                  <c:v>155.254064566994</c:v>
                </c:pt>
                <c:pt idx="6083">
                  <c:v>155.256327180309</c:v>
                </c:pt>
                <c:pt idx="6084">
                  <c:v>155.258589029154</c:v>
                </c:pt>
                <c:pt idx="6085">
                  <c:v>155.260850113819</c:v>
                </c:pt>
                <c:pt idx="6086">
                  <c:v>155.26311043459199</c:v>
                </c:pt>
                <c:pt idx="6087">
                  <c:v>155.26536999176099</c:v>
                </c:pt>
                <c:pt idx="6088">
                  <c:v>155.26762878561499</c:v>
                </c:pt>
                <c:pt idx="6089">
                  <c:v>155.26988681644099</c:v>
                </c:pt>
                <c:pt idx="6090">
                  <c:v>155.27214408452701</c:v>
                </c:pt>
                <c:pt idx="6091">
                  <c:v>155.27440059016101</c:v>
                </c:pt>
                <c:pt idx="6092">
                  <c:v>155.276656333631</c:v>
                </c:pt>
                <c:pt idx="6093">
                  <c:v>155.27891131522401</c:v>
                </c:pt>
                <c:pt idx="6094">
                  <c:v>155.28116553522801</c:v>
                </c:pt>
                <c:pt idx="6095">
                  <c:v>155.28341899392899</c:v>
                </c:pt>
                <c:pt idx="6096">
                  <c:v>155.28567169161599</c:v>
                </c:pt>
                <c:pt idx="6097">
                  <c:v>155.28792362857399</c:v>
                </c:pt>
                <c:pt idx="6098">
                  <c:v>155.29017480509</c:v>
                </c:pt>
                <c:pt idx="6099">
                  <c:v>155.29242522145199</c:v>
                </c:pt>
                <c:pt idx="6100">
                  <c:v>155.29467487794599</c:v>
                </c:pt>
                <c:pt idx="6101">
                  <c:v>155.29692377485799</c:v>
                </c:pt>
                <c:pt idx="6102">
                  <c:v>155.29917191247401</c:v>
                </c:pt>
                <c:pt idx="6103">
                  <c:v>155.301419291081</c:v>
                </c:pt>
                <c:pt idx="6104">
                  <c:v>155.30366591096401</c:v>
                </c:pt>
                <c:pt idx="6105">
                  <c:v>155.30591177241001</c:v>
                </c:pt>
                <c:pt idx="6106">
                  <c:v>155.30815687570399</c:v>
                </c:pt>
                <c:pt idx="6107">
                  <c:v>155.310401221131</c:v>
                </c:pt>
                <c:pt idx="6108">
                  <c:v>155.31264480897801</c:v>
                </c:pt>
                <c:pt idx="6109">
                  <c:v>155.31488763952899</c:v>
                </c:pt>
                <c:pt idx="6110">
                  <c:v>155.31712971306899</c:v>
                </c:pt>
                <c:pt idx="6111">
                  <c:v>155.319371029884</c:v>
                </c:pt>
                <c:pt idx="6112">
                  <c:v>155.32161159025799</c:v>
                </c:pt>
                <c:pt idx="6113">
                  <c:v>155.323851394477</c:v>
                </c:pt>
                <c:pt idx="6114">
                  <c:v>155.32609044282401</c:v>
                </c:pt>
                <c:pt idx="6115">
                  <c:v>155.32832873558499</c:v>
                </c:pt>
                <c:pt idx="6116">
                  <c:v>155.33056627304299</c:v>
                </c:pt>
                <c:pt idx="6117">
                  <c:v>155.332803055483</c:v>
                </c:pt>
                <c:pt idx="6118">
                  <c:v>155.335039083189</c:v>
                </c:pt>
                <c:pt idx="6119">
                  <c:v>155.33727435644499</c:v>
                </c:pt>
                <c:pt idx="6120">
                  <c:v>155.33950887553399</c:v>
                </c:pt>
                <c:pt idx="6121">
                  <c:v>155.34174264074099</c:v>
                </c:pt>
                <c:pt idx="6122">
                  <c:v>155.34397565234801</c:v>
                </c:pt>
                <c:pt idx="6123">
                  <c:v>155.34620791064</c:v>
                </c:pt>
                <c:pt idx="6124">
                  <c:v>155.34843941589901</c:v>
                </c:pt>
                <c:pt idx="6125">
                  <c:v>155.35067016840901</c:v>
                </c:pt>
                <c:pt idx="6126">
                  <c:v>155.352900168453</c:v>
                </c:pt>
                <c:pt idx="6127">
                  <c:v>155.355129416312</c:v>
                </c:pt>
                <c:pt idx="6128">
                  <c:v>155.357357912271</c:v>
                </c:pt>
                <c:pt idx="6129">
                  <c:v>155.35958565661201</c:v>
                </c:pt>
                <c:pt idx="6130">
                  <c:v>155.36181264961701</c:v>
                </c:pt>
                <c:pt idx="6131">
                  <c:v>155.36403889156901</c:v>
                </c:pt>
                <c:pt idx="6132">
                  <c:v>155.36626438274899</c:v>
                </c:pt>
                <c:pt idx="6133">
                  <c:v>155.36848912344001</c:v>
                </c:pt>
                <c:pt idx="6134">
                  <c:v>155.37071311392401</c:v>
                </c:pt>
                <c:pt idx="6135">
                  <c:v>155.37293635448199</c:v>
                </c:pt>
                <c:pt idx="6136">
                  <c:v>155.37515884539599</c:v>
                </c:pt>
                <c:pt idx="6137">
                  <c:v>155.37738058694799</c:v>
                </c:pt>
                <c:pt idx="6138">
                  <c:v>155.37960157941799</c:v>
                </c:pt>
                <c:pt idx="6139">
                  <c:v>155.38182182308901</c:v>
                </c:pt>
                <c:pt idx="6140">
                  <c:v>155.384041318241</c:v>
                </c:pt>
                <c:pt idx="6141">
                  <c:v>155.38626006515599</c:v>
                </c:pt>
                <c:pt idx="6142">
                  <c:v>155.388478064114</c:v>
                </c:pt>
                <c:pt idx="6143">
                  <c:v>155.39069531539499</c:v>
                </c:pt>
                <c:pt idx="6144">
                  <c:v>155.39291181928101</c:v>
                </c:pt>
                <c:pt idx="6145">
                  <c:v>155.395127576052</c:v>
                </c:pt>
                <c:pt idx="6146">
                  <c:v>155.39734258598801</c:v>
                </c:pt>
                <c:pt idx="6147">
                  <c:v>155.39955684936899</c:v>
                </c:pt>
                <c:pt idx="6148">
                  <c:v>155.401770366476</c:v>
                </c:pt>
                <c:pt idx="6149">
                  <c:v>155.403983137588</c:v>
                </c:pt>
                <c:pt idx="6150">
                  <c:v>155.406195162985</c:v>
                </c:pt>
                <c:pt idx="6151">
                  <c:v>155.40840644294701</c:v>
                </c:pt>
                <c:pt idx="6152">
                  <c:v>155.41061697775299</c:v>
                </c:pt>
                <c:pt idx="6153">
                  <c:v>155.41282676768199</c:v>
                </c:pt>
                <c:pt idx="6154">
                  <c:v>155.41503581301501</c:v>
                </c:pt>
                <c:pt idx="6155">
                  <c:v>155.41724411402899</c:v>
                </c:pt>
                <c:pt idx="6156">
                  <c:v>155.419451671004</c:v>
                </c:pt>
                <c:pt idx="6157">
                  <c:v>155.42165848421999</c:v>
                </c:pt>
                <c:pt idx="6158">
                  <c:v>155.423864553953</c:v>
                </c:pt>
                <c:pt idx="6159">
                  <c:v>155.42606988048399</c:v>
                </c:pt>
                <c:pt idx="6160">
                  <c:v>155.42827446409001</c:v>
                </c:pt>
                <c:pt idx="6161">
                  <c:v>155.430478305051</c:v>
                </c:pt>
                <c:pt idx="6162">
                  <c:v>155.43268140364299</c:v>
                </c:pt>
                <c:pt idx="6163">
                  <c:v>155.434883760145</c:v>
                </c:pt>
                <c:pt idx="6164">
                  <c:v>155.43708537483599</c:v>
                </c:pt>
                <c:pt idx="6165">
                  <c:v>155.43928624799199</c:v>
                </c:pt>
                <c:pt idx="6166">
                  <c:v>155.44148637989201</c:v>
                </c:pt>
                <c:pt idx="6167">
                  <c:v>155.44368577081201</c:v>
                </c:pt>
                <c:pt idx="6168">
                  <c:v>155.44588442103199</c:v>
                </c:pt>
                <c:pt idx="6169">
                  <c:v>155.44808233082699</c:v>
                </c:pt>
                <c:pt idx="6170">
                  <c:v>155.45027950047401</c:v>
                </c:pt>
                <c:pt idx="6171">
                  <c:v>155.45247593025201</c:v>
                </c:pt>
                <c:pt idx="6172">
                  <c:v>155.45467162043599</c:v>
                </c:pt>
                <c:pt idx="6173">
                  <c:v>155.456866571304</c:v>
                </c:pt>
                <c:pt idx="6174">
                  <c:v>155.459060783132</c:v>
                </c:pt>
                <c:pt idx="6175">
                  <c:v>155.46125425619601</c:v>
                </c:pt>
                <c:pt idx="6176">
                  <c:v>155.463446990774</c:v>
                </c:pt>
                <c:pt idx="6177">
                  <c:v>155.46563898714001</c:v>
                </c:pt>
                <c:pt idx="6178">
                  <c:v>155.467830245572</c:v>
                </c:pt>
                <c:pt idx="6179">
                  <c:v>155.47002076634499</c:v>
                </c:pt>
                <c:pt idx="6180">
                  <c:v>155.472210549735</c:v>
                </c:pt>
                <c:pt idx="6181">
                  <c:v>155.47439959601701</c:v>
                </c:pt>
                <c:pt idx="6182">
                  <c:v>155.47658790546799</c:v>
                </c:pt>
                <c:pt idx="6183">
                  <c:v>155.47877547836299</c:v>
                </c:pt>
                <c:pt idx="6184">
                  <c:v>155.48096231497701</c:v>
                </c:pt>
                <c:pt idx="6185">
                  <c:v>155.48314841558499</c:v>
                </c:pt>
                <c:pt idx="6186">
                  <c:v>155.48533378046201</c:v>
                </c:pt>
                <c:pt idx="6187">
                  <c:v>155.48751840988399</c:v>
                </c:pt>
                <c:pt idx="6188">
                  <c:v>155.48970230412399</c:v>
                </c:pt>
                <c:pt idx="6189">
                  <c:v>155.491885463458</c:v>
                </c:pt>
                <c:pt idx="6190">
                  <c:v>155.494067888161</c:v>
                </c:pt>
                <c:pt idx="6191">
                  <c:v>155.496249578506</c:v>
                </c:pt>
                <c:pt idx="6192">
                  <c:v>155.49843053476701</c:v>
                </c:pt>
                <c:pt idx="6193">
                  <c:v>155.50061075721999</c:v>
                </c:pt>
                <c:pt idx="6194">
                  <c:v>155.50279024613801</c:v>
                </c:pt>
                <c:pt idx="6195">
                  <c:v>155.50496900179499</c:v>
                </c:pt>
                <c:pt idx="6196">
                  <c:v>155.50714702446399</c:v>
                </c:pt>
                <c:pt idx="6197">
                  <c:v>155.50932431442001</c:v>
                </c:pt>
                <c:pt idx="6198">
                  <c:v>155.51150087193599</c:v>
                </c:pt>
                <c:pt idx="6199">
                  <c:v>155.51367669728501</c:v>
                </c:pt>
                <c:pt idx="6200">
                  <c:v>155.51585179073999</c:v>
                </c:pt>
                <c:pt idx="6201">
                  <c:v>155.518026152575</c:v>
                </c:pt>
                <c:pt idx="6202">
                  <c:v>155.520199783062</c:v>
                </c:pt>
                <c:pt idx="6203">
                  <c:v>155.52237268247501</c:v>
                </c:pt>
                <c:pt idx="6204">
                  <c:v>155.52454485108601</c:v>
                </c:pt>
                <c:pt idx="6205">
                  <c:v>155.52671628916701</c:v>
                </c:pt>
                <c:pt idx="6206">
                  <c:v>155.52888699699199</c:v>
                </c:pt>
                <c:pt idx="6207">
                  <c:v>155.53105697483201</c:v>
                </c:pt>
                <c:pt idx="6208">
                  <c:v>155.53322622296</c:v>
                </c:pt>
                <c:pt idx="6209">
                  <c:v>155.53539474164799</c:v>
                </c:pt>
                <c:pt idx="6210">
                  <c:v>155.53756253116799</c:v>
                </c:pt>
                <c:pt idx="6211">
                  <c:v>155.539729591792</c:v>
                </c:pt>
                <c:pt idx="6212">
                  <c:v>155.54189592379001</c:v>
                </c:pt>
                <c:pt idx="6213">
                  <c:v>155.54406152743601</c:v>
                </c:pt>
                <c:pt idx="6214">
                  <c:v>155.54622640299999</c:v>
                </c:pt>
                <c:pt idx="6215">
                  <c:v>155.54839055075399</c:v>
                </c:pt>
                <c:pt idx="6216">
                  <c:v>155.55055397096899</c:v>
                </c:pt>
                <c:pt idx="6217">
                  <c:v>155.55271666391599</c:v>
                </c:pt>
                <c:pt idx="6218">
                  <c:v>155.55487862986601</c:v>
                </c:pt>
                <c:pt idx="6219">
                  <c:v>155.55703986908901</c:v>
                </c:pt>
                <c:pt idx="6220">
                  <c:v>155.55920038185701</c:v>
                </c:pt>
                <c:pt idx="6221">
                  <c:v>155.56136016843999</c:v>
                </c:pt>
                <c:pt idx="6222">
                  <c:v>155.563519229109</c:v>
                </c:pt>
                <c:pt idx="6223">
                  <c:v>155.56567756413301</c:v>
                </c:pt>
                <c:pt idx="6224">
                  <c:v>155.56783517378301</c:v>
                </c:pt>
                <c:pt idx="6225">
                  <c:v>155.56999205832901</c:v>
                </c:pt>
                <c:pt idx="6226">
                  <c:v>155.572148218042</c:v>
                </c:pt>
                <c:pt idx="6227">
                  <c:v>155.57430365318899</c:v>
                </c:pt>
                <c:pt idx="6228">
                  <c:v>155.57645836404299</c:v>
                </c:pt>
                <c:pt idx="6229">
                  <c:v>155.578612350871</c:v>
                </c:pt>
                <c:pt idx="6230">
                  <c:v>155.58076561394401</c:v>
                </c:pt>
                <c:pt idx="6231">
                  <c:v>155.58291815352999</c:v>
                </c:pt>
                <c:pt idx="6232">
                  <c:v>155.585069969899</c:v>
                </c:pt>
                <c:pt idx="6233">
                  <c:v>155.58722106332101</c:v>
                </c:pt>
                <c:pt idx="6234">
                  <c:v>155.589371434063</c:v>
                </c:pt>
                <c:pt idx="6235">
                  <c:v>155.591521082394</c:v>
                </c:pt>
                <c:pt idx="6236">
                  <c:v>155.59367000858401</c:v>
                </c:pt>
                <c:pt idx="6237">
                  <c:v>155.59581821290101</c:v>
                </c:pt>
                <c:pt idx="6238">
                  <c:v>155.597965695613</c:v>
                </c:pt>
                <c:pt idx="6239">
                  <c:v>155.600112456989</c:v>
                </c:pt>
                <c:pt idx="6240">
                  <c:v>155.60225849729699</c:v>
                </c:pt>
                <c:pt idx="6241">
                  <c:v>155.60440381680399</c:v>
                </c:pt>
                <c:pt idx="6242">
                  <c:v>155.606548415779</c:v>
                </c:pt>
                <c:pt idx="6243">
                  <c:v>155.608692294489</c:v>
                </c:pt>
                <c:pt idx="6244">
                  <c:v>155.61083545320301</c:v>
                </c:pt>
                <c:pt idx="6245">
                  <c:v>155.61297789218699</c:v>
                </c:pt>
                <c:pt idx="6246">
                  <c:v>155.61511961171001</c:v>
                </c:pt>
                <c:pt idx="6247">
                  <c:v>155.617260612038</c:v>
                </c:pt>
                <c:pt idx="6248">
                  <c:v>155.61940089343801</c:v>
                </c:pt>
                <c:pt idx="6249">
                  <c:v>155.62154045617899</c:v>
                </c:pt>
                <c:pt idx="6250">
                  <c:v>155.62367930052599</c:v>
                </c:pt>
                <c:pt idx="6251">
                  <c:v>155.62581742674601</c:v>
                </c:pt>
                <c:pt idx="6252">
                  <c:v>155.62795483510601</c:v>
                </c:pt>
                <c:pt idx="6253">
                  <c:v>155.63009152587301</c:v>
                </c:pt>
                <c:pt idx="6254">
                  <c:v>155.63222749931299</c:v>
                </c:pt>
                <c:pt idx="6255">
                  <c:v>155.634362755692</c:v>
                </c:pt>
                <c:pt idx="6256">
                  <c:v>155.636497295277</c:v>
                </c:pt>
                <c:pt idx="6257">
                  <c:v>155.638631118333</c:v>
                </c:pt>
                <c:pt idx="6258">
                  <c:v>155.64076422512699</c:v>
                </c:pt>
                <c:pt idx="6259">
                  <c:v>155.642896615924</c:v>
                </c:pt>
                <c:pt idx="6260">
                  <c:v>155.64502829099001</c:v>
                </c:pt>
                <c:pt idx="6261">
                  <c:v>155.64715925059099</c:v>
                </c:pt>
                <c:pt idx="6262">
                  <c:v>155.649289494991</c:v>
                </c:pt>
                <c:pt idx="6263">
                  <c:v>155.651419024457</c:v>
                </c:pt>
                <c:pt idx="6264">
                  <c:v>155.65354783925301</c:v>
                </c:pt>
                <c:pt idx="6265">
                  <c:v>155.65567593964499</c:v>
                </c:pt>
                <c:pt idx="6266">
                  <c:v>155.65780332589799</c:v>
                </c:pt>
                <c:pt idx="6267">
                  <c:v>155.659929998275</c:v>
                </c:pt>
                <c:pt idx="6268">
                  <c:v>155.66205595704301</c:v>
                </c:pt>
                <c:pt idx="6269">
                  <c:v>155.66418120246499</c:v>
                </c:pt>
                <c:pt idx="6270">
                  <c:v>155.666305734806</c:v>
                </c:pt>
                <c:pt idx="6271">
                  <c:v>155.668429554331</c:v>
                </c:pt>
                <c:pt idx="6272">
                  <c:v>155.67055266130299</c:v>
                </c:pt>
                <c:pt idx="6273">
                  <c:v>155.67267505598701</c:v>
                </c:pt>
                <c:pt idx="6274">
                  <c:v>155.67479673864599</c:v>
                </c:pt>
                <c:pt idx="6275">
                  <c:v>155.67691770954499</c:v>
                </c:pt>
                <c:pt idx="6276">
                  <c:v>155.67903796894601</c:v>
                </c:pt>
                <c:pt idx="6277">
                  <c:v>155.681157517115</c:v>
                </c:pt>
                <c:pt idx="6278">
                  <c:v>155.68327635431399</c:v>
                </c:pt>
                <c:pt idx="6279">
                  <c:v>155.685394480806</c:v>
                </c:pt>
                <c:pt idx="6280">
                  <c:v>155.687511896855</c:v>
                </c:pt>
                <c:pt idx="6281">
                  <c:v>155.68962860272401</c:v>
                </c:pt>
                <c:pt idx="6282">
                  <c:v>155.691744598676</c:v>
                </c:pt>
                <c:pt idx="6283">
                  <c:v>155.69385988497399</c:v>
                </c:pt>
                <c:pt idx="6284">
                  <c:v>155.69597446188001</c:v>
                </c:pt>
                <c:pt idx="6285">
                  <c:v>155.698088329657</c:v>
                </c:pt>
                <c:pt idx="6286">
                  <c:v>155.70020148856801</c:v>
                </c:pt>
                <c:pt idx="6287">
                  <c:v>155.70231393887499</c:v>
                </c:pt>
                <c:pt idx="6288">
                  <c:v>155.70442568083899</c:v>
                </c:pt>
                <c:pt idx="6289">
                  <c:v>155.70653671472499</c:v>
                </c:pt>
                <c:pt idx="6290">
                  <c:v>155.70864704079199</c:v>
                </c:pt>
                <c:pt idx="6291">
                  <c:v>155.710756659304</c:v>
                </c:pt>
                <c:pt idx="6292">
                  <c:v>155.71286557052201</c:v>
                </c:pt>
                <c:pt idx="6293">
                  <c:v>155.714973774707</c:v>
                </c:pt>
                <c:pt idx="6294">
                  <c:v>155.71708127212199</c:v>
                </c:pt>
                <c:pt idx="6295">
                  <c:v>155.71918806302699</c:v>
                </c:pt>
                <c:pt idx="6296">
                  <c:v>155.72129414768401</c:v>
                </c:pt>
                <c:pt idx="6297">
                  <c:v>155.723399526354</c:v>
                </c:pt>
                <c:pt idx="6298">
                  <c:v>155.725504199298</c:v>
                </c:pt>
                <c:pt idx="6299">
                  <c:v>155.727608166777</c:v>
                </c:pt>
                <c:pt idx="6300">
                  <c:v>155.729711429052</c:v>
                </c:pt>
                <c:pt idx="6301">
                  <c:v>155.731813986384</c:v>
                </c:pt>
                <c:pt idx="6302">
                  <c:v>155.73391583903199</c:v>
                </c:pt>
                <c:pt idx="6303">
                  <c:v>155.73601698725801</c:v>
                </c:pt>
                <c:pt idx="6304">
                  <c:v>155.738117431321</c:v>
                </c:pt>
                <c:pt idx="6305">
                  <c:v>155.74021717148301</c:v>
                </c:pt>
                <c:pt idx="6306">
                  <c:v>155.74231620800299</c:v>
                </c:pt>
                <c:pt idx="6307">
                  <c:v>155.744414541141</c:v>
                </c:pt>
                <c:pt idx="6308">
                  <c:v>155.74651217115601</c:v>
                </c:pt>
                <c:pt idx="6309">
                  <c:v>155.748609098309</c:v>
                </c:pt>
                <c:pt idx="6310">
                  <c:v>155.75070532286</c:v>
                </c:pt>
                <c:pt idx="6311">
                  <c:v>155.75280084506699</c:v>
                </c:pt>
                <c:pt idx="6312">
                  <c:v>155.75489566518999</c:v>
                </c:pt>
                <c:pt idx="6313">
                  <c:v>155.756989783488</c:v>
                </c:pt>
                <c:pt idx="6314">
                  <c:v>155.759083200221</c:v>
                </c:pt>
                <c:pt idx="6315">
                  <c:v>155.76117591564699</c:v>
                </c:pt>
                <c:pt idx="6316">
                  <c:v>155.76326793002499</c:v>
                </c:pt>
                <c:pt idx="6317">
                  <c:v>155.76535924361499</c:v>
                </c:pt>
                <c:pt idx="6318">
                  <c:v>155.76744985667401</c:v>
                </c:pt>
                <c:pt idx="6319">
                  <c:v>155.76953976946101</c:v>
                </c:pt>
                <c:pt idx="6320">
                  <c:v>155.771628982235</c:v>
                </c:pt>
                <c:pt idx="6321">
                  <c:v>155.773717495254</c:v>
                </c:pt>
                <c:pt idx="6322">
                  <c:v>155.775805308776</c:v>
                </c:pt>
                <c:pt idx="6323">
                  <c:v>155.777892423059</c:v>
                </c:pt>
                <c:pt idx="6324">
                  <c:v>155.77997883836099</c:v>
                </c:pt>
                <c:pt idx="6325">
                  <c:v>155.78206455494001</c:v>
                </c:pt>
                <c:pt idx="6326">
                  <c:v>155.78414957305401</c:v>
                </c:pt>
                <c:pt idx="6327">
                  <c:v>155.78623389296001</c:v>
                </c:pt>
                <c:pt idx="6328">
                  <c:v>155.78831751491501</c:v>
                </c:pt>
                <c:pt idx="6329">
                  <c:v>155.790400439178</c:v>
                </c:pt>
                <c:pt idx="6330">
                  <c:v>155.79248266600399</c:v>
                </c:pt>
                <c:pt idx="6331">
                  <c:v>155.79456419565199</c:v>
                </c:pt>
                <c:pt idx="6332">
                  <c:v>155.79664502837801</c:v>
                </c:pt>
                <c:pt idx="6333">
                  <c:v>155.79872516443899</c:v>
                </c:pt>
                <c:pt idx="6334">
                  <c:v>155.80080460409201</c:v>
                </c:pt>
                <c:pt idx="6335">
                  <c:v>155.80288334759399</c:v>
                </c:pt>
                <c:pt idx="6336">
                  <c:v>155.8049613952</c:v>
                </c:pt>
                <c:pt idx="6337">
                  <c:v>155.80703874716801</c:v>
                </c:pt>
                <c:pt idx="6338">
                  <c:v>155.80911540375399</c:v>
                </c:pt>
                <c:pt idx="6339">
                  <c:v>155.81119136521301</c:v>
                </c:pt>
                <c:pt idx="6340">
                  <c:v>155.813266631803</c:v>
                </c:pt>
                <c:pt idx="6341">
                  <c:v>155.81534120377799</c:v>
                </c:pt>
                <c:pt idx="6342">
                  <c:v>155.81741508139501</c:v>
                </c:pt>
                <c:pt idx="6343">
                  <c:v>155.81948826490901</c:v>
                </c:pt>
                <c:pt idx="6344">
                  <c:v>155.82156075457601</c:v>
                </c:pt>
                <c:pt idx="6345">
                  <c:v>155.82363255065201</c:v>
                </c:pt>
                <c:pt idx="6346">
                  <c:v>155.825703653391</c:v>
                </c:pt>
                <c:pt idx="6347">
                  <c:v>155.82777406304899</c:v>
                </c:pt>
                <c:pt idx="6348">
                  <c:v>155.829843779881</c:v>
                </c:pt>
                <c:pt idx="6349">
                  <c:v>155.831912804143</c:v>
                </c:pt>
                <c:pt idx="6350">
                  <c:v>155.833981136088</c:v>
                </c:pt>
                <c:pt idx="6351">
                  <c:v>155.83604877597199</c:v>
                </c:pt>
                <c:pt idx="6352">
                  <c:v>155.838115724049</c:v>
                </c:pt>
                <c:pt idx="6353">
                  <c:v>155.84018198057299</c:v>
                </c:pt>
                <c:pt idx="6354">
                  <c:v>155.84224754580001</c:v>
                </c:pt>
                <c:pt idx="6355">
                  <c:v>155.84431241998399</c:v>
                </c:pt>
                <c:pt idx="6356">
                  <c:v>155.84637660337799</c:v>
                </c:pt>
                <c:pt idx="6357">
                  <c:v>155.848440096237</c:v>
                </c:pt>
                <c:pt idx="6358">
                  <c:v>155.85050289881499</c:v>
                </c:pt>
                <c:pt idx="6359">
                  <c:v>155.85256501136499</c:v>
                </c:pt>
                <c:pt idx="6360">
                  <c:v>155.85462643414201</c:v>
                </c:pt>
                <c:pt idx="6361">
                  <c:v>155.85668716739801</c:v>
                </c:pt>
                <c:pt idx="6362">
                  <c:v>155.858747211387</c:v>
                </c:pt>
                <c:pt idx="6363">
                  <c:v>155.860806566364</c:v>
                </c:pt>
                <c:pt idx="6364">
                  <c:v>155.86286523257999</c:v>
                </c:pt>
                <c:pt idx="6365">
                  <c:v>155.86492321028899</c:v>
                </c:pt>
                <c:pt idx="6366">
                  <c:v>155.86698049974399</c:v>
                </c:pt>
                <c:pt idx="6367">
                  <c:v>155.86903710119799</c:v>
                </c:pt>
                <c:pt idx="6368">
                  <c:v>155.87109301490401</c:v>
                </c:pt>
                <c:pt idx="6369">
                  <c:v>155.873148241114</c:v>
                </c:pt>
                <c:pt idx="6370">
                  <c:v>155.87520278008199</c:v>
                </c:pt>
                <c:pt idx="6371">
                  <c:v>155.87725663205799</c:v>
                </c:pt>
                <c:pt idx="6372">
                  <c:v>155.879309797297</c:v>
                </c:pt>
                <c:pt idx="6373">
                  <c:v>155.881362276049</c:v>
                </c:pt>
                <c:pt idx="6374">
                  <c:v>155.88341406856699</c:v>
                </c:pt>
                <c:pt idx="6375">
                  <c:v>155.885465175104</c:v>
                </c:pt>
                <c:pt idx="6376">
                  <c:v>155.88751559591</c:v>
                </c:pt>
                <c:pt idx="6377">
                  <c:v>155.889565331238</c:v>
                </c:pt>
                <c:pt idx="6378">
                  <c:v>155.891614381339</c:v>
                </c:pt>
                <c:pt idx="6379">
                  <c:v>155.893662746465</c:v>
                </c:pt>
                <c:pt idx="6380">
                  <c:v>155.895710426867</c:v>
                </c:pt>
                <c:pt idx="6381">
                  <c:v>155.89775742279599</c:v>
                </c:pt>
                <c:pt idx="6382">
                  <c:v>155.89980373450399</c:v>
                </c:pt>
                <c:pt idx="6383">
                  <c:v>155.90184936224199</c:v>
                </c:pt>
                <c:pt idx="6384">
                  <c:v>155.90389430626101</c:v>
                </c:pt>
                <c:pt idx="6385">
                  <c:v>155.90593856681099</c:v>
                </c:pt>
                <c:pt idx="6386">
                  <c:v>155.90798214414301</c:v>
                </c:pt>
                <c:pt idx="6387">
                  <c:v>155.910025038508</c:v>
                </c:pt>
                <c:pt idx="6388">
                  <c:v>155.91206725015701</c:v>
                </c:pt>
                <c:pt idx="6389">
                  <c:v>155.91410877933899</c:v>
                </c:pt>
                <c:pt idx="6390">
                  <c:v>155.91614962630501</c:v>
                </c:pt>
                <c:pt idx="6391">
                  <c:v>155.918189791305</c:v>
                </c:pt>
                <c:pt idx="6392">
                  <c:v>155.92022927458899</c:v>
                </c:pt>
                <c:pt idx="6393">
                  <c:v>155.92226807640699</c:v>
                </c:pt>
                <c:pt idx="6394">
                  <c:v>155.924306197009</c:v>
                </c:pt>
                <c:pt idx="6395">
                  <c:v>155.92634363664499</c:v>
                </c:pt>
                <c:pt idx="6396">
                  <c:v>155.92838039556401</c:v>
                </c:pt>
                <c:pt idx="6397">
                  <c:v>155.930416474015</c:v>
                </c:pt>
                <c:pt idx="6398">
                  <c:v>155.932451872249</c:v>
                </c:pt>
                <c:pt idx="6399">
                  <c:v>155.93448659051401</c:v>
                </c:pt>
                <c:pt idx="6400">
                  <c:v>155.936520629059</c:v>
                </c:pt>
                <c:pt idx="6401">
                  <c:v>155.93855398813301</c:v>
                </c:pt>
                <c:pt idx="6402">
                  <c:v>155.940586667986</c:v>
                </c:pt>
                <c:pt idx="6403">
                  <c:v>155.942618668866</c:v>
                </c:pt>
                <c:pt idx="6404">
                  <c:v>155.94464999102101</c:v>
                </c:pt>
                <c:pt idx="6405">
                  <c:v>155.94668063470101</c:v>
                </c:pt>
                <c:pt idx="6406">
                  <c:v>155.94871060015399</c:v>
                </c:pt>
                <c:pt idx="6407">
                  <c:v>155.95073988762701</c:v>
                </c:pt>
                <c:pt idx="6408">
                  <c:v>155.95276849736999</c:v>
                </c:pt>
                <c:pt idx="6409">
                  <c:v>155.95479642963099</c:v>
                </c:pt>
                <c:pt idx="6410">
                  <c:v>155.956823684656</c:v>
                </c:pt>
                <c:pt idx="6411">
                  <c:v>155.95885026269599</c:v>
                </c:pt>
                <c:pt idx="6412">
                  <c:v>155.96087616399601</c:v>
                </c:pt>
                <c:pt idx="6413">
                  <c:v>155.96290138880499</c:v>
                </c:pt>
                <c:pt idx="6414">
                  <c:v>155.96492593737099</c:v>
                </c:pt>
                <c:pt idx="6415">
                  <c:v>155.96694980993999</c:v>
                </c:pt>
                <c:pt idx="6416">
                  <c:v>155.96897300676</c:v>
                </c:pt>
                <c:pt idx="6417">
                  <c:v>155.97099552807899</c:v>
                </c:pt>
                <c:pt idx="6418">
                  <c:v>155.97301737414301</c:v>
                </c:pt>
                <c:pt idx="6419">
                  <c:v>155.97503854519999</c:v>
                </c:pt>
                <c:pt idx="6420">
                  <c:v>155.97705904149501</c:v>
                </c:pt>
                <c:pt idx="6421">
                  <c:v>155.97907886327701</c:v>
                </c:pt>
                <c:pt idx="6422">
                  <c:v>155.98109801079201</c:v>
                </c:pt>
                <c:pt idx="6423">
                  <c:v>155.983116484286</c:v>
                </c:pt>
                <c:pt idx="6424">
                  <c:v>155.98513428400599</c:v>
                </c:pt>
                <c:pt idx="6425">
                  <c:v>155.98715141019699</c:v>
                </c:pt>
                <c:pt idx="6426">
                  <c:v>155.98916786310701</c:v>
                </c:pt>
                <c:pt idx="6427">
                  <c:v>155.99118364298201</c:v>
                </c:pt>
                <c:pt idx="6428">
                  <c:v>155.99319875006699</c:v>
                </c:pt>
                <c:pt idx="6429">
                  <c:v>155.99521318460799</c:v>
                </c:pt>
                <c:pt idx="6430">
                  <c:v>155.99722694685099</c:v>
                </c:pt>
                <c:pt idx="6431">
                  <c:v>155.99924003704101</c:v>
                </c:pt>
                <c:pt idx="6432">
                  <c:v>156.001252455425</c:v>
                </c:pt>
                <c:pt idx="6433">
                  <c:v>156.003264202248</c:v>
                </c:pt>
                <c:pt idx="6434">
                  <c:v>156.00527527775401</c:v>
                </c:pt>
                <c:pt idx="6435">
                  <c:v>156.00728568219</c:v>
                </c:pt>
                <c:pt idx="6436">
                  <c:v>156.00929541580001</c:v>
                </c:pt>
                <c:pt idx="6437">
                  <c:v>156.011304478829</c:v>
                </c:pt>
                <c:pt idx="6438">
                  <c:v>156.013312871523</c:v>
                </c:pt>
                <c:pt idx="6439">
                  <c:v>156.015320594125</c:v>
                </c:pt>
                <c:pt idx="6440">
                  <c:v>156.017327646881</c:v>
                </c:pt>
                <c:pt idx="6441">
                  <c:v>156.01933403003599</c:v>
                </c:pt>
                <c:pt idx="6442">
                  <c:v>156.02133974383301</c:v>
                </c:pt>
                <c:pt idx="6443">
                  <c:v>156.023344788516</c:v>
                </c:pt>
                <c:pt idx="6444">
                  <c:v>156.025349164332</c:v>
                </c:pt>
                <c:pt idx="6445">
                  <c:v>156.027352871522</c:v>
                </c:pt>
                <c:pt idx="6446">
                  <c:v>156.02935591033099</c:v>
                </c:pt>
                <c:pt idx="6447">
                  <c:v>156.031358281004</c:v>
                </c:pt>
                <c:pt idx="6448">
                  <c:v>156.03335998378401</c:v>
                </c:pt>
                <c:pt idx="6449">
                  <c:v>156.03536101891399</c:v>
                </c:pt>
                <c:pt idx="6450">
                  <c:v>156.03736138663899</c:v>
                </c:pt>
                <c:pt idx="6451">
                  <c:v>156.039361087201</c:v>
                </c:pt>
                <c:pt idx="6452">
                  <c:v>156.04136012084501</c:v>
                </c:pt>
                <c:pt idx="6453">
                  <c:v>156.04335848781199</c:v>
                </c:pt>
                <c:pt idx="6454">
                  <c:v>156.045356188347</c:v>
                </c:pt>
                <c:pt idx="6455">
                  <c:v>156.04735322269201</c:v>
                </c:pt>
                <c:pt idx="6456">
                  <c:v>156.04934959109099</c:v>
                </c:pt>
                <c:pt idx="6457">
                  <c:v>156.051345293786</c:v>
                </c:pt>
                <c:pt idx="6458">
                  <c:v>156.053340331019</c:v>
                </c:pt>
                <c:pt idx="6459">
                  <c:v>156.05533470303399</c:v>
                </c:pt>
                <c:pt idx="6460">
                  <c:v>156.05732841007301</c:v>
                </c:pt>
                <c:pt idx="6461">
                  <c:v>156.05932145237699</c:v>
                </c:pt>
                <c:pt idx="6462">
                  <c:v>156.06131383019101</c:v>
                </c:pt>
                <c:pt idx="6463">
                  <c:v>156.06330554375501</c:v>
                </c:pt>
                <c:pt idx="6464">
                  <c:v>156.06529659331099</c:v>
                </c:pt>
                <c:pt idx="6465">
                  <c:v>156.06728697910199</c:v>
                </c:pt>
                <c:pt idx="6466">
                  <c:v>156.06927670137</c:v>
                </c:pt>
                <c:pt idx="6467">
                  <c:v>156.071265760356</c:v>
                </c:pt>
                <c:pt idx="6468">
                  <c:v>156.073254156301</c:v>
                </c:pt>
                <c:pt idx="6469">
                  <c:v>156.075241889447</c:v>
                </c:pt>
                <c:pt idx="6470">
                  <c:v>156.077228960036</c:v>
                </c:pt>
                <c:pt idx="6471">
                  <c:v>156.07921536830901</c:v>
                </c:pt>
                <c:pt idx="6472">
                  <c:v>156.081201114507</c:v>
                </c:pt>
                <c:pt idx="6473">
                  <c:v>156.083186198871</c:v>
                </c:pt>
                <c:pt idx="6474">
                  <c:v>156.08517062164299</c:v>
                </c:pt>
                <c:pt idx="6475">
                  <c:v>156.087154383062</c:v>
                </c:pt>
                <c:pt idx="6476">
                  <c:v>156.089137483369</c:v>
                </c:pt>
                <c:pt idx="6477">
                  <c:v>156.091119922806</c:v>
                </c:pt>
                <c:pt idx="6478">
                  <c:v>156.09310170161299</c:v>
                </c:pt>
                <c:pt idx="6479">
                  <c:v>156.09508282003</c:v>
                </c:pt>
                <c:pt idx="6480">
                  <c:v>156.09706327829699</c:v>
                </c:pt>
                <c:pt idx="6481">
                  <c:v>156.09904307665499</c:v>
                </c:pt>
                <c:pt idx="6482">
                  <c:v>156.10102221534399</c:v>
                </c:pt>
                <c:pt idx="6483">
                  <c:v>156.10300069460399</c:v>
                </c:pt>
                <c:pt idx="6484">
                  <c:v>156.104978514674</c:v>
                </c:pt>
                <c:pt idx="6485">
                  <c:v>156.10695567579501</c:v>
                </c:pt>
                <c:pt idx="6486">
                  <c:v>156.108932178206</c:v>
                </c:pt>
                <c:pt idx="6487">
                  <c:v>156.11090802214599</c:v>
                </c:pt>
                <c:pt idx="6488">
                  <c:v>156.11288320785599</c:v>
                </c:pt>
                <c:pt idx="6489">
                  <c:v>156.11485773557399</c:v>
                </c:pt>
                <c:pt idx="6490">
                  <c:v>156.11683160554</c:v>
                </c:pt>
                <c:pt idx="6491">
                  <c:v>156.11880481799199</c:v>
                </c:pt>
                <c:pt idx="6492">
                  <c:v>156.12077737317</c:v>
                </c:pt>
                <c:pt idx="6493">
                  <c:v>156.12274927131301</c:v>
                </c:pt>
                <c:pt idx="6494">
                  <c:v>156.12472051265999</c:v>
                </c:pt>
                <c:pt idx="6495">
                  <c:v>156.126691097449</c:v>
                </c:pt>
                <c:pt idx="6496">
                  <c:v>156.128661025919</c:v>
                </c:pt>
                <c:pt idx="6497">
                  <c:v>156.13063029830801</c:v>
                </c:pt>
                <c:pt idx="6498">
                  <c:v>156.13259891485399</c:v>
                </c:pt>
                <c:pt idx="6499">
                  <c:v>156.13456687579699</c:v>
                </c:pt>
                <c:pt idx="6500">
                  <c:v>156.136534181374</c:v>
                </c:pt>
                <c:pt idx="6501">
                  <c:v>156.13850083182299</c:v>
                </c:pt>
                <c:pt idx="6502">
                  <c:v>156.140466827382</c:v>
                </c:pt>
                <c:pt idx="6503">
                  <c:v>156.14243216828999</c:v>
                </c:pt>
                <c:pt idx="6504">
                  <c:v>156.144396854783</c:v>
                </c:pt>
                <c:pt idx="6505">
                  <c:v>156.14636088709901</c:v>
                </c:pt>
                <c:pt idx="6506">
                  <c:v>156.14832426547699</c:v>
                </c:pt>
                <c:pt idx="6507">
                  <c:v>156.15028699015201</c:v>
                </c:pt>
                <c:pt idx="6508">
                  <c:v>156.15224906136399</c:v>
                </c:pt>
                <c:pt idx="6509">
                  <c:v>156.154210479348</c:v>
                </c:pt>
                <c:pt idx="6510">
                  <c:v>156.156171244343</c:v>
                </c:pt>
                <c:pt idx="6511">
                  <c:v>156.15813135658399</c:v>
                </c:pt>
                <c:pt idx="6512">
                  <c:v>156.16009081630901</c:v>
                </c:pt>
                <c:pt idx="6513">
                  <c:v>156.162049623755</c:v>
                </c:pt>
                <c:pt idx="6514">
                  <c:v>156.16400777915899</c:v>
                </c:pt>
                <c:pt idx="6515">
                  <c:v>156.16596528275599</c:v>
                </c:pt>
                <c:pt idx="6516">
                  <c:v>156.16792213478399</c:v>
                </c:pt>
                <c:pt idx="6517">
                  <c:v>156.16987833547901</c:v>
                </c:pt>
                <c:pt idx="6518">
                  <c:v>156.17183388507701</c:v>
                </c:pt>
                <c:pt idx="6519">
                  <c:v>156.17378878381399</c:v>
                </c:pt>
                <c:pt idx="6520">
                  <c:v>156.175743031926</c:v>
                </c:pt>
                <c:pt idx="6521">
                  <c:v>156.17769662965</c:v>
                </c:pt>
                <c:pt idx="6522">
                  <c:v>156.179649577221</c:v>
                </c:pt>
                <c:pt idx="6523">
                  <c:v>156.18160187487399</c:v>
                </c:pt>
                <c:pt idx="6524">
                  <c:v>156.18355352284601</c:v>
                </c:pt>
                <c:pt idx="6525">
                  <c:v>156.18550452137299</c:v>
                </c:pt>
                <c:pt idx="6526">
                  <c:v>156.18745487068799</c:v>
                </c:pt>
                <c:pt idx="6527">
                  <c:v>156.189404571029</c:v>
                </c:pt>
                <c:pt idx="6528">
                  <c:v>156.19135362262901</c:v>
                </c:pt>
                <c:pt idx="6529">
                  <c:v>156.19330202572499</c:v>
                </c:pt>
                <c:pt idx="6530">
                  <c:v>156.19524978055</c:v>
                </c:pt>
                <c:pt idx="6531">
                  <c:v>156.19719688734099</c:v>
                </c:pt>
                <c:pt idx="6532">
                  <c:v>156.199143346331</c:v>
                </c:pt>
                <c:pt idx="6533">
                  <c:v>156.201089157757</c:v>
                </c:pt>
                <c:pt idx="6534">
                  <c:v>156.20303432185099</c:v>
                </c:pt>
                <c:pt idx="6535">
                  <c:v>156.204978838849</c:v>
                </c:pt>
                <c:pt idx="6536">
                  <c:v>156.206922708984</c:v>
                </c:pt>
                <c:pt idx="6537">
                  <c:v>156.20886593249301</c:v>
                </c:pt>
                <c:pt idx="6538">
                  <c:v>156.21080850960701</c:v>
                </c:pt>
                <c:pt idx="6539">
                  <c:v>156.21275044056199</c:v>
                </c:pt>
                <c:pt idx="6540">
                  <c:v>156.21469172559199</c:v>
                </c:pt>
                <c:pt idx="6541">
                  <c:v>156.21663236493001</c:v>
                </c:pt>
                <c:pt idx="6542">
                  <c:v>156.21857235881001</c:v>
                </c:pt>
                <c:pt idx="6543">
                  <c:v>156.22051170746599</c:v>
                </c:pt>
                <c:pt idx="6544">
                  <c:v>156.22245041113101</c:v>
                </c:pt>
                <c:pt idx="6545">
                  <c:v>156.224388470039</c:v>
                </c:pt>
                <c:pt idx="6546">
                  <c:v>156.226325884424</c:v>
                </c:pt>
                <c:pt idx="6547">
                  <c:v>156.22826265451701</c:v>
                </c:pt>
                <c:pt idx="6548">
                  <c:v>156.23019878055399</c:v>
                </c:pt>
                <c:pt idx="6549">
                  <c:v>156.23213426276499</c:v>
                </c:pt>
                <c:pt idx="6550">
                  <c:v>156.23406910138601</c:v>
                </c:pt>
                <c:pt idx="6551">
                  <c:v>156.23600329664799</c:v>
                </c:pt>
                <c:pt idx="6552">
                  <c:v>156.23793684878299</c:v>
                </c:pt>
                <c:pt idx="6553">
                  <c:v>156.239869758026</c:v>
                </c:pt>
                <c:pt idx="6554">
                  <c:v>156.24180202460801</c:v>
                </c:pt>
                <c:pt idx="6555">
                  <c:v>156.24373364876101</c:v>
                </c:pt>
                <c:pt idx="6556">
                  <c:v>156.24566463071901</c:v>
                </c:pt>
                <c:pt idx="6557">
                  <c:v>156.24759497071199</c:v>
                </c:pt>
                <c:pt idx="6558">
                  <c:v>156.249524668974</c:v>
                </c:pt>
                <c:pt idx="6559">
                  <c:v>156.25145372573701</c:v>
                </c:pt>
                <c:pt idx="6560">
                  <c:v>156.25338214123099</c:v>
                </c:pt>
                <c:pt idx="6561">
                  <c:v>156.25530991568999</c:v>
                </c:pt>
                <c:pt idx="6562">
                  <c:v>156.25723704934401</c:v>
                </c:pt>
                <c:pt idx="6563">
                  <c:v>156.25916354242599</c:v>
                </c:pt>
                <c:pt idx="6564">
                  <c:v>156.26108939516601</c:v>
                </c:pt>
                <c:pt idx="6565">
                  <c:v>156.263014607797</c:v>
                </c:pt>
                <c:pt idx="6566">
                  <c:v>156.26493918054999</c:v>
                </c:pt>
                <c:pt idx="6567">
                  <c:v>156.26686311365501</c:v>
                </c:pt>
                <c:pt idx="6568">
                  <c:v>156.26878640734401</c:v>
                </c:pt>
                <c:pt idx="6569">
                  <c:v>156.27070906184801</c:v>
                </c:pt>
                <c:pt idx="6570">
                  <c:v>156.27263107739699</c:v>
                </c:pt>
                <c:pt idx="6571">
                  <c:v>156.274552454223</c:v>
                </c:pt>
                <c:pt idx="6572">
                  <c:v>156.27647319255701</c:v>
                </c:pt>
                <c:pt idx="6573">
                  <c:v>156.27839329262801</c:v>
                </c:pt>
                <c:pt idx="6574">
                  <c:v>156.28031275466699</c:v>
                </c:pt>
                <c:pt idx="6575">
                  <c:v>156.282231578905</c:v>
                </c:pt>
                <c:pt idx="6576">
                  <c:v>156.28414976557201</c:v>
                </c:pt>
                <c:pt idx="6577">
                  <c:v>156.28606731489799</c:v>
                </c:pt>
                <c:pt idx="6578">
                  <c:v>156.28798422711299</c:v>
                </c:pt>
                <c:pt idx="6579">
                  <c:v>156.28990050244701</c:v>
                </c:pt>
                <c:pt idx="6580">
                  <c:v>156.29181614113</c:v>
                </c:pt>
                <c:pt idx="6581">
                  <c:v>156.29373114339199</c:v>
                </c:pt>
                <c:pt idx="6582">
                  <c:v>156.29564550946299</c:v>
                </c:pt>
                <c:pt idx="6583">
                  <c:v>156.297559239571</c:v>
                </c:pt>
                <c:pt idx="6584">
                  <c:v>156.29947233394799</c:v>
                </c:pt>
                <c:pt idx="6585">
                  <c:v>156.30138479282101</c:v>
                </c:pt>
                <c:pt idx="6586">
                  <c:v>156.30329661642</c:v>
                </c:pt>
                <c:pt idx="6587">
                  <c:v>156.305207804974</c:v>
                </c:pt>
                <c:pt idx="6588">
                  <c:v>156.30711835871301</c:v>
                </c:pt>
                <c:pt idx="6589">
                  <c:v>156.309028277865</c:v>
                </c:pt>
                <c:pt idx="6590">
                  <c:v>156.31093756265901</c:v>
                </c:pt>
                <c:pt idx="6591">
                  <c:v>156.312846213325</c:v>
                </c:pt>
                <c:pt idx="6592">
                  <c:v>156.31475423008899</c:v>
                </c:pt>
                <c:pt idx="6593">
                  <c:v>156.31666161318299</c:v>
                </c:pt>
                <c:pt idx="6594">
                  <c:v>156.318568362832</c:v>
                </c:pt>
                <c:pt idx="6595">
                  <c:v>156.32047447926701</c:v>
                </c:pt>
                <c:pt idx="6596">
                  <c:v>156.32237996271499</c:v>
                </c:pt>
                <c:pt idx="6597">
                  <c:v>156.324284813405</c:v>
                </c:pt>
                <c:pt idx="6598">
                  <c:v>156.32618903156401</c:v>
                </c:pt>
                <c:pt idx="6599">
                  <c:v>156.32809261742</c:v>
                </c:pt>
                <c:pt idx="6600">
                  <c:v>156.32999557120201</c:v>
                </c:pt>
                <c:pt idx="6601">
                  <c:v>156.33189789313701</c:v>
                </c:pt>
                <c:pt idx="6602">
                  <c:v>156.33379958345299</c:v>
                </c:pt>
                <c:pt idx="6603">
                  <c:v>156.33570064237699</c:v>
                </c:pt>
                <c:pt idx="6604">
                  <c:v>156.337601070136</c:v>
                </c:pt>
                <c:pt idx="6605">
                  <c:v>156.33950086695901</c:v>
                </c:pt>
                <c:pt idx="6606">
                  <c:v>156.341400033073</c:v>
                </c:pt>
                <c:pt idx="6607">
                  <c:v>156.343298568704</c:v>
                </c:pt>
                <c:pt idx="6608">
                  <c:v>156.34519647407899</c:v>
                </c:pt>
                <c:pt idx="6609">
                  <c:v>156.34709374942599</c:v>
                </c:pt>
                <c:pt idx="6610">
                  <c:v>156.34899039497199</c:v>
                </c:pt>
                <c:pt idx="6611">
                  <c:v>156.35088641094299</c:v>
                </c:pt>
                <c:pt idx="6612">
                  <c:v>156.352781797565</c:v>
                </c:pt>
                <c:pt idx="6613">
                  <c:v>156.35467655506699</c:v>
                </c:pt>
                <c:pt idx="6614">
                  <c:v>156.356570683673</c:v>
                </c:pt>
                <c:pt idx="6615">
                  <c:v>156.35846418361001</c:v>
                </c:pt>
                <c:pt idx="6616">
                  <c:v>156.360357055105</c:v>
                </c:pt>
                <c:pt idx="6617">
                  <c:v>156.362249298384</c:v>
                </c:pt>
                <c:pt idx="6618">
                  <c:v>156.364140913673</c:v>
                </c:pt>
                <c:pt idx="6619">
                  <c:v>156.366031901197</c:v>
                </c:pt>
                <c:pt idx="6620">
                  <c:v>156.367922261183</c:v>
                </c:pt>
                <c:pt idx="6621">
                  <c:v>156.36981199385599</c:v>
                </c:pt>
                <c:pt idx="6622">
                  <c:v>156.37170109944299</c:v>
                </c:pt>
                <c:pt idx="6623">
                  <c:v>156.37358957816801</c:v>
                </c:pt>
                <c:pt idx="6624">
                  <c:v>156.375477430258</c:v>
                </c:pt>
                <c:pt idx="6625">
                  <c:v>156.37736465593699</c:v>
                </c:pt>
                <c:pt idx="6626">
                  <c:v>156.379251255431</c:v>
                </c:pt>
                <c:pt idx="6627">
                  <c:v>156.381137228965</c:v>
                </c:pt>
                <c:pt idx="6628">
                  <c:v>156.38302257676401</c:v>
                </c:pt>
                <c:pt idx="6629">
                  <c:v>156.384907299053</c:v>
                </c:pt>
                <c:pt idx="6630">
                  <c:v>156.38679139605699</c:v>
                </c:pt>
                <c:pt idx="6631">
                  <c:v>156.388674868001</c:v>
                </c:pt>
                <c:pt idx="6632">
                  <c:v>156.390557715109</c:v>
                </c:pt>
                <c:pt idx="6633">
                  <c:v>156.39243993760601</c:v>
                </c:pt>
                <c:pt idx="6634">
                  <c:v>156.39432153571701</c:v>
                </c:pt>
                <c:pt idx="6635">
                  <c:v>156.39620250966601</c:v>
                </c:pt>
                <c:pt idx="6636">
                  <c:v>156.398082859678</c:v>
                </c:pt>
                <c:pt idx="6637">
                  <c:v>156.399962585975</c:v>
                </c:pt>
                <c:pt idx="6638">
                  <c:v>156.40184168878301</c:v>
                </c:pt>
                <c:pt idx="6639">
                  <c:v>156.403720168326</c:v>
                </c:pt>
                <c:pt idx="6640">
                  <c:v>156.40559802482801</c:v>
                </c:pt>
                <c:pt idx="6641">
                  <c:v>156.407475258511</c:v>
                </c:pt>
                <c:pt idx="6642">
                  <c:v>156.40935186960101</c:v>
                </c:pt>
                <c:pt idx="6643">
                  <c:v>156.41122785831999</c:v>
                </c:pt>
                <c:pt idx="6644">
                  <c:v>156.41310322489301</c:v>
                </c:pt>
                <c:pt idx="6645">
                  <c:v>156.41497796954201</c:v>
                </c:pt>
                <c:pt idx="6646">
                  <c:v>156.41685209249101</c:v>
                </c:pt>
                <c:pt idx="6647">
                  <c:v>156.41872559396299</c:v>
                </c:pt>
                <c:pt idx="6648">
                  <c:v>156.42059847418099</c:v>
                </c:pt>
                <c:pt idx="6649">
                  <c:v>156.42247073336901</c:v>
                </c:pt>
                <c:pt idx="6650">
                  <c:v>156.42434237174899</c:v>
                </c:pt>
                <c:pt idx="6651">
                  <c:v>156.42621338954399</c:v>
                </c:pt>
                <c:pt idx="6652">
                  <c:v>156.428083786977</c:v>
                </c:pt>
                <c:pt idx="6653">
                  <c:v>156.42995356426999</c:v>
                </c:pt>
                <c:pt idx="6654">
                  <c:v>156.43182272164699</c:v>
                </c:pt>
                <c:pt idx="6655">
                  <c:v>156.43369125932901</c:v>
                </c:pt>
                <c:pt idx="6656">
                  <c:v>156.43555917753901</c:v>
                </c:pt>
                <c:pt idx="6657">
                  <c:v>156.43742647649799</c:v>
                </c:pt>
                <c:pt idx="6658">
                  <c:v>156.43929315643001</c:v>
                </c:pt>
                <c:pt idx="6659">
                  <c:v>156.44115921755699</c:v>
                </c:pt>
                <c:pt idx="6660">
                  <c:v>156.44302466010001</c:v>
                </c:pt>
                <c:pt idx="6661">
                  <c:v>156.44488948428</c:v>
                </c:pt>
                <c:pt idx="6662">
                  <c:v>156.446753690321</c:v>
                </c:pt>
                <c:pt idx="6663">
                  <c:v>156.448617278444</c:v>
                </c:pt>
                <c:pt idx="6664">
                  <c:v>156.45048024886901</c:v>
                </c:pt>
                <c:pt idx="6665">
                  <c:v>156.45234260181999</c:v>
                </c:pt>
                <c:pt idx="6666">
                  <c:v>156.45420433751599</c:v>
                </c:pt>
                <c:pt idx="6667">
                  <c:v>156.45606545618</c:v>
                </c:pt>
                <c:pt idx="6668">
                  <c:v>156.457925958033</c:v>
                </c:pt>
                <c:pt idx="6669">
                  <c:v>156.45978584329501</c:v>
                </c:pt>
                <c:pt idx="6670">
                  <c:v>156.46164511218799</c:v>
                </c:pt>
                <c:pt idx="6671">
                  <c:v>156.463503764932</c:v>
                </c:pt>
                <c:pt idx="6672">
                  <c:v>156.465361801749</c:v>
                </c:pt>
                <c:pt idx="6673">
                  <c:v>156.467219222859</c:v>
                </c:pt>
                <c:pt idx="6674">
                  <c:v>156.46907602848299</c:v>
                </c:pt>
                <c:pt idx="6675">
                  <c:v>156.470932218841</c:v>
                </c:pt>
                <c:pt idx="6676">
                  <c:v>156.47278779415399</c:v>
                </c:pt>
                <c:pt idx="6677">
                  <c:v>156.47464275464301</c:v>
                </c:pt>
                <c:pt idx="6678">
                  <c:v>156.47649710052599</c:v>
                </c:pt>
                <c:pt idx="6679">
                  <c:v>156.478350832025</c:v>
                </c:pt>
                <c:pt idx="6680">
                  <c:v>156.48020394935901</c:v>
                </c:pt>
                <c:pt idx="6681">
                  <c:v>156.48205645274899</c:v>
                </c:pt>
                <c:pt idx="6682">
                  <c:v>156.483908342414</c:v>
                </c:pt>
                <c:pt idx="6683">
                  <c:v>156.485759618575</c:v>
                </c:pt>
                <c:pt idx="6684">
                  <c:v>156.48761028145</c:v>
                </c:pt>
                <c:pt idx="6685">
                  <c:v>156.48946033125901</c:v>
                </c:pt>
                <c:pt idx="6686">
                  <c:v>156.491309768223</c:v>
                </c:pt>
                <c:pt idx="6687">
                  <c:v>156.49315859255901</c:v>
                </c:pt>
                <c:pt idx="6688">
                  <c:v>156.49500680448901</c:v>
                </c:pt>
                <c:pt idx="6689">
                  <c:v>156.496854404229</c:v>
                </c:pt>
                <c:pt idx="6690">
                  <c:v>156.49870139200101</c:v>
                </c:pt>
                <c:pt idx="6691">
                  <c:v>156.50054776802301</c:v>
                </c:pt>
                <c:pt idx="6692">
                  <c:v>156.502393532513</c:v>
                </c:pt>
                <c:pt idx="6693">
                  <c:v>156.50423868569101</c:v>
                </c:pt>
                <c:pt idx="6694">
                  <c:v>156.50608322777501</c:v>
                </c:pt>
                <c:pt idx="6695">
                  <c:v>156.50792715898399</c:v>
                </c:pt>
                <c:pt idx="6696">
                  <c:v>156.509770479537</c:v>
                </c:pt>
                <c:pt idx="6697">
                  <c:v>156.511613189651</c:v>
                </c:pt>
                <c:pt idx="6698">
                  <c:v>156.51345528954599</c:v>
                </c:pt>
                <c:pt idx="6699">
                  <c:v>156.51529677943901</c:v>
                </c:pt>
                <c:pt idx="6700">
                  <c:v>156.51713765954901</c:v>
                </c:pt>
                <c:pt idx="6701">
                  <c:v>156.518977930093</c:v>
                </c:pt>
                <c:pt idx="6702">
                  <c:v>156.52081759129101</c:v>
                </c:pt>
                <c:pt idx="6703">
                  <c:v>156.522656643359</c:v>
                </c:pt>
                <c:pt idx="6704">
                  <c:v>156.524495086515</c:v>
                </c:pt>
                <c:pt idx="6705">
                  <c:v>156.52633292097701</c:v>
                </c:pt>
                <c:pt idx="6706">
                  <c:v>156.52817014696299</c:v>
                </c:pt>
                <c:pt idx="6707">
                  <c:v>156.53000676469</c:v>
                </c:pt>
                <c:pt idx="6708">
                  <c:v>156.53184277437501</c:v>
                </c:pt>
                <c:pt idx="6709">
                  <c:v>156.533678176237</c:v>
                </c:pt>
                <c:pt idx="6710">
                  <c:v>156.535512970491</c:v>
                </c:pt>
                <c:pt idx="6711">
                  <c:v>156.53734715735601</c:v>
                </c:pt>
                <c:pt idx="6712">
                  <c:v>156.53918073704801</c:v>
                </c:pt>
                <c:pt idx="6713">
                  <c:v>156.54101370978401</c:v>
                </c:pt>
                <c:pt idx="6714">
                  <c:v>156.542846075781</c:v>
                </c:pt>
                <c:pt idx="6715">
                  <c:v>156.54467783525499</c:v>
                </c:pt>
                <c:pt idx="6716">
                  <c:v>156.54650898842399</c:v>
                </c:pt>
                <c:pt idx="6717">
                  <c:v>156.54833953550499</c:v>
                </c:pt>
                <c:pt idx="6718">
                  <c:v>156.550169476712</c:v>
                </c:pt>
                <c:pt idx="6719">
                  <c:v>156.551998812264</c:v>
                </c:pt>
                <c:pt idx="6720">
                  <c:v>156.55382754237499</c:v>
                </c:pt>
                <c:pt idx="6721">
                  <c:v>156.55565566726301</c:v>
                </c:pt>
                <c:pt idx="6722">
                  <c:v>156.55748318714299</c:v>
                </c:pt>
                <c:pt idx="6723">
                  <c:v>156.55931010223199</c:v>
                </c:pt>
                <c:pt idx="6724">
                  <c:v>156.56113641274499</c:v>
                </c:pt>
                <c:pt idx="6725">
                  <c:v>156.56296211889801</c:v>
                </c:pt>
                <c:pt idx="6726">
                  <c:v>156.56478722090699</c:v>
                </c:pt>
                <c:pt idx="6727">
                  <c:v>156.56661171898801</c:v>
                </c:pt>
                <c:pt idx="6728">
                  <c:v>156.56843561335501</c:v>
                </c:pt>
                <c:pt idx="6729">
                  <c:v>156.570258904225</c:v>
                </c:pt>
                <c:pt idx="6730">
                  <c:v>156.572081591813</c:v>
                </c:pt>
                <c:pt idx="6731">
                  <c:v>156.573903676334</c:v>
                </c:pt>
                <c:pt idx="6732">
                  <c:v>156.57572515800399</c:v>
                </c:pt>
                <c:pt idx="6733">
                  <c:v>156.577546037037</c:v>
                </c:pt>
                <c:pt idx="6734">
                  <c:v>156.57936631364799</c:v>
                </c:pt>
                <c:pt idx="6735">
                  <c:v>156.581185988052</c:v>
                </c:pt>
                <c:pt idx="6736">
                  <c:v>156.58300506046399</c:v>
                </c:pt>
                <c:pt idx="6737">
                  <c:v>156.5848235311</c:v>
                </c:pt>
                <c:pt idx="6738">
                  <c:v>156.586641400172</c:v>
                </c:pt>
                <c:pt idx="6739">
                  <c:v>156.58845866789699</c:v>
                </c:pt>
                <c:pt idx="6740">
                  <c:v>156.59027533448801</c:v>
                </c:pt>
                <c:pt idx="6741">
                  <c:v>156.59209140015901</c:v>
                </c:pt>
                <c:pt idx="6742">
                  <c:v>156.593906865126</c:v>
                </c:pt>
                <c:pt idx="6743">
                  <c:v>156.595721729601</c:v>
                </c:pt>
                <c:pt idx="6744">
                  <c:v>156.59753599379999</c:v>
                </c:pt>
                <c:pt idx="6745">
                  <c:v>156.59934965793599</c:v>
                </c:pt>
                <c:pt idx="6746">
                  <c:v>156.60116272222299</c:v>
                </c:pt>
                <c:pt idx="6747">
                  <c:v>156.602975186875</c:v>
                </c:pt>
                <c:pt idx="6748">
                  <c:v>156.604787052105</c:v>
                </c:pt>
                <c:pt idx="6749">
                  <c:v>156.606598318127</c:v>
                </c:pt>
                <c:pt idx="6750">
                  <c:v>156.60840898515499</c:v>
                </c:pt>
                <c:pt idx="6751">
                  <c:v>156.610219053403</c:v>
                </c:pt>
                <c:pt idx="6752">
                  <c:v>156.61202852308199</c:v>
                </c:pt>
                <c:pt idx="6753">
                  <c:v>156.613837394407</c:v>
                </c:pt>
                <c:pt idx="6754">
                  <c:v>156.615645667591</c:v>
                </c:pt>
                <c:pt idx="6755">
                  <c:v>156.617453342847</c:v>
                </c:pt>
                <c:pt idx="6756">
                  <c:v>156.619260420388</c:v>
                </c:pt>
                <c:pt idx="6757">
                  <c:v>156.621066900426</c:v>
                </c:pt>
                <c:pt idx="6758">
                  <c:v>156.62287278317501</c:v>
                </c:pt>
                <c:pt idx="6759">
                  <c:v>156.624678068847</c:v>
                </c:pt>
                <c:pt idx="6760">
                  <c:v>156.626482757655</c:v>
                </c:pt>
                <c:pt idx="6761">
                  <c:v>156.62828684981099</c:v>
                </c:pt>
                <c:pt idx="6762">
                  <c:v>156.630090345528</c:v>
                </c:pt>
                <c:pt idx="6763">
                  <c:v>156.63189324501801</c:v>
                </c:pt>
                <c:pt idx="6764">
                  <c:v>156.63369554849399</c:v>
                </c:pt>
                <c:pt idx="6765">
                  <c:v>156.63549725616701</c:v>
                </c:pt>
                <c:pt idx="6766">
                  <c:v>156.63729836824899</c:v>
                </c:pt>
                <c:pt idx="6767">
                  <c:v>156.639098884953</c:v>
                </c:pt>
                <c:pt idx="6768">
                  <c:v>156.64089880648999</c:v>
                </c:pt>
                <c:pt idx="6769">
                  <c:v>156.642698133072</c:v>
                </c:pt>
                <c:pt idx="6770">
                  <c:v>156.64449686491099</c:v>
                </c:pt>
                <c:pt idx="6771">
                  <c:v>156.64629500221901</c:v>
                </c:pt>
                <c:pt idx="6772">
                  <c:v>156.64809254520699</c:v>
                </c:pt>
                <c:pt idx="6773">
                  <c:v>156.64988949408601</c:v>
                </c:pt>
                <c:pt idx="6774">
                  <c:v>156.651685849068</c:v>
                </c:pt>
                <c:pt idx="6775">
                  <c:v>156.653481610363</c:v>
                </c:pt>
                <c:pt idx="6776">
                  <c:v>156.655276778184</c:v>
                </c:pt>
                <c:pt idx="6777">
                  <c:v>156.65707135274201</c:v>
                </c:pt>
                <c:pt idx="6778">
                  <c:v>156.658865334246</c:v>
                </c:pt>
                <c:pt idx="6779">
                  <c:v>156.66065872290901</c:v>
                </c:pt>
                <c:pt idx="6780">
                  <c:v>156.66245151894</c:v>
                </c:pt>
                <c:pt idx="6781">
                  <c:v>156.66424372255099</c:v>
                </c:pt>
                <c:pt idx="6782">
                  <c:v>156.66603533395201</c:v>
                </c:pt>
                <c:pt idx="6783">
                  <c:v>156.667826353354</c:v>
                </c:pt>
                <c:pt idx="6784">
                  <c:v>156.669616780967</c:v>
                </c:pt>
                <c:pt idx="6785">
                  <c:v>156.67140661700199</c:v>
                </c:pt>
                <c:pt idx="6786">
                  <c:v>156.67319586166801</c:v>
                </c:pt>
                <c:pt idx="6787">
                  <c:v>156.67498451517699</c:v>
                </c:pt>
                <c:pt idx="6788">
                  <c:v>156.67677257773701</c:v>
                </c:pt>
                <c:pt idx="6789">
                  <c:v>156.678560049559</c:v>
                </c:pt>
                <c:pt idx="6790">
                  <c:v>156.680346930854</c:v>
                </c:pt>
                <c:pt idx="6791">
                  <c:v>156.68213322182999</c:v>
                </c:pt>
                <c:pt idx="6792">
                  <c:v>156.68391892269699</c:v>
                </c:pt>
                <c:pt idx="6793">
                  <c:v>156.68570403366601</c:v>
                </c:pt>
                <c:pt idx="6794">
                  <c:v>156.68748855494499</c:v>
                </c:pt>
                <c:pt idx="6795">
                  <c:v>156.68927248674501</c:v>
                </c:pt>
                <c:pt idx="6796">
                  <c:v>156.69105582927401</c:v>
                </c:pt>
                <c:pt idx="6797">
                  <c:v>156.69283858274099</c:v>
                </c:pt>
                <c:pt idx="6798">
                  <c:v>156.69462074735699</c:v>
                </c:pt>
                <c:pt idx="6799">
                  <c:v>156.69640232332901</c:v>
                </c:pt>
                <c:pt idx="6800">
                  <c:v>156.69818331086799</c:v>
                </c:pt>
                <c:pt idx="6801">
                  <c:v>156.69996371018101</c:v>
                </c:pt>
                <c:pt idx="6802">
                  <c:v>156.70174352147799</c:v>
                </c:pt>
                <c:pt idx="6803">
                  <c:v>156.70352274496801</c:v>
                </c:pt>
                <c:pt idx="6804">
                  <c:v>156.705301380859</c:v>
                </c:pt>
                <c:pt idx="6805">
                  <c:v>156.70707942935999</c:v>
                </c:pt>
                <c:pt idx="6806">
                  <c:v>156.70885689067899</c:v>
                </c:pt>
                <c:pt idx="6807">
                  <c:v>156.71063376502499</c:v>
                </c:pt>
                <c:pt idx="6808">
                  <c:v>156.71241005260501</c:v>
                </c:pt>
                <c:pt idx="6809">
                  <c:v>156.71418575362901</c:v>
                </c:pt>
                <c:pt idx="6810">
                  <c:v>156.71596086830399</c:v>
                </c:pt>
                <c:pt idx="6811">
                  <c:v>156.71773539683801</c:v>
                </c:pt>
                <c:pt idx="6812">
                  <c:v>156.71950933943901</c:v>
                </c:pt>
                <c:pt idx="6813">
                  <c:v>156.721282696316</c:v>
                </c:pt>
                <c:pt idx="6814">
                  <c:v>156.72305546767501</c:v>
                </c:pt>
                <c:pt idx="6815">
                  <c:v>156.72482765372499</c:v>
                </c:pt>
                <c:pt idx="6816">
                  <c:v>156.726599254673</c:v>
                </c:pt>
                <c:pt idx="6817">
                  <c:v>156.728370270727</c:v>
                </c:pt>
                <c:pt idx="6818">
                  <c:v>156.73014070209399</c:v>
                </c:pt>
                <c:pt idx="6819">
                  <c:v>156.73191054898101</c:v>
                </c:pt>
                <c:pt idx="6820">
                  <c:v>156.73367981159601</c:v>
                </c:pt>
                <c:pt idx="6821">
                  <c:v>156.73544849014601</c:v>
                </c:pt>
                <c:pt idx="6822">
                  <c:v>156.737216584838</c:v>
                </c:pt>
                <c:pt idx="6823">
                  <c:v>156.73898409587801</c:v>
                </c:pt>
                <c:pt idx="6824">
                  <c:v>156.74075102347399</c:v>
                </c:pt>
                <c:pt idx="6825">
                  <c:v>156.74251736783299</c:v>
                </c:pt>
                <c:pt idx="6826">
                  <c:v>156.744283129161</c:v>
                </c:pt>
                <c:pt idx="6827">
                  <c:v>156.74604830766501</c:v>
                </c:pt>
                <c:pt idx="6828">
                  <c:v>156.74781290355099</c:v>
                </c:pt>
                <c:pt idx="6829">
                  <c:v>156.74957691702701</c:v>
                </c:pt>
                <c:pt idx="6830">
                  <c:v>156.75134034829699</c:v>
                </c:pt>
                <c:pt idx="6831">
                  <c:v>156.753103197569</c:v>
                </c:pt>
                <c:pt idx="6832">
                  <c:v>156.75486546504899</c:v>
                </c:pt>
                <c:pt idx="6833">
                  <c:v>156.75662715094299</c:v>
                </c:pt>
                <c:pt idx="6834">
                  <c:v>156.758388255456</c:v>
                </c:pt>
                <c:pt idx="6835">
                  <c:v>156.76014877879601</c:v>
                </c:pt>
                <c:pt idx="6836">
                  <c:v>156.761908721167</c:v>
                </c:pt>
                <c:pt idx="6837">
                  <c:v>156.76366808277501</c:v>
                </c:pt>
                <c:pt idx="6838">
                  <c:v>156.765426863827</c:v>
                </c:pt>
                <c:pt idx="6839">
                  <c:v>156.76718506452701</c:v>
                </c:pt>
                <c:pt idx="6840">
                  <c:v>156.76894268508099</c:v>
                </c:pt>
                <c:pt idx="6841">
                  <c:v>156.77069972569501</c:v>
                </c:pt>
                <c:pt idx="6842">
                  <c:v>156.772456186574</c:v>
                </c:pt>
                <c:pt idx="6843">
                  <c:v>156.774212067923</c:v>
                </c:pt>
                <c:pt idx="6844">
                  <c:v>156.77596736994701</c:v>
                </c:pt>
                <c:pt idx="6845">
                  <c:v>156.77772209285101</c:v>
                </c:pt>
                <c:pt idx="6846">
                  <c:v>156.77947623684099</c:v>
                </c:pt>
                <c:pt idx="6847">
                  <c:v>156.781229802121</c:v>
                </c:pt>
                <c:pt idx="6848">
                  <c:v>156.78298278889599</c:v>
                </c:pt>
                <c:pt idx="6849">
                  <c:v>156.78473519737099</c:v>
                </c:pt>
                <c:pt idx="6850">
                  <c:v>156.78648702775001</c:v>
                </c:pt>
                <c:pt idx="6851">
                  <c:v>156.78823828023801</c:v>
                </c:pt>
                <c:pt idx="6852">
                  <c:v>156.78998895503901</c:v>
                </c:pt>
                <c:pt idx="6853">
                  <c:v>156.791739052358</c:v>
                </c:pt>
                <c:pt idx="6854">
                  <c:v>156.79348857239901</c:v>
                </c:pt>
                <c:pt idx="6855">
                  <c:v>156.79523751536701</c:v>
                </c:pt>
                <c:pt idx="6856">
                  <c:v>156.796985881464</c:v>
                </c:pt>
                <c:pt idx="6857">
                  <c:v>156.79873367089601</c:v>
                </c:pt>
                <c:pt idx="6858">
                  <c:v>156.80048088386701</c:v>
                </c:pt>
                <c:pt idx="6859">
                  <c:v>156.80222752057901</c:v>
                </c:pt>
                <c:pt idx="6860">
                  <c:v>156.80397358123801</c:v>
                </c:pt>
                <c:pt idx="6861">
                  <c:v>156.80571906604601</c:v>
                </c:pt>
                <c:pt idx="6862">
                  <c:v>156.80746397520701</c:v>
                </c:pt>
                <c:pt idx="6863">
                  <c:v>156.80920830892501</c:v>
                </c:pt>
                <c:pt idx="6864">
                  <c:v>156.810952067404</c:v>
                </c:pt>
                <c:pt idx="6865">
                  <c:v>156.812695250845</c:v>
                </c:pt>
                <c:pt idx="6866">
                  <c:v>156.81443785945399</c:v>
                </c:pt>
                <c:pt idx="6867">
                  <c:v>156.81617989343201</c:v>
                </c:pt>
                <c:pt idx="6868">
                  <c:v>156.817921352984</c:v>
                </c:pt>
                <c:pt idx="6869">
                  <c:v>156.819662238311</c:v>
                </c:pt>
                <c:pt idx="6870">
                  <c:v>156.82140254961701</c:v>
                </c:pt>
                <c:pt idx="6871">
                  <c:v>156.82314228710601</c:v>
                </c:pt>
                <c:pt idx="6872">
                  <c:v>156.82488145097801</c:v>
                </c:pt>
                <c:pt idx="6873">
                  <c:v>156.82662004143799</c:v>
                </c:pt>
                <c:pt idx="6874">
                  <c:v>156.828358058688</c:v>
                </c:pt>
                <c:pt idx="6875">
                  <c:v>156.83009550292999</c:v>
                </c:pt>
                <c:pt idx="6876">
                  <c:v>156.831832374366</c:v>
                </c:pt>
                <c:pt idx="6877">
                  <c:v>156.83356867319901</c:v>
                </c:pt>
                <c:pt idx="6878">
                  <c:v>156.83530439963201</c:v>
                </c:pt>
                <c:pt idx="6879">
                  <c:v>156.83703955386599</c:v>
                </c:pt>
                <c:pt idx="6880">
                  <c:v>156.83877413610301</c:v>
                </c:pt>
                <c:pt idx="6881">
                  <c:v>156.840508146546</c:v>
                </c:pt>
                <c:pt idx="6882">
                  <c:v>156.84224158539601</c:v>
                </c:pt>
                <c:pt idx="6883">
                  <c:v>156.84397445285501</c:v>
                </c:pt>
                <c:pt idx="6884">
                  <c:v>156.84570674912499</c:v>
                </c:pt>
                <c:pt idx="6885">
                  <c:v>156.847438474407</c:v>
                </c:pt>
                <c:pt idx="6886">
                  <c:v>156.84916962890301</c:v>
                </c:pt>
                <c:pt idx="6887">
                  <c:v>156.85090021281499</c:v>
                </c:pt>
                <c:pt idx="6888">
                  <c:v>156.85263022634399</c:v>
                </c:pt>
                <c:pt idx="6889">
                  <c:v>156.85435966969101</c:v>
                </c:pt>
                <c:pt idx="6890">
                  <c:v>156.85608854305701</c:v>
                </c:pt>
                <c:pt idx="6891">
                  <c:v>156.857816846644</c:v>
                </c:pt>
                <c:pt idx="6892">
                  <c:v>156.859544580652</c:v>
                </c:pt>
                <c:pt idx="6893">
                  <c:v>156.86127174528301</c:v>
                </c:pt>
                <c:pt idx="6894">
                  <c:v>156.86299834073699</c:v>
                </c:pt>
                <c:pt idx="6895">
                  <c:v>156.86472436721499</c:v>
                </c:pt>
                <c:pt idx="6896">
                  <c:v>156.86644982491899</c:v>
                </c:pt>
                <c:pt idx="6897">
                  <c:v>156.868174714048</c:v>
                </c:pt>
                <c:pt idx="6898">
                  <c:v>156.86989903480301</c:v>
                </c:pt>
                <c:pt idx="6899">
                  <c:v>156.87162278738401</c:v>
                </c:pt>
                <c:pt idx="6900">
                  <c:v>156.87334597199299</c:v>
                </c:pt>
                <c:pt idx="6901">
                  <c:v>156.87506858882799</c:v>
                </c:pt>
                <c:pt idx="6902">
                  <c:v>156.87679063809099</c:v>
                </c:pt>
                <c:pt idx="6903">
                  <c:v>156.87851211998199</c:v>
                </c:pt>
                <c:pt idx="6904">
                  <c:v>156.88023303470001</c:v>
                </c:pt>
                <c:pt idx="6905">
                  <c:v>156.881953382446</c:v>
                </c:pt>
                <c:pt idx="6906">
                  <c:v>156.88367316341899</c:v>
                </c:pt>
                <c:pt idx="6907">
                  <c:v>156.88539237782001</c:v>
                </c:pt>
                <c:pt idx="6908">
                  <c:v>156.88711102584699</c:v>
                </c:pt>
                <c:pt idx="6909">
                  <c:v>156.88882910770101</c:v>
                </c:pt>
                <c:pt idx="6910">
                  <c:v>156.890546623581</c:v>
                </c:pt>
                <c:pt idx="6911">
                  <c:v>156.89226357368699</c:v>
                </c:pt>
                <c:pt idx="6912">
                  <c:v>156.89397995821699</c:v>
                </c:pt>
                <c:pt idx="6913">
                  <c:v>156.895695777372</c:v>
                </c:pt>
                <c:pt idx="6914">
                  <c:v>156.89741103135</c:v>
                </c:pt>
                <c:pt idx="6915">
                  <c:v>156.89912572035101</c:v>
                </c:pt>
                <c:pt idx="6916">
                  <c:v>156.900839844573</c:v>
                </c:pt>
                <c:pt idx="6917">
                  <c:v>156.90255340421601</c:v>
                </c:pt>
                <c:pt idx="6918">
                  <c:v>156.90426639947799</c:v>
                </c:pt>
                <c:pt idx="6919">
                  <c:v>156.90597883055801</c:v>
                </c:pt>
                <c:pt idx="6920">
                  <c:v>156.90769069765599</c:v>
                </c:pt>
                <c:pt idx="6921">
                  <c:v>156.90940200096901</c:v>
                </c:pt>
                <c:pt idx="6922">
                  <c:v>156.91111274069499</c:v>
                </c:pt>
                <c:pt idx="6923">
                  <c:v>156.91282291703499</c:v>
                </c:pt>
                <c:pt idx="6924">
                  <c:v>156.914532530185</c:v>
                </c:pt>
                <c:pt idx="6925">
                  <c:v>156.916241580345</c:v>
                </c:pt>
                <c:pt idx="6926">
                  <c:v>156.91795006771201</c:v>
                </c:pt>
                <c:pt idx="6927">
                  <c:v>156.91965799248399</c:v>
                </c:pt>
                <c:pt idx="6928">
                  <c:v>156.92136535486</c:v>
                </c:pt>
                <c:pt idx="6929">
                  <c:v>156.923072155038</c:v>
                </c:pt>
                <c:pt idx="6930">
                  <c:v>156.92477839321501</c:v>
                </c:pt>
                <c:pt idx="6931">
                  <c:v>156.92648406958901</c:v>
                </c:pt>
                <c:pt idx="6932">
                  <c:v>156.92818918435901</c:v>
                </c:pt>
                <c:pt idx="6933">
                  <c:v>156.92989373772099</c:v>
                </c:pt>
                <c:pt idx="6934">
                  <c:v>156.931597729873</c:v>
                </c:pt>
                <c:pt idx="6935">
                  <c:v>156.933301161012</c:v>
                </c:pt>
                <c:pt idx="6936">
                  <c:v>156.935004031337</c:v>
                </c:pt>
                <c:pt idx="6937">
                  <c:v>156.93670634104399</c:v>
                </c:pt>
                <c:pt idx="6938">
                  <c:v>156.93840809033</c:v>
                </c:pt>
                <c:pt idx="6939">
                  <c:v>156.940109279393</c:v>
                </c:pt>
                <c:pt idx="6940">
                  <c:v>156.94180990843</c:v>
                </c:pt>
                <c:pt idx="6941">
                  <c:v>156.94350997763701</c:v>
                </c:pt>
                <c:pt idx="6942">
                  <c:v>156.945209487212</c:v>
                </c:pt>
                <c:pt idx="6943">
                  <c:v>156.94690843735199</c:v>
                </c:pt>
                <c:pt idx="6944">
                  <c:v>156.948606828252</c:v>
                </c:pt>
                <c:pt idx="6945">
                  <c:v>156.95030466011099</c:v>
                </c:pt>
                <c:pt idx="6946">
                  <c:v>156.952001933123</c:v>
                </c:pt>
                <c:pt idx="6947">
                  <c:v>156.95369864748699</c:v>
                </c:pt>
                <c:pt idx="6948">
                  <c:v>156.95539480339801</c:v>
                </c:pt>
                <c:pt idx="6949">
                  <c:v>156.957090401052</c:v>
                </c:pt>
                <c:pt idx="6950">
                  <c:v>156.95878544064601</c:v>
                </c:pt>
                <c:pt idx="6951">
                  <c:v>156.96047992237601</c:v>
                </c:pt>
                <c:pt idx="6952">
                  <c:v>156.96217384643799</c:v>
                </c:pt>
                <c:pt idx="6953">
                  <c:v>156.96386721302801</c:v>
                </c:pt>
                <c:pt idx="6954">
                  <c:v>156.965560022342</c:v>
                </c:pt>
                <c:pt idx="6955">
                  <c:v>156.967252274576</c:v>
                </c:pt>
                <c:pt idx="6956">
                  <c:v>156.96894396992499</c:v>
                </c:pt>
                <c:pt idx="6957">
                  <c:v>156.97063510858601</c:v>
                </c:pt>
                <c:pt idx="6958">
                  <c:v>156.972325690753</c:v>
                </c:pt>
                <c:pt idx="6959">
                  <c:v>156.974015716623</c:v>
                </c:pt>
                <c:pt idx="6960">
                  <c:v>156.97570518639</c:v>
                </c:pt>
                <c:pt idx="6961">
                  <c:v>156.97739410025</c:v>
                </c:pt>
                <c:pt idx="6962">
                  <c:v>156.97908245839901</c:v>
                </c:pt>
                <c:pt idx="6963">
                  <c:v>156.98077026103101</c:v>
                </c:pt>
                <c:pt idx="6964">
                  <c:v>156.98245750834201</c:v>
                </c:pt>
                <c:pt idx="6965">
                  <c:v>156.984144200527</c:v>
                </c:pt>
                <c:pt idx="6966">
                  <c:v>156.98583033777999</c:v>
                </c:pt>
                <c:pt idx="6967">
                  <c:v>156.987515920296</c:v>
                </c:pt>
                <c:pt idx="6968">
                  <c:v>156.98920094827099</c:v>
                </c:pt>
                <c:pt idx="6969">
                  <c:v>156.99088542189901</c:v>
                </c:pt>
                <c:pt idx="6970">
                  <c:v>156.99256934137401</c:v>
                </c:pt>
                <c:pt idx="6971">
                  <c:v>156.99425270689099</c:v>
                </c:pt>
                <c:pt idx="6972">
                  <c:v>156.99593551864501</c:v>
                </c:pt>
                <c:pt idx="6973">
                  <c:v>156.99761777683</c:v>
                </c:pt>
                <c:pt idx="6974">
                  <c:v>156.99929948163901</c:v>
                </c:pt>
                <c:pt idx="6975">
                  <c:v>157.00098063326899</c:v>
                </c:pt>
                <c:pt idx="6976">
                  <c:v>157.00266123191199</c:v>
                </c:pt>
                <c:pt idx="6977">
                  <c:v>157.00434127776199</c:v>
                </c:pt>
                <c:pt idx="6978">
                  <c:v>157.00602077101399</c:v>
                </c:pt>
                <c:pt idx="6979">
                  <c:v>157.00769971186199</c:v>
                </c:pt>
                <c:pt idx="6980">
                  <c:v>157.009378100498</c:v>
                </c:pt>
                <c:pt idx="6981">
                  <c:v>157.01105593711799</c:v>
                </c:pt>
                <c:pt idx="6982">
                  <c:v>157.012733221915</c:v>
                </c:pt>
                <c:pt idx="6983">
                  <c:v>157.01440995508099</c:v>
                </c:pt>
                <c:pt idx="6984">
                  <c:v>157.01608613681199</c:v>
                </c:pt>
                <c:pt idx="6985">
                  <c:v>157.01776176729999</c:v>
                </c:pt>
                <c:pt idx="6986">
                  <c:v>157.01943684673799</c:v>
                </c:pt>
                <c:pt idx="6987">
                  <c:v>157.02111137532</c:v>
                </c:pt>
                <c:pt idx="6988">
                  <c:v>157.02278535323799</c:v>
                </c:pt>
                <c:pt idx="6989">
                  <c:v>157.02445878068701</c:v>
                </c:pt>
                <c:pt idx="6990">
                  <c:v>157.026131657859</c:v>
                </c:pt>
                <c:pt idx="6991">
                  <c:v>157.02780398494701</c:v>
                </c:pt>
                <c:pt idx="6992">
                  <c:v>157.02947576214299</c:v>
                </c:pt>
                <c:pt idx="6993">
                  <c:v>157.031146989641</c:v>
                </c:pt>
                <c:pt idx="6994">
                  <c:v>157.03281766763399</c:v>
                </c:pt>
                <c:pt idx="6995">
                  <c:v>157.03448779631299</c:v>
                </c:pt>
                <c:pt idx="6996">
                  <c:v>157.03615737587199</c:v>
                </c:pt>
                <c:pt idx="6997">
                  <c:v>157.037826406503</c:v>
                </c:pt>
                <c:pt idx="6998">
                  <c:v>157.039494888398</c:v>
                </c:pt>
                <c:pt idx="6999">
                  <c:v>157.041162821749</c:v>
                </c:pt>
                <c:pt idx="7000">
                  <c:v>157.04283020674899</c:v>
                </c:pt>
                <c:pt idx="7001">
                  <c:v>157.04449704359101</c:v>
                </c:pt>
                <c:pt idx="7002">
                  <c:v>157.046163332465</c:v>
                </c:pt>
                <c:pt idx="7003">
                  <c:v>157.047829073564</c:v>
                </c:pt>
                <c:pt idx="7004">
                  <c:v>157.04949426708001</c:v>
                </c:pt>
                <c:pt idx="7005">
                  <c:v>157.051158913205</c:v>
                </c:pt>
                <c:pt idx="7006">
                  <c:v>157.05282301213001</c:v>
                </c:pt>
                <c:pt idx="7007">
                  <c:v>157.05448656404701</c:v>
                </c:pt>
                <c:pt idx="7008">
                  <c:v>157.056149569148</c:v>
                </c:pt>
                <c:pt idx="7009">
                  <c:v>157.05781202762401</c:v>
                </c:pt>
                <c:pt idx="7010">
                  <c:v>157.05947393966699</c:v>
                </c:pt>
                <c:pt idx="7011">
                  <c:v>157.06113530546699</c:v>
                </c:pt>
                <c:pt idx="7012">
                  <c:v>157.06279612521701</c:v>
                </c:pt>
                <c:pt idx="7013">
                  <c:v>157.064456399107</c:v>
                </c:pt>
                <c:pt idx="7014">
                  <c:v>157.066116127329</c:v>
                </c:pt>
                <c:pt idx="7015">
                  <c:v>157.06777531007401</c:v>
                </c:pt>
                <c:pt idx="7016">
                  <c:v>157.069433947531</c:v>
                </c:pt>
                <c:pt idx="7017">
                  <c:v>157.07109203989401</c:v>
                </c:pt>
                <c:pt idx="7018">
                  <c:v>157.07274958735101</c:v>
                </c:pt>
                <c:pt idx="7019">
                  <c:v>157.07440659009501</c:v>
                </c:pt>
                <c:pt idx="7020">
                  <c:v>157.07606304831501</c:v>
                </c:pt>
                <c:pt idx="7021">
                  <c:v>157.077718962202</c:v>
                </c:pt>
                <c:pt idx="7022">
                  <c:v>157.07937433194701</c:v>
                </c:pt>
                <c:pt idx="7023">
                  <c:v>157.08102915773901</c:v>
                </c:pt>
                <c:pt idx="7024">
                  <c:v>157.08268343976999</c:v>
                </c:pt>
                <c:pt idx="7025">
                  <c:v>157.08433717822999</c:v>
                </c:pt>
                <c:pt idx="7026">
                  <c:v>157.08599037330799</c:v>
                </c:pt>
                <c:pt idx="7027">
                  <c:v>157.08764302519501</c:v>
                </c:pt>
                <c:pt idx="7028">
                  <c:v>157.089295134081</c:v>
                </c:pt>
                <c:pt idx="7029">
                  <c:v>157.090946700156</c:v>
                </c:pt>
                <c:pt idx="7030">
                  <c:v>157.09259772361</c:v>
                </c:pt>
                <c:pt idx="7031">
                  <c:v>157.09424820463201</c:v>
                </c:pt>
                <c:pt idx="7032">
                  <c:v>157.095898143412</c:v>
                </c:pt>
                <c:pt idx="7033">
                  <c:v>157.09754754014</c:v>
                </c:pt>
                <c:pt idx="7034">
                  <c:v>157.09919639500501</c:v>
                </c:pt>
                <c:pt idx="7035">
                  <c:v>157.100844708197</c:v>
                </c:pt>
                <c:pt idx="7036">
                  <c:v>157.10249247990501</c:v>
                </c:pt>
                <c:pt idx="7037">
                  <c:v>157.104139710319</c:v>
                </c:pt>
                <c:pt idx="7038">
                  <c:v>157.10578639962699</c:v>
                </c:pt>
                <c:pt idx="7039">
                  <c:v>157.10743254801901</c:v>
                </c:pt>
                <c:pt idx="7040">
                  <c:v>157.10907815568399</c:v>
                </c:pt>
                <c:pt idx="7041">
                  <c:v>157.110723222811</c:v>
                </c:pt>
                <c:pt idx="7042">
                  <c:v>157.112367749589</c:v>
                </c:pt>
                <c:pt idx="7043">
                  <c:v>157.114011736207</c:v>
                </c:pt>
                <c:pt idx="7044">
                  <c:v>157.115655182853</c:v>
                </c:pt>
                <c:pt idx="7045">
                  <c:v>157.117298089717</c:v>
                </c:pt>
                <c:pt idx="7046">
                  <c:v>157.118940456986</c:v>
                </c:pt>
                <c:pt idx="7047">
                  <c:v>157.12058228485</c:v>
                </c:pt>
                <c:pt idx="7048">
                  <c:v>157.122223573496</c:v>
                </c:pt>
                <c:pt idx="7049">
                  <c:v>157.12386432311399</c:v>
                </c:pt>
                <c:pt idx="7050">
                  <c:v>157.12550453389099</c:v>
                </c:pt>
                <c:pt idx="7051">
                  <c:v>157.127144206015</c:v>
                </c:pt>
                <c:pt idx="7052">
                  <c:v>157.128783339676</c:v>
                </c:pt>
                <c:pt idx="7053">
                  <c:v>157.13042193506101</c:v>
                </c:pt>
                <c:pt idx="7054">
                  <c:v>157.132059992357</c:v>
                </c:pt>
                <c:pt idx="7055">
                  <c:v>157.13369751175401</c:v>
                </c:pt>
                <c:pt idx="7056">
                  <c:v>157.13533449343799</c:v>
                </c:pt>
                <c:pt idx="7057">
                  <c:v>157.13697093759799</c:v>
                </c:pt>
                <c:pt idx="7058">
                  <c:v>157.13860684442099</c:v>
                </c:pt>
                <c:pt idx="7059">
                  <c:v>157.140242214094</c:v>
                </c:pt>
                <c:pt idx="7060">
                  <c:v>157.141877046806</c:v>
                </c:pt>
                <c:pt idx="7061">
                  <c:v>157.14351134274401</c:v>
                </c:pt>
                <c:pt idx="7062">
                  <c:v>157.145145102095</c:v>
                </c:pt>
                <c:pt idx="7063">
                  <c:v>157.14677832504699</c:v>
                </c:pt>
                <c:pt idx="7064">
                  <c:v>157.14841101178601</c:v>
                </c:pt>
                <c:pt idx="7065">
                  <c:v>157.1500431625</c:v>
                </c:pt>
                <c:pt idx="7066">
                  <c:v>157.151674777376</c:v>
                </c:pt>
                <c:pt idx="7067">
                  <c:v>157.15330585660101</c:v>
                </c:pt>
                <c:pt idx="7068">
                  <c:v>157.15493640036101</c:v>
                </c:pt>
                <c:pt idx="7069">
                  <c:v>157.15656640884501</c:v>
                </c:pt>
                <c:pt idx="7070">
                  <c:v>157.158195882238</c:v>
                </c:pt>
                <c:pt idx="7071">
                  <c:v>157.15982482072701</c:v>
                </c:pt>
                <c:pt idx="7072">
                  <c:v>157.16145322449901</c:v>
                </c:pt>
                <c:pt idx="7073">
                  <c:v>157.16308109374</c:v>
                </c:pt>
                <c:pt idx="7074">
                  <c:v>157.164708428637</c:v>
                </c:pt>
                <c:pt idx="7075">
                  <c:v>157.16633522937701</c:v>
                </c:pt>
                <c:pt idx="7076">
                  <c:v>157.16796149614501</c:v>
                </c:pt>
                <c:pt idx="7077">
                  <c:v>157.16958722912699</c:v>
                </c:pt>
                <c:pt idx="7078">
                  <c:v>157.17121242851101</c:v>
                </c:pt>
                <c:pt idx="7079">
                  <c:v>157.172837094481</c:v>
                </c:pt>
                <c:pt idx="7080">
                  <c:v>157.17446122722501</c:v>
                </c:pt>
                <c:pt idx="7081">
                  <c:v>157.176084826927</c:v>
                </c:pt>
                <c:pt idx="7082">
                  <c:v>157.17770789377499</c:v>
                </c:pt>
                <c:pt idx="7083">
                  <c:v>157.179330427953</c:v>
                </c:pt>
                <c:pt idx="7084">
                  <c:v>157.18095242964699</c:v>
                </c:pt>
                <c:pt idx="7085">
                  <c:v>157.18257389904301</c:v>
                </c:pt>
                <c:pt idx="7086">
                  <c:v>157.18419483632701</c:v>
                </c:pt>
                <c:pt idx="7087">
                  <c:v>157.185815241683</c:v>
                </c:pt>
                <c:pt idx="7088">
                  <c:v>157.187435115298</c:v>
                </c:pt>
                <c:pt idx="7089">
                  <c:v>157.189054457357</c:v>
                </c:pt>
                <c:pt idx="7090">
                  <c:v>157.190673268045</c:v>
                </c:pt>
                <c:pt idx="7091">
                  <c:v>157.19229154754601</c:v>
                </c:pt>
                <c:pt idx="7092">
                  <c:v>157.193909296047</c:v>
                </c:pt>
                <c:pt idx="7093">
                  <c:v>157.195526513733</c:v>
                </c:pt>
                <c:pt idx="7094">
                  <c:v>157.197143200787</c:v>
                </c:pt>
                <c:pt idx="7095">
                  <c:v>157.198759357396</c:v>
                </c:pt>
                <c:pt idx="7096">
                  <c:v>157.20037498374299</c:v>
                </c:pt>
                <c:pt idx="7097">
                  <c:v>157.20199008001401</c:v>
                </c:pt>
                <c:pt idx="7098">
                  <c:v>157.20360464639401</c:v>
                </c:pt>
                <c:pt idx="7099">
                  <c:v>157.20521868306599</c:v>
                </c:pt>
                <c:pt idx="7100">
                  <c:v>157.20683219021501</c:v>
                </c:pt>
                <c:pt idx="7101">
                  <c:v>157.208445168027</c:v>
                </c:pt>
                <c:pt idx="7102">
                  <c:v>157.210057616684</c:v>
                </c:pt>
                <c:pt idx="7103">
                  <c:v>157.211669536372</c:v>
                </c:pt>
                <c:pt idx="7104">
                  <c:v>157.21328092727401</c:v>
                </c:pt>
                <c:pt idx="7105">
                  <c:v>157.214891789576</c:v>
                </c:pt>
                <c:pt idx="7106">
                  <c:v>157.21650212345901</c:v>
                </c:pt>
                <c:pt idx="7107">
                  <c:v>157.21811192910999</c:v>
                </c:pt>
                <c:pt idx="7108">
                  <c:v>157.21972120671199</c:v>
                </c:pt>
                <c:pt idx="7109">
                  <c:v>157.22132995644699</c:v>
                </c:pt>
                <c:pt idx="7110">
                  <c:v>157.22293817850101</c:v>
                </c:pt>
                <c:pt idx="7111">
                  <c:v>157.224545873057</c:v>
                </c:pt>
                <c:pt idx="7112">
                  <c:v>157.22615304029901</c:v>
                </c:pt>
                <c:pt idx="7113">
                  <c:v>157.22775968041</c:v>
                </c:pt>
                <c:pt idx="7114">
                  <c:v>157.22936579357301</c:v>
                </c:pt>
                <c:pt idx="7115">
                  <c:v>157.230971379972</c:v>
                </c:pt>
                <c:pt idx="7116">
                  <c:v>157.23257643978999</c:v>
                </c:pt>
                <c:pt idx="7117">
                  <c:v>157.23418097320999</c:v>
                </c:pt>
                <c:pt idx="7118">
                  <c:v>157.23578498041601</c:v>
                </c:pt>
                <c:pt idx="7119">
                  <c:v>157.237388461591</c:v>
                </c:pt>
                <c:pt idx="7120">
                  <c:v>157.238991416917</c:v>
                </c:pt>
                <c:pt idx="7121">
                  <c:v>157.24059384657801</c:v>
                </c:pt>
                <c:pt idx="7122">
                  <c:v>157.24219575075699</c:v>
                </c:pt>
                <c:pt idx="7123">
                  <c:v>157.243797129635</c:v>
                </c:pt>
                <c:pt idx="7124">
                  <c:v>157.245397983397</c:v>
                </c:pt>
                <c:pt idx="7125">
                  <c:v>157.24699831222401</c:v>
                </c:pt>
                <c:pt idx="7126">
                  <c:v>157.24859811629901</c:v>
                </c:pt>
                <c:pt idx="7127">
                  <c:v>157.250197395805</c:v>
                </c:pt>
                <c:pt idx="7128">
                  <c:v>157.25179615092401</c:v>
                </c:pt>
                <c:pt idx="7129">
                  <c:v>157.253394381839</c:v>
                </c:pt>
                <c:pt idx="7130">
                  <c:v>157.254992088731</c:v>
                </c:pt>
                <c:pt idx="7131">
                  <c:v>157.25658927178199</c:v>
                </c:pt>
                <c:pt idx="7132">
                  <c:v>157.258185931176</c:v>
                </c:pt>
                <c:pt idx="7133">
                  <c:v>157.25978206709399</c:v>
                </c:pt>
                <c:pt idx="7134">
                  <c:v>157.26137767971801</c:v>
                </c:pt>
                <c:pt idx="7135">
                  <c:v>157.26297276923</c:v>
                </c:pt>
                <c:pt idx="7136">
                  <c:v>157.26456733581099</c:v>
                </c:pt>
                <c:pt idx="7137">
                  <c:v>157.26616137964399</c:v>
                </c:pt>
                <c:pt idx="7138">
                  <c:v>157.26775490091001</c:v>
                </c:pt>
                <c:pt idx="7139">
                  <c:v>157.26934789979001</c:v>
                </c:pt>
                <c:pt idx="7140">
                  <c:v>157.270940376467</c:v>
                </c:pt>
                <c:pt idx="7141">
                  <c:v>157.27253233112199</c:v>
                </c:pt>
                <c:pt idx="7142">
                  <c:v>157.27412376393599</c:v>
                </c:pt>
                <c:pt idx="7143">
                  <c:v>157.27571467509</c:v>
                </c:pt>
                <c:pt idx="7144">
                  <c:v>157.27730506476601</c:v>
                </c:pt>
                <c:pt idx="7145">
                  <c:v>157.27889493314399</c:v>
                </c:pt>
                <c:pt idx="7146">
                  <c:v>157.28048428040699</c:v>
                </c:pt>
                <c:pt idx="7147">
                  <c:v>157.282073106734</c:v>
                </c:pt>
                <c:pt idx="7148">
                  <c:v>157.283661412307</c:v>
                </c:pt>
                <c:pt idx="7149">
                  <c:v>157.285249197307</c:v>
                </c:pt>
                <c:pt idx="7150">
                  <c:v>157.28683646191499</c:v>
                </c:pt>
                <c:pt idx="7151">
                  <c:v>157.28842320631099</c:v>
                </c:pt>
                <c:pt idx="7152">
                  <c:v>157.29000943067501</c:v>
                </c:pt>
                <c:pt idx="7153">
                  <c:v>157.291595135189</c:v>
                </c:pt>
                <c:pt idx="7154">
                  <c:v>157.293180320034</c:v>
                </c:pt>
                <c:pt idx="7155">
                  <c:v>157.29476498538801</c:v>
                </c:pt>
                <c:pt idx="7156">
                  <c:v>157.296349131433</c:v>
                </c:pt>
                <c:pt idx="7157">
                  <c:v>157.29793275834999</c:v>
                </c:pt>
                <c:pt idx="7158">
                  <c:v>157.29951586631699</c:v>
                </c:pt>
                <c:pt idx="7159">
                  <c:v>157.30109845551601</c:v>
                </c:pt>
                <c:pt idx="7160">
                  <c:v>157.30268052612701</c:v>
                </c:pt>
                <c:pt idx="7161">
                  <c:v>157.304262078329</c:v>
                </c:pt>
                <c:pt idx="7162">
                  <c:v>157.305843112302</c:v>
                </c:pt>
                <c:pt idx="7163">
                  <c:v>157.30742362822701</c:v>
                </c:pt>
                <c:pt idx="7164">
                  <c:v>157.30900362628299</c:v>
                </c:pt>
                <c:pt idx="7165">
                  <c:v>157.31058310664901</c:v>
                </c:pt>
                <c:pt idx="7166">
                  <c:v>157.312162069506</c:v>
                </c:pt>
                <c:pt idx="7167">
                  <c:v>157.313740515033</c:v>
                </c:pt>
                <c:pt idx="7168">
                  <c:v>157.31531844340901</c:v>
                </c:pt>
                <c:pt idx="7169">
                  <c:v>157.31689585481399</c:v>
                </c:pt>
                <c:pt idx="7170">
                  <c:v>157.318472749427</c:v>
                </c:pt>
                <c:pt idx="7171">
                  <c:v>157.32004912742701</c:v>
                </c:pt>
                <c:pt idx="7172">
                  <c:v>157.32162498899501</c:v>
                </c:pt>
                <c:pt idx="7173">
                  <c:v>157.32320033430801</c:v>
                </c:pt>
                <c:pt idx="7174">
                  <c:v>157.32477516354501</c:v>
                </c:pt>
                <c:pt idx="7175">
                  <c:v>157.326349476887</c:v>
                </c:pt>
                <c:pt idx="7176">
                  <c:v>157.32792327451099</c:v>
                </c:pt>
                <c:pt idx="7177">
                  <c:v>157.32949655659701</c:v>
                </c:pt>
                <c:pt idx="7178">
                  <c:v>157.33106932332299</c:v>
                </c:pt>
                <c:pt idx="7179">
                  <c:v>157.332641574869</c:v>
                </c:pt>
                <c:pt idx="7180">
                  <c:v>157.33421331141199</c:v>
                </c:pt>
                <c:pt idx="7181">
                  <c:v>157.335784533131</c:v>
                </c:pt>
                <c:pt idx="7182">
                  <c:v>157.337355240204</c:v>
                </c:pt>
                <c:pt idx="7183">
                  <c:v>157.33892543281101</c:v>
                </c:pt>
                <c:pt idx="7184">
                  <c:v>157.340495111129</c:v>
                </c:pt>
                <c:pt idx="7185">
                  <c:v>157.34206427533701</c:v>
                </c:pt>
                <c:pt idx="7186">
                  <c:v>157.34363292561301</c:v>
                </c:pt>
                <c:pt idx="7187">
                  <c:v>157.345201062135</c:v>
                </c:pt>
                <c:pt idx="7188">
                  <c:v>157.34676868508001</c:v>
                </c:pt>
                <c:pt idx="7189">
                  <c:v>157.34833579462801</c:v>
                </c:pt>
                <c:pt idx="7190">
                  <c:v>157.349902390956</c:v>
                </c:pt>
                <c:pt idx="7191">
                  <c:v>157.35146847424099</c:v>
                </c:pt>
                <c:pt idx="7192">
                  <c:v>157.353034044662</c:v>
                </c:pt>
                <c:pt idx="7193">
                  <c:v>157.35459910239601</c:v>
                </c:pt>
                <c:pt idx="7194">
                  <c:v>157.356163647621</c:v>
                </c:pt>
                <c:pt idx="7195">
                  <c:v>157.35772768051399</c:v>
                </c:pt>
                <c:pt idx="7196">
                  <c:v>157.359291201253</c:v>
                </c:pt>
                <c:pt idx="7197">
                  <c:v>157.36085421001599</c:v>
                </c:pt>
                <c:pt idx="7198">
                  <c:v>157.36241670697899</c:v>
                </c:pt>
                <c:pt idx="7199">
                  <c:v>157.36397869231999</c:v>
                </c:pt>
                <c:pt idx="7200">
                  <c:v>157.365540166215</c:v>
                </c:pt>
                <c:pt idx="7201">
                  <c:v>157.36710112884299</c:v>
                </c:pt>
                <c:pt idx="7202">
                  <c:v>157.368661580381</c:v>
                </c:pt>
                <c:pt idx="7203">
                  <c:v>157.370221521004</c:v>
                </c:pt>
                <c:pt idx="7204">
                  <c:v>157.37178095089001</c:v>
                </c:pt>
                <c:pt idx="7205">
                  <c:v>157.37333987021699</c:v>
                </c:pt>
                <c:pt idx="7206">
                  <c:v>157.37489827915999</c:v>
                </c:pt>
                <c:pt idx="7207">
                  <c:v>157.37645617789599</c:v>
                </c:pt>
                <c:pt idx="7208">
                  <c:v>157.37801356660299</c:v>
                </c:pt>
                <c:pt idx="7209">
                  <c:v>157.37957044545601</c:v>
                </c:pt>
                <c:pt idx="7210">
                  <c:v>157.38112681463201</c:v>
                </c:pt>
                <c:pt idx="7211">
                  <c:v>157.38268267430701</c:v>
                </c:pt>
                <c:pt idx="7212">
                  <c:v>157.384238024659</c:v>
                </c:pt>
                <c:pt idx="7213">
                  <c:v>157.38579286586199</c:v>
                </c:pt>
                <c:pt idx="7214">
                  <c:v>157.38734719809401</c:v>
                </c:pt>
                <c:pt idx="7215">
                  <c:v>157.38890102152999</c:v>
                </c:pt>
                <c:pt idx="7216">
                  <c:v>157.39045433634601</c:v>
                </c:pt>
                <c:pt idx="7217">
                  <c:v>157.392007142719</c:v>
                </c:pt>
                <c:pt idx="7218">
                  <c:v>157.39355944082499</c:v>
                </c:pt>
                <c:pt idx="7219">
                  <c:v>157.39511123083801</c:v>
                </c:pt>
                <c:pt idx="7220">
                  <c:v>157.39666251293599</c:v>
                </c:pt>
                <c:pt idx="7221">
                  <c:v>157.398213287293</c:v>
                </c:pt>
                <c:pt idx="7222">
                  <c:v>157.39976355408501</c:v>
                </c:pt>
                <c:pt idx="7223">
                  <c:v>157.401313313489</c:v>
                </c:pt>
                <c:pt idx="7224">
                  <c:v>157.40286256567799</c:v>
                </c:pt>
                <c:pt idx="7225">
                  <c:v>157.40441131083</c:v>
                </c:pt>
                <c:pt idx="7226">
                  <c:v>157.40595954911899</c:v>
                </c:pt>
                <c:pt idx="7227">
                  <c:v>157.40750728072001</c:v>
                </c:pt>
                <c:pt idx="7228">
                  <c:v>157.409054505809</c:v>
                </c:pt>
                <c:pt idx="7229">
                  <c:v>157.41060122456</c:v>
                </c:pt>
                <c:pt idx="7230">
                  <c:v>157.41214743715</c:v>
                </c:pt>
                <c:pt idx="7231">
                  <c:v>157.413693143752</c:v>
                </c:pt>
                <c:pt idx="7232">
                  <c:v>157.41523834454199</c:v>
                </c:pt>
                <c:pt idx="7233">
                  <c:v>157.41678303969499</c:v>
                </c:pt>
                <c:pt idx="7234">
                  <c:v>157.418327229385</c:v>
                </c:pt>
                <c:pt idx="7235">
                  <c:v>157.419870913788</c:v>
                </c:pt>
                <c:pt idx="7236">
                  <c:v>157.421414093077</c:v>
                </c:pt>
                <c:pt idx="7237">
                  <c:v>157.42295676742799</c:v>
                </c:pt>
                <c:pt idx="7238">
                  <c:v>157.42449893701499</c:v>
                </c:pt>
                <c:pt idx="7239">
                  <c:v>157.42604060201199</c:v>
                </c:pt>
                <c:pt idx="7240">
                  <c:v>157.427581762594</c:v>
                </c:pt>
                <c:pt idx="7241">
                  <c:v>157.42912241893501</c:v>
                </c:pt>
                <c:pt idx="7242">
                  <c:v>157.43066257120901</c:v>
                </c:pt>
                <c:pt idx="7243">
                  <c:v>157.43220221959101</c:v>
                </c:pt>
                <c:pt idx="7244">
                  <c:v>157.43374136425501</c:v>
                </c:pt>
                <c:pt idx="7245">
                  <c:v>157.43528000537401</c:v>
                </c:pt>
                <c:pt idx="7246">
                  <c:v>157.436818143122</c:v>
                </c:pt>
                <c:pt idx="7247">
                  <c:v>157.43835577767399</c:v>
                </c:pt>
                <c:pt idx="7248">
                  <c:v>157.439892909203</c:v>
                </c:pt>
                <c:pt idx="7249">
                  <c:v>157.44142953788401</c:v>
                </c:pt>
                <c:pt idx="7250">
                  <c:v>157.442965663889</c:v>
                </c:pt>
                <c:pt idx="7251">
                  <c:v>157.444501287392</c:v>
                </c:pt>
                <c:pt idx="7252">
                  <c:v>157.44603640856701</c:v>
                </c:pt>
                <c:pt idx="7253">
                  <c:v>157.447571027588</c:v>
                </c:pt>
                <c:pt idx="7254">
                  <c:v>157.449105144627</c:v>
                </c:pt>
                <c:pt idx="7255">
                  <c:v>157.450638759859</c:v>
                </c:pt>
                <c:pt idx="7256">
                  <c:v>157.452171873455</c:v>
                </c:pt>
                <c:pt idx="7257">
                  <c:v>157.45370448559001</c:v>
                </c:pt>
                <c:pt idx="7258">
                  <c:v>157.455236596437</c:v>
                </c:pt>
                <c:pt idx="7259">
                  <c:v>157.45676820616899</c:v>
                </c:pt>
                <c:pt idx="7260">
                  <c:v>157.458299314958</c:v>
                </c:pt>
                <c:pt idx="7261">
                  <c:v>157.459829922978</c:v>
                </c:pt>
                <c:pt idx="7262">
                  <c:v>157.46136003040201</c:v>
                </c:pt>
                <c:pt idx="7263">
                  <c:v>157.46288963740099</c:v>
                </c:pt>
                <c:pt idx="7264">
                  <c:v>157.46441874415001</c:v>
                </c:pt>
                <c:pt idx="7265">
                  <c:v>157.46594735081999</c:v>
                </c:pt>
                <c:pt idx="7266">
                  <c:v>157.46747545758501</c:v>
                </c:pt>
                <c:pt idx="7267">
                  <c:v>157.469003064616</c:v>
                </c:pt>
                <c:pt idx="7268">
                  <c:v>157.470530172086</c:v>
                </c:pt>
                <c:pt idx="7269">
                  <c:v>157.472056780168</c:v>
                </c:pt>
                <c:pt idx="7270">
                  <c:v>157.47358288903399</c:v>
                </c:pt>
                <c:pt idx="7271">
                  <c:v>157.475108498856</c:v>
                </c:pt>
                <c:pt idx="7272">
                  <c:v>157.47663360980599</c:v>
                </c:pt>
                <c:pt idx="7273">
                  <c:v>157.47815822205601</c:v>
                </c:pt>
                <c:pt idx="7274">
                  <c:v>157.47968233577899</c:v>
                </c:pt>
                <c:pt idx="7275">
                  <c:v>157.48120595114599</c:v>
                </c:pt>
                <c:pt idx="7276">
                  <c:v>157.48272906832901</c:v>
                </c:pt>
                <c:pt idx="7277">
                  <c:v>157.48425168750001</c:v>
                </c:pt>
                <c:pt idx="7278">
                  <c:v>157.485773808831</c:v>
                </c:pt>
                <c:pt idx="7279">
                  <c:v>157.48729543249399</c:v>
                </c:pt>
                <c:pt idx="7280">
                  <c:v>157.48881655865901</c:v>
                </c:pt>
                <c:pt idx="7281">
                  <c:v>157.49033718749999</c:v>
                </c:pt>
                <c:pt idx="7282">
                  <c:v>157.49185731918601</c:v>
                </c:pt>
                <c:pt idx="7283">
                  <c:v>157.49337695388999</c:v>
                </c:pt>
                <c:pt idx="7284">
                  <c:v>157.49489609178201</c:v>
                </c:pt>
                <c:pt idx="7285">
                  <c:v>157.49641473303501</c:v>
                </c:pt>
                <c:pt idx="7286">
                  <c:v>157.49793287782001</c:v>
                </c:pt>
                <c:pt idx="7287">
                  <c:v>157.49945052630599</c:v>
                </c:pt>
                <c:pt idx="7288">
                  <c:v>157.500967678667</c:v>
                </c:pt>
                <c:pt idx="7289">
                  <c:v>157.50248433507201</c:v>
                </c:pt>
                <c:pt idx="7290">
                  <c:v>157.504000495692</c:v>
                </c:pt>
                <c:pt idx="7291">
                  <c:v>157.50551616069899</c:v>
                </c:pt>
                <c:pt idx="7292">
                  <c:v>157.507031330263</c:v>
                </c:pt>
                <c:pt idx="7293">
                  <c:v>157.508546004555</c:v>
                </c:pt>
                <c:pt idx="7294">
                  <c:v>157.51006018374599</c:v>
                </c:pt>
                <c:pt idx="7295">
                  <c:v>157.511573868006</c:v>
                </c:pt>
                <c:pt idx="7296">
                  <c:v>157.513087057505</c:v>
                </c:pt>
                <c:pt idx="7297">
                  <c:v>157.51459975241499</c:v>
                </c:pt>
                <c:pt idx="7298">
                  <c:v>157.51611195290499</c:v>
                </c:pt>
                <c:pt idx="7299">
                  <c:v>157.51762365914601</c:v>
                </c:pt>
                <c:pt idx="7300">
                  <c:v>157.51913487130901</c:v>
                </c:pt>
                <c:pt idx="7301">
                  <c:v>157.520645589563</c:v>
                </c:pt>
                <c:pt idx="7302">
                  <c:v>157.52215581407799</c:v>
                </c:pt>
                <c:pt idx="7303">
                  <c:v>157.52366554502501</c:v>
                </c:pt>
                <c:pt idx="7304">
                  <c:v>157.525174782574</c:v>
                </c:pt>
                <c:pt idx="7305">
                  <c:v>157.526683526894</c:v>
                </c:pt>
                <c:pt idx="7306">
                  <c:v>157.52819177815499</c:v>
                </c:pt>
                <c:pt idx="7307">
                  <c:v>157.529699536527</c:v>
                </c:pt>
                <c:pt idx="7308">
                  <c:v>157.531206802181</c:v>
                </c:pt>
                <c:pt idx="7309">
                  <c:v>157.53271357528399</c:v>
                </c:pt>
                <c:pt idx="7310">
                  <c:v>157.53421985600801</c:v>
                </c:pt>
                <c:pt idx="7311">
                  <c:v>157.53572564452199</c:v>
                </c:pt>
                <c:pt idx="7312">
                  <c:v>157.53723094099399</c:v>
                </c:pt>
                <c:pt idx="7313">
                  <c:v>157.538735745596</c:v>
                </c:pt>
                <c:pt idx="7314">
                  <c:v>157.54024005849399</c:v>
                </c:pt>
                <c:pt idx="7315">
                  <c:v>157.54174387986001</c:v>
                </c:pt>
                <c:pt idx="7316">
                  <c:v>157.54324720986199</c:v>
                </c:pt>
                <c:pt idx="7317">
                  <c:v>157.54475004867001</c:v>
                </c:pt>
                <c:pt idx="7318">
                  <c:v>157.54625239645199</c:v>
                </c:pt>
                <c:pt idx="7319">
                  <c:v>157.54775425337701</c:v>
                </c:pt>
                <c:pt idx="7320">
                  <c:v>157.549255619614</c:v>
                </c:pt>
                <c:pt idx="7321">
                  <c:v>157.55075649533299</c:v>
                </c:pt>
                <c:pt idx="7322">
                  <c:v>157.552256880702</c:v>
                </c:pt>
                <c:pt idx="7323">
                  <c:v>157.55375677588901</c:v>
                </c:pt>
                <c:pt idx="7324">
                  <c:v>157.55525618106401</c:v>
                </c:pt>
                <c:pt idx="7325">
                  <c:v>157.556755096394</c:v>
                </c:pt>
                <c:pt idx="7326">
                  <c:v>157.558253522049</c:v>
                </c:pt>
                <c:pt idx="7327">
                  <c:v>157.55975145819701</c:v>
                </c:pt>
                <c:pt idx="7328">
                  <c:v>157.56124890500601</c:v>
                </c:pt>
                <c:pt idx="7329">
                  <c:v>157.56274586264399</c:v>
                </c:pt>
                <c:pt idx="7330">
                  <c:v>157.56424233128101</c:v>
                </c:pt>
                <c:pt idx="7331">
                  <c:v>157.56573831108301</c:v>
                </c:pt>
                <c:pt idx="7332">
                  <c:v>157.56723380221899</c:v>
                </c:pt>
                <c:pt idx="7333">
                  <c:v>157.56872880485801</c:v>
                </c:pt>
                <c:pt idx="7334">
                  <c:v>157.57022331916701</c:v>
                </c:pt>
                <c:pt idx="7335">
                  <c:v>157.571717345314</c:v>
                </c:pt>
                <c:pt idx="7336">
                  <c:v>157.573210883467</c:v>
                </c:pt>
                <c:pt idx="7337">
                  <c:v>157.57470393379299</c:v>
                </c:pt>
                <c:pt idx="7338">
                  <c:v>157.57619649646099</c:v>
                </c:pt>
                <c:pt idx="7339">
                  <c:v>157.57768857163899</c:v>
                </c:pt>
                <c:pt idx="7340">
                  <c:v>157.57918015949201</c:v>
                </c:pt>
                <c:pt idx="7341">
                  <c:v>157.580671260191</c:v>
                </c:pt>
                <c:pt idx="7342">
                  <c:v>157.58216187389999</c:v>
                </c:pt>
                <c:pt idx="7343">
                  <c:v>157.58365200078899</c:v>
                </c:pt>
                <c:pt idx="7344">
                  <c:v>157.58514164102399</c:v>
                </c:pt>
                <c:pt idx="7345">
                  <c:v>157.58663079477299</c:v>
                </c:pt>
                <c:pt idx="7346">
                  <c:v>157.588119462203</c:v>
                </c:pt>
                <c:pt idx="7347">
                  <c:v>157.589607643481</c:v>
                </c:pt>
                <c:pt idx="7348">
                  <c:v>157.59109533877299</c:v>
                </c:pt>
                <c:pt idx="7349">
                  <c:v>157.592582548248</c:v>
                </c:pt>
                <c:pt idx="7350">
                  <c:v>157.59406927207201</c:v>
                </c:pt>
                <c:pt idx="7351">
                  <c:v>157.595555510412</c:v>
                </c:pt>
                <c:pt idx="7352">
                  <c:v>157.59704126343399</c:v>
                </c:pt>
                <c:pt idx="7353">
                  <c:v>157.598526531305</c:v>
                </c:pt>
                <c:pt idx="7354">
                  <c:v>157.60001131419301</c:v>
                </c:pt>
                <c:pt idx="7355">
                  <c:v>157.60149561226299</c:v>
                </c:pt>
                <c:pt idx="7356">
                  <c:v>157.602979425683</c:v>
                </c:pt>
                <c:pt idx="7357">
                  <c:v>157.604462754618</c:v>
                </c:pt>
                <c:pt idx="7358">
                  <c:v>157.60594559923501</c:v>
                </c:pt>
                <c:pt idx="7359">
                  <c:v>157.6074279597</c:v>
                </c:pt>
                <c:pt idx="7360">
                  <c:v>157.608909836181</c:v>
                </c:pt>
                <c:pt idx="7361">
                  <c:v>157.61039122884199</c:v>
                </c:pt>
                <c:pt idx="7362">
                  <c:v>157.61187213785001</c:v>
                </c:pt>
                <c:pt idx="7363">
                  <c:v>157.613352563371</c:v>
                </c:pt>
                <c:pt idx="7364">
                  <c:v>157.614832505571</c:v>
                </c:pt>
                <c:pt idx="7365">
                  <c:v>157.61631196461599</c:v>
                </c:pt>
                <c:pt idx="7366">
                  <c:v>157.61779094067199</c:v>
                </c:pt>
                <c:pt idx="7367">
                  <c:v>157.619269433905</c:v>
                </c:pt>
                <c:pt idx="7368">
                  <c:v>157.620747444481</c:v>
                </c:pt>
                <c:pt idx="7369">
                  <c:v>157.62222497256499</c:v>
                </c:pt>
                <c:pt idx="7370">
                  <c:v>157.62370201832201</c:v>
                </c:pt>
                <c:pt idx="7371">
                  <c:v>157.62517858191899</c:v>
                </c:pt>
                <c:pt idx="7372">
                  <c:v>157.62665466352101</c:v>
                </c:pt>
                <c:pt idx="7373">
                  <c:v>157.628130263293</c:v>
                </c:pt>
                <c:pt idx="7374">
                  <c:v>157.62960538140001</c:v>
                </c:pt>
                <c:pt idx="7375">
                  <c:v>157.63108001800899</c:v>
                </c:pt>
                <c:pt idx="7376">
                  <c:v>157.63255417328401</c:v>
                </c:pt>
                <c:pt idx="7377">
                  <c:v>157.63402784739</c:v>
                </c:pt>
                <c:pt idx="7378">
                  <c:v>157.63550104049301</c:v>
                </c:pt>
                <c:pt idx="7379">
                  <c:v>157.636973752757</c:v>
                </c:pt>
                <c:pt idx="7380">
                  <c:v>157.63844598434699</c:v>
                </c:pt>
                <c:pt idx="7381">
                  <c:v>157.63991773542901</c:v>
                </c:pt>
                <c:pt idx="7382">
                  <c:v>157.641389006167</c:v>
                </c:pt>
                <c:pt idx="7383">
                  <c:v>157.64285979672701</c:v>
                </c:pt>
                <c:pt idx="7384">
                  <c:v>157.644330107271</c:v>
                </c:pt>
                <c:pt idx="7385">
                  <c:v>157.64579993796701</c:v>
                </c:pt>
                <c:pt idx="7386">
                  <c:v>157.64726928897699</c:v>
                </c:pt>
                <c:pt idx="7387">
                  <c:v>157.648738160466</c:v>
                </c:pt>
                <c:pt idx="7388">
                  <c:v>157.6502065526</c:v>
                </c:pt>
                <c:pt idx="7389">
                  <c:v>157.65167446554199</c:v>
                </c:pt>
                <c:pt idx="7390">
                  <c:v>157.65314189945599</c:v>
                </c:pt>
                <c:pt idx="7391">
                  <c:v>157.65460885450801</c:v>
                </c:pt>
                <c:pt idx="7392">
                  <c:v>157.65607533086001</c:v>
                </c:pt>
                <c:pt idx="7393">
                  <c:v>157.65754132867801</c:v>
                </c:pt>
                <c:pt idx="7394">
                  <c:v>157.65900684812499</c:v>
                </c:pt>
                <c:pt idx="7395">
                  <c:v>157.660471889365</c:v>
                </c:pt>
                <c:pt idx="7396">
                  <c:v>157.661936452562</c:v>
                </c:pt>
                <c:pt idx="7397">
                  <c:v>157.66340053788099</c:v>
                </c:pt>
                <c:pt idx="7398">
                  <c:v>157.66486414548501</c:v>
                </c:pt>
                <c:pt idx="7399">
                  <c:v>157.66632727553699</c:v>
                </c:pt>
                <c:pt idx="7400">
                  <c:v>157.66778992820201</c:v>
                </c:pt>
                <c:pt idx="7401">
                  <c:v>157.66925210364201</c:v>
                </c:pt>
                <c:pt idx="7402">
                  <c:v>157.67071380202199</c:v>
                </c:pt>
                <c:pt idx="7403">
                  <c:v>157.67217502350599</c:v>
                </c:pt>
                <c:pt idx="7404">
                  <c:v>157.673635768255</c:v>
                </c:pt>
                <c:pt idx="7405">
                  <c:v>157.67509603643501</c:v>
                </c:pt>
                <c:pt idx="7406">
                  <c:v>157.676555828207</c:v>
                </c:pt>
                <c:pt idx="7407">
                  <c:v>157.67801514373599</c:v>
                </c:pt>
                <c:pt idx="7408">
                  <c:v>157.67947398318501</c:v>
                </c:pt>
                <c:pt idx="7409">
                  <c:v>157.68093234671599</c:v>
                </c:pt>
                <c:pt idx="7410">
                  <c:v>157.682390234493</c:v>
                </c:pt>
                <c:pt idx="7411">
                  <c:v>157.683847646678</c:v>
                </c:pt>
                <c:pt idx="7412">
                  <c:v>157.68530458343599</c:v>
                </c:pt>
                <c:pt idx="7413">
                  <c:v>157.68676104492701</c:v>
                </c:pt>
                <c:pt idx="7414">
                  <c:v>157.68821703131599</c:v>
                </c:pt>
                <c:pt idx="7415">
                  <c:v>157.68967254276501</c:v>
                </c:pt>
                <c:pt idx="7416">
                  <c:v>157.691127579436</c:v>
                </c:pt>
                <c:pt idx="7417">
                  <c:v>157.69258214149301</c:v>
                </c:pt>
                <c:pt idx="7418">
                  <c:v>157.69403622909701</c:v>
                </c:pt>
                <c:pt idx="7419">
                  <c:v>157.695489842412</c:v>
                </c:pt>
                <c:pt idx="7420">
                  <c:v>157.69694298159899</c:v>
                </c:pt>
                <c:pt idx="7421">
                  <c:v>157.69839564682101</c:v>
                </c:pt>
                <c:pt idx="7422">
                  <c:v>157.699847838241</c:v>
                </c:pt>
                <c:pt idx="7423">
                  <c:v>157.70129955601999</c:v>
                </c:pt>
                <c:pt idx="7424">
                  <c:v>157.70275080031999</c:v>
                </c:pt>
                <c:pt idx="7425">
                  <c:v>157.70420157130499</c:v>
                </c:pt>
                <c:pt idx="7426">
                  <c:v>157.70565186913501</c:v>
                </c:pt>
                <c:pt idx="7427">
                  <c:v>157.70710169397299</c:v>
                </c:pt>
                <c:pt idx="7428">
                  <c:v>157.70855104597999</c:v>
                </c:pt>
                <c:pt idx="7429">
                  <c:v>157.70999992531901</c:v>
                </c:pt>
                <c:pt idx="7430">
                  <c:v>157.71144833215101</c:v>
                </c:pt>
                <c:pt idx="7431">
                  <c:v>157.71289626663801</c:v>
                </c:pt>
                <c:pt idx="7432">
                  <c:v>157.714343728942</c:v>
                </c:pt>
                <c:pt idx="7433">
                  <c:v>157.715790719224</c:v>
                </c:pt>
                <c:pt idx="7434">
                  <c:v>157.717237237646</c:v>
                </c:pt>
                <c:pt idx="7435">
                  <c:v>157.71868328436901</c:v>
                </c:pt>
                <c:pt idx="7436">
                  <c:v>157.72012885955399</c:v>
                </c:pt>
                <c:pt idx="7437">
                  <c:v>157.72157396336399</c:v>
                </c:pt>
                <c:pt idx="7438">
                  <c:v>157.723018595958</c:v>
                </c:pt>
                <c:pt idx="7439">
                  <c:v>157.724462757499</c:v>
                </c:pt>
                <c:pt idx="7440">
                  <c:v>157.72590644814801</c:v>
                </c:pt>
                <c:pt idx="7441">
                  <c:v>157.72734966806499</c:v>
                </c:pt>
                <c:pt idx="7442">
                  <c:v>157.728792417411</c:v>
                </c:pt>
                <c:pt idx="7443">
                  <c:v>157.73023469634899</c:v>
                </c:pt>
                <c:pt idx="7444">
                  <c:v>157.731676505038</c:v>
                </c:pt>
                <c:pt idx="7445">
                  <c:v>157.73311784363901</c:v>
                </c:pt>
                <c:pt idx="7446">
                  <c:v>157.734558712313</c:v>
                </c:pt>
                <c:pt idx="7447">
                  <c:v>157.73599911122099</c:v>
                </c:pt>
                <c:pt idx="7448">
                  <c:v>157.73743904052401</c:v>
                </c:pt>
                <c:pt idx="7449">
                  <c:v>157.73887850038199</c:v>
                </c:pt>
                <c:pt idx="7450">
                  <c:v>157.74031749095499</c:v>
                </c:pt>
                <c:pt idx="7451">
                  <c:v>157.74175601240401</c:v>
                </c:pt>
                <c:pt idx="7452">
                  <c:v>157.74319406488999</c:v>
                </c:pt>
                <c:pt idx="7453">
                  <c:v>157.74463164857201</c:v>
                </c:pt>
                <c:pt idx="7454">
                  <c:v>157.74606876361199</c:v>
                </c:pt>
                <c:pt idx="7455">
                  <c:v>157.747505410168</c:v>
                </c:pt>
                <c:pt idx="7456">
                  <c:v>157.748941588402</c:v>
                </c:pt>
                <c:pt idx="7457">
                  <c:v>157.75037729847401</c:v>
                </c:pt>
                <c:pt idx="7458">
                  <c:v>157.751812540543</c:v>
                </c:pt>
                <c:pt idx="7459">
                  <c:v>157.753247314769</c:v>
                </c:pt>
                <c:pt idx="7460">
                  <c:v>157.75468162131301</c:v>
                </c:pt>
                <c:pt idx="7461">
                  <c:v>157.75611546033301</c:v>
                </c:pt>
                <c:pt idx="7462">
                  <c:v>157.75754883199099</c:v>
                </c:pt>
                <c:pt idx="7463">
                  <c:v>157.758981736446</c:v>
                </c:pt>
                <c:pt idx="7464">
                  <c:v>157.76041417385599</c:v>
                </c:pt>
                <c:pt idx="7465">
                  <c:v>157.76184614438299</c:v>
                </c:pt>
                <c:pt idx="7466">
                  <c:v>157.76327764818501</c:v>
                </c:pt>
                <c:pt idx="7467">
                  <c:v>157.76470868542199</c:v>
                </c:pt>
                <c:pt idx="7468">
                  <c:v>157.76613925625301</c:v>
                </c:pt>
                <c:pt idx="7469">
                  <c:v>157.767569360838</c:v>
                </c:pt>
                <c:pt idx="7470">
                  <c:v>157.76899899933599</c:v>
                </c:pt>
                <c:pt idx="7471">
                  <c:v>157.77042817190599</c:v>
                </c:pt>
                <c:pt idx="7472">
                  <c:v>157.77185687870701</c:v>
                </c:pt>
                <c:pt idx="7473">
                  <c:v>157.77328511989799</c:v>
                </c:pt>
                <c:pt idx="7474">
                  <c:v>157.774712895639</c:v>
                </c:pt>
                <c:pt idx="7475">
                  <c:v>157.776140206088</c:v>
                </c:pt>
                <c:pt idx="7476">
                  <c:v>157.77756705140399</c:v>
                </c:pt>
                <c:pt idx="7477">
                  <c:v>157.77899343174701</c:v>
                </c:pt>
                <c:pt idx="7478">
                  <c:v>157.78041934727401</c:v>
                </c:pt>
                <c:pt idx="7479">
                  <c:v>157.78184479814499</c:v>
                </c:pt>
                <c:pt idx="7480">
                  <c:v>157.78326978451801</c:v>
                </c:pt>
                <c:pt idx="7481">
                  <c:v>157.78469430655201</c:v>
                </c:pt>
                <c:pt idx="7482">
                  <c:v>157.78611836440601</c:v>
                </c:pt>
                <c:pt idx="7483">
                  <c:v>157.787541958237</c:v>
                </c:pt>
                <c:pt idx="7484">
                  <c:v>157.788965088205</c:v>
                </c:pt>
                <c:pt idx="7485">
                  <c:v>157.79038775446699</c:v>
                </c:pt>
                <c:pt idx="7486">
                  <c:v>157.79180995718201</c:v>
                </c:pt>
                <c:pt idx="7487">
                  <c:v>157.793231696509</c:v>
                </c:pt>
                <c:pt idx="7488">
                  <c:v>157.79465297260401</c:v>
                </c:pt>
                <c:pt idx="7489">
                  <c:v>157.79607378562699</c:v>
                </c:pt>
                <c:pt idx="7490">
                  <c:v>157.797494135736</c:v>
                </c:pt>
                <c:pt idx="7491">
                  <c:v>157.798914023088</c:v>
                </c:pt>
                <c:pt idx="7492">
                  <c:v>157.80033344784101</c:v>
                </c:pt>
                <c:pt idx="7493">
                  <c:v>157.80175241015399</c:v>
                </c:pt>
                <c:pt idx="7494">
                  <c:v>157.80317091018401</c:v>
                </c:pt>
                <c:pt idx="7495">
                  <c:v>157.804588948088</c:v>
                </c:pt>
                <c:pt idx="7496">
                  <c:v>157.80600652402501</c:v>
                </c:pt>
                <c:pt idx="7497">
                  <c:v>157.80742363815199</c:v>
                </c:pt>
                <c:pt idx="7498">
                  <c:v>157.80884029062699</c:v>
                </c:pt>
                <c:pt idx="7499">
                  <c:v>157.81025648160701</c:v>
                </c:pt>
                <c:pt idx="7500">
                  <c:v>157.81167221125</c:v>
                </c:pt>
                <c:pt idx="7501">
                  <c:v>157.81308747971201</c:v>
                </c:pt>
                <c:pt idx="7502">
                  <c:v>157.81450228715201</c:v>
                </c:pt>
                <c:pt idx="7503">
                  <c:v>157.815916633726</c:v>
                </c:pt>
                <c:pt idx="7504">
                  <c:v>157.81733051959199</c:v>
                </c:pt>
                <c:pt idx="7505">
                  <c:v>157.818743944906</c:v>
                </c:pt>
                <c:pt idx="7506">
                  <c:v>157.82015690982701</c:v>
                </c:pt>
                <c:pt idx="7507">
                  <c:v>157.821569414511</c:v>
                </c:pt>
                <c:pt idx="7508">
                  <c:v>157.822981459114</c:v>
                </c:pt>
                <c:pt idx="7509">
                  <c:v>157.824393043794</c:v>
                </c:pt>
                <c:pt idx="7510">
                  <c:v>157.825804168708</c:v>
                </c:pt>
                <c:pt idx="7511">
                  <c:v>157.82721483401201</c:v>
                </c:pt>
                <c:pt idx="7512">
                  <c:v>157.828625039863</c:v>
                </c:pt>
                <c:pt idx="7513">
                  <c:v>157.830034786418</c:v>
                </c:pt>
                <c:pt idx="7514">
                  <c:v>157.83144407383401</c:v>
                </c:pt>
                <c:pt idx="7515">
                  <c:v>157.83285290226499</c:v>
                </c:pt>
                <c:pt idx="7516">
                  <c:v>157.83426127187099</c:v>
                </c:pt>
                <c:pt idx="7517">
                  <c:v>157.83566918280599</c:v>
                </c:pt>
                <c:pt idx="7518">
                  <c:v>157.83707663522699</c:v>
                </c:pt>
                <c:pt idx="7519">
                  <c:v>157.83848362929001</c:v>
                </c:pt>
                <c:pt idx="7520">
                  <c:v>157.83989016515201</c:v>
                </c:pt>
                <c:pt idx="7521">
                  <c:v>157.84129624296801</c:v>
                </c:pt>
                <c:pt idx="7522">
                  <c:v>157.84270186289601</c:v>
                </c:pt>
                <c:pt idx="7523">
                  <c:v>157.84410702509001</c:v>
                </c:pt>
                <c:pt idx="7524">
                  <c:v>157.845511729707</c:v>
                </c:pt>
                <c:pt idx="7525">
                  <c:v>157.84691597690201</c:v>
                </c:pt>
                <c:pt idx="7526">
                  <c:v>157.84831976683299</c:v>
                </c:pt>
                <c:pt idx="7527">
                  <c:v>157.849723099653</c:v>
                </c:pt>
                <c:pt idx="7528">
                  <c:v>157.85112597552001</c:v>
                </c:pt>
                <c:pt idx="7529">
                  <c:v>157.852528394589</c:v>
                </c:pt>
                <c:pt idx="7530">
                  <c:v>157.853930357015</c:v>
                </c:pt>
                <c:pt idx="7531">
                  <c:v>157.85533186295399</c:v>
                </c:pt>
                <c:pt idx="7532">
                  <c:v>157.85673291256199</c:v>
                </c:pt>
                <c:pt idx="7533">
                  <c:v>157.85813350599301</c:v>
                </c:pt>
                <c:pt idx="7534">
                  <c:v>157.85953364340401</c:v>
                </c:pt>
                <c:pt idx="7535">
                  <c:v>157.86093332495</c:v>
                </c:pt>
                <c:pt idx="7536">
                  <c:v>157.862332550785</c:v>
                </c:pt>
                <c:pt idx="7537">
                  <c:v>157.86373132106601</c:v>
                </c:pt>
                <c:pt idx="7538">
                  <c:v>157.865129635946</c:v>
                </c:pt>
                <c:pt idx="7539">
                  <c:v>157.866527495583</c:v>
                </c:pt>
                <c:pt idx="7540">
                  <c:v>157.867924900129</c:v>
                </c:pt>
                <c:pt idx="7541">
                  <c:v>157.869321849741</c:v>
                </c:pt>
                <c:pt idx="7542">
                  <c:v>157.87071834457299</c:v>
                </c:pt>
                <c:pt idx="7543">
                  <c:v>157.87211438477999</c:v>
                </c:pt>
                <c:pt idx="7544">
                  <c:v>157.87350997051701</c:v>
                </c:pt>
                <c:pt idx="7545">
                  <c:v>157.87490510193899</c:v>
                </c:pt>
                <c:pt idx="7546">
                  <c:v>157.876299779199</c:v>
                </c:pt>
                <c:pt idx="7547">
                  <c:v>157.87769400245401</c:v>
                </c:pt>
                <c:pt idx="7548">
                  <c:v>157.879087771857</c:v>
                </c:pt>
                <c:pt idx="7549">
                  <c:v>157.880481087563</c:v>
                </c:pt>
                <c:pt idx="7550">
                  <c:v>157.88187394972601</c:v>
                </c:pt>
                <c:pt idx="7551">
                  <c:v>157.883266358501</c:v>
                </c:pt>
                <c:pt idx="7552">
                  <c:v>157.88465831404201</c:v>
                </c:pt>
                <c:pt idx="7553">
                  <c:v>157.886049816503</c:v>
                </c:pt>
                <c:pt idx="7554">
                  <c:v>157.88744086603899</c:v>
                </c:pt>
                <c:pt idx="7555">
                  <c:v>157.88883146280301</c:v>
                </c:pt>
                <c:pt idx="7556">
                  <c:v>157.89022160694901</c:v>
                </c:pt>
                <c:pt idx="7557">
                  <c:v>157.89161129863299</c:v>
                </c:pt>
                <c:pt idx="7558">
                  <c:v>157.89300053800599</c:v>
                </c:pt>
                <c:pt idx="7559">
                  <c:v>157.89438932522501</c:v>
                </c:pt>
                <c:pt idx="7560">
                  <c:v>157.89577766044101</c:v>
                </c:pt>
                <c:pt idx="7561">
                  <c:v>157.89716554380999</c:v>
                </c:pt>
                <c:pt idx="7562">
                  <c:v>157.89855297548499</c:v>
                </c:pt>
                <c:pt idx="7563">
                  <c:v>157.899939955619</c:v>
                </c:pt>
                <c:pt idx="7564">
                  <c:v>157.901326484366</c:v>
                </c:pt>
                <c:pt idx="7565">
                  <c:v>157.90271256187901</c:v>
                </c:pt>
                <c:pt idx="7566">
                  <c:v>157.90409818831299</c:v>
                </c:pt>
                <c:pt idx="7567">
                  <c:v>157.90548336382</c:v>
                </c:pt>
                <c:pt idx="7568">
                  <c:v>157.90686808855401</c:v>
                </c:pt>
                <c:pt idx="7569">
                  <c:v>157.90825236266801</c:v>
                </c:pt>
                <c:pt idx="7570">
                  <c:v>157.90963618631599</c:v>
                </c:pt>
                <c:pt idx="7571">
                  <c:v>157.91101955964999</c:v>
                </c:pt>
                <c:pt idx="7572">
                  <c:v>157.91240248282401</c:v>
                </c:pt>
                <c:pt idx="7573">
                  <c:v>157.91378495599099</c:v>
                </c:pt>
                <c:pt idx="7574">
                  <c:v>157.915166979303</c:v>
                </c:pt>
                <c:pt idx="7575">
                  <c:v>157.91654855291401</c:v>
                </c:pt>
                <c:pt idx="7576">
                  <c:v>157.917929676977</c:v>
                </c:pt>
                <c:pt idx="7577">
                  <c:v>157.91931035164399</c:v>
                </c:pt>
                <c:pt idx="7578">
                  <c:v>157.920690577069</c:v>
                </c:pt>
                <c:pt idx="7579">
                  <c:v>157.922070353403</c:v>
                </c:pt>
                <c:pt idx="7580">
                  <c:v>157.92344968079999</c:v>
                </c:pt>
                <c:pt idx="7581">
                  <c:v>157.92482855941299</c:v>
                </c:pt>
                <c:pt idx="7582">
                  <c:v>157.92620698939299</c:v>
                </c:pt>
                <c:pt idx="7583">
                  <c:v>157.92758497089301</c:v>
                </c:pt>
                <c:pt idx="7584">
                  <c:v>157.92896250406599</c:v>
                </c:pt>
                <c:pt idx="7585">
                  <c:v>157.930339589064</c:v>
                </c:pt>
                <c:pt idx="7586">
                  <c:v>157.93171622603899</c:v>
                </c:pt>
                <c:pt idx="7587">
                  <c:v>157.93309241514399</c:v>
                </c:pt>
                <c:pt idx="7588">
                  <c:v>157.93446815652999</c:v>
                </c:pt>
                <c:pt idx="7589">
                  <c:v>157.935843450351</c:v>
                </c:pt>
                <c:pt idx="7590">
                  <c:v>157.93721829675701</c:v>
                </c:pt>
                <c:pt idx="7591">
                  <c:v>157.93859269590101</c:v>
                </c:pt>
                <c:pt idx="7592">
                  <c:v>157.93996664793599</c:v>
                </c:pt>
                <c:pt idx="7593">
                  <c:v>157.94134015301199</c:v>
                </c:pt>
                <c:pt idx="7594">
                  <c:v>157.94271321128201</c:v>
                </c:pt>
                <c:pt idx="7595">
                  <c:v>157.94408582289699</c:v>
                </c:pt>
                <c:pt idx="7596">
                  <c:v>157.945457988009</c:v>
                </c:pt>
                <c:pt idx="7597">
                  <c:v>157.94682970677101</c:v>
                </c:pt>
                <c:pt idx="7598">
                  <c:v>157.948200979332</c:v>
                </c:pt>
                <c:pt idx="7599">
                  <c:v>157.94957180584601</c:v>
                </c:pt>
                <c:pt idx="7600">
                  <c:v>157.95094218646301</c:v>
                </c:pt>
                <c:pt idx="7601">
                  <c:v>157.95231212133601</c:v>
                </c:pt>
                <c:pt idx="7602">
                  <c:v>157.95368161061401</c:v>
                </c:pt>
                <c:pt idx="7603">
                  <c:v>157.95505065444999</c:v>
                </c:pt>
                <c:pt idx="7604">
                  <c:v>157.956419252995</c:v>
                </c:pt>
                <c:pt idx="7605">
                  <c:v>157.9577874064</c:v>
                </c:pt>
                <c:pt idx="7606">
                  <c:v>157.95915511481701</c:v>
                </c:pt>
                <c:pt idx="7607">
                  <c:v>157.96052237839501</c:v>
                </c:pt>
                <c:pt idx="7608">
                  <c:v>157.96188919728701</c:v>
                </c:pt>
                <c:pt idx="7609">
                  <c:v>157.963255571643</c:v>
                </c:pt>
                <c:pt idx="7610">
                  <c:v>157.964621501615</c:v>
                </c:pt>
                <c:pt idx="7611">
                  <c:v>157.96598698735201</c:v>
                </c:pt>
                <c:pt idx="7612">
                  <c:v>157.967352029007</c:v>
                </c:pt>
                <c:pt idx="7613">
                  <c:v>157.96871662672899</c:v>
                </c:pt>
                <c:pt idx="7614">
                  <c:v>157.97008078066901</c:v>
                </c:pt>
                <c:pt idx="7615">
                  <c:v>157.971444490979</c:v>
                </c:pt>
                <c:pt idx="7616">
                  <c:v>157.972807757808</c:v>
                </c:pt>
                <c:pt idx="7617">
                  <c:v>157.974170581306</c:v>
                </c:pt>
                <c:pt idx="7618">
                  <c:v>157.97553296162599</c:v>
                </c:pt>
                <c:pt idx="7619">
                  <c:v>157.97689489891599</c:v>
                </c:pt>
                <c:pt idx="7620">
                  <c:v>157.978256393327</c:v>
                </c:pt>
                <c:pt idx="7621">
                  <c:v>157.97961744501001</c:v>
                </c:pt>
                <c:pt idx="7622">
                  <c:v>157.98097805411501</c:v>
                </c:pt>
                <c:pt idx="7623">
                  <c:v>157.98233822079101</c:v>
                </c:pt>
                <c:pt idx="7624">
                  <c:v>157.98369794518899</c:v>
                </c:pt>
                <c:pt idx="7625">
                  <c:v>157.98505722746</c:v>
                </c:pt>
                <c:pt idx="7626">
                  <c:v>157.986416067752</c:v>
                </c:pt>
                <c:pt idx="7627">
                  <c:v>157.98777446621699</c:v>
                </c:pt>
                <c:pt idx="7628">
                  <c:v>157.98913242300301</c:v>
                </c:pt>
                <c:pt idx="7629">
                  <c:v>157.99048993826099</c:v>
                </c:pt>
                <c:pt idx="7630">
                  <c:v>157.99184701214</c:v>
                </c:pt>
                <c:pt idx="7631">
                  <c:v>157.99320364478999</c:v>
                </c:pt>
                <c:pt idx="7632">
                  <c:v>157.99455983636199</c:v>
                </c:pt>
                <c:pt idx="7633">
                  <c:v>157.995915587003</c:v>
                </c:pt>
                <c:pt idx="7634">
                  <c:v>157.99727089686499</c:v>
                </c:pt>
                <c:pt idx="7635">
                  <c:v>157.99862576609601</c:v>
                </c:pt>
                <c:pt idx="7636">
                  <c:v>157.99998019484499</c:v>
                </c:pt>
                <c:pt idx="7637">
                  <c:v>158.001334183263</c:v>
                </c:pt>
                <c:pt idx="7638">
                  <c:v>158.00268773149901</c:v>
                </c:pt>
                <c:pt idx="7639">
                  <c:v>158.00404083970099</c:v>
                </c:pt>
                <c:pt idx="7640">
                  <c:v>158.00539350801901</c:v>
                </c:pt>
                <c:pt idx="7641">
                  <c:v>158.006745736602</c:v>
                </c:pt>
                <c:pt idx="7642">
                  <c:v>158.00809752559999</c:v>
                </c:pt>
                <c:pt idx="7643">
                  <c:v>158.00944887515999</c:v>
                </c:pt>
                <c:pt idx="7644">
                  <c:v>158.01079978543299</c:v>
                </c:pt>
                <c:pt idx="7645">
                  <c:v>158.012150256567</c:v>
                </c:pt>
                <c:pt idx="7646">
                  <c:v>158.01350028870999</c:v>
                </c:pt>
                <c:pt idx="7647">
                  <c:v>158.01484988201301</c:v>
                </c:pt>
                <c:pt idx="7648">
                  <c:v>158.01619903662299</c:v>
                </c:pt>
                <c:pt idx="7649">
                  <c:v>158.01754775268901</c:v>
                </c:pt>
                <c:pt idx="7650">
                  <c:v>158.01889603036</c:v>
                </c:pt>
                <c:pt idx="7651">
                  <c:v>158.020243869784</c:v>
                </c:pt>
                <c:pt idx="7652">
                  <c:v>158.02159127111</c:v>
                </c:pt>
                <c:pt idx="7653">
                  <c:v>158.02293823448599</c:v>
                </c:pt>
                <c:pt idx="7654">
                  <c:v>158.02428476006099</c:v>
                </c:pt>
                <c:pt idx="7655">
                  <c:v>158.025630847983</c:v>
                </c:pt>
                <c:pt idx="7656">
                  <c:v>158.02697649840101</c:v>
                </c:pt>
                <c:pt idx="7657">
                  <c:v>158.02832171146201</c:v>
                </c:pt>
                <c:pt idx="7658">
                  <c:v>158.02966648731501</c:v>
                </c:pt>
                <c:pt idx="7659">
                  <c:v>158.031010826108</c:v>
                </c:pt>
                <c:pt idx="7660">
                  <c:v>158.03235472798801</c:v>
                </c:pt>
                <c:pt idx="7661">
                  <c:v>158.03369819310501</c:v>
                </c:pt>
                <c:pt idx="7662">
                  <c:v>158.03504122160601</c:v>
                </c:pt>
                <c:pt idx="7663">
                  <c:v>158.036383813638</c:v>
                </c:pt>
                <c:pt idx="7664">
                  <c:v>158.03772596934999</c:v>
                </c:pt>
                <c:pt idx="7665">
                  <c:v>158.03906768888999</c:v>
                </c:pt>
                <c:pt idx="7666">
                  <c:v>158.04040897240401</c:v>
                </c:pt>
                <c:pt idx="7667">
                  <c:v>158.04174982004201</c:v>
                </c:pt>
                <c:pt idx="7668">
                  <c:v>158.04309023195</c:v>
                </c:pt>
                <c:pt idx="7669">
                  <c:v>158.044430208276</c:v>
                </c:pt>
                <c:pt idx="7670">
                  <c:v>158.04576974916699</c:v>
                </c:pt>
                <c:pt idx="7671">
                  <c:v>158.04710885477101</c:v>
                </c:pt>
                <c:pt idx="7672">
                  <c:v>158.04844752523601</c:v>
                </c:pt>
                <c:pt idx="7673">
                  <c:v>158.04978576070801</c:v>
                </c:pt>
                <c:pt idx="7674">
                  <c:v>158.051123561336</c:v>
                </c:pt>
                <c:pt idx="7675">
                  <c:v>158.052460927265</c:v>
                </c:pt>
                <c:pt idx="7676">
                  <c:v>158.053797858644</c:v>
                </c:pt>
                <c:pt idx="7677">
                  <c:v>158.05513435562</c:v>
                </c:pt>
                <c:pt idx="7678">
                  <c:v>158.05647041833799</c:v>
                </c:pt>
                <c:pt idx="7679">
                  <c:v>158.057806046948</c:v>
                </c:pt>
                <c:pt idx="7680">
                  <c:v>158.059141241595</c:v>
                </c:pt>
                <c:pt idx="7681">
                  <c:v>158.06047600242599</c:v>
                </c:pt>
                <c:pt idx="7682">
                  <c:v>158.06181032958801</c:v>
                </c:pt>
                <c:pt idx="7683">
                  <c:v>158.06314422322799</c:v>
                </c:pt>
                <c:pt idx="7684">
                  <c:v>158.06447768349301</c:v>
                </c:pt>
                <c:pt idx="7685">
                  <c:v>158.06581071053</c:v>
                </c:pt>
                <c:pt idx="7686">
                  <c:v>158.06714330448401</c:v>
                </c:pt>
                <c:pt idx="7687">
                  <c:v>158.06847546550301</c:v>
                </c:pt>
                <c:pt idx="7688">
                  <c:v>158.069807193732</c:v>
                </c:pt>
                <c:pt idx="7689">
                  <c:v>158.071138489319</c:v>
                </c:pt>
                <c:pt idx="7690">
                  <c:v>158.07246935241</c:v>
                </c:pt>
                <c:pt idx="7691">
                  <c:v>158.073799783152</c:v>
                </c:pt>
                <c:pt idx="7692">
                  <c:v>158.07512978168899</c:v>
                </c:pt>
                <c:pt idx="7693">
                  <c:v>158.07645934816901</c:v>
                </c:pt>
                <c:pt idx="7694">
                  <c:v>158.07778848273901</c:v>
                </c:pt>
                <c:pt idx="7695">
                  <c:v>158.079117185543</c:v>
                </c:pt>
                <c:pt idx="7696">
                  <c:v>158.080445456728</c:v>
                </c:pt>
                <c:pt idx="7697">
                  <c:v>158.08177329643999</c:v>
                </c:pt>
                <c:pt idx="7698">
                  <c:v>158.08310070482401</c:v>
                </c:pt>
                <c:pt idx="7699">
                  <c:v>158.08442768202801</c:v>
                </c:pt>
                <c:pt idx="7700">
                  <c:v>158.085754228197</c:v>
                </c:pt>
                <c:pt idx="7701">
                  <c:v>158.087080343476</c:v>
                </c:pt>
                <c:pt idx="7702">
                  <c:v>158.08840602801101</c:v>
                </c:pt>
                <c:pt idx="7703">
                  <c:v>158.089731281947</c:v>
                </c:pt>
                <c:pt idx="7704">
                  <c:v>158.09105610543199</c:v>
                </c:pt>
                <c:pt idx="7705">
                  <c:v>158.092380498609</c:v>
                </c:pt>
                <c:pt idx="7706">
                  <c:v>158.09370446162501</c:v>
                </c:pt>
                <c:pt idx="7707">
                  <c:v>158.09502799462399</c:v>
                </c:pt>
                <c:pt idx="7708">
                  <c:v>158.096351097754</c:v>
                </c:pt>
                <c:pt idx="7709">
                  <c:v>158.09767377115699</c:v>
                </c:pt>
                <c:pt idx="7710">
                  <c:v>158.098996014981</c:v>
                </c:pt>
                <c:pt idx="7711">
                  <c:v>158.10031782937</c:v>
                </c:pt>
                <c:pt idx="7712">
                  <c:v>158.101639214469</c:v>
                </c:pt>
                <c:pt idx="7713">
                  <c:v>158.10296017042401</c:v>
                </c:pt>
                <c:pt idx="7714">
                  <c:v>158.10428069737901</c:v>
                </c:pt>
                <c:pt idx="7715">
                  <c:v>158.10560079548</c:v>
                </c:pt>
                <c:pt idx="7716">
                  <c:v>158.10692046487199</c:v>
                </c:pt>
                <c:pt idx="7717">
                  <c:v>158.108239705698</c:v>
                </c:pt>
                <c:pt idx="7718">
                  <c:v>158.10955851810499</c:v>
                </c:pt>
                <c:pt idx="7719">
                  <c:v>158.110876902238</c:v>
                </c:pt>
                <c:pt idx="7720">
                  <c:v>158.11219485823901</c:v>
                </c:pt>
                <c:pt idx="7721">
                  <c:v>158.11351238625599</c:v>
                </c:pt>
                <c:pt idx="7722">
                  <c:v>158.11482948643101</c:v>
                </c:pt>
                <c:pt idx="7723">
                  <c:v>158.11614615891</c:v>
                </c:pt>
                <c:pt idx="7724">
                  <c:v>158.117462403838</c:v>
                </c:pt>
                <c:pt idx="7725">
                  <c:v>158.11877822135801</c:v>
                </c:pt>
                <c:pt idx="7726">
                  <c:v>158.12009361161401</c:v>
                </c:pt>
                <c:pt idx="7727">
                  <c:v>158.12140857475299</c:v>
                </c:pt>
                <c:pt idx="7728">
                  <c:v>158.12272311091701</c:v>
                </c:pt>
                <c:pt idx="7729">
                  <c:v>158.12403722025101</c:v>
                </c:pt>
                <c:pt idx="7730">
                  <c:v>158.12535090289899</c:v>
                </c:pt>
                <c:pt idx="7731">
                  <c:v>158.126664159005</c:v>
                </c:pt>
                <c:pt idx="7732">
                  <c:v>158.12797698871401</c:v>
                </c:pt>
                <c:pt idx="7733">
                  <c:v>158.129289392169</c:v>
                </c:pt>
                <c:pt idx="7734">
                  <c:v>158.13060136951401</c:v>
                </c:pt>
                <c:pt idx="7735">
                  <c:v>158.131912920894</c:v>
                </c:pt>
                <c:pt idx="7736">
                  <c:v>158.133224046452</c:v>
                </c:pt>
                <c:pt idx="7737">
                  <c:v>158.13453474633201</c:v>
                </c:pt>
                <c:pt idx="7738">
                  <c:v>158.13584502067701</c:v>
                </c:pt>
                <c:pt idx="7739">
                  <c:v>158.13715486963201</c:v>
                </c:pt>
                <c:pt idx="7740">
                  <c:v>158.13846429334001</c:v>
                </c:pt>
                <c:pt idx="7741">
                  <c:v>158.13977329194401</c:v>
                </c:pt>
                <c:pt idx="7742">
                  <c:v>158.141081865589</c:v>
                </c:pt>
                <c:pt idx="7743">
                  <c:v>158.142390014417</c:v>
                </c:pt>
                <c:pt idx="7744">
                  <c:v>158.143697738572</c:v>
                </c:pt>
                <c:pt idx="7745">
                  <c:v>158.14500503819801</c:v>
                </c:pt>
                <c:pt idx="7746">
                  <c:v>158.14631191343801</c:v>
                </c:pt>
                <c:pt idx="7747">
                  <c:v>158.14761836443401</c:v>
                </c:pt>
                <c:pt idx="7748">
                  <c:v>158.14892439133101</c:v>
                </c:pt>
                <c:pt idx="7749">
                  <c:v>158.150229994271</c:v>
                </c:pt>
                <c:pt idx="7750">
                  <c:v>158.151535173398</c:v>
                </c:pt>
                <c:pt idx="7751">
                  <c:v>158.152839928855</c:v>
                </c:pt>
                <c:pt idx="7752">
                  <c:v>158.15414426078399</c:v>
                </c:pt>
                <c:pt idx="7753">
                  <c:v>158.155448169328</c:v>
                </c:pt>
                <c:pt idx="7754">
                  <c:v>158.15675165463099</c:v>
                </c:pt>
                <c:pt idx="7755">
                  <c:v>158.15805471683501</c:v>
                </c:pt>
                <c:pt idx="7756">
                  <c:v>158.15935735608301</c:v>
                </c:pt>
                <c:pt idx="7757">
                  <c:v>158.160659572518</c:v>
                </c:pt>
                <c:pt idx="7758">
                  <c:v>158.16196136628301</c:v>
                </c:pt>
                <c:pt idx="7759">
                  <c:v>158.16326273751901</c:v>
                </c:pt>
                <c:pt idx="7760">
                  <c:v>158.16456368637</c:v>
                </c:pt>
                <c:pt idx="7761">
                  <c:v>158.16586421297799</c:v>
                </c:pt>
                <c:pt idx="7762">
                  <c:v>158.167164317486</c:v>
                </c:pt>
                <c:pt idx="7763">
                  <c:v>158.16846400003601</c:v>
                </c:pt>
                <c:pt idx="7764">
                  <c:v>158.16976326077</c:v>
                </c:pt>
                <c:pt idx="7765">
                  <c:v>158.171062099831</c:v>
                </c:pt>
                <c:pt idx="7766">
                  <c:v>158.172360517361</c:v>
                </c:pt>
                <c:pt idx="7767">
                  <c:v>158.17365851350201</c:v>
                </c:pt>
                <c:pt idx="7768">
                  <c:v>158.17495608839599</c:v>
                </c:pt>
                <c:pt idx="7769">
                  <c:v>158.176253242185</c:v>
                </c:pt>
                <c:pt idx="7770">
                  <c:v>158.177549975012</c:v>
                </c:pt>
                <c:pt idx="7771">
                  <c:v>158.17884628701799</c:v>
                </c:pt>
                <c:pt idx="7772">
                  <c:v>158.18014217834499</c:v>
                </c:pt>
                <c:pt idx="7773">
                  <c:v>158.181437649136</c:v>
                </c:pt>
                <c:pt idx="7774">
                  <c:v>158.18273269953099</c:v>
                </c:pt>
                <c:pt idx="7775">
                  <c:v>158.184027329674</c:v>
                </c:pt>
                <c:pt idx="7776">
                  <c:v>158.18532153970401</c:v>
                </c:pt>
                <c:pt idx="7777">
                  <c:v>158.186615329765</c:v>
                </c:pt>
                <c:pt idx="7778">
                  <c:v>158.18790869999799</c:v>
                </c:pt>
                <c:pt idx="7779">
                  <c:v>158.189201650543</c:v>
                </c:pt>
                <c:pt idx="7780">
                  <c:v>158.19049418154401</c:v>
                </c:pt>
                <c:pt idx="7781">
                  <c:v>158.19178629314101</c:v>
                </c:pt>
                <c:pt idx="7782">
                  <c:v>158.19307798547501</c:v>
                </c:pt>
                <c:pt idx="7783">
                  <c:v>158.194369258688</c:v>
                </c:pt>
                <c:pt idx="7784">
                  <c:v>158.19566011292201</c:v>
                </c:pt>
                <c:pt idx="7785">
                  <c:v>158.19695054831701</c:v>
                </c:pt>
                <c:pt idx="7786">
                  <c:v>158.198240565015</c:v>
                </c:pt>
                <c:pt idx="7787">
                  <c:v>158.199530163156</c:v>
                </c:pt>
                <c:pt idx="7788">
                  <c:v>158.200819342882</c:v>
                </c:pt>
                <c:pt idx="7789">
                  <c:v>158.202108104335</c:v>
                </c:pt>
                <c:pt idx="7790">
                  <c:v>158.203396447654</c:v>
                </c:pt>
                <c:pt idx="7791">
                  <c:v>158.20468437298101</c:v>
                </c:pt>
                <c:pt idx="7792">
                  <c:v>158.20597188045599</c:v>
                </c:pt>
                <c:pt idx="7793">
                  <c:v>158.20725897022101</c:v>
                </c:pt>
                <c:pt idx="7794">
                  <c:v>158.208545642416</c:v>
                </c:pt>
                <c:pt idx="7795">
                  <c:v>158.209831897182</c:v>
                </c:pt>
                <c:pt idx="7796">
                  <c:v>158.21111773466001</c:v>
                </c:pt>
                <c:pt idx="7797">
                  <c:v>158.212403154989</c:v>
                </c:pt>
                <c:pt idx="7798">
                  <c:v>158.21368815831201</c:v>
                </c:pt>
                <c:pt idx="7799">
                  <c:v>158.21497274476701</c:v>
                </c:pt>
                <c:pt idx="7800">
                  <c:v>158.216256914497</c:v>
                </c:pt>
                <c:pt idx="7801">
                  <c:v>158.21754066764001</c:v>
                </c:pt>
                <c:pt idx="7802">
                  <c:v>158.21882400433799</c:v>
                </c:pt>
                <c:pt idx="7803">
                  <c:v>158.22010692473</c:v>
                </c:pt>
                <c:pt idx="7804">
                  <c:v>158.22138942895799</c:v>
                </c:pt>
                <c:pt idx="7805">
                  <c:v>158.22267151715999</c:v>
                </c:pt>
                <c:pt idx="7806">
                  <c:v>158.22395318947801</c:v>
                </c:pt>
                <c:pt idx="7807">
                  <c:v>158.22523444605099</c:v>
                </c:pt>
                <c:pt idx="7808">
                  <c:v>158.226515287019</c:v>
                </c:pt>
                <c:pt idx="7809">
                  <c:v>158.22779571252201</c:v>
                </c:pt>
                <c:pt idx="7810">
                  <c:v>158.229075722701</c:v>
                </c:pt>
                <c:pt idx="7811">
                  <c:v>158.230355317695</c:v>
                </c:pt>
                <c:pt idx="7812">
                  <c:v>158.231634497643</c:v>
                </c:pt>
                <c:pt idx="7813">
                  <c:v>158.23291326268699</c:v>
                </c:pt>
                <c:pt idx="7814">
                  <c:v>158.234191612964</c:v>
                </c:pt>
                <c:pt idx="7815">
                  <c:v>158.23546954861601</c:v>
                </c:pt>
                <c:pt idx="7816">
                  <c:v>158.23674706978099</c:v>
                </c:pt>
                <c:pt idx="7817">
                  <c:v>158.238024176599</c:v>
                </c:pt>
                <c:pt idx="7818">
                  <c:v>158.23930086921001</c:v>
                </c:pt>
                <c:pt idx="7819">
                  <c:v>158.24057714775299</c:v>
                </c:pt>
                <c:pt idx="7820">
                  <c:v>158.24185301236801</c:v>
                </c:pt>
                <c:pt idx="7821">
                  <c:v>158.24312846319299</c:v>
                </c:pt>
                <c:pt idx="7822">
                  <c:v>158.244403500369</c:v>
                </c:pt>
                <c:pt idx="7823">
                  <c:v>158.24567812403299</c:v>
                </c:pt>
                <c:pt idx="7824">
                  <c:v>158.24695233432701</c:v>
                </c:pt>
                <c:pt idx="7825">
                  <c:v>158.24822613138801</c:v>
                </c:pt>
                <c:pt idx="7826">
                  <c:v>158.24949951535601</c:v>
                </c:pt>
                <c:pt idx="7827">
                  <c:v>158.25077248637001</c:v>
                </c:pt>
                <c:pt idx="7828">
                  <c:v>158.25204504456801</c:v>
                </c:pt>
                <c:pt idx="7829">
                  <c:v>158.25331719009</c:v>
                </c:pt>
                <c:pt idx="7830">
                  <c:v>158.254588923075</c:v>
                </c:pt>
                <c:pt idx="7831">
                  <c:v>158.255860243661</c:v>
                </c:pt>
                <c:pt idx="7832">
                  <c:v>158.25713115198701</c:v>
                </c:pt>
                <c:pt idx="7833">
                  <c:v>158.258401648193</c:v>
                </c:pt>
                <c:pt idx="7834">
                  <c:v>158.259671732415</c:v>
                </c:pt>
                <c:pt idx="7835">
                  <c:v>158.26094140479401</c:v>
                </c:pt>
                <c:pt idx="7836">
                  <c:v>158.26221066546799</c:v>
                </c:pt>
                <c:pt idx="7837">
                  <c:v>158.26347951457501</c:v>
                </c:pt>
                <c:pt idx="7838">
                  <c:v>158.264747952254</c:v>
                </c:pt>
                <c:pt idx="7839">
                  <c:v>158.266015978643</c:v>
                </c:pt>
                <c:pt idx="7840">
                  <c:v>158.26728359387999</c:v>
                </c:pt>
                <c:pt idx="7841">
                  <c:v>158.268550798104</c:v>
                </c:pt>
                <c:pt idx="7842">
                  <c:v>158.26981759145301</c:v>
                </c:pt>
                <c:pt idx="7843">
                  <c:v>158.27108397406499</c:v>
                </c:pt>
                <c:pt idx="7844">
                  <c:v>158.272349946079</c:v>
                </c:pt>
                <c:pt idx="7845">
                  <c:v>158.273615507632</c:v>
                </c:pt>
                <c:pt idx="7846">
                  <c:v>158.274880658863</c:v>
                </c:pt>
                <c:pt idx="7847">
                  <c:v>158.27614539990901</c:v>
                </c:pt>
                <c:pt idx="7848">
                  <c:v>158.277409730909</c:v>
                </c:pt>
                <c:pt idx="7849">
                  <c:v>158.27867365200001</c:v>
                </c:pt>
                <c:pt idx="7850">
                  <c:v>158.27993716332099</c:v>
                </c:pt>
                <c:pt idx="7851">
                  <c:v>158.28120026500801</c:v>
                </c:pt>
                <c:pt idx="7852">
                  <c:v>158.28246295720001</c:v>
                </c:pt>
                <c:pt idx="7853">
                  <c:v>158.28372524003501</c:v>
                </c:pt>
                <c:pt idx="7854">
                  <c:v>158.28498711364901</c:v>
                </c:pt>
                <c:pt idx="7855">
                  <c:v>158.28624857818201</c:v>
                </c:pt>
                <c:pt idx="7856">
                  <c:v>158.28750963376899</c:v>
                </c:pt>
                <c:pt idx="7857">
                  <c:v>158.28877028054899</c:v>
                </c:pt>
                <c:pt idx="7858">
                  <c:v>158.29003051865999</c:v>
                </c:pt>
                <c:pt idx="7859">
                  <c:v>158.291290348237</c:v>
                </c:pt>
                <c:pt idx="7860">
                  <c:v>158.29254976941999</c:v>
                </c:pt>
                <c:pt idx="7861">
                  <c:v>158.293808782345</c:v>
                </c:pt>
                <c:pt idx="7862">
                  <c:v>158.29506738714801</c:v>
                </c:pt>
                <c:pt idx="7863">
                  <c:v>158.29632558396901</c:v>
                </c:pt>
                <c:pt idx="7864">
                  <c:v>158.297583372943</c:v>
                </c:pt>
                <c:pt idx="7865">
                  <c:v>158.29884075420799</c:v>
                </c:pt>
                <c:pt idx="7866">
                  <c:v>158.30009772790001</c:v>
                </c:pt>
                <c:pt idx="7867">
                  <c:v>158.30135429415699</c:v>
                </c:pt>
                <c:pt idx="7868">
                  <c:v>158.30261045311599</c:v>
                </c:pt>
                <c:pt idx="7869">
                  <c:v>158.30386620491299</c:v>
                </c:pt>
                <c:pt idx="7870">
                  <c:v>158.30512154968599</c:v>
                </c:pt>
                <c:pt idx="7871">
                  <c:v>158.30637648756999</c:v>
                </c:pt>
                <c:pt idx="7872">
                  <c:v>158.307631018704</c:v>
                </c:pt>
                <c:pt idx="7873">
                  <c:v>158.308885143222</c:v>
                </c:pt>
                <c:pt idx="7874">
                  <c:v>158.310138861263</c:v>
                </c:pt>
                <c:pt idx="7875">
                  <c:v>158.311392172963</c:v>
                </c:pt>
                <c:pt idx="7876">
                  <c:v>158.312645078457</c:v>
                </c:pt>
                <c:pt idx="7877">
                  <c:v>158.31389757788401</c:v>
                </c:pt>
                <c:pt idx="7878">
                  <c:v>158.31514967137801</c:v>
                </c:pt>
                <c:pt idx="7879">
                  <c:v>158.316401359076</c:v>
                </c:pt>
                <c:pt idx="7880">
                  <c:v>158.31765264111601</c:v>
                </c:pt>
                <c:pt idx="7881">
                  <c:v>158.31890351763201</c:v>
                </c:pt>
                <c:pt idx="7882">
                  <c:v>158.32015398876101</c:v>
                </c:pt>
                <c:pt idx="7883">
                  <c:v>158.32140405464</c:v>
                </c:pt>
                <c:pt idx="7884">
                  <c:v>158.32265371540399</c:v>
                </c:pt>
                <c:pt idx="7885">
                  <c:v>158.323902971189</c:v>
                </c:pt>
                <c:pt idx="7886">
                  <c:v>158.325151822132</c:v>
                </c:pt>
                <c:pt idx="7887">
                  <c:v>158.32640026836901</c:v>
                </c:pt>
                <c:pt idx="7888">
                  <c:v>158.32764831003499</c:v>
                </c:pt>
                <c:pt idx="7889">
                  <c:v>158.32889594726601</c:v>
                </c:pt>
                <c:pt idx="7890">
                  <c:v>158.33014318019801</c:v>
                </c:pt>
                <c:pt idx="7891">
                  <c:v>158.331390008966</c:v>
                </c:pt>
                <c:pt idx="7892">
                  <c:v>158.33263643370799</c:v>
                </c:pt>
                <c:pt idx="7893">
                  <c:v>158.333882454557</c:v>
                </c:pt>
                <c:pt idx="7894">
                  <c:v>158.33512807164999</c:v>
                </c:pt>
                <c:pt idx="7895">
                  <c:v>158.33637328512199</c:v>
                </c:pt>
                <c:pt idx="7896">
                  <c:v>158.33761809510901</c:v>
                </c:pt>
                <c:pt idx="7897">
                  <c:v>158.338862501747</c:v>
                </c:pt>
                <c:pt idx="7898">
                  <c:v>158.34010650517001</c:v>
                </c:pt>
                <c:pt idx="7899">
                  <c:v>158.34135010551401</c:v>
                </c:pt>
                <c:pt idx="7900">
                  <c:v>158.342593302914</c:v>
                </c:pt>
                <c:pt idx="7901">
                  <c:v>158.343836097505</c:v>
                </c:pt>
                <c:pt idx="7902">
                  <c:v>158.345078489424</c:v>
                </c:pt>
                <c:pt idx="7903">
                  <c:v>158.34632047880399</c:v>
                </c:pt>
                <c:pt idx="7904">
                  <c:v>158.34756206578101</c:v>
                </c:pt>
                <c:pt idx="7905">
                  <c:v>158.34880325049099</c:v>
                </c:pt>
                <c:pt idx="7906">
                  <c:v>158.35004403306701</c:v>
                </c:pt>
                <c:pt idx="7907">
                  <c:v>158.351284413645</c:v>
                </c:pt>
                <c:pt idx="7908">
                  <c:v>158.352524392361</c:v>
                </c:pt>
                <c:pt idx="7909">
                  <c:v>158.35376396934799</c:v>
                </c:pt>
                <c:pt idx="7910">
                  <c:v>158.355003144741</c:v>
                </c:pt>
                <c:pt idx="7911">
                  <c:v>158.35624191867601</c:v>
                </c:pt>
                <c:pt idx="7912">
                  <c:v>158.357480291287</c:v>
                </c:pt>
                <c:pt idx="7913">
                  <c:v>158.35871826270801</c:v>
                </c:pt>
                <c:pt idx="7914">
                  <c:v>158.35995583307499</c:v>
                </c:pt>
                <c:pt idx="7915">
                  <c:v>158.36119300252099</c:v>
                </c:pt>
                <c:pt idx="7916">
                  <c:v>158.36242977118201</c:v>
                </c:pt>
                <c:pt idx="7917">
                  <c:v>158.363666139191</c:v>
                </c:pt>
                <c:pt idx="7918">
                  <c:v>158.36490210668401</c:v>
                </c:pt>
                <c:pt idx="7919">
                  <c:v>158.36613767379399</c:v>
                </c:pt>
                <c:pt idx="7920">
                  <c:v>158.367372840656</c:v>
                </c:pt>
                <c:pt idx="7921">
                  <c:v>158.36860760740299</c:v>
                </c:pt>
                <c:pt idx="7922">
                  <c:v>158.369841974172</c:v>
                </c:pt>
                <c:pt idx="7923">
                  <c:v>158.37107594109401</c:v>
                </c:pt>
                <c:pt idx="7924">
                  <c:v>158.37230950830499</c:v>
                </c:pt>
                <c:pt idx="7925">
                  <c:v>158.37354267593901</c:v>
                </c:pt>
                <c:pt idx="7926">
                  <c:v>158.374775444129</c:v>
                </c:pt>
                <c:pt idx="7927">
                  <c:v>158.37600781300901</c:v>
                </c:pt>
                <c:pt idx="7928">
                  <c:v>158.37723978271401</c:v>
                </c:pt>
                <c:pt idx="7929">
                  <c:v>158.37847135337799</c:v>
                </c:pt>
                <c:pt idx="7930">
                  <c:v>158.37970252513301</c:v>
                </c:pt>
                <c:pt idx="7931">
                  <c:v>158.380933298114</c:v>
                </c:pt>
                <c:pt idx="7932">
                  <c:v>158.38216367245499</c:v>
                </c:pt>
                <c:pt idx="7933">
                  <c:v>158.383393648289</c:v>
                </c:pt>
                <c:pt idx="7934">
                  <c:v>158.38462322575</c:v>
                </c:pt>
                <c:pt idx="7935">
                  <c:v>158.38585240497099</c:v>
                </c:pt>
                <c:pt idx="7936">
                  <c:v>158.38708118608599</c:v>
                </c:pt>
                <c:pt idx="7937">
                  <c:v>158.388309569228</c:v>
                </c:pt>
                <c:pt idx="7938">
                  <c:v>158.38953755453099</c:v>
                </c:pt>
                <c:pt idx="7939">
                  <c:v>158.390765142128</c:v>
                </c:pt>
                <c:pt idx="7940">
                  <c:v>158.391992332152</c:v>
                </c:pt>
                <c:pt idx="7941">
                  <c:v>158.39321912473801</c:v>
                </c:pt>
                <c:pt idx="7942">
                  <c:v>158.394445520017</c:v>
                </c:pt>
                <c:pt idx="7943">
                  <c:v>158.39567151812301</c:v>
                </c:pt>
                <c:pt idx="7944">
                  <c:v>158.39689711918899</c:v>
                </c:pt>
                <c:pt idx="7945">
                  <c:v>158.39812232334799</c:v>
                </c:pt>
                <c:pt idx="7946">
                  <c:v>158.39934713073399</c:v>
                </c:pt>
                <c:pt idx="7947">
                  <c:v>158.400571541479</c:v>
                </c:pt>
                <c:pt idx="7948">
                  <c:v>158.40179555571601</c:v>
                </c:pt>
                <c:pt idx="7949">
                  <c:v>158.403019173578</c:v>
                </c:pt>
                <c:pt idx="7950">
                  <c:v>158.404242395198</c:v>
                </c:pt>
                <c:pt idx="7951">
                  <c:v>158.40546522070801</c:v>
                </c:pt>
                <c:pt idx="7952">
                  <c:v>158.40668765024199</c:v>
                </c:pt>
                <c:pt idx="7953">
                  <c:v>158.407909683931</c:v>
                </c:pt>
                <c:pt idx="7954">
                  <c:v>158.40913132191</c:v>
                </c:pt>
                <c:pt idx="7955">
                  <c:v>158.41035256430899</c:v>
                </c:pt>
                <c:pt idx="7956">
                  <c:v>158.411573411262</c:v>
                </c:pt>
                <c:pt idx="7957">
                  <c:v>158.412793862901</c:v>
                </c:pt>
                <c:pt idx="7958">
                  <c:v>158.41401391935901</c:v>
                </c:pt>
                <c:pt idx="7959">
                  <c:v>158.41523358076799</c:v>
                </c:pt>
                <c:pt idx="7960">
                  <c:v>158.41645284725999</c:v>
                </c:pt>
                <c:pt idx="7961">
                  <c:v>158.41767171896799</c:v>
                </c:pt>
                <c:pt idx="7962">
                  <c:v>158.418890196023</c:v>
                </c:pt>
                <c:pt idx="7963">
                  <c:v>158.42010827855901</c:v>
                </c:pt>
                <c:pt idx="7964">
                  <c:v>158.42132596670601</c:v>
                </c:pt>
                <c:pt idx="7965">
                  <c:v>158.42254326059799</c:v>
                </c:pt>
                <c:pt idx="7966">
                  <c:v>158.42376016036599</c:v>
                </c:pt>
                <c:pt idx="7967">
                  <c:v>158.42497666614301</c:v>
                </c:pt>
                <c:pt idx="7968">
                  <c:v>158.426192778059</c:v>
                </c:pt>
                <c:pt idx="7969">
                  <c:v>158.42740849624801</c:v>
                </c:pt>
                <c:pt idx="7970">
                  <c:v>158.42862382083999</c:v>
                </c:pt>
                <c:pt idx="7971">
                  <c:v>158.42983875196899</c:v>
                </c:pt>
                <c:pt idx="7972">
                  <c:v>158.43105328976401</c:v>
                </c:pt>
                <c:pt idx="7973">
                  <c:v>158.43226743435901</c:v>
                </c:pt>
                <c:pt idx="7974">
                  <c:v>158.433481185885</c:v>
                </c:pt>
                <c:pt idx="7975">
                  <c:v>158.43469454447299</c:v>
                </c:pt>
                <c:pt idx="7976">
                  <c:v>158.43590751025499</c:v>
                </c:pt>
                <c:pt idx="7977">
                  <c:v>158.437120083362</c:v>
                </c:pt>
                <c:pt idx="7978">
                  <c:v>158.43833226392701</c:v>
                </c:pt>
                <c:pt idx="7979">
                  <c:v>158.43954405207899</c:v>
                </c:pt>
                <c:pt idx="7980">
                  <c:v>158.440755447952</c:v>
                </c:pt>
                <c:pt idx="7981">
                  <c:v>158.441966451675</c:v>
                </c:pt>
                <c:pt idx="7982">
                  <c:v>158.44317706338001</c:v>
                </c:pt>
                <c:pt idx="7983">
                  <c:v>158.44438728319901</c:v>
                </c:pt>
                <c:pt idx="7984">
                  <c:v>158.445597111263</c:v>
                </c:pt>
                <c:pt idx="7985">
                  <c:v>158.44680654770201</c:v>
                </c:pt>
                <c:pt idx="7986">
                  <c:v>158.44801559264801</c:v>
                </c:pt>
                <c:pt idx="7987">
                  <c:v>158.44922424623201</c:v>
                </c:pt>
                <c:pt idx="7988">
                  <c:v>158.45043250858501</c:v>
                </c:pt>
                <c:pt idx="7989">
                  <c:v>158.45164037983699</c:v>
                </c:pt>
                <c:pt idx="7990">
                  <c:v>158.45284786011999</c:v>
                </c:pt>
                <c:pt idx="7991">
                  <c:v>158.45405494956501</c:v>
                </c:pt>
                <c:pt idx="7992">
                  <c:v>158.45526164830099</c:v>
                </c:pt>
                <c:pt idx="7993">
                  <c:v>158.45646795646101</c:v>
                </c:pt>
                <c:pt idx="7994">
                  <c:v>158.45767387417399</c:v>
                </c:pt>
                <c:pt idx="7995">
                  <c:v>158.45887940157101</c:v>
                </c:pt>
                <c:pt idx="7996">
                  <c:v>158.46008453878301</c:v>
                </c:pt>
                <c:pt idx="7997">
                  <c:v>158.46128928594101</c:v>
                </c:pt>
                <c:pt idx="7998">
                  <c:v>158.46249364317401</c:v>
                </c:pt>
                <c:pt idx="7999">
                  <c:v>158.46369761061399</c:v>
                </c:pt>
                <c:pt idx="8000">
                  <c:v>158.46490118839</c:v>
                </c:pt>
                <c:pt idx="8001">
                  <c:v>158.46610437663301</c:v>
                </c:pt>
                <c:pt idx="8002">
                  <c:v>158.46730717547399</c:v>
                </c:pt>
                <c:pt idx="8003">
                  <c:v>158.468509585042</c:v>
                </c:pt>
                <c:pt idx="8004">
                  <c:v>158.46971160546801</c:v>
                </c:pt>
                <c:pt idx="8005">
                  <c:v>158.47091323688201</c:v>
                </c:pt>
                <c:pt idx="8006">
                  <c:v>158.47211447941399</c:v>
                </c:pt>
                <c:pt idx="8007">
                  <c:v>158.47331533319399</c:v>
                </c:pt>
                <c:pt idx="8008">
                  <c:v>158.474515798352</c:v>
                </c:pt>
                <c:pt idx="8009">
                  <c:v>158.47571587501801</c:v>
                </c:pt>
                <c:pt idx="8010">
                  <c:v>158.476915563322</c:v>
                </c:pt>
                <c:pt idx="8011">
                  <c:v>158.47811486339401</c:v>
                </c:pt>
                <c:pt idx="8012">
                  <c:v>158.47931377536401</c:v>
                </c:pt>
                <c:pt idx="8013">
                  <c:v>158.48051229936101</c:v>
                </c:pt>
                <c:pt idx="8014">
                  <c:v>158.481710435515</c:v>
                </c:pt>
                <c:pt idx="8015">
                  <c:v>158.482908183956</c:v>
                </c:pt>
                <c:pt idx="8016">
                  <c:v>158.48410554481401</c:v>
                </c:pt>
                <c:pt idx="8017">
                  <c:v>158.48530251821799</c:v>
                </c:pt>
                <c:pt idx="8018">
                  <c:v>158.486499104297</c:v>
                </c:pt>
                <c:pt idx="8019">
                  <c:v>158.487695303181</c:v>
                </c:pt>
                <c:pt idx="8020">
                  <c:v>158.488891115</c:v>
                </c:pt>
                <c:pt idx="8021">
                  <c:v>158.49008653988301</c:v>
                </c:pt>
                <c:pt idx="8022">
                  <c:v>158.49128157795801</c:v>
                </c:pt>
                <c:pt idx="8023">
                  <c:v>158.49247622935701</c:v>
                </c:pt>
                <c:pt idx="8024">
                  <c:v>158.49367049420701</c:v>
                </c:pt>
                <c:pt idx="8025">
                  <c:v>158.49486437263801</c:v>
                </c:pt>
                <c:pt idx="8026">
                  <c:v>158.49605786478</c:v>
                </c:pt>
                <c:pt idx="8027">
                  <c:v>158.49725097076001</c:v>
                </c:pt>
                <c:pt idx="8028">
                  <c:v>158.498443690709</c:v>
                </c:pt>
                <c:pt idx="8029">
                  <c:v>158.49963602475501</c:v>
                </c:pt>
                <c:pt idx="8030">
                  <c:v>158.50082797302801</c:v>
                </c:pt>
                <c:pt idx="8031">
                  <c:v>158.50201953565599</c:v>
                </c:pt>
                <c:pt idx="8032">
                  <c:v>158.50321071276699</c:v>
                </c:pt>
                <c:pt idx="8033">
                  <c:v>158.50440150449199</c:v>
                </c:pt>
                <c:pt idx="8034">
                  <c:v>158.505591910959</c:v>
                </c:pt>
                <c:pt idx="8035">
                  <c:v>158.50678193229501</c:v>
                </c:pt>
                <c:pt idx="8036">
                  <c:v>158.50797156863101</c:v>
                </c:pt>
                <c:pt idx="8037">
                  <c:v>158.50916082009499</c:v>
                </c:pt>
                <c:pt idx="8038">
                  <c:v>158.510349686815</c:v>
                </c:pt>
                <c:pt idx="8039">
                  <c:v>158.511538168919</c:v>
                </c:pt>
                <c:pt idx="8040">
                  <c:v>158.51272626653699</c:v>
                </c:pt>
                <c:pt idx="8041">
                  <c:v>158.513913979797</c:v>
                </c:pt>
                <c:pt idx="8042">
                  <c:v>158.51510130882701</c:v>
                </c:pt>
                <c:pt idx="8043">
                  <c:v>158.51628825375499</c:v>
                </c:pt>
                <c:pt idx="8044">
                  <c:v>158.51747481471099</c:v>
                </c:pt>
                <c:pt idx="8045">
                  <c:v>158.51866099182101</c:v>
                </c:pt>
                <c:pt idx="8046">
                  <c:v>158.51984678521501</c:v>
                </c:pt>
                <c:pt idx="8047">
                  <c:v>158.52103219502001</c:v>
                </c:pt>
                <c:pt idx="8048">
                  <c:v>158.522217221365</c:v>
                </c:pt>
                <c:pt idx="8049">
                  <c:v>158.52340186437701</c:v>
                </c:pt>
                <c:pt idx="8050">
                  <c:v>158.52458612418499</c:v>
                </c:pt>
                <c:pt idx="8051">
                  <c:v>158.52577000091699</c:v>
                </c:pt>
                <c:pt idx="8052">
                  <c:v>158.5269534947</c:v>
                </c:pt>
                <c:pt idx="8053">
                  <c:v>158.52813660566301</c:v>
                </c:pt>
                <c:pt idx="8054">
                  <c:v>158.52931933393299</c:v>
                </c:pt>
                <c:pt idx="8055">
                  <c:v>158.53050167963801</c:v>
                </c:pt>
                <c:pt idx="8056">
                  <c:v>158.53168364290599</c:v>
                </c:pt>
                <c:pt idx="8057">
                  <c:v>158.532865223865</c:v>
                </c:pt>
                <c:pt idx="8058">
                  <c:v>158.53404642264201</c:v>
                </c:pt>
                <c:pt idx="8059">
                  <c:v>158.53522723936399</c:v>
                </c:pt>
                <c:pt idx="8060">
                  <c:v>158.53640767415999</c:v>
                </c:pt>
                <c:pt idx="8061">
                  <c:v>158.53758772715599</c:v>
                </c:pt>
                <c:pt idx="8062">
                  <c:v>158.53876739848101</c:v>
                </c:pt>
                <c:pt idx="8063">
                  <c:v>158.53994668826201</c:v>
                </c:pt>
                <c:pt idx="8064">
                  <c:v>158.54112559662599</c:v>
                </c:pt>
                <c:pt idx="8065">
                  <c:v>158.54230412370001</c:v>
                </c:pt>
                <c:pt idx="8066">
                  <c:v>158.54348226961099</c:v>
                </c:pt>
                <c:pt idx="8067">
                  <c:v>158.544660034488</c:v>
                </c:pt>
                <c:pt idx="8068">
                  <c:v>158.54583741845701</c:v>
                </c:pt>
                <c:pt idx="8069">
                  <c:v>158.547014421645</c:v>
                </c:pt>
                <c:pt idx="8070">
                  <c:v>158.54819104417899</c:v>
                </c:pt>
                <c:pt idx="8071">
                  <c:v>158.54936728618699</c:v>
                </c:pt>
                <c:pt idx="8072">
                  <c:v>158.550543147795</c:v>
                </c:pt>
                <c:pt idx="8073">
                  <c:v>158.55171862912999</c:v>
                </c:pt>
                <c:pt idx="8074">
                  <c:v>158.55289373031999</c:v>
                </c:pt>
                <c:pt idx="8075">
                  <c:v>158.55406845149</c:v>
                </c:pt>
                <c:pt idx="8076">
                  <c:v>158.55524279276901</c:v>
                </c:pt>
                <c:pt idx="8077">
                  <c:v>158.556416754282</c:v>
                </c:pt>
                <c:pt idx="8078">
                  <c:v>158.55759033615601</c:v>
                </c:pt>
                <c:pt idx="8079">
                  <c:v>158.558763538519</c:v>
                </c:pt>
                <c:pt idx="8080">
                  <c:v>158.559936361496</c:v>
                </c:pt>
                <c:pt idx="8081">
                  <c:v>158.56110880521399</c:v>
                </c:pt>
                <c:pt idx="8082">
                  <c:v>158.56228086979999</c:v>
                </c:pt>
                <c:pt idx="8083">
                  <c:v>158.56345255538099</c:v>
                </c:pt>
                <c:pt idx="8084">
                  <c:v>158.56462386208199</c:v>
                </c:pt>
                <c:pt idx="8085">
                  <c:v>158.56579479003</c:v>
                </c:pt>
                <c:pt idx="8086">
                  <c:v>158.56696533935099</c:v>
                </c:pt>
                <c:pt idx="8087">
                  <c:v>158.56813551017299</c:v>
                </c:pt>
                <c:pt idx="8088">
                  <c:v>158.56930530261999</c:v>
                </c:pt>
                <c:pt idx="8089">
                  <c:v>158.57047471682</c:v>
                </c:pt>
                <c:pt idx="8090">
                  <c:v>158.57164375289801</c:v>
                </c:pt>
                <c:pt idx="8091">
                  <c:v>158.57281241097999</c:v>
                </c:pt>
                <c:pt idx="8092">
                  <c:v>158.57398069119299</c:v>
                </c:pt>
                <c:pt idx="8093">
                  <c:v>158.57514859366299</c:v>
                </c:pt>
                <c:pt idx="8094">
                  <c:v>158.576316118515</c:v>
                </c:pt>
                <c:pt idx="8095">
                  <c:v>158.577483265875</c:v>
                </c:pt>
                <c:pt idx="8096">
                  <c:v>158.57865003587099</c:v>
                </c:pt>
                <c:pt idx="8097">
                  <c:v>158.579816428626</c:v>
                </c:pt>
                <c:pt idx="8098">
                  <c:v>158.58098244426699</c:v>
                </c:pt>
                <c:pt idx="8099">
                  <c:v>158.58214808292001</c:v>
                </c:pt>
                <c:pt idx="8100">
                  <c:v>158.583313344711</c:v>
                </c:pt>
                <c:pt idx="8101">
                  <c:v>158.58447822976501</c:v>
                </c:pt>
                <c:pt idx="8102">
                  <c:v>158.58564273820701</c:v>
                </c:pt>
                <c:pt idx="8103">
                  <c:v>158.586806870164</c:v>
                </c:pt>
                <c:pt idx="8104">
                  <c:v>158.58797062576099</c:v>
                </c:pt>
                <c:pt idx="8105">
                  <c:v>158.58913400512299</c:v>
                </c:pt>
                <c:pt idx="8106">
                  <c:v>158.59029700837601</c:v>
                </c:pt>
                <c:pt idx="8107">
                  <c:v>158.59145963564501</c:v>
                </c:pt>
                <c:pt idx="8108">
                  <c:v>158.592621887055</c:v>
                </c:pt>
                <c:pt idx="8109">
                  <c:v>158.59378376273199</c:v>
                </c:pt>
                <c:pt idx="8110">
                  <c:v>158.59494526280201</c:v>
                </c:pt>
                <c:pt idx="8111">
                  <c:v>158.59610638738801</c:v>
                </c:pt>
                <c:pt idx="8112">
                  <c:v>158.59726713661701</c:v>
                </c:pt>
                <c:pt idx="8113">
                  <c:v>158.59842751061299</c:v>
                </c:pt>
                <c:pt idx="8114">
                  <c:v>158.59958750950199</c:v>
                </c:pt>
                <c:pt idx="8115">
                  <c:v>158.60074713340899</c:v>
                </c:pt>
                <c:pt idx="8116">
                  <c:v>158.601906382458</c:v>
                </c:pt>
                <c:pt idx="8117">
                  <c:v>158.60306525677399</c:v>
                </c:pt>
                <c:pt idx="8118">
                  <c:v>158.60422375648301</c:v>
                </c:pt>
                <c:pt idx="8119">
                  <c:v>158.60538188170901</c:v>
                </c:pt>
                <c:pt idx="8120">
                  <c:v>158.60653963257701</c:v>
                </c:pt>
                <c:pt idx="8121">
                  <c:v>158.60769700921199</c:v>
                </c:pt>
                <c:pt idx="8122">
                  <c:v>158.608854011738</c:v>
                </c:pt>
                <c:pt idx="8123">
                  <c:v>158.61001064028099</c:v>
                </c:pt>
                <c:pt idx="8124">
                  <c:v>158.61116689496399</c:v>
                </c:pt>
                <c:pt idx="8125">
                  <c:v>158.61232277591199</c:v>
                </c:pt>
                <c:pt idx="8126">
                  <c:v>158.61347828325</c:v>
                </c:pt>
                <c:pt idx="8127">
                  <c:v>158.61463341710299</c:v>
                </c:pt>
                <c:pt idx="8128">
                  <c:v>158.615788177594</c:v>
                </c:pt>
                <c:pt idx="8129">
                  <c:v>158.61694256484799</c:v>
                </c:pt>
                <c:pt idx="8130">
                  <c:v>158.61809657898999</c:v>
                </c:pt>
                <c:pt idx="8131">
                  <c:v>158.61925022014299</c:v>
                </c:pt>
                <c:pt idx="8132">
                  <c:v>158.620403488432</c:v>
                </c:pt>
                <c:pt idx="8133">
                  <c:v>158.62155638398201</c:v>
                </c:pt>
                <c:pt idx="8134">
                  <c:v>158.62270890691599</c:v>
                </c:pt>
                <c:pt idx="8135">
                  <c:v>158.623861057358</c:v>
                </c:pt>
                <c:pt idx="8136">
                  <c:v>158.62501283543301</c:v>
                </c:pt>
                <c:pt idx="8137">
                  <c:v>158.62616424126401</c:v>
                </c:pt>
                <c:pt idx="8138">
                  <c:v>158.62731527497601</c:v>
                </c:pt>
                <c:pt idx="8139">
                  <c:v>158.628465936693</c:v>
                </c:pt>
                <c:pt idx="8140">
                  <c:v>158.629616226537</c:v>
                </c:pt>
                <c:pt idx="8141">
                  <c:v>158.63076614463401</c:v>
                </c:pt>
                <c:pt idx="8142">
                  <c:v>158.631915691107</c:v>
                </c:pt>
                <c:pt idx="8143">
                  <c:v>158.633064866079</c:v>
                </c:pt>
                <c:pt idx="8144">
                  <c:v>158.63421366967501</c:v>
                </c:pt>
                <c:pt idx="8145">
                  <c:v>158.63536210201801</c:v>
                </c:pt>
                <c:pt idx="8146">
                  <c:v>158.636510163232</c:v>
                </c:pt>
                <c:pt idx="8147">
                  <c:v>158.63765785344</c:v>
                </c:pt>
                <c:pt idx="8148">
                  <c:v>158.63880517276601</c:v>
                </c:pt>
                <c:pt idx="8149">
                  <c:v>158.63995212133401</c:v>
                </c:pt>
                <c:pt idx="8150">
                  <c:v>158.641098699266</c:v>
                </c:pt>
                <c:pt idx="8151">
                  <c:v>158.64224490668599</c:v>
                </c:pt>
                <c:pt idx="8152">
                  <c:v>158.64339074371699</c:v>
                </c:pt>
                <c:pt idx="8153">
                  <c:v>158.64453621048401</c:v>
                </c:pt>
                <c:pt idx="8154">
                  <c:v>158.64568130710799</c:v>
                </c:pt>
                <c:pt idx="8155">
                  <c:v>158.64682603371401</c:v>
                </c:pt>
                <c:pt idx="8156">
                  <c:v>158.64797039042401</c:v>
                </c:pt>
                <c:pt idx="8157">
                  <c:v>158.649114377362</c:v>
                </c:pt>
                <c:pt idx="8158">
                  <c:v>158.65025799464999</c:v>
                </c:pt>
                <c:pt idx="8159">
                  <c:v>158.65140124241199</c:v>
                </c:pt>
                <c:pt idx="8160">
                  <c:v>158.65254412077101</c:v>
                </c:pt>
                <c:pt idx="8161">
                  <c:v>158.65368662984901</c:v>
                </c:pt>
                <c:pt idx="8162">
                  <c:v>158.65482876977001</c:v>
                </c:pt>
                <c:pt idx="8163">
                  <c:v>158.655970540656</c:v>
                </c:pt>
                <c:pt idx="8164">
                  <c:v>158.65711194263099</c:v>
                </c:pt>
                <c:pt idx="8165">
                  <c:v>158.658252975816</c:v>
                </c:pt>
                <c:pt idx="8166">
                  <c:v>158.659393640335</c:v>
                </c:pt>
                <c:pt idx="8167">
                  <c:v>158.660533936311</c:v>
                </c:pt>
                <c:pt idx="8168">
                  <c:v>158.66167386386499</c:v>
                </c:pt>
                <c:pt idx="8169">
                  <c:v>158.662813423122</c:v>
                </c:pt>
                <c:pt idx="8170">
                  <c:v>158.663952614202</c:v>
                </c:pt>
                <c:pt idx="8171">
                  <c:v>158.66509143722899</c:v>
                </c:pt>
                <c:pt idx="8172">
                  <c:v>158.66622989232499</c:v>
                </c:pt>
                <c:pt idx="8173">
                  <c:v>158.66736797961201</c:v>
                </c:pt>
                <c:pt idx="8174">
                  <c:v>158.668505699213</c:v>
                </c:pt>
                <c:pt idx="8175">
                  <c:v>158.669643051251</c:v>
                </c:pt>
                <c:pt idx="8176">
                  <c:v>158.670780035847</c:v>
                </c:pt>
                <c:pt idx="8177">
                  <c:v>158.67191665312399</c:v>
                </c:pt>
                <c:pt idx="8178">
                  <c:v>158.673052903203</c:v>
                </c:pt>
                <c:pt idx="8179">
                  <c:v>158.67418878620799</c:v>
                </c:pt>
                <c:pt idx="8180">
                  <c:v>158.67532430226001</c:v>
                </c:pt>
                <c:pt idx="8181">
                  <c:v>158.67645945148101</c:v>
                </c:pt>
                <c:pt idx="8182">
                  <c:v>158.677594233994</c:v>
                </c:pt>
                <c:pt idx="8183">
                  <c:v>158.67872864991901</c:v>
                </c:pt>
                <c:pt idx="8184">
                  <c:v>158.67986269938001</c:v>
                </c:pt>
                <c:pt idx="8185">
                  <c:v>158.68099638249799</c:v>
                </c:pt>
                <c:pt idx="8186">
                  <c:v>158.68212969939401</c:v>
                </c:pt>
                <c:pt idx="8187">
                  <c:v>158.68326265019101</c:v>
                </c:pt>
                <c:pt idx="8188">
                  <c:v>158.68439523501101</c:v>
                </c:pt>
                <c:pt idx="8189">
                  <c:v>158.685527453975</c:v>
                </c:pt>
                <c:pt idx="8190">
                  <c:v>158.686659307204</c:v>
                </c:pt>
                <c:pt idx="8191">
                  <c:v>158.68779079482101</c:v>
                </c:pt>
                <c:pt idx="8192">
                  <c:v>158.68892191694701</c:v>
                </c:pt>
                <c:pt idx="8193">
                  <c:v>158.690052673704</c:v>
                </c:pt>
                <c:pt idx="8194">
                  <c:v>158.69118306521199</c:v>
                </c:pt>
                <c:pt idx="8195">
                  <c:v>158.692313091594</c:v>
                </c:pt>
                <c:pt idx="8196">
                  <c:v>158.69344275296999</c:v>
                </c:pt>
                <c:pt idx="8197">
                  <c:v>158.69457204946301</c:v>
                </c:pt>
                <c:pt idx="8198">
                  <c:v>158.695700981193</c:v>
                </c:pt>
                <c:pt idx="8199">
                  <c:v>158.69682954828201</c:v>
                </c:pt>
                <c:pt idx="8200">
                  <c:v>158.697957750851</c:v>
                </c:pt>
                <c:pt idx="8201">
                  <c:v>158.699085589021</c:v>
                </c:pt>
                <c:pt idx="8202">
                  <c:v>158.700213062914</c:v>
                </c:pt>
                <c:pt idx="8203">
                  <c:v>158.701340172649</c:v>
                </c:pt>
                <c:pt idx="8204">
                  <c:v>158.70246691835001</c:v>
                </c:pt>
                <c:pt idx="8205">
                  <c:v>158.703593300135</c:v>
                </c:pt>
                <c:pt idx="8206">
                  <c:v>158.70471931812699</c:v>
                </c:pt>
                <c:pt idx="8207">
                  <c:v>158.70584497244599</c:v>
                </c:pt>
                <c:pt idx="8208">
                  <c:v>158.706970263214</c:v>
                </c:pt>
                <c:pt idx="8209">
                  <c:v>158.70809519055001</c:v>
                </c:pt>
                <c:pt idx="8210">
                  <c:v>158.70921975457699</c:v>
                </c:pt>
                <c:pt idx="8211">
                  <c:v>158.710343955414</c:v>
                </c:pt>
                <c:pt idx="8212">
                  <c:v>158.71146779318201</c:v>
                </c:pt>
                <c:pt idx="8213">
                  <c:v>158.712591268002</c:v>
                </c:pt>
                <c:pt idx="8214">
                  <c:v>158.713714379994</c:v>
                </c:pt>
                <c:pt idx="8215">
                  <c:v>158.714837129279</c:v>
                </c:pt>
                <c:pt idx="8216">
                  <c:v>158.715959515978</c:v>
                </c:pt>
                <c:pt idx="8217">
                  <c:v>158.71708154021201</c:v>
                </c:pt>
                <c:pt idx="8218">
                  <c:v>158.71820320209901</c:v>
                </c:pt>
                <c:pt idx="8219">
                  <c:v>158.719324501762</c:v>
                </c:pt>
                <c:pt idx="8220">
                  <c:v>158.72044543932</c:v>
                </c:pt>
                <c:pt idx="8221">
                  <c:v>158.721566014893</c:v>
                </c:pt>
                <c:pt idx="8222">
                  <c:v>158.72268622860199</c:v>
                </c:pt>
                <c:pt idx="8223">
                  <c:v>158.72380608056699</c:v>
                </c:pt>
                <c:pt idx="8224">
                  <c:v>158.72492557090899</c:v>
                </c:pt>
                <c:pt idx="8225">
                  <c:v>158.72604469974601</c:v>
                </c:pt>
                <c:pt idx="8226">
                  <c:v>158.727163467201</c:v>
                </c:pt>
                <c:pt idx="8227">
                  <c:v>158.72828187339101</c:v>
                </c:pt>
                <c:pt idx="8228">
                  <c:v>158.72939991843799</c:v>
                </c:pt>
                <c:pt idx="8229">
                  <c:v>158.73051760246199</c:v>
                </c:pt>
                <c:pt idx="8230">
                  <c:v>158.731634925582</c:v>
                </c:pt>
                <c:pt idx="8231">
                  <c:v>158.732751887918</c:v>
                </c:pt>
                <c:pt idx="8232">
                  <c:v>158.73386848959001</c:v>
                </c:pt>
                <c:pt idx="8233">
                  <c:v>158.734984730718</c:v>
                </c:pt>
                <c:pt idx="8234">
                  <c:v>158.73610061142199</c:v>
                </c:pt>
                <c:pt idx="8235">
                  <c:v>158.73721613182099</c:v>
                </c:pt>
                <c:pt idx="8236">
                  <c:v>158.73833129203501</c:v>
                </c:pt>
                <c:pt idx="8237">
                  <c:v>158.73944609218299</c:v>
                </c:pt>
                <c:pt idx="8238">
                  <c:v>158.74056053238601</c:v>
                </c:pt>
                <c:pt idx="8239">
                  <c:v>158.74167461276201</c:v>
                </c:pt>
                <c:pt idx="8240">
                  <c:v>158.74278833343101</c:v>
                </c:pt>
                <c:pt idx="8241">
                  <c:v>158.743901694513</c:v>
                </c:pt>
                <c:pt idx="8242">
                  <c:v>158.74501469612699</c:v>
                </c:pt>
                <c:pt idx="8243">
                  <c:v>158.74612733839299</c:v>
                </c:pt>
                <c:pt idx="8244">
                  <c:v>158.747239621429</c:v>
                </c:pt>
                <c:pt idx="8245">
                  <c:v>158.74835154535401</c:v>
                </c:pt>
                <c:pt idx="8246">
                  <c:v>158.74946311028901</c:v>
                </c:pt>
                <c:pt idx="8247">
                  <c:v>158.75057431635301</c:v>
                </c:pt>
                <c:pt idx="8248">
                  <c:v>158.75168516366401</c:v>
                </c:pt>
                <c:pt idx="8249">
                  <c:v>158.75279565234101</c:v>
                </c:pt>
                <c:pt idx="8250">
                  <c:v>158.75390578250401</c:v>
                </c:pt>
                <c:pt idx="8251">
                  <c:v>158.75501555427201</c:v>
                </c:pt>
                <c:pt idx="8252">
                  <c:v>158.75612496776299</c:v>
                </c:pt>
                <c:pt idx="8253">
                  <c:v>158.757234023097</c:v>
                </c:pt>
                <c:pt idx="8254">
                  <c:v>158.75834272039199</c:v>
                </c:pt>
                <c:pt idx="8255">
                  <c:v>158.759451059767</c:v>
                </c:pt>
                <c:pt idx="8256">
                  <c:v>158.76055904134199</c:v>
                </c:pt>
                <c:pt idx="8257">
                  <c:v>158.761666665234</c:v>
                </c:pt>
                <c:pt idx="8258">
                  <c:v>158.762773931563</c:v>
                </c:pt>
                <c:pt idx="8259">
                  <c:v>158.763880840447</c:v>
                </c:pt>
                <c:pt idx="8260">
                  <c:v>158.764987392005</c:v>
                </c:pt>
                <c:pt idx="8261">
                  <c:v>158.766093586355</c:v>
                </c:pt>
                <c:pt idx="8262">
                  <c:v>158.76719942361601</c:v>
                </c:pt>
                <c:pt idx="8263">
                  <c:v>158.76830490390699</c:v>
                </c:pt>
                <c:pt idx="8264">
                  <c:v>158.769410027346</c:v>
                </c:pt>
                <c:pt idx="8265">
                  <c:v>158.77051479405</c:v>
                </c:pt>
                <c:pt idx="8266">
                  <c:v>158.77161920413999</c:v>
                </c:pt>
                <c:pt idx="8267">
                  <c:v>158.77272325773299</c:v>
                </c:pt>
                <c:pt idx="8268">
                  <c:v>158.773826954946</c:v>
                </c:pt>
                <c:pt idx="8269">
                  <c:v>158.77493029589999</c:v>
                </c:pt>
                <c:pt idx="8270">
                  <c:v>158.776033280711</c:v>
                </c:pt>
                <c:pt idx="8271">
                  <c:v>158.77713590949801</c:v>
                </c:pt>
                <c:pt idx="8272">
                  <c:v>158.778238182379</c:v>
                </c:pt>
                <c:pt idx="8273">
                  <c:v>158.77934009947199</c:v>
                </c:pt>
                <c:pt idx="8274">
                  <c:v>158.78044166089501</c:v>
                </c:pt>
                <c:pt idx="8275">
                  <c:v>158.78154286676701</c:v>
                </c:pt>
                <c:pt idx="8276">
                  <c:v>158.782643717204</c:v>
                </c:pt>
                <c:pt idx="8277">
                  <c:v>158.78374421232499</c:v>
                </c:pt>
                <c:pt idx="8278">
                  <c:v>158.784844352249</c:v>
                </c:pt>
                <c:pt idx="8279">
                  <c:v>158.78594413709101</c:v>
                </c:pt>
                <c:pt idx="8280">
                  <c:v>158.78704356697199</c:v>
                </c:pt>
                <c:pt idx="8281">
                  <c:v>158.78814264200699</c:v>
                </c:pt>
                <c:pt idx="8282">
                  <c:v>158.78924136231501</c:v>
                </c:pt>
                <c:pt idx="8283">
                  <c:v>158.790339728014</c:v>
                </c:pt>
                <c:pt idx="8284">
                  <c:v>158.79143773922101</c:v>
                </c:pt>
                <c:pt idx="8285">
                  <c:v>158.79253539605301</c:v>
                </c:pt>
                <c:pt idx="8286">
                  <c:v>158.79363269862901</c:v>
                </c:pt>
                <c:pt idx="8287">
                  <c:v>158.794729647065</c:v>
                </c:pt>
                <c:pt idx="8288">
                  <c:v>158.79582624148</c:v>
                </c:pt>
                <c:pt idx="8289">
                  <c:v>158.79692248199001</c:v>
                </c:pt>
                <c:pt idx="8290">
                  <c:v>158.798018368713</c:v>
                </c:pt>
                <c:pt idx="8291">
                  <c:v>158.79911390176599</c:v>
                </c:pt>
                <c:pt idx="8292">
                  <c:v>158.80020908126599</c:v>
                </c:pt>
                <c:pt idx="8293">
                  <c:v>158.801303907331</c:v>
                </c:pt>
                <c:pt idx="8294">
                  <c:v>158.80239838007799</c:v>
                </c:pt>
                <c:pt idx="8295">
                  <c:v>158.80349249962401</c:v>
                </c:pt>
                <c:pt idx="8296">
                  <c:v>158.80458626608601</c:v>
                </c:pt>
                <c:pt idx="8297">
                  <c:v>158.805679679581</c:v>
                </c:pt>
                <c:pt idx="8298">
                  <c:v>158.80677274022699</c:v>
                </c:pt>
                <c:pt idx="8299">
                  <c:v>158.80786544813901</c:v>
                </c:pt>
                <c:pt idx="8300">
                  <c:v>158.80895780343599</c:v>
                </c:pt>
                <c:pt idx="8301">
                  <c:v>158.81004980623399</c:v>
                </c:pt>
                <c:pt idx="8302">
                  <c:v>158.81114145664901</c:v>
                </c:pt>
                <c:pt idx="8303">
                  <c:v>158.812232754799</c:v>
                </c:pt>
                <c:pt idx="8304">
                  <c:v>158.81332370080099</c:v>
                </c:pt>
                <c:pt idx="8305">
                  <c:v>158.81441429476999</c:v>
                </c:pt>
                <c:pt idx="8306">
                  <c:v>158.81550453682499</c:v>
                </c:pt>
                <c:pt idx="8307">
                  <c:v>158.81659442708099</c:v>
                </c:pt>
                <c:pt idx="8308">
                  <c:v>158.81768396565499</c:v>
                </c:pt>
                <c:pt idx="8309">
                  <c:v>158.818773152663</c:v>
                </c:pt>
                <c:pt idx="8310">
                  <c:v>158.81986198822301</c:v>
                </c:pt>
                <c:pt idx="8311">
                  <c:v>158.82095047244999</c:v>
                </c:pt>
                <c:pt idx="8312">
                  <c:v>158.82203860546099</c:v>
                </c:pt>
                <c:pt idx="8313">
                  <c:v>158.82312638737301</c:v>
                </c:pt>
                <c:pt idx="8314">
                  <c:v>158.82421381830201</c:v>
                </c:pt>
                <c:pt idx="8315">
                  <c:v>158.825300898363</c:v>
                </c:pt>
                <c:pt idx="8316">
                  <c:v>158.82638762767399</c:v>
                </c:pt>
                <c:pt idx="8317">
                  <c:v>158.82747400635</c:v>
                </c:pt>
                <c:pt idx="8318">
                  <c:v>158.828560034509</c:v>
                </c:pt>
                <c:pt idx="8319">
                  <c:v>158.82964571226501</c:v>
                </c:pt>
                <c:pt idx="8320">
                  <c:v>158.83073103973501</c:v>
                </c:pt>
                <c:pt idx="8321">
                  <c:v>158.83181601703501</c:v>
                </c:pt>
                <c:pt idx="8322">
                  <c:v>158.83290064428101</c:v>
                </c:pt>
                <c:pt idx="8323">
                  <c:v>158.83398492158901</c:v>
                </c:pt>
                <c:pt idx="8324">
                  <c:v>158.83506884907601</c:v>
                </c:pt>
                <c:pt idx="8325">
                  <c:v>158.83615242685599</c:v>
                </c:pt>
                <c:pt idx="8326">
                  <c:v>158.83723565504499</c:v>
                </c:pt>
                <c:pt idx="8327">
                  <c:v>158.838318533761</c:v>
                </c:pt>
                <c:pt idx="8328">
                  <c:v>158.83940106311701</c:v>
                </c:pt>
                <c:pt idx="8329">
                  <c:v>158.84048324323101</c:v>
                </c:pt>
                <c:pt idx="8330">
                  <c:v>158.84156507421699</c:v>
                </c:pt>
                <c:pt idx="8331">
                  <c:v>158.842646556191</c:v>
                </c:pt>
                <c:pt idx="8332">
                  <c:v>158.84372768927</c:v>
                </c:pt>
                <c:pt idx="8333">
                  <c:v>158.84480847356801</c:v>
                </c:pt>
                <c:pt idx="8334">
                  <c:v>158.8458889092</c:v>
                </c:pt>
                <c:pt idx="8335">
                  <c:v>158.84696899628401</c:v>
                </c:pt>
                <c:pt idx="8336">
                  <c:v>158.848048734933</c:v>
                </c:pt>
                <c:pt idx="8337">
                  <c:v>158.849128125264</c:v>
                </c:pt>
                <c:pt idx="8338">
                  <c:v>158.85020716739101</c:v>
                </c:pt>
                <c:pt idx="8339">
                  <c:v>158.85128586143</c:v>
                </c:pt>
                <c:pt idx="8340">
                  <c:v>158.852364207497</c:v>
                </c:pt>
                <c:pt idx="8341">
                  <c:v>158.85344220570599</c:v>
                </c:pt>
                <c:pt idx="8342">
                  <c:v>158.854519856172</c:v>
                </c:pt>
                <c:pt idx="8343">
                  <c:v>158.85559715901201</c:v>
                </c:pt>
                <c:pt idx="8344">
                  <c:v>158.856674114339</c:v>
                </c:pt>
                <c:pt idx="8345">
                  <c:v>158.857750722269</c:v>
                </c:pt>
                <c:pt idx="8346">
                  <c:v>158.858826982918</c:v>
                </c:pt>
                <c:pt idx="8347">
                  <c:v>158.85990289639901</c:v>
                </c:pt>
                <c:pt idx="8348">
                  <c:v>158.860978462828</c:v>
                </c:pt>
                <c:pt idx="8349">
                  <c:v>158.86205368232001</c:v>
                </c:pt>
                <c:pt idx="8350">
                  <c:v>158.86312855499</c:v>
                </c:pt>
                <c:pt idx="8351">
                  <c:v>158.864203080952</c:v>
                </c:pt>
                <c:pt idx="8352">
                  <c:v>158.86527726032199</c:v>
                </c:pt>
                <c:pt idx="8353">
                  <c:v>158.86635109321301</c:v>
                </c:pt>
                <c:pt idx="8354">
                  <c:v>158.867424579741</c:v>
                </c:pt>
                <c:pt idx="8355">
                  <c:v>158.868497720021</c:v>
                </c:pt>
                <c:pt idx="8356">
                  <c:v>158.86957051416601</c:v>
                </c:pt>
                <c:pt idx="8357">
                  <c:v>158.87064296229201</c:v>
                </c:pt>
                <c:pt idx="8358">
                  <c:v>158.87171506451301</c:v>
                </c:pt>
                <c:pt idx="8359">
                  <c:v>158.87278682094399</c:v>
                </c:pt>
                <c:pt idx="8360">
                  <c:v>158.87385823169899</c:v>
                </c:pt>
                <c:pt idx="8361">
                  <c:v>158.87492929689199</c:v>
                </c:pt>
                <c:pt idx="8362">
                  <c:v>158.87600001663799</c:v>
                </c:pt>
                <c:pt idx="8363">
                  <c:v>158.87707039105101</c:v>
                </c:pt>
                <c:pt idx="8364">
                  <c:v>158.87814042024499</c:v>
                </c:pt>
                <c:pt idx="8365">
                  <c:v>158.87921010433499</c:v>
                </c:pt>
                <c:pt idx="8366">
                  <c:v>158.880279443435</c:v>
                </c:pt>
                <c:pt idx="8367">
                  <c:v>158.881348437659</c:v>
                </c:pt>
                <c:pt idx="8368">
                  <c:v>158.88241708712101</c:v>
                </c:pt>
                <c:pt idx="8369">
                  <c:v>158.88348539193501</c:v>
                </c:pt>
                <c:pt idx="8370">
                  <c:v>158.88455335221599</c:v>
                </c:pt>
                <c:pt idx="8371">
                  <c:v>158.88562096807601</c:v>
                </c:pt>
                <c:pt idx="8372">
                  <c:v>158.88668823963101</c:v>
                </c:pt>
                <c:pt idx="8373">
                  <c:v>158.887755166994</c:v>
                </c:pt>
                <c:pt idx="8374">
                  <c:v>158.88882175027999</c:v>
                </c:pt>
                <c:pt idx="8375">
                  <c:v>158.8898879896</c:v>
                </c:pt>
                <c:pt idx="8376">
                  <c:v>158.89095388507101</c:v>
                </c:pt>
                <c:pt idx="8377">
                  <c:v>158.89201943680499</c:v>
                </c:pt>
                <c:pt idx="8378">
                  <c:v>158.893084644916</c:v>
                </c:pt>
                <c:pt idx="8379">
                  <c:v>158.894149509518</c:v>
                </c:pt>
                <c:pt idx="8380">
                  <c:v>158.89521403072399</c:v>
                </c:pt>
                <c:pt idx="8381">
                  <c:v>158.89627820864899</c:v>
                </c:pt>
                <c:pt idx="8382">
                  <c:v>158.89734204340499</c:v>
                </c:pt>
                <c:pt idx="8383">
                  <c:v>158.89840553510601</c:v>
                </c:pt>
                <c:pt idx="8384">
                  <c:v>158.899468683865</c:v>
                </c:pt>
                <c:pt idx="8385">
                  <c:v>158.900531489797</c:v>
                </c:pt>
                <c:pt idx="8386">
                  <c:v>158.90159395301399</c:v>
                </c:pt>
                <c:pt idx="8387">
                  <c:v>158.90265607363</c:v>
                </c:pt>
                <c:pt idx="8388">
                  <c:v>158.90371785175699</c:v>
                </c:pt>
                <c:pt idx="8389">
                  <c:v>158.90477928751099</c:v>
                </c:pt>
                <c:pt idx="8390">
                  <c:v>158.90584038100201</c:v>
                </c:pt>
                <c:pt idx="8391">
                  <c:v>158.90690113234601</c:v>
                </c:pt>
                <c:pt idx="8392">
                  <c:v>158.907961541654</c:v>
                </c:pt>
                <c:pt idx="8393">
                  <c:v>158.90902160904</c:v>
                </c:pt>
                <c:pt idx="8394">
                  <c:v>158.91008133461699</c:v>
                </c:pt>
                <c:pt idx="8395">
                  <c:v>158.91114071849901</c:v>
                </c:pt>
                <c:pt idx="8396">
                  <c:v>158.91219976079699</c:v>
                </c:pt>
                <c:pt idx="8397">
                  <c:v>158.91325846162599</c:v>
                </c:pt>
                <c:pt idx="8398">
                  <c:v>158.914316821097</c:v>
                </c:pt>
                <c:pt idx="8399">
                  <c:v>158.91537483932501</c:v>
                </c:pt>
                <c:pt idx="8400">
                  <c:v>158.916432516421</c:v>
                </c:pt>
                <c:pt idx="8401">
                  <c:v>158.91748985249799</c:v>
                </c:pt>
                <c:pt idx="8402">
                  <c:v>158.91854684767</c:v>
                </c:pt>
                <c:pt idx="8403">
                  <c:v>158.91960350204801</c:v>
                </c:pt>
                <c:pt idx="8404">
                  <c:v>158.92065981574601</c:v>
                </c:pt>
                <c:pt idx="8405">
                  <c:v>158.92171578887601</c:v>
                </c:pt>
                <c:pt idx="8406">
                  <c:v>158.922771421551</c:v>
                </c:pt>
                <c:pt idx="8407">
                  <c:v>158.92382671388299</c:v>
                </c:pt>
                <c:pt idx="8408">
                  <c:v>158.924881665985</c:v>
                </c:pt>
                <c:pt idx="8409">
                  <c:v>158.92593627797001</c:v>
                </c:pt>
                <c:pt idx="8410">
                  <c:v>158.92699054994901</c:v>
                </c:pt>
                <c:pt idx="8411">
                  <c:v>158.92804448203501</c:v>
                </c:pt>
                <c:pt idx="8412">
                  <c:v>158.92909807434</c:v>
                </c:pt>
                <c:pt idx="8413">
                  <c:v>158.93015132697801</c:v>
                </c:pt>
                <c:pt idx="8414">
                  <c:v>158.931204240059</c:v>
                </c:pt>
                <c:pt idx="8415">
                  <c:v>158.932256813696</c:v>
                </c:pt>
                <c:pt idx="8416">
                  <c:v>158.933309048002</c:v>
                </c:pt>
                <c:pt idx="8417">
                  <c:v>158.93436094308899</c:v>
                </c:pt>
                <c:pt idx="8418">
                  <c:v>158.93541249906801</c:v>
                </c:pt>
                <c:pt idx="8419">
                  <c:v>158.936463716052</c:v>
                </c:pt>
                <c:pt idx="8420">
                  <c:v>158.93751459415299</c:v>
                </c:pt>
                <c:pt idx="8421">
                  <c:v>158.938565133482</c:v>
                </c:pt>
                <c:pt idx="8422">
                  <c:v>158.93961533415299</c:v>
                </c:pt>
                <c:pt idx="8423">
                  <c:v>158.94066519627501</c:v>
                </c:pt>
                <c:pt idx="8424">
                  <c:v>158.94171471996299</c:v>
                </c:pt>
                <c:pt idx="8425">
                  <c:v>158.94276390532599</c:v>
                </c:pt>
                <c:pt idx="8426">
                  <c:v>158.94381275247801</c:v>
                </c:pt>
                <c:pt idx="8427">
                  <c:v>158.94486126153001</c:v>
                </c:pt>
                <c:pt idx="8428">
                  <c:v>158.945909432593</c:v>
                </c:pt>
                <c:pt idx="8429">
                  <c:v>158.94695726577899</c:v>
                </c:pt>
                <c:pt idx="8430">
                  <c:v>158.94800476120099</c:v>
                </c:pt>
                <c:pt idx="8431">
                  <c:v>158.949051918968</c:v>
                </c:pt>
                <c:pt idx="8432">
                  <c:v>158.950098739194</c:v>
                </c:pt>
                <c:pt idx="8433">
                  <c:v>158.95114522198901</c:v>
                </c:pt>
                <c:pt idx="8434">
                  <c:v>158.95219136746601</c:v>
                </c:pt>
                <c:pt idx="8435">
                  <c:v>158.95323717573399</c:v>
                </c:pt>
                <c:pt idx="8436">
                  <c:v>158.95428264690699</c:v>
                </c:pt>
                <c:pt idx="8437">
                  <c:v>158.95532778109401</c:v>
                </c:pt>
                <c:pt idx="8438">
                  <c:v>158.95637257840801</c:v>
                </c:pt>
                <c:pt idx="8439">
                  <c:v>158.95741703895999</c:v>
                </c:pt>
                <c:pt idx="8440">
                  <c:v>158.958461162861</c:v>
                </c:pt>
                <c:pt idx="8441">
                  <c:v>158.959504950222</c:v>
                </c:pt>
                <c:pt idx="8442">
                  <c:v>158.960548401154</c:v>
                </c:pt>
                <c:pt idx="8443">
                  <c:v>158.96159151576899</c:v>
                </c:pt>
                <c:pt idx="8444">
                  <c:v>158.96263429417701</c:v>
                </c:pt>
                <c:pt idx="8445">
                  <c:v>158.96367673648999</c:v>
                </c:pt>
                <c:pt idx="8446">
                  <c:v>158.964718842818</c:v>
                </c:pt>
                <c:pt idx="8447">
                  <c:v>158.96576061327301</c:v>
                </c:pt>
                <c:pt idx="8448">
                  <c:v>158.96680204796499</c:v>
                </c:pt>
                <c:pt idx="8449">
                  <c:v>158.96784314700599</c:v>
                </c:pt>
                <c:pt idx="8450">
                  <c:v>158.96888391050601</c:v>
                </c:pt>
                <c:pt idx="8451">
                  <c:v>158.969924338575</c:v>
                </c:pt>
                <c:pt idx="8452">
                  <c:v>158.970964431326</c:v>
                </c:pt>
                <c:pt idx="8453">
                  <c:v>158.972004188868</c:v>
                </c:pt>
                <c:pt idx="8454">
                  <c:v>158.97304361131199</c:v>
                </c:pt>
                <c:pt idx="8455">
                  <c:v>158.974082698768</c:v>
                </c:pt>
                <c:pt idx="8456">
                  <c:v>158.975121451348</c:v>
                </c:pt>
                <c:pt idx="8457">
                  <c:v>158.97615986916199</c:v>
                </c:pt>
                <c:pt idx="8458">
                  <c:v>158.97719795232101</c:v>
                </c:pt>
                <c:pt idx="8459">
                  <c:v>158.97823570093399</c:v>
                </c:pt>
                <c:pt idx="8460">
                  <c:v>158.97927311511299</c:v>
                </c:pt>
                <c:pt idx="8461">
                  <c:v>158.98031019496801</c:v>
                </c:pt>
                <c:pt idx="8462">
                  <c:v>158.98134694060801</c:v>
                </c:pt>
                <c:pt idx="8463">
                  <c:v>158.98238335214501</c:v>
                </c:pt>
                <c:pt idx="8464">
                  <c:v>158.98341942968901</c:v>
                </c:pt>
                <c:pt idx="8465">
                  <c:v>158.98445517335</c:v>
                </c:pt>
                <c:pt idx="8466">
                  <c:v>158.985490583239</c:v>
                </c:pt>
                <c:pt idx="8467">
                  <c:v>158.98652565946401</c:v>
                </c:pt>
                <c:pt idx="8468">
                  <c:v>158.987560402138</c:v>
                </c:pt>
                <c:pt idx="8469">
                  <c:v>158.98859481136901</c:v>
                </c:pt>
                <c:pt idx="8470">
                  <c:v>158.989628887267</c:v>
                </c:pt>
                <c:pt idx="8471">
                  <c:v>158.99066262994299</c:v>
                </c:pt>
                <c:pt idx="8472">
                  <c:v>158.99169603950699</c:v>
                </c:pt>
                <c:pt idx="8473">
                  <c:v>158.992729116069</c:v>
                </c:pt>
                <c:pt idx="8474">
                  <c:v>158.99376185973799</c:v>
                </c:pt>
                <c:pt idx="8475">
                  <c:v>158.99479427062499</c:v>
                </c:pt>
                <c:pt idx="8476">
                  <c:v>158.99582634883899</c:v>
                </c:pt>
                <c:pt idx="8477">
                  <c:v>158.996858094489</c:v>
                </c:pt>
                <c:pt idx="8478">
                  <c:v>158.99788950768701</c:v>
                </c:pt>
                <c:pt idx="8479">
                  <c:v>158.99892058854101</c:v>
                </c:pt>
                <c:pt idx="8480">
                  <c:v>158.99995133716101</c:v>
                </c:pt>
                <c:pt idx="8481">
                  <c:v>159.00098175365699</c:v>
                </c:pt>
                <c:pt idx="8482">
                  <c:v>159.002011838138</c:v>
                </c:pt>
                <c:pt idx="8483">
                  <c:v>159.00304159071399</c:v>
                </c:pt>
                <c:pt idx="8484">
                  <c:v>159.004071011495</c:v>
                </c:pt>
                <c:pt idx="8485">
                  <c:v>159.005100100589</c:v>
                </c:pt>
                <c:pt idx="8486">
                  <c:v>159.00612885810699</c:v>
                </c:pt>
                <c:pt idx="8487">
                  <c:v>159.00715728415699</c:v>
                </c:pt>
                <c:pt idx="8488">
                  <c:v>159.00818537884899</c:v>
                </c:pt>
                <c:pt idx="8489">
                  <c:v>159.00921314229299</c:v>
                </c:pt>
                <c:pt idx="8490">
                  <c:v>159.01024057459799</c:v>
                </c:pt>
                <c:pt idx="8491">
                  <c:v>159.01126767587201</c:v>
                </c:pt>
                <c:pt idx="8492">
                  <c:v>159.01229444622601</c:v>
                </c:pt>
                <c:pt idx="8493">
                  <c:v>159.013320885767</c:v>
                </c:pt>
                <c:pt idx="8494">
                  <c:v>159.014346994606</c:v>
                </c:pt>
                <c:pt idx="8495">
                  <c:v>159.015372772852</c:v>
                </c:pt>
                <c:pt idx="8496">
                  <c:v>159.01639822061301</c:v>
                </c:pt>
                <c:pt idx="8497">
                  <c:v>159.01742333799899</c:v>
                </c:pt>
                <c:pt idx="8498">
                  <c:v>159.018448125118</c:v>
                </c:pt>
                <c:pt idx="8499">
                  <c:v>159.019472582079</c:v>
                </c:pt>
                <c:pt idx="8500">
                  <c:v>159.020496708992</c:v>
                </c:pt>
                <c:pt idx="8501">
                  <c:v>159.02152050596499</c:v>
                </c:pt>
                <c:pt idx="8502">
                  <c:v>159.02254397310699</c:v>
                </c:pt>
                <c:pt idx="8503">
                  <c:v>159.02356711052701</c:v>
                </c:pt>
                <c:pt idx="8504">
                  <c:v>159.02458991833399</c:v>
                </c:pt>
                <c:pt idx="8505">
                  <c:v>159.02561239663501</c:v>
                </c:pt>
                <c:pt idx="8506">
                  <c:v>159.02663454554099</c:v>
                </c:pt>
                <c:pt idx="8507">
                  <c:v>159.027656365159</c:v>
                </c:pt>
                <c:pt idx="8508">
                  <c:v>159.028677855598</c:v>
                </c:pt>
                <c:pt idx="8509">
                  <c:v>159.02969901696599</c:v>
                </c:pt>
                <c:pt idx="8510">
                  <c:v>159.03071984937301</c:v>
                </c:pt>
                <c:pt idx="8511">
                  <c:v>159.03174035292699</c:v>
                </c:pt>
                <c:pt idx="8512">
                  <c:v>159.03276052773501</c:v>
                </c:pt>
                <c:pt idx="8513">
                  <c:v>159.03378037390701</c:v>
                </c:pt>
                <c:pt idx="8514">
                  <c:v>159.03479989155099</c:v>
                </c:pt>
                <c:pt idx="8515">
                  <c:v>159.03581908077399</c:v>
                </c:pt>
                <c:pt idx="8516">
                  <c:v>159.036837941687</c:v>
                </c:pt>
                <c:pt idx="8517">
                  <c:v>159.03785647439599</c:v>
                </c:pt>
                <c:pt idx="8518">
                  <c:v>159.03887467900901</c:v>
                </c:pt>
                <c:pt idx="8519">
                  <c:v>159.03989255563599</c:v>
                </c:pt>
                <c:pt idx="8520">
                  <c:v>159.04091010438401</c:v>
                </c:pt>
                <c:pt idx="8521">
                  <c:v>159.041927325361</c:v>
                </c:pt>
                <c:pt idx="8522">
                  <c:v>159.04294421867499</c:v>
                </c:pt>
                <c:pt idx="8523">
                  <c:v>159.043960784435</c:v>
                </c:pt>
                <c:pt idx="8524">
                  <c:v>159.04497702274699</c:v>
                </c:pt>
                <c:pt idx="8525">
                  <c:v>159.04599293372101</c:v>
                </c:pt>
                <c:pt idx="8526">
                  <c:v>159.047008517465</c:v>
                </c:pt>
                <c:pt idx="8527">
                  <c:v>159.04802377408501</c:v>
                </c:pt>
                <c:pt idx="8528">
                  <c:v>159.04903870368901</c:v>
                </c:pt>
                <c:pt idx="8529">
                  <c:v>159.05005330638701</c:v>
                </c:pt>
                <c:pt idx="8530">
                  <c:v>159.05106758228399</c:v>
                </c:pt>
                <c:pt idx="8531">
                  <c:v>159.05208153148999</c:v>
                </c:pt>
                <c:pt idx="8532">
                  <c:v>159.05309515411099</c:v>
                </c:pt>
                <c:pt idx="8533">
                  <c:v>159.054108450256</c:v>
                </c:pt>
                <c:pt idx="8534">
                  <c:v>159.05512142003101</c:v>
                </c:pt>
                <c:pt idx="8535">
                  <c:v>159.05613406354499</c:v>
                </c:pt>
                <c:pt idx="8536">
                  <c:v>159.05714638090501</c:v>
                </c:pt>
                <c:pt idx="8537">
                  <c:v>159.058158372218</c:v>
                </c:pt>
                <c:pt idx="8538">
                  <c:v>159.05917003759299</c:v>
                </c:pt>
                <c:pt idx="8539">
                  <c:v>159.060181377135</c:v>
                </c:pt>
                <c:pt idx="8540">
                  <c:v>159.06119239095301</c:v>
                </c:pt>
                <c:pt idx="8541">
                  <c:v>159.06220307915399</c:v>
                </c:pt>
                <c:pt idx="8542">
                  <c:v>159.06321344184599</c:v>
                </c:pt>
                <c:pt idx="8543">
                  <c:v>159.06422347913499</c:v>
                </c:pt>
                <c:pt idx="8544">
                  <c:v>159.06523319112799</c:v>
                </c:pt>
                <c:pt idx="8545">
                  <c:v>159.06624257793399</c:v>
                </c:pt>
                <c:pt idx="8546">
                  <c:v>159.06725163965899</c:v>
                </c:pt>
                <c:pt idx="8547">
                  <c:v>159.068260376409</c:v>
                </c:pt>
                <c:pt idx="8548">
                  <c:v>159.06926878829299</c:v>
                </c:pt>
                <c:pt idx="8549">
                  <c:v>159.07027687541799</c:v>
                </c:pt>
                <c:pt idx="8550">
                  <c:v>159.07128463788899</c:v>
                </c:pt>
                <c:pt idx="8551">
                  <c:v>159.072292075815</c:v>
                </c:pt>
                <c:pt idx="8552">
                  <c:v>159.073299189301</c:v>
                </c:pt>
                <c:pt idx="8553">
                  <c:v>159.07430597845601</c:v>
                </c:pt>
                <c:pt idx="8554">
                  <c:v>159.075312443386</c:v>
                </c:pt>
                <c:pt idx="8555">
                  <c:v>159.076318584197</c:v>
                </c:pt>
                <c:pt idx="8556">
                  <c:v>159.07732440099599</c:v>
                </c:pt>
                <c:pt idx="8557">
                  <c:v>159.07832989389101</c:v>
                </c:pt>
                <c:pt idx="8558">
                  <c:v>159.07933506298701</c:v>
                </c:pt>
                <c:pt idx="8559">
                  <c:v>159.08033990839201</c:v>
                </c:pt>
                <c:pt idx="8560">
                  <c:v>159.081344430211</c:v>
                </c:pt>
                <c:pt idx="8561">
                  <c:v>159.08234862855301</c:v>
                </c:pt>
                <c:pt idx="8562">
                  <c:v>159.08335250352201</c:v>
                </c:pt>
                <c:pt idx="8563">
                  <c:v>159.084356055227</c:v>
                </c:pt>
                <c:pt idx="8564">
                  <c:v>159.08535928377199</c:v>
                </c:pt>
                <c:pt idx="8565">
                  <c:v>159.086362189265</c:v>
                </c:pt>
                <c:pt idx="8566">
                  <c:v>159.087364771811</c:v>
                </c:pt>
                <c:pt idx="8567">
                  <c:v>159.088367031518</c:v>
                </c:pt>
                <c:pt idx="8568">
                  <c:v>159.08936896849201</c:v>
                </c:pt>
                <c:pt idx="8569">
                  <c:v>159.09037058283801</c:v>
                </c:pt>
                <c:pt idx="8570">
                  <c:v>159.09137187466399</c:v>
                </c:pt>
                <c:pt idx="8571">
                  <c:v>159.09237284407399</c:v>
                </c:pt>
                <c:pt idx="8572">
                  <c:v>159.093373491177</c:v>
                </c:pt>
                <c:pt idx="8573">
                  <c:v>159.094373816076</c:v>
                </c:pt>
                <c:pt idx="8574">
                  <c:v>159.09537381888001</c:v>
                </c:pt>
                <c:pt idx="8575">
                  <c:v>159.09637349969299</c:v>
                </c:pt>
                <c:pt idx="8576">
                  <c:v>159.09737285862201</c:v>
                </c:pt>
                <c:pt idx="8577">
                  <c:v>159.098371895772</c:v>
                </c:pt>
                <c:pt idx="8578">
                  <c:v>159.09937061125001</c:v>
                </c:pt>
                <c:pt idx="8579">
                  <c:v>159.10036900516201</c:v>
                </c:pt>
                <c:pt idx="8580">
                  <c:v>159.10136707761299</c:v>
                </c:pt>
                <c:pt idx="8581">
                  <c:v>159.102364828709</c:v>
                </c:pt>
                <c:pt idx="8582">
                  <c:v>159.10336225855701</c:v>
                </c:pt>
                <c:pt idx="8583">
                  <c:v>159.104359367261</c:v>
                </c:pt>
                <c:pt idx="8584">
                  <c:v>159.10535615492699</c:v>
                </c:pt>
                <c:pt idx="8585">
                  <c:v>159.10635262166201</c:v>
                </c:pt>
                <c:pt idx="8586">
                  <c:v>159.10734876756999</c:v>
                </c:pt>
                <c:pt idx="8587">
                  <c:v>159.10834459275799</c:v>
                </c:pt>
                <c:pt idx="8588">
                  <c:v>159.109340097331</c:v>
                </c:pt>
                <c:pt idx="8589">
                  <c:v>159.11033528139399</c:v>
                </c:pt>
                <c:pt idx="8590">
                  <c:v>159.11133014505299</c:v>
                </c:pt>
                <c:pt idx="8591">
                  <c:v>159.11232468841399</c:v>
                </c:pt>
                <c:pt idx="8592">
                  <c:v>159.11331891158201</c:v>
                </c:pt>
                <c:pt idx="8593">
                  <c:v>159.11431281466099</c:v>
                </c:pt>
                <c:pt idx="8594">
                  <c:v>159.11530639775901</c:v>
                </c:pt>
                <c:pt idx="8595">
                  <c:v>159.116299660979</c:v>
                </c:pt>
                <c:pt idx="8596">
                  <c:v>159.11729260442701</c:v>
                </c:pt>
                <c:pt idx="8597">
                  <c:v>159.118285228209</c:v>
                </c:pt>
                <c:pt idx="8598">
                  <c:v>159.11927753243</c:v>
                </c:pt>
                <c:pt idx="8599">
                  <c:v>159.120269517194</c:v>
                </c:pt>
                <c:pt idx="8600">
                  <c:v>159.12126118260599</c:v>
                </c:pt>
                <c:pt idx="8601">
                  <c:v>159.122252528773</c:v>
                </c:pt>
                <c:pt idx="8602">
                  <c:v>159.12324355579901</c:v>
                </c:pt>
                <c:pt idx="8603">
                  <c:v>159.12423426378899</c:v>
                </c:pt>
                <c:pt idx="8604">
                  <c:v>159.125224652848</c:v>
                </c:pt>
                <c:pt idx="8605">
                  <c:v>159.12621472308101</c:v>
                </c:pt>
                <c:pt idx="8606">
                  <c:v>159.12720447459199</c:v>
                </c:pt>
                <c:pt idx="8607">
                  <c:v>159.128193907487</c:v>
                </c:pt>
                <c:pt idx="8608">
                  <c:v>159.129183021871</c:v>
                </c:pt>
                <c:pt idx="8609">
                  <c:v>159.13017181784801</c:v>
                </c:pt>
                <c:pt idx="8610">
                  <c:v>159.13116029552299</c:v>
                </c:pt>
                <c:pt idx="8611">
                  <c:v>159.13214845500099</c:v>
                </c:pt>
                <c:pt idx="8612">
                  <c:v>159.133136296386</c:v>
                </c:pt>
                <c:pt idx="8613">
                  <c:v>159.13412381978301</c:v>
                </c:pt>
                <c:pt idx="8614">
                  <c:v>159.13511102529699</c:v>
                </c:pt>
                <c:pt idx="8615">
                  <c:v>159.13609791303301</c:v>
                </c:pt>
                <c:pt idx="8616">
                  <c:v>159.13708448309399</c:v>
                </c:pt>
                <c:pt idx="8617">
                  <c:v>159.13807073558499</c:v>
                </c:pt>
                <c:pt idx="8618">
                  <c:v>159.13905667061101</c:v>
                </c:pt>
                <c:pt idx="8619">
                  <c:v>159.14004228827599</c:v>
                </c:pt>
                <c:pt idx="8620">
                  <c:v>159.14102758868501</c:v>
                </c:pt>
                <c:pt idx="8621">
                  <c:v>159.142012571941</c:v>
                </c:pt>
                <c:pt idx="8622">
                  <c:v>159.14299723815</c:v>
                </c:pt>
                <c:pt idx="8623">
                  <c:v>159.14398158741599</c:v>
                </c:pt>
                <c:pt idx="8624">
                  <c:v>159.144965619842</c:v>
                </c:pt>
                <c:pt idx="8625">
                  <c:v>159.145949335533</c:v>
                </c:pt>
                <c:pt idx="8626">
                  <c:v>159.14693273459301</c:v>
                </c:pt>
                <c:pt idx="8627">
                  <c:v>159.14791581712601</c:v>
                </c:pt>
                <c:pt idx="8628">
                  <c:v>159.14889858323701</c:v>
                </c:pt>
                <c:pt idx="8629">
                  <c:v>159.14988103302801</c:v>
                </c:pt>
                <c:pt idx="8630">
                  <c:v>159.150863166606</c:v>
                </c:pt>
                <c:pt idx="8631">
                  <c:v>159.15184498407299</c:v>
                </c:pt>
                <c:pt idx="8632">
                  <c:v>159.15282648553301</c:v>
                </c:pt>
                <c:pt idx="8633">
                  <c:v>159.15380767108999</c:v>
                </c:pt>
                <c:pt idx="8634">
                  <c:v>159.15478854084799</c:v>
                </c:pt>
                <c:pt idx="8635">
                  <c:v>159.15576909491199</c:v>
                </c:pt>
                <c:pt idx="8636">
                  <c:v>159.156749333384</c:v>
                </c:pt>
                <c:pt idx="8637">
                  <c:v>159.15772925636799</c:v>
                </c:pt>
                <c:pt idx="8638">
                  <c:v>159.158708863969</c:v>
                </c:pt>
                <c:pt idx="8639">
                  <c:v>159.15968815629</c:v>
                </c:pt>
                <c:pt idx="8640">
                  <c:v>159.160667133434</c:v>
                </c:pt>
                <c:pt idx="8641">
                  <c:v>159.16164579550599</c:v>
                </c:pt>
                <c:pt idx="8642">
                  <c:v>159.162624142608</c:v>
                </c:pt>
                <c:pt idx="8643">
                  <c:v>159.16360217484501</c:v>
                </c:pt>
                <c:pt idx="8644">
                  <c:v>159.16457989231901</c:v>
                </c:pt>
                <c:pt idx="8645">
                  <c:v>159.16555729513499</c:v>
                </c:pt>
                <c:pt idx="8646">
                  <c:v>159.166534383396</c:v>
                </c:pt>
                <c:pt idx="8647">
                  <c:v>159.16751115720399</c:v>
                </c:pt>
                <c:pt idx="8648">
                  <c:v>159.168487616665</c:v>
                </c:pt>
                <c:pt idx="8649">
                  <c:v>159.16946376188</c:v>
                </c:pt>
                <c:pt idx="8650">
                  <c:v>159.17043959295299</c:v>
                </c:pt>
                <c:pt idx="8651">
                  <c:v>159.171415109988</c:v>
                </c:pt>
                <c:pt idx="8652">
                  <c:v>159.17239031308699</c:v>
                </c:pt>
                <c:pt idx="8653">
                  <c:v>159.17336520235401</c:v>
                </c:pt>
                <c:pt idx="8654">
                  <c:v>159.17433977789199</c:v>
                </c:pt>
                <c:pt idx="8655">
                  <c:v>159.17531403980499</c:v>
                </c:pt>
                <c:pt idx="8656">
                  <c:v>159.17628798819399</c:v>
                </c:pt>
                <c:pt idx="8657">
                  <c:v>159.17726162316299</c:v>
                </c:pt>
                <c:pt idx="8658">
                  <c:v>159.17823494481601</c:v>
                </c:pt>
                <c:pt idx="8659">
                  <c:v>159.179207953255</c:v>
                </c:pt>
                <c:pt idx="8660">
                  <c:v>159.18018064858299</c:v>
                </c:pt>
                <c:pt idx="8661">
                  <c:v>159.181153030903</c:v>
                </c:pt>
                <c:pt idx="8662">
                  <c:v>159.18212510031799</c:v>
                </c:pt>
                <c:pt idx="8663">
                  <c:v>159.18309685693001</c:v>
                </c:pt>
                <c:pt idx="8664">
                  <c:v>159.18406830084299</c:v>
                </c:pt>
                <c:pt idx="8665">
                  <c:v>159.18503943215899</c:v>
                </c:pt>
                <c:pt idx="8666">
                  <c:v>159.18601025098101</c:v>
                </c:pt>
                <c:pt idx="8667">
                  <c:v>159.18698075741199</c:v>
                </c:pt>
                <c:pt idx="8668">
                  <c:v>159.187950951554</c:v>
                </c:pt>
                <c:pt idx="8669">
                  <c:v>159.18892083351</c:v>
                </c:pt>
                <c:pt idx="8670">
                  <c:v>159.18989040338201</c:v>
                </c:pt>
                <c:pt idx="8671">
                  <c:v>159.190859661274</c:v>
                </c:pt>
                <c:pt idx="8672">
                  <c:v>159.191828607286</c:v>
                </c:pt>
                <c:pt idx="8673">
                  <c:v>159.19279724152301</c:v>
                </c:pt>
                <c:pt idx="8674">
                  <c:v>159.19376556408599</c:v>
                </c:pt>
                <c:pt idx="8675">
                  <c:v>159.194733575078</c:v>
                </c:pt>
                <c:pt idx="8676">
                  <c:v>159.19570127460099</c:v>
                </c:pt>
                <c:pt idx="8677">
                  <c:v>159.19666866275699</c:v>
                </c:pt>
                <c:pt idx="8678">
                  <c:v>159.197635739649</c:v>
                </c:pt>
                <c:pt idx="8679">
                  <c:v>159.198602505379</c:v>
                </c:pt>
                <c:pt idx="8680">
                  <c:v>159.19956896004999</c:v>
                </c:pt>
                <c:pt idx="8681">
                  <c:v>159.200535103763</c:v>
                </c:pt>
                <c:pt idx="8682">
                  <c:v>159.20150093661999</c:v>
                </c:pt>
                <c:pt idx="8683">
                  <c:v>159.20246645872399</c:v>
                </c:pt>
                <c:pt idx="8684">
                  <c:v>159.203431670176</c:v>
                </c:pt>
                <c:pt idx="8685">
                  <c:v>159.204396571079</c:v>
                </c:pt>
                <c:pt idx="8686">
                  <c:v>159.205361161535</c:v>
                </c:pt>
                <c:pt idx="8687">
                  <c:v>159.20632544164599</c:v>
                </c:pt>
                <c:pt idx="8688">
                  <c:v>159.20728941151299</c:v>
                </c:pt>
                <c:pt idx="8689">
                  <c:v>159.208253071239</c:v>
                </c:pt>
                <c:pt idx="8690">
                  <c:v>159.209216420925</c:v>
                </c:pt>
                <c:pt idx="8691">
                  <c:v>159.210179460674</c:v>
                </c:pt>
                <c:pt idx="8692">
                  <c:v>159.211142190586</c:v>
                </c:pt>
                <c:pt idx="8693">
                  <c:v>159.21210461076399</c:v>
                </c:pt>
                <c:pt idx="8694">
                  <c:v>159.21306672131001</c:v>
                </c:pt>
                <c:pt idx="8695">
                  <c:v>159.21402852232501</c:v>
                </c:pt>
                <c:pt idx="8696">
                  <c:v>159.21499001391001</c:v>
                </c:pt>
                <c:pt idx="8697">
                  <c:v>159.21595119616799</c:v>
                </c:pt>
                <c:pt idx="8698">
                  <c:v>159.21691206919999</c:v>
                </c:pt>
                <c:pt idx="8699">
                  <c:v>159.21787263310699</c:v>
                </c:pt>
                <c:pt idx="8700">
                  <c:v>159.21883288799199</c:v>
                </c:pt>
                <c:pt idx="8701">
                  <c:v>159.21979283395501</c:v>
                </c:pt>
                <c:pt idx="8702">
                  <c:v>159.220752471097</c:v>
                </c:pt>
                <c:pt idx="8703">
                  <c:v>159.22171179952099</c:v>
                </c:pt>
                <c:pt idx="8704">
                  <c:v>159.22267081932799</c:v>
                </c:pt>
                <c:pt idx="8705">
                  <c:v>159.22362953061901</c:v>
                </c:pt>
                <c:pt idx="8706">
                  <c:v>159.224587933495</c:v>
                </c:pt>
                <c:pt idx="8707">
                  <c:v>159.22554602805701</c:v>
                </c:pt>
                <c:pt idx="8708">
                  <c:v>159.22650381440701</c:v>
                </c:pt>
                <c:pt idx="8709">
                  <c:v>159.22746129264701</c:v>
                </c:pt>
                <c:pt idx="8710">
                  <c:v>159.22841846287599</c:v>
                </c:pt>
                <c:pt idx="8711">
                  <c:v>159.229375325196</c:v>
                </c:pt>
                <c:pt idx="8712">
                  <c:v>159.23033187970901</c:v>
                </c:pt>
                <c:pt idx="8713">
                  <c:v>159.23128812651501</c:v>
                </c:pt>
                <c:pt idx="8714">
                  <c:v>159.23224406571501</c:v>
                </c:pt>
                <c:pt idx="8715">
                  <c:v>159.23319969741101</c:v>
                </c:pt>
                <c:pt idx="8716">
                  <c:v>159.234155021703</c:v>
                </c:pt>
                <c:pt idx="8717">
                  <c:v>159.235110038692</c:v>
                </c:pt>
                <c:pt idx="8718">
                  <c:v>159.23606474847901</c:v>
                </c:pt>
                <c:pt idx="8719">
                  <c:v>159.23701915116499</c:v>
                </c:pt>
                <c:pt idx="8720">
                  <c:v>159.23797324685</c:v>
                </c:pt>
                <c:pt idx="8721">
                  <c:v>159.23892703563601</c:v>
                </c:pt>
                <c:pt idx="8722">
                  <c:v>159.23988051762299</c:v>
                </c:pt>
                <c:pt idx="8723">
                  <c:v>159.24083369291199</c:v>
                </c:pt>
                <c:pt idx="8724">
                  <c:v>159.24178656160399</c:v>
                </c:pt>
                <c:pt idx="8725">
                  <c:v>159.242739123798</c:v>
                </c:pt>
                <c:pt idx="8726">
                  <c:v>159.24369137959599</c:v>
                </c:pt>
                <c:pt idx="8727">
                  <c:v>159.24464332909801</c:v>
                </c:pt>
                <c:pt idx="8728">
                  <c:v>159.245594972405</c:v>
                </c:pt>
                <c:pt idx="8729">
                  <c:v>159.246546309618</c:v>
                </c:pt>
                <c:pt idx="8730">
                  <c:v>159.24749734083599</c:v>
                </c:pt>
                <c:pt idx="8731">
                  <c:v>159.24844806615999</c:v>
                </c:pt>
                <c:pt idx="8732">
                  <c:v>159.24939848568999</c:v>
                </c:pt>
                <c:pt idx="8733">
                  <c:v>159.250348599527</c:v>
                </c:pt>
                <c:pt idx="8734">
                  <c:v>159.251298407772</c:v>
                </c:pt>
                <c:pt idx="8735">
                  <c:v>159.25224791052401</c:v>
                </c:pt>
                <c:pt idx="8736">
                  <c:v>159.25319710788301</c:v>
                </c:pt>
                <c:pt idx="8737">
                  <c:v>159.25414599995</c:v>
                </c:pt>
                <c:pt idx="8738">
                  <c:v>159.25509458682501</c:v>
                </c:pt>
                <c:pt idx="8739">
                  <c:v>159.256042868609</c:v>
                </c:pt>
                <c:pt idx="8740">
                  <c:v>159.2569908454</c:v>
                </c:pt>
                <c:pt idx="8741">
                  <c:v>159.2579385173</c:v>
                </c:pt>
                <c:pt idx="8742">
                  <c:v>159.25888588440799</c:v>
                </c:pt>
                <c:pt idx="8743">
                  <c:v>159.25983294682399</c:v>
                </c:pt>
                <c:pt idx="8744">
                  <c:v>159.260779704649</c:v>
                </c:pt>
                <c:pt idx="8745">
                  <c:v>159.261726157981</c:v>
                </c:pt>
                <c:pt idx="8746">
                  <c:v>159.26267230692201</c:v>
                </c:pt>
                <c:pt idx="8747">
                  <c:v>159.26361815157099</c:v>
                </c:pt>
                <c:pt idx="8748">
                  <c:v>159.264563692027</c:v>
                </c:pt>
                <c:pt idx="8749">
                  <c:v>159.265508928391</c:v>
                </c:pt>
                <c:pt idx="8750">
                  <c:v>159.266453860762</c:v>
                </c:pt>
                <c:pt idx="8751">
                  <c:v>159.26739848924001</c:v>
                </c:pt>
                <c:pt idx="8752">
                  <c:v>159.26834281392499</c:v>
                </c:pt>
                <c:pt idx="8753">
                  <c:v>159.26928683491599</c:v>
                </c:pt>
                <c:pt idx="8754">
                  <c:v>159.270230552313</c:v>
                </c:pt>
                <c:pt idx="8755">
                  <c:v>159.271173966215</c:v>
                </c:pt>
                <c:pt idx="8756">
                  <c:v>159.27211707672299</c:v>
                </c:pt>
                <c:pt idx="8757">
                  <c:v>159.27305988393499</c:v>
                </c:pt>
                <c:pt idx="8758">
                  <c:v>159.27400238795099</c:v>
                </c:pt>
                <c:pt idx="8759">
                  <c:v>159.27494458887</c:v>
                </c:pt>
                <c:pt idx="8760">
                  <c:v>159.27588648679199</c:v>
                </c:pt>
                <c:pt idx="8761">
                  <c:v>159.276828081817</c:v>
                </c:pt>
                <c:pt idx="8762">
                  <c:v>159.277769374043</c:v>
                </c:pt>
                <c:pt idx="8763">
                  <c:v>159.27871036356899</c:v>
                </c:pt>
                <c:pt idx="8764">
                  <c:v>159.279651050496</c:v>
                </c:pt>
                <c:pt idx="8765">
                  <c:v>159.280591434922</c:v>
                </c:pt>
                <c:pt idx="8766">
                  <c:v>159.28153151694701</c:v>
                </c:pt>
                <c:pt idx="8767">
                  <c:v>159.282471296669</c:v>
                </c:pt>
                <c:pt idx="8768">
                  <c:v>159.28341077418801</c:v>
                </c:pt>
                <c:pt idx="8769">
                  <c:v>159.28434994960301</c:v>
                </c:pt>
                <c:pt idx="8770">
                  <c:v>159.28528882301299</c:v>
                </c:pt>
                <c:pt idx="8771">
                  <c:v>159.286227394517</c:v>
                </c:pt>
                <c:pt idx="8772">
                  <c:v>159.287165664214</c:v>
                </c:pt>
                <c:pt idx="8773">
                  <c:v>159.28810363220299</c:v>
                </c:pt>
                <c:pt idx="8774">
                  <c:v>159.28904129858199</c:v>
                </c:pt>
                <c:pt idx="8775">
                  <c:v>159.28997866345199</c:v>
                </c:pt>
                <c:pt idx="8776">
                  <c:v>159.29091572690999</c:v>
                </c:pt>
                <c:pt idx="8777">
                  <c:v>159.291852489055</c:v>
                </c:pt>
                <c:pt idx="8778">
                  <c:v>159.292788949986</c:v>
                </c:pt>
                <c:pt idx="8779">
                  <c:v>159.29372510980301</c:v>
                </c:pt>
                <c:pt idx="8780">
                  <c:v>159.29466096860301</c:v>
                </c:pt>
                <c:pt idx="8781">
                  <c:v>159.29559652648501</c:v>
                </c:pt>
                <c:pt idx="8782">
                  <c:v>159.29653178354801</c:v>
                </c:pt>
                <c:pt idx="8783">
                  <c:v>159.29746673989101</c:v>
                </c:pt>
                <c:pt idx="8784">
                  <c:v>159.29840139561199</c:v>
                </c:pt>
                <c:pt idx="8785">
                  <c:v>159.29933575080901</c:v>
                </c:pt>
                <c:pt idx="8786">
                  <c:v>159.30026980558199</c:v>
                </c:pt>
                <c:pt idx="8787">
                  <c:v>159.301203560028</c:v>
                </c:pt>
                <c:pt idx="8788">
                  <c:v>159.30213701424699</c:v>
                </c:pt>
                <c:pt idx="8789">
                  <c:v>159.30307016833501</c:v>
                </c:pt>
                <c:pt idx="8790">
                  <c:v>159.304003022393</c:v>
                </c:pt>
                <c:pt idx="8791">
                  <c:v>159.30493557651801</c:v>
                </c:pt>
                <c:pt idx="8792">
                  <c:v>159.30586783080901</c:v>
                </c:pt>
                <c:pt idx="8793">
                  <c:v>159.30679978536301</c:v>
                </c:pt>
                <c:pt idx="8794">
                  <c:v>159.30773144027901</c:v>
                </c:pt>
                <c:pt idx="8795">
                  <c:v>159.30866279565601</c:v>
                </c:pt>
                <c:pt idx="8796">
                  <c:v>159.30959385158999</c:v>
                </c:pt>
                <c:pt idx="8797">
                  <c:v>159.31052460818199</c:v>
                </c:pt>
                <c:pt idx="8798">
                  <c:v>159.31145506552701</c:v>
                </c:pt>
                <c:pt idx="8799">
                  <c:v>159.31238522372601</c:v>
                </c:pt>
                <c:pt idx="8800">
                  <c:v>159.31331508287499</c:v>
                </c:pt>
                <c:pt idx="8801">
                  <c:v>159.31424464307301</c:v>
                </c:pt>
                <c:pt idx="8802">
                  <c:v>159.315173904418</c:v>
                </c:pt>
                <c:pt idx="8803">
                  <c:v>159.316102867007</c:v>
                </c:pt>
                <c:pt idx="8804">
                  <c:v>159.31703153093801</c:v>
                </c:pt>
                <c:pt idx="8805">
                  <c:v>159.31795989630999</c:v>
                </c:pt>
                <c:pt idx="8806">
                  <c:v>159.31888796321999</c:v>
                </c:pt>
                <c:pt idx="8807">
                  <c:v>159.319815731766</c:v>
                </c:pt>
                <c:pt idx="8808">
                  <c:v>159.320743202046</c:v>
                </c:pt>
                <c:pt idx="8809">
                  <c:v>159.32167037415701</c:v>
                </c:pt>
                <c:pt idx="8810">
                  <c:v>159.32259724819701</c:v>
                </c:pt>
                <c:pt idx="8811">
                  <c:v>159.32352382426399</c:v>
                </c:pt>
                <c:pt idx="8812">
                  <c:v>159.32445010245601</c:v>
                </c:pt>
                <c:pt idx="8813">
                  <c:v>159.32537608286901</c:v>
                </c:pt>
                <c:pt idx="8814">
                  <c:v>159.32630176560201</c:v>
                </c:pt>
                <c:pt idx="8815">
                  <c:v>159.32722715075201</c:v>
                </c:pt>
                <c:pt idx="8816">
                  <c:v>159.32815223841601</c:v>
                </c:pt>
                <c:pt idx="8817">
                  <c:v>159.32907702869301</c:v>
                </c:pt>
                <c:pt idx="8818">
                  <c:v>159.33000152167801</c:v>
                </c:pt>
                <c:pt idx="8819">
                  <c:v>159.33092571747099</c:v>
                </c:pt>
                <c:pt idx="8820">
                  <c:v>159.331849616168</c:v>
                </c:pt>
                <c:pt idx="8821">
                  <c:v>159.33277321786599</c:v>
                </c:pt>
                <c:pt idx="8822">
                  <c:v>159.33369652266299</c:v>
                </c:pt>
                <c:pt idx="8823">
                  <c:v>159.334619530656</c:v>
                </c:pt>
                <c:pt idx="8824">
                  <c:v>159.33554224194199</c:v>
                </c:pt>
                <c:pt idx="8825">
                  <c:v>159.336464656619</c:v>
                </c:pt>
                <c:pt idx="8826">
                  <c:v>159.337386774783</c:v>
                </c:pt>
                <c:pt idx="8827">
                  <c:v>159.33830859653199</c:v>
                </c:pt>
                <c:pt idx="8828">
                  <c:v>159.339230121962</c:v>
                </c:pt>
                <c:pt idx="8829">
                  <c:v>159.34015135117201</c:v>
                </c:pt>
                <c:pt idx="8830">
                  <c:v>159.341072284257</c:v>
                </c:pt>
                <c:pt idx="8831">
                  <c:v>159.34199292131501</c:v>
                </c:pt>
                <c:pt idx="8832">
                  <c:v>159.34291326244201</c:v>
                </c:pt>
                <c:pt idx="8833">
                  <c:v>159.34383330773599</c:v>
                </c:pt>
                <c:pt idx="8834">
                  <c:v>159.34475305729401</c:v>
                </c:pt>
                <c:pt idx="8835">
                  <c:v>159.345672511212</c:v>
                </c:pt>
                <c:pt idx="8836">
                  <c:v>159.34659166958801</c:v>
                </c:pt>
                <c:pt idx="8837">
                  <c:v>159.34751053251699</c:v>
                </c:pt>
                <c:pt idx="8838">
                  <c:v>159.34842910009701</c:v>
                </c:pt>
                <c:pt idx="8839">
                  <c:v>159.34934737242401</c:v>
                </c:pt>
                <c:pt idx="8840">
                  <c:v>159.35026534959599</c:v>
                </c:pt>
                <c:pt idx="8841">
                  <c:v>159.35118303170799</c:v>
                </c:pt>
                <c:pt idx="8842">
                  <c:v>159.35210041885799</c:v>
                </c:pt>
                <c:pt idx="8843">
                  <c:v>159.35301751114099</c:v>
                </c:pt>
                <c:pt idx="8844">
                  <c:v>159.353934308655</c:v>
                </c:pt>
                <c:pt idx="8845">
                  <c:v>159.35485081149599</c:v>
                </c:pt>
                <c:pt idx="8846">
                  <c:v>159.355767019761</c:v>
                </c:pt>
                <c:pt idx="8847">
                  <c:v>159.35668293354499</c:v>
                </c:pt>
                <c:pt idx="8848">
                  <c:v>159.357598552946</c:v>
                </c:pt>
                <c:pt idx="8849">
                  <c:v>159.358513878059</c:v>
                </c:pt>
                <c:pt idx="8850">
                  <c:v>159.35942890898201</c:v>
                </c:pt>
                <c:pt idx="8851">
                  <c:v>159.360343645809</c:v>
                </c:pt>
                <c:pt idx="8852">
                  <c:v>159.361258088639</c:v>
                </c:pt>
                <c:pt idx="8853">
                  <c:v>159.362172237566</c:v>
                </c:pt>
                <c:pt idx="8854">
                  <c:v>159.36308609268701</c:v>
                </c:pt>
                <c:pt idx="8855">
                  <c:v>159.36399965409899</c:v>
                </c:pt>
                <c:pt idx="8856">
                  <c:v>159.364912921897</c:v>
                </c:pt>
                <c:pt idx="8857">
                  <c:v>159.36582589617799</c:v>
                </c:pt>
                <c:pt idx="8858">
                  <c:v>159.36673857703701</c:v>
                </c:pt>
                <c:pt idx="8859">
                  <c:v>159.367650964571</c:v>
                </c:pt>
                <c:pt idx="8860">
                  <c:v>159.368563058875</c:v>
                </c:pt>
                <c:pt idx="8861">
                  <c:v>159.36947486004701</c:v>
                </c:pt>
                <c:pt idx="8862">
                  <c:v>159.37038636817999</c:v>
                </c:pt>
                <c:pt idx="8863">
                  <c:v>159.37129758337301</c:v>
                </c:pt>
                <c:pt idx="8864">
                  <c:v>159.37220850571899</c:v>
                </c:pt>
                <c:pt idx="8865">
                  <c:v>159.37311913531599</c:v>
                </c:pt>
                <c:pt idx="8866">
                  <c:v>159.374029472259</c:v>
                </c:pt>
                <c:pt idx="8867">
                  <c:v>159.374939516643</c:v>
                </c:pt>
                <c:pt idx="8868">
                  <c:v>159.37584926856599</c:v>
                </c:pt>
                <c:pt idx="8869">
                  <c:v>159.37675872812099</c:v>
                </c:pt>
                <c:pt idx="8870">
                  <c:v>159.37766789540601</c:v>
                </c:pt>
                <c:pt idx="8871">
                  <c:v>159.378576770515</c:v>
                </c:pt>
                <c:pt idx="8872">
                  <c:v>159.379485353544</c:v>
                </c:pt>
                <c:pt idx="8873">
                  <c:v>159.38039364458899</c:v>
                </c:pt>
                <c:pt idx="8874">
                  <c:v>159.38130164374499</c:v>
                </c:pt>
                <c:pt idx="8875">
                  <c:v>159.382209351108</c:v>
                </c:pt>
                <c:pt idx="8876">
                  <c:v>159.38311676677401</c:v>
                </c:pt>
                <c:pt idx="8877">
                  <c:v>159.384023890837</c:v>
                </c:pt>
                <c:pt idx="8878">
                  <c:v>159.38493072339401</c:v>
                </c:pt>
                <c:pt idx="8879">
                  <c:v>159.38583726453899</c:v>
                </c:pt>
                <c:pt idx="8880">
                  <c:v>159.38674351436799</c:v>
                </c:pt>
                <c:pt idx="8881">
                  <c:v>159.38764947297599</c:v>
                </c:pt>
                <c:pt idx="8882">
                  <c:v>159.388555140459</c:v>
                </c:pt>
                <c:pt idx="8883">
                  <c:v>159.38946051691201</c:v>
                </c:pt>
                <c:pt idx="8884">
                  <c:v>159.390365602429</c:v>
                </c:pt>
                <c:pt idx="8885">
                  <c:v>159.39127039710701</c:v>
                </c:pt>
                <c:pt idx="8886">
                  <c:v>159.39217490103999</c:v>
                </c:pt>
                <c:pt idx="8887">
                  <c:v>159.393079114324</c:v>
                </c:pt>
                <c:pt idx="8888">
                  <c:v>159.393983037053</c:v>
                </c:pt>
                <c:pt idx="8889">
                  <c:v>159.394886669323</c:v>
                </c:pt>
                <c:pt idx="8890">
                  <c:v>159.395790011228</c:v>
                </c:pt>
                <c:pt idx="8891">
                  <c:v>159.39669306286399</c:v>
                </c:pt>
                <c:pt idx="8892">
                  <c:v>159.397595824326</c:v>
                </c:pt>
                <c:pt idx="8893">
                  <c:v>159.39849829570801</c:v>
                </c:pt>
                <c:pt idx="8894">
                  <c:v>159.39940047710499</c:v>
                </c:pt>
                <c:pt idx="8895">
                  <c:v>159.40030236861199</c:v>
                </c:pt>
                <c:pt idx="8896">
                  <c:v>159.40120397032501</c:v>
                </c:pt>
                <c:pt idx="8897">
                  <c:v>159.402105282338</c:v>
                </c:pt>
                <c:pt idx="8898">
                  <c:v>159.40300630474499</c:v>
                </c:pt>
                <c:pt idx="8899">
                  <c:v>159.40390703764101</c:v>
                </c:pt>
                <c:pt idx="8900">
                  <c:v>159.40480748112199</c:v>
                </c:pt>
                <c:pt idx="8901">
                  <c:v>159.405707635281</c:v>
                </c:pt>
                <c:pt idx="8902">
                  <c:v>159.406607500213</c:v>
                </c:pt>
                <c:pt idx="8903">
                  <c:v>159.40750707601401</c:v>
                </c:pt>
                <c:pt idx="8904">
                  <c:v>159.40840636277699</c:v>
                </c:pt>
                <c:pt idx="8905">
                  <c:v>159.40930536059599</c:v>
                </c:pt>
                <c:pt idx="8906">
                  <c:v>159.41020406956801</c:v>
                </c:pt>
                <c:pt idx="8907">
                  <c:v>159.41110248978501</c:v>
                </c:pt>
                <c:pt idx="8908">
                  <c:v>159.412000621343</c:v>
                </c:pt>
                <c:pt idx="8909">
                  <c:v>159.412898464335</c:v>
                </c:pt>
                <c:pt idx="8910">
                  <c:v>159.413796018857</c:v>
                </c:pt>
                <c:pt idx="8911">
                  <c:v>159.41469328500199</c:v>
                </c:pt>
                <c:pt idx="8912">
                  <c:v>159.41559026286501</c:v>
                </c:pt>
                <c:pt idx="8913">
                  <c:v>159.41648695254</c:v>
                </c:pt>
                <c:pt idx="8914">
                  <c:v>159.417383354121</c:v>
                </c:pt>
                <c:pt idx="8915">
                  <c:v>159.418279467703</c:v>
                </c:pt>
                <c:pt idx="8916">
                  <c:v>159.41917529337999</c:v>
                </c:pt>
                <c:pt idx="8917">
                  <c:v>159.420070831245</c:v>
                </c:pt>
                <c:pt idx="8918">
                  <c:v>159.420966081393</c:v>
                </c:pt>
                <c:pt idx="8919">
                  <c:v>159.421861043918</c:v>
                </c:pt>
                <c:pt idx="8920">
                  <c:v>159.422755718915</c:v>
                </c:pt>
                <c:pt idx="8921">
                  <c:v>159.423650106476</c:v>
                </c:pt>
                <c:pt idx="8922">
                  <c:v>159.424544206696</c:v>
                </c:pt>
                <c:pt idx="8923">
                  <c:v>159.42543801967</c:v>
                </c:pt>
                <c:pt idx="8924">
                  <c:v>159.42633154549</c:v>
                </c:pt>
                <c:pt idx="8925">
                  <c:v>159.427224784251</c:v>
                </c:pt>
                <c:pt idx="8926">
                  <c:v>159.428117736047</c:v>
                </c:pt>
                <c:pt idx="8927">
                  <c:v>159.42901040097101</c:v>
                </c:pt>
                <c:pt idx="8928">
                  <c:v>159.42990277911699</c:v>
                </c:pt>
                <c:pt idx="8929">
                  <c:v>159.43079487057901</c:v>
                </c:pt>
                <c:pt idx="8930">
                  <c:v>159.431686675451</c:v>
                </c:pt>
                <c:pt idx="8931">
                  <c:v>159.432578193826</c:v>
                </c:pt>
                <c:pt idx="8932">
                  <c:v>159.43346942579799</c:v>
                </c:pt>
                <c:pt idx="8933">
                  <c:v>159.434360371461</c:v>
                </c:pt>
                <c:pt idx="8934">
                  <c:v>159.43525103090801</c:v>
                </c:pt>
                <c:pt idx="8935">
                  <c:v>159.43614140423301</c:v>
                </c:pt>
                <c:pt idx="8936">
                  <c:v>159.43703149152901</c:v>
                </c:pt>
                <c:pt idx="8937">
                  <c:v>159.43792129289</c:v>
                </c:pt>
                <c:pt idx="8938">
                  <c:v>159.43881080841001</c:v>
                </c:pt>
                <c:pt idx="8939">
                  <c:v>159.439700038181</c:v>
                </c:pt>
                <c:pt idx="8940">
                  <c:v>159.44058898229699</c:v>
                </c:pt>
                <c:pt idx="8941">
                  <c:v>159.44147764085099</c:v>
                </c:pt>
                <c:pt idx="8942">
                  <c:v>159.442366013937</c:v>
                </c:pt>
                <c:pt idx="8943">
                  <c:v>159.44325410164899</c:v>
                </c:pt>
                <c:pt idx="8944">
                  <c:v>159.44414190407801</c:v>
                </c:pt>
                <c:pt idx="8945">
                  <c:v>159.44502942131999</c:v>
                </c:pt>
                <c:pt idx="8946">
                  <c:v>159.44591665346601</c:v>
                </c:pt>
                <c:pt idx="8947">
                  <c:v>159.44680360061</c:v>
                </c:pt>
                <c:pt idx="8948">
                  <c:v>159.44769026284499</c:v>
                </c:pt>
                <c:pt idx="8949">
                  <c:v>159.44857664026401</c:v>
                </c:pt>
                <c:pt idx="8950">
                  <c:v>159.449462732961</c:v>
                </c:pt>
                <c:pt idx="8951">
                  <c:v>159.45034854102801</c:v>
                </c:pt>
                <c:pt idx="8952">
                  <c:v>159.45123406455801</c:v>
                </c:pt>
                <c:pt idx="8953">
                  <c:v>159.452119303644</c:v>
                </c:pt>
                <c:pt idx="8954">
                  <c:v>159.45300425837999</c:v>
                </c:pt>
                <c:pt idx="8955">
                  <c:v>159.45388892885799</c:v>
                </c:pt>
                <c:pt idx="8956">
                  <c:v>159.454773315171</c:v>
                </c:pt>
                <c:pt idx="8957">
                  <c:v>159.455657417412</c:v>
                </c:pt>
                <c:pt idx="8958">
                  <c:v>159.456541235674</c:v>
                </c:pt>
                <c:pt idx="8959">
                  <c:v>159.45742477004899</c:v>
                </c:pt>
                <c:pt idx="8960">
                  <c:v>159.45830802063</c:v>
                </c:pt>
                <c:pt idx="8961">
                  <c:v>159.45919098751</c:v>
                </c:pt>
                <c:pt idx="8962">
                  <c:v>159.46007367078201</c:v>
                </c:pt>
                <c:pt idx="8963">
                  <c:v>159.460956070539</c:v>
                </c:pt>
                <c:pt idx="8964">
                  <c:v>159.461838186872</c:v>
                </c:pt>
                <c:pt idx="8965">
                  <c:v>159.46272001987501</c:v>
                </c:pt>
                <c:pt idx="8966">
                  <c:v>159.46360156963999</c:v>
                </c:pt>
                <c:pt idx="8967">
                  <c:v>159.46448283625901</c:v>
                </c:pt>
                <c:pt idx="8968">
                  <c:v>159.465363819826</c:v>
                </c:pt>
                <c:pt idx="8969">
                  <c:v>159.46624452043301</c:v>
                </c:pt>
                <c:pt idx="8970">
                  <c:v>159.467124938171</c:v>
                </c:pt>
                <c:pt idx="8971">
                  <c:v>159.46800507313401</c:v>
                </c:pt>
                <c:pt idx="8972">
                  <c:v>159.46888492541399</c:v>
                </c:pt>
                <c:pt idx="8973">
                  <c:v>159.469764495102</c:v>
                </c:pt>
                <c:pt idx="8974">
                  <c:v>159.470643782293</c:v>
                </c:pt>
                <c:pt idx="8975">
                  <c:v>159.47152278707699</c:v>
                </c:pt>
                <c:pt idx="8976">
                  <c:v>159.47240150954701</c:v>
                </c:pt>
                <c:pt idx="8977">
                  <c:v>159.473279949795</c:v>
                </c:pt>
                <c:pt idx="8978">
                  <c:v>159.47415810791401</c:v>
                </c:pt>
                <c:pt idx="8979">
                  <c:v>159.47503598399501</c:v>
                </c:pt>
                <c:pt idx="8980">
                  <c:v>159.47591357813101</c:v>
                </c:pt>
                <c:pt idx="8981">
                  <c:v>159.47679089041401</c:v>
                </c:pt>
                <c:pt idx="8982">
                  <c:v>159.477667920935</c:v>
                </c:pt>
                <c:pt idx="8983">
                  <c:v>159.47854466978799</c:v>
                </c:pt>
                <c:pt idx="8984">
                  <c:v>159.47942113706301</c:v>
                </c:pt>
                <c:pt idx="8985">
                  <c:v>159.480297322853</c:v>
                </c:pt>
                <c:pt idx="8986">
                  <c:v>159.481173227249</c:v>
                </c:pt>
                <c:pt idx="8987">
                  <c:v>159.482048850345</c:v>
                </c:pt>
                <c:pt idx="8988">
                  <c:v>159.48292419223</c:v>
                </c:pt>
                <c:pt idx="8989">
                  <c:v>159.48379925299801</c:v>
                </c:pt>
                <c:pt idx="8990">
                  <c:v>159.48467403274</c:v>
                </c:pt>
                <c:pt idx="8991">
                  <c:v>159.48554853154801</c:v>
                </c:pt>
                <c:pt idx="8992">
                  <c:v>159.48642274951399</c:v>
                </c:pt>
                <c:pt idx="8993">
                  <c:v>159.487296686729</c:v>
                </c:pt>
                <c:pt idx="8994">
                  <c:v>159.48817034328499</c:v>
                </c:pt>
                <c:pt idx="8995">
                  <c:v>159.48904371927301</c:v>
                </c:pt>
                <c:pt idx="8996">
                  <c:v>159.489916814786</c:v>
                </c:pt>
                <c:pt idx="8997">
                  <c:v>159.49078962991501</c:v>
                </c:pt>
                <c:pt idx="8998">
                  <c:v>159.49166216475101</c:v>
                </c:pt>
                <c:pt idx="8999">
                  <c:v>159.492534419386</c:v>
                </c:pt>
                <c:pt idx="9000">
                  <c:v>159.49340639391099</c:v>
                </c:pt>
                <c:pt idx="9001">
                  <c:v>159.49427808841901</c:v>
                </c:pt>
                <c:pt idx="9002">
                  <c:v>159.495149502999</c:v>
                </c:pt>
                <c:pt idx="9003">
                  <c:v>159.49602063774401</c:v>
                </c:pt>
                <c:pt idx="9004">
                  <c:v>159.49689149274599</c:v>
                </c:pt>
                <c:pt idx="9005">
                  <c:v>159.497762068094</c:v>
                </c:pt>
                <c:pt idx="9006">
                  <c:v>159.498632363882</c:v>
                </c:pt>
                <c:pt idx="9007">
                  <c:v>159.499502380199</c:v>
                </c:pt>
                <c:pt idx="9008">
                  <c:v>159.500372117137</c:v>
                </c:pt>
                <c:pt idx="9009">
                  <c:v>159.501241574788</c:v>
                </c:pt>
                <c:pt idx="9010">
                  <c:v>159.50211075324199</c:v>
                </c:pt>
                <c:pt idx="9011">
                  <c:v>159.50297965259099</c:v>
                </c:pt>
                <c:pt idx="9012">
                  <c:v>159.50384827292601</c:v>
                </c:pt>
                <c:pt idx="9013">
                  <c:v>159.50471661433801</c:v>
                </c:pt>
                <c:pt idx="9014">
                  <c:v>159.50558467691701</c:v>
                </c:pt>
                <c:pt idx="9015">
                  <c:v>159.50645246075601</c:v>
                </c:pt>
                <c:pt idx="9016">
                  <c:v>159.50731996594499</c:v>
                </c:pt>
                <c:pt idx="9017">
                  <c:v>159.50818719257401</c:v>
                </c:pt>
                <c:pt idx="9018">
                  <c:v>159.509054140735</c:v>
                </c:pt>
                <c:pt idx="9019">
                  <c:v>159.50992081051899</c:v>
                </c:pt>
                <c:pt idx="9020">
                  <c:v>159.51078720201701</c:v>
                </c:pt>
                <c:pt idx="9021">
                  <c:v>159.511653315318</c:v>
                </c:pt>
                <c:pt idx="9022">
                  <c:v>159.512519150516</c:v>
                </c:pt>
                <c:pt idx="9023">
                  <c:v>159.513384707699</c:v>
                </c:pt>
                <c:pt idx="9024">
                  <c:v>159.51424998695799</c:v>
                </c:pt>
                <c:pt idx="9025">
                  <c:v>159.51511498838599</c:v>
                </c:pt>
                <c:pt idx="9026">
                  <c:v>159.51597971207099</c:v>
                </c:pt>
                <c:pt idx="9027">
                  <c:v>159.51684415810499</c:v>
                </c:pt>
                <c:pt idx="9028">
                  <c:v>159.517708326578</c:v>
                </c:pt>
                <c:pt idx="9029">
                  <c:v>159.51857221758101</c:v>
                </c:pt>
                <c:pt idx="9030">
                  <c:v>159.51943583120499</c:v>
                </c:pt>
                <c:pt idx="9031">
                  <c:v>159.52029916754</c:v>
                </c:pt>
                <c:pt idx="9032">
                  <c:v>159.52116222667601</c:v>
                </c:pt>
                <c:pt idx="9033">
                  <c:v>159.52202500870399</c:v>
                </c:pt>
                <c:pt idx="9034">
                  <c:v>159.52288751371401</c:v>
                </c:pt>
                <c:pt idx="9035">
                  <c:v>159.52374974179801</c:v>
                </c:pt>
                <c:pt idx="9036">
                  <c:v>159.52461169304399</c:v>
                </c:pt>
                <c:pt idx="9037">
                  <c:v>159.52547336754401</c:v>
                </c:pt>
                <c:pt idx="9038">
                  <c:v>159.52633476538699</c:v>
                </c:pt>
                <c:pt idx="9039">
                  <c:v>159.527195886665</c:v>
                </c:pt>
                <c:pt idx="9040">
                  <c:v>159.52805673146699</c:v>
                </c:pt>
                <c:pt idx="9041">
                  <c:v>159.52891729988301</c:v>
                </c:pt>
                <c:pt idx="9042">
                  <c:v>159.529777592004</c:v>
                </c:pt>
                <c:pt idx="9043">
                  <c:v>159.53063760792</c:v>
                </c:pt>
                <c:pt idx="9044">
                  <c:v>159.531497347721</c:v>
                </c:pt>
                <c:pt idx="9045">
                  <c:v>159.53235681149599</c:v>
                </c:pt>
                <c:pt idx="9046">
                  <c:v>159.53321599933699</c:v>
                </c:pt>
                <c:pt idx="9047">
                  <c:v>159.53407491133299</c:v>
                </c:pt>
                <c:pt idx="9048">
                  <c:v>159.53493354757401</c:v>
                </c:pt>
                <c:pt idx="9049">
                  <c:v>159.53579190815</c:v>
                </c:pt>
                <c:pt idx="9050">
                  <c:v>159.536649993151</c:v>
                </c:pt>
                <c:pt idx="9051">
                  <c:v>159.53750780266699</c:v>
                </c:pt>
                <c:pt idx="9052">
                  <c:v>159.538365336787</c:v>
                </c:pt>
                <c:pt idx="9053">
                  <c:v>159.53922259560201</c:v>
                </c:pt>
                <c:pt idx="9054">
                  <c:v>159.540079579202</c:v>
                </c:pt>
                <c:pt idx="9055">
                  <c:v>159.540936287676</c:v>
                </c:pt>
                <c:pt idx="9056">
                  <c:v>159.54179272111301</c:v>
                </c:pt>
                <c:pt idx="9057">
                  <c:v>159.542648879604</c:v>
                </c:pt>
                <c:pt idx="9058">
                  <c:v>159.54350476323901</c:v>
                </c:pt>
                <c:pt idx="9059">
                  <c:v>159.54436037210601</c:v>
                </c:pt>
                <c:pt idx="9060">
                  <c:v>159.54521570629601</c:v>
                </c:pt>
                <c:pt idx="9061">
                  <c:v>159.546070765899</c:v>
                </c:pt>
                <c:pt idx="9062">
                  <c:v>159.546925551003</c:v>
                </c:pt>
                <c:pt idx="9063">
                  <c:v>159.54778006169801</c:v>
                </c:pt>
                <c:pt idx="9064">
                  <c:v>159.54863429807401</c:v>
                </c:pt>
                <c:pt idx="9065">
                  <c:v>159.54948826022101</c:v>
                </c:pt>
                <c:pt idx="9066">
                  <c:v>159.55034194822699</c:v>
                </c:pt>
                <c:pt idx="9067">
                  <c:v>159.551195362182</c:v>
                </c:pt>
                <c:pt idx="9068">
                  <c:v>159.55204850217501</c:v>
                </c:pt>
                <c:pt idx="9069">
                  <c:v>159.552901368297</c:v>
                </c:pt>
                <c:pt idx="9070">
                  <c:v>159.55375396063499</c:v>
                </c:pt>
                <c:pt idx="9071">
                  <c:v>159.55460627927999</c:v>
                </c:pt>
                <c:pt idx="9072">
                  <c:v>159.55545832432099</c:v>
                </c:pt>
                <c:pt idx="9073">
                  <c:v>159.55631009584701</c:v>
                </c:pt>
                <c:pt idx="9074">
                  <c:v>159.557161593947</c:v>
                </c:pt>
                <c:pt idx="9075">
                  <c:v>159.55801281871001</c:v>
                </c:pt>
                <c:pt idx="9076">
                  <c:v>159.558863770225</c:v>
                </c:pt>
                <c:pt idx="9077">
                  <c:v>159.55971444858201</c:v>
                </c:pt>
                <c:pt idx="9078">
                  <c:v>159.56056485386901</c:v>
                </c:pt>
                <c:pt idx="9079">
                  <c:v>159.561414986177</c:v>
                </c:pt>
                <c:pt idx="9080">
                  <c:v>159.56226484559201</c:v>
                </c:pt>
                <c:pt idx="9081">
                  <c:v>159.56311443220599</c:v>
                </c:pt>
                <c:pt idx="9082">
                  <c:v>159.563963746106</c:v>
                </c:pt>
                <c:pt idx="9083">
                  <c:v>159.56481278738099</c:v>
                </c:pt>
                <c:pt idx="9084">
                  <c:v>159.565661556121</c:v>
                </c:pt>
                <c:pt idx="9085">
                  <c:v>159.566510052414</c:v>
                </c:pt>
                <c:pt idx="9086">
                  <c:v>159.56735827635001</c:v>
                </c:pt>
                <c:pt idx="9087">
                  <c:v>159.56820622801601</c:v>
                </c:pt>
                <c:pt idx="9088">
                  <c:v>159.569053907501</c:v>
                </c:pt>
                <c:pt idx="9089">
                  <c:v>159.56990131489499</c:v>
                </c:pt>
                <c:pt idx="9090">
                  <c:v>159.570748450287</c:v>
                </c:pt>
                <c:pt idx="9091">
                  <c:v>159.57159531376399</c:v>
                </c:pt>
                <c:pt idx="9092">
                  <c:v>159.57244190541499</c:v>
                </c:pt>
                <c:pt idx="9093">
                  <c:v>159.57328822532901</c:v>
                </c:pt>
                <c:pt idx="9094">
                  <c:v>159.57413427359501</c:v>
                </c:pt>
                <c:pt idx="9095">
                  <c:v>159.574980050302</c:v>
                </c:pt>
                <c:pt idx="9096">
                  <c:v>159.57582555553699</c:v>
                </c:pt>
                <c:pt idx="9097">
                  <c:v>159.576670789389</c:v>
                </c:pt>
                <c:pt idx="9098">
                  <c:v>159.577515751947</c:v>
                </c:pt>
                <c:pt idx="9099">
                  <c:v>159.57836044329801</c:v>
                </c:pt>
                <c:pt idx="9100">
                  <c:v>159.57920486353299</c:v>
                </c:pt>
                <c:pt idx="9101">
                  <c:v>159.58004901273799</c:v>
                </c:pt>
                <c:pt idx="9102">
                  <c:v>159.580892891003</c:v>
                </c:pt>
                <c:pt idx="9103">
                  <c:v>159.58173649841501</c:v>
                </c:pt>
                <c:pt idx="9104">
                  <c:v>159.582579835063</c:v>
                </c:pt>
                <c:pt idx="9105">
                  <c:v>159.58342290103499</c:v>
                </c:pt>
                <c:pt idx="9106">
                  <c:v>159.58426569641901</c:v>
                </c:pt>
                <c:pt idx="9107">
                  <c:v>159.58510822130401</c:v>
                </c:pt>
                <c:pt idx="9108">
                  <c:v>159.585950475777</c:v>
                </c:pt>
                <c:pt idx="9109">
                  <c:v>159.58679245992801</c:v>
                </c:pt>
                <c:pt idx="9110">
                  <c:v>159.58763417384301</c:v>
                </c:pt>
                <c:pt idx="9111">
                  <c:v>159.58847561761101</c:v>
                </c:pt>
                <c:pt idx="9112">
                  <c:v>159.58931679131999</c:v>
                </c:pt>
                <c:pt idx="9113">
                  <c:v>159.590157695058</c:v>
                </c:pt>
                <c:pt idx="9114">
                  <c:v>159.590998328913</c:v>
                </c:pt>
                <c:pt idx="9115">
                  <c:v>159.59183869297399</c:v>
                </c:pt>
                <c:pt idx="9116">
                  <c:v>159.592678787327</c:v>
                </c:pt>
                <c:pt idx="9117">
                  <c:v>159.59351861206099</c:v>
                </c:pt>
                <c:pt idx="9118">
                  <c:v>159.59435816726301</c:v>
                </c:pt>
                <c:pt idx="9119">
                  <c:v>159.595197453022</c:v>
                </c:pt>
                <c:pt idx="9120">
                  <c:v>159.596036469426</c:v>
                </c:pt>
                <c:pt idx="9121">
                  <c:v>159.59687521656099</c:v>
                </c:pt>
                <c:pt idx="9122">
                  <c:v>159.59771369451599</c:v>
                </c:pt>
                <c:pt idx="9123">
                  <c:v>159.59855190337899</c:v>
                </c:pt>
                <c:pt idx="9124">
                  <c:v>159.59938984323699</c:v>
                </c:pt>
                <c:pt idx="9125">
                  <c:v>159.60022751417799</c:v>
                </c:pt>
                <c:pt idx="9126">
                  <c:v>159.601064916289</c:v>
                </c:pt>
                <c:pt idx="9127">
                  <c:v>159.60190204965801</c:v>
                </c:pt>
                <c:pt idx="9128">
                  <c:v>159.60273891437299</c:v>
                </c:pt>
                <c:pt idx="9129">
                  <c:v>159.60357551052101</c:v>
                </c:pt>
                <c:pt idx="9130">
                  <c:v>159.60441183819</c:v>
                </c:pt>
                <c:pt idx="9131">
                  <c:v>159.605247897467</c:v>
                </c:pt>
                <c:pt idx="9132">
                  <c:v>159.60608368844001</c:v>
                </c:pt>
                <c:pt idx="9133">
                  <c:v>159.60691921119599</c:v>
                </c:pt>
                <c:pt idx="9134">
                  <c:v>159.60775446582201</c:v>
                </c:pt>
                <c:pt idx="9135">
                  <c:v>159.608589452405</c:v>
                </c:pt>
                <c:pt idx="9136">
                  <c:v>159.60942417103399</c:v>
                </c:pt>
                <c:pt idx="9137">
                  <c:v>159.610258621795</c:v>
                </c:pt>
                <c:pt idx="9138">
                  <c:v>159.61109280477601</c:v>
                </c:pt>
                <c:pt idx="9139">
                  <c:v>159.61192672006399</c:v>
                </c:pt>
                <c:pt idx="9140">
                  <c:v>159.61276036774601</c:v>
                </c:pt>
                <c:pt idx="9141">
                  <c:v>159.61359374790899</c:v>
                </c:pt>
                <c:pt idx="9142">
                  <c:v>159.61442686064001</c:v>
                </c:pt>
                <c:pt idx="9143">
                  <c:v>159.61525970602699</c:v>
                </c:pt>
                <c:pt idx="9144">
                  <c:v>159.61609228415699</c:v>
                </c:pt>
                <c:pt idx="9145">
                  <c:v>159.61692459511599</c:v>
                </c:pt>
                <c:pt idx="9146">
                  <c:v>159.61775663899201</c:v>
                </c:pt>
                <c:pt idx="9147">
                  <c:v>159.61858841587201</c:v>
                </c:pt>
                <c:pt idx="9148">
                  <c:v>159.61941992584201</c:v>
                </c:pt>
                <c:pt idx="9149">
                  <c:v>159.62025116898999</c:v>
                </c:pt>
                <c:pt idx="9150">
                  <c:v>159.621082145402</c:v>
                </c:pt>
                <c:pt idx="9151">
                  <c:v>159.62191285516599</c:v>
                </c:pt>
                <c:pt idx="9152">
                  <c:v>159.62274329836799</c:v>
                </c:pt>
                <c:pt idx="9153">
                  <c:v>159.62357347509499</c:v>
                </c:pt>
                <c:pt idx="9154">
                  <c:v>159.62440338543399</c:v>
                </c:pt>
                <c:pt idx="9155">
                  <c:v>159.62523302947099</c:v>
                </c:pt>
                <c:pt idx="9156">
                  <c:v>159.626062407294</c:v>
                </c:pt>
                <c:pt idx="9157">
                  <c:v>159.626891518989</c:v>
                </c:pt>
                <c:pt idx="9158">
                  <c:v>159.62772036464301</c:v>
                </c:pt>
                <c:pt idx="9159">
                  <c:v>159.62854894434199</c:v>
                </c:pt>
                <c:pt idx="9160">
                  <c:v>159.62937725817301</c:v>
                </c:pt>
                <c:pt idx="9161">
                  <c:v>159.630205306222</c:v>
                </c:pt>
                <c:pt idx="9162">
                  <c:v>159.631033088577</c:v>
                </c:pt>
                <c:pt idx="9163">
                  <c:v>159.631860605323</c:v>
                </c:pt>
                <c:pt idx="9164">
                  <c:v>159.63268785654699</c:v>
                </c:pt>
                <c:pt idx="9165">
                  <c:v>159.63351484233601</c:v>
                </c:pt>
                <c:pt idx="9166">
                  <c:v>159.634341562776</c:v>
                </c:pt>
                <c:pt idx="9167">
                  <c:v>159.63516801795399</c:v>
                </c:pt>
                <c:pt idx="9168">
                  <c:v>159.63599420795501</c:v>
                </c:pt>
                <c:pt idx="9169">
                  <c:v>159.63682013286601</c:v>
                </c:pt>
                <c:pt idx="9170">
                  <c:v>159.63764579277401</c:v>
                </c:pt>
                <c:pt idx="9171">
                  <c:v>159.63847118776499</c:v>
                </c:pt>
                <c:pt idx="9172">
                  <c:v>159.63929631792399</c:v>
                </c:pt>
                <c:pt idx="9173">
                  <c:v>159.64012118333901</c:v>
                </c:pt>
                <c:pt idx="9174">
                  <c:v>159.640945784096</c:v>
                </c:pt>
                <c:pt idx="9175">
                  <c:v>159.64177012028</c:v>
                </c:pt>
                <c:pt idx="9176">
                  <c:v>159.642594191977</c:v>
                </c:pt>
                <c:pt idx="9177">
                  <c:v>159.64341799927499</c:v>
                </c:pt>
                <c:pt idx="9178">
                  <c:v>159.64424154225901</c:v>
                </c:pt>
                <c:pt idx="9179">
                  <c:v>159.64506482101399</c:v>
                </c:pt>
                <c:pt idx="9180">
                  <c:v>159.645887835628</c:v>
                </c:pt>
                <c:pt idx="9181">
                  <c:v>159.646710586186</c:v>
                </c:pt>
                <c:pt idx="9182">
                  <c:v>159.647533072774</c:v>
                </c:pt>
                <c:pt idx="9183">
                  <c:v>159.64835529547699</c:v>
                </c:pt>
                <c:pt idx="9184">
                  <c:v>159.64917725438301</c:v>
                </c:pt>
                <c:pt idx="9185">
                  <c:v>159.649998949576</c:v>
                </c:pt>
                <c:pt idx="9186">
                  <c:v>159.65082038114301</c:v>
                </c:pt>
                <c:pt idx="9187">
                  <c:v>159.651641549169</c:v>
                </c:pt>
                <c:pt idx="9188">
                  <c:v>159.65246245374101</c:v>
                </c:pt>
                <c:pt idx="9189">
                  <c:v>159.65328309494299</c:v>
                </c:pt>
                <c:pt idx="9190">
                  <c:v>159.654103472862</c:v>
                </c:pt>
                <c:pt idx="9191">
                  <c:v>159.65492358758399</c:v>
                </c:pt>
                <c:pt idx="9192">
                  <c:v>159.655743439193</c:v>
                </c:pt>
                <c:pt idx="9193">
                  <c:v>159.656563027776</c:v>
                </c:pt>
                <c:pt idx="9194">
                  <c:v>159.657382353419</c:v>
                </c:pt>
                <c:pt idx="9195">
                  <c:v>159.658201416206</c:v>
                </c:pt>
                <c:pt idx="9196">
                  <c:v>159.65902021622401</c:v>
                </c:pt>
                <c:pt idx="9197">
                  <c:v>159.65983875355801</c:v>
                </c:pt>
                <c:pt idx="9198">
                  <c:v>159.660657028294</c:v>
                </c:pt>
                <c:pt idx="9199">
                  <c:v>159.661475040516</c:v>
                </c:pt>
                <c:pt idx="9200">
                  <c:v>159.662292790311</c:v>
                </c:pt>
                <c:pt idx="9201">
                  <c:v>159.66311027776399</c:v>
                </c:pt>
                <c:pt idx="9202">
                  <c:v>159.66392750296001</c:v>
                </c:pt>
                <c:pt idx="9203">
                  <c:v>159.664744465984</c:v>
                </c:pt>
                <c:pt idx="9204">
                  <c:v>159.665561166922</c:v>
                </c:pt>
                <c:pt idx="9205">
                  <c:v>159.66637760585999</c:v>
                </c:pt>
                <c:pt idx="9206">
                  <c:v>159.66719378288201</c:v>
                </c:pt>
                <c:pt idx="9207">
                  <c:v>159.66800969807301</c:v>
                </c:pt>
                <c:pt idx="9208">
                  <c:v>159.66882535152001</c:v>
                </c:pt>
                <c:pt idx="9209">
                  <c:v>159.66964074330701</c:v>
                </c:pt>
                <c:pt idx="9210">
                  <c:v>159.67045587351799</c:v>
                </c:pt>
                <c:pt idx="9211">
                  <c:v>159.67127074224101</c:v>
                </c:pt>
                <c:pt idx="9212">
                  <c:v>159.67208534955799</c:v>
                </c:pt>
                <c:pt idx="9213">
                  <c:v>159.672899695556</c:v>
                </c:pt>
                <c:pt idx="9214">
                  <c:v>159.67371378032001</c:v>
                </c:pt>
                <c:pt idx="9215">
                  <c:v>159.674527603934</c:v>
                </c:pt>
                <c:pt idx="9216">
                  <c:v>159.675341166484</c:v>
                </c:pt>
                <c:pt idx="9217">
                  <c:v>159.67615446805399</c:v>
                </c:pt>
                <c:pt idx="9218">
                  <c:v>159.67696750872901</c:v>
                </c:pt>
                <c:pt idx="9219">
                  <c:v>159.67778028859499</c:v>
                </c:pt>
                <c:pt idx="9220">
                  <c:v>159.67859280773601</c:v>
                </c:pt>
                <c:pt idx="9221">
                  <c:v>159.679405066237</c:v>
                </c:pt>
                <c:pt idx="9222">
                  <c:v>159.68021706418301</c:v>
                </c:pt>
                <c:pt idx="9223">
                  <c:v>159.68102880165799</c:v>
                </c:pt>
                <c:pt idx="9224">
                  <c:v>159.68184027874801</c:v>
                </c:pt>
                <c:pt idx="9225">
                  <c:v>159.68265149553599</c:v>
                </c:pt>
                <c:pt idx="9226">
                  <c:v>159.68346245210901</c:v>
                </c:pt>
                <c:pt idx="9227">
                  <c:v>159.68427314854901</c:v>
                </c:pt>
                <c:pt idx="9228">
                  <c:v>159.68508358494299</c:v>
                </c:pt>
                <c:pt idx="9229">
                  <c:v>159.68589376137399</c:v>
                </c:pt>
                <c:pt idx="9230">
                  <c:v>159.68670367792799</c:v>
                </c:pt>
                <c:pt idx="9231">
                  <c:v>159.68751333468799</c:v>
                </c:pt>
                <c:pt idx="9232">
                  <c:v>159.68832273173999</c:v>
                </c:pt>
                <c:pt idx="9233">
                  <c:v>159.689131869167</c:v>
                </c:pt>
                <c:pt idx="9234">
                  <c:v>159.68994074705401</c:v>
                </c:pt>
                <c:pt idx="9235">
                  <c:v>159.690749365486</c:v>
                </c:pt>
                <c:pt idx="9236">
                  <c:v>159.69155772454701</c:v>
                </c:pt>
                <c:pt idx="9237">
                  <c:v>159.692365824321</c:v>
                </c:pt>
                <c:pt idx="9238">
                  <c:v>159.69317366489301</c:v>
                </c:pt>
                <c:pt idx="9239">
                  <c:v>159.69398124634799</c:v>
                </c:pt>
                <c:pt idx="9240">
                  <c:v>159.69478856876799</c:v>
                </c:pt>
                <c:pt idx="9241">
                  <c:v>159.69559563223899</c:v>
                </c:pt>
                <c:pt idx="9242">
                  <c:v>159.69640243684501</c:v>
                </c:pt>
                <c:pt idx="9243">
                  <c:v>159.69720898266999</c:v>
                </c:pt>
                <c:pt idx="9244">
                  <c:v>159.69801526979799</c:v>
                </c:pt>
                <c:pt idx="9245">
                  <c:v>159.69882129831399</c:v>
                </c:pt>
                <c:pt idx="9246">
                  <c:v>159.6996270683</c:v>
                </c:pt>
                <c:pt idx="9247">
                  <c:v>159.70043257984301</c:v>
                </c:pt>
                <c:pt idx="9248">
                  <c:v>159.701237833025</c:v>
                </c:pt>
                <c:pt idx="9249">
                  <c:v>159.702042827931</c:v>
                </c:pt>
                <c:pt idx="9250">
                  <c:v>159.702847564644</c:v>
                </c:pt>
                <c:pt idx="9251">
                  <c:v>159.70365204324901</c:v>
                </c:pt>
                <c:pt idx="9252">
                  <c:v>159.704456263829</c:v>
                </c:pt>
                <c:pt idx="9253">
                  <c:v>159.70526022646899</c:v>
                </c:pt>
                <c:pt idx="9254">
                  <c:v>159.706063931253</c:v>
                </c:pt>
                <c:pt idx="9255">
                  <c:v>159.70686737826301</c:v>
                </c:pt>
                <c:pt idx="9256">
                  <c:v>159.70767056758501</c:v>
                </c:pt>
                <c:pt idx="9257">
                  <c:v>159.70847349930099</c:v>
                </c:pt>
                <c:pt idx="9258">
                  <c:v>159.70927617349599</c:v>
                </c:pt>
                <c:pt idx="9259">
                  <c:v>159.710078590254</c:v>
                </c:pt>
                <c:pt idx="9260">
                  <c:v>159.71088074965701</c:v>
                </c:pt>
                <c:pt idx="9261">
                  <c:v>159.71168265179</c:v>
                </c:pt>
                <c:pt idx="9262">
                  <c:v>159.71248429673699</c:v>
                </c:pt>
                <c:pt idx="9263">
                  <c:v>159.713285684581</c:v>
                </c:pt>
                <c:pt idx="9264">
                  <c:v>159.71408681540501</c:v>
                </c:pt>
                <c:pt idx="9265">
                  <c:v>159.71488768929399</c:v>
                </c:pt>
                <c:pt idx="9266">
                  <c:v>159.71568830633001</c:v>
                </c:pt>
                <c:pt idx="9267">
                  <c:v>159.716488666598</c:v>
                </c:pt>
                <c:pt idx="9268">
                  <c:v>159.717288770181</c:v>
                </c:pt>
                <c:pt idx="9269">
                  <c:v>159.71808861716099</c:v>
                </c:pt>
                <c:pt idx="9270">
                  <c:v>159.71888820762399</c:v>
                </c:pt>
                <c:pt idx="9271">
                  <c:v>159.71968754165101</c:v>
                </c:pt>
                <c:pt idx="9272">
                  <c:v>159.720486619327</c:v>
                </c:pt>
                <c:pt idx="9273">
                  <c:v>159.72128544073499</c:v>
                </c:pt>
                <c:pt idx="9274">
                  <c:v>159.72208400595801</c:v>
                </c:pt>
                <c:pt idx="9275">
                  <c:v>159.722882315079</c:v>
                </c:pt>
                <c:pt idx="9276">
                  <c:v>159.72368036818199</c:v>
                </c:pt>
                <c:pt idx="9277">
                  <c:v>159.72447816535001</c:v>
                </c:pt>
                <c:pt idx="9278">
                  <c:v>159.72527570666699</c:v>
                </c:pt>
                <c:pt idx="9279">
                  <c:v>159.726072992214</c:v>
                </c:pt>
                <c:pt idx="9280">
                  <c:v>159.72687002207601</c:v>
                </c:pt>
                <c:pt idx="9281">
                  <c:v>159.727666796335</c:v>
                </c:pt>
                <c:pt idx="9282">
                  <c:v>159.728463315075</c:v>
                </c:pt>
                <c:pt idx="9283">
                  <c:v>159.72925957837899</c:v>
                </c:pt>
                <c:pt idx="9284">
                  <c:v>159.73005558633</c:v>
                </c:pt>
                <c:pt idx="9285">
                  <c:v>159.73085133901</c:v>
                </c:pt>
                <c:pt idx="9286">
                  <c:v>159.73164683650401</c:v>
                </c:pt>
                <c:pt idx="9287">
                  <c:v>159.732442078893</c:v>
                </c:pt>
                <c:pt idx="9288">
                  <c:v>159.73323706625999</c:v>
                </c:pt>
                <c:pt idx="9289">
                  <c:v>159.73403179868899</c:v>
                </c:pt>
                <c:pt idx="9290">
                  <c:v>159.73482627626299</c:v>
                </c:pt>
                <c:pt idx="9291">
                  <c:v>159.735620499064</c:v>
                </c:pt>
                <c:pt idx="9292">
                  <c:v>159.736414467174</c:v>
                </c:pt>
                <c:pt idx="9293">
                  <c:v>159.73720818067801</c:v>
                </c:pt>
                <c:pt idx="9294">
                  <c:v>159.73800163965799</c:v>
                </c:pt>
                <c:pt idx="9295">
                  <c:v>159.73879484419501</c:v>
                </c:pt>
                <c:pt idx="9296">
                  <c:v>159.73958779437399</c:v>
                </c:pt>
                <c:pt idx="9297">
                  <c:v>159.74038049027601</c:v>
                </c:pt>
                <c:pt idx="9298">
                  <c:v>159.74117293198501</c:v>
                </c:pt>
                <c:pt idx="9299">
                  <c:v>159.741965119583</c:v>
                </c:pt>
                <c:pt idx="9300">
                  <c:v>159.74275705315199</c:v>
                </c:pt>
                <c:pt idx="9301">
                  <c:v>159.74354873277599</c:v>
                </c:pt>
                <c:pt idx="9302">
                  <c:v>159.744340158536</c:v>
                </c:pt>
                <c:pt idx="9303">
                  <c:v>159.74513133051499</c:v>
                </c:pt>
                <c:pt idx="9304">
                  <c:v>159.74592224879601</c:v>
                </c:pt>
                <c:pt idx="9305">
                  <c:v>159.74671291346101</c:v>
                </c:pt>
                <c:pt idx="9306">
                  <c:v>159.747503324592</c:v>
                </c:pt>
                <c:pt idx="9307">
                  <c:v>159.748293482273</c:v>
                </c:pt>
                <c:pt idx="9308">
                  <c:v>159.749083386584</c:v>
                </c:pt>
                <c:pt idx="9309">
                  <c:v>159.74987303760901</c:v>
                </c:pt>
                <c:pt idx="9310">
                  <c:v>159.75066243543</c:v>
                </c:pt>
                <c:pt idx="9311">
                  <c:v>159.75145158013001</c:v>
                </c:pt>
                <c:pt idx="9312">
                  <c:v>159.75224047179</c:v>
                </c:pt>
                <c:pt idx="9313">
                  <c:v>159.75302911049201</c:v>
                </c:pt>
                <c:pt idx="9314">
                  <c:v>159.75381749631899</c:v>
                </c:pt>
                <c:pt idx="9315">
                  <c:v>159.75460562935399</c:v>
                </c:pt>
                <c:pt idx="9316">
                  <c:v>159.75539350967699</c:v>
                </c:pt>
                <c:pt idx="9317">
                  <c:v>159.75618113737201</c:v>
                </c:pt>
                <c:pt idx="9318">
                  <c:v>159.75696851251999</c:v>
                </c:pt>
                <c:pt idx="9319">
                  <c:v>159.75775563520401</c:v>
                </c:pt>
                <c:pt idx="9320">
                  <c:v>159.75854250550501</c:v>
                </c:pt>
                <c:pt idx="9321">
                  <c:v>159.75932912350501</c:v>
                </c:pt>
                <c:pt idx="9322">
                  <c:v>159.76011548928801</c:v>
                </c:pt>
                <c:pt idx="9323">
                  <c:v>159.76090160293299</c:v>
                </c:pt>
                <c:pt idx="9324">
                  <c:v>159.76168746452399</c:v>
                </c:pt>
                <c:pt idx="9325">
                  <c:v>159.76247307414201</c:v>
                </c:pt>
                <c:pt idx="9326">
                  <c:v>159.76325843186899</c:v>
                </c:pt>
                <c:pt idx="9327">
                  <c:v>159.76404353778699</c:v>
                </c:pt>
                <c:pt idx="9328">
                  <c:v>159.76482839197701</c:v>
                </c:pt>
                <c:pt idx="9329">
                  <c:v>159.765612994522</c:v>
                </c:pt>
                <c:pt idx="9330">
                  <c:v>159.766397345504</c:v>
                </c:pt>
                <c:pt idx="9331">
                  <c:v>159.76718144500299</c:v>
                </c:pt>
                <c:pt idx="9332">
                  <c:v>159.76796529310201</c:v>
                </c:pt>
                <c:pt idx="9333">
                  <c:v>159.768748889883</c:v>
                </c:pt>
                <c:pt idx="9334">
                  <c:v>159.769532235426</c:v>
                </c:pt>
                <c:pt idx="9335">
                  <c:v>159.770315329814</c:v>
                </c:pt>
                <c:pt idx="9336">
                  <c:v>159.771098173128</c:v>
                </c:pt>
                <c:pt idx="9337">
                  <c:v>159.77188076544999</c:v>
                </c:pt>
                <c:pt idx="9338">
                  <c:v>159.77266310686201</c:v>
                </c:pt>
                <c:pt idx="9339">
                  <c:v>159.773445197444</c:v>
                </c:pt>
                <c:pt idx="9340">
                  <c:v>159.774227037278</c:v>
                </c:pt>
                <c:pt idx="9341">
                  <c:v>159.77500862644601</c:v>
                </c:pt>
                <c:pt idx="9342">
                  <c:v>159.77578996502899</c:v>
                </c:pt>
                <c:pt idx="9343">
                  <c:v>159.776571053109</c:v>
                </c:pt>
                <c:pt idx="9344">
                  <c:v>159.77735189076699</c:v>
                </c:pt>
                <c:pt idx="9345">
                  <c:v>159.77813247808299</c:v>
                </c:pt>
                <c:pt idx="9346">
                  <c:v>159.77891281514101</c:v>
                </c:pt>
                <c:pt idx="9347">
                  <c:v>159.77969290202</c:v>
                </c:pt>
                <c:pt idx="9348">
                  <c:v>159.78047273880301</c:v>
                </c:pt>
                <c:pt idx="9349">
                  <c:v>159.781252325569</c:v>
                </c:pt>
                <c:pt idx="9350">
                  <c:v>159.78203166240201</c:v>
                </c:pt>
                <c:pt idx="9351">
                  <c:v>159.78281074938101</c:v>
                </c:pt>
                <c:pt idx="9352">
                  <c:v>159.783589586587</c:v>
                </c:pt>
                <c:pt idx="9353">
                  <c:v>159.78436817410301</c:v>
                </c:pt>
                <c:pt idx="9354">
                  <c:v>159.78514651200899</c:v>
                </c:pt>
                <c:pt idx="9355">
                  <c:v>159.78592460038601</c:v>
                </c:pt>
                <c:pt idx="9356">
                  <c:v>159.78670243931501</c:v>
                </c:pt>
                <c:pt idx="9357">
                  <c:v>159.78748002887801</c:v>
                </c:pt>
                <c:pt idx="9358">
                  <c:v>159.788257369154</c:v>
                </c:pt>
                <c:pt idx="9359">
                  <c:v>159.78903446022599</c:v>
                </c:pt>
                <c:pt idx="9360">
                  <c:v>159.789811302174</c:v>
                </c:pt>
                <c:pt idx="9361">
                  <c:v>159.790587895078</c:v>
                </c:pt>
                <c:pt idx="9362">
                  <c:v>159.79136423902099</c:v>
                </c:pt>
                <c:pt idx="9363">
                  <c:v>159.79214033408201</c:v>
                </c:pt>
                <c:pt idx="9364">
                  <c:v>159.79291618034301</c:v>
                </c:pt>
                <c:pt idx="9365">
                  <c:v>159.79369177788399</c:v>
                </c:pt>
                <c:pt idx="9366">
                  <c:v>159.794467126786</c:v>
                </c:pt>
                <c:pt idx="9367">
                  <c:v>159.79524222712899</c:v>
                </c:pt>
                <c:pt idx="9368">
                  <c:v>159.79601707899599</c:v>
                </c:pt>
                <c:pt idx="9369">
                  <c:v>159.796791682465</c:v>
                </c:pt>
                <c:pt idx="9370">
                  <c:v>159.797566037618</c:v>
                </c:pt>
                <c:pt idx="9371">
                  <c:v>159.79834014453601</c:v>
                </c:pt>
                <c:pt idx="9372">
                  <c:v>159.799114003299</c:v>
                </c:pt>
                <c:pt idx="9373">
                  <c:v>159.79988761398701</c:v>
                </c:pt>
                <c:pt idx="9374">
                  <c:v>159.800660976682</c:v>
                </c:pt>
                <c:pt idx="9375">
                  <c:v>159.80143409146299</c:v>
                </c:pt>
                <c:pt idx="9376">
                  <c:v>159.802206958412</c:v>
                </c:pt>
                <c:pt idx="9377">
                  <c:v>159.802979577608</c:v>
                </c:pt>
                <c:pt idx="9378">
                  <c:v>159.80375194913199</c:v>
                </c:pt>
                <c:pt idx="9379">
                  <c:v>159.80452407306501</c:v>
                </c:pt>
                <c:pt idx="9380">
                  <c:v>159.805295949487</c:v>
                </c:pt>
                <c:pt idx="9381">
                  <c:v>159.80606757847801</c:v>
                </c:pt>
                <c:pt idx="9382">
                  <c:v>159.806838960118</c:v>
                </c:pt>
                <c:pt idx="9383">
                  <c:v>159.80761009448901</c:v>
                </c:pt>
                <c:pt idx="9384">
                  <c:v>159.80838098166899</c:v>
                </c:pt>
                <c:pt idx="9385">
                  <c:v>159.80915162174</c:v>
                </c:pt>
                <c:pt idx="9386">
                  <c:v>159.80992201478199</c:v>
                </c:pt>
                <c:pt idx="9387">
                  <c:v>159.810692160874</c:v>
                </c:pt>
                <c:pt idx="9388">
                  <c:v>159.81146206009799</c:v>
                </c:pt>
                <c:pt idx="9389">
                  <c:v>159.812231712532</c:v>
                </c:pt>
                <c:pt idx="9390">
                  <c:v>159.813001118258</c:v>
                </c:pt>
                <c:pt idx="9391">
                  <c:v>159.81377027735499</c:v>
                </c:pt>
                <c:pt idx="9392">
                  <c:v>159.814539189903</c:v>
                </c:pt>
                <c:pt idx="9393">
                  <c:v>159.81530785598301</c:v>
                </c:pt>
                <c:pt idx="9394">
                  <c:v>159.81607627567399</c:v>
                </c:pt>
                <c:pt idx="9395">
                  <c:v>159.81684444905699</c:v>
                </c:pt>
                <c:pt idx="9396">
                  <c:v>159.817612376211</c:v>
                </c:pt>
                <c:pt idx="9397">
                  <c:v>159.81838005721599</c:v>
                </c:pt>
                <c:pt idx="9398">
                  <c:v>159.81914749215201</c:v>
                </c:pt>
                <c:pt idx="9399">
                  <c:v>159.81991468109999</c:v>
                </c:pt>
                <c:pt idx="9400">
                  <c:v>159.82068162413799</c:v>
                </c:pt>
                <c:pt idx="9401">
                  <c:v>159.82144832134699</c:v>
                </c:pt>
                <c:pt idx="9402">
                  <c:v>159.822214772807</c:v>
                </c:pt>
                <c:pt idx="9403">
                  <c:v>159.82298097859601</c:v>
                </c:pt>
                <c:pt idx="9404">
                  <c:v>159.82374693879601</c:v>
                </c:pt>
                <c:pt idx="9405">
                  <c:v>159.82451265348499</c:v>
                </c:pt>
                <c:pt idx="9406">
                  <c:v>159.82527812274401</c:v>
                </c:pt>
                <c:pt idx="9407">
                  <c:v>159.826043346652</c:v>
                </c:pt>
                <c:pt idx="9408">
                  <c:v>159.826808325288</c:v>
                </c:pt>
                <c:pt idx="9409">
                  <c:v>159.82757305873301</c:v>
                </c:pt>
                <c:pt idx="9410">
                  <c:v>159.82833754706499</c:v>
                </c:pt>
                <c:pt idx="9411">
                  <c:v>159.829101790365</c:v>
                </c:pt>
                <c:pt idx="9412">
                  <c:v>159.829865788711</c:v>
                </c:pt>
                <c:pt idx="9413">
                  <c:v>159.830629542184</c:v>
                </c:pt>
                <c:pt idx="9414">
                  <c:v>159.831393050863</c:v>
                </c:pt>
                <c:pt idx="9415">
                  <c:v>159.83215631482699</c:v>
                </c:pt>
                <c:pt idx="9416">
                  <c:v>159.832919334156</c:v>
                </c:pt>
                <c:pt idx="9417">
                  <c:v>159.833682108929</c:v>
                </c:pt>
                <c:pt idx="9418">
                  <c:v>159.83444463922501</c:v>
                </c:pt>
                <c:pt idx="9419">
                  <c:v>159.83520692512499</c:v>
                </c:pt>
                <c:pt idx="9420">
                  <c:v>159.83596896670599</c:v>
                </c:pt>
                <c:pt idx="9421">
                  <c:v>159.83673076404801</c:v>
                </c:pt>
                <c:pt idx="9422">
                  <c:v>159.83749231723201</c:v>
                </c:pt>
                <c:pt idx="9423">
                  <c:v>159.83825362633499</c:v>
                </c:pt>
                <c:pt idx="9424">
                  <c:v>159.839014691437</c:v>
                </c:pt>
                <c:pt idx="9425">
                  <c:v>159.839775512617</c:v>
                </c:pt>
                <c:pt idx="9426">
                  <c:v>159.84053608995401</c:v>
                </c:pt>
                <c:pt idx="9427">
                  <c:v>159.84129642352801</c:v>
                </c:pt>
                <c:pt idx="9428">
                  <c:v>159.84205651341799</c:v>
                </c:pt>
                <c:pt idx="9429">
                  <c:v>159.842816359702</c:v>
                </c:pt>
                <c:pt idx="9430">
                  <c:v>159.84357596245999</c:v>
                </c:pt>
                <c:pt idx="9431">
                  <c:v>159.84433532177101</c:v>
                </c:pt>
                <c:pt idx="9432">
                  <c:v>159.84509443771299</c:v>
                </c:pt>
                <c:pt idx="9433">
                  <c:v>159.84585331036601</c:v>
                </c:pt>
                <c:pt idx="9434">
                  <c:v>159.84661193980801</c:v>
                </c:pt>
                <c:pt idx="9435">
                  <c:v>159.84737032611901</c:v>
                </c:pt>
                <c:pt idx="9436">
                  <c:v>159.848128469377</c:v>
                </c:pt>
                <c:pt idx="9437">
                  <c:v>159.84888636966099</c:v>
                </c:pt>
                <c:pt idx="9438">
                  <c:v>159.849644027051</c:v>
                </c:pt>
                <c:pt idx="9439">
                  <c:v>159.850401441624</c:v>
                </c:pt>
                <c:pt idx="9440">
                  <c:v>159.85115861346</c:v>
                </c:pt>
                <c:pt idx="9441">
                  <c:v>159.85191554263699</c:v>
                </c:pt>
                <c:pt idx="9442">
                  <c:v>159.852672229234</c:v>
                </c:pt>
                <c:pt idx="9443">
                  <c:v>159.85342867333</c:v>
                </c:pt>
                <c:pt idx="9444">
                  <c:v>159.854184875003</c:v>
                </c:pt>
                <c:pt idx="9445">
                  <c:v>159.85494083433301</c:v>
                </c:pt>
                <c:pt idx="9446">
                  <c:v>159.85569655139699</c:v>
                </c:pt>
                <c:pt idx="9447">
                  <c:v>159.85645202627401</c:v>
                </c:pt>
                <c:pt idx="9448">
                  <c:v>159.85720725904301</c:v>
                </c:pt>
                <c:pt idx="9449">
                  <c:v>159.85796224978199</c:v>
                </c:pt>
                <c:pt idx="9450">
                  <c:v>159.858716998571</c:v>
                </c:pt>
                <c:pt idx="9451">
                  <c:v>159.859471505486</c:v>
                </c:pt>
                <c:pt idx="9452">
                  <c:v>159.860225770608</c:v>
                </c:pt>
                <c:pt idx="9453">
                  <c:v>159.86097979401299</c:v>
                </c:pt>
                <c:pt idx="9454">
                  <c:v>159.86173357578099</c:v>
                </c:pt>
                <c:pt idx="9455">
                  <c:v>159.862487115991</c:v>
                </c:pt>
                <c:pt idx="9456">
                  <c:v>159.863240414719</c:v>
                </c:pt>
                <c:pt idx="9457">
                  <c:v>159.863993472045</c:v>
                </c:pt>
                <c:pt idx="9458">
                  <c:v>159.864746288048</c:v>
                </c:pt>
                <c:pt idx="9459">
                  <c:v>159.865498862804</c:v>
                </c:pt>
                <c:pt idx="9460">
                  <c:v>159.86625119639299</c:v>
                </c:pt>
                <c:pt idx="9461">
                  <c:v>159.86700328889299</c:v>
                </c:pt>
                <c:pt idx="9462">
                  <c:v>159.86775514038101</c:v>
                </c:pt>
                <c:pt idx="9463">
                  <c:v>159.868506750937</c:v>
                </c:pt>
                <c:pt idx="9464">
                  <c:v>159.869258120637</c:v>
                </c:pt>
                <c:pt idx="9465">
                  <c:v>159.87000924956101</c:v>
                </c:pt>
                <c:pt idx="9466">
                  <c:v>159.87076013778699</c:v>
                </c:pt>
                <c:pt idx="9467">
                  <c:v>159.87151078539199</c:v>
                </c:pt>
                <c:pt idx="9468">
                  <c:v>159.872261192454</c:v>
                </c:pt>
                <c:pt idx="9469">
                  <c:v>159.87301135905199</c:v>
                </c:pt>
                <c:pt idx="9470">
                  <c:v>159.87376128526299</c:v>
                </c:pt>
                <c:pt idx="9471">
                  <c:v>159.87451097116599</c:v>
                </c:pt>
                <c:pt idx="9472">
                  <c:v>159.87526041683799</c:v>
                </c:pt>
                <c:pt idx="9473">
                  <c:v>159.876009622357</c:v>
                </c:pt>
                <c:pt idx="9474">
                  <c:v>159.87675858780099</c:v>
                </c:pt>
                <c:pt idx="9475">
                  <c:v>159.877507313249</c:v>
                </c:pt>
                <c:pt idx="9476">
                  <c:v>159.87825579877699</c:v>
                </c:pt>
                <c:pt idx="9477">
                  <c:v>159.87900404446401</c:v>
                </c:pt>
                <c:pt idx="9478">
                  <c:v>159.879752050387</c:v>
                </c:pt>
                <c:pt idx="9479">
                  <c:v>159.880499816624</c:v>
                </c:pt>
                <c:pt idx="9480">
                  <c:v>159.88124734325399</c:v>
                </c:pt>
                <c:pt idx="9481">
                  <c:v>159.88199463035201</c:v>
                </c:pt>
                <c:pt idx="9482">
                  <c:v>159.88274167799801</c:v>
                </c:pt>
                <c:pt idx="9483">
                  <c:v>159.88348848626899</c:v>
                </c:pt>
                <c:pt idx="9484">
                  <c:v>159.88423505524199</c:v>
                </c:pt>
                <c:pt idx="9485">
                  <c:v>159.884981384995</c:v>
                </c:pt>
                <c:pt idx="9486">
                  <c:v>159.88572747560599</c:v>
                </c:pt>
                <c:pt idx="9487">
                  <c:v>159.886473327152</c:v>
                </c:pt>
                <c:pt idx="9488">
                  <c:v>159.88721893971001</c:v>
                </c:pt>
                <c:pt idx="9489">
                  <c:v>159.88796431335899</c:v>
                </c:pt>
                <c:pt idx="9490">
                  <c:v>159.88870944817501</c:v>
                </c:pt>
                <c:pt idx="9491">
                  <c:v>159.88945434423599</c:v>
                </c:pt>
                <c:pt idx="9492">
                  <c:v>159.89019900162</c:v>
                </c:pt>
                <c:pt idx="9493">
                  <c:v>159.890943420403</c:v>
                </c:pt>
                <c:pt idx="9494">
                  <c:v>159.891687600664</c:v>
                </c:pt>
                <c:pt idx="9495">
                  <c:v>159.89243154247899</c:v>
                </c:pt>
                <c:pt idx="9496">
                  <c:v>159.89317524592599</c:v>
                </c:pt>
                <c:pt idx="9497">
                  <c:v>159.89391871108199</c:v>
                </c:pt>
                <c:pt idx="9498">
                  <c:v>159.894661938024</c:v>
                </c:pt>
                <c:pt idx="9499">
                  <c:v>159.89540492683</c:v>
                </c:pt>
                <c:pt idx="9500">
                  <c:v>159.89614767757701</c:v>
                </c:pt>
                <c:pt idx="9501">
                  <c:v>159.896890190341</c:v>
                </c:pt>
                <c:pt idx="9502">
                  <c:v>159.89763246519999</c:v>
                </c:pt>
                <c:pt idx="9503">
                  <c:v>159.898374502232</c:v>
                </c:pt>
                <c:pt idx="9504">
                  <c:v>159.899116301513</c:v>
                </c:pt>
                <c:pt idx="9505">
                  <c:v>159.89985786311999</c:v>
                </c:pt>
                <c:pt idx="9506">
                  <c:v>159.90059918713101</c:v>
                </c:pt>
                <c:pt idx="9507">
                  <c:v>159.901340273622</c:v>
                </c:pt>
                <c:pt idx="9508">
                  <c:v>159.90208112267001</c:v>
                </c:pt>
                <c:pt idx="9509">
                  <c:v>159.90282173435301</c:v>
                </c:pt>
                <c:pt idx="9510">
                  <c:v>159.903562108747</c:v>
                </c:pt>
                <c:pt idx="9511">
                  <c:v>159.90430224592899</c:v>
                </c:pt>
                <c:pt idx="9512">
                  <c:v>159.90504214597601</c:v>
                </c:pt>
                <c:pt idx="9513">
                  <c:v>159.905781808965</c:v>
                </c:pt>
                <c:pt idx="9514">
                  <c:v>159.90652123497301</c:v>
                </c:pt>
                <c:pt idx="9515">
                  <c:v>159.90726042407701</c:v>
                </c:pt>
                <c:pt idx="9516">
                  <c:v>159.90799937635299</c:v>
                </c:pt>
                <c:pt idx="9517">
                  <c:v>159.90873809187801</c:v>
                </c:pt>
                <c:pt idx="9518">
                  <c:v>159.909476570729</c:v>
                </c:pt>
                <c:pt idx="9519">
                  <c:v>159.91021481298199</c:v>
                </c:pt>
                <c:pt idx="9520">
                  <c:v>159.910952818715</c:v>
                </c:pt>
                <c:pt idx="9521">
                  <c:v>159.91169058800401</c:v>
                </c:pt>
                <c:pt idx="9522">
                  <c:v>159.912428120925</c:v>
                </c:pt>
                <c:pt idx="9523">
                  <c:v>159.91316541755501</c:v>
                </c:pt>
                <c:pt idx="9524">
                  <c:v>159.91390247797099</c:v>
                </c:pt>
                <c:pt idx="9525">
                  <c:v>159.91463930225001</c:v>
                </c:pt>
                <c:pt idx="9526">
                  <c:v>159.915375890467</c:v>
                </c:pt>
                <c:pt idx="9527">
                  <c:v>159.916112242699</c:v>
                </c:pt>
                <c:pt idx="9528">
                  <c:v>159.91684835902299</c:v>
                </c:pt>
                <c:pt idx="9529">
                  <c:v>159.917584239516</c:v>
                </c:pt>
                <c:pt idx="9530">
                  <c:v>159.91831988425301</c:v>
                </c:pt>
                <c:pt idx="9531">
                  <c:v>159.919055293311</c:v>
                </c:pt>
                <c:pt idx="9532">
                  <c:v>159.91979046676599</c:v>
                </c:pt>
                <c:pt idx="9533">
                  <c:v>159.92052540469501</c:v>
                </c:pt>
                <c:pt idx="9534">
                  <c:v>159.92126010717499</c:v>
                </c:pt>
                <c:pt idx="9535">
                  <c:v>159.92199457428001</c:v>
                </c:pt>
                <c:pt idx="9536">
                  <c:v>159.922728806089</c:v>
                </c:pt>
                <c:pt idx="9537">
                  <c:v>159.923462802676</c:v>
                </c:pt>
                <c:pt idx="9538">
                  <c:v>159.92419656411801</c:v>
                </c:pt>
                <c:pt idx="9539">
                  <c:v>159.92493009049201</c:v>
                </c:pt>
                <c:pt idx="9540">
                  <c:v>159.925663381872</c:v>
                </c:pt>
                <c:pt idx="9541">
                  <c:v>159.92639643833701</c:v>
                </c:pt>
                <c:pt idx="9542">
                  <c:v>159.92712925996099</c:v>
                </c:pt>
                <c:pt idx="9543">
                  <c:v>159.927861846822</c:v>
                </c:pt>
                <c:pt idx="9544">
                  <c:v>159.92859419899401</c:v>
                </c:pt>
                <c:pt idx="9545">
                  <c:v>159.92932631655401</c:v>
                </c:pt>
                <c:pt idx="9546">
                  <c:v>159.93005819957699</c:v>
                </c:pt>
                <c:pt idx="9547">
                  <c:v>159.93078984814099</c:v>
                </c:pt>
                <c:pt idx="9548">
                  <c:v>159.93152126232101</c:v>
                </c:pt>
                <c:pt idx="9549">
                  <c:v>159.93225244219201</c:v>
                </c:pt>
                <c:pt idx="9550">
                  <c:v>159.932983387832</c:v>
                </c:pt>
                <c:pt idx="9551">
                  <c:v>159.93371409931399</c:v>
                </c:pt>
                <c:pt idx="9552">
                  <c:v>159.934444576717</c:v>
                </c:pt>
                <c:pt idx="9553">
                  <c:v>159.93517482011401</c:v>
                </c:pt>
                <c:pt idx="9554">
                  <c:v>159.935904829583</c:v>
                </c:pt>
                <c:pt idx="9555">
                  <c:v>159.936634605199</c:v>
                </c:pt>
                <c:pt idx="9556">
                  <c:v>159.93736414703699</c:v>
                </c:pt>
                <c:pt idx="9557">
                  <c:v>159.938093455174</c:v>
                </c:pt>
                <c:pt idx="9558">
                  <c:v>159.93882252968399</c:v>
                </c:pt>
                <c:pt idx="9559">
                  <c:v>159.93955137064501</c:v>
                </c:pt>
                <c:pt idx="9560">
                  <c:v>159.940279978131</c:v>
                </c:pt>
                <c:pt idx="9561">
                  <c:v>159.94100835221801</c:v>
                </c:pt>
                <c:pt idx="9562">
                  <c:v>159.94173649298199</c:v>
                </c:pt>
                <c:pt idx="9563">
                  <c:v>159.94246440049801</c:v>
                </c:pt>
                <c:pt idx="9564">
                  <c:v>159.94319207484199</c:v>
                </c:pt>
                <c:pt idx="9565">
                  <c:v>159.94391951608901</c:v>
                </c:pt>
                <c:pt idx="9566">
                  <c:v>159.94464672431499</c:v>
                </c:pt>
                <c:pt idx="9567">
                  <c:v>159.94537369959599</c:v>
                </c:pt>
                <c:pt idx="9568">
                  <c:v>159.94610044200601</c:v>
                </c:pt>
                <c:pt idx="9569">
                  <c:v>159.946826951622</c:v>
                </c:pt>
                <c:pt idx="9570">
                  <c:v>159.94755322851799</c:v>
                </c:pt>
                <c:pt idx="9571">
                  <c:v>159.94827927277001</c:v>
                </c:pt>
                <c:pt idx="9572">
                  <c:v>159.94900508445301</c:v>
                </c:pt>
                <c:pt idx="9573">
                  <c:v>159.949730663644</c:v>
                </c:pt>
                <c:pt idx="9574">
                  <c:v>159.95045601041599</c:v>
                </c:pt>
                <c:pt idx="9575">
                  <c:v>159.95118112484499</c:v>
                </c:pt>
                <c:pt idx="9576">
                  <c:v>159.95190600700701</c:v>
                </c:pt>
                <c:pt idx="9577">
                  <c:v>159.95263065697699</c:v>
                </c:pt>
                <c:pt idx="9578">
                  <c:v>159.95335507482901</c:v>
                </c:pt>
                <c:pt idx="9579">
                  <c:v>159.95407926063999</c:v>
                </c:pt>
                <c:pt idx="9580">
                  <c:v>159.954803214484</c:v>
                </c:pt>
                <c:pt idx="9581">
                  <c:v>159.955526936437</c:v>
                </c:pt>
                <c:pt idx="9582">
                  <c:v>159.95625042657301</c:v>
                </c:pt>
                <c:pt idx="9583">
                  <c:v>159.95697368496801</c:v>
                </c:pt>
                <c:pt idx="9584">
                  <c:v>159.957696711696</c:v>
                </c:pt>
                <c:pt idx="9585">
                  <c:v>159.958419506833</c:v>
                </c:pt>
                <c:pt idx="9586">
                  <c:v>159.959142070453</c:v>
                </c:pt>
                <c:pt idx="9587">
                  <c:v>159.95986440263201</c:v>
                </c:pt>
                <c:pt idx="9588">
                  <c:v>159.960586503445</c:v>
                </c:pt>
                <c:pt idx="9589">
                  <c:v>159.96130837296701</c:v>
                </c:pt>
                <c:pt idx="9590">
                  <c:v>159.962030011271</c:v>
                </c:pt>
                <c:pt idx="9591">
                  <c:v>159.96275141843401</c:v>
                </c:pt>
                <c:pt idx="9592">
                  <c:v>159.963472594531</c:v>
                </c:pt>
                <c:pt idx="9593">
                  <c:v>159.964193539635</c:v>
                </c:pt>
                <c:pt idx="9594">
                  <c:v>159.964914253822</c:v>
                </c:pt>
                <c:pt idx="9595">
                  <c:v>159.965634737166</c:v>
                </c:pt>
                <c:pt idx="9596">
                  <c:v>159.966354989743</c:v>
                </c:pt>
                <c:pt idx="9597">
                  <c:v>159.967075011627</c:v>
                </c:pt>
                <c:pt idx="9598">
                  <c:v>159.967794802892</c:v>
                </c:pt>
                <c:pt idx="9599">
                  <c:v>159.96851436361399</c:v>
                </c:pt>
                <c:pt idx="9600">
                  <c:v>159.96923369386701</c:v>
                </c:pt>
                <c:pt idx="9601">
                  <c:v>159.96995279372501</c:v>
                </c:pt>
                <c:pt idx="9602">
                  <c:v>159.970671663264</c:v>
                </c:pt>
                <c:pt idx="9603">
                  <c:v>159.97139030255801</c:v>
                </c:pt>
                <c:pt idx="9604">
                  <c:v>159.97210871168099</c:v>
                </c:pt>
                <c:pt idx="9605">
                  <c:v>159.97282689070801</c:v>
                </c:pt>
                <c:pt idx="9606">
                  <c:v>159.97354483971301</c:v>
                </c:pt>
                <c:pt idx="9607">
                  <c:v>159.97426255877201</c:v>
                </c:pt>
                <c:pt idx="9608">
                  <c:v>159.97498004795699</c:v>
                </c:pt>
                <c:pt idx="9609">
                  <c:v>159.975697307345</c:v>
                </c:pt>
                <c:pt idx="9610">
                  <c:v>159.97641433700801</c:v>
                </c:pt>
                <c:pt idx="9611">
                  <c:v>159.97713113702201</c:v>
                </c:pt>
                <c:pt idx="9612">
                  <c:v>159.977847707461</c:v>
                </c:pt>
                <c:pt idx="9613">
                  <c:v>159.97856404839999</c:v>
                </c:pt>
                <c:pt idx="9614">
                  <c:v>159.97928015991101</c:v>
                </c:pt>
                <c:pt idx="9615">
                  <c:v>159.97999604207101</c:v>
                </c:pt>
                <c:pt idx="9616">
                  <c:v>159.98071169495199</c:v>
                </c:pt>
                <c:pt idx="9617">
                  <c:v>159.98142711862999</c:v>
                </c:pt>
                <c:pt idx="9618">
                  <c:v>159.982142313179</c:v>
                </c:pt>
                <c:pt idx="9619">
                  <c:v>159.98285727867099</c:v>
                </c:pt>
                <c:pt idx="9620">
                  <c:v>159.983572015183</c:v>
                </c:pt>
                <c:pt idx="9621">
                  <c:v>159.98428652278801</c:v>
                </c:pt>
                <c:pt idx="9622">
                  <c:v>159.98500080156001</c:v>
                </c:pt>
                <c:pt idx="9623">
                  <c:v>159.985714851572</c:v>
                </c:pt>
                <c:pt idx="9624">
                  <c:v>159.98642867289999</c:v>
                </c:pt>
                <c:pt idx="9625">
                  <c:v>159.987142265617</c:v>
                </c:pt>
                <c:pt idx="9626">
                  <c:v>159.98785562979799</c:v>
                </c:pt>
                <c:pt idx="9627">
                  <c:v>159.988568765515</c:v>
                </c:pt>
                <c:pt idx="9628">
                  <c:v>159.98928167284399</c:v>
                </c:pt>
                <c:pt idx="9629">
                  <c:v>159.989994351858</c:v>
                </c:pt>
                <c:pt idx="9630">
                  <c:v>159.99070680263</c:v>
                </c:pt>
                <c:pt idx="9631">
                  <c:v>159.99141902523601</c:v>
                </c:pt>
                <c:pt idx="9632">
                  <c:v>159.992131019748</c:v>
                </c:pt>
                <c:pt idx="9633">
                  <c:v>159.99284278624</c:v>
                </c:pt>
                <c:pt idx="9634">
                  <c:v>159.993554324787</c:v>
                </c:pt>
                <c:pt idx="9635">
                  <c:v>159.994265635462</c:v>
                </c:pt>
                <c:pt idx="9636">
                  <c:v>159.99497671833899</c:v>
                </c:pt>
                <c:pt idx="9637">
                  <c:v>159.99568757349201</c:v>
                </c:pt>
                <c:pt idx="9638">
                  <c:v>159.99639820099301</c:v>
                </c:pt>
                <c:pt idx="9639">
                  <c:v>159.99710860091801</c:v>
                </c:pt>
                <c:pt idx="9640">
                  <c:v>159.99781877333899</c:v>
                </c:pt>
                <c:pt idx="9641">
                  <c:v>159.99852871833099</c:v>
                </c:pt>
                <c:pt idx="9642">
                  <c:v>159.99923843596599</c:v>
                </c:pt>
                <c:pt idx="9643">
                  <c:v>159.99994792631901</c:v>
                </c:pt>
                <c:pt idx="9644">
                  <c:v>160.000657189463</c:v>
                </c:pt>
                <c:pt idx="9645">
                  <c:v>160.001366225472</c:v>
                </c:pt>
                <c:pt idx="9646">
                  <c:v>160.002075034418</c:v>
                </c:pt>
                <c:pt idx="9647">
                  <c:v>160.00278361637601</c:v>
                </c:pt>
                <c:pt idx="9648">
                  <c:v>160.00349197141901</c:v>
                </c:pt>
                <c:pt idx="9649">
                  <c:v>160.00420009962099</c:v>
                </c:pt>
                <c:pt idx="9650">
                  <c:v>160.00490800105399</c:v>
                </c:pt>
                <c:pt idx="9651">
                  <c:v>160.005615675792</c:v>
                </c:pt>
                <c:pt idx="9652">
                  <c:v>160.006323123909</c:v>
                </c:pt>
                <c:pt idx="9653">
                  <c:v>160.007030345478</c:v>
                </c:pt>
                <c:pt idx="9654">
                  <c:v>160.00773734057299</c:v>
                </c:pt>
                <c:pt idx="9655">
                  <c:v>160.00844410926501</c:v>
                </c:pt>
                <c:pt idx="9656">
                  <c:v>160.00915065162999</c:v>
                </c:pt>
                <c:pt idx="9657">
                  <c:v>160.00985696774001</c:v>
                </c:pt>
                <c:pt idx="9658">
                  <c:v>160.01056305766701</c:v>
                </c:pt>
                <c:pt idx="9659">
                  <c:v>160.01126892148699</c:v>
                </c:pt>
                <c:pt idx="9660">
                  <c:v>160.01197455926999</c:v>
                </c:pt>
                <c:pt idx="9661">
                  <c:v>160.01267997109201</c:v>
                </c:pt>
                <c:pt idx="9662">
                  <c:v>160.013385157024</c:v>
                </c:pt>
                <c:pt idx="9663">
                  <c:v>160.014090117141</c:v>
                </c:pt>
                <c:pt idx="9664">
                  <c:v>160.01479485151401</c:v>
                </c:pt>
                <c:pt idx="9665">
                  <c:v>160.015499360218</c:v>
                </c:pt>
                <c:pt idx="9666">
                  <c:v>160.01620364332399</c:v>
                </c:pt>
                <c:pt idx="9667">
                  <c:v>160.01690770090701</c:v>
                </c:pt>
                <c:pt idx="9668">
                  <c:v>160.01761153303801</c:v>
                </c:pt>
                <c:pt idx="9669">
                  <c:v>160.01831513979201</c:v>
                </c:pt>
                <c:pt idx="9670">
                  <c:v>160.01901852124001</c:v>
                </c:pt>
                <c:pt idx="9671">
                  <c:v>160.019721677457</c:v>
                </c:pt>
                <c:pt idx="9672">
                  <c:v>160.02042460851399</c:v>
                </c:pt>
                <c:pt idx="9673">
                  <c:v>160.021127314484</c:v>
                </c:pt>
                <c:pt idx="9674">
                  <c:v>160.02182979544099</c:v>
                </c:pt>
                <c:pt idx="9675">
                  <c:v>160.02253205145701</c:v>
                </c:pt>
                <c:pt idx="9676">
                  <c:v>160.023234082605</c:v>
                </c:pt>
                <c:pt idx="9677">
                  <c:v>160.02393588895799</c:v>
                </c:pt>
                <c:pt idx="9678">
                  <c:v>160.024637470588</c:v>
                </c:pt>
                <c:pt idx="9679">
                  <c:v>160.02533882756799</c:v>
                </c:pt>
                <c:pt idx="9680">
                  <c:v>160.026039959971</c:v>
                </c:pt>
                <c:pt idx="9681">
                  <c:v>160.02674086786899</c:v>
                </c:pt>
                <c:pt idx="9682">
                  <c:v>160.02744155133601</c:v>
                </c:pt>
                <c:pt idx="9683">
                  <c:v>160.02814201044299</c:v>
                </c:pt>
                <c:pt idx="9684">
                  <c:v>160.02884224526301</c:v>
                </c:pt>
                <c:pt idx="9685">
                  <c:v>160.02954225586899</c:v>
                </c:pt>
                <c:pt idx="9686">
                  <c:v>160.03024204233401</c:v>
                </c:pt>
                <c:pt idx="9687">
                  <c:v>160.03094160472901</c:v>
                </c:pt>
                <c:pt idx="9688">
                  <c:v>160.031640943128</c:v>
                </c:pt>
                <c:pt idx="9689">
                  <c:v>160.032340057602</c:v>
                </c:pt>
                <c:pt idx="9690">
                  <c:v>160.033038948225</c:v>
                </c:pt>
                <c:pt idx="9691">
                  <c:v>160.03373761506799</c:v>
                </c:pt>
                <c:pt idx="9692">
                  <c:v>160.03443605820399</c:v>
                </c:pt>
                <c:pt idx="9693">
                  <c:v>160.03513427770599</c:v>
                </c:pt>
                <c:pt idx="9694">
                  <c:v>160.03583227364601</c:v>
                </c:pt>
                <c:pt idx="9695">
                  <c:v>160.03653004609501</c:v>
                </c:pt>
                <c:pt idx="9696">
                  <c:v>160.03722759512701</c:v>
                </c:pt>
                <c:pt idx="9697">
                  <c:v>160.037924920813</c:v>
                </c:pt>
                <c:pt idx="9698">
                  <c:v>160.03862202322699</c:v>
                </c:pt>
                <c:pt idx="9699">
                  <c:v>160.03931890243899</c:v>
                </c:pt>
                <c:pt idx="9700">
                  <c:v>160.04001555852301</c:v>
                </c:pt>
                <c:pt idx="9701">
                  <c:v>160.04071199155001</c:v>
                </c:pt>
                <c:pt idx="9702">
                  <c:v>160.04140820159199</c:v>
                </c:pt>
                <c:pt idx="9703">
                  <c:v>160.04210418872299</c:v>
                </c:pt>
                <c:pt idx="9704">
                  <c:v>160.042799953013</c:v>
                </c:pt>
                <c:pt idx="9705">
                  <c:v>160.04349549453499</c:v>
                </c:pt>
                <c:pt idx="9706">
                  <c:v>160.04419081336101</c:v>
                </c:pt>
                <c:pt idx="9707">
                  <c:v>160.044885909562</c:v>
                </c:pt>
                <c:pt idx="9708">
                  <c:v>160.04558078321199</c:v>
                </c:pt>
                <c:pt idx="9709">
                  <c:v>160.04627543438201</c:v>
                </c:pt>
                <c:pt idx="9710">
                  <c:v>160.046969863143</c:v>
                </c:pt>
                <c:pt idx="9711">
                  <c:v>160.04766406956901</c:v>
                </c:pt>
                <c:pt idx="9712">
                  <c:v>160.04835805373</c:v>
                </c:pt>
                <c:pt idx="9713">
                  <c:v>160.04905181569799</c:v>
                </c:pt>
                <c:pt idx="9714">
                  <c:v>160.049745355547</c:v>
                </c:pt>
                <c:pt idx="9715">
                  <c:v>160.05043867334601</c:v>
                </c:pt>
                <c:pt idx="9716">
                  <c:v>160.05113176916799</c:v>
                </c:pt>
                <c:pt idx="9717">
                  <c:v>160.05182464308601</c:v>
                </c:pt>
                <c:pt idx="9718">
                  <c:v>160.05251729516999</c:v>
                </c:pt>
                <c:pt idx="9719">
                  <c:v>160.053209725492</c:v>
                </c:pt>
                <c:pt idx="9720">
                  <c:v>160.05390193412501</c:v>
                </c:pt>
                <c:pt idx="9721">
                  <c:v>160.054593921139</c:v>
                </c:pt>
                <c:pt idx="9722">
                  <c:v>160.055285686606</c:v>
                </c:pt>
                <c:pt idx="9723">
                  <c:v>160.05597723059901</c:v>
                </c:pt>
                <c:pt idx="9724">
                  <c:v>160.05666855318901</c:v>
                </c:pt>
                <c:pt idx="9725">
                  <c:v>160.057359654447</c:v>
                </c:pt>
                <c:pt idx="9726">
                  <c:v>160.05805053444399</c:v>
                </c:pt>
                <c:pt idx="9727">
                  <c:v>160.05874119325301</c:v>
                </c:pt>
                <c:pt idx="9728">
                  <c:v>160.059431630945</c:v>
                </c:pt>
                <c:pt idx="9729">
                  <c:v>160.060121847592</c:v>
                </c:pt>
                <c:pt idx="9730">
                  <c:v>160.06081184326399</c:v>
                </c:pt>
                <c:pt idx="9731">
                  <c:v>160.06150161803399</c:v>
                </c:pt>
                <c:pt idx="9732">
                  <c:v>160.06219117197199</c:v>
                </c:pt>
                <c:pt idx="9733">
                  <c:v>160.06288050515101</c:v>
                </c:pt>
                <c:pt idx="9734">
                  <c:v>160.06356961764101</c:v>
                </c:pt>
                <c:pt idx="9735">
                  <c:v>160.06425850951399</c:v>
                </c:pt>
                <c:pt idx="9736">
                  <c:v>160.06494718084201</c:v>
                </c:pt>
                <c:pt idx="9737">
                  <c:v>160.06563563169499</c:v>
                </c:pt>
                <c:pt idx="9738">
                  <c:v>160.066323862145</c:v>
                </c:pt>
                <c:pt idx="9739">
                  <c:v>160.06701187226199</c:v>
                </c:pt>
                <c:pt idx="9740">
                  <c:v>160.06769966211999</c:v>
                </c:pt>
                <c:pt idx="9741">
                  <c:v>160.06838723178799</c:v>
                </c:pt>
                <c:pt idx="9742">
                  <c:v>160.06907458133699</c:v>
                </c:pt>
                <c:pt idx="9743">
                  <c:v>160.06976171084</c:v>
                </c:pt>
                <c:pt idx="9744">
                  <c:v>160.07044862036699</c:v>
                </c:pt>
                <c:pt idx="9745">
                  <c:v>160.07113530998799</c:v>
                </c:pt>
                <c:pt idx="9746">
                  <c:v>160.071821779776</c:v>
                </c:pt>
                <c:pt idx="9747">
                  <c:v>160.07250802980201</c:v>
                </c:pt>
                <c:pt idx="9748">
                  <c:v>160.07319406013599</c:v>
                </c:pt>
                <c:pt idx="9749">
                  <c:v>160.073879870849</c:v>
                </c:pt>
                <c:pt idx="9750">
                  <c:v>160.074565462012</c:v>
                </c:pt>
                <c:pt idx="9751">
                  <c:v>160.075250833697</c:v>
                </c:pt>
                <c:pt idx="9752">
                  <c:v>160.07593598597501</c:v>
                </c:pt>
                <c:pt idx="9753">
                  <c:v>160.07662091891501</c:v>
                </c:pt>
                <c:pt idx="9754">
                  <c:v>160.07730563259</c:v>
                </c:pt>
                <c:pt idx="9755">
                  <c:v>160.07799012707</c:v>
                </c:pt>
                <c:pt idx="9756">
                  <c:v>160.078674402426</c:v>
                </c:pt>
                <c:pt idx="9757">
                  <c:v>160.079358458728</c:v>
                </c:pt>
                <c:pt idx="9758">
                  <c:v>160.08004229604899</c:v>
                </c:pt>
                <c:pt idx="9759">
                  <c:v>160.08072591445699</c:v>
                </c:pt>
                <c:pt idx="9760">
                  <c:v>160.081409314024</c:v>
                </c:pt>
                <c:pt idx="9761">
                  <c:v>160.08209249482201</c:v>
                </c:pt>
                <c:pt idx="9762">
                  <c:v>160.08277545691999</c:v>
                </c:pt>
                <c:pt idx="9763">
                  <c:v>160.083458200389</c:v>
                </c:pt>
                <c:pt idx="9764">
                  <c:v>160.08414072529999</c:v>
                </c:pt>
                <c:pt idx="9765">
                  <c:v>160.084823031724</c:v>
                </c:pt>
                <c:pt idx="9766">
                  <c:v>160.08550511973101</c:v>
                </c:pt>
                <c:pt idx="9767">
                  <c:v>160.08618698939199</c:v>
                </c:pt>
                <c:pt idx="9768">
                  <c:v>160.086868640777</c:v>
                </c:pt>
                <c:pt idx="9769">
                  <c:v>160.087550073957</c:v>
                </c:pt>
                <c:pt idx="9770">
                  <c:v>160.08823128900201</c:v>
                </c:pt>
                <c:pt idx="9771">
                  <c:v>160.08891228598401</c:v>
                </c:pt>
                <c:pt idx="9772">
                  <c:v>160.08959306497101</c:v>
                </c:pt>
                <c:pt idx="9773">
                  <c:v>160.09027362603601</c:v>
                </c:pt>
                <c:pt idx="9774">
                  <c:v>160.09095396924801</c:v>
                </c:pt>
                <c:pt idx="9775">
                  <c:v>160.091634094678</c:v>
                </c:pt>
                <c:pt idx="9776">
                  <c:v>160.09231400239599</c:v>
                </c:pt>
                <c:pt idx="9777">
                  <c:v>160.09299369247199</c:v>
                </c:pt>
                <c:pt idx="9778">
                  <c:v>160.09367316497699</c:v>
                </c:pt>
                <c:pt idx="9779">
                  <c:v>160.09435241998199</c:v>
                </c:pt>
                <c:pt idx="9780">
                  <c:v>160.09503145755599</c:v>
                </c:pt>
                <c:pt idx="9781">
                  <c:v>160.095710277769</c:v>
                </c:pt>
                <c:pt idx="9782">
                  <c:v>160.09638888069199</c:v>
                </c:pt>
                <c:pt idx="9783">
                  <c:v>160.09706726639601</c:v>
                </c:pt>
                <c:pt idx="9784">
                  <c:v>160.09774543495001</c:v>
                </c:pt>
                <c:pt idx="9785">
                  <c:v>160.098423386425</c:v>
                </c:pt>
                <c:pt idx="9786">
                  <c:v>160.09910112089</c:v>
                </c:pt>
                <c:pt idx="9787">
                  <c:v>160.09977863841601</c:v>
                </c:pt>
                <c:pt idx="9788">
                  <c:v>160.10045593907299</c:v>
                </c:pt>
                <c:pt idx="9789">
                  <c:v>160.10113302293101</c:v>
                </c:pt>
                <c:pt idx="9790">
                  <c:v>160.10180989006</c:v>
                </c:pt>
                <c:pt idx="9791">
                  <c:v>160.102486540531</c:v>
                </c:pt>
                <c:pt idx="9792">
                  <c:v>160.10316297441199</c:v>
                </c:pt>
                <c:pt idx="9793">
                  <c:v>160.103839191774</c:v>
                </c:pt>
                <c:pt idx="9794">
                  <c:v>160.10451519268801</c:v>
                </c:pt>
                <c:pt idx="9795">
                  <c:v>160.105190977223</c:v>
                </c:pt>
                <c:pt idx="9796">
                  <c:v>160.10586654544801</c:v>
                </c:pt>
                <c:pt idx="9797">
                  <c:v>160.10654189743499</c:v>
                </c:pt>
                <c:pt idx="9798">
                  <c:v>160.107217033252</c:v>
                </c:pt>
                <c:pt idx="9799">
                  <c:v>160.10789195296999</c:v>
                </c:pt>
                <c:pt idx="9800">
                  <c:v>160.10856665665801</c:v>
                </c:pt>
                <c:pt idx="9801">
                  <c:v>160.109241144386</c:v>
                </c:pt>
                <c:pt idx="9802">
                  <c:v>160.10991541622499</c:v>
                </c:pt>
                <c:pt idx="9803">
                  <c:v>160.11058947224299</c:v>
                </c:pt>
                <c:pt idx="9804">
                  <c:v>160.11126331251</c:v>
                </c:pt>
                <c:pt idx="9805">
                  <c:v>160.111936937097</c:v>
                </c:pt>
                <c:pt idx="9806">
                  <c:v>160.11261034607199</c:v>
                </c:pt>
                <c:pt idx="9807">
                  <c:v>160.11328353950699</c:v>
                </c:pt>
                <c:pt idx="9808">
                  <c:v>160.11395651746901</c:v>
                </c:pt>
                <c:pt idx="9809">
                  <c:v>160.11462928002899</c:v>
                </c:pt>
                <c:pt idx="9810">
                  <c:v>160.11530182725701</c:v>
                </c:pt>
                <c:pt idx="9811">
                  <c:v>160.115974159221</c:v>
                </c:pt>
                <c:pt idx="9812">
                  <c:v>160.116646275992</c:v>
                </c:pt>
                <c:pt idx="9813">
                  <c:v>160.11731817763899</c:v>
                </c:pt>
                <c:pt idx="9814">
                  <c:v>160.11798986423199</c:v>
                </c:pt>
                <c:pt idx="9815">
                  <c:v>160.11866133583899</c:v>
                </c:pt>
                <c:pt idx="9816">
                  <c:v>160.11933259253101</c:v>
                </c:pt>
                <c:pt idx="9817">
                  <c:v>160.12000363437701</c:v>
                </c:pt>
                <c:pt idx="9818">
                  <c:v>160.12067446144599</c:v>
                </c:pt>
                <c:pt idx="9819">
                  <c:v>160.12134507380799</c:v>
                </c:pt>
                <c:pt idx="9820">
                  <c:v>160.12201547153199</c:v>
                </c:pt>
                <c:pt idx="9821">
                  <c:v>160.12268565468801</c:v>
                </c:pt>
                <c:pt idx="9822">
                  <c:v>160.123355623344</c:v>
                </c:pt>
                <c:pt idx="9823">
                  <c:v>160.12402537757001</c:v>
                </c:pt>
                <c:pt idx="9824">
                  <c:v>160.12469491743499</c:v>
                </c:pt>
                <c:pt idx="9825">
                  <c:v>160.12536424300899</c:v>
                </c:pt>
                <c:pt idx="9826">
                  <c:v>160.126033354361</c:v>
                </c:pt>
                <c:pt idx="9827">
                  <c:v>160.12670225156</c:v>
                </c:pt>
                <c:pt idx="9828">
                  <c:v>160.12737093467501</c:v>
                </c:pt>
                <c:pt idx="9829">
                  <c:v>160.12803940377501</c:v>
                </c:pt>
                <c:pt idx="9830">
                  <c:v>160.12870765892899</c:v>
                </c:pt>
                <c:pt idx="9831">
                  <c:v>160.12937570020799</c:v>
                </c:pt>
                <c:pt idx="9832">
                  <c:v>160.130043527678</c:v>
                </c:pt>
                <c:pt idx="9833">
                  <c:v>160.13071114141101</c:v>
                </c:pt>
                <c:pt idx="9834">
                  <c:v>160.13137854147399</c:v>
                </c:pt>
                <c:pt idx="9835">
                  <c:v>160.132045727937</c:v>
                </c:pt>
                <c:pt idx="9836">
                  <c:v>160.13271270086901</c:v>
                </c:pt>
                <c:pt idx="9837">
                  <c:v>160.13337946033801</c:v>
                </c:pt>
                <c:pt idx="9838">
                  <c:v>160.134046006414</c:v>
                </c:pt>
                <c:pt idx="9839">
                  <c:v>160.13471233916599</c:v>
                </c:pt>
                <c:pt idx="9840">
                  <c:v>160.13537845866199</c:v>
                </c:pt>
                <c:pt idx="9841">
                  <c:v>160.13604436497101</c:v>
                </c:pt>
                <c:pt idx="9842">
                  <c:v>160.136710058163</c:v>
                </c:pt>
                <c:pt idx="9843">
                  <c:v>160.137375538306</c:v>
                </c:pt>
                <c:pt idx="9844">
                  <c:v>160.13804080546899</c:v>
                </c:pt>
                <c:pt idx="9845">
                  <c:v>160.13870585972001</c:v>
                </c:pt>
                <c:pt idx="9846">
                  <c:v>160.139370701129</c:v>
                </c:pt>
                <c:pt idx="9847">
                  <c:v>160.140035329764</c:v>
                </c:pt>
                <c:pt idx="9848">
                  <c:v>160.14069974569401</c:v>
                </c:pt>
                <c:pt idx="9849">
                  <c:v>160.14136394898799</c:v>
                </c:pt>
                <c:pt idx="9850">
                  <c:v>160.14202793971401</c:v>
                </c:pt>
                <c:pt idx="9851">
                  <c:v>160.14269171794001</c:v>
                </c:pt>
                <c:pt idx="9852">
                  <c:v>160.14335528373701</c:v>
                </c:pt>
                <c:pt idx="9853">
                  <c:v>160.144018637171</c:v>
                </c:pt>
                <c:pt idx="9854">
                  <c:v>160.14468177831199</c:v>
                </c:pt>
                <c:pt idx="9855">
                  <c:v>160.14534470722899</c:v>
                </c:pt>
                <c:pt idx="9856">
                  <c:v>160.14600742399</c:v>
                </c:pt>
                <c:pt idx="9857">
                  <c:v>160.14666992866199</c:v>
                </c:pt>
                <c:pt idx="9858">
                  <c:v>160.14733222131599</c:v>
                </c:pt>
                <c:pt idx="9859">
                  <c:v>160.14799430201899</c:v>
                </c:pt>
                <c:pt idx="9860">
                  <c:v>160.14865617084001</c:v>
                </c:pt>
                <c:pt idx="9861">
                  <c:v>160.149317827847</c:v>
                </c:pt>
                <c:pt idx="9862">
                  <c:v>160.14997927310799</c:v>
                </c:pt>
                <c:pt idx="9863">
                  <c:v>160.15064050669301</c:v>
                </c:pt>
                <c:pt idx="9864">
                  <c:v>160.15130152866899</c:v>
                </c:pt>
                <c:pt idx="9865">
                  <c:v>160.15196233910399</c:v>
                </c:pt>
                <c:pt idx="9866">
                  <c:v>160.15262293806799</c:v>
                </c:pt>
                <c:pt idx="9867">
                  <c:v>160.153283325627</c:v>
                </c:pt>
                <c:pt idx="9868">
                  <c:v>160.15394350185201</c:v>
                </c:pt>
                <c:pt idx="9869">
                  <c:v>160.15460346680899</c:v>
                </c:pt>
                <c:pt idx="9870">
                  <c:v>160.15526322056701</c:v>
                </c:pt>
                <c:pt idx="9871">
                  <c:v>160.15592276319401</c:v>
                </c:pt>
                <c:pt idx="9872">
                  <c:v>160.15658209475899</c:v>
                </c:pt>
                <c:pt idx="9873">
                  <c:v>160.15724121532901</c:v>
                </c:pt>
                <c:pt idx="9874">
                  <c:v>160.157900124973</c:v>
                </c:pt>
                <c:pt idx="9875">
                  <c:v>160.158558823758</c:v>
                </c:pt>
                <c:pt idx="9876">
                  <c:v>160.15921731175399</c:v>
                </c:pt>
                <c:pt idx="9877">
                  <c:v>160.159875589027</c:v>
                </c:pt>
                <c:pt idx="9878">
                  <c:v>160.16053365564599</c:v>
                </c:pt>
                <c:pt idx="9879">
                  <c:v>160.16119151167899</c:v>
                </c:pt>
                <c:pt idx="9880">
                  <c:v>160.16184915719501</c:v>
                </c:pt>
                <c:pt idx="9881">
                  <c:v>160.16250659226</c:v>
                </c:pt>
                <c:pt idx="9882">
                  <c:v>160.16316381694301</c:v>
                </c:pt>
                <c:pt idx="9883">
                  <c:v>160.163820831311</c:v>
                </c:pt>
                <c:pt idx="9884">
                  <c:v>160.164477635434</c:v>
                </c:pt>
                <c:pt idx="9885">
                  <c:v>160.165134229378</c:v>
                </c:pt>
                <c:pt idx="9886">
                  <c:v>160.16579061321099</c:v>
                </c:pt>
                <c:pt idx="9887">
                  <c:v>160.166446787002</c:v>
                </c:pt>
                <c:pt idx="9888">
                  <c:v>160.167102750818</c:v>
                </c:pt>
                <c:pt idx="9889">
                  <c:v>160.167758504727</c:v>
                </c:pt>
                <c:pt idx="9890">
                  <c:v>160.168414048796</c:v>
                </c:pt>
                <c:pt idx="9891">
                  <c:v>160.16906938309401</c:v>
                </c:pt>
                <c:pt idx="9892">
                  <c:v>160.16972450768799</c:v>
                </c:pt>
                <c:pt idx="9893">
                  <c:v>160.170379422645</c:v>
                </c:pt>
                <c:pt idx="9894">
                  <c:v>160.17103412803399</c:v>
                </c:pt>
                <c:pt idx="9895">
                  <c:v>160.17168862392299</c:v>
                </c:pt>
                <c:pt idx="9896">
                  <c:v>160.17234291037801</c:v>
                </c:pt>
                <c:pt idx="9897">
                  <c:v>160.172996987467</c:v>
                </c:pt>
                <c:pt idx="9898">
                  <c:v>160.17365085525901</c:v>
                </c:pt>
                <c:pt idx="9899">
                  <c:v>160.17430451382</c:v>
                </c:pt>
                <c:pt idx="9900">
                  <c:v>160.17495796321799</c:v>
                </c:pt>
                <c:pt idx="9901">
                  <c:v>160.17561120352099</c:v>
                </c:pt>
                <c:pt idx="9902">
                  <c:v>160.17626423479601</c:v>
                </c:pt>
                <c:pt idx="9903">
                  <c:v>160.17691705710999</c:v>
                </c:pt>
                <c:pt idx="9904">
                  <c:v>160.17756967053199</c:v>
                </c:pt>
                <c:pt idx="9905">
                  <c:v>160.17822207512799</c:v>
                </c:pt>
                <c:pt idx="9906">
                  <c:v>160.17887427096599</c:v>
                </c:pt>
                <c:pt idx="9907">
                  <c:v>160.17952625811299</c:v>
                </c:pt>
                <c:pt idx="9908">
                  <c:v>160.18017803663699</c:v>
                </c:pt>
                <c:pt idx="9909">
                  <c:v>160.18082960660399</c:v>
                </c:pt>
                <c:pt idx="9910">
                  <c:v>160.181480968084</c:v>
                </c:pt>
                <c:pt idx="9911">
                  <c:v>160.182132121141</c:v>
                </c:pt>
                <c:pt idx="9912">
                  <c:v>160.182783065845</c:v>
                </c:pt>
                <c:pt idx="9913">
                  <c:v>160.18343380226199</c:v>
                </c:pt>
                <c:pt idx="9914">
                  <c:v>160.184084330459</c:v>
                </c:pt>
                <c:pt idx="9915">
                  <c:v>160.184734650503</c:v>
                </c:pt>
                <c:pt idx="9916">
                  <c:v>160.185384762463</c:v>
                </c:pt>
                <c:pt idx="9917">
                  <c:v>160.186034666404</c:v>
                </c:pt>
                <c:pt idx="9918">
                  <c:v>160.186684362394</c:v>
                </c:pt>
                <c:pt idx="9919">
                  <c:v>160.18733385050101</c:v>
                </c:pt>
                <c:pt idx="9920">
                  <c:v>160.18798313079</c:v>
                </c:pt>
                <c:pt idx="9921">
                  <c:v>160.188632203331</c:v>
                </c:pt>
                <c:pt idx="9922">
                  <c:v>160.189281068188</c:v>
                </c:pt>
                <c:pt idx="9923">
                  <c:v>160.18992972543001</c:v>
                </c:pt>
                <c:pt idx="9924">
                  <c:v>160.19057817512399</c:v>
                </c:pt>
                <c:pt idx="9925">
                  <c:v>160.191226417335</c:v>
                </c:pt>
                <c:pt idx="9926">
                  <c:v>160.19187445213299</c:v>
                </c:pt>
                <c:pt idx="9927">
                  <c:v>160.19252227958199</c:v>
                </c:pt>
                <c:pt idx="9928">
                  <c:v>160.19316989975101</c:v>
                </c:pt>
                <c:pt idx="9929">
                  <c:v>160.19381731270599</c:v>
                </c:pt>
                <c:pt idx="9930">
                  <c:v>160.194464518514</c:v>
                </c:pt>
                <c:pt idx="9931">
                  <c:v>160.195111517242</c:v>
                </c:pt>
                <c:pt idx="9932">
                  <c:v>160.19575830895599</c:v>
                </c:pt>
                <c:pt idx="9933">
                  <c:v>160.19640489372401</c:v>
                </c:pt>
                <c:pt idx="9934">
                  <c:v>160.19705127161299</c:v>
                </c:pt>
                <c:pt idx="9935">
                  <c:v>160.197697442688</c:v>
                </c:pt>
                <c:pt idx="9936">
                  <c:v>160.19834340701701</c:v>
                </c:pt>
                <c:pt idx="9937">
                  <c:v>160.19898916466701</c:v>
                </c:pt>
                <c:pt idx="9938">
                  <c:v>160.19963471570401</c:v>
                </c:pt>
                <c:pt idx="9939">
                  <c:v>160.20028006019501</c:v>
                </c:pt>
                <c:pt idx="9940">
                  <c:v>160.20092519820599</c:v>
                </c:pt>
                <c:pt idx="9941">
                  <c:v>160.20157012980499</c:v>
                </c:pt>
                <c:pt idx="9942">
                  <c:v>160.20221485505701</c:v>
                </c:pt>
                <c:pt idx="9943">
                  <c:v>160.20285937403</c:v>
                </c:pt>
                <c:pt idx="9944">
                  <c:v>160.20350368678999</c:v>
                </c:pt>
                <c:pt idx="9945">
                  <c:v>160.204147793403</c:v>
                </c:pt>
                <c:pt idx="9946">
                  <c:v>160.20479169393599</c:v>
                </c:pt>
                <c:pt idx="9947">
                  <c:v>160.20543538845601</c:v>
                </c:pt>
                <c:pt idx="9948">
                  <c:v>160.206078877029</c:v>
                </c:pt>
                <c:pt idx="9949">
                  <c:v>160.20672215972101</c:v>
                </c:pt>
                <c:pt idx="9950">
                  <c:v>160.207365236599</c:v>
                </c:pt>
                <c:pt idx="9951">
                  <c:v>160.208008107729</c:v>
                </c:pt>
                <c:pt idx="9952">
                  <c:v>160.20865077317799</c:v>
                </c:pt>
                <c:pt idx="9953">
                  <c:v>160.209293233012</c:v>
                </c:pt>
                <c:pt idx="9954">
                  <c:v>160.209935487297</c:v>
                </c:pt>
                <c:pt idx="9955">
                  <c:v>160.2105775361</c:v>
                </c:pt>
                <c:pt idx="9956">
                  <c:v>160.211219379488</c:v>
                </c:pt>
                <c:pt idx="9957">
                  <c:v>160.211861017525</c:v>
                </c:pt>
                <c:pt idx="9958">
                  <c:v>160.212502450279</c:v>
                </c:pt>
                <c:pt idx="9959">
                  <c:v>160.213143677815</c:v>
                </c:pt>
                <c:pt idx="9960">
                  <c:v>160.21378470020099</c:v>
                </c:pt>
                <c:pt idx="9961">
                  <c:v>160.21442551750201</c:v>
                </c:pt>
                <c:pt idx="9962">
                  <c:v>160.21506612978399</c:v>
                </c:pt>
                <c:pt idx="9963">
                  <c:v>160.21570653711399</c:v>
                </c:pt>
                <c:pt idx="9964">
                  <c:v>160.216346739557</c:v>
                </c:pt>
                <c:pt idx="9965">
                  <c:v>160.21698673718001</c:v>
                </c:pt>
                <c:pt idx="9966">
                  <c:v>160.21762653004899</c:v>
                </c:pt>
                <c:pt idx="9967">
                  <c:v>160.21826611822999</c:v>
                </c:pt>
                <c:pt idx="9968">
                  <c:v>160.21890550178799</c:v>
                </c:pt>
                <c:pt idx="9969">
                  <c:v>160.21954468079099</c:v>
                </c:pt>
                <c:pt idx="9970">
                  <c:v>160.220183655303</c:v>
                </c:pt>
                <c:pt idx="9971">
                  <c:v>160.22082242539099</c:v>
                </c:pt>
                <c:pt idx="9972">
                  <c:v>160.22146099112101</c:v>
                </c:pt>
                <c:pt idx="9973">
                  <c:v>160.22209935255901</c:v>
                </c:pt>
                <c:pt idx="9974">
                  <c:v>160.22273750977101</c:v>
                </c:pt>
                <c:pt idx="9975">
                  <c:v>160.22337546282199</c:v>
                </c:pt>
                <c:pt idx="9976">
                  <c:v>160.22401321177799</c:v>
                </c:pt>
                <c:pt idx="9977">
                  <c:v>160.22465075670601</c:v>
                </c:pt>
                <c:pt idx="9978">
                  <c:v>160.22528809767101</c:v>
                </c:pt>
                <c:pt idx="9979">
                  <c:v>160.22592523473901</c:v>
                </c:pt>
                <c:pt idx="9980">
                  <c:v>160.226562167975</c:v>
                </c:pt>
                <c:pt idx="9981">
                  <c:v>160.22719889744599</c:v>
                </c:pt>
                <c:pt idx="9982">
                  <c:v>160.22783542321699</c:v>
                </c:pt>
                <c:pt idx="9983">
                  <c:v>160.228471745354</c:v>
                </c:pt>
                <c:pt idx="9984">
                  <c:v>160.229107863922</c:v>
                </c:pt>
                <c:pt idx="9985">
                  <c:v>160.229743778987</c:v>
                </c:pt>
                <c:pt idx="9986">
                  <c:v>160.230379490616</c:v>
                </c:pt>
                <c:pt idx="9987">
                  <c:v>160.23101499887301</c:v>
                </c:pt>
                <c:pt idx="9988">
                  <c:v>160.23165030382299</c:v>
                </c:pt>
                <c:pt idx="9989">
                  <c:v>160.23228540553399</c:v>
                </c:pt>
                <c:pt idx="9990">
                  <c:v>160.23292030407001</c:v>
                </c:pt>
                <c:pt idx="9991">
                  <c:v>160.23355499949599</c:v>
                </c:pt>
                <c:pt idx="9992">
                  <c:v>160.23418949187899</c:v>
                </c:pt>
                <c:pt idx="9993">
                  <c:v>160.23482378128301</c:v>
                </c:pt>
                <c:pt idx="9994">
                  <c:v>160.23545786777501</c:v>
                </c:pt>
                <c:pt idx="9995">
                  <c:v>160.236091751419</c:v>
                </c:pt>
                <c:pt idx="9996">
                  <c:v>160.23672543228199</c:v>
                </c:pt>
                <c:pt idx="9997">
                  <c:v>160.23735891042799</c:v>
                </c:pt>
                <c:pt idx="9998">
                  <c:v>160.23799218592299</c:v>
                </c:pt>
                <c:pt idx="9999">
                  <c:v>160.238625258832</c:v>
                </c:pt>
                <c:pt idx="10000">
                  <c:v>160.23925812922101</c:v>
                </c:pt>
                <c:pt idx="10001">
                  <c:v>160.239890797154</c:v>
                </c:pt>
                <c:pt idx="10002">
                  <c:v>160.24052326269799</c:v>
                </c:pt>
                <c:pt idx="10003">
                  <c:v>160.241155525918</c:v>
                </c:pt>
                <c:pt idx="10004">
                  <c:v>160.24178758687799</c:v>
                </c:pt>
                <c:pt idx="10005">
                  <c:v>160.242419445644</c:v>
                </c:pt>
                <c:pt idx="10006">
                  <c:v>160.24305110228099</c:v>
                </c:pt>
                <c:pt idx="10007">
                  <c:v>160.24368255685499</c:v>
                </c:pt>
                <c:pt idx="10008">
                  <c:v>160.24431380943</c:v>
                </c:pt>
                <c:pt idx="10009">
                  <c:v>160.244944860072</c:v>
                </c:pt>
                <c:pt idx="10010">
                  <c:v>160.24557570884599</c:v>
                </c:pt>
                <c:pt idx="10011">
                  <c:v>160.24620635581601</c:v>
                </c:pt>
                <c:pt idx="10012">
                  <c:v>160.246836801049</c:v>
                </c:pt>
                <c:pt idx="10013">
                  <c:v>160.24746704460901</c:v>
                </c:pt>
                <c:pt idx="10014">
                  <c:v>160.24809708655999</c:v>
                </c:pt>
                <c:pt idx="10015">
                  <c:v>160.248726926969</c:v>
                </c:pt>
                <c:pt idx="10016">
                  <c:v>160.249356565901</c:v>
                </c:pt>
                <c:pt idx="10017">
                  <c:v>160.249986003419</c:v>
                </c:pt>
                <c:pt idx="10018">
                  <c:v>160.250615239589</c:v>
                </c:pt>
                <c:pt idx="10019">
                  <c:v>160.25124427447599</c:v>
                </c:pt>
                <c:pt idx="10020">
                  <c:v>160.25187310814499</c:v>
                </c:pt>
                <c:pt idx="10021">
                  <c:v>160.25250174066099</c:v>
                </c:pt>
                <c:pt idx="10022">
                  <c:v>160.25313017208899</c:v>
                </c:pt>
                <c:pt idx="10023">
                  <c:v>160.25375840249299</c:v>
                </c:pt>
                <c:pt idx="10024">
                  <c:v>160.254386431938</c:v>
                </c:pt>
                <c:pt idx="10025">
                  <c:v>160.25501426048999</c:v>
                </c:pt>
                <c:pt idx="10026">
                  <c:v>160.25564188821201</c:v>
                </c:pt>
                <c:pt idx="10027">
                  <c:v>160.25626931516999</c:v>
                </c:pt>
                <c:pt idx="10028">
                  <c:v>160.256896541429</c:v>
                </c:pt>
                <c:pt idx="10029">
                  <c:v>160.257523567052</c:v>
                </c:pt>
                <c:pt idx="10030">
                  <c:v>160.25815039210599</c:v>
                </c:pt>
                <c:pt idx="10031">
                  <c:v>160.25877701665399</c:v>
                </c:pt>
                <c:pt idx="10032">
                  <c:v>160.25940344076099</c:v>
                </c:pt>
                <c:pt idx="10033">
                  <c:v>160.26002966449201</c:v>
                </c:pt>
                <c:pt idx="10034">
                  <c:v>160.260655687911</c:v>
                </c:pt>
                <c:pt idx="10035">
                  <c:v>160.26128151108301</c:v>
                </c:pt>
                <c:pt idx="10036">
                  <c:v>160.261907134073</c:v>
                </c:pt>
                <c:pt idx="10037">
                  <c:v>160.26253255694499</c:v>
                </c:pt>
                <c:pt idx="10038">
                  <c:v>160.26315777976299</c:v>
                </c:pt>
                <c:pt idx="10039">
                  <c:v>160.263782802593</c:v>
                </c:pt>
                <c:pt idx="10040">
                  <c:v>160.264407625498</c:v>
                </c:pt>
                <c:pt idx="10041">
                  <c:v>160.26503224854301</c:v>
                </c:pt>
                <c:pt idx="10042">
                  <c:v>160.26565667179301</c:v>
                </c:pt>
                <c:pt idx="10043">
                  <c:v>160.26628089531201</c:v>
                </c:pt>
                <c:pt idx="10044">
                  <c:v>160.26690491916401</c:v>
                </c:pt>
                <c:pt idx="10045">
                  <c:v>160.267528743414</c:v>
                </c:pt>
                <c:pt idx="10046">
                  <c:v>160.26815236812499</c:v>
                </c:pt>
                <c:pt idx="10047">
                  <c:v>160.268775793364</c:v>
                </c:pt>
                <c:pt idx="10048">
                  <c:v>160.26939901919201</c:v>
                </c:pt>
                <c:pt idx="10049">
                  <c:v>160.270022045676</c:v>
                </c:pt>
                <c:pt idx="10050">
                  <c:v>160.27064487287899</c:v>
                </c:pt>
                <c:pt idx="10051">
                  <c:v>160.271267500866</c:v>
                </c:pt>
                <c:pt idx="10052">
                  <c:v>160.2718899297</c:v>
                </c:pt>
                <c:pt idx="10053">
                  <c:v>160.27251215944599</c:v>
                </c:pt>
                <c:pt idx="10054">
                  <c:v>160.273134190169</c:v>
                </c:pt>
                <c:pt idx="10055">
                  <c:v>160.27375602193101</c:v>
                </c:pt>
                <c:pt idx="10056">
                  <c:v>160.274377654798</c:v>
                </c:pt>
                <c:pt idx="10057">
                  <c:v>160.27499908883399</c:v>
                </c:pt>
                <c:pt idx="10058">
                  <c:v>160.27562032410199</c:v>
                </c:pt>
                <c:pt idx="10059">
                  <c:v>160.276241360667</c:v>
                </c:pt>
                <c:pt idx="10060">
                  <c:v>160.27686219859299</c:v>
                </c:pt>
                <c:pt idx="10061">
                  <c:v>160.27748283794401</c:v>
                </c:pt>
                <c:pt idx="10062">
                  <c:v>160.27810327878299</c:v>
                </c:pt>
                <c:pt idx="10063">
                  <c:v>160.278723521176</c:v>
                </c:pt>
                <c:pt idx="10064">
                  <c:v>160.279343565185</c:v>
                </c:pt>
                <c:pt idx="10065">
                  <c:v>160.27996341087399</c:v>
                </c:pt>
                <c:pt idx="10066">
                  <c:v>160.28058305830899</c:v>
                </c:pt>
                <c:pt idx="10067">
                  <c:v>160.281202507552</c:v>
                </c:pt>
                <c:pt idx="10068">
                  <c:v>160.281821758668</c:v>
                </c:pt>
                <c:pt idx="10069">
                  <c:v>160.28244081171999</c:v>
                </c:pt>
                <c:pt idx="10070">
                  <c:v>160.283059666772</c:v>
                </c:pt>
                <c:pt idx="10071">
                  <c:v>160.28367832388801</c:v>
                </c:pt>
                <c:pt idx="10072">
                  <c:v>160.28429678313199</c:v>
                </c:pt>
                <c:pt idx="10073">
                  <c:v>160.28491504456699</c:v>
                </c:pt>
                <c:pt idx="10074">
                  <c:v>160.28553310825799</c:v>
                </c:pt>
                <c:pt idx="10075">
                  <c:v>160.286150974268</c:v>
                </c:pt>
                <c:pt idx="10076">
                  <c:v>160.286768642661</c:v>
                </c:pt>
                <c:pt idx="10077">
                  <c:v>160.28738611350099</c:v>
                </c:pt>
                <c:pt idx="10078">
                  <c:v>160.28800338684999</c:v>
                </c:pt>
                <c:pt idx="10079">
                  <c:v>160.28862046277399</c:v>
                </c:pt>
                <c:pt idx="10080">
                  <c:v>160.289237341335</c:v>
                </c:pt>
                <c:pt idx="10081">
                  <c:v>160.28985402259701</c:v>
                </c:pt>
                <c:pt idx="10082">
                  <c:v>160.29047050662399</c:v>
                </c:pt>
                <c:pt idx="10083">
                  <c:v>160.291086793479</c:v>
                </c:pt>
                <c:pt idx="10084">
                  <c:v>160.29170288322501</c:v>
                </c:pt>
                <c:pt idx="10085">
                  <c:v>160.29231877592801</c:v>
                </c:pt>
                <c:pt idx="10086">
                  <c:v>160.292934471649</c:v>
                </c:pt>
                <c:pt idx="10087">
                  <c:v>160.29354997045201</c:v>
                </c:pt>
                <c:pt idx="10088">
                  <c:v>160.29416527240201</c:v>
                </c:pt>
                <c:pt idx="10089">
                  <c:v>160.29478037755999</c:v>
                </c:pt>
                <c:pt idx="10090">
                  <c:v>160.29539528599099</c:v>
                </c:pt>
                <c:pt idx="10091">
                  <c:v>160.296009997759</c:v>
                </c:pt>
                <c:pt idx="10092">
                  <c:v>160.296624512926</c:v>
                </c:pt>
                <c:pt idx="10093">
                  <c:v>160.29723883155501</c:v>
                </c:pt>
                <c:pt idx="10094">
                  <c:v>160.29785295371099</c:v>
                </c:pt>
                <c:pt idx="10095">
                  <c:v>160.29846687945701</c:v>
                </c:pt>
                <c:pt idx="10096">
                  <c:v>160.29908060885501</c:v>
                </c:pt>
                <c:pt idx="10097">
                  <c:v>160.29969414196901</c:v>
                </c:pt>
                <c:pt idx="10098">
                  <c:v>160.300307478863</c:v>
                </c:pt>
                <c:pt idx="10099">
                  <c:v>160.300920619599</c:v>
                </c:pt>
                <c:pt idx="10100">
                  <c:v>160.301533564241</c:v>
                </c:pt>
                <c:pt idx="10101">
                  <c:v>160.30214631285199</c:v>
                </c:pt>
                <c:pt idx="10102">
                  <c:v>160.30275886549501</c:v>
                </c:pt>
                <c:pt idx="10103">
                  <c:v>160.30337122223301</c:v>
                </c:pt>
                <c:pt idx="10104">
                  <c:v>160.30398338313</c:v>
                </c:pt>
                <c:pt idx="10105">
                  <c:v>160.30459534824899</c:v>
                </c:pt>
                <c:pt idx="10106">
                  <c:v>160.305207117652</c:v>
                </c:pt>
                <c:pt idx="10107">
                  <c:v>160.305818691403</c:v>
                </c:pt>
                <c:pt idx="10108">
                  <c:v>160.30643006956501</c:v>
                </c:pt>
                <c:pt idx="10109">
                  <c:v>160.30704125220001</c:v>
                </c:pt>
                <c:pt idx="10110">
                  <c:v>160.307652239373</c:v>
                </c:pt>
                <c:pt idx="10111">
                  <c:v>160.308263031145</c:v>
                </c:pt>
                <c:pt idx="10112">
                  <c:v>160.30887362758</c:v>
                </c:pt>
                <c:pt idx="10113">
                  <c:v>160.30948402874</c:v>
                </c:pt>
                <c:pt idx="10114">
                  <c:v>160.31009423468899</c:v>
                </c:pt>
                <c:pt idx="10115">
                  <c:v>160.31070424549</c:v>
                </c:pt>
                <c:pt idx="10116">
                  <c:v>160.31131406120599</c:v>
                </c:pt>
                <c:pt idx="10117">
                  <c:v>160.31192368189801</c:v>
                </c:pt>
                <c:pt idx="10118">
                  <c:v>160.312533107631</c:v>
                </c:pt>
                <c:pt idx="10119">
                  <c:v>160.31314233846601</c:v>
                </c:pt>
                <c:pt idx="10120">
                  <c:v>160.31375137446801</c:v>
                </c:pt>
                <c:pt idx="10121">
                  <c:v>160.314360215698</c:v>
                </c:pt>
                <c:pt idx="10122">
                  <c:v>160.31496886221899</c:v>
                </c:pt>
                <c:pt idx="10123">
                  <c:v>160.31557731409401</c:v>
                </c:pt>
                <c:pt idx="10124">
                  <c:v>160.316185571386</c:v>
                </c:pt>
                <c:pt idx="10125">
                  <c:v>160.31679363415799</c:v>
                </c:pt>
                <c:pt idx="10126">
                  <c:v>160.317401502471</c:v>
                </c:pt>
                <c:pt idx="10127">
                  <c:v>160.31800917638901</c:v>
                </c:pt>
                <c:pt idx="10128">
                  <c:v>160.31861665597501</c:v>
                </c:pt>
                <c:pt idx="10129">
                  <c:v>160.319223941291</c:v>
                </c:pt>
                <c:pt idx="10130">
                  <c:v>160.31983103239901</c:v>
                </c:pt>
                <c:pt idx="10131">
                  <c:v>160.32043792936301</c:v>
                </c:pt>
                <c:pt idx="10132">
                  <c:v>160.321044632244</c:v>
                </c:pt>
                <c:pt idx="10133">
                  <c:v>160.321651141106</c:v>
                </c:pt>
                <c:pt idx="10134">
                  <c:v>160.32225745600999</c:v>
                </c:pt>
                <c:pt idx="10135">
                  <c:v>160.32286357702</c:v>
                </c:pt>
                <c:pt idx="10136">
                  <c:v>160.32346950419799</c:v>
                </c:pt>
                <c:pt idx="10137">
                  <c:v>160.324075237605</c:v>
                </c:pt>
                <c:pt idx="10138">
                  <c:v>160.32468077730601</c:v>
                </c:pt>
                <c:pt idx="10139">
                  <c:v>160.325286123361</c:v>
                </c:pt>
                <c:pt idx="10140">
                  <c:v>160.32589127583401</c:v>
                </c:pt>
                <c:pt idx="10141">
                  <c:v>160.32649623478599</c:v>
                </c:pt>
                <c:pt idx="10142">
                  <c:v>160.327101000281</c:v>
                </c:pt>
                <c:pt idx="10143">
                  <c:v>160.32770557238001</c:v>
                </c:pt>
                <c:pt idx="10144">
                  <c:v>160.328309951146</c:v>
                </c:pt>
                <c:pt idx="10145">
                  <c:v>160.328914136641</c:v>
                </c:pt>
                <c:pt idx="10146">
                  <c:v>160.32951812892699</c:v>
                </c:pt>
                <c:pt idx="10147">
                  <c:v>160.330121928067</c:v>
                </c:pt>
                <c:pt idx="10148">
                  <c:v>160.330725534122</c:v>
                </c:pt>
                <c:pt idx="10149">
                  <c:v>160.33132894715601</c:v>
                </c:pt>
                <c:pt idx="10150">
                  <c:v>160.33193216723001</c:v>
                </c:pt>
                <c:pt idx="10151">
                  <c:v>160.33253519440601</c:v>
                </c:pt>
                <c:pt idx="10152">
                  <c:v>160.33313802874599</c:v>
                </c:pt>
                <c:pt idx="10153">
                  <c:v>160.333740670314</c:v>
                </c:pt>
                <c:pt idx="10154">
                  <c:v>160.33434311916901</c:v>
                </c:pt>
                <c:pt idx="10155">
                  <c:v>160.33494537537601</c:v>
                </c:pt>
                <c:pt idx="10156">
                  <c:v>160.33554743899501</c:v>
                </c:pt>
                <c:pt idx="10157">
                  <c:v>160.33614931009001</c:v>
                </c:pt>
                <c:pt idx="10158">
                  <c:v>160.33675098872101</c:v>
                </c:pt>
                <c:pt idx="10159">
                  <c:v>160.33735247495099</c:v>
                </c:pt>
                <c:pt idx="10160">
                  <c:v>160.337953768842</c:v>
                </c:pt>
                <c:pt idx="10161">
                  <c:v>160.33855487045599</c:v>
                </c:pt>
                <c:pt idx="10162">
                  <c:v>160.339155779854</c:v>
                </c:pt>
                <c:pt idx="10163">
                  <c:v>160.33975649709899</c:v>
                </c:pt>
                <c:pt idx="10164">
                  <c:v>160.34035702225299</c:v>
                </c:pt>
                <c:pt idx="10165">
                  <c:v>160.34095735537699</c:v>
                </c:pt>
                <c:pt idx="10166">
                  <c:v>160.34155749653399</c:v>
                </c:pt>
                <c:pt idx="10167">
                  <c:v>160.34215744578401</c:v>
                </c:pt>
                <c:pt idx="10168">
                  <c:v>160.34275720319101</c:v>
                </c:pt>
                <c:pt idx="10169">
                  <c:v>160.343356768815</c:v>
                </c:pt>
                <c:pt idx="10170">
                  <c:v>160.34395614271901</c:v>
                </c:pt>
                <c:pt idx="10171">
                  <c:v>160.34455532496401</c:v>
                </c:pt>
                <c:pt idx="10172">
                  <c:v>160.34515431561201</c:v>
                </c:pt>
                <c:pt idx="10173">
                  <c:v>160.345753114724</c:v>
                </c:pt>
                <c:pt idx="10174">
                  <c:v>160.34635172236401</c:v>
                </c:pt>
                <c:pt idx="10175">
                  <c:v>160.34695013859101</c:v>
                </c:pt>
                <c:pt idx="10176">
                  <c:v>160.34754836346801</c:v>
                </c:pt>
                <c:pt idx="10177">
                  <c:v>160.34814639705601</c:v>
                </c:pt>
                <c:pt idx="10178">
                  <c:v>160.34874423941699</c:v>
                </c:pt>
                <c:pt idx="10179">
                  <c:v>160.349341890613</c:v>
                </c:pt>
                <c:pt idx="10180">
                  <c:v>160.349939350705</c:v>
                </c:pt>
                <c:pt idx="10181">
                  <c:v>160.350536619754</c:v>
                </c:pt>
                <c:pt idx="10182">
                  <c:v>160.351133697823</c:v>
                </c:pt>
                <c:pt idx="10183">
                  <c:v>160.35173058497301</c:v>
                </c:pt>
                <c:pt idx="10184">
                  <c:v>160.352327281264</c:v>
                </c:pt>
                <c:pt idx="10185">
                  <c:v>160.35292378675999</c:v>
                </c:pt>
                <c:pt idx="10186">
                  <c:v>160.35352010151999</c:v>
                </c:pt>
                <c:pt idx="10187">
                  <c:v>160.35411622560699</c:v>
                </c:pt>
                <c:pt idx="10188">
                  <c:v>160.354712159082</c:v>
                </c:pt>
                <c:pt idx="10189">
                  <c:v>160.35530790200599</c:v>
                </c:pt>
                <c:pt idx="10190">
                  <c:v>160.35590345444101</c:v>
                </c:pt>
                <c:pt idx="10191">
                  <c:v>160.35649881644801</c:v>
                </c:pt>
                <c:pt idx="10192">
                  <c:v>160.35709398808899</c:v>
                </c:pt>
                <c:pt idx="10193">
                  <c:v>160.357688969424</c:v>
                </c:pt>
                <c:pt idx="10194">
                  <c:v>160.35828376051501</c:v>
                </c:pt>
                <c:pt idx="10195">
                  <c:v>160.358878361423</c:v>
                </c:pt>
                <c:pt idx="10196">
                  <c:v>160.35947277221001</c:v>
                </c:pt>
                <c:pt idx="10197">
                  <c:v>160.36006699293699</c:v>
                </c:pt>
                <c:pt idx="10198">
                  <c:v>160.36066102366399</c:v>
                </c:pt>
                <c:pt idx="10199">
                  <c:v>160.361254864454</c:v>
                </c:pt>
                <c:pt idx="10200">
                  <c:v>160.361848515367</c:v>
                </c:pt>
                <c:pt idx="10201">
                  <c:v>160.362441976464</c:v>
                </c:pt>
                <c:pt idx="10202">
                  <c:v>160.36303524780701</c:v>
                </c:pt>
                <c:pt idx="10203">
                  <c:v>160.36362832945599</c:v>
                </c:pt>
                <c:pt idx="10204">
                  <c:v>160.364221221473</c:v>
                </c:pt>
                <c:pt idx="10205">
                  <c:v>160.364813923919</c:v>
                </c:pt>
                <c:pt idx="10206">
                  <c:v>160.36540643685501</c:v>
                </c:pt>
                <c:pt idx="10207">
                  <c:v>160.365998760341</c:v>
                </c:pt>
                <c:pt idx="10208">
                  <c:v>160.36659089444001</c:v>
                </c:pt>
                <c:pt idx="10209">
                  <c:v>160.36718283921101</c:v>
                </c:pt>
                <c:pt idx="10210">
                  <c:v>160.36777459471699</c:v>
                </c:pt>
                <c:pt idx="10211">
                  <c:v>160.36836616101701</c:v>
                </c:pt>
                <c:pt idx="10212">
                  <c:v>160.368957538172</c:v>
                </c:pt>
                <c:pt idx="10213">
                  <c:v>160.36954872624401</c:v>
                </c:pt>
                <c:pt idx="10214">
                  <c:v>160.370139725294</c:v>
                </c:pt>
                <c:pt idx="10215">
                  <c:v>160.37073053538199</c:v>
                </c:pt>
                <c:pt idx="10216">
                  <c:v>160.371321156569</c:v>
                </c:pt>
                <c:pt idx="10217">
                  <c:v>160.37191158891699</c:v>
                </c:pt>
                <c:pt idx="10218">
                  <c:v>160.372501832485</c:v>
                </c:pt>
                <c:pt idx="10219">
                  <c:v>160.373091887334</c:v>
                </c:pt>
                <c:pt idx="10220">
                  <c:v>160.373681753526</c:v>
                </c:pt>
                <c:pt idx="10221">
                  <c:v>160.374271431121</c:v>
                </c:pt>
                <c:pt idx="10222">
                  <c:v>160.37486092018</c:v>
                </c:pt>
                <c:pt idx="10223">
                  <c:v>160.37545022076401</c:v>
                </c:pt>
                <c:pt idx="10224">
                  <c:v>160.37603933293201</c:v>
                </c:pt>
                <c:pt idx="10225">
                  <c:v>160.37662825674701</c:v>
                </c:pt>
                <c:pt idx="10226">
                  <c:v>160.37721699226799</c:v>
                </c:pt>
                <c:pt idx="10227">
                  <c:v>160.37780553955599</c:v>
                </c:pt>
                <c:pt idx="10228">
                  <c:v>160.37839389867199</c:v>
                </c:pt>
                <c:pt idx="10229">
                  <c:v>160.37898206967699</c:v>
                </c:pt>
                <c:pt idx="10230">
                  <c:v>160.37957005262999</c:v>
                </c:pt>
                <c:pt idx="10231">
                  <c:v>160.38015784759199</c:v>
                </c:pt>
                <c:pt idx="10232">
                  <c:v>160.38074545462501</c:v>
                </c:pt>
                <c:pt idx="10233">
                  <c:v>160.38133287378801</c:v>
                </c:pt>
                <c:pt idx="10234">
                  <c:v>160.381920105142</c:v>
                </c:pt>
                <c:pt idx="10235">
                  <c:v>160.382507148748</c:v>
                </c:pt>
                <c:pt idx="10236">
                  <c:v>160.383094004665</c:v>
                </c:pt>
                <c:pt idx="10237">
                  <c:v>160.38368067295499</c:v>
                </c:pt>
                <c:pt idx="10238">
                  <c:v>160.384267153677</c:v>
                </c:pt>
                <c:pt idx="10239">
                  <c:v>160.38485344689201</c:v>
                </c:pt>
                <c:pt idx="10240">
                  <c:v>160.38543955266101</c:v>
                </c:pt>
                <c:pt idx="10241">
                  <c:v>160.38602547104401</c:v>
                </c:pt>
                <c:pt idx="10242">
                  <c:v>160.3866112021</c:v>
                </c:pt>
                <c:pt idx="10243">
                  <c:v>160.387196745892</c:v>
                </c:pt>
                <c:pt idx="10244">
                  <c:v>160.38778210247801</c:v>
                </c:pt>
                <c:pt idx="10245">
                  <c:v>160.38836727191801</c:v>
                </c:pt>
                <c:pt idx="10246">
                  <c:v>160.38895225427399</c:v>
                </c:pt>
                <c:pt idx="10247">
                  <c:v>160.38953704960599</c:v>
                </c:pt>
                <c:pt idx="10248">
                  <c:v>160.390121657973</c:v>
                </c:pt>
                <c:pt idx="10249">
                  <c:v>160.390706079436</c:v>
                </c:pt>
                <c:pt idx="10250">
                  <c:v>160.391290314055</c:v>
                </c:pt>
                <c:pt idx="10251">
                  <c:v>160.39187436188999</c:v>
                </c:pt>
                <c:pt idx="10252">
                  <c:v>160.392458223002</c:v>
                </c:pt>
                <c:pt idx="10253">
                  <c:v>160.39304189744999</c:v>
                </c:pt>
                <c:pt idx="10254">
                  <c:v>160.393625385294</c:v>
                </c:pt>
                <c:pt idx="10255">
                  <c:v>160.39420868659499</c:v>
                </c:pt>
                <c:pt idx="10256">
                  <c:v>160.394791801412</c:v>
                </c:pt>
                <c:pt idx="10257">
                  <c:v>160.39537472980601</c:v>
                </c:pt>
                <c:pt idx="10258">
                  <c:v>160.39595747183699</c:v>
                </c:pt>
                <c:pt idx="10259">
                  <c:v>160.39654002756399</c:v>
                </c:pt>
                <c:pt idx="10260">
                  <c:v>160.39712239704801</c:v>
                </c:pt>
                <c:pt idx="10261">
                  <c:v>160.397704580349</c:v>
                </c:pt>
                <c:pt idx="10262">
                  <c:v>160.39828657752599</c:v>
                </c:pt>
                <c:pt idx="10263">
                  <c:v>160.39886838863899</c:v>
                </c:pt>
                <c:pt idx="10264">
                  <c:v>160.39945001374801</c:v>
                </c:pt>
                <c:pt idx="10265">
                  <c:v>160.40003145291399</c:v>
                </c:pt>
                <c:pt idx="10266">
                  <c:v>160.400612706196</c:v>
                </c:pt>
                <c:pt idx="10267">
                  <c:v>160.40119377365301</c:v>
                </c:pt>
                <c:pt idx="10268">
                  <c:v>160.401774655346</c:v>
                </c:pt>
                <c:pt idx="10269">
                  <c:v>160.40235535133499</c:v>
                </c:pt>
                <c:pt idx="10270">
                  <c:v>160.402935861679</c:v>
                </c:pt>
                <c:pt idx="10271">
                  <c:v>160.403516186437</c:v>
                </c:pt>
                <c:pt idx="10272">
                  <c:v>160.40409632567099</c:v>
                </c:pt>
                <c:pt idx="10273">
                  <c:v>160.40467627943801</c:v>
                </c:pt>
                <c:pt idx="10274">
                  <c:v>160.40525604780001</c:v>
                </c:pt>
                <c:pt idx="10275">
                  <c:v>160.405835630816</c:v>
                </c:pt>
                <c:pt idx="10276">
                  <c:v>160.40641502854501</c:v>
                </c:pt>
                <c:pt idx="10277">
                  <c:v>160.40699424104699</c:v>
                </c:pt>
                <c:pt idx="10278">
                  <c:v>160.40757326838201</c:v>
                </c:pt>
                <c:pt idx="10279">
                  <c:v>160.408152110609</c:v>
                </c:pt>
                <c:pt idx="10280">
                  <c:v>160.408730767788</c:v>
                </c:pt>
                <c:pt idx="10281">
                  <c:v>160.409309239978</c:v>
                </c:pt>
                <c:pt idx="10282">
                  <c:v>160.40988752723899</c:v>
                </c:pt>
                <c:pt idx="10283">
                  <c:v>160.41046562963101</c:v>
                </c:pt>
                <c:pt idx="10284">
                  <c:v>160.41104354721199</c:v>
                </c:pt>
                <c:pt idx="10285">
                  <c:v>160.41162128004299</c:v>
                </c:pt>
                <c:pt idx="10286">
                  <c:v>160.41219882818299</c:v>
                </c:pt>
                <c:pt idx="10287">
                  <c:v>160.41277619169099</c:v>
                </c:pt>
                <c:pt idx="10288">
                  <c:v>160.41335337062699</c:v>
                </c:pt>
                <c:pt idx="10289">
                  <c:v>160.41393036504999</c:v>
                </c:pt>
                <c:pt idx="10290">
                  <c:v>160.41450717501999</c:v>
                </c:pt>
                <c:pt idx="10291">
                  <c:v>160.41508380059599</c:v>
                </c:pt>
                <c:pt idx="10292">
                  <c:v>160.41566024183601</c:v>
                </c:pt>
                <c:pt idx="10293">
                  <c:v>160.41623649880199</c:v>
                </c:pt>
                <c:pt idx="10294">
                  <c:v>160.41681257155099</c:v>
                </c:pt>
                <c:pt idx="10295">
                  <c:v>160.417388460143</c:v>
                </c:pt>
                <c:pt idx="10296">
                  <c:v>160.41796416463799</c:v>
                </c:pt>
                <c:pt idx="10297">
                  <c:v>160.418539685094</c:v>
                </c:pt>
                <c:pt idx="10298">
                  <c:v>160.419115021571</c:v>
                </c:pt>
                <c:pt idx="10299">
                  <c:v>160.41969017412799</c:v>
                </c:pt>
                <c:pt idx="10300">
                  <c:v>160.420265142825</c:v>
                </c:pt>
                <c:pt idx="10301">
                  <c:v>160.42083992772001</c:v>
                </c:pt>
                <c:pt idx="10302">
                  <c:v>160.42141452887199</c:v>
                </c:pt>
                <c:pt idx="10303">
                  <c:v>160.421988946341</c:v>
                </c:pt>
                <c:pt idx="10304">
                  <c:v>160.42256318018599</c:v>
                </c:pt>
                <c:pt idx="10305">
                  <c:v>160.42313723046601</c:v>
                </c:pt>
                <c:pt idx="10306">
                  <c:v>160.42371109723999</c:v>
                </c:pt>
                <c:pt idx="10307">
                  <c:v>160.42428478056701</c:v>
                </c:pt>
                <c:pt idx="10308">
                  <c:v>160.42485828050599</c:v>
                </c:pt>
                <c:pt idx="10309">
                  <c:v>160.42543159711499</c:v>
                </c:pt>
                <c:pt idx="10310">
                  <c:v>160.42600473045499</c:v>
                </c:pt>
                <c:pt idx="10311">
                  <c:v>160.42657768058399</c:v>
                </c:pt>
                <c:pt idx="10312">
                  <c:v>160.42715044756099</c:v>
                </c:pt>
                <c:pt idx="10313">
                  <c:v>160.427723031445</c:v>
                </c:pt>
                <c:pt idx="10314">
                  <c:v>160.42829543229499</c:v>
                </c:pt>
                <c:pt idx="10315">
                  <c:v>160.428867650169</c:v>
                </c:pt>
                <c:pt idx="10316">
                  <c:v>160.42943968512699</c:v>
                </c:pt>
                <c:pt idx="10317">
                  <c:v>160.43001153722699</c:v>
                </c:pt>
                <c:pt idx="10318">
                  <c:v>160.43058320652901</c:v>
                </c:pt>
                <c:pt idx="10319">
                  <c:v>160.431154693091</c:v>
                </c:pt>
                <c:pt idx="10320">
                  <c:v>160.43172599697201</c:v>
                </c:pt>
                <c:pt idx="10321">
                  <c:v>160.43229711823</c:v>
                </c:pt>
                <c:pt idx="10322">
                  <c:v>160.432868056925</c:v>
                </c:pt>
                <c:pt idx="10323">
                  <c:v>160.43343881311401</c:v>
                </c:pt>
                <c:pt idx="10324">
                  <c:v>160.43400938685801</c:v>
                </c:pt>
                <c:pt idx="10325">
                  <c:v>160.43457977821501</c:v>
                </c:pt>
                <c:pt idx="10326">
                  <c:v>160.435149987242</c:v>
                </c:pt>
                <c:pt idx="10327">
                  <c:v>160.435720014</c:v>
                </c:pt>
                <c:pt idx="10328">
                  <c:v>160.43628985854599</c:v>
                </c:pt>
                <c:pt idx="10329">
                  <c:v>160.43685952093901</c:v>
                </c:pt>
                <c:pt idx="10330">
                  <c:v>160.437429001239</c:v>
                </c:pt>
                <c:pt idx="10331">
                  <c:v>160.437998299502</c:v>
                </c:pt>
                <c:pt idx="10332">
                  <c:v>160.43856741578901</c:v>
                </c:pt>
                <c:pt idx="10333">
                  <c:v>160.43913635015701</c:v>
                </c:pt>
                <c:pt idx="10334">
                  <c:v>160.43970510266499</c:v>
                </c:pt>
                <c:pt idx="10335">
                  <c:v>160.44027367337199</c:v>
                </c:pt>
                <c:pt idx="10336">
                  <c:v>160.44084206233501</c:v>
                </c:pt>
                <c:pt idx="10337">
                  <c:v>160.44141026961401</c:v>
                </c:pt>
                <c:pt idx="10338">
                  <c:v>160.44197829526701</c:v>
                </c:pt>
                <c:pt idx="10339">
                  <c:v>160.442546139353</c:v>
                </c:pt>
                <c:pt idx="10340">
                  <c:v>160.443113801929</c:v>
                </c:pt>
                <c:pt idx="10341">
                  <c:v>160.44368128305501</c:v>
                </c:pt>
                <c:pt idx="10342">
                  <c:v>160.44424858278799</c:v>
                </c:pt>
                <c:pt idx="10343">
                  <c:v>160.444815701187</c:v>
                </c:pt>
                <c:pt idx="10344">
                  <c:v>160.44538263831001</c:v>
                </c:pt>
                <c:pt idx="10345">
                  <c:v>160.445949394216</c:v>
                </c:pt>
                <c:pt idx="10346">
                  <c:v>160.44651596896301</c:v>
                </c:pt>
                <c:pt idx="10347">
                  <c:v>160.447082362608</c:v>
                </c:pt>
                <c:pt idx="10348">
                  <c:v>160.44764857521201</c:v>
                </c:pt>
                <c:pt idx="10349">
                  <c:v>160.44821460683099</c:v>
                </c:pt>
                <c:pt idx="10350">
                  <c:v>160.44878045752299</c:v>
                </c:pt>
                <c:pt idx="10351">
                  <c:v>160.44934612734801</c:v>
                </c:pt>
                <c:pt idx="10352">
                  <c:v>160.44991161636401</c:v>
                </c:pt>
                <c:pt idx="10353">
                  <c:v>160.450476924627</c:v>
                </c:pt>
                <c:pt idx="10354">
                  <c:v>160.45104205219701</c:v>
                </c:pt>
                <c:pt idx="10355">
                  <c:v>160.451606999132</c:v>
                </c:pt>
                <c:pt idx="10356">
                  <c:v>160.45217176548999</c:v>
                </c:pt>
                <c:pt idx="10357">
                  <c:v>160.45273635132801</c:v>
                </c:pt>
                <c:pt idx="10358">
                  <c:v>160.453300756706</c:v>
                </c:pt>
                <c:pt idx="10359">
                  <c:v>160.45386498168</c:v>
                </c:pt>
                <c:pt idx="10360">
                  <c:v>160.45442902631001</c:v>
                </c:pt>
                <c:pt idx="10361">
                  <c:v>160.45499289065199</c:v>
                </c:pt>
                <c:pt idx="10362">
                  <c:v>160.45555657476601</c:v>
                </c:pt>
                <c:pt idx="10363">
                  <c:v>160.45612007870901</c:v>
                </c:pt>
                <c:pt idx="10364">
                  <c:v>160.456683402538</c:v>
                </c:pt>
                <c:pt idx="10365">
                  <c:v>160.457246546313</c:v>
                </c:pt>
                <c:pt idx="10366">
                  <c:v>160.45780951008999</c:v>
                </c:pt>
                <c:pt idx="10367">
                  <c:v>160.45837229392799</c:v>
                </c:pt>
                <c:pt idx="10368">
                  <c:v>160.458934897885</c:v>
                </c:pt>
                <c:pt idx="10369">
                  <c:v>160.459497322018</c:v>
                </c:pt>
                <c:pt idx="10370">
                  <c:v>160.46005956638501</c:v>
                </c:pt>
                <c:pt idx="10371">
                  <c:v>160.460621631045</c:v>
                </c:pt>
                <c:pt idx="10372">
                  <c:v>160.46118351605401</c:v>
                </c:pt>
                <c:pt idx="10373">
                  <c:v>160.46174522147101</c:v>
                </c:pt>
                <c:pt idx="10374">
                  <c:v>160.46230674735401</c:v>
                </c:pt>
                <c:pt idx="10375">
                  <c:v>160.46286809375999</c:v>
                </c:pt>
                <c:pt idx="10376">
                  <c:v>160.46342926074701</c:v>
                </c:pt>
                <c:pt idx="10377">
                  <c:v>160.463990248372</c:v>
                </c:pt>
                <c:pt idx="10378">
                  <c:v>160.46455105669401</c:v>
                </c:pt>
                <c:pt idx="10379">
                  <c:v>160.46511168577001</c:v>
                </c:pt>
                <c:pt idx="10380">
                  <c:v>160.465672135657</c:v>
                </c:pt>
                <c:pt idx="10381">
                  <c:v>160.46623240641401</c:v>
                </c:pt>
                <c:pt idx="10382">
                  <c:v>160.46679249809699</c:v>
                </c:pt>
                <c:pt idx="10383">
                  <c:v>160.46735241076499</c:v>
                </c:pt>
                <c:pt idx="10384">
                  <c:v>160.467912144476</c:v>
                </c:pt>
                <c:pt idx="10385">
                  <c:v>160.468471699285</c:v>
                </c:pt>
                <c:pt idx="10386">
                  <c:v>160.46903107525199</c:v>
                </c:pt>
                <c:pt idx="10387">
                  <c:v>160.469590272434</c:v>
                </c:pt>
                <c:pt idx="10388">
                  <c:v>160.470149290888</c:v>
                </c:pt>
                <c:pt idx="10389">
                  <c:v>160.470708130671</c:v>
                </c:pt>
                <c:pt idx="10390">
                  <c:v>160.471266791842</c:v>
                </c:pt>
                <c:pt idx="10391">
                  <c:v>160.47182527445699</c:v>
                </c:pt>
                <c:pt idx="10392">
                  <c:v>160.47238357857401</c:v>
                </c:pt>
                <c:pt idx="10393">
                  <c:v>160.47294170425101</c:v>
                </c:pt>
                <c:pt idx="10394">
                  <c:v>160.47349965154399</c:v>
                </c:pt>
                <c:pt idx="10395">
                  <c:v>160.474057420512</c:v>
                </c:pt>
                <c:pt idx="10396">
                  <c:v>160.474615011211</c:v>
                </c:pt>
                <c:pt idx="10397">
                  <c:v>160.47517242369901</c:v>
                </c:pt>
                <c:pt idx="10398">
                  <c:v>160.475729658033</c:v>
                </c:pt>
                <c:pt idx="10399">
                  <c:v>160.47628671427</c:v>
                </c:pt>
                <c:pt idx="10400">
                  <c:v>160.47684359246799</c:v>
                </c:pt>
                <c:pt idx="10401">
                  <c:v>160.477400292684</c:v>
                </c:pt>
                <c:pt idx="10402">
                  <c:v>160.47795681497601</c:v>
                </c:pt>
                <c:pt idx="10403">
                  <c:v>160.478513159399</c:v>
                </c:pt>
                <c:pt idx="10404">
                  <c:v>160.47906932601299</c:v>
                </c:pt>
                <c:pt idx="10405">
                  <c:v>160.479625314873</c:v>
                </c:pt>
                <c:pt idx="10406">
                  <c:v>160.480181126037</c:v>
                </c:pt>
                <c:pt idx="10407">
                  <c:v>160.48073675956201</c:v>
                </c:pt>
                <c:pt idx="10408">
                  <c:v>160.48129221550599</c:v>
                </c:pt>
                <c:pt idx="10409">
                  <c:v>160.48184749392399</c:v>
                </c:pt>
                <c:pt idx="10410">
                  <c:v>160.48240259487599</c:v>
                </c:pt>
                <c:pt idx="10411">
                  <c:v>160.48295751841599</c:v>
                </c:pt>
                <c:pt idx="10412">
                  <c:v>160.483512264604</c:v>
                </c:pt>
                <c:pt idx="10413">
                  <c:v>160.48406683349401</c:v>
                </c:pt>
                <c:pt idx="10414">
                  <c:v>160.48462122514599</c:v>
                </c:pt>
                <c:pt idx="10415">
                  <c:v>160.48517543961501</c:v>
                </c:pt>
                <c:pt idx="10416">
                  <c:v>160.485729476958</c:v>
                </c:pt>
                <c:pt idx="10417">
                  <c:v>160.486283337233</c:v>
                </c:pt>
                <c:pt idx="10418">
                  <c:v>160.48683702049601</c:v>
                </c:pt>
                <c:pt idx="10419">
                  <c:v>160.487390526805</c:v>
                </c:pt>
                <c:pt idx="10420">
                  <c:v>160.48794385621599</c:v>
                </c:pt>
                <c:pt idx="10421">
                  <c:v>160.488497008786</c:v>
                </c:pt>
                <c:pt idx="10422">
                  <c:v>160.48904998457201</c:v>
                </c:pt>
                <c:pt idx="10423">
                  <c:v>160.489602783631</c:v>
                </c:pt>
                <c:pt idx="10424">
                  <c:v>160.49015540601999</c:v>
                </c:pt>
                <c:pt idx="10425">
                  <c:v>160.49070785179501</c:v>
                </c:pt>
                <c:pt idx="10426">
                  <c:v>160.491260121013</c:v>
                </c:pt>
                <c:pt idx="10427">
                  <c:v>160.49181221373101</c:v>
                </c:pt>
                <c:pt idx="10428">
                  <c:v>160.492364130006</c:v>
                </c:pt>
                <c:pt idx="10429">
                  <c:v>160.492915869895</c:v>
                </c:pt>
                <c:pt idx="10430">
                  <c:v>160.49346743345399</c:v>
                </c:pt>
                <c:pt idx="10431">
                  <c:v>160.49401882074</c:v>
                </c:pt>
                <c:pt idx="10432">
                  <c:v>160.49457003180899</c:v>
                </c:pt>
                <c:pt idx="10433">
                  <c:v>160.49512106671801</c:v>
                </c:pt>
                <c:pt idx="10434">
                  <c:v>160.49567192552499</c:v>
                </c:pt>
                <c:pt idx="10435">
                  <c:v>160.496222608285</c:v>
                </c:pt>
                <c:pt idx="10436">
                  <c:v>160.49677311505499</c:v>
                </c:pt>
                <c:pt idx="10437">
                  <c:v>160.49732344589199</c:v>
                </c:pt>
                <c:pt idx="10438">
                  <c:v>160.49787360085199</c:v>
                </c:pt>
                <c:pt idx="10439">
                  <c:v>160.49842357999199</c:v>
                </c:pt>
                <c:pt idx="10440">
                  <c:v>160.498973383368</c:v>
                </c:pt>
                <c:pt idx="10441">
                  <c:v>160.49952301103701</c:v>
                </c:pt>
                <c:pt idx="10442">
                  <c:v>160.50007246305501</c:v>
                </c:pt>
                <c:pt idx="10443">
                  <c:v>160.50062173947899</c:v>
                </c:pt>
                <c:pt idx="10444">
                  <c:v>160.50117084036501</c:v>
                </c:pt>
                <c:pt idx="10445">
                  <c:v>160.50171976576999</c:v>
                </c:pt>
                <c:pt idx="10446">
                  <c:v>160.50226851575101</c:v>
                </c:pt>
                <c:pt idx="10447">
                  <c:v>160.50281709036199</c:v>
                </c:pt>
                <c:pt idx="10448">
                  <c:v>160.503365489662</c:v>
                </c:pt>
                <c:pt idx="10449">
                  <c:v>160.503913713706</c:v>
                </c:pt>
                <c:pt idx="10450">
                  <c:v>160.50446176254999</c:v>
                </c:pt>
                <c:pt idx="10451">
                  <c:v>160.505009636251</c:v>
                </c:pt>
                <c:pt idx="10452">
                  <c:v>160.50555733486601</c:v>
                </c:pt>
                <c:pt idx="10453">
                  <c:v>160.50610485844999</c:v>
                </c:pt>
                <c:pt idx="10454">
                  <c:v>160.50665220705901</c:v>
                </c:pt>
                <c:pt idx="10455">
                  <c:v>160.50719938075099</c:v>
                </c:pt>
                <c:pt idx="10456">
                  <c:v>160.50774637958099</c:v>
                </c:pt>
                <c:pt idx="10457">
                  <c:v>160.508293203606</c:v>
                </c:pt>
                <c:pt idx="10458">
                  <c:v>160.50883985288101</c:v>
                </c:pt>
                <c:pt idx="10459">
                  <c:v>160.50938632746301</c:v>
                </c:pt>
                <c:pt idx="10460">
                  <c:v>160.50993262740801</c:v>
                </c:pt>
                <c:pt idx="10461">
                  <c:v>160.510478752772</c:v>
                </c:pt>
                <c:pt idx="10462">
                  <c:v>160.51102470361101</c:v>
                </c:pt>
                <c:pt idx="10463">
                  <c:v>160.511570479982</c:v>
                </c:pt>
                <c:pt idx="10464">
                  <c:v>160.51211608194001</c:v>
                </c:pt>
                <c:pt idx="10465">
                  <c:v>160.512661509542</c:v>
                </c:pt>
                <c:pt idx="10466">
                  <c:v>160.513206762843</c:v>
                </c:pt>
                <c:pt idx="10467">
                  <c:v>160.51375184189999</c:v>
                </c:pt>
                <c:pt idx="10468">
                  <c:v>160.51429674676899</c:v>
                </c:pt>
                <c:pt idx="10469">
                  <c:v>160.514841477505</c:v>
                </c:pt>
                <c:pt idx="10470">
                  <c:v>160.51538603416401</c:v>
                </c:pt>
                <c:pt idx="10471">
                  <c:v>160.515930416803</c:v>
                </c:pt>
                <c:pt idx="10472">
                  <c:v>160.516474625478</c:v>
                </c:pt>
                <c:pt idx="10473">
                  <c:v>160.51701866024399</c:v>
                </c:pt>
                <c:pt idx="10474">
                  <c:v>160.517562521157</c:v>
                </c:pt>
                <c:pt idx="10475">
                  <c:v>160.51810620827399</c:v>
                </c:pt>
                <c:pt idx="10476">
                  <c:v>160.51864972164901</c:v>
                </c:pt>
                <c:pt idx="10477">
                  <c:v>160.519193061339</c:v>
                </c:pt>
                <c:pt idx="10478">
                  <c:v>160.51973622739999</c:v>
                </c:pt>
                <c:pt idx="10479">
                  <c:v>160.52027921988801</c:v>
                </c:pt>
                <c:pt idx="10480">
                  <c:v>160.520822038858</c:v>
                </c:pt>
                <c:pt idx="10481">
                  <c:v>160.52136468436601</c:v>
                </c:pt>
                <c:pt idx="10482">
                  <c:v>160.52190715646799</c:v>
                </c:pt>
                <c:pt idx="10483">
                  <c:v>160.522449455219</c:v>
                </c:pt>
                <c:pt idx="10484">
                  <c:v>160.52299158067601</c:v>
                </c:pt>
                <c:pt idx="10485">
                  <c:v>160.523533532893</c:v>
                </c:pt>
                <c:pt idx="10486">
                  <c:v>160.52407531192699</c:v>
                </c:pt>
                <c:pt idx="10487">
                  <c:v>160.52461691783401</c:v>
                </c:pt>
                <c:pt idx="10488">
                  <c:v>160.52515835066899</c:v>
                </c:pt>
                <c:pt idx="10489">
                  <c:v>160.52569961048701</c:v>
                </c:pt>
                <c:pt idx="10490">
                  <c:v>160.52624069734401</c:v>
                </c:pt>
                <c:pt idx="10491">
                  <c:v>160.526781611297</c:v>
                </c:pt>
                <c:pt idx="10492">
                  <c:v>160.52732235239901</c:v>
                </c:pt>
                <c:pt idx="10493">
                  <c:v>160.527862920708</c:v>
                </c:pt>
                <c:pt idx="10494">
                  <c:v>160.528403316278</c:v>
                </c:pt>
                <c:pt idx="10495">
                  <c:v>160.528943539165</c:v>
                </c:pt>
                <c:pt idx="10496">
                  <c:v>160.52948358942399</c:v>
                </c:pt>
                <c:pt idx="10497">
                  <c:v>160.53002346711199</c:v>
                </c:pt>
                <c:pt idx="10498">
                  <c:v>160.530563172283</c:v>
                </c:pt>
                <c:pt idx="10499">
                  <c:v>160.531102704993</c:v>
                </c:pt>
                <c:pt idx="10500">
                  <c:v>160.53164206529701</c:v>
                </c:pt>
                <c:pt idx="10501">
                  <c:v>160.532181253251</c:v>
                </c:pt>
                <c:pt idx="10502">
                  <c:v>160.53272026891</c:v>
                </c:pt>
                <c:pt idx="10503">
                  <c:v>160.53325911232901</c:v>
                </c:pt>
                <c:pt idx="10504">
                  <c:v>160.53379778356401</c:v>
                </c:pt>
                <c:pt idx="10505">
                  <c:v>160.53433628267101</c:v>
                </c:pt>
                <c:pt idx="10506">
                  <c:v>160.53487460970399</c:v>
                </c:pt>
                <c:pt idx="10507">
                  <c:v>160.53541276471799</c:v>
                </c:pt>
                <c:pt idx="10508">
                  <c:v>160.53595074776999</c:v>
                </c:pt>
                <c:pt idx="10509">
                  <c:v>160.53648855891399</c:v>
                </c:pt>
                <c:pt idx="10510">
                  <c:v>160.53702619820601</c:v>
                </c:pt>
                <c:pt idx="10511">
                  <c:v>160.53756366569999</c:v>
                </c:pt>
                <c:pt idx="10512">
                  <c:v>160.53810096145301</c:v>
                </c:pt>
                <c:pt idx="10513">
                  <c:v>160.53863808551901</c:v>
                </c:pt>
                <c:pt idx="10514">
                  <c:v>160.53917503795299</c:v>
                </c:pt>
                <c:pt idx="10515">
                  <c:v>160.53971181881101</c:v>
                </c:pt>
                <c:pt idx="10516">
                  <c:v>160.54024842814701</c:v>
                </c:pt>
                <c:pt idx="10517">
                  <c:v>160.54078486601699</c:v>
                </c:pt>
                <c:pt idx="10518">
                  <c:v>160.54132113247601</c:v>
                </c:pt>
                <c:pt idx="10519">
                  <c:v>160.54185722757899</c:v>
                </c:pt>
                <c:pt idx="10520">
                  <c:v>160.54239315138199</c:v>
                </c:pt>
                <c:pt idx="10521">
                  <c:v>160.54292890393799</c:v>
                </c:pt>
                <c:pt idx="10522">
                  <c:v>160.54346448530299</c:v>
                </c:pt>
                <c:pt idx="10523">
                  <c:v>160.54399989553301</c:v>
                </c:pt>
                <c:pt idx="10524">
                  <c:v>160.54453513468101</c:v>
                </c:pt>
                <c:pt idx="10525">
                  <c:v>160.545070202804</c:v>
                </c:pt>
                <c:pt idx="10526">
                  <c:v>160.54560509995599</c:v>
                </c:pt>
                <c:pt idx="10527">
                  <c:v>160.54613982619199</c:v>
                </c:pt>
                <c:pt idx="10528">
                  <c:v>160.54667438156699</c:v>
                </c:pt>
                <c:pt idx="10529">
                  <c:v>160.54720876613499</c:v>
                </c:pt>
                <c:pt idx="10530">
                  <c:v>160.547742979953</c:v>
                </c:pt>
                <c:pt idx="10531">
                  <c:v>160.54827702307301</c:v>
                </c:pt>
                <c:pt idx="10532">
                  <c:v>160.548810895553</c:v>
                </c:pt>
                <c:pt idx="10533">
                  <c:v>160.54934459744501</c:v>
                </c:pt>
                <c:pt idx="10534">
                  <c:v>160.549878128806</c:v>
                </c:pt>
                <c:pt idx="10535">
                  <c:v>160.55041148968999</c:v>
                </c:pt>
                <c:pt idx="10536">
                  <c:v>160.55094468015099</c:v>
                </c:pt>
                <c:pt idx="10537">
                  <c:v>160.55147770024499</c:v>
                </c:pt>
                <c:pt idx="10538">
                  <c:v>160.55201055002499</c:v>
                </c:pt>
                <c:pt idx="10539">
                  <c:v>160.55254322954801</c:v>
                </c:pt>
                <c:pt idx="10540">
                  <c:v>160.55307573886699</c:v>
                </c:pt>
                <c:pt idx="10541">
                  <c:v>160.553608078038</c:v>
                </c:pt>
                <c:pt idx="10542">
                  <c:v>160.55414024711499</c:v>
                </c:pt>
                <c:pt idx="10543">
                  <c:v>160.55467224615199</c:v>
                </c:pt>
                <c:pt idx="10544">
                  <c:v>160.55520407520399</c:v>
                </c:pt>
                <c:pt idx="10545">
                  <c:v>160.55573573432599</c:v>
                </c:pt>
                <c:pt idx="10546">
                  <c:v>160.556267223573</c:v>
                </c:pt>
                <c:pt idx="10547">
                  <c:v>160.55679854299899</c:v>
                </c:pt>
                <c:pt idx="10548">
                  <c:v>160.55732969265799</c:v>
                </c:pt>
                <c:pt idx="10549">
                  <c:v>160.55786067260601</c:v>
                </c:pt>
                <c:pt idx="10550">
                  <c:v>160.55839148289601</c:v>
                </c:pt>
                <c:pt idx="10551">
                  <c:v>160.55892212358299</c:v>
                </c:pt>
                <c:pt idx="10552">
                  <c:v>160.55945259472199</c:v>
                </c:pt>
                <c:pt idx="10553">
                  <c:v>160.55998289636699</c:v>
                </c:pt>
                <c:pt idx="10554">
                  <c:v>160.56051302857301</c:v>
                </c:pt>
                <c:pt idx="10555">
                  <c:v>160.561042991394</c:v>
                </c:pt>
                <c:pt idx="10556">
                  <c:v>160.56157278488399</c:v>
                </c:pt>
                <c:pt idx="10557">
                  <c:v>160.562102409098</c:v>
                </c:pt>
                <c:pt idx="10558">
                  <c:v>160.562631864091</c:v>
                </c:pt>
                <c:pt idx="10559">
                  <c:v>160.563161149916</c:v>
                </c:pt>
                <c:pt idx="10560">
                  <c:v>160.56369026662799</c:v>
                </c:pt>
                <c:pt idx="10561">
                  <c:v>160.564219214281</c:v>
                </c:pt>
                <c:pt idx="10562">
                  <c:v>160.56474799292999</c:v>
                </c:pt>
                <c:pt idx="10563">
                  <c:v>160.56527660262901</c:v>
                </c:pt>
                <c:pt idx="10564">
                  <c:v>160.56580504343199</c:v>
                </c:pt>
                <c:pt idx="10565">
                  <c:v>160.566333315393</c:v>
                </c:pt>
                <c:pt idx="10566">
                  <c:v>160.56686141856699</c:v>
                </c:pt>
                <c:pt idx="10567">
                  <c:v>160.56738935300899</c:v>
                </c:pt>
                <c:pt idx="10568">
                  <c:v>160.56791711877099</c:v>
                </c:pt>
                <c:pt idx="10569">
                  <c:v>160.56844471590799</c:v>
                </c:pt>
                <c:pt idx="10570">
                  <c:v>160.568972144475</c:v>
                </c:pt>
                <c:pt idx="10571">
                  <c:v>160.569499404526</c:v>
                </c:pt>
                <c:pt idx="10572">
                  <c:v>160.57002649611499</c:v>
                </c:pt>
                <c:pt idx="10573">
                  <c:v>160.57055341929501</c:v>
                </c:pt>
                <c:pt idx="10574">
                  <c:v>160.57108017412099</c:v>
                </c:pt>
                <c:pt idx="10575">
                  <c:v>160.571606760648</c:v>
                </c:pt>
                <c:pt idx="10576">
                  <c:v>160.57213317892899</c:v>
                </c:pt>
                <c:pt idx="10577">
                  <c:v>160.57265942901699</c:v>
                </c:pt>
                <c:pt idx="10578">
                  <c:v>160.57318551096799</c:v>
                </c:pt>
                <c:pt idx="10579">
                  <c:v>160.57371142483601</c:v>
                </c:pt>
                <c:pt idx="10580">
                  <c:v>160.574237170673</c:v>
                </c:pt>
                <c:pt idx="10581">
                  <c:v>160.57476274853499</c:v>
                </c:pt>
                <c:pt idx="10582">
                  <c:v>160.57528815847499</c:v>
                </c:pt>
                <c:pt idx="10583">
                  <c:v>160.57581340054699</c:v>
                </c:pt>
                <c:pt idx="10584">
                  <c:v>160.576338474805</c:v>
                </c:pt>
                <c:pt idx="10585">
                  <c:v>160.57686338130401</c:v>
                </c:pt>
                <c:pt idx="10586">
                  <c:v>160.577388120096</c:v>
                </c:pt>
                <c:pt idx="10587">
                  <c:v>160.57791269123501</c:v>
                </c:pt>
                <c:pt idx="10588">
                  <c:v>160.578437094777</c:v>
                </c:pt>
                <c:pt idx="10589">
                  <c:v>160.57896133077301</c:v>
                </c:pt>
                <c:pt idx="10590">
                  <c:v>160.57948539927901</c:v>
                </c:pt>
                <c:pt idx="10591">
                  <c:v>160.580009300348</c:v>
                </c:pt>
                <c:pt idx="10592">
                  <c:v>160.580533034034</c:v>
                </c:pt>
                <c:pt idx="10593">
                  <c:v>160.58105660039001</c:v>
                </c:pt>
                <c:pt idx="10594">
                  <c:v>160.58157999947099</c:v>
                </c:pt>
                <c:pt idx="10595">
                  <c:v>160.58210323133</c:v>
                </c:pt>
                <c:pt idx="10596">
                  <c:v>160.58262629602001</c:v>
                </c:pt>
                <c:pt idx="10597">
                  <c:v>160.583149193596</c:v>
                </c:pt>
                <c:pt idx="10598">
                  <c:v>160.583671924111</c:v>
                </c:pt>
                <c:pt idx="10599">
                  <c:v>160.58419448761899</c:v>
                </c:pt>
                <c:pt idx="10600">
                  <c:v>160.58471688417399</c:v>
                </c:pt>
                <c:pt idx="10601">
                  <c:v>160.58523911382801</c:v>
                </c:pt>
                <c:pt idx="10602">
                  <c:v>160.585761176636</c:v>
                </c:pt>
                <c:pt idx="10603">
                  <c:v>160.58628307265201</c:v>
                </c:pt>
                <c:pt idx="10604">
                  <c:v>160.586804801928</c:v>
                </c:pt>
                <c:pt idx="10605">
                  <c:v>160.58732636451899</c:v>
                </c:pt>
                <c:pt idx="10606">
                  <c:v>160.58784776047801</c:v>
                </c:pt>
                <c:pt idx="10607">
                  <c:v>160.588368989858</c:v>
                </c:pt>
                <c:pt idx="10608">
                  <c:v>160.588890052713</c:v>
                </c:pt>
                <c:pt idx="10609">
                  <c:v>160.58941094909699</c:v>
                </c:pt>
                <c:pt idx="10610">
                  <c:v>160.589931679062</c:v>
                </c:pt>
                <c:pt idx="10611">
                  <c:v>160.59045224266299</c:v>
                </c:pt>
                <c:pt idx="10612">
                  <c:v>160.59097263995301</c:v>
                </c:pt>
                <c:pt idx="10613">
                  <c:v>160.59149287098501</c:v>
                </c:pt>
                <c:pt idx="10614">
                  <c:v>160.59201293581199</c:v>
                </c:pt>
                <c:pt idx="10615">
                  <c:v>160.59253283448899</c:v>
                </c:pt>
                <c:pt idx="10616">
                  <c:v>160.59305256706801</c:v>
                </c:pt>
                <c:pt idx="10617">
                  <c:v>160.593572133603</c:v>
                </c:pt>
                <c:pt idx="10618">
                  <c:v>160.594091534147</c:v>
                </c:pt>
                <c:pt idx="10619">
                  <c:v>160.594610768753</c:v>
                </c:pt>
                <c:pt idx="10620">
                  <c:v>160.59512983747399</c:v>
                </c:pt>
                <c:pt idx="10621">
                  <c:v>160.59564874036499</c:v>
                </c:pt>
                <c:pt idx="10622">
                  <c:v>160.59616747747799</c:v>
                </c:pt>
                <c:pt idx="10623">
                  <c:v>160.59668604886701</c:v>
                </c:pt>
                <c:pt idx="10624">
                  <c:v>160.59720445458399</c:v>
                </c:pt>
                <c:pt idx="10625">
                  <c:v>160.597722694683</c:v>
                </c:pt>
                <c:pt idx="10626">
                  <c:v>160.598240769217</c:v>
                </c:pt>
                <c:pt idx="10627">
                  <c:v>160.59875867823899</c:v>
                </c:pt>
                <c:pt idx="10628">
                  <c:v>160.59927642180199</c:v>
                </c:pt>
                <c:pt idx="10629">
                  <c:v>160.59979399996001</c:v>
                </c:pt>
                <c:pt idx="10630">
                  <c:v>160.60031141276599</c:v>
                </c:pt>
                <c:pt idx="10631">
                  <c:v>160.60082866027301</c:v>
                </c:pt>
                <c:pt idx="10632">
                  <c:v>160.601345742533</c:v>
                </c:pt>
                <c:pt idx="10633">
                  <c:v>160.60186265959999</c:v>
                </c:pt>
                <c:pt idx="10634">
                  <c:v>160.60237941152801</c:v>
                </c:pt>
                <c:pt idx="10635">
                  <c:v>160.60289599836801</c:v>
                </c:pt>
                <c:pt idx="10636">
                  <c:v>160.60341242017401</c:v>
                </c:pt>
                <c:pt idx="10637">
                  <c:v>160.603928676999</c:v>
                </c:pt>
                <c:pt idx="10638">
                  <c:v>160.604444768896</c:v>
                </c:pt>
                <c:pt idx="10639">
                  <c:v>160.60496069591801</c:v>
                </c:pt>
                <c:pt idx="10640">
                  <c:v>160.605476458119</c:v>
                </c:pt>
                <c:pt idx="10641">
                  <c:v>160.605992055549</c:v>
                </c:pt>
                <c:pt idx="10642">
                  <c:v>160.60650748826399</c:v>
                </c:pt>
                <c:pt idx="10643">
                  <c:v>160.60702275631499</c:v>
                </c:pt>
                <c:pt idx="10644">
                  <c:v>160.60753785975601</c:v>
                </c:pt>
                <c:pt idx="10645">
                  <c:v>160.60805279863899</c:v>
                </c:pt>
                <c:pt idx="10646">
                  <c:v>160.60856757301801</c:v>
                </c:pt>
                <c:pt idx="10647">
                  <c:v>160.60908218294401</c:v>
                </c:pt>
                <c:pt idx="10648">
                  <c:v>160.609596628471</c:v>
                </c:pt>
                <c:pt idx="10649">
                  <c:v>160.61011090965201</c:v>
                </c:pt>
                <c:pt idx="10650">
                  <c:v>160.610625026539</c:v>
                </c:pt>
                <c:pt idx="10651">
                  <c:v>160.61113897918599</c:v>
                </c:pt>
                <c:pt idx="10652">
                  <c:v>160.61165276764399</c:v>
                </c:pt>
                <c:pt idx="10653">
                  <c:v>160.612166391968</c:v>
                </c:pt>
                <c:pt idx="10654">
                  <c:v>160.612679852208</c:v>
                </c:pt>
                <c:pt idx="10655">
                  <c:v>160.61319314841799</c:v>
                </c:pt>
                <c:pt idx="10656">
                  <c:v>160.613706280652</c:v>
                </c:pt>
                <c:pt idx="10657">
                  <c:v>160.61421924896001</c:v>
                </c:pt>
                <c:pt idx="10658">
                  <c:v>160.61473205339701</c:v>
                </c:pt>
                <c:pt idx="10659">
                  <c:v>160.615244694014</c:v>
                </c:pt>
                <c:pt idx="10660">
                  <c:v>160.61575717086399</c:v>
                </c:pt>
                <c:pt idx="10661">
                  <c:v>160.61626948399999</c:v>
                </c:pt>
                <c:pt idx="10662">
                  <c:v>160.616781633475</c:v>
                </c:pt>
                <c:pt idx="10663">
                  <c:v>160.61729361934101</c:v>
                </c:pt>
                <c:pt idx="10664">
                  <c:v>160.61780544164901</c:v>
                </c:pt>
                <c:pt idx="10665">
                  <c:v>160.61831710045399</c:v>
                </c:pt>
                <c:pt idx="10666">
                  <c:v>160.618828595808</c:v>
                </c:pt>
                <c:pt idx="10667">
                  <c:v>160.61933992776201</c:v>
                </c:pt>
                <c:pt idx="10668">
                  <c:v>160.61985109637001</c:v>
                </c:pt>
                <c:pt idx="10669">
                  <c:v>160.62036210168401</c:v>
                </c:pt>
                <c:pt idx="10670">
                  <c:v>160.62087294375601</c:v>
                </c:pt>
                <c:pt idx="10671">
                  <c:v>160.62138362263801</c:v>
                </c:pt>
                <c:pt idx="10672">
                  <c:v>160.62189413838399</c:v>
                </c:pt>
                <c:pt idx="10673">
                  <c:v>160.62240449104499</c:v>
                </c:pt>
                <c:pt idx="10674">
                  <c:v>160.622914680675</c:v>
                </c:pt>
                <c:pt idx="10675">
                  <c:v>160.62342470732401</c:v>
                </c:pt>
                <c:pt idx="10676">
                  <c:v>160.62393457104599</c:v>
                </c:pt>
                <c:pt idx="10677">
                  <c:v>160.624444271893</c:v>
                </c:pt>
                <c:pt idx="10678">
                  <c:v>160.624953809917</c:v>
                </c:pt>
                <c:pt idx="10679">
                  <c:v>160.62546318516999</c:v>
                </c:pt>
                <c:pt idx="10680">
                  <c:v>160.625972397705</c:v>
                </c:pt>
                <c:pt idx="10681">
                  <c:v>160.62648144757401</c:v>
                </c:pt>
                <c:pt idx="10682">
                  <c:v>160.626990334829</c:v>
                </c:pt>
                <c:pt idx="10683">
                  <c:v>160.62749905952199</c:v>
                </c:pt>
                <c:pt idx="10684">
                  <c:v>160.62800762170599</c:v>
                </c:pt>
                <c:pt idx="10685">
                  <c:v>160.628516021433</c:v>
                </c:pt>
                <c:pt idx="10686">
                  <c:v>160.62902425875501</c:v>
                </c:pt>
                <c:pt idx="10687">
                  <c:v>160.62953233372301</c:v>
                </c:pt>
                <c:pt idx="10688">
                  <c:v>160.63004024639099</c:v>
                </c:pt>
                <c:pt idx="10689">
                  <c:v>160.63054799681001</c:v>
                </c:pt>
                <c:pt idx="10690">
                  <c:v>160.63105558503199</c:v>
                </c:pt>
                <c:pt idx="10691">
                  <c:v>160.63156301110999</c:v>
                </c:pt>
                <c:pt idx="10692">
                  <c:v>160.632070275095</c:v>
                </c:pt>
                <c:pt idx="10693">
                  <c:v>160.63257737704001</c:v>
                </c:pt>
                <c:pt idx="10694">
                  <c:v>160.63308431699599</c:v>
                </c:pt>
                <c:pt idx="10695">
                  <c:v>160.63359109501599</c:v>
                </c:pt>
                <c:pt idx="10696">
                  <c:v>160.63409771115201</c:v>
                </c:pt>
                <c:pt idx="10697">
                  <c:v>160.63460416545499</c:v>
                </c:pt>
                <c:pt idx="10698">
                  <c:v>160.63511045797699</c:v>
                </c:pt>
                <c:pt idx="10699">
                  <c:v>160.635616588771</c:v>
                </c:pt>
                <c:pt idx="10700">
                  <c:v>160.636122557888</c:v>
                </c:pt>
                <c:pt idx="10701">
                  <c:v>160.63662836538001</c:v>
                </c:pt>
                <c:pt idx="10702">
                  <c:v>160.637134011299</c:v>
                </c:pt>
                <c:pt idx="10703">
                  <c:v>160.63763949569801</c:v>
                </c:pt>
                <c:pt idx="10704">
                  <c:v>160.63814481862701</c:v>
                </c:pt>
                <c:pt idx="10705">
                  <c:v>160.63864998013901</c:v>
                </c:pt>
                <c:pt idx="10706">
                  <c:v>160.63915498028501</c:v>
                </c:pt>
                <c:pt idx="10707">
                  <c:v>160.63965981911701</c:v>
                </c:pt>
                <c:pt idx="10708">
                  <c:v>160.64016449668799</c:v>
                </c:pt>
                <c:pt idx="10709">
                  <c:v>160.64066901304901</c:v>
                </c:pt>
                <c:pt idx="10710">
                  <c:v>160.641173368251</c:v>
                </c:pt>
                <c:pt idx="10711">
                  <c:v>160.64167756234599</c:v>
                </c:pt>
                <c:pt idx="10712">
                  <c:v>160.642181595387</c:v>
                </c:pt>
                <c:pt idx="10713">
                  <c:v>160.642685467424</c:v>
                </c:pt>
                <c:pt idx="10714">
                  <c:v>160.643189178509</c:v>
                </c:pt>
                <c:pt idx="10715">
                  <c:v>160.64369272869499</c:v>
                </c:pt>
                <c:pt idx="10716">
                  <c:v>160.644196118032</c:v>
                </c:pt>
                <c:pt idx="10717">
                  <c:v>160.64469934657299</c:v>
                </c:pt>
                <c:pt idx="10718">
                  <c:v>160.64520241436901</c:v>
                </c:pt>
                <c:pt idx="10719">
                  <c:v>160.64570532147101</c:v>
                </c:pt>
                <c:pt idx="10720">
                  <c:v>160.64620806793201</c:v>
                </c:pt>
                <c:pt idx="10721">
                  <c:v>160.64671065380199</c:v>
                </c:pt>
                <c:pt idx="10722">
                  <c:v>160.64721307913399</c:v>
                </c:pt>
                <c:pt idx="10723">
                  <c:v>160.64771534397801</c:v>
                </c:pt>
                <c:pt idx="10724">
                  <c:v>160.64821744838699</c:v>
                </c:pt>
                <c:pt idx="10725">
                  <c:v>160.648719392412</c:v>
                </c:pt>
                <c:pt idx="10726">
                  <c:v>160.64922117610399</c:v>
                </c:pt>
                <c:pt idx="10727">
                  <c:v>160.649722799514</c:v>
                </c:pt>
                <c:pt idx="10728">
                  <c:v>160.65022426269499</c:v>
                </c:pt>
                <c:pt idx="10729">
                  <c:v>160.650725565698</c:v>
                </c:pt>
                <c:pt idx="10730">
                  <c:v>160.651226708574</c:v>
                </c:pt>
                <c:pt idx="10731">
                  <c:v>160.65172769137399</c:v>
                </c:pt>
                <c:pt idx="10732">
                  <c:v>160.65222851415001</c:v>
                </c:pt>
                <c:pt idx="10733">
                  <c:v>160.65272917695299</c:v>
                </c:pt>
                <c:pt idx="10734">
                  <c:v>160.65322967983499</c:v>
                </c:pt>
                <c:pt idx="10735">
                  <c:v>160.65373002284599</c:v>
                </c:pt>
                <c:pt idx="10736">
                  <c:v>160.65423020603899</c:v>
                </c:pt>
                <c:pt idx="10737">
                  <c:v>160.654730229465</c:v>
                </c:pt>
                <c:pt idx="10738">
                  <c:v>160.655230093174</c:v>
                </c:pt>
                <c:pt idx="10739">
                  <c:v>160.65572979721799</c:v>
                </c:pt>
                <c:pt idx="10740">
                  <c:v>160.65622934164901</c:v>
                </c:pt>
                <c:pt idx="10741">
                  <c:v>160.656728726517</c:v>
                </c:pt>
                <c:pt idx="10742">
                  <c:v>160.65722795187401</c:v>
                </c:pt>
                <c:pt idx="10743">
                  <c:v>160.65772701777101</c:v>
                </c:pt>
                <c:pt idx="10744">
                  <c:v>160.658225924259</c:v>
                </c:pt>
                <c:pt idx="10745">
                  <c:v>160.658724671389</c:v>
                </c:pt>
                <c:pt idx="10746">
                  <c:v>160.65922325921301</c:v>
                </c:pt>
                <c:pt idx="10747">
                  <c:v>160.659721687781</c:v>
                </c:pt>
                <c:pt idx="10748">
                  <c:v>160.66021995714499</c:v>
                </c:pt>
                <c:pt idx="10749">
                  <c:v>160.66071806735599</c:v>
                </c:pt>
                <c:pt idx="10750">
                  <c:v>160.66121601846399</c:v>
                </c:pt>
                <c:pt idx="10751">
                  <c:v>160.661713810522</c:v>
                </c:pt>
                <c:pt idx="10752">
                  <c:v>160.662211443579</c:v>
                </c:pt>
                <c:pt idx="10753">
                  <c:v>160.66270891768801</c:v>
                </c:pt>
                <c:pt idx="10754">
                  <c:v>160.663206232899</c:v>
                </c:pt>
                <c:pt idx="10755">
                  <c:v>160.663703389262</c:v>
                </c:pt>
                <c:pt idx="10756">
                  <c:v>160.66420038683</c:v>
                </c:pt>
                <c:pt idx="10757">
                  <c:v>160.66469722565199</c:v>
                </c:pt>
                <c:pt idx="10758">
                  <c:v>160.665193905781</c:v>
                </c:pt>
                <c:pt idx="10759">
                  <c:v>160.66569042726599</c:v>
                </c:pt>
                <c:pt idx="10760">
                  <c:v>160.666186790159</c:v>
                </c:pt>
                <c:pt idx="10761">
                  <c:v>160.66668299451101</c:v>
                </c:pt>
                <c:pt idx="10762">
                  <c:v>160.66717904037199</c:v>
                </c:pt>
                <c:pt idx="10763">
                  <c:v>160.667674927793</c:v>
                </c:pt>
                <c:pt idx="10764">
                  <c:v>160.66817065682599</c:v>
                </c:pt>
                <c:pt idx="10765">
                  <c:v>160.66866622752099</c:v>
                </c:pt>
                <c:pt idx="10766">
                  <c:v>160.669161639929</c:v>
                </c:pt>
                <c:pt idx="10767">
                  <c:v>160.669656894101</c:v>
                </c:pt>
                <c:pt idx="10768">
                  <c:v>160.67015199008699</c:v>
                </c:pt>
                <c:pt idx="10769">
                  <c:v>160.67064692793801</c:v>
                </c:pt>
                <c:pt idx="10770">
                  <c:v>160.671141707705</c:v>
                </c:pt>
                <c:pt idx="10771">
                  <c:v>160.671636329439</c:v>
                </c:pt>
                <c:pt idx="10772">
                  <c:v>160.672130793191</c:v>
                </c:pt>
                <c:pt idx="10773">
                  <c:v>160.67262509900999</c:v>
                </c:pt>
                <c:pt idx="10774">
                  <c:v>160.673119246949</c:v>
                </c:pt>
                <c:pt idx="10775">
                  <c:v>160.673613237057</c:v>
                </c:pt>
                <c:pt idx="10776">
                  <c:v>160.674107069385</c:v>
                </c:pt>
                <c:pt idx="10777">
                  <c:v>160.67460074398301</c:v>
                </c:pt>
                <c:pt idx="10778">
                  <c:v>160.67509426090399</c:v>
                </c:pt>
                <c:pt idx="10779">
                  <c:v>160.67558762019601</c:v>
                </c:pt>
                <c:pt idx="10780">
                  <c:v>160.67608082191001</c:v>
                </c:pt>
                <c:pt idx="10781">
                  <c:v>160.67657386609801</c:v>
                </c:pt>
                <c:pt idx="10782">
                  <c:v>160.67706675280999</c:v>
                </c:pt>
                <c:pt idx="10783">
                  <c:v>160.677559482096</c:v>
                </c:pt>
                <c:pt idx="10784">
                  <c:v>160.678052054006</c:v>
                </c:pt>
                <c:pt idx="10785">
                  <c:v>160.67854446859201</c:v>
                </c:pt>
                <c:pt idx="10786">
                  <c:v>160.67903672590299</c:v>
                </c:pt>
                <c:pt idx="10787">
                  <c:v>160.67952882599101</c:v>
                </c:pt>
                <c:pt idx="10788">
                  <c:v>160.680020768905</c:v>
                </c:pt>
                <c:pt idx="10789">
                  <c:v>160.680512554697</c:v>
                </c:pt>
                <c:pt idx="10790">
                  <c:v>160.68100418341601</c:v>
                </c:pt>
                <c:pt idx="10791">
                  <c:v>160.681495655113</c:v>
                </c:pt>
                <c:pt idx="10792">
                  <c:v>160.68198696983799</c:v>
                </c:pt>
                <c:pt idx="10793">
                  <c:v>160.68247812764201</c:v>
                </c:pt>
                <c:pt idx="10794">
                  <c:v>160.682969128574</c:v>
                </c:pt>
                <c:pt idx="10795">
                  <c:v>160.68345997268599</c:v>
                </c:pt>
                <c:pt idx="10796">
                  <c:v>160.68395066002799</c:v>
                </c:pt>
                <c:pt idx="10797">
                  <c:v>160.68444119065001</c:v>
                </c:pt>
                <c:pt idx="10798">
                  <c:v>160.68493156460201</c:v>
                </c:pt>
                <c:pt idx="10799">
                  <c:v>160.68542178193499</c:v>
                </c:pt>
                <c:pt idx="10800">
                  <c:v>160.685911842698</c:v>
                </c:pt>
                <c:pt idx="10801">
                  <c:v>160.68640174694301</c:v>
                </c:pt>
                <c:pt idx="10802">
                  <c:v>160.686891494718</c:v>
                </c:pt>
                <c:pt idx="10803">
                  <c:v>160.68738108607499</c:v>
                </c:pt>
                <c:pt idx="10804">
                  <c:v>160.68787052106401</c:v>
                </c:pt>
                <c:pt idx="10805">
                  <c:v>160.688359799735</c:v>
                </c:pt>
                <c:pt idx="10806">
                  <c:v>160.688848922137</c:v>
                </c:pt>
                <c:pt idx="10807">
                  <c:v>160.689337888322</c:v>
                </c:pt>
                <c:pt idx="10808">
                  <c:v>160.689826698339</c:v>
                </c:pt>
                <c:pt idx="10809">
                  <c:v>160.690315352239</c:v>
                </c:pt>
                <c:pt idx="10810">
                  <c:v>160.69080385007001</c:v>
                </c:pt>
                <c:pt idx="10811">
                  <c:v>160.691292191885</c:v>
                </c:pt>
                <c:pt idx="10812">
                  <c:v>160.69178037773099</c:v>
                </c:pt>
                <c:pt idx="10813">
                  <c:v>160.692268407661</c:v>
                </c:pt>
                <c:pt idx="10814">
                  <c:v>160.69275628172301</c:v>
                </c:pt>
                <c:pt idx="10815">
                  <c:v>160.69324399996799</c:v>
                </c:pt>
                <c:pt idx="10816">
                  <c:v>160.69373156244501</c:v>
                </c:pt>
                <c:pt idx="10817">
                  <c:v>160.69421896920599</c:v>
                </c:pt>
                <c:pt idx="10818">
                  <c:v>160.694706220298</c:v>
                </c:pt>
                <c:pt idx="10819">
                  <c:v>160.695193315773</c:v>
                </c:pt>
                <c:pt idx="10820">
                  <c:v>160.695680255681</c:v>
                </c:pt>
                <c:pt idx="10821">
                  <c:v>160.696167040071</c:v>
                </c:pt>
                <c:pt idx="10822">
                  <c:v>160.696653668994</c:v>
                </c:pt>
                <c:pt idx="10823">
                  <c:v>160.697140142498</c:v>
                </c:pt>
                <c:pt idx="10824">
                  <c:v>160.69762646063501</c:v>
                </c:pt>
                <c:pt idx="10825">
                  <c:v>160.698112623453</c:v>
                </c:pt>
                <c:pt idx="10826">
                  <c:v>160.69859863100299</c:v>
                </c:pt>
                <c:pt idx="10827">
                  <c:v>160.69908448333501</c:v>
                </c:pt>
                <c:pt idx="10828">
                  <c:v>160.699570180498</c:v>
                </c:pt>
                <c:pt idx="10829">
                  <c:v>160.700055722542</c:v>
                </c:pt>
                <c:pt idx="10830">
                  <c:v>160.70054110951699</c:v>
                </c:pt>
                <c:pt idx="10831">
                  <c:v>160.70102634147199</c:v>
                </c:pt>
                <c:pt idx="10832">
                  <c:v>160.70151141845801</c:v>
                </c:pt>
                <c:pt idx="10833">
                  <c:v>160.701996340524</c:v>
                </c:pt>
                <c:pt idx="10834">
                  <c:v>160.70248110771999</c:v>
                </c:pt>
                <c:pt idx="10835">
                  <c:v>160.70296572009499</c:v>
                </c:pt>
                <c:pt idx="10836">
                  <c:v>160.70345017769901</c:v>
                </c:pt>
                <c:pt idx="10837">
                  <c:v>160.70393448058201</c:v>
                </c:pt>
                <c:pt idx="10838">
                  <c:v>160.704418628794</c:v>
                </c:pt>
                <c:pt idx="10839">
                  <c:v>160.704902622383</c:v>
                </c:pt>
                <c:pt idx="10840">
                  <c:v>160.70538646140099</c:v>
                </c:pt>
                <c:pt idx="10841">
                  <c:v>160.70587014589501</c:v>
                </c:pt>
                <c:pt idx="10842">
                  <c:v>160.70635367591601</c:v>
                </c:pt>
                <c:pt idx="10843">
                  <c:v>160.70683705151399</c:v>
                </c:pt>
                <c:pt idx="10844">
                  <c:v>160.70732027273701</c:v>
                </c:pt>
                <c:pt idx="10845">
                  <c:v>160.707803339636</c:v>
                </c:pt>
                <c:pt idx="10846">
                  <c:v>160.70828625226</c:v>
                </c:pt>
                <c:pt idx="10847">
                  <c:v>160.70876901065799</c:v>
                </c:pt>
                <c:pt idx="10848">
                  <c:v>160.70925161488</c:v>
                </c:pt>
                <c:pt idx="10849">
                  <c:v>160.709734064976</c:v>
                </c:pt>
                <c:pt idx="10850">
                  <c:v>160.710216360994</c:v>
                </c:pt>
                <c:pt idx="10851">
                  <c:v>160.710698502985</c:v>
                </c:pt>
                <c:pt idx="10852">
                  <c:v>160.71118049099701</c:v>
                </c:pt>
                <c:pt idx="10853">
                  <c:v>160.71166232508</c:v>
                </c:pt>
                <c:pt idx="10854">
                  <c:v>160.71214400528399</c:v>
                </c:pt>
                <c:pt idx="10855">
                  <c:v>160.71262553165701</c:v>
                </c:pt>
                <c:pt idx="10856">
                  <c:v>160.71310690425</c:v>
                </c:pt>
                <c:pt idx="10857">
                  <c:v>160.71358812311101</c:v>
                </c:pt>
                <c:pt idx="10858">
                  <c:v>160.71406918828899</c:v>
                </c:pt>
                <c:pt idx="10859">
                  <c:v>160.71455009983501</c:v>
                </c:pt>
                <c:pt idx="10860">
                  <c:v>160.71503085779699</c:v>
                </c:pt>
                <c:pt idx="10861">
                  <c:v>160.71551146222501</c:v>
                </c:pt>
                <c:pt idx="10862">
                  <c:v>160.71599191316801</c:v>
                </c:pt>
                <c:pt idx="10863">
                  <c:v>160.71647221067499</c:v>
                </c:pt>
                <c:pt idx="10864">
                  <c:v>160.71695235479501</c:v>
                </c:pt>
                <c:pt idx="10865">
                  <c:v>160.717432345578</c:v>
                </c:pt>
                <c:pt idx="10866">
                  <c:v>160.717912183072</c:v>
                </c:pt>
                <c:pt idx="10867">
                  <c:v>160.718391867327</c:v>
                </c:pt>
                <c:pt idx="10868">
                  <c:v>160.71887139839299</c:v>
                </c:pt>
                <c:pt idx="10869">
                  <c:v>160.71935077631699</c:v>
                </c:pt>
                <c:pt idx="10870">
                  <c:v>160.71983000115</c:v>
                </c:pt>
                <c:pt idx="10871">
                  <c:v>160.72030907294001</c:v>
                </c:pt>
                <c:pt idx="10872">
                  <c:v>160.72078799173701</c:v>
                </c:pt>
                <c:pt idx="10873">
                  <c:v>160.72126675758901</c:v>
                </c:pt>
                <c:pt idx="10874">
                  <c:v>160.72174537054599</c:v>
                </c:pt>
                <c:pt idx="10875">
                  <c:v>160.72222383065699</c:v>
                </c:pt>
                <c:pt idx="10876">
                  <c:v>160.72270213797</c:v>
                </c:pt>
                <c:pt idx="10877">
                  <c:v>160.72318029253501</c:v>
                </c:pt>
                <c:pt idx="10878">
                  <c:v>160.72365829440099</c:v>
                </c:pt>
                <c:pt idx="10879">
                  <c:v>160.72413614361699</c:v>
                </c:pt>
                <c:pt idx="10880">
                  <c:v>160.724613840231</c:v>
                </c:pt>
                <c:pt idx="10881">
                  <c:v>160.725091384292</c:v>
                </c:pt>
                <c:pt idx="10882">
                  <c:v>160.725568775851</c:v>
                </c:pt>
                <c:pt idx="10883">
                  <c:v>160.72604601495399</c:v>
                </c:pt>
                <c:pt idx="10884">
                  <c:v>160.72652310165199</c:v>
                </c:pt>
                <c:pt idx="10885">
                  <c:v>160.727000035994</c:v>
                </c:pt>
                <c:pt idx="10886">
                  <c:v>160.72747681802699</c:v>
                </c:pt>
                <c:pt idx="10887">
                  <c:v>160.72795344780201</c:v>
                </c:pt>
                <c:pt idx="10888">
                  <c:v>160.72842992536599</c:v>
                </c:pt>
                <c:pt idx="10889">
                  <c:v>160.72890625076801</c:v>
                </c:pt>
                <c:pt idx="10890">
                  <c:v>160.729382424059</c:v>
                </c:pt>
                <c:pt idx="10891">
                  <c:v>160.729858445285</c:v>
                </c:pt>
                <c:pt idx="10892">
                  <c:v>160.73033431449599</c:v>
                </c:pt>
                <c:pt idx="10893">
                  <c:v>160.73081003174201</c:v>
                </c:pt>
                <c:pt idx="10894">
                  <c:v>160.73128559706899</c:v>
                </c:pt>
                <c:pt idx="10895">
                  <c:v>160.731761010528</c:v>
                </c:pt>
                <c:pt idx="10896">
                  <c:v>160.732236272167</c:v>
                </c:pt>
                <c:pt idx="10897">
                  <c:v>160.73271138203401</c:v>
                </c:pt>
                <c:pt idx="10898">
                  <c:v>160.73318634017801</c:v>
                </c:pt>
                <c:pt idx="10899">
                  <c:v>160.73366114664901</c:v>
                </c:pt>
                <c:pt idx="10900">
                  <c:v>160.73413580149401</c:v>
                </c:pt>
                <c:pt idx="10901">
                  <c:v>160.73461030476199</c:v>
                </c:pt>
                <c:pt idx="10902">
                  <c:v>160.73508465650201</c:v>
                </c:pt>
                <c:pt idx="10903">
                  <c:v>160.73555885676299</c:v>
                </c:pt>
                <c:pt idx="10904">
                  <c:v>160.73603290559299</c:v>
                </c:pt>
                <c:pt idx="10905">
                  <c:v>160.73650680303999</c:v>
                </c:pt>
                <c:pt idx="10906">
                  <c:v>160.736980549153</c:v>
                </c:pt>
                <c:pt idx="10907">
                  <c:v>160.73745414398101</c:v>
                </c:pt>
                <c:pt idx="10908">
                  <c:v>160.73792758757199</c:v>
                </c:pt>
                <c:pt idx="10909">
                  <c:v>160.73840087997499</c:v>
                </c:pt>
                <c:pt idx="10910">
                  <c:v>160.73887402123799</c:v>
                </c:pt>
                <c:pt idx="10911">
                  <c:v>160.73934701140999</c:v>
                </c:pt>
                <c:pt idx="10912">
                  <c:v>160.739819850538</c:v>
                </c:pt>
                <c:pt idx="10913">
                  <c:v>160.740292538673</c:v>
                </c:pt>
                <c:pt idx="10914">
                  <c:v>160.74076507586099</c:v>
                </c:pt>
                <c:pt idx="10915">
                  <c:v>160.74123746215199</c:v>
                </c:pt>
                <c:pt idx="10916">
                  <c:v>160.741709697593</c:v>
                </c:pt>
                <c:pt idx="10917">
                  <c:v>160.74218178223401</c:v>
                </c:pt>
                <c:pt idx="10918">
                  <c:v>160.74265371612199</c:v>
                </c:pt>
                <c:pt idx="10919">
                  <c:v>160.74312549930599</c:v>
                </c:pt>
                <c:pt idx="10920">
                  <c:v>160.74359713183401</c:v>
                </c:pt>
                <c:pt idx="10921">
                  <c:v>160.744068613754</c:v>
                </c:pt>
                <c:pt idx="10922">
                  <c:v>160.744539945116</c:v>
                </c:pt>
                <c:pt idx="10923">
                  <c:v>160.74501112596599</c:v>
                </c:pt>
                <c:pt idx="10924">
                  <c:v>160.745482156354</c:v>
                </c:pt>
                <c:pt idx="10925">
                  <c:v>160.74595303632799</c:v>
                </c:pt>
                <c:pt idx="10926">
                  <c:v>160.74642376593499</c:v>
                </c:pt>
                <c:pt idx="10927">
                  <c:v>160.74689434522401</c:v>
                </c:pt>
                <c:pt idx="10928">
                  <c:v>160.74736477424401</c:v>
                </c:pt>
                <c:pt idx="10929">
                  <c:v>160.747835053042</c:v>
                </c:pt>
                <c:pt idx="10930">
                  <c:v>160.74830518166701</c:v>
                </c:pt>
                <c:pt idx="10931">
                  <c:v>160.74877516016599</c:v>
                </c:pt>
                <c:pt idx="10932">
                  <c:v>160.749244988589</c:v>
                </c:pt>
                <c:pt idx="10933">
                  <c:v>160.74971466698199</c:v>
                </c:pt>
                <c:pt idx="10934">
                  <c:v>160.75018419539501</c:v>
                </c:pt>
                <c:pt idx="10935">
                  <c:v>160.75065357387501</c:v>
                </c:pt>
                <c:pt idx="10936">
                  <c:v>160.75112280247001</c:v>
                </c:pt>
                <c:pt idx="10937">
                  <c:v>160.75159188122899</c:v>
                </c:pt>
                <c:pt idx="10938">
                  <c:v>160.752060810199</c:v>
                </c:pt>
                <c:pt idx="10939">
                  <c:v>160.752529589429</c:v>
                </c:pt>
                <c:pt idx="10940">
                  <c:v>160.75299821896601</c:v>
                </c:pt>
                <c:pt idx="10941">
                  <c:v>160.753466698859</c:v>
                </c:pt>
                <c:pt idx="10942">
                  <c:v>160.753935029155</c:v>
                </c:pt>
                <c:pt idx="10943">
                  <c:v>160.75440320990199</c:v>
                </c:pt>
                <c:pt idx="10944">
                  <c:v>160.754871241149</c:v>
                </c:pt>
                <c:pt idx="10945">
                  <c:v>160.75533912294401</c:v>
                </c:pt>
                <c:pt idx="10946">
                  <c:v>160.75580685533299</c:v>
                </c:pt>
                <c:pt idx="10947">
                  <c:v>160.75627443836601</c:v>
                </c:pt>
                <c:pt idx="10948">
                  <c:v>160.75674187209</c:v>
                </c:pt>
                <c:pt idx="10949">
                  <c:v>160.75720915655299</c:v>
                </c:pt>
                <c:pt idx="10950">
                  <c:v>160.75767629180299</c:v>
                </c:pt>
                <c:pt idx="10951">
                  <c:v>160.758143277887</c:v>
                </c:pt>
                <c:pt idx="10952">
                  <c:v>160.75861011485401</c:v>
                </c:pt>
                <c:pt idx="10953">
                  <c:v>160.759076802751</c:v>
                </c:pt>
                <c:pt idx="10954">
                  <c:v>160.75954334162699</c:v>
                </c:pt>
                <c:pt idx="10955">
                  <c:v>160.76000973152799</c:v>
                </c:pt>
                <c:pt idx="10956">
                  <c:v>160.760475972503</c:v>
                </c:pt>
                <c:pt idx="10957">
                  <c:v>160.76094206459899</c:v>
                </c:pt>
                <c:pt idx="10958">
                  <c:v>160.76140800786399</c:v>
                </c:pt>
                <c:pt idx="10959">
                  <c:v>160.761873802347</c:v>
                </c:pt>
                <c:pt idx="10960">
                  <c:v>160.762339448094</c:v>
                </c:pt>
                <c:pt idx="10961">
                  <c:v>160.76280494515299</c:v>
                </c:pt>
                <c:pt idx="10962">
                  <c:v>160.76327029357199</c:v>
                </c:pt>
                <c:pt idx="10963">
                  <c:v>160.763735493398</c:v>
                </c:pt>
                <c:pt idx="10964">
                  <c:v>160.76420054467999</c:v>
                </c:pt>
                <c:pt idx="10965">
                  <c:v>160.76466544746501</c:v>
                </c:pt>
                <c:pt idx="10966">
                  <c:v>160.76513020180101</c:v>
                </c:pt>
                <c:pt idx="10967">
                  <c:v>160.765594807734</c:v>
                </c:pt>
                <c:pt idx="10968">
                  <c:v>160.766059265313</c:v>
                </c:pt>
                <c:pt idx="10969">
                  <c:v>160.76652357458499</c:v>
                </c:pt>
                <c:pt idx="10970">
                  <c:v>160.766987735599</c:v>
                </c:pt>
                <c:pt idx="10971">
                  <c:v>160.76745174839999</c:v>
                </c:pt>
                <c:pt idx="10972">
                  <c:v>160.76791561303699</c:v>
                </c:pt>
                <c:pt idx="10973">
                  <c:v>160.768379329558</c:v>
                </c:pt>
                <c:pt idx="10974">
                  <c:v>160.76884289800901</c:v>
                </c:pt>
                <c:pt idx="10975">
                  <c:v>160.76930631843899</c:v>
                </c:pt>
                <c:pt idx="10976">
                  <c:v>160.76976959089501</c:v>
                </c:pt>
                <c:pt idx="10977">
                  <c:v>160.77023271542399</c:v>
                </c:pt>
                <c:pt idx="10978">
                  <c:v>160.77069569207299</c:v>
                </c:pt>
                <c:pt idx="10979">
                  <c:v>160.77115852089</c:v>
                </c:pt>
                <c:pt idx="10980">
                  <c:v>160.77162120192301</c:v>
                </c:pt>
                <c:pt idx="10981">
                  <c:v>160.77208373521901</c:v>
                </c:pt>
                <c:pt idx="10982">
                  <c:v>160.77254612082501</c:v>
                </c:pt>
                <c:pt idx="10983">
                  <c:v>160.77300835878901</c:v>
                </c:pt>
                <c:pt idx="10984">
                  <c:v>160.773470449157</c:v>
                </c:pt>
                <c:pt idx="10985">
                  <c:v>160.77393239197801</c:v>
                </c:pt>
                <c:pt idx="10986">
                  <c:v>160.77439418729799</c:v>
                </c:pt>
                <c:pt idx="10987">
                  <c:v>160.774855835165</c:v>
                </c:pt>
                <c:pt idx="10988">
                  <c:v>160.775317335626</c:v>
                </c:pt>
                <c:pt idx="10989">
                  <c:v>160.775778688728</c:v>
                </c:pt>
                <c:pt idx="10990">
                  <c:v>160.77623989451899</c:v>
                </c:pt>
                <c:pt idx="10991">
                  <c:v>160.776700953046</c:v>
                </c:pt>
                <c:pt idx="10992">
                  <c:v>160.777161864356</c:v>
                </c:pt>
                <c:pt idx="10993">
                  <c:v>160.777622628496</c:v>
                </c:pt>
                <c:pt idx="10994">
                  <c:v>160.77808324551299</c:v>
                </c:pt>
                <c:pt idx="10995">
                  <c:v>160.77854371545499</c:v>
                </c:pt>
                <c:pt idx="10996">
                  <c:v>160.77900403836901</c:v>
                </c:pt>
                <c:pt idx="10997">
                  <c:v>160.77946421430099</c:v>
                </c:pt>
                <c:pt idx="10998">
                  <c:v>160.7799242433</c:v>
                </c:pt>
                <c:pt idx="10999">
                  <c:v>160.78038412541099</c:v>
                </c:pt>
                <c:pt idx="11000">
                  <c:v>160.78084386068301</c:v>
                </c:pt>
                <c:pt idx="11001">
                  <c:v>160.78130344916201</c:v>
                </c:pt>
                <c:pt idx="11002">
                  <c:v>160.78176289089501</c:v>
                </c:pt>
                <c:pt idx="11003">
                  <c:v>160.78222218593001</c:v>
                </c:pt>
                <c:pt idx="11004">
                  <c:v>160.782681334313</c:v>
                </c:pt>
                <c:pt idx="11005">
                  <c:v>160.78314033609101</c:v>
                </c:pt>
                <c:pt idx="11006">
                  <c:v>160.78359919131199</c:v>
                </c:pt>
                <c:pt idx="11007">
                  <c:v>160.78405790002199</c:v>
                </c:pt>
                <c:pt idx="11008">
                  <c:v>160.78451646226901</c:v>
                </c:pt>
                <c:pt idx="11009">
                  <c:v>160.78497487809801</c:v>
                </c:pt>
                <c:pt idx="11010">
                  <c:v>160.785433147558</c:v>
                </c:pt>
                <c:pt idx="11011">
                  <c:v>160.785891270696</c:v>
                </c:pt>
                <c:pt idx="11012">
                  <c:v>160.78634924755701</c:v>
                </c:pt>
                <c:pt idx="11013">
                  <c:v>160.78680707818901</c:v>
                </c:pt>
                <c:pt idx="11014">
                  <c:v>160.78726476263901</c:v>
                </c:pt>
                <c:pt idx="11015">
                  <c:v>160.78772230095399</c:v>
                </c:pt>
                <c:pt idx="11016">
                  <c:v>160.78817969318001</c:v>
                </c:pt>
                <c:pt idx="11017">
                  <c:v>160.78863693936501</c:v>
                </c:pt>
                <c:pt idx="11018">
                  <c:v>160.78909403955399</c:v>
                </c:pt>
                <c:pt idx="11019">
                  <c:v>160.78955099379601</c:v>
                </c:pt>
                <c:pt idx="11020">
                  <c:v>160.79000780213701</c:v>
                </c:pt>
                <c:pt idx="11021">
                  <c:v>160.790464464623</c:v>
                </c:pt>
                <c:pt idx="11022">
                  <c:v>160.79092098130101</c:v>
                </c:pt>
                <c:pt idx="11023">
                  <c:v>160.79137735221801</c:v>
                </c:pt>
                <c:pt idx="11024">
                  <c:v>160.79183357742201</c:v>
                </c:pt>
                <c:pt idx="11025">
                  <c:v>160.792289656957</c:v>
                </c:pt>
                <c:pt idx="11026">
                  <c:v>160.79274559087199</c:v>
                </c:pt>
                <c:pt idx="11027">
                  <c:v>160.793201379213</c:v>
                </c:pt>
                <c:pt idx="11028">
                  <c:v>160.793657022026</c:v>
                </c:pt>
                <c:pt idx="11029">
                  <c:v>160.79411251935801</c:v>
                </c:pt>
                <c:pt idx="11030">
                  <c:v>160.79456787125599</c:v>
                </c:pt>
                <c:pt idx="11031">
                  <c:v>160.79502307776701</c:v>
                </c:pt>
                <c:pt idx="11032">
                  <c:v>160.79547813893601</c:v>
                </c:pt>
                <c:pt idx="11033">
                  <c:v>160.795933054811</c:v>
                </c:pt>
                <c:pt idx="11034">
                  <c:v>160.79638782543799</c:v>
                </c:pt>
                <c:pt idx="11035">
                  <c:v>160.79684245086401</c:v>
                </c:pt>
                <c:pt idx="11036">
                  <c:v>160.797296931136</c:v>
                </c:pt>
                <c:pt idx="11037">
                  <c:v>160.797751266299</c:v>
                </c:pt>
                <c:pt idx="11038">
                  <c:v>160.79820545640001</c:v>
                </c:pt>
                <c:pt idx="11039">
                  <c:v>160.79865950148599</c:v>
                </c:pt>
                <c:pt idx="11040">
                  <c:v>160.79911340160399</c:v>
                </c:pt>
                <c:pt idx="11041">
                  <c:v>160.79956715679899</c:v>
                </c:pt>
                <c:pt idx="11042">
                  <c:v>160.80002076711801</c:v>
                </c:pt>
                <c:pt idx="11043">
                  <c:v>160.800474232608</c:v>
                </c:pt>
                <c:pt idx="11044">
                  <c:v>160.80092755331501</c:v>
                </c:pt>
                <c:pt idx="11045">
                  <c:v>160.801380729286</c:v>
                </c:pt>
                <c:pt idx="11046">
                  <c:v>160.80183376056601</c:v>
                </c:pt>
                <c:pt idx="11047">
                  <c:v>160.802286647203</c:v>
                </c:pt>
                <c:pt idx="11048">
                  <c:v>160.80273938924299</c:v>
                </c:pt>
                <c:pt idx="11049">
                  <c:v>160.80319198673101</c:v>
                </c:pt>
                <c:pt idx="11050">
                  <c:v>160.80364443971399</c:v>
                </c:pt>
                <c:pt idx="11051">
                  <c:v>160.80409674824</c:v>
                </c:pt>
                <c:pt idx="11052">
                  <c:v>160.804548912353</c:v>
                </c:pt>
                <c:pt idx="11053">
                  <c:v>160.8050009321</c:v>
                </c:pt>
                <c:pt idx="11054">
                  <c:v>160.80545280752801</c:v>
                </c:pt>
                <c:pt idx="11055">
                  <c:v>160.805904538682</c:v>
                </c:pt>
                <c:pt idx="11056">
                  <c:v>160.806356125609</c:v>
                </c:pt>
                <c:pt idx="11057">
                  <c:v>160.80680756835599</c:v>
                </c:pt>
                <c:pt idx="11058">
                  <c:v>160.807258866968</c:v>
                </c:pt>
                <c:pt idx="11059">
                  <c:v>160.807710021492</c:v>
                </c:pt>
                <c:pt idx="11060">
                  <c:v>160.80816103197299</c:v>
                </c:pt>
                <c:pt idx="11061">
                  <c:v>160.808611898458</c:v>
                </c:pt>
                <c:pt idx="11062">
                  <c:v>160.80906262099401</c:v>
                </c:pt>
                <c:pt idx="11063">
                  <c:v>160.809513199625</c:v>
                </c:pt>
                <c:pt idx="11064">
                  <c:v>160.809963634399</c:v>
                </c:pt>
                <c:pt idx="11065">
                  <c:v>160.81041392536201</c:v>
                </c:pt>
                <c:pt idx="11066">
                  <c:v>160.81086407255901</c:v>
                </c:pt>
                <c:pt idx="11067">
                  <c:v>160.81131407603701</c:v>
                </c:pt>
                <c:pt idx="11068">
                  <c:v>160.81176393584099</c:v>
                </c:pt>
                <c:pt idx="11069">
                  <c:v>160.81221365201799</c:v>
                </c:pt>
                <c:pt idx="11070">
                  <c:v>160.812663224614</c:v>
                </c:pt>
                <c:pt idx="11071">
                  <c:v>160.81311265367401</c:v>
                </c:pt>
                <c:pt idx="11072">
                  <c:v>160.813561939246</c:v>
                </c:pt>
                <c:pt idx="11073">
                  <c:v>160.81401108137399</c:v>
                </c:pt>
                <c:pt idx="11074">
                  <c:v>160.81446008010499</c:v>
                </c:pt>
                <c:pt idx="11075">
                  <c:v>160.81490893548499</c:v>
                </c:pt>
                <c:pt idx="11076">
                  <c:v>160.81535764755901</c:v>
                </c:pt>
                <c:pt idx="11077">
                  <c:v>160.815806216374</c:v>
                </c:pt>
                <c:pt idx="11078">
                  <c:v>160.81625464197501</c:v>
                </c:pt>
                <c:pt idx="11079">
                  <c:v>160.81670292440899</c:v>
                </c:pt>
                <c:pt idx="11080">
                  <c:v>160.81715106372101</c:v>
                </c:pt>
                <c:pt idx="11081">
                  <c:v>160.81759905995699</c:v>
                </c:pt>
                <c:pt idx="11082">
                  <c:v>160.81804691316401</c:v>
                </c:pt>
                <c:pt idx="11083">
                  <c:v>160.81849462338599</c:v>
                </c:pt>
                <c:pt idx="11084">
                  <c:v>160.81894219066899</c:v>
                </c:pt>
                <c:pt idx="11085">
                  <c:v>160.81938961506</c:v>
                </c:pt>
                <c:pt idx="11086">
                  <c:v>160.81983689660501</c:v>
                </c:pt>
                <c:pt idx="11087">
                  <c:v>160.82028403534801</c:v>
                </c:pt>
                <c:pt idx="11088">
                  <c:v>160.82073103133601</c:v>
                </c:pt>
                <c:pt idx="11089">
                  <c:v>160.821177884615</c:v>
                </c:pt>
                <c:pt idx="11090">
                  <c:v>160.82162459522999</c:v>
                </c:pt>
                <c:pt idx="11091">
                  <c:v>160.82207116322701</c:v>
                </c:pt>
                <c:pt idx="11092">
                  <c:v>160.822517588652</c:v>
                </c:pt>
                <c:pt idx="11093">
                  <c:v>160.82296387155</c:v>
                </c:pt>
                <c:pt idx="11094">
                  <c:v>160.82341001196701</c:v>
                </c:pt>
                <c:pt idx="11095">
                  <c:v>160.823856009949</c:v>
                </c:pt>
                <c:pt idx="11096">
                  <c:v>160.824301865542</c:v>
                </c:pt>
                <c:pt idx="11097">
                  <c:v>160.82474757879001</c:v>
                </c:pt>
                <c:pt idx="11098">
                  <c:v>160.82519314973999</c:v>
                </c:pt>
                <c:pt idx="11099">
                  <c:v>160.82563857843701</c:v>
                </c:pt>
                <c:pt idx="11100">
                  <c:v>160.826083864927</c:v>
                </c:pt>
                <c:pt idx="11101">
                  <c:v>160.82652900925501</c:v>
                </c:pt>
                <c:pt idx="11102">
                  <c:v>160.826974011468</c:v>
                </c:pt>
                <c:pt idx="11103">
                  <c:v>160.82741887161001</c:v>
                </c:pt>
                <c:pt idx="11104">
                  <c:v>160.82786358972601</c:v>
                </c:pt>
                <c:pt idx="11105">
                  <c:v>160.828308165864</c:v>
                </c:pt>
                <c:pt idx="11106">
                  <c:v>160.82875260006699</c:v>
                </c:pt>
                <c:pt idx="11107">
                  <c:v>160.82919689238199</c:v>
                </c:pt>
                <c:pt idx="11108">
                  <c:v>160.82964104285401</c:v>
                </c:pt>
                <c:pt idx="11109">
                  <c:v>160.83008505152799</c:v>
                </c:pt>
                <c:pt idx="11110">
                  <c:v>160.83052891845</c:v>
                </c:pt>
                <c:pt idx="11111">
                  <c:v>160.83097264366501</c:v>
                </c:pt>
                <c:pt idx="11112">
                  <c:v>160.83141622721899</c:v>
                </c:pt>
                <c:pt idx="11113">
                  <c:v>160.83185966915701</c:v>
                </c:pt>
                <c:pt idx="11114">
                  <c:v>160.83230296952499</c:v>
                </c:pt>
                <c:pt idx="11115">
                  <c:v>160.832746128368</c:v>
                </c:pt>
                <c:pt idx="11116">
                  <c:v>160.83318914572999</c:v>
                </c:pt>
                <c:pt idx="11117">
                  <c:v>160.83363202165799</c:v>
                </c:pt>
                <c:pt idx="11118">
                  <c:v>160.834074756197</c:v>
                </c:pt>
                <c:pt idx="11119">
                  <c:v>160.834517349392</c:v>
                </c:pt>
                <c:pt idx="11120">
                  <c:v>160.83495980128899</c:v>
                </c:pt>
                <c:pt idx="11121">
                  <c:v>160.83540211193201</c:v>
                </c:pt>
                <c:pt idx="11122">
                  <c:v>160.835844281367</c:v>
                </c:pt>
                <c:pt idx="11123">
                  <c:v>160.83628630964</c:v>
                </c:pt>
                <c:pt idx="11124">
                  <c:v>160.83672819679501</c:v>
                </c:pt>
                <c:pt idx="11125">
                  <c:v>160.83716994287701</c:v>
                </c:pt>
                <c:pt idx="11126">
                  <c:v>160.83761154793299</c:v>
                </c:pt>
                <c:pt idx="11127">
                  <c:v>160.83805301200599</c:v>
                </c:pt>
                <c:pt idx="11128">
                  <c:v>160.838494335143</c:v>
                </c:pt>
                <c:pt idx="11129">
                  <c:v>160.83893551738799</c:v>
                </c:pt>
                <c:pt idx="11130">
                  <c:v>160.839376558787</c:v>
                </c:pt>
                <c:pt idx="11131">
                  <c:v>160.83981745938399</c:v>
                </c:pt>
                <c:pt idx="11132">
                  <c:v>160.840258219226</c:v>
                </c:pt>
                <c:pt idx="11133">
                  <c:v>160.84069883835599</c:v>
                </c:pt>
                <c:pt idx="11134">
                  <c:v>160.84113931682</c:v>
                </c:pt>
                <c:pt idx="11135">
                  <c:v>160.84157965466301</c:v>
                </c:pt>
                <c:pt idx="11136">
                  <c:v>160.84201985192999</c:v>
                </c:pt>
                <c:pt idx="11137">
                  <c:v>160.842459908666</c:v>
                </c:pt>
                <c:pt idx="11138">
                  <c:v>160.842899824917</c:v>
                </c:pt>
                <c:pt idx="11139">
                  <c:v>160.84333960072701</c:v>
                </c:pt>
                <c:pt idx="11140">
                  <c:v>160.84377923613999</c:v>
                </c:pt>
                <c:pt idx="11141">
                  <c:v>160.844218731203</c:v>
                </c:pt>
                <c:pt idx="11142">
                  <c:v>160.84465808596099</c:v>
                </c:pt>
                <c:pt idx="11143">
                  <c:v>160.84509730045701</c:v>
                </c:pt>
                <c:pt idx="11144">
                  <c:v>160.84553637473701</c:v>
                </c:pt>
                <c:pt idx="11145">
                  <c:v>160.84597530884699</c:v>
                </c:pt>
                <c:pt idx="11146">
                  <c:v>160.84641410283001</c:v>
                </c:pt>
                <c:pt idx="11147">
                  <c:v>160.84685275673201</c:v>
                </c:pt>
                <c:pt idx="11148">
                  <c:v>160.847291270597</c:v>
                </c:pt>
                <c:pt idx="11149">
                  <c:v>160.847729644471</c:v>
                </c:pt>
                <c:pt idx="11150">
                  <c:v>160.84816787839901</c:v>
                </c:pt>
                <c:pt idx="11151">
                  <c:v>160.848605972424</c:v>
                </c:pt>
                <c:pt idx="11152">
                  <c:v>160.849043926593</c:v>
                </c:pt>
                <c:pt idx="11153">
                  <c:v>160.84948174095001</c:v>
                </c:pt>
                <c:pt idx="11154">
                  <c:v>160.84991941553901</c:v>
                </c:pt>
                <c:pt idx="11155">
                  <c:v>160.850356950405</c:v>
                </c:pt>
                <c:pt idx="11156">
                  <c:v>160.85079434559401</c:v>
                </c:pt>
                <c:pt idx="11157">
                  <c:v>160.85123160115</c:v>
                </c:pt>
                <c:pt idx="11158">
                  <c:v>160.85166871711701</c:v>
                </c:pt>
                <c:pt idx="11159">
                  <c:v>160.85210569354101</c:v>
                </c:pt>
                <c:pt idx="11160">
                  <c:v>160.852542530466</c:v>
                </c:pt>
                <c:pt idx="11161">
                  <c:v>160.852979227937</c:v>
                </c:pt>
                <c:pt idx="11162">
                  <c:v>160.85341578599801</c:v>
                </c:pt>
                <c:pt idx="11163">
                  <c:v>160.85385220469399</c:v>
                </c:pt>
                <c:pt idx="11164">
                  <c:v>160.85428848407</c:v>
                </c:pt>
                <c:pt idx="11165">
                  <c:v>160.85472462417101</c:v>
                </c:pt>
                <c:pt idx="11166">
                  <c:v>160.85516062504001</c:v>
                </c:pt>
                <c:pt idx="11167">
                  <c:v>160.85559648672299</c:v>
                </c:pt>
                <c:pt idx="11168">
                  <c:v>160.85603220926501</c:v>
                </c:pt>
                <c:pt idx="11169">
                  <c:v>160.856467792709</c:v>
                </c:pt>
                <c:pt idx="11170">
                  <c:v>160.85690323710099</c:v>
                </c:pt>
                <c:pt idx="11171">
                  <c:v>160.857338542484</c:v>
                </c:pt>
                <c:pt idx="11172">
                  <c:v>160.85777370890401</c:v>
                </c:pt>
                <c:pt idx="11173">
                  <c:v>160.858208736405</c:v>
                </c:pt>
                <c:pt idx="11174">
                  <c:v>160.85864362503199</c:v>
                </c:pt>
                <c:pt idx="11175">
                  <c:v>160.85907837482799</c:v>
                </c:pt>
                <c:pt idx="11176">
                  <c:v>160.85951298583899</c:v>
                </c:pt>
                <c:pt idx="11177">
                  <c:v>160.85994745810899</c:v>
                </c:pt>
                <c:pt idx="11178">
                  <c:v>160.86038179168199</c:v>
                </c:pt>
                <c:pt idx="11179">
                  <c:v>160.860815986603</c:v>
                </c:pt>
                <c:pt idx="11180">
                  <c:v>160.86125004291699</c:v>
                </c:pt>
                <c:pt idx="11181">
                  <c:v>160.86168396066699</c:v>
                </c:pt>
                <c:pt idx="11182">
                  <c:v>160.862117739897</c:v>
                </c:pt>
                <c:pt idx="11183">
                  <c:v>160.862551380654</c:v>
                </c:pt>
                <c:pt idx="11184">
                  <c:v>160.86298488297999</c:v>
                </c:pt>
                <c:pt idx="11185">
                  <c:v>160.86341824691999</c:v>
                </c:pt>
                <c:pt idx="11186">
                  <c:v>160.863851472519</c:v>
                </c:pt>
                <c:pt idx="11187">
                  <c:v>160.86428455981999</c:v>
                </c:pt>
                <c:pt idx="11188">
                  <c:v>160.86471750886801</c:v>
                </c:pt>
                <c:pt idx="11189">
                  <c:v>160.86515031970799</c:v>
                </c:pt>
                <c:pt idx="11190">
                  <c:v>160.865582992383</c:v>
                </c:pt>
                <c:pt idx="11191">
                  <c:v>160.86601552693901</c:v>
                </c:pt>
                <c:pt idx="11192">
                  <c:v>160.86644792341801</c:v>
                </c:pt>
                <c:pt idx="11193">
                  <c:v>160.86688018186601</c:v>
                </c:pt>
                <c:pt idx="11194">
                  <c:v>160.86731230232601</c:v>
                </c:pt>
                <c:pt idx="11195">
                  <c:v>160.86774428484301</c:v>
                </c:pt>
                <c:pt idx="11196">
                  <c:v>160.86817612946101</c:v>
                </c:pt>
                <c:pt idx="11197">
                  <c:v>160.86860783622399</c:v>
                </c:pt>
                <c:pt idx="11198">
                  <c:v>160.86903940517701</c:v>
                </c:pt>
                <c:pt idx="11199">
                  <c:v>160.86947083636301</c:v>
                </c:pt>
                <c:pt idx="11200">
                  <c:v>160.86990212982599</c:v>
                </c:pt>
                <c:pt idx="11201">
                  <c:v>160.870333285611</c:v>
                </c:pt>
                <c:pt idx="11202">
                  <c:v>160.870764303763</c:v>
                </c:pt>
                <c:pt idx="11203">
                  <c:v>160.871195184323</c:v>
                </c:pt>
                <c:pt idx="11204">
                  <c:v>160.87162592733799</c:v>
                </c:pt>
                <c:pt idx="11205">
                  <c:v>160.87205653285099</c:v>
                </c:pt>
                <c:pt idx="11206">
                  <c:v>160.87248700090601</c:v>
                </c:pt>
                <c:pt idx="11207">
                  <c:v>160.872917331547</c:v>
                </c:pt>
                <c:pt idx="11208">
                  <c:v>160.873347524819</c:v>
                </c:pt>
                <c:pt idx="11209">
                  <c:v>160.873777580764</c:v>
                </c:pt>
                <c:pt idx="11210">
                  <c:v>160.874207499427</c:v>
                </c:pt>
                <c:pt idx="11211">
                  <c:v>160.87463728085299</c:v>
                </c:pt>
                <c:pt idx="11212">
                  <c:v>160.87506692508501</c:v>
                </c:pt>
                <c:pt idx="11213">
                  <c:v>160.87549643216599</c:v>
                </c:pt>
                <c:pt idx="11214">
                  <c:v>160.87592580214201</c:v>
                </c:pt>
                <c:pt idx="11215">
                  <c:v>160.87635503505501</c:v>
                </c:pt>
                <c:pt idx="11216">
                  <c:v>160.87678413095</c:v>
                </c:pt>
                <c:pt idx="11217">
                  <c:v>160.87721308987099</c:v>
                </c:pt>
                <c:pt idx="11218">
                  <c:v>160.87764191186201</c:v>
                </c:pt>
                <c:pt idx="11219">
                  <c:v>160.87807059696499</c:v>
                </c:pt>
                <c:pt idx="11220">
                  <c:v>160.87849914522599</c:v>
                </c:pt>
                <c:pt idx="11221">
                  <c:v>160.87892755668801</c:v>
                </c:pt>
                <c:pt idx="11222">
                  <c:v>160.879355831395</c:v>
                </c:pt>
                <c:pt idx="11223">
                  <c:v>160.87978396939101</c:v>
                </c:pt>
                <c:pt idx="11224">
                  <c:v>160.88021197071899</c:v>
                </c:pt>
                <c:pt idx="11225">
                  <c:v>160.88063983542301</c:v>
                </c:pt>
                <c:pt idx="11226">
                  <c:v>160.88106756354699</c:v>
                </c:pt>
                <c:pt idx="11227">
                  <c:v>160.88149515513501</c:v>
                </c:pt>
                <c:pt idx="11228">
                  <c:v>160.88192261023099</c:v>
                </c:pt>
                <c:pt idx="11229">
                  <c:v>160.882349928878</c:v>
                </c:pt>
                <c:pt idx="11230">
                  <c:v>160.882777111119</c:v>
                </c:pt>
                <c:pt idx="11231">
                  <c:v>160.88320415699999</c:v>
                </c:pt>
                <c:pt idx="11232">
                  <c:v>160.883631066562</c:v>
                </c:pt>
                <c:pt idx="11233">
                  <c:v>160.88405783985101</c:v>
                </c:pt>
                <c:pt idx="11234">
                  <c:v>160.88448447690899</c:v>
                </c:pt>
                <c:pt idx="11235">
                  <c:v>160.88491097778001</c:v>
                </c:pt>
                <c:pt idx="11236">
                  <c:v>160.885337342508</c:v>
                </c:pt>
                <c:pt idx="11237">
                  <c:v>160.88576357113701</c:v>
                </c:pt>
                <c:pt idx="11238">
                  <c:v>160.88618966371001</c:v>
                </c:pt>
                <c:pt idx="11239">
                  <c:v>160.88661562026999</c:v>
                </c:pt>
                <c:pt idx="11240">
                  <c:v>160.887041440861</c:v>
                </c:pt>
                <c:pt idx="11241">
                  <c:v>160.88746712552799</c:v>
                </c:pt>
                <c:pt idx="11242">
                  <c:v>160.88789267431201</c:v>
                </c:pt>
                <c:pt idx="11243">
                  <c:v>160.88831808725899</c:v>
                </c:pt>
                <c:pt idx="11244">
                  <c:v>160.88874336441</c:v>
                </c:pt>
                <c:pt idx="11245">
                  <c:v>160.889168505811</c:v>
                </c:pt>
                <c:pt idx="11246">
                  <c:v>160.88959351150299</c:v>
                </c:pt>
                <c:pt idx="11247">
                  <c:v>160.890018381532</c:v>
                </c:pt>
                <c:pt idx="11248">
                  <c:v>160.89044311593901</c:v>
                </c:pt>
                <c:pt idx="11249">
                  <c:v>160.89086771477</c:v>
                </c:pt>
                <c:pt idx="11250">
                  <c:v>160.89129217806601</c:v>
                </c:pt>
                <c:pt idx="11251">
                  <c:v>160.89171650587201</c:v>
                </c:pt>
                <c:pt idx="11252">
                  <c:v>160.892140698231</c:v>
                </c:pt>
                <c:pt idx="11253">
                  <c:v>160.89256475518499</c:v>
                </c:pt>
                <c:pt idx="11254">
                  <c:v>160.89298867677999</c:v>
                </c:pt>
                <c:pt idx="11255">
                  <c:v>160.89341246305699</c:v>
                </c:pt>
                <c:pt idx="11256">
                  <c:v>160.893836114061</c:v>
                </c:pt>
                <c:pt idx="11257">
                  <c:v>160.89425962983401</c:v>
                </c:pt>
                <c:pt idx="11258">
                  <c:v>160.89468301042101</c:v>
                </c:pt>
                <c:pt idx="11259">
                  <c:v>160.895106255863</c:v>
                </c:pt>
                <c:pt idx="11260">
                  <c:v>160.89552936620501</c:v>
                </c:pt>
                <c:pt idx="11261">
                  <c:v>160.89595234148999</c:v>
                </c:pt>
                <c:pt idx="11262">
                  <c:v>160.89637518176099</c:v>
                </c:pt>
                <c:pt idx="11263">
                  <c:v>160.89679788706101</c:v>
                </c:pt>
                <c:pt idx="11264">
                  <c:v>160.897220457434</c:v>
                </c:pt>
                <c:pt idx="11265">
                  <c:v>160.89764289292199</c:v>
                </c:pt>
                <c:pt idx="11266">
                  <c:v>160.89806519356901</c:v>
                </c:pt>
                <c:pt idx="11267">
                  <c:v>160.89848735941899</c:v>
                </c:pt>
                <c:pt idx="11268">
                  <c:v>160.89890939051301</c:v>
                </c:pt>
                <c:pt idx="11269">
                  <c:v>160.899331286896</c:v>
                </c:pt>
                <c:pt idx="11270">
                  <c:v>160.89975304861099</c:v>
                </c:pt>
                <c:pt idx="11271">
                  <c:v>160.90017467569999</c:v>
                </c:pt>
                <c:pt idx="11272">
                  <c:v>160.90059616820801</c:v>
                </c:pt>
                <c:pt idx="11273">
                  <c:v>160.90101752617599</c:v>
                </c:pt>
                <c:pt idx="11274">
                  <c:v>160.90143874964801</c:v>
                </c:pt>
                <c:pt idx="11275">
                  <c:v>160.90185983866701</c:v>
                </c:pt>
                <c:pt idx="11276">
                  <c:v>160.90228079327599</c:v>
                </c:pt>
                <c:pt idx="11277">
                  <c:v>160.90270161351799</c:v>
                </c:pt>
                <c:pt idx="11278">
                  <c:v>160.903122299437</c:v>
                </c:pt>
                <c:pt idx="11279">
                  <c:v>160.903542851075</c:v>
                </c:pt>
                <c:pt idx="11280">
                  <c:v>160.903963268475</c:v>
                </c:pt>
                <c:pt idx="11281">
                  <c:v>160.90438355168001</c:v>
                </c:pt>
                <c:pt idx="11282">
                  <c:v>160.90480370073399</c:v>
                </c:pt>
                <c:pt idx="11283">
                  <c:v>160.905223715679</c:v>
                </c:pt>
                <c:pt idx="11284">
                  <c:v>160.90564359655701</c:v>
                </c:pt>
                <c:pt idx="11285">
                  <c:v>160.906063343413</c:v>
                </c:pt>
                <c:pt idx="11286">
                  <c:v>160.90648295628901</c:v>
                </c:pt>
                <c:pt idx="11287">
                  <c:v>160.90690243522701</c:v>
                </c:pt>
                <c:pt idx="11288">
                  <c:v>160.90732178027201</c:v>
                </c:pt>
                <c:pt idx="11289">
                  <c:v>160.907740991465</c:v>
                </c:pt>
                <c:pt idx="11290">
                  <c:v>160.90816006884901</c:v>
                </c:pt>
                <c:pt idx="11291">
                  <c:v>160.90857901246801</c:v>
                </c:pt>
                <c:pt idx="11292">
                  <c:v>160.908997822364</c:v>
                </c:pt>
                <c:pt idx="11293">
                  <c:v>160.90941649857999</c:v>
                </c:pt>
                <c:pt idx="11294">
                  <c:v>160.909835041159</c:v>
                </c:pt>
                <c:pt idx="11295">
                  <c:v>160.91025345014299</c:v>
                </c:pt>
                <c:pt idx="11296">
                  <c:v>160.91067172557601</c:v>
                </c:pt>
                <c:pt idx="11297">
                  <c:v>160.91108986750001</c:v>
                </c:pt>
                <c:pt idx="11298">
                  <c:v>160.91150787595799</c:v>
                </c:pt>
                <c:pt idx="11299">
                  <c:v>160.91192575099299</c:v>
                </c:pt>
                <c:pt idx="11300">
                  <c:v>160.91234349264701</c:v>
                </c:pt>
                <c:pt idx="11301">
                  <c:v>160.912761100963</c:v>
                </c:pt>
                <c:pt idx="11302">
                  <c:v>160.91317857598301</c:v>
                </c:pt>
                <c:pt idx="11303">
                  <c:v>160.91359591775199</c:v>
                </c:pt>
                <c:pt idx="11304">
                  <c:v>160.91401312631001</c:v>
                </c:pt>
                <c:pt idx="11305">
                  <c:v>160.91443020170101</c:v>
                </c:pt>
                <c:pt idx="11306">
                  <c:v>160.91484714396799</c:v>
                </c:pt>
                <c:pt idx="11307">
                  <c:v>160.91526395315299</c:v>
                </c:pt>
                <c:pt idx="11308">
                  <c:v>160.91568062929801</c:v>
                </c:pt>
                <c:pt idx="11309">
                  <c:v>160.916097172447</c:v>
                </c:pt>
                <c:pt idx="11310">
                  <c:v>160.91651358264099</c:v>
                </c:pt>
                <c:pt idx="11311">
                  <c:v>160.91692985992501</c:v>
                </c:pt>
                <c:pt idx="11312">
                  <c:v>160.91734600433901</c:v>
                </c:pt>
                <c:pt idx="11313">
                  <c:v>160.917762015926</c:v>
                </c:pt>
                <c:pt idx="11314">
                  <c:v>160.91817789473001</c:v>
                </c:pt>
                <c:pt idx="11315">
                  <c:v>160.91859364079201</c:v>
                </c:pt>
                <c:pt idx="11316">
                  <c:v>160.91900925415601</c:v>
                </c:pt>
                <c:pt idx="11317">
                  <c:v>160.91942473486299</c:v>
                </c:pt>
                <c:pt idx="11318">
                  <c:v>160.919840082956</c:v>
                </c:pt>
                <c:pt idx="11319">
                  <c:v>160.920255298477</c:v>
                </c:pt>
                <c:pt idx="11320">
                  <c:v>160.92067038146999</c:v>
                </c:pt>
                <c:pt idx="11321">
                  <c:v>160.921085331976</c:v>
                </c:pt>
                <c:pt idx="11322">
                  <c:v>160.92150015003801</c:v>
                </c:pt>
                <c:pt idx="11323">
                  <c:v>160.921914835698</c:v>
                </c:pt>
                <c:pt idx="11324">
                  <c:v>160.922329388999</c:v>
                </c:pt>
                <c:pt idx="11325">
                  <c:v>160.92274380998299</c:v>
                </c:pt>
                <c:pt idx="11326">
                  <c:v>160.923158098692</c:v>
                </c:pt>
                <c:pt idx="11327">
                  <c:v>160.92357225516901</c:v>
                </c:pt>
                <c:pt idx="11328">
                  <c:v>160.92398627945599</c:v>
                </c:pt>
                <c:pt idx="11329">
                  <c:v>160.92440017159601</c:v>
                </c:pt>
                <c:pt idx="11330">
                  <c:v>160.92481393163001</c:v>
                </c:pt>
                <c:pt idx="11331">
                  <c:v>160.92522755960101</c:v>
                </c:pt>
                <c:pt idx="11332">
                  <c:v>160.92564105555201</c:v>
                </c:pt>
                <c:pt idx="11333">
                  <c:v>160.92605441952401</c:v>
                </c:pt>
                <c:pt idx="11334">
                  <c:v>160.92646765156101</c:v>
                </c:pt>
                <c:pt idx="11335">
                  <c:v>160.92688075170301</c:v>
                </c:pt>
                <c:pt idx="11336">
                  <c:v>160.927293719993</c:v>
                </c:pt>
                <c:pt idx="11337">
                  <c:v>160.92770655647499</c:v>
                </c:pt>
                <c:pt idx="11338">
                  <c:v>160.92811926118799</c:v>
                </c:pt>
                <c:pt idx="11339">
                  <c:v>160.92853183417699</c:v>
                </c:pt>
                <c:pt idx="11340">
                  <c:v>160.92894427548299</c:v>
                </c:pt>
                <c:pt idx="11341">
                  <c:v>160.92935658514801</c:v>
                </c:pt>
                <c:pt idx="11342">
                  <c:v>160.92976876321501</c:v>
                </c:pt>
                <c:pt idx="11343">
                  <c:v>160.93018080972499</c:v>
                </c:pt>
                <c:pt idx="11344">
                  <c:v>160.93059272472101</c:v>
                </c:pt>
                <c:pt idx="11345">
                  <c:v>160.931004508245</c:v>
                </c:pt>
                <c:pt idx="11346">
                  <c:v>160.93141616033901</c:v>
                </c:pt>
                <c:pt idx="11347">
                  <c:v>160.93182768104401</c:v>
                </c:pt>
                <c:pt idx="11348">
                  <c:v>160.93223907040399</c:v>
                </c:pt>
                <c:pt idx="11349">
                  <c:v>160.93265032846</c:v>
                </c:pt>
                <c:pt idx="11350">
                  <c:v>160.93306145525301</c:v>
                </c:pt>
                <c:pt idx="11351">
                  <c:v>160.933472450827</c:v>
                </c:pt>
                <c:pt idx="11352">
                  <c:v>160.93388331522399</c:v>
                </c:pt>
                <c:pt idx="11353">
                  <c:v>160.93429404848399</c:v>
                </c:pt>
                <c:pt idx="11354">
                  <c:v>160.93470465065101</c:v>
                </c:pt>
                <c:pt idx="11355">
                  <c:v>160.93511512176499</c:v>
                </c:pt>
                <c:pt idx="11356">
                  <c:v>160.93552546186999</c:v>
                </c:pt>
                <c:pt idx="11357">
                  <c:v>160.935935671007</c:v>
                </c:pt>
                <c:pt idx="11358">
                  <c:v>160.936345749217</c:v>
                </c:pt>
                <c:pt idx="11359">
                  <c:v>160.936755696544</c:v>
                </c:pt>
                <c:pt idx="11360">
                  <c:v>160.93716551302899</c:v>
                </c:pt>
                <c:pt idx="11361">
                  <c:v>160.93757519871301</c:v>
                </c:pt>
                <c:pt idx="11362">
                  <c:v>160.93798475363801</c:v>
                </c:pt>
                <c:pt idx="11363">
                  <c:v>160.93839417784699</c:v>
                </c:pt>
                <c:pt idx="11364">
                  <c:v>160.93880347138199</c:v>
                </c:pt>
                <c:pt idx="11365">
                  <c:v>160.939212634283</c:v>
                </c:pt>
                <c:pt idx="11366">
                  <c:v>160.93962166659401</c:v>
                </c:pt>
                <c:pt idx="11367">
                  <c:v>160.94003056835501</c:v>
                </c:pt>
                <c:pt idx="11368">
                  <c:v>160.94043933960799</c:v>
                </c:pt>
                <c:pt idx="11369">
                  <c:v>160.940847980396</c:v>
                </c:pt>
                <c:pt idx="11370">
                  <c:v>160.94125649076</c:v>
                </c:pt>
                <c:pt idx="11371">
                  <c:v>160.94166487074199</c:v>
                </c:pt>
                <c:pt idx="11372">
                  <c:v>160.94207312038401</c:v>
                </c:pt>
                <c:pt idx="11373">
                  <c:v>160.94248123972699</c:v>
                </c:pt>
                <c:pt idx="11374">
                  <c:v>160.94288922881199</c:v>
                </c:pt>
                <c:pt idx="11375">
                  <c:v>160.94329708768299</c:v>
                </c:pt>
                <c:pt idx="11376">
                  <c:v>160.94370481638001</c:v>
                </c:pt>
                <c:pt idx="11377">
                  <c:v>160.94411241494501</c:v>
                </c:pt>
                <c:pt idx="11378">
                  <c:v>160.94451988342001</c:v>
                </c:pt>
                <c:pt idx="11379">
                  <c:v>160.944927221846</c:v>
                </c:pt>
                <c:pt idx="11380">
                  <c:v>160.94533443026501</c:v>
                </c:pt>
                <c:pt idx="11381">
                  <c:v>160.94574150871901</c:v>
                </c:pt>
                <c:pt idx="11382">
                  <c:v>160.94614845724999</c:v>
                </c:pt>
                <c:pt idx="11383">
                  <c:v>160.94655527589799</c:v>
                </c:pt>
                <c:pt idx="11384">
                  <c:v>160.946961964705</c:v>
                </c:pt>
                <c:pt idx="11385">
                  <c:v>160.947368523714</c:v>
                </c:pt>
                <c:pt idx="11386">
                  <c:v>160.94777495296501</c:v>
                </c:pt>
                <c:pt idx="11387">
                  <c:v>160.94818125250001</c:v>
                </c:pt>
                <c:pt idx="11388">
                  <c:v>160.94858742236099</c:v>
                </c:pt>
                <c:pt idx="11389">
                  <c:v>160.94899346258899</c:v>
                </c:pt>
                <c:pt idx="11390">
                  <c:v>160.94939937322499</c:v>
                </c:pt>
                <c:pt idx="11391">
                  <c:v>160.949805154312</c:v>
                </c:pt>
                <c:pt idx="11392">
                  <c:v>160.95021080589001</c:v>
                </c:pt>
                <c:pt idx="11393">
                  <c:v>160.95061632800201</c:v>
                </c:pt>
                <c:pt idx="11394">
                  <c:v>160.95102172068701</c:v>
                </c:pt>
                <c:pt idx="11395">
                  <c:v>160.95142698398899</c:v>
                </c:pt>
                <c:pt idx="11396">
                  <c:v>160.95183211794799</c:v>
                </c:pt>
                <c:pt idx="11397">
                  <c:v>160.95223712260599</c:v>
                </c:pt>
                <c:pt idx="11398">
                  <c:v>160.952641998004</c:v>
                </c:pt>
                <c:pt idx="11399">
                  <c:v>160.95304674418401</c:v>
                </c:pt>
                <c:pt idx="11400">
                  <c:v>160.95345136118601</c:v>
                </c:pt>
                <c:pt idx="11401">
                  <c:v>160.95385584905301</c:v>
                </c:pt>
                <c:pt idx="11402">
                  <c:v>160.954260207825</c:v>
                </c:pt>
                <c:pt idx="11403">
                  <c:v>160.95466443754501</c:v>
                </c:pt>
                <c:pt idx="11404">
                  <c:v>160.95506853825199</c:v>
                </c:pt>
                <c:pt idx="11405">
                  <c:v>160.95547250998899</c:v>
                </c:pt>
                <c:pt idx="11406">
                  <c:v>160.95587635279699</c:v>
                </c:pt>
                <c:pt idx="11407">
                  <c:v>160.956280066717</c:v>
                </c:pt>
                <c:pt idx="11408">
                  <c:v>160.95668365179</c:v>
                </c:pt>
                <c:pt idx="11409">
                  <c:v>160.957087108058</c:v>
                </c:pt>
                <c:pt idx="11410">
                  <c:v>160.95749043556199</c:v>
                </c:pt>
                <c:pt idx="11411">
                  <c:v>160.95789363434301</c:v>
                </c:pt>
                <c:pt idx="11412">
                  <c:v>160.95829670444101</c:v>
                </c:pt>
                <c:pt idx="11413">
                  <c:v>160.9586996459</c:v>
                </c:pt>
                <c:pt idx="11414">
                  <c:v>160.95910245875899</c:v>
                </c:pt>
                <c:pt idx="11415">
                  <c:v>160.95950514306</c:v>
                </c:pt>
                <c:pt idx="11416">
                  <c:v>160.95990769884301</c:v>
                </c:pt>
                <c:pt idx="11417">
                  <c:v>160.960310126151</c:v>
                </c:pt>
                <c:pt idx="11418">
                  <c:v>160.96071242502401</c:v>
                </c:pt>
                <c:pt idx="11419">
                  <c:v>160.961114595504</c:v>
                </c:pt>
                <c:pt idx="11420">
                  <c:v>160.96151663763001</c:v>
                </c:pt>
                <c:pt idx="11421">
                  <c:v>160.96191855144599</c:v>
                </c:pt>
                <c:pt idx="11422">
                  <c:v>160.96232033699101</c:v>
                </c:pt>
                <c:pt idx="11423">
                  <c:v>160.96272199430601</c:v>
                </c:pt>
                <c:pt idx="11424">
                  <c:v>160.96312352343301</c:v>
                </c:pt>
                <c:pt idx="11425">
                  <c:v>160.96352492441301</c:v>
                </c:pt>
                <c:pt idx="11426">
                  <c:v>160.96392619728701</c:v>
                </c:pt>
                <c:pt idx="11427">
                  <c:v>160.964327342095</c:v>
                </c:pt>
                <c:pt idx="11428">
                  <c:v>160.964728358879</c:v>
                </c:pt>
                <c:pt idx="11429">
                  <c:v>160.96512924768001</c:v>
                </c:pt>
                <c:pt idx="11430">
                  <c:v>160.965530008538</c:v>
                </c:pt>
                <c:pt idx="11431">
                  <c:v>160.96593064149499</c:v>
                </c:pt>
                <c:pt idx="11432">
                  <c:v>160.96633114659201</c:v>
                </c:pt>
                <c:pt idx="11433">
                  <c:v>160.96673152386899</c:v>
                </c:pt>
                <c:pt idx="11434">
                  <c:v>160.96713177336801</c:v>
                </c:pt>
                <c:pt idx="11435">
                  <c:v>160.96753189512901</c:v>
                </c:pt>
                <c:pt idx="11436">
                  <c:v>160.96793188919301</c:v>
                </c:pt>
                <c:pt idx="11437">
                  <c:v>160.96833175560101</c:v>
                </c:pt>
                <c:pt idx="11438">
                  <c:v>160.96873149439401</c:v>
                </c:pt>
                <c:pt idx="11439">
                  <c:v>160.969131105613</c:v>
                </c:pt>
                <c:pt idx="11440">
                  <c:v>160.96953058929799</c:v>
                </c:pt>
                <c:pt idx="11441">
                  <c:v>160.969929945491</c:v>
                </c:pt>
                <c:pt idx="11442">
                  <c:v>160.97032917423201</c:v>
                </c:pt>
                <c:pt idx="11443">
                  <c:v>160.97072827556201</c:v>
                </c:pt>
                <c:pt idx="11444">
                  <c:v>160.971127249522</c:v>
                </c:pt>
                <c:pt idx="11445">
                  <c:v>160.97152609615301</c:v>
                </c:pt>
                <c:pt idx="11446">
                  <c:v>160.97192481549499</c:v>
                </c:pt>
                <c:pt idx="11447">
                  <c:v>160.97232340758899</c:v>
                </c:pt>
                <c:pt idx="11448">
                  <c:v>160.972721872476</c:v>
                </c:pt>
                <c:pt idx="11449">
                  <c:v>160.97312021019599</c:v>
                </c:pt>
                <c:pt idx="11450">
                  <c:v>160.97351842079101</c:v>
                </c:pt>
                <c:pt idx="11451">
                  <c:v>160.97391650430001</c:v>
                </c:pt>
                <c:pt idx="11452">
                  <c:v>160.97431446076601</c:v>
                </c:pt>
                <c:pt idx="11453">
                  <c:v>160.97471229022699</c:v>
                </c:pt>
                <c:pt idx="11454">
                  <c:v>160.97510999272501</c:v>
                </c:pt>
                <c:pt idx="11455">
                  <c:v>160.975507568301</c:v>
                </c:pt>
                <c:pt idx="11456">
                  <c:v>160.975905016995</c:v>
                </c:pt>
                <c:pt idx="11457">
                  <c:v>160.976302338848</c:v>
                </c:pt>
                <c:pt idx="11458">
                  <c:v>160.97669953389999</c:v>
                </c:pt>
                <c:pt idx="11459">
                  <c:v>160.977096602193</c:v>
                </c:pt>
                <c:pt idx="11460">
                  <c:v>160.97749354376501</c:v>
                </c:pt>
                <c:pt idx="11461">
                  <c:v>160.97789035865901</c:v>
                </c:pt>
                <c:pt idx="11462">
                  <c:v>160.978287046915</c:v>
                </c:pt>
                <c:pt idx="11463">
                  <c:v>160.978683608572</c:v>
                </c:pt>
                <c:pt idx="11464">
                  <c:v>160.97908004367301</c:v>
                </c:pt>
                <c:pt idx="11465">
                  <c:v>160.979476352256</c:v>
                </c:pt>
                <c:pt idx="11466">
                  <c:v>160.97987253436301</c:v>
                </c:pt>
                <c:pt idx="11467">
                  <c:v>160.980268590035</c:v>
                </c:pt>
                <c:pt idx="11468">
                  <c:v>160.98066451931101</c:v>
                </c:pt>
                <c:pt idx="11469">
                  <c:v>160.981060322232</c:v>
                </c:pt>
                <c:pt idx="11470">
                  <c:v>160.98145599883901</c:v>
                </c:pt>
                <c:pt idx="11471">
                  <c:v>160.98185154917101</c:v>
                </c:pt>
                <c:pt idx="11472">
                  <c:v>160.98224697327001</c:v>
                </c:pt>
                <c:pt idx="11473">
                  <c:v>160.98264227117599</c:v>
                </c:pt>
                <c:pt idx="11474">
                  <c:v>160.983037442929</c:v>
                </c:pt>
                <c:pt idx="11475">
                  <c:v>160.98343248857</c:v>
                </c:pt>
                <c:pt idx="11476">
                  <c:v>160.98382740813801</c:v>
                </c:pt>
                <c:pt idx="11477">
                  <c:v>160.98422220167501</c:v>
                </c:pt>
                <c:pt idx="11478">
                  <c:v>160.98461686921999</c:v>
                </c:pt>
                <c:pt idx="11479">
                  <c:v>160.985011410814</c:v>
                </c:pt>
                <c:pt idx="11480">
                  <c:v>160.98540582649699</c:v>
                </c:pt>
                <c:pt idx="11481">
                  <c:v>160.98580011631</c:v>
                </c:pt>
                <c:pt idx="11482">
                  <c:v>160.98619428029301</c:v>
                </c:pt>
                <c:pt idx="11483">
                  <c:v>160.98658831848601</c:v>
                </c:pt>
                <c:pt idx="11484">
                  <c:v>160.98698223092899</c:v>
                </c:pt>
                <c:pt idx="11485">
                  <c:v>160.987376017662</c:v>
                </c:pt>
                <c:pt idx="11486">
                  <c:v>160.98776967872701</c:v>
                </c:pt>
                <c:pt idx="11487">
                  <c:v>160.988163214162</c:v>
                </c:pt>
                <c:pt idx="11488">
                  <c:v>160.98855662400899</c:v>
                </c:pt>
                <c:pt idx="11489">
                  <c:v>160.98894990830701</c:v>
                </c:pt>
                <c:pt idx="11490">
                  <c:v>160.989343067097</c:v>
                </c:pt>
                <c:pt idx="11491">
                  <c:v>160.98973610041901</c:v>
                </c:pt>
                <c:pt idx="11492">
                  <c:v>160.99012900831201</c:v>
                </c:pt>
                <c:pt idx="11493">
                  <c:v>160.99052179081801</c:v>
                </c:pt>
                <c:pt idx="11494">
                  <c:v>160.990914447975</c:v>
                </c:pt>
                <c:pt idx="11495">
                  <c:v>160.991306979825</c:v>
                </c:pt>
                <c:pt idx="11496">
                  <c:v>160.99169938640799</c:v>
                </c:pt>
                <c:pt idx="11497">
                  <c:v>160.99209166776299</c:v>
                </c:pt>
                <c:pt idx="11498">
                  <c:v>160.99248382393</c:v>
                </c:pt>
                <c:pt idx="11499">
                  <c:v>160.99287585495</c:v>
                </c:pt>
                <c:pt idx="11500">
                  <c:v>160.99326776086301</c:v>
                </c:pt>
                <c:pt idx="11501">
                  <c:v>160.99365954170901</c:v>
                </c:pt>
                <c:pt idx="11502">
                  <c:v>160.994051197527</c:v>
                </c:pt>
                <c:pt idx="11503">
                  <c:v>160.994442728358</c:v>
                </c:pt>
                <c:pt idx="11504">
                  <c:v>160.99483413424201</c:v>
                </c:pt>
                <c:pt idx="11505">
                  <c:v>160.99522541521901</c:v>
                </c:pt>
                <c:pt idx="11506">
                  <c:v>160.99561657132799</c:v>
                </c:pt>
                <c:pt idx="11507">
                  <c:v>160.99600760261001</c:v>
                </c:pt>
                <c:pt idx="11508">
                  <c:v>160.99639850910501</c:v>
                </c:pt>
                <c:pt idx="11509">
                  <c:v>160.99678929085201</c:v>
                </c:pt>
                <c:pt idx="11510">
                  <c:v>160.99717994789199</c:v>
                </c:pt>
                <c:pt idx="11511">
                  <c:v>160.99757048026399</c:v>
                </c:pt>
                <c:pt idx="11512">
                  <c:v>160.997960888009</c:v>
                </c:pt>
                <c:pt idx="11513">
                  <c:v>160.99835117116501</c:v>
                </c:pt>
                <c:pt idx="11514">
                  <c:v>160.99874132977399</c:v>
                </c:pt>
                <c:pt idx="11515">
                  <c:v>160.999131363874</c:v>
                </c:pt>
                <c:pt idx="11516">
                  <c:v>160.99952127350701</c:v>
                </c:pt>
                <c:pt idx="11517">
                  <c:v>160.99991105871001</c:v>
                </c:pt>
                <c:pt idx="11518">
                  <c:v>161.000300719526</c:v>
                </c:pt>
                <c:pt idx="11519">
                  <c:v>161.000690255992</c:v>
                </c:pt>
                <c:pt idx="11520">
                  <c:v>161.00107966815</c:v>
                </c:pt>
                <c:pt idx="11521">
                  <c:v>161.001468956038</c:v>
                </c:pt>
                <c:pt idx="11522">
                  <c:v>161.00185811969601</c:v>
                </c:pt>
                <c:pt idx="11523">
                  <c:v>161.00224715916599</c:v>
                </c:pt>
                <c:pt idx="11524">
                  <c:v>161.002636074485</c:v>
                </c:pt>
                <c:pt idx="11525">
                  <c:v>161.00302486569299</c:v>
                </c:pt>
                <c:pt idx="11526">
                  <c:v>161.00341353283201</c:v>
                </c:pt>
                <c:pt idx="11527">
                  <c:v>161.00380207593901</c:v>
                </c:pt>
                <c:pt idx="11528">
                  <c:v>161.00419049505601</c:v>
                </c:pt>
                <c:pt idx="11529">
                  <c:v>161.00457879022099</c:v>
                </c:pt>
                <c:pt idx="11530">
                  <c:v>161.004966961474</c:v>
                </c:pt>
                <c:pt idx="11531">
                  <c:v>161.00535500885499</c:v>
                </c:pt>
                <c:pt idx="11532">
                  <c:v>161.005742932403</c:v>
                </c:pt>
                <c:pt idx="11533">
                  <c:v>161.00613073215899</c:v>
                </c:pt>
                <c:pt idx="11534">
                  <c:v>161.00651840816101</c:v>
                </c:pt>
                <c:pt idx="11535">
                  <c:v>161.00690596045001</c:v>
                </c:pt>
                <c:pt idx="11536">
                  <c:v>161.00729338906501</c:v>
                </c:pt>
                <c:pt idx="11537">
                  <c:v>161.00768069404501</c:v>
                </c:pt>
                <c:pt idx="11538">
                  <c:v>161.00806787542999</c:v>
                </c:pt>
                <c:pt idx="11539">
                  <c:v>161.00845493326</c:v>
                </c:pt>
                <c:pt idx="11540">
                  <c:v>161.00884186757401</c:v>
                </c:pt>
                <c:pt idx="11541">
                  <c:v>161.00922867841101</c:v>
                </c:pt>
                <c:pt idx="11542">
                  <c:v>161.00961536581201</c:v>
                </c:pt>
                <c:pt idx="11543">
                  <c:v>161.01000192981601</c:v>
                </c:pt>
                <c:pt idx="11544">
                  <c:v>161.01038837046099</c:v>
                </c:pt>
                <c:pt idx="11545">
                  <c:v>161.010774687789</c:v>
                </c:pt>
                <c:pt idx="11546">
                  <c:v>161.01116088183699</c:v>
                </c:pt>
                <c:pt idx="11547">
                  <c:v>161.011546952646</c:v>
                </c:pt>
                <c:pt idx="11548">
                  <c:v>161.011932900255</c:v>
                </c:pt>
                <c:pt idx="11549">
                  <c:v>161.01231872470299</c:v>
                </c:pt>
                <c:pt idx="11550">
                  <c:v>161.01270442603101</c:v>
                </c:pt>
                <c:pt idx="11551">
                  <c:v>161.01309000427599</c:v>
                </c:pt>
                <c:pt idx="11552">
                  <c:v>161.013475459479</c:v>
                </c:pt>
                <c:pt idx="11553">
                  <c:v>161.01386079167901</c:v>
                </c:pt>
                <c:pt idx="11554">
                  <c:v>161.01424600091499</c:v>
                </c:pt>
                <c:pt idx="11555">
                  <c:v>161.014631087227</c:v>
                </c:pt>
                <c:pt idx="11556">
                  <c:v>161.015016050654</c:v>
                </c:pt>
                <c:pt idx="11557">
                  <c:v>161.015400891235</c:v>
                </c:pt>
                <c:pt idx="11558">
                  <c:v>161.01578560901001</c:v>
                </c:pt>
                <c:pt idx="11559">
                  <c:v>161.01617020401801</c:v>
                </c:pt>
                <c:pt idx="11560">
                  <c:v>161.016554676298</c:v>
                </c:pt>
                <c:pt idx="11561">
                  <c:v>161.01693902589</c:v>
                </c:pt>
                <c:pt idx="11562">
                  <c:v>161.017323252832</c:v>
                </c:pt>
                <c:pt idx="11563">
                  <c:v>161.017707357164</c:v>
                </c:pt>
                <c:pt idx="11564">
                  <c:v>161.01809133892601</c:v>
                </c:pt>
                <c:pt idx="11565">
                  <c:v>161.01847519815499</c:v>
                </c:pt>
                <c:pt idx="11566">
                  <c:v>161.01885893489299</c:v>
                </c:pt>
                <c:pt idx="11567">
                  <c:v>161.01924254917699</c:v>
                </c:pt>
                <c:pt idx="11568">
                  <c:v>161.01962604104801</c:v>
                </c:pt>
                <c:pt idx="11569">
                  <c:v>161.020009410543</c:v>
                </c:pt>
                <c:pt idx="11570">
                  <c:v>161.02039265770301</c:v>
                </c:pt>
                <c:pt idx="11571">
                  <c:v>161.02077578256601</c:v>
                </c:pt>
                <c:pt idx="11572">
                  <c:v>161.02115878517199</c:v>
                </c:pt>
                <c:pt idx="11573">
                  <c:v>161.02154166555999</c:v>
                </c:pt>
                <c:pt idx="11574">
                  <c:v>161.02192442376801</c:v>
                </c:pt>
                <c:pt idx="11575">
                  <c:v>161.02230705983601</c:v>
                </c:pt>
                <c:pt idx="11576">
                  <c:v>161.022689573804</c:v>
                </c:pt>
                <c:pt idx="11577">
                  <c:v>161.02307196570899</c:v>
                </c:pt>
                <c:pt idx="11578">
                  <c:v>161.023454235592</c:v>
                </c:pt>
                <c:pt idx="11579">
                  <c:v>161.02383638348999</c:v>
                </c:pt>
                <c:pt idx="11580">
                  <c:v>161.02421840944399</c:v>
                </c:pt>
                <c:pt idx="11581">
                  <c:v>161.02460031349199</c:v>
                </c:pt>
                <c:pt idx="11582">
                  <c:v>161.02498209567401</c:v>
                </c:pt>
                <c:pt idx="11583">
                  <c:v>161.02536375602699</c:v>
                </c:pt>
                <c:pt idx="11584">
                  <c:v>161.02574529459201</c:v>
                </c:pt>
                <c:pt idx="11585">
                  <c:v>161.02612671140699</c:v>
                </c:pt>
                <c:pt idx="11586">
                  <c:v>161.02650800651099</c:v>
                </c:pt>
                <c:pt idx="11587">
                  <c:v>161.026889179943</c:v>
                </c:pt>
                <c:pt idx="11588">
                  <c:v>161.027270231741</c:v>
                </c:pt>
                <c:pt idx="11589">
                  <c:v>161.02765116194601</c:v>
                </c:pt>
                <c:pt idx="11590">
                  <c:v>161.028031970596</c:v>
                </c:pt>
                <c:pt idx="11591">
                  <c:v>161.02841265772901</c:v>
                </c:pt>
                <c:pt idx="11592">
                  <c:v>161.02879322338501</c:v>
                </c:pt>
                <c:pt idx="11593">
                  <c:v>161.02917366760201</c:v>
                </c:pt>
                <c:pt idx="11594">
                  <c:v>161.02955399042</c:v>
                </c:pt>
                <c:pt idx="11595">
                  <c:v>161.02993419187601</c:v>
                </c:pt>
                <c:pt idx="11596">
                  <c:v>161.030314272011</c:v>
                </c:pt>
                <c:pt idx="11597">
                  <c:v>161.030694230862</c:v>
                </c:pt>
                <c:pt idx="11598">
                  <c:v>161.031074068469</c:v>
                </c:pt>
                <c:pt idx="11599">
                  <c:v>161.03145378487099</c:v>
                </c:pt>
                <c:pt idx="11600">
                  <c:v>161.03183338010501</c:v>
                </c:pt>
                <c:pt idx="11601">
                  <c:v>161.032212854211</c:v>
                </c:pt>
                <c:pt idx="11602">
                  <c:v>161.03259220722799</c:v>
                </c:pt>
                <c:pt idx="11603">
                  <c:v>161.03297143919499</c:v>
                </c:pt>
                <c:pt idx="11604">
                  <c:v>161.03335055014901</c:v>
                </c:pt>
                <c:pt idx="11605">
                  <c:v>161.03372954013099</c:v>
                </c:pt>
                <c:pt idx="11606">
                  <c:v>161.03410840917701</c:v>
                </c:pt>
                <c:pt idx="11607">
                  <c:v>161.03448715732799</c:v>
                </c:pt>
                <c:pt idx="11608">
                  <c:v>161.03486578462201</c:v>
                </c:pt>
                <c:pt idx="11609">
                  <c:v>161.035244291098</c:v>
                </c:pt>
                <c:pt idx="11610">
                  <c:v>161.03562267679399</c:v>
                </c:pt>
                <c:pt idx="11611">
                  <c:v>161.03600094174899</c:v>
                </c:pt>
                <c:pt idx="11612">
                  <c:v>161.03637908600101</c:v>
                </c:pt>
                <c:pt idx="11613">
                  <c:v>161.03675710958899</c:v>
                </c:pt>
                <c:pt idx="11614">
                  <c:v>161.037135012552</c:v>
                </c:pt>
                <c:pt idx="11615">
                  <c:v>161.03751279492801</c:v>
                </c:pt>
                <c:pt idx="11616">
                  <c:v>161.037890456757</c:v>
                </c:pt>
                <c:pt idx="11617">
                  <c:v>161.03826799807501</c:v>
                </c:pt>
                <c:pt idx="11618">
                  <c:v>161.03864541892301</c:v>
                </c:pt>
                <c:pt idx="11619">
                  <c:v>161.03902271933799</c:v>
                </c:pt>
                <c:pt idx="11620">
                  <c:v>161.03939989935901</c:v>
                </c:pt>
                <c:pt idx="11621">
                  <c:v>161.039776959025</c:v>
                </c:pt>
                <c:pt idx="11622">
                  <c:v>161.040153898374</c:v>
                </c:pt>
                <c:pt idx="11623">
                  <c:v>161.040530717444</c:v>
                </c:pt>
                <c:pt idx="11624">
                  <c:v>161.04090741627499</c:v>
                </c:pt>
                <c:pt idx="11625">
                  <c:v>161.04128399490401</c:v>
                </c:pt>
                <c:pt idx="11626">
                  <c:v>161.04166045337001</c:v>
                </c:pt>
                <c:pt idx="11627">
                  <c:v>161.04203679171201</c:v>
                </c:pt>
                <c:pt idx="11628">
                  <c:v>161.04241300996699</c:v>
                </c:pt>
                <c:pt idx="11629">
                  <c:v>161.04278910817499</c:v>
                </c:pt>
                <c:pt idx="11630">
                  <c:v>161.04316508637299</c:v>
                </c:pt>
                <c:pt idx="11631">
                  <c:v>161.04354094460101</c:v>
                </c:pt>
                <c:pt idx="11632">
                  <c:v>161.043916682896</c:v>
                </c:pt>
                <c:pt idx="11633">
                  <c:v>161.044292301296</c:v>
                </c:pt>
                <c:pt idx="11634">
                  <c:v>161.04466779984099</c:v>
                </c:pt>
                <c:pt idx="11635">
                  <c:v>161.04504317856799</c:v>
                </c:pt>
                <c:pt idx="11636">
                  <c:v>161.04541843751699</c:v>
                </c:pt>
                <c:pt idx="11637">
                  <c:v>161.04579357672401</c:v>
                </c:pt>
                <c:pt idx="11638">
                  <c:v>161.04616859622899</c:v>
                </c:pt>
                <c:pt idx="11639">
                  <c:v>161.04654349606901</c:v>
                </c:pt>
                <c:pt idx="11640">
                  <c:v>161.046918276284</c:v>
                </c:pt>
                <c:pt idx="11641">
                  <c:v>161.04729293691099</c:v>
                </c:pt>
                <c:pt idx="11642">
                  <c:v>161.04766747798899</c:v>
                </c:pt>
                <c:pt idx="11643">
                  <c:v>161.04804189955499</c:v>
                </c:pt>
                <c:pt idx="11644">
                  <c:v>161.048416201648</c:v>
                </c:pt>
                <c:pt idx="11645">
                  <c:v>161.04879038430701</c:v>
                </c:pt>
                <c:pt idx="11646">
                  <c:v>161.04916444756901</c:v>
                </c:pt>
                <c:pt idx="11647">
                  <c:v>161.04953839147299</c:v>
                </c:pt>
                <c:pt idx="11648">
                  <c:v>161.04991221605599</c:v>
                </c:pt>
                <c:pt idx="11649">
                  <c:v>161.05028592135801</c:v>
                </c:pt>
                <c:pt idx="11650">
                  <c:v>161.05065950741599</c:v>
                </c:pt>
                <c:pt idx="11651">
                  <c:v>161.051032974268</c:v>
                </c:pt>
                <c:pt idx="11652">
                  <c:v>161.05140632195199</c:v>
                </c:pt>
                <c:pt idx="11653">
                  <c:v>161.051779550508</c:v>
                </c:pt>
                <c:pt idx="11654">
                  <c:v>161.052152659971</c:v>
                </c:pt>
                <c:pt idx="11655">
                  <c:v>161.05252565038199</c:v>
                </c:pt>
                <c:pt idx="11656">
                  <c:v>161.052898521777</c:v>
                </c:pt>
                <c:pt idx="11657">
                  <c:v>161.05327127419599</c:v>
                </c:pt>
                <c:pt idx="11658">
                  <c:v>161.053643907675</c:v>
                </c:pt>
                <c:pt idx="11659">
                  <c:v>161.05401642225399</c:v>
                </c:pt>
                <c:pt idx="11660">
                  <c:v>161.054388817969</c:v>
                </c:pt>
                <c:pt idx="11661">
                  <c:v>161.05476109486</c:v>
                </c:pt>
                <c:pt idx="11662">
                  <c:v>161.055133252963</c:v>
                </c:pt>
                <c:pt idx="11663">
                  <c:v>161.055505292318</c:v>
                </c:pt>
                <c:pt idx="11664">
                  <c:v>161.055877212962</c:v>
                </c:pt>
                <c:pt idx="11665">
                  <c:v>161.056249014933</c:v>
                </c:pt>
                <c:pt idx="11666">
                  <c:v>161.056620698269</c:v>
                </c:pt>
                <c:pt idx="11667">
                  <c:v>161.056992263008</c:v>
                </c:pt>
                <c:pt idx="11668">
                  <c:v>161.057363709187</c:v>
                </c:pt>
                <c:pt idx="11669">
                  <c:v>161.057735036846</c:v>
                </c:pt>
                <c:pt idx="11670">
                  <c:v>161.05810624602199</c:v>
                </c:pt>
                <c:pt idx="11671">
                  <c:v>161.05847733675199</c:v>
                </c:pt>
                <c:pt idx="11672">
                  <c:v>161.05884830907399</c:v>
                </c:pt>
                <c:pt idx="11673">
                  <c:v>161.059219163027</c:v>
                </c:pt>
                <c:pt idx="11674">
                  <c:v>161.059589898648</c:v>
                </c:pt>
                <c:pt idx="11675">
                  <c:v>161.059960515976</c:v>
                </c:pt>
                <c:pt idx="11676">
                  <c:v>161.06033101504701</c:v>
                </c:pt>
                <c:pt idx="11677">
                  <c:v>161.0607013959</c:v>
                </c:pt>
                <c:pt idx="11678">
                  <c:v>161.06107165857301</c:v>
                </c:pt>
                <c:pt idx="11679">
                  <c:v>161.06144180310301</c:v>
                </c:pt>
                <c:pt idx="11680">
                  <c:v>161.06181182952801</c:v>
                </c:pt>
                <c:pt idx="11681">
                  <c:v>161.06218173788699</c:v>
                </c:pt>
                <c:pt idx="11682">
                  <c:v>161.06255152821601</c:v>
                </c:pt>
                <c:pt idx="11683">
                  <c:v>161.06292120055301</c:v>
                </c:pt>
                <c:pt idx="11684">
                  <c:v>161.06329075493699</c:v>
                </c:pt>
                <c:pt idx="11685">
                  <c:v>161.06366019140501</c:v>
                </c:pt>
                <c:pt idx="11686">
                  <c:v>161.06402950999399</c:v>
                </c:pt>
                <c:pt idx="11687">
                  <c:v>161.06439871074301</c:v>
                </c:pt>
                <c:pt idx="11688">
                  <c:v>161.06476779368899</c:v>
                </c:pt>
                <c:pt idx="11689">
                  <c:v>161.06513675887001</c:v>
                </c:pt>
                <c:pt idx="11690">
                  <c:v>161.065505606323</c:v>
                </c:pt>
                <c:pt idx="11691">
                  <c:v>161.06587433608601</c:v>
                </c:pt>
                <c:pt idx="11692">
                  <c:v>161.06624294819699</c:v>
                </c:pt>
                <c:pt idx="11693">
                  <c:v>161.06661144269299</c:v>
                </c:pt>
                <c:pt idx="11694">
                  <c:v>161.06697981961199</c:v>
                </c:pt>
                <c:pt idx="11695">
                  <c:v>161.06734807899201</c:v>
                </c:pt>
                <c:pt idx="11696">
                  <c:v>161.06771622087001</c:v>
                </c:pt>
                <c:pt idx="11697">
                  <c:v>161.06808424528401</c:v>
                </c:pt>
                <c:pt idx="11698">
                  <c:v>161.06845215227099</c:v>
                </c:pt>
                <c:pt idx="11699">
                  <c:v>161.06881994186901</c:v>
                </c:pt>
                <c:pt idx="11700">
                  <c:v>161.06918761411501</c:v>
                </c:pt>
                <c:pt idx="11701">
                  <c:v>161.06955516904699</c:v>
                </c:pt>
                <c:pt idx="11702">
                  <c:v>161.06992260670299</c:v>
                </c:pt>
                <c:pt idx="11703">
                  <c:v>161.07028992712</c:v>
                </c:pt>
                <c:pt idx="11704">
                  <c:v>161.070657130336</c:v>
                </c:pt>
                <c:pt idx="11705">
                  <c:v>161.071024216387</c:v>
                </c:pt>
                <c:pt idx="11706">
                  <c:v>161.071391185312</c:v>
                </c:pt>
                <c:pt idx="11707">
                  <c:v>161.07175803714799</c:v>
                </c:pt>
                <c:pt idx="11708">
                  <c:v>161.07212477193201</c:v>
                </c:pt>
                <c:pt idx="11709">
                  <c:v>161.07249138970201</c:v>
                </c:pt>
                <c:pt idx="11710">
                  <c:v>161.07285789049499</c:v>
                </c:pt>
                <c:pt idx="11711">
                  <c:v>161.073224274349</c:v>
                </c:pt>
                <c:pt idx="11712">
                  <c:v>161.073590541301</c:v>
                </c:pt>
                <c:pt idx="11713">
                  <c:v>161.07395669138899</c:v>
                </c:pt>
                <c:pt idx="11714">
                  <c:v>161.07432272464899</c:v>
                </c:pt>
                <c:pt idx="11715">
                  <c:v>161.07468864111999</c:v>
                </c:pt>
                <c:pt idx="11716">
                  <c:v>161.07505444083799</c:v>
                </c:pt>
                <c:pt idx="11717">
                  <c:v>161.07542012384101</c:v>
                </c:pt>
                <c:pt idx="11718">
                  <c:v>161.07578569016599</c:v>
                </c:pt>
                <c:pt idx="11719">
                  <c:v>161.07615113985099</c:v>
                </c:pt>
                <c:pt idx="11720">
                  <c:v>161.07651647293201</c:v>
                </c:pt>
                <c:pt idx="11721">
                  <c:v>161.07688168944799</c:v>
                </c:pt>
                <c:pt idx="11722">
                  <c:v>161.07724678943501</c:v>
                </c:pt>
                <c:pt idx="11723">
                  <c:v>161.07761177293099</c:v>
                </c:pt>
                <c:pt idx="11724">
                  <c:v>161.077976639973</c:v>
                </c:pt>
                <c:pt idx="11725">
                  <c:v>161.07834139059801</c:v>
                </c:pt>
                <c:pt idx="11726">
                  <c:v>161.078706024844</c:v>
                </c:pt>
                <c:pt idx="11727">
                  <c:v>161.07907054274699</c:v>
                </c:pt>
                <c:pt idx="11728">
                  <c:v>161.079434944345</c:v>
                </c:pt>
                <c:pt idx="11729">
                  <c:v>161.07979922967499</c:v>
                </c:pt>
                <c:pt idx="11730">
                  <c:v>161.080163398774</c:v>
                </c:pt>
                <c:pt idx="11731">
                  <c:v>161.08052745168001</c:v>
                </c:pt>
                <c:pt idx="11732">
                  <c:v>161.080891388429</c:v>
                </c:pt>
                <c:pt idx="11733">
                  <c:v>161.08125520905901</c:v>
                </c:pt>
                <c:pt idx="11734">
                  <c:v>161.081618913607</c:v>
                </c:pt>
                <c:pt idx="11735">
                  <c:v>161.08198250211001</c:v>
                </c:pt>
                <c:pt idx="11736">
                  <c:v>161.082345974605</c:v>
                </c:pt>
                <c:pt idx="11737">
                  <c:v>161.082709331129</c:v>
                </c:pt>
                <c:pt idx="11738">
                  <c:v>161.08307257172001</c:v>
                </c:pt>
                <c:pt idx="11739">
                  <c:v>161.083435696414</c:v>
                </c:pt>
                <c:pt idx="11740">
                  <c:v>161.083798705248</c:v>
                </c:pt>
                <c:pt idx="11741">
                  <c:v>161.08416159826001</c:v>
                </c:pt>
                <c:pt idx="11742">
                  <c:v>161.08452437548601</c:v>
                </c:pt>
                <c:pt idx="11743">
                  <c:v>161.08488703696401</c:v>
                </c:pt>
                <c:pt idx="11744">
                  <c:v>161.085249582731</c:v>
                </c:pt>
                <c:pt idx="11745">
                  <c:v>161.08561201282299</c:v>
                </c:pt>
                <c:pt idx="11746">
                  <c:v>161.085974327278</c:v>
                </c:pt>
                <c:pt idx="11747">
                  <c:v>161.08633652613199</c:v>
                </c:pt>
                <c:pt idx="11748">
                  <c:v>161.086698609423</c:v>
                </c:pt>
                <c:pt idx="11749">
                  <c:v>161.087060577188</c:v>
                </c:pt>
                <c:pt idx="11750">
                  <c:v>161.087422429463</c:v>
                </c:pt>
                <c:pt idx="11751">
                  <c:v>161.08778416628499</c:v>
                </c:pt>
                <c:pt idx="11752">
                  <c:v>161.08814578769201</c:v>
                </c:pt>
                <c:pt idx="11753">
                  <c:v>161.088507293719</c:v>
                </c:pt>
                <c:pt idx="11754">
                  <c:v>161.08886868440501</c:v>
                </c:pt>
                <c:pt idx="11755">
                  <c:v>161.089229959786</c:v>
                </c:pt>
                <c:pt idx="11756">
                  <c:v>161.08959111989901</c:v>
                </c:pt>
                <c:pt idx="11757">
                  <c:v>161.08995216478101</c:v>
                </c:pt>
                <c:pt idx="11758">
                  <c:v>161.090313094468</c:v>
                </c:pt>
                <c:pt idx="11759">
                  <c:v>161.09067390899801</c:v>
                </c:pt>
                <c:pt idx="11760">
                  <c:v>161.09103460840601</c:v>
                </c:pt>
                <c:pt idx="11761">
                  <c:v>161.091395192731</c:v>
                </c:pt>
                <c:pt idx="11762">
                  <c:v>161.09175566200901</c:v>
                </c:pt>
                <c:pt idx="11763">
                  <c:v>161.092116016277</c:v>
                </c:pt>
                <c:pt idx="11764">
                  <c:v>161.092476255571</c:v>
                </c:pt>
                <c:pt idx="11765">
                  <c:v>161.092836379928</c:v>
                </c:pt>
                <c:pt idx="11766">
                  <c:v>161.09319638938501</c:v>
                </c:pt>
                <c:pt idx="11767">
                  <c:v>161.09355628397901</c:v>
                </c:pt>
                <c:pt idx="11768">
                  <c:v>161.093916063747</c:v>
                </c:pt>
                <c:pt idx="11769">
                  <c:v>161.094275728724</c:v>
                </c:pt>
                <c:pt idx="11770">
                  <c:v>161.094635278949</c:v>
                </c:pt>
                <c:pt idx="11771">
                  <c:v>161.09499471445699</c:v>
                </c:pt>
                <c:pt idx="11772">
                  <c:v>161.095354035285</c:v>
                </c:pt>
                <c:pt idx="11773">
                  <c:v>161.095713241471</c:v>
                </c:pt>
                <c:pt idx="11774">
                  <c:v>161.09607233304999</c:v>
                </c:pt>
                <c:pt idx="11775">
                  <c:v>161.09643131005899</c:v>
                </c:pt>
                <c:pt idx="11776">
                  <c:v>161.09679017253501</c:v>
                </c:pt>
                <c:pt idx="11777">
                  <c:v>161.097148920515</c:v>
                </c:pt>
                <c:pt idx="11778">
                  <c:v>161.09750755403499</c:v>
                </c:pt>
                <c:pt idx="11779">
                  <c:v>161.097866073131</c:v>
                </c:pt>
                <c:pt idx="11780">
                  <c:v>161.098224477841</c:v>
                </c:pt>
                <c:pt idx="11781">
                  <c:v>161.098582768201</c:v>
                </c:pt>
                <c:pt idx="11782">
                  <c:v>161.098940944247</c:v>
                </c:pt>
                <c:pt idx="11783">
                  <c:v>161.099299006016</c:v>
                </c:pt>
                <c:pt idx="11784">
                  <c:v>161.09965695354501</c:v>
                </c:pt>
                <c:pt idx="11785">
                  <c:v>161.10001478686999</c:v>
                </c:pt>
                <c:pt idx="11786">
                  <c:v>161.10037250602801</c:v>
                </c:pt>
                <c:pt idx="11787">
                  <c:v>161.10073011105499</c:v>
                </c:pt>
                <c:pt idx="11788">
                  <c:v>161.10108760198801</c:v>
                </c:pt>
                <c:pt idx="11789">
                  <c:v>161.10144497886199</c:v>
                </c:pt>
                <c:pt idx="11790">
                  <c:v>161.10180224171501</c:v>
                </c:pt>
                <c:pt idx="11791">
                  <c:v>161.10215939058401</c:v>
                </c:pt>
                <c:pt idx="11792">
                  <c:v>161.10251642550401</c:v>
                </c:pt>
                <c:pt idx="11793">
                  <c:v>161.10287334651099</c:v>
                </c:pt>
                <c:pt idx="11794">
                  <c:v>161.10323015364401</c:v>
                </c:pt>
                <c:pt idx="11795">
                  <c:v>161.10358684693699</c:v>
                </c:pt>
                <c:pt idx="11796">
                  <c:v>161.10394342642701</c:v>
                </c:pt>
                <c:pt idx="11797">
                  <c:v>161.104299892151</c:v>
                </c:pt>
                <c:pt idx="11798">
                  <c:v>161.104656244144</c:v>
                </c:pt>
                <c:pt idx="11799">
                  <c:v>161.10501248244401</c:v>
                </c:pt>
                <c:pt idx="11800">
                  <c:v>161.105368607087</c:v>
                </c:pt>
                <c:pt idx="11801">
                  <c:v>161.10572461810901</c:v>
                </c:pt>
                <c:pt idx="11802">
                  <c:v>161.10608051554601</c:v>
                </c:pt>
                <c:pt idx="11803">
                  <c:v>161.10643629943499</c:v>
                </c:pt>
                <c:pt idx="11804">
                  <c:v>161.10679196981201</c:v>
                </c:pt>
                <c:pt idx="11805">
                  <c:v>161.10714752671299</c:v>
                </c:pt>
                <c:pt idx="11806">
                  <c:v>161.10750297017501</c:v>
                </c:pt>
                <c:pt idx="11807">
                  <c:v>161.107858300234</c:v>
                </c:pt>
                <c:pt idx="11808">
                  <c:v>161.10821351692601</c:v>
                </c:pt>
                <c:pt idx="11809">
                  <c:v>161.108568620287</c:v>
                </c:pt>
                <c:pt idx="11810">
                  <c:v>161.108923610354</c:v>
                </c:pt>
                <c:pt idx="11811">
                  <c:v>161.10927848716199</c:v>
                </c:pt>
                <c:pt idx="11812">
                  <c:v>161.109633250749</c:v>
                </c:pt>
                <c:pt idx="11813">
                  <c:v>161.10998790114999</c:v>
                </c:pt>
                <c:pt idx="11814">
                  <c:v>161.11034243840101</c:v>
                </c:pt>
                <c:pt idx="11815">
                  <c:v>161.11069686253899</c:v>
                </c:pt>
                <c:pt idx="11816">
                  <c:v>161.1110511736</c:v>
                </c:pt>
                <c:pt idx="11817">
                  <c:v>161.11140537162001</c:v>
                </c:pt>
                <c:pt idx="11818">
                  <c:v>161.11175945663501</c:v>
                </c:pt>
                <c:pt idx="11819">
                  <c:v>161.112113428681</c:v>
                </c:pt>
                <c:pt idx="11820">
                  <c:v>161.112467287795</c:v>
                </c:pt>
                <c:pt idx="11821">
                  <c:v>161.112821034012</c:v>
                </c:pt>
                <c:pt idx="11822">
                  <c:v>161.11317466736901</c:v>
                </c:pt>
                <c:pt idx="11823">
                  <c:v>161.11352818790101</c:v>
                </c:pt>
                <c:pt idx="11824">
                  <c:v>161.11388159564501</c:v>
                </c:pt>
                <c:pt idx="11825">
                  <c:v>161.11423489063699</c:v>
                </c:pt>
                <c:pt idx="11826">
                  <c:v>161.11458807291299</c:v>
                </c:pt>
                <c:pt idx="11827">
                  <c:v>161.114941142508</c:v>
                </c:pt>
                <c:pt idx="11828">
                  <c:v>161.11529409945999</c:v>
                </c:pt>
                <c:pt idx="11829">
                  <c:v>161.115646943803</c:v>
                </c:pt>
                <c:pt idx="11830">
                  <c:v>161.11599967557501</c:v>
                </c:pt>
                <c:pt idx="11831">
                  <c:v>161.11635229481001</c:v>
                </c:pt>
                <c:pt idx="11832">
                  <c:v>161.11670480154601</c:v>
                </c:pt>
                <c:pt idx="11833">
                  <c:v>161.11705719581701</c:v>
                </c:pt>
                <c:pt idx="11834">
                  <c:v>161.11740947766</c:v>
                </c:pt>
                <c:pt idx="11835">
                  <c:v>161.117761647111</c:v>
                </c:pt>
                <c:pt idx="11836">
                  <c:v>161.118113704206</c:v>
                </c:pt>
                <c:pt idx="11837">
                  <c:v>161.11846564897999</c:v>
                </c:pt>
                <c:pt idx="11838">
                  <c:v>161.11881748146999</c:v>
                </c:pt>
                <c:pt idx="11839">
                  <c:v>161.119169201712</c:v>
                </c:pt>
                <c:pt idx="11840">
                  <c:v>161.119520809741</c:v>
                </c:pt>
                <c:pt idx="11841">
                  <c:v>161.11987230559299</c:v>
                </c:pt>
                <c:pt idx="11842">
                  <c:v>161.120223689304</c:v>
                </c:pt>
                <c:pt idx="11843">
                  <c:v>161.12057496091001</c:v>
                </c:pt>
                <c:pt idx="11844">
                  <c:v>161.12092612044799</c:v>
                </c:pt>
                <c:pt idx="11845">
                  <c:v>161.12127716795101</c:v>
                </c:pt>
                <c:pt idx="11846">
                  <c:v>161.12162810345799</c:v>
                </c:pt>
                <c:pt idx="11847">
                  <c:v>161.121978927002</c:v>
                </c:pt>
                <c:pt idx="11848">
                  <c:v>161.12232963862101</c:v>
                </c:pt>
                <c:pt idx="11849">
                  <c:v>161.12268023835</c:v>
                </c:pt>
                <c:pt idx="11850">
                  <c:v>161.12303072622399</c:v>
                </c:pt>
                <c:pt idx="11851">
                  <c:v>161.12338110228001</c:v>
                </c:pt>
                <c:pt idx="11852">
                  <c:v>161.12373136655199</c:v>
                </c:pt>
                <c:pt idx="11853">
                  <c:v>161.124081519078</c:v>
                </c:pt>
                <c:pt idx="11854">
                  <c:v>161.124431559893</c:v>
                </c:pt>
                <c:pt idx="11855">
                  <c:v>161.12478148903199</c:v>
                </c:pt>
                <c:pt idx="11856">
                  <c:v>161.12513130652999</c:v>
                </c:pt>
                <c:pt idx="11857">
                  <c:v>161.12548101242501</c:v>
                </c:pt>
                <c:pt idx="11858">
                  <c:v>161.12583060675101</c:v>
                </c:pt>
                <c:pt idx="11859">
                  <c:v>161.12618008954399</c:v>
                </c:pt>
                <c:pt idx="11860">
                  <c:v>161.12652946084</c:v>
                </c:pt>
                <c:pt idx="11861">
                  <c:v>161.12687872067499</c:v>
                </c:pt>
                <c:pt idx="11862">
                  <c:v>161.12722786908299</c:v>
                </c:pt>
                <c:pt idx="11863">
                  <c:v>161.12757690610201</c:v>
                </c:pt>
                <c:pt idx="11864">
                  <c:v>161.127925831765</c:v>
                </c:pt>
                <c:pt idx="11865">
                  <c:v>161.12827464610999</c:v>
                </c:pt>
                <c:pt idx="11866">
                  <c:v>161.12862334917099</c:v>
                </c:pt>
                <c:pt idx="11867">
                  <c:v>161.128971940984</c:v>
                </c:pt>
                <c:pt idx="11868">
                  <c:v>161.129320421584</c:v>
                </c:pt>
                <c:pt idx="11869">
                  <c:v>161.12966879100799</c:v>
                </c:pt>
                <c:pt idx="11870">
                  <c:v>161.13001704929101</c:v>
                </c:pt>
                <c:pt idx="11871">
                  <c:v>161.13036519646801</c:v>
                </c:pt>
                <c:pt idx="11872">
                  <c:v>161.130713232575</c:v>
                </c:pt>
                <c:pt idx="11873">
                  <c:v>161.131061157647</c:v>
                </c:pt>
                <c:pt idx="11874">
                  <c:v>161.13140897171999</c:v>
                </c:pt>
                <c:pt idx="11875">
                  <c:v>161.13175667482901</c:v>
                </c:pt>
                <c:pt idx="11876">
                  <c:v>161.13210426700999</c:v>
                </c:pt>
                <c:pt idx="11877">
                  <c:v>161.132451748298</c:v>
                </c:pt>
                <c:pt idx="11878">
                  <c:v>161.132799118729</c:v>
                </c:pt>
                <c:pt idx="11879">
                  <c:v>161.13314637833801</c:v>
                </c:pt>
                <c:pt idx="11880">
                  <c:v>161.13349352716099</c:v>
                </c:pt>
                <c:pt idx="11881">
                  <c:v>161.13384056523299</c:v>
                </c:pt>
                <c:pt idx="11882">
                  <c:v>161.13418749258901</c:v>
                </c:pt>
                <c:pt idx="11883">
                  <c:v>161.13453430926501</c:v>
                </c:pt>
                <c:pt idx="11884">
                  <c:v>161.134881015296</c:v>
                </c:pt>
                <c:pt idx="11885">
                  <c:v>161.135227610718</c:v>
                </c:pt>
                <c:pt idx="11886">
                  <c:v>161.135574095566</c:v>
                </c:pt>
                <c:pt idx="11887">
                  <c:v>161.135920469875</c:v>
                </c:pt>
                <c:pt idx="11888">
                  <c:v>161.13626673368</c:v>
                </c:pt>
                <c:pt idx="11889">
                  <c:v>161.136612887018</c:v>
                </c:pt>
                <c:pt idx="11890">
                  <c:v>161.136958929923</c:v>
                </c:pt>
                <c:pt idx="11891">
                  <c:v>161.13730486243</c:v>
                </c:pt>
                <c:pt idx="11892">
                  <c:v>161.13765068457599</c:v>
                </c:pt>
                <c:pt idx="11893">
                  <c:v>161.13799639639399</c:v>
                </c:pt>
                <c:pt idx="11894">
                  <c:v>161.138341997921</c:v>
                </c:pt>
                <c:pt idx="11895">
                  <c:v>161.13868748919199</c:v>
                </c:pt>
                <c:pt idx="11896">
                  <c:v>161.13903287024101</c:v>
                </c:pt>
                <c:pt idx="11897">
                  <c:v>161.139378141105</c:v>
                </c:pt>
                <c:pt idx="11898">
                  <c:v>161.13972330181801</c:v>
                </c:pt>
                <c:pt idx="11899">
                  <c:v>161.14006835241599</c:v>
                </c:pt>
                <c:pt idx="11900">
                  <c:v>161.140413292933</c:v>
                </c:pt>
                <c:pt idx="11901">
                  <c:v>161.14075812340599</c:v>
                </c:pt>
                <c:pt idx="11902">
                  <c:v>161.14110284386899</c:v>
                </c:pt>
                <c:pt idx="11903">
                  <c:v>161.14144745435701</c:v>
                </c:pt>
                <c:pt idx="11904">
                  <c:v>161.14179195490601</c:v>
                </c:pt>
                <c:pt idx="11905">
                  <c:v>161.14213634555</c:v>
                </c:pt>
                <c:pt idx="11906">
                  <c:v>161.14248062632501</c:v>
                </c:pt>
                <c:pt idx="11907">
                  <c:v>161.142824797266</c:v>
                </c:pt>
                <c:pt idx="11908">
                  <c:v>161.14316885840901</c:v>
                </c:pt>
                <c:pt idx="11909">
                  <c:v>161.14351280978701</c:v>
                </c:pt>
                <c:pt idx="11910">
                  <c:v>161.14385665143701</c:v>
                </c:pt>
                <c:pt idx="11911">
                  <c:v>161.14420038339301</c:v>
                </c:pt>
                <c:pt idx="11912">
                  <c:v>161.14454400568999</c:v>
                </c:pt>
                <c:pt idx="11913">
                  <c:v>161.14488751836399</c:v>
                </c:pt>
                <c:pt idx="11914">
                  <c:v>161.14523092144901</c:v>
                </c:pt>
                <c:pt idx="11915">
                  <c:v>161.145574214981</c:v>
                </c:pt>
                <c:pt idx="11916">
                  <c:v>161.14591739899399</c:v>
                </c:pt>
                <c:pt idx="11917">
                  <c:v>161.14626047352399</c:v>
                </c:pt>
                <c:pt idx="11918">
                  <c:v>161.14660343860601</c:v>
                </c:pt>
                <c:pt idx="11919">
                  <c:v>161.14694629427399</c:v>
                </c:pt>
                <c:pt idx="11920">
                  <c:v>161.14728904056301</c:v>
                </c:pt>
                <c:pt idx="11921">
                  <c:v>161.147631677509</c:v>
                </c:pt>
                <c:pt idx="11922">
                  <c:v>161.14797420514699</c:v>
                </c:pt>
                <c:pt idx="11923">
                  <c:v>161.14831662351099</c:v>
                </c:pt>
                <c:pt idx="11924">
                  <c:v>161.14865893263601</c:v>
                </c:pt>
                <c:pt idx="11925">
                  <c:v>161.149001132558</c:v>
                </c:pt>
                <c:pt idx="11926">
                  <c:v>161.14934322331001</c:v>
                </c:pt>
                <c:pt idx="11927">
                  <c:v>161.149685204929</c:v>
                </c:pt>
                <c:pt idx="11928">
                  <c:v>161.15002707744901</c:v>
                </c:pt>
                <c:pt idx="11929">
                  <c:v>161.15036884090401</c:v>
                </c:pt>
                <c:pt idx="11930">
                  <c:v>161.150710495331</c:v>
                </c:pt>
                <c:pt idx="11931">
                  <c:v>161.15105204076201</c:v>
                </c:pt>
                <c:pt idx="11932">
                  <c:v>161.15139347723499</c:v>
                </c:pt>
                <c:pt idx="11933">
                  <c:v>161.151734804782</c:v>
                </c:pt>
                <c:pt idx="11934">
                  <c:v>161.15207602343901</c:v>
                </c:pt>
                <c:pt idx="11935">
                  <c:v>161.15241713324201</c:v>
                </c:pt>
                <c:pt idx="11936">
                  <c:v>161.152758134224</c:v>
                </c:pt>
                <c:pt idx="11937">
                  <c:v>161.15309902641999</c:v>
                </c:pt>
                <c:pt idx="11938">
                  <c:v>161.153439809866</c:v>
                </c:pt>
                <c:pt idx="11939">
                  <c:v>161.15378048459601</c:v>
                </c:pt>
                <c:pt idx="11940">
                  <c:v>161.15412105064399</c:v>
                </c:pt>
                <c:pt idx="11941">
                  <c:v>161.15446150804601</c:v>
                </c:pt>
                <c:pt idx="11942">
                  <c:v>161.154801856836</c:v>
                </c:pt>
                <c:pt idx="11943">
                  <c:v>161.15514209704901</c:v>
                </c:pt>
                <c:pt idx="11944">
                  <c:v>161.15548222871999</c:v>
                </c:pt>
                <c:pt idx="11945">
                  <c:v>161.155822251883</c:v>
                </c:pt>
                <c:pt idx="11946">
                  <c:v>161.15616216657301</c:v>
                </c:pt>
                <c:pt idx="11947">
                  <c:v>161.156501972824</c:v>
                </c:pt>
                <c:pt idx="11948">
                  <c:v>161.15684167067201</c:v>
                </c:pt>
                <c:pt idx="11949">
                  <c:v>161.15718126015099</c:v>
                </c:pt>
                <c:pt idx="11950">
                  <c:v>161.157520741296</c:v>
                </c:pt>
                <c:pt idx="11951">
                  <c:v>161.15786011414099</c:v>
                </c:pt>
                <c:pt idx="11952">
                  <c:v>161.15819937872101</c:v>
                </c:pt>
                <c:pt idx="11953">
                  <c:v>161.15853853507099</c:v>
                </c:pt>
                <c:pt idx="11954">
                  <c:v>161.15887758322401</c:v>
                </c:pt>
                <c:pt idx="11955">
                  <c:v>161.159216523217</c:v>
                </c:pt>
                <c:pt idx="11956">
                  <c:v>161.15955535508201</c:v>
                </c:pt>
                <c:pt idx="11957">
                  <c:v>161.15989407885601</c:v>
                </c:pt>
                <c:pt idx="11958">
                  <c:v>161.16023269457199</c:v>
                </c:pt>
                <c:pt idx="11959">
                  <c:v>161.16057120226401</c:v>
                </c:pt>
                <c:pt idx="11960">
                  <c:v>161.160909601969</c:v>
                </c:pt>
                <c:pt idx="11961">
                  <c:v>161.16124789371901</c:v>
                </c:pt>
                <c:pt idx="11962">
                  <c:v>161.16158607755</c:v>
                </c:pt>
                <c:pt idx="11963">
                  <c:v>161.16192415349499</c:v>
                </c:pt>
                <c:pt idx="11964">
                  <c:v>161.162262121591</c:v>
                </c:pt>
                <c:pt idx="11965">
                  <c:v>161.16259998186999</c:v>
                </c:pt>
                <c:pt idx="11966">
                  <c:v>161.16293773436701</c:v>
                </c:pt>
                <c:pt idx="11967">
                  <c:v>161.16327537911801</c:v>
                </c:pt>
                <c:pt idx="11968">
                  <c:v>161.16361291615499</c:v>
                </c:pt>
                <c:pt idx="11969">
                  <c:v>161.16395034551499</c:v>
                </c:pt>
                <c:pt idx="11970">
                  <c:v>161.16428766723101</c:v>
                </c:pt>
                <c:pt idx="11971">
                  <c:v>161.16462488133701</c:v>
                </c:pt>
                <c:pt idx="11972">
                  <c:v>161.164961987868</c:v>
                </c:pt>
                <c:pt idx="11973">
                  <c:v>161.165298986859</c:v>
                </c:pt>
                <c:pt idx="11974">
                  <c:v>161.16563587834301</c:v>
                </c:pt>
                <c:pt idx="11975">
                  <c:v>161.16597266235601</c:v>
                </c:pt>
                <c:pt idx="11976">
                  <c:v>161.16630933893001</c:v>
                </c:pt>
                <c:pt idx="11977">
                  <c:v>161.166645908102</c:v>
                </c:pt>
                <c:pt idx="11978">
                  <c:v>161.16698236990501</c:v>
                </c:pt>
                <c:pt idx="11979">
                  <c:v>161.16731872437299</c:v>
                </c:pt>
                <c:pt idx="11980">
                  <c:v>161.167654971541</c:v>
                </c:pt>
                <c:pt idx="11981">
                  <c:v>161.167991111443</c:v>
                </c:pt>
                <c:pt idx="11982">
                  <c:v>161.16832714411399</c:v>
                </c:pt>
                <c:pt idx="11983">
                  <c:v>161.16866306958701</c:v>
                </c:pt>
                <c:pt idx="11984">
                  <c:v>161.168998887897</c:v>
                </c:pt>
                <c:pt idx="11985">
                  <c:v>161.16933459907801</c:v>
                </c:pt>
                <c:pt idx="11986">
                  <c:v>161.169670203164</c:v>
                </c:pt>
                <c:pt idx="11987">
                  <c:v>161.17000570018999</c:v>
                </c:pt>
                <c:pt idx="11988">
                  <c:v>161.17034109018999</c:v>
                </c:pt>
                <c:pt idx="11989">
                  <c:v>161.17067637319801</c:v>
                </c:pt>
                <c:pt idx="11990">
                  <c:v>161.17101154924799</c:v>
                </c:pt>
                <c:pt idx="11991">
                  <c:v>161.171346618374</c:v>
                </c:pt>
                <c:pt idx="11992">
                  <c:v>161.17168158061199</c:v>
                </c:pt>
                <c:pt idx="11993">
                  <c:v>161.17201643599401</c:v>
                </c:pt>
                <c:pt idx="11994">
                  <c:v>161.172351184555</c:v>
                </c:pt>
                <c:pt idx="11995">
                  <c:v>161.17268582632801</c:v>
                </c:pt>
                <c:pt idx="11996">
                  <c:v>161.17302036135001</c:v>
                </c:pt>
                <c:pt idx="11997">
                  <c:v>161.173354789652</c:v>
                </c:pt>
                <c:pt idx="11998">
                  <c:v>161.17368911126999</c:v>
                </c:pt>
                <c:pt idx="11999">
                  <c:v>161.17402332623701</c:v>
                </c:pt>
                <c:pt idx="12000">
                  <c:v>161.17435743458901</c:v>
                </c:pt>
                <c:pt idx="12001">
                  <c:v>161.17469143635699</c:v>
                </c:pt>
                <c:pt idx="12002">
                  <c:v>161.17502533157801</c:v>
                </c:pt>
                <c:pt idx="12003">
                  <c:v>161.17535912028401</c:v>
                </c:pt>
                <c:pt idx="12004">
                  <c:v>161.17569280251101</c:v>
                </c:pt>
                <c:pt idx="12005">
                  <c:v>161.176026378291</c:v>
                </c:pt>
                <c:pt idx="12006">
                  <c:v>161.176359847659</c:v>
                </c:pt>
                <c:pt idx="12007">
                  <c:v>161.17669321064901</c:v>
                </c:pt>
                <c:pt idx="12008">
                  <c:v>161.17702646729501</c:v>
                </c:pt>
                <c:pt idx="12009">
                  <c:v>161.177359617631</c:v>
                </c:pt>
                <c:pt idx="12010">
                  <c:v>161.177692661691</c:v>
                </c:pt>
                <c:pt idx="12011">
                  <c:v>161.178025599508</c:v>
                </c:pt>
                <c:pt idx="12012">
                  <c:v>161.178358431118</c:v>
                </c:pt>
                <c:pt idx="12013">
                  <c:v>161.17869115655299</c:v>
                </c:pt>
                <c:pt idx="12014">
                  <c:v>161.17902377584801</c:v>
                </c:pt>
                <c:pt idx="12015">
                  <c:v>161.179356289037</c:v>
                </c:pt>
                <c:pt idx="12016">
                  <c:v>161.17968869615299</c:v>
                </c:pt>
                <c:pt idx="12017">
                  <c:v>161.180020997231</c:v>
                </c:pt>
                <c:pt idx="12018">
                  <c:v>161.18035319230401</c:v>
                </c:pt>
                <c:pt idx="12019">
                  <c:v>161.18068528140699</c:v>
                </c:pt>
                <c:pt idx="12020">
                  <c:v>161.18101726457201</c:v>
                </c:pt>
                <c:pt idx="12021">
                  <c:v>161.181349141835</c:v>
                </c:pt>
                <c:pt idx="12022">
                  <c:v>161.18168091322801</c:v>
                </c:pt>
                <c:pt idx="12023">
                  <c:v>161.18201257878599</c:v>
                </c:pt>
                <c:pt idx="12024">
                  <c:v>161.18234413854199</c:v>
                </c:pt>
                <c:pt idx="12025">
                  <c:v>161.18267559253101</c:v>
                </c:pt>
                <c:pt idx="12026">
                  <c:v>161.18300694078599</c:v>
                </c:pt>
                <c:pt idx="12027">
                  <c:v>161.18333818334099</c:v>
                </c:pt>
                <c:pt idx="12028">
                  <c:v>161.183669320229</c:v>
                </c:pt>
                <c:pt idx="12029">
                  <c:v>161.184000351485</c:v>
                </c:pt>
                <c:pt idx="12030">
                  <c:v>161.18433127714201</c:v>
                </c:pt>
                <c:pt idx="12031">
                  <c:v>161.184662097234</c:v>
                </c:pt>
                <c:pt idx="12032">
                  <c:v>161.18499281179501</c:v>
                </c:pt>
                <c:pt idx="12033">
                  <c:v>161.185323420858</c:v>
                </c:pt>
                <c:pt idx="12034">
                  <c:v>161.185653924457</c:v>
                </c:pt>
                <c:pt idx="12035">
                  <c:v>161.18598432262701</c:v>
                </c:pt>
                <c:pt idx="12036">
                  <c:v>161.186314615399</c:v>
                </c:pt>
                <c:pt idx="12037">
                  <c:v>161.18664480280901</c:v>
                </c:pt>
                <c:pt idx="12038">
                  <c:v>161.18697488488999</c:v>
                </c:pt>
                <c:pt idx="12039">
                  <c:v>161.18730486167601</c:v>
                </c:pt>
                <c:pt idx="12040">
                  <c:v>161.18763473320001</c:v>
                </c:pt>
                <c:pt idx="12041">
                  <c:v>161.187964499495</c:v>
                </c:pt>
                <c:pt idx="12042">
                  <c:v>161.188294160596</c:v>
                </c:pt>
                <c:pt idx="12043">
                  <c:v>161.18862371653699</c:v>
                </c:pt>
                <c:pt idx="12044">
                  <c:v>161.18895316735001</c:v>
                </c:pt>
                <c:pt idx="12045">
                  <c:v>161.189282513069</c:v>
                </c:pt>
                <c:pt idx="12046">
                  <c:v>161.189611753728</c:v>
                </c:pt>
                <c:pt idx="12047">
                  <c:v>161.189940889361</c:v>
                </c:pt>
                <c:pt idx="12048">
                  <c:v>161.19026992000099</c:v>
                </c:pt>
                <c:pt idx="12049">
                  <c:v>161.19059884568199</c:v>
                </c:pt>
                <c:pt idx="12050">
                  <c:v>161.19092766643601</c:v>
                </c:pt>
                <c:pt idx="12051">
                  <c:v>161.191256382299</c:v>
                </c:pt>
                <c:pt idx="12052">
                  <c:v>161.191584993303</c:v>
                </c:pt>
                <c:pt idx="12053">
                  <c:v>161.19191349948099</c:v>
                </c:pt>
                <c:pt idx="12054">
                  <c:v>161.192241900868</c:v>
                </c:pt>
                <c:pt idx="12055">
                  <c:v>161.192570197496</c:v>
                </c:pt>
                <c:pt idx="12056">
                  <c:v>161.1928983894</c:v>
                </c:pt>
                <c:pt idx="12057">
                  <c:v>161.19322647661201</c:v>
                </c:pt>
                <c:pt idx="12058">
                  <c:v>161.19355445916599</c:v>
                </c:pt>
                <c:pt idx="12059">
                  <c:v>161.19388233709699</c:v>
                </c:pt>
                <c:pt idx="12060">
                  <c:v>161.19421011043599</c:v>
                </c:pt>
                <c:pt idx="12061">
                  <c:v>161.194537779217</c:v>
                </c:pt>
                <c:pt idx="12062">
                  <c:v>161.19486534347499</c:v>
                </c:pt>
                <c:pt idx="12063">
                  <c:v>161.19519280324101</c:v>
                </c:pt>
                <c:pt idx="12064">
                  <c:v>161.19552015855101</c:v>
                </c:pt>
                <c:pt idx="12065">
                  <c:v>161.195847409436</c:v>
                </c:pt>
                <c:pt idx="12066">
                  <c:v>161.19617455593101</c:v>
                </c:pt>
                <c:pt idx="12067">
                  <c:v>161.19650159806901</c:v>
                </c:pt>
                <c:pt idx="12068">
                  <c:v>161.19682853588299</c:v>
                </c:pt>
                <c:pt idx="12069">
                  <c:v>161.197155369406</c:v>
                </c:pt>
                <c:pt idx="12070">
                  <c:v>161.197482098672</c:v>
                </c:pt>
                <c:pt idx="12071">
                  <c:v>161.19780872371501</c:v>
                </c:pt>
                <c:pt idx="12072">
                  <c:v>161.198135244567</c:v>
                </c:pt>
                <c:pt idx="12073">
                  <c:v>161.19846166126101</c:v>
                </c:pt>
                <c:pt idx="12074">
                  <c:v>161.198787973832</c:v>
                </c:pt>
                <c:pt idx="12075">
                  <c:v>161.199114182312</c:v>
                </c:pt>
                <c:pt idx="12076">
                  <c:v>161.19944028673399</c:v>
                </c:pt>
                <c:pt idx="12077">
                  <c:v>161.19976628713201</c:v>
                </c:pt>
                <c:pt idx="12078">
                  <c:v>161.20009218353999</c:v>
                </c:pt>
                <c:pt idx="12079">
                  <c:v>161.20041797598901</c:v>
                </c:pt>
                <c:pt idx="12080">
                  <c:v>161.20074366451499</c:v>
                </c:pt>
                <c:pt idx="12081">
                  <c:v>161.20106924914799</c:v>
                </c:pt>
                <c:pt idx="12082">
                  <c:v>161.201394729924</c:v>
                </c:pt>
                <c:pt idx="12083">
                  <c:v>161.201720106875</c:v>
                </c:pt>
                <c:pt idx="12084">
                  <c:v>161.202045380035</c:v>
                </c:pt>
                <c:pt idx="12085">
                  <c:v>161.20237054943601</c:v>
                </c:pt>
                <c:pt idx="12086">
                  <c:v>161.202695615111</c:v>
                </c:pt>
                <c:pt idx="12087">
                  <c:v>161.203020577095</c:v>
                </c:pt>
                <c:pt idx="12088">
                  <c:v>161.20334543541901</c:v>
                </c:pt>
                <c:pt idx="12089">
                  <c:v>161.20367019011701</c:v>
                </c:pt>
                <c:pt idx="12090">
                  <c:v>161.20399484122299</c:v>
                </c:pt>
                <c:pt idx="12091">
                  <c:v>161.204319388768</c:v>
                </c:pt>
                <c:pt idx="12092">
                  <c:v>161.20464383278701</c:v>
                </c:pt>
                <c:pt idx="12093">
                  <c:v>161.20496817331301</c:v>
                </c:pt>
                <c:pt idx="12094">
                  <c:v>161.20529241037801</c:v>
                </c:pt>
                <c:pt idx="12095">
                  <c:v>161.20561654401601</c:v>
                </c:pt>
                <c:pt idx="12096">
                  <c:v>161.20594057425899</c:v>
                </c:pt>
                <c:pt idx="12097">
                  <c:v>161.20626450114199</c:v>
                </c:pt>
                <c:pt idx="12098">
                  <c:v>161.20658832469499</c:v>
                </c:pt>
                <c:pt idx="12099">
                  <c:v>161.20691204495401</c:v>
                </c:pt>
                <c:pt idx="12100">
                  <c:v>161.20723566194999</c:v>
                </c:pt>
                <c:pt idx="12101">
                  <c:v>161.20755917571699</c:v>
                </c:pt>
                <c:pt idx="12102">
                  <c:v>161.20788258628801</c:v>
                </c:pt>
                <c:pt idx="12103">
                  <c:v>161.208205893696</c:v>
                </c:pt>
                <c:pt idx="12104">
                  <c:v>161.20852909797301</c:v>
                </c:pt>
                <c:pt idx="12105">
                  <c:v>161.208852199153</c:v>
                </c:pt>
                <c:pt idx="12106">
                  <c:v>161.20917519726899</c:v>
                </c:pt>
                <c:pt idx="12107">
                  <c:v>161.20949809235299</c:v>
                </c:pt>
                <c:pt idx="12108">
                  <c:v>161.20982088443799</c:v>
                </c:pt>
                <c:pt idx="12109">
                  <c:v>161.21014357355801</c:v>
                </c:pt>
                <c:pt idx="12110">
                  <c:v>161.21046615974501</c:v>
                </c:pt>
                <c:pt idx="12111">
                  <c:v>161.210788643033</c:v>
                </c:pt>
                <c:pt idx="12112">
                  <c:v>161.21111102345299</c:v>
                </c:pt>
                <c:pt idx="12113">
                  <c:v>161.21143330103899</c:v>
                </c:pt>
                <c:pt idx="12114">
                  <c:v>161.21175547582499</c:v>
                </c:pt>
                <c:pt idx="12115">
                  <c:v>161.21207754784101</c:v>
                </c:pt>
                <c:pt idx="12116">
                  <c:v>161.212399517123</c:v>
                </c:pt>
                <c:pt idx="12117">
                  <c:v>161.21272138370099</c:v>
                </c:pt>
                <c:pt idx="12118">
                  <c:v>161.21304314760999</c:v>
                </c:pt>
                <c:pt idx="12119">
                  <c:v>161.21336480888101</c:v>
                </c:pt>
                <c:pt idx="12120">
                  <c:v>161.213686367549</c:v>
                </c:pt>
                <c:pt idx="12121">
                  <c:v>161.21400782364501</c:v>
                </c:pt>
                <c:pt idx="12122">
                  <c:v>161.21432917720199</c:v>
                </c:pt>
                <c:pt idx="12123">
                  <c:v>161.21465042825301</c:v>
                </c:pt>
                <c:pt idx="12124">
                  <c:v>161.214971576831</c:v>
                </c:pt>
                <c:pt idx="12125">
                  <c:v>161.215292622969</c:v>
                </c:pt>
                <c:pt idx="12126">
                  <c:v>161.21561356669901</c:v>
                </c:pt>
                <c:pt idx="12127">
                  <c:v>161.21593440805401</c:v>
                </c:pt>
                <c:pt idx="12128">
                  <c:v>161.21625514706699</c:v>
                </c:pt>
                <c:pt idx="12129">
                  <c:v>161.21657578377</c:v>
                </c:pt>
                <c:pt idx="12130">
                  <c:v>161.216896318197</c:v>
                </c:pt>
                <c:pt idx="12131">
                  <c:v>161.21721675037901</c:v>
                </c:pt>
                <c:pt idx="12132">
                  <c:v>161.21753708034899</c:v>
                </c:pt>
                <c:pt idx="12133">
                  <c:v>161.21785730814099</c:v>
                </c:pt>
                <c:pt idx="12134">
                  <c:v>161.21817743378699</c:v>
                </c:pt>
                <c:pt idx="12135">
                  <c:v>161.21849745731899</c:v>
                </c:pt>
                <c:pt idx="12136">
                  <c:v>161.21881737877001</c:v>
                </c:pt>
                <c:pt idx="12137">
                  <c:v>161.219137198173</c:v>
                </c:pt>
                <c:pt idx="12138">
                  <c:v>161.21945691556101</c:v>
                </c:pt>
                <c:pt idx="12139">
                  <c:v>161.21977653096499</c:v>
                </c:pt>
                <c:pt idx="12140">
                  <c:v>161.22009604441899</c:v>
                </c:pt>
                <c:pt idx="12141">
                  <c:v>161.220415455954</c:v>
                </c:pt>
                <c:pt idx="12142">
                  <c:v>161.22073476560499</c:v>
                </c:pt>
                <c:pt idx="12143">
                  <c:v>161.22105397340201</c:v>
                </c:pt>
                <c:pt idx="12144">
                  <c:v>161.22137307937999</c:v>
                </c:pt>
                <c:pt idx="12145">
                  <c:v>161.221692083569</c:v>
                </c:pt>
                <c:pt idx="12146">
                  <c:v>161.22201098600399</c:v>
                </c:pt>
                <c:pt idx="12147">
                  <c:v>161.22232978671599</c:v>
                </c:pt>
                <c:pt idx="12148">
                  <c:v>161.22264848573701</c:v>
                </c:pt>
                <c:pt idx="12149">
                  <c:v>161.222967083101</c:v>
                </c:pt>
                <c:pt idx="12150">
                  <c:v>161.22328557884001</c:v>
                </c:pt>
                <c:pt idx="12151">
                  <c:v>161.22360397298601</c:v>
                </c:pt>
                <c:pt idx="12152">
                  <c:v>161.22392226557201</c:v>
                </c:pt>
                <c:pt idx="12153">
                  <c:v>161.22424045663001</c:v>
                </c:pt>
                <c:pt idx="12154">
                  <c:v>161.22455854619301</c:v>
                </c:pt>
                <c:pt idx="12155">
                  <c:v>161.22487653429201</c:v>
                </c:pt>
                <c:pt idx="12156">
                  <c:v>161.225194420962</c:v>
                </c:pt>
                <c:pt idx="12157">
                  <c:v>161.22551220623299</c:v>
                </c:pt>
                <c:pt idx="12158">
                  <c:v>161.22582989013799</c:v>
                </c:pt>
                <c:pt idx="12159">
                  <c:v>161.22614747271001</c:v>
                </c:pt>
                <c:pt idx="12160">
                  <c:v>161.22646495398101</c:v>
                </c:pt>
                <c:pt idx="12161">
                  <c:v>161.226782333984</c:v>
                </c:pt>
                <c:pt idx="12162">
                  <c:v>161.227099612751</c:v>
                </c:pt>
                <c:pt idx="12163">
                  <c:v>161.22741679031299</c:v>
                </c:pt>
                <c:pt idx="12164">
                  <c:v>161.227733866704</c:v>
                </c:pt>
                <c:pt idx="12165">
                  <c:v>161.22805084195599</c:v>
                </c:pt>
                <c:pt idx="12166">
                  <c:v>161.22836771610099</c:v>
                </c:pt>
                <c:pt idx="12167">
                  <c:v>161.228684489172</c:v>
                </c:pt>
                <c:pt idx="12168">
                  <c:v>161.22900116119999</c:v>
                </c:pt>
                <c:pt idx="12169">
                  <c:v>161.22931773221799</c:v>
                </c:pt>
                <c:pt idx="12170">
                  <c:v>161.22963420225901</c:v>
                </c:pt>
                <c:pt idx="12171">
                  <c:v>161.22995057135401</c:v>
                </c:pt>
                <c:pt idx="12172">
                  <c:v>161.230266839536</c:v>
                </c:pt>
                <c:pt idx="12173">
                  <c:v>161.23058300683701</c:v>
                </c:pt>
                <c:pt idx="12174">
                  <c:v>161.23089907328901</c:v>
                </c:pt>
                <c:pt idx="12175">
                  <c:v>161.231215038925</c:v>
                </c:pt>
                <c:pt idx="12176">
                  <c:v>161.23153090377701</c:v>
                </c:pt>
                <c:pt idx="12177">
                  <c:v>161.231846667876</c:v>
                </c:pt>
                <c:pt idx="12178">
                  <c:v>161.23216233125601</c:v>
                </c:pt>
                <c:pt idx="12179">
                  <c:v>161.23247789394799</c:v>
                </c:pt>
                <c:pt idx="12180">
                  <c:v>161.232793355984</c:v>
                </c:pt>
                <c:pt idx="12181">
                  <c:v>161.23310871739801</c:v>
                </c:pt>
                <c:pt idx="12182">
                  <c:v>161.23342397822</c:v>
                </c:pt>
                <c:pt idx="12183">
                  <c:v>161.23373913848201</c:v>
                </c:pt>
                <c:pt idx="12184">
                  <c:v>161.23405419821799</c:v>
                </c:pt>
                <c:pt idx="12185">
                  <c:v>161.23436915745901</c:v>
                </c:pt>
                <c:pt idx="12186">
                  <c:v>161.23468401623799</c:v>
                </c:pt>
                <c:pt idx="12187">
                  <c:v>161.23499877458599</c:v>
                </c:pt>
                <c:pt idx="12188">
                  <c:v>161.23531343253501</c:v>
                </c:pt>
                <c:pt idx="12189">
                  <c:v>161.23562799011799</c:v>
                </c:pt>
                <c:pt idx="12190">
                  <c:v>161.23594244736699</c:v>
                </c:pt>
                <c:pt idx="12191">
                  <c:v>161.236256804313</c:v>
                </c:pt>
                <c:pt idx="12192">
                  <c:v>161.23657106098901</c:v>
                </c:pt>
                <c:pt idx="12193">
                  <c:v>161.23688521742699</c:v>
                </c:pt>
                <c:pt idx="12194">
                  <c:v>161.23719927365801</c:v>
                </c:pt>
                <c:pt idx="12195">
                  <c:v>161.237513229716</c:v>
                </c:pt>
                <c:pt idx="12196">
                  <c:v>161.23782708563101</c:v>
                </c:pt>
                <c:pt idx="12197">
                  <c:v>161.23814084143601</c:v>
                </c:pt>
                <c:pt idx="12198">
                  <c:v>161.23845449716299</c:v>
                </c:pt>
                <c:pt idx="12199">
                  <c:v>161.23876805284399</c:v>
                </c:pt>
                <c:pt idx="12200">
                  <c:v>161.23908150851</c:v>
                </c:pt>
                <c:pt idx="12201">
                  <c:v>161.239394864194</c:v>
                </c:pt>
                <c:pt idx="12202">
                  <c:v>161.239708119928</c:v>
                </c:pt>
                <c:pt idx="12203">
                  <c:v>161.240021275744</c:v>
                </c:pt>
                <c:pt idx="12204">
                  <c:v>161.24033433167301</c:v>
                </c:pt>
                <c:pt idx="12205">
                  <c:v>161.24064728774701</c:v>
                </c:pt>
                <c:pt idx="12206">
                  <c:v>161.24096014399899</c:v>
                </c:pt>
                <c:pt idx="12207">
                  <c:v>161.24127290045999</c:v>
                </c:pt>
                <c:pt idx="12208">
                  <c:v>161.24158555716201</c:v>
                </c:pt>
                <c:pt idx="12209">
                  <c:v>161.241898114137</c:v>
                </c:pt>
                <c:pt idx="12210">
                  <c:v>161.24221057141801</c:v>
                </c:pt>
                <c:pt idx="12211">
                  <c:v>161.24252292903401</c:v>
                </c:pt>
                <c:pt idx="12212">
                  <c:v>161.24283518702001</c:v>
                </c:pt>
                <c:pt idx="12213">
                  <c:v>161.24314734540499</c:v>
                </c:pt>
                <c:pt idx="12214">
                  <c:v>161.24345940422299</c:v>
                </c:pt>
                <c:pt idx="12215">
                  <c:v>161.243771363505</c:v>
                </c:pt>
                <c:pt idx="12216">
                  <c:v>161.24408322328301</c:v>
                </c:pt>
                <c:pt idx="12217">
                  <c:v>161.24439498358799</c:v>
                </c:pt>
                <c:pt idx="12218">
                  <c:v>161.244706644453</c:v>
                </c:pt>
                <c:pt idx="12219">
                  <c:v>161.24501820590899</c:v>
                </c:pt>
                <c:pt idx="12220">
                  <c:v>161.24532966798799</c:v>
                </c:pt>
                <c:pt idx="12221">
                  <c:v>161.245641030721</c:v>
                </c:pt>
                <c:pt idx="12222">
                  <c:v>161.24595229414101</c:v>
                </c:pt>
                <c:pt idx="12223">
                  <c:v>161.24626345828</c:v>
                </c:pt>
                <c:pt idx="12224">
                  <c:v>161.24657452316799</c:v>
                </c:pt>
                <c:pt idx="12225">
                  <c:v>161.24688548883699</c:v>
                </c:pt>
                <c:pt idx="12226">
                  <c:v>161.24719635532</c:v>
                </c:pt>
                <c:pt idx="12227">
                  <c:v>161.24750712264799</c:v>
                </c:pt>
                <c:pt idx="12228">
                  <c:v>161.247817790852</c:v>
                </c:pt>
                <c:pt idx="12229">
                  <c:v>161.24812835996499</c:v>
                </c:pt>
                <c:pt idx="12230">
                  <c:v>161.24843883001799</c:v>
                </c:pt>
                <c:pt idx="12231">
                  <c:v>161.24874920104301</c:v>
                </c:pt>
                <c:pt idx="12232">
                  <c:v>161.24905947306999</c:v>
                </c:pt>
                <c:pt idx="12233">
                  <c:v>161.249369646133</c:v>
                </c:pt>
                <c:pt idx="12234">
                  <c:v>161.24967972026201</c:v>
                </c:pt>
                <c:pt idx="12235">
                  <c:v>161.24998969549</c:v>
                </c:pt>
                <c:pt idx="12236">
                  <c:v>161.25029957184699</c:v>
                </c:pt>
                <c:pt idx="12237">
                  <c:v>161.25060934936499</c:v>
                </c:pt>
                <c:pt idx="12238">
                  <c:v>161.250919028076</c:v>
                </c:pt>
                <c:pt idx="12239">
                  <c:v>161.25122860801201</c:v>
                </c:pt>
                <c:pt idx="12240">
                  <c:v>161.25153808920399</c:v>
                </c:pt>
                <c:pt idx="12241">
                  <c:v>161.25184747168299</c:v>
                </c:pt>
                <c:pt idx="12242">
                  <c:v>161.252156755481</c:v>
                </c:pt>
                <c:pt idx="12243">
                  <c:v>161.25246594063</c:v>
                </c:pt>
                <c:pt idx="12244">
                  <c:v>161.25277502716199</c:v>
                </c:pt>
                <c:pt idx="12245">
                  <c:v>161.253084015106</c:v>
                </c:pt>
                <c:pt idx="12246">
                  <c:v>161.253392904496</c:v>
                </c:pt>
                <c:pt idx="12247">
                  <c:v>161.25370169536299</c:v>
                </c:pt>
                <c:pt idx="12248">
                  <c:v>161.25401038773799</c:v>
                </c:pt>
                <c:pt idx="12249">
                  <c:v>161.25431898165201</c:v>
                </c:pt>
                <c:pt idx="12250">
                  <c:v>161.254627477138</c:v>
                </c:pt>
                <c:pt idx="12251">
                  <c:v>161.25493587422599</c:v>
                </c:pt>
                <c:pt idx="12252">
                  <c:v>161.25524417294699</c:v>
                </c:pt>
                <c:pt idx="12253">
                  <c:v>161.25555237333401</c:v>
                </c:pt>
                <c:pt idx="12254">
                  <c:v>161.25586047541799</c:v>
                </c:pt>
                <c:pt idx="12255">
                  <c:v>161.25616847923101</c:v>
                </c:pt>
                <c:pt idx="12256">
                  <c:v>161.256476384802</c:v>
                </c:pt>
                <c:pt idx="12257">
                  <c:v>161.25678419216499</c:v>
                </c:pt>
                <c:pt idx="12258">
                  <c:v>161.25709190135001</c:v>
                </c:pt>
                <c:pt idx="12259">
                  <c:v>161.25739951238799</c:v>
                </c:pt>
                <c:pt idx="12260">
                  <c:v>161.25770702531199</c:v>
                </c:pt>
                <c:pt idx="12261">
                  <c:v>161.25801444015201</c:v>
                </c:pt>
                <c:pt idx="12262">
                  <c:v>161.25832175694001</c:v>
                </c:pt>
                <c:pt idx="12263">
                  <c:v>161.25862897570701</c:v>
                </c:pt>
                <c:pt idx="12264">
                  <c:v>161.25893609648401</c:v>
                </c:pt>
                <c:pt idx="12265">
                  <c:v>161.25924311930299</c:v>
                </c:pt>
                <c:pt idx="12266">
                  <c:v>161.25955004419501</c:v>
                </c:pt>
                <c:pt idx="12267">
                  <c:v>161.259856871191</c:v>
                </c:pt>
                <c:pt idx="12268">
                  <c:v>161.26016360032301</c:v>
                </c:pt>
                <c:pt idx="12269">
                  <c:v>161.26047023162201</c:v>
                </c:pt>
                <c:pt idx="12270">
                  <c:v>161.26077676511801</c:v>
                </c:pt>
                <c:pt idx="12271">
                  <c:v>161.26108320084401</c:v>
                </c:pt>
                <c:pt idx="12272">
                  <c:v>161.261389538831</c:v>
                </c:pt>
                <c:pt idx="12273">
                  <c:v>161.261695779109</c:v>
                </c:pt>
                <c:pt idx="12274">
                  <c:v>161.26200192171001</c:v>
                </c:pt>
                <c:pt idx="12275">
                  <c:v>161.26230796666499</c:v>
                </c:pt>
                <c:pt idx="12276">
                  <c:v>161.26261391400601</c:v>
                </c:pt>
                <c:pt idx="12277">
                  <c:v>161.26291976376299</c:v>
                </c:pt>
                <c:pt idx="12278">
                  <c:v>161.263225515969</c:v>
                </c:pt>
                <c:pt idx="12279">
                  <c:v>161.26353117065199</c:v>
                </c:pt>
                <c:pt idx="12280">
                  <c:v>161.26383672784701</c:v>
                </c:pt>
                <c:pt idx="12281">
                  <c:v>161.264142187582</c:v>
                </c:pt>
                <c:pt idx="12282">
                  <c:v>161.26444754988901</c:v>
                </c:pt>
                <c:pt idx="12283">
                  <c:v>161.2647528148</c:v>
                </c:pt>
                <c:pt idx="12284">
                  <c:v>161.26505798234601</c:v>
                </c:pt>
                <c:pt idx="12285">
                  <c:v>161.26536305255701</c:v>
                </c:pt>
                <c:pt idx="12286">
                  <c:v>161.265668025465</c:v>
                </c:pt>
                <c:pt idx="12287">
                  <c:v>161.26597290110101</c:v>
                </c:pt>
                <c:pt idx="12288">
                  <c:v>161.266277679496</c:v>
                </c:pt>
                <c:pt idx="12289">
                  <c:v>161.26658236068101</c:v>
                </c:pt>
                <c:pt idx="12290">
                  <c:v>161.266886944687</c:v>
                </c:pt>
                <c:pt idx="12291">
                  <c:v>161.267191431545</c:v>
                </c:pt>
                <c:pt idx="12292">
                  <c:v>161.26749582128599</c:v>
                </c:pt>
                <c:pt idx="12293">
                  <c:v>161.26780011394101</c:v>
                </c:pt>
                <c:pt idx="12294">
                  <c:v>161.268104309542</c:v>
                </c:pt>
                <c:pt idx="12295">
                  <c:v>161.26840840811801</c:v>
                </c:pt>
                <c:pt idx="12296">
                  <c:v>161.268712409702</c:v>
                </c:pt>
                <c:pt idx="12297">
                  <c:v>161.26901631432401</c:v>
                </c:pt>
                <c:pt idx="12298">
                  <c:v>161.26932012201499</c:v>
                </c:pt>
                <c:pt idx="12299">
                  <c:v>161.26962383280701</c:v>
                </c:pt>
                <c:pt idx="12300">
                  <c:v>161.26992744672901</c:v>
                </c:pt>
                <c:pt idx="12301">
                  <c:v>161.27023096381299</c:v>
                </c:pt>
                <c:pt idx="12302">
                  <c:v>161.27053438409101</c:v>
                </c:pt>
                <c:pt idx="12303">
                  <c:v>161.27083770759199</c:v>
                </c:pt>
                <c:pt idx="12304">
                  <c:v>161.27114093434801</c:v>
                </c:pt>
                <c:pt idx="12305">
                  <c:v>161.27144406438899</c:v>
                </c:pt>
                <c:pt idx="12306">
                  <c:v>161.27174709774701</c:v>
                </c:pt>
                <c:pt idx="12307">
                  <c:v>161.272050034453</c:v>
                </c:pt>
                <c:pt idx="12308">
                  <c:v>161.27235287453701</c:v>
                </c:pt>
                <c:pt idx="12309">
                  <c:v>161.27265561803</c:v>
                </c:pt>
                <c:pt idx="12310">
                  <c:v>161.27295826496399</c:v>
                </c:pt>
                <c:pt idx="12311">
                  <c:v>161.27326081536799</c:v>
                </c:pt>
                <c:pt idx="12312">
                  <c:v>161.27356326927401</c:v>
                </c:pt>
                <c:pt idx="12313">
                  <c:v>161.27386562671199</c:v>
                </c:pt>
                <c:pt idx="12314">
                  <c:v>161.27416788771399</c:v>
                </c:pt>
                <c:pt idx="12315">
                  <c:v>161.27447005230999</c:v>
                </c:pt>
                <c:pt idx="12316">
                  <c:v>161.27477212053199</c:v>
                </c:pt>
                <c:pt idx="12317">
                  <c:v>161.275074092408</c:v>
                </c:pt>
                <c:pt idx="12318">
                  <c:v>161.275375967972</c:v>
                </c:pt>
                <c:pt idx="12319">
                  <c:v>161.27567774725301</c:v>
                </c:pt>
                <c:pt idx="12320">
                  <c:v>161.27597943028201</c:v>
                </c:pt>
                <c:pt idx="12321">
                  <c:v>161.27628101708899</c:v>
                </c:pt>
                <c:pt idx="12322">
                  <c:v>161.27658250770699</c:v>
                </c:pt>
                <c:pt idx="12323">
                  <c:v>161.276883902164</c:v>
                </c:pt>
                <c:pt idx="12324">
                  <c:v>161.27718520049299</c:v>
                </c:pt>
                <c:pt idx="12325">
                  <c:v>161.27748640272301</c:v>
                </c:pt>
                <c:pt idx="12326">
                  <c:v>161.27778750888601</c:v>
                </c:pt>
                <c:pt idx="12327">
                  <c:v>161.27808851901199</c:v>
                </c:pt>
                <c:pt idx="12328">
                  <c:v>161.27838943313199</c:v>
                </c:pt>
                <c:pt idx="12329">
                  <c:v>161.278690251276</c:v>
                </c:pt>
                <c:pt idx="12330">
                  <c:v>161.278990973475</c:v>
                </c:pt>
                <c:pt idx="12331">
                  <c:v>161.27929159976</c:v>
                </c:pt>
                <c:pt idx="12332">
                  <c:v>161.27959213016101</c:v>
                </c:pt>
                <c:pt idx="12333">
                  <c:v>161.27989256471</c:v>
                </c:pt>
                <c:pt idx="12334">
                  <c:v>161.28019290343599</c:v>
                </c:pt>
                <c:pt idx="12335">
                  <c:v>161.28049314636999</c:v>
                </c:pt>
                <c:pt idx="12336">
                  <c:v>161.28079329354301</c:v>
                </c:pt>
                <c:pt idx="12337">
                  <c:v>161.281093344986</c:v>
                </c:pt>
                <c:pt idx="12338">
                  <c:v>161.28139330072901</c:v>
                </c:pt>
                <c:pt idx="12339">
                  <c:v>161.28169316080201</c:v>
                </c:pt>
                <c:pt idx="12340">
                  <c:v>161.28199292523701</c:v>
                </c:pt>
                <c:pt idx="12341">
                  <c:v>161.28229259406299</c:v>
                </c:pt>
                <c:pt idx="12342">
                  <c:v>161.28259216731101</c:v>
                </c:pt>
                <c:pt idx="12343">
                  <c:v>161.282891645012</c:v>
                </c:pt>
                <c:pt idx="12344">
                  <c:v>161.28319102719701</c:v>
                </c:pt>
                <c:pt idx="12345">
                  <c:v>161.28349031389499</c:v>
                </c:pt>
                <c:pt idx="12346">
                  <c:v>161.283789505138</c:v>
                </c:pt>
                <c:pt idx="12347">
                  <c:v>161.28408860095601</c:v>
                </c:pt>
                <c:pt idx="12348">
                  <c:v>161.284387601378</c:v>
                </c:pt>
                <c:pt idx="12349">
                  <c:v>161.284686506437</c:v>
                </c:pt>
                <c:pt idx="12350">
                  <c:v>161.28498531616199</c:v>
                </c:pt>
                <c:pt idx="12351">
                  <c:v>161.285284030583</c:v>
                </c:pt>
                <c:pt idx="12352">
                  <c:v>161.28558264973199</c:v>
                </c:pt>
                <c:pt idx="12353">
                  <c:v>161.28588117363799</c:v>
                </c:pt>
                <c:pt idx="12354">
                  <c:v>161.286179602332</c:v>
                </c:pt>
                <c:pt idx="12355">
                  <c:v>161.286477935844</c:v>
                </c:pt>
                <c:pt idx="12356">
                  <c:v>161.28677617420601</c:v>
                </c:pt>
                <c:pt idx="12357">
                  <c:v>161.28707431744601</c:v>
                </c:pt>
                <c:pt idx="12358">
                  <c:v>161.28737236559601</c:v>
                </c:pt>
                <c:pt idx="12359">
                  <c:v>161.287670318686</c:v>
                </c:pt>
                <c:pt idx="12360">
                  <c:v>161.287968176747</c:v>
                </c:pt>
                <c:pt idx="12361">
                  <c:v>161.28826593980801</c:v>
                </c:pt>
                <c:pt idx="12362">
                  <c:v>161.28856360789999</c:v>
                </c:pt>
                <c:pt idx="12363">
                  <c:v>161.28886118105299</c:v>
                </c:pt>
                <c:pt idx="12364">
                  <c:v>161.28915865929801</c:v>
                </c:pt>
                <c:pt idx="12365">
                  <c:v>161.28945604266499</c:v>
                </c:pt>
                <c:pt idx="12366">
                  <c:v>161.28975333118399</c:v>
                </c:pt>
                <c:pt idx="12367">
                  <c:v>161.290050524886</c:v>
                </c:pt>
                <c:pt idx="12368">
                  <c:v>161.29034762380101</c:v>
                </c:pt>
                <c:pt idx="12369">
                  <c:v>161.29064462795901</c:v>
                </c:pt>
                <c:pt idx="12370">
                  <c:v>161.29094153739001</c:v>
                </c:pt>
                <c:pt idx="12371">
                  <c:v>161.29123835212599</c:v>
                </c:pt>
                <c:pt idx="12372">
                  <c:v>161.29153507219499</c:v>
                </c:pt>
                <c:pt idx="12373">
                  <c:v>161.291831697628</c:v>
                </c:pt>
                <c:pt idx="12374">
                  <c:v>161.292128228455</c:v>
                </c:pt>
                <c:pt idx="12375">
                  <c:v>161.29242466470799</c:v>
                </c:pt>
                <c:pt idx="12376">
                  <c:v>161.29272100641501</c:v>
                </c:pt>
                <c:pt idx="12377">
                  <c:v>161.29301725360699</c:v>
                </c:pt>
                <c:pt idx="12378">
                  <c:v>161.29331340631401</c:v>
                </c:pt>
                <c:pt idx="12379">
                  <c:v>161.293609464567</c:v>
                </c:pt>
                <c:pt idx="12380">
                  <c:v>161.29390542839499</c:v>
                </c:pt>
                <c:pt idx="12381">
                  <c:v>161.29420129782901</c:v>
                </c:pt>
                <c:pt idx="12382">
                  <c:v>161.29449707289899</c:v>
                </c:pt>
                <c:pt idx="12383">
                  <c:v>161.29479275363499</c:v>
                </c:pt>
                <c:pt idx="12384">
                  <c:v>161.295088340067</c:v>
                </c:pt>
                <c:pt idx="12385">
                  <c:v>161.29538383222501</c:v>
                </c:pt>
                <c:pt idx="12386">
                  <c:v>161.29567923014</c:v>
                </c:pt>
                <c:pt idx="12387">
                  <c:v>161.29597453384099</c:v>
                </c:pt>
                <c:pt idx="12388">
                  <c:v>161.29626974335801</c:v>
                </c:pt>
                <c:pt idx="12389">
                  <c:v>161.296564858723</c:v>
                </c:pt>
                <c:pt idx="12390">
                  <c:v>161.29685987996399</c:v>
                </c:pt>
                <c:pt idx="12391">
                  <c:v>161.29715480711201</c:v>
                </c:pt>
                <c:pt idx="12392">
                  <c:v>161.29744964019699</c:v>
                </c:pt>
                <c:pt idx="12393">
                  <c:v>161.297744379249</c:v>
                </c:pt>
                <c:pt idx="12394">
                  <c:v>161.298039024297</c:v>
                </c:pt>
                <c:pt idx="12395">
                  <c:v>161.29833357537299</c:v>
                </c:pt>
                <c:pt idx="12396">
                  <c:v>161.298628032506</c:v>
                </c:pt>
                <c:pt idx="12397">
                  <c:v>161.29892239572499</c:v>
                </c:pt>
                <c:pt idx="12398">
                  <c:v>161.299216665062</c:v>
                </c:pt>
                <c:pt idx="12399">
                  <c:v>161.299510840545</c:v>
                </c:pt>
                <c:pt idx="12400">
                  <c:v>161.29980492220599</c:v>
                </c:pt>
                <c:pt idx="12401">
                  <c:v>161.30009891007299</c:v>
                </c:pt>
                <c:pt idx="12402">
                  <c:v>161.30039280417699</c:v>
                </c:pt>
                <c:pt idx="12403">
                  <c:v>161.30068660454901</c:v>
                </c:pt>
                <c:pt idx="12404">
                  <c:v>161.30098031121599</c:v>
                </c:pt>
                <c:pt idx="12405">
                  <c:v>161.30127392421099</c:v>
                </c:pt>
                <c:pt idx="12406">
                  <c:v>161.30156744356199</c:v>
                </c:pt>
                <c:pt idx="12407">
                  <c:v>161.30186086929999</c:v>
                </c:pt>
                <c:pt idx="12408">
                  <c:v>161.30215420145399</c:v>
                </c:pt>
                <c:pt idx="12409">
                  <c:v>161.30244744005401</c:v>
                </c:pt>
                <c:pt idx="12410">
                  <c:v>161.302740585131</c:v>
                </c:pt>
                <c:pt idx="12411">
                  <c:v>161.30303363671399</c:v>
                </c:pt>
                <c:pt idx="12412">
                  <c:v>161.30332659483199</c:v>
                </c:pt>
                <c:pt idx="12413">
                  <c:v>161.30361945951699</c:v>
                </c:pt>
                <c:pt idx="12414">
                  <c:v>161.30391223079701</c:v>
                </c:pt>
                <c:pt idx="12415">
                  <c:v>161.30420490870199</c:v>
                </c:pt>
                <c:pt idx="12416">
                  <c:v>161.304497493263</c:v>
                </c:pt>
                <c:pt idx="12417">
                  <c:v>161.304789984509</c:v>
                </c:pt>
                <c:pt idx="12418">
                  <c:v>161.30508238246901</c:v>
                </c:pt>
                <c:pt idx="12419">
                  <c:v>161.305374687175</c:v>
                </c:pt>
                <c:pt idx="12420">
                  <c:v>161.30566689865501</c:v>
                </c:pt>
                <c:pt idx="12421">
                  <c:v>161.305959016939</c:v>
                </c:pt>
                <c:pt idx="12422">
                  <c:v>161.306251042057</c:v>
                </c:pt>
                <c:pt idx="12423">
                  <c:v>161.30654297403899</c:v>
                </c:pt>
                <c:pt idx="12424">
                  <c:v>161.30683481291399</c:v>
                </c:pt>
                <c:pt idx="12425">
                  <c:v>161.30712655871301</c:v>
                </c:pt>
                <c:pt idx="12426">
                  <c:v>161.30741821146501</c:v>
                </c:pt>
                <c:pt idx="12427">
                  <c:v>161.307709771199</c:v>
                </c:pt>
                <c:pt idx="12428">
                  <c:v>161.308001237946</c:v>
                </c:pt>
                <c:pt idx="12429">
                  <c:v>161.308292611735</c:v>
                </c:pt>
                <c:pt idx="12430">
                  <c:v>161.308583892596</c:v>
                </c:pt>
                <c:pt idx="12431">
                  <c:v>161.30887508055801</c:v>
                </c:pt>
                <c:pt idx="12432">
                  <c:v>161.309166175652</c:v>
                </c:pt>
                <c:pt idx="12433">
                  <c:v>161.30945717790601</c:v>
                </c:pt>
                <c:pt idx="12434">
                  <c:v>161.30974808735101</c:v>
                </c:pt>
                <c:pt idx="12435">
                  <c:v>161.31003890401499</c:v>
                </c:pt>
                <c:pt idx="12436">
                  <c:v>161.31032962793</c:v>
                </c:pt>
                <c:pt idx="12437">
                  <c:v>161.31062025912399</c:v>
                </c:pt>
                <c:pt idx="12438">
                  <c:v>161.310910797627</c:v>
                </c:pt>
                <c:pt idx="12439">
                  <c:v>161.31120124346899</c:v>
                </c:pt>
                <c:pt idx="12440">
                  <c:v>161.311491596678</c:v>
                </c:pt>
                <c:pt idx="12441">
                  <c:v>161.31178185728601</c:v>
                </c:pt>
                <c:pt idx="12442">
                  <c:v>161.31207202532099</c:v>
                </c:pt>
                <c:pt idx="12443">
                  <c:v>161.31236210081201</c:v>
                </c:pt>
                <c:pt idx="12444">
                  <c:v>161.31265208379099</c:v>
                </c:pt>
                <c:pt idx="12445">
                  <c:v>161.312941974285</c:v>
                </c:pt>
                <c:pt idx="12446">
                  <c:v>161.313231772325</c:v>
                </c:pt>
                <c:pt idx="12447">
                  <c:v>161.31352147793999</c:v>
                </c:pt>
                <c:pt idx="12448">
                  <c:v>161.31381109115901</c:v>
                </c:pt>
                <c:pt idx="12449">
                  <c:v>161.31410061201299</c:v>
                </c:pt>
                <c:pt idx="12450">
                  <c:v>161.31439004052999</c:v>
                </c:pt>
                <c:pt idx="12451">
                  <c:v>161.31467937674</c:v>
                </c:pt>
                <c:pt idx="12452">
                  <c:v>161.314968620673</c:v>
                </c:pt>
                <c:pt idx="12453">
                  <c:v>161.315257772358</c:v>
                </c:pt>
                <c:pt idx="12454">
                  <c:v>161.315546831825</c:v>
                </c:pt>
                <c:pt idx="12455">
                  <c:v>161.31583579910199</c:v>
                </c:pt>
                <c:pt idx="12456">
                  <c:v>161.31612467421999</c:v>
                </c:pt>
                <c:pt idx="12457">
                  <c:v>161.316413457208</c:v>
                </c:pt>
                <c:pt idx="12458">
                  <c:v>161.316702148095</c:v>
                </c:pt>
                <c:pt idx="12459">
                  <c:v>161.31699074690999</c:v>
                </c:pt>
                <c:pt idx="12460">
                  <c:v>161.31727925368401</c:v>
                </c:pt>
                <c:pt idx="12461">
                  <c:v>161.31756766844501</c:v>
                </c:pt>
                <c:pt idx="12462">
                  <c:v>161.31785599122401</c:v>
                </c:pt>
                <c:pt idx="12463">
                  <c:v>161.31814422204801</c:v>
                </c:pt>
                <c:pt idx="12464">
                  <c:v>161.31843236094801</c:v>
                </c:pt>
                <c:pt idx="12465">
                  <c:v>161.31872040795301</c:v>
                </c:pt>
                <c:pt idx="12466">
                  <c:v>161.319008363092</c:v>
                </c:pt>
                <c:pt idx="12467">
                  <c:v>161.31929622639501</c:v>
                </c:pt>
                <c:pt idx="12468">
                  <c:v>161.31958399789099</c:v>
                </c:pt>
                <c:pt idx="12469">
                  <c:v>161.31987167761</c:v>
                </c:pt>
                <c:pt idx="12470">
                  <c:v>161.32015926558</c:v>
                </c:pt>
                <c:pt idx="12471">
                  <c:v>161.32044676183099</c:v>
                </c:pt>
                <c:pt idx="12472">
                  <c:v>161.32073416639199</c:v>
                </c:pt>
                <c:pt idx="12473">
                  <c:v>161.321021479292</c:v>
                </c:pt>
                <c:pt idx="12474">
                  <c:v>161.32130870056201</c:v>
                </c:pt>
                <c:pt idx="12475">
                  <c:v>161.321595830229</c:v>
                </c:pt>
                <c:pt idx="12476">
                  <c:v>161.321882868324</c:v>
                </c:pt>
                <c:pt idx="12477">
                  <c:v>161.322169814875</c:v>
                </c:pt>
                <c:pt idx="12478">
                  <c:v>161.32245666991199</c:v>
                </c:pt>
                <c:pt idx="12479">
                  <c:v>161.32274343346501</c:v>
                </c:pt>
                <c:pt idx="12480">
                  <c:v>161.323030105561</c:v>
                </c:pt>
                <c:pt idx="12481">
                  <c:v>161.32331668623101</c:v>
                </c:pt>
                <c:pt idx="12482">
                  <c:v>161.323603175503</c:v>
                </c:pt>
                <c:pt idx="12483">
                  <c:v>161.323889573407</c:v>
                </c:pt>
                <c:pt idx="12484">
                  <c:v>161.32417587997301</c:v>
                </c:pt>
                <c:pt idx="12485">
                  <c:v>161.324462095228</c:v>
                </c:pt>
                <c:pt idx="12486">
                  <c:v>161.324748219203</c:v>
                </c:pt>
                <c:pt idx="12487">
                  <c:v>161.32503425192601</c:v>
                </c:pt>
                <c:pt idx="12488">
                  <c:v>161.32532019342699</c:v>
                </c:pt>
                <c:pt idx="12489">
                  <c:v>161.32560604373501</c:v>
                </c:pt>
                <c:pt idx="12490">
                  <c:v>161.325891802878</c:v>
                </c:pt>
                <c:pt idx="12491">
                  <c:v>161.32617747088699</c:v>
                </c:pt>
                <c:pt idx="12492">
                  <c:v>161.32646304779001</c:v>
                </c:pt>
                <c:pt idx="12493">
                  <c:v>161.32674853361601</c:v>
                </c:pt>
                <c:pt idx="12494">
                  <c:v>161.327033928394</c:v>
                </c:pt>
                <c:pt idx="12495">
                  <c:v>161.327319232153</c:v>
                </c:pt>
                <c:pt idx="12496">
                  <c:v>161.327604444923</c:v>
                </c:pt>
                <c:pt idx="12497">
                  <c:v>161.32788956673301</c:v>
                </c:pt>
                <c:pt idx="12498">
                  <c:v>161.328174597611</c:v>
                </c:pt>
                <c:pt idx="12499">
                  <c:v>161.32845953758601</c:v>
                </c:pt>
                <c:pt idx="12500">
                  <c:v>161.32874438668901</c:v>
                </c:pt>
                <c:pt idx="12501">
                  <c:v>161.32902914494599</c:v>
                </c:pt>
                <c:pt idx="12502">
                  <c:v>161.32931381238899</c:v>
                </c:pt>
                <c:pt idx="12503">
                  <c:v>161.329598389045</c:v>
                </c:pt>
                <c:pt idx="12504">
                  <c:v>161.32988287494399</c:v>
                </c:pt>
                <c:pt idx="12505">
                  <c:v>161.330167270114</c:v>
                </c:pt>
                <c:pt idx="12506">
                  <c:v>161.330451574585</c:v>
                </c:pt>
                <c:pt idx="12507">
                  <c:v>161.33073578838599</c:v>
                </c:pt>
                <c:pt idx="12508">
                  <c:v>161.33101991154501</c:v>
                </c:pt>
                <c:pt idx="12509">
                  <c:v>161.33130394409201</c:v>
                </c:pt>
                <c:pt idx="12510">
                  <c:v>161.33158788605499</c:v>
                </c:pt>
                <c:pt idx="12511">
                  <c:v>161.33187173746299</c:v>
                </c:pt>
                <c:pt idx="12512">
                  <c:v>161.332155498346</c:v>
                </c:pt>
                <c:pt idx="12513">
                  <c:v>161.33243916873201</c:v>
                </c:pt>
                <c:pt idx="12514">
                  <c:v>161.33272274864899</c:v>
                </c:pt>
                <c:pt idx="12515">
                  <c:v>161.33300623812801</c:v>
                </c:pt>
                <c:pt idx="12516">
                  <c:v>161.333289637197</c:v>
                </c:pt>
                <c:pt idx="12517">
                  <c:v>161.33357294588399</c:v>
                </c:pt>
                <c:pt idx="12518">
                  <c:v>161.33385616421899</c:v>
                </c:pt>
                <c:pt idx="12519">
                  <c:v>161.33413929223099</c:v>
                </c:pt>
                <c:pt idx="12520">
                  <c:v>161.33442232994699</c:v>
                </c:pt>
                <c:pt idx="12521">
                  <c:v>161.334705277398</c:v>
                </c:pt>
                <c:pt idx="12522">
                  <c:v>161.33498813461199</c:v>
                </c:pt>
                <c:pt idx="12523">
                  <c:v>161.33527090161701</c:v>
                </c:pt>
                <c:pt idx="12524">
                  <c:v>161.33555357844301</c:v>
                </c:pt>
                <c:pt idx="12525">
                  <c:v>161.33583616511899</c:v>
                </c:pt>
                <c:pt idx="12526">
                  <c:v>161.336118661672</c:v>
                </c:pt>
                <c:pt idx="12527">
                  <c:v>161.336401068133</c:v>
                </c:pt>
                <c:pt idx="12528">
                  <c:v>161.33668338452901</c:v>
                </c:pt>
                <c:pt idx="12529">
                  <c:v>161.33696561088999</c:v>
                </c:pt>
                <c:pt idx="12530">
                  <c:v>161.337247747243</c:v>
                </c:pt>
                <c:pt idx="12531">
                  <c:v>161.33752979361901</c:v>
                </c:pt>
                <c:pt idx="12532">
                  <c:v>161.337811750046</c:v>
                </c:pt>
                <c:pt idx="12533">
                  <c:v>161.33809361655199</c:v>
                </c:pt>
                <c:pt idx="12534">
                  <c:v>161.33837539316599</c:v>
                </c:pt>
                <c:pt idx="12535">
                  <c:v>161.338657079917</c:v>
                </c:pt>
                <c:pt idx="12536">
                  <c:v>161.33893867683301</c:v>
                </c:pt>
                <c:pt idx="12537">
                  <c:v>161.33922018394401</c:v>
                </c:pt>
                <c:pt idx="12538">
                  <c:v>161.33950160127699</c:v>
                </c:pt>
                <c:pt idx="12539">
                  <c:v>161.339782928863</c:v>
                </c:pt>
                <c:pt idx="12540">
                  <c:v>161.34006416672801</c:v>
                </c:pt>
                <c:pt idx="12541">
                  <c:v>161.34034531490201</c:v>
                </c:pt>
                <c:pt idx="12542">
                  <c:v>161.34062637341401</c:v>
                </c:pt>
                <c:pt idx="12543">
                  <c:v>161.34090734229201</c:v>
                </c:pt>
                <c:pt idx="12544">
                  <c:v>161.34118822156501</c:v>
                </c:pt>
                <c:pt idx="12545">
                  <c:v>161.34146901126101</c:v>
                </c:pt>
                <c:pt idx="12546">
                  <c:v>161.34174971140899</c:v>
                </c:pt>
                <c:pt idx="12547">
                  <c:v>161.342030322038</c:v>
                </c:pt>
                <c:pt idx="12548">
                  <c:v>161.34231084317599</c:v>
                </c:pt>
                <c:pt idx="12549">
                  <c:v>161.342591274852</c:v>
                </c:pt>
                <c:pt idx="12550">
                  <c:v>161.342871617094</c:v>
                </c:pt>
                <c:pt idx="12551">
                  <c:v>161.34315186993101</c:v>
                </c:pt>
                <c:pt idx="12552">
                  <c:v>161.343432033391</c:v>
                </c:pt>
                <c:pt idx="12553">
                  <c:v>161.34371210750399</c:v>
                </c:pt>
                <c:pt idx="12554">
                  <c:v>161.34399209229699</c:v>
                </c:pt>
                <c:pt idx="12555">
                  <c:v>161.344271987799</c:v>
                </c:pt>
                <c:pt idx="12556">
                  <c:v>161.34455179403801</c:v>
                </c:pt>
                <c:pt idx="12557">
                  <c:v>161.34483151104399</c:v>
                </c:pt>
                <c:pt idx="12558">
                  <c:v>161.345111138844</c:v>
                </c:pt>
                <c:pt idx="12559">
                  <c:v>161.34539067746701</c:v>
                </c:pt>
                <c:pt idx="12560">
                  <c:v>161.345670126942</c:v>
                </c:pt>
                <c:pt idx="12561">
                  <c:v>161.345949487296</c:v>
                </c:pt>
                <c:pt idx="12562">
                  <c:v>161.34622875855999</c:v>
                </c:pt>
                <c:pt idx="12563">
                  <c:v>161.34650794076001</c:v>
                </c:pt>
                <c:pt idx="12564">
                  <c:v>161.34678703392501</c:v>
                </c:pt>
                <c:pt idx="12565">
                  <c:v>161.34706603808399</c:v>
                </c:pt>
                <c:pt idx="12566">
                  <c:v>161.347344953266</c:v>
                </c:pt>
                <c:pt idx="12567">
                  <c:v>161.34762377949801</c:v>
                </c:pt>
                <c:pt idx="12568">
                  <c:v>161.34790251680801</c:v>
                </c:pt>
                <c:pt idx="12569">
                  <c:v>161.348181165227</c:v>
                </c:pt>
                <c:pt idx="12570">
                  <c:v>161.34845972478101</c:v>
                </c:pt>
                <c:pt idx="12571">
                  <c:v>161.34873819549901</c:v>
                </c:pt>
                <c:pt idx="12572">
                  <c:v>161.34901657741</c:v>
                </c:pt>
                <c:pt idx="12573">
                  <c:v>161.349294870542</c:v>
                </c:pt>
                <c:pt idx="12574">
                  <c:v>161.349573074923</c:v>
                </c:pt>
                <c:pt idx="12575">
                  <c:v>161.34985119058101</c:v>
                </c:pt>
                <c:pt idx="12576">
                  <c:v>161.350129217546</c:v>
                </c:pt>
                <c:pt idx="12577">
                  <c:v>161.35040715584501</c:v>
                </c:pt>
                <c:pt idx="12578">
                  <c:v>161.35068500550599</c:v>
                </c:pt>
                <c:pt idx="12579">
                  <c:v>161.35096276655801</c:v>
                </c:pt>
                <c:pt idx="12580">
                  <c:v>161.351240439029</c:v>
                </c:pt>
                <c:pt idx="12581">
                  <c:v>161.351518022948</c:v>
                </c:pt>
                <c:pt idx="12582">
                  <c:v>161.35179551834199</c:v>
                </c:pt>
                <c:pt idx="12583">
                  <c:v>161.352072925241</c:v>
                </c:pt>
                <c:pt idx="12584">
                  <c:v>161.352350243671</c:v>
                </c:pt>
                <c:pt idx="12585">
                  <c:v>161.35262747366301</c:v>
                </c:pt>
                <c:pt idx="12586">
                  <c:v>161.35290461524301</c:v>
                </c:pt>
                <c:pt idx="12587">
                  <c:v>161.35318166843899</c:v>
                </c:pt>
                <c:pt idx="12588">
                  <c:v>161.35345863328101</c:v>
                </c:pt>
                <c:pt idx="12589">
                  <c:v>161.35373550979699</c:v>
                </c:pt>
                <c:pt idx="12590">
                  <c:v>161.354012298014</c:v>
                </c:pt>
                <c:pt idx="12591">
                  <c:v>161.35428899796099</c:v>
                </c:pt>
                <c:pt idx="12592">
                  <c:v>161.354565609665</c:v>
                </c:pt>
                <c:pt idx="12593">
                  <c:v>161.35484213315601</c:v>
                </c:pt>
                <c:pt idx="12594">
                  <c:v>161.35511856846199</c:v>
                </c:pt>
                <c:pt idx="12595">
                  <c:v>161.355394915609</c:v>
                </c:pt>
                <c:pt idx="12596">
                  <c:v>161.35567117462799</c:v>
                </c:pt>
                <c:pt idx="12597">
                  <c:v>161.35594734554499</c:v>
                </c:pt>
                <c:pt idx="12598">
                  <c:v>161.356223428389</c:v>
                </c:pt>
                <c:pt idx="12599">
                  <c:v>161.35649942318801</c:v>
                </c:pt>
                <c:pt idx="12600">
                  <c:v>161.35677532997099</c:v>
                </c:pt>
                <c:pt idx="12601">
                  <c:v>161.35705114876399</c:v>
                </c:pt>
                <c:pt idx="12602">
                  <c:v>161.357326879597</c:v>
                </c:pt>
                <c:pt idx="12603">
                  <c:v>161.35760252249699</c:v>
                </c:pt>
                <c:pt idx="12604">
                  <c:v>161.35787807749301</c:v>
                </c:pt>
                <c:pt idx="12605">
                  <c:v>161.358153544613</c:v>
                </c:pt>
                <c:pt idx="12606">
                  <c:v>161.35842892388399</c:v>
                </c:pt>
                <c:pt idx="12607">
                  <c:v>161.358704215334</c:v>
                </c:pt>
                <c:pt idx="12608">
                  <c:v>161.35897941899299</c:v>
                </c:pt>
                <c:pt idx="12609">
                  <c:v>161.35925453488699</c:v>
                </c:pt>
                <c:pt idx="12610">
                  <c:v>161.35952956304499</c:v>
                </c:pt>
                <c:pt idx="12611">
                  <c:v>161.35980450349501</c:v>
                </c:pt>
                <c:pt idx="12612">
                  <c:v>161.360079356265</c:v>
                </c:pt>
                <c:pt idx="12613">
                  <c:v>161.36035412138301</c:v>
                </c:pt>
                <c:pt idx="12614">
                  <c:v>161.36062879887601</c:v>
                </c:pt>
                <c:pt idx="12615">
                  <c:v>161.36090338877301</c:v>
                </c:pt>
                <c:pt idx="12616">
                  <c:v>161.36117789110199</c:v>
                </c:pt>
                <c:pt idx="12617">
                  <c:v>161.36145230589099</c:v>
                </c:pt>
                <c:pt idx="12618">
                  <c:v>161.361726633167</c:v>
                </c:pt>
                <c:pt idx="12619">
                  <c:v>161.36200087295899</c:v>
                </c:pt>
                <c:pt idx="12620">
                  <c:v>161.362275025294</c:v>
                </c:pt>
                <c:pt idx="12621">
                  <c:v>161.36254909020099</c:v>
                </c:pt>
                <c:pt idx="12622">
                  <c:v>161.36282306770701</c:v>
                </c:pt>
                <c:pt idx="12623">
                  <c:v>161.36309695784101</c:v>
                </c:pt>
                <c:pt idx="12624">
                  <c:v>161.36337076063</c:v>
                </c:pt>
                <c:pt idx="12625">
                  <c:v>161.363644476101</c:v>
                </c:pt>
                <c:pt idx="12626">
                  <c:v>161.36391810428401</c:v>
                </c:pt>
                <c:pt idx="12627">
                  <c:v>161.36419164520601</c:v>
                </c:pt>
                <c:pt idx="12628">
                  <c:v>161.36446509889399</c:v>
                </c:pt>
                <c:pt idx="12629">
                  <c:v>161.364738465377</c:v>
                </c:pt>
                <c:pt idx="12630">
                  <c:v>161.36501174468199</c:v>
                </c:pt>
                <c:pt idx="12631">
                  <c:v>161.36528493683801</c:v>
                </c:pt>
                <c:pt idx="12632">
                  <c:v>161.36555804187199</c:v>
                </c:pt>
                <c:pt idx="12633">
                  <c:v>161.365831059811</c:v>
                </c:pt>
                <c:pt idx="12634">
                  <c:v>161.366103990684</c:v>
                </c:pt>
                <c:pt idx="12635">
                  <c:v>161.366376834519</c:v>
                </c:pt>
                <c:pt idx="12636">
                  <c:v>161.36664959134299</c:v>
                </c:pt>
                <c:pt idx="12637">
                  <c:v>161.36692226118399</c:v>
                </c:pt>
                <c:pt idx="12638">
                  <c:v>161.36719484407001</c:v>
                </c:pt>
                <c:pt idx="12639">
                  <c:v>161.36746734002801</c:v>
                </c:pt>
                <c:pt idx="12640">
                  <c:v>161.36773974908701</c:v>
                </c:pt>
                <c:pt idx="12641">
                  <c:v>161.36801207127399</c:v>
                </c:pt>
                <c:pt idx="12642">
                  <c:v>161.368284306616</c:v>
                </c:pt>
                <c:pt idx="12643">
                  <c:v>161.36855645514299</c:v>
                </c:pt>
                <c:pt idx="12644">
                  <c:v>161.36882851688</c:v>
                </c:pt>
                <c:pt idx="12645">
                  <c:v>161.36910049185701</c:v>
                </c:pt>
                <c:pt idx="12646">
                  <c:v>161.3693723801</c:v>
                </c:pt>
                <c:pt idx="12647">
                  <c:v>161.36964418163799</c:v>
                </c:pt>
                <c:pt idx="12648">
                  <c:v>161.36991589649799</c:v>
                </c:pt>
                <c:pt idx="12649">
                  <c:v>161.37018752470701</c:v>
                </c:pt>
                <c:pt idx="12650">
                  <c:v>161.37045906629399</c:v>
                </c:pt>
                <c:pt idx="12651">
                  <c:v>161.37073052128599</c:v>
                </c:pt>
                <c:pt idx="12652">
                  <c:v>161.37100188971101</c:v>
                </c:pt>
                <c:pt idx="12653">
                  <c:v>161.37127317159599</c:v>
                </c:pt>
                <c:pt idx="12654">
                  <c:v>161.37154436697</c:v>
                </c:pt>
                <c:pt idx="12655">
                  <c:v>161.371815475858</c:v>
                </c:pt>
                <c:pt idx="12656">
                  <c:v>161.37208649829</c:v>
                </c:pt>
                <c:pt idx="12657">
                  <c:v>161.37235743429301</c:v>
                </c:pt>
                <c:pt idx="12658">
                  <c:v>161.37262828389501</c:v>
                </c:pt>
                <c:pt idx="12659">
                  <c:v>161.37289904712199</c:v>
                </c:pt>
                <c:pt idx="12660">
                  <c:v>161.37316972400299</c:v>
                </c:pt>
                <c:pt idx="12661">
                  <c:v>161.37344031456499</c:v>
                </c:pt>
                <c:pt idx="12662">
                  <c:v>161.373710818836</c:v>
                </c:pt>
                <c:pt idx="12663">
                  <c:v>161.37398123684301</c:v>
                </c:pt>
                <c:pt idx="12664">
                  <c:v>161.374251568614</c:v>
                </c:pt>
                <c:pt idx="12665">
                  <c:v>161.374521814177</c:v>
                </c:pt>
                <c:pt idx="12666">
                  <c:v>161.37479197355799</c:v>
                </c:pt>
                <c:pt idx="12667">
                  <c:v>161.37506204678601</c:v>
                </c:pt>
                <c:pt idx="12668">
                  <c:v>161.37533203388699</c:v>
                </c:pt>
                <c:pt idx="12669">
                  <c:v>161.37560193489</c:v>
                </c:pt>
                <c:pt idx="12670">
                  <c:v>161.37587174982201</c:v>
                </c:pt>
                <c:pt idx="12671">
                  <c:v>161.37614147871099</c:v>
                </c:pt>
                <c:pt idx="12672">
                  <c:v>161.376411121583</c:v>
                </c:pt>
                <c:pt idx="12673">
                  <c:v>161.37668067846599</c:v>
                </c:pt>
                <c:pt idx="12674">
                  <c:v>161.37695014938899</c:v>
                </c:pt>
                <c:pt idx="12675">
                  <c:v>161.37721953437699</c:v>
                </c:pt>
                <c:pt idx="12676">
                  <c:v>161.37748883346001</c:v>
                </c:pt>
                <c:pt idx="12677">
                  <c:v>161.37775804666299</c:v>
                </c:pt>
                <c:pt idx="12678">
                  <c:v>161.37802717401499</c:v>
                </c:pt>
                <c:pt idx="12679">
                  <c:v>161.37829621554201</c:v>
                </c:pt>
                <c:pt idx="12680">
                  <c:v>161.378565171274</c:v>
                </c:pt>
                <c:pt idx="12681">
                  <c:v>161.378834041235</c:v>
                </c:pt>
                <c:pt idx="12682">
                  <c:v>161.37910282545499</c:v>
                </c:pt>
                <c:pt idx="12683">
                  <c:v>161.379371523961</c:v>
                </c:pt>
                <c:pt idx="12684">
                  <c:v>161.37964013677899</c:v>
                </c:pt>
                <c:pt idx="12685">
                  <c:v>161.37990866393699</c:v>
                </c:pt>
                <c:pt idx="12686">
                  <c:v>161.38017710546299</c:v>
                </c:pt>
                <c:pt idx="12687">
                  <c:v>161.380445461384</c:v>
                </c:pt>
                <c:pt idx="12688">
                  <c:v>161.38071373172701</c:v>
                </c:pt>
                <c:pt idx="12689">
                  <c:v>161.38098191652</c:v>
                </c:pt>
                <c:pt idx="12690">
                  <c:v>161.38125001578999</c:v>
                </c:pt>
                <c:pt idx="12691">
                  <c:v>161.38151802956301</c:v>
                </c:pt>
                <c:pt idx="12692">
                  <c:v>161.381785957868</c:v>
                </c:pt>
                <c:pt idx="12693">
                  <c:v>161.382053800732</c:v>
                </c:pt>
                <c:pt idx="12694">
                  <c:v>161.38232155818201</c:v>
                </c:pt>
                <c:pt idx="12695">
                  <c:v>161.382589230246</c:v>
                </c:pt>
                <c:pt idx="12696">
                  <c:v>161.38285681694899</c:v>
                </c:pt>
                <c:pt idx="12697">
                  <c:v>161.38312431832099</c:v>
                </c:pt>
                <c:pt idx="12698">
                  <c:v>161.383391734388</c:v>
                </c:pt>
                <c:pt idx="12699">
                  <c:v>161.383659065177</c:v>
                </c:pt>
                <c:pt idx="12700">
                  <c:v>161.383926310715</c:v>
                </c:pt>
                <c:pt idx="12701">
                  <c:v>161.38419347103101</c:v>
                </c:pt>
                <c:pt idx="12702">
                  <c:v>161.38446054615</c:v>
                </c:pt>
                <c:pt idx="12703">
                  <c:v>161.384727536101</c:v>
                </c:pt>
                <c:pt idx="12704">
                  <c:v>161.384994440909</c:v>
                </c:pt>
                <c:pt idx="12705">
                  <c:v>161.38526126060401</c:v>
                </c:pt>
                <c:pt idx="12706">
                  <c:v>161.38552799521099</c:v>
                </c:pt>
                <c:pt idx="12707">
                  <c:v>161.38579464475799</c:v>
                </c:pt>
                <c:pt idx="12708">
                  <c:v>161.38606120927099</c:v>
                </c:pt>
                <c:pt idx="12709">
                  <c:v>161.38632768878</c:v>
                </c:pt>
                <c:pt idx="12710">
                  <c:v>161.38659408330901</c:v>
                </c:pt>
                <c:pt idx="12711">
                  <c:v>161.386860392887</c:v>
                </c:pt>
                <c:pt idx="12712">
                  <c:v>161.38712661753999</c:v>
                </c:pt>
                <c:pt idx="12713">
                  <c:v>161.38739275729699</c:v>
                </c:pt>
                <c:pt idx="12714">
                  <c:v>161.38765881218299</c:v>
                </c:pt>
                <c:pt idx="12715">
                  <c:v>161.38792478222501</c:v>
                </c:pt>
                <c:pt idx="12716">
                  <c:v>161.38819066745199</c:v>
                </c:pt>
                <c:pt idx="12717">
                  <c:v>161.38845646788999</c:v>
                </c:pt>
                <c:pt idx="12718">
                  <c:v>161.38872218356599</c:v>
                </c:pt>
                <c:pt idx="12719">
                  <c:v>161.388987814507</c:v>
                </c:pt>
                <c:pt idx="12720">
                  <c:v>161.38925336074101</c:v>
                </c:pt>
                <c:pt idx="12721">
                  <c:v>161.38951882229401</c:v>
                </c:pt>
                <c:pt idx="12722">
                  <c:v>161.389784199193</c:v>
                </c:pt>
                <c:pt idx="12723">
                  <c:v>161.39004949146499</c:v>
                </c:pt>
                <c:pt idx="12724">
                  <c:v>161.390314699138</c:v>
                </c:pt>
                <c:pt idx="12725">
                  <c:v>161.39057982223801</c:v>
                </c:pt>
                <c:pt idx="12726">
                  <c:v>161.39084486079199</c:v>
                </c:pt>
                <c:pt idx="12727">
                  <c:v>161.39110981482801</c:v>
                </c:pt>
                <c:pt idx="12728">
                  <c:v>161.39137468437301</c:v>
                </c:pt>
                <c:pt idx="12729">
                  <c:v>161.391639469452</c:v>
                </c:pt>
                <c:pt idx="12730">
                  <c:v>161.39190417009399</c:v>
                </c:pt>
                <c:pt idx="12731">
                  <c:v>161.39216878632499</c:v>
                </c:pt>
                <c:pt idx="12732">
                  <c:v>161.392433318173</c:v>
                </c:pt>
                <c:pt idx="12733">
                  <c:v>161.392697765663</c:v>
                </c:pt>
                <c:pt idx="12734">
                  <c:v>161.392962128824</c:v>
                </c:pt>
                <c:pt idx="12735">
                  <c:v>161.393226407681</c:v>
                </c:pt>
                <c:pt idx="12736">
                  <c:v>161.393490602263</c:v>
                </c:pt>
                <c:pt idx="12737">
                  <c:v>161.39375471259501</c:v>
                </c:pt>
                <c:pt idx="12738">
                  <c:v>161.394018738705</c:v>
                </c:pt>
                <c:pt idx="12739">
                  <c:v>161.39428268061999</c:v>
                </c:pt>
                <c:pt idx="12740">
                  <c:v>161.394546538366</c:v>
                </c:pt>
                <c:pt idx="12741">
                  <c:v>161.39481031196999</c:v>
                </c:pt>
                <c:pt idx="12742">
                  <c:v>161.39507400145999</c:v>
                </c:pt>
                <c:pt idx="12743">
                  <c:v>161.395337606862</c:v>
                </c:pt>
                <c:pt idx="12744">
                  <c:v>161.395601128202</c:v>
                </c:pt>
                <c:pt idx="12745">
                  <c:v>161.39586456550899</c:v>
                </c:pt>
                <c:pt idx="12746">
                  <c:v>161.39612791880799</c:v>
                </c:pt>
                <c:pt idx="12747">
                  <c:v>161.39639118812599</c:v>
                </c:pt>
                <c:pt idx="12748">
                  <c:v>161.396654373491</c:v>
                </c:pt>
                <c:pt idx="12749">
                  <c:v>161.39691747492901</c:v>
                </c:pt>
                <c:pt idx="12750">
                  <c:v>161.39718049246599</c:v>
                </c:pt>
                <c:pt idx="12751">
                  <c:v>161.39744342613</c:v>
                </c:pt>
                <c:pt idx="12752">
                  <c:v>161.397706275948</c:v>
                </c:pt>
                <c:pt idx="12753">
                  <c:v>161.397969041945</c:v>
                </c:pt>
                <c:pt idx="12754">
                  <c:v>161.39823172415001</c:v>
                </c:pt>
                <c:pt idx="12755">
                  <c:v>161.39849432258799</c:v>
                </c:pt>
                <c:pt idx="12756">
                  <c:v>161.39875683728701</c:v>
                </c:pt>
                <c:pt idx="12757">
                  <c:v>161.39901926827201</c:v>
                </c:pt>
                <c:pt idx="12758">
                  <c:v>161.39928161557199</c:v>
                </c:pt>
                <c:pt idx="12759">
                  <c:v>161.39954387921199</c:v>
                </c:pt>
                <c:pt idx="12760">
                  <c:v>161.39980605922</c:v>
                </c:pt>
                <c:pt idx="12761">
                  <c:v>161.400068155621</c:v>
                </c:pt>
                <c:pt idx="12762">
                  <c:v>161.40033016844299</c:v>
                </c:pt>
                <c:pt idx="12763">
                  <c:v>161.400592097713</c:v>
                </c:pt>
                <c:pt idx="12764">
                  <c:v>161.40085394345601</c:v>
                </c:pt>
                <c:pt idx="12765">
                  <c:v>161.40111570569999</c:v>
                </c:pt>
                <c:pt idx="12766">
                  <c:v>161.401377384472</c:v>
                </c:pt>
                <c:pt idx="12767">
                  <c:v>161.40163897979801</c:v>
                </c:pt>
                <c:pt idx="12768">
                  <c:v>161.401900491704</c:v>
                </c:pt>
                <c:pt idx="12769">
                  <c:v>161.402161920217</c:v>
                </c:pt>
                <c:pt idx="12770">
                  <c:v>161.402423265365</c:v>
                </c:pt>
                <c:pt idx="12771">
                  <c:v>161.40268452717299</c:v>
                </c:pt>
                <c:pt idx="12772">
                  <c:v>161.402945705668</c:v>
                </c:pt>
                <c:pt idx="12773">
                  <c:v>161.403206800877</c:v>
                </c:pt>
                <c:pt idx="12774">
                  <c:v>161.40346781282599</c:v>
                </c:pt>
                <c:pt idx="12775">
                  <c:v>161.40372874154201</c:v>
                </c:pt>
                <c:pt idx="12776">
                  <c:v>161.403989587051</c:v>
                </c:pt>
                <c:pt idx="12777">
                  <c:v>161.40425034937999</c:v>
                </c:pt>
                <c:pt idx="12778">
                  <c:v>161.40451102855599</c:v>
                </c:pt>
                <c:pt idx="12779">
                  <c:v>161.40477162460601</c:v>
                </c:pt>
                <c:pt idx="12780">
                  <c:v>161.405032137554</c:v>
                </c:pt>
                <c:pt idx="12781">
                  <c:v>161.405292567429</c:v>
                </c:pt>
                <c:pt idx="12782">
                  <c:v>161.40555291425699</c:v>
                </c:pt>
                <c:pt idx="12783">
                  <c:v>161.40581317806399</c:v>
                </c:pt>
                <c:pt idx="12784">
                  <c:v>161.40607335887699</c:v>
                </c:pt>
                <c:pt idx="12785">
                  <c:v>161.406333456722</c:v>
                </c:pt>
                <c:pt idx="12786">
                  <c:v>161.406593471625</c:v>
                </c:pt>
                <c:pt idx="12787">
                  <c:v>161.40685340361401</c:v>
                </c:pt>
                <c:pt idx="12788">
                  <c:v>161.407113252714</c:v>
                </c:pt>
                <c:pt idx="12789">
                  <c:v>161.407373018953</c:v>
                </c:pt>
                <c:pt idx="12790">
                  <c:v>161.40763270235601</c:v>
                </c:pt>
                <c:pt idx="12791">
                  <c:v>161.40789230294999</c:v>
                </c:pt>
                <c:pt idx="12792">
                  <c:v>161.40815182076199</c:v>
                </c:pt>
                <c:pt idx="12793">
                  <c:v>161.40841125581699</c:v>
                </c:pt>
                <c:pt idx="12794">
                  <c:v>161.40867060814301</c:v>
                </c:pt>
                <c:pt idx="12795">
                  <c:v>161.40892987776601</c:v>
                </c:pt>
                <c:pt idx="12796">
                  <c:v>161.409189064711</c:v>
                </c:pt>
                <c:pt idx="12797">
                  <c:v>161.409448169006</c:v>
                </c:pt>
                <c:pt idx="12798">
                  <c:v>161.40970719067701</c:v>
                </c:pt>
                <c:pt idx="12799">
                  <c:v>161.40996612975101</c:v>
                </c:pt>
                <c:pt idx="12800">
                  <c:v>161.41022498625301</c:v>
                </c:pt>
                <c:pt idx="12801">
                  <c:v>161.41048376021001</c:v>
                </c:pt>
                <c:pt idx="12802">
                  <c:v>161.41074245164799</c:v>
                </c:pt>
                <c:pt idx="12803">
                  <c:v>161.411001060594</c:v>
                </c:pt>
                <c:pt idx="12804">
                  <c:v>161.411259587074</c:v>
                </c:pt>
                <c:pt idx="12805">
                  <c:v>161.41151803111401</c:v>
                </c:pt>
                <c:pt idx="12806">
                  <c:v>161.41177639274099</c:v>
                </c:pt>
                <c:pt idx="12807">
                  <c:v>161.41203467198099</c:v>
                </c:pt>
                <c:pt idx="12808">
                  <c:v>161.41229286885999</c:v>
                </c:pt>
                <c:pt idx="12809">
                  <c:v>161.412550983405</c:v>
                </c:pt>
                <c:pt idx="12810">
                  <c:v>161.41280901564201</c:v>
                </c:pt>
                <c:pt idx="12811">
                  <c:v>161.41306696559701</c:v>
                </c:pt>
                <c:pt idx="12812">
                  <c:v>161.413324833296</c:v>
                </c:pt>
                <c:pt idx="12813">
                  <c:v>161.41358261876599</c:v>
                </c:pt>
                <c:pt idx="12814">
                  <c:v>161.413840322032</c:v>
                </c:pt>
                <c:pt idx="12815">
                  <c:v>161.41409794312199</c:v>
                </c:pt>
                <c:pt idx="12816">
                  <c:v>161.41435548206201</c:v>
                </c:pt>
                <c:pt idx="12817">
                  <c:v>161.41461293887599</c:v>
                </c:pt>
                <c:pt idx="12818">
                  <c:v>161.41487031359301</c:v>
                </c:pt>
                <c:pt idx="12819">
                  <c:v>161.415127606238</c:v>
                </c:pt>
                <c:pt idx="12820">
                  <c:v>161.41538481683699</c:v>
                </c:pt>
                <c:pt idx="12821">
                  <c:v>161.41564194541601</c:v>
                </c:pt>
                <c:pt idx="12822">
                  <c:v>161.41589899200201</c:v>
                </c:pt>
                <c:pt idx="12823">
                  <c:v>161.416155956621</c:v>
                </c:pt>
                <c:pt idx="12824">
                  <c:v>161.416412839299</c:v>
                </c:pt>
                <c:pt idx="12825">
                  <c:v>161.416669640062</c:v>
                </c:pt>
                <c:pt idx="12826">
                  <c:v>161.416926358936</c:v>
                </c:pt>
                <c:pt idx="12827">
                  <c:v>161.417182995947</c:v>
                </c:pt>
                <c:pt idx="12828">
                  <c:v>161.41743955112199</c:v>
                </c:pt>
                <c:pt idx="12829">
                  <c:v>161.41769602448699</c:v>
                </c:pt>
                <c:pt idx="12830">
                  <c:v>161.417952416068</c:v>
                </c:pt>
                <c:pt idx="12831">
                  <c:v>161.41820872589</c:v>
                </c:pt>
                <c:pt idx="12832">
                  <c:v>161.41846495397999</c:v>
                </c:pt>
                <c:pt idx="12833">
                  <c:v>161.41872110036499</c:v>
                </c:pt>
                <c:pt idx="12834">
                  <c:v>161.41897716506901</c:v>
                </c:pt>
                <c:pt idx="12835">
                  <c:v>161.41923314811999</c:v>
                </c:pt>
                <c:pt idx="12836">
                  <c:v>161.41948904954299</c:v>
                </c:pt>
                <c:pt idx="12837">
                  <c:v>161.419744869364</c:v>
                </c:pt>
                <c:pt idx="12838">
                  <c:v>161.42000060761001</c:v>
                </c:pt>
                <c:pt idx="12839">
                  <c:v>161.420256264306</c:v>
                </c:pt>
                <c:pt idx="12840">
                  <c:v>161.42051183947899</c:v>
                </c:pt>
                <c:pt idx="12841">
                  <c:v>161.420767333154</c:v>
                </c:pt>
                <c:pt idx="12842">
                  <c:v>161.42102274535799</c:v>
                </c:pt>
                <c:pt idx="12843">
                  <c:v>161.42127807611601</c:v>
                </c:pt>
                <c:pt idx="12844">
                  <c:v>161.42153332545499</c:v>
                </c:pt>
                <c:pt idx="12845">
                  <c:v>161.42178849339999</c:v>
                </c:pt>
                <c:pt idx="12846">
                  <c:v>161.42204357997801</c:v>
                </c:pt>
                <c:pt idx="12847">
                  <c:v>161.42229858521401</c:v>
                </c:pt>
                <c:pt idx="12848">
                  <c:v>161.42255350913399</c:v>
                </c:pt>
                <c:pt idx="12849">
                  <c:v>161.42280835176501</c:v>
                </c:pt>
                <c:pt idx="12850">
                  <c:v>161.423063113133</c:v>
                </c:pt>
                <c:pt idx="12851">
                  <c:v>161.42331779326199</c:v>
                </c:pt>
                <c:pt idx="12852">
                  <c:v>161.42357239218001</c:v>
                </c:pt>
                <c:pt idx="12853">
                  <c:v>161.42382690991201</c:v>
                </c:pt>
                <c:pt idx="12854">
                  <c:v>161.424081346484</c:v>
                </c:pt>
                <c:pt idx="12855">
                  <c:v>161.42433570192199</c:v>
                </c:pt>
                <c:pt idx="12856">
                  <c:v>161.42458997625201</c:v>
                </c:pt>
                <c:pt idx="12857">
                  <c:v>161.42484416949901</c:v>
                </c:pt>
                <c:pt idx="12858">
                  <c:v>161.42509828169099</c:v>
                </c:pt>
                <c:pt idx="12859">
                  <c:v>161.425352312851</c:v>
                </c:pt>
                <c:pt idx="12860">
                  <c:v>161.42560626300701</c:v>
                </c:pt>
                <c:pt idx="12861">
                  <c:v>161.42586013218499</c:v>
                </c:pt>
                <c:pt idx="12862">
                  <c:v>161.42611392040899</c:v>
                </c:pt>
                <c:pt idx="12863">
                  <c:v>161.42636762770599</c:v>
                </c:pt>
                <c:pt idx="12864">
                  <c:v>161.426621254102</c:v>
                </c:pt>
                <c:pt idx="12865">
                  <c:v>161.42687479962299</c:v>
                </c:pt>
                <c:pt idx="12866">
                  <c:v>161.427128264294</c:v>
                </c:pt>
                <c:pt idx="12867">
                  <c:v>161.42738164814099</c:v>
                </c:pt>
                <c:pt idx="12868">
                  <c:v>161.42763495119101</c:v>
                </c:pt>
                <c:pt idx="12869">
                  <c:v>161.42788817346801</c:v>
                </c:pt>
                <c:pt idx="12870">
                  <c:v>161.42814131499799</c:v>
                </c:pt>
                <c:pt idx="12871">
                  <c:v>161.42839437580801</c:v>
                </c:pt>
                <c:pt idx="12872">
                  <c:v>161.428647355923</c:v>
                </c:pt>
                <c:pt idx="12873">
                  <c:v>161.428900255369</c:v>
                </c:pt>
                <c:pt idx="12874">
                  <c:v>161.42915307417201</c:v>
                </c:pt>
                <c:pt idx="12875">
                  <c:v>161.429405812357</c:v>
                </c:pt>
                <c:pt idx="12876">
                  <c:v>161.42965846995</c:v>
                </c:pt>
                <c:pt idx="12877">
                  <c:v>161.429911046977</c:v>
                </c:pt>
                <c:pt idx="12878">
                  <c:v>161.43016354346301</c:v>
                </c:pt>
                <c:pt idx="12879">
                  <c:v>161.43041595943501</c:v>
                </c:pt>
                <c:pt idx="12880">
                  <c:v>161.43066829491801</c:v>
                </c:pt>
                <c:pt idx="12881">
                  <c:v>161.43092054993701</c:v>
                </c:pt>
                <c:pt idx="12882">
                  <c:v>161.43117272451801</c:v>
                </c:pt>
                <c:pt idx="12883">
                  <c:v>161.43142481868799</c:v>
                </c:pt>
                <c:pt idx="12884">
                  <c:v>161.431676832471</c:v>
                </c:pt>
                <c:pt idx="12885">
                  <c:v>161.43192876589401</c:v>
                </c:pt>
                <c:pt idx="12886">
                  <c:v>161.43218061898199</c:v>
                </c:pt>
                <c:pt idx="12887">
                  <c:v>161.43243239175999</c:v>
                </c:pt>
                <c:pt idx="12888">
                  <c:v>161.43268408425499</c:v>
                </c:pt>
                <c:pt idx="12889">
                  <c:v>161.432935696491</c:v>
                </c:pt>
                <c:pt idx="12890">
                  <c:v>161.433187228495</c:v>
                </c:pt>
                <c:pt idx="12891">
                  <c:v>161.433438680292</c:v>
                </c:pt>
                <c:pt idx="12892">
                  <c:v>161.433690051908</c:v>
                </c:pt>
                <c:pt idx="12893">
                  <c:v>161.43394134336799</c:v>
                </c:pt>
                <c:pt idx="12894">
                  <c:v>161.434192554698</c:v>
                </c:pt>
                <c:pt idx="12895">
                  <c:v>161.43444368592401</c:v>
                </c:pt>
                <c:pt idx="12896">
                  <c:v>161.434694737071</c:v>
                </c:pt>
                <c:pt idx="12897">
                  <c:v>161.43494570816401</c:v>
                </c:pt>
                <c:pt idx="12898">
                  <c:v>161.43519659922899</c:v>
                </c:pt>
                <c:pt idx="12899">
                  <c:v>161.43544741029299</c:v>
                </c:pt>
                <c:pt idx="12900">
                  <c:v>161.43569814137899</c:v>
                </c:pt>
                <c:pt idx="12901">
                  <c:v>161.43594879251401</c:v>
                </c:pt>
                <c:pt idx="12902">
                  <c:v>161.436199363724</c:v>
                </c:pt>
                <c:pt idx="12903">
                  <c:v>161.436449855033</c:v>
                </c:pt>
                <c:pt idx="12904">
                  <c:v>161.43670026646799</c:v>
                </c:pt>
                <c:pt idx="12905">
                  <c:v>161.43695059805299</c:v>
                </c:pt>
                <c:pt idx="12906">
                  <c:v>161.43720084981501</c:v>
                </c:pt>
                <c:pt idx="12907">
                  <c:v>161.437451021778</c:v>
                </c:pt>
                <c:pt idx="12908">
                  <c:v>161.43770111396901</c:v>
                </c:pt>
                <c:pt idx="12909">
                  <c:v>161.437951126413</c:v>
                </c:pt>
                <c:pt idx="12910">
                  <c:v>161.438201059134</c:v>
                </c:pt>
                <c:pt idx="12911">
                  <c:v>161.43845091215999</c:v>
                </c:pt>
                <c:pt idx="12912">
                  <c:v>161.43870068551399</c:v>
                </c:pt>
                <c:pt idx="12913">
                  <c:v>161.438950379223</c:v>
                </c:pt>
                <c:pt idx="12914">
                  <c:v>161.439199993312</c:v>
                </c:pt>
                <c:pt idx="12915">
                  <c:v>161.439449527806</c:v>
                </c:pt>
                <c:pt idx="12916">
                  <c:v>161.43969898272999</c:v>
                </c:pt>
                <c:pt idx="12917">
                  <c:v>161.439948358111</c:v>
                </c:pt>
                <c:pt idx="12918">
                  <c:v>161.440197653974</c:v>
                </c:pt>
                <c:pt idx="12919">
                  <c:v>161.44044687034301</c:v>
                </c:pt>
                <c:pt idx="12920">
                  <c:v>161.44069600724501</c:v>
                </c:pt>
                <c:pt idx="12921">
                  <c:v>161.44094506470401</c:v>
                </c:pt>
                <c:pt idx="12922">
                  <c:v>161.44119404274699</c:v>
                </c:pt>
                <c:pt idx="12923">
                  <c:v>161.44144294139701</c:v>
                </c:pt>
                <c:pt idx="12924">
                  <c:v>161.441691760682</c:v>
                </c:pt>
                <c:pt idx="12925">
                  <c:v>161.44194050062501</c:v>
                </c:pt>
                <c:pt idx="12926">
                  <c:v>161.442189161253</c:v>
                </c:pt>
                <c:pt idx="12927">
                  <c:v>161.44243774258999</c:v>
                </c:pt>
                <c:pt idx="12928">
                  <c:v>161.44268624466201</c:v>
                </c:pt>
                <c:pt idx="12929">
                  <c:v>161.442934667495</c:v>
                </c:pt>
                <c:pt idx="12930">
                  <c:v>161.44318301111301</c:v>
                </c:pt>
                <c:pt idx="12931">
                  <c:v>161.443431275542</c:v>
                </c:pt>
                <c:pt idx="12932">
                  <c:v>161.443679460808</c:v>
                </c:pt>
                <c:pt idx="12933">
                  <c:v>161.44392756693401</c:v>
                </c:pt>
                <c:pt idx="12934">
                  <c:v>161.44417559394699</c:v>
                </c:pt>
                <c:pt idx="12935">
                  <c:v>161.44442354187299</c:v>
                </c:pt>
                <c:pt idx="12936">
                  <c:v>161.444671410735</c:v>
                </c:pt>
                <c:pt idx="12937">
                  <c:v>161.44491920056001</c:v>
                </c:pt>
                <c:pt idx="12938">
                  <c:v>161.44516691137201</c:v>
                </c:pt>
                <c:pt idx="12939">
                  <c:v>161.44541454319699</c:v>
                </c:pt>
                <c:pt idx="12940">
                  <c:v>161.44566209606</c:v>
                </c:pt>
                <c:pt idx="12941">
                  <c:v>161.44590956998701</c:v>
                </c:pt>
                <c:pt idx="12942">
                  <c:v>161.44615696500199</c:v>
                </c:pt>
                <c:pt idx="12943">
                  <c:v>161.44640428112999</c:v>
                </c:pt>
                <c:pt idx="12944">
                  <c:v>161.446651518398</c:v>
                </c:pt>
                <c:pt idx="12945">
                  <c:v>161.44689867682899</c:v>
                </c:pt>
                <c:pt idx="12946">
                  <c:v>161.44714575645</c:v>
                </c:pt>
                <c:pt idx="12947">
                  <c:v>161.447392757285</c:v>
                </c:pt>
                <c:pt idx="12948">
                  <c:v>161.44763967935901</c:v>
                </c:pt>
                <c:pt idx="12949">
                  <c:v>161.44788652269801</c:v>
                </c:pt>
                <c:pt idx="12950">
                  <c:v>161.44813328732599</c:v>
                </c:pt>
                <c:pt idx="12951">
                  <c:v>161.44837997326999</c:v>
                </c:pt>
                <c:pt idx="12952">
                  <c:v>161.448626580553</c:v>
                </c:pt>
                <c:pt idx="12953">
                  <c:v>161.448873109202</c:v>
                </c:pt>
                <c:pt idx="12954">
                  <c:v>161.44911955923999</c:v>
                </c:pt>
                <c:pt idx="12955">
                  <c:v>161.449365930694</c:v>
                </c:pt>
                <c:pt idx="12956">
                  <c:v>161.44961222358901</c:v>
                </c:pt>
                <c:pt idx="12957">
                  <c:v>161.449858437948</c:v>
                </c:pt>
                <c:pt idx="12958">
                  <c:v>161.450104573798</c:v>
                </c:pt>
                <c:pt idx="12959">
                  <c:v>161.45035063116401</c:v>
                </c:pt>
                <c:pt idx="12960">
                  <c:v>161.45059661006999</c:v>
                </c:pt>
                <c:pt idx="12961">
                  <c:v>161.450842510542</c:v>
                </c:pt>
                <c:pt idx="12962">
                  <c:v>161.451088332605</c:v>
                </c:pt>
                <c:pt idx="12963">
                  <c:v>161.45133407628299</c:v>
                </c:pt>
                <c:pt idx="12964">
                  <c:v>161.45157974160199</c:v>
                </c:pt>
                <c:pt idx="12965">
                  <c:v>161.45182532858701</c:v>
                </c:pt>
                <c:pt idx="12966">
                  <c:v>161.45207083726299</c:v>
                </c:pt>
                <c:pt idx="12967">
                  <c:v>161.452316267654</c:v>
                </c:pt>
                <c:pt idx="12968">
                  <c:v>161.452561619786</c:v>
                </c:pt>
                <c:pt idx="12969">
                  <c:v>161.452806893684</c:v>
                </c:pt>
                <c:pt idx="12970">
                  <c:v>161.45305208937199</c:v>
                </c:pt>
                <c:pt idx="12971">
                  <c:v>161.45329720687599</c:v>
                </c:pt>
                <c:pt idx="12972">
                  <c:v>161.45354224622</c:v>
                </c:pt>
                <c:pt idx="12973">
                  <c:v>161.45378720743</c:v>
                </c:pt>
                <c:pt idx="12974">
                  <c:v>161.454032090531</c:v>
                </c:pt>
                <c:pt idx="12975">
                  <c:v>161.454276895547</c:v>
                </c:pt>
                <c:pt idx="12976">
                  <c:v>161.45452162250299</c:v>
                </c:pt>
                <c:pt idx="12977">
                  <c:v>161.45476627142401</c:v>
                </c:pt>
                <c:pt idx="12978">
                  <c:v>161.45501084233601</c:v>
                </c:pt>
                <c:pt idx="12979">
                  <c:v>161.45525533526299</c:v>
                </c:pt>
                <c:pt idx="12980">
                  <c:v>161.455499750229</c:v>
                </c:pt>
                <c:pt idx="12981">
                  <c:v>161.45574408726</c:v>
                </c:pt>
                <c:pt idx="12982">
                  <c:v>161.45598834638199</c:v>
                </c:pt>
                <c:pt idx="12983">
                  <c:v>161.456232527617</c:v>
                </c:pt>
                <c:pt idx="12984">
                  <c:v>161.456476630992</c:v>
                </c:pt>
                <c:pt idx="12985">
                  <c:v>161.45672065653099</c:v>
                </c:pt>
                <c:pt idx="12986">
                  <c:v>161.45696460426001</c:v>
                </c:pt>
                <c:pt idx="12987">
                  <c:v>161.45720847420199</c:v>
                </c:pt>
                <c:pt idx="12988">
                  <c:v>161.457452266383</c:v>
                </c:pt>
                <c:pt idx="12989">
                  <c:v>161.45769598082799</c:v>
                </c:pt>
                <c:pt idx="12990">
                  <c:v>161.45793961756101</c:v>
                </c:pt>
                <c:pt idx="12991">
                  <c:v>161.45818317660701</c:v>
                </c:pt>
                <c:pt idx="12992">
                  <c:v>161.45842665799199</c:v>
                </c:pt>
                <c:pt idx="12993">
                  <c:v>161.45867006173901</c:v>
                </c:pt>
                <c:pt idx="12994">
                  <c:v>161.458913387873</c:v>
                </c:pt>
                <c:pt idx="12995">
                  <c:v>161.45915663642</c:v>
                </c:pt>
                <c:pt idx="12996">
                  <c:v>161.45939980740499</c:v>
                </c:pt>
                <c:pt idx="12997">
                  <c:v>161.45964290085101</c:v>
                </c:pt>
                <c:pt idx="12998">
                  <c:v>161.45988591678301</c:v>
                </c:pt>
                <c:pt idx="12999">
                  <c:v>161.460128855227</c:v>
                </c:pt>
                <c:pt idx="13000">
                  <c:v>161.46037171620699</c:v>
                </c:pt>
                <c:pt idx="13001">
                  <c:v>161.460614499748</c:v>
                </c:pt>
                <c:pt idx="13002">
                  <c:v>161.46085720587399</c:v>
                </c:pt>
                <c:pt idx="13003">
                  <c:v>161.46109983461099</c:v>
                </c:pt>
                <c:pt idx="13004">
                  <c:v>161.46134238598199</c:v>
                </c:pt>
                <c:pt idx="13005">
                  <c:v>161.46158486001301</c:v>
                </c:pt>
                <c:pt idx="13006">
                  <c:v>161.46182725672901</c:v>
                </c:pt>
                <c:pt idx="13007">
                  <c:v>161.462069576153</c:v>
                </c:pt>
                <c:pt idx="13008">
                  <c:v>161.46231181831101</c:v>
                </c:pt>
                <c:pt idx="13009">
                  <c:v>161.462553983227</c:v>
                </c:pt>
                <c:pt idx="13010">
                  <c:v>161.462796070927</c:v>
                </c:pt>
                <c:pt idx="13011">
                  <c:v>161.46303808143301</c:v>
                </c:pt>
                <c:pt idx="13012">
                  <c:v>161.46328001477301</c:v>
                </c:pt>
                <c:pt idx="13013">
                  <c:v>161.463521870969</c:v>
                </c:pt>
                <c:pt idx="13014">
                  <c:v>161.46376365004599</c:v>
                </c:pt>
                <c:pt idx="13015">
                  <c:v>161.46400535203</c:v>
                </c:pt>
                <c:pt idx="13016">
                  <c:v>161.464246976944</c:v>
                </c:pt>
                <c:pt idx="13017">
                  <c:v>161.46448852481399</c:v>
                </c:pt>
                <c:pt idx="13018">
                  <c:v>161.46472999566299</c:v>
                </c:pt>
                <c:pt idx="13019">
                  <c:v>161.46497138951699</c:v>
                </c:pt>
                <c:pt idx="13020">
                  <c:v>161.4652127064</c:v>
                </c:pt>
                <c:pt idx="13021">
                  <c:v>161.46545394633699</c:v>
                </c:pt>
                <c:pt idx="13022">
                  <c:v>161.465695109352</c:v>
                </c:pt>
                <c:pt idx="13023">
                  <c:v>161.46593619546999</c:v>
                </c:pt>
                <c:pt idx="13024">
                  <c:v>161.466177204714</c:v>
                </c:pt>
                <c:pt idx="13025">
                  <c:v>161.46641813711099</c:v>
                </c:pt>
                <c:pt idx="13026">
                  <c:v>161.46665899268399</c:v>
                </c:pt>
                <c:pt idx="13027">
                  <c:v>161.466899771458</c:v>
                </c:pt>
                <c:pt idx="13028">
                  <c:v>161.46714047345699</c:v>
                </c:pt>
                <c:pt idx="13029">
                  <c:v>161.467381098706</c:v>
                </c:pt>
                <c:pt idx="13030">
                  <c:v>161.46762164723</c:v>
                </c:pt>
                <c:pt idx="13031">
                  <c:v>161.467862119052</c:v>
                </c:pt>
                <c:pt idx="13032">
                  <c:v>161.46810251419799</c:v>
                </c:pt>
                <c:pt idx="13033">
                  <c:v>161.468342832692</c:v>
                </c:pt>
                <c:pt idx="13034">
                  <c:v>161.46858307455699</c:v>
                </c:pt>
                <c:pt idx="13035">
                  <c:v>161.46882323982001</c:v>
                </c:pt>
                <c:pt idx="13036">
                  <c:v>161.46906332850301</c:v>
                </c:pt>
                <c:pt idx="13037">
                  <c:v>161.46930334063299</c:v>
                </c:pt>
                <c:pt idx="13038">
                  <c:v>161.469543276232</c:v>
                </c:pt>
                <c:pt idx="13039">
                  <c:v>161.469783135326</c:v>
                </c:pt>
                <c:pt idx="13040">
                  <c:v>161.47002291793899</c:v>
                </c:pt>
                <c:pt idx="13041">
                  <c:v>161.470262624095</c:v>
                </c:pt>
                <c:pt idx="13042">
                  <c:v>161.47050225381801</c:v>
                </c:pt>
                <c:pt idx="13043">
                  <c:v>161.470741807134</c:v>
                </c:pt>
                <c:pt idx="13044">
                  <c:v>161.470981284066</c:v>
                </c:pt>
                <c:pt idx="13045">
                  <c:v>161.47122068464</c:v>
                </c:pt>
                <c:pt idx="13046">
                  <c:v>161.47146000887801</c:v>
                </c:pt>
                <c:pt idx="13047">
                  <c:v>161.471699256806</c:v>
                </c:pt>
                <c:pt idx="13048">
                  <c:v>161.471938428448</c:v>
                </c:pt>
                <c:pt idx="13049">
                  <c:v>161.47217752382801</c:v>
                </c:pt>
                <c:pt idx="13050">
                  <c:v>161.47241654297099</c:v>
                </c:pt>
                <c:pt idx="13051">
                  <c:v>161.47265548590099</c:v>
                </c:pt>
                <c:pt idx="13052">
                  <c:v>161.47289435264199</c:v>
                </c:pt>
                <c:pt idx="13053">
                  <c:v>161.47313314321801</c:v>
                </c:pt>
                <c:pt idx="13054">
                  <c:v>161.473371857655</c:v>
                </c:pt>
                <c:pt idx="13055">
                  <c:v>161.473610495976</c:v>
                </c:pt>
                <c:pt idx="13056">
                  <c:v>161.47384905820499</c:v>
                </c:pt>
                <c:pt idx="13057">
                  <c:v>161.47408754436699</c:v>
                </c:pt>
                <c:pt idx="13058">
                  <c:v>161.47432595448601</c:v>
                </c:pt>
                <c:pt idx="13059">
                  <c:v>161.474564288587</c:v>
                </c:pt>
                <c:pt idx="13060">
                  <c:v>161.47480254669301</c:v>
                </c:pt>
                <c:pt idx="13061">
                  <c:v>161.47504072882899</c:v>
                </c:pt>
                <c:pt idx="13062">
                  <c:v>161.475278835019</c:v>
                </c:pt>
                <c:pt idx="13063">
                  <c:v>161.47551686528701</c:v>
                </c:pt>
                <c:pt idx="13064">
                  <c:v>161.47575481965799</c:v>
                </c:pt>
                <c:pt idx="13065">
                  <c:v>161.47599269815601</c:v>
                </c:pt>
                <c:pt idx="13066">
                  <c:v>161.476230500805</c:v>
                </c:pt>
                <c:pt idx="13067">
                  <c:v>161.476468227629</c:v>
                </c:pt>
                <c:pt idx="13068">
                  <c:v>161.47670587865201</c:v>
                </c:pt>
                <c:pt idx="13069">
                  <c:v>161.476943453899</c:v>
                </c:pt>
                <c:pt idx="13070">
                  <c:v>161.477180953394</c:v>
                </c:pt>
                <c:pt idx="13071">
                  <c:v>161.477418377161</c:v>
                </c:pt>
                <c:pt idx="13072">
                  <c:v>161.477655725223</c:v>
                </c:pt>
                <c:pt idx="13073">
                  <c:v>161.477892997607</c:v>
                </c:pt>
                <c:pt idx="13074">
                  <c:v>161.478130194334</c:v>
                </c:pt>
                <c:pt idx="13075">
                  <c:v>161.47836731543001</c:v>
                </c:pt>
                <c:pt idx="13076">
                  <c:v>161.47860436091901</c:v>
                </c:pt>
                <c:pt idx="13077">
                  <c:v>161.47884133082499</c:v>
                </c:pt>
                <c:pt idx="13078">
                  <c:v>161.479078225172</c:v>
                </c:pt>
                <c:pt idx="13079">
                  <c:v>161.47931504398301</c:v>
                </c:pt>
                <c:pt idx="13080">
                  <c:v>161.47955178728401</c:v>
                </c:pt>
                <c:pt idx="13081">
                  <c:v>161.479788455099</c:v>
                </c:pt>
                <c:pt idx="13082">
                  <c:v>161.48002504745</c:v>
                </c:pt>
                <c:pt idx="13083">
                  <c:v>161.48026156436401</c:v>
                </c:pt>
                <c:pt idx="13084">
                  <c:v>161.48049800586199</c:v>
                </c:pt>
                <c:pt idx="13085">
                  <c:v>161.48073437196999</c:v>
                </c:pt>
                <c:pt idx="13086">
                  <c:v>161.480970662712</c:v>
                </c:pt>
                <c:pt idx="13087">
                  <c:v>161.481206878112</c:v>
                </c:pt>
                <c:pt idx="13088">
                  <c:v>161.481443018194</c:v>
                </c:pt>
                <c:pt idx="13089">
                  <c:v>161.481679082981</c:v>
                </c:pt>
                <c:pt idx="13090">
                  <c:v>161.481915072498</c:v>
                </c:pt>
                <c:pt idx="13091">
                  <c:v>161.482150986769</c:v>
                </c:pt>
                <c:pt idx="13092">
                  <c:v>161.482386825818</c:v>
                </c:pt>
                <c:pt idx="13093">
                  <c:v>161.48262258966901</c:v>
                </c:pt>
                <c:pt idx="13094">
                  <c:v>161.48285827834499</c:v>
                </c:pt>
                <c:pt idx="13095">
                  <c:v>161.48309389187199</c:v>
                </c:pt>
                <c:pt idx="13096">
                  <c:v>161.48332943027199</c:v>
                </c:pt>
                <c:pt idx="13097">
                  <c:v>161.48356489356999</c:v>
                </c:pt>
                <c:pt idx="13098">
                  <c:v>161.48380028179</c:v>
                </c:pt>
                <c:pt idx="13099">
                  <c:v>161.484035594956</c:v>
                </c:pt>
                <c:pt idx="13100">
                  <c:v>161.48427083309201</c:v>
                </c:pt>
                <c:pt idx="13101">
                  <c:v>161.484505996221</c:v>
                </c:pt>
                <c:pt idx="13102">
                  <c:v>161.48474108436699</c:v>
                </c:pt>
                <c:pt idx="13103">
                  <c:v>161.484976097556</c:v>
                </c:pt>
                <c:pt idx="13104">
                  <c:v>161.48521103580899</c:v>
                </c:pt>
                <c:pt idx="13105">
                  <c:v>161.48544589915201</c:v>
                </c:pt>
                <c:pt idx="13106">
                  <c:v>161.485680687609</c:v>
                </c:pt>
                <c:pt idx="13107">
                  <c:v>161.48591540120199</c:v>
                </c:pt>
                <c:pt idx="13108">
                  <c:v>161.48615003995701</c:v>
                </c:pt>
                <c:pt idx="13109">
                  <c:v>161.486384603896</c:v>
                </c:pt>
                <c:pt idx="13110">
                  <c:v>161.486619093044</c:v>
                </c:pt>
                <c:pt idx="13111">
                  <c:v>161.486853507425</c:v>
                </c:pt>
                <c:pt idx="13112">
                  <c:v>161.48708784706301</c:v>
                </c:pt>
                <c:pt idx="13113">
                  <c:v>161.487322111981</c:v>
                </c:pt>
                <c:pt idx="13114">
                  <c:v>161.48755630220299</c:v>
                </c:pt>
                <c:pt idx="13115">
                  <c:v>161.48779041775299</c:v>
                </c:pt>
                <c:pt idx="13116">
                  <c:v>161.48802445865499</c:v>
                </c:pt>
                <c:pt idx="13117">
                  <c:v>161.48825842493301</c:v>
                </c:pt>
                <c:pt idx="13118">
                  <c:v>161.48849231661001</c:v>
                </c:pt>
                <c:pt idx="13119">
                  <c:v>161.488726133711</c:v>
                </c:pt>
                <c:pt idx="13120">
                  <c:v>161.488959876259</c:v>
                </c:pt>
                <c:pt idx="13121">
                  <c:v>161.48919354427801</c:v>
                </c:pt>
                <c:pt idx="13122">
                  <c:v>161.48942713779201</c:v>
                </c:pt>
                <c:pt idx="13123">
                  <c:v>161.48966065682399</c:v>
                </c:pt>
                <c:pt idx="13124">
                  <c:v>161.48989410139799</c:v>
                </c:pt>
                <c:pt idx="13125">
                  <c:v>161.49012747153901</c:v>
                </c:pt>
                <c:pt idx="13126">
                  <c:v>161.49036076726901</c:v>
                </c:pt>
                <c:pt idx="13127">
                  <c:v>161.490593988613</c:v>
                </c:pt>
                <c:pt idx="13128">
                  <c:v>161.490827135594</c:v>
                </c:pt>
                <c:pt idx="13129">
                  <c:v>161.49106020823601</c:v>
                </c:pt>
                <c:pt idx="13130">
                  <c:v>161.491293206563</c:v>
                </c:pt>
                <c:pt idx="13131">
                  <c:v>161.491526130598</c:v>
                </c:pt>
                <c:pt idx="13132">
                  <c:v>161.49175898036501</c:v>
                </c:pt>
                <c:pt idx="13133">
                  <c:v>161.49199175588899</c:v>
                </c:pt>
                <c:pt idx="13134">
                  <c:v>161.49222445719101</c:v>
                </c:pt>
                <c:pt idx="13135">
                  <c:v>161.492457084298</c:v>
                </c:pt>
                <c:pt idx="13136">
                  <c:v>161.492689637231</c:v>
                </c:pt>
                <c:pt idx="13137">
                  <c:v>161.492922116014</c:v>
                </c:pt>
                <c:pt idx="13138">
                  <c:v>161.49315452067199</c:v>
                </c:pt>
                <c:pt idx="13139">
                  <c:v>161.493386851228</c:v>
                </c:pt>
                <c:pt idx="13140">
                  <c:v>161.493619107705</c:v>
                </c:pt>
                <c:pt idx="13141">
                  <c:v>161.49385129012799</c:v>
                </c:pt>
                <c:pt idx="13142">
                  <c:v>161.494083398519</c:v>
                </c:pt>
                <c:pt idx="13143">
                  <c:v>161.49431543290299</c:v>
                </c:pt>
                <c:pt idx="13144">
                  <c:v>161.49454739330301</c:v>
                </c:pt>
                <c:pt idx="13145">
                  <c:v>161.494779279742</c:v>
                </c:pt>
                <c:pt idx="13146">
                  <c:v>161.49501109224499</c:v>
                </c:pt>
                <c:pt idx="13147">
                  <c:v>161.495242830835</c:v>
                </c:pt>
                <c:pt idx="13148">
                  <c:v>161.49547449553501</c:v>
                </c:pt>
                <c:pt idx="13149">
                  <c:v>161.49570608636901</c:v>
                </c:pt>
                <c:pt idx="13150">
                  <c:v>161.495937603361</c:v>
                </c:pt>
                <c:pt idx="13151">
                  <c:v>161.49616904653399</c:v>
                </c:pt>
                <c:pt idx="13152">
                  <c:v>161.49640041591201</c:v>
                </c:pt>
                <c:pt idx="13153">
                  <c:v>161.49663171151801</c:v>
                </c:pt>
                <c:pt idx="13154">
                  <c:v>161.49686293337601</c:v>
                </c:pt>
                <c:pt idx="13155">
                  <c:v>161.49709408151</c:v>
                </c:pt>
                <c:pt idx="13156">
                  <c:v>161.49732515594201</c:v>
                </c:pt>
                <c:pt idx="13157">
                  <c:v>161.49755615669599</c:v>
                </c:pt>
                <c:pt idx="13158">
                  <c:v>161.49778708379699</c:v>
                </c:pt>
                <c:pt idx="13159">
                  <c:v>161.49801793726701</c:v>
                </c:pt>
                <c:pt idx="13160">
                  <c:v>161.49824871713</c:v>
                </c:pt>
                <c:pt idx="13161">
                  <c:v>161.49847942340901</c:v>
                </c:pt>
                <c:pt idx="13162">
                  <c:v>161.498710056129</c:v>
                </c:pt>
                <c:pt idx="13163">
                  <c:v>161.498940615311</c:v>
                </c:pt>
                <c:pt idx="13164">
                  <c:v>161.49917110098099</c:v>
                </c:pt>
                <c:pt idx="13165">
                  <c:v>161.49940151316</c:v>
                </c:pt>
                <c:pt idx="13166">
                  <c:v>161.499631851874</c:v>
                </c:pt>
                <c:pt idx="13167">
                  <c:v>161.499862117145</c:v>
                </c:pt>
                <c:pt idx="13168">
                  <c:v>161.50009230899599</c:v>
                </c:pt>
                <c:pt idx="13169">
                  <c:v>161.50032242745101</c:v>
                </c:pt>
                <c:pt idx="13170">
                  <c:v>161.500552472534</c:v>
                </c:pt>
                <c:pt idx="13171">
                  <c:v>161.500782444268</c:v>
                </c:pt>
                <c:pt idx="13172">
                  <c:v>161.50101234267601</c:v>
                </c:pt>
                <c:pt idx="13173">
                  <c:v>161.50124216778201</c:v>
                </c:pt>
                <c:pt idx="13174">
                  <c:v>161.501471919609</c:v>
                </c:pt>
                <c:pt idx="13175">
                  <c:v>161.50170159818001</c:v>
                </c:pt>
                <c:pt idx="13176">
                  <c:v>161.50193120352</c:v>
                </c:pt>
                <c:pt idx="13177">
                  <c:v>161.50216073564999</c:v>
                </c:pt>
                <c:pt idx="13178">
                  <c:v>161.50239019459499</c:v>
                </c:pt>
                <c:pt idx="13179">
                  <c:v>161.502619580378</c:v>
                </c:pt>
                <c:pt idx="13180">
                  <c:v>161.50284889302301</c:v>
                </c:pt>
                <c:pt idx="13181">
                  <c:v>161.50307813255199</c:v>
                </c:pt>
                <c:pt idx="13182">
                  <c:v>161.503307298989</c:v>
                </c:pt>
                <c:pt idx="13183">
                  <c:v>161.50353639235701</c:v>
                </c:pt>
                <c:pt idx="13184">
                  <c:v>161.50376541268</c:v>
                </c:pt>
                <c:pt idx="13185">
                  <c:v>161.50399435998</c:v>
                </c:pt>
                <c:pt idx="13186">
                  <c:v>161.50422323428299</c:v>
                </c:pt>
                <c:pt idx="13187">
                  <c:v>161.50445203560901</c:v>
                </c:pt>
                <c:pt idx="13188">
                  <c:v>161.504680763983</c:v>
                </c:pt>
                <c:pt idx="13189">
                  <c:v>161.504909419429</c:v>
                </c:pt>
                <c:pt idx="13190">
                  <c:v>161.50513800196799</c:v>
                </c:pt>
                <c:pt idx="13191">
                  <c:v>161.50536651162599</c:v>
                </c:pt>
                <c:pt idx="13192">
                  <c:v>161.505594948424</c:v>
                </c:pt>
                <c:pt idx="13193">
                  <c:v>161.50582331238701</c:v>
                </c:pt>
                <c:pt idx="13194">
                  <c:v>161.50605160353601</c:v>
                </c:pt>
                <c:pt idx="13195">
                  <c:v>161.50627982189701</c:v>
                </c:pt>
                <c:pt idx="13196">
                  <c:v>161.50650796749099</c:v>
                </c:pt>
                <c:pt idx="13197">
                  <c:v>161.50673604034199</c:v>
                </c:pt>
                <c:pt idx="13198">
                  <c:v>161.506964040474</c:v>
                </c:pt>
                <c:pt idx="13199">
                  <c:v>161.50719196790899</c:v>
                </c:pt>
                <c:pt idx="13200">
                  <c:v>161.50741982266999</c:v>
                </c:pt>
                <c:pt idx="13201">
                  <c:v>161.50764760478199</c:v>
                </c:pt>
                <c:pt idx="13202">
                  <c:v>161.50787531426599</c:v>
                </c:pt>
                <c:pt idx="13203">
                  <c:v>161.50810295114701</c:v>
                </c:pt>
                <c:pt idx="13204">
                  <c:v>161.508330515447</c:v>
                </c:pt>
                <c:pt idx="13205">
                  <c:v>161.50855800719</c:v>
                </c:pt>
                <c:pt idx="13206">
                  <c:v>161.50878542639899</c:v>
                </c:pt>
                <c:pt idx="13207">
                  <c:v>161.509012773096</c:v>
                </c:pt>
                <c:pt idx="13208">
                  <c:v>161.50924004730501</c:v>
                </c:pt>
                <c:pt idx="13209">
                  <c:v>161.50946724905</c:v>
                </c:pt>
                <c:pt idx="13210">
                  <c:v>161.50969437835201</c:v>
                </c:pt>
                <c:pt idx="13211">
                  <c:v>161.50992143523601</c:v>
                </c:pt>
                <c:pt idx="13212">
                  <c:v>161.510148419725</c:v>
                </c:pt>
                <c:pt idx="13213">
                  <c:v>161.510375331841</c:v>
                </c:pt>
                <c:pt idx="13214">
                  <c:v>161.51060217160801</c:v>
                </c:pt>
                <c:pt idx="13215">
                  <c:v>161.510828939048</c:v>
                </c:pt>
                <c:pt idx="13216">
                  <c:v>161.511055634185</c:v>
                </c:pt>
                <c:pt idx="13217">
                  <c:v>161.51128225704301</c:v>
                </c:pt>
                <c:pt idx="13218">
                  <c:v>161.511508807643</c:v>
                </c:pt>
                <c:pt idx="13219">
                  <c:v>161.51173528600901</c:v>
                </c:pt>
                <c:pt idx="13220">
                  <c:v>161.51196169216499</c:v>
                </c:pt>
                <c:pt idx="13221">
                  <c:v>161.51218802613201</c:v>
                </c:pt>
                <c:pt idx="13222">
                  <c:v>161.512414287935</c:v>
                </c:pt>
                <c:pt idx="13223">
                  <c:v>161.512640477595</c:v>
                </c:pt>
                <c:pt idx="13224">
                  <c:v>161.51286659513701</c:v>
                </c:pt>
                <c:pt idx="13225">
                  <c:v>161.51309264058401</c:v>
                </c:pt>
                <c:pt idx="13226">
                  <c:v>161.51331861395701</c:v>
                </c:pt>
                <c:pt idx="13227">
                  <c:v>161.51354451528101</c:v>
                </c:pt>
                <c:pt idx="13228">
                  <c:v>161.51377034457801</c:v>
                </c:pt>
                <c:pt idx="13229">
                  <c:v>161.51399610187099</c:v>
                </c:pt>
                <c:pt idx="13230">
                  <c:v>161.514221787183</c:v>
                </c:pt>
                <c:pt idx="13231">
                  <c:v>161.51444740053699</c:v>
                </c:pt>
                <c:pt idx="13232">
                  <c:v>161.514672941957</c:v>
                </c:pt>
                <c:pt idx="13233">
                  <c:v>161.514898411465</c:v>
                </c:pt>
                <c:pt idx="13234">
                  <c:v>161.51512380908301</c:v>
                </c:pt>
                <c:pt idx="13235">
                  <c:v>161.51534913483599</c:v>
                </c:pt>
                <c:pt idx="13236">
                  <c:v>161.51557438874499</c:v>
                </c:pt>
                <c:pt idx="13237">
                  <c:v>161.51579957083399</c:v>
                </c:pt>
                <c:pt idx="13238">
                  <c:v>161.516024681126</c:v>
                </c:pt>
                <c:pt idx="13239">
                  <c:v>161.51624971964401</c:v>
                </c:pt>
                <c:pt idx="13240">
                  <c:v>161.51647468640999</c:v>
                </c:pt>
                <c:pt idx="13241">
                  <c:v>161.516699581447</c:v>
                </c:pt>
                <c:pt idx="13242">
                  <c:v>161.51692440477899</c:v>
                </c:pt>
                <c:pt idx="13243">
                  <c:v>161.51714915642799</c:v>
                </c:pt>
                <c:pt idx="13244">
                  <c:v>161.51737383641799</c:v>
                </c:pt>
                <c:pt idx="13245">
                  <c:v>161.51759844476999</c:v>
                </c:pt>
                <c:pt idx="13246">
                  <c:v>161.517822981508</c:v>
                </c:pt>
                <c:pt idx="13247">
                  <c:v>161.51804744665401</c:v>
                </c:pt>
                <c:pt idx="13248">
                  <c:v>161.51827184023199</c:v>
                </c:pt>
                <c:pt idx="13249">
                  <c:v>161.518496162265</c:v>
                </c:pt>
                <c:pt idx="13250">
                  <c:v>161.518720412774</c:v>
                </c:pt>
                <c:pt idx="13251">
                  <c:v>161.51894459178399</c:v>
                </c:pt>
                <c:pt idx="13252">
                  <c:v>161.519168699316</c:v>
                </c:pt>
                <c:pt idx="13253">
                  <c:v>161.51939273539401</c:v>
                </c:pt>
                <c:pt idx="13254">
                  <c:v>161.51961670004101</c:v>
                </c:pt>
                <c:pt idx="13255">
                  <c:v>161.51984059327799</c:v>
                </c:pt>
                <c:pt idx="13256">
                  <c:v>161.52006441513001</c:v>
                </c:pt>
                <c:pt idx="13257">
                  <c:v>161.52028816561801</c:v>
                </c:pt>
                <c:pt idx="13258">
                  <c:v>161.52051184476599</c:v>
                </c:pt>
                <c:pt idx="13259">
                  <c:v>161.520735452596</c:v>
                </c:pt>
                <c:pt idx="13260">
                  <c:v>161.520958989131</c:v>
                </c:pt>
                <c:pt idx="13261">
                  <c:v>161.52118245439399</c:v>
                </c:pt>
                <c:pt idx="13262">
                  <c:v>161.52140584840799</c:v>
                </c:pt>
                <c:pt idx="13263">
                  <c:v>161.521629171195</c:v>
                </c:pt>
                <c:pt idx="13264">
                  <c:v>161.52185242277801</c:v>
                </c:pt>
                <c:pt idx="13265">
                  <c:v>161.52207560318001</c:v>
                </c:pt>
                <c:pt idx="13266">
                  <c:v>161.52229871242301</c:v>
                </c:pt>
                <c:pt idx="13267">
                  <c:v>161.52252175052999</c:v>
                </c:pt>
                <c:pt idx="13268">
                  <c:v>161.52274471752401</c:v>
                </c:pt>
                <c:pt idx="13269">
                  <c:v>161.52296761342799</c:v>
                </c:pt>
                <c:pt idx="13270">
                  <c:v>161.52319043826401</c:v>
                </c:pt>
                <c:pt idx="13271">
                  <c:v>161.52341319205499</c:v>
                </c:pt>
                <c:pt idx="13272">
                  <c:v>161.52363587482299</c:v>
                </c:pt>
                <c:pt idx="13273">
                  <c:v>161.52385848659199</c:v>
                </c:pt>
                <c:pt idx="13274">
                  <c:v>161.524081027384</c:v>
                </c:pt>
                <c:pt idx="13275">
                  <c:v>161.52430349722101</c:v>
                </c:pt>
                <c:pt idx="13276">
                  <c:v>161.52452589612599</c:v>
                </c:pt>
                <c:pt idx="13277">
                  <c:v>161.52474822412199</c:v>
                </c:pt>
                <c:pt idx="13278">
                  <c:v>161.524970481232</c:v>
                </c:pt>
                <c:pt idx="13279">
                  <c:v>161.525192667477</c:v>
                </c:pt>
                <c:pt idx="13280">
                  <c:v>161.525414782882</c:v>
                </c:pt>
                <c:pt idx="13281">
                  <c:v>161.525636827467</c:v>
                </c:pt>
                <c:pt idx="13282">
                  <c:v>161.52585880125699</c:v>
                </c:pt>
                <c:pt idx="13283">
                  <c:v>161.526080704273</c:v>
                </c:pt>
                <c:pt idx="13284">
                  <c:v>161.526302536538</c:v>
                </c:pt>
                <c:pt idx="13285">
                  <c:v>161.526524298075</c:v>
                </c:pt>
                <c:pt idx="13286">
                  <c:v>161.52674598890499</c:v>
                </c:pt>
                <c:pt idx="13287">
                  <c:v>161.526967609053</c:v>
                </c:pt>
                <c:pt idx="13288">
                  <c:v>161.52718915854001</c:v>
                </c:pt>
                <c:pt idx="13289">
                  <c:v>161.52741063738901</c:v>
                </c:pt>
                <c:pt idx="13290">
                  <c:v>161.527632045622</c:v>
                </c:pt>
                <c:pt idx="13291">
                  <c:v>161.527853383262</c:v>
                </c:pt>
                <c:pt idx="13292">
                  <c:v>161.528074650332</c:v>
                </c:pt>
                <c:pt idx="13293">
                  <c:v>161.52829584685301</c:v>
                </c:pt>
                <c:pt idx="13294">
                  <c:v>161.52851697284899</c:v>
                </c:pt>
                <c:pt idx="13295">
                  <c:v>161.52873802834199</c:v>
                </c:pt>
                <c:pt idx="13296">
                  <c:v>161.52895901335501</c:v>
                </c:pt>
                <c:pt idx="13297">
                  <c:v>161.52917992790901</c:v>
                </c:pt>
                <c:pt idx="13298">
                  <c:v>161.529400772028</c:v>
                </c:pt>
                <c:pt idx="13299">
                  <c:v>161.52962154573399</c:v>
                </c:pt>
                <c:pt idx="13300">
                  <c:v>161.52984224904901</c:v>
                </c:pt>
                <c:pt idx="13301">
                  <c:v>161.530062881997</c:v>
                </c:pt>
                <c:pt idx="13302">
                  <c:v>161.53028344459801</c:v>
                </c:pt>
                <c:pt idx="13303">
                  <c:v>161.53050393687599</c:v>
                </c:pt>
                <c:pt idx="13304">
                  <c:v>161.530724358854</c:v>
                </c:pt>
                <c:pt idx="13305">
                  <c:v>161.530944710553</c:v>
                </c:pt>
                <c:pt idx="13306">
                  <c:v>161.53116499199601</c:v>
                </c:pt>
                <c:pt idx="13307">
                  <c:v>161.53138520320499</c:v>
                </c:pt>
                <c:pt idx="13308">
                  <c:v>161.531605344204</c:v>
                </c:pt>
                <c:pt idx="13309">
                  <c:v>161.531825415014</c:v>
                </c:pt>
                <c:pt idx="13310">
                  <c:v>161.532045415657</c:v>
                </c:pt>
                <c:pt idx="13311">
                  <c:v>161.532265346157</c:v>
                </c:pt>
                <c:pt idx="13312">
                  <c:v>161.532485206535</c:v>
                </c:pt>
                <c:pt idx="13313">
                  <c:v>161.53270499681301</c:v>
                </c:pt>
                <c:pt idx="13314">
                  <c:v>161.53292471701499</c:v>
                </c:pt>
                <c:pt idx="13315">
                  <c:v>161.533144367163</c:v>
                </c:pt>
                <c:pt idx="13316">
                  <c:v>161.53336394727799</c:v>
                </c:pt>
                <c:pt idx="13317">
                  <c:v>161.533583457384</c:v>
                </c:pt>
                <c:pt idx="13318">
                  <c:v>161.533802897502</c:v>
                </c:pt>
                <c:pt idx="13319">
                  <c:v>161.53402226765499</c:v>
                </c:pt>
                <c:pt idx="13320">
                  <c:v>161.53424156786599</c:v>
                </c:pt>
                <c:pt idx="13321">
                  <c:v>161.534460798156</c:v>
                </c:pt>
                <c:pt idx="13322">
                  <c:v>161.534679958548</c:v>
                </c:pt>
                <c:pt idx="13323">
                  <c:v>161.53489904906399</c:v>
                </c:pt>
                <c:pt idx="13324">
                  <c:v>161.535118069726</c:v>
                </c:pt>
                <c:pt idx="13325">
                  <c:v>161.53533702055699</c:v>
                </c:pt>
                <c:pt idx="13326">
                  <c:v>161.53555590158001</c:v>
                </c:pt>
                <c:pt idx="13327">
                  <c:v>161.535774712815</c:v>
                </c:pt>
                <c:pt idx="13328">
                  <c:v>161.535993454287</c:v>
                </c:pt>
                <c:pt idx="13329">
                  <c:v>161.53621212601601</c:v>
                </c:pt>
                <c:pt idx="13330">
                  <c:v>161.53643072802501</c:v>
                </c:pt>
                <c:pt idx="13331">
                  <c:v>161.53664926033599</c:v>
                </c:pt>
                <c:pt idx="13332">
                  <c:v>161.536867722973</c:v>
                </c:pt>
                <c:pt idx="13333">
                  <c:v>161.53708611595499</c:v>
                </c:pt>
                <c:pt idx="13334">
                  <c:v>161.53730443930701</c:v>
                </c:pt>
                <c:pt idx="13335">
                  <c:v>161.53752269305099</c:v>
                </c:pt>
                <c:pt idx="13336">
                  <c:v>161.537740877207</c:v>
                </c:pt>
                <c:pt idx="13337">
                  <c:v>161.5379589918</c:v>
                </c:pt>
                <c:pt idx="13338">
                  <c:v>161.53817703684999</c:v>
                </c:pt>
                <c:pt idx="13339">
                  <c:v>161.53839501237999</c:v>
                </c:pt>
                <c:pt idx="13340">
                  <c:v>161.53861291841301</c:v>
                </c:pt>
                <c:pt idx="13341">
                  <c:v>161.53883075496901</c:v>
                </c:pt>
                <c:pt idx="13342">
                  <c:v>161.53904852207299</c:v>
                </c:pt>
                <c:pt idx="13343">
                  <c:v>161.539266219745</c:v>
                </c:pt>
                <c:pt idx="13344">
                  <c:v>161.53948384800799</c:v>
                </c:pt>
                <c:pt idx="13345">
                  <c:v>161.53970140688401</c:v>
                </c:pt>
                <c:pt idx="13346">
                  <c:v>161.53991889639599</c:v>
                </c:pt>
                <c:pt idx="13347">
                  <c:v>161.540136316564</c:v>
                </c:pt>
                <c:pt idx="13348">
                  <c:v>161.54035366741201</c:v>
                </c:pt>
                <c:pt idx="13349">
                  <c:v>161.540570948962</c:v>
                </c:pt>
                <c:pt idx="13350">
                  <c:v>161.54078816123501</c:v>
                </c:pt>
                <c:pt idx="13351">
                  <c:v>161.54100530425401</c:v>
                </c:pt>
                <c:pt idx="13352">
                  <c:v>161.541222378041</c:v>
                </c:pt>
                <c:pt idx="13353">
                  <c:v>161.54143938261799</c:v>
                </c:pt>
                <c:pt idx="13354">
                  <c:v>161.541656318007</c:v>
                </c:pt>
                <c:pt idx="13355">
                  <c:v>161.54187318423001</c:v>
                </c:pt>
                <c:pt idx="13356">
                  <c:v>161.542089981309</c:v>
                </c:pt>
                <c:pt idx="13357">
                  <c:v>161.542306709267</c:v>
                </c:pt>
                <c:pt idx="13358">
                  <c:v>161.54252336812499</c:v>
                </c:pt>
                <c:pt idx="13359">
                  <c:v>161.54273995790501</c:v>
                </c:pt>
                <c:pt idx="13360">
                  <c:v>161.54295647862901</c:v>
                </c:pt>
                <c:pt idx="13361">
                  <c:v>161.54317293032</c:v>
                </c:pt>
                <c:pt idx="13362">
                  <c:v>161.54338931300001</c:v>
                </c:pt>
                <c:pt idx="13363">
                  <c:v>161.54360562669001</c:v>
                </c:pt>
                <c:pt idx="13364">
                  <c:v>161.54382187141201</c:v>
                </c:pt>
                <c:pt idx="13365">
                  <c:v>161.54403804718899</c:v>
                </c:pt>
                <c:pt idx="13366">
                  <c:v>161.54425415404199</c:v>
                </c:pt>
                <c:pt idx="13367">
                  <c:v>161.54447019199401</c:v>
                </c:pt>
                <c:pt idx="13368">
                  <c:v>161.54468616106601</c:v>
                </c:pt>
                <c:pt idx="13369">
                  <c:v>161.54490206128099</c:v>
                </c:pt>
                <c:pt idx="13370">
                  <c:v>161.54511789265999</c:v>
                </c:pt>
                <c:pt idx="13371">
                  <c:v>161.54533365522499</c:v>
                </c:pt>
                <c:pt idx="13372">
                  <c:v>161.545549348999</c:v>
                </c:pt>
                <c:pt idx="13373">
                  <c:v>161.54576497400299</c:v>
                </c:pt>
                <c:pt idx="13374">
                  <c:v>161.54598053025899</c:v>
                </c:pt>
                <c:pt idx="13375">
                  <c:v>161.54619601779001</c:v>
                </c:pt>
                <c:pt idx="13376">
                  <c:v>161.54641143661601</c:v>
                </c:pt>
                <c:pt idx="13377">
                  <c:v>161.54662678675999</c:v>
                </c:pt>
                <c:pt idx="13378">
                  <c:v>161.54684206824501</c:v>
                </c:pt>
                <c:pt idx="13379">
                  <c:v>161.54705728109101</c:v>
                </c:pt>
                <c:pt idx="13380">
                  <c:v>161.54727242532101</c:v>
                </c:pt>
                <c:pt idx="13381">
                  <c:v>161.547487500957</c:v>
                </c:pt>
                <c:pt idx="13382">
                  <c:v>161.54770250802</c:v>
                </c:pt>
                <c:pt idx="13383">
                  <c:v>161.54791744653201</c:v>
                </c:pt>
                <c:pt idx="13384">
                  <c:v>161.54813231651599</c:v>
                </c:pt>
                <c:pt idx="13385">
                  <c:v>161.54834711799199</c:v>
                </c:pt>
                <c:pt idx="13386">
                  <c:v>161.54856185098399</c:v>
                </c:pt>
                <c:pt idx="13387">
                  <c:v>161.548776515513</c:v>
                </c:pt>
                <c:pt idx="13388">
                  <c:v>161.5489911116</c:v>
                </c:pt>
                <c:pt idx="13389">
                  <c:v>161.549205639268</c:v>
                </c:pt>
                <c:pt idx="13390">
                  <c:v>161.54942009853801</c:v>
                </c:pt>
                <c:pt idx="13391">
                  <c:v>161.54963448943201</c:v>
                </c:pt>
                <c:pt idx="13392">
                  <c:v>161.549848811972</c:v>
                </c:pt>
                <c:pt idx="13393">
                  <c:v>161.55006306618</c:v>
                </c:pt>
                <c:pt idx="13394">
                  <c:v>161.55027725207799</c:v>
                </c:pt>
                <c:pt idx="13395">
                  <c:v>161.55049136968699</c:v>
                </c:pt>
                <c:pt idx="13396">
                  <c:v>161.55070541902899</c:v>
                </c:pt>
                <c:pt idx="13397">
                  <c:v>161.55091940012599</c:v>
                </c:pt>
                <c:pt idx="13398">
                  <c:v>161.55113331300001</c:v>
                </c:pt>
                <c:pt idx="13399">
                  <c:v>161.55134715767201</c:v>
                </c:pt>
                <c:pt idx="13400">
                  <c:v>161.551560934165</c:v>
                </c:pt>
                <c:pt idx="13401">
                  <c:v>161.551774642499</c:v>
                </c:pt>
                <c:pt idx="13402">
                  <c:v>161.55198828269801</c:v>
                </c:pt>
                <c:pt idx="13403">
                  <c:v>161.552201854781</c:v>
                </c:pt>
                <c:pt idx="13404">
                  <c:v>161.55241535877201</c:v>
                </c:pt>
                <c:pt idx="13405">
                  <c:v>161.552628794692</c:v>
                </c:pt>
                <c:pt idx="13406">
                  <c:v>161.552842162563</c:v>
                </c:pt>
                <c:pt idx="13407">
                  <c:v>161.55305546240601</c:v>
                </c:pt>
                <c:pt idx="13408">
                  <c:v>161.553268694243</c:v>
                </c:pt>
                <c:pt idx="13409">
                  <c:v>161.55348185809601</c:v>
                </c:pt>
                <c:pt idx="13410">
                  <c:v>161.553694953986</c:v>
                </c:pt>
                <c:pt idx="13411">
                  <c:v>161.55390798193599</c:v>
                </c:pt>
                <c:pt idx="13412">
                  <c:v>161.554120941966</c:v>
                </c:pt>
                <c:pt idx="13413">
                  <c:v>161.554333834099</c:v>
                </c:pt>
                <c:pt idx="13414">
                  <c:v>161.554546658356</c:v>
                </c:pt>
                <c:pt idx="13415">
                  <c:v>161.55475941475899</c:v>
                </c:pt>
                <c:pt idx="13416">
                  <c:v>161.55497210332899</c:v>
                </c:pt>
                <c:pt idx="13417">
                  <c:v>161.55518472408801</c:v>
                </c:pt>
                <c:pt idx="13418">
                  <c:v>161.55539727705801</c:v>
                </c:pt>
                <c:pt idx="13419">
                  <c:v>161.55560976226101</c:v>
                </c:pt>
                <c:pt idx="13420">
                  <c:v>161.55582217971701</c:v>
                </c:pt>
                <c:pt idx="13421">
                  <c:v>161.55603452944899</c:v>
                </c:pt>
                <c:pt idx="13422">
                  <c:v>161.55624681147901</c:v>
                </c:pt>
                <c:pt idx="13423">
                  <c:v>161.556459025827</c:v>
                </c:pt>
                <c:pt idx="13424">
                  <c:v>161.55667117251599</c:v>
                </c:pt>
                <c:pt idx="13425">
                  <c:v>161.55688325156601</c:v>
                </c:pt>
                <c:pt idx="13426">
                  <c:v>161.55709526300001</c:v>
                </c:pt>
                <c:pt idx="13427">
                  <c:v>161.55730720683999</c:v>
                </c:pt>
                <c:pt idx="13428">
                  <c:v>161.557519083106</c:v>
                </c:pt>
                <c:pt idx="13429">
                  <c:v>161.55773089182</c:v>
                </c:pt>
                <c:pt idx="13430">
                  <c:v>161.55794263300399</c:v>
                </c:pt>
                <c:pt idx="13431">
                  <c:v>161.55815430668</c:v>
                </c:pt>
                <c:pt idx="13432">
                  <c:v>161.558365912868</c:v>
                </c:pt>
                <c:pt idx="13433">
                  <c:v>161.55857745159099</c:v>
                </c:pt>
                <c:pt idx="13434">
                  <c:v>161.55878892287001</c:v>
                </c:pt>
                <c:pt idx="13435">
                  <c:v>161.55900032672599</c:v>
                </c:pt>
                <c:pt idx="13436">
                  <c:v>161.559211663181</c:v>
                </c:pt>
                <c:pt idx="13437">
                  <c:v>161.55942293225701</c:v>
                </c:pt>
                <c:pt idx="13438">
                  <c:v>161.55963413397501</c:v>
                </c:pt>
                <c:pt idx="13439">
                  <c:v>161.55984526835601</c:v>
                </c:pt>
                <c:pt idx="13440">
                  <c:v>161.56005633542301</c:v>
                </c:pt>
                <c:pt idx="13441">
                  <c:v>161.56026733519599</c:v>
                </c:pt>
                <c:pt idx="13442">
                  <c:v>161.560478267696</c:v>
                </c:pt>
                <c:pt idx="13443">
                  <c:v>161.56068913294601</c:v>
                </c:pt>
                <c:pt idx="13444">
                  <c:v>161.560899930967</c:v>
                </c:pt>
                <c:pt idx="13445">
                  <c:v>161.56111066178099</c:v>
                </c:pt>
                <c:pt idx="13446">
                  <c:v>161.56132132540799</c:v>
                </c:pt>
                <c:pt idx="13447">
                  <c:v>161.56153192187</c:v>
                </c:pt>
                <c:pt idx="13448">
                  <c:v>161.561742451188</c:v>
                </c:pt>
                <c:pt idx="13449">
                  <c:v>161.561952913385</c:v>
                </c:pt>
                <c:pt idx="13450">
                  <c:v>161.56216330848099</c:v>
                </c:pt>
                <c:pt idx="13451">
                  <c:v>161.56237363649799</c:v>
                </c:pt>
                <c:pt idx="13452">
                  <c:v>161.56258389745801</c:v>
                </c:pt>
                <c:pt idx="13453">
                  <c:v>161.56279409138099</c:v>
                </c:pt>
                <c:pt idx="13454">
                  <c:v>161.563004218289</c:v>
                </c:pt>
                <c:pt idx="13455">
                  <c:v>161.56321427820299</c:v>
                </c:pt>
                <c:pt idx="13456">
                  <c:v>161.56342427114501</c:v>
                </c:pt>
                <c:pt idx="13457">
                  <c:v>161.56363419713699</c:v>
                </c:pt>
                <c:pt idx="13458">
                  <c:v>161.56384405619801</c:v>
                </c:pt>
                <c:pt idx="13459">
                  <c:v>161.56405384835199</c:v>
                </c:pt>
                <c:pt idx="13460">
                  <c:v>161.564263573619</c:v>
                </c:pt>
                <c:pt idx="13461">
                  <c:v>161.56447323201999</c:v>
                </c:pt>
                <c:pt idx="13462">
                  <c:v>161.56468282357801</c:v>
                </c:pt>
                <c:pt idx="13463">
                  <c:v>161.56489234831199</c:v>
                </c:pt>
                <c:pt idx="13464">
                  <c:v>161.565101806245</c:v>
                </c:pt>
                <c:pt idx="13465">
                  <c:v>161.56531119739799</c:v>
                </c:pt>
                <c:pt idx="13466">
                  <c:v>161.565520521792</c:v>
                </c:pt>
                <c:pt idx="13467">
                  <c:v>161.56572977944899</c:v>
                </c:pt>
                <c:pt idx="13468">
                  <c:v>161.565938970389</c:v>
                </c:pt>
                <c:pt idx="13469">
                  <c:v>161.566148094634</c:v>
                </c:pt>
                <c:pt idx="13470">
                  <c:v>161.566357152206</c:v>
                </c:pt>
                <c:pt idx="13471">
                  <c:v>161.56656614312499</c:v>
                </c:pt>
                <c:pt idx="13472">
                  <c:v>161.566775067413</c:v>
                </c:pt>
                <c:pt idx="13473">
                  <c:v>161.56698392509099</c:v>
                </c:pt>
                <c:pt idx="13474">
                  <c:v>161.56719271618101</c:v>
                </c:pt>
                <c:pt idx="13475">
                  <c:v>161.56740144070301</c:v>
                </c:pt>
                <c:pt idx="13476">
                  <c:v>161.56761009867901</c:v>
                </c:pt>
                <c:pt idx="13477">
                  <c:v>161.56781869013</c:v>
                </c:pt>
                <c:pt idx="13478">
                  <c:v>161.568027215077</c:v>
                </c:pt>
                <c:pt idx="13479">
                  <c:v>161.56823567354201</c:v>
                </c:pt>
                <c:pt idx="13480">
                  <c:v>161.56844406554501</c:v>
                </c:pt>
                <c:pt idx="13481">
                  <c:v>161.568652391108</c:v>
                </c:pt>
                <c:pt idx="13482">
                  <c:v>161.56886065025299</c:v>
                </c:pt>
                <c:pt idx="13483">
                  <c:v>161.569068843</c:v>
                </c:pt>
                <c:pt idx="13484">
                  <c:v>161.56927696937001</c:v>
                </c:pt>
                <c:pt idx="13485">
                  <c:v>161.56948502938499</c:v>
                </c:pt>
                <c:pt idx="13486">
                  <c:v>161.56969302306501</c:v>
                </c:pt>
                <c:pt idx="13487">
                  <c:v>161.56990095043301</c:v>
                </c:pt>
                <c:pt idx="13488">
                  <c:v>161.57010881150899</c:v>
                </c:pt>
                <c:pt idx="13489">
                  <c:v>161.57031660631401</c:v>
                </c:pt>
                <c:pt idx="13490">
                  <c:v>161.57052433486999</c:v>
                </c:pt>
                <c:pt idx="13491">
                  <c:v>161.57073199719699</c:v>
                </c:pt>
                <c:pt idx="13492">
                  <c:v>161.57093959331701</c:v>
                </c:pt>
                <c:pt idx="13493">
                  <c:v>161.571147123251</c:v>
                </c:pt>
                <c:pt idx="13494">
                  <c:v>161.57135458702001</c:v>
                </c:pt>
                <c:pt idx="13495">
                  <c:v>161.571561984645</c:v>
                </c:pt>
                <c:pt idx="13496">
                  <c:v>161.571769316147</c:v>
                </c:pt>
                <c:pt idx="13497">
                  <c:v>161.57197658154701</c:v>
                </c:pt>
                <c:pt idx="13498">
                  <c:v>161.572183780866</c:v>
                </c:pt>
                <c:pt idx="13499">
                  <c:v>161.572390914126</c:v>
                </c:pt>
                <c:pt idx="13500">
                  <c:v>161.572597981348</c:v>
                </c:pt>
                <c:pt idx="13501">
                  <c:v>161.57280498255199</c:v>
                </c:pt>
                <c:pt idx="13502">
                  <c:v>161.57301191776</c:v>
                </c:pt>
                <c:pt idx="13503">
                  <c:v>161.57321878699199</c:v>
                </c:pt>
                <c:pt idx="13504">
                  <c:v>161.57342559027001</c:v>
                </c:pt>
                <c:pt idx="13505">
                  <c:v>161.573632327615</c:v>
                </c:pt>
                <c:pt idx="13506">
                  <c:v>161.57383899904801</c:v>
                </c:pt>
                <c:pt idx="13507">
                  <c:v>161.574045604589</c:v>
                </c:pt>
                <c:pt idx="13508">
                  <c:v>161.57425214426101</c:v>
                </c:pt>
                <c:pt idx="13509">
                  <c:v>161.57445861808301</c:v>
                </c:pt>
                <c:pt idx="13510">
                  <c:v>161.57466502607701</c:v>
                </c:pt>
                <c:pt idx="13511">
                  <c:v>161.57487136826501</c:v>
                </c:pt>
                <c:pt idx="13512">
                  <c:v>161.57507764466601</c:v>
                </c:pt>
                <c:pt idx="13513">
                  <c:v>161.575283855301</c:v>
                </c:pt>
                <c:pt idx="13514">
                  <c:v>161.57549000019301</c:v>
                </c:pt>
                <c:pt idx="13515">
                  <c:v>161.57569607936199</c:v>
                </c:pt>
                <c:pt idx="13516">
                  <c:v>161.57590209282799</c:v>
                </c:pt>
                <c:pt idx="13517">
                  <c:v>161.57610804061301</c:v>
                </c:pt>
                <c:pt idx="13518">
                  <c:v>161.576313922738</c:v>
                </c:pt>
                <c:pt idx="13519">
                  <c:v>161.57651973922299</c:v>
                </c:pt>
                <c:pt idx="13520">
                  <c:v>161.57672549009001</c:v>
                </c:pt>
                <c:pt idx="13521">
                  <c:v>161.57693117535999</c:v>
                </c:pt>
                <c:pt idx="13522">
                  <c:v>161.57713679505301</c:v>
                </c:pt>
                <c:pt idx="13523">
                  <c:v>161.57734234918999</c:v>
                </c:pt>
                <c:pt idx="13524">
                  <c:v>161.57754783779299</c:v>
                </c:pt>
                <c:pt idx="13525">
                  <c:v>161.57775326088199</c:v>
                </c:pt>
                <c:pt idx="13526">
                  <c:v>161.57795861847799</c:v>
                </c:pt>
                <c:pt idx="13527">
                  <c:v>161.578163910602</c:v>
                </c:pt>
                <c:pt idx="13528">
                  <c:v>161.57836913727499</c:v>
                </c:pt>
                <c:pt idx="13529">
                  <c:v>161.57857429851799</c:v>
                </c:pt>
                <c:pt idx="13530">
                  <c:v>161.57877939435099</c:v>
                </c:pt>
                <c:pt idx="13531">
                  <c:v>161.578984424796</c:v>
                </c:pt>
                <c:pt idx="13532">
                  <c:v>161.57918938987299</c:v>
                </c:pt>
                <c:pt idx="13533">
                  <c:v>161.57939428960299</c:v>
                </c:pt>
                <c:pt idx="13534">
                  <c:v>161.57959912400801</c:v>
                </c:pt>
                <c:pt idx="13535">
                  <c:v>161.579803893107</c:v>
                </c:pt>
                <c:pt idx="13536">
                  <c:v>161.580008596922</c:v>
                </c:pt>
                <c:pt idx="13537">
                  <c:v>161.58021323547399</c:v>
                </c:pt>
                <c:pt idx="13538">
                  <c:v>161.58041780878301</c:v>
                </c:pt>
                <c:pt idx="13539">
                  <c:v>161.580622316871</c:v>
                </c:pt>
                <c:pt idx="13540">
                  <c:v>161.580826759757</c:v>
                </c:pt>
                <c:pt idx="13541">
                  <c:v>161.58103113746299</c:v>
                </c:pt>
                <c:pt idx="13542">
                  <c:v>161.58123545001001</c:v>
                </c:pt>
                <c:pt idx="13543">
                  <c:v>161.58143969741801</c:v>
                </c:pt>
                <c:pt idx="13544">
                  <c:v>161.581643879708</c:v>
                </c:pt>
                <c:pt idx="13545">
                  <c:v>161.58184799690201</c:v>
                </c:pt>
                <c:pt idx="13546">
                  <c:v>161.58205204901901</c:v>
                </c:pt>
                <c:pt idx="13547">
                  <c:v>161.58225603608</c:v>
                </c:pt>
                <c:pt idx="13548">
                  <c:v>161.58245995810699</c:v>
                </c:pt>
                <c:pt idx="13549">
                  <c:v>161.58266381511999</c:v>
                </c:pt>
                <c:pt idx="13550">
                  <c:v>161.58286760713901</c:v>
                </c:pt>
                <c:pt idx="13551">
                  <c:v>161.583071334186</c:v>
                </c:pt>
                <c:pt idx="13552">
                  <c:v>161.58327499628101</c:v>
                </c:pt>
                <c:pt idx="13553">
                  <c:v>161.58347859344499</c:v>
                </c:pt>
                <c:pt idx="13554">
                  <c:v>161.583682125699</c:v>
                </c:pt>
                <c:pt idx="13555">
                  <c:v>161.58388559306201</c:v>
                </c:pt>
                <c:pt idx="13556">
                  <c:v>161.58408899555701</c:v>
                </c:pt>
                <c:pt idx="13557">
                  <c:v>161.58429233320399</c:v>
                </c:pt>
                <c:pt idx="13558">
                  <c:v>161.58449560602301</c:v>
                </c:pt>
                <c:pt idx="13559">
                  <c:v>161.58469881403499</c:v>
                </c:pt>
                <c:pt idx="13560">
                  <c:v>161.584901957261</c:v>
                </c:pt>
                <c:pt idx="13561">
                  <c:v>161.58510503572199</c:v>
                </c:pt>
                <c:pt idx="13562">
                  <c:v>161.585308049437</c:v>
                </c:pt>
                <c:pt idx="13563">
                  <c:v>161.58551099842899</c:v>
                </c:pt>
                <c:pt idx="13564">
                  <c:v>161.58571388271599</c:v>
                </c:pt>
                <c:pt idx="13565">
                  <c:v>161.58591670232099</c:v>
                </c:pt>
                <c:pt idx="13566">
                  <c:v>161.58611945726301</c:v>
                </c:pt>
                <c:pt idx="13567">
                  <c:v>161.586322147564</c:v>
                </c:pt>
                <c:pt idx="13568">
                  <c:v>161.58652477324401</c:v>
                </c:pt>
                <c:pt idx="13569">
                  <c:v>161.586727334323</c:v>
                </c:pt>
                <c:pt idx="13570">
                  <c:v>161.58692983082199</c:v>
                </c:pt>
                <c:pt idx="13571">
                  <c:v>161.587132262762</c:v>
                </c:pt>
                <c:pt idx="13572">
                  <c:v>161.58733463016401</c:v>
                </c:pt>
                <c:pt idx="13573">
                  <c:v>161.58753693304701</c:v>
                </c:pt>
                <c:pt idx="13574">
                  <c:v>161.58773917143299</c:v>
                </c:pt>
                <c:pt idx="13575">
                  <c:v>161.58794134534199</c:v>
                </c:pt>
                <c:pt idx="13576">
                  <c:v>161.58814345479499</c:v>
                </c:pt>
                <c:pt idx="13577">
                  <c:v>161.58834549981199</c:v>
                </c:pt>
                <c:pt idx="13578">
                  <c:v>161.58854748041401</c:v>
                </c:pt>
                <c:pt idx="13579">
                  <c:v>161.58874939662101</c:v>
                </c:pt>
                <c:pt idx="13580">
                  <c:v>161.58895124845401</c:v>
                </c:pt>
                <c:pt idx="13581">
                  <c:v>161.58915303593301</c:v>
                </c:pt>
                <c:pt idx="13582">
                  <c:v>161.58935475907899</c:v>
                </c:pt>
                <c:pt idx="13583">
                  <c:v>161.589556417913</c:v>
                </c:pt>
                <c:pt idx="13584">
                  <c:v>161.58975801245501</c:v>
                </c:pt>
                <c:pt idx="13585">
                  <c:v>161.58995954272501</c:v>
                </c:pt>
                <c:pt idx="13586">
                  <c:v>161.59016100874399</c:v>
                </c:pt>
                <c:pt idx="13587">
                  <c:v>161.590362410533</c:v>
                </c:pt>
                <c:pt idx="13588">
                  <c:v>161.590563748112</c:v>
                </c:pt>
                <c:pt idx="13589">
                  <c:v>161.590765021501</c:v>
                </c:pt>
                <c:pt idx="13590">
                  <c:v>161.59096623072099</c:v>
                </c:pt>
                <c:pt idx="13591">
                  <c:v>161.59116737579299</c:v>
                </c:pt>
                <c:pt idx="13592">
                  <c:v>161.591368456737</c:v>
                </c:pt>
                <c:pt idx="13593">
                  <c:v>161.59156947357201</c:v>
                </c:pt>
                <c:pt idx="13594">
                  <c:v>161.59177042632101</c:v>
                </c:pt>
                <c:pt idx="13595">
                  <c:v>161.59197131500301</c:v>
                </c:pt>
                <c:pt idx="13596">
                  <c:v>161.59217213963899</c:v>
                </c:pt>
                <c:pt idx="13597">
                  <c:v>161.59237290024799</c:v>
                </c:pt>
                <c:pt idx="13598">
                  <c:v>161.59257359685199</c:v>
                </c:pt>
                <c:pt idx="13599">
                  <c:v>161.59277422947201</c:v>
                </c:pt>
                <c:pt idx="13600">
                  <c:v>161.59297479812599</c:v>
                </c:pt>
                <c:pt idx="13601">
                  <c:v>161.59317530283599</c:v>
                </c:pt>
                <c:pt idx="13602">
                  <c:v>161.593375743623</c:v>
                </c:pt>
                <c:pt idx="13603">
                  <c:v>161.59357612050599</c:v>
                </c:pt>
                <c:pt idx="13604">
                  <c:v>161.59377643350601</c:v>
                </c:pt>
                <c:pt idx="13605">
                  <c:v>161.59397668264299</c:v>
                </c:pt>
                <c:pt idx="13606">
                  <c:v>161.59417686793799</c:v>
                </c:pt>
                <c:pt idx="13607">
                  <c:v>161.59437698941099</c:v>
                </c:pt>
                <c:pt idx="13608">
                  <c:v>161.59457704708299</c:v>
                </c:pt>
                <c:pt idx="13609">
                  <c:v>161.59477704097301</c:v>
                </c:pt>
                <c:pt idx="13610">
                  <c:v>161.59497697110299</c:v>
                </c:pt>
                <c:pt idx="13611">
                  <c:v>161.59517683749201</c:v>
                </c:pt>
                <c:pt idx="13612">
                  <c:v>161.59537664016</c:v>
                </c:pt>
                <c:pt idx="13613">
                  <c:v>161.595576379129</c:v>
                </c:pt>
                <c:pt idx="13614">
                  <c:v>161.59577605441899</c:v>
                </c:pt>
                <c:pt idx="13615">
                  <c:v>161.59597566604899</c:v>
                </c:pt>
                <c:pt idx="13616">
                  <c:v>161.59617521403999</c:v>
                </c:pt>
                <c:pt idx="13617">
                  <c:v>161.59637469841201</c:v>
                </c:pt>
                <c:pt idx="13618">
                  <c:v>161.59657411918701</c:v>
                </c:pt>
                <c:pt idx="13619">
                  <c:v>161.59677347638299</c:v>
                </c:pt>
                <c:pt idx="13620">
                  <c:v>161.59697277002101</c:v>
                </c:pt>
                <c:pt idx="13621">
                  <c:v>161.59717200012199</c:v>
                </c:pt>
                <c:pt idx="13622">
                  <c:v>161.59737116670601</c:v>
                </c:pt>
                <c:pt idx="13623">
                  <c:v>161.59757026979199</c:v>
                </c:pt>
                <c:pt idx="13624">
                  <c:v>161.59776930940299</c:v>
                </c:pt>
                <c:pt idx="13625">
                  <c:v>161.59796828555599</c:v>
                </c:pt>
                <c:pt idx="13626">
                  <c:v>161.59816719827401</c:v>
                </c:pt>
                <c:pt idx="13627">
                  <c:v>161.59836604757501</c:v>
                </c:pt>
                <c:pt idx="13628">
                  <c:v>161.59856483348099</c:v>
                </c:pt>
                <c:pt idx="13629">
                  <c:v>161.59876355601099</c:v>
                </c:pt>
                <c:pt idx="13630">
                  <c:v>161.59896221518599</c:v>
                </c:pt>
                <c:pt idx="13631">
                  <c:v>161.599160811026</c:v>
                </c:pt>
                <c:pt idx="13632">
                  <c:v>161.59935934355099</c:v>
                </c:pt>
                <c:pt idx="13633">
                  <c:v>161.599557812781</c:v>
                </c:pt>
                <c:pt idx="13634">
                  <c:v>161.59975621873701</c:v>
                </c:pt>
                <c:pt idx="13635">
                  <c:v>161.59995456143801</c:v>
                </c:pt>
                <c:pt idx="13636">
                  <c:v>161.60015284090599</c:v>
                </c:pt>
                <c:pt idx="13637">
                  <c:v>161.600351057159</c:v>
                </c:pt>
                <c:pt idx="13638">
                  <c:v>161.60054921021899</c:v>
                </c:pt>
                <c:pt idx="13639">
                  <c:v>161.60074730010501</c:v>
                </c:pt>
                <c:pt idx="13640">
                  <c:v>161.60094532683701</c:v>
                </c:pt>
                <c:pt idx="13641">
                  <c:v>161.601143290436</c:v>
                </c:pt>
                <c:pt idx="13642">
                  <c:v>161.601341190922</c:v>
                </c:pt>
                <c:pt idx="13643">
                  <c:v>161.60153902831499</c:v>
                </c:pt>
                <c:pt idx="13644">
                  <c:v>161.601736802635</c:v>
                </c:pt>
                <c:pt idx="13645">
                  <c:v>161.60193451390199</c:v>
                </c:pt>
                <c:pt idx="13646">
                  <c:v>161.602132162137</c:v>
                </c:pt>
                <c:pt idx="13647">
                  <c:v>161.60232974735899</c:v>
                </c:pt>
                <c:pt idx="13648">
                  <c:v>161.60252726958799</c:v>
                </c:pt>
                <c:pt idx="13649">
                  <c:v>161.602724728845</c:v>
                </c:pt>
                <c:pt idx="13650">
                  <c:v>161.60292212515</c:v>
                </c:pt>
                <c:pt idx="13651">
                  <c:v>161.603119458522</c:v>
                </c:pt>
                <c:pt idx="13652">
                  <c:v>161.603316728983</c:v>
                </c:pt>
                <c:pt idx="13653">
                  <c:v>161.603513936551</c:v>
                </c:pt>
                <c:pt idx="13654">
                  <c:v>161.60371108124701</c:v>
                </c:pt>
                <c:pt idx="13655">
                  <c:v>161.603908163092</c:v>
                </c:pt>
                <c:pt idx="13656">
                  <c:v>161.60410518210401</c:v>
                </c:pt>
                <c:pt idx="13657">
                  <c:v>161.604302138305</c:v>
                </c:pt>
                <c:pt idx="13658">
                  <c:v>161.604499031713</c:v>
                </c:pt>
                <c:pt idx="13659">
                  <c:v>161.60469586235001</c:v>
                </c:pt>
                <c:pt idx="13660">
                  <c:v>161.60489263023501</c:v>
                </c:pt>
                <c:pt idx="13661">
                  <c:v>161.60508933538901</c:v>
                </c:pt>
                <c:pt idx="13662">
                  <c:v>161.60528597782999</c:v>
                </c:pt>
                <c:pt idx="13663">
                  <c:v>161.60548255757999</c:v>
                </c:pt>
                <c:pt idx="13664">
                  <c:v>161.60567907465901</c:v>
                </c:pt>
                <c:pt idx="13665">
                  <c:v>161.60587552908501</c:v>
                </c:pt>
                <c:pt idx="13666">
                  <c:v>161.60607192088</c:v>
                </c:pt>
                <c:pt idx="13667">
                  <c:v>161.60626825006301</c:v>
                </c:pt>
                <c:pt idx="13668">
                  <c:v>161.606464516654</c:v>
                </c:pt>
                <c:pt idx="13669">
                  <c:v>161.60666072067301</c:v>
                </c:pt>
                <c:pt idx="13670">
                  <c:v>161.60685686214001</c:v>
                </c:pt>
                <c:pt idx="13671">
                  <c:v>161.60705294107601</c:v>
                </c:pt>
                <c:pt idx="13672">
                  <c:v>161.607248957499</c:v>
                </c:pt>
                <c:pt idx="13673">
                  <c:v>161.607444911431</c:v>
                </c:pt>
                <c:pt idx="13674">
                  <c:v>161.60764080288999</c:v>
                </c:pt>
                <c:pt idx="13675">
                  <c:v>161.60783663189699</c:v>
                </c:pt>
                <c:pt idx="13676">
                  <c:v>161.60803239847201</c:v>
                </c:pt>
                <c:pt idx="13677">
                  <c:v>161.608228102635</c:v>
                </c:pt>
                <c:pt idx="13678">
                  <c:v>161.608423744405</c:v>
                </c:pt>
                <c:pt idx="13679">
                  <c:v>161.608619323802</c:v>
                </c:pt>
                <c:pt idx="13680">
                  <c:v>161.608814840847</c:v>
                </c:pt>
                <c:pt idx="13681">
                  <c:v>161.60901029556001</c:v>
                </c:pt>
                <c:pt idx="13682">
                  <c:v>161.60920568795899</c:v>
                </c:pt>
                <c:pt idx="13683">
                  <c:v>161.609401018066</c:v>
                </c:pt>
                <c:pt idx="13684">
                  <c:v>161.60959628589899</c:v>
                </c:pt>
                <c:pt idx="13685">
                  <c:v>161.609791491479</c:v>
                </c:pt>
                <c:pt idx="13686">
                  <c:v>161.60998663482599</c:v>
                </c:pt>
                <c:pt idx="13687">
                  <c:v>161.61018171595899</c:v>
                </c:pt>
                <c:pt idx="13688">
                  <c:v>161.61037673489801</c:v>
                </c:pt>
                <c:pt idx="13689">
                  <c:v>161.61057169166401</c:v>
                </c:pt>
                <c:pt idx="13690">
                  <c:v>161.61076658627599</c:v>
                </c:pt>
                <c:pt idx="13691">
                  <c:v>161.61096141875299</c:v>
                </c:pt>
                <c:pt idx="13692">
                  <c:v>161.611156189116</c:v>
                </c:pt>
                <c:pt idx="13693">
                  <c:v>161.61135089738499</c:v>
                </c:pt>
                <c:pt idx="13694">
                  <c:v>161.61154554357901</c:v>
                </c:pt>
                <c:pt idx="13695">
                  <c:v>161.61174012771801</c:v>
                </c:pt>
                <c:pt idx="13696">
                  <c:v>161.61193464982099</c:v>
                </c:pt>
                <c:pt idx="13697">
                  <c:v>161.61212910991</c:v>
                </c:pt>
                <c:pt idx="13698">
                  <c:v>161.61232350800299</c:v>
                </c:pt>
                <c:pt idx="13699">
                  <c:v>161.61251784411999</c:v>
                </c:pt>
                <c:pt idx="13700">
                  <c:v>161.612712118281</c:v>
                </c:pt>
                <c:pt idx="13701">
                  <c:v>161.61290633050501</c:v>
                </c:pt>
                <c:pt idx="13702">
                  <c:v>161.61310048081401</c:v>
                </c:pt>
                <c:pt idx="13703">
                  <c:v>161.61329456922499</c:v>
                </c:pt>
                <c:pt idx="13704">
                  <c:v>161.61348859576</c:v>
                </c:pt>
                <c:pt idx="13705">
                  <c:v>161.61368256043701</c:v>
                </c:pt>
                <c:pt idx="13706">
                  <c:v>161.61387646327699</c:v>
                </c:pt>
                <c:pt idx="13707">
                  <c:v>161.614070304298</c:v>
                </c:pt>
                <c:pt idx="13708">
                  <c:v>161.61426408352199</c:v>
                </c:pt>
                <c:pt idx="13709">
                  <c:v>161.61445780096801</c:v>
                </c:pt>
                <c:pt idx="13710">
                  <c:v>161.614651456654</c:v>
                </c:pt>
                <c:pt idx="13711">
                  <c:v>161.61484505060201</c:v>
                </c:pt>
                <c:pt idx="13712">
                  <c:v>161.615038582831</c:v>
                </c:pt>
                <c:pt idx="13713">
                  <c:v>161.61523205335899</c:v>
                </c:pt>
                <c:pt idx="13714">
                  <c:v>161.61542546220801</c:v>
                </c:pt>
                <c:pt idx="13715">
                  <c:v>161.61561880939701</c:v>
                </c:pt>
                <c:pt idx="13716">
                  <c:v>161.615812094945</c:v>
                </c:pt>
                <c:pt idx="13717">
                  <c:v>161.61600531887299</c:v>
                </c:pt>
                <c:pt idx="13718">
                  <c:v>161.61619848119901</c:v>
                </c:pt>
                <c:pt idx="13719">
                  <c:v>161.61639158194299</c:v>
                </c:pt>
                <c:pt idx="13720">
                  <c:v>161.61658462112601</c:v>
                </c:pt>
                <c:pt idx="13721">
                  <c:v>161.61677759876599</c:v>
                </c:pt>
                <c:pt idx="13722">
                  <c:v>161.61697051488301</c:v>
                </c:pt>
                <c:pt idx="13723">
                  <c:v>161.617163369498</c:v>
                </c:pt>
                <c:pt idx="13724">
                  <c:v>161.61735616262899</c:v>
                </c:pt>
                <c:pt idx="13725">
                  <c:v>161.61754889429599</c:v>
                </c:pt>
                <c:pt idx="13726">
                  <c:v>161.61774156451901</c:v>
                </c:pt>
                <c:pt idx="13727">
                  <c:v>161.617934173317</c:v>
                </c:pt>
                <c:pt idx="13728">
                  <c:v>161.61812672070999</c:v>
                </c:pt>
                <c:pt idx="13729">
                  <c:v>161.61831920671801</c:v>
                </c:pt>
                <c:pt idx="13730">
                  <c:v>161.61851163136001</c:v>
                </c:pt>
                <c:pt idx="13731">
                  <c:v>161.61870399465599</c:v>
                </c:pt>
                <c:pt idx="13732">
                  <c:v>161.618896296625</c:v>
                </c:pt>
                <c:pt idx="13733">
                  <c:v>161.61908853728701</c:v>
                </c:pt>
                <c:pt idx="13734">
                  <c:v>161.619280716661</c:v>
                </c:pt>
                <c:pt idx="13735">
                  <c:v>161.61947283476701</c:v>
                </c:pt>
                <c:pt idx="13736">
                  <c:v>161.61966489162501</c:v>
                </c:pt>
                <c:pt idx="13737">
                  <c:v>161.619856887254</c:v>
                </c:pt>
                <c:pt idx="13738">
                  <c:v>161.62004882167301</c:v>
                </c:pt>
                <c:pt idx="13739">
                  <c:v>161.620240694903</c:v>
                </c:pt>
                <c:pt idx="13740">
                  <c:v>161.620432506962</c:v>
                </c:pt>
                <c:pt idx="13741">
                  <c:v>161.62062425786999</c:v>
                </c:pt>
                <c:pt idx="13742">
                  <c:v>161.620815947647</c:v>
                </c:pt>
                <c:pt idx="13743">
                  <c:v>161.621007576311</c:v>
                </c:pt>
                <c:pt idx="13744">
                  <c:v>161.62119914388401</c:v>
                </c:pt>
                <c:pt idx="13745">
                  <c:v>161.621390650384</c:v>
                </c:pt>
                <c:pt idx="13746">
                  <c:v>161.62158209583001</c:v>
                </c:pt>
                <c:pt idx="13747">
                  <c:v>161.62177348024201</c:v>
                </c:pt>
                <c:pt idx="13748">
                  <c:v>161.62196480364</c:v>
                </c:pt>
                <c:pt idx="13749">
                  <c:v>161.622156066043</c:v>
                </c:pt>
                <c:pt idx="13750">
                  <c:v>161.62234726746999</c:v>
                </c:pt>
                <c:pt idx="13751">
                  <c:v>161.62253840794099</c:v>
                </c:pt>
                <c:pt idx="13752">
                  <c:v>161.62272948747599</c:v>
                </c:pt>
                <c:pt idx="13753">
                  <c:v>161.62292050609301</c:v>
                </c:pt>
                <c:pt idx="13754">
                  <c:v>161.62311146381299</c:v>
                </c:pt>
                <c:pt idx="13755">
                  <c:v>161.62330236065401</c:v>
                </c:pt>
                <c:pt idx="13756">
                  <c:v>161.62349319663701</c:v>
                </c:pt>
                <c:pt idx="13757">
                  <c:v>161.623683971779</c:v>
                </c:pt>
                <c:pt idx="13758">
                  <c:v>161.623874686102</c:v>
                </c:pt>
                <c:pt idx="13759">
                  <c:v>161.624065339624</c:v>
                </c:pt>
                <c:pt idx="13760">
                  <c:v>161.624255932365</c:v>
                </c:pt>
                <c:pt idx="13761">
                  <c:v>161.62444646434301</c:v>
                </c:pt>
                <c:pt idx="13762">
                  <c:v>161.62463693557899</c:v>
                </c:pt>
                <c:pt idx="13763">
                  <c:v>161.62482734609199</c:v>
                </c:pt>
                <c:pt idx="13764">
                  <c:v>161.62501769590099</c:v>
                </c:pt>
                <c:pt idx="13765">
                  <c:v>161.62520798502601</c:v>
                </c:pt>
                <c:pt idx="13766">
                  <c:v>161.62539821348599</c:v>
                </c:pt>
                <c:pt idx="13767">
                  <c:v>161.62558838129999</c:v>
                </c:pt>
                <c:pt idx="13768">
                  <c:v>161.62577848848699</c:v>
                </c:pt>
                <c:pt idx="13769">
                  <c:v>161.62596853506801</c:v>
                </c:pt>
                <c:pt idx="13770">
                  <c:v>161.62615852106001</c:v>
                </c:pt>
                <c:pt idx="13771">
                  <c:v>161.626348446485</c:v>
                </c:pt>
                <c:pt idx="13772">
                  <c:v>161.62653831136001</c:v>
                </c:pt>
                <c:pt idx="13773">
                  <c:v>161.62672811570599</c:v>
                </c:pt>
                <c:pt idx="13774">
                  <c:v>161.62691785954101</c:v>
                </c:pt>
                <c:pt idx="13775">
                  <c:v>161.627107542885</c:v>
                </c:pt>
                <c:pt idx="13776">
                  <c:v>161.627297165757</c:v>
                </c:pt>
                <c:pt idx="13777">
                  <c:v>161.627486728176</c:v>
                </c:pt>
                <c:pt idx="13778">
                  <c:v>161.627676230162</c:v>
                </c:pt>
                <c:pt idx="13779">
                  <c:v>161.62786567173501</c:v>
                </c:pt>
                <c:pt idx="13780">
                  <c:v>161.628055052912</c:v>
                </c:pt>
                <c:pt idx="13781">
                  <c:v>161.62824437371401</c:v>
                </c:pt>
                <c:pt idx="13782">
                  <c:v>161.62843363415999</c:v>
                </c:pt>
                <c:pt idx="13783">
                  <c:v>161.62862283426901</c:v>
                </c:pt>
                <c:pt idx="13784">
                  <c:v>161.62881197406</c:v>
                </c:pt>
                <c:pt idx="13785">
                  <c:v>161.629001053553</c:v>
                </c:pt>
                <c:pt idx="13786">
                  <c:v>161.62919007276599</c:v>
                </c:pt>
                <c:pt idx="13787">
                  <c:v>161.62937903171999</c:v>
                </c:pt>
                <c:pt idx="13788">
                  <c:v>161.62956793043199</c:v>
                </c:pt>
                <c:pt idx="13789">
                  <c:v>161.62975676892299</c:v>
                </c:pt>
                <c:pt idx="13790">
                  <c:v>161.629945547212</c:v>
                </c:pt>
                <c:pt idx="13791">
                  <c:v>161.63013426531799</c:v>
                </c:pt>
                <c:pt idx="13792">
                  <c:v>161.630322923259</c:v>
                </c:pt>
                <c:pt idx="13793">
                  <c:v>161.63051152105601</c:v>
                </c:pt>
                <c:pt idx="13794">
                  <c:v>161.630700058727</c:v>
                </c:pt>
                <c:pt idx="13795">
                  <c:v>161.63088853629199</c:v>
                </c:pt>
                <c:pt idx="13796">
                  <c:v>161.63107695376999</c:v>
                </c:pt>
                <c:pt idx="13797">
                  <c:v>161.63126531117899</c:v>
                </c:pt>
                <c:pt idx="13798">
                  <c:v>161.63145360854</c:v>
                </c:pt>
                <c:pt idx="13799">
                  <c:v>161.631641845871</c:v>
                </c:pt>
                <c:pt idx="13800">
                  <c:v>161.63183002319099</c:v>
                </c:pt>
                <c:pt idx="13801">
                  <c:v>161.63201814051999</c:v>
                </c:pt>
                <c:pt idx="13802">
                  <c:v>161.632206197876</c:v>
                </c:pt>
                <c:pt idx="13803">
                  <c:v>161.63239419528</c:v>
                </c:pt>
                <c:pt idx="13804">
                  <c:v>161.63258213274901</c:v>
                </c:pt>
                <c:pt idx="13805">
                  <c:v>161.63277001030301</c:v>
                </c:pt>
                <c:pt idx="13806">
                  <c:v>161.632957827962</c:v>
                </c:pt>
                <c:pt idx="13807">
                  <c:v>161.63314558574299</c:v>
                </c:pt>
                <c:pt idx="13808">
                  <c:v>161.63333328366701</c:v>
                </c:pt>
                <c:pt idx="13809">
                  <c:v>161.63352092175299</c:v>
                </c:pt>
                <c:pt idx="13810">
                  <c:v>161.633708500019</c:v>
                </c:pt>
                <c:pt idx="13811">
                  <c:v>161.63389601848399</c:v>
                </c:pt>
                <c:pt idx="13812">
                  <c:v>161.63408347716901</c:v>
                </c:pt>
                <c:pt idx="13813">
                  <c:v>161.63427087609099</c:v>
                </c:pt>
                <c:pt idx="13814">
                  <c:v>161.63445821527</c:v>
                </c:pt>
                <c:pt idx="13815">
                  <c:v>161.634645494724</c:v>
                </c:pt>
                <c:pt idx="13816">
                  <c:v>161.63483271447399</c:v>
                </c:pt>
                <c:pt idx="13817">
                  <c:v>161.63501987453799</c:v>
                </c:pt>
                <c:pt idx="13818">
                  <c:v>161.63520697493399</c:v>
                </c:pt>
                <c:pt idx="13819">
                  <c:v>161.635394015683</c:v>
                </c:pt>
                <c:pt idx="13820">
                  <c:v>161.63558099680299</c:v>
                </c:pt>
                <c:pt idx="13821">
                  <c:v>161.63576791831301</c:v>
                </c:pt>
                <c:pt idx="13822">
                  <c:v>161.635954780232</c:v>
                </c:pt>
                <c:pt idx="13823">
                  <c:v>161.636141582579</c:v>
                </c:pt>
                <c:pt idx="13824">
                  <c:v>161.636328325373</c:v>
                </c:pt>
                <c:pt idx="13825">
                  <c:v>161.63651500863401</c:v>
                </c:pt>
                <c:pt idx="13826">
                  <c:v>161.63670163237899</c:v>
                </c:pt>
                <c:pt idx="13827">
                  <c:v>161.636888196629</c:v>
                </c:pt>
                <c:pt idx="13828">
                  <c:v>161.63707470140099</c:v>
                </c:pt>
                <c:pt idx="13829">
                  <c:v>161.63726114671601</c:v>
                </c:pt>
                <c:pt idx="13830">
                  <c:v>161.63744753259201</c:v>
                </c:pt>
                <c:pt idx="13831">
                  <c:v>161.63763385904701</c:v>
                </c:pt>
                <c:pt idx="13832">
                  <c:v>161.63782012610201</c:v>
                </c:pt>
                <c:pt idx="13833">
                  <c:v>161.638006333774</c:v>
                </c:pt>
                <c:pt idx="13834">
                  <c:v>161.63819248208301</c:v>
                </c:pt>
                <c:pt idx="13835">
                  <c:v>161.63837857104801</c:v>
                </c:pt>
                <c:pt idx="13836">
                  <c:v>161.638564600688</c:v>
                </c:pt>
                <c:pt idx="13837">
                  <c:v>161.63875057102101</c:v>
                </c:pt>
                <c:pt idx="13838">
                  <c:v>161.63893648206599</c:v>
                </c:pt>
                <c:pt idx="13839">
                  <c:v>161.63912233384301</c:v>
                </c:pt>
                <c:pt idx="13840">
                  <c:v>161.63930812637099</c:v>
                </c:pt>
                <c:pt idx="13841">
                  <c:v>161.639493859667</c:v>
                </c:pt>
                <c:pt idx="13842">
                  <c:v>161.639679533752</c:v>
                </c:pt>
                <c:pt idx="13843">
                  <c:v>161.63986514864399</c:v>
                </c:pt>
                <c:pt idx="13844">
                  <c:v>161.64005070436099</c:v>
                </c:pt>
                <c:pt idx="13845">
                  <c:v>161.64023620092399</c:v>
                </c:pt>
                <c:pt idx="13846">
                  <c:v>161.64042163835001</c:v>
                </c:pt>
                <c:pt idx="13847">
                  <c:v>161.64060701665801</c:v>
                </c:pt>
                <c:pt idx="13848">
                  <c:v>161.64079233586801</c:v>
                </c:pt>
                <c:pt idx="13849">
                  <c:v>161.64097759599801</c:v>
                </c:pt>
                <c:pt idx="13850">
                  <c:v>161.64116279706701</c:v>
                </c:pt>
                <c:pt idx="13851">
                  <c:v>161.641347939094</c:v>
                </c:pt>
                <c:pt idx="13852">
                  <c:v>161.64153302209701</c:v>
                </c:pt>
                <c:pt idx="13853">
                  <c:v>161.641718046096</c:v>
                </c:pt>
                <c:pt idx="13854">
                  <c:v>161.64190301111</c:v>
                </c:pt>
                <c:pt idx="13855">
                  <c:v>161.642087917156</c:v>
                </c:pt>
                <c:pt idx="13856">
                  <c:v>161.64227276425501</c:v>
                </c:pt>
                <c:pt idx="13857">
                  <c:v>161.64245755242399</c:v>
                </c:pt>
                <c:pt idx="13858">
                  <c:v>161.64264228168301</c:v>
                </c:pt>
                <c:pt idx="13859">
                  <c:v>161.64282695205</c:v>
                </c:pt>
                <c:pt idx="13860">
                  <c:v>161.643011563545</c:v>
                </c:pt>
                <c:pt idx="13861">
                  <c:v>161.64319611618501</c:v>
                </c:pt>
                <c:pt idx="13862">
                  <c:v>161.64338060999</c:v>
                </c:pt>
                <c:pt idx="13863">
                  <c:v>161.643565044979</c:v>
                </c:pt>
                <c:pt idx="13864">
                  <c:v>161.64374942117001</c:v>
                </c:pt>
                <c:pt idx="13865">
                  <c:v>161.64393373858101</c:v>
                </c:pt>
                <c:pt idx="13866">
                  <c:v>161.644117997233</c:v>
                </c:pt>
                <c:pt idx="13867">
                  <c:v>161.64430219714299</c:v>
                </c:pt>
                <c:pt idx="13868">
                  <c:v>161.64448633833001</c:v>
                </c:pt>
                <c:pt idx="13869">
                  <c:v>161.64467042081299</c:v>
                </c:pt>
                <c:pt idx="13870">
                  <c:v>161.64485444461101</c:v>
                </c:pt>
                <c:pt idx="13871">
                  <c:v>161.645038409742</c:v>
                </c:pt>
                <c:pt idx="13872">
                  <c:v>161.64522231622499</c:v>
                </c:pt>
                <c:pt idx="13873">
                  <c:v>161.64540616407899</c:v>
                </c:pt>
                <c:pt idx="13874">
                  <c:v>161.645589953323</c:v>
                </c:pt>
                <c:pt idx="13875">
                  <c:v>161.645773683974</c:v>
                </c:pt>
                <c:pt idx="13876">
                  <c:v>161.645957356053</c:v>
                </c:pt>
                <c:pt idx="13877">
                  <c:v>161.646140969577</c:v>
                </c:pt>
                <c:pt idx="13878">
                  <c:v>161.64632452456601</c:v>
                </c:pt>
                <c:pt idx="13879">
                  <c:v>161.64650802103699</c:v>
                </c:pt>
                <c:pt idx="13880">
                  <c:v>161.64669145900999</c:v>
                </c:pt>
                <c:pt idx="13881">
                  <c:v>161.64687483850301</c:v>
                </c:pt>
                <c:pt idx="13882">
                  <c:v>161.64705815953499</c:v>
                </c:pt>
                <c:pt idx="13883">
                  <c:v>161.64724142212501</c:v>
                </c:pt>
                <c:pt idx="13884">
                  <c:v>161.64742462628999</c:v>
                </c:pt>
                <c:pt idx="13885">
                  <c:v>161.647607772051</c:v>
                </c:pt>
                <c:pt idx="13886">
                  <c:v>161.64779085942499</c:v>
                </c:pt>
                <c:pt idx="13887">
                  <c:v>161.64797388843101</c:v>
                </c:pt>
                <c:pt idx="13888">
                  <c:v>161.648156859088</c:v>
                </c:pt>
                <c:pt idx="13889">
                  <c:v>161.64833977141399</c:v>
                </c:pt>
                <c:pt idx="13890">
                  <c:v>161.648522625428</c:v>
                </c:pt>
                <c:pt idx="13891">
                  <c:v>161.64870542114801</c:v>
                </c:pt>
                <c:pt idx="13892">
                  <c:v>161.64888815859399</c:v>
                </c:pt>
                <c:pt idx="13893">
                  <c:v>161.649070837783</c:v>
                </c:pt>
                <c:pt idx="13894">
                  <c:v>161.64925345873399</c:v>
                </c:pt>
                <c:pt idx="13895">
                  <c:v>161.64943602146701</c:v>
                </c:pt>
                <c:pt idx="13896">
                  <c:v>161.64961852599799</c:v>
                </c:pt>
                <c:pt idx="13897">
                  <c:v>161.649800972348</c:v>
                </c:pt>
                <c:pt idx="13898">
                  <c:v>161.64998336053401</c:v>
                </c:pt>
                <c:pt idx="13899">
                  <c:v>161.65016569057499</c:v>
                </c:pt>
                <c:pt idx="13900">
                  <c:v>161.65034796249</c:v>
                </c:pt>
                <c:pt idx="13901">
                  <c:v>161.650530176297</c:v>
                </c:pt>
                <c:pt idx="13902">
                  <c:v>161.65071233201499</c:v>
                </c:pt>
                <c:pt idx="13903">
                  <c:v>161.650894429662</c:v>
                </c:pt>
                <c:pt idx="13904">
                  <c:v>161.65107646925699</c:v>
                </c:pt>
                <c:pt idx="13905">
                  <c:v>161.65125845081801</c:v>
                </c:pt>
                <c:pt idx="13906">
                  <c:v>161.65144037436301</c:v>
                </c:pt>
                <c:pt idx="13907">
                  <c:v>161.651622239912</c:v>
                </c:pt>
                <c:pt idx="13908">
                  <c:v>161.65180404748301</c:v>
                </c:pt>
                <c:pt idx="13909">
                  <c:v>161.651985797094</c:v>
                </c:pt>
                <c:pt idx="13910">
                  <c:v>161.65216748876401</c:v>
                </c:pt>
                <c:pt idx="13911">
                  <c:v>161.652349122511</c:v>
                </c:pt>
                <c:pt idx="13912">
                  <c:v>161.65253069835401</c:v>
                </c:pt>
                <c:pt idx="13913">
                  <c:v>161.65271221631099</c:v>
                </c:pt>
                <c:pt idx="13914">
                  <c:v>161.6528936764</c:v>
                </c:pt>
                <c:pt idx="13915">
                  <c:v>161.653075078641</c:v>
                </c:pt>
                <c:pt idx="13916">
                  <c:v>161.653256423051</c:v>
                </c:pt>
                <c:pt idx="13917">
                  <c:v>161.65343770964901</c:v>
                </c:pt>
                <c:pt idx="13918">
                  <c:v>161.653618938454</c:v>
                </c:pt>
                <c:pt idx="13919">
                  <c:v>161.653800109484</c:v>
                </c:pt>
                <c:pt idx="13920">
                  <c:v>161.65398122275599</c:v>
                </c:pt>
                <c:pt idx="13921">
                  <c:v>161.65416227829101</c:v>
                </c:pt>
                <c:pt idx="13922">
                  <c:v>161.654343276106</c:v>
                </c:pt>
                <c:pt idx="13923">
                  <c:v>161.65452421621899</c:v>
                </c:pt>
                <c:pt idx="13924">
                  <c:v>161.654705098649</c:v>
                </c:pt>
                <c:pt idx="13925">
                  <c:v>161.65488592341501</c:v>
                </c:pt>
                <c:pt idx="13926">
                  <c:v>161.655066690534</c:v>
                </c:pt>
                <c:pt idx="13927">
                  <c:v>161.65524740002499</c:v>
                </c:pt>
                <c:pt idx="13928">
                  <c:v>161.65542805190699</c:v>
                </c:pt>
                <c:pt idx="13929">
                  <c:v>161.655608646198</c:v>
                </c:pt>
                <c:pt idx="13930">
                  <c:v>161.65578918291601</c:v>
                </c:pt>
                <c:pt idx="13931">
                  <c:v>161.655969662079</c:v>
                </c:pt>
                <c:pt idx="13932">
                  <c:v>161.65615008370699</c:v>
                </c:pt>
                <c:pt idx="13933">
                  <c:v>161.656330447817</c:v>
                </c:pt>
                <c:pt idx="13934">
                  <c:v>161.65651075442699</c:v>
                </c:pt>
                <c:pt idx="13935">
                  <c:v>161.656691003557</c:v>
                </c:pt>
                <c:pt idx="13936">
                  <c:v>161.656871195224</c:v>
                </c:pt>
                <c:pt idx="13937">
                  <c:v>161.657051329447</c:v>
                </c:pt>
                <c:pt idx="13938">
                  <c:v>161.657231406243</c:v>
                </c:pt>
                <c:pt idx="13939">
                  <c:v>161.65741142563201</c:v>
                </c:pt>
                <c:pt idx="13940">
                  <c:v>161.65759138763201</c:v>
                </c:pt>
                <c:pt idx="13941">
                  <c:v>161.65777129226001</c:v>
                </c:pt>
                <c:pt idx="13942">
                  <c:v>161.65795113953601</c:v>
                </c:pt>
                <c:pt idx="13943">
                  <c:v>161.65813092947701</c:v>
                </c:pt>
                <c:pt idx="13944">
                  <c:v>161.658310662102</c:v>
                </c:pt>
                <c:pt idx="13945">
                  <c:v>161.65849033742899</c:v>
                </c:pt>
                <c:pt idx="13946">
                  <c:v>161.658669955476</c:v>
                </c:pt>
                <c:pt idx="13947">
                  <c:v>161.65884951626199</c:v>
                </c:pt>
                <c:pt idx="13948">
                  <c:v>161.65902901980499</c:v>
                </c:pt>
                <c:pt idx="13949">
                  <c:v>161.659208466123</c:v>
                </c:pt>
                <c:pt idx="13950">
                  <c:v>161.659387855234</c:v>
                </c:pt>
                <c:pt idx="13951">
                  <c:v>161.65956718715699</c:v>
                </c:pt>
                <c:pt idx="13952">
                  <c:v>161.65974646191</c:v>
                </c:pt>
                <c:pt idx="13953">
                  <c:v>161.65992567951201</c:v>
                </c:pt>
                <c:pt idx="13954">
                  <c:v>161.660104839979</c:v>
                </c:pt>
                <c:pt idx="13955">
                  <c:v>161.660283943331</c:v>
                </c:pt>
                <c:pt idx="13956">
                  <c:v>161.66046298958599</c:v>
                </c:pt>
                <c:pt idx="13957">
                  <c:v>161.66064197876099</c:v>
                </c:pt>
                <c:pt idx="13958">
                  <c:v>161.660820910876</c:v>
                </c:pt>
                <c:pt idx="13959">
                  <c:v>161.660999785949</c:v>
                </c:pt>
                <c:pt idx="13960">
                  <c:v>161.661178603997</c:v>
                </c:pt>
                <c:pt idx="13961">
                  <c:v>161.66135736503901</c:v>
                </c:pt>
                <c:pt idx="13962">
                  <c:v>161.66153606909199</c:v>
                </c:pt>
                <c:pt idx="13963">
                  <c:v>161.66171471617599</c:v>
                </c:pt>
                <c:pt idx="13964">
                  <c:v>161.661893306308</c:v>
                </c:pt>
                <c:pt idx="13965">
                  <c:v>161.66207183950701</c:v>
                </c:pt>
                <c:pt idx="13966">
                  <c:v>161.66225031579</c:v>
                </c:pt>
                <c:pt idx="13967">
                  <c:v>161.66242873517601</c:v>
                </c:pt>
                <c:pt idx="13968">
                  <c:v>161.66260709768301</c:v>
                </c:pt>
                <c:pt idx="13969">
                  <c:v>161.662785403329</c:v>
                </c:pt>
                <c:pt idx="13970">
                  <c:v>161.66296365213299</c:v>
                </c:pt>
                <c:pt idx="13971">
                  <c:v>161.66314184411101</c:v>
                </c:pt>
                <c:pt idx="13972">
                  <c:v>161.66331997928299</c:v>
                </c:pt>
                <c:pt idx="13973">
                  <c:v>161.663498057667</c:v>
                </c:pt>
                <c:pt idx="13974">
                  <c:v>161.663676079281</c:v>
                </c:pt>
                <c:pt idx="13975">
                  <c:v>161.663854044142</c:v>
                </c:pt>
                <c:pt idx="13976">
                  <c:v>161.664031952269</c:v>
                </c:pt>
                <c:pt idx="13977">
                  <c:v>161.66420980368</c:v>
                </c:pt>
                <c:pt idx="13978">
                  <c:v>161.66438759839301</c:v>
                </c:pt>
                <c:pt idx="13979">
                  <c:v>161.66456533642599</c:v>
                </c:pt>
                <c:pt idx="13980">
                  <c:v>161.664743017798</c:v>
                </c:pt>
                <c:pt idx="13981">
                  <c:v>161.664920642526</c:v>
                </c:pt>
                <c:pt idx="13982">
                  <c:v>161.665098210628</c:v>
                </c:pt>
                <c:pt idx="13983">
                  <c:v>161.665275722123</c:v>
                </c:pt>
                <c:pt idx="13984">
                  <c:v>161.66545317702801</c:v>
                </c:pt>
                <c:pt idx="13985">
                  <c:v>161.665630575362</c:v>
                </c:pt>
                <c:pt idx="13986">
                  <c:v>161.66580791714301</c:v>
                </c:pt>
                <c:pt idx="13987">
                  <c:v>161.66598520238799</c:v>
                </c:pt>
                <c:pt idx="13988">
                  <c:v>161.666162431115</c:v>
                </c:pt>
                <c:pt idx="13989">
                  <c:v>161.666339603344</c:v>
                </c:pt>
                <c:pt idx="13990">
                  <c:v>161.66651671909099</c:v>
                </c:pt>
                <c:pt idx="13991">
                  <c:v>161.66669377837499</c:v>
                </c:pt>
                <c:pt idx="13992">
                  <c:v>161.66687078121299</c:v>
                </c:pt>
                <c:pt idx="13993">
                  <c:v>161.66704772762401</c:v>
                </c:pt>
                <c:pt idx="13994">
                  <c:v>161.667224617627</c:v>
                </c:pt>
                <c:pt idx="13995">
                  <c:v>161.667401451237</c:v>
                </c:pt>
                <c:pt idx="13996">
                  <c:v>161.66757822847501</c:v>
                </c:pt>
                <c:pt idx="13997">
                  <c:v>161.667754949357</c:v>
                </c:pt>
                <c:pt idx="13998">
                  <c:v>161.667931613902</c:v>
                </c:pt>
                <c:pt idx="13999">
                  <c:v>161.66810822212699</c:v>
                </c:pt>
                <c:pt idx="14000">
                  <c:v>161.66828477405099</c:v>
                </c:pt>
                <c:pt idx="14001">
                  <c:v>161.66846126969199</c:v>
                </c:pt>
                <c:pt idx="14002">
                  <c:v>161.66863770906701</c:v>
                </c:pt>
                <c:pt idx="14003">
                  <c:v>161.668814092194</c:v>
                </c:pt>
                <c:pt idx="14004">
                  <c:v>161.66899041909201</c:v>
                </c:pt>
                <c:pt idx="14005">
                  <c:v>161.66916668977899</c:v>
                </c:pt>
                <c:pt idx="14006">
                  <c:v>161.66934290427099</c:v>
                </c:pt>
                <c:pt idx="14007">
                  <c:v>161.66951906258799</c:v>
                </c:pt>
                <c:pt idx="14008">
                  <c:v>161.669695164747</c:v>
                </c:pt>
                <c:pt idx="14009">
                  <c:v>161.669871210765</c:v>
                </c:pt>
                <c:pt idx="14010">
                  <c:v>161.670047200662</c:v>
                </c:pt>
                <c:pt idx="14011">
                  <c:v>161.670223134455</c:v>
                </c:pt>
                <c:pt idx="14012">
                  <c:v>161.670399012161</c:v>
                </c:pt>
                <c:pt idx="14013">
                  <c:v>161.67057483379901</c:v>
                </c:pt>
                <c:pt idx="14014">
                  <c:v>161.670750599386</c:v>
                </c:pt>
                <c:pt idx="14015">
                  <c:v>161.67092630894001</c:v>
                </c:pt>
                <c:pt idx="14016">
                  <c:v>161.67110196248001</c:v>
                </c:pt>
                <c:pt idx="14017">
                  <c:v>161.67127756002299</c:v>
                </c:pt>
                <c:pt idx="14018">
                  <c:v>161.67145310158699</c:v>
                </c:pt>
                <c:pt idx="14019">
                  <c:v>161.67162858719001</c:v>
                </c:pt>
                <c:pt idx="14020">
                  <c:v>161.67180401684899</c:v>
                </c:pt>
                <c:pt idx="14021">
                  <c:v>161.671979390583</c:v>
                </c:pt>
                <c:pt idx="14022">
                  <c:v>161.67215470840901</c:v>
                </c:pt>
                <c:pt idx="14023">
                  <c:v>161.672329970345</c:v>
                </c:pt>
                <c:pt idx="14024">
                  <c:v>161.672505176409</c:v>
                </c:pt>
                <c:pt idx="14025">
                  <c:v>161.672680326619</c:v>
                </c:pt>
                <c:pt idx="14026">
                  <c:v>161.67285542099299</c:v>
                </c:pt>
                <c:pt idx="14027">
                  <c:v>161.67303045954799</c:v>
                </c:pt>
                <c:pt idx="14028">
                  <c:v>161.67320544230199</c:v>
                </c:pt>
                <c:pt idx="14029">
                  <c:v>161.67338036927299</c:v>
                </c:pt>
                <c:pt idx="14030">
                  <c:v>161.67355524048</c:v>
                </c:pt>
                <c:pt idx="14031">
                  <c:v>161.67373005593799</c:v>
                </c:pt>
                <c:pt idx="14032">
                  <c:v>161.67390481566699</c:v>
                </c:pt>
                <c:pt idx="14033">
                  <c:v>161.67407951968499</c:v>
                </c:pt>
                <c:pt idx="14034">
                  <c:v>161.67425416800799</c:v>
                </c:pt>
                <c:pt idx="14035">
                  <c:v>161.67442876065499</c:v>
                </c:pt>
                <c:pt idx="14036">
                  <c:v>161.67460329764299</c:v>
                </c:pt>
                <c:pt idx="14037">
                  <c:v>161.67477777899001</c:v>
                </c:pt>
                <c:pt idx="14038">
                  <c:v>161.674952204715</c:v>
                </c:pt>
                <c:pt idx="14039">
                  <c:v>161.675126574834</c:v>
                </c:pt>
                <c:pt idx="14040">
                  <c:v>161.67530088936499</c:v>
                </c:pt>
                <c:pt idx="14041">
                  <c:v>161.675475148327</c:v>
                </c:pt>
                <c:pt idx="14042">
                  <c:v>161.67564935173701</c:v>
                </c:pt>
                <c:pt idx="14043">
                  <c:v>161.67582349961199</c:v>
                </c:pt>
                <c:pt idx="14044">
                  <c:v>161.67599759197</c:v>
                </c:pt>
                <c:pt idx="14045">
                  <c:v>161.67617162882999</c:v>
                </c:pt>
                <c:pt idx="14046">
                  <c:v>161.67634561020799</c:v>
                </c:pt>
                <c:pt idx="14047">
                  <c:v>161.67651953612199</c:v>
                </c:pt>
                <c:pt idx="14048">
                  <c:v>161.676693406591</c:v>
                </c:pt>
                <c:pt idx="14049">
                  <c:v>161.676867221631</c:v>
                </c:pt>
                <c:pt idx="14050">
                  <c:v>161.677040981261</c:v>
                </c:pt>
                <c:pt idx="14051">
                  <c:v>161.677214685498</c:v>
                </c:pt>
                <c:pt idx="14052">
                  <c:v>161.67738833435999</c:v>
                </c:pt>
                <c:pt idx="14053">
                  <c:v>161.67756192786399</c:v>
                </c:pt>
                <c:pt idx="14054">
                  <c:v>161.677735466028</c:v>
                </c:pt>
                <c:pt idx="14055">
                  <c:v>161.67790894887</c:v>
                </c:pt>
                <c:pt idx="14056">
                  <c:v>161.67808237640801</c:v>
                </c:pt>
                <c:pt idx="14057">
                  <c:v>161.67825574865799</c:v>
                </c:pt>
                <c:pt idx="14058">
                  <c:v>161.67842906563899</c:v>
                </c:pt>
                <c:pt idx="14059">
                  <c:v>161.67860232736899</c:v>
                </c:pt>
                <c:pt idx="14060">
                  <c:v>161.67877553386401</c:v>
                </c:pt>
                <c:pt idx="14061">
                  <c:v>161.67894868514301</c:v>
                </c:pt>
                <c:pt idx="14062">
                  <c:v>161.67912178122299</c:v>
                </c:pt>
                <c:pt idx="14063">
                  <c:v>161.67929482212199</c:v>
                </c:pt>
                <c:pt idx="14064">
                  <c:v>161.67946780785701</c:v>
                </c:pt>
                <c:pt idx="14065">
                  <c:v>161.67964073844601</c:v>
                </c:pt>
                <c:pt idx="14066">
                  <c:v>161.67981361390599</c:v>
                </c:pt>
                <c:pt idx="14067">
                  <c:v>161.67998643425599</c:v>
                </c:pt>
                <c:pt idx="14068">
                  <c:v>161.68015919951301</c:v>
                </c:pt>
                <c:pt idx="14069">
                  <c:v>161.680331909693</c:v>
                </c:pt>
                <c:pt idx="14070">
                  <c:v>161.680504564816</c:v>
                </c:pt>
                <c:pt idx="14071">
                  <c:v>161.68067716489799</c:v>
                </c:pt>
                <c:pt idx="14072">
                  <c:v>161.68084970995599</c:v>
                </c:pt>
                <c:pt idx="14073">
                  <c:v>161.68102220001001</c:v>
                </c:pt>
                <c:pt idx="14074">
                  <c:v>161.681194635075</c:v>
                </c:pt>
                <c:pt idx="14075">
                  <c:v>161.68136701517</c:v>
                </c:pt>
                <c:pt idx="14076">
                  <c:v>161.68153934031201</c:v>
                </c:pt>
                <c:pt idx="14077">
                  <c:v>161.68171161051799</c:v>
                </c:pt>
                <c:pt idx="14078">
                  <c:v>161.68188382580701</c:v>
                </c:pt>
                <c:pt idx="14079">
                  <c:v>161.68205598619599</c:v>
                </c:pt>
                <c:pt idx="14080">
                  <c:v>161.68222809170101</c:v>
                </c:pt>
                <c:pt idx="14081">
                  <c:v>161.68240014234101</c:v>
                </c:pt>
                <c:pt idx="14082">
                  <c:v>161.68257213813399</c:v>
                </c:pt>
                <c:pt idx="14083">
                  <c:v>161.68274407909601</c:v>
                </c:pt>
                <c:pt idx="14084">
                  <c:v>161.682915965245</c:v>
                </c:pt>
                <c:pt idx="14085">
                  <c:v>161.68308779659901</c:v>
                </c:pt>
                <c:pt idx="14086">
                  <c:v>161.68325957317501</c:v>
                </c:pt>
                <c:pt idx="14087">
                  <c:v>161.68343129499101</c:v>
                </c:pt>
                <c:pt idx="14088">
                  <c:v>161.68360296206299</c:v>
                </c:pt>
                <c:pt idx="14089">
                  <c:v>161.68377457440999</c:v>
                </c:pt>
                <c:pt idx="14090">
                  <c:v>161.68394613204899</c:v>
                </c:pt>
                <c:pt idx="14091">
                  <c:v>161.68411763499799</c:v>
                </c:pt>
                <c:pt idx="14092">
                  <c:v>161.684289083273</c:v>
                </c:pt>
                <c:pt idx="14093">
                  <c:v>161.68446047689301</c:v>
                </c:pt>
                <c:pt idx="14094">
                  <c:v>161.68463181587401</c:v>
                </c:pt>
                <c:pt idx="14095">
                  <c:v>161.684803100235</c:v>
                </c:pt>
                <c:pt idx="14096">
                  <c:v>161.684974329992</c:v>
                </c:pt>
                <c:pt idx="14097">
                  <c:v>161.68514550516301</c:v>
                </c:pt>
                <c:pt idx="14098">
                  <c:v>161.68531662576501</c:v>
                </c:pt>
                <c:pt idx="14099">
                  <c:v>161.68548769181601</c:v>
                </c:pt>
                <c:pt idx="14100">
                  <c:v>161.68565870333299</c:v>
                </c:pt>
                <c:pt idx="14101">
                  <c:v>161.68582966033401</c:v>
                </c:pt>
                <c:pt idx="14102">
                  <c:v>161.686000562836</c:v>
                </c:pt>
                <c:pt idx="14103">
                  <c:v>161.68617141085599</c:v>
                </c:pt>
                <c:pt idx="14104">
                  <c:v>161.686342204412</c:v>
                </c:pt>
                <c:pt idx="14105">
                  <c:v>161.686512943521</c:v>
                </c:pt>
                <c:pt idx="14106">
                  <c:v>161.686683628201</c:v>
                </c:pt>
                <c:pt idx="14107">
                  <c:v>161.686854258468</c:v>
                </c:pt>
                <c:pt idx="14108">
                  <c:v>161.687024834341</c:v>
                </c:pt>
                <c:pt idx="14109">
                  <c:v>161.687195355836</c:v>
                </c:pt>
                <c:pt idx="14110">
                  <c:v>161.687365822971</c:v>
                </c:pt>
                <c:pt idx="14111">
                  <c:v>161.68753623576299</c:v>
                </c:pt>
                <c:pt idx="14112">
                  <c:v>161.68770659422901</c:v>
                </c:pt>
                <c:pt idx="14113">
                  <c:v>161.687876898388</c:v>
                </c:pt>
                <c:pt idx="14114">
                  <c:v>161.68804714825501</c:v>
                </c:pt>
                <c:pt idx="14115">
                  <c:v>161.688217343849</c:v>
                </c:pt>
                <c:pt idx="14116">
                  <c:v>161.68838748518701</c:v>
                </c:pt>
                <c:pt idx="14117">
                  <c:v>161.68855757228599</c:v>
                </c:pt>
                <c:pt idx="14118">
                  <c:v>161.68872760516399</c:v>
                </c:pt>
                <c:pt idx="14119">
                  <c:v>161.68889758383699</c:v>
                </c:pt>
                <c:pt idx="14120">
                  <c:v>161.68906750832301</c:v>
                </c:pt>
                <c:pt idx="14121">
                  <c:v>161.68923737863901</c:v>
                </c:pt>
                <c:pt idx="14122">
                  <c:v>161.68940719480301</c:v>
                </c:pt>
                <c:pt idx="14123">
                  <c:v>161.68957695683201</c:v>
                </c:pt>
                <c:pt idx="14124">
                  <c:v>161.68974666474199</c:v>
                </c:pt>
                <c:pt idx="14125">
                  <c:v>161.68991631855201</c:v>
                </c:pt>
                <c:pt idx="14126">
                  <c:v>161.69008591827901</c:v>
                </c:pt>
                <c:pt idx="14127">
                  <c:v>161.690255463939</c:v>
                </c:pt>
                <c:pt idx="14128">
                  <c:v>161.69042495555101</c:v>
                </c:pt>
                <c:pt idx="14129">
                  <c:v>161.69059439313099</c:v>
                </c:pt>
                <c:pt idx="14130">
                  <c:v>161.690763776696</c:v>
                </c:pt>
                <c:pt idx="14131">
                  <c:v>161.690933106264</c:v>
                </c:pt>
                <c:pt idx="14132">
                  <c:v>161.691102381853</c:v>
                </c:pt>
                <c:pt idx="14133">
                  <c:v>161.69127160347799</c:v>
                </c:pt>
                <c:pt idx="14134">
                  <c:v>161.691440771158</c:v>
                </c:pt>
                <c:pt idx="14135">
                  <c:v>161.69160988490901</c:v>
                </c:pt>
                <c:pt idx="14136">
                  <c:v>161.69177894474899</c:v>
                </c:pt>
                <c:pt idx="14137">
                  <c:v>161.691947950696</c:v>
                </c:pt>
                <c:pt idx="14138">
                  <c:v>161.69211690276501</c:v>
                </c:pt>
                <c:pt idx="14139">
                  <c:v>161.69228580097499</c:v>
                </c:pt>
                <c:pt idx="14140">
                  <c:v>161.692454645342</c:v>
                </c:pt>
                <c:pt idx="14141">
                  <c:v>161.692623435885</c:v>
                </c:pt>
                <c:pt idx="14142">
                  <c:v>161.69279217261899</c:v>
                </c:pt>
                <c:pt idx="14143">
                  <c:v>161.69296085556201</c:v>
                </c:pt>
                <c:pt idx="14144">
                  <c:v>161.693129484731</c:v>
                </c:pt>
                <c:pt idx="14145">
                  <c:v>161.693298060144</c:v>
                </c:pt>
                <c:pt idx="14146">
                  <c:v>161.69346658181701</c:v>
                </c:pt>
                <c:pt idx="14147">
                  <c:v>161.69363504976801</c:v>
                </c:pt>
                <c:pt idx="14148">
                  <c:v>161.693803464013</c:v>
                </c:pt>
                <c:pt idx="14149">
                  <c:v>161.69397182457101</c:v>
                </c:pt>
                <c:pt idx="14150">
                  <c:v>161.694140131457</c:v>
                </c:pt>
                <c:pt idx="14151">
                  <c:v>161.69430838469</c:v>
                </c:pt>
                <c:pt idx="14152">
                  <c:v>161.69447658428601</c:v>
                </c:pt>
                <c:pt idx="14153">
                  <c:v>161.69464473026201</c:v>
                </c:pt>
                <c:pt idx="14154">
                  <c:v>161.69481282263601</c:v>
                </c:pt>
                <c:pt idx="14155">
                  <c:v>161.69498086142499</c:v>
                </c:pt>
                <c:pt idx="14156">
                  <c:v>161.695148846645</c:v>
                </c:pt>
                <c:pt idx="14157">
                  <c:v>161.69531677831301</c:v>
                </c:pt>
                <c:pt idx="14158">
                  <c:v>161.695484656448</c:v>
                </c:pt>
                <c:pt idx="14159">
                  <c:v>161.695652481065</c:v>
                </c:pt>
                <c:pt idx="14160">
                  <c:v>161.69582025218301</c:v>
                </c:pt>
                <c:pt idx="14161">
                  <c:v>161.695987969817</c:v>
                </c:pt>
                <c:pt idx="14162">
                  <c:v>161.696155633985</c:v>
                </c:pt>
                <c:pt idx="14163">
                  <c:v>161.69632324470501</c:v>
                </c:pt>
                <c:pt idx="14164">
                  <c:v>161.69649080199301</c:v>
                </c:pt>
                <c:pt idx="14165">
                  <c:v>161.69665830586601</c:v>
                </c:pt>
                <c:pt idx="14166">
                  <c:v>161.69682575634101</c:v>
                </c:pt>
                <c:pt idx="14167">
                  <c:v>161.69699315343499</c:v>
                </c:pt>
                <c:pt idx="14168">
                  <c:v>161.69716049716601</c:v>
                </c:pt>
                <c:pt idx="14169">
                  <c:v>161.69732778754999</c:v>
                </c:pt>
                <c:pt idx="14170">
                  <c:v>161.69749502460499</c:v>
                </c:pt>
                <c:pt idx="14171">
                  <c:v>161.697662208347</c:v>
                </c:pt>
                <c:pt idx="14172">
                  <c:v>161.69782933879301</c:v>
                </c:pt>
                <c:pt idx="14173">
                  <c:v>161.69799641596001</c:v>
                </c:pt>
                <c:pt idx="14174">
                  <c:v>161.69816343986599</c:v>
                </c:pt>
                <c:pt idx="14175">
                  <c:v>161.69833041052701</c:v>
                </c:pt>
                <c:pt idx="14176">
                  <c:v>161.69849732796001</c:v>
                </c:pt>
                <c:pt idx="14177">
                  <c:v>161.698664192183</c:v>
                </c:pt>
                <c:pt idx="14178">
                  <c:v>161.69883100321201</c:v>
                </c:pt>
                <c:pt idx="14179">
                  <c:v>161.69899776106399</c:v>
                </c:pt>
                <c:pt idx="14180">
                  <c:v>161.69916446575601</c:v>
                </c:pt>
                <c:pt idx="14181">
                  <c:v>161.699331117306</c:v>
                </c:pt>
                <c:pt idx="14182">
                  <c:v>161.699497715729</c:v>
                </c:pt>
                <c:pt idx="14183">
                  <c:v>161.69966426104301</c:v>
                </c:pt>
                <c:pt idx="14184">
                  <c:v>161.69983075326601</c:v>
                </c:pt>
                <c:pt idx="14185">
                  <c:v>161.69999719241301</c:v>
                </c:pt>
                <c:pt idx="14186">
                  <c:v>161.70016357850201</c:v>
                </c:pt>
                <c:pt idx="14187">
                  <c:v>161.70032991155</c:v>
                </c:pt>
                <c:pt idx="14188">
                  <c:v>161.700496191573</c:v>
                </c:pt>
                <c:pt idx="14189">
                  <c:v>161.70066241858899</c:v>
                </c:pt>
                <c:pt idx="14190">
                  <c:v>161.70082859261501</c:v>
                </c:pt>
                <c:pt idx="14191">
                  <c:v>161.70099471366601</c:v>
                </c:pt>
                <c:pt idx="14192">
                  <c:v>161.70116078176099</c:v>
                </c:pt>
                <c:pt idx="14193">
                  <c:v>161.70132679691599</c:v>
                </c:pt>
                <c:pt idx="14194">
                  <c:v>161.701492759149</c:v>
                </c:pt>
                <c:pt idx="14195">
                  <c:v>161.70165866847501</c:v>
                </c:pt>
                <c:pt idx="14196">
                  <c:v>161.70182452491201</c:v>
                </c:pt>
                <c:pt idx="14197">
                  <c:v>161.701990328476</c:v>
                </c:pt>
                <c:pt idx="14198">
                  <c:v>161.70215607918499</c:v>
                </c:pt>
                <c:pt idx="14199">
                  <c:v>161.702321777055</c:v>
                </c:pt>
                <c:pt idx="14200">
                  <c:v>161.70248742210401</c:v>
                </c:pt>
                <c:pt idx="14201">
                  <c:v>161.70265301434699</c:v>
                </c:pt>
                <c:pt idx="14202">
                  <c:v>161.70281855380301</c:v>
                </c:pt>
                <c:pt idx="14203">
                  <c:v>161.702984040487</c:v>
                </c:pt>
                <c:pt idx="14204">
                  <c:v>161.70314947441699</c:v>
                </c:pt>
                <c:pt idx="14205">
                  <c:v>161.70331485560899</c:v>
                </c:pt>
                <c:pt idx="14206">
                  <c:v>161.70348018408001</c:v>
                </c:pt>
                <c:pt idx="14207">
                  <c:v>161.70364545984799</c:v>
                </c:pt>
                <c:pt idx="14208">
                  <c:v>161.70381068292801</c:v>
                </c:pt>
                <c:pt idx="14209">
                  <c:v>161.70397585333799</c:v>
                </c:pt>
                <c:pt idx="14210">
                  <c:v>161.70414097109401</c:v>
                </c:pt>
                <c:pt idx="14211">
                  <c:v>161.70430603621301</c:v>
                </c:pt>
                <c:pt idx="14212">
                  <c:v>161.704471048713</c:v>
                </c:pt>
                <c:pt idx="14213">
                  <c:v>161.70463600860899</c:v>
                </c:pt>
                <c:pt idx="14214">
                  <c:v>161.70480091591901</c:v>
                </c:pt>
                <c:pt idx="14215">
                  <c:v>161.70496577065899</c:v>
                </c:pt>
                <c:pt idx="14216">
                  <c:v>161.705130572846</c:v>
                </c:pt>
                <c:pt idx="14217">
                  <c:v>161.70529532249699</c:v>
                </c:pt>
                <c:pt idx="14218">
                  <c:v>161.70546001962799</c:v>
                </c:pt>
                <c:pt idx="14219">
                  <c:v>161.70562466425699</c:v>
                </c:pt>
                <c:pt idx="14220">
                  <c:v>161.70578925640001</c:v>
                </c:pt>
                <c:pt idx="14221">
                  <c:v>161.705953796074</c:v>
                </c:pt>
                <c:pt idx="14222">
                  <c:v>161.70611828329601</c:v>
                </c:pt>
                <c:pt idx="14223">
                  <c:v>161.70628271808201</c:v>
                </c:pt>
                <c:pt idx="14224">
                  <c:v>161.706447100448</c:v>
                </c:pt>
                <c:pt idx="14225">
                  <c:v>161.70661143041301</c:v>
                </c:pt>
                <c:pt idx="14226">
                  <c:v>161.70677570799199</c:v>
                </c:pt>
                <c:pt idx="14227">
                  <c:v>161.70693993320199</c:v>
                </c:pt>
                <c:pt idx="14228">
                  <c:v>161.70710410606</c:v>
                </c:pt>
                <c:pt idx="14229">
                  <c:v>161.70726822658199</c:v>
                </c:pt>
                <c:pt idx="14230">
                  <c:v>161.707432294786</c:v>
                </c:pt>
                <c:pt idx="14231">
                  <c:v>161.70759631068799</c:v>
                </c:pt>
                <c:pt idx="14232">
                  <c:v>161.70776027430401</c:v>
                </c:pt>
                <c:pt idx="14233">
                  <c:v>161.70792418565199</c:v>
                </c:pt>
                <c:pt idx="14234">
                  <c:v>161.708088044747</c:v>
                </c:pt>
                <c:pt idx="14235">
                  <c:v>161.708251851607</c:v>
                </c:pt>
                <c:pt idx="14236">
                  <c:v>161.70841560624899</c:v>
                </c:pt>
                <c:pt idx="14237">
                  <c:v>161.708579308688</c:v>
                </c:pt>
                <c:pt idx="14238">
                  <c:v>161.708742958942</c:v>
                </c:pt>
                <c:pt idx="14239">
                  <c:v>161.70890655702701</c:v>
                </c:pt>
                <c:pt idx="14240">
                  <c:v>161.70907010296</c:v>
                </c:pt>
                <c:pt idx="14241">
                  <c:v>161.709233596757</c:v>
                </c:pt>
                <c:pt idx="14242">
                  <c:v>161.70939703843601</c:v>
                </c:pt>
                <c:pt idx="14243">
                  <c:v>161.709560428012</c:v>
                </c:pt>
                <c:pt idx="14244">
                  <c:v>161.70972376550301</c:v>
                </c:pt>
                <c:pt idx="14245">
                  <c:v>161.70988705092401</c:v>
                </c:pt>
                <c:pt idx="14246">
                  <c:v>161.710050284293</c:v>
                </c:pt>
                <c:pt idx="14247">
                  <c:v>161.71021346562699</c:v>
                </c:pt>
                <c:pt idx="14248">
                  <c:v>161.71037659494101</c:v>
                </c:pt>
                <c:pt idx="14249">
                  <c:v>161.710539672252</c:v>
                </c:pt>
                <c:pt idx="14250">
                  <c:v>161.71070269757701</c:v>
                </c:pt>
                <c:pt idx="14251">
                  <c:v>161.710865670933</c:v>
                </c:pt>
                <c:pt idx="14252">
                  <c:v>161.71102859233599</c:v>
                </c:pt>
                <c:pt idx="14253">
                  <c:v>161.711191461803</c:v>
                </c:pt>
                <c:pt idx="14254">
                  <c:v>161.711354279349</c:v>
                </c:pt>
                <c:pt idx="14255">
                  <c:v>161.711517044993</c:v>
                </c:pt>
                <c:pt idx="14256">
                  <c:v>161.71167975874999</c:v>
                </c:pt>
                <c:pt idx="14257">
                  <c:v>161.711842420636</c:v>
                </c:pt>
                <c:pt idx="14258">
                  <c:v>161.71200503066899</c:v>
                </c:pt>
                <c:pt idx="14259">
                  <c:v>161.71216758886499</c:v>
                </c:pt>
                <c:pt idx="14260">
                  <c:v>161.71233009524099</c:v>
                </c:pt>
                <c:pt idx="14261">
                  <c:v>161.71249254981299</c:v>
                </c:pt>
                <c:pt idx="14262">
                  <c:v>161.71265495259701</c:v>
                </c:pt>
                <c:pt idx="14263">
                  <c:v>161.71281730361</c:v>
                </c:pt>
                <c:pt idx="14264">
                  <c:v>161.71297960286799</c:v>
                </c:pt>
                <c:pt idx="14265">
                  <c:v>161.71314185038901</c:v>
                </c:pt>
                <c:pt idx="14266">
                  <c:v>161.713304046188</c:v>
                </c:pt>
                <c:pt idx="14267">
                  <c:v>161.71346619028299</c:v>
                </c:pt>
                <c:pt idx="14268">
                  <c:v>161.71362828268801</c:v>
                </c:pt>
                <c:pt idx="14269">
                  <c:v>161.71379032342199</c:v>
                </c:pt>
                <c:pt idx="14270">
                  <c:v>161.71395231250099</c:v>
                </c:pt>
                <c:pt idx="14271">
                  <c:v>161.71411424994</c:v>
                </c:pt>
                <c:pt idx="14272">
                  <c:v>161.71427613575699</c:v>
                </c:pt>
                <c:pt idx="14273">
                  <c:v>161.71443796996701</c:v>
                </c:pt>
                <c:pt idx="14274">
                  <c:v>161.71459975258799</c:v>
                </c:pt>
                <c:pt idx="14275">
                  <c:v>161.71476148363601</c:v>
                </c:pt>
                <c:pt idx="14276">
                  <c:v>161.714923163127</c:v>
                </c:pt>
                <c:pt idx="14277">
                  <c:v>161.715084791078</c:v>
                </c:pt>
                <c:pt idx="14278">
                  <c:v>161.71524636750499</c:v>
                </c:pt>
                <c:pt idx="14279">
                  <c:v>161.715407892424</c:v>
                </c:pt>
                <c:pt idx="14280">
                  <c:v>161.71556936585301</c:v>
                </c:pt>
                <c:pt idx="14281">
                  <c:v>161.71573078780699</c:v>
                </c:pt>
                <c:pt idx="14282">
                  <c:v>161.71589215830201</c:v>
                </c:pt>
                <c:pt idx="14283">
                  <c:v>161.71605347735601</c:v>
                </c:pt>
                <c:pt idx="14284">
                  <c:v>161.716214744985</c:v>
                </c:pt>
                <c:pt idx="14285">
                  <c:v>161.71637596120499</c:v>
                </c:pt>
                <c:pt idx="14286">
                  <c:v>161.71653712603199</c:v>
                </c:pt>
                <c:pt idx="14287">
                  <c:v>161.71669823948301</c:v>
                </c:pt>
                <c:pt idx="14288">
                  <c:v>161.716859301574</c:v>
                </c:pt>
                <c:pt idx="14289">
                  <c:v>161.71702031232101</c:v>
                </c:pt>
                <c:pt idx="14290">
                  <c:v>161.71718127174199</c:v>
                </c:pt>
                <c:pt idx="14291">
                  <c:v>161.71734217985201</c:v>
                </c:pt>
                <c:pt idx="14292">
                  <c:v>161.71750303666801</c:v>
                </c:pt>
                <c:pt idx="14293">
                  <c:v>161.71766384220501</c:v>
                </c:pt>
                <c:pt idx="14294">
                  <c:v>161.71782459648199</c:v>
                </c:pt>
                <c:pt idx="14295">
                  <c:v>161.717985299513</c:v>
                </c:pt>
                <c:pt idx="14296">
                  <c:v>161.718145951314</c:v>
                </c:pt>
                <c:pt idx="14297">
                  <c:v>161.71830655190399</c:v>
                </c:pt>
                <c:pt idx="14298">
                  <c:v>161.71846710129699</c:v>
                </c:pt>
                <c:pt idx="14299">
                  <c:v>161.71862759951</c:v>
                </c:pt>
                <c:pt idx="14300">
                  <c:v>161.71878804656001</c:v>
                </c:pt>
                <c:pt idx="14301">
                  <c:v>161.71894844246199</c:v>
                </c:pt>
                <c:pt idx="14302">
                  <c:v>161.71910878723401</c:v>
                </c:pt>
                <c:pt idx="14303">
                  <c:v>161.719269080891</c:v>
                </c:pt>
                <c:pt idx="14304">
                  <c:v>161.71942932344899</c:v>
                </c:pt>
                <c:pt idx="14305">
                  <c:v>161.71958951492601</c:v>
                </c:pt>
                <c:pt idx="14306">
                  <c:v>161.71974965533599</c:v>
                </c:pt>
                <c:pt idx="14307">
                  <c:v>161.71990974469699</c:v>
                </c:pt>
                <c:pt idx="14308">
                  <c:v>161.720069783025</c:v>
                </c:pt>
                <c:pt idx="14309">
                  <c:v>161.720229770336</c:v>
                </c:pt>
                <c:pt idx="14310">
                  <c:v>161.72038970664599</c:v>
                </c:pt>
                <c:pt idx="14311">
                  <c:v>161.720549591972</c:v>
                </c:pt>
                <c:pt idx="14312">
                  <c:v>161.72070942632999</c:v>
                </c:pt>
                <c:pt idx="14313">
                  <c:v>161.72086920973601</c:v>
                </c:pt>
                <c:pt idx="14314">
                  <c:v>161.721028942206</c:v>
                </c:pt>
                <c:pt idx="14315">
                  <c:v>161.721188623757</c:v>
                </c:pt>
                <c:pt idx="14316">
                  <c:v>161.721348254405</c:v>
                </c:pt>
                <c:pt idx="14317">
                  <c:v>161.721507834166</c:v>
                </c:pt>
                <c:pt idx="14318">
                  <c:v>161.72166736305601</c:v>
                </c:pt>
                <c:pt idx="14319">
                  <c:v>161.721826841091</c:v>
                </c:pt>
                <c:pt idx="14320">
                  <c:v>161.72198626828899</c:v>
                </c:pt>
                <c:pt idx="14321">
                  <c:v>161.72214564466401</c:v>
                </c:pt>
                <c:pt idx="14322">
                  <c:v>161.72230497023301</c:v>
                </c:pt>
                <c:pt idx="14323">
                  <c:v>161.72246424501299</c:v>
                </c:pt>
                <c:pt idx="14324">
                  <c:v>161.72262346901999</c:v>
                </c:pt>
                <c:pt idx="14325">
                  <c:v>161.72278264226901</c:v>
                </c:pt>
                <c:pt idx="14326">
                  <c:v>161.722941764777</c:v>
                </c:pt>
                <c:pt idx="14327">
                  <c:v>161.72310083656001</c:v>
                </c:pt>
                <c:pt idx="14328">
                  <c:v>161.72325985763501</c:v>
                </c:pt>
                <c:pt idx="14329">
                  <c:v>161.723418828017</c:v>
                </c:pt>
                <c:pt idx="14330">
                  <c:v>161.723577747722</c:v>
                </c:pt>
                <c:pt idx="14331">
                  <c:v>161.72373661676801</c:v>
                </c:pt>
                <c:pt idx="14332">
                  <c:v>161.723895435169</c:v>
                </c:pt>
                <c:pt idx="14333">
                  <c:v>161.724054202942</c:v>
                </c:pt>
                <c:pt idx="14334">
                  <c:v>161.72421292010401</c:v>
                </c:pt>
                <c:pt idx="14335">
                  <c:v>161.72437158667</c:v>
                </c:pt>
                <c:pt idx="14336">
                  <c:v>161.72453020265701</c:v>
                </c:pt>
                <c:pt idx="14337">
                  <c:v>161.72468876808</c:v>
                </c:pt>
                <c:pt idx="14338">
                  <c:v>161.72484728295601</c:v>
                </c:pt>
                <c:pt idx="14339">
                  <c:v>161.725005747301</c:v>
                </c:pt>
                <c:pt idx="14340">
                  <c:v>161.725164161131</c:v>
                </c:pt>
                <c:pt idx="14341">
                  <c:v>161.725322524462</c:v>
                </c:pt>
                <c:pt idx="14342">
                  <c:v>161.72548083730999</c:v>
                </c:pt>
                <c:pt idx="14343">
                  <c:v>161.72563909969199</c:v>
                </c:pt>
                <c:pt idx="14344">
                  <c:v>161.72579731162301</c:v>
                </c:pt>
                <c:pt idx="14345">
                  <c:v>161.725955473119</c:v>
                </c:pt>
                <c:pt idx="14346">
                  <c:v>161.72611358419701</c:v>
                </c:pt>
                <c:pt idx="14347">
                  <c:v>161.72627164487301</c:v>
                </c:pt>
                <c:pt idx="14348">
                  <c:v>161.72642965516201</c:v>
                </c:pt>
                <c:pt idx="14349">
                  <c:v>161.726587615082</c:v>
                </c:pt>
                <c:pt idx="14350">
                  <c:v>161.72674552464699</c:v>
                </c:pt>
                <c:pt idx="14351">
                  <c:v>161.726903383874</c:v>
                </c:pt>
                <c:pt idx="14352">
                  <c:v>161.72706119277899</c:v>
                </c:pt>
                <c:pt idx="14353">
                  <c:v>161.72721895137801</c:v>
                </c:pt>
                <c:pt idx="14354">
                  <c:v>161.727376659687</c:v>
                </c:pt>
                <c:pt idx="14355">
                  <c:v>161.72753431772199</c:v>
                </c:pt>
                <c:pt idx="14356">
                  <c:v>161.72769192550001</c:v>
                </c:pt>
                <c:pt idx="14357">
                  <c:v>161.72784948303499</c:v>
                </c:pt>
                <c:pt idx="14358">
                  <c:v>161.72800699034499</c:v>
                </c:pt>
                <c:pt idx="14359">
                  <c:v>161.72816444744501</c:v>
                </c:pt>
                <c:pt idx="14360">
                  <c:v>161.72832185435101</c:v>
                </c:pt>
                <c:pt idx="14361">
                  <c:v>161.72847921107899</c:v>
                </c:pt>
                <c:pt idx="14362">
                  <c:v>161.72863651764601</c:v>
                </c:pt>
                <c:pt idx="14363">
                  <c:v>161.72879377406599</c:v>
                </c:pt>
                <c:pt idx="14364">
                  <c:v>161.72895098035701</c:v>
                </c:pt>
                <c:pt idx="14365">
                  <c:v>161.72910813653399</c:v>
                </c:pt>
                <c:pt idx="14366">
                  <c:v>161.72926524261399</c:v>
                </c:pt>
                <c:pt idx="14367">
                  <c:v>161.72942229861101</c:v>
                </c:pt>
                <c:pt idx="14368">
                  <c:v>161.72957930454299</c:v>
                </c:pt>
                <c:pt idx="14369">
                  <c:v>161.729736260425</c:v>
                </c:pt>
                <c:pt idx="14370">
                  <c:v>161.72989316627201</c:v>
                </c:pt>
                <c:pt idx="14371">
                  <c:v>161.73005002210201</c:v>
                </c:pt>
                <c:pt idx="14372">
                  <c:v>161.73020682793</c:v>
                </c:pt>
                <c:pt idx="14373">
                  <c:v>161.73036358377101</c:v>
                </c:pt>
                <c:pt idx="14374">
                  <c:v>161.73052028964301</c:v>
                </c:pt>
                <c:pt idx="14375">
                  <c:v>161.73067694555999</c:v>
                </c:pt>
                <c:pt idx="14376">
                  <c:v>161.73083355153901</c:v>
                </c:pt>
                <c:pt idx="14377">
                  <c:v>161.73099010759501</c:v>
                </c:pt>
                <c:pt idx="14378">
                  <c:v>161.73114661374501</c:v>
                </c:pt>
                <c:pt idx="14379">
                  <c:v>161.731303070005</c:v>
                </c:pt>
                <c:pt idx="14380">
                  <c:v>161.73145947639</c:v>
                </c:pt>
                <c:pt idx="14381">
                  <c:v>161.73161583291599</c:v>
                </c:pt>
                <c:pt idx="14382">
                  <c:v>161.731772139599</c:v>
                </c:pt>
                <c:pt idx="14383">
                  <c:v>161.731928396456</c:v>
                </c:pt>
                <c:pt idx="14384">
                  <c:v>161.73208460350099</c:v>
                </c:pt>
                <c:pt idx="14385">
                  <c:v>161.73224076075101</c:v>
                </c:pt>
                <c:pt idx="14386">
                  <c:v>161.732396868222</c:v>
                </c:pt>
                <c:pt idx="14387">
                  <c:v>161.73255292592901</c:v>
                </c:pt>
                <c:pt idx="14388">
                  <c:v>161.732708933889</c:v>
                </c:pt>
                <c:pt idx="14389">
                  <c:v>161.73286489211799</c:v>
                </c:pt>
                <c:pt idx="14390">
                  <c:v>161.73302080062999</c:v>
                </c:pt>
                <c:pt idx="14391">
                  <c:v>161.73317665944299</c:v>
                </c:pt>
                <c:pt idx="14392">
                  <c:v>161.73333246857101</c:v>
                </c:pt>
                <c:pt idx="14393">
                  <c:v>161.73348822803101</c:v>
                </c:pt>
                <c:pt idx="14394">
                  <c:v>161.73364393783899</c:v>
                </c:pt>
                <c:pt idx="14395">
                  <c:v>161.73379959800999</c:v>
                </c:pt>
                <c:pt idx="14396">
                  <c:v>161.73395520856101</c:v>
                </c:pt>
                <c:pt idx="14397">
                  <c:v>161.734110769506</c:v>
                </c:pt>
                <c:pt idx="14398">
                  <c:v>161.73426628086199</c:v>
                </c:pt>
                <c:pt idx="14399">
                  <c:v>161.734421742645</c:v>
                </c:pt>
                <c:pt idx="14400">
                  <c:v>161.734577154871</c:v>
                </c:pt>
                <c:pt idx="14401">
                  <c:v>161.73473251755499</c:v>
                </c:pt>
                <c:pt idx="14402">
                  <c:v>161.73488783071301</c:v>
                </c:pt>
                <c:pt idx="14403">
                  <c:v>161.73504309436001</c:v>
                </c:pt>
                <c:pt idx="14404">
                  <c:v>161.73519830851399</c:v>
                </c:pt>
                <c:pt idx="14405">
                  <c:v>161.73535347318901</c:v>
                </c:pt>
                <c:pt idx="14406">
                  <c:v>161.73550858840099</c:v>
                </c:pt>
                <c:pt idx="14407">
                  <c:v>161.73566365416599</c:v>
                </c:pt>
                <c:pt idx="14408">
                  <c:v>161.73581867050001</c:v>
                </c:pt>
                <c:pt idx="14409">
                  <c:v>161.73597363741899</c:v>
                </c:pt>
                <c:pt idx="14410">
                  <c:v>161.73612855493701</c:v>
                </c:pt>
                <c:pt idx="14411">
                  <c:v>161.736283423072</c:v>
                </c:pt>
                <c:pt idx="14412">
                  <c:v>161.73643824183901</c:v>
                </c:pt>
                <c:pt idx="14413">
                  <c:v>161.73659301125301</c:v>
                </c:pt>
                <c:pt idx="14414">
                  <c:v>161.73674773133101</c:v>
                </c:pt>
                <c:pt idx="14415">
                  <c:v>161.736902402087</c:v>
                </c:pt>
                <c:pt idx="14416">
                  <c:v>161.73705702353899</c:v>
                </c:pt>
                <c:pt idx="14417">
                  <c:v>161.73721159569999</c:v>
                </c:pt>
                <c:pt idx="14418">
                  <c:v>161.737366118588</c:v>
                </c:pt>
                <c:pt idx="14419">
                  <c:v>161.737520592218</c:v>
                </c:pt>
                <c:pt idx="14420">
                  <c:v>161.737675016606</c:v>
                </c:pt>
                <c:pt idx="14421">
                  <c:v>161.73782939176601</c:v>
                </c:pt>
                <c:pt idx="14422">
                  <c:v>161.73798371771599</c:v>
                </c:pt>
                <c:pt idx="14423">
                  <c:v>161.738137994471</c:v>
                </c:pt>
                <c:pt idx="14424">
                  <c:v>161.738292222046</c:v>
                </c:pt>
                <c:pt idx="14425">
                  <c:v>161.73844640045601</c:v>
                </c:pt>
                <c:pt idx="14426">
                  <c:v>161.73860052971901</c:v>
                </c:pt>
                <c:pt idx="14427">
                  <c:v>161.738754609849</c:v>
                </c:pt>
                <c:pt idx="14428">
                  <c:v>161.73890864086201</c:v>
                </c:pt>
                <c:pt idx="14429">
                  <c:v>161.73906262277399</c:v>
                </c:pt>
                <c:pt idx="14430">
                  <c:v>161.73921655560099</c:v>
                </c:pt>
                <c:pt idx="14431">
                  <c:v>161.739370439357</c:v>
                </c:pt>
                <c:pt idx="14432">
                  <c:v>161.73952427405899</c:v>
                </c:pt>
                <c:pt idx="14433">
                  <c:v>161.73967805972299</c:v>
                </c:pt>
                <c:pt idx="14434">
                  <c:v>161.73983179636301</c:v>
                </c:pt>
                <c:pt idx="14435">
                  <c:v>161.73998548399601</c:v>
                </c:pt>
                <c:pt idx="14436">
                  <c:v>161.740139122638</c:v>
                </c:pt>
                <c:pt idx="14437">
                  <c:v>161.74029271230299</c:v>
                </c:pt>
                <c:pt idx="14438">
                  <c:v>161.74044625300701</c:v>
                </c:pt>
                <c:pt idx="14439">
                  <c:v>161.740599744767</c:v>
                </c:pt>
                <c:pt idx="14440">
                  <c:v>161.74075318759799</c:v>
                </c:pt>
                <c:pt idx="14441">
                  <c:v>161.74090658151499</c:v>
                </c:pt>
                <c:pt idx="14442">
                  <c:v>161.74105992653301</c:v>
                </c:pt>
                <c:pt idx="14443">
                  <c:v>161.74121322267001</c:v>
                </c:pt>
                <c:pt idx="14444">
                  <c:v>161.74136646993901</c:v>
                </c:pt>
                <c:pt idx="14445">
                  <c:v>161.741519668357</c:v>
                </c:pt>
                <c:pt idx="14446">
                  <c:v>161.74167281793899</c:v>
                </c:pt>
                <c:pt idx="14447">
                  <c:v>161.74182591870101</c:v>
                </c:pt>
                <c:pt idx="14448">
                  <c:v>161.74197897065901</c:v>
                </c:pt>
                <c:pt idx="14449">
                  <c:v>161.74213197382699</c:v>
                </c:pt>
                <c:pt idx="14450">
                  <c:v>161.74228492822201</c:v>
                </c:pt>
                <c:pt idx="14451">
                  <c:v>161.74243783385899</c:v>
                </c:pt>
                <c:pt idx="14452">
                  <c:v>161.74259069075401</c:v>
                </c:pt>
                <c:pt idx="14453">
                  <c:v>161.74274349892201</c:v>
                </c:pt>
                <c:pt idx="14454">
                  <c:v>161.74289625837801</c:v>
                </c:pt>
                <c:pt idx="14455">
                  <c:v>161.74304896913901</c:v>
                </c:pt>
                <c:pt idx="14456">
                  <c:v>161.74320163121899</c:v>
                </c:pt>
                <c:pt idx="14457">
                  <c:v>161.74335424463499</c:v>
                </c:pt>
                <c:pt idx="14458">
                  <c:v>161.74350680940199</c:v>
                </c:pt>
                <c:pt idx="14459">
                  <c:v>161.743659325534</c:v>
                </c:pt>
                <c:pt idx="14460">
                  <c:v>161.74381179304899</c:v>
                </c:pt>
                <c:pt idx="14461">
                  <c:v>161.74396421196101</c:v>
                </c:pt>
                <c:pt idx="14462">
                  <c:v>161.74411658228601</c:v>
                </c:pt>
                <c:pt idx="14463">
                  <c:v>161.74426890403899</c:v>
                </c:pt>
                <c:pt idx="14464">
                  <c:v>161.74442117723601</c:v>
                </c:pt>
                <c:pt idx="14465">
                  <c:v>161.74457340189201</c:v>
                </c:pt>
                <c:pt idx="14466">
                  <c:v>161.74472557802301</c:v>
                </c:pt>
                <c:pt idx="14467">
                  <c:v>161.744877705645</c:v>
                </c:pt>
                <c:pt idx="14468">
                  <c:v>161.74502978477099</c:v>
                </c:pt>
                <c:pt idx="14469">
                  <c:v>161.74518181542001</c:v>
                </c:pt>
                <c:pt idx="14470">
                  <c:v>161.74533379760399</c:v>
                </c:pt>
                <c:pt idx="14471">
                  <c:v>161.74548573134101</c:v>
                </c:pt>
                <c:pt idx="14472">
                  <c:v>161.74563761664601</c:v>
                </c:pt>
                <c:pt idx="14473">
                  <c:v>161.74578945353301</c:v>
                </c:pt>
                <c:pt idx="14474">
                  <c:v>161.745941242019</c:v>
                </c:pt>
                <c:pt idx="14475">
                  <c:v>161.746092982118</c:v>
                </c:pt>
                <c:pt idx="14476">
                  <c:v>161.746244673847</c:v>
                </c:pt>
                <c:pt idx="14477">
                  <c:v>161.74639631722101</c:v>
                </c:pt>
                <c:pt idx="14478">
                  <c:v>161.74654791225501</c:v>
                </c:pt>
                <c:pt idx="14479">
                  <c:v>161.746699458964</c:v>
                </c:pt>
                <c:pt idx="14480">
                  <c:v>161.74685095736399</c:v>
                </c:pt>
                <c:pt idx="14481">
                  <c:v>161.747002407471</c:v>
                </c:pt>
                <c:pt idx="14482">
                  <c:v>161.74715380929899</c:v>
                </c:pt>
                <c:pt idx="14483">
                  <c:v>161.74730516286499</c:v>
                </c:pt>
                <c:pt idx="14484">
                  <c:v>161.747456468183</c:v>
                </c:pt>
                <c:pt idx="14485">
                  <c:v>161.74760772526901</c:v>
                </c:pt>
                <c:pt idx="14486">
                  <c:v>161.74775893413801</c:v>
                </c:pt>
                <c:pt idx="14487">
                  <c:v>161.747910094806</c:v>
                </c:pt>
                <c:pt idx="14488">
                  <c:v>161.748061207288</c:v>
                </c:pt>
                <c:pt idx="14489">
                  <c:v>161.74821227159899</c:v>
                </c:pt>
                <c:pt idx="14490">
                  <c:v>161.74836328775601</c:v>
                </c:pt>
                <c:pt idx="14491">
                  <c:v>161.74851425577199</c:v>
                </c:pt>
                <c:pt idx="14492">
                  <c:v>161.748665175664</c:v>
                </c:pt>
                <c:pt idx="14493">
                  <c:v>161.74881604744701</c:v>
                </c:pt>
                <c:pt idx="14494">
                  <c:v>161.748966871135</c:v>
                </c:pt>
                <c:pt idx="14495">
                  <c:v>161.74911764674599</c:v>
                </c:pt>
                <c:pt idx="14496">
                  <c:v>161.749268374293</c:v>
                </c:pt>
                <c:pt idx="14497">
                  <c:v>161.749419053792</c:v>
                </c:pt>
                <c:pt idx="14498">
                  <c:v>161.74956968525899</c:v>
                </c:pt>
                <c:pt idx="14499">
                  <c:v>161.74972026870901</c:v>
                </c:pt>
                <c:pt idx="14500">
                  <c:v>161.74987080415599</c:v>
                </c:pt>
                <c:pt idx="14501">
                  <c:v>161.750021291618</c:v>
                </c:pt>
                <c:pt idx="14502">
                  <c:v>161.750171731107</c:v>
                </c:pt>
                <c:pt idx="14503">
                  <c:v>161.75032212264099</c:v>
                </c:pt>
                <c:pt idx="14504">
                  <c:v>161.75047246623399</c:v>
                </c:pt>
                <c:pt idx="14505">
                  <c:v>161.75062276190201</c:v>
                </c:pt>
                <c:pt idx="14506">
                  <c:v>161.75077300966001</c:v>
                </c:pt>
                <c:pt idx="14507">
                  <c:v>161.75092320952299</c:v>
                </c:pt>
                <c:pt idx="14508">
                  <c:v>161.751073361506</c:v>
                </c:pt>
                <c:pt idx="14509">
                  <c:v>161.751223465625</c:v>
                </c:pt>
                <c:pt idx="14510">
                  <c:v>161.751373521895</c:v>
                </c:pt>
                <c:pt idx="14511">
                  <c:v>161.75152353033101</c:v>
                </c:pt>
                <c:pt idx="14512">
                  <c:v>161.751673490949</c:v>
                </c:pt>
                <c:pt idx="14513">
                  <c:v>161.75182340376301</c:v>
                </c:pt>
                <c:pt idx="14514">
                  <c:v>161.75197326878899</c:v>
                </c:pt>
                <c:pt idx="14515">
                  <c:v>161.75212308604301</c:v>
                </c:pt>
                <c:pt idx="14516">
                  <c:v>161.75227285553899</c:v>
                </c:pt>
                <c:pt idx="14517">
                  <c:v>161.75242257729201</c:v>
                </c:pt>
                <c:pt idx="14518">
                  <c:v>161.75257225131901</c:v>
                </c:pt>
                <c:pt idx="14519">
                  <c:v>161.75272187763301</c:v>
                </c:pt>
                <c:pt idx="14520">
                  <c:v>161.752871456251</c:v>
                </c:pt>
                <c:pt idx="14521">
                  <c:v>161.75302098718799</c:v>
                </c:pt>
                <c:pt idx="14522">
                  <c:v>161.753170470458</c:v>
                </c:pt>
                <c:pt idx="14523">
                  <c:v>161.753319906077</c:v>
                </c:pt>
                <c:pt idx="14524">
                  <c:v>161.75346929406001</c:v>
                </c:pt>
                <c:pt idx="14525">
                  <c:v>161.75361863442299</c:v>
                </c:pt>
                <c:pt idx="14526">
                  <c:v>161.75376792718001</c:v>
                </c:pt>
                <c:pt idx="14527">
                  <c:v>161.753917172347</c:v>
                </c:pt>
                <c:pt idx="14528">
                  <c:v>161.75406636993799</c:v>
                </c:pt>
                <c:pt idx="14529">
                  <c:v>161.75421551996999</c:v>
                </c:pt>
                <c:pt idx="14530">
                  <c:v>161.75436462245699</c:v>
                </c:pt>
                <c:pt idx="14531">
                  <c:v>161.754513677414</c:v>
                </c:pt>
                <c:pt idx="14532">
                  <c:v>161.75466268485701</c:v>
                </c:pt>
                <c:pt idx="14533">
                  <c:v>161.75481164479999</c:v>
                </c:pt>
                <c:pt idx="14534">
                  <c:v>161.75496055725901</c:v>
                </c:pt>
                <c:pt idx="14535">
                  <c:v>161.75510942224901</c:v>
                </c:pt>
                <c:pt idx="14536">
                  <c:v>161.75525823978501</c:v>
                </c:pt>
                <c:pt idx="14537">
                  <c:v>161.75540700988299</c:v>
                </c:pt>
                <c:pt idx="14538">
                  <c:v>161.75555573255701</c:v>
                </c:pt>
                <c:pt idx="14539">
                  <c:v>161.75570440782201</c:v>
                </c:pt>
                <c:pt idx="14540">
                  <c:v>161.755853035694</c:v>
                </c:pt>
                <c:pt idx="14541">
                  <c:v>161.75600161618701</c:v>
                </c:pt>
                <c:pt idx="14542">
                  <c:v>161.75615014931799</c:v>
                </c:pt>
                <c:pt idx="14543">
                  <c:v>161.75629863509999</c:v>
                </c:pt>
                <c:pt idx="14544">
                  <c:v>161.756447073549</c:v>
                </c:pt>
                <c:pt idx="14545">
                  <c:v>161.75659546468</c:v>
                </c:pt>
                <c:pt idx="14546">
                  <c:v>161.75674380850899</c:v>
                </c:pt>
                <c:pt idx="14547">
                  <c:v>161.75689210505001</c:v>
                </c:pt>
                <c:pt idx="14548">
                  <c:v>161.75704035431801</c:v>
                </c:pt>
                <c:pt idx="14549">
                  <c:v>161.757188556328</c:v>
                </c:pt>
                <c:pt idx="14550">
                  <c:v>161.757336711096</c:v>
                </c:pt>
                <c:pt idx="14551">
                  <c:v>161.75748481863701</c:v>
                </c:pt>
                <c:pt idx="14552">
                  <c:v>161.75763287896501</c:v>
                </c:pt>
                <c:pt idx="14553">
                  <c:v>161.75778089209601</c:v>
                </c:pt>
                <c:pt idx="14554">
                  <c:v>161.75792885804501</c:v>
                </c:pt>
                <c:pt idx="14555">
                  <c:v>161.75807677682599</c:v>
                </c:pt>
                <c:pt idx="14556">
                  <c:v>161.75822464845501</c:v>
                </c:pt>
                <c:pt idx="14557">
                  <c:v>161.758372472947</c:v>
                </c:pt>
                <c:pt idx="14558">
                  <c:v>161.75852025031699</c:v>
                </c:pt>
                <c:pt idx="14559">
                  <c:v>161.75866798057999</c:v>
                </c:pt>
                <c:pt idx="14560">
                  <c:v>161.75881566375099</c:v>
                </c:pt>
                <c:pt idx="14561">
                  <c:v>161.75896329984499</c:v>
                </c:pt>
                <c:pt idx="14562">
                  <c:v>161.75911088887599</c:v>
                </c:pt>
                <c:pt idx="14563">
                  <c:v>161.759258430861</c:v>
                </c:pt>
                <c:pt idx="14564">
                  <c:v>161.75940592581301</c:v>
                </c:pt>
                <c:pt idx="14565">
                  <c:v>161.75955337374899</c:v>
                </c:pt>
                <c:pt idx="14566">
                  <c:v>161.75970077468199</c:v>
                </c:pt>
                <c:pt idx="14567">
                  <c:v>161.75984812862899</c:v>
                </c:pt>
                <c:pt idx="14568">
                  <c:v>161.759995435603</c:v>
                </c:pt>
                <c:pt idx="14569">
                  <c:v>161.76014269562</c:v>
                </c:pt>
                <c:pt idx="14570">
                  <c:v>161.760289908695</c:v>
                </c:pt>
                <c:pt idx="14571">
                  <c:v>161.760437074843</c:v>
                </c:pt>
                <c:pt idx="14572">
                  <c:v>161.760584194079</c:v>
                </c:pt>
                <c:pt idx="14573">
                  <c:v>161.760731266417</c:v>
                </c:pt>
                <c:pt idx="14574">
                  <c:v>161.76087829187301</c:v>
                </c:pt>
                <c:pt idx="14575">
                  <c:v>161.761025270462</c:v>
                </c:pt>
                <c:pt idx="14576">
                  <c:v>161.761172202198</c:v>
                </c:pt>
                <c:pt idx="14577">
                  <c:v>161.76131908709701</c:v>
                </c:pt>
                <c:pt idx="14578">
                  <c:v>161.76146592517401</c:v>
                </c:pt>
                <c:pt idx="14579">
                  <c:v>161.76161271644199</c:v>
                </c:pt>
                <c:pt idx="14580">
                  <c:v>161.761759460919</c:v>
                </c:pt>
                <c:pt idx="14581">
                  <c:v>161.76190615861699</c:v>
                </c:pt>
                <c:pt idx="14582">
                  <c:v>161.76205280955301</c:v>
                </c:pt>
                <c:pt idx="14583">
                  <c:v>161.76219941374001</c:v>
                </c:pt>
                <c:pt idx="14584">
                  <c:v>161.762345971195</c:v>
                </c:pt>
                <c:pt idx="14585">
                  <c:v>161.76249248193199</c:v>
                </c:pt>
                <c:pt idx="14586">
                  <c:v>161.76263894596499</c:v>
                </c:pt>
                <c:pt idx="14587">
                  <c:v>161.76278536331</c:v>
                </c:pt>
                <c:pt idx="14588">
                  <c:v>161.76293173398199</c:v>
                </c:pt>
                <c:pt idx="14589">
                  <c:v>161.76307805799499</c:v>
                </c:pt>
                <c:pt idx="14590">
                  <c:v>161.76322433536399</c:v>
                </c:pt>
                <c:pt idx="14591">
                  <c:v>161.76337056610501</c:v>
                </c:pt>
                <c:pt idx="14592">
                  <c:v>161.76351675023099</c:v>
                </c:pt>
                <c:pt idx="14593">
                  <c:v>161.76366288775901</c:v>
                </c:pt>
                <c:pt idx="14594">
                  <c:v>161.763808978702</c:v>
                </c:pt>
                <c:pt idx="14595">
                  <c:v>161.76395502307599</c:v>
                </c:pt>
                <c:pt idx="14596">
                  <c:v>161.76410102089599</c:v>
                </c:pt>
                <c:pt idx="14597">
                  <c:v>161.76424697217601</c:v>
                </c:pt>
                <c:pt idx="14598">
                  <c:v>161.764392876931</c:v>
                </c:pt>
                <c:pt idx="14599">
                  <c:v>161.76453873517599</c:v>
                </c:pt>
                <c:pt idx="14600">
                  <c:v>161.76468454692599</c:v>
                </c:pt>
                <c:pt idx="14601">
                  <c:v>161.76483031219499</c:v>
                </c:pt>
                <c:pt idx="14602">
                  <c:v>161.76497603099901</c:v>
                </c:pt>
                <c:pt idx="14603">
                  <c:v>161.765121703353</c:v>
                </c:pt>
                <c:pt idx="14604">
                  <c:v>161.76526732926999</c:v>
                </c:pt>
                <c:pt idx="14605">
                  <c:v>161.76541290876699</c:v>
                </c:pt>
                <c:pt idx="14606">
                  <c:v>161.765558441857</c:v>
                </c:pt>
                <c:pt idx="14607">
                  <c:v>161.76570392855601</c:v>
                </c:pt>
                <c:pt idx="14608">
                  <c:v>161.76584936887801</c:v>
                </c:pt>
                <c:pt idx="14609">
                  <c:v>161.76599476283801</c:v>
                </c:pt>
                <c:pt idx="14610">
                  <c:v>161.766140110451</c:v>
                </c:pt>
                <c:pt idx="14611">
                  <c:v>161.76628541173099</c:v>
                </c:pt>
                <c:pt idx="14612">
                  <c:v>161.76643066669499</c:v>
                </c:pt>
                <c:pt idx="14613">
                  <c:v>161.76657587535499</c:v>
                </c:pt>
                <c:pt idx="14614">
                  <c:v>161.766721037727</c:v>
                </c:pt>
                <c:pt idx="14615">
                  <c:v>161.76686615382599</c:v>
                </c:pt>
                <c:pt idx="14616">
                  <c:v>161.767011223667</c:v>
                </c:pt>
                <c:pt idx="14617">
                  <c:v>161.76715624726401</c:v>
                </c:pt>
                <c:pt idx="14618">
                  <c:v>161.76730122463101</c:v>
                </c:pt>
                <c:pt idx="14619">
                  <c:v>161.767446155785</c:v>
                </c:pt>
                <c:pt idx="14620">
                  <c:v>161.76759104073901</c:v>
                </c:pt>
                <c:pt idx="14621">
                  <c:v>161.767735879508</c:v>
                </c:pt>
                <c:pt idx="14622">
                  <c:v>161.767880672107</c:v>
                </c:pt>
                <c:pt idx="14623">
                  <c:v>161.76802541855099</c:v>
                </c:pt>
                <c:pt idx="14624">
                  <c:v>161.76817011885399</c:v>
                </c:pt>
                <c:pt idx="14625">
                  <c:v>161.76831477303099</c:v>
                </c:pt>
                <c:pt idx="14626">
                  <c:v>161.76845938109699</c:v>
                </c:pt>
                <c:pt idx="14627">
                  <c:v>161.76860394306701</c:v>
                </c:pt>
                <c:pt idx="14628">
                  <c:v>161.76874845895401</c:v>
                </c:pt>
                <c:pt idx="14629">
                  <c:v>161.76889292877499</c:v>
                </c:pt>
                <c:pt idx="14630">
                  <c:v>161.76903735254299</c:v>
                </c:pt>
                <c:pt idx="14631">
                  <c:v>161.769181730273</c:v>
                </c:pt>
                <c:pt idx="14632">
                  <c:v>161.76932606198</c:v>
                </c:pt>
                <c:pt idx="14633">
                  <c:v>161.769470347679</c:v>
                </c:pt>
                <c:pt idx="14634">
                  <c:v>161.76961458738401</c:v>
                </c:pt>
                <c:pt idx="14635">
                  <c:v>161.76975878111</c:v>
                </c:pt>
                <c:pt idx="14636">
                  <c:v>161.769902928872</c:v>
                </c:pt>
                <c:pt idx="14637">
                  <c:v>161.770047030684</c:v>
                </c:pt>
                <c:pt idx="14638">
                  <c:v>161.770191086561</c:v>
                </c:pt>
                <c:pt idx="14639">
                  <c:v>161.77033509651699</c:v>
                </c:pt>
                <c:pt idx="14640">
                  <c:v>161.77047906056799</c:v>
                </c:pt>
                <c:pt idx="14641">
                  <c:v>161.770622978727</c:v>
                </c:pt>
                <c:pt idx="14642">
                  <c:v>161.77076685100999</c:v>
                </c:pt>
                <c:pt idx="14643">
                  <c:v>161.770910677431</c:v>
                </c:pt>
                <c:pt idx="14644">
                  <c:v>161.77105445800501</c:v>
                </c:pt>
                <c:pt idx="14645">
                  <c:v>161.771198192746</c:v>
                </c:pt>
                <c:pt idx="14646">
                  <c:v>161.771341881669</c:v>
                </c:pt>
                <c:pt idx="14647">
                  <c:v>161.771485524789</c:v>
                </c:pt>
                <c:pt idx="14648">
                  <c:v>161.77162912211901</c:v>
                </c:pt>
                <c:pt idx="14649">
                  <c:v>161.771772673676</c:v>
                </c:pt>
                <c:pt idx="14650">
                  <c:v>161.77191617947301</c:v>
                </c:pt>
                <c:pt idx="14651">
                  <c:v>161.772059639525</c:v>
                </c:pt>
                <c:pt idx="14652">
                  <c:v>161.772203053846</c:v>
                </c:pt>
                <c:pt idx="14653">
                  <c:v>161.77234642245199</c:v>
                </c:pt>
                <c:pt idx="14654">
                  <c:v>161.77248974535601</c:v>
                </c:pt>
                <c:pt idx="14655">
                  <c:v>161.77263302257299</c:v>
                </c:pt>
                <c:pt idx="14656">
                  <c:v>161.77277625411901</c:v>
                </c:pt>
                <c:pt idx="14657">
                  <c:v>161.772919440007</c:v>
                </c:pt>
                <c:pt idx="14658">
                  <c:v>161.77306258025101</c:v>
                </c:pt>
                <c:pt idx="14659">
                  <c:v>161.773205674868</c:v>
                </c:pt>
                <c:pt idx="14660">
                  <c:v>161.77334872386999</c:v>
                </c:pt>
                <c:pt idx="14661">
                  <c:v>161.77349172727301</c:v>
                </c:pt>
                <c:pt idx="14662">
                  <c:v>161.773634685091</c:v>
                </c:pt>
                <c:pt idx="14663">
                  <c:v>161.77377759733901</c:v>
                </c:pt>
                <c:pt idx="14664">
                  <c:v>161.77392046403099</c:v>
                </c:pt>
                <c:pt idx="14665">
                  <c:v>161.774063285181</c:v>
                </c:pt>
                <c:pt idx="14666">
                  <c:v>161.774206060805</c:v>
                </c:pt>
                <c:pt idx="14667">
                  <c:v>161.774348790917</c:v>
                </c:pt>
                <c:pt idx="14668">
                  <c:v>161.77449147553099</c:v>
                </c:pt>
                <c:pt idx="14669">
                  <c:v>161.77463411466201</c:v>
                </c:pt>
                <c:pt idx="14670">
                  <c:v>161.774776708324</c:v>
                </c:pt>
                <c:pt idx="14671">
                  <c:v>161.774919256532</c:v>
                </c:pt>
                <c:pt idx="14672">
                  <c:v>161.7750617593</c:v>
                </c:pt>
                <c:pt idx="14673">
                  <c:v>161.775204216643</c:v>
                </c:pt>
                <c:pt idx="14674">
                  <c:v>161.77534662857599</c:v>
                </c:pt>
                <c:pt idx="14675">
                  <c:v>161.775488995112</c:v>
                </c:pt>
                <c:pt idx="14676">
                  <c:v>161.77563131626599</c:v>
                </c:pt>
                <c:pt idx="14677">
                  <c:v>161.77577359205301</c:v>
                </c:pt>
                <c:pt idx="14678">
                  <c:v>161.77591582248701</c:v>
                </c:pt>
                <c:pt idx="14679">
                  <c:v>161.776058007583</c:v>
                </c:pt>
                <c:pt idx="14680">
                  <c:v>161.77620014735501</c:v>
                </c:pt>
                <c:pt idx="14681">
                  <c:v>161.77634224181699</c:v>
                </c:pt>
                <c:pt idx="14682">
                  <c:v>161.776484290985</c:v>
                </c:pt>
                <c:pt idx="14683">
                  <c:v>161.77662629487099</c:v>
                </c:pt>
                <c:pt idx="14684">
                  <c:v>161.77676825349201</c:v>
                </c:pt>
                <c:pt idx="14685">
                  <c:v>161.776910166861</c:v>
                </c:pt>
                <c:pt idx="14686">
                  <c:v>161.77705203499201</c:v>
                </c:pt>
                <c:pt idx="14687">
                  <c:v>161.77719385790101</c:v>
                </c:pt>
                <c:pt idx="14688">
                  <c:v>161.77733563560199</c:v>
                </c:pt>
                <c:pt idx="14689">
                  <c:v>161.77747736810801</c:v>
                </c:pt>
                <c:pt idx="14690">
                  <c:v>161.777619055435</c:v>
                </c:pt>
                <c:pt idx="14691">
                  <c:v>161.77776069759599</c:v>
                </c:pt>
                <c:pt idx="14692">
                  <c:v>161.777902294607</c:v>
                </c:pt>
                <c:pt idx="14693">
                  <c:v>161.77804384648101</c:v>
                </c:pt>
                <c:pt idx="14694">
                  <c:v>161.778185353233</c:v>
                </c:pt>
                <c:pt idx="14695">
                  <c:v>161.778326814878</c:v>
                </c:pt>
                <c:pt idx="14696">
                  <c:v>161.778468231429</c:v>
                </c:pt>
                <c:pt idx="14697">
                  <c:v>161.77860960290201</c:v>
                </c:pt>
                <c:pt idx="14698">
                  <c:v>161.77875092931001</c:v>
                </c:pt>
                <c:pt idx="14699">
                  <c:v>161.778892210668</c:v>
                </c:pt>
                <c:pt idx="14700">
                  <c:v>161.77903344699001</c:v>
                </c:pt>
                <c:pt idx="14701">
                  <c:v>161.77917463829101</c:v>
                </c:pt>
                <c:pt idx="14702">
                  <c:v>161.77931578458401</c:v>
                </c:pt>
                <c:pt idx="14703">
                  <c:v>161.779456885885</c:v>
                </c:pt>
                <c:pt idx="14704">
                  <c:v>161.779597942208</c:v>
                </c:pt>
                <c:pt idx="14705">
                  <c:v>161.779738953567</c:v>
                </c:pt>
                <c:pt idx="14706">
                  <c:v>161.779879919976</c:v>
                </c:pt>
                <c:pt idx="14707">
                  <c:v>161.78002084144899</c:v>
                </c:pt>
                <c:pt idx="14708">
                  <c:v>161.78016171800201</c:v>
                </c:pt>
                <c:pt idx="14709">
                  <c:v>161.78030254964801</c:v>
                </c:pt>
                <c:pt idx="14710">
                  <c:v>161.78044333640099</c:v>
                </c:pt>
                <c:pt idx="14711">
                  <c:v>161.780584078277</c:v>
                </c:pt>
                <c:pt idx="14712">
                  <c:v>161.780724775289</c:v>
                </c:pt>
                <c:pt idx="14713">
                  <c:v>161.780865427451</c:v>
                </c:pt>
                <c:pt idx="14714">
                  <c:v>161.78100603477799</c:v>
                </c:pt>
                <c:pt idx="14715">
                  <c:v>161.78114659728499</c:v>
                </c:pt>
                <c:pt idx="14716">
                  <c:v>161.78128711498499</c:v>
                </c:pt>
                <c:pt idx="14717">
                  <c:v>161.78142758789201</c:v>
                </c:pt>
                <c:pt idx="14718">
                  <c:v>161.78156801602199</c:v>
                </c:pt>
                <c:pt idx="14719">
                  <c:v>161.78170839938801</c:v>
                </c:pt>
                <c:pt idx="14720">
                  <c:v>161.78184873800399</c:v>
                </c:pt>
                <c:pt idx="14721">
                  <c:v>161.78198903188499</c:v>
                </c:pt>
                <c:pt idx="14722">
                  <c:v>161.782129281046</c:v>
                </c:pt>
                <c:pt idx="14723">
                  <c:v>161.782269485499</c:v>
                </c:pt>
                <c:pt idx="14724">
                  <c:v>161.782409645261</c:v>
                </c:pt>
                <c:pt idx="14725">
                  <c:v>161.78254976034401</c:v>
                </c:pt>
                <c:pt idx="14726">
                  <c:v>161.78268983076299</c:v>
                </c:pt>
                <c:pt idx="14727">
                  <c:v>161.782829856533</c:v>
                </c:pt>
                <c:pt idx="14728">
                  <c:v>161.782969837667</c:v>
                </c:pt>
                <c:pt idx="14729">
                  <c:v>161.78310977418101</c:v>
                </c:pt>
                <c:pt idx="14730">
                  <c:v>161.78324966608699</c:v>
                </c:pt>
                <c:pt idx="14731">
                  <c:v>161.78338951340001</c:v>
                </c:pt>
                <c:pt idx="14732">
                  <c:v>161.783529316135</c:v>
                </c:pt>
                <c:pt idx="14733">
                  <c:v>161.783669074306</c:v>
                </c:pt>
                <c:pt idx="14734">
                  <c:v>161.78380878792601</c:v>
                </c:pt>
                <c:pt idx="14735">
                  <c:v>161.78394845701101</c:v>
                </c:pt>
                <c:pt idx="14736">
                  <c:v>161.784088081574</c:v>
                </c:pt>
                <c:pt idx="14737">
                  <c:v>161.78422766163001</c:v>
                </c:pt>
                <c:pt idx="14738">
                  <c:v>161.78436719719201</c:v>
                </c:pt>
                <c:pt idx="14739">
                  <c:v>161.784506688275</c:v>
                </c:pt>
                <c:pt idx="14740">
                  <c:v>161.78464613489299</c:v>
                </c:pt>
                <c:pt idx="14741">
                  <c:v>161.784785537061</c:v>
                </c:pt>
                <c:pt idx="14742">
                  <c:v>161.784924894792</c:v>
                </c:pt>
                <c:pt idx="14743">
                  <c:v>161.78506420810001</c:v>
                </c:pt>
                <c:pt idx="14744">
                  <c:v>161.78520347700001</c:v>
                </c:pt>
                <c:pt idx="14745">
                  <c:v>161.78534270150601</c:v>
                </c:pt>
                <c:pt idx="14746">
                  <c:v>161.78548188163299</c:v>
                </c:pt>
                <c:pt idx="14747">
                  <c:v>161.785621017393</c:v>
                </c:pt>
                <c:pt idx="14748">
                  <c:v>161.78576010880201</c:v>
                </c:pt>
                <c:pt idx="14749">
                  <c:v>161.78589915587301</c:v>
                </c:pt>
                <c:pt idx="14750">
                  <c:v>161.78603815862101</c:v>
                </c:pt>
                <c:pt idx="14751">
                  <c:v>161.78617711705999</c:v>
                </c:pt>
                <c:pt idx="14752">
                  <c:v>161.786316031204</c:v>
                </c:pt>
                <c:pt idx="14753">
                  <c:v>161.786454901067</c:v>
                </c:pt>
                <c:pt idx="14754">
                  <c:v>161.786593726663</c:v>
                </c:pt>
                <c:pt idx="14755">
                  <c:v>161.786732508006</c:v>
                </c:pt>
                <c:pt idx="14756">
                  <c:v>161.78687124511001</c:v>
                </c:pt>
                <c:pt idx="14757">
                  <c:v>161.78700993799001</c:v>
                </c:pt>
                <c:pt idx="14758">
                  <c:v>161.78714858666001</c:v>
                </c:pt>
                <c:pt idx="14759">
                  <c:v>161.787287191133</c:v>
                </c:pt>
                <c:pt idx="14760">
                  <c:v>161.787425751424</c:v>
                </c:pt>
                <c:pt idx="14761">
                  <c:v>161.787564267547</c:v>
                </c:pt>
                <c:pt idx="14762">
                  <c:v>161.78770273951599</c:v>
                </c:pt>
                <c:pt idx="14763">
                  <c:v>161.78784116734499</c:v>
                </c:pt>
                <c:pt idx="14764">
                  <c:v>161.78797955104801</c:v>
                </c:pt>
                <c:pt idx="14765">
                  <c:v>161.788117890639</c:v>
                </c:pt>
                <c:pt idx="14766">
                  <c:v>161.788256186133</c:v>
                </c:pt>
                <c:pt idx="14767">
                  <c:v>161.78839443754299</c:v>
                </c:pt>
                <c:pt idx="14768">
                  <c:v>161.78853264488299</c:v>
                </c:pt>
                <c:pt idx="14769">
                  <c:v>161.78867080816701</c:v>
                </c:pt>
                <c:pt idx="14770">
                  <c:v>161.78880892741</c:v>
                </c:pt>
                <c:pt idx="14771">
                  <c:v>161.788947002626</c:v>
                </c:pt>
                <c:pt idx="14772">
                  <c:v>161.78908503382701</c:v>
                </c:pt>
                <c:pt idx="14773">
                  <c:v>161.78922302103001</c:v>
                </c:pt>
                <c:pt idx="14774">
                  <c:v>161.78936096424701</c:v>
                </c:pt>
                <c:pt idx="14775">
                  <c:v>161.78949886349301</c:v>
                </c:pt>
                <c:pt idx="14776">
                  <c:v>161.789636718781</c:v>
                </c:pt>
                <c:pt idx="14777">
                  <c:v>161.78977453012601</c:v>
                </c:pt>
                <c:pt idx="14778">
                  <c:v>161.789912297542</c:v>
                </c:pt>
                <c:pt idx="14779">
                  <c:v>161.79005002104199</c:v>
                </c:pt>
                <c:pt idx="14780">
                  <c:v>161.79018770064101</c:v>
                </c:pt>
                <c:pt idx="14781">
                  <c:v>161.79032533635299</c:v>
                </c:pt>
                <c:pt idx="14782">
                  <c:v>161.790462928191</c:v>
                </c:pt>
                <c:pt idx="14783">
                  <c:v>161.79060047617</c:v>
                </c:pt>
                <c:pt idx="14784">
                  <c:v>161.79073798030399</c:v>
                </c:pt>
                <c:pt idx="14785">
                  <c:v>161.79087544060599</c:v>
                </c:pt>
                <c:pt idx="14786">
                  <c:v>161.791012857091</c:v>
                </c:pt>
                <c:pt idx="14787">
                  <c:v>161.791150229772</c:v>
                </c:pt>
                <c:pt idx="14788">
                  <c:v>161.79128755866401</c:v>
                </c:pt>
                <c:pt idx="14789">
                  <c:v>161.79142484378099</c:v>
                </c:pt>
                <c:pt idx="14790">
                  <c:v>161.79156208513601</c:v>
                </c:pt>
                <c:pt idx="14791">
                  <c:v>161.791699282743</c:v>
                </c:pt>
                <c:pt idx="14792">
                  <c:v>161.79183643661699</c:v>
                </c:pt>
                <c:pt idx="14793">
                  <c:v>161.791973546771</c:v>
                </c:pt>
                <c:pt idx="14794">
                  <c:v>161.79211061321899</c:v>
                </c:pt>
                <c:pt idx="14795">
                  <c:v>161.792247635975</c:v>
                </c:pt>
                <c:pt idx="14796">
                  <c:v>161.792384615054</c:v>
                </c:pt>
                <c:pt idx="14797">
                  <c:v>161.792521550468</c:v>
                </c:pt>
                <c:pt idx="14798">
                  <c:v>161.79265844223301</c:v>
                </c:pt>
                <c:pt idx="14799">
                  <c:v>161.792795290361</c:v>
                </c:pt>
                <c:pt idx="14800">
                  <c:v>161.79293209486701</c:v>
                </c:pt>
                <c:pt idx="14801">
                  <c:v>161.793068855765</c:v>
                </c:pt>
                <c:pt idx="14802">
                  <c:v>161.793205573069</c:v>
                </c:pt>
                <c:pt idx="14803">
                  <c:v>161.79334224679201</c:v>
                </c:pt>
                <c:pt idx="14804">
                  <c:v>161.793478876948</c:v>
                </c:pt>
                <c:pt idx="14805">
                  <c:v>161.79361546355099</c:v>
                </c:pt>
                <c:pt idx="14806">
                  <c:v>161.79375200661599</c:v>
                </c:pt>
                <c:pt idx="14807">
                  <c:v>161.79388850615601</c:v>
                </c:pt>
                <c:pt idx="14808">
                  <c:v>161.79402496218501</c:v>
                </c:pt>
                <c:pt idx="14809">
                  <c:v>161.794161374716</c:v>
                </c:pt>
                <c:pt idx="14810">
                  <c:v>161.79429774376499</c:v>
                </c:pt>
                <c:pt idx="14811">
                  <c:v>161.794434069343</c:v>
                </c:pt>
                <c:pt idx="14812">
                  <c:v>161.794570351467</c:v>
                </c:pt>
                <c:pt idx="14813">
                  <c:v>161.794706590148</c:v>
                </c:pt>
                <c:pt idx="14814">
                  <c:v>161.79484278540201</c:v>
                </c:pt>
                <c:pt idx="14815">
                  <c:v>161.79497893724101</c:v>
                </c:pt>
                <c:pt idx="14816">
                  <c:v>161.79511504568001</c:v>
                </c:pt>
                <c:pt idx="14817">
                  <c:v>161.79525111073301</c:v>
                </c:pt>
                <c:pt idx="14818">
                  <c:v>161.79538713241399</c:v>
                </c:pt>
                <c:pt idx="14819">
                  <c:v>161.79552311073499</c:v>
                </c:pt>
                <c:pt idx="14820">
                  <c:v>161.795659045712</c:v>
                </c:pt>
                <c:pt idx="14821">
                  <c:v>161.79579493735801</c:v>
                </c:pt>
                <c:pt idx="14822">
                  <c:v>161.79593078568601</c:v>
                </c:pt>
                <c:pt idx="14823">
                  <c:v>161.79606659071101</c:v>
                </c:pt>
                <c:pt idx="14824">
                  <c:v>161.79620235244701</c:v>
                </c:pt>
                <c:pt idx="14825">
                  <c:v>161.79633807090599</c:v>
                </c:pt>
                <c:pt idx="14826">
                  <c:v>161.796473746104</c:v>
                </c:pt>
                <c:pt idx="14827">
                  <c:v>161.79660937805301</c:v>
                </c:pt>
                <c:pt idx="14828">
                  <c:v>161.79674496676799</c:v>
                </c:pt>
                <c:pt idx="14829">
                  <c:v>161.79688051226299</c:v>
                </c:pt>
                <c:pt idx="14830">
                  <c:v>161.79701601455</c:v>
                </c:pt>
                <c:pt idx="14831">
                  <c:v>161.79715147364399</c:v>
                </c:pt>
                <c:pt idx="14832">
                  <c:v>161.79728688955899</c:v>
                </c:pt>
                <c:pt idx="14833">
                  <c:v>161.797422262309</c:v>
                </c:pt>
                <c:pt idx="14834">
                  <c:v>161.79755759190601</c:v>
                </c:pt>
                <c:pt idx="14835">
                  <c:v>161.79769287836601</c:v>
                </c:pt>
                <c:pt idx="14836">
                  <c:v>161.797828121701</c:v>
                </c:pt>
                <c:pt idx="14837">
                  <c:v>161.79796332192601</c:v>
                </c:pt>
                <c:pt idx="14838">
                  <c:v>161.798098479054</c:v>
                </c:pt>
                <c:pt idx="14839">
                  <c:v>161.79823359309901</c:v>
                </c:pt>
                <c:pt idx="14840">
                  <c:v>161.79836866407399</c:v>
                </c:pt>
                <c:pt idx="14841">
                  <c:v>161.79850369199499</c:v>
                </c:pt>
                <c:pt idx="14842">
                  <c:v>161.798638676873</c:v>
                </c:pt>
                <c:pt idx="14843">
                  <c:v>161.798773618723</c:v>
                </c:pt>
                <c:pt idx="14844">
                  <c:v>161.798908517558</c:v>
                </c:pt>
                <c:pt idx="14845">
                  <c:v>161.799043373393</c:v>
                </c:pt>
                <c:pt idx="14846">
                  <c:v>161.79917818624099</c:v>
                </c:pt>
                <c:pt idx="14847">
                  <c:v>161.79931295611601</c:v>
                </c:pt>
                <c:pt idx="14848">
                  <c:v>161.79944768303099</c:v>
                </c:pt>
                <c:pt idx="14849">
                  <c:v>161.79958236700099</c:v>
                </c:pt>
                <c:pt idx="14850">
                  <c:v>161.79971700803799</c:v>
                </c:pt>
                <c:pt idx="14851">
                  <c:v>161.79985160615601</c:v>
                </c:pt>
                <c:pt idx="14852">
                  <c:v>161.79998616136999</c:v>
                </c:pt>
                <c:pt idx="14853">
                  <c:v>161.80012067369299</c:v>
                </c:pt>
                <c:pt idx="14854">
                  <c:v>161.800255143138</c:v>
                </c:pt>
                <c:pt idx="14855">
                  <c:v>161.80038956971899</c:v>
                </c:pt>
                <c:pt idx="14856">
                  <c:v>161.80052395345101</c:v>
                </c:pt>
                <c:pt idx="14857">
                  <c:v>161.800658294345</c:v>
                </c:pt>
                <c:pt idx="14858">
                  <c:v>161.800792592417</c:v>
                </c:pt>
                <c:pt idx="14859">
                  <c:v>161.80092684767999</c:v>
                </c:pt>
                <c:pt idx="14860">
                  <c:v>161.80106106014799</c:v>
                </c:pt>
                <c:pt idx="14861">
                  <c:v>161.80119522983301</c:v>
                </c:pt>
                <c:pt idx="14862">
                  <c:v>161.80132935675101</c:v>
                </c:pt>
                <c:pt idx="14863">
                  <c:v>161.80146344091401</c:v>
                </c:pt>
                <c:pt idx="14864">
                  <c:v>161.80159748233501</c:v>
                </c:pt>
                <c:pt idx="14865">
                  <c:v>161.80173148103</c:v>
                </c:pt>
                <c:pt idx="14866">
                  <c:v>161.801865437011</c:v>
                </c:pt>
                <c:pt idx="14867">
                  <c:v>161.80199935029199</c:v>
                </c:pt>
                <c:pt idx="14868">
                  <c:v>161.80213322088599</c:v>
                </c:pt>
                <c:pt idx="14869">
                  <c:v>161.80226704880701</c:v>
                </c:pt>
                <c:pt idx="14870">
                  <c:v>161.80240083407</c:v>
                </c:pt>
                <c:pt idx="14871">
                  <c:v>161.80253457668601</c:v>
                </c:pt>
                <c:pt idx="14872">
                  <c:v>161.802668276671</c:v>
                </c:pt>
                <c:pt idx="14873">
                  <c:v>161.80280193403701</c:v>
                </c:pt>
                <c:pt idx="14874">
                  <c:v>161.80293554879799</c:v>
                </c:pt>
                <c:pt idx="14875">
                  <c:v>161.80306912096799</c:v>
                </c:pt>
                <c:pt idx="14876">
                  <c:v>161.80320265056099</c:v>
                </c:pt>
                <c:pt idx="14877">
                  <c:v>161.80333613758901</c:v>
                </c:pt>
                <c:pt idx="14878">
                  <c:v>161.80346958206599</c:v>
                </c:pt>
                <c:pt idx="14879">
                  <c:v>161.803602984007</c:v>
                </c:pt>
                <c:pt idx="14880">
                  <c:v>161.80373634342399</c:v>
                </c:pt>
                <c:pt idx="14881">
                  <c:v>161.803869660332</c:v>
                </c:pt>
                <c:pt idx="14882">
                  <c:v>161.80400293474301</c:v>
                </c:pt>
                <c:pt idx="14883">
                  <c:v>161.80413616667099</c:v>
                </c:pt>
                <c:pt idx="14884">
                  <c:v>161.80426935612999</c:v>
                </c:pt>
                <c:pt idx="14885">
                  <c:v>161.80440250313401</c:v>
                </c:pt>
                <c:pt idx="14886">
                  <c:v>161.80453560769499</c:v>
                </c:pt>
                <c:pt idx="14887">
                  <c:v>161.804668669828</c:v>
                </c:pt>
                <c:pt idx="14888">
                  <c:v>161.804801689545</c:v>
                </c:pt>
                <c:pt idx="14889">
                  <c:v>161.80493466686099</c:v>
                </c:pt>
                <c:pt idx="14890">
                  <c:v>161.80506760178901</c:v>
                </c:pt>
                <c:pt idx="14891">
                  <c:v>161.80520049434301</c:v>
                </c:pt>
                <c:pt idx="14892">
                  <c:v>161.805333344536</c:v>
                </c:pt>
                <c:pt idx="14893">
                  <c:v>161.805466152381</c:v>
                </c:pt>
                <c:pt idx="14894">
                  <c:v>161.80559891789201</c:v>
                </c:pt>
                <c:pt idx="14895">
                  <c:v>161.80573164108199</c:v>
                </c:pt>
                <c:pt idx="14896">
                  <c:v>161.805864321966</c:v>
                </c:pt>
                <c:pt idx="14897">
                  <c:v>161.805996960556</c:v>
                </c:pt>
                <c:pt idx="14898">
                  <c:v>161.80612955686601</c:v>
                </c:pt>
                <c:pt idx="14899">
                  <c:v>161.80626211090899</c:v>
                </c:pt>
                <c:pt idx="14900">
                  <c:v>161.8063946227</c:v>
                </c:pt>
                <c:pt idx="14901">
                  <c:v>161.80652709225001</c:v>
                </c:pt>
                <c:pt idx="14902">
                  <c:v>161.80665951957499</c:v>
                </c:pt>
                <c:pt idx="14903">
                  <c:v>161.806791904687</c:v>
                </c:pt>
                <c:pt idx="14904">
                  <c:v>161.80692424759999</c:v>
                </c:pt>
                <c:pt idx="14905">
                  <c:v>161.80705654832701</c:v>
                </c:pt>
                <c:pt idx="14906">
                  <c:v>161.80718880688099</c:v>
                </c:pt>
                <c:pt idx="14907">
                  <c:v>161.80732102327701</c:v>
                </c:pt>
                <c:pt idx="14908">
                  <c:v>161.80745319752799</c:v>
                </c:pt>
                <c:pt idx="14909">
                  <c:v>161.807585329646</c:v>
                </c:pt>
                <c:pt idx="14910">
                  <c:v>161.807717419646</c:v>
                </c:pt>
                <c:pt idx="14911">
                  <c:v>161.80784946754099</c:v>
                </c:pt>
                <c:pt idx="14912">
                  <c:v>161.807981473344</c:v>
                </c:pt>
                <c:pt idx="14913">
                  <c:v>161.80811343706901</c:v>
                </c:pt>
                <c:pt idx="14914">
                  <c:v>161.80824535872799</c:v>
                </c:pt>
                <c:pt idx="14915">
                  <c:v>161.80837723833699</c:v>
                </c:pt>
                <c:pt idx="14916">
                  <c:v>161.80850907590701</c:v>
                </c:pt>
                <c:pt idx="14917">
                  <c:v>161.80864087145301</c:v>
                </c:pt>
                <c:pt idx="14918">
                  <c:v>161.80877262498799</c:v>
                </c:pt>
                <c:pt idx="14919">
                  <c:v>161.80890433652499</c:v>
                </c:pt>
                <c:pt idx="14920">
                  <c:v>161.80903600607701</c:v>
                </c:pt>
                <c:pt idx="14921">
                  <c:v>161.80916763365801</c:v>
                </c:pt>
                <c:pt idx="14922">
                  <c:v>161.809299219282</c:v>
                </c:pt>
                <c:pt idx="14923">
                  <c:v>161.809430762961</c:v>
                </c:pt>
                <c:pt idx="14924">
                  <c:v>161.809562264709</c:v>
                </c:pt>
                <c:pt idx="14925">
                  <c:v>161.80969372454001</c:v>
                </c:pt>
                <c:pt idx="14926">
                  <c:v>161.809825142466</c:v>
                </c:pt>
                <c:pt idx="14927">
                  <c:v>161.80995651850199</c:v>
                </c:pt>
                <c:pt idx="14928">
                  <c:v>161.81008785265999</c:v>
                </c:pt>
                <c:pt idx="14929">
                  <c:v>161.810219144955</c:v>
                </c:pt>
                <c:pt idx="14930">
                  <c:v>161.81035039539799</c:v>
                </c:pt>
                <c:pt idx="14931">
                  <c:v>161.810481604004</c:v>
                </c:pt>
                <c:pt idx="14932">
                  <c:v>161.81061277078601</c:v>
                </c:pt>
                <c:pt idx="14933">
                  <c:v>161.81074389575701</c:v>
                </c:pt>
                <c:pt idx="14934">
                  <c:v>161.81087497893</c:v>
                </c:pt>
                <c:pt idx="14935">
                  <c:v>161.81100602032001</c:v>
                </c:pt>
                <c:pt idx="14936">
                  <c:v>161.811137019938</c:v>
                </c:pt>
                <c:pt idx="14937">
                  <c:v>161.81126797779999</c:v>
                </c:pt>
                <c:pt idx="14938">
                  <c:v>161.81139889391699</c:v>
                </c:pt>
                <c:pt idx="14939">
                  <c:v>161.81152976830299</c:v>
                </c:pt>
                <c:pt idx="14940">
                  <c:v>161.811660600972</c:v>
                </c:pt>
                <c:pt idx="14941">
                  <c:v>161.811791391936</c:v>
                </c:pt>
                <c:pt idx="14942">
                  <c:v>161.81192214121</c:v>
                </c:pt>
                <c:pt idx="14943">
                  <c:v>161.81205284880599</c:v>
                </c:pt>
                <c:pt idx="14944">
                  <c:v>161.812183514737</c:v>
                </c:pt>
                <c:pt idx="14945">
                  <c:v>161.81231413901801</c:v>
                </c:pt>
                <c:pt idx="14946">
                  <c:v>161.81244472166</c:v>
                </c:pt>
                <c:pt idx="14947">
                  <c:v>161.812575262678</c:v>
                </c:pt>
                <c:pt idx="14948">
                  <c:v>161.81270576208499</c:v>
                </c:pt>
                <c:pt idx="14949">
                  <c:v>161.812836219894</c:v>
                </c:pt>
                <c:pt idx="14950">
                  <c:v>161.812966636119</c:v>
                </c:pt>
                <c:pt idx="14951">
                  <c:v>161.813097010771</c:v>
                </c:pt>
                <c:pt idx="14952">
                  <c:v>161.813227343866</c:v>
                </c:pt>
                <c:pt idx="14953">
                  <c:v>161.813357635415</c:v>
                </c:pt>
                <c:pt idx="14954">
                  <c:v>161.81348788543301</c:v>
                </c:pt>
                <c:pt idx="14955">
                  <c:v>161.813618093933</c:v>
                </c:pt>
                <c:pt idx="14956">
                  <c:v>161.81374826092701</c:v>
                </c:pt>
                <c:pt idx="14957">
                  <c:v>161.813878386429</c:v>
                </c:pt>
                <c:pt idx="14958">
                  <c:v>161.81400847045299</c:v>
                </c:pt>
                <c:pt idx="14959">
                  <c:v>161.81413851301099</c:v>
                </c:pt>
                <c:pt idx="14960">
                  <c:v>161.81426851411601</c:v>
                </c:pt>
                <c:pt idx="14961">
                  <c:v>161.814398473783</c:v>
                </c:pt>
                <c:pt idx="14962">
                  <c:v>161.81452839202299</c:v>
                </c:pt>
                <c:pt idx="14963">
                  <c:v>161.81465826885099</c:v>
                </c:pt>
                <c:pt idx="14964">
                  <c:v>161.81478810428001</c:v>
                </c:pt>
                <c:pt idx="14965">
                  <c:v>161.81491789832199</c:v>
                </c:pt>
                <c:pt idx="14966">
                  <c:v>161.815047650991</c:v>
                </c:pt>
                <c:pt idx="14967">
                  <c:v>161.81517736230001</c:v>
                </c:pt>
                <c:pt idx="14968">
                  <c:v>161.81530703226201</c:v>
                </c:pt>
                <c:pt idx="14969">
                  <c:v>161.81543666089101</c:v>
                </c:pt>
                <c:pt idx="14970">
                  <c:v>161.81556624820001</c:v>
                </c:pt>
                <c:pt idx="14971">
                  <c:v>161.81569579420099</c:v>
                </c:pt>
                <c:pt idx="14972">
                  <c:v>161.815825298909</c:v>
                </c:pt>
                <c:pt idx="14973">
                  <c:v>161.815954762335</c:v>
                </c:pt>
                <c:pt idx="14974">
                  <c:v>161.816084184494</c:v>
                </c:pt>
                <c:pt idx="14975">
                  <c:v>161.81621356539901</c:v>
                </c:pt>
                <c:pt idx="14976">
                  <c:v>161.81634290506199</c:v>
                </c:pt>
                <c:pt idx="14977">
                  <c:v>161.816472203497</c:v>
                </c:pt>
                <c:pt idx="14978">
                  <c:v>161.81660146071599</c:v>
                </c:pt>
                <c:pt idx="14979">
                  <c:v>161.81673067673401</c:v>
                </c:pt>
                <c:pt idx="14980">
                  <c:v>161.81685985156301</c:v>
                </c:pt>
                <c:pt idx="14981">
                  <c:v>161.81698898521699</c:v>
                </c:pt>
                <c:pt idx="14982">
                  <c:v>161.81711807770699</c:v>
                </c:pt>
                <c:pt idx="14983">
                  <c:v>161.81724712904901</c:v>
                </c:pt>
                <c:pt idx="14984">
                  <c:v>161.81737613925401</c:v>
                </c:pt>
                <c:pt idx="14985">
                  <c:v>161.81750510833601</c:v>
                </c:pt>
                <c:pt idx="14986">
                  <c:v>161.81763403630799</c:v>
                </c:pt>
                <c:pt idx="14987">
                  <c:v>161.81776292318301</c:v>
                </c:pt>
                <c:pt idx="14988">
                  <c:v>161.81789176897399</c:v>
                </c:pt>
                <c:pt idx="14989">
                  <c:v>161.81802057369401</c:v>
                </c:pt>
                <c:pt idx="14990">
                  <c:v>161.818149337357</c:v>
                </c:pt>
                <c:pt idx="14991">
                  <c:v>161.818278059975</c:v>
                </c:pt>
                <c:pt idx="14992">
                  <c:v>161.818406741562</c:v>
                </c:pt>
                <c:pt idx="14993">
                  <c:v>161.81853538212999</c:v>
                </c:pt>
                <c:pt idx="14994">
                  <c:v>161.81866398169299</c:v>
                </c:pt>
                <c:pt idx="14995">
                  <c:v>161.81879254026401</c:v>
                </c:pt>
                <c:pt idx="14996">
                  <c:v>161.81892105785499</c:v>
                </c:pt>
                <c:pt idx="14997">
                  <c:v>161.819049534481</c:v>
                </c:pt>
                <c:pt idx="14998">
                  <c:v>161.81917797015299</c:v>
                </c:pt>
                <c:pt idx="14999">
                  <c:v>161.81930636488599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D9C-4B17-8CA0-D4DB9E3F33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15272783"/>
        <c:axId val="2015273743"/>
      </c:scatterChart>
      <c:valAx>
        <c:axId val="2015272783"/>
        <c:scaling>
          <c:orientation val="minMax"/>
          <c:max val="15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15273743"/>
        <c:crosses val="autoZero"/>
        <c:crossBetween val="midCat"/>
      </c:valAx>
      <c:valAx>
        <c:axId val="2015273743"/>
        <c:scaling>
          <c:orientation val="minMax"/>
          <c:min val="7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01527278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baseline="0" dirty="0">
                <a:effectLst/>
              </a:rPr>
              <a:t>Transient Thermal Impedance</a:t>
            </a:r>
            <a:endParaRPr lang="en-DE" sz="1400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thermal!$P$99</c:f>
              <c:strCache>
                <c:ptCount val="1"/>
                <c:pt idx="0">
                  <c:v>Z_th_T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thermal!$D$100:$D$121</c:f>
              <c:numCache>
                <c:formatCode>0.00E+00</c:formatCode>
                <c:ptCount val="22"/>
                <c:pt idx="0">
                  <c:v>1E-3</c:v>
                </c:pt>
                <c:pt idx="1">
                  <c:v>2E-3</c:v>
                </c:pt>
                <c:pt idx="2">
                  <c:v>5.0000000000000001E-3</c:v>
                </c:pt>
                <c:pt idx="3">
                  <c:v>0.01</c:v>
                </c:pt>
                <c:pt idx="4">
                  <c:v>0.02</c:v>
                </c:pt>
                <c:pt idx="5">
                  <c:v>0.05</c:v>
                </c:pt>
                <c:pt idx="6">
                  <c:v>0.1</c:v>
                </c:pt>
                <c:pt idx="7">
                  <c:v>0.2</c:v>
                </c:pt>
                <c:pt idx="8">
                  <c:v>0.5</c:v>
                </c:pt>
                <c:pt idx="9">
                  <c:v>1</c:v>
                </c:pt>
                <c:pt idx="10">
                  <c:v>2</c:v>
                </c:pt>
                <c:pt idx="11">
                  <c:v>5</c:v>
                </c:pt>
                <c:pt idx="12">
                  <c:v>10</c:v>
                </c:pt>
                <c:pt idx="13">
                  <c:v>20</c:v>
                </c:pt>
                <c:pt idx="14">
                  <c:v>50</c:v>
                </c:pt>
                <c:pt idx="15">
                  <c:v>100</c:v>
                </c:pt>
                <c:pt idx="16">
                  <c:v>200</c:v>
                </c:pt>
                <c:pt idx="17">
                  <c:v>500</c:v>
                </c:pt>
                <c:pt idx="18">
                  <c:v>1000</c:v>
                </c:pt>
                <c:pt idx="19">
                  <c:v>2000</c:v>
                </c:pt>
                <c:pt idx="20">
                  <c:v>5000</c:v>
                </c:pt>
                <c:pt idx="21">
                  <c:v>10000</c:v>
                </c:pt>
              </c:numCache>
            </c:numRef>
          </c:xVal>
          <c:yVal>
            <c:numRef>
              <c:f>thermal!$P$100:$P$121</c:f>
              <c:numCache>
                <c:formatCode>0.00E+00</c:formatCode>
                <c:ptCount val="22"/>
                <c:pt idx="0">
                  <c:v>6.5445715586487371E-5</c:v>
                </c:pt>
                <c:pt idx="1">
                  <c:v>1.3088653005878469E-4</c:v>
                </c:pt>
                <c:pt idx="2">
                  <c:v>3.2717957218572733E-4</c:v>
                </c:pt>
                <c:pt idx="3">
                  <c:v>6.5423667045900742E-4</c:v>
                </c:pt>
                <c:pt idx="4">
                  <c:v>1.3079837148090999E-3</c:v>
                </c:pt>
                <c:pt idx="5">
                  <c:v>3.2662924751465953E-3</c:v>
                </c:pt>
                <c:pt idx="6">
                  <c:v>6.5203980451155816E-3</c:v>
                </c:pt>
                <c:pt idx="7">
                  <c:v>1.2992315605721345E-2</c:v>
                </c:pt>
                <c:pt idx="8">
                  <c:v>3.2122460257351264E-2</c:v>
                </c:pt>
                <c:pt idx="9">
                  <c:v>6.3084771877819551E-2</c:v>
                </c:pt>
                <c:pt idx="10">
                  <c:v>0.12177333306290751</c:v>
                </c:pt>
                <c:pt idx="11">
                  <c:v>0.27577788833216021</c:v>
                </c:pt>
                <c:pt idx="12">
                  <c:v>0.47861468388119832</c:v>
                </c:pt>
                <c:pt idx="13">
                  <c:v>0.7722139432488011</c:v>
                </c:pt>
                <c:pt idx="14">
                  <c:v>1.3614228913870174</c:v>
                </c:pt>
                <c:pt idx="15">
                  <c:v>2.0499999921056515</c:v>
                </c:pt>
                <c:pt idx="16">
                  <c:v>2.8921519644371054</c:v>
                </c:pt>
                <c:pt idx="17">
                  <c:v>3.8642882724306546</c:v>
                </c:pt>
                <c:pt idx="18">
                  <c:v>4.2611786251355941</c:v>
                </c:pt>
                <c:pt idx="19">
                  <c:v>4.3559349833155583</c:v>
                </c:pt>
                <c:pt idx="20">
                  <c:v>4.3599997166399813</c:v>
                </c:pt>
                <c:pt idx="21">
                  <c:v>4.3599999999999666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1BC-4B2B-B31F-9750DD9CA7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76260639"/>
        <c:axId val="376257311"/>
      </c:scatterChart>
      <c:valAx>
        <c:axId val="376260639"/>
        <c:scaling>
          <c:logBase val="10"/>
          <c:orientation val="minMax"/>
          <c:max val="10000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dirty="0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#,##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76257311"/>
        <c:crosses val="autoZero"/>
        <c:crossBetween val="midCat"/>
      </c:valAx>
      <c:valAx>
        <c:axId val="376257311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dirty="0" err="1"/>
                  <a:t>Z_th</a:t>
                </a:r>
                <a:r>
                  <a:rPr lang="en-GB" dirty="0"/>
                  <a:t> [K/W]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#,##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76260639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'SS-Model'!$D$1</c:f>
              <c:strCache>
                <c:ptCount val="1"/>
                <c:pt idx="0">
                  <c:v>T_Pri_err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'SS-Model'!$D$2:$D$3001</c:f>
              <c:numCache>
                <c:formatCode>General</c:formatCode>
                <c:ptCount val="3000"/>
                <c:pt idx="0">
                  <c:v>0.13793450464440582</c:v>
                </c:pt>
                <c:pt idx="1">
                  <c:v>0.13838743671131226</c:v>
                </c:pt>
                <c:pt idx="2">
                  <c:v>0.13176253157509166</c:v>
                </c:pt>
                <c:pt idx="3">
                  <c:v>0.12233497362910839</c:v>
                </c:pt>
                <c:pt idx="4">
                  <c:v>0.11204593308738708</c:v>
                </c:pt>
                <c:pt idx="5">
                  <c:v>0.1186178441413972</c:v>
                </c:pt>
                <c:pt idx="6">
                  <c:v>0.11958843551670384</c:v>
                </c:pt>
                <c:pt idx="7">
                  <c:v>0.11553266743439394</c:v>
                </c:pt>
                <c:pt idx="8">
                  <c:v>0.10698218873010035</c:v>
                </c:pt>
                <c:pt idx="9">
                  <c:v>0.11157675510619924</c:v>
                </c:pt>
                <c:pt idx="10">
                  <c:v>0.11262252972169051</c:v>
                </c:pt>
                <c:pt idx="11">
                  <c:v>0.11053948831870741</c:v>
                </c:pt>
                <c:pt idx="12">
                  <c:v>0.10571574015709473</c:v>
                </c:pt>
                <c:pt idx="13">
                  <c:v>0.1116208534302956</c:v>
                </c:pt>
                <c:pt idx="14">
                  <c:v>0.11547512172509755</c:v>
                </c:pt>
                <c:pt idx="15">
                  <c:v>0.11758449784690583</c:v>
                </c:pt>
                <c:pt idx="16">
                  <c:v>0.11823149332900584</c:v>
                </c:pt>
                <c:pt idx="17">
                  <c:v>0.1273059715251037</c:v>
                </c:pt>
                <c:pt idx="18">
                  <c:v>0.13541957231240076</c:v>
                </c:pt>
                <c:pt idx="19">
                  <c:v>0.14279437939160289</c:v>
                </c:pt>
                <c:pt idx="20">
                  <c:v>0.14963523733919715</c:v>
                </c:pt>
                <c:pt idx="21">
                  <c:v>0.1650114380936003</c:v>
                </c:pt>
                <c:pt idx="22">
                  <c:v>0.18021667011319664</c:v>
                </c:pt>
                <c:pt idx="23">
                  <c:v>0.19541134531910131</c:v>
                </c:pt>
                <c:pt idx="24">
                  <c:v>0.21074320206449215</c:v>
                </c:pt>
                <c:pt idx="25">
                  <c:v>0.22634824416880406</c:v>
                </c:pt>
                <c:pt idx="26">
                  <c:v>0.24235161070970435</c:v>
                </c:pt>
                <c:pt idx="27">
                  <c:v>0.25886838167610904</c:v>
                </c:pt>
                <c:pt idx="28">
                  <c:v>0.2760043242094099</c:v>
                </c:pt>
                <c:pt idx="29">
                  <c:v>0.29385658381320923</c:v>
                </c:pt>
                <c:pt idx="30">
                  <c:v>0.31251432458870454</c:v>
                </c:pt>
                <c:pt idx="31">
                  <c:v>0.3329855260005985</c:v>
                </c:pt>
                <c:pt idx="32">
                  <c:v>0.35441892090489091</c:v>
                </c:pt>
                <c:pt idx="33">
                  <c:v>0.37688311556699716</c:v>
                </c:pt>
                <c:pt idx="34">
                  <c:v>0.40044085714799849</c:v>
                </c:pt>
                <c:pt idx="35">
                  <c:v>0.42514947018440807</c:v>
                </c:pt>
                <c:pt idx="36">
                  <c:v>0.45106126086490406</c:v>
                </c:pt>
                <c:pt idx="37">
                  <c:v>0.47822389148629441</c:v>
                </c:pt>
                <c:pt idx="38">
                  <c:v>0.50668072727980018</c:v>
                </c:pt>
                <c:pt idx="39">
                  <c:v>0.53647115764849218</c:v>
                </c:pt>
                <c:pt idx="40">
                  <c:v>0.56763089370059561</c:v>
                </c:pt>
                <c:pt idx="41">
                  <c:v>0.59274648803010166</c:v>
                </c:pt>
                <c:pt idx="42">
                  <c:v>0.61929285734510131</c:v>
                </c:pt>
                <c:pt idx="43">
                  <c:v>0.64729625147819547</c:v>
                </c:pt>
                <c:pt idx="44">
                  <c:v>0.67678022813429095</c:v>
                </c:pt>
                <c:pt idx="45">
                  <c:v>0.70776585567620032</c:v>
                </c:pt>
                <c:pt idx="46">
                  <c:v>0.74027190093960371</c:v>
                </c:pt>
                <c:pt idx="47">
                  <c:v>0.77431500317919699</c:v>
                </c:pt>
                <c:pt idx="48">
                  <c:v>0.80990983516899462</c:v>
                </c:pt>
                <c:pt idx="49">
                  <c:v>0.8470692524024912</c:v>
                </c:pt>
                <c:pt idx="50">
                  <c:v>0.88580443127288788</c:v>
                </c:pt>
                <c:pt idx="51">
                  <c:v>0.91320349392580624</c:v>
                </c:pt>
                <c:pt idx="52">
                  <c:v>0.94219613612290232</c:v>
                </c:pt>
                <c:pt idx="53">
                  <c:v>0.97278922764549236</c:v>
                </c:pt>
                <c:pt idx="54">
                  <c:v>1.0049884170513934</c:v>
                </c:pt>
                <c:pt idx="55">
                  <c:v>1.03879822579961</c:v>
                </c:pt>
                <c:pt idx="56">
                  <c:v>1.0742221354136063</c:v>
                </c:pt>
                <c:pt idx="57">
                  <c:v>1.111262668196602</c:v>
                </c:pt>
                <c:pt idx="58">
                  <c:v>1.1499214619729941</c:v>
                </c:pt>
                <c:pt idx="59">
                  <c:v>1.1901993392999941</c:v>
                </c:pt>
                <c:pt idx="60">
                  <c:v>1.2320963715513074</c:v>
                </c:pt>
                <c:pt idx="61">
                  <c:v>1.2269474253295982</c:v>
                </c:pt>
                <c:pt idx="62">
                  <c:v>1.2234157561918977</c:v>
                </c:pt>
                <c:pt idx="63">
                  <c:v>1.2214995207357902</c:v>
                </c:pt>
                <c:pt idx="64">
                  <c:v>1.2211963366248995</c:v>
                </c:pt>
                <c:pt idx="65">
                  <c:v>1.2225033261942002</c:v>
                </c:pt>
                <c:pt idx="66">
                  <c:v>1.2254171568154959</c:v>
                </c:pt>
                <c:pt idx="67">
                  <c:v>1.2299340782684993</c:v>
                </c:pt>
                <c:pt idx="68">
                  <c:v>1.2360499573352115</c:v>
                </c:pt>
                <c:pt idx="69">
                  <c:v>1.243760309819308</c:v>
                </c:pt>
                <c:pt idx="70">
                  <c:v>1.2530603301879921</c:v>
                </c:pt>
                <c:pt idx="71">
                  <c:v>1.2639449190041887</c:v>
                </c:pt>
                <c:pt idx="72">
                  <c:v>1.2764087083161115</c:v>
                </c:pt>
                <c:pt idx="73">
                  <c:v>1.2904460851546986</c:v>
                </c:pt>
                <c:pt idx="74">
                  <c:v>1.3060512132766036</c:v>
                </c:pt>
                <c:pt idx="75">
                  <c:v>1.3232180532844069</c:v>
                </c:pt>
                <c:pt idx="76">
                  <c:v>1.3419403812412014</c:v>
                </c:pt>
                <c:pt idx="77">
                  <c:v>1.3622118058949013</c:v>
                </c:pt>
                <c:pt idx="78">
                  <c:v>1.3840257846097046</c:v>
                </c:pt>
                <c:pt idx="79">
                  <c:v>1.4073756381030904</c:v>
                </c:pt>
                <c:pt idx="80">
                  <c:v>1.4322545640780078</c:v>
                </c:pt>
                <c:pt idx="81">
                  <c:v>1.4586556498220062</c:v>
                </c:pt>
                <c:pt idx="82">
                  <c:v>1.4865718838739923</c:v>
                </c:pt>
                <c:pt idx="83">
                  <c:v>1.5159961667909982</c:v>
                </c:pt>
                <c:pt idx="84">
                  <c:v>1.5469213211160024</c:v>
                </c:pt>
                <c:pt idx="85">
                  <c:v>1.5793401005790031</c:v>
                </c:pt>
                <c:pt idx="86">
                  <c:v>1.6132451986159992</c:v>
                </c:pt>
                <c:pt idx="87">
                  <c:v>1.6486292562230034</c:v>
                </c:pt>
                <c:pt idx="88">
                  <c:v>1.6854848692239983</c:v>
                </c:pt>
                <c:pt idx="89">
                  <c:v>1.7238045949760021</c:v>
                </c:pt>
                <c:pt idx="90">
                  <c:v>1.7635809585650009</c:v>
                </c:pt>
                <c:pt idx="91">
                  <c:v>1.7578949431229915</c:v>
                </c:pt>
                <c:pt idx="92">
                  <c:v>1.7536505413100087</c:v>
                </c:pt>
                <c:pt idx="93">
                  <c:v>1.7508402139750103</c:v>
                </c:pt>
                <c:pt idx="94">
                  <c:v>1.7494564100590111</c:v>
                </c:pt>
                <c:pt idx="95">
                  <c:v>1.7494915707279972</c:v>
                </c:pt>
                <c:pt idx="96">
                  <c:v>1.750938133191994</c:v>
                </c:pt>
                <c:pt idx="97">
                  <c:v>1.7537885342279935</c:v>
                </c:pt>
                <c:pt idx="98">
                  <c:v>1.75803521341399</c:v>
                </c:pt>
                <c:pt idx="99">
                  <c:v>1.7636706161129894</c:v>
                </c:pt>
                <c:pt idx="100">
                  <c:v>1.7706871962219992</c:v>
                </c:pt>
                <c:pt idx="101">
                  <c:v>1.7790774186850058</c:v>
                </c:pt>
                <c:pt idx="102">
                  <c:v>1.7888337618280019</c:v>
                </c:pt>
                <c:pt idx="103">
                  <c:v>1.7999487194740027</c:v>
                </c:pt>
                <c:pt idx="104">
                  <c:v>1.8124148029109932</c:v>
                </c:pt>
                <c:pt idx="105">
                  <c:v>1.8262245426800092</c:v>
                </c:pt>
                <c:pt idx="106">
                  <c:v>1.8413704902180115</c:v>
                </c:pt>
                <c:pt idx="107">
                  <c:v>1.8578452193689969</c:v>
                </c:pt>
                <c:pt idx="108">
                  <c:v>1.8756413277509978</c:v>
                </c:pt>
                <c:pt idx="109">
                  <c:v>1.8947514380229933</c:v>
                </c:pt>
                <c:pt idx="110">
                  <c:v>1.915168199031001</c:v>
                </c:pt>
                <c:pt idx="111">
                  <c:v>1.9368842868450002</c:v>
                </c:pt>
                <c:pt idx="112">
                  <c:v>1.9598924057239913</c:v>
                </c:pt>
                <c:pt idx="113">
                  <c:v>1.9841852889730092</c:v>
                </c:pt>
                <c:pt idx="114">
                  <c:v>2.009755699726</c:v>
                </c:pt>
                <c:pt idx="115">
                  <c:v>2.0365964316600014</c:v>
                </c:pt>
                <c:pt idx="116">
                  <c:v>2.0647003096299983</c:v>
                </c:pt>
                <c:pt idx="117">
                  <c:v>2.0940601902509997</c:v>
                </c:pt>
                <c:pt idx="118">
                  <c:v>2.1246689624120023</c:v>
                </c:pt>
                <c:pt idx="119">
                  <c:v>2.1565195477390091</c:v>
                </c:pt>
                <c:pt idx="120">
                  <c:v>2.1896049010090053</c:v>
                </c:pt>
                <c:pt idx="121">
                  <c:v>2.1824978713199954</c:v>
                </c:pt>
                <c:pt idx="122">
                  <c:v>2.1766116199989938</c:v>
                </c:pt>
                <c:pt idx="123">
                  <c:v>2.1719392032940021</c:v>
                </c:pt>
                <c:pt idx="124">
                  <c:v>2.1684737118290087</c:v>
                </c:pt>
                <c:pt idx="125">
                  <c:v>2.1662082707989896</c:v>
                </c:pt>
                <c:pt idx="126">
                  <c:v>2.165136040166999</c:v>
                </c:pt>
                <c:pt idx="127">
                  <c:v>2.1652502148010058</c:v>
                </c:pt>
                <c:pt idx="128">
                  <c:v>2.1665440246109995</c:v>
                </c:pt>
                <c:pt idx="129">
                  <c:v>2.1690107346390022</c:v>
                </c:pt>
                <c:pt idx="130">
                  <c:v>2.1726436451429976</c:v>
                </c:pt>
                <c:pt idx="131">
                  <c:v>2.1774360916510034</c:v>
                </c:pt>
                <c:pt idx="132">
                  <c:v>2.1833814449990001</c:v>
                </c:pt>
                <c:pt idx="133">
                  <c:v>2.1904731113459945</c:v>
                </c:pt>
                <c:pt idx="134">
                  <c:v>2.198704532183001</c:v>
                </c:pt>
                <c:pt idx="135">
                  <c:v>2.208069184313004</c:v>
                </c:pt>
                <c:pt idx="136">
                  <c:v>2.2185605798340049</c:v>
                </c:pt>
                <c:pt idx="137">
                  <c:v>2.2301722660869956</c:v>
                </c:pt>
                <c:pt idx="138">
                  <c:v>2.2428978256180017</c:v>
                </c:pt>
                <c:pt idx="139">
                  <c:v>2.256730876104001</c:v>
                </c:pt>
                <c:pt idx="140">
                  <c:v>2.2716650702869998</c:v>
                </c:pt>
                <c:pt idx="141">
                  <c:v>2.2876940958970096</c:v>
                </c:pt>
                <c:pt idx="142">
                  <c:v>2.304811675549999</c:v>
                </c:pt>
                <c:pt idx="143">
                  <c:v>2.3230115666650022</c:v>
                </c:pt>
                <c:pt idx="144">
                  <c:v>2.3422875613450032</c:v>
                </c:pt>
                <c:pt idx="145">
                  <c:v>2.3626334862809983</c:v>
                </c:pt>
                <c:pt idx="146">
                  <c:v>2.384043202621001</c:v>
                </c:pt>
                <c:pt idx="147">
                  <c:v>2.4065106058599923</c:v>
                </c:pt>
                <c:pt idx="148">
                  <c:v>2.4300296257029999</c:v>
                </c:pt>
                <c:pt idx="149">
                  <c:v>2.454594225942003</c:v>
                </c:pt>
                <c:pt idx="150">
                  <c:v>2.4801984043140095</c:v>
                </c:pt>
                <c:pt idx="151">
                  <c:v>2.4716015057189935</c:v>
                </c:pt>
                <c:pt idx="152">
                  <c:v>2.4640322820149976</c:v>
                </c:pt>
                <c:pt idx="153">
                  <c:v>2.4574848319330016</c:v>
                </c:pt>
                <c:pt idx="154">
                  <c:v>2.4519532875769983</c:v>
                </c:pt>
                <c:pt idx="155">
                  <c:v>2.447431814272008</c:v>
                </c:pt>
                <c:pt idx="156">
                  <c:v>2.4439146104089957</c:v>
                </c:pt>
                <c:pt idx="157">
                  <c:v>2.4413959072970073</c:v>
                </c:pt>
                <c:pt idx="158">
                  <c:v>2.4398699689979964</c:v>
                </c:pt>
                <c:pt idx="159">
                  <c:v>2.4393310921749958</c:v>
                </c:pt>
                <c:pt idx="160">
                  <c:v>2.4397736059300001</c:v>
                </c:pt>
                <c:pt idx="161">
                  <c:v>2.4411918716429994</c:v>
                </c:pt>
                <c:pt idx="162">
                  <c:v>2.4435802828149917</c:v>
                </c:pt>
                <c:pt idx="163">
                  <c:v>2.4469332648980071</c:v>
                </c:pt>
                <c:pt idx="164">
                  <c:v>2.4512452751399962</c:v>
                </c:pt>
                <c:pt idx="165">
                  <c:v>2.4565108024150106</c:v>
                </c:pt>
                <c:pt idx="166">
                  <c:v>2.4627243670639984</c:v>
                </c:pt>
                <c:pt idx="167">
                  <c:v>2.4698805207240042</c:v>
                </c:pt>
                <c:pt idx="168">
                  <c:v>2.4779738461720058</c:v>
                </c:pt>
                <c:pt idx="169">
                  <c:v>2.4869989571519966</c:v>
                </c:pt>
                <c:pt idx="170">
                  <c:v>2.4969504982140052</c:v>
                </c:pt>
                <c:pt idx="171">
                  <c:v>2.5078231445500023</c:v>
                </c:pt>
                <c:pt idx="172">
                  <c:v>2.5196116018239962</c:v>
                </c:pt>
                <c:pt idx="173">
                  <c:v>2.5323106060159972</c:v>
                </c:pt>
                <c:pt idx="174">
                  <c:v>2.5459149232449931</c:v>
                </c:pt>
                <c:pt idx="175">
                  <c:v>2.5604193496170069</c:v>
                </c:pt>
                <c:pt idx="176">
                  <c:v>2.5758187110519941</c:v>
                </c:pt>
                <c:pt idx="177">
                  <c:v>2.5921078631260031</c:v>
                </c:pt>
                <c:pt idx="178">
                  <c:v>2.6092816909020087</c:v>
                </c:pt>
                <c:pt idx="179">
                  <c:v>2.6273351087739911</c:v>
                </c:pt>
                <c:pt idx="180">
                  <c:v>2.6462630602949986</c:v>
                </c:pt>
                <c:pt idx="181">
                  <c:v>2.6366169747790025</c:v>
                </c:pt>
                <c:pt idx="182">
                  <c:v>2.6278353968720012</c:v>
                </c:pt>
                <c:pt idx="183">
                  <c:v>2.6199133566530008</c:v>
                </c:pt>
                <c:pt idx="184">
                  <c:v>2.6128459127239978</c:v>
                </c:pt>
                <c:pt idx="185">
                  <c:v>2.6066281520420063</c:v>
                </c:pt>
                <c:pt idx="186">
                  <c:v>2.6012551897649985</c:v>
                </c:pt>
                <c:pt idx="187">
                  <c:v>2.5967221690959974</c:v>
                </c:pt>
                <c:pt idx="188">
                  <c:v>2.593024261119993</c:v>
                </c:pt>
                <c:pt idx="189">
                  <c:v>2.5901566646460026</c:v>
                </c:pt>
                <c:pt idx="190">
                  <c:v>2.5881146060590083</c:v>
                </c:pt>
                <c:pt idx="191">
                  <c:v>2.5868933391519988</c:v>
                </c:pt>
                <c:pt idx="192">
                  <c:v>2.58648814498099</c:v>
                </c:pt>
                <c:pt idx="193">
                  <c:v>2.5868943317049968</c:v>
                </c:pt>
                <c:pt idx="194">
                  <c:v>2.5881072344329965</c:v>
                </c:pt>
                <c:pt idx="195">
                  <c:v>2.5901222150730092</c:v>
                </c:pt>
                <c:pt idx="196">
                  <c:v>2.5929346621769866</c:v>
                </c:pt>
                <c:pt idx="197">
                  <c:v>2.5965399907929907</c:v>
                </c:pt>
                <c:pt idx="198">
                  <c:v>2.6009336423080072</c:v>
                </c:pt>
                <c:pt idx="199">
                  <c:v>2.6061110843070026</c:v>
                </c:pt>
                <c:pt idx="200">
                  <c:v>2.6120678104149988</c:v>
                </c:pt>
                <c:pt idx="201">
                  <c:v>2.6187993401519947</c:v>
                </c:pt>
                <c:pt idx="202">
                  <c:v>2.6263012187889956</c:v>
                </c:pt>
                <c:pt idx="203">
                  <c:v>2.6345690171930016</c:v>
                </c:pt>
                <c:pt idx="204">
                  <c:v>2.6435983316890059</c:v>
                </c:pt>
                <c:pt idx="205">
                  <c:v>2.6533847839070006</c:v>
                </c:pt>
                <c:pt idx="206">
                  <c:v>2.6639240206419998</c:v>
                </c:pt>
                <c:pt idx="207">
                  <c:v>2.6752117137129972</c:v>
                </c:pt>
                <c:pt idx="208">
                  <c:v>2.6872435598109945</c:v>
                </c:pt>
                <c:pt idx="209">
                  <c:v>2.7000152803619955</c:v>
                </c:pt>
                <c:pt idx="210">
                  <c:v>2.7135226213889894</c:v>
                </c:pt>
                <c:pt idx="211">
                  <c:v>2.7033767016930028</c:v>
                </c:pt>
                <c:pt idx="212">
                  <c:v>2.6939579677289913</c:v>
                </c:pt>
                <c:pt idx="213">
                  <c:v>2.6852622384540012</c:v>
                </c:pt>
                <c:pt idx="214">
                  <c:v>2.6772853568579933</c:v>
                </c:pt>
                <c:pt idx="215">
                  <c:v>2.6700231898309994</c:v>
                </c:pt>
                <c:pt idx="216">
                  <c:v>2.6634716280169926</c:v>
                </c:pt>
                <c:pt idx="217">
                  <c:v>2.6576265856909913</c:v>
                </c:pt>
                <c:pt idx="218">
                  <c:v>2.6524840006070036</c:v>
                </c:pt>
                <c:pt idx="219">
                  <c:v>2.6480398338780162</c:v>
                </c:pt>
                <c:pt idx="220">
                  <c:v>2.6442900698329908</c:v>
                </c:pt>
                <c:pt idx="221">
                  <c:v>2.6412307158889945</c:v>
                </c:pt>
                <c:pt idx="222">
                  <c:v>2.638857802413014</c:v>
                </c:pt>
                <c:pt idx="223">
                  <c:v>2.637167382596985</c:v>
                </c:pt>
                <c:pt idx="224">
                  <c:v>2.6361555323209984</c:v>
                </c:pt>
                <c:pt idx="225">
                  <c:v>2.6358183500259997</c:v>
                </c:pt>
                <c:pt idx="226">
                  <c:v>2.6361519565830207</c:v>
                </c:pt>
                <c:pt idx="227">
                  <c:v>2.6371524951669869</c:v>
                </c:pt>
                <c:pt idx="228">
                  <c:v>2.6388161311219989</c:v>
                </c:pt>
                <c:pt idx="229">
                  <c:v>2.6411390518460109</c:v>
                </c:pt>
                <c:pt idx="230">
                  <c:v>2.6441174666489928</c:v>
                </c:pt>
                <c:pt idx="231">
                  <c:v>2.6477476066390011</c:v>
                </c:pt>
                <c:pt idx="232">
                  <c:v>2.6520257245930026</c:v>
                </c:pt>
                <c:pt idx="233">
                  <c:v>2.6569480948310087</c:v>
                </c:pt>
                <c:pt idx="234">
                  <c:v>2.6625110130920007</c:v>
                </c:pt>
                <c:pt idx="235">
                  <c:v>2.668710796415013</c:v>
                </c:pt>
                <c:pt idx="236">
                  <c:v>2.675543783013012</c:v>
                </c:pt>
                <c:pt idx="237">
                  <c:v>2.6830063321519901</c:v>
                </c:pt>
                <c:pt idx="238">
                  <c:v>2.6910948240309978</c:v>
                </c:pt>
                <c:pt idx="239">
                  <c:v>2.6998056596590061</c:v>
                </c:pt>
                <c:pt idx="240">
                  <c:v>2.7091352607419878</c:v>
                </c:pt>
                <c:pt idx="241">
                  <c:v>2.698974914772009</c:v>
                </c:pt>
                <c:pt idx="242">
                  <c:v>2.6894262392639803</c:v>
                </c:pt>
                <c:pt idx="243">
                  <c:v>2.6804857172860181</c:v>
                </c:pt>
                <c:pt idx="244">
                  <c:v>2.6721498521299907</c:v>
                </c:pt>
                <c:pt idx="245">
                  <c:v>2.6644151671890199</c:v>
                </c:pt>
                <c:pt idx="246">
                  <c:v>2.6572782058489963</c:v>
                </c:pt>
                <c:pt idx="247">
                  <c:v>2.6507355313669905</c:v>
                </c:pt>
                <c:pt idx="248">
                  <c:v>2.6447837267610055</c:v>
                </c:pt>
                <c:pt idx="249">
                  <c:v>2.6394193946949827</c:v>
                </c:pt>
                <c:pt idx="250">
                  <c:v>2.6346391573680137</c:v>
                </c:pt>
                <c:pt idx="251">
                  <c:v>2.6304396563979822</c:v>
                </c:pt>
                <c:pt idx="252">
                  <c:v>2.6268175527130211</c:v>
                </c:pt>
                <c:pt idx="253">
                  <c:v>2.6237695264410092</c:v>
                </c:pt>
                <c:pt idx="254">
                  <c:v>2.6212922767949749</c:v>
                </c:pt>
                <c:pt idx="255">
                  <c:v>2.6193825219700102</c:v>
                </c:pt>
                <c:pt idx="256">
                  <c:v>2.6180369990279928</c:v>
                </c:pt>
                <c:pt idx="257">
                  <c:v>2.6172524637919992</c:v>
                </c:pt>
                <c:pt idx="258">
                  <c:v>2.6170256907379894</c:v>
                </c:pt>
                <c:pt idx="259">
                  <c:v>2.6173534728879986</c:v>
                </c:pt>
                <c:pt idx="260">
                  <c:v>2.6182326217040099</c:v>
                </c:pt>
                <c:pt idx="261">
                  <c:v>2.6196599669789862</c:v>
                </c:pt>
                <c:pt idx="262">
                  <c:v>2.6216323567350059</c:v>
                </c:pt>
                <c:pt idx="263">
                  <c:v>2.6241466571169951</c:v>
                </c:pt>
                <c:pt idx="264">
                  <c:v>2.627199752289016</c:v>
                </c:pt>
                <c:pt idx="265">
                  <c:v>2.6307885443279986</c:v>
                </c:pt>
                <c:pt idx="266">
                  <c:v>2.6349099531250033</c:v>
                </c:pt>
                <c:pt idx="267">
                  <c:v>2.639560916280999</c:v>
                </c:pt>
                <c:pt idx="268">
                  <c:v>2.6447383890019864</c:v>
                </c:pt>
                <c:pt idx="269">
                  <c:v>2.6504393440060028</c:v>
                </c:pt>
                <c:pt idx="270">
                  <c:v>2.6566607714109978</c:v>
                </c:pt>
                <c:pt idx="271">
                  <c:v>2.6468561167670259</c:v>
                </c:pt>
                <c:pt idx="272">
                  <c:v>2.6375659665830256</c:v>
                </c:pt>
                <c:pt idx="273">
                  <c:v>2.6287873626019973</c:v>
                </c:pt>
                <c:pt idx="274">
                  <c:v>2.6205173635730148</c:v>
                </c:pt>
                <c:pt idx="275">
                  <c:v>2.6127530451560119</c:v>
                </c:pt>
                <c:pt idx="276">
                  <c:v>2.6054914998279912</c:v>
                </c:pt>
                <c:pt idx="277">
                  <c:v>2.5987298367799951</c:v>
                </c:pt>
                <c:pt idx="278">
                  <c:v>2.5924651818260145</c:v>
                </c:pt>
                <c:pt idx="279">
                  <c:v>2.5866946773070083</c:v>
                </c:pt>
                <c:pt idx="280">
                  <c:v>2.5814154819910016</c:v>
                </c:pt>
                <c:pt idx="281">
                  <c:v>2.5766247709869958</c:v>
                </c:pt>
                <c:pt idx="282">
                  <c:v>2.5723197356419973</c:v>
                </c:pt>
                <c:pt idx="283">
                  <c:v>2.5684975834539898</c:v>
                </c:pt>
                <c:pt idx="284">
                  <c:v>2.5651555379789954</c:v>
                </c:pt>
                <c:pt idx="285">
                  <c:v>2.5622908387329915</c:v>
                </c:pt>
                <c:pt idx="286">
                  <c:v>2.5599007411049968</c:v>
                </c:pt>
                <c:pt idx="287">
                  <c:v>2.5579825162690213</c:v>
                </c:pt>
                <c:pt idx="288">
                  <c:v>2.5565334510810089</c:v>
                </c:pt>
                <c:pt idx="289">
                  <c:v>2.5555508480040032</c:v>
                </c:pt>
                <c:pt idx="290">
                  <c:v>2.5550320250080176</c:v>
                </c:pt>
                <c:pt idx="291">
                  <c:v>2.5549743154830082</c:v>
                </c:pt>
                <c:pt idx="292">
                  <c:v>2.5553750681550014</c:v>
                </c:pt>
                <c:pt idx="293">
                  <c:v>2.556231646989005</c:v>
                </c:pt>
                <c:pt idx="294">
                  <c:v>2.557541431110991</c:v>
                </c:pt>
                <c:pt idx="295">
                  <c:v>2.5593018147149849</c:v>
                </c:pt>
                <c:pt idx="296">
                  <c:v>2.5615102069739919</c:v>
                </c:pt>
                <c:pt idx="297">
                  <c:v>2.5641640319639976</c:v>
                </c:pt>
                <c:pt idx="298">
                  <c:v>2.5672607285659979</c:v>
                </c:pt>
                <c:pt idx="299">
                  <c:v>2.5707977503909945</c:v>
                </c:pt>
                <c:pt idx="300">
                  <c:v>2.574772565688022</c:v>
                </c:pt>
                <c:pt idx="301">
                  <c:v>2.5655804007970175</c:v>
                </c:pt>
                <c:pt idx="302">
                  <c:v>2.5568210094650112</c:v>
                </c:pt>
                <c:pt idx="303">
                  <c:v>2.5484919033629865</c:v>
                </c:pt>
                <c:pt idx="304">
                  <c:v>2.5405906084689889</c:v>
                </c:pt>
                <c:pt idx="305">
                  <c:v>2.5331146649849927</c:v>
                </c:pt>
                <c:pt idx="306">
                  <c:v>2.5260616272560128</c:v>
                </c:pt>
                <c:pt idx="307">
                  <c:v>2.5194290636900121</c:v>
                </c:pt>
                <c:pt idx="308">
                  <c:v>2.5132145566749955</c:v>
                </c:pt>
                <c:pt idx="309">
                  <c:v>2.5074157025019872</c:v>
                </c:pt>
                <c:pt idx="310">
                  <c:v>2.5020301112769801</c:v>
                </c:pt>
                <c:pt idx="311">
                  <c:v>2.4970554068530078</c:v>
                </c:pt>
                <c:pt idx="312">
                  <c:v>2.4924892267420091</c:v>
                </c:pt>
                <c:pt idx="313">
                  <c:v>2.4883292220420117</c:v>
                </c:pt>
                <c:pt idx="314">
                  <c:v>2.4845730573549929</c:v>
                </c:pt>
                <c:pt idx="315">
                  <c:v>2.4812184107109942</c:v>
                </c:pt>
                <c:pt idx="316">
                  <c:v>2.4782629734909847</c:v>
                </c:pt>
                <c:pt idx="317">
                  <c:v>2.4757044503490135</c:v>
                </c:pt>
                <c:pt idx="318">
                  <c:v>2.4735405591389963</c:v>
                </c:pt>
                <c:pt idx="319">
                  <c:v>2.471769030833002</c:v>
                </c:pt>
                <c:pt idx="320">
                  <c:v>2.4703876094539794</c:v>
                </c:pt>
                <c:pt idx="321">
                  <c:v>2.4693940519909745</c:v>
                </c:pt>
                <c:pt idx="322">
                  <c:v>2.4687861283340169</c:v>
                </c:pt>
                <c:pt idx="323">
                  <c:v>2.4685616211930039</c:v>
                </c:pt>
                <c:pt idx="324">
                  <c:v>2.4687183260280108</c:v>
                </c:pt>
                <c:pt idx="325">
                  <c:v>2.4692540509749961</c:v>
                </c:pt>
                <c:pt idx="326">
                  <c:v>2.4701666167700012</c:v>
                </c:pt>
                <c:pt idx="327">
                  <c:v>2.4714538566829845</c:v>
                </c:pt>
                <c:pt idx="328">
                  <c:v>2.473113616439008</c:v>
                </c:pt>
                <c:pt idx="329">
                  <c:v>2.4751437541510199</c:v>
                </c:pt>
                <c:pt idx="330">
                  <c:v>2.4775421402470101</c:v>
                </c:pt>
                <c:pt idx="331">
                  <c:v>2.4691235477669977</c:v>
                </c:pt>
                <c:pt idx="332">
                  <c:v>2.4610689811890154</c:v>
                </c:pt>
                <c:pt idx="333">
                  <c:v>2.4533763474650243</c:v>
                </c:pt>
                <c:pt idx="334">
                  <c:v>2.4460435655769857</c:v>
                </c:pt>
                <c:pt idx="335">
                  <c:v>2.4390685664770047</c:v>
                </c:pt>
                <c:pt idx="336">
                  <c:v>2.432449293012013</c:v>
                </c:pt>
                <c:pt idx="337">
                  <c:v>2.4261836998550166</c:v>
                </c:pt>
                <c:pt idx="338">
                  <c:v>2.4202697534429944</c:v>
                </c:pt>
                <c:pt idx="339">
                  <c:v>2.4147054319019787</c:v>
                </c:pt>
                <c:pt idx="340">
                  <c:v>2.4094887249839871</c:v>
                </c:pt>
                <c:pt idx="341">
                  <c:v>2.4046176340000045</c:v>
                </c:pt>
                <c:pt idx="342">
                  <c:v>2.400090171754016</c:v>
                </c:pt>
                <c:pt idx="343">
                  <c:v>2.3959043624730043</c:v>
                </c:pt>
                <c:pt idx="344">
                  <c:v>2.3920582417449907</c:v>
                </c:pt>
                <c:pt idx="345">
                  <c:v>2.3885498564559953</c:v>
                </c:pt>
                <c:pt idx="346">
                  <c:v>2.3853772647179881</c:v>
                </c:pt>
                <c:pt idx="347">
                  <c:v>2.3825385358090045</c:v>
                </c:pt>
                <c:pt idx="348">
                  <c:v>2.380031750110021</c:v>
                </c:pt>
                <c:pt idx="349">
                  <c:v>2.3778549990389877</c:v>
                </c:pt>
                <c:pt idx="350">
                  <c:v>2.3760063849840094</c:v>
                </c:pt>
                <c:pt idx="351">
                  <c:v>2.374484021249998</c:v>
                </c:pt>
                <c:pt idx="352">
                  <c:v>2.3732860319850033</c:v>
                </c:pt>
                <c:pt idx="353">
                  <c:v>2.3724105521240233</c:v>
                </c:pt>
                <c:pt idx="354">
                  <c:v>2.3718557273259933</c:v>
                </c:pt>
                <c:pt idx="355">
                  <c:v>2.3716197139129918</c:v>
                </c:pt>
                <c:pt idx="356">
                  <c:v>2.3717006788070023</c:v>
                </c:pt>
                <c:pt idx="357">
                  <c:v>2.3720967994660214</c:v>
                </c:pt>
                <c:pt idx="358">
                  <c:v>2.3728062638340077</c:v>
                </c:pt>
                <c:pt idx="359">
                  <c:v>2.3738272702689756</c:v>
                </c:pt>
                <c:pt idx="360">
                  <c:v>2.3751580274879984</c:v>
                </c:pt>
                <c:pt idx="361">
                  <c:v>2.3675967201290007</c:v>
                </c:pt>
                <c:pt idx="362">
                  <c:v>2.3603416118310179</c:v>
                </c:pt>
                <c:pt idx="363">
                  <c:v>2.3533909420319787</c:v>
                </c:pt>
                <c:pt idx="364">
                  <c:v>2.3467429602929997</c:v>
                </c:pt>
                <c:pt idx="365">
                  <c:v>2.3403959262410012</c:v>
                </c:pt>
                <c:pt idx="366">
                  <c:v>2.3343481095090226</c:v>
                </c:pt>
                <c:pt idx="367">
                  <c:v>2.3285977896800034</c:v>
                </c:pt>
                <c:pt idx="368">
                  <c:v>2.3231432562259897</c:v>
                </c:pt>
                <c:pt idx="369">
                  <c:v>2.3179828084579981</c:v>
                </c:pt>
                <c:pt idx="370">
                  <c:v>2.3131147554630047</c:v>
                </c:pt>
                <c:pt idx="371">
                  <c:v>2.3085374160489778</c:v>
                </c:pt>
                <c:pt idx="372">
                  <c:v>2.3042491186949974</c:v>
                </c:pt>
                <c:pt idx="373">
                  <c:v>2.3002482014859993</c:v>
                </c:pt>
                <c:pt idx="374">
                  <c:v>2.2965330120659928</c:v>
                </c:pt>
                <c:pt idx="375">
                  <c:v>2.2931019075780057</c:v>
                </c:pt>
                <c:pt idx="376">
                  <c:v>2.2899532546099977</c:v>
                </c:pt>
                <c:pt idx="377">
                  <c:v>2.2870854291450087</c:v>
                </c:pt>
                <c:pt idx="378">
                  <c:v>2.2844968164990007</c:v>
                </c:pt>
                <c:pt idx="379">
                  <c:v>2.2821858112760083</c:v>
                </c:pt>
                <c:pt idx="380">
                  <c:v>2.2801508173089928</c:v>
                </c:pt>
                <c:pt idx="381">
                  <c:v>2.2783902476080016</c:v>
                </c:pt>
                <c:pt idx="382">
                  <c:v>2.27690252430898</c:v>
                </c:pt>
                <c:pt idx="383">
                  <c:v>2.2756860786190032</c:v>
                </c:pt>
                <c:pt idx="384">
                  <c:v>2.2747393507669926</c:v>
                </c:pt>
                <c:pt idx="385">
                  <c:v>2.2740607899480096</c:v>
                </c:pt>
                <c:pt idx="386">
                  <c:v>2.2736488542740005</c:v>
                </c:pt>
                <c:pt idx="387">
                  <c:v>2.2735020107249966</c:v>
                </c:pt>
                <c:pt idx="388">
                  <c:v>2.2736187350920147</c:v>
                </c:pt>
                <c:pt idx="389">
                  <c:v>2.2739975119329756</c:v>
                </c:pt>
                <c:pt idx="390">
                  <c:v>2.2746368345160022</c:v>
                </c:pt>
                <c:pt idx="391">
                  <c:v>2.2679610871329885</c:v>
                </c:pt>
                <c:pt idx="392">
                  <c:v>2.2615428979710259</c:v>
                </c:pt>
                <c:pt idx="393">
                  <c:v>2.2553807861430073</c:v>
                </c:pt>
                <c:pt idx="394">
                  <c:v>2.2494732792719958</c:v>
                </c:pt>
                <c:pt idx="395">
                  <c:v>2.2438189134519746</c:v>
                </c:pt>
                <c:pt idx="396">
                  <c:v>2.2384162331889854</c:v>
                </c:pt>
                <c:pt idx="397">
                  <c:v>2.2332637913600024</c:v>
                </c:pt>
                <c:pt idx="398">
                  <c:v>2.2283601491620004</c:v>
                </c:pt>
                <c:pt idx="399">
                  <c:v>2.2237038760659971</c:v>
                </c:pt>
                <c:pt idx="400">
                  <c:v>2.2192935497670021</c:v>
                </c:pt>
                <c:pt idx="401">
                  <c:v>2.215127756137008</c:v>
                </c:pt>
                <c:pt idx="402">
                  <c:v>2.2112050891799981</c:v>
                </c:pt>
                <c:pt idx="403">
                  <c:v>2.2075241509849945</c:v>
                </c:pt>
                <c:pt idx="404">
                  <c:v>2.2040835516779964</c:v>
                </c:pt>
                <c:pt idx="405">
                  <c:v>2.2008819093749992</c:v>
                </c:pt>
                <c:pt idx="406">
                  <c:v>2.1979178501379977</c:v>
                </c:pt>
                <c:pt idx="407">
                  <c:v>2.1951900079289999</c:v>
                </c:pt>
                <c:pt idx="408">
                  <c:v>2.1926970245669963</c:v>
                </c:pt>
                <c:pt idx="409">
                  <c:v>2.1904375496760053</c:v>
                </c:pt>
                <c:pt idx="410">
                  <c:v>2.1884102406449983</c:v>
                </c:pt>
                <c:pt idx="411">
                  <c:v>2.1866137625849831</c:v>
                </c:pt>
                <c:pt idx="412">
                  <c:v>2.1850467882800046</c:v>
                </c:pt>
                <c:pt idx="413">
                  <c:v>2.1837079981479803</c:v>
                </c:pt>
                <c:pt idx="414">
                  <c:v>2.1825960801909901</c:v>
                </c:pt>
                <c:pt idx="415">
                  <c:v>2.1817097299550028</c:v>
                </c:pt>
                <c:pt idx="416">
                  <c:v>2.1810476504890062</c:v>
                </c:pt>
                <c:pt idx="417">
                  <c:v>2.1806085522960075</c:v>
                </c:pt>
                <c:pt idx="418">
                  <c:v>2.1803911532950053</c:v>
                </c:pt>
                <c:pt idx="419">
                  <c:v>2.1803941787759982</c:v>
                </c:pt>
                <c:pt idx="420">
                  <c:v>2.1806163613580054</c:v>
                </c:pt>
                <c:pt idx="421">
                  <c:v>2.1748141095000051</c:v>
                </c:pt>
                <c:pt idx="422">
                  <c:v>2.1692285018019959</c:v>
                </c:pt>
                <c:pt idx="423">
                  <c:v>2.1638582926169931</c:v>
                </c:pt>
                <c:pt idx="424">
                  <c:v>2.1587022434660241</c:v>
                </c:pt>
                <c:pt idx="425">
                  <c:v>2.1537591229850079</c:v>
                </c:pt>
                <c:pt idx="426">
                  <c:v>2.1490277068919852</c:v>
                </c:pt>
                <c:pt idx="427">
                  <c:v>2.1445067779460203</c:v>
                </c:pt>
                <c:pt idx="428">
                  <c:v>2.1401951259020109</c:v>
                </c:pt>
                <c:pt idx="429">
                  <c:v>2.1360915474749902</c:v>
                </c:pt>
                <c:pt idx="430">
                  <c:v>2.132194846300024</c:v>
                </c:pt>
                <c:pt idx="431">
                  <c:v>2.1285038328879864</c:v>
                </c:pt>
                <c:pt idx="432">
                  <c:v>2.1250173245909991</c:v>
                </c:pt>
                <c:pt idx="433">
                  <c:v>2.1217341455599978</c:v>
                </c:pt>
                <c:pt idx="434">
                  <c:v>2.1186531267069881</c:v>
                </c:pt>
                <c:pt idx="435">
                  <c:v>2.1157731056659941</c:v>
                </c:pt>
                <c:pt idx="436">
                  <c:v>2.1130929267550016</c:v>
                </c:pt>
                <c:pt idx="437">
                  <c:v>2.1106114409369923</c:v>
                </c:pt>
                <c:pt idx="438">
                  <c:v>2.1083275057799824</c:v>
                </c:pt>
                <c:pt idx="439">
                  <c:v>2.1062399854220075</c:v>
                </c:pt>
                <c:pt idx="440">
                  <c:v>2.1043477505309909</c:v>
                </c:pt>
                <c:pt idx="441">
                  <c:v>2.102649678268989</c:v>
                </c:pt>
                <c:pt idx="442">
                  <c:v>2.1011446522539927</c:v>
                </c:pt>
                <c:pt idx="443">
                  <c:v>2.0998315625230077</c:v>
                </c:pt>
                <c:pt idx="444">
                  <c:v>2.0987093054950208</c:v>
                </c:pt>
                <c:pt idx="445">
                  <c:v>2.0977767839329999</c:v>
                </c:pt>
                <c:pt idx="446">
                  <c:v>2.0970329069109823</c:v>
                </c:pt>
                <c:pt idx="447">
                  <c:v>2.0964765897719815</c:v>
                </c:pt>
                <c:pt idx="448">
                  <c:v>2.0961067541010152</c:v>
                </c:pt>
                <c:pt idx="449">
                  <c:v>2.0959223276800003</c:v>
                </c:pt>
                <c:pt idx="450">
                  <c:v>2.0959222444550107</c:v>
                </c:pt>
                <c:pt idx="451">
                  <c:v>2.0909535482309991</c:v>
                </c:pt>
                <c:pt idx="452">
                  <c:v>2.0861670814520039</c:v>
                </c:pt>
                <c:pt idx="453">
                  <c:v>2.0815617963479838</c:v>
                </c:pt>
                <c:pt idx="454">
                  <c:v>2.0771366511740155</c:v>
                </c:pt>
                <c:pt idx="455">
                  <c:v>2.0728906101749942</c:v>
                </c:pt>
                <c:pt idx="456">
                  <c:v>2.0688226435499928</c:v>
                </c:pt>
                <c:pt idx="457">
                  <c:v>2.0649317274209977</c:v>
                </c:pt>
                <c:pt idx="458">
                  <c:v>2.0612168437949947</c:v>
                </c:pt>
                <c:pt idx="459">
                  <c:v>2.0576769805329889</c:v>
                </c:pt>
                <c:pt idx="460">
                  <c:v>2.0543111313159841</c:v>
                </c:pt>
                <c:pt idx="461">
                  <c:v>2.051118295611019</c:v>
                </c:pt>
                <c:pt idx="462">
                  <c:v>2.0480974786370041</c:v>
                </c:pt>
                <c:pt idx="463">
                  <c:v>2.0452476913339979</c:v>
                </c:pt>
                <c:pt idx="464">
                  <c:v>2.0425679503279923</c:v>
                </c:pt>
                <c:pt idx="465">
                  <c:v>2.0400572778989954</c:v>
                </c:pt>
                <c:pt idx="466">
                  <c:v>2.0377147019480049</c:v>
                </c:pt>
                <c:pt idx="467">
                  <c:v>2.0355392559679899</c:v>
                </c:pt>
                <c:pt idx="468">
                  <c:v>2.0335299790050101</c:v>
                </c:pt>
                <c:pt idx="469">
                  <c:v>2.0316859156340001</c:v>
                </c:pt>
                <c:pt idx="470">
                  <c:v>2.0300061159219922</c:v>
                </c:pt>
                <c:pt idx="471">
                  <c:v>2.0284896353959994</c:v>
                </c:pt>
                <c:pt idx="472">
                  <c:v>2.0271355350180045</c:v>
                </c:pt>
                <c:pt idx="473">
                  <c:v>2.0259428811440046</c:v>
                </c:pt>
                <c:pt idx="474">
                  <c:v>2.0249107455029787</c:v>
                </c:pt>
                <c:pt idx="475">
                  <c:v>2.0240382051570123</c:v>
                </c:pt>
                <c:pt idx="476">
                  <c:v>2.0233243424769967</c:v>
                </c:pt>
                <c:pt idx="477">
                  <c:v>2.0227682451109956</c:v>
                </c:pt>
                <c:pt idx="478">
                  <c:v>2.0223690059500257</c:v>
                </c:pt>
                <c:pt idx="479">
                  <c:v>2.0221257231019933</c:v>
                </c:pt>
                <c:pt idx="480">
                  <c:v>2.0220374998619945</c:v>
                </c:pt>
                <c:pt idx="481">
                  <c:v>2.0178457257490265</c:v>
                </c:pt>
                <c:pt idx="482">
                  <c:v>2.0138072332690058</c:v>
                </c:pt>
                <c:pt idx="483">
                  <c:v>2.0099211410939972</c:v>
                </c:pt>
                <c:pt idx="484">
                  <c:v>2.0061865729649924</c:v>
                </c:pt>
                <c:pt idx="485">
                  <c:v>2.0026026576580023</c:v>
                </c:pt>
                <c:pt idx="486">
                  <c:v>1.9991685289620023</c:v>
                </c:pt>
                <c:pt idx="487">
                  <c:v>1.9958833256440016</c:v>
                </c:pt>
                <c:pt idx="488">
                  <c:v>1.9927461914240041</c:v>
                </c:pt>
                <c:pt idx="489">
                  <c:v>1.9897562749460178</c:v>
                </c:pt>
                <c:pt idx="490">
                  <c:v>1.9869127297469902</c:v>
                </c:pt>
                <c:pt idx="491">
                  <c:v>1.9842147142319959</c:v>
                </c:pt>
                <c:pt idx="492">
                  <c:v>1.9816613916459858</c:v>
                </c:pt>
                <c:pt idx="493">
                  <c:v>1.9792519300430058</c:v>
                </c:pt>
                <c:pt idx="494">
                  <c:v>1.9769855022640002</c:v>
                </c:pt>
                <c:pt idx="495">
                  <c:v>1.9748612859009995</c:v>
                </c:pt>
                <c:pt idx="496">
                  <c:v>1.9728784632769987</c:v>
                </c:pt>
                <c:pt idx="497">
                  <c:v>1.9710362214180179</c:v>
                </c:pt>
                <c:pt idx="498">
                  <c:v>1.9693337520230045</c:v>
                </c:pt>
                <c:pt idx="499">
                  <c:v>1.9677702514379973</c:v>
                </c:pt>
                <c:pt idx="500">
                  <c:v>1.9663449206299788</c:v>
                </c:pt>
                <c:pt idx="501">
                  <c:v>1.9650569651610112</c:v>
                </c:pt>
                <c:pt idx="502">
                  <c:v>1.963905595158991</c:v>
                </c:pt>
                <c:pt idx="503">
                  <c:v>1.9628900252980088</c:v>
                </c:pt>
                <c:pt idx="504">
                  <c:v>1.9620094747609755</c:v>
                </c:pt>
                <c:pt idx="505">
                  <c:v>1.96126316722399</c:v>
                </c:pt>
                <c:pt idx="506">
                  <c:v>1.9606503308280026</c:v>
                </c:pt>
                <c:pt idx="507">
                  <c:v>1.9601701981499957</c:v>
                </c:pt>
                <c:pt idx="508">
                  <c:v>1.9598220061800191</c:v>
                </c:pt>
                <c:pt idx="509">
                  <c:v>1.9596049962939901</c:v>
                </c:pt>
                <c:pt idx="510">
                  <c:v>1.9595184142300184</c:v>
                </c:pt>
                <c:pt idx="511">
                  <c:v>1.9560375802210217</c:v>
                </c:pt>
                <c:pt idx="512">
                  <c:v>1.9526856784979998</c:v>
                </c:pt>
                <c:pt idx="513">
                  <c:v>1.949461967736994</c:v>
                </c:pt>
                <c:pt idx="514">
                  <c:v>1.9463657108730104</c:v>
                </c:pt>
                <c:pt idx="515">
                  <c:v>1.9433961750810056</c:v>
                </c:pt>
                <c:pt idx="516">
                  <c:v>1.9405526317519843</c:v>
                </c:pt>
                <c:pt idx="517">
                  <c:v>1.9378343564600016</c:v>
                </c:pt>
                <c:pt idx="518">
                  <c:v>1.9352406289509929</c:v>
                </c:pt>
                <c:pt idx="519">
                  <c:v>1.9327707331069917</c:v>
                </c:pt>
                <c:pt idx="520">
                  <c:v>1.9304239569320032</c:v>
                </c:pt>
                <c:pt idx="521">
                  <c:v>1.9281995925200022</c:v>
                </c:pt>
                <c:pt idx="522">
                  <c:v>1.9260969360360036</c:v>
                </c:pt>
                <c:pt idx="523">
                  <c:v>1.9241152876950025</c:v>
                </c:pt>
                <c:pt idx="524">
                  <c:v>1.9222539517319888</c:v>
                </c:pt>
                <c:pt idx="525">
                  <c:v>1.9205122363829901</c:v>
                </c:pt>
                <c:pt idx="526">
                  <c:v>1.9188894538619934</c:v>
                </c:pt>
                <c:pt idx="527">
                  <c:v>1.9173849203399982</c:v>
                </c:pt>
                <c:pt idx="528">
                  <c:v>1.9159979559149747</c:v>
                </c:pt>
                <c:pt idx="529">
                  <c:v>1.9147278845969993</c:v>
                </c:pt>
                <c:pt idx="530">
                  <c:v>1.9135740342840108</c:v>
                </c:pt>
                <c:pt idx="531">
                  <c:v>1.9125357367369986</c:v>
                </c:pt>
                <c:pt idx="532">
                  <c:v>1.9116123275570089</c:v>
                </c:pt>
                <c:pt idx="533">
                  <c:v>1.9108031461690018</c:v>
                </c:pt>
                <c:pt idx="534">
                  <c:v>1.9101075357930029</c:v>
                </c:pt>
                <c:pt idx="535">
                  <c:v>1.9095248434300061</c:v>
                </c:pt>
                <c:pt idx="536">
                  <c:v>1.9090544198279815</c:v>
                </c:pt>
                <c:pt idx="537">
                  <c:v>1.9086956194740026</c:v>
                </c:pt>
                <c:pt idx="538">
                  <c:v>1.908447800566023</c:v>
                </c:pt>
                <c:pt idx="539">
                  <c:v>1.908310324989003</c:v>
                </c:pt>
                <c:pt idx="540">
                  <c:v>1.9082825583000158</c:v>
                </c:pt>
                <c:pt idx="541">
                  <c:v>1.9054415239260152</c:v>
                </c:pt>
                <c:pt idx="542">
                  <c:v>1.9027089404750086</c:v>
                </c:pt>
                <c:pt idx="543">
                  <c:v>1.9000841843819956</c:v>
                </c:pt>
                <c:pt idx="544">
                  <c:v>1.8975666356710121</c:v>
                </c:pt>
                <c:pt idx="545">
                  <c:v>1.8951556779290115</c:v>
                </c:pt>
                <c:pt idx="546">
                  <c:v>1.8928506982850024</c:v>
                </c:pt>
                <c:pt idx="547">
                  <c:v>1.890651087395014</c:v>
                </c:pt>
                <c:pt idx="548">
                  <c:v>1.8885562394190174</c:v>
                </c:pt>
                <c:pt idx="549">
                  <c:v>1.8865655519960001</c:v>
                </c:pt>
                <c:pt idx="550">
                  <c:v>1.884678426232</c:v>
                </c:pt>
                <c:pt idx="551">
                  <c:v>1.882894266676999</c:v>
                </c:pt>
                <c:pt idx="552">
                  <c:v>1.8812124813030096</c:v>
                </c:pt>
                <c:pt idx="553">
                  <c:v>1.8796324814859986</c:v>
                </c:pt>
                <c:pt idx="554">
                  <c:v>1.8781536819849975</c:v>
                </c:pt>
                <c:pt idx="555">
                  <c:v>1.8767755009299947</c:v>
                </c:pt>
                <c:pt idx="556">
                  <c:v>1.8754973597889943</c:v>
                </c:pt>
                <c:pt idx="557">
                  <c:v>1.8743186833609968</c:v>
                </c:pt>
                <c:pt idx="558">
                  <c:v>1.8732388997510157</c:v>
                </c:pt>
                <c:pt idx="559">
                  <c:v>1.8722574403520014</c:v>
                </c:pt>
                <c:pt idx="560">
                  <c:v>1.8713737398280159</c:v>
                </c:pt>
                <c:pt idx="561">
                  <c:v>1.8705872360890226</c:v>
                </c:pt>
                <c:pt idx="562">
                  <c:v>1.8698973702830131</c:v>
                </c:pt>
                <c:pt idx="563">
                  <c:v>1.8693035867670176</c:v>
                </c:pt>
                <c:pt idx="564">
                  <c:v>1.868805333094997</c:v>
                </c:pt>
                <c:pt idx="565">
                  <c:v>1.8684020599950202</c:v>
                </c:pt>
                <c:pt idx="566">
                  <c:v>1.8680932213560197</c:v>
                </c:pt>
                <c:pt idx="567">
                  <c:v>1.8678782742049975</c:v>
                </c:pt>
                <c:pt idx="568">
                  <c:v>1.8677566786900002</c:v>
                </c:pt>
                <c:pt idx="569">
                  <c:v>1.8677278980680114</c:v>
                </c:pt>
                <c:pt idx="570">
                  <c:v>1.8677913986760188</c:v>
                </c:pt>
                <c:pt idx="571">
                  <c:v>1.8655182794809946</c:v>
                </c:pt>
                <c:pt idx="572">
                  <c:v>1.8633363833830003</c:v>
                </c:pt>
                <c:pt idx="573">
                  <c:v>1.8612451858760153</c:v>
                </c:pt>
                <c:pt idx="574">
                  <c:v>1.8592441654660092</c:v>
                </c:pt>
                <c:pt idx="575">
                  <c:v>1.8573328036600003</c:v>
                </c:pt>
                <c:pt idx="576">
                  <c:v>1.8555105849460176</c:v>
                </c:pt>
                <c:pt idx="577">
                  <c:v>1.8537769967749966</c:v>
                </c:pt>
                <c:pt idx="578">
                  <c:v>1.8521315295450052</c:v>
                </c:pt>
                <c:pt idx="579">
                  <c:v>1.8505736765860092</c:v>
                </c:pt>
                <c:pt idx="580">
                  <c:v>1.8491029341390117</c:v>
                </c:pt>
                <c:pt idx="581">
                  <c:v>1.8477188013420118</c:v>
                </c:pt>
                <c:pt idx="582">
                  <c:v>1.8464207802140038</c:v>
                </c:pt>
                <c:pt idx="583">
                  <c:v>1.8452083756360196</c:v>
                </c:pt>
                <c:pt idx="584">
                  <c:v>1.8440810953370033</c:v>
                </c:pt>
                <c:pt idx="585">
                  <c:v>1.8430384498740011</c:v>
                </c:pt>
                <c:pt idx="586">
                  <c:v>1.8420799526220151</c:v>
                </c:pt>
                <c:pt idx="587">
                  <c:v>1.84120511974902</c:v>
                </c:pt>
                <c:pt idx="588">
                  <c:v>1.8404134702099952</c:v>
                </c:pt>
                <c:pt idx="589">
                  <c:v>1.8397045257219986</c:v>
                </c:pt>
                <c:pt idx="590">
                  <c:v>1.8390778107550148</c:v>
                </c:pt>
                <c:pt idx="591">
                  <c:v>1.8385328525110083</c:v>
                </c:pt>
                <c:pt idx="592">
                  <c:v>1.8380691809099972</c:v>
                </c:pt>
                <c:pt idx="593">
                  <c:v>1.8376863285780018</c:v>
                </c:pt>
                <c:pt idx="594">
                  <c:v>1.8373838308239954</c:v>
                </c:pt>
                <c:pt idx="595">
                  <c:v>1.8371612256329968</c:v>
                </c:pt>
                <c:pt idx="596">
                  <c:v>1.8370180536440159</c:v>
                </c:pt>
                <c:pt idx="597">
                  <c:v>1.8369538581380027</c:v>
                </c:pt>
                <c:pt idx="598">
                  <c:v>1.8369681850209929</c:v>
                </c:pt>
                <c:pt idx="599">
                  <c:v>1.8370605828120006</c:v>
                </c:pt>
                <c:pt idx="600">
                  <c:v>1.8372306026230092</c:v>
                </c:pt>
                <c:pt idx="601">
                  <c:v>1.835457316052981</c:v>
                </c:pt>
                <c:pt idx="602">
                  <c:v>1.8337607614580236</c:v>
                </c:pt>
                <c:pt idx="603">
                  <c:v>1.8321404976530005</c:v>
                </c:pt>
                <c:pt idx="604">
                  <c:v>1.8305960859830179</c:v>
                </c:pt>
                <c:pt idx="605">
                  <c:v>1.8291270903220038</c:v>
                </c:pt>
                <c:pt idx="606">
                  <c:v>1.827733077046986</c:v>
                </c:pt>
                <c:pt idx="607">
                  <c:v>1.8264136150300203</c:v>
                </c:pt>
                <c:pt idx="608">
                  <c:v>1.8251682756219907</c:v>
                </c:pt>
                <c:pt idx="609">
                  <c:v>1.8239966326379999</c:v>
                </c:pt>
                <c:pt idx="610">
                  <c:v>1.8228982623429886</c:v>
                </c:pt>
                <c:pt idx="611">
                  <c:v>1.8218727434399966</c:v>
                </c:pt>
                <c:pt idx="612">
                  <c:v>1.8209196570539916</c:v>
                </c:pt>
                <c:pt idx="613">
                  <c:v>1.8200385867160094</c:v>
                </c:pt>
                <c:pt idx="614">
                  <c:v>1.8192291183530074</c:v>
                </c:pt>
                <c:pt idx="615">
                  <c:v>1.8184908402770077</c:v>
                </c:pt>
                <c:pt idx="616">
                  <c:v>1.8178233431579827</c:v>
                </c:pt>
                <c:pt idx="617">
                  <c:v>1.8172262200289993</c:v>
                </c:pt>
                <c:pt idx="618">
                  <c:v>1.8166990662570015</c:v>
                </c:pt>
                <c:pt idx="619">
                  <c:v>1.8162414795370125</c:v>
                </c:pt>
                <c:pt idx="620">
                  <c:v>1.8158530598790037</c:v>
                </c:pt>
                <c:pt idx="621">
                  <c:v>1.8155334095899889</c:v>
                </c:pt>
                <c:pt idx="622">
                  <c:v>1.8152821332639917</c:v>
                </c:pt>
                <c:pt idx="623">
                  <c:v>1.8150988377709893</c:v>
                </c:pt>
                <c:pt idx="624">
                  <c:v>1.8149831322409966</c:v>
                </c:pt>
                <c:pt idx="625">
                  <c:v>1.8149346280459895</c:v>
                </c:pt>
                <c:pt idx="626">
                  <c:v>1.8149529387999905</c:v>
                </c:pt>
                <c:pt idx="627">
                  <c:v>1.8150376803349957</c:v>
                </c:pt>
                <c:pt idx="628">
                  <c:v>1.8151884706909982</c:v>
                </c:pt>
                <c:pt idx="629">
                  <c:v>1.8154049301060127</c:v>
                </c:pt>
                <c:pt idx="630">
                  <c:v>1.8156866810009831</c:v>
                </c:pt>
                <c:pt idx="631">
                  <c:v>1.8143469653699924</c:v>
                </c:pt>
                <c:pt idx="632">
                  <c:v>1.8130717925600095</c:v>
                </c:pt>
                <c:pt idx="633">
                  <c:v>1.8118607914699965</c:v>
                </c:pt>
                <c:pt idx="634">
                  <c:v>1.8107135931270193</c:v>
                </c:pt>
                <c:pt idx="635">
                  <c:v>1.8096298306840026</c:v>
                </c:pt>
                <c:pt idx="636">
                  <c:v>1.8086091394020229</c:v>
                </c:pt>
                <c:pt idx="637">
                  <c:v>1.8076511566389968</c:v>
                </c:pt>
                <c:pt idx="638">
                  <c:v>1.8067555218369762</c:v>
                </c:pt>
                <c:pt idx="639">
                  <c:v>1.8059218765150149</c:v>
                </c:pt>
                <c:pt idx="640">
                  <c:v>1.8051498642469994</c:v>
                </c:pt>
                <c:pt idx="641">
                  <c:v>1.8044391306630132</c:v>
                </c:pt>
                <c:pt idx="642">
                  <c:v>1.8037893234239846</c:v>
                </c:pt>
                <c:pt idx="643">
                  <c:v>1.8032000922230225</c:v>
                </c:pt>
                <c:pt idx="644">
                  <c:v>1.8026710887629918</c:v>
                </c:pt>
                <c:pt idx="645">
                  <c:v>1.8022019667499762</c:v>
                </c:pt>
                <c:pt idx="646">
                  <c:v>1.8017923818840131</c:v>
                </c:pt>
                <c:pt idx="647">
                  <c:v>1.8014419918419833</c:v>
                </c:pt>
                <c:pt idx="648">
                  <c:v>1.8011504562689993</c:v>
                </c:pt>
                <c:pt idx="649">
                  <c:v>1.8009174367680032</c:v>
                </c:pt>
                <c:pt idx="650">
                  <c:v>1.8007425968900179</c:v>
                </c:pt>
                <c:pt idx="651">
                  <c:v>1.8006256021139961</c:v>
                </c:pt>
                <c:pt idx="652">
                  <c:v>1.8005661198489804</c:v>
                </c:pt>
                <c:pt idx="653">
                  <c:v>1.8005638194150038</c:v>
                </c:pt>
                <c:pt idx="654">
                  <c:v>1.8006183720289926</c:v>
                </c:pt>
                <c:pt idx="655">
                  <c:v>1.8007294508030043</c:v>
                </c:pt>
                <c:pt idx="656">
                  <c:v>1.8008967307270041</c:v>
                </c:pt>
                <c:pt idx="657">
                  <c:v>1.8011198886590023</c:v>
                </c:pt>
                <c:pt idx="658">
                  <c:v>1.8013986033180061</c:v>
                </c:pt>
                <c:pt idx="659">
                  <c:v>1.8017325552649766</c:v>
                </c:pt>
                <c:pt idx="660">
                  <c:v>1.8021214269020049</c:v>
                </c:pt>
                <c:pt idx="661">
                  <c:v>1.8011552280329965</c:v>
                </c:pt>
                <c:pt idx="662">
                  <c:v>1.8002433191240073</c:v>
                </c:pt>
                <c:pt idx="663">
                  <c:v>1.7993853880220172</c:v>
                </c:pt>
                <c:pt idx="664">
                  <c:v>1.7985811243679848</c:v>
                </c:pt>
                <c:pt idx="665">
                  <c:v>1.7978302195909919</c:v>
                </c:pt>
                <c:pt idx="666">
                  <c:v>1.7971323668900254</c:v>
                </c:pt>
                <c:pt idx="667">
                  <c:v>1.7964872612299985</c:v>
                </c:pt>
                <c:pt idx="668">
                  <c:v>1.7958945993320015</c:v>
                </c:pt>
                <c:pt idx="669">
                  <c:v>1.795354079657983</c:v>
                </c:pt>
                <c:pt idx="670">
                  <c:v>1.7948654024030191</c:v>
                </c:pt>
                <c:pt idx="671">
                  <c:v>1.7944282694890035</c:v>
                </c:pt>
                <c:pt idx="672">
                  <c:v>1.7940423845479927</c:v>
                </c:pt>
                <c:pt idx="673">
                  <c:v>1.7937074529210122</c:v>
                </c:pt>
                <c:pt idx="674">
                  <c:v>1.7934231816379906</c:v>
                </c:pt>
                <c:pt idx="675">
                  <c:v>1.7931892794169926</c:v>
                </c:pt>
                <c:pt idx="676">
                  <c:v>1.7930054566489844</c:v>
                </c:pt>
                <c:pt idx="677">
                  <c:v>1.7928714253900182</c:v>
                </c:pt>
                <c:pt idx="678">
                  <c:v>1.7927868993539846</c:v>
                </c:pt>
                <c:pt idx="679">
                  <c:v>1.7927515938999932</c:v>
                </c:pt>
                <c:pt idx="680">
                  <c:v>1.7927652260219986</c:v>
                </c:pt>
                <c:pt idx="681">
                  <c:v>1.7928275143419796</c:v>
                </c:pt>
                <c:pt idx="682">
                  <c:v>1.7929381790999912</c:v>
                </c:pt>
                <c:pt idx="683">
                  <c:v>1.7930969421459793</c:v>
                </c:pt>
                <c:pt idx="684">
                  <c:v>1.7933035269269908</c:v>
                </c:pt>
                <c:pt idx="685">
                  <c:v>1.7935576584799833</c:v>
                </c:pt>
                <c:pt idx="686">
                  <c:v>1.7938590634259981</c:v>
                </c:pt>
                <c:pt idx="687">
                  <c:v>1.7942074699560067</c:v>
                </c:pt>
                <c:pt idx="688">
                  <c:v>1.7946026078219859</c:v>
                </c:pt>
                <c:pt idx="689">
                  <c:v>1.795044208332996</c:v>
                </c:pt>
                <c:pt idx="690">
                  <c:v>1.7955320043410268</c:v>
                </c:pt>
                <c:pt idx="691">
                  <c:v>1.7948835714220195</c:v>
                </c:pt>
                <c:pt idx="692">
                  <c:v>1.7942808043030141</c:v>
                </c:pt>
                <c:pt idx="693">
                  <c:v>1.7937234404210187</c:v>
                </c:pt>
                <c:pt idx="694">
                  <c:v>1.7932112187160101</c:v>
                </c:pt>
                <c:pt idx="695">
                  <c:v>1.7927438796370154</c:v>
                </c:pt>
                <c:pt idx="696">
                  <c:v>1.7923211651180111</c:v>
                </c:pt>
                <c:pt idx="697">
                  <c:v>1.7919428185799973</c:v>
                </c:pt>
                <c:pt idx="698">
                  <c:v>1.7916085849209935</c:v>
                </c:pt>
                <c:pt idx="699">
                  <c:v>1.7913182105029932</c:v>
                </c:pt>
                <c:pt idx="700">
                  <c:v>1.791071443148013</c:v>
                </c:pt>
                <c:pt idx="701">
                  <c:v>1.7908680321270083</c:v>
                </c:pt>
                <c:pt idx="702">
                  <c:v>1.7907077281510055</c:v>
                </c:pt>
                <c:pt idx="703">
                  <c:v>1.7905902833689993</c:v>
                </c:pt>
                <c:pt idx="704">
                  <c:v>1.7905154513510126</c:v>
                </c:pt>
                <c:pt idx="705">
                  <c:v>1.7904829870859942</c:v>
                </c:pt>
                <c:pt idx="706">
                  <c:v>1.7904926469699944</c:v>
                </c:pt>
                <c:pt idx="707">
                  <c:v>1.7905441888009932</c:v>
                </c:pt>
                <c:pt idx="708">
                  <c:v>1.7906373717700035</c:v>
                </c:pt>
                <c:pt idx="709">
                  <c:v>1.7907719564499871</c:v>
                </c:pt>
                <c:pt idx="710">
                  <c:v>1.790947704795002</c:v>
                </c:pt>
                <c:pt idx="711">
                  <c:v>1.7911643801229786</c:v>
                </c:pt>
                <c:pt idx="712">
                  <c:v>1.7914217471149811</c:v>
                </c:pt>
                <c:pt idx="713">
                  <c:v>1.7917195718069934</c:v>
                </c:pt>
                <c:pt idx="714">
                  <c:v>1.792057621576987</c:v>
                </c:pt>
                <c:pt idx="715">
                  <c:v>1.7924356651419941</c:v>
                </c:pt>
                <c:pt idx="716">
                  <c:v>1.7928534725479892</c:v>
                </c:pt>
                <c:pt idx="717">
                  <c:v>1.7933108151639772</c:v>
                </c:pt>
                <c:pt idx="718">
                  <c:v>1.7938074656749734</c:v>
                </c:pt>
                <c:pt idx="719">
                  <c:v>1.7943431980679918</c:v>
                </c:pt>
                <c:pt idx="720">
                  <c:v>1.7949177876360238</c:v>
                </c:pt>
                <c:pt idx="721">
                  <c:v>1.794537936066007</c:v>
                </c:pt>
                <c:pt idx="722">
                  <c:v>1.7941964961190138</c:v>
                </c:pt>
                <c:pt idx="723">
                  <c:v>1.7938932469369888</c:v>
                </c:pt>
                <c:pt idx="724">
                  <c:v>1.793627968934004</c:v>
                </c:pt>
                <c:pt idx="725">
                  <c:v>1.793400443786993</c:v>
                </c:pt>
                <c:pt idx="726">
                  <c:v>1.7932104544260028</c:v>
                </c:pt>
                <c:pt idx="727">
                  <c:v>1.7930577850320049</c:v>
                </c:pt>
                <c:pt idx="728">
                  <c:v>1.7929422210230257</c:v>
                </c:pt>
                <c:pt idx="729">
                  <c:v>1.7928635490559941</c:v>
                </c:pt>
                <c:pt idx="730">
                  <c:v>1.7928215570100008</c:v>
                </c:pt>
                <c:pt idx="731">
                  <c:v>1.792816033987009</c:v>
                </c:pt>
                <c:pt idx="732">
                  <c:v>1.7928467702969897</c:v>
                </c:pt>
                <c:pt idx="733">
                  <c:v>1.7929135574630095</c:v>
                </c:pt>
                <c:pt idx="734">
                  <c:v>1.7930161881990045</c:v>
                </c:pt>
                <c:pt idx="735">
                  <c:v>1.7931544564160049</c:v>
                </c:pt>
                <c:pt idx="736">
                  <c:v>1.7933281572080091</c:v>
                </c:pt>
                <c:pt idx="737">
                  <c:v>1.793537086845987</c:v>
                </c:pt>
                <c:pt idx="738">
                  <c:v>1.7937810427760041</c:v>
                </c:pt>
                <c:pt idx="739">
                  <c:v>1.7940598236040159</c:v>
                </c:pt>
                <c:pt idx="740">
                  <c:v>1.7943732290989942</c:v>
                </c:pt>
                <c:pt idx="741">
                  <c:v>1.794721060174993</c:v>
                </c:pt>
                <c:pt idx="742">
                  <c:v>1.795103118898993</c:v>
                </c:pt>
                <c:pt idx="743">
                  <c:v>1.7955192084660041</c:v>
                </c:pt>
                <c:pt idx="744">
                  <c:v>1.7959691332130205</c:v>
                </c:pt>
                <c:pt idx="745">
                  <c:v>1.7964526985939813</c:v>
                </c:pt>
                <c:pt idx="746">
                  <c:v>1.7969697111849996</c:v>
                </c:pt>
                <c:pt idx="747">
                  <c:v>1.7975199786740177</c:v>
                </c:pt>
                <c:pt idx="748">
                  <c:v>1.7981033098549801</c:v>
                </c:pt>
                <c:pt idx="749">
                  <c:v>1.7987195146189947</c:v>
                </c:pt>
                <c:pt idx="750">
                  <c:v>1.7993684039529967</c:v>
                </c:pt>
                <c:pt idx="751">
                  <c:v>1.799212491491005</c:v>
                </c:pt>
                <c:pt idx="752">
                  <c:v>1.799088888824997</c:v>
                </c:pt>
                <c:pt idx="753">
                  <c:v>1.798997410182011</c:v>
                </c:pt>
                <c:pt idx="754">
                  <c:v>1.7989378708579977</c:v>
                </c:pt>
                <c:pt idx="755">
                  <c:v>1.7989100872109987</c:v>
                </c:pt>
                <c:pt idx="756">
                  <c:v>1.7989138766529891</c:v>
                </c:pt>
                <c:pt idx="757">
                  <c:v>1.798949057648997</c:v>
                </c:pt>
                <c:pt idx="758">
                  <c:v>1.7990154497059905</c:v>
                </c:pt>
                <c:pt idx="759">
                  <c:v>1.7991128733679886</c:v>
                </c:pt>
                <c:pt idx="760">
                  <c:v>1.7992411502110031</c:v>
                </c:pt>
                <c:pt idx="761">
                  <c:v>1.7994001028409912</c:v>
                </c:pt>
                <c:pt idx="762">
                  <c:v>1.7995895548770022</c:v>
                </c:pt>
                <c:pt idx="763">
                  <c:v>1.7998093309589933</c:v>
                </c:pt>
                <c:pt idx="764">
                  <c:v>1.8000592567279909</c:v>
                </c:pt>
                <c:pt idx="765">
                  <c:v>1.8003391588350155</c:v>
                </c:pt>
                <c:pt idx="766">
                  <c:v>1.8006488649229766</c:v>
                </c:pt>
                <c:pt idx="767">
                  <c:v>1.8009882036270142</c:v>
                </c:pt>
                <c:pt idx="768">
                  <c:v>1.8013570045669951</c:v>
                </c:pt>
                <c:pt idx="769">
                  <c:v>1.8017550983450121</c:v>
                </c:pt>
                <c:pt idx="770">
                  <c:v>1.8021823165339868</c:v>
                </c:pt>
                <c:pt idx="771">
                  <c:v>1.8026384916759923</c:v>
                </c:pt>
                <c:pt idx="772">
                  <c:v>1.8031234572779908</c:v>
                </c:pt>
                <c:pt idx="773">
                  <c:v>1.8036370478010042</c:v>
                </c:pt>
                <c:pt idx="774">
                  <c:v>1.8041790986600006</c:v>
                </c:pt>
                <c:pt idx="775">
                  <c:v>1.8047494462179827</c:v>
                </c:pt>
                <c:pt idx="776">
                  <c:v>1.8053479277730275</c:v>
                </c:pt>
                <c:pt idx="777">
                  <c:v>1.805974381563999</c:v>
                </c:pt>
                <c:pt idx="778">
                  <c:v>1.8066286467599753</c:v>
                </c:pt>
                <c:pt idx="779">
                  <c:v>1.8073105634510114</c:v>
                </c:pt>
                <c:pt idx="780">
                  <c:v>1.8080199726479975</c:v>
                </c:pt>
                <c:pt idx="781">
                  <c:v>1.8080495731649933</c:v>
                </c:pt>
                <c:pt idx="782">
                  <c:v>1.8081063509490036</c:v>
                </c:pt>
                <c:pt idx="783">
                  <c:v>1.8081901497380102</c:v>
                </c:pt>
                <c:pt idx="784">
                  <c:v>1.8083008141690016</c:v>
                </c:pt>
                <c:pt idx="785">
                  <c:v>1.8084381897719766</c:v>
                </c:pt>
                <c:pt idx="786">
                  <c:v>1.8086021229630092</c:v>
                </c:pt>
                <c:pt idx="787">
                  <c:v>1.8087924610460107</c:v>
                </c:pt>
                <c:pt idx="788">
                  <c:v>1.8090090521979789</c:v>
                </c:pt>
                <c:pt idx="789">
                  <c:v>1.8092517454710162</c:v>
                </c:pt>
                <c:pt idx="790">
                  <c:v>1.8095203907870143</c:v>
                </c:pt>
                <c:pt idx="791">
                  <c:v>1.8098148389269966</c:v>
                </c:pt>
                <c:pt idx="792">
                  <c:v>1.8101349415329935</c:v>
                </c:pt>
                <c:pt idx="793">
                  <c:v>1.8104805510979816</c:v>
                </c:pt>
                <c:pt idx="794">
                  <c:v>1.8108515209630127</c:v>
                </c:pt>
                <c:pt idx="795">
                  <c:v>1.8112477053160205</c:v>
                </c:pt>
                <c:pt idx="796">
                  <c:v>1.8116689591779789</c:v>
                </c:pt>
                <c:pt idx="797">
                  <c:v>1.8121151384069947</c:v>
                </c:pt>
                <c:pt idx="798">
                  <c:v>1.812586099689014</c:v>
                </c:pt>
                <c:pt idx="799">
                  <c:v>1.8130817005329902</c:v>
                </c:pt>
                <c:pt idx="800">
                  <c:v>1.8136017992709981</c:v>
                </c:pt>
                <c:pt idx="801">
                  <c:v>1.8141462550449887</c:v>
                </c:pt>
                <c:pt idx="802">
                  <c:v>1.814714927806989</c:v>
                </c:pt>
                <c:pt idx="803">
                  <c:v>1.8153076783190158</c:v>
                </c:pt>
                <c:pt idx="804">
                  <c:v>1.8159243681389796</c:v>
                </c:pt>
                <c:pt idx="805">
                  <c:v>1.8165648596209962</c:v>
                </c:pt>
                <c:pt idx="806">
                  <c:v>1.817229015915018</c:v>
                </c:pt>
                <c:pt idx="807">
                  <c:v>1.8179167009539867</c:v>
                </c:pt>
                <c:pt idx="808">
                  <c:v>1.8186277794520151</c:v>
                </c:pt>
                <c:pt idx="809">
                  <c:v>1.8193621169049834</c:v>
                </c:pt>
                <c:pt idx="810">
                  <c:v>1.8201195795799947</c:v>
                </c:pt>
                <c:pt idx="811">
                  <c:v>1.8203010125580192</c:v>
                </c:pt>
                <c:pt idx="812">
                  <c:v>1.8205053055949918</c:v>
                </c:pt>
                <c:pt idx="813">
                  <c:v>1.8207323272509939</c:v>
                </c:pt>
                <c:pt idx="814">
                  <c:v>1.8209819468440003</c:v>
                </c:pt>
                <c:pt idx="815">
                  <c:v>1.8212540344409831</c:v>
                </c:pt>
                <c:pt idx="816">
                  <c:v>1.821548460857997</c:v>
                </c:pt>
                <c:pt idx="817">
                  <c:v>1.8218650976519939</c:v>
                </c:pt>
                <c:pt idx="818">
                  <c:v>1.8222038171199983</c:v>
                </c:pt>
                <c:pt idx="819">
                  <c:v>1.8225644922929973</c:v>
                </c:pt>
                <c:pt idx="820">
                  <c:v>1.8229469969309946</c:v>
                </c:pt>
                <c:pt idx="821">
                  <c:v>1.8233512055199981</c:v>
                </c:pt>
                <c:pt idx="822">
                  <c:v>1.8237769932700019</c:v>
                </c:pt>
                <c:pt idx="823">
                  <c:v>1.8242242361050103</c:v>
                </c:pt>
                <c:pt idx="824">
                  <c:v>1.8246928106649989</c:v>
                </c:pt>
                <c:pt idx="825">
                  <c:v>1.8251825942989797</c:v>
                </c:pt>
                <c:pt idx="826">
                  <c:v>1.825693465059004</c:v>
                </c:pt>
                <c:pt idx="827">
                  <c:v>1.8262253016999921</c:v>
                </c:pt>
                <c:pt idx="828">
                  <c:v>1.8267779836760099</c:v>
                </c:pt>
                <c:pt idx="829">
                  <c:v>1.8273513911289854</c:v>
                </c:pt>
                <c:pt idx="830">
                  <c:v>1.8279454048959849</c:v>
                </c:pt>
                <c:pt idx="831">
                  <c:v>1.8285599064940072</c:v>
                </c:pt>
                <c:pt idx="832">
                  <c:v>1.829194778124986</c:v>
                </c:pt>
                <c:pt idx="833">
                  <c:v>1.8298499026660124</c:v>
                </c:pt>
                <c:pt idx="834">
                  <c:v>1.8305251636689945</c:v>
                </c:pt>
                <c:pt idx="835">
                  <c:v>1.8312204453550009</c:v>
                </c:pt>
                <c:pt idx="836">
                  <c:v>1.8319356326090031</c:v>
                </c:pt>
                <c:pt idx="837">
                  <c:v>1.8326706109819781</c:v>
                </c:pt>
                <c:pt idx="838">
                  <c:v>1.833425266678006</c:v>
                </c:pt>
                <c:pt idx="839">
                  <c:v>1.8341994865589868</c:v>
                </c:pt>
                <c:pt idx="840">
                  <c:v>1.8349931581360011</c:v>
                </c:pt>
                <c:pt idx="841">
                  <c:v>1.8352957967120176</c:v>
                </c:pt>
                <c:pt idx="842">
                  <c:v>1.8356176639429975</c:v>
                </c:pt>
                <c:pt idx="843">
                  <c:v>1.8359586492690028</c:v>
                </c:pt>
                <c:pt idx="844">
                  <c:v>1.8363186427679921</c:v>
                </c:pt>
                <c:pt idx="845">
                  <c:v>1.8366975351470103</c:v>
                </c:pt>
                <c:pt idx="846">
                  <c:v>1.8370952177409947</c:v>
                </c:pt>
                <c:pt idx="847">
                  <c:v>1.8375115825139972</c:v>
                </c:pt>
                <c:pt idx="848">
                  <c:v>1.8379465220480142</c:v>
                </c:pt>
                <c:pt idx="849">
                  <c:v>1.8383999295430158</c:v>
                </c:pt>
                <c:pt idx="850">
                  <c:v>1.8388716988129943</c:v>
                </c:pt>
                <c:pt idx="851">
                  <c:v>1.8393617242810194</c:v>
                </c:pt>
                <c:pt idx="852">
                  <c:v>1.8398699009829897</c:v>
                </c:pt>
                <c:pt idx="853">
                  <c:v>1.8403961245510061</c:v>
                </c:pt>
                <c:pt idx="854">
                  <c:v>1.8409402912220116</c:v>
                </c:pt>
                <c:pt idx="855">
                  <c:v>1.8415022978269917</c:v>
                </c:pt>
                <c:pt idx="856">
                  <c:v>1.842082041791997</c:v>
                </c:pt>
                <c:pt idx="857">
                  <c:v>1.8426794211320043</c:v>
                </c:pt>
                <c:pt idx="858">
                  <c:v>1.8432943344479895</c:v>
                </c:pt>
                <c:pt idx="859">
                  <c:v>1.8439266809249943</c:v>
                </c:pt>
                <c:pt idx="860">
                  <c:v>1.8445763603260161</c:v>
                </c:pt>
                <c:pt idx="861">
                  <c:v>1.8452432729930024</c:v>
                </c:pt>
                <c:pt idx="862">
                  <c:v>1.8459273198380117</c:v>
                </c:pt>
                <c:pt idx="863">
                  <c:v>1.8466284023450044</c:v>
                </c:pt>
                <c:pt idx="864">
                  <c:v>1.8473464225639873</c:v>
                </c:pt>
                <c:pt idx="865">
                  <c:v>1.8480812831049889</c:v>
                </c:pt>
                <c:pt idx="866">
                  <c:v>1.8488328871449937</c:v>
                </c:pt>
                <c:pt idx="867">
                  <c:v>1.8496011384110034</c:v>
                </c:pt>
                <c:pt idx="868">
                  <c:v>1.8503859411860049</c:v>
                </c:pt>
                <c:pt idx="869">
                  <c:v>1.8511872003030021</c:v>
                </c:pt>
                <c:pt idx="870">
                  <c:v>1.852004821142998</c:v>
                </c:pt>
                <c:pt idx="871">
                  <c:v>1.8524041753139784</c:v>
                </c:pt>
                <c:pt idx="872">
                  <c:v>1.8528197035969924</c:v>
                </c:pt>
                <c:pt idx="873">
                  <c:v>1.8532513129959796</c:v>
                </c:pt>
                <c:pt idx="874">
                  <c:v>1.8536989110489799</c:v>
                </c:pt>
                <c:pt idx="875">
                  <c:v>1.8541624058279922</c:v>
                </c:pt>
                <c:pt idx="876">
                  <c:v>1.8546417059279747</c:v>
                </c:pt>
                <c:pt idx="877">
                  <c:v>1.8551367204729843</c:v>
                </c:pt>
                <c:pt idx="878">
                  <c:v>1.855647359110975</c:v>
                </c:pt>
                <c:pt idx="879">
                  <c:v>1.8561735320080004</c:v>
                </c:pt>
                <c:pt idx="880">
                  <c:v>1.8567151498440069</c:v>
                </c:pt>
                <c:pt idx="881">
                  <c:v>1.8572721238150223</c:v>
                </c:pt>
                <c:pt idx="882">
                  <c:v>1.8578443656290062</c:v>
                </c:pt>
                <c:pt idx="883">
                  <c:v>1.8584317875010186</c:v>
                </c:pt>
                <c:pt idx="884">
                  <c:v>1.8590343021469948</c:v>
                </c:pt>
                <c:pt idx="885">
                  <c:v>1.8596518227880097</c:v>
                </c:pt>
                <c:pt idx="886">
                  <c:v>1.8602842631450187</c:v>
                </c:pt>
                <c:pt idx="887">
                  <c:v>1.8609315374349933</c:v>
                </c:pt>
                <c:pt idx="888">
                  <c:v>1.8615935603629907</c:v>
                </c:pt>
                <c:pt idx="889">
                  <c:v>1.8622702471309935</c:v>
                </c:pt>
                <c:pt idx="890">
                  <c:v>1.8629615134250059</c:v>
                </c:pt>
                <c:pt idx="891">
                  <c:v>1.8636672754190045</c:v>
                </c:pt>
                <c:pt idx="892">
                  <c:v>1.8643874497630009</c:v>
                </c:pt>
                <c:pt idx="893">
                  <c:v>1.865121953591995</c:v>
                </c:pt>
                <c:pt idx="894">
                  <c:v>1.8658707045159986</c:v>
                </c:pt>
                <c:pt idx="895">
                  <c:v>1.8666336206169944</c:v>
                </c:pt>
                <c:pt idx="896">
                  <c:v>1.8674106204489931</c:v>
                </c:pt>
                <c:pt idx="897">
                  <c:v>1.8682016230339968</c:v>
                </c:pt>
                <c:pt idx="898">
                  <c:v>1.8690065478610052</c:v>
                </c:pt>
                <c:pt idx="899">
                  <c:v>1.8698253148819788</c:v>
                </c:pt>
                <c:pt idx="900">
                  <c:v>1.87065784450499</c:v>
                </c:pt>
                <c:pt idx="901">
                  <c:v>1.8711315264110056</c:v>
                </c:pt>
                <c:pt idx="902">
                  <c:v>1.8716188131120077</c:v>
                </c:pt>
                <c:pt idx="903">
                  <c:v>1.8721196263869899</c:v>
                </c:pt>
                <c:pt idx="904">
                  <c:v>1.8726338884600011</c:v>
                </c:pt>
                <c:pt idx="905">
                  <c:v>1.873161522005006</c:v>
                </c:pt>
                <c:pt idx="906">
                  <c:v>1.8737024501369888</c:v>
                </c:pt>
                <c:pt idx="907">
                  <c:v>1.8742565964199969</c:v>
                </c:pt>
                <c:pt idx="908">
                  <c:v>1.8748238848500023</c:v>
                </c:pt>
                <c:pt idx="909">
                  <c:v>1.8754042398649915</c:v>
                </c:pt>
                <c:pt idx="910">
                  <c:v>1.8759975863349894</c:v>
                </c:pt>
                <c:pt idx="911">
                  <c:v>1.8766038495620023</c:v>
                </c:pt>
                <c:pt idx="912">
                  <c:v>1.8772229552789952</c:v>
                </c:pt>
                <c:pt idx="913">
                  <c:v>1.8778548296459974</c:v>
                </c:pt>
                <c:pt idx="914">
                  <c:v>1.878499399244987</c:v>
                </c:pt>
                <c:pt idx="915">
                  <c:v>1.8791565910830172</c:v>
                </c:pt>
                <c:pt idx="916">
                  <c:v>1.8798263325849973</c:v>
                </c:pt>
                <c:pt idx="917">
                  <c:v>1.8805085515949997</c:v>
                </c:pt>
                <c:pt idx="918">
                  <c:v>1.8812031763690129</c:v>
                </c:pt>
                <c:pt idx="919">
                  <c:v>1.8819101355780106</c:v>
                </c:pt>
                <c:pt idx="920">
                  <c:v>1.8826293583030065</c:v>
                </c:pt>
                <c:pt idx="921">
                  <c:v>1.8833607740309901</c:v>
                </c:pt>
                <c:pt idx="922">
                  <c:v>1.8841043126570014</c:v>
                </c:pt>
                <c:pt idx="923">
                  <c:v>1.8848599044769969</c:v>
                </c:pt>
                <c:pt idx="924">
                  <c:v>1.8856274801869972</c:v>
                </c:pt>
                <c:pt idx="925">
                  <c:v>1.8864069708850195</c:v>
                </c:pt>
                <c:pt idx="926">
                  <c:v>1.8871983080620112</c:v>
                </c:pt>
                <c:pt idx="927">
                  <c:v>1.8880014236050044</c:v>
                </c:pt>
                <c:pt idx="928">
                  <c:v>1.888816249788988</c:v>
                </c:pt>
                <c:pt idx="929">
                  <c:v>1.8896427192840122</c:v>
                </c:pt>
                <c:pt idx="930">
                  <c:v>1.8904807651429962</c:v>
                </c:pt>
                <c:pt idx="931">
                  <c:v>1.8910110815590144</c:v>
                </c:pt>
                <c:pt idx="932">
                  <c:v>1.8915528415999745</c:v>
                </c:pt>
                <c:pt idx="933">
                  <c:v>1.8921059794679991</c:v>
                </c:pt>
                <c:pt idx="934">
                  <c:v>1.8926704297440153</c:v>
                </c:pt>
                <c:pt idx="935">
                  <c:v>1.8932461273840033</c:v>
                </c:pt>
                <c:pt idx="936">
                  <c:v>1.893833007718996</c:v>
                </c:pt>
                <c:pt idx="937">
                  <c:v>1.8944310064510148</c:v>
                </c:pt>
                <c:pt idx="938">
                  <c:v>1.8950400596540078</c:v>
                </c:pt>
                <c:pt idx="939">
                  <c:v>1.895660103766005</c:v>
                </c:pt>
                <c:pt idx="940">
                  <c:v>1.8962910755940072</c:v>
                </c:pt>
                <c:pt idx="941">
                  <c:v>1.8969329123050045</c:v>
                </c:pt>
                <c:pt idx="942">
                  <c:v>1.8975855514299838</c:v>
                </c:pt>
                <c:pt idx="943">
                  <c:v>1.8982489308579886</c:v>
                </c:pt>
                <c:pt idx="944">
                  <c:v>1.8989229888340162</c:v>
                </c:pt>
                <c:pt idx="945">
                  <c:v>1.8996076639600119</c:v>
                </c:pt>
                <c:pt idx="946">
                  <c:v>1.9003028951910039</c:v>
                </c:pt>
                <c:pt idx="947">
                  <c:v>1.9010086218310107</c:v>
                </c:pt>
                <c:pt idx="948">
                  <c:v>1.901724783535002</c:v>
                </c:pt>
                <c:pt idx="949">
                  <c:v>1.9024513203039817</c:v>
                </c:pt>
                <c:pt idx="950">
                  <c:v>1.9031881724849882</c:v>
                </c:pt>
                <c:pt idx="951">
                  <c:v>1.9039352807660066</c:v>
                </c:pt>
                <c:pt idx="952">
                  <c:v>1.9046925861769921</c:v>
                </c:pt>
                <c:pt idx="953">
                  <c:v>1.9054600300889888</c:v>
                </c:pt>
                <c:pt idx="954">
                  <c:v>1.9062375542069958</c:v>
                </c:pt>
                <c:pt idx="955">
                  <c:v>1.9070251005729801</c:v>
                </c:pt>
                <c:pt idx="956">
                  <c:v>1.9078226115619827</c:v>
                </c:pt>
                <c:pt idx="957">
                  <c:v>1.9086300298800154</c:v>
                </c:pt>
                <c:pt idx="958">
                  <c:v>1.9094472985620143</c:v>
                </c:pt>
                <c:pt idx="959">
                  <c:v>1.9102743609719823</c:v>
                </c:pt>
                <c:pt idx="960">
                  <c:v>1.9111111607990097</c:v>
                </c:pt>
                <c:pt idx="961">
                  <c:v>1.9116824711470031</c:v>
                </c:pt>
                <c:pt idx="962">
                  <c:v>1.9122634072579956</c:v>
                </c:pt>
                <c:pt idx="963">
                  <c:v>1.9128539137869893</c:v>
                </c:pt>
                <c:pt idx="964">
                  <c:v>1.9134539357069968</c:v>
                </c:pt>
                <c:pt idx="965">
                  <c:v>1.9140634183060001</c:v>
                </c:pt>
                <c:pt idx="966">
                  <c:v>1.9146823071889969</c:v>
                </c:pt>
                <c:pt idx="967">
                  <c:v>1.9153105482710089</c:v>
                </c:pt>
                <c:pt idx="968">
                  <c:v>1.9159480877799808</c:v>
                </c:pt>
                <c:pt idx="969">
                  <c:v>1.9165948722530004</c:v>
                </c:pt>
                <c:pt idx="970">
                  <c:v>1.9172508485339961</c:v>
                </c:pt>
                <c:pt idx="971">
                  <c:v>1.9179159637720034</c:v>
                </c:pt>
                <c:pt idx="972">
                  <c:v>1.9185901654199995</c:v>
                </c:pt>
                <c:pt idx="973">
                  <c:v>1.9192734012350172</c:v>
                </c:pt>
                <c:pt idx="974">
                  <c:v>1.9199656192719772</c:v>
                </c:pt>
                <c:pt idx="975">
                  <c:v>1.9206667678869849</c:v>
                </c:pt>
                <c:pt idx="976">
                  <c:v>1.9213767957299979</c:v>
                </c:pt>
                <c:pt idx="977">
                  <c:v>1.922095651748009</c:v>
                </c:pt>
                <c:pt idx="978">
                  <c:v>1.9228232851820053</c:v>
                </c:pt>
                <c:pt idx="979">
                  <c:v>1.9235596455650068</c:v>
                </c:pt>
                <c:pt idx="980">
                  <c:v>1.9243046827180024</c:v>
                </c:pt>
                <c:pt idx="981">
                  <c:v>1.9250583467529907</c:v>
                </c:pt>
                <c:pt idx="982">
                  <c:v>1.9258205880670118</c:v>
                </c:pt>
                <c:pt idx="983">
                  <c:v>1.9265913573429998</c:v>
                </c:pt>
                <c:pt idx="984">
                  <c:v>1.9273706055480204</c:v>
                </c:pt>
                <c:pt idx="985">
                  <c:v>1.9281582839309976</c:v>
                </c:pt>
                <c:pt idx="986">
                  <c:v>1.9289543440189902</c:v>
                </c:pt>
                <c:pt idx="987">
                  <c:v>1.9297587376219951</c:v>
                </c:pt>
                <c:pt idx="988">
                  <c:v>1.9305714168229997</c:v>
                </c:pt>
                <c:pt idx="989">
                  <c:v>1.9313923339820178</c:v>
                </c:pt>
                <c:pt idx="990">
                  <c:v>1.9322214417320254</c:v>
                </c:pt>
                <c:pt idx="991">
                  <c:v>1.9328204164980036</c:v>
                </c:pt>
                <c:pt idx="992">
                  <c:v>1.9334274879400084</c:v>
                </c:pt>
                <c:pt idx="993">
                  <c:v>1.9340426095029954</c:v>
                </c:pt>
                <c:pt idx="994">
                  <c:v>1.934665734902012</c:v>
                </c:pt>
                <c:pt idx="995">
                  <c:v>1.9352968181180188</c:v>
                </c:pt>
                <c:pt idx="996">
                  <c:v>1.9359358133939963</c:v>
                </c:pt>
                <c:pt idx="997">
                  <c:v>1.9365826752400039</c:v>
                </c:pt>
                <c:pt idx="998">
                  <c:v>1.9372373584220099</c:v>
                </c:pt>
                <c:pt idx="999">
                  <c:v>1.9378998179730047</c:v>
                </c:pt>
                <c:pt idx="1000">
                  <c:v>1.938570009179017</c:v>
                </c:pt>
                <c:pt idx="1001">
                  <c:v>1.9392478875849974</c:v>
                </c:pt>
                <c:pt idx="1002">
                  <c:v>1.9399334089929994</c:v>
                </c:pt>
                <c:pt idx="1003">
                  <c:v>1.9406265294570062</c:v>
                </c:pt>
                <c:pt idx="1004">
                  <c:v>1.9413272052850061</c:v>
                </c:pt>
                <c:pt idx="1005">
                  <c:v>1.9420353930340184</c:v>
                </c:pt>
                <c:pt idx="1006">
                  <c:v>1.9427510495149818</c:v>
                </c:pt>
                <c:pt idx="1007">
                  <c:v>1.943474131783006</c:v>
                </c:pt>
                <c:pt idx="1008">
                  <c:v>1.9442045971439939</c:v>
                </c:pt>
                <c:pt idx="1009">
                  <c:v>1.9449424031430169</c:v>
                </c:pt>
                <c:pt idx="1010">
                  <c:v>1.9456875075770199</c:v>
                </c:pt>
                <c:pt idx="1011">
                  <c:v>1.9464398684819741</c:v>
                </c:pt>
                <c:pt idx="1012">
                  <c:v>1.9471994441329912</c:v>
                </c:pt>
                <c:pt idx="1013">
                  <c:v>1.947966193048984</c:v>
                </c:pt>
                <c:pt idx="1014">
                  <c:v>1.9487400739849932</c:v>
                </c:pt>
                <c:pt idx="1015">
                  <c:v>1.9495210459340058</c:v>
                </c:pt>
                <c:pt idx="1016">
                  <c:v>1.950309068124028</c:v>
                </c:pt>
                <c:pt idx="1017">
                  <c:v>1.9511041000189948</c:v>
                </c:pt>
                <c:pt idx="1018">
                  <c:v>1.9519061013149894</c:v>
                </c:pt>
                <c:pt idx="1019">
                  <c:v>1.9527150319379984</c:v>
                </c:pt>
                <c:pt idx="1020">
                  <c:v>1.9535308520499939</c:v>
                </c:pt>
                <c:pt idx="1021">
                  <c:v>1.954146503326001</c:v>
                </c:pt>
                <c:pt idx="1022">
                  <c:v>1.9547689650920006</c:v>
                </c:pt>
                <c:pt idx="1023">
                  <c:v>1.9553981981879929</c:v>
                </c:pt>
                <c:pt idx="1024">
                  <c:v>1.9560341636820056</c:v>
                </c:pt>
                <c:pt idx="1025">
                  <c:v>1.956676822863983</c:v>
                </c:pt>
                <c:pt idx="1026">
                  <c:v>1.9573261372469801</c:v>
                </c:pt>
                <c:pt idx="1027">
                  <c:v>1.9579820685660252</c:v>
                </c:pt>
                <c:pt idx="1028">
                  <c:v>1.958644578773999</c:v>
                </c:pt>
                <c:pt idx="1029">
                  <c:v>1.9593136300460117</c:v>
                </c:pt>
                <c:pt idx="1030">
                  <c:v>1.9599891847709898</c:v>
                </c:pt>
                <c:pt idx="1031">
                  <c:v>1.9606712055569915</c:v>
                </c:pt>
                <c:pt idx="1032">
                  <c:v>1.9613596552269996</c:v>
                </c:pt>
                <c:pt idx="1033">
                  <c:v>1.9620544968139768</c:v>
                </c:pt>
                <c:pt idx="1034">
                  <c:v>1.9627556935679991</c:v>
                </c:pt>
                <c:pt idx="1035">
                  <c:v>1.9634632089480135</c:v>
                </c:pt>
                <c:pt idx="1036">
                  <c:v>1.9641770066230038</c:v>
                </c:pt>
                <c:pt idx="1037">
                  <c:v>1.964897050473013</c:v>
                </c:pt>
                <c:pt idx="1038">
                  <c:v>1.9656233045820102</c:v>
                </c:pt>
                <c:pt idx="1039">
                  <c:v>1.9663557332459902</c:v>
                </c:pt>
                <c:pt idx="1040">
                  <c:v>1.9670943009599853</c:v>
                </c:pt>
                <c:pt idx="1041">
                  <c:v>1.9678389724269891</c:v>
                </c:pt>
                <c:pt idx="1042">
                  <c:v>1.9685897125529834</c:v>
                </c:pt>
                <c:pt idx="1043">
                  <c:v>1.9693464864439818</c:v>
                </c:pt>
                <c:pt idx="1044">
                  <c:v>1.9701092594070246</c:v>
                </c:pt>
                <c:pt idx="1045">
                  <c:v>1.9708779969500085</c:v>
                </c:pt>
                <c:pt idx="1046">
                  <c:v>1.9716526647780199</c:v>
                </c:pt>
                <c:pt idx="1047">
                  <c:v>1.9724332287940172</c:v>
                </c:pt>
                <c:pt idx="1048">
                  <c:v>1.9732196550969832</c:v>
                </c:pt>
                <c:pt idx="1049">
                  <c:v>1.9740119099780031</c:v>
                </c:pt>
                <c:pt idx="1050">
                  <c:v>1.9748099599249826</c:v>
                </c:pt>
                <c:pt idx="1051">
                  <c:v>1.9754339113050037</c:v>
                </c:pt>
                <c:pt idx="1052">
                  <c:v>1.9760635913050066</c:v>
                </c:pt>
                <c:pt idx="1053">
                  <c:v>1.9766989669840029</c:v>
                </c:pt>
                <c:pt idx="1054">
                  <c:v>1.9773400055939874</c:v>
                </c:pt>
                <c:pt idx="1055">
                  <c:v>1.9779866745770107</c:v>
                </c:pt>
                <c:pt idx="1056">
                  <c:v>1.9786389415569943</c:v>
                </c:pt>
                <c:pt idx="1057">
                  <c:v>1.9792967743480006</c:v>
                </c:pt>
                <c:pt idx="1058">
                  <c:v>1.9799601409490037</c:v>
                </c:pt>
                <c:pt idx="1059">
                  <c:v>1.9806290095399959</c:v>
                </c:pt>
                <c:pt idx="1060">
                  <c:v>1.981303348489007</c:v>
                </c:pt>
                <c:pt idx="1061">
                  <c:v>1.9819831263409924</c:v>
                </c:pt>
                <c:pt idx="1062">
                  <c:v>1.9826683118229766</c:v>
                </c:pt>
                <c:pt idx="1063">
                  <c:v>1.9833588738459866</c:v>
                </c:pt>
                <c:pt idx="1064">
                  <c:v>1.9840547814929721</c:v>
                </c:pt>
                <c:pt idx="1065">
                  <c:v>1.9847560040280143</c:v>
                </c:pt>
                <c:pt idx="1066">
                  <c:v>1.9854625108949904</c:v>
                </c:pt>
                <c:pt idx="1067">
                  <c:v>1.9861742717079949</c:v>
                </c:pt>
                <c:pt idx="1068">
                  <c:v>1.9868912562589855</c:v>
                </c:pt>
                <c:pt idx="1069">
                  <c:v>1.9876134345130083</c:v>
                </c:pt>
                <c:pt idx="1070">
                  <c:v>1.9883407766070036</c:v>
                </c:pt>
                <c:pt idx="1071">
                  <c:v>1.9890732528499768</c:v>
                </c:pt>
                <c:pt idx="1072">
                  <c:v>1.9898108337239933</c:v>
                </c:pt>
                <c:pt idx="1073">
                  <c:v>1.990553489877982</c:v>
                </c:pt>
                <c:pt idx="1074">
                  <c:v>1.9913011921280201</c:v>
                </c:pt>
                <c:pt idx="1075">
                  <c:v>1.9920539114649785</c:v>
                </c:pt>
                <c:pt idx="1076">
                  <c:v>1.9928116190370133</c:v>
                </c:pt>
                <c:pt idx="1077">
                  <c:v>1.9935742861669894</c:v>
                </c:pt>
                <c:pt idx="1078">
                  <c:v>1.994341884338013</c:v>
                </c:pt>
                <c:pt idx="1079">
                  <c:v>1.9951143851959898</c:v>
                </c:pt>
                <c:pt idx="1080">
                  <c:v>1.9958917605539739</c:v>
                </c:pt>
                <c:pt idx="1081">
                  <c:v>1.9965161562400056</c:v>
                </c:pt>
                <c:pt idx="1082">
                  <c:v>1.9971453705320243</c:v>
                </c:pt>
                <c:pt idx="1083">
                  <c:v>1.9977793757250026</c:v>
                </c:pt>
                <c:pt idx="1084">
                  <c:v>1.9984181442730176</c:v>
                </c:pt>
                <c:pt idx="1085">
                  <c:v>1.9990616487849877</c:v>
                </c:pt>
                <c:pt idx="1086">
                  <c:v>1.9997098620349902</c:v>
                </c:pt>
                <c:pt idx="1087">
                  <c:v>2.0003627569449804</c:v>
                </c:pt>
                <c:pt idx="1088">
                  <c:v>2.0010203065990027</c:v>
                </c:pt>
                <c:pt idx="1089">
                  <c:v>2.00168248423401</c:v>
                </c:pt>
                <c:pt idx="1090">
                  <c:v>2.0023492632379885</c:v>
                </c:pt>
                <c:pt idx="1091">
                  <c:v>2.0030206171570057</c:v>
                </c:pt>
                <c:pt idx="1092">
                  <c:v>2.0036965196850076</c:v>
                </c:pt>
                <c:pt idx="1093">
                  <c:v>2.004376944667996</c:v>
                </c:pt>
                <c:pt idx="1094">
                  <c:v>2.0050618661049953</c:v>
                </c:pt>
                <c:pt idx="1095">
                  <c:v>2.0057512581419985</c:v>
                </c:pt>
                <c:pt idx="1096">
                  <c:v>2.0064450950719959</c:v>
                </c:pt>
                <c:pt idx="1097">
                  <c:v>2.0071433513420232</c:v>
                </c:pt>
                <c:pt idx="1098">
                  <c:v>2.0078460015390078</c:v>
                </c:pt>
                <c:pt idx="1099">
                  <c:v>2.0085530204009956</c:v>
                </c:pt>
                <c:pt idx="1100">
                  <c:v>2.0092643828089933</c:v>
                </c:pt>
                <c:pt idx="1101">
                  <c:v>2.0099800637869976</c:v>
                </c:pt>
                <c:pt idx="1102">
                  <c:v>2.0107000385059735</c:v>
                </c:pt>
                <c:pt idx="1103">
                  <c:v>2.0114242822789947</c:v>
                </c:pt>
                <c:pt idx="1104">
                  <c:v>2.0121527705580036</c:v>
                </c:pt>
                <c:pt idx="1105">
                  <c:v>2.0128854789400066</c:v>
                </c:pt>
                <c:pt idx="1106">
                  <c:v>2.013622383159003</c:v>
                </c:pt>
                <c:pt idx="1107">
                  <c:v>2.0143634590909869</c:v>
                </c:pt>
                <c:pt idx="1108">
                  <c:v>2.0151086827499967</c:v>
                </c:pt>
                <c:pt idx="1109">
                  <c:v>2.0158580302870064</c:v>
                </c:pt>
                <c:pt idx="1110">
                  <c:v>2.0166114779920008</c:v>
                </c:pt>
                <c:pt idx="1111">
                  <c:v>2.017231160623993</c:v>
                </c:pt>
                <c:pt idx="1112">
                  <c:v>2.0178548964100003</c:v>
                </c:pt>
                <c:pt idx="1113">
                  <c:v>2.0184826620439935</c:v>
                </c:pt>
                <c:pt idx="1114">
                  <c:v>2.0191144343559984</c:v>
                </c:pt>
                <c:pt idx="1115">
                  <c:v>2.0197501903080024</c:v>
                </c:pt>
                <c:pt idx="1116">
                  <c:v>2.0203899069969964</c:v>
                </c:pt>
                <c:pt idx="1117">
                  <c:v>2.0210335616480108</c:v>
                </c:pt>
                <c:pt idx="1118">
                  <c:v>2.0216811316199994</c:v>
                </c:pt>
                <c:pt idx="1119">
                  <c:v>2.0223325943990176</c:v>
                </c:pt>
                <c:pt idx="1120">
                  <c:v>2.0229879276060103</c:v>
                </c:pt>
                <c:pt idx="1121">
                  <c:v>2.0236471089840222</c:v>
                </c:pt>
                <c:pt idx="1122">
                  <c:v>2.0243101164079746</c:v>
                </c:pt>
                <c:pt idx="1123">
                  <c:v>2.0249769278799761</c:v>
                </c:pt>
                <c:pt idx="1124">
                  <c:v>2.0256475215269916</c:v>
                </c:pt>
                <c:pt idx="1125">
                  <c:v>2.0263218756019796</c:v>
                </c:pt>
                <c:pt idx="1126">
                  <c:v>2.0269999684850006</c:v>
                </c:pt>
                <c:pt idx="1127">
                  <c:v>2.0276817786779873</c:v>
                </c:pt>
                <c:pt idx="1128">
                  <c:v>2.0283672848069898</c:v>
                </c:pt>
                <c:pt idx="1129">
                  <c:v>2.0290564656220056</c:v>
                </c:pt>
                <c:pt idx="1130">
                  <c:v>2.0297492999949895</c:v>
                </c:pt>
                <c:pt idx="1131">
                  <c:v>2.0304457669180067</c:v>
                </c:pt>
                <c:pt idx="1132">
                  <c:v>2.0311458455059892</c:v>
                </c:pt>
                <c:pt idx="1133">
                  <c:v>2.0318495149919897</c:v>
                </c:pt>
                <c:pt idx="1134">
                  <c:v>2.0325567547290007</c:v>
                </c:pt>
                <c:pt idx="1135">
                  <c:v>2.0332675441900108</c:v>
                </c:pt>
                <c:pt idx="1136">
                  <c:v>2.0339818629639979</c:v>
                </c:pt>
                <c:pt idx="1137">
                  <c:v>2.0346996907600214</c:v>
                </c:pt>
                <c:pt idx="1138">
                  <c:v>2.0354210074009984</c:v>
                </c:pt>
                <c:pt idx="1139">
                  <c:v>2.0361457928280231</c:v>
                </c:pt>
                <c:pt idx="1140">
                  <c:v>2.0368740270950241</c:v>
                </c:pt>
                <c:pt idx="1141">
                  <c:v>2.037484246230008</c:v>
                </c:pt>
                <c:pt idx="1142">
                  <c:v>2.0380978746599965</c:v>
                </c:pt>
                <c:pt idx="1143">
                  <c:v>2.0387148927810017</c:v>
                </c:pt>
                <c:pt idx="1144">
                  <c:v>2.0393352811059913</c:v>
                </c:pt>
                <c:pt idx="1145">
                  <c:v>2.0399590202550257</c:v>
                </c:pt>
                <c:pt idx="1146">
                  <c:v>2.0405860909629894</c:v>
                </c:pt>
                <c:pt idx="1147">
                  <c:v>2.0412164740740195</c:v>
                </c:pt>
                <c:pt idx="1148">
                  <c:v>2.0418501505429845</c:v>
                </c:pt>
                <c:pt idx="1149">
                  <c:v>2.0424871014320161</c:v>
                </c:pt>
                <c:pt idx="1150">
                  <c:v>2.0431273079169898</c:v>
                </c:pt>
                <c:pt idx="1151">
                  <c:v>2.0437707512780037</c:v>
                </c:pt>
                <c:pt idx="1152">
                  <c:v>2.0444174129029875</c:v>
                </c:pt>
                <c:pt idx="1153">
                  <c:v>2.0450672742890106</c:v>
                </c:pt>
                <c:pt idx="1154">
                  <c:v>2.0457203170380183</c:v>
                </c:pt>
                <c:pt idx="1155">
                  <c:v>2.0463765228570026</c:v>
                </c:pt>
                <c:pt idx="1156">
                  <c:v>2.0470358735610148</c:v>
                </c:pt>
                <c:pt idx="1157">
                  <c:v>2.0476983510669982</c:v>
                </c:pt>
                <c:pt idx="1158">
                  <c:v>2.0483639373950098</c:v>
                </c:pt>
                <c:pt idx="1159">
                  <c:v>2.0490326146729956</c:v>
                </c:pt>
                <c:pt idx="1160">
                  <c:v>2.049704365128008</c:v>
                </c:pt>
                <c:pt idx="1161">
                  <c:v>2.050379171088025</c:v>
                </c:pt>
                <c:pt idx="1162">
                  <c:v>2.0510570149880039</c:v>
                </c:pt>
                <c:pt idx="1163">
                  <c:v>2.0517378793580008</c:v>
                </c:pt>
                <c:pt idx="1164">
                  <c:v>2.0524217468319819</c:v>
                </c:pt>
                <c:pt idx="1165">
                  <c:v>2.0531086001429912</c:v>
                </c:pt>
                <c:pt idx="1166">
                  <c:v>2.0537984221240038</c:v>
                </c:pt>
                <c:pt idx="1167">
                  <c:v>2.0544911957049976</c:v>
                </c:pt>
                <c:pt idx="1168">
                  <c:v>2.0551869039160238</c:v>
                </c:pt>
                <c:pt idx="1169">
                  <c:v>2.0558855298820049</c:v>
                </c:pt>
                <c:pt idx="1170">
                  <c:v>2.0565870568280218</c:v>
                </c:pt>
                <c:pt idx="1171">
                  <c:v>2.0571833469170144</c:v>
                </c:pt>
                <c:pt idx="1172">
                  <c:v>2.0577825047220131</c:v>
                </c:pt>
                <c:pt idx="1173">
                  <c:v>2.0583845137550156</c:v>
                </c:pt>
                <c:pt idx="1174">
                  <c:v>2.0589893576200211</c:v>
                </c:pt>
                <c:pt idx="1175">
                  <c:v>2.0595970200210161</c:v>
                </c:pt>
                <c:pt idx="1176">
                  <c:v>2.0602074847500091</c:v>
                </c:pt>
                <c:pt idx="1177">
                  <c:v>2.0608207356940227</c:v>
                </c:pt>
                <c:pt idx="1178">
                  <c:v>2.0614367568340128</c:v>
                </c:pt>
                <c:pt idx="1179">
                  <c:v>2.0620555322410041</c:v>
                </c:pt>
                <c:pt idx="1180">
                  <c:v>2.0626770460810064</c:v>
                </c:pt>
                <c:pt idx="1181">
                  <c:v>2.0633012826060053</c:v>
                </c:pt>
                <c:pt idx="1182">
                  <c:v>2.0639282261640233</c:v>
                </c:pt>
                <c:pt idx="1183">
                  <c:v>2.0645578611880069</c:v>
                </c:pt>
                <c:pt idx="1184">
                  <c:v>2.0651901722040122</c:v>
                </c:pt>
                <c:pt idx="1185">
                  <c:v>2.0658251438260038</c:v>
                </c:pt>
                <c:pt idx="1186">
                  <c:v>2.0664627607550017</c:v>
                </c:pt>
                <c:pt idx="1187">
                  <c:v>2.0671030077820092</c:v>
                </c:pt>
                <c:pt idx="1188">
                  <c:v>2.0677458697840052</c:v>
                </c:pt>
                <c:pt idx="1189">
                  <c:v>2.0683913317280087</c:v>
                </c:pt>
                <c:pt idx="1190">
                  <c:v>2.0690393786609889</c:v>
                </c:pt>
                <c:pt idx="1191">
                  <c:v>2.0696899957240191</c:v>
                </c:pt>
                <c:pt idx="1192">
                  <c:v>2.0703431681369864</c:v>
                </c:pt>
                <c:pt idx="1193">
                  <c:v>2.0709988812090216</c:v>
                </c:pt>
                <c:pt idx="1194">
                  <c:v>2.071657120330002</c:v>
                </c:pt>
                <c:pt idx="1195">
                  <c:v>2.0723178709769741</c:v>
                </c:pt>
                <c:pt idx="1196">
                  <c:v>2.0729811187109988</c:v>
                </c:pt>
                <c:pt idx="1197">
                  <c:v>2.0736468491709843</c:v>
                </c:pt>
                <c:pt idx="1198">
                  <c:v>2.0743150480840029</c:v>
                </c:pt>
                <c:pt idx="1199">
                  <c:v>2.0749857012569919</c:v>
                </c:pt>
                <c:pt idx="1200">
                  <c:v>2.0756587945789988</c:v>
                </c:pt>
                <c:pt idx="1201">
                  <c:v>2.0762395158490108</c:v>
                </c:pt>
                <c:pt idx="1202">
                  <c:v>2.0768226492870099</c:v>
                </c:pt>
                <c:pt idx="1203">
                  <c:v>2.0774081810249925</c:v>
                </c:pt>
                <c:pt idx="1204">
                  <c:v>2.0779960972730009</c:v>
                </c:pt>
                <c:pt idx="1205">
                  <c:v>2.0785863843189816</c:v>
                </c:pt>
                <c:pt idx="1206">
                  <c:v>2.0791790285350089</c:v>
                </c:pt>
                <c:pt idx="1207">
                  <c:v>2.0797740163660023</c:v>
                </c:pt>
                <c:pt idx="1208">
                  <c:v>2.0803713343370021</c:v>
                </c:pt>
                <c:pt idx="1209">
                  <c:v>2.0809709690499858</c:v>
                </c:pt>
                <c:pt idx="1210">
                  <c:v>2.0815729071850058</c:v>
                </c:pt>
                <c:pt idx="1211">
                  <c:v>2.0821771354970053</c:v>
                </c:pt>
                <c:pt idx="1212">
                  <c:v>2.0827836408199971</c:v>
                </c:pt>
                <c:pt idx="1213">
                  <c:v>2.0833924100599859</c:v>
                </c:pt>
                <c:pt idx="1214">
                  <c:v>2.0840034301999992</c:v>
                </c:pt>
                <c:pt idx="1215">
                  <c:v>2.0846166882990076</c:v>
                </c:pt>
                <c:pt idx="1216">
                  <c:v>2.0852321714899915</c:v>
                </c:pt>
                <c:pt idx="1217">
                  <c:v>2.0858498669770142</c:v>
                </c:pt>
                <c:pt idx="1218">
                  <c:v>2.0864697620419861</c:v>
                </c:pt>
                <c:pt idx="1219">
                  <c:v>2.0870918440369906</c:v>
                </c:pt>
                <c:pt idx="1220">
                  <c:v>2.0877161003870128</c:v>
                </c:pt>
                <c:pt idx="1221">
                  <c:v>2.0883425185920146</c:v>
                </c:pt>
                <c:pt idx="1222">
                  <c:v>2.0889710862209938</c:v>
                </c:pt>
                <c:pt idx="1223">
                  <c:v>2.0896017909149975</c:v>
                </c:pt>
                <c:pt idx="1224">
                  <c:v>2.0902346203869797</c:v>
                </c:pt>
                <c:pt idx="1225">
                  <c:v>2.0908695624200107</c:v>
                </c:pt>
                <c:pt idx="1226">
                  <c:v>2.0915066048669928</c:v>
                </c:pt>
                <c:pt idx="1227">
                  <c:v>2.0921457356519966</c:v>
                </c:pt>
                <c:pt idx="1228">
                  <c:v>2.0927869427659971</c:v>
                </c:pt>
                <c:pt idx="1229">
                  <c:v>2.0934302142719901</c:v>
                </c:pt>
                <c:pt idx="1230">
                  <c:v>2.0940755383010128</c:v>
                </c:pt>
                <c:pt idx="1231">
                  <c:v>2.0946378409070121</c:v>
                </c:pt>
                <c:pt idx="1232">
                  <c:v>2.0952021725009899</c:v>
                </c:pt>
                <c:pt idx="1233">
                  <c:v>2.0957685214149819</c:v>
                </c:pt>
                <c:pt idx="1234">
                  <c:v>2.0963368760519927</c:v>
                </c:pt>
                <c:pt idx="1235">
                  <c:v>2.096907224877981</c:v>
                </c:pt>
                <c:pt idx="1236">
                  <c:v>2.0974795564270039</c:v>
                </c:pt>
                <c:pt idx="1237">
                  <c:v>2.0980538592999949</c:v>
                </c:pt>
                <c:pt idx="1238">
                  <c:v>2.098630122161012</c:v>
                </c:pt>
                <c:pt idx="1239">
                  <c:v>2.0992083337419842</c:v>
                </c:pt>
                <c:pt idx="1240">
                  <c:v>2.0997884828379938</c:v>
                </c:pt>
                <c:pt idx="1241">
                  <c:v>2.1003705583090095</c:v>
                </c:pt>
                <c:pt idx="1242">
                  <c:v>2.1009545490769881</c:v>
                </c:pt>
                <c:pt idx="1243">
                  <c:v>2.1015404441320129</c:v>
                </c:pt>
                <c:pt idx="1244">
                  <c:v>2.1021282325230004</c:v>
                </c:pt>
                <c:pt idx="1245">
                  <c:v>2.1027179033650043</c:v>
                </c:pt>
                <c:pt idx="1246">
                  <c:v>2.1033094458350092</c:v>
                </c:pt>
                <c:pt idx="1247">
                  <c:v>2.103902849169998</c:v>
                </c:pt>
                <c:pt idx="1248">
                  <c:v>2.1044981026719825</c:v>
                </c:pt>
                <c:pt idx="1249">
                  <c:v>2.1050951957020061</c:v>
                </c:pt>
                <c:pt idx="1250">
                  <c:v>2.1056941176830151</c:v>
                </c:pt>
                <c:pt idx="1251">
                  <c:v>2.1062948581000001</c:v>
                </c:pt>
                <c:pt idx="1252">
                  <c:v>2.1068974064979784</c:v>
                </c:pt>
                <c:pt idx="1253">
                  <c:v>2.1075017524790098</c:v>
                </c:pt>
                <c:pt idx="1254">
                  <c:v>2.1081078857100124</c:v>
                </c:pt>
                <c:pt idx="1255">
                  <c:v>2.1087157959149749</c:v>
                </c:pt>
                <c:pt idx="1256">
                  <c:v>2.1093254728750139</c:v>
                </c:pt>
                <c:pt idx="1257">
                  <c:v>2.1099369064320115</c:v>
                </c:pt>
                <c:pt idx="1258">
                  <c:v>2.1105500864869953</c:v>
                </c:pt>
                <c:pt idx="1259">
                  <c:v>2.1111650029970122</c:v>
                </c:pt>
                <c:pt idx="1260">
                  <c:v>2.1117816459779988</c:v>
                </c:pt>
                <c:pt idx="1261">
                  <c:v>2.1123241669690174</c:v>
                </c:pt>
                <c:pt idx="1262">
                  <c:v>2.1128683946330113</c:v>
                </c:pt>
                <c:pt idx="1263">
                  <c:v>2.1134143191600003</c:v>
                </c:pt>
                <c:pt idx="1264">
                  <c:v>2.113961930792982</c:v>
                </c:pt>
                <c:pt idx="1265">
                  <c:v>2.1145112198300069</c:v>
                </c:pt>
                <c:pt idx="1266">
                  <c:v>2.1150621766289817</c:v>
                </c:pt>
                <c:pt idx="1267">
                  <c:v>2.1156147915990005</c:v>
                </c:pt>
                <c:pt idx="1268">
                  <c:v>2.1161690552050061</c:v>
                </c:pt>
                <c:pt idx="1269">
                  <c:v>2.1167249579710017</c:v>
                </c:pt>
                <c:pt idx="1270">
                  <c:v>2.1172824904700178</c:v>
                </c:pt>
                <c:pt idx="1271">
                  <c:v>2.1178416433320137</c:v>
                </c:pt>
                <c:pt idx="1272">
                  <c:v>2.1184024072399836</c:v>
                </c:pt>
                <c:pt idx="1273">
                  <c:v>2.1189647729310082</c:v>
                </c:pt>
                <c:pt idx="1274">
                  <c:v>2.1195287311969935</c:v>
                </c:pt>
                <c:pt idx="1275">
                  <c:v>2.1200942728779921</c:v>
                </c:pt>
                <c:pt idx="1276">
                  <c:v>2.1206613888720085</c:v>
                </c:pt>
                <c:pt idx="1277">
                  <c:v>2.1212300701260176</c:v>
                </c:pt>
                <c:pt idx="1278">
                  <c:v>2.1218003076410241</c:v>
                </c:pt>
                <c:pt idx="1279">
                  <c:v>2.1223720924690213</c:v>
                </c:pt>
                <c:pt idx="1280">
                  <c:v>2.122945415711996</c:v>
                </c:pt>
                <c:pt idx="1281">
                  <c:v>2.1235202685259935</c:v>
                </c:pt>
                <c:pt idx="1282">
                  <c:v>2.124096642116001</c:v>
                </c:pt>
                <c:pt idx="1283">
                  <c:v>2.1246745277369996</c:v>
                </c:pt>
                <c:pt idx="1284">
                  <c:v>2.1252539166970053</c:v>
                </c:pt>
                <c:pt idx="1285">
                  <c:v>2.125834800351015</c:v>
                </c:pt>
                <c:pt idx="1286">
                  <c:v>2.1264171701060093</c:v>
                </c:pt>
                <c:pt idx="1287">
                  <c:v>2.1270010174149832</c:v>
                </c:pt>
                <c:pt idx="1288">
                  <c:v>2.1275863337839951</c:v>
                </c:pt>
                <c:pt idx="1289">
                  <c:v>2.1281731107679889</c:v>
                </c:pt>
                <c:pt idx="1290">
                  <c:v>2.1287613399659904</c:v>
                </c:pt>
                <c:pt idx="1291">
                  <c:v>2.1292833732539975</c:v>
                </c:pt>
                <c:pt idx="1292">
                  <c:v>2.1298068421039886</c:v>
                </c:pt>
                <c:pt idx="1293">
                  <c:v>2.1303317382640046</c:v>
                </c:pt>
                <c:pt idx="1294">
                  <c:v>2.1308580535279873</c:v>
                </c:pt>
                <c:pt idx="1295">
                  <c:v>2.1313857797339892</c:v>
                </c:pt>
                <c:pt idx="1296">
                  <c:v>2.131914908771023</c:v>
                </c:pt>
                <c:pt idx="1297">
                  <c:v>2.1324454325730073</c:v>
                </c:pt>
                <c:pt idx="1298">
                  <c:v>2.1329773431200181</c:v>
                </c:pt>
                <c:pt idx="1299">
                  <c:v>2.1335106324399931</c:v>
                </c:pt>
                <c:pt idx="1300">
                  <c:v>2.1340452926029911</c:v>
                </c:pt>
                <c:pt idx="1301">
                  <c:v>2.1345813157300029</c:v>
                </c:pt>
                <c:pt idx="1302">
                  <c:v>2.135118693980985</c:v>
                </c:pt>
                <c:pt idx="1303">
                  <c:v>2.1356574195669964</c:v>
                </c:pt>
                <c:pt idx="1304">
                  <c:v>2.1361974847409897</c:v>
                </c:pt>
                <c:pt idx="1305">
                  <c:v>2.1367388817989763</c:v>
                </c:pt>
                <c:pt idx="1306">
                  <c:v>2.1372816030850004</c:v>
                </c:pt>
                <c:pt idx="1307">
                  <c:v>2.1378256409830101</c:v>
                </c:pt>
                <c:pt idx="1308">
                  <c:v>2.13837098792402</c:v>
                </c:pt>
                <c:pt idx="1309">
                  <c:v>2.1389176363820184</c:v>
                </c:pt>
                <c:pt idx="1310">
                  <c:v>2.1394655788730006</c:v>
                </c:pt>
                <c:pt idx="1311">
                  <c:v>2.1400148079569874</c:v>
                </c:pt>
                <c:pt idx="1312">
                  <c:v>2.140565316235012</c:v>
                </c:pt>
                <c:pt idx="1313">
                  <c:v>2.1411170963530139</c:v>
                </c:pt>
                <c:pt idx="1314">
                  <c:v>2.1416701409999916</c:v>
                </c:pt>
                <c:pt idx="1315">
                  <c:v>2.1422244429020054</c:v>
                </c:pt>
                <c:pt idx="1316">
                  <c:v>2.1427799948329778</c:v>
                </c:pt>
                <c:pt idx="1317">
                  <c:v>2.1433367896029836</c:v>
                </c:pt>
                <c:pt idx="1318">
                  <c:v>2.143894820069022</c:v>
                </c:pt>
                <c:pt idx="1319">
                  <c:v>2.1444540791240172</c:v>
                </c:pt>
                <c:pt idx="1320">
                  <c:v>2.1450145597030144</c:v>
                </c:pt>
                <c:pt idx="1321">
                  <c:v>2.1455152765029766</c:v>
                </c:pt>
                <c:pt idx="1322">
                  <c:v>2.1460172008210066</c:v>
                </c:pt>
                <c:pt idx="1323">
                  <c:v>2.1465203257160113</c:v>
                </c:pt>
                <c:pt idx="1324">
                  <c:v>2.1470246442829932</c:v>
                </c:pt>
                <c:pt idx="1325">
                  <c:v>2.1475301496610086</c:v>
                </c:pt>
                <c:pt idx="1326">
                  <c:v>2.1480368350240155</c:v>
                </c:pt>
                <c:pt idx="1327">
                  <c:v>2.1485446935890025</c:v>
                </c:pt>
                <c:pt idx="1328">
                  <c:v>2.1490537186089966</c:v>
                </c:pt>
                <c:pt idx="1329">
                  <c:v>2.1495639033790042</c:v>
                </c:pt>
                <c:pt idx="1330">
                  <c:v>2.150075241230013</c:v>
                </c:pt>
                <c:pt idx="1331">
                  <c:v>2.1505877255309827</c:v>
                </c:pt>
                <c:pt idx="1332">
                  <c:v>2.1511013496910039</c:v>
                </c:pt>
                <c:pt idx="1333">
                  <c:v>2.151616107156002</c:v>
                </c:pt>
                <c:pt idx="1334">
                  <c:v>2.1521319914110109</c:v>
                </c:pt>
                <c:pt idx="1335">
                  <c:v>2.1526489959749995</c:v>
                </c:pt>
                <c:pt idx="1336">
                  <c:v>2.1531671144090012</c:v>
                </c:pt>
                <c:pt idx="1337">
                  <c:v>2.1536863403070186</c:v>
                </c:pt>
                <c:pt idx="1338">
                  <c:v>2.1542066673019917</c:v>
                </c:pt>
                <c:pt idx="1339">
                  <c:v>2.1547280890609954</c:v>
                </c:pt>
                <c:pt idx="1340">
                  <c:v>2.155250599292998</c:v>
                </c:pt>
                <c:pt idx="1341">
                  <c:v>2.155774191736981</c:v>
                </c:pt>
                <c:pt idx="1342">
                  <c:v>2.1562988601720008</c:v>
                </c:pt>
                <c:pt idx="1343">
                  <c:v>2.1568245984090026</c:v>
                </c:pt>
                <c:pt idx="1344">
                  <c:v>2.157351400299973</c:v>
                </c:pt>
                <c:pt idx="1345">
                  <c:v>2.1578792597269967</c:v>
                </c:pt>
                <c:pt idx="1346">
                  <c:v>2.1584081706110112</c:v>
                </c:pt>
                <c:pt idx="1347">
                  <c:v>2.1589381269049852</c:v>
                </c:pt>
                <c:pt idx="1348">
                  <c:v>2.1594691226000009</c:v>
                </c:pt>
                <c:pt idx="1349">
                  <c:v>2.1600011517170117</c:v>
                </c:pt>
                <c:pt idx="1350">
                  <c:v>2.1605342083170171</c:v>
                </c:pt>
                <c:pt idx="1351">
                  <c:v>2.1610134572780169</c:v>
                </c:pt>
                <c:pt idx="1352">
                  <c:v>2.1614937219389958</c:v>
                </c:pt>
                <c:pt idx="1353">
                  <c:v>2.161974996460998</c:v>
                </c:pt>
                <c:pt idx="1354">
                  <c:v>2.1624572750360187</c:v>
                </c:pt>
                <c:pt idx="1355">
                  <c:v>2.1629405518930014</c:v>
                </c:pt>
                <c:pt idx="1356">
                  <c:v>2.1634248212889986</c:v>
                </c:pt>
                <c:pt idx="1357">
                  <c:v>2.1639100775200006</c:v>
                </c:pt>
                <c:pt idx="1358">
                  <c:v>2.1643963149110164</c:v>
                </c:pt>
                <c:pt idx="1359">
                  <c:v>2.1648835278209901</c:v>
                </c:pt>
                <c:pt idx="1360">
                  <c:v>2.1653717106399881</c:v>
                </c:pt>
                <c:pt idx="1361">
                  <c:v>2.165860857792012</c:v>
                </c:pt>
                <c:pt idx="1362">
                  <c:v>2.1663509637340042</c:v>
                </c:pt>
                <c:pt idx="1363">
                  <c:v>2.166842022949993</c:v>
                </c:pt>
                <c:pt idx="1364">
                  <c:v>2.167334029960017</c:v>
                </c:pt>
                <c:pt idx="1365">
                  <c:v>2.1678269793150093</c:v>
                </c:pt>
                <c:pt idx="1366">
                  <c:v>2.1683208655969963</c:v>
                </c:pt>
                <c:pt idx="1367">
                  <c:v>2.168815683418984</c:v>
                </c:pt>
                <c:pt idx="1368">
                  <c:v>2.1693114274240202</c:v>
                </c:pt>
                <c:pt idx="1369">
                  <c:v>2.1698080922880081</c:v>
                </c:pt>
                <c:pt idx="1370">
                  <c:v>2.1703056727149885</c:v>
                </c:pt>
                <c:pt idx="1371">
                  <c:v>2.1708041634410051</c:v>
                </c:pt>
                <c:pt idx="1372">
                  <c:v>2.1713035592320011</c:v>
                </c:pt>
                <c:pt idx="1373">
                  <c:v>2.1718038548849847</c:v>
                </c:pt>
                <c:pt idx="1374">
                  <c:v>2.1723050452249879</c:v>
                </c:pt>
                <c:pt idx="1375">
                  <c:v>2.1728071251090171</c:v>
                </c:pt>
                <c:pt idx="1376">
                  <c:v>2.1733100894219888</c:v>
                </c:pt>
                <c:pt idx="1377">
                  <c:v>2.1738139330769854</c:v>
                </c:pt>
                <c:pt idx="1378">
                  <c:v>2.1743186510200019</c:v>
                </c:pt>
                <c:pt idx="1379">
                  <c:v>2.1748242382240051</c:v>
                </c:pt>
                <c:pt idx="1380">
                  <c:v>2.1753306896899858</c:v>
                </c:pt>
                <c:pt idx="1381">
                  <c:v>2.1757888078850272</c:v>
                </c:pt>
                <c:pt idx="1382">
                  <c:v>2.1762477804319929</c:v>
                </c:pt>
                <c:pt idx="1383">
                  <c:v>2.1767076024189862</c:v>
                </c:pt>
                <c:pt idx="1384">
                  <c:v>2.1771682689630154</c:v>
                </c:pt>
                <c:pt idx="1385">
                  <c:v>2.177629775208004</c:v>
                </c:pt>
                <c:pt idx="1386">
                  <c:v>2.1780921163239952</c:v>
                </c:pt>
                <c:pt idx="1387">
                  <c:v>2.1785552875119834</c:v>
                </c:pt>
                <c:pt idx="1388">
                  <c:v>2.179019283998997</c:v>
                </c:pt>
                <c:pt idx="1389">
                  <c:v>2.1794841010400035</c:v>
                </c:pt>
                <c:pt idx="1390">
                  <c:v>2.1799497339179936</c:v>
                </c:pt>
                <c:pt idx="1391">
                  <c:v>2.1804161779400033</c:v>
                </c:pt>
                <c:pt idx="1392">
                  <c:v>2.1808834284439911</c:v>
                </c:pt>
                <c:pt idx="1393">
                  <c:v>2.1813514807910224</c:v>
                </c:pt>
                <c:pt idx="1394">
                  <c:v>2.1818203303730002</c:v>
                </c:pt>
                <c:pt idx="1395">
                  <c:v>2.1822899726050196</c:v>
                </c:pt>
                <c:pt idx="1396">
                  <c:v>2.1827604029290057</c:v>
                </c:pt>
                <c:pt idx="1397">
                  <c:v>2.1832316168129751</c:v>
                </c:pt>
                <c:pt idx="1398">
                  <c:v>2.183703609755014</c:v>
                </c:pt>
                <c:pt idx="1399">
                  <c:v>2.1841763772719958</c:v>
                </c:pt>
                <c:pt idx="1400">
                  <c:v>2.1846499149129954</c:v>
                </c:pt>
                <c:pt idx="1401">
                  <c:v>2.1851242182490012</c:v>
                </c:pt>
                <c:pt idx="1402">
                  <c:v>2.1855992828760122</c:v>
                </c:pt>
                <c:pt idx="1403">
                  <c:v>2.1860751044189897</c:v>
                </c:pt>
                <c:pt idx="1404">
                  <c:v>2.1865516785250065</c:v>
                </c:pt>
                <c:pt idx="1405">
                  <c:v>2.1870290008669997</c:v>
                </c:pt>
                <c:pt idx="1406">
                  <c:v>2.1875070671430024</c:v>
                </c:pt>
                <c:pt idx="1407">
                  <c:v>2.1879858730750072</c:v>
                </c:pt>
                <c:pt idx="1408">
                  <c:v>2.1884654144119793</c:v>
                </c:pt>
                <c:pt idx="1409">
                  <c:v>2.188945686923006</c:v>
                </c:pt>
                <c:pt idx="1410">
                  <c:v>2.1894266864059944</c:v>
                </c:pt>
                <c:pt idx="1411">
                  <c:v>2.1898633154960123</c:v>
                </c:pt>
                <c:pt idx="1412">
                  <c:v>2.1903006632209951</c:v>
                </c:pt>
                <c:pt idx="1413">
                  <c:v>2.1907387254510127</c:v>
                </c:pt>
                <c:pt idx="1414">
                  <c:v>2.1911774980750067</c:v>
                </c:pt>
                <c:pt idx="1415">
                  <c:v>2.1916169770109946</c:v>
                </c:pt>
                <c:pt idx="1416">
                  <c:v>2.1920571581950128</c:v>
                </c:pt>
                <c:pt idx="1417">
                  <c:v>2.1924980375920029</c:v>
                </c:pt>
                <c:pt idx="1418">
                  <c:v>2.1929396111859774</c:v>
                </c:pt>
                <c:pt idx="1419">
                  <c:v>2.1933818749869829</c:v>
                </c:pt>
                <c:pt idx="1420">
                  <c:v>2.1938248250249899</c:v>
                </c:pt>
                <c:pt idx="1421">
                  <c:v>2.1942684573529903</c:v>
                </c:pt>
                <c:pt idx="1422">
                  <c:v>2.1947127680519998</c:v>
                </c:pt>
                <c:pt idx="1423">
                  <c:v>2.1951577532180124</c:v>
                </c:pt>
                <c:pt idx="1424">
                  <c:v>2.1956034089749892</c:v>
                </c:pt>
                <c:pt idx="1425">
                  <c:v>2.1960497314670135</c:v>
                </c:pt>
                <c:pt idx="1426">
                  <c:v>2.1964967168590022</c:v>
                </c:pt>
                <c:pt idx="1427">
                  <c:v>2.1969443613409965</c:v>
                </c:pt>
                <c:pt idx="1428">
                  <c:v>2.1973926611240131</c:v>
                </c:pt>
                <c:pt idx="1429">
                  <c:v>2.197841612438026</c:v>
                </c:pt>
                <c:pt idx="1430">
                  <c:v>2.198291211539015</c:v>
                </c:pt>
                <c:pt idx="1431">
                  <c:v>2.1987414547009791</c:v>
                </c:pt>
                <c:pt idx="1432">
                  <c:v>2.1991923382209961</c:v>
                </c:pt>
                <c:pt idx="1433">
                  <c:v>2.1996438584179998</c:v>
                </c:pt>
                <c:pt idx="1434">
                  <c:v>2.200096011629995</c:v>
                </c:pt>
                <c:pt idx="1435">
                  <c:v>2.200548794219003</c:v>
                </c:pt>
                <c:pt idx="1436">
                  <c:v>2.2010022025650073</c:v>
                </c:pt>
                <c:pt idx="1437">
                  <c:v>2.2014562330689955</c:v>
                </c:pt>
                <c:pt idx="1438">
                  <c:v>2.2019108821569944</c:v>
                </c:pt>
                <c:pt idx="1439">
                  <c:v>2.2023661462690143</c:v>
                </c:pt>
                <c:pt idx="1440">
                  <c:v>2.2028220218720094</c:v>
                </c:pt>
                <c:pt idx="1441">
                  <c:v>2.2032375116429819</c:v>
                </c:pt>
                <c:pt idx="1442">
                  <c:v>2.2036536058919864</c:v>
                </c:pt>
                <c:pt idx="1443">
                  <c:v>2.2040703011430196</c:v>
                </c:pt>
                <c:pt idx="1444">
                  <c:v>2.2044875939400015</c:v>
                </c:pt>
                <c:pt idx="1445">
                  <c:v>2.2049054808489927</c:v>
                </c:pt>
                <c:pt idx="1446">
                  <c:v>2.2053239584529933</c:v>
                </c:pt>
                <c:pt idx="1447">
                  <c:v>2.2057430233540174</c:v>
                </c:pt>
                <c:pt idx="1448">
                  <c:v>2.2061626721769869</c:v>
                </c:pt>
                <c:pt idx="1449">
                  <c:v>2.2065829015639906</c:v>
                </c:pt>
                <c:pt idx="1450">
                  <c:v>2.2070037081780072</c:v>
                </c:pt>
                <c:pt idx="1451">
                  <c:v>2.2074250886979883</c:v>
                </c:pt>
                <c:pt idx="1452">
                  <c:v>2.2078470398259924</c:v>
                </c:pt>
                <c:pt idx="1453">
                  <c:v>2.2082695582820122</c:v>
                </c:pt>
                <c:pt idx="1454">
                  <c:v>2.2086926408009901</c:v>
                </c:pt>
                <c:pt idx="1455">
                  <c:v>2.2091162841419987</c:v>
                </c:pt>
                <c:pt idx="1456">
                  <c:v>2.2095404850790032</c:v>
                </c:pt>
                <c:pt idx="1457">
                  <c:v>2.2099652404070014</c:v>
                </c:pt>
                <c:pt idx="1458">
                  <c:v>2.2103905469389815</c:v>
                </c:pt>
                <c:pt idx="1459">
                  <c:v>2.2108164015039904</c:v>
                </c:pt>
                <c:pt idx="1460">
                  <c:v>2.2112428009530163</c:v>
                </c:pt>
                <c:pt idx="1461">
                  <c:v>2.2116697421519973</c:v>
                </c:pt>
                <c:pt idx="1462">
                  <c:v>2.2120972219850046</c:v>
                </c:pt>
                <c:pt idx="1463">
                  <c:v>2.2125252373569992</c:v>
                </c:pt>
                <c:pt idx="1464">
                  <c:v>2.2129537851869827</c:v>
                </c:pt>
                <c:pt idx="1465">
                  <c:v>2.2133828624149885</c:v>
                </c:pt>
                <c:pt idx="1466">
                  <c:v>2.2138124659959999</c:v>
                </c:pt>
                <c:pt idx="1467">
                  <c:v>2.214242592903986</c:v>
                </c:pt>
                <c:pt idx="1468">
                  <c:v>2.2146732401309919</c:v>
                </c:pt>
                <c:pt idx="1469">
                  <c:v>2.2151044046840127</c:v>
                </c:pt>
                <c:pt idx="1470">
                  <c:v>2.215536083588006</c:v>
                </c:pt>
                <c:pt idx="1471">
                  <c:v>2.2159313794640241</c:v>
                </c:pt>
                <c:pt idx="1472">
                  <c:v>2.2163271837949878</c:v>
                </c:pt>
                <c:pt idx="1473">
                  <c:v>2.216723493654996</c:v>
                </c:pt>
                <c:pt idx="1474">
                  <c:v>2.2171203061390088</c:v>
                </c:pt>
                <c:pt idx="1475">
                  <c:v>2.2175176183580163</c:v>
                </c:pt>
                <c:pt idx="1476">
                  <c:v>2.2179154274380153</c:v>
                </c:pt>
                <c:pt idx="1477">
                  <c:v>2.2183137305219987</c:v>
                </c:pt>
                <c:pt idx="1478">
                  <c:v>2.2187125247689892</c:v>
                </c:pt>
                <c:pt idx="1479">
                  <c:v>2.2191118073560006</c:v>
                </c:pt>
                <c:pt idx="1480">
                  <c:v>2.2195115754740016</c:v>
                </c:pt>
                <c:pt idx="1481">
                  <c:v>2.2199118263320088</c:v>
                </c:pt>
                <c:pt idx="1482">
                  <c:v>2.2203125571539886</c:v>
                </c:pt>
                <c:pt idx="1483">
                  <c:v>2.2207137651809887</c:v>
                </c:pt>
                <c:pt idx="1484">
                  <c:v>2.2211154476700017</c:v>
                </c:pt>
                <c:pt idx="1485">
                  <c:v>2.2215176018910086</c:v>
                </c:pt>
                <c:pt idx="1486">
                  <c:v>2.2219202251330046</c:v>
                </c:pt>
                <c:pt idx="1487">
                  <c:v>2.2223233146980022</c:v>
                </c:pt>
                <c:pt idx="1488">
                  <c:v>2.2227268679060046</c:v>
                </c:pt>
                <c:pt idx="1489">
                  <c:v>2.2231308820909987</c:v>
                </c:pt>
                <c:pt idx="1490">
                  <c:v>2.2235353546010117</c:v>
                </c:pt>
                <c:pt idx="1491">
                  <c:v>2.2239402828029995</c:v>
                </c:pt>
                <c:pt idx="1492">
                  <c:v>2.2243456640759973</c:v>
                </c:pt>
                <c:pt idx="1493">
                  <c:v>2.2247514958150134</c:v>
                </c:pt>
                <c:pt idx="1494">
                  <c:v>2.2251577754289826</c:v>
                </c:pt>
                <c:pt idx="1495">
                  <c:v>2.2255645003450013</c:v>
                </c:pt>
                <c:pt idx="1496">
                  <c:v>2.2259716679999997</c:v>
                </c:pt>
                <c:pt idx="1497">
                  <c:v>2.2263792758510021</c:v>
                </c:pt>
                <c:pt idx="1498">
                  <c:v>2.2267873213650091</c:v>
                </c:pt>
                <c:pt idx="1499">
                  <c:v>2.227195802024994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8EC-442C-8810-FFEC6D8D1B03}"/>
            </c:ext>
          </c:extLst>
        </c:ser>
        <c:ser>
          <c:idx val="1"/>
          <c:order val="1"/>
          <c:tx>
            <c:strRef>
              <c:f>'SS-Model'!$G$1</c:f>
              <c:strCache>
                <c:ptCount val="1"/>
                <c:pt idx="0">
                  <c:v>T_Sec_err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'SS-Model'!$G$2:$G$3001</c:f>
              <c:numCache>
                <c:formatCode>General</c:formatCode>
                <c:ptCount val="3000"/>
                <c:pt idx="0">
                  <c:v>0.57500424957990504</c:v>
                </c:pt>
                <c:pt idx="1">
                  <c:v>1.0029725542303964</c:v>
                </c:pt>
                <c:pt idx="2">
                  <c:v>1.3208523877749911</c:v>
                </c:pt>
                <c:pt idx="3">
                  <c:v>1.5523972834851918</c:v>
                </c:pt>
                <c:pt idx="4">
                  <c:v>1.716063432619606</c:v>
                </c:pt>
                <c:pt idx="5">
                  <c:v>1.6201446957969949</c:v>
                </c:pt>
                <c:pt idx="6">
                  <c:v>1.5716437795491061</c:v>
                </c:pt>
                <c:pt idx="7">
                  <c:v>1.5671785188003042</c:v>
                </c:pt>
                <c:pt idx="8">
                  <c:v>1.6036153930429009</c:v>
                </c:pt>
                <c:pt idx="9">
                  <c:v>1.4931260332273979</c:v>
                </c:pt>
                <c:pt idx="10">
                  <c:v>1.4179457578556907</c:v>
                </c:pt>
                <c:pt idx="11">
                  <c:v>1.3755823421482063</c:v>
                </c:pt>
                <c:pt idx="12">
                  <c:v>1.3637266246536939</c:v>
                </c:pt>
                <c:pt idx="13">
                  <c:v>1.2534980380312106</c:v>
                </c:pt>
                <c:pt idx="14">
                  <c:v>1.1696550523833054</c:v>
                </c:pt>
                <c:pt idx="15">
                  <c:v>1.110360662172809</c:v>
                </c:pt>
                <c:pt idx="16">
                  <c:v>1.0739126445191971</c:v>
                </c:pt>
                <c:pt idx="17">
                  <c:v>0.96843992945051127</c:v>
                </c:pt>
                <c:pt idx="18">
                  <c:v>0.88277449695389976</c:v>
                </c:pt>
                <c:pt idx="19">
                  <c:v>0.81556175982419177</c:v>
                </c:pt>
                <c:pt idx="20">
                  <c:v>0.76554636938530507</c:v>
                </c:pt>
                <c:pt idx="21">
                  <c:v>0.60844366782750114</c:v>
                </c:pt>
                <c:pt idx="22">
                  <c:v>0.46629662516710368</c:v>
                </c:pt>
                <c:pt idx="23">
                  <c:v>0.33810585675080063</c:v>
                </c:pt>
                <c:pt idx="24">
                  <c:v>0.22294504886990296</c:v>
                </c:pt>
                <c:pt idx="25">
                  <c:v>0.11995557622400099</c:v>
                </c:pt>
                <c:pt idx="26">
                  <c:v>2.8341516104006814E-2</c:v>
                </c:pt>
                <c:pt idx="27">
                  <c:v>-5.2634969947789045E-2</c:v>
                </c:pt>
                <c:pt idx="28">
                  <c:v>-0.12365791408780069</c:v>
                </c:pt>
                <c:pt idx="29">
                  <c:v>-0.18536150481818936</c:v>
                </c:pt>
                <c:pt idx="30">
                  <c:v>-0.23833375757389774</c:v>
                </c:pt>
                <c:pt idx="31">
                  <c:v>-0.20070185768250326</c:v>
                </c:pt>
                <c:pt idx="32">
                  <c:v>-0.1553894811031995</c:v>
                </c:pt>
                <c:pt idx="33">
                  <c:v>-0.10286554048349217</c:v>
                </c:pt>
                <c:pt idx="34">
                  <c:v>-4.3564944576004905E-2</c:v>
                </c:pt>
                <c:pt idx="35">
                  <c:v>2.2108898603903526E-2</c:v>
                </c:pt>
                <c:pt idx="36">
                  <c:v>9.3781763104587412E-2</c:v>
                </c:pt>
                <c:pt idx="37">
                  <c:v>0.17110645725369977</c:v>
                </c:pt>
                <c:pt idx="38">
                  <c:v>0.25376083416280437</c:v>
                </c:pt>
                <c:pt idx="39">
                  <c:v>0.34144594885819401</c:v>
                </c:pt>
                <c:pt idx="40">
                  <c:v>0.43388435122800217</c:v>
                </c:pt>
                <c:pt idx="41">
                  <c:v>0.49312966393239321</c:v>
                </c:pt>
                <c:pt idx="42">
                  <c:v>0.55663164021738964</c:v>
                </c:pt>
                <c:pt idx="43">
                  <c:v>0.62416828461769569</c:v>
                </c:pt>
                <c:pt idx="44">
                  <c:v>0.69553343701740289</c:v>
                </c:pt>
                <c:pt idx="45">
                  <c:v>0.77053560848570157</c:v>
                </c:pt>
                <c:pt idx="46">
                  <c:v>0.84899690290329488</c:v>
                </c:pt>
                <c:pt idx="47">
                  <c:v>0.93075201805760344</c:v>
                </c:pt>
                <c:pt idx="48">
                  <c:v>1.0156473203479948</c:v>
                </c:pt>
                <c:pt idx="49">
                  <c:v>1.1035399876749921</c:v>
                </c:pt>
                <c:pt idx="50">
                  <c:v>1.1942972154901099</c:v>
                </c:pt>
                <c:pt idx="51">
                  <c:v>1.2500628207423006</c:v>
                </c:pt>
                <c:pt idx="52">
                  <c:v>1.3084545424410976</c:v>
                </c:pt>
                <c:pt idx="53">
                  <c:v>1.3693654287819896</c:v>
                </c:pt>
                <c:pt idx="54">
                  <c:v>1.4326959131876009</c:v>
                </c:pt>
                <c:pt idx="55">
                  <c:v>1.498353272823806</c:v>
                </c:pt>
                <c:pt idx="56">
                  <c:v>1.5662511270026016</c:v>
                </c:pt>
                <c:pt idx="57">
                  <c:v>1.6363089725450095</c:v>
                </c:pt>
                <c:pt idx="58">
                  <c:v>1.7084517533679957</c:v>
                </c:pt>
                <c:pt idx="59">
                  <c:v>1.7826094617969943</c:v>
                </c:pt>
                <c:pt idx="60">
                  <c:v>1.8587167692279962</c:v>
                </c:pt>
                <c:pt idx="61">
                  <c:v>1.864689648702992</c:v>
                </c:pt>
                <c:pt idx="62">
                  <c:v>1.8724941639150074</c:v>
                </c:pt>
                <c:pt idx="63">
                  <c:v>1.8820770697110021</c:v>
                </c:pt>
                <c:pt idx="64">
                  <c:v>1.893388575435992</c:v>
                </c:pt>
                <c:pt idx="65">
                  <c:v>1.906382093024007</c:v>
                </c:pt>
                <c:pt idx="66">
                  <c:v>1.9210140036209964</c:v>
                </c:pt>
                <c:pt idx="67">
                  <c:v>1.9372434414010087</c:v>
                </c:pt>
                <c:pt idx="68">
                  <c:v>1.9550320933019947</c:v>
                </c:pt>
                <c:pt idx="69">
                  <c:v>1.9743440135110006</c:v>
                </c:pt>
                <c:pt idx="70">
                  <c:v>1.9951454515979918</c:v>
                </c:pt>
                <c:pt idx="71">
                  <c:v>2.0174046933140062</c:v>
                </c:pt>
                <c:pt idx="72">
                  <c:v>2.041091913100999</c:v>
                </c:pt>
                <c:pt idx="73">
                  <c:v>2.0661790374609978</c:v>
                </c:pt>
                <c:pt idx="74">
                  <c:v>2.0926396183819946</c:v>
                </c:pt>
                <c:pt idx="75">
                  <c:v>2.1204487160759982</c:v>
                </c:pt>
                <c:pt idx="76">
                  <c:v>2.149582790349001</c:v>
                </c:pt>
                <c:pt idx="77">
                  <c:v>2.1800195999590102</c:v>
                </c:pt>
                <c:pt idx="78">
                  <c:v>2.211738109382992</c:v>
                </c:pt>
                <c:pt idx="79">
                  <c:v>2.244718402436007</c:v>
                </c:pt>
                <c:pt idx="80">
                  <c:v>2.2789416022479969</c:v>
                </c:pt>
                <c:pt idx="81">
                  <c:v>2.3143897971220042</c:v>
                </c:pt>
                <c:pt idx="82">
                  <c:v>2.3510459718420122</c:v>
                </c:pt>
                <c:pt idx="83">
                  <c:v>2.3888939440289931</c:v>
                </c:pt>
                <c:pt idx="84">
                  <c:v>2.4279183051850026</c:v>
                </c:pt>
                <c:pt idx="85">
                  <c:v>2.4681043660509943</c:v>
                </c:pt>
                <c:pt idx="86">
                  <c:v>2.5094381059910091</c:v>
                </c:pt>
                <c:pt idx="87">
                  <c:v>2.5519061260930016</c:v>
                </c:pt>
                <c:pt idx="88">
                  <c:v>2.595495605703988</c:v>
                </c:pt>
                <c:pt idx="89">
                  <c:v>2.6401942621670003</c:v>
                </c:pt>
                <c:pt idx="90">
                  <c:v>2.6859903135009944</c:v>
                </c:pt>
                <c:pt idx="91">
                  <c:v>2.6827946538159892</c:v>
                </c:pt>
                <c:pt idx="92">
                  <c:v>2.6806741913040071</c:v>
                </c:pt>
                <c:pt idx="93">
                  <c:v>2.679618448512997</c:v>
                </c:pt>
                <c:pt idx="94">
                  <c:v>2.6796173248309998</c:v>
                </c:pt>
                <c:pt idx="95">
                  <c:v>2.680661070998994</c:v>
                </c:pt>
                <c:pt idx="96">
                  <c:v>2.6827402654569994</c:v>
                </c:pt>
                <c:pt idx="97">
                  <c:v>2.6858457924490011</c:v>
                </c:pt>
                <c:pt idx="98">
                  <c:v>2.6899688217120001</c:v>
                </c:pt>
                <c:pt idx="99">
                  <c:v>2.6951007896569905</c:v>
                </c:pt>
                <c:pt idx="100">
                  <c:v>2.7012333819219947</c:v>
                </c:pt>
                <c:pt idx="101">
                  <c:v>2.7083585171949949</c:v>
                </c:pt>
                <c:pt idx="102">
                  <c:v>2.7164683322209981</c:v>
                </c:pt>
                <c:pt idx="103">
                  <c:v>2.7255551679070038</c:v>
                </c:pt>
                <c:pt idx="104">
                  <c:v>2.735611556419002</c:v>
                </c:pt>
                <c:pt idx="105">
                  <c:v>2.7466302092459927</c:v>
                </c:pt>
                <c:pt idx="106">
                  <c:v>2.7586040061050028</c:v>
                </c:pt>
                <c:pt idx="107">
                  <c:v>2.7715259846650042</c:v>
                </c:pt>
                <c:pt idx="108">
                  <c:v>2.7853893310190045</c:v>
                </c:pt>
                <c:pt idx="109">
                  <c:v>2.8001873708369942</c:v>
                </c:pt>
                <c:pt idx="110">
                  <c:v>2.8159135611630006</c:v>
                </c:pt>
                <c:pt idx="111">
                  <c:v>2.8325614828070087</c:v>
                </c:pt>
                <c:pt idx="112">
                  <c:v>2.8501248332819955</c:v>
                </c:pt>
                <c:pt idx="113">
                  <c:v>2.8685974202520015</c:v>
                </c:pt>
                <c:pt idx="114">
                  <c:v>2.8879731554510073</c:v>
                </c:pt>
                <c:pt idx="115">
                  <c:v>2.9082460490379987</c:v>
                </c:pt>
                <c:pt idx="116">
                  <c:v>2.9294102043559889</c:v>
                </c:pt>
                <c:pt idx="117">
                  <c:v>2.9514598130679985</c:v>
                </c:pt>
                <c:pt idx="118">
                  <c:v>2.9743891506349911</c:v>
                </c:pt>
                <c:pt idx="119">
                  <c:v>2.998192572120999</c:v>
                </c:pt>
                <c:pt idx="120">
                  <c:v>3.0228645082990084</c:v>
                </c:pt>
                <c:pt idx="121">
                  <c:v>3.0124767370400036</c:v>
                </c:pt>
                <c:pt idx="122">
                  <c:v>3.0029465548849998</c:v>
                </c:pt>
                <c:pt idx="123">
                  <c:v>2.9942685989819893</c:v>
                </c:pt>
                <c:pt idx="124">
                  <c:v>2.9864375691520024</c:v>
                </c:pt>
                <c:pt idx="125">
                  <c:v>2.9794482251819971</c:v>
                </c:pt>
                <c:pt idx="126">
                  <c:v>2.9732953843070078</c:v>
                </c:pt>
                <c:pt idx="127">
                  <c:v>2.9679739188659937</c:v>
                </c:pt>
                <c:pt idx="128">
                  <c:v>2.9634787541169914</c:v>
                </c:pt>
                <c:pt idx="129">
                  <c:v>2.9598048662120107</c:v>
                </c:pt>
                <c:pt idx="130">
                  <c:v>2.9569472802970012</c:v>
                </c:pt>
                <c:pt idx="131">
                  <c:v>2.9549010687509991</c:v>
                </c:pt>
                <c:pt idx="132">
                  <c:v>2.9536613495409938</c:v>
                </c:pt>
                <c:pt idx="133">
                  <c:v>2.9532232846900115</c:v>
                </c:pt>
                <c:pt idx="134">
                  <c:v>2.953582078840995</c:v>
                </c:pt>
                <c:pt idx="135">
                  <c:v>2.9547329779269944</c:v>
                </c:pt>
                <c:pt idx="136">
                  <c:v>2.9566712679139897</c:v>
                </c:pt>
                <c:pt idx="137">
                  <c:v>2.9593922736429903</c:v>
                </c:pt>
                <c:pt idx="138">
                  <c:v>2.9628913577359981</c:v>
                </c:pt>
                <c:pt idx="139">
                  <c:v>2.9671639195720019</c:v>
                </c:pt>
                <c:pt idx="140">
                  <c:v>2.9722053943389994</c:v>
                </c:pt>
                <c:pt idx="141">
                  <c:v>2.9780112521289936</c:v>
                </c:pt>
                <c:pt idx="142">
                  <c:v>2.9845769971079932</c:v>
                </c:pt>
                <c:pt idx="143">
                  <c:v>2.9918981667230042</c:v>
                </c:pt>
                <c:pt idx="144">
                  <c:v>2.9999703309670025</c:v>
                </c:pt>
                <c:pt idx="145">
                  <c:v>3.0087890916759932</c:v>
                </c:pt>
                <c:pt idx="146">
                  <c:v>3.0183500818870073</c:v>
                </c:pt>
                <c:pt idx="147">
                  <c:v>3.0286489652170019</c:v>
                </c:pt>
                <c:pt idx="148">
                  <c:v>3.0396814352830006</c:v>
                </c:pt>
                <c:pt idx="149">
                  <c:v>3.051443215159992</c:v>
                </c:pt>
                <c:pt idx="150">
                  <c:v>3.0639300568589931</c:v>
                </c:pt>
                <c:pt idx="151">
                  <c:v>3.0507830997729997</c:v>
                </c:pt>
                <c:pt idx="152">
                  <c:v>3.0383527934360046</c:v>
                </c:pt>
                <c:pt idx="153">
                  <c:v>3.0266349738669902</c:v>
                </c:pt>
                <c:pt idx="154">
                  <c:v>3.0156255042229958</c:v>
                </c:pt>
                <c:pt idx="155">
                  <c:v>3.0053202744170022</c:v>
                </c:pt>
                <c:pt idx="156">
                  <c:v>2.9957152007380046</c:v>
                </c:pt>
                <c:pt idx="157">
                  <c:v>2.9868062255030026</c:v>
                </c:pt>
                <c:pt idx="158">
                  <c:v>2.9785893167119895</c:v>
                </c:pt>
                <c:pt idx="159">
                  <c:v>2.9710604677350005</c:v>
                </c:pt>
                <c:pt idx="160">
                  <c:v>2.9642156970019897</c:v>
                </c:pt>
                <c:pt idx="161">
                  <c:v>2.9580510477060074</c:v>
                </c:pt>
                <c:pt idx="162">
                  <c:v>2.9525625875270123</c:v>
                </c:pt>
                <c:pt idx="163">
                  <c:v>2.9477464083639973</c:v>
                </c:pt>
                <c:pt idx="164">
                  <c:v>2.9435986260729976</c:v>
                </c:pt>
                <c:pt idx="165">
                  <c:v>2.9401153802240003</c:v>
                </c:pt>
                <c:pt idx="166">
                  <c:v>2.9372928338579953</c:v>
                </c:pt>
                <c:pt idx="167">
                  <c:v>2.9351271732629982</c:v>
                </c:pt>
                <c:pt idx="168">
                  <c:v>2.9336146077519913</c:v>
                </c:pt>
                <c:pt idx="169">
                  <c:v>2.9327513694450005</c:v>
                </c:pt>
                <c:pt idx="170">
                  <c:v>2.9325337130710096</c:v>
                </c:pt>
                <c:pt idx="171">
                  <c:v>2.9329579157599994</c:v>
                </c:pt>
                <c:pt idx="172">
                  <c:v>2.9340202768590018</c:v>
                </c:pt>
                <c:pt idx="173">
                  <c:v>2.9357171177369992</c:v>
                </c:pt>
                <c:pt idx="174">
                  <c:v>2.9380447816070046</c:v>
                </c:pt>
                <c:pt idx="175">
                  <c:v>2.9409996333500033</c:v>
                </c:pt>
                <c:pt idx="176">
                  <c:v>2.9445780593409978</c:v>
                </c:pt>
                <c:pt idx="177">
                  <c:v>2.9487764672829968</c:v>
                </c:pt>
                <c:pt idx="178">
                  <c:v>2.9535912860429931</c:v>
                </c:pt>
                <c:pt idx="179">
                  <c:v>2.959018965496</c:v>
                </c:pt>
                <c:pt idx="180">
                  <c:v>2.9650559763610005</c:v>
                </c:pt>
                <c:pt idx="181">
                  <c:v>2.9515119929520068</c:v>
                </c:pt>
                <c:pt idx="182">
                  <c:v>2.9385703443439866</c:v>
                </c:pt>
                <c:pt idx="183">
                  <c:v>2.9262275629079966</c:v>
                </c:pt>
                <c:pt idx="184">
                  <c:v>2.9144802012749977</c:v>
                </c:pt>
                <c:pt idx="185">
                  <c:v>2.9033248321970007</c:v>
                </c:pt>
                <c:pt idx="186">
                  <c:v>2.8927580484059945</c:v>
                </c:pt>
                <c:pt idx="187">
                  <c:v>2.8827764624820134</c:v>
                </c:pt>
                <c:pt idx="188">
                  <c:v>2.8733767067160016</c:v>
                </c:pt>
                <c:pt idx="189">
                  <c:v>2.8645554329870038</c:v>
                </c:pt>
                <c:pt idx="190">
                  <c:v>2.8563093126240062</c:v>
                </c:pt>
                <c:pt idx="191">
                  <c:v>2.8486350362850033</c:v>
                </c:pt>
                <c:pt idx="192">
                  <c:v>2.8415293138289996</c:v>
                </c:pt>
                <c:pt idx="193">
                  <c:v>2.8349888741960001</c:v>
                </c:pt>
                <c:pt idx="194">
                  <c:v>2.829010465282991</c:v>
                </c:pt>
                <c:pt idx="195">
                  <c:v>2.8235908538230063</c:v>
                </c:pt>
                <c:pt idx="196">
                  <c:v>2.8187268252680013</c:v>
                </c:pt>
                <c:pt idx="197">
                  <c:v>2.8144151836740008</c:v>
                </c:pt>
                <c:pt idx="198">
                  <c:v>2.8106527515810029</c:v>
                </c:pt>
                <c:pt idx="199">
                  <c:v>2.8074363699009979</c:v>
                </c:pt>
                <c:pt idx="200">
                  <c:v>2.8047628978050057</c:v>
                </c:pt>
                <c:pt idx="201">
                  <c:v>2.8026292126090055</c:v>
                </c:pt>
                <c:pt idx="202">
                  <c:v>2.8010322096669995</c:v>
                </c:pt>
                <c:pt idx="203">
                  <c:v>2.7999688022580074</c:v>
                </c:pt>
                <c:pt idx="204">
                  <c:v>2.7994359214790023</c:v>
                </c:pt>
                <c:pt idx="205">
                  <c:v>2.7994305161330004</c:v>
                </c:pt>
                <c:pt idx="206">
                  <c:v>2.7999495526329952</c:v>
                </c:pt>
                <c:pt idx="207">
                  <c:v>2.8009900148839932</c:v>
                </c:pt>
                <c:pt idx="208">
                  <c:v>2.8025489041880007</c:v>
                </c:pt>
                <c:pt idx="209">
                  <c:v>2.804623239131999</c:v>
                </c:pt>
                <c:pt idx="210">
                  <c:v>2.807210055492007</c:v>
                </c:pt>
                <c:pt idx="211">
                  <c:v>2.7944195635199947</c:v>
                </c:pt>
                <c:pt idx="212">
                  <c:v>2.7821356756659981</c:v>
                </c:pt>
                <c:pt idx="213">
                  <c:v>2.7703554786569953</c:v>
                </c:pt>
                <c:pt idx="214">
                  <c:v>2.7590760760010085</c:v>
                </c:pt>
                <c:pt idx="215">
                  <c:v>2.7482945878899869</c:v>
                </c:pt>
                <c:pt idx="216">
                  <c:v>2.7380081511000043</c:v>
                </c:pt>
                <c:pt idx="217">
                  <c:v>2.728213918902</c:v>
                </c:pt>
                <c:pt idx="218">
                  <c:v>2.718909060951006</c:v>
                </c:pt>
                <c:pt idx="219">
                  <c:v>2.7100907632029987</c:v>
                </c:pt>
                <c:pt idx="220">
                  <c:v>2.7017562278110034</c:v>
                </c:pt>
                <c:pt idx="221">
                  <c:v>2.6939026730370017</c:v>
                </c:pt>
                <c:pt idx="222">
                  <c:v>2.6865273331520001</c:v>
                </c:pt>
                <c:pt idx="223">
                  <c:v>2.6796274583469994</c:v>
                </c:pt>
                <c:pt idx="224">
                  <c:v>2.6732003146379952</c:v>
                </c:pt>
                <c:pt idx="225">
                  <c:v>2.6672431837760087</c:v>
                </c:pt>
                <c:pt idx="226">
                  <c:v>2.6617533631520018</c:v>
                </c:pt>
                <c:pt idx="227">
                  <c:v>2.6567281657100068</c:v>
                </c:pt>
                <c:pt idx="228">
                  <c:v>2.6521649198540018</c:v>
                </c:pt>
                <c:pt idx="229">
                  <c:v>2.6480609693590083</c:v>
                </c:pt>
                <c:pt idx="230">
                  <c:v>2.6444136732829975</c:v>
                </c:pt>
                <c:pt idx="231">
                  <c:v>2.6412204058759983</c:v>
                </c:pt>
                <c:pt idx="232">
                  <c:v>2.6384785564969917</c:v>
                </c:pt>
                <c:pt idx="233">
                  <c:v>2.6361855295180021</c:v>
                </c:pt>
                <c:pt idx="234">
                  <c:v>2.6343387442459942</c:v>
                </c:pt>
                <c:pt idx="235">
                  <c:v>2.632935634831</c:v>
                </c:pt>
                <c:pt idx="236">
                  <c:v>2.6319736501820046</c:v>
                </c:pt>
                <c:pt idx="237">
                  <c:v>2.6314502538839974</c:v>
                </c:pt>
                <c:pt idx="238">
                  <c:v>2.6313629241059999</c:v>
                </c:pt>
                <c:pt idx="239">
                  <c:v>2.6317091535260033</c:v>
                </c:pt>
                <c:pt idx="240">
                  <c:v>2.632486449242009</c:v>
                </c:pt>
                <c:pt idx="241">
                  <c:v>2.6208895301910076</c:v>
                </c:pt>
                <c:pt idx="242">
                  <c:v>2.6097187345589958</c:v>
                </c:pt>
                <c:pt idx="243">
                  <c:v>2.5989716122100077</c:v>
                </c:pt>
                <c:pt idx="244">
                  <c:v>2.5886457270979975</c:v>
                </c:pt>
                <c:pt idx="245">
                  <c:v>2.5787386571840045</c:v>
                </c:pt>
                <c:pt idx="246">
                  <c:v>2.5692479943610067</c:v>
                </c:pt>
                <c:pt idx="247">
                  <c:v>2.5601713443680012</c:v>
                </c:pt>
                <c:pt idx="248">
                  <c:v>2.5515063267159945</c:v>
                </c:pt>
                <c:pt idx="249">
                  <c:v>2.5432505746029932</c:v>
                </c:pt>
                <c:pt idx="250">
                  <c:v>2.5354017348370093</c:v>
                </c:pt>
                <c:pt idx="251">
                  <c:v>2.5279574677599896</c:v>
                </c:pt>
                <c:pt idx="252">
                  <c:v>2.520915447166999</c:v>
                </c:pt>
                <c:pt idx="253">
                  <c:v>2.5142733602299927</c:v>
                </c:pt>
                <c:pt idx="254">
                  <c:v>2.5080289074209929</c:v>
                </c:pt>
                <c:pt idx="255">
                  <c:v>2.5021798024340001</c:v>
                </c:pt>
                <c:pt idx="256">
                  <c:v>2.496723772110002</c:v>
                </c:pt>
                <c:pt idx="257">
                  <c:v>2.4916585563640012</c:v>
                </c:pt>
                <c:pt idx="258">
                  <c:v>2.4869819081030187</c:v>
                </c:pt>
                <c:pt idx="259">
                  <c:v>2.4826915931580089</c:v>
                </c:pt>
                <c:pt idx="260">
                  <c:v>2.4787853902039956</c:v>
                </c:pt>
                <c:pt idx="261">
                  <c:v>2.4752610906929959</c:v>
                </c:pt>
                <c:pt idx="262">
                  <c:v>2.4721164987729907</c:v>
                </c:pt>
                <c:pt idx="263">
                  <c:v>2.4693494312199959</c:v>
                </c:pt>
                <c:pt idx="264">
                  <c:v>2.466957717362007</c:v>
                </c:pt>
                <c:pt idx="265">
                  <c:v>2.464939199012008</c:v>
                </c:pt>
                <c:pt idx="266">
                  <c:v>2.463291730387013</c:v>
                </c:pt>
                <c:pt idx="267">
                  <c:v>2.4620131780480108</c:v>
                </c:pt>
                <c:pt idx="268">
                  <c:v>2.4611014208170161</c:v>
                </c:pt>
                <c:pt idx="269">
                  <c:v>2.4605543497199847</c:v>
                </c:pt>
                <c:pt idx="270">
                  <c:v>2.4603698679039923</c:v>
                </c:pt>
                <c:pt idx="271">
                  <c:v>2.4501395935299968</c:v>
                </c:pt>
                <c:pt idx="272">
                  <c:v>2.440267750834991</c:v>
                </c:pt>
                <c:pt idx="273">
                  <c:v>2.4307522789309957</c:v>
                </c:pt>
                <c:pt idx="274">
                  <c:v>2.4215911287789993</c:v>
                </c:pt>
                <c:pt idx="275">
                  <c:v>2.4127822631200075</c:v>
                </c:pt>
                <c:pt idx="276">
                  <c:v>2.4043236564130126</c:v>
                </c:pt>
                <c:pt idx="277">
                  <c:v>2.3962132947620063</c:v>
                </c:pt>
                <c:pt idx="278">
                  <c:v>2.3884491758469863</c:v>
                </c:pt>
                <c:pt idx="279">
                  <c:v>2.3810293088649956</c:v>
                </c:pt>
                <c:pt idx="280">
                  <c:v>2.3739517144599915</c:v>
                </c:pt>
                <c:pt idx="281">
                  <c:v>2.3672144246550033</c:v>
                </c:pt>
                <c:pt idx="282">
                  <c:v>2.3608154827890075</c:v>
                </c:pt>
                <c:pt idx="283">
                  <c:v>2.3547529434510039</c:v>
                </c:pt>
                <c:pt idx="284">
                  <c:v>2.3490248724170186</c:v>
                </c:pt>
                <c:pt idx="285">
                  <c:v>2.3436293465860132</c:v>
                </c:pt>
                <c:pt idx="286">
                  <c:v>2.3385644539079919</c:v>
                </c:pt>
                <c:pt idx="287">
                  <c:v>2.3338282933329992</c:v>
                </c:pt>
                <c:pt idx="288">
                  <c:v>2.3294189747419978</c:v>
                </c:pt>
                <c:pt idx="289">
                  <c:v>2.3253346188769939</c:v>
                </c:pt>
                <c:pt idx="290">
                  <c:v>2.3215733572930048</c:v>
                </c:pt>
                <c:pt idx="291">
                  <c:v>2.3181333322840061</c:v>
                </c:pt>
                <c:pt idx="292">
                  <c:v>2.3150126968270115</c:v>
                </c:pt>
                <c:pt idx="293">
                  <c:v>2.3122096145170161</c:v>
                </c:pt>
                <c:pt idx="294">
                  <c:v>2.3097222595089875</c:v>
                </c:pt>
                <c:pt idx="295">
                  <c:v>2.3075488164579951</c:v>
                </c:pt>
                <c:pt idx="296">
                  <c:v>2.305687480456001</c:v>
                </c:pt>
                <c:pt idx="297">
                  <c:v>2.3041364569679956</c:v>
                </c:pt>
                <c:pt idx="298">
                  <c:v>2.3028939617850028</c:v>
                </c:pt>
                <c:pt idx="299">
                  <c:v>2.3019582209510077</c:v>
                </c:pt>
                <c:pt idx="300">
                  <c:v>2.3013274707110156</c:v>
                </c:pt>
                <c:pt idx="301">
                  <c:v>2.2924789352829862</c:v>
                </c:pt>
                <c:pt idx="302">
                  <c:v>2.283931893306999</c:v>
                </c:pt>
                <c:pt idx="303">
                  <c:v>2.2756846112760059</c:v>
                </c:pt>
                <c:pt idx="304">
                  <c:v>2.267735365651987</c:v>
                </c:pt>
                <c:pt idx="305">
                  <c:v>2.2600824428079989</c:v>
                </c:pt>
                <c:pt idx="306">
                  <c:v>2.2527241389680057</c:v>
                </c:pt>
                <c:pt idx="307">
                  <c:v>2.2456587601519971</c:v>
                </c:pt>
                <c:pt idx="308">
                  <c:v>2.2388846221220149</c:v>
                </c:pt>
                <c:pt idx="309">
                  <c:v>2.2324000503209902</c:v>
                </c:pt>
                <c:pt idx="310">
                  <c:v>2.2262033798229766</c:v>
                </c:pt>
                <c:pt idx="311">
                  <c:v>2.2202929552740045</c:v>
                </c:pt>
                <c:pt idx="312">
                  <c:v>2.214667130837995</c:v>
                </c:pt>
                <c:pt idx="313">
                  <c:v>2.2093242701399731</c:v>
                </c:pt>
                <c:pt idx="314">
                  <c:v>2.2042627462170117</c:v>
                </c:pt>
                <c:pt idx="315">
                  <c:v>2.1994809414590009</c:v>
                </c:pt>
                <c:pt idx="316">
                  <c:v>2.1949772475570057</c:v>
                </c:pt>
                <c:pt idx="317">
                  <c:v>2.1907500654500041</c:v>
                </c:pt>
                <c:pt idx="318">
                  <c:v>2.1867978052689807</c:v>
                </c:pt>
                <c:pt idx="319">
                  <c:v>2.1831188862890087</c:v>
                </c:pt>
                <c:pt idx="320">
                  <c:v>2.179711736872008</c:v>
                </c:pt>
                <c:pt idx="321">
                  <c:v>2.1765747944170073</c:v>
                </c:pt>
                <c:pt idx="322">
                  <c:v>2.1737065053079903</c:v>
                </c:pt>
                <c:pt idx="323">
                  <c:v>2.1711053248599796</c:v>
                </c:pt>
                <c:pt idx="324">
                  <c:v>2.1687697172740172</c:v>
                </c:pt>
                <c:pt idx="325">
                  <c:v>2.1666981555760003</c:v>
                </c:pt>
                <c:pt idx="326">
                  <c:v>2.164889121574987</c:v>
                </c:pt>
                <c:pt idx="327">
                  <c:v>2.1633411058080014</c:v>
                </c:pt>
                <c:pt idx="328">
                  <c:v>2.162052607491006</c:v>
                </c:pt>
                <c:pt idx="329">
                  <c:v>2.1610221344709828</c:v>
                </c:pt>
                <c:pt idx="330">
                  <c:v>2.160248203170994</c:v>
                </c:pt>
                <c:pt idx="331">
                  <c:v>2.1527115136610178</c:v>
                </c:pt>
                <c:pt idx="332">
                  <c:v>2.1454284242619792</c:v>
                </c:pt>
                <c:pt idx="333">
                  <c:v>2.1383974768439771</c:v>
                </c:pt>
                <c:pt idx="334">
                  <c:v>2.1316172216579901</c:v>
                </c:pt>
                <c:pt idx="335">
                  <c:v>2.1250862172940117</c:v>
                </c:pt>
                <c:pt idx="336">
                  <c:v>2.1188030306269923</c:v>
                </c:pt>
                <c:pt idx="337">
                  <c:v>2.1127662367720177</c:v>
                </c:pt>
                <c:pt idx="338">
                  <c:v>2.106974419038977</c:v>
                </c:pt>
                <c:pt idx="339">
                  <c:v>2.1014261688810052</c:v>
                </c:pt>
                <c:pt idx="340">
                  <c:v>2.0961200858509983</c:v>
                </c:pt>
                <c:pt idx="341">
                  <c:v>2.0910547775540067</c:v>
                </c:pt>
                <c:pt idx="342">
                  <c:v>2.0862288596020164</c:v>
                </c:pt>
                <c:pt idx="343">
                  <c:v>2.0816409555650068</c:v>
                </c:pt>
                <c:pt idx="344">
                  <c:v>2.0772896969280055</c:v>
                </c:pt>
                <c:pt idx="345">
                  <c:v>2.0731737230439933</c:v>
                </c:pt>
                <c:pt idx="346">
                  <c:v>2.0692916810909878</c:v>
                </c:pt>
                <c:pt idx="347">
                  <c:v>2.0656422260240106</c:v>
                </c:pt>
                <c:pt idx="348">
                  <c:v>2.0622240205300102</c:v>
                </c:pt>
                <c:pt idx="349">
                  <c:v>2.0590357349900046</c:v>
                </c:pt>
                <c:pt idx="350">
                  <c:v>2.0560760474259894</c:v>
                </c:pt>
                <c:pt idx="351">
                  <c:v>2.0533436434609769</c:v>
                </c:pt>
                <c:pt idx="352">
                  <c:v>2.050837216275994</c:v>
                </c:pt>
                <c:pt idx="353">
                  <c:v>2.0485554665679899</c:v>
                </c:pt>
                <c:pt idx="354">
                  <c:v>2.046497102502002</c:v>
                </c:pt>
                <c:pt idx="355">
                  <c:v>2.0446608396710246</c:v>
                </c:pt>
                <c:pt idx="356">
                  <c:v>2.0430454010540018</c:v>
                </c:pt>
                <c:pt idx="357">
                  <c:v>2.0416495169729956</c:v>
                </c:pt>
                <c:pt idx="358">
                  <c:v>2.0404719250479957</c:v>
                </c:pt>
                <c:pt idx="359">
                  <c:v>2.0395113701570153</c:v>
                </c:pt>
                <c:pt idx="360">
                  <c:v>2.0387666043999957</c:v>
                </c:pt>
                <c:pt idx="361">
                  <c:v>2.032440390432015</c:v>
                </c:pt>
                <c:pt idx="362">
                  <c:v>2.0263274912720135</c:v>
                </c:pt>
                <c:pt idx="363">
                  <c:v>2.020426680419007</c:v>
                </c:pt>
                <c:pt idx="364">
                  <c:v>2.0147367384240056</c:v>
                </c:pt>
                <c:pt idx="365">
                  <c:v>2.0092564528459889</c:v>
                </c:pt>
                <c:pt idx="366">
                  <c:v>2.0039846182199881</c:v>
                </c:pt>
                <c:pt idx="367">
                  <c:v>1.9989200360089967</c:v>
                </c:pt>
                <c:pt idx="368">
                  <c:v>1.9940615145700065</c:v>
                </c:pt>
                <c:pt idx="369">
                  <c:v>1.9894078691079926</c:v>
                </c:pt>
                <c:pt idx="370">
                  <c:v>1.9849579216409836</c:v>
                </c:pt>
                <c:pt idx="371">
                  <c:v>1.980710500963994</c:v>
                </c:pt>
                <c:pt idx="372">
                  <c:v>1.9766644426019866</c:v>
                </c:pt>
                <c:pt idx="373">
                  <c:v>1.9728185887749987</c:v>
                </c:pt>
                <c:pt idx="374">
                  <c:v>1.9691717883639797</c:v>
                </c:pt>
                <c:pt idx="375">
                  <c:v>1.9657228968639799</c:v>
                </c:pt>
                <c:pt idx="376">
                  <c:v>1.9624707763549907</c:v>
                </c:pt>
                <c:pt idx="377">
                  <c:v>1.9594142954560141</c:v>
                </c:pt>
                <c:pt idx="378">
                  <c:v>1.9565523292919806</c:v>
                </c:pt>
                <c:pt idx="379">
                  <c:v>1.9538837594590177</c:v>
                </c:pt>
                <c:pt idx="380">
                  <c:v>1.951407473979998</c:v>
                </c:pt>
                <c:pt idx="381">
                  <c:v>1.9491223672690126</c:v>
                </c:pt>
                <c:pt idx="382">
                  <c:v>1.9470273401049951</c:v>
                </c:pt>
                <c:pt idx="383">
                  <c:v>1.9451212995799949</c:v>
                </c:pt>
                <c:pt idx="384">
                  <c:v>1.9434031590730001</c:v>
                </c:pt>
                <c:pt idx="385">
                  <c:v>1.9418718382100053</c:v>
                </c:pt>
                <c:pt idx="386">
                  <c:v>1.9405262628280013</c:v>
                </c:pt>
                <c:pt idx="387">
                  <c:v>1.9393653649439955</c:v>
                </c:pt>
                <c:pt idx="388">
                  <c:v>1.9383880827109863</c:v>
                </c:pt>
                <c:pt idx="389">
                  <c:v>1.9375933603870124</c:v>
                </c:pt>
                <c:pt idx="390">
                  <c:v>1.9369801483069864</c:v>
                </c:pt>
                <c:pt idx="391">
                  <c:v>1.9317461917359822</c:v>
                </c:pt>
                <c:pt idx="392">
                  <c:v>1.9266916641390139</c:v>
                </c:pt>
                <c:pt idx="393">
                  <c:v>1.9218155338480187</c:v>
                </c:pt>
                <c:pt idx="394">
                  <c:v>1.9171167751269991</c:v>
                </c:pt>
                <c:pt idx="395">
                  <c:v>1.9125943681379738</c:v>
                </c:pt>
                <c:pt idx="396">
                  <c:v>1.9082472989060193</c:v>
                </c:pt>
                <c:pt idx="397">
                  <c:v>1.904074559287011</c:v>
                </c:pt>
                <c:pt idx="398">
                  <c:v>1.9000751469340003</c:v>
                </c:pt>
                <c:pt idx="399">
                  <c:v>1.8962480652620002</c:v>
                </c:pt>
                <c:pt idx="400">
                  <c:v>1.8925923234170057</c:v>
                </c:pt>
                <c:pt idx="401">
                  <c:v>1.8891069362410065</c:v>
                </c:pt>
                <c:pt idx="402">
                  <c:v>1.8857909242420021</c:v>
                </c:pt>
                <c:pt idx="403">
                  <c:v>1.882643313559015</c:v>
                </c:pt>
                <c:pt idx="404">
                  <c:v>1.8796631359300022</c:v>
                </c:pt>
                <c:pt idx="405">
                  <c:v>1.8768494286589998</c:v>
                </c:pt>
                <c:pt idx="406">
                  <c:v>1.8742012345900037</c:v>
                </c:pt>
                <c:pt idx="407">
                  <c:v>1.8717176020649902</c:v>
                </c:pt>
                <c:pt idx="408">
                  <c:v>1.8693975849010087</c:v>
                </c:pt>
                <c:pt idx="409">
                  <c:v>1.8672402423540007</c:v>
                </c:pt>
                <c:pt idx="410">
                  <c:v>1.8652446390900081</c:v>
                </c:pt>
                <c:pt idx="411">
                  <c:v>1.863409845152006</c:v>
                </c:pt>
                <c:pt idx="412">
                  <c:v>1.8617349359290074</c:v>
                </c:pt>
                <c:pt idx="413">
                  <c:v>1.8602189921290062</c:v>
                </c:pt>
                <c:pt idx="414">
                  <c:v>1.8588610997429953</c:v>
                </c:pt>
                <c:pt idx="415">
                  <c:v>1.8576603500190174</c:v>
                </c:pt>
                <c:pt idx="416">
                  <c:v>1.856615839431015</c:v>
                </c:pt>
                <c:pt idx="417">
                  <c:v>1.8557266696450085</c:v>
                </c:pt>
                <c:pt idx="418">
                  <c:v>1.8549919474949945</c:v>
                </c:pt>
                <c:pt idx="419">
                  <c:v>1.8544107849470208</c:v>
                </c:pt>
                <c:pt idx="420">
                  <c:v>1.8539822990769892</c:v>
                </c:pt>
                <c:pt idx="421">
                  <c:v>1.8497203198179761</c:v>
                </c:pt>
                <c:pt idx="422">
                  <c:v>1.8456092665869903</c:v>
                </c:pt>
                <c:pt idx="423">
                  <c:v>1.841648271598018</c:v>
                </c:pt>
                <c:pt idx="424">
                  <c:v>1.8378364720589957</c:v>
                </c:pt>
                <c:pt idx="425">
                  <c:v>1.8341730101359985</c:v>
                </c:pt>
                <c:pt idx="426">
                  <c:v>1.8306570329270073</c:v>
                </c:pt>
                <c:pt idx="427">
                  <c:v>1.8272876924369825</c:v>
                </c:pt>
                <c:pt idx="428">
                  <c:v>1.8240641455450088</c:v>
                </c:pt>
                <c:pt idx="429">
                  <c:v>1.8209855539760156</c:v>
                </c:pt>
                <c:pt idx="430">
                  <c:v>1.8180510842779825</c:v>
                </c:pt>
                <c:pt idx="431">
                  <c:v>1.8152599077889988</c:v>
                </c:pt>
                <c:pt idx="432">
                  <c:v>1.812611200611002</c:v>
                </c:pt>
                <c:pt idx="433">
                  <c:v>1.8101041435859884</c:v>
                </c:pt>
                <c:pt idx="434">
                  <c:v>1.8077379222640104</c:v>
                </c:pt>
                <c:pt idx="435">
                  <c:v>1.8055117268770005</c:v>
                </c:pt>
                <c:pt idx="436">
                  <c:v>1.80342475231501</c:v>
                </c:pt>
                <c:pt idx="437">
                  <c:v>1.8014761980980154</c:v>
                </c:pt>
                <c:pt idx="438">
                  <c:v>1.7996652683429772</c:v>
                </c:pt>
                <c:pt idx="439">
                  <c:v>1.7979911717499988</c:v>
                </c:pt>
                <c:pt idx="440">
                  <c:v>1.7964531215630188</c:v>
                </c:pt>
                <c:pt idx="441">
                  <c:v>1.7950503355549756</c:v>
                </c:pt>
                <c:pt idx="442">
                  <c:v>1.7937820359929901</c:v>
                </c:pt>
                <c:pt idx="443">
                  <c:v>1.7926474496150036</c:v>
                </c:pt>
                <c:pt idx="444">
                  <c:v>1.7916458076090009</c:v>
                </c:pt>
                <c:pt idx="445">
                  <c:v>1.7907763455799852</c:v>
                </c:pt>
                <c:pt idx="446">
                  <c:v>1.790038303529002</c:v>
                </c:pt>
                <c:pt idx="447">
                  <c:v>1.7894309258279861</c:v>
                </c:pt>
                <c:pt idx="448">
                  <c:v>1.7889534611919942</c:v>
                </c:pt>
                <c:pt idx="449">
                  <c:v>1.7886051626560118</c:v>
                </c:pt>
                <c:pt idx="450">
                  <c:v>1.7883852875509945</c:v>
                </c:pt>
                <c:pt idx="451">
                  <c:v>1.7849766332359991</c:v>
                </c:pt>
                <c:pt idx="452">
                  <c:v>1.7816949297979932</c:v>
                </c:pt>
                <c:pt idx="453">
                  <c:v>1.7785394473040128</c:v>
                </c:pt>
                <c:pt idx="454">
                  <c:v>1.7755094600170196</c:v>
                </c:pt>
                <c:pt idx="455">
                  <c:v>1.7726042463750105</c:v>
                </c:pt>
                <c:pt idx="456">
                  <c:v>1.7698230889630224</c:v>
                </c:pt>
                <c:pt idx="457">
                  <c:v>1.76716527449301</c:v>
                </c:pt>
                <c:pt idx="458">
                  <c:v>1.764630093774997</c:v>
                </c:pt>
                <c:pt idx="459">
                  <c:v>1.7622168416990007</c:v>
                </c:pt>
                <c:pt idx="460">
                  <c:v>1.7599248172089972</c:v>
                </c:pt>
                <c:pt idx="461">
                  <c:v>1.7577533232779956</c:v>
                </c:pt>
                <c:pt idx="462">
                  <c:v>1.7557016668899905</c:v>
                </c:pt>
                <c:pt idx="463">
                  <c:v>1.7537691590110001</c:v>
                </c:pt>
                <c:pt idx="464">
                  <c:v>1.751955114569995</c:v>
                </c:pt>
                <c:pt idx="465">
                  <c:v>1.7502588524340013</c:v>
                </c:pt>
                <c:pt idx="466">
                  <c:v>1.748679695385988</c:v>
                </c:pt>
                <c:pt idx="467">
                  <c:v>1.7472169701060238</c:v>
                </c:pt>
                <c:pt idx="468">
                  <c:v>1.7458700071410078</c:v>
                </c:pt>
                <c:pt idx="469">
                  <c:v>1.7446381408909986</c:v>
                </c:pt>
                <c:pt idx="470">
                  <c:v>1.7435207095809915</c:v>
                </c:pt>
                <c:pt idx="471">
                  <c:v>1.7425170552390057</c:v>
                </c:pt>
                <c:pt idx="472">
                  <c:v>1.741626523680992</c:v>
                </c:pt>
                <c:pt idx="473">
                  <c:v>1.740848464481985</c:v>
                </c:pt>
                <c:pt idx="474">
                  <c:v>1.7401822309559805</c:v>
                </c:pt>
                <c:pt idx="475">
                  <c:v>1.7396271801349883</c:v>
                </c:pt>
                <c:pt idx="476">
                  <c:v>1.7391826727499904</c:v>
                </c:pt>
                <c:pt idx="477">
                  <c:v>1.7388480732039966</c:v>
                </c:pt>
                <c:pt idx="478">
                  <c:v>1.7386227495610171</c:v>
                </c:pt>
                <c:pt idx="479">
                  <c:v>1.7385060735110187</c:v>
                </c:pt>
                <c:pt idx="480">
                  <c:v>1.7384974203619947</c:v>
                </c:pt>
                <c:pt idx="481">
                  <c:v>1.7358311675299944</c:v>
                </c:pt>
                <c:pt idx="482">
                  <c:v>1.7332716989660071</c:v>
                </c:pt>
                <c:pt idx="483">
                  <c:v>1.7308184006879799</c:v>
                </c:pt>
                <c:pt idx="484">
                  <c:v>1.7284706622469912</c:v>
                </c:pt>
                <c:pt idx="485">
                  <c:v>1.7262278767010173</c:v>
                </c:pt>
                <c:pt idx="486">
                  <c:v>1.7240894406020004</c:v>
                </c:pt>
                <c:pt idx="487">
                  <c:v>1.7220547539670008</c:v>
                </c:pt>
                <c:pt idx="488">
                  <c:v>1.7201232202660037</c:v>
                </c:pt>
                <c:pt idx="489">
                  <c:v>1.7182942463969937</c:v>
                </c:pt>
                <c:pt idx="490">
                  <c:v>1.7165672426699814</c:v>
                </c:pt>
                <c:pt idx="491">
                  <c:v>1.7149416227840106</c:v>
                </c:pt>
                <c:pt idx="492">
                  <c:v>1.7134168038090252</c:v>
                </c:pt>
                <c:pt idx="493">
                  <c:v>1.7119922061689863</c:v>
                </c:pt>
                <c:pt idx="494">
                  <c:v>1.710667253616009</c:v>
                </c:pt>
                <c:pt idx="495">
                  <c:v>1.7094413732199882</c:v>
                </c:pt>
                <c:pt idx="496">
                  <c:v>1.7083139953440138</c:v>
                </c:pt>
                <c:pt idx="497">
                  <c:v>1.7072845536220029</c:v>
                </c:pt>
                <c:pt idx="498">
                  <c:v>1.7063524849500027</c:v>
                </c:pt>
                <c:pt idx="499">
                  <c:v>1.7055172294610088</c:v>
                </c:pt>
                <c:pt idx="500">
                  <c:v>1.7047782305020007</c:v>
                </c:pt>
                <c:pt idx="501">
                  <c:v>1.7041349346270067</c:v>
                </c:pt>
                <c:pt idx="502">
                  <c:v>1.7035867915689948</c:v>
                </c:pt>
                <c:pt idx="503">
                  <c:v>1.7031332542240136</c:v>
                </c:pt>
                <c:pt idx="504">
                  <c:v>1.7027737786369812</c:v>
                </c:pt>
                <c:pt idx="505">
                  <c:v>1.7025078239770153</c:v>
                </c:pt>
                <c:pt idx="506">
                  <c:v>1.7023348525239896</c:v>
                </c:pt>
                <c:pt idx="507">
                  <c:v>1.702254329650998</c:v>
                </c:pt>
                <c:pt idx="508">
                  <c:v>1.7022657238030092</c:v>
                </c:pt>
                <c:pt idx="509">
                  <c:v>1.7023685064829976</c:v>
                </c:pt>
                <c:pt idx="510">
                  <c:v>1.7025621522309962</c:v>
                </c:pt>
                <c:pt idx="511">
                  <c:v>1.7005362476620007</c:v>
                </c:pt>
                <c:pt idx="512">
                  <c:v>1.6986001642879955</c:v>
                </c:pt>
                <c:pt idx="513">
                  <c:v>1.6967533856640102</c:v>
                </c:pt>
                <c:pt idx="514">
                  <c:v>1.6949953983109936</c:v>
                </c:pt>
                <c:pt idx="515">
                  <c:v>1.6933256917049846</c:v>
                </c:pt>
                <c:pt idx="516">
                  <c:v>1.6917437582529828</c:v>
                </c:pt>
                <c:pt idx="517">
                  <c:v>1.6902490932860132</c:v>
                </c:pt>
                <c:pt idx="518">
                  <c:v>1.6888411950330067</c:v>
                </c:pt>
                <c:pt idx="519">
                  <c:v>1.6875195646089765</c:v>
                </c:pt>
                <c:pt idx="520">
                  <c:v>1.6862837059969991</c:v>
                </c:pt>
                <c:pt idx="521">
                  <c:v>1.6851331260340032</c:v>
                </c:pt>
                <c:pt idx="522">
                  <c:v>1.6840673343889989</c:v>
                </c:pt>
                <c:pt idx="523">
                  <c:v>1.6830858435540108</c:v>
                </c:pt>
                <c:pt idx="524">
                  <c:v>1.6821881688209999</c:v>
                </c:pt>
                <c:pt idx="525">
                  <c:v>1.6813738282729958</c:v>
                </c:pt>
                <c:pt idx="526">
                  <c:v>1.6806423427569825</c:v>
                </c:pt>
                <c:pt idx="527">
                  <c:v>1.6799932358830176</c:v>
                </c:pt>
                <c:pt idx="528">
                  <c:v>1.679426033993991</c:v>
                </c:pt>
                <c:pt idx="529">
                  <c:v>1.6789402661599979</c:v>
                </c:pt>
                <c:pt idx="530">
                  <c:v>1.6785354641549759</c:v>
                </c:pt>
                <c:pt idx="531">
                  <c:v>1.6782111624520155</c:v>
                </c:pt>
                <c:pt idx="532">
                  <c:v>1.6779668981909879</c:v>
                </c:pt>
                <c:pt idx="533">
                  <c:v>1.6778022111829785</c:v>
                </c:pt>
                <c:pt idx="534">
                  <c:v>1.677716643878</c:v>
                </c:pt>
                <c:pt idx="535">
                  <c:v>1.6777097413610136</c:v>
                </c:pt>
                <c:pt idx="536">
                  <c:v>1.6777810513279974</c:v>
                </c:pt>
                <c:pt idx="537">
                  <c:v>1.6779301240820246</c:v>
                </c:pt>
                <c:pt idx="538">
                  <c:v>1.6781565125060069</c:v>
                </c:pt>
                <c:pt idx="539">
                  <c:v>1.6784597720580052</c:v>
                </c:pt>
                <c:pt idx="540">
                  <c:v>1.6788394607469854</c:v>
                </c:pt>
                <c:pt idx="541">
                  <c:v>1.677360919373001</c:v>
                </c:pt>
                <c:pt idx="542">
                  <c:v>1.6759579307700108</c:v>
                </c:pt>
                <c:pt idx="543">
                  <c:v>1.6746300605310012</c:v>
                </c:pt>
                <c:pt idx="544">
                  <c:v>1.6733768767469996</c:v>
                </c:pt>
                <c:pt idx="545">
                  <c:v>1.6721979499889983</c:v>
                </c:pt>
                <c:pt idx="546">
                  <c:v>1.6710928533020137</c:v>
                </c:pt>
                <c:pt idx="547">
                  <c:v>1.6700611621809855</c:v>
                </c:pt>
                <c:pt idx="548">
                  <c:v>1.6691024545660014</c:v>
                </c:pt>
                <c:pt idx="549">
                  <c:v>1.6682163108199859</c:v>
                </c:pt>
                <c:pt idx="550">
                  <c:v>1.6674023137229881</c:v>
                </c:pt>
                <c:pt idx="551">
                  <c:v>1.6666600484480227</c:v>
                </c:pt>
                <c:pt idx="552">
                  <c:v>1.6659891025589957</c:v>
                </c:pt>
                <c:pt idx="553">
                  <c:v>1.6653890659880233</c:v>
                </c:pt>
                <c:pt idx="554">
                  <c:v>1.6648595310259964</c:v>
                </c:pt>
                <c:pt idx="555">
                  <c:v>1.6644000923090232</c:v>
                </c:pt>
                <c:pt idx="556">
                  <c:v>1.6640103468010068</c:v>
                </c:pt>
                <c:pt idx="557">
                  <c:v>1.6636898937859996</c:v>
                </c:pt>
                <c:pt idx="558">
                  <c:v>1.66343833485098</c:v>
                </c:pt>
                <c:pt idx="559">
                  <c:v>1.6632552738749951</c:v>
                </c:pt>
                <c:pt idx="560">
                  <c:v>1.6631403170109991</c:v>
                </c:pt>
                <c:pt idx="561">
                  <c:v>1.6630930726809936</c:v>
                </c:pt>
                <c:pt idx="562">
                  <c:v>1.6631131515549953</c:v>
                </c:pt>
                <c:pt idx="563">
                  <c:v>1.6632001665439873</c:v>
                </c:pt>
                <c:pt idx="564">
                  <c:v>1.6633537327830084</c:v>
                </c:pt>
                <c:pt idx="565">
                  <c:v>1.6635734676200116</c:v>
                </c:pt>
                <c:pt idx="566">
                  <c:v>1.6638589906050072</c:v>
                </c:pt>
                <c:pt idx="567">
                  <c:v>1.6642099234730097</c:v>
                </c:pt>
                <c:pt idx="568">
                  <c:v>1.6646258901370174</c:v>
                </c:pt>
                <c:pt idx="569">
                  <c:v>1.665106516666981</c:v>
                </c:pt>
                <c:pt idx="570">
                  <c:v>1.6656514312890067</c:v>
                </c:pt>
                <c:pt idx="571">
                  <c:v>1.6646366267929977</c:v>
                </c:pt>
                <c:pt idx="572">
                  <c:v>1.6636853732359782</c:v>
                </c:pt>
                <c:pt idx="573">
                  <c:v>1.6627973052179925</c:v>
                </c:pt>
                <c:pt idx="574">
                  <c:v>1.6619720594370051</c:v>
                </c:pt>
                <c:pt idx="575">
                  <c:v>1.6612092746839835</c:v>
                </c:pt>
                <c:pt idx="576">
                  <c:v>1.6605085918250211</c:v>
                </c:pt>
                <c:pt idx="577">
                  <c:v>1.6598696537909916</c:v>
                </c:pt>
                <c:pt idx="578">
                  <c:v>1.6592921055659815</c:v>
                </c:pt>
                <c:pt idx="579">
                  <c:v>1.6587755941749833</c:v>
                </c:pt>
                <c:pt idx="580">
                  <c:v>1.658319768674005</c:v>
                </c:pt>
                <c:pt idx="581">
                  <c:v>1.6579242801340115</c:v>
                </c:pt>
                <c:pt idx="582">
                  <c:v>1.6575887816359796</c:v>
                </c:pt>
                <c:pt idx="583">
                  <c:v>1.6573129282519972</c:v>
                </c:pt>
                <c:pt idx="584">
                  <c:v>1.6570963770390108</c:v>
                </c:pt>
                <c:pt idx="585">
                  <c:v>1.656938787027002</c:v>
                </c:pt>
                <c:pt idx="586">
                  <c:v>1.6568398192040092</c:v>
                </c:pt>
                <c:pt idx="587">
                  <c:v>1.656799136507999</c:v>
                </c:pt>
                <c:pt idx="588">
                  <c:v>1.6568164038170039</c:v>
                </c:pt>
                <c:pt idx="589">
                  <c:v>1.6568912879329787</c:v>
                </c:pt>
                <c:pt idx="590">
                  <c:v>1.6570234575760026</c:v>
                </c:pt>
                <c:pt idx="591">
                  <c:v>1.6572125833679934</c:v>
                </c:pt>
                <c:pt idx="592">
                  <c:v>1.6574583378289844</c:v>
                </c:pt>
                <c:pt idx="593">
                  <c:v>1.6577603953590199</c:v>
                </c:pt>
                <c:pt idx="594">
                  <c:v>1.6581184322299976</c:v>
                </c:pt>
                <c:pt idx="595">
                  <c:v>1.6585321265760058</c:v>
                </c:pt>
                <c:pt idx="596">
                  <c:v>1.6590011583830062</c:v>
                </c:pt>
                <c:pt idx="597">
                  <c:v>1.6595252094739976</c:v>
                </c:pt>
                <c:pt idx="598">
                  <c:v>1.6601039635039854</c:v>
                </c:pt>
                <c:pt idx="599">
                  <c:v>1.6607371059459979</c:v>
                </c:pt>
                <c:pt idx="600">
                  <c:v>1.6614243240830149</c:v>
                </c:pt>
                <c:pt idx="601">
                  <c:v>1.6607999753979925</c:v>
                </c:pt>
                <c:pt idx="602">
                  <c:v>1.6602290823550163</c:v>
                </c:pt>
                <c:pt idx="603">
                  <c:v>1.6597113375959793</c:v>
                </c:pt>
                <c:pt idx="604">
                  <c:v>1.6592464355339871</c:v>
                </c:pt>
                <c:pt idx="605">
                  <c:v>1.6588340723369868</c:v>
                </c:pt>
                <c:pt idx="606">
                  <c:v>1.6584739459229922</c:v>
                </c:pt>
                <c:pt idx="607">
                  <c:v>1.658165755942008</c:v>
                </c:pt>
                <c:pt idx="608">
                  <c:v>1.6579092037749774</c:v>
                </c:pt>
                <c:pt idx="609">
                  <c:v>1.6577039925190036</c:v>
                </c:pt>
                <c:pt idx="610">
                  <c:v>1.6575498269779985</c:v>
                </c:pt>
                <c:pt idx="611">
                  <c:v>1.6574464136510016</c:v>
                </c:pt>
                <c:pt idx="612">
                  <c:v>1.6573934607300203</c:v>
                </c:pt>
                <c:pt idx="613">
                  <c:v>1.6573906780780021</c:v>
                </c:pt>
                <c:pt idx="614">
                  <c:v>1.657437777232019</c:v>
                </c:pt>
                <c:pt idx="615">
                  <c:v>1.6575344713839968</c:v>
                </c:pt>
                <c:pt idx="616">
                  <c:v>1.657680475376992</c:v>
                </c:pt>
                <c:pt idx="617">
                  <c:v>1.6578755056919761</c:v>
                </c:pt>
                <c:pt idx="618">
                  <c:v>1.6581192804420084</c:v>
                </c:pt>
                <c:pt idx="619">
                  <c:v>1.6584115193590208</c:v>
                </c:pt>
                <c:pt idx="620">
                  <c:v>1.6587519437889853</c:v>
                </c:pt>
                <c:pt idx="621">
                  <c:v>1.6591402766750036</c:v>
                </c:pt>
                <c:pt idx="622">
                  <c:v>1.6595762425609735</c:v>
                </c:pt>
                <c:pt idx="623">
                  <c:v>1.6600595675660088</c:v>
                </c:pt>
                <c:pt idx="624">
                  <c:v>1.6605899793910055</c:v>
                </c:pt>
                <c:pt idx="625">
                  <c:v>1.6611672072969839</c:v>
                </c:pt>
                <c:pt idx="626">
                  <c:v>1.6617909821080161</c:v>
                </c:pt>
                <c:pt idx="627">
                  <c:v>1.6624610361880059</c:v>
                </c:pt>
                <c:pt idx="628">
                  <c:v>1.663177103446003</c:v>
                </c:pt>
                <c:pt idx="629">
                  <c:v>1.6639389193179852</c:v>
                </c:pt>
                <c:pt idx="630">
                  <c:v>1.6647462207629928</c:v>
                </c:pt>
                <c:pt idx="631">
                  <c:v>1.6644471321029926</c:v>
                </c:pt>
                <c:pt idx="632">
                  <c:v>1.6641930074599998</c:v>
                </c:pt>
                <c:pt idx="633">
                  <c:v>1.6639835883029832</c:v>
                </c:pt>
                <c:pt idx="634">
                  <c:v>1.6638186175879923</c:v>
                </c:pt>
                <c:pt idx="635">
                  <c:v>1.6636978397469875</c:v>
                </c:pt>
                <c:pt idx="636">
                  <c:v>1.6636210006849979</c:v>
                </c:pt>
                <c:pt idx="637">
                  <c:v>1.663587847765001</c:v>
                </c:pt>
                <c:pt idx="638">
                  <c:v>1.663598129805024</c:v>
                </c:pt>
                <c:pt idx="639">
                  <c:v>1.6636515970629944</c:v>
                </c:pt>
                <c:pt idx="640">
                  <c:v>1.6637480012390142</c:v>
                </c:pt>
                <c:pt idx="641">
                  <c:v>1.66388709545501</c:v>
                </c:pt>
                <c:pt idx="642">
                  <c:v>1.6640686342559832</c:v>
                </c:pt>
                <c:pt idx="643">
                  <c:v>1.6642923735980162</c:v>
                </c:pt>
                <c:pt idx="644">
                  <c:v>1.6645580708370176</c:v>
                </c:pt>
                <c:pt idx="645">
                  <c:v>1.6648654847290061</c:v>
                </c:pt>
                <c:pt idx="646">
                  <c:v>1.6652143754139956</c:v>
                </c:pt>
                <c:pt idx="647">
                  <c:v>1.6656045044099983</c:v>
                </c:pt>
                <c:pt idx="648">
                  <c:v>1.6660356346109779</c:v>
                </c:pt>
                <c:pt idx="649">
                  <c:v>1.6665075302690013</c:v>
                </c:pt>
                <c:pt idx="650">
                  <c:v>1.667019956994011</c:v>
                </c:pt>
                <c:pt idx="651">
                  <c:v>1.6675726817439909</c:v>
                </c:pt>
                <c:pt idx="652">
                  <c:v>1.6681654728159856</c:v>
                </c:pt>
                <c:pt idx="653">
                  <c:v>1.6687980998410126</c:v>
                </c:pt>
                <c:pt idx="654">
                  <c:v>1.6694703337709882</c:v>
                </c:pt>
                <c:pt idx="655">
                  <c:v>1.6701819468779888</c:v>
                </c:pt>
                <c:pt idx="656">
                  <c:v>1.6709327127420011</c:v>
                </c:pt>
                <c:pt idx="657">
                  <c:v>1.6717224062459763</c:v>
                </c:pt>
                <c:pt idx="658">
                  <c:v>1.6725508035669918</c:v>
                </c:pt>
                <c:pt idx="659">
                  <c:v>1.673417682168008</c:v>
                </c:pt>
                <c:pt idx="660">
                  <c:v>1.6743228207929803</c:v>
                </c:pt>
                <c:pt idx="661">
                  <c:v>1.6742927394359981</c:v>
                </c:pt>
                <c:pt idx="662">
                  <c:v>1.6743004793960097</c:v>
                </c:pt>
                <c:pt idx="663">
                  <c:v>1.6743458232139972</c:v>
                </c:pt>
                <c:pt idx="664">
                  <c:v>1.6744285546759841</c:v>
                </c:pt>
                <c:pt idx="665">
                  <c:v>1.6745484588140016</c:v>
                </c:pt>
                <c:pt idx="666">
                  <c:v>1.6747053218950043</c:v>
                </c:pt>
                <c:pt idx="667">
                  <c:v>1.6748989314160099</c:v>
                </c:pt>
                <c:pt idx="668">
                  <c:v>1.6751290760929862</c:v>
                </c:pt>
                <c:pt idx="669">
                  <c:v>1.6753955458609937</c:v>
                </c:pt>
                <c:pt idx="670">
                  <c:v>1.6756981318590078</c:v>
                </c:pt>
                <c:pt idx="671">
                  <c:v>1.6760366264299762</c:v>
                </c:pt>
                <c:pt idx="672">
                  <c:v>1.6764108231080002</c:v>
                </c:pt>
                <c:pt idx="673">
                  <c:v>1.6768205166169992</c:v>
                </c:pt>
                <c:pt idx="674">
                  <c:v>1.6772655028590009</c:v>
                </c:pt>
                <c:pt idx="675">
                  <c:v>1.6777455789109865</c:v>
                </c:pt>
                <c:pt idx="676">
                  <c:v>1.6782605430149999</c:v>
                </c:pt>
                <c:pt idx="677">
                  <c:v>1.6788101945760161</c:v>
                </c:pt>
                <c:pt idx="678">
                  <c:v>1.6793943341489808</c:v>
                </c:pt>
                <c:pt idx="679">
                  <c:v>1.680012763438981</c:v>
                </c:pt>
                <c:pt idx="680">
                  <c:v>1.6806652852870059</c:v>
                </c:pt>
                <c:pt idx="681">
                  <c:v>1.6813517036730161</c:v>
                </c:pt>
                <c:pt idx="682">
                  <c:v>1.6820718236990047</c:v>
                </c:pt>
                <c:pt idx="683">
                  <c:v>1.6828254515920094</c:v>
                </c:pt>
                <c:pt idx="684">
                  <c:v>1.6836123946870032</c:v>
                </c:pt>
                <c:pt idx="685">
                  <c:v>1.6844324614350228</c:v>
                </c:pt>
                <c:pt idx="686">
                  <c:v>1.6852854613809995</c:v>
                </c:pt>
                <c:pt idx="687">
                  <c:v>1.6861712051710072</c:v>
                </c:pt>
                <c:pt idx="688">
                  <c:v>1.6870895045330201</c:v>
                </c:pt>
                <c:pt idx="689">
                  <c:v>1.6880401722849854</c:v>
                </c:pt>
                <c:pt idx="690">
                  <c:v>1.6890230223149842</c:v>
                </c:pt>
                <c:pt idx="691">
                  <c:v>1.6892122129810048</c:v>
                </c:pt>
                <c:pt idx="692">
                  <c:v>1.6894332169090092</c:v>
                </c:pt>
                <c:pt idx="693">
                  <c:v>1.6896858511859989</c:v>
                </c:pt>
                <c:pt idx="694">
                  <c:v>1.6899699339429901</c:v>
                </c:pt>
                <c:pt idx="695">
                  <c:v>1.6902852843599874</c:v>
                </c:pt>
                <c:pt idx="696">
                  <c:v>1.6906317226579972</c:v>
                </c:pt>
                <c:pt idx="697">
                  <c:v>1.6910090700890237</c:v>
                </c:pt>
                <c:pt idx="698">
                  <c:v>1.6914171489349883</c:v>
                </c:pt>
                <c:pt idx="699">
                  <c:v>1.6918557824969866</c:v>
                </c:pt>
                <c:pt idx="700">
                  <c:v>1.6923247950950042</c:v>
                </c:pt>
                <c:pt idx="701">
                  <c:v>1.6928240120579972</c:v>
                </c:pt>
                <c:pt idx="702">
                  <c:v>1.6933532597179806</c:v>
                </c:pt>
                <c:pt idx="703">
                  <c:v>1.6939123654089769</c:v>
                </c:pt>
                <c:pt idx="704">
                  <c:v>1.6945011574520095</c:v>
                </c:pt>
                <c:pt idx="705">
                  <c:v>1.6951194651610137</c:v>
                </c:pt>
                <c:pt idx="706">
                  <c:v>1.6957671188300196</c:v>
                </c:pt>
                <c:pt idx="707">
                  <c:v>1.6964439497239994</c:v>
                </c:pt>
                <c:pt idx="708">
                  <c:v>1.6971497900860015</c:v>
                </c:pt>
                <c:pt idx="709">
                  <c:v>1.6978844731160052</c:v>
                </c:pt>
                <c:pt idx="710">
                  <c:v>1.698647832977997</c:v>
                </c:pt>
                <c:pt idx="711">
                  <c:v>1.6994397047890004</c:v>
                </c:pt>
                <c:pt idx="712">
                  <c:v>1.7002599246119985</c:v>
                </c:pt>
                <c:pt idx="713">
                  <c:v>1.7011083294540015</c:v>
                </c:pt>
                <c:pt idx="714">
                  <c:v>1.7019847572580034</c:v>
                </c:pt>
                <c:pt idx="715">
                  <c:v>1.7028890469020155</c:v>
                </c:pt>
                <c:pt idx="716">
                  <c:v>1.7038210381850263</c:v>
                </c:pt>
                <c:pt idx="717">
                  <c:v>1.7047805718309803</c:v>
                </c:pt>
                <c:pt idx="718">
                  <c:v>1.7057674894809907</c:v>
                </c:pt>
                <c:pt idx="719">
                  <c:v>1.706781633681004</c:v>
                </c:pt>
                <c:pt idx="720">
                  <c:v>1.7078228478900144</c:v>
                </c:pt>
                <c:pt idx="721">
                  <c:v>1.70818883521099</c:v>
                </c:pt>
                <c:pt idx="722">
                  <c:v>1.708581582143978</c:v>
                </c:pt>
                <c:pt idx="723">
                  <c:v>1.7090009348289925</c:v>
                </c:pt>
                <c:pt idx="724">
                  <c:v>1.7094467402880014</c:v>
                </c:pt>
                <c:pt idx="725">
                  <c:v>1.7099188464250119</c:v>
                </c:pt>
                <c:pt idx="726">
                  <c:v>1.7104171020209833</c:v>
                </c:pt>
                <c:pt idx="727">
                  <c:v>1.7109413567199852</c:v>
                </c:pt>
                <c:pt idx="728">
                  <c:v>1.7114914610370136</c:v>
                </c:pt>
                <c:pt idx="729">
                  <c:v>1.7120672663429843</c:v>
                </c:pt>
                <c:pt idx="730">
                  <c:v>1.7126686248629994</c:v>
                </c:pt>
                <c:pt idx="731">
                  <c:v>1.7132953896750109</c:v>
                </c:pt>
                <c:pt idx="732">
                  <c:v>1.713947414699021</c:v>
                </c:pt>
                <c:pt idx="733">
                  <c:v>1.7146245546940122</c:v>
                </c:pt>
                <c:pt idx="734">
                  <c:v>1.7153266652599939</c:v>
                </c:pt>
                <c:pt idx="735">
                  <c:v>1.7160536028179934</c:v>
                </c:pt>
                <c:pt idx="736">
                  <c:v>1.7168052246219929</c:v>
                </c:pt>
                <c:pt idx="737">
                  <c:v>1.7175813887459981</c:v>
                </c:pt>
                <c:pt idx="738">
                  <c:v>1.7183819540749994</c:v>
                </c:pt>
                <c:pt idx="739">
                  <c:v>1.7192067803100031</c:v>
                </c:pt>
                <c:pt idx="740">
                  <c:v>1.720055727958993</c:v>
                </c:pt>
                <c:pt idx="741">
                  <c:v>1.7209286583290009</c:v>
                </c:pt>
                <c:pt idx="742">
                  <c:v>1.7218254335250265</c:v>
                </c:pt>
                <c:pt idx="743">
                  <c:v>1.7227459164489858</c:v>
                </c:pt>
                <c:pt idx="744">
                  <c:v>1.7236899707839939</c:v>
                </c:pt>
                <c:pt idx="745">
                  <c:v>1.724657461004</c:v>
                </c:pt>
                <c:pt idx="746">
                  <c:v>1.7256482523559953</c:v>
                </c:pt>
                <c:pt idx="747">
                  <c:v>1.7266622108670049</c:v>
                </c:pt>
                <c:pt idx="748">
                  <c:v>1.7276992033330032</c:v>
                </c:pt>
                <c:pt idx="749">
                  <c:v>1.7287590973129738</c:v>
                </c:pt>
                <c:pt idx="750">
                  <c:v>1.7298417611300181</c:v>
                </c:pt>
                <c:pt idx="751">
                  <c:v>1.7303489625249995</c:v>
                </c:pt>
                <c:pt idx="752">
                  <c:v>1.7308786726700021</c:v>
                </c:pt>
                <c:pt idx="753">
                  <c:v>1.7314307621439866</c:v>
                </c:pt>
                <c:pt idx="754">
                  <c:v>1.732005102273007</c:v>
                </c:pt>
                <c:pt idx="755">
                  <c:v>1.7326015651229909</c:v>
                </c:pt>
                <c:pt idx="756">
                  <c:v>1.733220023493999</c:v>
                </c:pt>
                <c:pt idx="757">
                  <c:v>1.733860350916018</c:v>
                </c:pt>
                <c:pt idx="758">
                  <c:v>1.734522421649018</c:v>
                </c:pt>
                <c:pt idx="759">
                  <c:v>1.7352061106760175</c:v>
                </c:pt>
                <c:pt idx="760">
                  <c:v>1.7359112936960059</c:v>
                </c:pt>
                <c:pt idx="761">
                  <c:v>1.7366378471240012</c:v>
                </c:pt>
                <c:pt idx="762">
                  <c:v>1.7373856480890026</c:v>
                </c:pt>
                <c:pt idx="763">
                  <c:v>1.738154574421003</c:v>
                </c:pt>
                <c:pt idx="764">
                  <c:v>1.7389445046549952</c:v>
                </c:pt>
                <c:pt idx="765">
                  <c:v>1.7397553180239811</c:v>
                </c:pt>
                <c:pt idx="766">
                  <c:v>1.740586894458005</c:v>
                </c:pt>
                <c:pt idx="767">
                  <c:v>1.7414391145729837</c:v>
                </c:pt>
                <c:pt idx="768">
                  <c:v>1.7423118596740039</c:v>
                </c:pt>
                <c:pt idx="769">
                  <c:v>1.7432050117470226</c:v>
                </c:pt>
                <c:pt idx="770">
                  <c:v>1.7441184534590093</c:v>
                </c:pt>
                <c:pt idx="771">
                  <c:v>1.7450520681500166</c:v>
                </c:pt>
                <c:pt idx="772">
                  <c:v>1.7460057398299966</c:v>
                </c:pt>
                <c:pt idx="773">
                  <c:v>1.746979353176016</c:v>
                </c:pt>
                <c:pt idx="774">
                  <c:v>1.7479727935310052</c:v>
                </c:pt>
                <c:pt idx="775">
                  <c:v>1.7489859468939812</c:v>
                </c:pt>
                <c:pt idx="776">
                  <c:v>1.7500186999199911</c:v>
                </c:pt>
                <c:pt idx="777">
                  <c:v>1.7510709399169855</c:v>
                </c:pt>
                <c:pt idx="778">
                  <c:v>1.7521425548409866</c:v>
                </c:pt>
                <c:pt idx="779">
                  <c:v>1.7532334332910011</c:v>
                </c:pt>
                <c:pt idx="780">
                  <c:v>1.7543434645050127</c:v>
                </c:pt>
                <c:pt idx="781">
                  <c:v>1.7549605390160252</c:v>
                </c:pt>
                <c:pt idx="782">
                  <c:v>1.7555965466779924</c:v>
                </c:pt>
                <c:pt idx="783">
                  <c:v>1.7562513786339764</c:v>
                </c:pt>
                <c:pt idx="784">
                  <c:v>1.7569249266449845</c:v>
                </c:pt>
                <c:pt idx="785">
                  <c:v>1.7576170831029856</c:v>
                </c:pt>
                <c:pt idx="786">
                  <c:v>1.758327741011982</c:v>
                </c:pt>
                <c:pt idx="787">
                  <c:v>1.7590567939950006</c:v>
                </c:pt>
                <c:pt idx="788">
                  <c:v>1.7598041362840036</c:v>
                </c:pt>
                <c:pt idx="789">
                  <c:v>1.7605696627209966</c:v>
                </c:pt>
                <c:pt idx="790">
                  <c:v>1.761353268753993</c:v>
                </c:pt>
                <c:pt idx="791">
                  <c:v>1.7621548504270095</c:v>
                </c:pt>
                <c:pt idx="792">
                  <c:v>1.7629743043879955</c:v>
                </c:pt>
                <c:pt idx="793">
                  <c:v>1.7638115278739974</c:v>
                </c:pt>
                <c:pt idx="794">
                  <c:v>1.7646664187170131</c:v>
                </c:pt>
                <c:pt idx="795">
                  <c:v>1.7655388753319983</c:v>
                </c:pt>
                <c:pt idx="796">
                  <c:v>1.7664287967230052</c:v>
                </c:pt>
                <c:pt idx="797">
                  <c:v>1.7673360824710187</c:v>
                </c:pt>
                <c:pt idx="798">
                  <c:v>1.7682606327369967</c:v>
                </c:pt>
                <c:pt idx="799">
                  <c:v>1.7692023482520085</c:v>
                </c:pt>
                <c:pt idx="800">
                  <c:v>1.7701611303230038</c:v>
                </c:pt>
                <c:pt idx="801">
                  <c:v>1.7711368808220129</c:v>
                </c:pt>
                <c:pt idx="802">
                  <c:v>1.7721295021839865</c:v>
                </c:pt>
                <c:pt idx="803">
                  <c:v>1.7731388974069944</c:v>
                </c:pt>
                <c:pt idx="804">
                  <c:v>1.7741649700439837</c:v>
                </c:pt>
                <c:pt idx="805">
                  <c:v>1.7752076242079795</c:v>
                </c:pt>
                <c:pt idx="806">
                  <c:v>1.7762667645559986</c:v>
                </c:pt>
                <c:pt idx="807">
                  <c:v>1.7773422962989969</c:v>
                </c:pt>
                <c:pt idx="808">
                  <c:v>1.7784341251899889</c:v>
                </c:pt>
                <c:pt idx="809">
                  <c:v>1.7795421575259809</c:v>
                </c:pt>
                <c:pt idx="810">
                  <c:v>1.7806663001410072</c:v>
                </c:pt>
                <c:pt idx="811">
                  <c:v>1.7813672377409944</c:v>
                </c:pt>
                <c:pt idx="812">
                  <c:v>1.7820841008939965</c:v>
                </c:pt>
                <c:pt idx="813">
                  <c:v>1.782816798031007</c:v>
                </c:pt>
                <c:pt idx="814">
                  <c:v>1.7835652381129989</c:v>
                </c:pt>
                <c:pt idx="815">
                  <c:v>1.7843293306199826</c:v>
                </c:pt>
                <c:pt idx="816">
                  <c:v>1.7851089855549844</c:v>
                </c:pt>
                <c:pt idx="817">
                  <c:v>1.7859041134389884</c:v>
                </c:pt>
                <c:pt idx="818">
                  <c:v>1.7867146253069848</c:v>
                </c:pt>
                <c:pt idx="819">
                  <c:v>1.7875404327050148</c:v>
                </c:pt>
                <c:pt idx="820">
                  <c:v>1.7883814476890052</c:v>
                </c:pt>
                <c:pt idx="821">
                  <c:v>1.7892375828170088</c:v>
                </c:pt>
                <c:pt idx="822">
                  <c:v>1.7901087511540084</c:v>
                </c:pt>
                <c:pt idx="823">
                  <c:v>1.7909948662629915</c:v>
                </c:pt>
                <c:pt idx="824">
                  <c:v>1.7918958422040134</c:v>
                </c:pt>
                <c:pt idx="825">
                  <c:v>1.7928115935310132</c:v>
                </c:pt>
                <c:pt idx="826">
                  <c:v>1.7937420352899949</c:v>
                </c:pt>
                <c:pt idx="827">
                  <c:v>1.7946870830159867</c:v>
                </c:pt>
                <c:pt idx="828">
                  <c:v>1.795646652725992</c:v>
                </c:pt>
                <c:pt idx="829">
                  <c:v>1.7966206609249866</c:v>
                </c:pt>
                <c:pt idx="830">
                  <c:v>1.7976090245939815</c:v>
                </c:pt>
                <c:pt idx="831">
                  <c:v>1.798611661194002</c:v>
                </c:pt>
                <c:pt idx="832">
                  <c:v>1.799628488658982</c:v>
                </c:pt>
                <c:pt idx="833">
                  <c:v>1.8006594253969865</c:v>
                </c:pt>
                <c:pt idx="834">
                  <c:v>1.8017043902809746</c:v>
                </c:pt>
                <c:pt idx="835">
                  <c:v>1.8027633026540002</c:v>
                </c:pt>
                <c:pt idx="836">
                  <c:v>1.8038360823220216</c:v>
                </c:pt>
                <c:pt idx="837">
                  <c:v>1.8049226495520259</c:v>
                </c:pt>
                <c:pt idx="838">
                  <c:v>1.8060229250690156</c:v>
                </c:pt>
                <c:pt idx="839">
                  <c:v>1.80713683005402</c:v>
                </c:pt>
                <c:pt idx="840">
                  <c:v>1.8082642861419913</c:v>
                </c:pt>
                <c:pt idx="841">
                  <c:v>1.8090274941770019</c:v>
                </c:pt>
                <c:pt idx="842">
                  <c:v>1.8098040979310213</c:v>
                </c:pt>
                <c:pt idx="843">
                  <c:v>1.8105940203840021</c:v>
                </c:pt>
                <c:pt idx="844">
                  <c:v>1.8113971849560073</c:v>
                </c:pt>
                <c:pt idx="845">
                  <c:v>1.8122135155099954</c:v>
                </c:pt>
                <c:pt idx="846">
                  <c:v>1.8130429363430096</c:v>
                </c:pt>
                <c:pt idx="847">
                  <c:v>1.8138853721910095</c:v>
                </c:pt>
                <c:pt idx="848">
                  <c:v>1.8147407482209985</c:v>
                </c:pt>
                <c:pt idx="849">
                  <c:v>1.8156089900300003</c:v>
                </c:pt>
                <c:pt idx="850">
                  <c:v>1.8164900236440076</c:v>
                </c:pt>
                <c:pt idx="851">
                  <c:v>1.817383775513008</c:v>
                </c:pt>
                <c:pt idx="852">
                  <c:v>1.8182901725110128</c:v>
                </c:pt>
                <c:pt idx="853">
                  <c:v>1.8192091419309975</c:v>
                </c:pt>
                <c:pt idx="854">
                  <c:v>1.8201406114860106</c:v>
                </c:pt>
                <c:pt idx="855">
                  <c:v>1.8210845093030059</c:v>
                </c:pt>
                <c:pt idx="856">
                  <c:v>1.8220407639240079</c:v>
                </c:pt>
                <c:pt idx="857">
                  <c:v>1.8230093042990063</c:v>
                </c:pt>
                <c:pt idx="858">
                  <c:v>1.8239900597889971</c:v>
                </c:pt>
                <c:pt idx="859">
                  <c:v>1.8249829601610088</c:v>
                </c:pt>
                <c:pt idx="860">
                  <c:v>1.8259879355850046</c:v>
                </c:pt>
                <c:pt idx="861">
                  <c:v>1.8270049166330011</c:v>
                </c:pt>
                <c:pt idx="862">
                  <c:v>1.8280338342750042</c:v>
                </c:pt>
                <c:pt idx="863">
                  <c:v>1.8290746198790089</c:v>
                </c:pt>
                <c:pt idx="864">
                  <c:v>1.8301272052090098</c:v>
                </c:pt>
                <c:pt idx="865">
                  <c:v>1.8311915224180098</c:v>
                </c:pt>
                <c:pt idx="866">
                  <c:v>1.8322675040510035</c:v>
                </c:pt>
                <c:pt idx="867">
                  <c:v>1.833355083040999</c:v>
                </c:pt>
                <c:pt idx="868">
                  <c:v>1.8344541927069997</c:v>
                </c:pt>
                <c:pt idx="869">
                  <c:v>1.8355647667509913</c:v>
                </c:pt>
                <c:pt idx="870">
                  <c:v>1.8366867392550148</c:v>
                </c:pt>
                <c:pt idx="871">
                  <c:v>1.8374930621149872</c:v>
                </c:pt>
                <c:pt idx="872">
                  <c:v>1.8383106527369932</c:v>
                </c:pt>
                <c:pt idx="873">
                  <c:v>1.8391394463330073</c:v>
                </c:pt>
                <c:pt idx="874">
                  <c:v>1.8399793784899998</c:v>
                </c:pt>
                <c:pt idx="875">
                  <c:v>1.8408303851630023</c:v>
                </c:pt>
                <c:pt idx="876">
                  <c:v>1.8416924026769834</c:v>
                </c:pt>
                <c:pt idx="877">
                  <c:v>1.8425653677240064</c:v>
                </c:pt>
                <c:pt idx="878">
                  <c:v>1.843449217357005</c:v>
                </c:pt>
                <c:pt idx="879">
                  <c:v>1.8443438889939898</c:v>
                </c:pt>
                <c:pt idx="880">
                  <c:v>1.8452493204109999</c:v>
                </c:pt>
                <c:pt idx="881">
                  <c:v>1.8461654497409938</c:v>
                </c:pt>
                <c:pt idx="882">
                  <c:v>1.8470922154759819</c:v>
                </c:pt>
                <c:pt idx="883">
                  <c:v>1.8480295564569929</c:v>
                </c:pt>
                <c:pt idx="884">
                  <c:v>1.8489774118810089</c:v>
                </c:pt>
                <c:pt idx="885">
                  <c:v>1.8499357212930079</c:v>
                </c:pt>
                <c:pt idx="886">
                  <c:v>1.8509044245849964</c:v>
                </c:pt>
                <c:pt idx="887">
                  <c:v>1.8518834619950155</c:v>
                </c:pt>
                <c:pt idx="888">
                  <c:v>1.8528727741050091</c:v>
                </c:pt>
                <c:pt idx="889">
                  <c:v>1.8538723018369865</c:v>
                </c:pt>
                <c:pt idx="890">
                  <c:v>1.8548819864539894</c:v>
                </c:pt>
                <c:pt idx="891">
                  <c:v>1.8559017695590114</c:v>
                </c:pt>
                <c:pt idx="892">
                  <c:v>1.8569315930859887</c:v>
                </c:pt>
                <c:pt idx="893">
                  <c:v>1.8579713993069902</c:v>
                </c:pt>
                <c:pt idx="894">
                  <c:v>1.8590211308240043</c:v>
                </c:pt>
                <c:pt idx="895">
                  <c:v>1.8600807305680007</c:v>
                </c:pt>
                <c:pt idx="896">
                  <c:v>1.8611501417989871</c:v>
                </c:pt>
                <c:pt idx="897">
                  <c:v>1.8622293081059809</c:v>
                </c:pt>
                <c:pt idx="898">
                  <c:v>1.8633181733990227</c:v>
                </c:pt>
                <c:pt idx="899">
                  <c:v>1.8644166819109955</c:v>
                </c:pt>
                <c:pt idx="900">
                  <c:v>1.865524778196999</c:v>
                </c:pt>
                <c:pt idx="901">
                  <c:v>1.8663595005810123</c:v>
                </c:pt>
                <c:pt idx="902">
                  <c:v>1.8672037008030031</c:v>
                </c:pt>
                <c:pt idx="903">
                  <c:v>1.8680573243660206</c:v>
                </c:pt>
                <c:pt idx="904">
                  <c:v>1.8689203170879978</c:v>
                </c:pt>
                <c:pt idx="905">
                  <c:v>1.8697926250999899</c:v>
                </c:pt>
                <c:pt idx="906">
                  <c:v>1.8706741948400065</c:v>
                </c:pt>
                <c:pt idx="907">
                  <c:v>1.8715649730579855</c:v>
                </c:pt>
                <c:pt idx="908">
                  <c:v>1.872464906806016</c:v>
                </c:pt>
                <c:pt idx="909">
                  <c:v>1.8733739434420045</c:v>
                </c:pt>
                <c:pt idx="910">
                  <c:v>1.8742920306279984</c:v>
                </c:pt>
                <c:pt idx="911">
                  <c:v>1.8752191163250131</c:v>
                </c:pt>
                <c:pt idx="912">
                  <c:v>1.876155148794993</c:v>
                </c:pt>
                <c:pt idx="913">
                  <c:v>1.8771000765939903</c:v>
                </c:pt>
                <c:pt idx="914">
                  <c:v>1.8780538485800093</c:v>
                </c:pt>
                <c:pt idx="915">
                  <c:v>1.8790164138999899</c:v>
                </c:pt>
                <c:pt idx="916">
                  <c:v>1.8799877219920234</c:v>
                </c:pt>
                <c:pt idx="917">
                  <c:v>1.8809677225910093</c:v>
                </c:pt>
                <c:pt idx="918">
                  <c:v>1.8819563657149843</c:v>
                </c:pt>
                <c:pt idx="919">
                  <c:v>1.8829536016739894</c:v>
                </c:pt>
                <c:pt idx="920">
                  <c:v>1.8839593810609756</c:v>
                </c:pt>
                <c:pt idx="921">
                  <c:v>1.8849736547520024</c:v>
                </c:pt>
                <c:pt idx="922">
                  <c:v>1.8859963739080001</c:v>
                </c:pt>
                <c:pt idx="923">
                  <c:v>1.887027489969995</c:v>
                </c:pt>
                <c:pt idx="924">
                  <c:v>1.8880669546589957</c:v>
                </c:pt>
                <c:pt idx="925">
                  <c:v>1.8891147199719853</c:v>
                </c:pt>
                <c:pt idx="926">
                  <c:v>1.8901707381810127</c:v>
                </c:pt>
                <c:pt idx="927">
                  <c:v>1.8912349618370001</c:v>
                </c:pt>
                <c:pt idx="928">
                  <c:v>1.8923073437579774</c:v>
                </c:pt>
                <c:pt idx="929">
                  <c:v>1.8933878370390005</c:v>
                </c:pt>
                <c:pt idx="930">
                  <c:v>1.8944763950399874</c:v>
                </c:pt>
                <c:pt idx="931">
                  <c:v>1.8953269656999794</c:v>
                </c:pt>
                <c:pt idx="932">
                  <c:v>1.8961855086059813</c:v>
                </c:pt>
                <c:pt idx="933">
                  <c:v>1.8970519779219899</c:v>
                </c:pt>
                <c:pt idx="934">
                  <c:v>1.8979263280720033</c:v>
                </c:pt>
                <c:pt idx="935">
                  <c:v>1.8988085137440009</c:v>
                </c:pt>
                <c:pt idx="936">
                  <c:v>1.8996984898849973</c:v>
                </c:pt>
                <c:pt idx="937">
                  <c:v>1.9005962117040269</c:v>
                </c:pt>
                <c:pt idx="938">
                  <c:v>1.9015016346630205</c:v>
                </c:pt>
                <c:pt idx="939">
                  <c:v>1.902414714483001</c:v>
                </c:pt>
                <c:pt idx="940">
                  <c:v>1.9033354071400197</c:v>
                </c:pt>
                <c:pt idx="941">
                  <c:v>1.9042636688620007</c:v>
                </c:pt>
                <c:pt idx="942">
                  <c:v>1.9051994561290257</c:v>
                </c:pt>
                <c:pt idx="943">
                  <c:v>1.9061427256719981</c:v>
                </c:pt>
                <c:pt idx="944">
                  <c:v>1.9070934344690045</c:v>
                </c:pt>
                <c:pt idx="945">
                  <c:v>1.9080515397450029</c:v>
                </c:pt>
                <c:pt idx="946">
                  <c:v>1.9090169989740104</c:v>
                </c:pt>
                <c:pt idx="947">
                  <c:v>1.9099897698730217</c:v>
                </c:pt>
                <c:pt idx="948">
                  <c:v>1.9109698104000188</c:v>
                </c:pt>
                <c:pt idx="949">
                  <c:v>1.9119570787590021</c:v>
                </c:pt>
                <c:pt idx="950">
                  <c:v>1.912951533392004</c:v>
                </c:pt>
                <c:pt idx="951">
                  <c:v>1.9139531329770136</c:v>
                </c:pt>
                <c:pt idx="952">
                  <c:v>1.9149618364340029</c:v>
                </c:pt>
                <c:pt idx="953">
                  <c:v>1.9159776029190141</c:v>
                </c:pt>
                <c:pt idx="954">
                  <c:v>1.9170003918200109</c:v>
                </c:pt>
                <c:pt idx="955">
                  <c:v>1.9180301627600045</c:v>
                </c:pt>
                <c:pt idx="956">
                  <c:v>1.9190668755960019</c:v>
                </c:pt>
                <c:pt idx="957">
                  <c:v>1.9201104904109911</c:v>
                </c:pt>
                <c:pt idx="958">
                  <c:v>1.9211609675230079</c:v>
                </c:pt>
                <c:pt idx="959">
                  <c:v>1.922218267473994</c:v>
                </c:pt>
                <c:pt idx="960">
                  <c:v>1.9232823510359935</c:v>
                </c:pt>
                <c:pt idx="961">
                  <c:v>1.9241384367349781</c:v>
                </c:pt>
                <c:pt idx="962">
                  <c:v>1.9250012282620048</c:v>
                </c:pt>
                <c:pt idx="963">
                  <c:v>1.9258706870569995</c:v>
                </c:pt>
                <c:pt idx="964">
                  <c:v>1.9267467747880005</c:v>
                </c:pt>
                <c:pt idx="965">
                  <c:v>1.9276294533399891</c:v>
                </c:pt>
                <c:pt idx="966">
                  <c:v>1.9285186848169928</c:v>
                </c:pt>
                <c:pt idx="967">
                  <c:v>1.9294144315419999</c:v>
                </c:pt>
                <c:pt idx="968">
                  <c:v>1.930316656052014</c:v>
                </c:pt>
                <c:pt idx="969">
                  <c:v>1.9312253211049892</c:v>
                </c:pt>
                <c:pt idx="970">
                  <c:v>1.9321403896660172</c:v>
                </c:pt>
                <c:pt idx="971">
                  <c:v>1.9330618249209977</c:v>
                </c:pt>
                <c:pt idx="972">
                  <c:v>1.9339895902590172</c:v>
                </c:pt>
                <c:pt idx="973">
                  <c:v>1.9349236492849968</c:v>
                </c:pt>
                <c:pt idx="974">
                  <c:v>1.9358639658129846</c:v>
                </c:pt>
                <c:pt idx="975">
                  <c:v>1.9368105038630006</c:v>
                </c:pt>
                <c:pt idx="976">
                  <c:v>1.9377632276639929</c:v>
                </c:pt>
                <c:pt idx="977">
                  <c:v>1.9387221016490059</c:v>
                </c:pt>
                <c:pt idx="978">
                  <c:v>1.9396870904560046</c:v>
                </c:pt>
                <c:pt idx="979">
                  <c:v>1.9406581589259986</c:v>
                </c:pt>
                <c:pt idx="980">
                  <c:v>1.9416352721050032</c:v>
                </c:pt>
                <c:pt idx="981">
                  <c:v>1.9426183952340068</c:v>
                </c:pt>
                <c:pt idx="982">
                  <c:v>1.9436074937599983</c:v>
                </c:pt>
                <c:pt idx="983">
                  <c:v>1.9446025333250248</c:v>
                </c:pt>
                <c:pt idx="984">
                  <c:v>1.9456034797690052</c:v>
                </c:pt>
                <c:pt idx="985">
                  <c:v>1.9466102991320042</c:v>
                </c:pt>
                <c:pt idx="986">
                  <c:v>1.9476229576440005</c:v>
                </c:pt>
                <c:pt idx="987">
                  <c:v>1.9486414217309971</c:v>
                </c:pt>
                <c:pt idx="988">
                  <c:v>1.9496656580130036</c:v>
                </c:pt>
                <c:pt idx="989">
                  <c:v>1.95069563330199</c:v>
                </c:pt>
                <c:pt idx="990">
                  <c:v>1.9517313146010054</c:v>
                </c:pt>
                <c:pt idx="991">
                  <c:v>1.9525845772480181</c:v>
                </c:pt>
                <c:pt idx="992">
                  <c:v>1.9534434804759826</c:v>
                </c:pt>
                <c:pt idx="993">
                  <c:v>1.9543079918549893</c:v>
                </c:pt>
                <c:pt idx="994">
                  <c:v>1.9551780791390172</c:v>
                </c:pt>
                <c:pt idx="995">
                  <c:v>1.9560537102670139</c:v>
                </c:pt>
                <c:pt idx="996">
                  <c:v>1.9569348533639754</c:v>
                </c:pt>
                <c:pt idx="997">
                  <c:v>1.9578214767379905</c:v>
                </c:pt>
                <c:pt idx="998">
                  <c:v>1.9587135488789897</c:v>
                </c:pt>
                <c:pt idx="999">
                  <c:v>1.9596110384570125</c:v>
                </c:pt>
                <c:pt idx="1000">
                  <c:v>1.9605139143240251</c:v>
                </c:pt>
                <c:pt idx="1001">
                  <c:v>1.9614221455099994</c:v>
                </c:pt>
                <c:pt idx="1002">
                  <c:v>1.9623357012249869</c:v>
                </c:pt>
                <c:pt idx="1003">
                  <c:v>1.9632545508510191</c:v>
                </c:pt>
                <c:pt idx="1004">
                  <c:v>1.9641786639519978</c:v>
                </c:pt>
                <c:pt idx="1005">
                  <c:v>1.9651080102649985</c:v>
                </c:pt>
                <c:pt idx="1006">
                  <c:v>1.966042559698991</c:v>
                </c:pt>
                <c:pt idx="1007">
                  <c:v>1.9669822823379945</c:v>
                </c:pt>
                <c:pt idx="1008">
                  <c:v>1.9679271484370133</c:v>
                </c:pt>
                <c:pt idx="1009">
                  <c:v>1.9688771284230029</c:v>
                </c:pt>
                <c:pt idx="1010">
                  <c:v>1.9698321928919995</c:v>
                </c:pt>
                <c:pt idx="1011">
                  <c:v>1.9707923126109961</c:v>
                </c:pt>
                <c:pt idx="1012">
                  <c:v>1.9717574585120019</c:v>
                </c:pt>
                <c:pt idx="1013">
                  <c:v>1.9727276016969881</c:v>
                </c:pt>
                <c:pt idx="1014">
                  <c:v>1.9737027134310097</c:v>
                </c:pt>
                <c:pt idx="1015">
                  <c:v>1.974682765148998</c:v>
                </c:pt>
                <c:pt idx="1016">
                  <c:v>1.9756677284460125</c:v>
                </c:pt>
                <c:pt idx="1017">
                  <c:v>1.9766575750819868</c:v>
                </c:pt>
                <c:pt idx="1018">
                  <c:v>1.9776522769790006</c:v>
                </c:pt>
                <c:pt idx="1019">
                  <c:v>1.978651806220995</c:v>
                </c:pt>
                <c:pt idx="1020">
                  <c:v>1.979656135051016</c:v>
                </c:pt>
                <c:pt idx="1021">
                  <c:v>1.9804996945430275</c:v>
                </c:pt>
                <c:pt idx="1022">
                  <c:v>1.9813479985910192</c:v>
                </c:pt>
                <c:pt idx="1023">
                  <c:v>1.9822010199119973</c:v>
                </c:pt>
                <c:pt idx="1024">
                  <c:v>1.9830587313859951</c:v>
                </c:pt>
                <c:pt idx="1025">
                  <c:v>1.9839211060439936</c:v>
                </c:pt>
                <c:pt idx="1026">
                  <c:v>1.9847881170749986</c:v>
                </c:pt>
                <c:pt idx="1027">
                  <c:v>1.9856597378210097</c:v>
                </c:pt>
                <c:pt idx="1028">
                  <c:v>1.9865359417770208</c:v>
                </c:pt>
                <c:pt idx="1029">
                  <c:v>1.9874167025909912</c:v>
                </c:pt>
                <c:pt idx="1030">
                  <c:v>1.9883019940629936</c:v>
                </c:pt>
                <c:pt idx="1031">
                  <c:v>1.9891917901410068</c:v>
                </c:pt>
                <c:pt idx="1032">
                  <c:v>1.9900860649260039</c:v>
                </c:pt>
                <c:pt idx="1033">
                  <c:v>1.9909847926680015</c:v>
                </c:pt>
                <c:pt idx="1034">
                  <c:v>1.9918879477610005</c:v>
                </c:pt>
                <c:pt idx="1035">
                  <c:v>1.9927955047500063</c:v>
                </c:pt>
                <c:pt idx="1036">
                  <c:v>1.9937074383270215</c:v>
                </c:pt>
                <c:pt idx="1037">
                  <c:v>1.9946237233249917</c:v>
                </c:pt>
                <c:pt idx="1038">
                  <c:v>1.9955443347279811</c:v>
                </c:pt>
                <c:pt idx="1039">
                  <c:v>1.9964692476559946</c:v>
                </c:pt>
                <c:pt idx="1040">
                  <c:v>1.9973984373800135</c:v>
                </c:pt>
                <c:pt idx="1041">
                  <c:v>1.9983318793080116</c:v>
                </c:pt>
                <c:pt idx="1042">
                  <c:v>1.9992695489910091</c:v>
                </c:pt>
                <c:pt idx="1043">
                  <c:v>2.0002114221209979</c:v>
                </c:pt>
                <c:pt idx="1044">
                  <c:v>2.0011574745299754</c:v>
                </c:pt>
                <c:pt idx="1045">
                  <c:v>2.0021076821859936</c:v>
                </c:pt>
                <c:pt idx="1046">
                  <c:v>2.0030620211999803</c:v>
                </c:pt>
                <c:pt idx="1047">
                  <c:v>2.004020467815991</c:v>
                </c:pt>
                <c:pt idx="1048">
                  <c:v>2.004982998417006</c:v>
                </c:pt>
                <c:pt idx="1049">
                  <c:v>2.0059495895220039</c:v>
                </c:pt>
                <c:pt idx="1050">
                  <c:v>2.006920217783005</c:v>
                </c:pt>
                <c:pt idx="1051">
                  <c:v>2.0077493066210081</c:v>
                </c:pt>
                <c:pt idx="1052">
                  <c:v>2.0085823863229848</c:v>
                </c:pt>
                <c:pt idx="1053">
                  <c:v>2.0094194339430089</c:v>
                </c:pt>
                <c:pt idx="1054">
                  <c:v>2.0102604266689923</c:v>
                </c:pt>
                <c:pt idx="1055">
                  <c:v>2.0111053418139875</c:v>
                </c:pt>
                <c:pt idx="1056">
                  <c:v>2.0119541568280113</c:v>
                </c:pt>
                <c:pt idx="1057">
                  <c:v>2.0128068492859938</c:v>
                </c:pt>
                <c:pt idx="1058">
                  <c:v>2.0136633968950264</c:v>
                </c:pt>
                <c:pt idx="1059">
                  <c:v>2.0145237774879945</c:v>
                </c:pt>
                <c:pt idx="1060">
                  <c:v>2.0153879690269889</c:v>
                </c:pt>
                <c:pt idx="1061">
                  <c:v>2.0162559496000085</c:v>
                </c:pt>
                <c:pt idx="1062">
                  <c:v>2.017127697422012</c:v>
                </c:pt>
                <c:pt idx="1063">
                  <c:v>2.0180031908300009</c:v>
                </c:pt>
                <c:pt idx="1064">
                  <c:v>2.018882408291006</c:v>
                </c:pt>
                <c:pt idx="1065">
                  <c:v>2.0197653283889849</c:v>
                </c:pt>
                <c:pt idx="1066">
                  <c:v>2.0206519298379817</c:v>
                </c:pt>
                <c:pt idx="1067">
                  <c:v>2.0215421914699903</c:v>
                </c:pt>
                <c:pt idx="1068">
                  <c:v>2.0224360922399853</c:v>
                </c:pt>
                <c:pt idx="1069">
                  <c:v>2.0233336112240181</c:v>
                </c:pt>
                <c:pt idx="1070">
                  <c:v>2.0242347276179942</c:v>
                </c:pt>
                <c:pt idx="1071">
                  <c:v>2.025139420737986</c:v>
                </c:pt>
                <c:pt idx="1072">
                  <c:v>2.0260476700190111</c:v>
                </c:pt>
                <c:pt idx="1073">
                  <c:v>2.0269594550140084</c:v>
                </c:pt>
                <c:pt idx="1074">
                  <c:v>2.0278747553950041</c:v>
                </c:pt>
                <c:pt idx="1075">
                  <c:v>2.0287935509460056</c:v>
                </c:pt>
                <c:pt idx="1076">
                  <c:v>2.0297158215740012</c:v>
                </c:pt>
                <c:pt idx="1077">
                  <c:v>2.0306415472959998</c:v>
                </c:pt>
                <c:pt idx="1078">
                  <c:v>2.0315707082480117</c:v>
                </c:pt>
                <c:pt idx="1079">
                  <c:v>2.0325032846780005</c:v>
                </c:pt>
                <c:pt idx="1080">
                  <c:v>2.0334392569459965</c:v>
                </c:pt>
                <c:pt idx="1081">
                  <c:v>2.0342494525409904</c:v>
                </c:pt>
                <c:pt idx="1082">
                  <c:v>2.0350630050369887</c:v>
                </c:pt>
                <c:pt idx="1083">
                  <c:v>2.035879895134002</c:v>
                </c:pt>
                <c:pt idx="1084">
                  <c:v>2.036700103639987</c:v>
                </c:pt>
                <c:pt idx="1085">
                  <c:v>2.0375236114769848</c:v>
                </c:pt>
                <c:pt idx="1086">
                  <c:v>2.038350399671998</c:v>
                </c:pt>
                <c:pt idx="1087">
                  <c:v>2.0391804493669952</c:v>
                </c:pt>
                <c:pt idx="1088">
                  <c:v>2.0400137418070017</c:v>
                </c:pt>
                <c:pt idx="1089">
                  <c:v>2.0408502583480015</c:v>
                </c:pt>
                <c:pt idx="1090">
                  <c:v>2.0416899804530146</c:v>
                </c:pt>
                <c:pt idx="1091">
                  <c:v>2.0425328896889994</c:v>
                </c:pt>
                <c:pt idx="1092">
                  <c:v>2.0433789677329912</c:v>
                </c:pt>
                <c:pt idx="1093">
                  <c:v>2.0442281963640028</c:v>
                </c:pt>
                <c:pt idx="1094">
                  <c:v>2.045080557466008</c:v>
                </c:pt>
                <c:pt idx="1095">
                  <c:v>2.0459360330299887</c:v>
                </c:pt>
                <c:pt idx="1096">
                  <c:v>2.0467946051479942</c:v>
                </c:pt>
                <c:pt idx="1097">
                  <c:v>2.0476562560159834</c:v>
                </c:pt>
                <c:pt idx="1098">
                  <c:v>2.0485209679320064</c:v>
                </c:pt>
                <c:pt idx="1099">
                  <c:v>2.0493887232950101</c:v>
                </c:pt>
                <c:pt idx="1100">
                  <c:v>2.0502595046069985</c:v>
                </c:pt>
                <c:pt idx="1101">
                  <c:v>2.0511332944680021</c:v>
                </c:pt>
                <c:pt idx="1102">
                  <c:v>2.0520100755819897</c:v>
                </c:pt>
                <c:pt idx="1103">
                  <c:v>2.0528898307470058</c:v>
                </c:pt>
                <c:pt idx="1104">
                  <c:v>2.0537725428669944</c:v>
                </c:pt>
                <c:pt idx="1105">
                  <c:v>2.0546581949369909</c:v>
                </c:pt>
                <c:pt idx="1106">
                  <c:v>2.0555467700550025</c:v>
                </c:pt>
                <c:pt idx="1107">
                  <c:v>2.0564382514139936</c:v>
                </c:pt>
                <c:pt idx="1108">
                  <c:v>2.0573326223030222</c:v>
                </c:pt>
                <c:pt idx="1109">
                  <c:v>2.0582298661080074</c:v>
                </c:pt>
                <c:pt idx="1110">
                  <c:v>2.0591299663120139</c:v>
                </c:pt>
                <c:pt idx="1111">
                  <c:v>2.0599186163449872</c:v>
                </c:pt>
                <c:pt idx="1112">
                  <c:v>2.060710090023008</c:v>
                </c:pt>
                <c:pt idx="1113">
                  <c:v>2.0615043711129886</c:v>
                </c:pt>
                <c:pt idx="1114">
                  <c:v>2.0623014434699769</c:v>
                </c:pt>
                <c:pt idx="1115">
                  <c:v>2.0631012910459958</c:v>
                </c:pt>
                <c:pt idx="1116">
                  <c:v>2.0639038978860071</c:v>
                </c:pt>
                <c:pt idx="1117">
                  <c:v>2.0647092481229947</c:v>
                </c:pt>
                <c:pt idx="1118">
                  <c:v>2.0655173259839898</c:v>
                </c:pt>
                <c:pt idx="1119">
                  <c:v>2.0663281157849838</c:v>
                </c:pt>
                <c:pt idx="1120">
                  <c:v>2.067141601934992</c:v>
                </c:pt>
                <c:pt idx="1121">
                  <c:v>2.0679577689279824</c:v>
                </c:pt>
                <c:pt idx="1122">
                  <c:v>2.068776601351999</c:v>
                </c:pt>
                <c:pt idx="1123">
                  <c:v>2.0695980838810044</c:v>
                </c:pt>
                <c:pt idx="1124">
                  <c:v>2.0704222012780065</c:v>
                </c:pt>
                <c:pt idx="1125">
                  <c:v>2.0712489383930119</c:v>
                </c:pt>
                <c:pt idx="1126">
                  <c:v>2.0720782801620032</c:v>
                </c:pt>
                <c:pt idx="1127">
                  <c:v>2.0729102116110028</c:v>
                </c:pt>
                <c:pt idx="1128">
                  <c:v>2.0737447178489958</c:v>
                </c:pt>
                <c:pt idx="1129">
                  <c:v>2.0745817840710004</c:v>
                </c:pt>
                <c:pt idx="1130">
                  <c:v>2.0754213955590046</c:v>
                </c:pt>
                <c:pt idx="1131">
                  <c:v>2.0762635376779883</c:v>
                </c:pt>
                <c:pt idx="1132">
                  <c:v>2.0771081958770026</c:v>
                </c:pt>
                <c:pt idx="1133">
                  <c:v>2.0779553556899941</c:v>
                </c:pt>
                <c:pt idx="1134">
                  <c:v>2.0788050027340148</c:v>
                </c:pt>
                <c:pt idx="1135">
                  <c:v>2.0796571227070046</c:v>
                </c:pt>
                <c:pt idx="1136">
                  <c:v>2.0805117013899803</c:v>
                </c:pt>
                <c:pt idx="1137">
                  <c:v>2.0813687246470067</c:v>
                </c:pt>
                <c:pt idx="1138">
                  <c:v>2.0822281784219854</c:v>
                </c:pt>
                <c:pt idx="1139">
                  <c:v>2.0830900487400186</c:v>
                </c:pt>
                <c:pt idx="1140">
                  <c:v>2.0839543217070116</c:v>
                </c:pt>
                <c:pt idx="1141">
                  <c:v>2.0847184811370028</c:v>
                </c:pt>
                <c:pt idx="1142">
                  <c:v>2.0854850156650002</c:v>
                </c:pt>
                <c:pt idx="1143">
                  <c:v>2.0862539116359926</c:v>
                </c:pt>
                <c:pt idx="1144">
                  <c:v>2.0870251554729862</c:v>
                </c:pt>
                <c:pt idx="1145">
                  <c:v>2.0877987336749868</c:v>
                </c:pt>
                <c:pt idx="1146">
                  <c:v>2.0885746328210075</c:v>
                </c:pt>
                <c:pt idx="1147">
                  <c:v>2.0893528395660041</c:v>
                </c:pt>
                <c:pt idx="1148">
                  <c:v>2.090133340640989</c:v>
                </c:pt>
                <c:pt idx="1149">
                  <c:v>2.0909161228559867</c:v>
                </c:pt>
                <c:pt idx="1150">
                  <c:v>2.0917011730929858</c:v>
                </c:pt>
                <c:pt idx="1151">
                  <c:v>2.0924884783139817</c:v>
                </c:pt>
                <c:pt idx="1152">
                  <c:v>2.0932780255510011</c:v>
                </c:pt>
                <c:pt idx="1153">
                  <c:v>2.0940698019149977</c:v>
                </c:pt>
                <c:pt idx="1154">
                  <c:v>2.0948637945869848</c:v>
                </c:pt>
                <c:pt idx="1155">
                  <c:v>2.095659990826988</c:v>
                </c:pt>
                <c:pt idx="1156">
                  <c:v>2.0964583779609995</c:v>
                </c:pt>
                <c:pt idx="1157">
                  <c:v>2.0972589433959854</c:v>
                </c:pt>
                <c:pt idx="1158">
                  <c:v>2.0980616746039971</c:v>
                </c:pt>
                <c:pt idx="1159">
                  <c:v>2.0988665591339952</c:v>
                </c:pt>
                <c:pt idx="1160">
                  <c:v>2.0996735846050001</c:v>
                </c:pt>
                <c:pt idx="1161">
                  <c:v>2.1004827387079956</c:v>
                </c:pt>
                <c:pt idx="1162">
                  <c:v>2.1012940092009842</c:v>
                </c:pt>
                <c:pt idx="1163">
                  <c:v>2.102107383918991</c:v>
                </c:pt>
                <c:pt idx="1164">
                  <c:v>2.1029228507609901</c:v>
                </c:pt>
                <c:pt idx="1165">
                  <c:v>2.1037403976980045</c:v>
                </c:pt>
                <c:pt idx="1166">
                  <c:v>2.1045600127710031</c:v>
                </c:pt>
                <c:pt idx="1167">
                  <c:v>2.1053816840880017</c:v>
                </c:pt>
                <c:pt idx="1168">
                  <c:v>2.1062053998269903</c:v>
                </c:pt>
                <c:pt idx="1169">
                  <c:v>2.1070311482309876</c:v>
                </c:pt>
                <c:pt idx="1170">
                  <c:v>2.1078589176159994</c:v>
                </c:pt>
                <c:pt idx="1171">
                  <c:v>2.1085974692479965</c:v>
                </c:pt>
                <c:pt idx="1172">
                  <c:v>2.1093380186869979</c:v>
                </c:pt>
                <c:pt idx="1173">
                  <c:v>2.1100805544429875</c:v>
                </c:pt>
                <c:pt idx="1174">
                  <c:v>2.1108250650999878</c:v>
                </c:pt>
                <c:pt idx="1175">
                  <c:v>2.1115715392989785</c:v>
                </c:pt>
                <c:pt idx="1176">
                  <c:v>2.1123199657509986</c:v>
                </c:pt>
                <c:pt idx="1177">
                  <c:v>2.113070333231974</c:v>
                </c:pt>
                <c:pt idx="1178">
                  <c:v>2.113822630579989</c:v>
                </c:pt>
                <c:pt idx="1179">
                  <c:v>2.1145768466999755</c:v>
                </c:pt>
                <c:pt idx="1180">
                  <c:v>2.1153329705599901</c:v>
                </c:pt>
                <c:pt idx="1181">
                  <c:v>2.1160909911899921</c:v>
                </c:pt>
                <c:pt idx="1182">
                  <c:v>2.116850897684003</c:v>
                </c:pt>
                <c:pt idx="1183">
                  <c:v>2.1176126792009882</c:v>
                </c:pt>
                <c:pt idx="1184">
                  <c:v>2.1183763249559888</c:v>
                </c:pt>
                <c:pt idx="1185">
                  <c:v>2.1191418242349869</c:v>
                </c:pt>
                <c:pt idx="1186">
                  <c:v>2.1199091663760044</c:v>
                </c:pt>
                <c:pt idx="1187">
                  <c:v>2.1206783407869807</c:v>
                </c:pt>
                <c:pt idx="1188">
                  <c:v>2.1214493369299987</c:v>
                </c:pt>
                <c:pt idx="1189">
                  <c:v>2.1222221443329943</c:v>
                </c:pt>
                <c:pt idx="1190">
                  <c:v>2.1229967525799793</c:v>
                </c:pt>
                <c:pt idx="1191">
                  <c:v>2.1237731513179767</c:v>
                </c:pt>
                <c:pt idx="1192">
                  <c:v>2.1245513302500001</c:v>
                </c:pt>
                <c:pt idx="1193">
                  <c:v>2.1253312791429835</c:v>
                </c:pt>
                <c:pt idx="1194">
                  <c:v>2.1261129878180043</c:v>
                </c:pt>
                <c:pt idx="1195">
                  <c:v>2.1268964461579856</c:v>
                </c:pt>
                <c:pt idx="1196">
                  <c:v>2.1276816441019832</c:v>
                </c:pt>
                <c:pt idx="1197">
                  <c:v>2.1284685716499894</c:v>
                </c:pt>
                <c:pt idx="1198">
                  <c:v>2.1292572188539793</c:v>
                </c:pt>
                <c:pt idx="1199">
                  <c:v>2.1300475758289963</c:v>
                </c:pt>
                <c:pt idx="1200">
                  <c:v>2.1308396327440278</c:v>
                </c:pt>
                <c:pt idx="1201">
                  <c:v>2.1315513779249784</c:v>
                </c:pt>
                <c:pt idx="1202">
                  <c:v>2.1322648035539942</c:v>
                </c:pt>
                <c:pt idx="1203">
                  <c:v>2.1329798999680065</c:v>
                </c:pt>
                <c:pt idx="1204">
                  <c:v>2.1336966575599945</c:v>
                </c:pt>
                <c:pt idx="1205">
                  <c:v>2.1344150667790132</c:v>
                </c:pt>
                <c:pt idx="1206">
                  <c:v>2.1351351181299947</c:v>
                </c:pt>
                <c:pt idx="1207">
                  <c:v>2.1358568021690019</c:v>
                </c:pt>
                <c:pt idx="1208">
                  <c:v>2.1365801095089978</c:v>
                </c:pt>
                <c:pt idx="1209">
                  <c:v>2.1373050308179984</c:v>
                </c:pt>
                <c:pt idx="1210">
                  <c:v>2.1380315568139849</c:v>
                </c:pt>
                <c:pt idx="1211">
                  <c:v>2.1387596782720095</c:v>
                </c:pt>
                <c:pt idx="1212">
                  <c:v>2.1394893860179991</c:v>
                </c:pt>
                <c:pt idx="1213">
                  <c:v>2.1402206709310008</c:v>
                </c:pt>
                <c:pt idx="1214">
                  <c:v>2.1409535239440061</c:v>
                </c:pt>
                <c:pt idx="1215">
                  <c:v>2.1416879360390055</c:v>
                </c:pt>
                <c:pt idx="1216">
                  <c:v>2.1424238982540089</c:v>
                </c:pt>
                <c:pt idx="1217">
                  <c:v>2.1431614016729839</c:v>
                </c:pt>
                <c:pt idx="1218">
                  <c:v>2.1439004374369972</c:v>
                </c:pt>
                <c:pt idx="1219">
                  <c:v>2.1446409967350064</c:v>
                </c:pt>
                <c:pt idx="1220">
                  <c:v>2.1453830708059911</c:v>
                </c:pt>
                <c:pt idx="1221">
                  <c:v>2.1461266509419943</c:v>
                </c:pt>
                <c:pt idx="1222">
                  <c:v>2.1468717284830063</c:v>
                </c:pt>
                <c:pt idx="1223">
                  <c:v>2.1476182948190115</c:v>
                </c:pt>
                <c:pt idx="1224">
                  <c:v>2.1483663413890213</c:v>
                </c:pt>
                <c:pt idx="1225">
                  <c:v>2.1491158596840023</c:v>
                </c:pt>
                <c:pt idx="1226">
                  <c:v>2.1498668412409927</c:v>
                </c:pt>
                <c:pt idx="1227">
                  <c:v>2.1506192776469959</c:v>
                </c:pt>
                <c:pt idx="1228">
                  <c:v>2.1513731605359965</c:v>
                </c:pt>
                <c:pt idx="1229">
                  <c:v>2.152128481592996</c:v>
                </c:pt>
                <c:pt idx="1230">
                  <c:v>2.1528852325470211</c:v>
                </c:pt>
                <c:pt idx="1231">
                  <c:v>2.1535696034700038</c:v>
                </c:pt>
                <c:pt idx="1232">
                  <c:v>2.1542553878940112</c:v>
                </c:pt>
                <c:pt idx="1233">
                  <c:v>2.1549425776929922</c:v>
                </c:pt>
                <c:pt idx="1234">
                  <c:v>2.1556311647869961</c:v>
                </c:pt>
                <c:pt idx="1235">
                  <c:v>2.1563211411410066</c:v>
                </c:pt>
                <c:pt idx="1236">
                  <c:v>2.1570124987669885</c:v>
                </c:pt>
                <c:pt idx="1237">
                  <c:v>2.1577052297230068</c:v>
                </c:pt>
                <c:pt idx="1238">
                  <c:v>2.158399326112999</c:v>
                </c:pt>
                <c:pt idx="1239">
                  <c:v>2.1590947800879974</c:v>
                </c:pt>
                <c:pt idx="1240">
                  <c:v>2.1597915838380004</c:v>
                </c:pt>
                <c:pt idx="1241">
                  <c:v>2.1604897296059846</c:v>
                </c:pt>
                <c:pt idx="1242">
                  <c:v>2.1611892096750012</c:v>
                </c:pt>
                <c:pt idx="1243">
                  <c:v>2.1618900163709895</c:v>
                </c:pt>
                <c:pt idx="1244">
                  <c:v>2.162592142069002</c:v>
                </c:pt>
                <c:pt idx="1245">
                  <c:v>2.163295579183</c:v>
                </c:pt>
                <c:pt idx="1246">
                  <c:v>2.1640003201730167</c:v>
                </c:pt>
                <c:pt idx="1247">
                  <c:v>2.1647063575450147</c:v>
                </c:pt>
                <c:pt idx="1248">
                  <c:v>2.1654136838410238</c:v>
                </c:pt>
                <c:pt idx="1249">
                  <c:v>2.1661222916509928</c:v>
                </c:pt>
                <c:pt idx="1250">
                  <c:v>2.166832173610004</c:v>
                </c:pt>
                <c:pt idx="1251">
                  <c:v>2.167543322387985</c:v>
                </c:pt>
                <c:pt idx="1252">
                  <c:v>2.1682557307030095</c:v>
                </c:pt>
                <c:pt idx="1253">
                  <c:v>2.1689693913120038</c:v>
                </c:pt>
                <c:pt idx="1254">
                  <c:v>2.1696842970160048</c:v>
                </c:pt>
                <c:pt idx="1255">
                  <c:v>2.1704004406560102</c:v>
                </c:pt>
                <c:pt idx="1256">
                  <c:v>2.1711178151120123</c:v>
                </c:pt>
                <c:pt idx="1257">
                  <c:v>2.1718364133089949</c:v>
                </c:pt>
                <c:pt idx="1258">
                  <c:v>2.1725562282109934</c:v>
                </c:pt>
                <c:pt idx="1259">
                  <c:v>2.1732772528220039</c:v>
                </c:pt>
                <c:pt idx="1260">
                  <c:v>2.1739994801859837</c:v>
                </c:pt>
                <c:pt idx="1261">
                  <c:v>2.1746567893580107</c:v>
                </c:pt>
                <c:pt idx="1262">
                  <c:v>2.1753152874919977</c:v>
                </c:pt>
                <c:pt idx="1263">
                  <c:v>2.1759749677509888</c:v>
                </c:pt>
                <c:pt idx="1264">
                  <c:v>2.1766358233399785</c:v>
                </c:pt>
                <c:pt idx="1265">
                  <c:v>2.1772978475000002</c:v>
                </c:pt>
                <c:pt idx="1266">
                  <c:v>2.1779610335120196</c:v>
                </c:pt>
                <c:pt idx="1267">
                  <c:v>2.1786253746950024</c:v>
                </c:pt>
                <c:pt idx="1268">
                  <c:v>2.1792908644090119</c:v>
                </c:pt>
                <c:pt idx="1269">
                  <c:v>2.1799574960490133</c:v>
                </c:pt>
                <c:pt idx="1270">
                  <c:v>2.1806252630489951</c:v>
                </c:pt>
                <c:pt idx="1271">
                  <c:v>2.181294158881002</c:v>
                </c:pt>
                <c:pt idx="1272">
                  <c:v>2.1819641770559883</c:v>
                </c:pt>
                <c:pt idx="1273">
                  <c:v>2.182635311118986</c:v>
                </c:pt>
                <c:pt idx="1274">
                  <c:v>2.1833075546549878</c:v>
                </c:pt>
                <c:pt idx="1275">
                  <c:v>2.1839809012840021</c:v>
                </c:pt>
                <c:pt idx="1276">
                  <c:v>2.184655344664975</c:v>
                </c:pt>
                <c:pt idx="1277">
                  <c:v>2.1853308784899923</c:v>
                </c:pt>
                <c:pt idx="1278">
                  <c:v>2.1860074964920102</c:v>
                </c:pt>
                <c:pt idx="1279">
                  <c:v>2.1866851924339983</c:v>
                </c:pt>
                <c:pt idx="1280">
                  <c:v>2.1873639601199955</c:v>
                </c:pt>
                <c:pt idx="1281">
                  <c:v>2.1880437933870098</c:v>
                </c:pt>
                <c:pt idx="1282">
                  <c:v>2.1887246861099925</c:v>
                </c:pt>
                <c:pt idx="1283">
                  <c:v>2.1894066321939931</c:v>
                </c:pt>
                <c:pt idx="1284">
                  <c:v>2.1900896255859834</c:v>
                </c:pt>
                <c:pt idx="1285">
                  <c:v>2.1907736602619821</c:v>
                </c:pt>
                <c:pt idx="1286">
                  <c:v>2.1914587302370023</c:v>
                </c:pt>
                <c:pt idx="1287">
                  <c:v>2.1921448295559856</c:v>
                </c:pt>
                <c:pt idx="1288">
                  <c:v>2.192831952302015</c:v>
                </c:pt>
                <c:pt idx="1289">
                  <c:v>2.1935200925890115</c:v>
                </c:pt>
                <c:pt idx="1290">
                  <c:v>2.1942092445690093</c:v>
                </c:pt>
                <c:pt idx="1291">
                  <c:v>2.1948389260230101</c:v>
                </c:pt>
                <c:pt idx="1292">
                  <c:v>2.1954696075690094</c:v>
                </c:pt>
                <c:pt idx="1293">
                  <c:v>2.1961012834550218</c:v>
                </c:pt>
                <c:pt idx="1294">
                  <c:v>2.1967339479660097</c:v>
                </c:pt>
                <c:pt idx="1295">
                  <c:v>2.1973675954160115</c:v>
                </c:pt>
                <c:pt idx="1296">
                  <c:v>2.1980022201530005</c:v>
                </c:pt>
                <c:pt idx="1297">
                  <c:v>2.1986378165580049</c:v>
                </c:pt>
                <c:pt idx="1298">
                  <c:v>2.1992743790460167</c:v>
                </c:pt>
                <c:pt idx="1299">
                  <c:v>2.1999119020599949</c:v>
                </c:pt>
                <c:pt idx="1300">
                  <c:v>2.2005503800790223</c:v>
                </c:pt>
                <c:pt idx="1301">
                  <c:v>2.2011898076119962</c:v>
                </c:pt>
                <c:pt idx="1302">
                  <c:v>2.2018301791970032</c:v>
                </c:pt>
                <c:pt idx="1303">
                  <c:v>2.2024714894089925</c:v>
                </c:pt>
                <c:pt idx="1304">
                  <c:v>2.2031137328490047</c:v>
                </c:pt>
                <c:pt idx="1305">
                  <c:v>2.2037569041530105</c:v>
                </c:pt>
                <c:pt idx="1306">
                  <c:v>2.2044009979840098</c:v>
                </c:pt>
                <c:pt idx="1307">
                  <c:v>2.2050460090400179</c:v>
                </c:pt>
                <c:pt idx="1308">
                  <c:v>2.205691932045994</c:v>
                </c:pt>
                <c:pt idx="1309">
                  <c:v>2.2063387617579906</c:v>
                </c:pt>
                <c:pt idx="1310">
                  <c:v>2.2069864929640062</c:v>
                </c:pt>
                <c:pt idx="1311">
                  <c:v>2.2076351204790114</c:v>
                </c:pt>
                <c:pt idx="1312">
                  <c:v>2.2082846391510031</c:v>
                </c:pt>
                <c:pt idx="1313">
                  <c:v>2.2089350438550071</c:v>
                </c:pt>
                <c:pt idx="1314">
                  <c:v>2.2095863294970002</c:v>
                </c:pt>
                <c:pt idx="1315">
                  <c:v>2.2102384910130013</c:v>
                </c:pt>
                <c:pt idx="1316">
                  <c:v>2.2108915233650066</c:v>
                </c:pt>
                <c:pt idx="1317">
                  <c:v>2.2115454215469867</c:v>
                </c:pt>
                <c:pt idx="1318">
                  <c:v>2.212200180580993</c:v>
                </c:pt>
                <c:pt idx="1319">
                  <c:v>2.212855795515992</c:v>
                </c:pt>
                <c:pt idx="1320">
                  <c:v>2.2135122614320153</c:v>
                </c:pt>
                <c:pt idx="1321">
                  <c:v>2.2141152471780003</c:v>
                </c:pt>
                <c:pt idx="1322">
                  <c:v>2.2147190741490022</c:v>
                </c:pt>
                <c:pt idx="1323">
                  <c:v>2.2153237375050026</c:v>
                </c:pt>
                <c:pt idx="1324">
                  <c:v>2.2159292324379862</c:v>
                </c:pt>
                <c:pt idx="1325">
                  <c:v>2.2165355541660006</c:v>
                </c:pt>
                <c:pt idx="1326">
                  <c:v>2.2171426979369926</c:v>
                </c:pt>
                <c:pt idx="1327">
                  <c:v>2.2177506590230109</c:v>
                </c:pt>
                <c:pt idx="1328">
                  <c:v>2.2183594327260039</c:v>
                </c:pt>
                <c:pt idx="1329">
                  <c:v>2.2189690143720213</c:v>
                </c:pt>
                <c:pt idx="1330">
                  <c:v>2.2195793993159896</c:v>
                </c:pt>
                <c:pt idx="1331">
                  <c:v>2.2201905829410009</c:v>
                </c:pt>
                <c:pt idx="1332">
                  <c:v>2.2208025606529986</c:v>
                </c:pt>
                <c:pt idx="1333">
                  <c:v>2.2214153278860067</c:v>
                </c:pt>
                <c:pt idx="1334">
                  <c:v>2.2220288801009929</c:v>
                </c:pt>
                <c:pt idx="1335">
                  <c:v>2.222643212785016</c:v>
                </c:pt>
                <c:pt idx="1336">
                  <c:v>2.2232583214499755</c:v>
                </c:pt>
                <c:pt idx="1337">
                  <c:v>2.2238742016349988</c:v>
                </c:pt>
                <c:pt idx="1338">
                  <c:v>2.2244908489030024</c:v>
                </c:pt>
                <c:pt idx="1339">
                  <c:v>2.225108258844017</c:v>
                </c:pt>
                <c:pt idx="1340">
                  <c:v>2.2257264270729991</c:v>
                </c:pt>
                <c:pt idx="1341">
                  <c:v>2.2263453492290068</c:v>
                </c:pt>
                <c:pt idx="1342">
                  <c:v>2.2269650209800034</c:v>
                </c:pt>
                <c:pt idx="1343">
                  <c:v>2.2275854380129942</c:v>
                </c:pt>
                <c:pt idx="1344">
                  <c:v>2.2282065960430089</c:v>
                </c:pt>
                <c:pt idx="1345">
                  <c:v>2.2288284908109972</c:v>
                </c:pt>
                <c:pt idx="1346">
                  <c:v>2.2294511180800214</c:v>
                </c:pt>
                <c:pt idx="1347">
                  <c:v>2.2300744736379841</c:v>
                </c:pt>
                <c:pt idx="1348">
                  <c:v>2.2306985532990211</c:v>
                </c:pt>
                <c:pt idx="1349">
                  <c:v>2.2313233528979879</c:v>
                </c:pt>
                <c:pt idx="1350">
                  <c:v>2.2319488682970245</c:v>
                </c:pt>
                <c:pt idx="1351">
                  <c:v>2.2325253817290047</c:v>
                </c:pt>
                <c:pt idx="1352">
                  <c:v>2.2331026027530072</c:v>
                </c:pt>
                <c:pt idx="1353">
                  <c:v>2.2336805272989864</c:v>
                </c:pt>
                <c:pt idx="1354">
                  <c:v>2.2342591513249772</c:v>
                </c:pt>
                <c:pt idx="1355">
                  <c:v>2.2348384708059825</c:v>
                </c:pt>
                <c:pt idx="1356">
                  <c:v>2.2354184817450005</c:v>
                </c:pt>
                <c:pt idx="1357">
                  <c:v>2.2359991801649812</c:v>
                </c:pt>
                <c:pt idx="1358">
                  <c:v>2.2365805621149946</c:v>
                </c:pt>
                <c:pt idx="1359">
                  <c:v>2.2371626236650002</c:v>
                </c:pt>
                <c:pt idx="1360">
                  <c:v>2.2377453609049951</c:v>
                </c:pt>
                <c:pt idx="1361">
                  <c:v>2.2383287699509822</c:v>
                </c:pt>
                <c:pt idx="1362">
                  <c:v>2.2389128469419859</c:v>
                </c:pt>
                <c:pt idx="1363">
                  <c:v>2.239497588035988</c:v>
                </c:pt>
                <c:pt idx="1364">
                  <c:v>2.2400829894139918</c:v>
                </c:pt>
                <c:pt idx="1365">
                  <c:v>2.2406690472809885</c:v>
                </c:pt>
                <c:pt idx="1366">
                  <c:v>2.2412557578620067</c:v>
                </c:pt>
                <c:pt idx="1367">
                  <c:v>2.2418431174039881</c:v>
                </c:pt>
                <c:pt idx="1368">
                  <c:v>2.242431122173997</c:v>
                </c:pt>
                <c:pt idx="1369">
                  <c:v>2.2430197684650182</c:v>
                </c:pt>
                <c:pt idx="1370">
                  <c:v>2.2436090525860095</c:v>
                </c:pt>
                <c:pt idx="1371">
                  <c:v>2.2441989708719916</c:v>
                </c:pt>
                <c:pt idx="1372">
                  <c:v>2.2447895196740149</c:v>
                </c:pt>
                <c:pt idx="1373">
                  <c:v>2.2453806953679987</c:v>
                </c:pt>
                <c:pt idx="1374">
                  <c:v>2.2459724943510082</c:v>
                </c:pt>
                <c:pt idx="1375">
                  <c:v>2.2465649130360248</c:v>
                </c:pt>
                <c:pt idx="1376">
                  <c:v>2.2471579478640251</c:v>
                </c:pt>
                <c:pt idx="1377">
                  <c:v>2.247751595289003</c:v>
                </c:pt>
                <c:pt idx="1378">
                  <c:v>2.2483458517900203</c:v>
                </c:pt>
                <c:pt idx="1379">
                  <c:v>2.2489407138639876</c:v>
                </c:pt>
                <c:pt idx="1380">
                  <c:v>2.2495361780309793</c:v>
                </c:pt>
                <c:pt idx="1381">
                  <c:v>2.2500866272719975</c:v>
                </c:pt>
                <c:pt idx="1382">
                  <c:v>2.2506376717019805</c:v>
                </c:pt>
                <c:pt idx="1383">
                  <c:v>2.2511893078969933</c:v>
                </c:pt>
                <c:pt idx="1384">
                  <c:v>2.2517415324559806</c:v>
                </c:pt>
                <c:pt idx="1385">
                  <c:v>2.2522943419959915</c:v>
                </c:pt>
                <c:pt idx="1386">
                  <c:v>2.2528477331519809</c:v>
                </c:pt>
                <c:pt idx="1387">
                  <c:v>2.2534017025810158</c:v>
                </c:pt>
                <c:pt idx="1388">
                  <c:v>2.2539562469580119</c:v>
                </c:pt>
                <c:pt idx="1389">
                  <c:v>2.2545113629780076</c:v>
                </c:pt>
                <c:pt idx="1390">
                  <c:v>2.255067047353009</c:v>
                </c:pt>
                <c:pt idx="1391">
                  <c:v>2.2556232968149743</c:v>
                </c:pt>
                <c:pt idx="1392">
                  <c:v>2.2561801081170074</c:v>
                </c:pt>
                <c:pt idx="1393">
                  <c:v>2.2567374780249736</c:v>
                </c:pt>
                <c:pt idx="1394">
                  <c:v>2.257295403330005</c:v>
                </c:pt>
                <c:pt idx="1395">
                  <c:v>2.2578538808379847</c:v>
                </c:pt>
                <c:pt idx="1396">
                  <c:v>2.2584129073740087</c:v>
                </c:pt>
                <c:pt idx="1397">
                  <c:v>2.2589724797799988</c:v>
                </c:pt>
                <c:pt idx="1398">
                  <c:v>2.2595325949190226</c:v>
                </c:pt>
                <c:pt idx="1399">
                  <c:v>2.2600932496700068</c:v>
                </c:pt>
                <c:pt idx="1400">
                  <c:v>2.2606544409310061</c:v>
                </c:pt>
                <c:pt idx="1401">
                  <c:v>2.2612161656149965</c:v>
                </c:pt>
                <c:pt idx="1402">
                  <c:v>2.2617784206570093</c:v>
                </c:pt>
                <c:pt idx="1403">
                  <c:v>2.2623412030079919</c:v>
                </c:pt>
                <c:pt idx="1404">
                  <c:v>2.2629045096330174</c:v>
                </c:pt>
                <c:pt idx="1405">
                  <c:v>2.2634683375210045</c:v>
                </c:pt>
                <c:pt idx="1406">
                  <c:v>2.2640326836729798</c:v>
                </c:pt>
                <c:pt idx="1407">
                  <c:v>2.2645975451110019</c:v>
                </c:pt>
                <c:pt idx="1408">
                  <c:v>2.265162918868981</c:v>
                </c:pt>
                <c:pt idx="1409">
                  <c:v>2.2657288020040198</c:v>
                </c:pt>
                <c:pt idx="1410">
                  <c:v>2.2662951915880001</c:v>
                </c:pt>
                <c:pt idx="1411">
                  <c:v>2.2668210837559855</c:v>
                </c:pt>
                <c:pt idx="1412">
                  <c:v>2.2673474765669823</c:v>
                </c:pt>
                <c:pt idx="1413">
                  <c:v>2.2678743671380062</c:v>
                </c:pt>
                <c:pt idx="1414">
                  <c:v>2.2684017526090088</c:v>
                </c:pt>
                <c:pt idx="1415">
                  <c:v>2.2689296301340107</c:v>
                </c:pt>
                <c:pt idx="1416">
                  <c:v>2.2694579968849951</c:v>
                </c:pt>
                <c:pt idx="1417">
                  <c:v>2.2699868500469904</c:v>
                </c:pt>
                <c:pt idx="1418">
                  <c:v>2.2705161868260006</c:v>
                </c:pt>
                <c:pt idx="1419">
                  <c:v>2.2710460044380056</c:v>
                </c:pt>
                <c:pt idx="1420">
                  <c:v>2.2715763001220068</c:v>
                </c:pt>
                <c:pt idx="1421">
                  <c:v>2.2721070711249922</c:v>
                </c:pt>
                <c:pt idx="1422">
                  <c:v>2.2726383147189892</c:v>
                </c:pt>
                <c:pt idx="1423">
                  <c:v>2.273170028181994</c:v>
                </c:pt>
                <c:pt idx="1424">
                  <c:v>2.2737022088149956</c:v>
                </c:pt>
                <c:pt idx="1425">
                  <c:v>2.2742348539310058</c:v>
                </c:pt>
                <c:pt idx="1426">
                  <c:v>2.2747679608609985</c:v>
                </c:pt>
                <c:pt idx="1427">
                  <c:v>2.2753015269469756</c:v>
                </c:pt>
                <c:pt idx="1428">
                  <c:v>2.2758355495519993</c:v>
                </c:pt>
                <c:pt idx="1429">
                  <c:v>2.2763700260479993</c:v>
                </c:pt>
                <c:pt idx="1430">
                  <c:v>2.2769049538279944</c:v>
                </c:pt>
                <c:pt idx="1431">
                  <c:v>2.2774403302950077</c:v>
                </c:pt>
                <c:pt idx="1432">
                  <c:v>2.2779761528709912</c:v>
                </c:pt>
                <c:pt idx="1433">
                  <c:v>2.2785124189900046</c:v>
                </c:pt>
                <c:pt idx="1434">
                  <c:v>2.2790491261010004</c:v>
                </c:pt>
                <c:pt idx="1435">
                  <c:v>2.2795862716710076</c:v>
                </c:pt>
                <c:pt idx="1436">
                  <c:v>2.2801238531760077</c:v>
                </c:pt>
                <c:pt idx="1437">
                  <c:v>2.2806618681109967</c:v>
                </c:pt>
                <c:pt idx="1438">
                  <c:v>2.2812003139839874</c:v>
                </c:pt>
                <c:pt idx="1439">
                  <c:v>2.2817391883170046</c:v>
                </c:pt>
                <c:pt idx="1440">
                  <c:v>2.2822784886459999</c:v>
                </c:pt>
                <c:pt idx="1441">
                  <c:v>2.2827797741330187</c:v>
                </c:pt>
                <c:pt idx="1442">
                  <c:v>2.2832814807310058</c:v>
                </c:pt>
                <c:pt idx="1443">
                  <c:v>2.2837836060209895</c:v>
                </c:pt>
                <c:pt idx="1444">
                  <c:v>2.2842861475940026</c:v>
                </c:pt>
                <c:pt idx="1445">
                  <c:v>2.2847891030559992</c:v>
                </c:pt>
                <c:pt idx="1446">
                  <c:v>2.2852924700270023</c:v>
                </c:pt>
                <c:pt idx="1447">
                  <c:v>2.2857962461429793</c:v>
                </c:pt>
                <c:pt idx="1448">
                  <c:v>2.2863004290499873</c:v>
                </c:pt>
                <c:pt idx="1449">
                  <c:v>2.286805016409005</c:v>
                </c:pt>
                <c:pt idx="1450">
                  <c:v>2.2873100058970124</c:v>
                </c:pt>
                <c:pt idx="1451">
                  <c:v>2.2878153951979812</c:v>
                </c:pt>
                <c:pt idx="1452">
                  <c:v>2.2883211820149825</c:v>
                </c:pt>
                <c:pt idx="1453">
                  <c:v>2.2888273640620014</c:v>
                </c:pt>
                <c:pt idx="1454">
                  <c:v>2.2893339390670064</c:v>
                </c:pt>
                <c:pt idx="1455">
                  <c:v>2.2898409047709833</c:v>
                </c:pt>
                <c:pt idx="1456">
                  <c:v>2.290348258926997</c:v>
                </c:pt>
                <c:pt idx="1457">
                  <c:v>2.2908559993010158</c:v>
                </c:pt>
                <c:pt idx="1458">
                  <c:v>2.2913641236750095</c:v>
                </c:pt>
                <c:pt idx="1459">
                  <c:v>2.2918726298369734</c:v>
                </c:pt>
                <c:pt idx="1460">
                  <c:v>2.2923815155940019</c:v>
                </c:pt>
                <c:pt idx="1461">
                  <c:v>2.2928907787639901</c:v>
                </c:pt>
                <c:pt idx="1462">
                  <c:v>2.2934004171760023</c:v>
                </c:pt>
                <c:pt idx="1463">
                  <c:v>2.2939104286719783</c:v>
                </c:pt>
                <c:pt idx="1464">
                  <c:v>2.2944208111079831</c:v>
                </c:pt>
                <c:pt idx="1465">
                  <c:v>2.2949315623519908</c:v>
                </c:pt>
                <c:pt idx="1466">
                  <c:v>2.295442680282008</c:v>
                </c:pt>
                <c:pt idx="1467">
                  <c:v>2.2959541627889735</c:v>
                </c:pt>
                <c:pt idx="1468">
                  <c:v>2.2964660077780081</c:v>
                </c:pt>
                <c:pt idx="1469">
                  <c:v>2.2969782131640102</c:v>
                </c:pt>
                <c:pt idx="1470">
                  <c:v>2.2974907768760033</c:v>
                </c:pt>
                <c:pt idx="1471">
                  <c:v>2.2979693585589871</c:v>
                </c:pt>
                <c:pt idx="1472">
                  <c:v>2.2984482944569891</c:v>
                </c:pt>
                <c:pt idx="1473">
                  <c:v>2.2989275825360096</c:v>
                </c:pt>
                <c:pt idx="1474">
                  <c:v>2.2994072207700071</c:v>
                </c:pt>
                <c:pt idx="1475">
                  <c:v>2.2998872071460141</c:v>
                </c:pt>
                <c:pt idx="1476">
                  <c:v>2.3003675396610106</c:v>
                </c:pt>
                <c:pt idx="1477">
                  <c:v>2.3008482163269832</c:v>
                </c:pt>
                <c:pt idx="1478">
                  <c:v>2.3013292351629957</c:v>
                </c:pt>
                <c:pt idx="1479">
                  <c:v>2.3018105942039995</c:v>
                </c:pt>
                <c:pt idx="1480">
                  <c:v>2.3022922914919945</c:v>
                </c:pt>
                <c:pt idx="1481">
                  <c:v>2.3027743250829928</c:v>
                </c:pt>
                <c:pt idx="1482">
                  <c:v>2.3032566930419875</c:v>
                </c:pt>
                <c:pt idx="1483">
                  <c:v>2.3037393934490069</c:v>
                </c:pt>
                <c:pt idx="1484">
                  <c:v>2.3042224243900193</c:v>
                </c:pt>
                <c:pt idx="1485">
                  <c:v>2.3047057839659999</c:v>
                </c:pt>
                <c:pt idx="1486">
                  <c:v>2.3051894702869902</c:v>
                </c:pt>
                <c:pt idx="1487">
                  <c:v>2.3056734814740025</c:v>
                </c:pt>
                <c:pt idx="1488">
                  <c:v>2.3061578156609812</c:v>
                </c:pt>
                <c:pt idx="1489">
                  <c:v>2.3066424709870148</c:v>
                </c:pt>
                <c:pt idx="1490">
                  <c:v>2.307127445610007</c:v>
                </c:pt>
                <c:pt idx="1491">
                  <c:v>2.3076127376899933</c:v>
                </c:pt>
                <c:pt idx="1492">
                  <c:v>2.3080983454059947</c:v>
                </c:pt>
                <c:pt idx="1493">
                  <c:v>2.3085842669390217</c:v>
                </c:pt>
                <c:pt idx="1494">
                  <c:v>2.309070500486996</c:v>
                </c:pt>
                <c:pt idx="1495">
                  <c:v>2.3095570442550013</c:v>
                </c:pt>
                <c:pt idx="1496">
                  <c:v>2.3100438964610248</c:v>
                </c:pt>
                <c:pt idx="1497">
                  <c:v>2.3105310553289939</c:v>
                </c:pt>
                <c:pt idx="1498">
                  <c:v>2.311018519099008</c:v>
                </c:pt>
                <c:pt idx="1499">
                  <c:v>2.3115062860139801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8EC-442C-8810-FFEC6D8D1B03}"/>
            </c:ext>
          </c:extLst>
        </c:ser>
        <c:ser>
          <c:idx val="2"/>
          <c:order val="2"/>
          <c:tx>
            <c:strRef>
              <c:f>'SS-Model'!$J$1</c:f>
              <c:strCache>
                <c:ptCount val="1"/>
                <c:pt idx="0">
                  <c:v>T_Cor_err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'SS-Model'!$J$2:$J$3001</c:f>
              <c:numCache>
                <c:formatCode>General</c:formatCode>
                <c:ptCount val="3000"/>
                <c:pt idx="0">
                  <c:v>0.15876300732280413</c:v>
                </c:pt>
                <c:pt idx="1">
                  <c:v>0.3438970165807973</c:v>
                </c:pt>
                <c:pt idx="2">
                  <c:v>0.54550086877050319</c:v>
                </c:pt>
                <c:pt idx="3">
                  <c:v>0.70586958942290323</c:v>
                </c:pt>
                <c:pt idx="4">
                  <c:v>0.82963293040270969</c:v>
                </c:pt>
                <c:pt idx="5">
                  <c:v>0.85261905561360152</c:v>
                </c:pt>
                <c:pt idx="6">
                  <c:v>0.88651648247260084</c:v>
                </c:pt>
                <c:pt idx="7">
                  <c:v>0.93056948212850443</c:v>
                </c:pt>
                <c:pt idx="8">
                  <c:v>0.98407775025980015</c:v>
                </c:pt>
                <c:pt idx="9">
                  <c:v>0.98603460089100281</c:v>
                </c:pt>
                <c:pt idx="10">
                  <c:v>0.99619635134540374</c:v>
                </c:pt>
                <c:pt idx="11">
                  <c:v>1.0140056507815984</c:v>
                </c:pt>
                <c:pt idx="12">
                  <c:v>1.0389459571306929</c:v>
                </c:pt>
                <c:pt idx="13">
                  <c:v>1.0333502505499865</c:v>
                </c:pt>
                <c:pt idx="14">
                  <c:v>1.0339630891298981</c:v>
                </c:pt>
                <c:pt idx="15">
                  <c:v>1.0403731888518024</c:v>
                </c:pt>
                <c:pt idx="16">
                  <c:v>1.0521993143405979</c:v>
                </c:pt>
                <c:pt idx="17">
                  <c:v>1.0469276075357925</c:v>
                </c:pt>
                <c:pt idx="18">
                  <c:v>1.0463909115891994</c:v>
                </c:pt>
                <c:pt idx="19">
                  <c:v>1.050285497725497</c:v>
                </c:pt>
                <c:pt idx="20">
                  <c:v>1.0583297641658049</c:v>
                </c:pt>
                <c:pt idx="21">
                  <c:v>1.0382206116464943</c:v>
                </c:pt>
                <c:pt idx="22">
                  <c:v>1.0217579191697013</c:v>
                </c:pt>
                <c:pt idx="23">
                  <c:v>1.0087171607905958</c:v>
                </c:pt>
                <c:pt idx="24">
                  <c:v>0.99889010558679558</c:v>
                </c:pt>
                <c:pt idx="25">
                  <c:v>0.99208361804180356</c:v>
                </c:pt>
                <c:pt idx="26">
                  <c:v>0.9881185468412923</c:v>
                </c:pt>
                <c:pt idx="27">
                  <c:v>0.98682869556709818</c:v>
                </c:pt>
                <c:pt idx="28">
                  <c:v>0.98805986925039235</c:v>
                </c:pt>
                <c:pt idx="29">
                  <c:v>0.99166899119420293</c:v>
                </c:pt>
                <c:pt idx="30">
                  <c:v>0.99752328488480657</c:v>
                </c:pt>
                <c:pt idx="31">
                  <c:v>0.98659570626170989</c:v>
                </c:pt>
                <c:pt idx="32">
                  <c:v>0.9776756715693864</c:v>
                </c:pt>
                <c:pt idx="33">
                  <c:v>0.97065697733980016</c:v>
                </c:pt>
                <c:pt idx="34">
                  <c:v>0.96544100802638866</c:v>
                </c:pt>
                <c:pt idx="35">
                  <c:v>0.96193617809218779</c:v>
                </c:pt>
                <c:pt idx="36">
                  <c:v>0.96005741521159393</c:v>
                </c:pt>
                <c:pt idx="37">
                  <c:v>0.95972568155809768</c:v>
                </c:pt>
                <c:pt idx="38">
                  <c:v>0.96086753036759376</c:v>
                </c:pt>
                <c:pt idx="39">
                  <c:v>0.96341469518029044</c:v>
                </c:pt>
                <c:pt idx="40">
                  <c:v>0.96730370935040355</c:v>
                </c:pt>
                <c:pt idx="41">
                  <c:v>0.96567397617020845</c:v>
                </c:pt>
                <c:pt idx="42">
                  <c:v>0.96527217465829551</c:v>
                </c:pt>
                <c:pt idx="43">
                  <c:v>0.96604722486539174</c:v>
                </c:pt>
                <c:pt idx="44">
                  <c:v>0.96795158515641333</c:v>
                </c:pt>
                <c:pt idx="45">
                  <c:v>0.97094099271029677</c:v>
                </c:pt>
                <c:pt idx="46">
                  <c:v>0.97497422314059179</c:v>
                </c:pt>
                <c:pt idx="47">
                  <c:v>0.98001286782569252</c:v>
                </c:pt>
                <c:pt idx="48">
                  <c:v>0.98602112764430672</c:v>
                </c:pt>
                <c:pt idx="49">
                  <c:v>0.9929656219074019</c:v>
                </c:pt>
                <c:pt idx="50">
                  <c:v>1.0008152113661879</c:v>
                </c:pt>
                <c:pt idx="51">
                  <c:v>0.99651052213759783</c:v>
                </c:pt>
                <c:pt idx="52">
                  <c:v>0.99305473018959844</c:v>
                </c:pt>
                <c:pt idx="53">
                  <c:v>0.99042248429130098</c:v>
                </c:pt>
                <c:pt idx="54">
                  <c:v>0.9885900878066991</c:v>
                </c:pt>
                <c:pt idx="55">
                  <c:v>0.98753537796810065</c:v>
                </c:pt>
                <c:pt idx="56">
                  <c:v>0.98723761404050947</c:v>
                </c:pt>
                <c:pt idx="57">
                  <c:v>0.98767737372219244</c:v>
                </c:pt>
                <c:pt idx="58">
                  <c:v>0.98883645717450008</c:v>
                </c:pt>
                <c:pt idx="59">
                  <c:v>0.99069779811850367</c:v>
                </c:pt>
                <c:pt idx="60">
                  <c:v>0.99324538147770625</c:v>
                </c:pt>
                <c:pt idx="61">
                  <c:v>0.97389236582600347</c:v>
                </c:pt>
                <c:pt idx="62">
                  <c:v>0.95519641648499487</c:v>
                </c:pt>
                <c:pt idx="63">
                  <c:v>0.93714423627550048</c:v>
                </c:pt>
                <c:pt idx="64">
                  <c:v>0.91972330611969255</c:v>
                </c:pt>
                <c:pt idx="65">
                  <c:v>0.90292182885079342</c:v>
                </c:pt>
                <c:pt idx="66">
                  <c:v>0.88672867715649772</c:v>
                </c:pt>
                <c:pt idx="67">
                  <c:v>0.87113334535379749</c:v>
                </c:pt>
                <c:pt idx="68">
                  <c:v>0.85612590471080807</c:v>
                </c:pt>
                <c:pt idx="69">
                  <c:v>0.84169696205580635</c:v>
                </c:pt>
                <c:pt idx="70">
                  <c:v>0.82783762143098727</c:v>
                </c:pt>
                <c:pt idx="71">
                  <c:v>0.81453944856470173</c:v>
                </c:pt>
                <c:pt idx="72">
                  <c:v>0.80179443795749705</c:v>
                </c:pt>
                <c:pt idx="73">
                  <c:v>0.78959498238739911</c:v>
                </c:pt>
                <c:pt idx="74">
                  <c:v>0.77793384465549309</c:v>
                </c:pt>
                <c:pt idx="75">
                  <c:v>0.76680413140918802</c:v>
                </c:pt>
                <c:pt idx="76">
                  <c:v>0.75619926888799682</c:v>
                </c:pt>
                <c:pt idx="77">
                  <c:v>0.74611298045050489</c:v>
                </c:pt>
                <c:pt idx="78">
                  <c:v>0.73653926575190098</c:v>
                </c:pt>
                <c:pt idx="79">
                  <c:v>0.72747238145009874</c:v>
                </c:pt>
                <c:pt idx="80">
                  <c:v>0.71890682332769984</c:v>
                </c:pt>
                <c:pt idx="81">
                  <c:v>0.71083730972580383</c:v>
                </c:pt>
                <c:pt idx="82">
                  <c:v>0.70325876619240546</c:v>
                </c:pt>
                <c:pt idx="83">
                  <c:v>0.69616631125659012</c:v>
                </c:pt>
                <c:pt idx="84">
                  <c:v>0.68955524324550765</c:v>
                </c:pt>
                <c:pt idx="85">
                  <c:v>0.68342102806599314</c:v>
                </c:pt>
                <c:pt idx="86">
                  <c:v>0.67775928788260842</c:v>
                </c:pt>
                <c:pt idx="87">
                  <c:v>0.67256579062210164</c:v>
                </c:pt>
                <c:pt idx="88">
                  <c:v>0.66783644024799571</c:v>
                </c:pt>
                <c:pt idx="89">
                  <c:v>0.66356726774370145</c:v>
                </c:pt>
                <c:pt idx="90">
                  <c:v>0.65975442275679086</c:v>
                </c:pt>
                <c:pt idx="91">
                  <c:v>0.64646210212870869</c:v>
                </c:pt>
                <c:pt idx="92">
                  <c:v>0.63361873388190304</c:v>
                </c:pt>
                <c:pt idx="93">
                  <c:v>0.62122077939369547</c:v>
                </c:pt>
                <c:pt idx="94">
                  <c:v>0.60926479094649721</c:v>
                </c:pt>
                <c:pt idx="95">
                  <c:v>0.59774740600380483</c:v>
                </c:pt>
                <c:pt idx="96">
                  <c:v>0.58666534190349751</c:v>
                </c:pt>
                <c:pt idx="97">
                  <c:v>0.57601539093590759</c:v>
                </c:pt>
                <c:pt idx="98">
                  <c:v>0.56579441577959244</c:v>
                </c:pt>
                <c:pt idx="99">
                  <c:v>0.55599934526810557</c:v>
                </c:pt>
                <c:pt idx="100">
                  <c:v>0.54662717046250009</c:v>
                </c:pt>
                <c:pt idx="101">
                  <c:v>0.53767494100878821</c:v>
                </c:pt>
                <c:pt idx="102">
                  <c:v>0.5291397617582021</c:v>
                </c:pt>
                <c:pt idx="103">
                  <c:v>0.52101878963050297</c:v>
                </c:pt>
                <c:pt idx="104">
                  <c:v>0.5133092307044933</c:v>
                </c:pt>
                <c:pt idx="105">
                  <c:v>0.5060083375160076</c:v>
                </c:pt>
                <c:pt idx="106">
                  <c:v>0.49911340655160075</c:v>
                </c:pt>
                <c:pt idx="107">
                  <c:v>0.4926217759192042</c:v>
                </c:pt>
                <c:pt idx="108">
                  <c:v>0.48653082318820395</c:v>
                </c:pt>
                <c:pt idx="109">
                  <c:v>0.48083796338168838</c:v>
                </c:pt>
                <c:pt idx="110">
                  <c:v>0.47554064711090405</c:v>
                </c:pt>
                <c:pt idx="111">
                  <c:v>0.47063635884400412</c:v>
                </c:pt>
                <c:pt idx="112">
                  <c:v>0.46612261529610066</c:v>
                </c:pt>
                <c:pt idx="113">
                  <c:v>0.46199696393290424</c:v>
                </c:pt>
                <c:pt idx="114">
                  <c:v>0.45825698157949546</c:v>
                </c:pt>
                <c:pt idx="115">
                  <c:v>0.45490027312770565</c:v>
                </c:pt>
                <c:pt idx="116">
                  <c:v>0.45192447033190319</c:v>
                </c:pt>
                <c:pt idx="117">
                  <c:v>0.44932723069040037</c:v>
                </c:pt>
                <c:pt idx="118">
                  <c:v>0.44710623640330027</c:v>
                </c:pt>
                <c:pt idx="119">
                  <c:v>0.44525919340239284</c:v>
                </c:pt>
                <c:pt idx="120">
                  <c:v>0.44378383044771397</c:v>
                </c:pt>
                <c:pt idx="121">
                  <c:v>0.43290392427640256</c:v>
                </c:pt>
                <c:pt idx="122">
                  <c:v>0.42239122084750136</c:v>
                </c:pt>
                <c:pt idx="123">
                  <c:v>0.41224351258068737</c:v>
                </c:pt>
                <c:pt idx="124">
                  <c:v>0.40245861168469332</c:v>
                </c:pt>
                <c:pt idx="125">
                  <c:v>0.39303434951931138</c:v>
                </c:pt>
                <c:pt idx="126">
                  <c:v>0.38396857600199041</c:v>
                </c:pt>
                <c:pt idx="127">
                  <c:v>0.37525915905169427</c:v>
                </c:pt>
                <c:pt idx="128">
                  <c:v>0.36690398406980762</c:v>
                </c:pt>
                <c:pt idx="129">
                  <c:v>0.35890095345479267</c:v>
                </c:pt>
                <c:pt idx="130">
                  <c:v>0.35124798614799602</c:v>
                </c:pt>
                <c:pt idx="131">
                  <c:v>0.34394301720740827</c:v>
                </c:pt>
                <c:pt idx="132">
                  <c:v>0.33698399740980278</c:v>
                </c:pt>
                <c:pt idx="133">
                  <c:v>0.33036889287650695</c:v>
                </c:pt>
                <c:pt idx="134">
                  <c:v>0.32409568472259309</c:v>
                </c:pt>
                <c:pt idx="135">
                  <c:v>0.31816236872779768</c:v>
                </c:pt>
                <c:pt idx="136">
                  <c:v>0.31256695502649734</c:v>
                </c:pt>
                <c:pt idx="137">
                  <c:v>0.30730746781649998</c:v>
                </c:pt>
                <c:pt idx="138">
                  <c:v>0.30238194508550009</c:v>
                </c:pt>
                <c:pt idx="139">
                  <c:v>0.29778843835219959</c:v>
                </c:pt>
                <c:pt idx="140">
                  <c:v>0.29352501242229323</c:v>
                </c:pt>
                <c:pt idx="141">
                  <c:v>0.28958974515970226</c:v>
                </c:pt>
                <c:pt idx="142">
                  <c:v>0.28598072726769885</c:v>
                </c:pt>
                <c:pt idx="143">
                  <c:v>0.28269606208449716</c:v>
                </c:pt>
                <c:pt idx="144">
                  <c:v>0.27973386538779721</c:v>
                </c:pt>
                <c:pt idx="145">
                  <c:v>0.27709226521020014</c:v>
                </c:pt>
                <c:pt idx="146">
                  <c:v>0.27476940166440045</c:v>
                </c:pt>
                <c:pt idx="147">
                  <c:v>0.27276342677650689</c:v>
                </c:pt>
                <c:pt idx="148">
                  <c:v>0.27107250432719354</c:v>
                </c:pt>
                <c:pt idx="149">
                  <c:v>0.26969480970160475</c:v>
                </c:pt>
                <c:pt idx="150">
                  <c:v>0.26862852974480234</c:v>
                </c:pt>
                <c:pt idx="151">
                  <c:v>0.26003123281330431</c:v>
                </c:pt>
                <c:pt idx="152">
                  <c:v>0.25174175807869403</c:v>
                </c:pt>
                <c:pt idx="153">
                  <c:v>0.24375832596709301</c:v>
                </c:pt>
                <c:pt idx="154">
                  <c:v>0.23607916784979466</c:v>
                </c:pt>
                <c:pt idx="155">
                  <c:v>0.22870252592829843</c:v>
                </c:pt>
                <c:pt idx="156">
                  <c:v>0.22162665312329466</c:v>
                </c:pt>
                <c:pt idx="157">
                  <c:v>0.21484981296779893</c:v>
                </c:pt>
                <c:pt idx="158">
                  <c:v>0.2083702795041944</c:v>
                </c:pt>
                <c:pt idx="159">
                  <c:v>0.20218633718531009</c:v>
                </c:pt>
                <c:pt idx="160">
                  <c:v>0.19629628077859707</c:v>
                </c:pt>
                <c:pt idx="161">
                  <c:v>0.19069841527370102</c:v>
                </c:pt>
                <c:pt idx="162">
                  <c:v>0.18539105579269233</c:v>
                </c:pt>
                <c:pt idx="163">
                  <c:v>0.18037252750360722</c:v>
                </c:pt>
                <c:pt idx="164">
                  <c:v>0.17564116553600684</c:v>
                </c:pt>
                <c:pt idx="165">
                  <c:v>0.17119531489940698</c:v>
                </c:pt>
                <c:pt idx="166">
                  <c:v>0.1670333304035978</c:v>
                </c:pt>
                <c:pt idx="167">
                  <c:v>0.163153576581891</c:v>
                </c:pt>
                <c:pt idx="168">
                  <c:v>0.15955442761490701</c:v>
                </c:pt>
                <c:pt idx="169">
                  <c:v>0.15623426725780121</c:v>
                </c:pt>
                <c:pt idx="170">
                  <c:v>0.15319148876830013</c:v>
                </c:pt>
                <c:pt idx="171">
                  <c:v>0.15042449483649989</c:v>
                </c:pt>
                <c:pt idx="172">
                  <c:v>0.14793169751651192</c:v>
                </c:pt>
                <c:pt idx="173">
                  <c:v>0.14571151815920302</c:v>
                </c:pt>
                <c:pt idx="174">
                  <c:v>0.14376238734659808</c:v>
                </c:pt>
                <c:pt idx="175">
                  <c:v>0.14208274482739114</c:v>
                </c:pt>
                <c:pt idx="176">
                  <c:v>0.14067103945380666</c:v>
                </c:pt>
                <c:pt idx="177">
                  <c:v>0.13952572911880168</c:v>
                </c:pt>
                <c:pt idx="178">
                  <c:v>0.13864528069639448</c:v>
                </c:pt>
                <c:pt idx="179">
                  <c:v>0.13802816998050105</c:v>
                </c:pt>
                <c:pt idx="180">
                  <c:v>0.13767288162628688</c:v>
                </c:pt>
                <c:pt idx="181">
                  <c:v>0.13116163659739755</c:v>
                </c:pt>
                <c:pt idx="182">
                  <c:v>0.12490920959270113</c:v>
                </c:pt>
                <c:pt idx="183">
                  <c:v>0.11891411150550368</c:v>
                </c:pt>
                <c:pt idx="184">
                  <c:v>0.11317486186320025</c:v>
                </c:pt>
                <c:pt idx="185">
                  <c:v>0.10768998877169622</c:v>
                </c:pt>
                <c:pt idx="186">
                  <c:v>0.10245802886170452</c:v>
                </c:pt>
                <c:pt idx="187">
                  <c:v>9.7477527234502759E-2</c:v>
                </c:pt>
                <c:pt idx="188">
                  <c:v>9.2747037410006783E-2</c:v>
                </c:pt>
                <c:pt idx="189">
                  <c:v>8.8265121273394698E-2</c:v>
                </c:pt>
                <c:pt idx="190">
                  <c:v>8.4030349024502016E-2</c:v>
                </c:pt>
                <c:pt idx="191">
                  <c:v>8.0041299125696241E-2</c:v>
                </c:pt>
                <c:pt idx="192">
                  <c:v>7.6296558251698343E-2</c:v>
                </c:pt>
                <c:pt idx="193">
                  <c:v>7.2794721239901605E-2</c:v>
                </c:pt>
                <c:pt idx="194">
                  <c:v>6.953439103969572E-2</c:v>
                </c:pt>
                <c:pt idx="195">
                  <c:v>6.6514178664590418E-2</c:v>
                </c:pt>
                <c:pt idx="196">
                  <c:v>6.3732703142903802E-2</c:v>
                </c:pt>
                <c:pt idx="197">
                  <c:v>6.1188591469388598E-2</c:v>
                </c:pt>
                <c:pt idx="198">
                  <c:v>5.8880478558094751E-2</c:v>
                </c:pt>
                <c:pt idx="199">
                  <c:v>5.6807007194692005E-2</c:v>
                </c:pt>
                <c:pt idx="200">
                  <c:v>5.4966827989503031E-2</c:v>
                </c:pt>
                <c:pt idx="201">
                  <c:v>5.3358599330593393E-2</c:v>
                </c:pt>
                <c:pt idx="202">
                  <c:v>5.1980987338694717E-2</c:v>
                </c:pt>
                <c:pt idx="203">
                  <c:v>5.0832665820209399E-2</c:v>
                </c:pt>
                <c:pt idx="204">
                  <c:v>4.991231622250325E-2</c:v>
                </c:pt>
                <c:pt idx="205">
                  <c:v>4.9218627588800246E-2</c:v>
                </c:pt>
                <c:pt idx="206">
                  <c:v>4.8750296512892533E-2</c:v>
                </c:pt>
                <c:pt idx="207">
                  <c:v>4.8506027095399418E-2</c:v>
                </c:pt>
                <c:pt idx="208">
                  <c:v>4.8484530899600031E-2</c:v>
                </c:pt>
                <c:pt idx="209">
                  <c:v>4.8684526907010195E-2</c:v>
                </c:pt>
                <c:pt idx="210">
                  <c:v>4.9104741474693014E-2</c:v>
                </c:pt>
                <c:pt idx="211">
                  <c:v>4.4430854011395127E-2</c:v>
                </c:pt>
                <c:pt idx="212">
                  <c:v>3.9974659776504495E-2</c:v>
                </c:pt>
                <c:pt idx="213">
                  <c:v>3.5734906995401161E-2</c:v>
                </c:pt>
                <c:pt idx="214">
                  <c:v>3.1710351097999023E-2</c:v>
                </c:pt>
                <c:pt idx="215">
                  <c:v>2.7899754677108035E-2</c:v>
                </c:pt>
                <c:pt idx="216">
                  <c:v>2.430188744629902E-2</c:v>
                </c:pt>
                <c:pt idx="217">
                  <c:v>2.0915526198791667E-2</c:v>
                </c:pt>
                <c:pt idx="218">
                  <c:v>1.7739454766001472E-2</c:v>
                </c:pt>
                <c:pt idx="219">
                  <c:v>1.477246397709564E-2</c:v>
                </c:pt>
                <c:pt idx="220">
                  <c:v>1.2013351618193724E-2</c:v>
                </c:pt>
                <c:pt idx="221">
                  <c:v>9.460922392008797E-3</c:v>
                </c:pt>
                <c:pt idx="222">
                  <c:v>7.1139878778012644E-3</c:v>
                </c:pt>
                <c:pt idx="223">
                  <c:v>4.9713664914037281E-3</c:v>
                </c:pt>
                <c:pt idx="224">
                  <c:v>3.0318834459990285E-3</c:v>
                </c:pt>
                <c:pt idx="225">
                  <c:v>1.2943707125998571E-3</c:v>
                </c:pt>
                <c:pt idx="226">
                  <c:v>-2.4233301930109974E-4</c:v>
                </c:pt>
                <c:pt idx="227">
                  <c:v>-1.5793823800009932E-3</c:v>
                </c:pt>
                <c:pt idx="228">
                  <c:v>-2.7179253587945595E-3</c:v>
                </c:pt>
                <c:pt idx="229">
                  <c:v>-3.6591033420023678E-3</c:v>
                </c:pt>
                <c:pt idx="230">
                  <c:v>-4.4040511509990665E-3</c:v>
                </c:pt>
                <c:pt idx="231">
                  <c:v>-4.9538970804974269E-3</c:v>
                </c:pt>
                <c:pt idx="232">
                  <c:v>-5.3097629359086795E-3</c:v>
                </c:pt>
                <c:pt idx="233">
                  <c:v>-5.4727640707028513E-3</c:v>
                </c:pt>
                <c:pt idx="234">
                  <c:v>-5.4440094244085913E-3</c:v>
                </c:pt>
                <c:pt idx="235">
                  <c:v>-5.2246015580976746E-3</c:v>
                </c:pt>
                <c:pt idx="236">
                  <c:v>-4.8156366928964189E-3</c:v>
                </c:pt>
                <c:pt idx="237">
                  <c:v>-4.2182047452996585E-3</c:v>
                </c:pt>
                <c:pt idx="238">
                  <c:v>-3.4333893640905444E-3</c:v>
                </c:pt>
                <c:pt idx="239">
                  <c:v>-2.4622679660950553E-3</c:v>
                </c:pt>
                <c:pt idx="240">
                  <c:v>-1.3059117728033698E-3</c:v>
                </c:pt>
                <c:pt idx="241">
                  <c:v>-4.3984073891039088E-3</c:v>
                </c:pt>
                <c:pt idx="242">
                  <c:v>-7.3077922072002366E-3</c:v>
                </c:pt>
                <c:pt idx="243">
                  <c:v>-1.003511907420318E-2</c:v>
                </c:pt>
                <c:pt idx="244">
                  <c:v>-1.2581434782404699E-2</c:v>
                </c:pt>
                <c:pt idx="245">
                  <c:v>-1.4947780105401876E-2</c:v>
                </c:pt>
                <c:pt idx="246">
                  <c:v>-1.7135189831307684E-2</c:v>
                </c:pt>
                <c:pt idx="247">
                  <c:v>-1.9144692798306551E-2</c:v>
                </c:pt>
                <c:pt idx="248">
                  <c:v>-2.0977311928504605E-2</c:v>
                </c:pt>
                <c:pt idx="249">
                  <c:v>-2.2634064261893627E-2</c:v>
                </c:pt>
                <c:pt idx="250">
                  <c:v>-2.4115960990201302E-2</c:v>
                </c:pt>
                <c:pt idx="251">
                  <c:v>-2.5424007490997269E-2</c:v>
                </c:pt>
                <c:pt idx="252">
                  <c:v>-2.6559203360292827E-2</c:v>
                </c:pt>
                <c:pt idx="253">
                  <c:v>-2.75225424468033E-2</c:v>
                </c:pt>
                <c:pt idx="254">
                  <c:v>-2.8315012884391422E-2</c:v>
                </c:pt>
                <c:pt idx="255">
                  <c:v>-2.8937597124993886E-2</c:v>
                </c:pt>
                <c:pt idx="256">
                  <c:v>-2.9391271971491051E-2</c:v>
                </c:pt>
                <c:pt idx="257">
                  <c:v>-2.9677008610192956E-2</c:v>
                </c:pt>
                <c:pt idx="258">
                  <c:v>-2.9795772643197438E-2</c:v>
                </c:pt>
                <c:pt idx="259">
                  <c:v>-2.9748524120208231E-2</c:v>
                </c:pt>
                <c:pt idx="260">
                  <c:v>-2.9536217570807821E-2</c:v>
                </c:pt>
                <c:pt idx="261">
                  <c:v>-2.915980203610502E-2</c:v>
                </c:pt>
                <c:pt idx="262">
                  <c:v>-2.8620221100197796E-2</c:v>
                </c:pt>
                <c:pt idx="263">
                  <c:v>-2.7918412921906111E-2</c:v>
                </c:pt>
                <c:pt idx="264">
                  <c:v>-2.7055310265296839E-2</c:v>
                </c:pt>
                <c:pt idx="265">
                  <c:v>-2.6031840531601347E-2</c:v>
                </c:pt>
                <c:pt idx="266">
                  <c:v>-2.4848925789598297E-2</c:v>
                </c:pt>
                <c:pt idx="267">
                  <c:v>-2.3507482805797508E-2</c:v>
                </c:pt>
                <c:pt idx="268">
                  <c:v>-2.2008423076002259E-2</c:v>
                </c:pt>
                <c:pt idx="269">
                  <c:v>-2.0352652854796816E-2</c:v>
                </c:pt>
                <c:pt idx="270">
                  <c:v>-1.8541073185900814E-2</c:v>
                </c:pt>
                <c:pt idx="271">
                  <c:v>-2.029619776749314E-2</c:v>
                </c:pt>
                <c:pt idx="272">
                  <c:v>-2.1897299476307808E-2</c:v>
                </c:pt>
                <c:pt idx="273">
                  <c:v>-2.3345263902896818E-2</c:v>
                </c:pt>
                <c:pt idx="274">
                  <c:v>-2.464097154559397E-2</c:v>
                </c:pt>
                <c:pt idx="275">
                  <c:v>-2.5785297840300814E-2</c:v>
                </c:pt>
                <c:pt idx="276">
                  <c:v>-2.6779113189206782E-2</c:v>
                </c:pt>
                <c:pt idx="277">
                  <c:v>-2.7623282990006714E-2</c:v>
                </c:pt>
                <c:pt idx="278">
                  <c:v>-2.8318667664194663E-2</c:v>
                </c:pt>
                <c:pt idx="279">
                  <c:v>-2.8866122686594053E-2</c:v>
                </c:pt>
                <c:pt idx="280">
                  <c:v>-2.9266498612599889E-2</c:v>
                </c:pt>
                <c:pt idx="281">
                  <c:v>-2.9520641107595225E-2</c:v>
                </c:pt>
                <c:pt idx="282">
                  <c:v>-2.9629390974292846E-2</c:v>
                </c:pt>
                <c:pt idx="283">
                  <c:v>-2.9593584181100141E-2</c:v>
                </c:pt>
                <c:pt idx="284">
                  <c:v>-2.9414051890000792E-2</c:v>
                </c:pt>
                <c:pt idx="285">
                  <c:v>-2.9091620483498559E-2</c:v>
                </c:pt>
                <c:pt idx="286">
                  <c:v>-2.8627111592896881E-2</c:v>
                </c:pt>
                <c:pt idx="287">
                  <c:v>-2.8021342125398974E-2</c:v>
                </c:pt>
                <c:pt idx="288">
                  <c:v>-2.7275124291108455E-2</c:v>
                </c:pt>
                <c:pt idx="289">
                  <c:v>-2.6389265630101022E-2</c:v>
                </c:pt>
                <c:pt idx="290">
                  <c:v>-2.5364569039098228E-2</c:v>
                </c:pt>
                <c:pt idx="291">
                  <c:v>-2.4201832798709688E-2</c:v>
                </c:pt>
                <c:pt idx="292">
                  <c:v>-2.2901850599396312E-2</c:v>
                </c:pt>
                <c:pt idx="293">
                  <c:v>-2.1465411568300397E-2</c:v>
                </c:pt>
                <c:pt idx="294">
                  <c:v>-1.9893300295095173E-2</c:v>
                </c:pt>
                <c:pt idx="295">
                  <c:v>-1.8186296858303308E-2</c:v>
                </c:pt>
                <c:pt idx="296">
                  <c:v>-1.6345176851302767E-2</c:v>
                </c:pt>
                <c:pt idx="297">
                  <c:v>-1.4370711407693193E-2</c:v>
                </c:pt>
                <c:pt idx="298">
                  <c:v>-1.2263667227813357E-2</c:v>
                </c:pt>
                <c:pt idx="299">
                  <c:v>-1.0024806603198044E-2</c:v>
                </c:pt>
                <c:pt idx="300">
                  <c:v>-7.6548874424986479E-3</c:v>
                </c:pt>
                <c:pt idx="301">
                  <c:v>-8.2938290318992358E-3</c:v>
                </c:pt>
                <c:pt idx="302">
                  <c:v>-8.8032148544101574E-3</c:v>
                </c:pt>
                <c:pt idx="303">
                  <c:v>-9.1837898205113788E-3</c:v>
                </c:pt>
                <c:pt idx="304">
                  <c:v>-9.4362945573891466E-3</c:v>
                </c:pt>
                <c:pt idx="305">
                  <c:v>-9.5614654341886762E-3</c:v>
                </c:pt>
                <c:pt idx="306">
                  <c:v>-9.5600345858031233E-3</c:v>
                </c:pt>
                <c:pt idx="307">
                  <c:v>-9.4327299376004703E-3</c:v>
                </c:pt>
                <c:pt idx="308">
                  <c:v>-9.1802752298946189E-3</c:v>
                </c:pt>
                <c:pt idx="309">
                  <c:v>-8.8033900412085586E-3</c:v>
                </c:pt>
                <c:pt idx="310">
                  <c:v>-8.3027898129017785E-3</c:v>
                </c:pt>
                <c:pt idx="311">
                  <c:v>-7.6791858729876594E-3</c:v>
                </c:pt>
                <c:pt idx="312">
                  <c:v>-6.9332854589987392E-3</c:v>
                </c:pt>
                <c:pt idx="313">
                  <c:v>-6.0657917424009611E-3</c:v>
                </c:pt>
                <c:pt idx="314">
                  <c:v>-5.0774038517005238E-3</c:v>
                </c:pt>
                <c:pt idx="315">
                  <c:v>-3.9688168953091463E-3</c:v>
                </c:pt>
                <c:pt idx="316">
                  <c:v>-2.7407219851056652E-3</c:v>
                </c:pt>
                <c:pt idx="317">
                  <c:v>-1.3938062593013001E-3</c:v>
                </c:pt>
                <c:pt idx="318">
                  <c:v>7.1247094908244435E-5</c:v>
                </c:pt>
                <c:pt idx="319">
                  <c:v>1.6537588182075069E-3</c:v>
                </c:pt>
                <c:pt idx="320">
                  <c:v>3.3530535573049747E-3</c:v>
                </c:pt>
                <c:pt idx="321">
                  <c:v>5.1684598413999083E-3</c:v>
                </c:pt>
                <c:pt idx="322">
                  <c:v>7.0993100608944815E-3</c:v>
                </c:pt>
                <c:pt idx="323">
                  <c:v>9.1449404447985216E-3</c:v>
                </c:pt>
                <c:pt idx="324">
                  <c:v>1.1304691038205306E-2</c:v>
                </c:pt>
                <c:pt idx="325">
                  <c:v>1.3577905681103175E-2</c:v>
                </c:pt>
                <c:pt idx="326">
                  <c:v>1.5963931986306079E-2</c:v>
                </c:pt>
                <c:pt idx="327">
                  <c:v>1.8462121317497804E-2</c:v>
                </c:pt>
                <c:pt idx="328">
                  <c:v>2.1071828767603051E-2</c:v>
                </c:pt>
                <c:pt idx="329">
                  <c:v>2.3792413138195911E-2</c:v>
                </c:pt>
                <c:pt idx="330">
                  <c:v>2.6623236917089343E-2</c:v>
                </c:pt>
                <c:pt idx="331">
                  <c:v>2.6902489419995845E-2</c:v>
                </c:pt>
                <c:pt idx="332">
                  <c:v>2.7290717282497212E-2</c:v>
                </c:pt>
                <c:pt idx="333">
                  <c:v>2.77872939262096E-2</c:v>
                </c:pt>
                <c:pt idx="334">
                  <c:v>2.8391596375101358E-2</c:v>
                </c:pt>
                <c:pt idx="335">
                  <c:v>2.910300523519993E-2</c:v>
                </c:pt>
                <c:pt idx="336">
                  <c:v>2.9920904673801374E-2</c:v>
                </c:pt>
                <c:pt idx="337">
                  <c:v>3.0844682399305157E-2</c:v>
                </c:pt>
                <c:pt idx="338">
                  <c:v>3.1873729640395254E-2</c:v>
                </c:pt>
                <c:pt idx="339">
                  <c:v>3.300744112590337E-2</c:v>
                </c:pt>
                <c:pt idx="340">
                  <c:v>3.4245215065098478E-2</c:v>
                </c:pt>
                <c:pt idx="341">
                  <c:v>3.5586453127407935E-2</c:v>
                </c:pt>
                <c:pt idx="342">
                  <c:v>3.7030560422095959E-2</c:v>
                </c:pt>
                <c:pt idx="343">
                  <c:v>3.8576945479391611E-2</c:v>
                </c:pt>
                <c:pt idx="344">
                  <c:v>4.0225020229797792E-2</c:v>
                </c:pt>
                <c:pt idx="345">
                  <c:v>4.1974199985688188E-2</c:v>
                </c:pt>
                <c:pt idx="346">
                  <c:v>4.3823903420602051E-2</c:v>
                </c:pt>
                <c:pt idx="347">
                  <c:v>4.5773552550798513E-2</c:v>
                </c:pt>
                <c:pt idx="348">
                  <c:v>4.7822572716100353E-2</c:v>
                </c:pt>
                <c:pt idx="349">
                  <c:v>4.9970392559799848E-2</c:v>
                </c:pt>
                <c:pt idx="350">
                  <c:v>5.2216444010909413E-2</c:v>
                </c:pt>
                <c:pt idx="351">
                  <c:v>5.4560162264394307E-2</c:v>
                </c:pt>
                <c:pt idx="352">
                  <c:v>5.7000985763011158E-2</c:v>
                </c:pt>
                <c:pt idx="353">
                  <c:v>5.9538356177796459E-2</c:v>
                </c:pt>
                <c:pt idx="354">
                  <c:v>6.2171718390601427E-2</c:v>
                </c:pt>
                <c:pt idx="355">
                  <c:v>6.4900520474594714E-2</c:v>
                </c:pt>
                <c:pt idx="356">
                  <c:v>6.7724213676711997E-2</c:v>
                </c:pt>
                <c:pt idx="357">
                  <c:v>7.0642252398698702E-2</c:v>
                </c:pt>
                <c:pt idx="358">
                  <c:v>7.365409417968749E-2</c:v>
                </c:pt>
                <c:pt idx="359">
                  <c:v>7.6759199677894685E-2</c:v>
                </c:pt>
                <c:pt idx="360">
                  <c:v>7.995703265208931E-2</c:v>
                </c:pt>
                <c:pt idx="361">
                  <c:v>8.0981727349396238E-2</c:v>
                </c:pt>
                <c:pt idx="362">
                  <c:v>8.2098086272893056E-2</c:v>
                </c:pt>
                <c:pt idx="363">
                  <c:v>8.3305582378500276E-2</c:v>
                </c:pt>
                <c:pt idx="364">
                  <c:v>8.4603691651992108E-2</c:v>
                </c:pt>
                <c:pt idx="365">
                  <c:v>8.5991893092710825E-2</c:v>
                </c:pt>
                <c:pt idx="366">
                  <c:v>8.7469668694893699E-2</c:v>
                </c:pt>
                <c:pt idx="367">
                  <c:v>8.9036503431998426E-2</c:v>
                </c:pt>
                <c:pt idx="368">
                  <c:v>9.069188523790217E-2</c:v>
                </c:pt>
                <c:pt idx="369">
                  <c:v>9.2435304991411726E-2</c:v>
                </c:pt>
                <c:pt idx="370">
                  <c:v>9.4266256498301004E-2</c:v>
                </c:pt>
                <c:pt idx="371">
                  <c:v>9.6184236474698537E-2</c:v>
                </c:pt>
                <c:pt idx="372">
                  <c:v>9.8188744530901317E-2</c:v>
                </c:pt>
                <c:pt idx="373">
                  <c:v>0.10027928315389545</c:v>
                </c:pt>
                <c:pt idx="374">
                  <c:v>0.10245535769149683</c:v>
                </c:pt>
                <c:pt idx="375">
                  <c:v>0.1047164763353976</c:v>
                </c:pt>
                <c:pt idx="376">
                  <c:v>0.10706215010540632</c:v>
                </c:pt>
                <c:pt idx="377">
                  <c:v>0.10949189283249439</c:v>
                </c:pt>
                <c:pt idx="378">
                  <c:v>0.11200522114310729</c:v>
                </c:pt>
                <c:pt idx="379">
                  <c:v>0.11460165444299264</c:v>
                </c:pt>
                <c:pt idx="380">
                  <c:v>0.11728071490099978</c:v>
                </c:pt>
                <c:pt idx="381">
                  <c:v>0.12004192743380315</c:v>
                </c:pt>
                <c:pt idx="382">
                  <c:v>0.12288481968910503</c:v>
                </c:pt>
                <c:pt idx="383">
                  <c:v>0.12580892203099836</c:v>
                </c:pt>
                <c:pt idx="384">
                  <c:v>0.12881376752349638</c:v>
                </c:pt>
                <c:pt idx="385">
                  <c:v>0.13189889191569648</c:v>
                </c:pt>
                <c:pt idx="386">
                  <c:v>0.13506383362559404</c:v>
                </c:pt>
                <c:pt idx="387">
                  <c:v>0.13830813372560158</c:v>
                </c:pt>
                <c:pt idx="388">
                  <c:v>0.14163133592649046</c:v>
                </c:pt>
                <c:pt idx="389">
                  <c:v>0.14503298656291008</c:v>
                </c:pt>
                <c:pt idx="390">
                  <c:v>0.14851263457759956</c:v>
                </c:pt>
                <c:pt idx="391">
                  <c:v>0.15013214759160576</c:v>
                </c:pt>
                <c:pt idx="392">
                  <c:v>0.15182876363519426</c:v>
                </c:pt>
                <c:pt idx="393">
                  <c:v>0.15360203938699613</c:v>
                </c:pt>
                <c:pt idx="394">
                  <c:v>0.15545153407460077</c:v>
                </c:pt>
                <c:pt idx="395">
                  <c:v>0.15737680945990462</c:v>
                </c:pt>
                <c:pt idx="396">
                  <c:v>0.15937742982460179</c:v>
                </c:pt>
                <c:pt idx="397">
                  <c:v>0.16145296195560377</c:v>
                </c:pt>
                <c:pt idx="398">
                  <c:v>0.16360297513070066</c:v>
                </c:pt>
                <c:pt idx="399">
                  <c:v>0.16582704110430768</c:v>
                </c:pt>
                <c:pt idx="400">
                  <c:v>0.16812473409299855</c:v>
                </c:pt>
                <c:pt idx="401">
                  <c:v>0.17049563076139407</c:v>
                </c:pt>
                <c:pt idx="402">
                  <c:v>0.17293931020859077</c:v>
                </c:pt>
                <c:pt idx="403">
                  <c:v>0.17545535395319689</c:v>
                </c:pt>
                <c:pt idx="404">
                  <c:v>0.1780433459204005</c:v>
                </c:pt>
                <c:pt idx="405">
                  <c:v>0.18070287242750283</c:v>
                </c:pt>
                <c:pt idx="406">
                  <c:v>0.18343352217050324</c:v>
                </c:pt>
                <c:pt idx="407">
                  <c:v>0.18623488621000206</c:v>
                </c:pt>
                <c:pt idx="408">
                  <c:v>0.1891065579584108</c:v>
                </c:pt>
                <c:pt idx="409">
                  <c:v>0.19204813316530078</c:v>
                </c:pt>
                <c:pt idx="410">
                  <c:v>0.19505920990511072</c:v>
                </c:pt>
                <c:pt idx="411">
                  <c:v>0.19813938856269431</c:v>
                </c:pt>
                <c:pt idx="412">
                  <c:v>0.20128827182109887</c:v>
                </c:pt>
                <c:pt idx="413">
                  <c:v>0.20450546464769559</c:v>
                </c:pt>
                <c:pt idx="414">
                  <c:v>0.20779057428080705</c:v>
                </c:pt>
                <c:pt idx="415">
                  <c:v>0.21114321021759963</c:v>
                </c:pt>
                <c:pt idx="416">
                  <c:v>0.21456298420019948</c:v>
                </c:pt>
                <c:pt idx="417">
                  <c:v>0.2180495102031017</c:v>
                </c:pt>
                <c:pt idx="418">
                  <c:v>0.22160240442050849</c:v>
                </c:pt>
                <c:pt idx="419">
                  <c:v>0.22522128525319829</c:v>
                </c:pt>
                <c:pt idx="420">
                  <c:v>0.22890577329610551</c:v>
                </c:pt>
                <c:pt idx="421">
                  <c:v>0.23099151960011</c:v>
                </c:pt>
                <c:pt idx="422">
                  <c:v>0.23314212083610641</c:v>
                </c:pt>
                <c:pt idx="423">
                  <c:v>0.23535720410619376</c:v>
                </c:pt>
                <c:pt idx="424">
                  <c:v>0.23763639865609321</c:v>
                </c:pt>
                <c:pt idx="425">
                  <c:v>0.23997933586349518</c:v>
                </c:pt>
                <c:pt idx="426">
                  <c:v>0.24238564922549699</c:v>
                </c:pt>
                <c:pt idx="427">
                  <c:v>0.24485497434660886</c:v>
                </c:pt>
                <c:pt idx="428">
                  <c:v>0.24738694892620572</c:v>
                </c:pt>
                <c:pt idx="429">
                  <c:v>0.2499812127472012</c:v>
                </c:pt>
                <c:pt idx="430">
                  <c:v>0.25263740766339993</c:v>
                </c:pt>
                <c:pt idx="431">
                  <c:v>0.25535517758780202</c:v>
                </c:pt>
                <c:pt idx="432">
                  <c:v>0.2581341684809928</c:v>
                </c:pt>
                <c:pt idx="433">
                  <c:v>0.26097402833920569</c:v>
                </c:pt>
                <c:pt idx="434">
                  <c:v>0.26387440718229982</c:v>
                </c:pt>
                <c:pt idx="435">
                  <c:v>0.26683495704290294</c:v>
                </c:pt>
                <c:pt idx="436">
                  <c:v>0.2698553319538064</c:v>
                </c:pt>
                <c:pt idx="437">
                  <c:v>0.27293518793739224</c:v>
                </c:pt>
                <c:pt idx="438">
                  <c:v>0.2760741829937956</c:v>
                </c:pt>
                <c:pt idx="439">
                  <c:v>0.27927197708939389</c:v>
                </c:pt>
                <c:pt idx="440">
                  <c:v>0.28252823214590705</c:v>
                </c:pt>
                <c:pt idx="441">
                  <c:v>0.28584261202860262</c:v>
                </c:pt>
                <c:pt idx="442">
                  <c:v>0.28921478253570854</c:v>
                </c:pt>
                <c:pt idx="443">
                  <c:v>0.29264441138680297</c:v>
                </c:pt>
                <c:pt idx="444">
                  <c:v>0.29613116821209928</c:v>
                </c:pt>
                <c:pt idx="445">
                  <c:v>0.29967472454138999</c:v>
                </c:pt>
                <c:pt idx="446">
                  <c:v>0.30327475379310442</c:v>
                </c:pt>
                <c:pt idx="447">
                  <c:v>0.30693093126329529</c:v>
                </c:pt>
                <c:pt idx="448">
                  <c:v>0.31064293411479582</c:v>
                </c:pt>
                <c:pt idx="449">
                  <c:v>0.31441044136740004</c:v>
                </c:pt>
                <c:pt idx="450">
                  <c:v>0.31823313388549934</c:v>
                </c:pt>
                <c:pt idx="451">
                  <c:v>0.32067455781799481</c:v>
                </c:pt>
                <c:pt idx="452">
                  <c:v>0.32317053424019093</c:v>
                </c:pt>
                <c:pt idx="453">
                  <c:v>0.32572074949010243</c:v>
                </c:pt>
                <c:pt idx="454">
                  <c:v>0.32832489170920098</c:v>
                </c:pt>
                <c:pt idx="455">
                  <c:v>0.33098265083219758</c:v>
                </c:pt>
                <c:pt idx="456">
                  <c:v>0.33369371857659758</c:v>
                </c:pt>
                <c:pt idx="457">
                  <c:v>0.33645778843209939</c:v>
                </c:pt>
                <c:pt idx="458">
                  <c:v>0.3392745556513006</c:v>
                </c:pt>
                <c:pt idx="459">
                  <c:v>0.34214371723859927</c:v>
                </c:pt>
                <c:pt idx="460">
                  <c:v>0.34506497194080055</c:v>
                </c:pt>
                <c:pt idx="461">
                  <c:v>0.34803802023660069</c:v>
                </c:pt>
                <c:pt idx="462">
                  <c:v>0.35106256432699467</c:v>
                </c:pt>
                <c:pt idx="463">
                  <c:v>0.35413830812530023</c:v>
                </c:pt>
                <c:pt idx="464">
                  <c:v>0.3572649572470965</c:v>
                </c:pt>
                <c:pt idx="465">
                  <c:v>0.36044221900070283</c:v>
                </c:pt>
                <c:pt idx="466">
                  <c:v>0.36366980237708901</c:v>
                </c:pt>
                <c:pt idx="467">
                  <c:v>0.36694741804100772</c:v>
                </c:pt>
                <c:pt idx="468">
                  <c:v>0.37027477832019429</c:v>
                </c:pt>
                <c:pt idx="469">
                  <c:v>0.37365159719691121</c:v>
                </c:pt>
                <c:pt idx="470">
                  <c:v>0.37707759029760268</c:v>
                </c:pt>
                <c:pt idx="471">
                  <c:v>0.38055247488370014</c:v>
                </c:pt>
                <c:pt idx="472">
                  <c:v>0.38407596984291104</c:v>
                </c:pt>
                <c:pt idx="473">
                  <c:v>0.3876477956786033</c:v>
                </c:pt>
                <c:pt idx="474">
                  <c:v>0.39126767450129307</c:v>
                </c:pt>
                <c:pt idx="475">
                  <c:v>0.39493533001980552</c:v>
                </c:pt>
                <c:pt idx="476">
                  <c:v>0.39865048753090093</c:v>
                </c:pt>
                <c:pt idx="477">
                  <c:v>0.40241287391120295</c:v>
                </c:pt>
                <c:pt idx="478">
                  <c:v>0.40622221760750676</c:v>
                </c:pt>
                <c:pt idx="479">
                  <c:v>0.41007824862819575</c:v>
                </c:pt>
                <c:pt idx="480">
                  <c:v>0.413980698533706</c:v>
                </c:pt>
                <c:pt idx="481">
                  <c:v>0.41668535137169727</c:v>
                </c:pt>
                <c:pt idx="482">
                  <c:v>0.41943589083730615</c:v>
                </c:pt>
                <c:pt idx="483">
                  <c:v>0.4222320530952004</c:v>
                </c:pt>
                <c:pt idx="484">
                  <c:v>0.42507357582640282</c:v>
                </c:pt>
                <c:pt idx="485">
                  <c:v>0.42796019822080211</c:v>
                </c:pt>
                <c:pt idx="486">
                  <c:v>0.43089166096758902</c:v>
                </c:pt>
                <c:pt idx="487">
                  <c:v>0.4338677062469003</c:v>
                </c:pt>
                <c:pt idx="488">
                  <c:v>0.43688807772149119</c:v>
                </c:pt>
                <c:pt idx="489">
                  <c:v>0.43995252052769729</c:v>
                </c:pt>
                <c:pt idx="490">
                  <c:v>0.44306078126759019</c:v>
                </c:pt>
                <c:pt idx="491">
                  <c:v>0.44621260799969775</c:v>
                </c:pt>
                <c:pt idx="492">
                  <c:v>0.44940775023179924</c:v>
                </c:pt>
                <c:pt idx="493">
                  <c:v>0.45264595891130455</c:v>
                </c:pt>
                <c:pt idx="494">
                  <c:v>0.45592698641789298</c:v>
                </c:pt>
                <c:pt idx="495">
                  <c:v>0.45925058655529938</c:v>
                </c:pt>
                <c:pt idx="496">
                  <c:v>0.46261651454220498</c:v>
                </c:pt>
                <c:pt idx="497">
                  <c:v>0.4660245270053025</c:v>
                </c:pt>
                <c:pt idx="498">
                  <c:v>0.46947438197000224</c:v>
                </c:pt>
                <c:pt idx="499">
                  <c:v>0.47296583885371035</c:v>
                </c:pt>
                <c:pt idx="500">
                  <c:v>0.47649865845639283</c:v>
                </c:pt>
                <c:pt idx="501">
                  <c:v>0.48007260295401011</c:v>
                </c:pt>
                <c:pt idx="502">
                  <c:v>0.48368743588929419</c:v>
                </c:pt>
                <c:pt idx="503">
                  <c:v>0.48734292216519748</c:v>
                </c:pt>
                <c:pt idx="504">
                  <c:v>0.49103882803609622</c:v>
                </c:pt>
                <c:pt idx="505">
                  <c:v>0.49477492110020194</c:v>
                </c:pt>
                <c:pt idx="506">
                  <c:v>0.49855097029220019</c:v>
                </c:pt>
                <c:pt idx="507">
                  <c:v>0.50236674587509356</c:v>
                </c:pt>
                <c:pt idx="508">
                  <c:v>0.50622201943330936</c:v>
                </c:pt>
                <c:pt idx="509">
                  <c:v>0.51011656386400261</c:v>
                </c:pt>
                <c:pt idx="510">
                  <c:v>0.51405015337040538</c:v>
                </c:pt>
                <c:pt idx="511">
                  <c:v>0.51693949392920047</c:v>
                </c:pt>
                <c:pt idx="512">
                  <c:v>0.51986743185740636</c:v>
                </c:pt>
                <c:pt idx="513">
                  <c:v>0.52283374523079829</c:v>
                </c:pt>
                <c:pt idx="514">
                  <c:v>0.52583821340110148</c:v>
                </c:pt>
                <c:pt idx="515">
                  <c:v>0.52888061698848787</c:v>
                </c:pt>
                <c:pt idx="516">
                  <c:v>0.53196073787481168</c:v>
                </c:pt>
                <c:pt idx="517">
                  <c:v>0.53507835919570823</c:v>
                </c:pt>
                <c:pt idx="518">
                  <c:v>0.53823326533419902</c:v>
                </c:pt>
                <c:pt idx="519">
                  <c:v>0.54142524191239261</c:v>
                </c:pt>
                <c:pt idx="520">
                  <c:v>0.5446540757857008</c:v>
                </c:pt>
                <c:pt idx="521">
                  <c:v>0.54791955503449685</c:v>
                </c:pt>
                <c:pt idx="522">
                  <c:v>0.55122146895810431</c:v>
                </c:pt>
                <c:pt idx="523">
                  <c:v>0.55455960806690996</c:v>
                </c:pt>
                <c:pt idx="524">
                  <c:v>0.55793376407599737</c:v>
                </c:pt>
                <c:pt idx="525">
                  <c:v>0.56134372989809833</c:v>
                </c:pt>
                <c:pt idx="526">
                  <c:v>0.56478929963670055</c:v>
                </c:pt>
                <c:pt idx="527">
                  <c:v>0.56827026857860119</c:v>
                </c:pt>
                <c:pt idx="528">
                  <c:v>0.57178643318829359</c:v>
                </c:pt>
                <c:pt idx="529">
                  <c:v>0.57533759110030758</c:v>
                </c:pt>
                <c:pt idx="530">
                  <c:v>0.57892354111280042</c:v>
                </c:pt>
                <c:pt idx="531">
                  <c:v>0.58254408318040873</c:v>
                </c:pt>
                <c:pt idx="532">
                  <c:v>0.58619901840839361</c:v>
                </c:pt>
                <c:pt idx="533">
                  <c:v>0.58988814904549258</c:v>
                </c:pt>
                <c:pt idx="534">
                  <c:v>0.59361127847749628</c:v>
                </c:pt>
                <c:pt idx="535">
                  <c:v>0.59736821122049832</c:v>
                </c:pt>
                <c:pt idx="536">
                  <c:v>0.60115875291469933</c:v>
                </c:pt>
                <c:pt idx="537">
                  <c:v>0.60498271031789841</c:v>
                </c:pt>
                <c:pt idx="538">
                  <c:v>0.60883989129879978</c:v>
                </c:pt>
                <c:pt idx="539">
                  <c:v>0.6127301048308027</c:v>
                </c:pt>
                <c:pt idx="540">
                  <c:v>0.61665316098600442</c:v>
                </c:pt>
                <c:pt idx="541">
                  <c:v>0.61966250250799249</c:v>
                </c:pt>
                <c:pt idx="542">
                  <c:v>0.62270431006680838</c:v>
                </c:pt>
                <c:pt idx="543">
                  <c:v>0.62577839699109461</c:v>
                </c:pt>
                <c:pt idx="544">
                  <c:v>0.6288845776838059</c:v>
                </c:pt>
                <c:pt idx="545">
                  <c:v>0.63202266761420844</c:v>
                </c:pt>
                <c:pt idx="546">
                  <c:v>0.63519248331289191</c:v>
                </c:pt>
                <c:pt idx="547">
                  <c:v>0.63839384236550245</c:v>
                </c:pt>
                <c:pt idx="548">
                  <c:v>0.64162656340630519</c:v>
                </c:pt>
                <c:pt idx="549">
                  <c:v>0.64489046611249989</c:v>
                </c:pt>
                <c:pt idx="550">
                  <c:v>0.64818537119781183</c:v>
                </c:pt>
                <c:pt idx="551">
                  <c:v>0.65151110040720539</c:v>
                </c:pt>
                <c:pt idx="552">
                  <c:v>0.65486747651038968</c:v>
                </c:pt>
                <c:pt idx="553">
                  <c:v>0.65825432329600631</c:v>
                </c:pt>
                <c:pt idx="554">
                  <c:v>0.66167146556590239</c:v>
                </c:pt>
                <c:pt idx="555">
                  <c:v>0.66511872912938941</c:v>
                </c:pt>
                <c:pt idx="556">
                  <c:v>0.668595940797303</c:v>
                </c:pt>
                <c:pt idx="557">
                  <c:v>0.67210292837610552</c:v>
                </c:pt>
                <c:pt idx="558">
                  <c:v>0.6756395206625001</c:v>
                </c:pt>
                <c:pt idx="559">
                  <c:v>0.67920554743750472</c:v>
                </c:pt>
                <c:pt idx="560">
                  <c:v>0.68280083946069681</c:v>
                </c:pt>
                <c:pt idx="561">
                  <c:v>0.68642522846509735</c:v>
                </c:pt>
                <c:pt idx="562">
                  <c:v>0.69007854715110284</c:v>
                </c:pt>
                <c:pt idx="563">
                  <c:v>0.69376062918050252</c:v>
                </c:pt>
                <c:pt idx="564">
                  <c:v>0.6974713091722009</c:v>
                </c:pt>
                <c:pt idx="565">
                  <c:v>0.70121042269580869</c:v>
                </c:pt>
                <c:pt idx="566">
                  <c:v>0.70497780626610052</c:v>
                </c:pt>
                <c:pt idx="567">
                  <c:v>0.70877329733809802</c:v>
                </c:pt>
                <c:pt idx="568">
                  <c:v>0.71259673430130022</c:v>
                </c:pt>
                <c:pt idx="569">
                  <c:v>0.71644795647449655</c:v>
                </c:pt>
                <c:pt idx="570">
                  <c:v>0.7203268041002957</c:v>
                </c:pt>
                <c:pt idx="571">
                  <c:v>0.72340237239630767</c:v>
                </c:pt>
                <c:pt idx="572">
                  <c:v>0.72650524938059391</c:v>
                </c:pt>
                <c:pt idx="573">
                  <c:v>0.72963527803560169</c:v>
                </c:pt>
                <c:pt idx="574">
                  <c:v>0.73279230224680703</c:v>
                </c:pt>
                <c:pt idx="575">
                  <c:v>0.735976166796803</c:v>
                </c:pt>
                <c:pt idx="576">
                  <c:v>0.73918671736130648</c:v>
                </c:pt>
                <c:pt idx="577">
                  <c:v>0.74242380050269219</c:v>
                </c:pt>
                <c:pt idx="578">
                  <c:v>0.74568726366629789</c:v>
                </c:pt>
                <c:pt idx="579">
                  <c:v>0.74897695517370266</c:v>
                </c:pt>
                <c:pt idx="580">
                  <c:v>0.752292724219501</c:v>
                </c:pt>
                <c:pt idx="581">
                  <c:v>0.75563442086479427</c:v>
                </c:pt>
                <c:pt idx="582">
                  <c:v>0.75900189603289903</c:v>
                </c:pt>
                <c:pt idx="583">
                  <c:v>0.76239500150450112</c:v>
                </c:pt>
                <c:pt idx="584">
                  <c:v>0.76581358991219872</c:v>
                </c:pt>
                <c:pt idx="585">
                  <c:v>0.76925751473619641</c:v>
                </c:pt>
                <c:pt idx="586">
                  <c:v>0.77272663029890509</c:v>
                </c:pt>
                <c:pt idx="587">
                  <c:v>0.77622079176050818</c:v>
                </c:pt>
                <c:pt idx="588">
                  <c:v>0.77973985511390254</c:v>
                </c:pt>
                <c:pt idx="589">
                  <c:v>0.78328367718000891</c:v>
                </c:pt>
                <c:pt idx="590">
                  <c:v>0.78685211560299706</c:v>
                </c:pt>
                <c:pt idx="591">
                  <c:v>0.79044502884561041</c:v>
                </c:pt>
                <c:pt idx="592">
                  <c:v>0.79406227618419223</c:v>
                </c:pt>
                <c:pt idx="593">
                  <c:v>0.7977037177043087</c:v>
                </c:pt>
                <c:pt idx="594">
                  <c:v>0.80136921429620145</c:v>
                </c:pt>
                <c:pt idx="595">
                  <c:v>0.80505862764950109</c:v>
                </c:pt>
                <c:pt idx="596">
                  <c:v>0.80877182024968874</c:v>
                </c:pt>
                <c:pt idx="597">
                  <c:v>0.81250865537229799</c:v>
                </c:pt>
                <c:pt idx="598">
                  <c:v>0.8162689970793906</c:v>
                </c:pt>
                <c:pt idx="599">
                  <c:v>0.82005271021449744</c:v>
                </c:pt>
                <c:pt idx="600">
                  <c:v>0.82385966039829839</c:v>
                </c:pt>
                <c:pt idx="601">
                  <c:v>0.82695754166660151</c:v>
                </c:pt>
                <c:pt idx="602">
                  <c:v>0.83007839353820145</c:v>
                </c:pt>
                <c:pt idx="603">
                  <c:v>0.83322208393869346</c:v>
                </c:pt>
                <c:pt idx="604">
                  <c:v>0.83638848155280243</c:v>
                </c:pt>
                <c:pt idx="605">
                  <c:v>0.83957745581999177</c:v>
                </c:pt>
                <c:pt idx="606">
                  <c:v>0.84278887693099591</c:v>
                </c:pt>
                <c:pt idx="607">
                  <c:v>0.84602261582230653</c:v>
                </c:pt>
                <c:pt idx="608">
                  <c:v>0.84927854417290405</c:v>
                </c:pt>
                <c:pt idx="609">
                  <c:v>0.85255653439951118</c:v>
                </c:pt>
                <c:pt idx="610">
                  <c:v>0.85585645965220181</c:v>
                </c:pt>
                <c:pt idx="611">
                  <c:v>0.85917819381070615</c:v>
                </c:pt>
                <c:pt idx="612">
                  <c:v>0.86252161147979223</c:v>
                </c:pt>
                <c:pt idx="613">
                  <c:v>0.86588658798490314</c:v>
                </c:pt>
                <c:pt idx="614">
                  <c:v>0.86927299936890279</c:v>
                </c:pt>
                <c:pt idx="615">
                  <c:v>0.87268072238720151</c:v>
                </c:pt>
                <c:pt idx="616">
                  <c:v>0.87610963450330814</c:v>
                </c:pt>
                <c:pt idx="617">
                  <c:v>0.8795596138859878</c:v>
                </c:pt>
                <c:pt idx="618">
                  <c:v>0.88303053940410337</c:v>
                </c:pt>
                <c:pt idx="619">
                  <c:v>0.88652229062310539</c:v>
                </c:pt>
                <c:pt idx="620">
                  <c:v>0.89003474780089675</c:v>
                </c:pt>
                <c:pt idx="621">
                  <c:v>0.89356779188400992</c:v>
                </c:pt>
                <c:pt idx="622">
                  <c:v>0.8971213045032016</c:v>
                </c:pt>
                <c:pt idx="623">
                  <c:v>0.90069516796999949</c:v>
                </c:pt>
                <c:pt idx="624">
                  <c:v>0.90428926527249587</c:v>
                </c:pt>
                <c:pt idx="625">
                  <c:v>0.90790348007179489</c:v>
                </c:pt>
                <c:pt idx="626">
                  <c:v>0.91153769669780615</c:v>
                </c:pt>
                <c:pt idx="627">
                  <c:v>0.91519180014529411</c:v>
                </c:pt>
                <c:pt idx="628">
                  <c:v>0.91886567607070901</c:v>
                </c:pt>
                <c:pt idx="629">
                  <c:v>0.92255921078749736</c:v>
                </c:pt>
                <c:pt idx="630">
                  <c:v>0.9262722912631034</c:v>
                </c:pt>
                <c:pt idx="631">
                  <c:v>0.92935725725040186</c:v>
                </c:pt>
                <c:pt idx="632">
                  <c:v>0.93246154487719934</c:v>
                </c:pt>
                <c:pt idx="633">
                  <c:v>0.93558504304910173</c:v>
                </c:pt>
                <c:pt idx="634">
                  <c:v>0.93872764131090491</c:v>
                </c:pt>
                <c:pt idx="635">
                  <c:v>0.94188922984218948</c:v>
                </c:pt>
                <c:pt idx="636">
                  <c:v>0.94506969945429375</c:v>
                </c:pt>
                <c:pt idx="637">
                  <c:v>0.94826894158579478</c:v>
                </c:pt>
                <c:pt idx="638">
                  <c:v>0.95148684830009245</c:v>
                </c:pt>
                <c:pt idx="639">
                  <c:v>0.95472331228090468</c:v>
                </c:pt>
                <c:pt idx="640">
                  <c:v>0.95797822682899891</c:v>
                </c:pt>
                <c:pt idx="641">
                  <c:v>0.96125148585859677</c:v>
                </c:pt>
                <c:pt idx="642">
                  <c:v>0.96454298389400606</c:v>
                </c:pt>
                <c:pt idx="643">
                  <c:v>0.9678526160658123</c:v>
                </c:pt>
                <c:pt idx="644">
                  <c:v>0.97118027810780916</c:v>
                </c:pt>
                <c:pt idx="645">
                  <c:v>0.97452586635309046</c:v>
                </c:pt>
                <c:pt idx="646">
                  <c:v>0.9778892777308954</c:v>
                </c:pt>
                <c:pt idx="647">
                  <c:v>0.98127040976299895</c:v>
                </c:pt>
                <c:pt idx="648">
                  <c:v>0.9846691605606992</c:v>
                </c:pt>
                <c:pt idx="649">
                  <c:v>0.98808542882069617</c:v>
                </c:pt>
                <c:pt idx="650">
                  <c:v>0.99151911382240598</c:v>
                </c:pt>
                <c:pt idx="651">
                  <c:v>0.99497011542440816</c:v>
                </c:pt>
                <c:pt idx="652">
                  <c:v>0.9984383340609071</c:v>
                </c:pt>
                <c:pt idx="653">
                  <c:v>1.0019236707385062</c:v>
                </c:pt>
                <c:pt idx="654">
                  <c:v>1.0054260270333941</c:v>
                </c:pt>
                <c:pt idx="655">
                  <c:v>1.0089453050871953</c:v>
                </c:pt>
                <c:pt idx="656">
                  <c:v>1.012481407604497</c:v>
                </c:pt>
                <c:pt idx="657">
                  <c:v>1.0160342378497944</c:v>
                </c:pt>
                <c:pt idx="658">
                  <c:v>1.0196036996416069</c:v>
                </c:pt>
                <c:pt idx="659">
                  <c:v>1.0231896973552068</c:v>
                </c:pt>
                <c:pt idx="660">
                  <c:v>1.0267921359124017</c:v>
                </c:pt>
                <c:pt idx="661">
                  <c:v>1.0298352882389992</c:v>
                </c:pt>
                <c:pt idx="662">
                  <c:v>1.0328946928911051</c:v>
                </c:pt>
                <c:pt idx="663">
                  <c:v>1.0359702564242923</c:v>
                </c:pt>
                <c:pt idx="664">
                  <c:v>1.039061885928291</c:v>
                </c:pt>
                <c:pt idx="665">
                  <c:v>1.0421694890282964</c:v>
                </c:pt>
                <c:pt idx="666">
                  <c:v>1.0452929738803931</c:v>
                </c:pt>
                <c:pt idx="667">
                  <c:v>1.0484322491689966</c:v>
                </c:pt>
                <c:pt idx="668">
                  <c:v>1.0515872241032014</c:v>
                </c:pt>
                <c:pt idx="669">
                  <c:v>1.0547578084143936</c:v>
                </c:pt>
                <c:pt idx="670">
                  <c:v>1.0579439123529966</c:v>
                </c:pt>
                <c:pt idx="671">
                  <c:v>1.0611454466853019</c:v>
                </c:pt>
                <c:pt idx="672">
                  <c:v>1.0643623226899024</c:v>
                </c:pt>
                <c:pt idx="673">
                  <c:v>1.0675944521581044</c:v>
                </c:pt>
                <c:pt idx="674">
                  <c:v>1.0708417473858987</c:v>
                </c:pt>
                <c:pt idx="675">
                  <c:v>1.0741041211742015</c:v>
                </c:pt>
                <c:pt idx="676">
                  <c:v>1.0773814868254021</c:v>
                </c:pt>
                <c:pt idx="677">
                  <c:v>1.0806737581404064</c:v>
                </c:pt>
                <c:pt idx="678">
                  <c:v>1.0839808494157097</c:v>
                </c:pt>
                <c:pt idx="679">
                  <c:v>1.087302675440597</c:v>
                </c:pt>
                <c:pt idx="680">
                  <c:v>1.0906391514942868</c:v>
                </c:pt>
                <c:pt idx="681">
                  <c:v>1.0939901933430889</c:v>
                </c:pt>
                <c:pt idx="682">
                  <c:v>1.0973557172366952</c:v>
                </c:pt>
                <c:pt idx="683">
                  <c:v>1.1007356399092032</c:v>
                </c:pt>
                <c:pt idx="684">
                  <c:v>1.1041298785706033</c:v>
                </c:pt>
                <c:pt idx="685">
                  <c:v>1.1075383509079018</c:v>
                </c:pt>
                <c:pt idx="686">
                  <c:v>1.1109609750812979</c:v>
                </c:pt>
                <c:pt idx="687">
                  <c:v>1.1143976697217965</c:v>
                </c:pt>
                <c:pt idx="688">
                  <c:v>1.1178483539276982</c:v>
                </c:pt>
                <c:pt idx="689">
                  <c:v>1.1213129472632062</c:v>
                </c:pt>
                <c:pt idx="690">
                  <c:v>1.1247913697543055</c:v>
                </c:pt>
                <c:pt idx="691">
                  <c:v>1.1277708352481994</c:v>
                </c:pt>
                <c:pt idx="692">
                  <c:v>1.1307639713283066</c:v>
                </c:pt>
                <c:pt idx="693">
                  <c:v>1.1337706993903964</c:v>
                </c:pt>
                <c:pt idx="694">
                  <c:v>1.1367909412863924</c:v>
                </c:pt>
                <c:pt idx="695">
                  <c:v>1.1398246193143109</c:v>
                </c:pt>
                <c:pt idx="696">
                  <c:v>1.1428716562190999</c:v>
                </c:pt>
                <c:pt idx="697">
                  <c:v>1.1459319751928945</c:v>
                </c:pt>
                <c:pt idx="698">
                  <c:v>1.149005499865396</c:v>
                </c:pt>
                <c:pt idx="699">
                  <c:v>1.1520921543095</c:v>
                </c:pt>
                <c:pt idx="700">
                  <c:v>1.1551918630315043</c:v>
                </c:pt>
                <c:pt idx="701">
                  <c:v>1.1583045509719057</c:v>
                </c:pt>
                <c:pt idx="702">
                  <c:v>1.1614301435057968</c:v>
                </c:pt>
                <c:pt idx="703">
                  <c:v>1.1645685664332035</c:v>
                </c:pt>
                <c:pt idx="704">
                  <c:v>1.1677197459848969</c:v>
                </c:pt>
                <c:pt idx="705">
                  <c:v>1.170883608812801</c:v>
                </c:pt>
                <c:pt idx="706">
                  <c:v>1.1740600819906035</c:v>
                </c:pt>
                <c:pt idx="707">
                  <c:v>1.1772490930140975</c:v>
                </c:pt>
                <c:pt idx="708">
                  <c:v>1.1804505697921002</c:v>
                </c:pt>
                <c:pt idx="709">
                  <c:v>1.1836644406518957</c:v>
                </c:pt>
                <c:pt idx="710">
                  <c:v>1.1868906343300978</c:v>
                </c:pt>
                <c:pt idx="711">
                  <c:v>1.1901290799727064</c:v>
                </c:pt>
                <c:pt idx="712">
                  <c:v>1.1933797071363017</c:v>
                </c:pt>
                <c:pt idx="713">
                  <c:v>1.1966424457783944</c:v>
                </c:pt>
                <c:pt idx="714">
                  <c:v>1.1999172262633948</c:v>
                </c:pt>
                <c:pt idx="715">
                  <c:v>1.203203979353006</c:v>
                </c:pt>
                <c:pt idx="716">
                  <c:v>1.2065026362069062</c:v>
                </c:pt>
                <c:pt idx="717">
                  <c:v>1.2098131283837006</c:v>
                </c:pt>
                <c:pt idx="718">
                  <c:v>1.2131353878316986</c:v>
                </c:pt>
                <c:pt idx="719">
                  <c:v>1.216469346894101</c:v>
                </c:pt>
                <c:pt idx="720">
                  <c:v>1.2198149383004022</c:v>
                </c:pt>
                <c:pt idx="721">
                  <c:v>1.2227133250187023</c:v>
                </c:pt>
                <c:pt idx="722">
                  <c:v>1.2256232107009026</c:v>
                </c:pt>
                <c:pt idx="723">
                  <c:v>1.2285445292301063</c:v>
                </c:pt>
                <c:pt idx="724">
                  <c:v>1.2314772148694999</c:v>
                </c:pt>
                <c:pt idx="725">
                  <c:v>1.2344212022632064</c:v>
                </c:pt>
                <c:pt idx="726">
                  <c:v>1.2373764264283977</c:v>
                </c:pt>
                <c:pt idx="727">
                  <c:v>1.240342822755693</c:v>
                </c:pt>
                <c:pt idx="728">
                  <c:v>1.2433203270099966</c:v>
                </c:pt>
                <c:pt idx="729">
                  <c:v>1.2463088753229954</c:v>
                </c:pt>
                <c:pt idx="730">
                  <c:v>1.2493084041932008</c:v>
                </c:pt>
                <c:pt idx="731">
                  <c:v>1.2523188504876117</c:v>
                </c:pt>
                <c:pt idx="732">
                  <c:v>1.2553401514328044</c:v>
                </c:pt>
                <c:pt idx="733">
                  <c:v>1.258372244616595</c:v>
                </c:pt>
                <c:pt idx="734">
                  <c:v>1.2614150679884943</c:v>
                </c:pt>
                <c:pt idx="735">
                  <c:v>1.2644685598520056</c:v>
                </c:pt>
                <c:pt idx="736">
                  <c:v>1.267532658865008</c:v>
                </c:pt>
                <c:pt idx="737">
                  <c:v>1.2706073040415049</c:v>
                </c:pt>
                <c:pt idx="738">
                  <c:v>1.2736924347427134</c:v>
                </c:pt>
                <c:pt idx="739">
                  <c:v>1.2767879906788124</c:v>
                </c:pt>
                <c:pt idx="740">
                  <c:v>1.2798939119096957</c:v>
                </c:pt>
                <c:pt idx="741">
                  <c:v>1.2830101388365023</c:v>
                </c:pt>
                <c:pt idx="742">
                  <c:v>1.2861366122034923</c:v>
                </c:pt>
                <c:pt idx="743">
                  <c:v>1.2892732730983028</c:v>
                </c:pt>
                <c:pt idx="744">
                  <c:v>1.2924200629445011</c:v>
                </c:pt>
                <c:pt idx="745">
                  <c:v>1.2955769235022956</c:v>
                </c:pt>
                <c:pt idx="746">
                  <c:v>1.2987437968700135</c:v>
                </c:pt>
                <c:pt idx="747">
                  <c:v>1.3019206254755034</c:v>
                </c:pt>
                <c:pt idx="748">
                  <c:v>1.3051073520779966</c:v>
                </c:pt>
                <c:pt idx="749">
                  <c:v>1.3083039197686901</c:v>
                </c:pt>
                <c:pt idx="750">
                  <c:v>1.3115102719631011</c:v>
                </c:pt>
                <c:pt idx="751">
                  <c:v>1.3143143892088034</c:v>
                </c:pt>
                <c:pt idx="752">
                  <c:v>1.3171281787653015</c:v>
                </c:pt>
                <c:pt idx="753">
                  <c:v>1.3199515850191972</c:v>
                </c:pt>
                <c:pt idx="754">
                  <c:v>1.3227845526771915</c:v>
                </c:pt>
                <c:pt idx="755">
                  <c:v>1.3256270267640105</c:v>
                </c:pt>
                <c:pt idx="756">
                  <c:v>1.3284789526200029</c:v>
                </c:pt>
                <c:pt idx="757">
                  <c:v>1.3313402759002031</c:v>
                </c:pt>
                <c:pt idx="758">
                  <c:v>1.3342109425719002</c:v>
                </c:pt>
                <c:pt idx="759">
                  <c:v>1.3370908989132886</c:v>
                </c:pt>
                <c:pt idx="760">
                  <c:v>1.3399800915112081</c:v>
                </c:pt>
                <c:pt idx="761">
                  <c:v>1.3428784672598084</c:v>
                </c:pt>
                <c:pt idx="762">
                  <c:v>1.3457859733583035</c:v>
                </c:pt>
                <c:pt idx="763">
                  <c:v>1.3487025573097924</c:v>
                </c:pt>
                <c:pt idx="764">
                  <c:v>1.3516281669190988</c:v>
                </c:pt>
                <c:pt idx="765">
                  <c:v>1.3545627502911088</c:v>
                </c:pt>
                <c:pt idx="766">
                  <c:v>1.357506255829108</c:v>
                </c:pt>
                <c:pt idx="767">
                  <c:v>1.360458632233204</c:v>
                </c:pt>
                <c:pt idx="768">
                  <c:v>1.3634198284981949</c:v>
                </c:pt>
                <c:pt idx="769">
                  <c:v>1.3663897939123899</c:v>
                </c:pt>
                <c:pt idx="770">
                  <c:v>1.3693684780554918</c:v>
                </c:pt>
                <c:pt idx="771">
                  <c:v>1.3723558307973036</c:v>
                </c:pt>
                <c:pt idx="772">
                  <c:v>1.3753518022955973</c:v>
                </c:pt>
                <c:pt idx="773">
                  <c:v>1.378356342995005</c:v>
                </c:pt>
                <c:pt idx="774">
                  <c:v>1.3813694036248023</c:v>
                </c:pt>
                <c:pt idx="775">
                  <c:v>1.3843909351978994</c:v>
                </c:pt>
                <c:pt idx="776">
                  <c:v>1.387420889008709</c:v>
                </c:pt>
                <c:pt idx="777">
                  <c:v>1.3904592166313989</c:v>
                </c:pt>
                <c:pt idx="778">
                  <c:v>1.3935058699190961</c:v>
                </c:pt>
                <c:pt idx="779">
                  <c:v>1.3965608010013</c:v>
                </c:pt>
                <c:pt idx="780">
                  <c:v>1.3996239622831013</c:v>
                </c:pt>
                <c:pt idx="781">
                  <c:v>1.4023248805470985</c:v>
                </c:pt>
                <c:pt idx="782">
                  <c:v>1.4050339346399028</c:v>
                </c:pt>
                <c:pt idx="783">
                  <c:v>1.4077510777816968</c:v>
                </c:pt>
                <c:pt idx="784">
                  <c:v>1.4104762634648011</c:v>
                </c:pt>
                <c:pt idx="785">
                  <c:v>1.4132094454446076</c:v>
                </c:pt>
                <c:pt idx="786">
                  <c:v>1.415950577746699</c:v>
                </c:pt>
                <c:pt idx="787">
                  <c:v>1.4186996146569015</c:v>
                </c:pt>
                <c:pt idx="788">
                  <c:v>1.4214565107278077</c:v>
                </c:pt>
                <c:pt idx="789">
                  <c:v>1.4242212207693967</c:v>
                </c:pt>
                <c:pt idx="790">
                  <c:v>1.4269936998556005</c:v>
                </c:pt>
                <c:pt idx="791">
                  <c:v>1.4297739033143984</c:v>
                </c:pt>
                <c:pt idx="792">
                  <c:v>1.4325617867346949</c:v>
                </c:pt>
                <c:pt idx="793">
                  <c:v>1.4353573059580071</c:v>
                </c:pt>
                <c:pt idx="794">
                  <c:v>1.4381604170795015</c:v>
                </c:pt>
                <c:pt idx="795">
                  <c:v>1.4409710764496992</c:v>
                </c:pt>
                <c:pt idx="796">
                  <c:v>1.4437892406662911</c:v>
                </c:pt>
                <c:pt idx="797">
                  <c:v>1.4466148665805036</c:v>
                </c:pt>
                <c:pt idx="798">
                  <c:v>1.4494479112875922</c:v>
                </c:pt>
                <c:pt idx="799">
                  <c:v>1.4522883321334916</c:v>
                </c:pt>
                <c:pt idx="800">
                  <c:v>1.4551360867055081</c:v>
                </c:pt>
                <c:pt idx="801">
                  <c:v>1.4579911328386004</c:v>
                </c:pt>
                <c:pt idx="802">
                  <c:v>1.4608534286063986</c:v>
                </c:pt>
                <c:pt idx="803">
                  <c:v>1.4637229323273999</c:v>
                </c:pt>
                <c:pt idx="804">
                  <c:v>1.466599602555803</c:v>
                </c:pt>
                <c:pt idx="805">
                  <c:v>1.4694833980883004</c:v>
                </c:pt>
                <c:pt idx="806">
                  <c:v>1.4723742779552111</c:v>
                </c:pt>
                <c:pt idx="807">
                  <c:v>1.4752722014224986</c:v>
                </c:pt>
                <c:pt idx="808">
                  <c:v>1.4781771279935043</c:v>
                </c:pt>
                <c:pt idx="809">
                  <c:v>1.4810890174002935</c:v>
                </c:pt>
                <c:pt idx="810">
                  <c:v>1.4840078296104053</c:v>
                </c:pt>
                <c:pt idx="811">
                  <c:v>1.4865987466015866</c:v>
                </c:pt>
                <c:pt idx="812">
                  <c:v>1.4891965070165014</c:v>
                </c:pt>
                <c:pt idx="813">
                  <c:v>1.4918010715054066</c:v>
                </c:pt>
                <c:pt idx="814">
                  <c:v>1.4944124009486046</c:v>
                </c:pt>
                <c:pt idx="815">
                  <c:v>1.4970304564476038</c:v>
                </c:pt>
                <c:pt idx="816">
                  <c:v>1.4996551993313005</c:v>
                </c:pt>
                <c:pt idx="817">
                  <c:v>1.5022865911470973</c:v>
                </c:pt>
                <c:pt idx="818">
                  <c:v>1.5049245936673969</c:v>
                </c:pt>
                <c:pt idx="819">
                  <c:v>1.5075691688806074</c:v>
                </c:pt>
                <c:pt idx="820">
                  <c:v>1.5102202789973944</c:v>
                </c:pt>
                <c:pt idx="821">
                  <c:v>1.512877886441899</c:v>
                </c:pt>
                <c:pt idx="822">
                  <c:v>1.5155419538582038</c:v>
                </c:pt>
                <c:pt idx="823">
                  <c:v>1.5182124441012945</c:v>
                </c:pt>
                <c:pt idx="824">
                  <c:v>1.5208893202436968</c:v>
                </c:pt>
                <c:pt idx="825">
                  <c:v>1.5235725455660969</c:v>
                </c:pt>
                <c:pt idx="826">
                  <c:v>1.5262620835646032</c:v>
                </c:pt>
                <c:pt idx="827">
                  <c:v>1.5289578979409981</c:v>
                </c:pt>
                <c:pt idx="828">
                  <c:v>1.5316599526097008</c:v>
                </c:pt>
                <c:pt idx="829">
                  <c:v>1.5343682116889994</c:v>
                </c:pt>
                <c:pt idx="830">
                  <c:v>1.5370826395069059</c:v>
                </c:pt>
                <c:pt idx="831">
                  <c:v>1.5398032005931981</c:v>
                </c:pt>
                <c:pt idx="832">
                  <c:v>1.5425298596849046</c:v>
                </c:pt>
                <c:pt idx="833">
                  <c:v>1.5452625817184042</c:v>
                </c:pt>
                <c:pt idx="834">
                  <c:v>1.5480013318343993</c:v>
                </c:pt>
                <c:pt idx="835">
                  <c:v>1.5507460753740077</c:v>
                </c:pt>
                <c:pt idx="836">
                  <c:v>1.5534967778745994</c:v>
                </c:pt>
                <c:pt idx="837">
                  <c:v>1.5562534050759922</c:v>
                </c:pt>
                <c:pt idx="838">
                  <c:v>1.5590159229106035</c:v>
                </c:pt>
                <c:pt idx="839">
                  <c:v>1.5617842975108971</c:v>
                </c:pt>
                <c:pt idx="840">
                  <c:v>1.5645584952002025</c:v>
                </c:pt>
                <c:pt idx="841">
                  <c:v>1.5670356322052044</c:v>
                </c:pt>
                <c:pt idx="842">
                  <c:v>1.5695185255302988</c:v>
                </c:pt>
                <c:pt idx="843">
                  <c:v>1.572007142078192</c:v>
                </c:pt>
                <c:pt idx="844">
                  <c:v>1.5745014489420015</c:v>
                </c:pt>
                <c:pt idx="845">
                  <c:v>1.5770014134039059</c:v>
                </c:pt>
                <c:pt idx="846">
                  <c:v>1.5795070029340934</c:v>
                </c:pt>
                <c:pt idx="847">
                  <c:v>1.5820181851901935</c:v>
                </c:pt>
                <c:pt idx="848">
                  <c:v>1.5845349280156</c:v>
                </c:pt>
                <c:pt idx="849">
                  <c:v>1.5870571994372966</c:v>
                </c:pt>
                <c:pt idx="850">
                  <c:v>1.5895849676695093</c:v>
                </c:pt>
                <c:pt idx="851">
                  <c:v>1.5921182011061035</c:v>
                </c:pt>
                <c:pt idx="852">
                  <c:v>1.5946568683234972</c:v>
                </c:pt>
                <c:pt idx="853">
                  <c:v>1.5972009380791974</c:v>
                </c:pt>
                <c:pt idx="854">
                  <c:v>1.5997503793098957</c:v>
                </c:pt>
                <c:pt idx="855">
                  <c:v>1.602305161131099</c:v>
                </c:pt>
                <c:pt idx="856">
                  <c:v>1.6048652528358076</c:v>
                </c:pt>
                <c:pt idx="857">
                  <c:v>1.607430623893805</c:v>
                </c:pt>
                <c:pt idx="858">
                  <c:v>1.6100012439490996</c:v>
                </c:pt>
                <c:pt idx="859">
                  <c:v>1.6125770828235062</c:v>
                </c:pt>
                <c:pt idx="860">
                  <c:v>1.6151581105091992</c:v>
                </c:pt>
                <c:pt idx="861">
                  <c:v>1.6177442971718961</c:v>
                </c:pt>
                <c:pt idx="862">
                  <c:v>1.6203356131488107</c:v>
                </c:pt>
                <c:pt idx="863">
                  <c:v>1.622932028948</c:v>
                </c:pt>
                <c:pt idx="864">
                  <c:v>1.6255335152467012</c:v>
                </c:pt>
                <c:pt idx="865">
                  <c:v>1.6281400428909905</c:v>
                </c:pt>
                <c:pt idx="866">
                  <c:v>1.6307515828946038</c:v>
                </c:pt>
                <c:pt idx="867">
                  <c:v>1.6333681064365919</c:v>
                </c:pt>
                <c:pt idx="868">
                  <c:v>1.6359895848652002</c:v>
                </c:pt>
                <c:pt idx="869">
                  <c:v>1.6386159896901091</c:v>
                </c:pt>
                <c:pt idx="870">
                  <c:v>1.6412472925858026</c:v>
                </c:pt>
                <c:pt idx="871">
                  <c:v>1.6436082033009001</c:v>
                </c:pt>
                <c:pt idx="872">
                  <c:v>1.6459739559234947</c:v>
                </c:pt>
                <c:pt idx="873">
                  <c:v>1.6483445226142095</c:v>
                </c:pt>
                <c:pt idx="874">
                  <c:v>1.6507198756943069</c:v>
                </c:pt>
                <c:pt idx="875">
                  <c:v>1.6530999876412977</c:v>
                </c:pt>
                <c:pt idx="876">
                  <c:v>1.6554848310941992</c:v>
                </c:pt>
                <c:pt idx="877">
                  <c:v>1.6578743788479926</c:v>
                </c:pt>
                <c:pt idx="878">
                  <c:v>1.6602686038543055</c:v>
                </c:pt>
                <c:pt idx="879">
                  <c:v>1.6626674792200902</c:v>
                </c:pt>
                <c:pt idx="880">
                  <c:v>1.6650709782072965</c:v>
                </c:pt>
                <c:pt idx="881">
                  <c:v>1.6674790742310961</c:v>
                </c:pt>
                <c:pt idx="882">
                  <c:v>1.6698917408608906</c:v>
                </c:pt>
                <c:pt idx="883">
                  <c:v>1.6723089518149976</c:v>
                </c:pt>
                <c:pt idx="884">
                  <c:v>1.674730680965709</c:v>
                </c:pt>
                <c:pt idx="885">
                  <c:v>1.6771569023347013</c:v>
                </c:pt>
                <c:pt idx="886">
                  <c:v>1.6795875900928081</c:v>
                </c:pt>
                <c:pt idx="887">
                  <c:v>1.6820227185596934</c:v>
                </c:pt>
                <c:pt idx="888">
                  <c:v>1.6844622622023024</c:v>
                </c:pt>
                <c:pt idx="889">
                  <c:v>1.6869061956347906</c:v>
                </c:pt>
                <c:pt idx="890">
                  <c:v>1.6893544936178984</c:v>
                </c:pt>
                <c:pt idx="891">
                  <c:v>1.691807131054702</c:v>
                </c:pt>
                <c:pt idx="892">
                  <c:v>1.6942640829956019</c:v>
                </c:pt>
                <c:pt idx="893">
                  <c:v>1.6967253246333058</c:v>
                </c:pt>
                <c:pt idx="894">
                  <c:v>1.6991908313031985</c:v>
                </c:pt>
                <c:pt idx="895">
                  <c:v>1.7016605784825032</c:v>
                </c:pt>
                <c:pt idx="896">
                  <c:v>1.7041345417895002</c:v>
                </c:pt>
                <c:pt idx="897">
                  <c:v>1.7066126969835977</c:v>
                </c:pt>
                <c:pt idx="898">
                  <c:v>1.7090950199605999</c:v>
                </c:pt>
                <c:pt idx="899">
                  <c:v>1.7115814867579076</c:v>
                </c:pt>
                <c:pt idx="900">
                  <c:v>1.7140720735496018</c:v>
                </c:pt>
                <c:pt idx="901">
                  <c:v>1.716316912903892</c:v>
                </c:pt>
                <c:pt idx="902">
                  <c:v>1.718565825012206</c:v>
                </c:pt>
                <c:pt idx="903">
                  <c:v>1.7208187864552116</c:v>
                </c:pt>
                <c:pt idx="904">
                  <c:v>1.7230757739514075</c:v>
                </c:pt>
                <c:pt idx="905">
                  <c:v>1.7253367643530026</c:v>
                </c:pt>
                <c:pt idx="906">
                  <c:v>1.7276017346424055</c:v>
                </c:pt>
                <c:pt idx="907">
                  <c:v>1.7298706619384916</c:v>
                </c:pt>
                <c:pt idx="908">
                  <c:v>1.7321435234873945</c:v>
                </c:pt>
                <c:pt idx="909">
                  <c:v>1.734420296669299</c:v>
                </c:pt>
                <c:pt idx="910">
                  <c:v>1.7367009589943052</c:v>
                </c:pt>
                <c:pt idx="911">
                  <c:v>1.7389854880991038</c:v>
                </c:pt>
                <c:pt idx="912">
                  <c:v>1.7412738617525036</c:v>
                </c:pt>
                <c:pt idx="913">
                  <c:v>1.7435660578475023</c:v>
                </c:pt>
                <c:pt idx="914">
                  <c:v>1.7458620544071977</c:v>
                </c:pt>
                <c:pt idx="915">
                  <c:v>1.7481618295808943</c:v>
                </c:pt>
                <c:pt idx="916">
                  <c:v>1.7504653616404937</c:v>
                </c:pt>
                <c:pt idx="917">
                  <c:v>1.7527726289871026</c:v>
                </c:pt>
                <c:pt idx="918">
                  <c:v>1.7550836101417104</c:v>
                </c:pt>
                <c:pt idx="919">
                  <c:v>1.7573982837520106</c:v>
                </c:pt>
                <c:pt idx="920">
                  <c:v>1.7597166285882935</c:v>
                </c:pt>
                <c:pt idx="921">
                  <c:v>1.7620386235400929</c:v>
                </c:pt>
                <c:pt idx="922">
                  <c:v>1.764364247622197</c:v>
                </c:pt>
                <c:pt idx="923">
                  <c:v>1.7666934799661931</c:v>
                </c:pt>
                <c:pt idx="924">
                  <c:v>1.7690262998263933</c:v>
                </c:pt>
                <c:pt idx="925">
                  <c:v>1.7713626865767083</c:v>
                </c:pt>
                <c:pt idx="926">
                  <c:v>1.7737026197064978</c:v>
                </c:pt>
                <c:pt idx="927">
                  <c:v>1.7760460788268944</c:v>
                </c:pt>
                <c:pt idx="928">
                  <c:v>1.7783930436626036</c:v>
                </c:pt>
                <c:pt idx="929">
                  <c:v>1.7807434940575035</c:v>
                </c:pt>
                <c:pt idx="930">
                  <c:v>1.783097409971802</c:v>
                </c:pt>
                <c:pt idx="931">
                  <c:v>1.7852266263234924</c:v>
                </c:pt>
                <c:pt idx="932">
                  <c:v>1.787359268455603</c:v>
                </c:pt>
                <c:pt idx="933">
                  <c:v>1.7894953166726992</c:v>
                </c:pt>
                <c:pt idx="934">
                  <c:v>1.7916347513896937</c:v>
                </c:pt>
                <c:pt idx="935">
                  <c:v>1.7937775531351008</c:v>
                </c:pt>
                <c:pt idx="936">
                  <c:v>1.7959237025486061</c:v>
                </c:pt>
                <c:pt idx="937">
                  <c:v>1.7980731803837955</c:v>
                </c:pt>
                <c:pt idx="938">
                  <c:v>1.8002259675023993</c:v>
                </c:pt>
                <c:pt idx="939">
                  <c:v>1.8023820448766941</c:v>
                </c:pt>
                <c:pt idx="940">
                  <c:v>1.8045413935877974</c:v>
                </c:pt>
                <c:pt idx="941">
                  <c:v>1.8067039948283963</c:v>
                </c:pt>
                <c:pt idx="942">
                  <c:v>1.8088698298962953</c:v>
                </c:pt>
                <c:pt idx="943">
                  <c:v>1.811038880197799</c:v>
                </c:pt>
                <c:pt idx="944">
                  <c:v>1.813211127245296</c:v>
                </c:pt>
                <c:pt idx="945">
                  <c:v>1.8153865526602999</c:v>
                </c:pt>
                <c:pt idx="946">
                  <c:v>1.8175651381670974</c:v>
                </c:pt>
                <c:pt idx="947">
                  <c:v>1.8197468655960023</c:v>
                </c:pt>
                <c:pt idx="948">
                  <c:v>1.8219317168808971</c:v>
                </c:pt>
                <c:pt idx="949">
                  <c:v>1.8241196740623025</c:v>
                </c:pt>
                <c:pt idx="950">
                  <c:v>1.826310719281409</c:v>
                </c:pt>
                <c:pt idx="951">
                  <c:v>1.8285048347826063</c:v>
                </c:pt>
                <c:pt idx="952">
                  <c:v>1.8307020029115932</c:v>
                </c:pt>
                <c:pt idx="953">
                  <c:v>1.8329022061189022</c:v>
                </c:pt>
                <c:pt idx="954">
                  <c:v>1.8351054269523104</c:v>
                </c:pt>
                <c:pt idx="955">
                  <c:v>1.837311648061501</c:v>
                </c:pt>
                <c:pt idx="956">
                  <c:v>1.839520852194596</c:v>
                </c:pt>
                <c:pt idx="957">
                  <c:v>1.8417330222022059</c:v>
                </c:pt>
                <c:pt idx="958">
                  <c:v>1.8439481410300971</c:v>
                </c:pt>
                <c:pt idx="959">
                  <c:v>1.8461661917234977</c:v>
                </c:pt>
                <c:pt idx="960">
                  <c:v>1.8483871574239998</c:v>
                </c:pt>
                <c:pt idx="961">
                  <c:v>1.8504027149281086</c:v>
                </c:pt>
                <c:pt idx="962">
                  <c:v>1.8524211540145927</c:v>
                </c:pt>
                <c:pt idx="963">
                  <c:v>1.8544424581161962</c:v>
                </c:pt>
                <c:pt idx="964">
                  <c:v>1.8564666107599095</c:v>
                </c:pt>
                <c:pt idx="965">
                  <c:v>1.8584935955684045</c:v>
                </c:pt>
                <c:pt idx="966">
                  <c:v>1.8605233962553882</c:v>
                </c:pt>
                <c:pt idx="967">
                  <c:v>1.8625559966314</c:v>
                </c:pt>
                <c:pt idx="968">
                  <c:v>1.8645913805990091</c:v>
                </c:pt>
                <c:pt idx="969">
                  <c:v>1.8666295321531976</c:v>
                </c:pt>
                <c:pt idx="970">
                  <c:v>1.8686704353822989</c:v>
                </c:pt>
                <c:pt idx="971">
                  <c:v>1.8707140744627964</c:v>
                </c:pt>
                <c:pt idx="972">
                  <c:v>1.8727604336654053</c:v>
                </c:pt>
                <c:pt idx="973">
                  <c:v>1.8748094973500002</c:v>
                </c:pt>
                <c:pt idx="974">
                  <c:v>1.8768612499665949</c:v>
                </c:pt>
                <c:pt idx="975">
                  <c:v>1.8789156760556978</c:v>
                </c:pt>
                <c:pt idx="976">
                  <c:v>1.8809727602435089</c:v>
                </c:pt>
                <c:pt idx="977">
                  <c:v>1.8830324872475899</c:v>
                </c:pt>
                <c:pt idx="978">
                  <c:v>1.8850948418726006</c:v>
                </c:pt>
                <c:pt idx="979">
                  <c:v>1.8871598090102992</c:v>
                </c:pt>
                <c:pt idx="980">
                  <c:v>1.8892273736406082</c:v>
                </c:pt>
                <c:pt idx="981">
                  <c:v>1.8912975208265124</c:v>
                </c:pt>
                <c:pt idx="982">
                  <c:v>1.8933702357200985</c:v>
                </c:pt>
                <c:pt idx="983">
                  <c:v>1.8954455035576956</c:v>
                </c:pt>
                <c:pt idx="984">
                  <c:v>1.8975233096606132</c:v>
                </c:pt>
                <c:pt idx="985">
                  <c:v>1.8996036394355116</c:v>
                </c:pt>
                <c:pt idx="986">
                  <c:v>1.9016864783699958</c:v>
                </c:pt>
                <c:pt idx="987">
                  <c:v>1.9037718120380021</c:v>
                </c:pt>
                <c:pt idx="988">
                  <c:v>1.9058596260956051</c:v>
                </c:pt>
                <c:pt idx="989">
                  <c:v>1.9079499062812033</c:v>
                </c:pt>
                <c:pt idx="990">
                  <c:v>1.9100426384161011</c:v>
                </c:pt>
                <c:pt idx="991">
                  <c:v>1.9119474807845052</c:v>
                </c:pt>
                <c:pt idx="992">
                  <c:v>1.913854746987198</c:v>
                </c:pt>
                <c:pt idx="993">
                  <c:v>1.9157644230869977</c:v>
                </c:pt>
                <c:pt idx="994">
                  <c:v>1.9176764952274965</c:v>
                </c:pt>
                <c:pt idx="995">
                  <c:v>1.9195909496323083</c:v>
                </c:pt>
                <c:pt idx="996">
                  <c:v>1.9215077726027943</c:v>
                </c:pt>
                <c:pt idx="997">
                  <c:v>1.9234269505225967</c:v>
                </c:pt>
                <c:pt idx="998">
                  <c:v>1.9253484698502064</c:v>
                </c:pt>
                <c:pt idx="999">
                  <c:v>1.927272317123311</c:v>
                </c:pt>
                <c:pt idx="1000">
                  <c:v>1.9291984789557972</c:v>
                </c:pt>
                <c:pt idx="1001">
                  <c:v>1.9311269420416011</c:v>
                </c:pt>
                <c:pt idx="1002">
                  <c:v>1.9330576931481005</c:v>
                </c:pt>
                <c:pt idx="1003">
                  <c:v>1.9349907191198952</c:v>
                </c:pt>
                <c:pt idx="1004">
                  <c:v>1.9369260068770018</c:v>
                </c:pt>
                <c:pt idx="1005">
                  <c:v>1.9388635434138024</c:v>
                </c:pt>
                <c:pt idx="1006">
                  <c:v>1.9408033158025972</c:v>
                </c:pt>
                <c:pt idx="1007">
                  <c:v>1.9427453111865987</c:v>
                </c:pt>
                <c:pt idx="1008">
                  <c:v>1.9446895167842939</c:v>
                </c:pt>
                <c:pt idx="1009">
                  <c:v>1.9466359198876972</c:v>
                </c:pt>
                <c:pt idx="1010">
                  <c:v>1.9485845078605024</c:v>
                </c:pt>
                <c:pt idx="1011">
                  <c:v>1.9505352681425023</c:v>
                </c:pt>
                <c:pt idx="1012">
                  <c:v>1.9524881882423983</c:v>
                </c:pt>
                <c:pt idx="1013">
                  <c:v>1.9544432557419071</c:v>
                </c:pt>
                <c:pt idx="1014">
                  <c:v>1.9564004582929044</c:v>
                </c:pt>
                <c:pt idx="1015">
                  <c:v>1.9583597836217024</c:v>
                </c:pt>
                <c:pt idx="1016">
                  <c:v>1.9603212195216031</c:v>
                </c:pt>
                <c:pt idx="1017">
                  <c:v>1.962284753857702</c:v>
                </c:pt>
                <c:pt idx="1018">
                  <c:v>1.9642503745643012</c:v>
                </c:pt>
                <c:pt idx="1019">
                  <c:v>1.966218069644512</c:v>
                </c:pt>
                <c:pt idx="1020">
                  <c:v>1.9681878271730966</c:v>
                </c:pt>
                <c:pt idx="1021">
                  <c:v>1.9699848066667016</c:v>
                </c:pt>
                <c:pt idx="1022">
                  <c:v>1.971783824958905</c:v>
                </c:pt>
                <c:pt idx="1023">
                  <c:v>1.9735848703272012</c:v>
                </c:pt>
                <c:pt idx="1024">
                  <c:v>1.9753879311154918</c:v>
                </c:pt>
                <c:pt idx="1025">
                  <c:v>1.977192995737596</c:v>
                </c:pt>
                <c:pt idx="1026">
                  <c:v>1.9790000526710116</c:v>
                </c:pt>
                <c:pt idx="1027">
                  <c:v>1.9808090904605962</c:v>
                </c:pt>
                <c:pt idx="1028">
                  <c:v>1.9826200977168043</c:v>
                </c:pt>
                <c:pt idx="1029">
                  <c:v>1.9844330631159011</c:v>
                </c:pt>
                <c:pt idx="1030">
                  <c:v>1.9862479753989959</c:v>
                </c:pt>
                <c:pt idx="1031">
                  <c:v>1.9880648233711042</c:v>
                </c:pt>
                <c:pt idx="1032">
                  <c:v>1.9898835959045016</c:v>
                </c:pt>
                <c:pt idx="1033">
                  <c:v>1.9917042819323996</c:v>
                </c:pt>
                <c:pt idx="1034">
                  <c:v>1.9935268704528966</c:v>
                </c:pt>
                <c:pt idx="1035">
                  <c:v>1.9953513505271019</c:v>
                </c:pt>
                <c:pt idx="1036">
                  <c:v>1.9971777112790932</c:v>
                </c:pt>
                <c:pt idx="1037">
                  <c:v>1.9990059418944952</c:v>
                </c:pt>
                <c:pt idx="1038">
                  <c:v>2.0008360316242033</c:v>
                </c:pt>
                <c:pt idx="1039">
                  <c:v>2.0026679697776046</c:v>
                </c:pt>
                <c:pt idx="1040">
                  <c:v>2.0045017457267988</c:v>
                </c:pt>
                <c:pt idx="1041">
                  <c:v>2.0063373489052054</c:v>
                </c:pt>
                <c:pt idx="1042">
                  <c:v>2.0081747688064979</c:v>
                </c:pt>
                <c:pt idx="1043">
                  <c:v>2.0100139949841065</c:v>
                </c:pt>
                <c:pt idx="1044">
                  <c:v>2.0118550170544012</c:v>
                </c:pt>
                <c:pt idx="1045">
                  <c:v>2.0136978246905954</c:v>
                </c:pt>
                <c:pt idx="1046">
                  <c:v>2.0155424076260999</c:v>
                </c:pt>
                <c:pt idx="1047">
                  <c:v>2.0173887556533998</c:v>
                </c:pt>
                <c:pt idx="1048">
                  <c:v>2.0192368586236995</c:v>
                </c:pt>
                <c:pt idx="1049">
                  <c:v>2.0210867064456011</c:v>
                </c:pt>
                <c:pt idx="1050">
                  <c:v>2.0229382890886995</c:v>
                </c:pt>
                <c:pt idx="1051">
                  <c:v>2.0246313370052036</c:v>
                </c:pt>
                <c:pt idx="1052">
                  <c:v>2.0263260998496975</c:v>
                </c:pt>
                <c:pt idx="1053">
                  <c:v>2.0280225677618944</c:v>
                </c:pt>
                <c:pt idx="1054">
                  <c:v>2.0297207309380951</c:v>
                </c:pt>
                <c:pt idx="1055">
                  <c:v>2.0314205796309039</c:v>
                </c:pt>
                <c:pt idx="1056">
                  <c:v>2.0331221041492</c:v>
                </c:pt>
                <c:pt idx="1057">
                  <c:v>2.0348252948564038</c:v>
                </c:pt>
                <c:pt idx="1058">
                  <c:v>2.0365301421742998</c:v>
                </c:pt>
                <c:pt idx="1059">
                  <c:v>2.0382366365767979</c:v>
                </c:pt>
                <c:pt idx="1060">
                  <c:v>2.0399447685937986</c:v>
                </c:pt>
                <c:pt idx="1061">
                  <c:v>2.0416545288094028</c:v>
                </c:pt>
                <c:pt idx="1062">
                  <c:v>2.0433659078617978</c:v>
                </c:pt>
                <c:pt idx="1063">
                  <c:v>2.0450788964432007</c:v>
                </c:pt>
                <c:pt idx="1064">
                  <c:v>2.0467934852993039</c:v>
                </c:pt>
                <c:pt idx="1065">
                  <c:v>2.0485096652289059</c:v>
                </c:pt>
                <c:pt idx="1066">
                  <c:v>2.050227427082703</c:v>
                </c:pt>
                <c:pt idx="1067">
                  <c:v>2.0519467617671978</c:v>
                </c:pt>
                <c:pt idx="1068">
                  <c:v>2.053667660237906</c:v>
                </c:pt>
                <c:pt idx="1069">
                  <c:v>2.0553901135035915</c:v>
                </c:pt>
                <c:pt idx="1070">
                  <c:v>2.0571141126246033</c:v>
                </c:pt>
                <c:pt idx="1071">
                  <c:v>2.0588396487126914</c:v>
                </c:pt>
                <c:pt idx="1072">
                  <c:v>2.0605667129305942</c:v>
                </c:pt>
                <c:pt idx="1073">
                  <c:v>2.0622952964920955</c:v>
                </c:pt>
                <c:pt idx="1074">
                  <c:v>2.0640253906613992</c:v>
                </c:pt>
                <c:pt idx="1075">
                  <c:v>2.065756986751893</c:v>
                </c:pt>
                <c:pt idx="1076">
                  <c:v>2.0674900761299</c:v>
                </c:pt>
                <c:pt idx="1077">
                  <c:v>2.069224650208497</c:v>
                </c:pt>
                <c:pt idx="1078">
                  <c:v>2.0709607004510104</c:v>
                </c:pt>
                <c:pt idx="1079">
                  <c:v>2.0726982183698937</c:v>
                </c:pt>
                <c:pt idx="1080">
                  <c:v>2.0744371955264</c:v>
                </c:pt>
                <c:pt idx="1081">
                  <c:v>2.0760303831114015</c:v>
                </c:pt>
                <c:pt idx="1082">
                  <c:v>2.0776250132017964</c:v>
                </c:pt>
                <c:pt idx="1083">
                  <c:v>2.0792210775026945</c:v>
                </c:pt>
                <c:pt idx="1084">
                  <c:v>2.0808185677696969</c:v>
                </c:pt>
                <c:pt idx="1085">
                  <c:v>2.0824174758028988</c:v>
                </c:pt>
                <c:pt idx="1086">
                  <c:v>2.0840177934504993</c:v>
                </c:pt>
                <c:pt idx="1087">
                  <c:v>2.0856195126066979</c:v>
                </c:pt>
                <c:pt idx="1088">
                  <c:v>2.0872226252150909</c:v>
                </c:pt>
                <c:pt idx="1089">
                  <c:v>2.0888271232627886</c:v>
                </c:pt>
                <c:pt idx="1090">
                  <c:v>2.0904329987839105</c:v>
                </c:pt>
                <c:pt idx="1091">
                  <c:v>2.0920402438581931</c:v>
                </c:pt>
                <c:pt idx="1092">
                  <c:v>2.0936488506103075</c:v>
                </c:pt>
                <c:pt idx="1093">
                  <c:v>2.0952588112129007</c:v>
                </c:pt>
                <c:pt idx="1094">
                  <c:v>2.0968701178806128</c:v>
                </c:pt>
                <c:pt idx="1095">
                  <c:v>2.0984827628739993</c:v>
                </c:pt>
                <c:pt idx="1096">
                  <c:v>2.1000967384980953</c:v>
                </c:pt>
                <c:pt idx="1097">
                  <c:v>2.1017120371009952</c:v>
                </c:pt>
                <c:pt idx="1098">
                  <c:v>2.1033286510781011</c:v>
                </c:pt>
                <c:pt idx="1099">
                  <c:v>2.1049465728654013</c:v>
                </c:pt>
                <c:pt idx="1100">
                  <c:v>2.1065657949431085</c:v>
                </c:pt>
                <c:pt idx="1101">
                  <c:v>2.1081863098350908</c:v>
                </c:pt>
                <c:pt idx="1102">
                  <c:v>2.1098081101068971</c:v>
                </c:pt>
                <c:pt idx="1103">
                  <c:v>2.1114311883700907</c:v>
                </c:pt>
                <c:pt idx="1104">
                  <c:v>2.1130555372754998</c:v>
                </c:pt>
                <c:pt idx="1105">
                  <c:v>2.1146811495172955</c:v>
                </c:pt>
                <c:pt idx="1106">
                  <c:v>2.1163080178314999</c:v>
                </c:pt>
                <c:pt idx="1107">
                  <c:v>2.1179361349953041</c:v>
                </c:pt>
                <c:pt idx="1108">
                  <c:v>2.1195654938298958</c:v>
                </c:pt>
                <c:pt idx="1109">
                  <c:v>2.1211960871952016</c:v>
                </c:pt>
                <c:pt idx="1110">
                  <c:v>2.1228279079928996</c:v>
                </c:pt>
                <c:pt idx="1111">
                  <c:v>2.1243254879797036</c:v>
                </c:pt>
                <c:pt idx="1112">
                  <c:v>2.1258242813245971</c:v>
                </c:pt>
                <c:pt idx="1113">
                  <c:v>2.1273242810513011</c:v>
                </c:pt>
                <c:pt idx="1114">
                  <c:v>2.1288254802243074</c:v>
                </c:pt>
                <c:pt idx="1115">
                  <c:v>2.1303278719452123</c:v>
                </c:pt>
                <c:pt idx="1116">
                  <c:v>2.1318314493581028</c:v>
                </c:pt>
                <c:pt idx="1117">
                  <c:v>2.1333362056457048</c:v>
                </c:pt>
                <c:pt idx="1118">
                  <c:v>2.1348421340297108</c:v>
                </c:pt>
                <c:pt idx="1119">
                  <c:v>2.1363492277720013</c:v>
                </c:pt>
                <c:pt idx="1120">
                  <c:v>2.1378574801698988</c:v>
                </c:pt>
                <c:pt idx="1121">
                  <c:v>2.1393668845626053</c:v>
                </c:pt>
                <c:pt idx="1122">
                  <c:v>2.1408774343263133</c:v>
                </c:pt>
                <c:pt idx="1123">
                  <c:v>2.1423891228766081</c:v>
                </c:pt>
                <c:pt idx="1124">
                  <c:v>2.1439019436636926</c:v>
                </c:pt>
                <c:pt idx="1125">
                  <c:v>2.1454158901785974</c:v>
                </c:pt>
                <c:pt idx="1126">
                  <c:v>2.1469309559485907</c:v>
                </c:pt>
                <c:pt idx="1127">
                  <c:v>2.1484471345383014</c:v>
                </c:pt>
                <c:pt idx="1128">
                  <c:v>2.1499644195504004</c:v>
                </c:pt>
                <c:pt idx="1129">
                  <c:v>2.1514828046210965</c:v>
                </c:pt>
                <c:pt idx="1130">
                  <c:v>2.1530022834264884</c:v>
                </c:pt>
                <c:pt idx="1131">
                  <c:v>2.1545228496778037</c:v>
                </c:pt>
                <c:pt idx="1132">
                  <c:v>2.1560444971237018</c:v>
                </c:pt>
                <c:pt idx="1133">
                  <c:v>2.1575672195452995</c:v>
                </c:pt>
                <c:pt idx="1134">
                  <c:v>2.1590910107630918</c:v>
                </c:pt>
                <c:pt idx="1135">
                  <c:v>2.1606158646315947</c:v>
                </c:pt>
                <c:pt idx="1136">
                  <c:v>2.1621417750410075</c:v>
                </c:pt>
                <c:pt idx="1137">
                  <c:v>2.1636687359172981</c:v>
                </c:pt>
                <c:pt idx="1138">
                  <c:v>2.1651967412187929</c:v>
                </c:pt>
                <c:pt idx="1139">
                  <c:v>2.1667257849413062</c:v>
                </c:pt>
                <c:pt idx="1140">
                  <c:v>2.1682558611140053</c:v>
                </c:pt>
                <c:pt idx="1141">
                  <c:v>2.1696620419296977</c:v>
                </c:pt>
                <c:pt idx="1142">
                  <c:v>2.1710692433573087</c:v>
                </c:pt>
                <c:pt idx="1143">
                  <c:v>2.1724774595284089</c:v>
                </c:pt>
                <c:pt idx="1144">
                  <c:v>2.1738866846087035</c:v>
                </c:pt>
                <c:pt idx="1145">
                  <c:v>2.1752969127970943</c:v>
                </c:pt>
                <c:pt idx="1146">
                  <c:v>2.1767081383250115</c:v>
                </c:pt>
                <c:pt idx="1147">
                  <c:v>2.1781203554600097</c:v>
                </c:pt>
                <c:pt idx="1148">
                  <c:v>2.1795335584995996</c:v>
                </c:pt>
                <c:pt idx="1149">
                  <c:v>2.1809477417752987</c:v>
                </c:pt>
                <c:pt idx="1150">
                  <c:v>2.1823628996506983</c:v>
                </c:pt>
                <c:pt idx="1151">
                  <c:v>2.1837790265224015</c:v>
                </c:pt>
                <c:pt idx="1152">
                  <c:v>2.1851961168188012</c:v>
                </c:pt>
                <c:pt idx="1153">
                  <c:v>2.1866141649995114</c:v>
                </c:pt>
                <c:pt idx="1154">
                  <c:v>2.188033165558906</c:v>
                </c:pt>
                <c:pt idx="1155">
                  <c:v>2.1894531130200079</c:v>
                </c:pt>
                <c:pt idx="1156">
                  <c:v>2.1908740019385959</c:v>
                </c:pt>
                <c:pt idx="1157">
                  <c:v>2.1922958269014003</c:v>
                </c:pt>
                <c:pt idx="1158">
                  <c:v>2.1937185825265004</c:v>
                </c:pt>
                <c:pt idx="1159">
                  <c:v>2.1951422634626994</c:v>
                </c:pt>
                <c:pt idx="1160">
                  <c:v>2.1965668643888989</c:v>
                </c:pt>
                <c:pt idx="1161">
                  <c:v>2.1979923800171974</c:v>
                </c:pt>
                <c:pt idx="1162">
                  <c:v>2.1994188050876033</c:v>
                </c:pt>
                <c:pt idx="1163">
                  <c:v>2.2008461343707069</c:v>
                </c:pt>
                <c:pt idx="1164">
                  <c:v>2.2022743626679073</c:v>
                </c:pt>
                <c:pt idx="1165">
                  <c:v>2.2037034848098074</c:v>
                </c:pt>
                <c:pt idx="1166">
                  <c:v>2.2051334956571935</c:v>
                </c:pt>
                <c:pt idx="1167">
                  <c:v>2.2065643900992029</c:v>
                </c:pt>
                <c:pt idx="1168">
                  <c:v>2.2079961630575013</c:v>
                </c:pt>
                <c:pt idx="1169">
                  <c:v>2.2094288094798031</c:v>
                </c:pt>
                <c:pt idx="1170">
                  <c:v>2.2108623243438075</c:v>
                </c:pt>
                <c:pt idx="1171">
                  <c:v>2.2121817001393964</c:v>
                </c:pt>
                <c:pt idx="1172">
                  <c:v>2.2135019344189004</c:v>
                </c:pt>
                <c:pt idx="1173">
                  <c:v>2.2148230222461933</c:v>
                </c:pt>
                <c:pt idx="1174">
                  <c:v>2.216144958713798</c:v>
                </c:pt>
                <c:pt idx="1175">
                  <c:v>2.2174677389420907</c:v>
                </c:pt>
                <c:pt idx="1176">
                  <c:v>2.2187913580797982</c:v>
                </c:pt>
                <c:pt idx="1177">
                  <c:v>2.2201158113033017</c:v>
                </c:pt>
                <c:pt idx="1178">
                  <c:v>2.2214410938169067</c:v>
                </c:pt>
                <c:pt idx="1179">
                  <c:v>2.2227672008524024</c:v>
                </c:pt>
                <c:pt idx="1180">
                  <c:v>2.2240941276690052</c:v>
                </c:pt>
                <c:pt idx="1181">
                  <c:v>2.2254218695533012</c:v>
                </c:pt>
                <c:pt idx="1182">
                  <c:v>2.2267504218187071</c:v>
                </c:pt>
                <c:pt idx="1183">
                  <c:v>2.2280797798069045</c:v>
                </c:pt>
                <c:pt idx="1184">
                  <c:v>2.2294099388829949</c:v>
                </c:pt>
                <c:pt idx="1185">
                  <c:v>2.2307408944422065</c:v>
                </c:pt>
                <c:pt idx="1186">
                  <c:v>2.2320726419047929</c:v>
                </c:pt>
                <c:pt idx="1187">
                  <c:v>2.2334051767177101</c:v>
                </c:pt>
                <c:pt idx="1188">
                  <c:v>2.2347384943535928</c:v>
                </c:pt>
                <c:pt idx="1189">
                  <c:v>2.2360725903118066</c:v>
                </c:pt>
                <c:pt idx="1190">
                  <c:v>2.2374074601168985</c:v>
                </c:pt>
                <c:pt idx="1191">
                  <c:v>2.2387430993196062</c:v>
                </c:pt>
                <c:pt idx="1192">
                  <c:v>2.2400795034960055</c:v>
                </c:pt>
                <c:pt idx="1193">
                  <c:v>2.2414166682479078</c:v>
                </c:pt>
                <c:pt idx="1194">
                  <c:v>2.2427545892019936</c:v>
                </c:pt>
                <c:pt idx="1195">
                  <c:v>2.2440932620104093</c:v>
                </c:pt>
                <c:pt idx="1196">
                  <c:v>2.2454326823501987</c:v>
                </c:pt>
                <c:pt idx="1197">
                  <c:v>2.246772845923303</c:v>
                </c:pt>
                <c:pt idx="1198">
                  <c:v>2.2481137484562055</c:v>
                </c:pt>
                <c:pt idx="1199">
                  <c:v>2.2494553857001023</c:v>
                </c:pt>
                <c:pt idx="1200">
                  <c:v>2.2507977534308026</c:v>
                </c:pt>
                <c:pt idx="1201">
                  <c:v>2.2520345243669908</c:v>
                </c:pt>
                <c:pt idx="1202">
                  <c:v>2.2532720174128116</c:v>
                </c:pt>
                <c:pt idx="1203">
                  <c:v>2.2545102284182974</c:v>
                </c:pt>
                <c:pt idx="1204">
                  <c:v>2.2557491532534044</c:v>
                </c:pt>
                <c:pt idx="1205">
                  <c:v>2.2569887878157004</c:v>
                </c:pt>
                <c:pt idx="1206">
                  <c:v>2.2582291280225917</c:v>
                </c:pt>
                <c:pt idx="1207">
                  <c:v>2.2594701698187976</c:v>
                </c:pt>
                <c:pt idx="1208">
                  <c:v>2.2607119091684069</c:v>
                </c:pt>
                <c:pt idx="1209">
                  <c:v>2.2619543420615003</c:v>
                </c:pt>
                <c:pt idx="1210">
                  <c:v>2.2631974645114923</c:v>
                </c:pt>
                <c:pt idx="1211">
                  <c:v>2.2644412725517071</c:v>
                </c:pt>
                <c:pt idx="1212">
                  <c:v>2.2656857622420006</c:v>
                </c:pt>
                <c:pt idx="1213">
                  <c:v>2.2669309296611999</c:v>
                </c:pt>
                <c:pt idx="1214">
                  <c:v>2.268176770914593</c:v>
                </c:pt>
                <c:pt idx="1215">
                  <c:v>2.2694232821257003</c:v>
                </c:pt>
                <c:pt idx="1216">
                  <c:v>2.2706704594445029</c:v>
                </c:pt>
                <c:pt idx="1217">
                  <c:v>2.2719182990391005</c:v>
                </c:pt>
                <c:pt idx="1218">
                  <c:v>2.2731667971034994</c:v>
                </c:pt>
                <c:pt idx="1219">
                  <c:v>2.274415949849697</c:v>
                </c:pt>
                <c:pt idx="1220">
                  <c:v>2.2756657535154972</c:v>
                </c:pt>
                <c:pt idx="1221">
                  <c:v>2.2769162043562972</c:v>
                </c:pt>
                <c:pt idx="1222">
                  <c:v>2.2781672986519936</c:v>
                </c:pt>
                <c:pt idx="1223">
                  <c:v>2.2794190327037995</c:v>
                </c:pt>
                <c:pt idx="1224">
                  <c:v>2.2806714028314872</c:v>
                </c:pt>
                <c:pt idx="1225">
                  <c:v>2.2819244053796979</c:v>
                </c:pt>
                <c:pt idx="1226">
                  <c:v>2.2831780367100976</c:v>
                </c:pt>
                <c:pt idx="1227">
                  <c:v>2.2844322932094911</c:v>
                </c:pt>
                <c:pt idx="1228">
                  <c:v>2.2856871712812961</c:v>
                </c:pt>
                <c:pt idx="1229">
                  <c:v>2.2869426673535997</c:v>
                </c:pt>
                <c:pt idx="1230">
                  <c:v>2.2881987778712016</c:v>
                </c:pt>
                <c:pt idx="1231">
                  <c:v>2.2893575456759976</c:v>
                </c:pt>
                <c:pt idx="1232">
                  <c:v>2.2905169208824958</c:v>
                </c:pt>
                <c:pt idx="1233">
                  <c:v>2.291676899996304</c:v>
                </c:pt>
                <c:pt idx="1234">
                  <c:v>2.2928374795461934</c:v>
                </c:pt>
                <c:pt idx="1235">
                  <c:v>2.2939986560807029</c:v>
                </c:pt>
                <c:pt idx="1236">
                  <c:v>2.2951604261653955</c:v>
                </c:pt>
                <c:pt idx="1237">
                  <c:v>2.296322786388501</c:v>
                </c:pt>
                <c:pt idx="1238">
                  <c:v>2.2974857333569076</c:v>
                </c:pt>
                <c:pt idx="1239">
                  <c:v>2.298649263697996</c:v>
                </c:pt>
                <c:pt idx="1240">
                  <c:v>2.2998133740555033</c:v>
                </c:pt>
                <c:pt idx="1241">
                  <c:v>2.3009780610955062</c:v>
                </c:pt>
                <c:pt idx="1242">
                  <c:v>2.3021433215031095</c:v>
                </c:pt>
                <c:pt idx="1243">
                  <c:v>2.3033091519799029</c:v>
                </c:pt>
                <c:pt idx="1244">
                  <c:v>2.3044755492488918</c:v>
                </c:pt>
                <c:pt idx="1245">
                  <c:v>2.3056425100512996</c:v>
                </c:pt>
                <c:pt idx="1246">
                  <c:v>2.3068100311477906</c:v>
                </c:pt>
                <c:pt idx="1247">
                  <c:v>2.3079781093151013</c:v>
                </c:pt>
                <c:pt idx="1248">
                  <c:v>2.3091467413510003</c:v>
                </c:pt>
                <c:pt idx="1249">
                  <c:v>2.3103159240710056</c:v>
                </c:pt>
                <c:pt idx="1250">
                  <c:v>2.3114856543098057</c:v>
                </c:pt>
                <c:pt idx="1251">
                  <c:v>2.3126559289173088</c:v>
                </c:pt>
                <c:pt idx="1252">
                  <c:v>2.3138267447645973</c:v>
                </c:pt>
                <c:pt idx="1253">
                  <c:v>2.314998098740503</c:v>
                </c:pt>
                <c:pt idx="1254">
                  <c:v>2.3161699877491913</c:v>
                </c:pt>
                <c:pt idx="1255">
                  <c:v>2.3173424087151915</c:v>
                </c:pt>
                <c:pt idx="1256">
                  <c:v>2.3185153585800009</c:v>
                </c:pt>
                <c:pt idx="1257">
                  <c:v>2.3196888343035056</c:v>
                </c:pt>
                <c:pt idx="1258">
                  <c:v>2.3208628328602003</c:v>
                </c:pt>
                <c:pt idx="1259">
                  <c:v>2.322037351245001</c:v>
                </c:pt>
                <c:pt idx="1260">
                  <c:v>2.3232123864699048</c:v>
                </c:pt>
                <c:pt idx="1261">
                  <c:v>2.3242974214514049</c:v>
                </c:pt>
                <c:pt idx="1262">
                  <c:v>2.3253829673456892</c:v>
                </c:pt>
                <c:pt idx="1263">
                  <c:v>2.3264690212153027</c:v>
                </c:pt>
                <c:pt idx="1264">
                  <c:v>2.3275555801394034</c:v>
                </c:pt>
                <c:pt idx="1265">
                  <c:v>2.3286426412141878</c:v>
                </c:pt>
                <c:pt idx="1266">
                  <c:v>2.329730201552394</c:v>
                </c:pt>
                <c:pt idx="1267">
                  <c:v>2.3308182582834007</c:v>
                </c:pt>
                <c:pt idx="1268">
                  <c:v>2.3319068085530006</c:v>
                </c:pt>
                <c:pt idx="1269">
                  <c:v>2.3329958495235985</c:v>
                </c:pt>
                <c:pt idx="1270">
                  <c:v>2.3340853783737003</c:v>
                </c:pt>
                <c:pt idx="1271">
                  <c:v>2.335175392298197</c:v>
                </c:pt>
                <c:pt idx="1272">
                  <c:v>2.3362658885081089</c:v>
                </c:pt>
                <c:pt idx="1273">
                  <c:v>2.3373568642302018</c:v>
                </c:pt>
                <c:pt idx="1274">
                  <c:v>2.3384483167075985</c:v>
                </c:pt>
                <c:pt idx="1275">
                  <c:v>2.3395402431991101</c:v>
                </c:pt>
                <c:pt idx="1276">
                  <c:v>2.340632640979095</c:v>
                </c:pt>
                <c:pt idx="1277">
                  <c:v>2.3417255073379977</c:v>
                </c:pt>
                <c:pt idx="1278">
                  <c:v>2.3428188395813976</c:v>
                </c:pt>
                <c:pt idx="1279">
                  <c:v>2.3439126350308044</c:v>
                </c:pt>
                <c:pt idx="1280">
                  <c:v>2.3450068910226918</c:v>
                </c:pt>
                <c:pt idx="1281">
                  <c:v>2.3461016049091938</c:v>
                </c:pt>
                <c:pt idx="1282">
                  <c:v>2.3471967740576076</c:v>
                </c:pt>
                <c:pt idx="1283">
                  <c:v>2.3482923958502084</c:v>
                </c:pt>
                <c:pt idx="1284">
                  <c:v>2.3493884676843919</c:v>
                </c:pt>
                <c:pt idx="1285">
                  <c:v>2.350484986972603</c:v>
                </c:pt>
                <c:pt idx="1286">
                  <c:v>2.3515819511420091</c:v>
                </c:pt>
                <c:pt idx="1287">
                  <c:v>2.3526793576347984</c:v>
                </c:pt>
                <c:pt idx="1288">
                  <c:v>2.3537772039075975</c:v>
                </c:pt>
                <c:pt idx="1289">
                  <c:v>2.3548754874318973</c:v>
                </c:pt>
                <c:pt idx="1290">
                  <c:v>2.3559742056935988</c:v>
                </c:pt>
                <c:pt idx="1291">
                  <c:v>2.3569893516590099</c:v>
                </c:pt>
                <c:pt idx="1292">
                  <c:v>2.3580049273770101</c:v>
                </c:pt>
                <c:pt idx="1293">
                  <c:v>2.359020930376488</c:v>
                </c:pt>
                <c:pt idx="1294">
                  <c:v>2.3600373582019074</c:v>
                </c:pt>
                <c:pt idx="1295">
                  <c:v>2.3610542084084045</c:v>
                </c:pt>
                <c:pt idx="1296">
                  <c:v>2.3620714785685095</c:v>
                </c:pt>
                <c:pt idx="1297">
                  <c:v>2.3630891662674998</c:v>
                </c:pt>
                <c:pt idx="1298">
                  <c:v>2.3641072691048919</c:v>
                </c:pt>
                <c:pt idx="1299">
                  <c:v>2.3651257846944986</c:v>
                </c:pt>
                <c:pt idx="1300">
                  <c:v>2.366144710661203</c:v>
                </c:pt>
                <c:pt idx="1301">
                  <c:v>2.3671640446465005</c:v>
                </c:pt>
                <c:pt idx="1302">
                  <c:v>2.3681837843042928</c:v>
                </c:pt>
                <c:pt idx="1303">
                  <c:v>2.3692039273021948</c:v>
                </c:pt>
                <c:pt idx="1304">
                  <c:v>2.3702244713208955</c:v>
                </c:pt>
                <c:pt idx="1305">
                  <c:v>2.3712454140559061</c:v>
                </c:pt>
                <c:pt idx="1306">
                  <c:v>2.3722667532125996</c:v>
                </c:pt>
                <c:pt idx="1307">
                  <c:v>2.3732884865125925</c:v>
                </c:pt>
                <c:pt idx="1308">
                  <c:v>2.3743106116896939</c:v>
                </c:pt>
                <c:pt idx="1309">
                  <c:v>2.3753331264908013</c:v>
                </c:pt>
                <c:pt idx="1310">
                  <c:v>2.3763560286756018</c:v>
                </c:pt>
                <c:pt idx="1311">
                  <c:v>2.3773793160177945</c:v>
                </c:pt>
                <c:pt idx="1312">
                  <c:v>2.3784029863008982</c:v>
                </c:pt>
                <c:pt idx="1313">
                  <c:v>2.379427037323893</c:v>
                </c:pt>
                <c:pt idx="1314">
                  <c:v>2.3804514668977959</c:v>
                </c:pt>
                <c:pt idx="1315">
                  <c:v>2.3814762728460011</c:v>
                </c:pt>
                <c:pt idx="1316">
                  <c:v>2.3825014530044939</c:v>
                </c:pt>
                <c:pt idx="1317">
                  <c:v>2.3835270052224899</c:v>
                </c:pt>
                <c:pt idx="1318">
                  <c:v>2.3845529273590955</c:v>
                </c:pt>
                <c:pt idx="1319">
                  <c:v>2.3855792172879973</c:v>
                </c:pt>
                <c:pt idx="1320">
                  <c:v>2.3866058728948047</c:v>
                </c:pt>
                <c:pt idx="1321">
                  <c:v>2.3875553971196979</c:v>
                </c:pt>
                <c:pt idx="1322">
                  <c:v>2.388505282829513</c:v>
                </c:pt>
                <c:pt idx="1323">
                  <c:v>2.3894555279445058</c:v>
                </c:pt>
                <c:pt idx="1324">
                  <c:v>2.3904061304004074</c:v>
                </c:pt>
                <c:pt idx="1325">
                  <c:v>2.3913570881414898</c:v>
                </c:pt>
                <c:pt idx="1326">
                  <c:v>2.3923083991250991</c:v>
                </c:pt>
                <c:pt idx="1327">
                  <c:v>2.3932600613189976</c:v>
                </c:pt>
                <c:pt idx="1328">
                  <c:v>2.3942120727058978</c:v>
                </c:pt>
                <c:pt idx="1329">
                  <c:v>2.3951644312770952</c:v>
                </c:pt>
                <c:pt idx="1330">
                  <c:v>2.3961171350364054</c:v>
                </c:pt>
                <c:pt idx="1331">
                  <c:v>2.3970701819979041</c:v>
                </c:pt>
                <c:pt idx="1332">
                  <c:v>2.3980235701905031</c:v>
                </c:pt>
                <c:pt idx="1333">
                  <c:v>2.3989772976510011</c:v>
                </c:pt>
                <c:pt idx="1334">
                  <c:v>2.3999313624288021</c:v>
                </c:pt>
                <c:pt idx="1335">
                  <c:v>2.4008857625834992</c:v>
                </c:pt>
                <c:pt idx="1336">
                  <c:v>2.4018404961886972</c:v>
                </c:pt>
                <c:pt idx="1337">
                  <c:v>2.4027955613261014</c:v>
                </c:pt>
                <c:pt idx="1338">
                  <c:v>2.4037509560895103</c:v>
                </c:pt>
                <c:pt idx="1339">
                  <c:v>2.4047066785826985</c:v>
                </c:pt>
                <c:pt idx="1340">
                  <c:v>2.4056627269233104</c:v>
                </c:pt>
                <c:pt idx="1341">
                  <c:v>2.4066190992367922</c:v>
                </c:pt>
                <c:pt idx="1342">
                  <c:v>2.4075757936603992</c:v>
                </c:pt>
                <c:pt idx="1343">
                  <c:v>2.4085328083411071</c:v>
                </c:pt>
                <c:pt idx="1344">
                  <c:v>2.4094901414393917</c:v>
                </c:pt>
                <c:pt idx="1345">
                  <c:v>2.4104477911236017</c:v>
                </c:pt>
                <c:pt idx="1346">
                  <c:v>2.4114057555733979</c:v>
                </c:pt>
                <c:pt idx="1347">
                  <c:v>2.4123640329780045</c:v>
                </c:pt>
                <c:pt idx="1348">
                  <c:v>2.4133226215400043</c:v>
                </c:pt>
                <c:pt idx="1349">
                  <c:v>2.4142815194692133</c:v>
                </c:pt>
                <c:pt idx="1350">
                  <c:v>2.4152407249870009</c:v>
                </c:pt>
                <c:pt idx="1351">
                  <c:v>2.416128321003697</c:v>
                </c:pt>
                <c:pt idx="1352">
                  <c:v>2.4170162210820081</c:v>
                </c:pt>
                <c:pt idx="1353">
                  <c:v>2.4179044234736011</c:v>
                </c:pt>
                <c:pt idx="1354">
                  <c:v>2.4187929264413981</c:v>
                </c:pt>
                <c:pt idx="1355">
                  <c:v>2.4196817282550001</c:v>
                </c:pt>
                <c:pt idx="1356">
                  <c:v>2.42057082719721</c:v>
                </c:pt>
                <c:pt idx="1357">
                  <c:v>2.4214602215594994</c:v>
                </c:pt>
                <c:pt idx="1358">
                  <c:v>2.4223499096445096</c:v>
                </c:pt>
                <c:pt idx="1359">
                  <c:v>2.4232398897611915</c:v>
                </c:pt>
                <c:pt idx="1360">
                  <c:v>2.4241301602315986</c:v>
                </c:pt>
                <c:pt idx="1361">
                  <c:v>2.4250207193861968</c:v>
                </c:pt>
                <c:pt idx="1362">
                  <c:v>2.4259115655661958</c:v>
                </c:pt>
                <c:pt idx="1363">
                  <c:v>2.4268026971192</c:v>
                </c:pt>
                <c:pt idx="1364">
                  <c:v>2.4276941124054048</c:v>
                </c:pt>
                <c:pt idx="1365">
                  <c:v>2.4285858097944981</c:v>
                </c:pt>
                <c:pt idx="1366">
                  <c:v>2.4294777876623073</c:v>
                </c:pt>
                <c:pt idx="1367">
                  <c:v>2.4303700443974066</c:v>
                </c:pt>
                <c:pt idx="1368">
                  <c:v>2.431262578396101</c:v>
                </c:pt>
                <c:pt idx="1369">
                  <c:v>2.4321553880653966</c:v>
                </c:pt>
                <c:pt idx="1370">
                  <c:v>2.4330484718182106</c:v>
                </c:pt>
                <c:pt idx="1371">
                  <c:v>2.4339418280795968</c:v>
                </c:pt>
                <c:pt idx="1372">
                  <c:v>2.4348354552826947</c:v>
                </c:pt>
                <c:pt idx="1373">
                  <c:v>2.4357293518707905</c:v>
                </c:pt>
                <c:pt idx="1374">
                  <c:v>2.4366235162928973</c:v>
                </c:pt>
                <c:pt idx="1375">
                  <c:v>2.4375179470100932</c:v>
                </c:pt>
                <c:pt idx="1376">
                  <c:v>2.4384126424911017</c:v>
                </c:pt>
                <c:pt idx="1377">
                  <c:v>2.439307601214793</c:v>
                </c:pt>
                <c:pt idx="1378">
                  <c:v>2.4402028216655083</c:v>
                </c:pt>
                <c:pt idx="1379">
                  <c:v>2.4410983023393982</c:v>
                </c:pt>
                <c:pt idx="1380">
                  <c:v>2.4419940417403012</c:v>
                </c:pt>
                <c:pt idx="1381">
                  <c:v>2.4428237026974955</c:v>
                </c:pt>
                <c:pt idx="1382">
                  <c:v>2.443653619414988</c:v>
                </c:pt>
                <c:pt idx="1383">
                  <c:v>2.444483790422197</c:v>
                </c:pt>
                <c:pt idx="1384">
                  <c:v>2.4453142142561006</c:v>
                </c:pt>
                <c:pt idx="1385">
                  <c:v>2.4461448894650033</c:v>
                </c:pt>
                <c:pt idx="1386">
                  <c:v>2.4469758146023963</c:v>
                </c:pt>
                <c:pt idx="1387">
                  <c:v>2.4478069882304965</c:v>
                </c:pt>
                <c:pt idx="1388">
                  <c:v>2.4486384089223918</c:v>
                </c:pt>
                <c:pt idx="1389">
                  <c:v>2.4494700752566985</c:v>
                </c:pt>
                <c:pt idx="1390">
                  <c:v>2.4503019858208006</c:v>
                </c:pt>
                <c:pt idx="1391">
                  <c:v>2.4511341392096</c:v>
                </c:pt>
                <c:pt idx="1392">
                  <c:v>2.4519665340288981</c:v>
                </c:pt>
                <c:pt idx="1393">
                  <c:v>2.452799168889598</c:v>
                </c:pt>
                <c:pt idx="1394">
                  <c:v>2.4536320424103906</c:v>
                </c:pt>
                <c:pt idx="1395">
                  <c:v>2.4544651532210935</c:v>
                </c:pt>
                <c:pt idx="1396">
                  <c:v>2.4552984999563989</c:v>
                </c:pt>
                <c:pt idx="1397">
                  <c:v>2.4561320812588008</c:v>
                </c:pt>
                <c:pt idx="1398">
                  <c:v>2.4569658957816074</c:v>
                </c:pt>
                <c:pt idx="1399">
                  <c:v>2.4577999421828025</c:v>
                </c:pt>
                <c:pt idx="1400">
                  <c:v>2.458634219129209</c:v>
                </c:pt>
                <c:pt idx="1401">
                  <c:v>2.4594687252942009</c:v>
                </c:pt>
                <c:pt idx="1402">
                  <c:v>2.4603034593618958</c:v>
                </c:pt>
                <c:pt idx="1403">
                  <c:v>2.4611384200208022</c:v>
                </c:pt>
                <c:pt idx="1404">
                  <c:v>2.4619736059672022</c:v>
                </c:pt>
                <c:pt idx="1405">
                  <c:v>2.4628090159078084</c:v>
                </c:pt>
                <c:pt idx="1406">
                  <c:v>2.4636446485535117</c:v>
                </c:pt>
                <c:pt idx="1407">
                  <c:v>2.4644805026239993</c:v>
                </c:pt>
                <c:pt idx="1408">
                  <c:v>2.4653165768449981</c:v>
                </c:pt>
                <c:pt idx="1409">
                  <c:v>2.4661528699527935</c:v>
                </c:pt>
                <c:pt idx="1410">
                  <c:v>2.466989380687906</c:v>
                </c:pt>
                <c:pt idx="1411">
                  <c:v>2.4677641118318974</c:v>
                </c:pt>
                <c:pt idx="1412">
                  <c:v>2.4685390581087887</c:v>
                </c:pt>
                <c:pt idx="1413">
                  <c:v>2.4693142182805019</c:v>
                </c:pt>
                <c:pt idx="1414">
                  <c:v>2.4700895911173006</c:v>
                </c:pt>
                <c:pt idx="1415">
                  <c:v>2.4708651753963977</c:v>
                </c:pt>
                <c:pt idx="1416">
                  <c:v>2.4716409699010029</c:v>
                </c:pt>
                <c:pt idx="1417">
                  <c:v>2.4724169734244015</c:v>
                </c:pt>
                <c:pt idx="1418">
                  <c:v>2.4731931847639004</c:v>
                </c:pt>
                <c:pt idx="1419">
                  <c:v>2.4739696027243951</c:v>
                </c:pt>
                <c:pt idx="1420">
                  <c:v>2.4747462261170909</c:v>
                </c:pt>
                <c:pt idx="1421">
                  <c:v>2.4755230537627</c:v>
                </c:pt>
                <c:pt idx="1422">
                  <c:v>2.4763000844858993</c:v>
                </c:pt>
                <c:pt idx="1423">
                  <c:v>2.477077317118912</c:v>
                </c:pt>
                <c:pt idx="1424">
                  <c:v>2.4778547505008959</c:v>
                </c:pt>
                <c:pt idx="1425">
                  <c:v>2.4786323834765938</c:v>
                </c:pt>
                <c:pt idx="1426">
                  <c:v>2.4794102149005113</c:v>
                </c:pt>
                <c:pt idx="1427">
                  <c:v>2.4801882436302947</c:v>
                </c:pt>
                <c:pt idx="1428">
                  <c:v>2.4809664685318893</c:v>
                </c:pt>
                <c:pt idx="1429">
                  <c:v>2.4817448884761006</c:v>
                </c:pt>
                <c:pt idx="1430">
                  <c:v>2.4825235023435965</c:v>
                </c:pt>
                <c:pt idx="1431">
                  <c:v>2.4833023090182991</c:v>
                </c:pt>
                <c:pt idx="1432">
                  <c:v>2.4840813073916053</c:v>
                </c:pt>
                <c:pt idx="1433">
                  <c:v>2.4848604963603975</c:v>
                </c:pt>
                <c:pt idx="1434">
                  <c:v>2.4856398748307953</c:v>
                </c:pt>
                <c:pt idx="1435">
                  <c:v>2.4864194417122008</c:v>
                </c:pt>
                <c:pt idx="1436">
                  <c:v>2.4871991959211925</c:v>
                </c:pt>
                <c:pt idx="1437">
                  <c:v>2.487979136380801</c:v>
                </c:pt>
                <c:pt idx="1438">
                  <c:v>2.4887592620192009</c:v>
                </c:pt>
                <c:pt idx="1439">
                  <c:v>2.4895395717734914</c:v>
                </c:pt>
                <c:pt idx="1440">
                  <c:v>2.4903200645842105</c:v>
                </c:pt>
                <c:pt idx="1441">
                  <c:v>2.4910440130896063</c:v>
                </c:pt>
                <c:pt idx="1442">
                  <c:v>2.4917681425525018</c:v>
                </c:pt>
                <c:pt idx="1443">
                  <c:v>2.4924924519323071</c:v>
                </c:pt>
                <c:pt idx="1444">
                  <c:v>2.4932169401945004</c:v>
                </c:pt>
                <c:pt idx="1445">
                  <c:v>2.4939416063105995</c:v>
                </c:pt>
                <c:pt idx="1446">
                  <c:v>2.4946664492579913</c:v>
                </c:pt>
                <c:pt idx="1447">
                  <c:v>2.4953914680189939</c:v>
                </c:pt>
                <c:pt idx="1448">
                  <c:v>2.4961166615846082</c:v>
                </c:pt>
                <c:pt idx="1449">
                  <c:v>2.4968420289489046</c:v>
                </c:pt>
                <c:pt idx="1450">
                  <c:v>2.4975675691125048</c:v>
                </c:pt>
                <c:pt idx="1451">
                  <c:v>2.4982932810817999</c:v>
                </c:pt>
                <c:pt idx="1452">
                  <c:v>2.4990191638691073</c:v>
                </c:pt>
                <c:pt idx="1453">
                  <c:v>2.4997452164921015</c:v>
                </c:pt>
                <c:pt idx="1454">
                  <c:v>2.5004714379743973</c:v>
                </c:pt>
                <c:pt idx="1455">
                  <c:v>2.5011978273449955</c:v>
                </c:pt>
                <c:pt idx="1456">
                  <c:v>2.5019243836388085</c:v>
                </c:pt>
                <c:pt idx="1457">
                  <c:v>2.5026511058957936</c:v>
                </c:pt>
                <c:pt idx="1458">
                  <c:v>2.5033779931617914</c:v>
                </c:pt>
                <c:pt idx="1459">
                  <c:v>2.5041050444881989</c:v>
                </c:pt>
                <c:pt idx="1460">
                  <c:v>2.5048322589315006</c:v>
                </c:pt>
                <c:pt idx="1461">
                  <c:v>2.5055596355539933</c:v>
                </c:pt>
                <c:pt idx="1462">
                  <c:v>2.5062871734229901</c:v>
                </c:pt>
                <c:pt idx="1463">
                  <c:v>2.5070148716105933</c:v>
                </c:pt>
                <c:pt idx="1464">
                  <c:v>2.5077427291969059</c:v>
                </c:pt>
                <c:pt idx="1465">
                  <c:v>2.5084707452644039</c:v>
                </c:pt>
                <c:pt idx="1466">
                  <c:v>2.5091989189019017</c:v>
                </c:pt>
                <c:pt idx="1467">
                  <c:v>2.5099272492033862</c:v>
                </c:pt>
                <c:pt idx="1468">
                  <c:v>2.5106557352681023</c:v>
                </c:pt>
                <c:pt idx="1469">
                  <c:v>2.5113843762004961</c:v>
                </c:pt>
                <c:pt idx="1470">
                  <c:v>2.512113171110002</c:v>
                </c:pt>
                <c:pt idx="1471">
                  <c:v>2.5127888025804026</c:v>
                </c:pt>
                <c:pt idx="1472">
                  <c:v>2.5134645862634954</c:v>
                </c:pt>
                <c:pt idx="1473">
                  <c:v>2.5141405212819876</c:v>
                </c:pt>
                <c:pt idx="1474">
                  <c:v>2.5148166067668001</c:v>
                </c:pt>
                <c:pt idx="1475">
                  <c:v>2.5154928418526907</c:v>
                </c:pt>
                <c:pt idx="1476">
                  <c:v>2.5161692256797039</c:v>
                </c:pt>
                <c:pt idx="1477">
                  <c:v>2.5168457573934973</c:v>
                </c:pt>
                <c:pt idx="1478">
                  <c:v>2.5175224361416895</c:v>
                </c:pt>
                <c:pt idx="1479">
                  <c:v>2.5181992610799995</c:v>
                </c:pt>
                <c:pt idx="1480">
                  <c:v>2.5188762313677984</c:v>
                </c:pt>
                <c:pt idx="1481">
                  <c:v>2.5195533461703974</c:v>
                </c:pt>
                <c:pt idx="1482">
                  <c:v>2.5202306046547989</c:v>
                </c:pt>
                <c:pt idx="1483">
                  <c:v>2.5209080059959916</c:v>
                </c:pt>
                <c:pt idx="1484">
                  <c:v>2.5215855493726025</c:v>
                </c:pt>
                <c:pt idx="1485">
                  <c:v>2.5222632339688005</c:v>
                </c:pt>
                <c:pt idx="1486">
                  <c:v>2.522941058970801</c:v>
                </c:pt>
                <c:pt idx="1487">
                  <c:v>2.5236190235721949</c:v>
                </c:pt>
                <c:pt idx="1488">
                  <c:v>2.5242971269702963</c:v>
                </c:pt>
                <c:pt idx="1489">
                  <c:v>2.524975368368203</c:v>
                </c:pt>
                <c:pt idx="1490">
                  <c:v>2.525653746970292</c:v>
                </c:pt>
                <c:pt idx="1491">
                  <c:v>2.5263322619887987</c:v>
                </c:pt>
                <c:pt idx="1492">
                  <c:v>2.5270109126392981</c:v>
                </c:pt>
                <c:pt idx="1493">
                  <c:v>2.5276896981418986</c:v>
                </c:pt>
                <c:pt idx="1494">
                  <c:v>2.5283686177223927</c:v>
                </c:pt>
                <c:pt idx="1495">
                  <c:v>2.5290476706076959</c:v>
                </c:pt>
                <c:pt idx="1496">
                  <c:v>2.5297268560324966</c:v>
                </c:pt>
                <c:pt idx="1497">
                  <c:v>2.5304061732345957</c:v>
                </c:pt>
                <c:pt idx="1498">
                  <c:v>2.5310856214573931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8EC-442C-8810-FFEC6D8D1B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09179615"/>
        <c:axId val="709161855"/>
      </c:scatterChart>
      <c:valAx>
        <c:axId val="709179615"/>
        <c:scaling>
          <c:orientation val="minMax"/>
          <c:max val="15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</a:t>
                </a:r>
                <a:r>
                  <a:rPr lang="en-GB" baseline="0"/>
                  <a:t> [sec]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09161855"/>
        <c:crosses val="autoZero"/>
        <c:crossBetween val="midCat"/>
      </c:valAx>
      <c:valAx>
        <c:axId val="7091618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 [K]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0917961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666205218984566"/>
          <c:y val="7.4973380961376637E-2"/>
          <c:w val="0.46817985402909262"/>
          <c:h val="0.62238425011592158"/>
        </c:manualLayout>
      </c:layout>
      <c:scatterChart>
        <c:scatterStyle val="smoothMarker"/>
        <c:varyColors val="0"/>
        <c:ser>
          <c:idx val="0"/>
          <c:order val="0"/>
          <c:tx>
            <c:strRef>
              <c:f>'SS-Model'!$B$1</c:f>
              <c:strCache>
                <c:ptCount val="1"/>
                <c:pt idx="0">
                  <c:v>T_Pri_true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'SS-Model'!$B$2:$B$3001</c:f>
              <c:numCache>
                <c:formatCode>General</c:formatCode>
                <c:ptCount val="3000"/>
                <c:pt idx="0">
                  <c:v>75</c:v>
                </c:pt>
                <c:pt idx="1">
                  <c:v>75.277791948213306</c:v>
                </c:pt>
                <c:pt idx="2">
                  <c:v>75.556913632931995</c:v>
                </c:pt>
                <c:pt idx="3">
                  <c:v>75.840854651690506</c:v>
                </c:pt>
                <c:pt idx="4">
                  <c:v>76.130829445921293</c:v>
                </c:pt>
                <c:pt idx="5">
                  <c:v>76.443888235295404</c:v>
                </c:pt>
                <c:pt idx="6">
                  <c:v>76.756947024669401</c:v>
                </c:pt>
                <c:pt idx="7">
                  <c:v>77.070005814043498</c:v>
                </c:pt>
                <c:pt idx="8">
                  <c:v>77.383064603417594</c:v>
                </c:pt>
                <c:pt idx="9">
                  <c:v>77.713271613274301</c:v>
                </c:pt>
                <c:pt idx="10">
                  <c:v>78.043478623130994</c:v>
                </c:pt>
                <c:pt idx="11">
                  <c:v>78.373685632987701</c:v>
                </c:pt>
                <c:pt idx="12">
                  <c:v>78.703892642844494</c:v>
                </c:pt>
                <c:pt idx="13">
                  <c:v>79.047210624054102</c:v>
                </c:pt>
                <c:pt idx="14">
                  <c:v>79.390528605263697</c:v>
                </c:pt>
                <c:pt idx="15">
                  <c:v>79.733846586473405</c:v>
                </c:pt>
                <c:pt idx="16">
                  <c:v>80.077164567682999</c:v>
                </c:pt>
                <c:pt idx="17">
                  <c:v>80.430111609049305</c:v>
                </c:pt>
                <c:pt idx="18">
                  <c:v>80.783058650415697</c:v>
                </c:pt>
                <c:pt idx="19">
                  <c:v>81.136005691782003</c:v>
                </c:pt>
                <c:pt idx="20">
                  <c:v>81.488952733148395</c:v>
                </c:pt>
                <c:pt idx="21">
                  <c:v>81.850780185332596</c:v>
                </c:pt>
                <c:pt idx="22">
                  <c:v>82.212607637516797</c:v>
                </c:pt>
                <c:pt idx="23">
                  <c:v>82.574435089700998</c:v>
                </c:pt>
                <c:pt idx="24">
                  <c:v>82.936262541885199</c:v>
                </c:pt>
                <c:pt idx="25">
                  <c:v>83.2980899940694</c:v>
                </c:pt>
                <c:pt idx="26">
                  <c:v>83.659917446253601</c:v>
                </c:pt>
                <c:pt idx="27">
                  <c:v>84.021744898437802</c:v>
                </c:pt>
                <c:pt idx="28">
                  <c:v>84.383572350622103</c:v>
                </c:pt>
                <c:pt idx="29">
                  <c:v>84.745399802806304</c:v>
                </c:pt>
                <c:pt idx="30">
                  <c:v>85.107227254990505</c:v>
                </c:pt>
                <c:pt idx="31">
                  <c:v>85.469980910925599</c:v>
                </c:pt>
                <c:pt idx="32">
                  <c:v>85.832734566860594</c:v>
                </c:pt>
                <c:pt idx="33">
                  <c:v>86.195488222795703</c:v>
                </c:pt>
                <c:pt idx="34">
                  <c:v>86.558241878730698</c:v>
                </c:pt>
                <c:pt idx="35">
                  <c:v>86.920995534665806</c:v>
                </c:pt>
                <c:pt idx="36">
                  <c:v>87.283749190600901</c:v>
                </c:pt>
                <c:pt idx="37">
                  <c:v>87.646502846535896</c:v>
                </c:pt>
                <c:pt idx="38">
                  <c:v>88.009256502471004</c:v>
                </c:pt>
                <c:pt idx="39">
                  <c:v>88.372010158406098</c:v>
                </c:pt>
                <c:pt idx="40">
                  <c:v>88.734763814341093</c:v>
                </c:pt>
                <c:pt idx="41">
                  <c:v>89.090071714479905</c:v>
                </c:pt>
                <c:pt idx="42">
                  <c:v>89.445379614618702</c:v>
                </c:pt>
                <c:pt idx="43">
                  <c:v>89.800687514757399</c:v>
                </c:pt>
                <c:pt idx="44">
                  <c:v>90.155995414896196</c:v>
                </c:pt>
                <c:pt idx="45">
                  <c:v>90.511303315034993</c:v>
                </c:pt>
                <c:pt idx="46">
                  <c:v>90.866611215173705</c:v>
                </c:pt>
                <c:pt idx="47">
                  <c:v>91.221919115312502</c:v>
                </c:pt>
                <c:pt idx="48">
                  <c:v>91.5772270154512</c:v>
                </c:pt>
                <c:pt idx="49">
                  <c:v>91.932534915589997</c:v>
                </c:pt>
                <c:pt idx="50">
                  <c:v>92.287842815728794</c:v>
                </c:pt>
                <c:pt idx="51">
                  <c:v>92.630229212750805</c:v>
                </c:pt>
                <c:pt idx="52">
                  <c:v>92.972615609772802</c:v>
                </c:pt>
                <c:pt idx="53">
                  <c:v>93.315002006794899</c:v>
                </c:pt>
                <c:pt idx="54">
                  <c:v>93.657388403816896</c:v>
                </c:pt>
                <c:pt idx="55">
                  <c:v>93.999774800838907</c:v>
                </c:pt>
                <c:pt idx="56">
                  <c:v>94.342161197861003</c:v>
                </c:pt>
                <c:pt idx="57">
                  <c:v>94.684547594883</c:v>
                </c:pt>
                <c:pt idx="58">
                  <c:v>95.026933991904997</c:v>
                </c:pt>
                <c:pt idx="59">
                  <c:v>95.369320388927093</c:v>
                </c:pt>
                <c:pt idx="60">
                  <c:v>95.711706785949104</c:v>
                </c:pt>
                <c:pt idx="61">
                  <c:v>96.005428670043301</c:v>
                </c:pt>
                <c:pt idx="62">
                  <c:v>96.299150554137597</c:v>
                </c:pt>
                <c:pt idx="63">
                  <c:v>96.592872438231794</c:v>
                </c:pt>
                <c:pt idx="64">
                  <c:v>96.886594322326005</c:v>
                </c:pt>
                <c:pt idx="65">
                  <c:v>97.180316206420201</c:v>
                </c:pt>
                <c:pt idx="66">
                  <c:v>97.474038090514497</c:v>
                </c:pt>
                <c:pt idx="67">
                  <c:v>97.767759974608694</c:v>
                </c:pt>
                <c:pt idx="68">
                  <c:v>98.061481858702905</c:v>
                </c:pt>
                <c:pt idx="69">
                  <c:v>98.355203742797102</c:v>
                </c:pt>
                <c:pt idx="70">
                  <c:v>98.648925626891398</c:v>
                </c:pt>
                <c:pt idx="71">
                  <c:v>98.942647510985594</c:v>
                </c:pt>
                <c:pt idx="72">
                  <c:v>99.236369395079805</c:v>
                </c:pt>
                <c:pt idx="73">
                  <c:v>99.530091279174002</c:v>
                </c:pt>
                <c:pt idx="74">
                  <c:v>99.823813163268298</c:v>
                </c:pt>
                <c:pt idx="75">
                  <c:v>100.11753504736301</c:v>
                </c:pt>
                <c:pt idx="76">
                  <c:v>100.411256931457</c:v>
                </c:pt>
                <c:pt idx="77">
                  <c:v>100.704978815551</c:v>
                </c:pt>
                <c:pt idx="78">
                  <c:v>100.998700699645</c:v>
                </c:pt>
                <c:pt idx="79">
                  <c:v>101.292422583739</c:v>
                </c:pt>
                <c:pt idx="80">
                  <c:v>101.586144467834</c:v>
                </c:pt>
                <c:pt idx="81">
                  <c:v>101.879866351928</c:v>
                </c:pt>
                <c:pt idx="82">
                  <c:v>102.173588236022</c:v>
                </c:pt>
                <c:pt idx="83">
                  <c:v>102.467310120116</c:v>
                </c:pt>
                <c:pt idx="84">
                  <c:v>102.761032004211</c:v>
                </c:pt>
                <c:pt idx="85">
                  <c:v>103.054753888305</c:v>
                </c:pt>
                <c:pt idx="86">
                  <c:v>103.348475772399</c:v>
                </c:pt>
                <c:pt idx="87">
                  <c:v>103.642197656493</c:v>
                </c:pt>
                <c:pt idx="88">
                  <c:v>103.93591954058699</c:v>
                </c:pt>
                <c:pt idx="89">
                  <c:v>104.229641424682</c:v>
                </c:pt>
                <c:pt idx="90">
                  <c:v>104.523363308776</c:v>
                </c:pt>
                <c:pt idx="91">
                  <c:v>104.77017367747</c:v>
                </c:pt>
                <c:pt idx="92">
                  <c:v>105.01698404616501</c:v>
                </c:pt>
                <c:pt idx="93">
                  <c:v>105.26379441485901</c:v>
                </c:pt>
                <c:pt idx="94">
                  <c:v>105.51060478355301</c:v>
                </c:pt>
                <c:pt idx="95">
                  <c:v>105.757415152248</c:v>
                </c:pt>
                <c:pt idx="96">
                  <c:v>106.004225520942</c:v>
                </c:pt>
                <c:pt idx="97">
                  <c:v>106.251035889637</c:v>
                </c:pt>
                <c:pt idx="98">
                  <c:v>106.49784625833099</c:v>
                </c:pt>
                <c:pt idx="99">
                  <c:v>106.74465662702499</c:v>
                </c:pt>
                <c:pt idx="100">
                  <c:v>106.99146699572</c:v>
                </c:pt>
                <c:pt idx="101">
                  <c:v>107.238277364414</c:v>
                </c:pt>
                <c:pt idx="102">
                  <c:v>107.485087733109</c:v>
                </c:pt>
                <c:pt idx="103">
                  <c:v>107.731898101803</c:v>
                </c:pt>
                <c:pt idx="104">
                  <c:v>107.978708470497</c:v>
                </c:pt>
                <c:pt idx="105">
                  <c:v>108.22551883919201</c:v>
                </c:pt>
                <c:pt idx="106">
                  <c:v>108.47232920788601</c:v>
                </c:pt>
                <c:pt idx="107">
                  <c:v>108.719139576581</c:v>
                </c:pt>
                <c:pt idx="108">
                  <c:v>108.965949945275</c:v>
                </c:pt>
                <c:pt idx="109">
                  <c:v>109.212760313969</c:v>
                </c:pt>
                <c:pt idx="110">
                  <c:v>109.45957068266399</c:v>
                </c:pt>
                <c:pt idx="111">
                  <c:v>109.70638105135799</c:v>
                </c:pt>
                <c:pt idx="112">
                  <c:v>109.95319142005199</c:v>
                </c:pt>
                <c:pt idx="113">
                  <c:v>110.200001788747</c:v>
                </c:pt>
                <c:pt idx="114">
                  <c:v>110.446812157441</c:v>
                </c:pt>
                <c:pt idx="115">
                  <c:v>110.693622526136</c:v>
                </c:pt>
                <c:pt idx="116">
                  <c:v>110.94043289483</c:v>
                </c:pt>
                <c:pt idx="117">
                  <c:v>111.187243263524</c:v>
                </c:pt>
                <c:pt idx="118">
                  <c:v>111.434053632219</c:v>
                </c:pt>
                <c:pt idx="119">
                  <c:v>111.680864000913</c:v>
                </c:pt>
                <c:pt idx="120">
                  <c:v>111.927674369608</c:v>
                </c:pt>
                <c:pt idx="121">
                  <c:v>112.13306459911</c:v>
                </c:pt>
                <c:pt idx="122">
                  <c:v>112.338454828613</c:v>
                </c:pt>
                <c:pt idx="123">
                  <c:v>112.543845058115</c:v>
                </c:pt>
                <c:pt idx="124">
                  <c:v>112.74923528761801</c:v>
                </c:pt>
                <c:pt idx="125">
                  <c:v>112.95462551711999</c:v>
                </c:pt>
                <c:pt idx="126">
                  <c:v>113.160015746623</c:v>
                </c:pt>
                <c:pt idx="127">
                  <c:v>113.365405976125</c:v>
                </c:pt>
                <c:pt idx="128">
                  <c:v>113.570796205628</c:v>
                </c:pt>
                <c:pt idx="129">
                  <c:v>113.77618643513</c:v>
                </c:pt>
                <c:pt idx="130">
                  <c:v>113.981576664633</c:v>
                </c:pt>
                <c:pt idx="131">
                  <c:v>114.186966894135</c:v>
                </c:pt>
                <c:pt idx="132">
                  <c:v>114.39235712363801</c:v>
                </c:pt>
                <c:pt idx="133">
                  <c:v>114.59774735313999</c:v>
                </c:pt>
                <c:pt idx="134">
                  <c:v>114.803137582643</c:v>
                </c:pt>
                <c:pt idx="135">
                  <c:v>115.008527812145</c:v>
                </c:pt>
                <c:pt idx="136">
                  <c:v>115.213918041648</c:v>
                </c:pt>
                <c:pt idx="137">
                  <c:v>115.41930827115</c:v>
                </c:pt>
                <c:pt idx="138">
                  <c:v>115.624698500653</c:v>
                </c:pt>
                <c:pt idx="139">
                  <c:v>115.83008873015601</c:v>
                </c:pt>
                <c:pt idx="140">
                  <c:v>116.03547895965799</c:v>
                </c:pt>
                <c:pt idx="141">
                  <c:v>116.240869189161</c:v>
                </c:pt>
                <c:pt idx="142">
                  <c:v>116.446259418663</c:v>
                </c:pt>
                <c:pt idx="143">
                  <c:v>116.651649648166</c:v>
                </c:pt>
                <c:pt idx="144">
                  <c:v>116.857039877668</c:v>
                </c:pt>
                <c:pt idx="145">
                  <c:v>117.062430107171</c:v>
                </c:pt>
                <c:pt idx="146">
                  <c:v>117.267820336673</c:v>
                </c:pt>
                <c:pt idx="147">
                  <c:v>117.47321056617599</c:v>
                </c:pt>
                <c:pt idx="148">
                  <c:v>117.67860079567799</c:v>
                </c:pt>
                <c:pt idx="149">
                  <c:v>117.883991025181</c:v>
                </c:pt>
                <c:pt idx="150">
                  <c:v>118.089381254683</c:v>
                </c:pt>
                <c:pt idx="151">
                  <c:v>118.25953679753999</c:v>
                </c:pt>
                <c:pt idx="152">
                  <c:v>118.429692340396</c:v>
                </c:pt>
                <c:pt idx="153">
                  <c:v>118.59984788325301</c:v>
                </c:pt>
                <c:pt idx="154">
                  <c:v>118.770003426109</c:v>
                </c:pt>
                <c:pt idx="155">
                  <c:v>118.940158968966</c:v>
                </c:pt>
                <c:pt idx="156">
                  <c:v>119.110314511822</c:v>
                </c:pt>
                <c:pt idx="157">
                  <c:v>119.280470054679</c:v>
                </c:pt>
                <c:pt idx="158">
                  <c:v>119.450625597536</c:v>
                </c:pt>
                <c:pt idx="159">
                  <c:v>119.620781140392</c:v>
                </c:pt>
                <c:pt idx="160">
                  <c:v>119.790936683249</c:v>
                </c:pt>
                <c:pt idx="161">
                  <c:v>119.961092226105</c:v>
                </c:pt>
                <c:pt idx="162">
                  <c:v>120.131247768962</c:v>
                </c:pt>
                <c:pt idx="163">
                  <c:v>120.30140331181801</c:v>
                </c:pt>
                <c:pt idx="164">
                  <c:v>120.471558854675</c:v>
                </c:pt>
                <c:pt idx="165">
                  <c:v>120.641714397531</c:v>
                </c:pt>
                <c:pt idx="166">
                  <c:v>120.81186994038799</c:v>
                </c:pt>
                <c:pt idx="167">
                  <c:v>120.982025483244</c:v>
                </c:pt>
                <c:pt idx="168">
                  <c:v>121.152181026101</c:v>
                </c:pt>
                <c:pt idx="169">
                  <c:v>121.32233656895799</c:v>
                </c:pt>
                <c:pt idx="170">
                  <c:v>121.492492111814</c:v>
                </c:pt>
                <c:pt idx="171">
                  <c:v>121.66264765467101</c:v>
                </c:pt>
                <c:pt idx="172">
                  <c:v>121.832803197527</c:v>
                </c:pt>
                <c:pt idx="173">
                  <c:v>122.002958740384</c:v>
                </c:pt>
                <c:pt idx="174">
                  <c:v>122.17311428324</c:v>
                </c:pt>
                <c:pt idx="175">
                  <c:v>122.343269826097</c:v>
                </c:pt>
                <c:pt idx="176">
                  <c:v>122.51342536895299</c:v>
                </c:pt>
                <c:pt idx="177">
                  <c:v>122.68358091181</c:v>
                </c:pt>
                <c:pt idx="178">
                  <c:v>122.85373645466601</c:v>
                </c:pt>
                <c:pt idx="179">
                  <c:v>123.02389199752299</c:v>
                </c:pt>
                <c:pt idx="180">
                  <c:v>123.194047540379</c:v>
                </c:pt>
                <c:pt idx="181">
                  <c:v>123.334759539987</c:v>
                </c:pt>
                <c:pt idx="182">
                  <c:v>123.47547153959501</c:v>
                </c:pt>
                <c:pt idx="183">
                  <c:v>123.616183539202</c:v>
                </c:pt>
                <c:pt idx="184">
                  <c:v>123.75689553881</c:v>
                </c:pt>
                <c:pt idx="185">
                  <c:v>123.897607538418</c:v>
                </c:pt>
                <c:pt idx="186">
                  <c:v>124.03831953802499</c:v>
                </c:pt>
                <c:pt idx="187">
                  <c:v>124.17903153763299</c:v>
                </c:pt>
                <c:pt idx="188">
                  <c:v>124.319743537241</c:v>
                </c:pt>
                <c:pt idx="189">
                  <c:v>124.460455536848</c:v>
                </c:pt>
                <c:pt idx="190">
                  <c:v>124.601167536456</c:v>
                </c:pt>
                <c:pt idx="191">
                  <c:v>124.741879536064</c:v>
                </c:pt>
                <c:pt idx="192">
                  <c:v>124.882591535671</c:v>
                </c:pt>
                <c:pt idx="193">
                  <c:v>125.023303535279</c:v>
                </c:pt>
                <c:pt idx="194">
                  <c:v>125.164015534887</c:v>
                </c:pt>
                <c:pt idx="195">
                  <c:v>125.30472753449401</c:v>
                </c:pt>
                <c:pt idx="196">
                  <c:v>125.44543953410199</c:v>
                </c:pt>
                <c:pt idx="197">
                  <c:v>125.58615153370999</c:v>
                </c:pt>
                <c:pt idx="198">
                  <c:v>125.726863533317</c:v>
                </c:pt>
                <c:pt idx="199">
                  <c:v>125.867575532925</c:v>
                </c:pt>
                <c:pt idx="200">
                  <c:v>126.008287532533</c:v>
                </c:pt>
                <c:pt idx="201">
                  <c:v>126.14899953214</c:v>
                </c:pt>
                <c:pt idx="202">
                  <c:v>126.289711531748</c:v>
                </c:pt>
                <c:pt idx="203">
                  <c:v>126.430423531355</c:v>
                </c:pt>
                <c:pt idx="204">
                  <c:v>126.57113553096301</c:v>
                </c:pt>
                <c:pt idx="205">
                  <c:v>126.71184753057101</c:v>
                </c:pt>
                <c:pt idx="206">
                  <c:v>126.852559530178</c:v>
                </c:pt>
                <c:pt idx="207">
                  <c:v>126.993271529786</c:v>
                </c:pt>
                <c:pt idx="208">
                  <c:v>127.133983529394</c:v>
                </c:pt>
                <c:pt idx="209">
                  <c:v>127.27469552900099</c:v>
                </c:pt>
                <c:pt idx="210">
                  <c:v>127.41540752860899</c:v>
                </c:pt>
                <c:pt idx="211">
                  <c:v>127.531734876548</c:v>
                </c:pt>
                <c:pt idx="212">
                  <c:v>127.648062224486</c:v>
                </c:pt>
                <c:pt idx="213">
                  <c:v>127.764389572425</c:v>
                </c:pt>
                <c:pt idx="214">
                  <c:v>127.880716920363</c:v>
                </c:pt>
                <c:pt idx="215">
                  <c:v>127.99704426830201</c:v>
                </c:pt>
                <c:pt idx="216">
                  <c:v>128.11337161623999</c:v>
                </c:pt>
                <c:pt idx="217">
                  <c:v>128.22969896417899</c:v>
                </c:pt>
                <c:pt idx="218">
                  <c:v>128.346026312117</c:v>
                </c:pt>
                <c:pt idx="219">
                  <c:v>128.46235366005601</c:v>
                </c:pt>
                <c:pt idx="220">
                  <c:v>128.57868100799399</c:v>
                </c:pt>
                <c:pt idx="221">
                  <c:v>128.695008355933</c:v>
                </c:pt>
                <c:pt idx="222">
                  <c:v>128.81133570387101</c:v>
                </c:pt>
                <c:pt idx="223">
                  <c:v>128.92766305180999</c:v>
                </c:pt>
                <c:pt idx="224">
                  <c:v>129.043990399748</c:v>
                </c:pt>
                <c:pt idx="225">
                  <c:v>129.160317747687</c:v>
                </c:pt>
                <c:pt idx="226">
                  <c:v>129.27664509562501</c:v>
                </c:pt>
                <c:pt idx="227">
                  <c:v>129.39297244356399</c:v>
                </c:pt>
                <c:pt idx="228">
                  <c:v>129.509299791502</c:v>
                </c:pt>
                <c:pt idx="229">
                  <c:v>129.62562713944101</c:v>
                </c:pt>
                <c:pt idx="230">
                  <c:v>129.74195448737899</c:v>
                </c:pt>
                <c:pt idx="231">
                  <c:v>129.858281835317</c:v>
                </c:pt>
                <c:pt idx="232">
                  <c:v>129.97460918325601</c:v>
                </c:pt>
                <c:pt idx="233">
                  <c:v>130.09093653119501</c:v>
                </c:pt>
                <c:pt idx="234">
                  <c:v>130.207263879133</c:v>
                </c:pt>
                <c:pt idx="235">
                  <c:v>130.32359122707101</c:v>
                </c:pt>
                <c:pt idx="236">
                  <c:v>130.43991857501001</c:v>
                </c:pt>
                <c:pt idx="237">
                  <c:v>130.55624592294799</c:v>
                </c:pt>
                <c:pt idx="238">
                  <c:v>130.672573270887</c:v>
                </c:pt>
                <c:pt idx="239">
                  <c:v>130.78890061882501</c:v>
                </c:pt>
                <c:pt idx="240">
                  <c:v>130.90522796676399</c:v>
                </c:pt>
                <c:pt idx="241">
                  <c:v>131.00145015992101</c:v>
                </c:pt>
                <c:pt idx="242">
                  <c:v>131.09767235307899</c:v>
                </c:pt>
                <c:pt idx="243">
                  <c:v>131.19389454623601</c:v>
                </c:pt>
                <c:pt idx="244">
                  <c:v>131.29011673939399</c:v>
                </c:pt>
                <c:pt idx="245">
                  <c:v>131.38633893255101</c:v>
                </c:pt>
                <c:pt idx="246">
                  <c:v>131.482561125709</c:v>
                </c:pt>
                <c:pt idx="247">
                  <c:v>131.57878331886599</c:v>
                </c:pt>
                <c:pt idx="248">
                  <c:v>131.675005512024</c:v>
                </c:pt>
                <c:pt idx="249">
                  <c:v>131.77122770518099</c:v>
                </c:pt>
                <c:pt idx="250">
                  <c:v>131.86744989833801</c:v>
                </c:pt>
                <c:pt idx="251">
                  <c:v>131.96367209149599</c:v>
                </c:pt>
                <c:pt idx="252">
                  <c:v>132.05989428465301</c:v>
                </c:pt>
                <c:pt idx="253">
                  <c:v>132.156116477811</c:v>
                </c:pt>
                <c:pt idx="254">
                  <c:v>132.25233867096799</c:v>
                </c:pt>
                <c:pt idx="255">
                  <c:v>132.348560864126</c:v>
                </c:pt>
                <c:pt idx="256">
                  <c:v>132.44478305728299</c:v>
                </c:pt>
                <c:pt idx="257">
                  <c:v>132.541005250441</c:v>
                </c:pt>
                <c:pt idx="258">
                  <c:v>132.63722744359799</c:v>
                </c:pt>
                <c:pt idx="259">
                  <c:v>132.73344963675501</c:v>
                </c:pt>
                <c:pt idx="260">
                  <c:v>132.829671829913</c:v>
                </c:pt>
                <c:pt idx="261">
                  <c:v>132.92589402306999</c:v>
                </c:pt>
                <c:pt idx="262">
                  <c:v>133.022116216228</c:v>
                </c:pt>
                <c:pt idx="263">
                  <c:v>133.11833840938499</c:v>
                </c:pt>
                <c:pt idx="264">
                  <c:v>133.214560602543</c:v>
                </c:pt>
                <c:pt idx="265">
                  <c:v>133.31078279569999</c:v>
                </c:pt>
                <c:pt idx="266">
                  <c:v>133.40700498885801</c:v>
                </c:pt>
                <c:pt idx="267">
                  <c:v>133.503227182015</c:v>
                </c:pt>
                <c:pt idx="268">
                  <c:v>133.59944937517199</c:v>
                </c:pt>
                <c:pt idx="269">
                  <c:v>133.69567156833</c:v>
                </c:pt>
                <c:pt idx="270">
                  <c:v>133.79189376148699</c:v>
                </c:pt>
                <c:pt idx="271">
                  <c:v>133.87157239276601</c:v>
                </c:pt>
                <c:pt idx="272">
                  <c:v>133.95125102404401</c:v>
                </c:pt>
                <c:pt idx="273">
                  <c:v>134.03092965532301</c:v>
                </c:pt>
                <c:pt idx="274">
                  <c:v>134.11060828660101</c:v>
                </c:pt>
                <c:pt idx="275">
                  <c:v>134.19028691787901</c:v>
                </c:pt>
                <c:pt idx="276">
                  <c:v>134.269965549158</c:v>
                </c:pt>
                <c:pt idx="277">
                  <c:v>134.349644180436</c:v>
                </c:pt>
                <c:pt idx="278">
                  <c:v>134.429322811714</c:v>
                </c:pt>
                <c:pt idx="279">
                  <c:v>134.509001442993</c:v>
                </c:pt>
                <c:pt idx="280">
                  <c:v>134.588680074271</c:v>
                </c:pt>
                <c:pt idx="281">
                  <c:v>134.66835870554999</c:v>
                </c:pt>
                <c:pt idx="282">
                  <c:v>134.74803733682799</c:v>
                </c:pt>
                <c:pt idx="283">
                  <c:v>134.82771596810599</c:v>
                </c:pt>
                <c:pt idx="284">
                  <c:v>134.90739459938499</c:v>
                </c:pt>
                <c:pt idx="285">
                  <c:v>134.98707323066299</c:v>
                </c:pt>
                <c:pt idx="286">
                  <c:v>135.06675186194099</c:v>
                </c:pt>
                <c:pt idx="287">
                  <c:v>135.14643049322001</c:v>
                </c:pt>
                <c:pt idx="288">
                  <c:v>135.22610912449801</c:v>
                </c:pt>
                <c:pt idx="289">
                  <c:v>135.305787755777</c:v>
                </c:pt>
                <c:pt idx="290">
                  <c:v>135.385466387055</c:v>
                </c:pt>
                <c:pt idx="291">
                  <c:v>135.465145018333</c:v>
                </c:pt>
                <c:pt idx="292">
                  <c:v>135.544823649612</c:v>
                </c:pt>
                <c:pt idx="293">
                  <c:v>135.62450228089</c:v>
                </c:pt>
                <c:pt idx="294">
                  <c:v>135.704180912168</c:v>
                </c:pt>
                <c:pt idx="295">
                  <c:v>135.78385954344699</c:v>
                </c:pt>
                <c:pt idx="296">
                  <c:v>135.86353817472499</c:v>
                </c:pt>
                <c:pt idx="297">
                  <c:v>135.94321680600399</c:v>
                </c:pt>
                <c:pt idx="298">
                  <c:v>136.02289543728199</c:v>
                </c:pt>
                <c:pt idx="299">
                  <c:v>136.10257406855999</c:v>
                </c:pt>
                <c:pt idx="300">
                  <c:v>136.18225269983901</c:v>
                </c:pt>
                <c:pt idx="301">
                  <c:v>136.24832907464901</c:v>
                </c:pt>
                <c:pt idx="302">
                  <c:v>136.314405449459</c:v>
                </c:pt>
                <c:pt idx="303">
                  <c:v>136.380481824269</c:v>
                </c:pt>
                <c:pt idx="304">
                  <c:v>136.44655819907899</c:v>
                </c:pt>
                <c:pt idx="305">
                  <c:v>136.51263457388899</c:v>
                </c:pt>
                <c:pt idx="306">
                  <c:v>136.57871094869901</c:v>
                </c:pt>
                <c:pt idx="307">
                  <c:v>136.64478732350901</c:v>
                </c:pt>
                <c:pt idx="308">
                  <c:v>136.710863698319</c:v>
                </c:pt>
                <c:pt idx="309">
                  <c:v>136.77694007312999</c:v>
                </c:pt>
                <c:pt idx="310">
                  <c:v>136.84301644793999</c:v>
                </c:pt>
                <c:pt idx="311">
                  <c:v>136.90909282275001</c:v>
                </c:pt>
                <c:pt idx="312">
                  <c:v>136.97516919756001</c:v>
                </c:pt>
                <c:pt idx="313">
                  <c:v>137.04124557237</c:v>
                </c:pt>
                <c:pt idx="314">
                  <c:v>137.10732194718</c:v>
                </c:pt>
                <c:pt idx="315">
                  <c:v>137.17339832198999</c:v>
                </c:pt>
                <c:pt idx="316">
                  <c:v>137.23947469679999</c:v>
                </c:pt>
                <c:pt idx="317">
                  <c:v>137.30555107161001</c:v>
                </c:pt>
                <c:pt idx="318">
                  <c:v>137.37162744642001</c:v>
                </c:pt>
                <c:pt idx="319">
                  <c:v>137.43770382123</c:v>
                </c:pt>
                <c:pt idx="320">
                  <c:v>137.50378019604099</c:v>
                </c:pt>
                <c:pt idx="321">
                  <c:v>137.56985657085099</c:v>
                </c:pt>
                <c:pt idx="322">
                  <c:v>137.63593294566101</c:v>
                </c:pt>
                <c:pt idx="323">
                  <c:v>137.70200932047101</c:v>
                </c:pt>
                <c:pt idx="324">
                  <c:v>137.768085695281</c:v>
                </c:pt>
                <c:pt idx="325">
                  <c:v>137.834162070091</c:v>
                </c:pt>
                <c:pt idx="326">
                  <c:v>137.90023844490099</c:v>
                </c:pt>
                <c:pt idx="327">
                  <c:v>137.96631481971099</c:v>
                </c:pt>
                <c:pt idx="328">
                  <c:v>138.03239119452101</c:v>
                </c:pt>
                <c:pt idx="329">
                  <c:v>138.09846756933101</c:v>
                </c:pt>
                <c:pt idx="330">
                  <c:v>138.164543944142</c:v>
                </c:pt>
                <c:pt idx="331">
                  <c:v>138.21943720932001</c:v>
                </c:pt>
                <c:pt idx="332">
                  <c:v>138.27433047449901</c:v>
                </c:pt>
                <c:pt idx="333">
                  <c:v>138.32922373967801</c:v>
                </c:pt>
                <c:pt idx="334">
                  <c:v>138.38411700485599</c:v>
                </c:pt>
                <c:pt idx="335">
                  <c:v>138.439010270035</c:v>
                </c:pt>
                <c:pt idx="336">
                  <c:v>138.493903535214</c:v>
                </c:pt>
                <c:pt idx="337">
                  <c:v>138.54879680039201</c:v>
                </c:pt>
                <c:pt idx="338">
                  <c:v>138.60369006557099</c:v>
                </c:pt>
                <c:pt idx="339">
                  <c:v>138.65858333074999</c:v>
                </c:pt>
                <c:pt idx="340">
                  <c:v>138.713476595928</c:v>
                </c:pt>
                <c:pt idx="341">
                  <c:v>138.768369861107</c:v>
                </c:pt>
                <c:pt idx="342">
                  <c:v>138.82326312628601</c:v>
                </c:pt>
                <c:pt idx="343">
                  <c:v>138.87815639146501</c:v>
                </c:pt>
                <c:pt idx="344">
                  <c:v>138.93304965664299</c:v>
                </c:pt>
                <c:pt idx="345">
                  <c:v>138.987942921822</c:v>
                </c:pt>
                <c:pt idx="346">
                  <c:v>139.042836187001</c:v>
                </c:pt>
                <c:pt idx="347">
                  <c:v>139.09772945217901</c:v>
                </c:pt>
                <c:pt idx="348">
                  <c:v>139.15262271735801</c:v>
                </c:pt>
                <c:pt idx="349">
                  <c:v>139.20751598253699</c:v>
                </c:pt>
                <c:pt idx="350">
                  <c:v>139.262409247715</c:v>
                </c:pt>
                <c:pt idx="351">
                  <c:v>139.317302512894</c:v>
                </c:pt>
                <c:pt idx="352">
                  <c:v>139.37219577807301</c:v>
                </c:pt>
                <c:pt idx="353">
                  <c:v>139.42708904325201</c:v>
                </c:pt>
                <c:pt idx="354">
                  <c:v>139.48198230842999</c:v>
                </c:pt>
                <c:pt idx="355">
                  <c:v>139.536875573609</c:v>
                </c:pt>
                <c:pt idx="356">
                  <c:v>139.591768838788</c:v>
                </c:pt>
                <c:pt idx="357">
                  <c:v>139.64666210396601</c:v>
                </c:pt>
                <c:pt idx="358">
                  <c:v>139.70155536914501</c:v>
                </c:pt>
                <c:pt idx="359">
                  <c:v>139.75644863432399</c:v>
                </c:pt>
                <c:pt idx="360">
                  <c:v>139.811341899502</c:v>
                </c:pt>
                <c:pt idx="361">
                  <c:v>139.85703513030001</c:v>
                </c:pt>
                <c:pt idx="362">
                  <c:v>139.90272836109901</c:v>
                </c:pt>
                <c:pt idx="363">
                  <c:v>139.94842159189699</c:v>
                </c:pt>
                <c:pt idx="364">
                  <c:v>139.994114822695</c:v>
                </c:pt>
                <c:pt idx="365">
                  <c:v>140.039808053493</c:v>
                </c:pt>
                <c:pt idx="366">
                  <c:v>140.08550128429101</c:v>
                </c:pt>
                <c:pt idx="367">
                  <c:v>140.13119451508899</c:v>
                </c:pt>
                <c:pt idx="368">
                  <c:v>140.176887745887</c:v>
                </c:pt>
                <c:pt idx="369">
                  <c:v>140.222580976686</c:v>
                </c:pt>
                <c:pt idx="370">
                  <c:v>140.26827420748401</c:v>
                </c:pt>
                <c:pt idx="371">
                  <c:v>140.31396743828199</c:v>
                </c:pt>
                <c:pt idx="372">
                  <c:v>140.35966066908</c:v>
                </c:pt>
                <c:pt idx="373">
                  <c:v>140.40535389987801</c:v>
                </c:pt>
                <c:pt idx="374">
                  <c:v>140.45104713067599</c:v>
                </c:pt>
                <c:pt idx="375">
                  <c:v>140.496740361474</c:v>
                </c:pt>
                <c:pt idx="376">
                  <c:v>140.542433592272</c:v>
                </c:pt>
                <c:pt idx="377">
                  <c:v>140.58812682307101</c:v>
                </c:pt>
                <c:pt idx="378">
                  <c:v>140.63382005386899</c:v>
                </c:pt>
                <c:pt idx="379">
                  <c:v>140.679513284667</c:v>
                </c:pt>
                <c:pt idx="380">
                  <c:v>140.725206515465</c:v>
                </c:pt>
                <c:pt idx="381">
                  <c:v>140.77089974626301</c:v>
                </c:pt>
                <c:pt idx="382">
                  <c:v>140.81659297706099</c:v>
                </c:pt>
                <c:pt idx="383">
                  <c:v>140.862286207859</c:v>
                </c:pt>
                <c:pt idx="384">
                  <c:v>140.907979438658</c:v>
                </c:pt>
                <c:pt idx="385">
                  <c:v>140.95367266945601</c:v>
                </c:pt>
                <c:pt idx="386">
                  <c:v>140.99936590025399</c:v>
                </c:pt>
                <c:pt idx="387">
                  <c:v>141.045059131052</c:v>
                </c:pt>
                <c:pt idx="388">
                  <c:v>141.09075236185001</c:v>
                </c:pt>
                <c:pt idx="389">
                  <c:v>141.13644559264799</c:v>
                </c:pt>
                <c:pt idx="390">
                  <c:v>141.182138823446</c:v>
                </c:pt>
                <c:pt idx="391">
                  <c:v>141.220257936601</c:v>
                </c:pt>
                <c:pt idx="392">
                  <c:v>141.25837704975501</c:v>
                </c:pt>
                <c:pt idx="393">
                  <c:v>141.29649616290899</c:v>
                </c:pt>
                <c:pt idx="394">
                  <c:v>141.334615276063</c:v>
                </c:pt>
                <c:pt idx="395">
                  <c:v>141.37273438921699</c:v>
                </c:pt>
                <c:pt idx="396">
                  <c:v>141.41085350237199</c:v>
                </c:pt>
                <c:pt idx="397">
                  <c:v>141.448972615526</c:v>
                </c:pt>
                <c:pt idx="398">
                  <c:v>141.48709172868001</c:v>
                </c:pt>
                <c:pt idx="399">
                  <c:v>141.525210841834</c:v>
                </c:pt>
                <c:pt idx="400">
                  <c:v>141.563329954989</c:v>
                </c:pt>
                <c:pt idx="401">
                  <c:v>141.60144906814301</c:v>
                </c:pt>
                <c:pt idx="402">
                  <c:v>141.63956818129699</c:v>
                </c:pt>
                <c:pt idx="403">
                  <c:v>141.677687294451</c:v>
                </c:pt>
                <c:pt idx="404">
                  <c:v>141.71580640760499</c:v>
                </c:pt>
                <c:pt idx="405">
                  <c:v>141.75392552075999</c:v>
                </c:pt>
                <c:pt idx="406">
                  <c:v>141.792044633914</c:v>
                </c:pt>
                <c:pt idx="407">
                  <c:v>141.83016374706801</c:v>
                </c:pt>
                <c:pt idx="408">
                  <c:v>141.868282860222</c:v>
                </c:pt>
                <c:pt idx="409">
                  <c:v>141.906401973377</c:v>
                </c:pt>
                <c:pt idx="410">
                  <c:v>141.94452108653101</c:v>
                </c:pt>
                <c:pt idx="411">
                  <c:v>141.98264019968499</c:v>
                </c:pt>
                <c:pt idx="412">
                  <c:v>142.020759312839</c:v>
                </c:pt>
                <c:pt idx="413">
                  <c:v>142.05887842599299</c:v>
                </c:pt>
                <c:pt idx="414">
                  <c:v>142.09699753914799</c:v>
                </c:pt>
                <c:pt idx="415">
                  <c:v>142.135116652302</c:v>
                </c:pt>
                <c:pt idx="416">
                  <c:v>142.17323576545601</c:v>
                </c:pt>
                <c:pt idx="417">
                  <c:v>142.21135487861</c:v>
                </c:pt>
                <c:pt idx="418">
                  <c:v>142.249473991765</c:v>
                </c:pt>
                <c:pt idx="419">
                  <c:v>142.28759310491901</c:v>
                </c:pt>
                <c:pt idx="420">
                  <c:v>142.32571221807299</c:v>
                </c:pt>
                <c:pt idx="421">
                  <c:v>142.35758899977901</c:v>
                </c:pt>
                <c:pt idx="422">
                  <c:v>142.389465781485</c:v>
                </c:pt>
                <c:pt idx="423">
                  <c:v>142.42134256319</c:v>
                </c:pt>
                <c:pt idx="424">
                  <c:v>142.45321934489601</c:v>
                </c:pt>
                <c:pt idx="425">
                  <c:v>142.485096126602</c:v>
                </c:pt>
                <c:pt idx="426">
                  <c:v>142.51697290830799</c:v>
                </c:pt>
                <c:pt idx="427">
                  <c:v>142.54884969001401</c:v>
                </c:pt>
                <c:pt idx="428">
                  <c:v>142.58072647172</c:v>
                </c:pt>
                <c:pt idx="429">
                  <c:v>142.61260325342499</c:v>
                </c:pt>
                <c:pt idx="430">
                  <c:v>142.64448003513101</c:v>
                </c:pt>
                <c:pt idx="431">
                  <c:v>142.676356816837</c:v>
                </c:pt>
                <c:pt idx="432">
                  <c:v>142.70823359854299</c:v>
                </c:pt>
                <c:pt idx="433">
                  <c:v>142.74011038024901</c:v>
                </c:pt>
                <c:pt idx="434">
                  <c:v>142.771987161955</c:v>
                </c:pt>
                <c:pt idx="435">
                  <c:v>142.80386394365999</c:v>
                </c:pt>
                <c:pt idx="436">
                  <c:v>142.83574072536601</c:v>
                </c:pt>
                <c:pt idx="437">
                  <c:v>142.867617507072</c:v>
                </c:pt>
                <c:pt idx="438">
                  <c:v>142.89949428877799</c:v>
                </c:pt>
                <c:pt idx="439">
                  <c:v>142.931371070484</c:v>
                </c:pt>
                <c:pt idx="440">
                  <c:v>142.96324785218999</c:v>
                </c:pt>
                <c:pt idx="441">
                  <c:v>142.99512463389499</c:v>
                </c:pt>
                <c:pt idx="442">
                  <c:v>143.02700141560101</c:v>
                </c:pt>
                <c:pt idx="443">
                  <c:v>143.058878197307</c:v>
                </c:pt>
                <c:pt idx="444">
                  <c:v>143.09075497901301</c:v>
                </c:pt>
                <c:pt idx="445">
                  <c:v>143.122631760719</c:v>
                </c:pt>
                <c:pt idx="446">
                  <c:v>143.15450854242499</c:v>
                </c:pt>
                <c:pt idx="447">
                  <c:v>143.18638532412999</c:v>
                </c:pt>
                <c:pt idx="448">
                  <c:v>143.218262105836</c:v>
                </c:pt>
                <c:pt idx="449">
                  <c:v>143.25013888754199</c:v>
                </c:pt>
                <c:pt idx="450">
                  <c:v>143.28201566924801</c:v>
                </c:pt>
                <c:pt idx="451">
                  <c:v>143.308740554682</c:v>
                </c:pt>
                <c:pt idx="452">
                  <c:v>143.335465440116</c:v>
                </c:pt>
                <c:pt idx="453">
                  <c:v>143.36219032554999</c:v>
                </c:pt>
                <c:pt idx="454">
                  <c:v>143.38891521098401</c:v>
                </c:pt>
                <c:pt idx="455">
                  <c:v>143.415640096418</c:v>
                </c:pt>
                <c:pt idx="456">
                  <c:v>143.44236498185199</c:v>
                </c:pt>
                <c:pt idx="457">
                  <c:v>143.46908986728701</c:v>
                </c:pt>
                <c:pt idx="458">
                  <c:v>143.495814752721</c:v>
                </c:pt>
                <c:pt idx="459">
                  <c:v>143.522539638155</c:v>
                </c:pt>
                <c:pt idx="460">
                  <c:v>143.54926452358899</c:v>
                </c:pt>
                <c:pt idx="461">
                  <c:v>143.57598940902301</c:v>
                </c:pt>
                <c:pt idx="462">
                  <c:v>143.602714294457</c:v>
                </c:pt>
                <c:pt idx="463">
                  <c:v>143.62943917989099</c:v>
                </c:pt>
                <c:pt idx="464">
                  <c:v>143.65616406532499</c:v>
                </c:pt>
                <c:pt idx="465">
                  <c:v>143.68288895075901</c:v>
                </c:pt>
                <c:pt idx="466">
                  <c:v>143.709613836193</c:v>
                </c:pt>
                <c:pt idx="467">
                  <c:v>143.73633872162799</c:v>
                </c:pt>
                <c:pt idx="468">
                  <c:v>143.76306360706201</c:v>
                </c:pt>
                <c:pt idx="469">
                  <c:v>143.789788492496</c:v>
                </c:pt>
                <c:pt idx="470">
                  <c:v>143.81651337792999</c:v>
                </c:pt>
                <c:pt idx="471">
                  <c:v>143.84323826336399</c:v>
                </c:pt>
                <c:pt idx="472">
                  <c:v>143.86996314879801</c:v>
                </c:pt>
                <c:pt idx="473">
                  <c:v>143.896688034232</c:v>
                </c:pt>
                <c:pt idx="474">
                  <c:v>143.92341291966599</c:v>
                </c:pt>
                <c:pt idx="475">
                  <c:v>143.95013780510001</c:v>
                </c:pt>
                <c:pt idx="476">
                  <c:v>143.97686269053401</c:v>
                </c:pt>
                <c:pt idx="477">
                  <c:v>144.00358757596899</c:v>
                </c:pt>
                <c:pt idx="478">
                  <c:v>144.03031246140301</c:v>
                </c:pt>
                <c:pt idx="479">
                  <c:v>144.05703734683701</c:v>
                </c:pt>
                <c:pt idx="480">
                  <c:v>144.083762232271</c:v>
                </c:pt>
                <c:pt idx="481">
                  <c:v>144.10622939877501</c:v>
                </c:pt>
                <c:pt idx="482">
                  <c:v>144.128696565279</c:v>
                </c:pt>
                <c:pt idx="483">
                  <c:v>144.15116373178299</c:v>
                </c:pt>
                <c:pt idx="484">
                  <c:v>144.173630898288</c:v>
                </c:pt>
                <c:pt idx="485">
                  <c:v>144.19609806479201</c:v>
                </c:pt>
                <c:pt idx="486">
                  <c:v>144.218565231296</c:v>
                </c:pt>
                <c:pt idx="487">
                  <c:v>144.24103239780001</c:v>
                </c:pt>
                <c:pt idx="488">
                  <c:v>144.263499564304</c:v>
                </c:pt>
                <c:pt idx="489">
                  <c:v>144.28596673080901</c:v>
                </c:pt>
                <c:pt idx="490">
                  <c:v>144.30843389731299</c:v>
                </c:pt>
                <c:pt idx="491">
                  <c:v>144.33090106381701</c:v>
                </c:pt>
                <c:pt idx="492">
                  <c:v>144.353368230321</c:v>
                </c:pt>
                <c:pt idx="493">
                  <c:v>144.37583539682501</c:v>
                </c:pt>
                <c:pt idx="494">
                  <c:v>144.39830256332999</c:v>
                </c:pt>
                <c:pt idx="495">
                  <c:v>144.42076972983401</c:v>
                </c:pt>
                <c:pt idx="496">
                  <c:v>144.44323689633799</c:v>
                </c:pt>
                <c:pt idx="497">
                  <c:v>144.46570406284201</c:v>
                </c:pt>
                <c:pt idx="498">
                  <c:v>144.48817122934599</c:v>
                </c:pt>
                <c:pt idx="499">
                  <c:v>144.510638395851</c:v>
                </c:pt>
                <c:pt idx="500">
                  <c:v>144.53310556235499</c:v>
                </c:pt>
                <c:pt idx="501">
                  <c:v>144.555572728859</c:v>
                </c:pt>
                <c:pt idx="502">
                  <c:v>144.57803989536299</c:v>
                </c:pt>
                <c:pt idx="503">
                  <c:v>144.600507061868</c:v>
                </c:pt>
                <c:pt idx="504">
                  <c:v>144.62297422837199</c:v>
                </c:pt>
                <c:pt idx="505">
                  <c:v>144.645441394876</c:v>
                </c:pt>
                <c:pt idx="506">
                  <c:v>144.66790856137999</c:v>
                </c:pt>
                <c:pt idx="507">
                  <c:v>144.690375727884</c:v>
                </c:pt>
                <c:pt idx="508">
                  <c:v>144.71284289438901</c:v>
                </c:pt>
                <c:pt idx="509">
                  <c:v>144.735310060893</c:v>
                </c:pt>
                <c:pt idx="510">
                  <c:v>144.75777722739701</c:v>
                </c:pt>
                <c:pt idx="511">
                  <c:v>144.77672046405601</c:v>
                </c:pt>
                <c:pt idx="512">
                  <c:v>144.79566370071501</c:v>
                </c:pt>
                <c:pt idx="513">
                  <c:v>144.814606937375</c:v>
                </c:pt>
                <c:pt idx="514">
                  <c:v>144.833550174034</c:v>
                </c:pt>
                <c:pt idx="515">
                  <c:v>144.852493410693</c:v>
                </c:pt>
                <c:pt idx="516">
                  <c:v>144.87143664735299</c:v>
                </c:pt>
                <c:pt idx="517">
                  <c:v>144.89037988401199</c:v>
                </c:pt>
                <c:pt idx="518">
                  <c:v>144.90932312067099</c:v>
                </c:pt>
                <c:pt idx="519">
                  <c:v>144.92826635732999</c:v>
                </c:pt>
                <c:pt idx="520">
                  <c:v>144.94720959399001</c:v>
                </c:pt>
                <c:pt idx="521">
                  <c:v>144.96615283064901</c:v>
                </c:pt>
                <c:pt idx="522">
                  <c:v>144.98509606730801</c:v>
                </c:pt>
                <c:pt idx="523">
                  <c:v>145.00403930396701</c:v>
                </c:pt>
                <c:pt idx="524">
                  <c:v>145.022982540627</c:v>
                </c:pt>
                <c:pt idx="525">
                  <c:v>145.041925777286</c:v>
                </c:pt>
                <c:pt idx="526">
                  <c:v>145.06086901394499</c:v>
                </c:pt>
                <c:pt idx="527">
                  <c:v>145.07981225060499</c:v>
                </c:pt>
                <c:pt idx="528">
                  <c:v>145.09875548726399</c:v>
                </c:pt>
                <c:pt idx="529">
                  <c:v>145.11769872392301</c:v>
                </c:pt>
                <c:pt idx="530">
                  <c:v>145.13664196058201</c:v>
                </c:pt>
                <c:pt idx="531">
                  <c:v>145.155585197242</c:v>
                </c:pt>
                <c:pt idx="532">
                  <c:v>145.174528433901</c:v>
                </c:pt>
                <c:pt idx="533">
                  <c:v>145.19347167056</c:v>
                </c:pt>
                <c:pt idx="534">
                  <c:v>145.212414907219</c:v>
                </c:pt>
                <c:pt idx="535">
                  <c:v>145.23135814387899</c:v>
                </c:pt>
                <c:pt idx="536">
                  <c:v>145.25030138053799</c:v>
                </c:pt>
                <c:pt idx="537">
                  <c:v>145.26924461719699</c:v>
                </c:pt>
                <c:pt idx="538">
                  <c:v>145.28818785385701</c:v>
                </c:pt>
                <c:pt idx="539">
                  <c:v>145.30713109051601</c:v>
                </c:pt>
                <c:pt idx="540">
                  <c:v>145.32607432717501</c:v>
                </c:pt>
                <c:pt idx="541">
                  <c:v>145.34209521805801</c:v>
                </c:pt>
                <c:pt idx="542">
                  <c:v>145.358116108941</c:v>
                </c:pt>
                <c:pt idx="543">
                  <c:v>145.37413699982301</c:v>
                </c:pt>
                <c:pt idx="544">
                  <c:v>145.39015789070601</c:v>
                </c:pt>
                <c:pt idx="545">
                  <c:v>145.40617878158901</c:v>
                </c:pt>
                <c:pt idx="546">
                  <c:v>145.42219967247101</c:v>
                </c:pt>
                <c:pt idx="547">
                  <c:v>145.43822056335401</c:v>
                </c:pt>
                <c:pt idx="548">
                  <c:v>145.45424145423701</c:v>
                </c:pt>
                <c:pt idx="549">
                  <c:v>145.47026234512001</c:v>
                </c:pt>
                <c:pt idx="550">
                  <c:v>145.48628323600201</c:v>
                </c:pt>
                <c:pt idx="551">
                  <c:v>145.50230412688501</c:v>
                </c:pt>
                <c:pt idx="552">
                  <c:v>145.51832501776801</c:v>
                </c:pt>
                <c:pt idx="553">
                  <c:v>145.53434590865101</c:v>
                </c:pt>
                <c:pt idx="554">
                  <c:v>145.55036679953301</c:v>
                </c:pt>
                <c:pt idx="555">
                  <c:v>145.56638769041601</c:v>
                </c:pt>
                <c:pt idx="556">
                  <c:v>145.58240858129901</c:v>
                </c:pt>
                <c:pt idx="557">
                  <c:v>145.59842947218101</c:v>
                </c:pt>
                <c:pt idx="558">
                  <c:v>145.61445036306401</c:v>
                </c:pt>
                <c:pt idx="559">
                  <c:v>145.63047125394701</c:v>
                </c:pt>
                <c:pt idx="560">
                  <c:v>145.64649214483001</c:v>
                </c:pt>
                <c:pt idx="561">
                  <c:v>145.66251303571201</c:v>
                </c:pt>
                <c:pt idx="562">
                  <c:v>145.67853392659501</c:v>
                </c:pt>
                <c:pt idx="563">
                  <c:v>145.69455481747801</c:v>
                </c:pt>
                <c:pt idx="564">
                  <c:v>145.71057570836101</c:v>
                </c:pt>
                <c:pt idx="565">
                  <c:v>145.72659659924301</c:v>
                </c:pt>
                <c:pt idx="566">
                  <c:v>145.74261749012601</c:v>
                </c:pt>
                <c:pt idx="567">
                  <c:v>145.75863838100901</c:v>
                </c:pt>
                <c:pt idx="568">
                  <c:v>145.77465927189101</c:v>
                </c:pt>
                <c:pt idx="569">
                  <c:v>145.79068016277401</c:v>
                </c:pt>
                <c:pt idx="570">
                  <c:v>145.80670105365701</c:v>
                </c:pt>
                <c:pt idx="571">
                  <c:v>145.82029357409701</c:v>
                </c:pt>
                <c:pt idx="572">
                  <c:v>145.83388609453701</c:v>
                </c:pt>
                <c:pt idx="573">
                  <c:v>145.84747861497701</c:v>
                </c:pt>
                <c:pt idx="574">
                  <c:v>145.86107113541701</c:v>
                </c:pt>
                <c:pt idx="575">
                  <c:v>145.87466365585701</c:v>
                </c:pt>
                <c:pt idx="576">
                  <c:v>145.88825617629701</c:v>
                </c:pt>
                <c:pt idx="577">
                  <c:v>145.90184869673701</c:v>
                </c:pt>
                <c:pt idx="578">
                  <c:v>145.915441217177</c:v>
                </c:pt>
                <c:pt idx="579">
                  <c:v>145.929033737617</c:v>
                </c:pt>
                <c:pt idx="580">
                  <c:v>145.942626258057</c:v>
                </c:pt>
                <c:pt idx="581">
                  <c:v>145.95621877849601</c:v>
                </c:pt>
                <c:pt idx="582">
                  <c:v>145.96981129893601</c:v>
                </c:pt>
                <c:pt idx="583">
                  <c:v>145.98340381937601</c:v>
                </c:pt>
                <c:pt idx="584">
                  <c:v>145.99699633981601</c:v>
                </c:pt>
                <c:pt idx="585">
                  <c:v>146.01058886025601</c:v>
                </c:pt>
                <c:pt idx="586">
                  <c:v>146.02418138069601</c:v>
                </c:pt>
                <c:pt idx="587">
                  <c:v>146.03777390113601</c:v>
                </c:pt>
                <c:pt idx="588">
                  <c:v>146.05136642157601</c:v>
                </c:pt>
                <c:pt idx="589">
                  <c:v>146.06495894201601</c:v>
                </c:pt>
                <c:pt idx="590">
                  <c:v>146.07855146245601</c:v>
                </c:pt>
                <c:pt idx="591">
                  <c:v>146.092143982896</c:v>
                </c:pt>
                <c:pt idx="592">
                  <c:v>146.105736503336</c:v>
                </c:pt>
                <c:pt idx="593">
                  <c:v>146.119329023776</c:v>
                </c:pt>
                <c:pt idx="594">
                  <c:v>146.132921544216</c:v>
                </c:pt>
                <c:pt idx="595">
                  <c:v>146.146514064656</c:v>
                </c:pt>
                <c:pt idx="596">
                  <c:v>146.160106585096</c:v>
                </c:pt>
                <c:pt idx="597">
                  <c:v>146.173699105536</c:v>
                </c:pt>
                <c:pt idx="598">
                  <c:v>146.187291625976</c:v>
                </c:pt>
                <c:pt idx="599">
                  <c:v>146.200884146416</c:v>
                </c:pt>
                <c:pt idx="600">
                  <c:v>146.214476666856</c:v>
                </c:pt>
                <c:pt idx="601">
                  <c:v>146.22604870519899</c:v>
                </c:pt>
                <c:pt idx="602">
                  <c:v>146.23762074354201</c:v>
                </c:pt>
                <c:pt idx="603">
                  <c:v>146.24919278188599</c:v>
                </c:pt>
                <c:pt idx="604">
                  <c:v>146.26076482022901</c:v>
                </c:pt>
                <c:pt idx="605">
                  <c:v>146.272336858572</c:v>
                </c:pt>
                <c:pt idx="606">
                  <c:v>146.28390889691599</c:v>
                </c:pt>
                <c:pt idx="607">
                  <c:v>146.29548093525901</c:v>
                </c:pt>
                <c:pt idx="608">
                  <c:v>146.307052973602</c:v>
                </c:pt>
                <c:pt idx="609">
                  <c:v>146.31862501194601</c:v>
                </c:pt>
                <c:pt idx="610">
                  <c:v>146.330197050289</c:v>
                </c:pt>
                <c:pt idx="611">
                  <c:v>146.34176908863199</c:v>
                </c:pt>
                <c:pt idx="612">
                  <c:v>146.35334112697601</c:v>
                </c:pt>
                <c:pt idx="613">
                  <c:v>146.364913165319</c:v>
                </c:pt>
                <c:pt idx="614">
                  <c:v>146.37648520366201</c:v>
                </c:pt>
                <c:pt idx="615">
                  <c:v>146.388057242006</c:v>
                </c:pt>
                <c:pt idx="616">
                  <c:v>146.39962928034899</c:v>
                </c:pt>
                <c:pt idx="617">
                  <c:v>146.41120131869201</c:v>
                </c:pt>
                <c:pt idx="618">
                  <c:v>146.42277335703599</c:v>
                </c:pt>
                <c:pt idx="619">
                  <c:v>146.43434539537901</c:v>
                </c:pt>
                <c:pt idx="620">
                  <c:v>146.445917433722</c:v>
                </c:pt>
                <c:pt idx="621">
                  <c:v>146.45748947206599</c:v>
                </c:pt>
                <c:pt idx="622">
                  <c:v>146.46906151040901</c:v>
                </c:pt>
                <c:pt idx="623">
                  <c:v>146.480633548752</c:v>
                </c:pt>
                <c:pt idx="624">
                  <c:v>146.49220558709601</c:v>
                </c:pt>
                <c:pt idx="625">
                  <c:v>146.503777625439</c:v>
                </c:pt>
                <c:pt idx="626">
                  <c:v>146.51534966378199</c:v>
                </c:pt>
                <c:pt idx="627">
                  <c:v>146.526921702126</c:v>
                </c:pt>
                <c:pt idx="628">
                  <c:v>146.53849374046899</c:v>
                </c:pt>
                <c:pt idx="629">
                  <c:v>146.55006577881201</c:v>
                </c:pt>
                <c:pt idx="630">
                  <c:v>146.561637817156</c:v>
                </c:pt>
                <c:pt idx="631">
                  <c:v>146.57152347290199</c:v>
                </c:pt>
                <c:pt idx="632">
                  <c:v>146.581409128648</c:v>
                </c:pt>
                <c:pt idx="633">
                  <c:v>146.59129478439499</c:v>
                </c:pt>
                <c:pt idx="634">
                  <c:v>146.60118044014101</c:v>
                </c:pt>
                <c:pt idx="635">
                  <c:v>146.611066095887</c:v>
                </c:pt>
                <c:pt idx="636">
                  <c:v>146.62095175163401</c:v>
                </c:pt>
                <c:pt idx="637">
                  <c:v>146.63083740738</c:v>
                </c:pt>
                <c:pt idx="638">
                  <c:v>146.64072306312599</c:v>
                </c:pt>
                <c:pt idx="639">
                  <c:v>146.650608718873</c:v>
                </c:pt>
                <c:pt idx="640">
                  <c:v>146.66049437461899</c:v>
                </c:pt>
                <c:pt idx="641">
                  <c:v>146.670380030366</c:v>
                </c:pt>
                <c:pt idx="642">
                  <c:v>146.68026568611199</c:v>
                </c:pt>
                <c:pt idx="643">
                  <c:v>146.69015134185801</c:v>
                </c:pt>
                <c:pt idx="644">
                  <c:v>146.700036997605</c:v>
                </c:pt>
                <c:pt idx="645">
                  <c:v>146.70992265335099</c:v>
                </c:pt>
                <c:pt idx="646">
                  <c:v>146.719808309097</c:v>
                </c:pt>
                <c:pt idx="647">
                  <c:v>146.72969396484399</c:v>
                </c:pt>
                <c:pt idx="648">
                  <c:v>146.73957962059001</c:v>
                </c:pt>
                <c:pt idx="649">
                  <c:v>146.749465276336</c:v>
                </c:pt>
                <c:pt idx="650">
                  <c:v>146.75935093208301</c:v>
                </c:pt>
                <c:pt idx="651">
                  <c:v>146.769236587829</c:v>
                </c:pt>
                <c:pt idx="652">
                  <c:v>146.77912224357499</c:v>
                </c:pt>
                <c:pt idx="653">
                  <c:v>146.789007899322</c:v>
                </c:pt>
                <c:pt idx="654">
                  <c:v>146.79889355506799</c:v>
                </c:pt>
                <c:pt idx="655">
                  <c:v>146.808779210815</c:v>
                </c:pt>
                <c:pt idx="656">
                  <c:v>146.81866486656099</c:v>
                </c:pt>
                <c:pt idx="657">
                  <c:v>146.82855052230701</c:v>
                </c:pt>
                <c:pt idx="658">
                  <c:v>146.838436178054</c:v>
                </c:pt>
                <c:pt idx="659">
                  <c:v>146.84832183379999</c:v>
                </c:pt>
                <c:pt idx="660">
                  <c:v>146.858207489546</c:v>
                </c:pt>
                <c:pt idx="661">
                  <c:v>146.86668347086999</c:v>
                </c:pt>
                <c:pt idx="662">
                  <c:v>146.875159452194</c:v>
                </c:pt>
                <c:pt idx="663">
                  <c:v>146.88363543351801</c:v>
                </c:pt>
                <c:pt idx="664">
                  <c:v>146.89211141484199</c:v>
                </c:pt>
                <c:pt idx="665">
                  <c:v>146.900587396166</c:v>
                </c:pt>
                <c:pt idx="666">
                  <c:v>146.90906337749001</c:v>
                </c:pt>
                <c:pt idx="667">
                  <c:v>146.917539358813</c:v>
                </c:pt>
                <c:pt idx="668">
                  <c:v>146.92601534013701</c:v>
                </c:pt>
                <c:pt idx="669">
                  <c:v>146.934491321461</c:v>
                </c:pt>
                <c:pt idx="670">
                  <c:v>146.94296730278501</c:v>
                </c:pt>
                <c:pt idx="671">
                  <c:v>146.95144328410899</c:v>
                </c:pt>
                <c:pt idx="672">
                  <c:v>146.959919265433</c:v>
                </c:pt>
                <c:pt idx="673">
                  <c:v>146.96839524675701</c:v>
                </c:pt>
                <c:pt idx="674">
                  <c:v>146.976871228081</c:v>
                </c:pt>
                <c:pt idx="675">
                  <c:v>146.98534720940501</c:v>
                </c:pt>
                <c:pt idx="676">
                  <c:v>146.99382319072899</c:v>
                </c:pt>
                <c:pt idx="677">
                  <c:v>147.00229917205201</c:v>
                </c:pt>
                <c:pt idx="678">
                  <c:v>147.01077515337599</c:v>
                </c:pt>
                <c:pt idx="679">
                  <c:v>147.0192511347</c:v>
                </c:pt>
                <c:pt idx="680">
                  <c:v>147.02772711602401</c:v>
                </c:pt>
                <c:pt idx="681">
                  <c:v>147.03620309734799</c:v>
                </c:pt>
                <c:pt idx="682">
                  <c:v>147.044679078672</c:v>
                </c:pt>
                <c:pt idx="683">
                  <c:v>147.05315505999599</c:v>
                </c:pt>
                <c:pt idx="684">
                  <c:v>147.06163104132</c:v>
                </c:pt>
                <c:pt idx="685">
                  <c:v>147.07010702264299</c:v>
                </c:pt>
                <c:pt idx="686">
                  <c:v>147.078583003967</c:v>
                </c:pt>
                <c:pt idx="687">
                  <c:v>147.08705898529101</c:v>
                </c:pt>
                <c:pt idx="688">
                  <c:v>147.09553496661499</c:v>
                </c:pt>
                <c:pt idx="689">
                  <c:v>147.104010947939</c:v>
                </c:pt>
                <c:pt idx="690">
                  <c:v>147.11248692926301</c:v>
                </c:pt>
                <c:pt idx="691">
                  <c:v>147.11978075177501</c:v>
                </c:pt>
                <c:pt idx="692">
                  <c:v>147.12707457428601</c:v>
                </c:pt>
                <c:pt idx="693">
                  <c:v>147.13436839679801</c:v>
                </c:pt>
                <c:pt idx="694">
                  <c:v>147.14166221930901</c:v>
                </c:pt>
                <c:pt idx="695">
                  <c:v>147.14895604182101</c:v>
                </c:pt>
                <c:pt idx="696">
                  <c:v>147.15624986433301</c:v>
                </c:pt>
                <c:pt idx="697">
                  <c:v>147.16354368684401</c:v>
                </c:pt>
                <c:pt idx="698">
                  <c:v>147.17083750935601</c:v>
                </c:pt>
                <c:pt idx="699">
                  <c:v>147.17813133186701</c:v>
                </c:pt>
                <c:pt idx="700">
                  <c:v>147.185425154379</c:v>
                </c:pt>
                <c:pt idx="701">
                  <c:v>147.192718976891</c:v>
                </c:pt>
                <c:pt idx="702">
                  <c:v>147.200012799402</c:v>
                </c:pt>
                <c:pt idx="703">
                  <c:v>147.207306621914</c:v>
                </c:pt>
                <c:pt idx="704">
                  <c:v>147.214600444425</c:v>
                </c:pt>
                <c:pt idx="705">
                  <c:v>147.221894266937</c:v>
                </c:pt>
                <c:pt idx="706">
                  <c:v>147.229188089449</c:v>
                </c:pt>
                <c:pt idx="707">
                  <c:v>147.23648191196</c:v>
                </c:pt>
                <c:pt idx="708">
                  <c:v>147.243775734472</c:v>
                </c:pt>
                <c:pt idx="709">
                  <c:v>147.251069556983</c:v>
                </c:pt>
                <c:pt idx="710">
                  <c:v>147.25836337949499</c:v>
                </c:pt>
                <c:pt idx="711">
                  <c:v>147.26565720200699</c:v>
                </c:pt>
                <c:pt idx="712">
                  <c:v>147.27295102451799</c:v>
                </c:pt>
                <c:pt idx="713">
                  <c:v>147.28024484702999</c:v>
                </c:pt>
                <c:pt idx="714">
                  <c:v>147.28753866954099</c:v>
                </c:pt>
                <c:pt idx="715">
                  <c:v>147.29483249205299</c:v>
                </c:pt>
                <c:pt idx="716">
                  <c:v>147.30212631456499</c:v>
                </c:pt>
                <c:pt idx="717">
                  <c:v>147.30942013707599</c:v>
                </c:pt>
                <c:pt idx="718">
                  <c:v>147.31671395958799</c:v>
                </c:pt>
                <c:pt idx="719">
                  <c:v>147.32400778209899</c:v>
                </c:pt>
                <c:pt idx="720">
                  <c:v>147.33130160461101</c:v>
                </c:pt>
                <c:pt idx="721">
                  <c:v>147.337602352229</c:v>
                </c:pt>
                <c:pt idx="722">
                  <c:v>147.34390309984801</c:v>
                </c:pt>
                <c:pt idx="723">
                  <c:v>147.35020384746699</c:v>
                </c:pt>
                <c:pt idx="724">
                  <c:v>147.356504595085</c:v>
                </c:pt>
                <c:pt idx="725">
                  <c:v>147.36280534270401</c:v>
                </c:pt>
                <c:pt idx="726">
                  <c:v>147.36910609032199</c:v>
                </c:pt>
                <c:pt idx="727">
                  <c:v>147.375406837941</c:v>
                </c:pt>
                <c:pt idx="728">
                  <c:v>147.38170758555901</c:v>
                </c:pt>
                <c:pt idx="729">
                  <c:v>147.38800833317799</c:v>
                </c:pt>
                <c:pt idx="730">
                  <c:v>147.39430908079601</c:v>
                </c:pt>
                <c:pt idx="731">
                  <c:v>147.40060982841501</c:v>
                </c:pt>
                <c:pt idx="732">
                  <c:v>147.406910576033</c:v>
                </c:pt>
                <c:pt idx="733">
                  <c:v>147.41321132365201</c:v>
                </c:pt>
                <c:pt idx="734">
                  <c:v>147.41951207126999</c:v>
                </c:pt>
                <c:pt idx="735">
                  <c:v>147.425812818889</c:v>
                </c:pt>
                <c:pt idx="736">
                  <c:v>147.43211356650801</c:v>
                </c:pt>
                <c:pt idx="737">
                  <c:v>147.43841431412599</c:v>
                </c:pt>
                <c:pt idx="738">
                  <c:v>147.444715061745</c:v>
                </c:pt>
                <c:pt idx="739">
                  <c:v>147.45101580936301</c:v>
                </c:pt>
                <c:pt idx="740">
                  <c:v>147.45731655698199</c:v>
                </c:pt>
                <c:pt idx="741">
                  <c:v>147.46361730460001</c:v>
                </c:pt>
                <c:pt idx="742">
                  <c:v>147.46991805221899</c:v>
                </c:pt>
                <c:pt idx="743">
                  <c:v>147.476218799837</c:v>
                </c:pt>
                <c:pt idx="744">
                  <c:v>147.48251954745601</c:v>
                </c:pt>
                <c:pt idx="745">
                  <c:v>147.48882029507399</c:v>
                </c:pt>
                <c:pt idx="746">
                  <c:v>147.495121042693</c:v>
                </c:pt>
                <c:pt idx="747">
                  <c:v>147.50142179031101</c:v>
                </c:pt>
                <c:pt idx="748">
                  <c:v>147.50772253792999</c:v>
                </c:pt>
                <c:pt idx="749">
                  <c:v>147.51402328554801</c:v>
                </c:pt>
                <c:pt idx="750">
                  <c:v>147.52032403316699</c:v>
                </c:pt>
                <c:pt idx="751">
                  <c:v>147.525787482346</c:v>
                </c:pt>
                <c:pt idx="752">
                  <c:v>147.53125093152599</c:v>
                </c:pt>
                <c:pt idx="753">
                  <c:v>147.53671438070501</c:v>
                </c:pt>
                <c:pt idx="754">
                  <c:v>147.542177829884</c:v>
                </c:pt>
                <c:pt idx="755">
                  <c:v>147.54764127906401</c:v>
                </c:pt>
                <c:pt idx="756">
                  <c:v>147.553104728243</c:v>
                </c:pt>
                <c:pt idx="757">
                  <c:v>147.55856817742199</c:v>
                </c:pt>
                <c:pt idx="758">
                  <c:v>147.564031626602</c:v>
                </c:pt>
                <c:pt idx="759">
                  <c:v>147.56949507578099</c:v>
                </c:pt>
                <c:pt idx="760">
                  <c:v>147.57495852496001</c:v>
                </c:pt>
                <c:pt idx="761">
                  <c:v>147.58042197413999</c:v>
                </c:pt>
                <c:pt idx="762">
                  <c:v>147.58588542331901</c:v>
                </c:pt>
                <c:pt idx="763">
                  <c:v>147.591348872499</c:v>
                </c:pt>
                <c:pt idx="764">
                  <c:v>147.59681232167799</c:v>
                </c:pt>
                <c:pt idx="765">
                  <c:v>147.60227577085701</c:v>
                </c:pt>
                <c:pt idx="766">
                  <c:v>147.60773922003699</c:v>
                </c:pt>
                <c:pt idx="767">
                  <c:v>147.61320266921601</c:v>
                </c:pt>
                <c:pt idx="768">
                  <c:v>147.618666118395</c:v>
                </c:pt>
                <c:pt idx="769">
                  <c:v>147.62412956757501</c:v>
                </c:pt>
                <c:pt idx="770">
                  <c:v>147.629593016754</c:v>
                </c:pt>
                <c:pt idx="771">
                  <c:v>147.63505646593299</c:v>
                </c:pt>
                <c:pt idx="772">
                  <c:v>147.640519915113</c:v>
                </c:pt>
                <c:pt idx="773">
                  <c:v>147.64598336429199</c:v>
                </c:pt>
                <c:pt idx="774">
                  <c:v>147.65144681347101</c:v>
                </c:pt>
                <c:pt idx="775">
                  <c:v>147.656910262651</c:v>
                </c:pt>
                <c:pt idx="776">
                  <c:v>147.66237371183001</c:v>
                </c:pt>
                <c:pt idx="777">
                  <c:v>147.667837161009</c:v>
                </c:pt>
                <c:pt idx="778">
                  <c:v>147.67330061018899</c:v>
                </c:pt>
                <c:pt idx="779">
                  <c:v>147.67876405936801</c:v>
                </c:pt>
                <c:pt idx="780">
                  <c:v>147.684227508547</c:v>
                </c:pt>
                <c:pt idx="781">
                  <c:v>147.68898381461401</c:v>
                </c:pt>
                <c:pt idx="782">
                  <c:v>147.69374012068101</c:v>
                </c:pt>
                <c:pt idx="783">
                  <c:v>147.698496426747</c:v>
                </c:pt>
                <c:pt idx="784">
                  <c:v>147.70325273281401</c:v>
                </c:pt>
                <c:pt idx="785">
                  <c:v>147.70800903888099</c:v>
                </c:pt>
                <c:pt idx="786">
                  <c:v>147.712765344947</c:v>
                </c:pt>
                <c:pt idx="787">
                  <c:v>147.71752165101401</c:v>
                </c:pt>
                <c:pt idx="788">
                  <c:v>147.72227795708099</c:v>
                </c:pt>
                <c:pt idx="789">
                  <c:v>147.727034263147</c:v>
                </c:pt>
                <c:pt idx="790">
                  <c:v>147.73179056921401</c:v>
                </c:pt>
                <c:pt idx="791">
                  <c:v>147.73654687528</c:v>
                </c:pt>
                <c:pt idx="792">
                  <c:v>147.74130318134701</c:v>
                </c:pt>
                <c:pt idx="793">
                  <c:v>147.74605948741399</c:v>
                </c:pt>
                <c:pt idx="794">
                  <c:v>147.75081579348</c:v>
                </c:pt>
                <c:pt idx="795">
                  <c:v>147.75557209954701</c:v>
                </c:pt>
                <c:pt idx="796">
                  <c:v>147.76032840561399</c:v>
                </c:pt>
                <c:pt idx="797">
                  <c:v>147.76508471168</c:v>
                </c:pt>
                <c:pt idx="798">
                  <c:v>147.76984101774701</c:v>
                </c:pt>
                <c:pt idx="799">
                  <c:v>147.774597323813</c:v>
                </c:pt>
                <c:pt idx="800">
                  <c:v>147.77935362988001</c:v>
                </c:pt>
                <c:pt idx="801">
                  <c:v>147.78410993594699</c:v>
                </c:pt>
                <c:pt idx="802">
                  <c:v>147.788866242013</c:v>
                </c:pt>
                <c:pt idx="803">
                  <c:v>147.79362254808001</c:v>
                </c:pt>
                <c:pt idx="804">
                  <c:v>147.79837885414699</c:v>
                </c:pt>
                <c:pt idx="805">
                  <c:v>147.803135160213</c:v>
                </c:pt>
                <c:pt idx="806">
                  <c:v>147.80789146628001</c:v>
                </c:pt>
                <c:pt idx="807">
                  <c:v>147.81264777234699</c:v>
                </c:pt>
                <c:pt idx="808">
                  <c:v>147.81740407841301</c:v>
                </c:pt>
                <c:pt idx="809">
                  <c:v>147.82216038447999</c:v>
                </c:pt>
                <c:pt idx="810">
                  <c:v>147.826916690546</c:v>
                </c:pt>
                <c:pt idx="811">
                  <c:v>147.83107397465801</c:v>
                </c:pt>
                <c:pt idx="812">
                  <c:v>147.835231258769</c:v>
                </c:pt>
                <c:pt idx="813">
                  <c:v>147.83938854287999</c:v>
                </c:pt>
                <c:pt idx="814">
                  <c:v>147.843545826991</c:v>
                </c:pt>
                <c:pt idx="815">
                  <c:v>147.84770311110199</c:v>
                </c:pt>
                <c:pt idx="816">
                  <c:v>147.85186039521301</c:v>
                </c:pt>
                <c:pt idx="817">
                  <c:v>147.856017679324</c:v>
                </c:pt>
                <c:pt idx="818">
                  <c:v>147.86017496343499</c:v>
                </c:pt>
                <c:pt idx="819">
                  <c:v>147.864332247546</c:v>
                </c:pt>
                <c:pt idx="820">
                  <c:v>147.86848953165699</c:v>
                </c:pt>
                <c:pt idx="821">
                  <c:v>147.87264681576801</c:v>
                </c:pt>
                <c:pt idx="822">
                  <c:v>147.876804099879</c:v>
                </c:pt>
                <c:pt idx="823">
                  <c:v>147.88096138399001</c:v>
                </c:pt>
                <c:pt idx="824">
                  <c:v>147.885118668101</c:v>
                </c:pt>
                <c:pt idx="825">
                  <c:v>147.88927595221199</c:v>
                </c:pt>
                <c:pt idx="826">
                  <c:v>147.89343323632301</c:v>
                </c:pt>
                <c:pt idx="827">
                  <c:v>147.89759052043399</c:v>
                </c:pt>
                <c:pt idx="828">
                  <c:v>147.90174780454501</c:v>
                </c:pt>
                <c:pt idx="829">
                  <c:v>147.905905088656</c:v>
                </c:pt>
                <c:pt idx="830">
                  <c:v>147.91006237276699</c:v>
                </c:pt>
                <c:pt idx="831">
                  <c:v>147.914219656878</c:v>
                </c:pt>
                <c:pt idx="832">
                  <c:v>147.91837694098899</c:v>
                </c:pt>
                <c:pt idx="833">
                  <c:v>147.92253422510001</c:v>
                </c:pt>
                <c:pt idx="834">
                  <c:v>147.926691509211</c:v>
                </c:pt>
                <c:pt idx="835">
                  <c:v>147.93084879332201</c:v>
                </c:pt>
                <c:pt idx="836">
                  <c:v>147.935006077433</c:v>
                </c:pt>
                <c:pt idx="837">
                  <c:v>147.93916336154399</c:v>
                </c:pt>
                <c:pt idx="838">
                  <c:v>147.94332064565501</c:v>
                </c:pt>
                <c:pt idx="839">
                  <c:v>147.94747792976599</c:v>
                </c:pt>
                <c:pt idx="840">
                  <c:v>147.95163521387701</c:v>
                </c:pt>
                <c:pt idx="841">
                  <c:v>147.95528212513301</c:v>
                </c:pt>
                <c:pt idx="842">
                  <c:v>147.95892903638901</c:v>
                </c:pt>
                <c:pt idx="843">
                  <c:v>147.96257594764501</c:v>
                </c:pt>
                <c:pt idx="844">
                  <c:v>147.96622285890101</c:v>
                </c:pt>
                <c:pt idx="845">
                  <c:v>147.969869770157</c:v>
                </c:pt>
                <c:pt idx="846">
                  <c:v>147.97351668141201</c:v>
                </c:pt>
                <c:pt idx="847">
                  <c:v>147.97716359266801</c:v>
                </c:pt>
                <c:pt idx="848">
                  <c:v>147.980810503924</c:v>
                </c:pt>
                <c:pt idx="849">
                  <c:v>147.98445741518</c:v>
                </c:pt>
                <c:pt idx="850">
                  <c:v>147.988104326436</c:v>
                </c:pt>
                <c:pt idx="851">
                  <c:v>147.99175123769101</c:v>
                </c:pt>
                <c:pt idx="852">
                  <c:v>147.995398148947</c:v>
                </c:pt>
                <c:pt idx="853">
                  <c:v>147.999045060203</c:v>
                </c:pt>
                <c:pt idx="854">
                  <c:v>148.002691971459</c:v>
                </c:pt>
                <c:pt idx="855">
                  <c:v>148.006338882715</c:v>
                </c:pt>
                <c:pt idx="856">
                  <c:v>148.00998579397</c:v>
                </c:pt>
                <c:pt idx="857">
                  <c:v>148.013632705226</c:v>
                </c:pt>
                <c:pt idx="858">
                  <c:v>148.017279616482</c:v>
                </c:pt>
                <c:pt idx="859">
                  <c:v>148.020926527738</c:v>
                </c:pt>
                <c:pt idx="860">
                  <c:v>148.024573438993</c:v>
                </c:pt>
                <c:pt idx="861">
                  <c:v>148.028220350249</c:v>
                </c:pt>
                <c:pt idx="862">
                  <c:v>148.031867261505</c:v>
                </c:pt>
                <c:pt idx="863">
                  <c:v>148.035514172761</c:v>
                </c:pt>
                <c:pt idx="864">
                  <c:v>148.039161084017</c:v>
                </c:pt>
                <c:pt idx="865">
                  <c:v>148.042807995272</c:v>
                </c:pt>
                <c:pt idx="866">
                  <c:v>148.046454906528</c:v>
                </c:pt>
                <c:pt idx="867">
                  <c:v>148.050101817784</c:v>
                </c:pt>
                <c:pt idx="868">
                  <c:v>148.05374872904</c:v>
                </c:pt>
                <c:pt idx="869">
                  <c:v>148.05739564029599</c:v>
                </c:pt>
                <c:pt idx="870">
                  <c:v>148.061042551551</c:v>
                </c:pt>
                <c:pt idx="871">
                  <c:v>148.06425492848899</c:v>
                </c:pt>
                <c:pt idx="872">
                  <c:v>148.06746730542599</c:v>
                </c:pt>
                <c:pt idx="873">
                  <c:v>148.07067968236299</c:v>
                </c:pt>
                <c:pt idx="874">
                  <c:v>148.07389205929999</c:v>
                </c:pt>
                <c:pt idx="875">
                  <c:v>148.07710443623799</c:v>
                </c:pt>
                <c:pt idx="876">
                  <c:v>148.08031681317499</c:v>
                </c:pt>
                <c:pt idx="877">
                  <c:v>148.08352919011199</c:v>
                </c:pt>
                <c:pt idx="878">
                  <c:v>148.08674156704899</c:v>
                </c:pt>
                <c:pt idx="879">
                  <c:v>148.08995394398701</c:v>
                </c:pt>
                <c:pt idx="880">
                  <c:v>148.09316632092401</c:v>
                </c:pt>
                <c:pt idx="881">
                  <c:v>148.09637869786101</c:v>
                </c:pt>
                <c:pt idx="882">
                  <c:v>148.09959107479801</c:v>
                </c:pt>
                <c:pt idx="883">
                  <c:v>148.10280345173601</c:v>
                </c:pt>
                <c:pt idx="884">
                  <c:v>148.10601582867301</c:v>
                </c:pt>
                <c:pt idx="885">
                  <c:v>148.10922820561001</c:v>
                </c:pt>
                <c:pt idx="886">
                  <c:v>148.11244058254701</c:v>
                </c:pt>
                <c:pt idx="887">
                  <c:v>148.115652959485</c:v>
                </c:pt>
                <c:pt idx="888">
                  <c:v>148.118865336422</c:v>
                </c:pt>
                <c:pt idx="889">
                  <c:v>148.122077713359</c:v>
                </c:pt>
                <c:pt idx="890">
                  <c:v>148.12529009029601</c:v>
                </c:pt>
                <c:pt idx="891">
                  <c:v>148.128502467234</c:v>
                </c:pt>
                <c:pt idx="892">
                  <c:v>148.131714844171</c:v>
                </c:pt>
                <c:pt idx="893">
                  <c:v>148.134927221108</c:v>
                </c:pt>
                <c:pt idx="894">
                  <c:v>148.138139598045</c:v>
                </c:pt>
                <c:pt idx="895">
                  <c:v>148.141351974983</c:v>
                </c:pt>
                <c:pt idx="896">
                  <c:v>148.14456435192</c:v>
                </c:pt>
                <c:pt idx="897">
                  <c:v>148.147776728857</c:v>
                </c:pt>
                <c:pt idx="898">
                  <c:v>148.150989105794</c:v>
                </c:pt>
                <c:pt idx="899">
                  <c:v>148.15420148273199</c:v>
                </c:pt>
                <c:pt idx="900">
                  <c:v>148.15741385966899</c:v>
                </c:pt>
                <c:pt idx="901">
                  <c:v>148.16025370541601</c:v>
                </c:pt>
                <c:pt idx="902">
                  <c:v>148.16309355116201</c:v>
                </c:pt>
                <c:pt idx="903">
                  <c:v>148.165933396909</c:v>
                </c:pt>
                <c:pt idx="904">
                  <c:v>148.16877324265599</c:v>
                </c:pt>
                <c:pt idx="905">
                  <c:v>148.17161308840301</c:v>
                </c:pt>
                <c:pt idx="906">
                  <c:v>148.174452934149</c:v>
                </c:pt>
                <c:pt idx="907">
                  <c:v>148.17729277989599</c:v>
                </c:pt>
                <c:pt idx="908">
                  <c:v>148.18013262564301</c:v>
                </c:pt>
                <c:pt idx="909">
                  <c:v>148.18297247139</c:v>
                </c:pt>
                <c:pt idx="910">
                  <c:v>148.18581231713699</c:v>
                </c:pt>
                <c:pt idx="911">
                  <c:v>148.18865216288299</c:v>
                </c:pt>
                <c:pt idx="912">
                  <c:v>148.19149200863001</c:v>
                </c:pt>
                <c:pt idx="913">
                  <c:v>148.194331854377</c:v>
                </c:pt>
                <c:pt idx="914">
                  <c:v>148.19717170012399</c:v>
                </c:pt>
                <c:pt idx="915">
                  <c:v>148.20001154587001</c:v>
                </c:pt>
                <c:pt idx="916">
                  <c:v>148.202851391617</c:v>
                </c:pt>
                <c:pt idx="917">
                  <c:v>148.20569123736399</c:v>
                </c:pt>
                <c:pt idx="918">
                  <c:v>148.20853108311101</c:v>
                </c:pt>
                <c:pt idx="919">
                  <c:v>148.21137092885701</c:v>
                </c:pt>
                <c:pt idx="920">
                  <c:v>148.214210774604</c:v>
                </c:pt>
                <c:pt idx="921">
                  <c:v>148.21705062035099</c:v>
                </c:pt>
                <c:pt idx="922">
                  <c:v>148.21989046609801</c:v>
                </c:pt>
                <c:pt idx="923">
                  <c:v>148.222730311845</c:v>
                </c:pt>
                <c:pt idx="924">
                  <c:v>148.22557015759099</c:v>
                </c:pt>
                <c:pt idx="925">
                  <c:v>148.22841000333801</c:v>
                </c:pt>
                <c:pt idx="926">
                  <c:v>148.231249849085</c:v>
                </c:pt>
                <c:pt idx="927">
                  <c:v>148.23408969483199</c:v>
                </c:pt>
                <c:pt idx="928">
                  <c:v>148.23692954057799</c:v>
                </c:pt>
                <c:pt idx="929">
                  <c:v>148.23976938632501</c:v>
                </c:pt>
                <c:pt idx="930">
                  <c:v>148.242609232072</c:v>
                </c:pt>
                <c:pt idx="931">
                  <c:v>148.24512983857301</c:v>
                </c:pt>
                <c:pt idx="932">
                  <c:v>148.24765044507399</c:v>
                </c:pt>
                <c:pt idx="933">
                  <c:v>148.25017105157499</c:v>
                </c:pt>
                <c:pt idx="934">
                  <c:v>148.252691658076</c:v>
                </c:pt>
                <c:pt idx="935">
                  <c:v>148.25521226457701</c:v>
                </c:pt>
                <c:pt idx="936">
                  <c:v>148.25773287107799</c:v>
                </c:pt>
                <c:pt idx="937">
                  <c:v>148.260253477578</c:v>
                </c:pt>
                <c:pt idx="938">
                  <c:v>148.26277408407901</c:v>
                </c:pt>
                <c:pt idx="939">
                  <c:v>148.26529469057999</c:v>
                </c:pt>
                <c:pt idx="940">
                  <c:v>148.267815297081</c:v>
                </c:pt>
                <c:pt idx="941">
                  <c:v>148.27033590358201</c:v>
                </c:pt>
                <c:pt idx="942">
                  <c:v>148.27285651008299</c:v>
                </c:pt>
                <c:pt idx="943">
                  <c:v>148.275377116584</c:v>
                </c:pt>
                <c:pt idx="944">
                  <c:v>148.277897723085</c:v>
                </c:pt>
                <c:pt idx="945">
                  <c:v>148.28041832958601</c:v>
                </c:pt>
                <c:pt idx="946">
                  <c:v>148.28293893608699</c:v>
                </c:pt>
                <c:pt idx="947">
                  <c:v>148.285459542588</c:v>
                </c:pt>
                <c:pt idx="948">
                  <c:v>148.28798014908901</c:v>
                </c:pt>
                <c:pt idx="949">
                  <c:v>148.29050075558999</c:v>
                </c:pt>
                <c:pt idx="950">
                  <c:v>148.293021362091</c:v>
                </c:pt>
                <c:pt idx="951">
                  <c:v>148.295541968592</c:v>
                </c:pt>
                <c:pt idx="952">
                  <c:v>148.29806257509199</c:v>
                </c:pt>
                <c:pt idx="953">
                  <c:v>148.300583181593</c:v>
                </c:pt>
                <c:pt idx="954">
                  <c:v>148.30310378809401</c:v>
                </c:pt>
                <c:pt idx="955">
                  <c:v>148.30562439459499</c:v>
                </c:pt>
                <c:pt idx="956">
                  <c:v>148.30814500109599</c:v>
                </c:pt>
                <c:pt idx="957">
                  <c:v>148.310665607597</c:v>
                </c:pt>
                <c:pt idx="958">
                  <c:v>148.31318621409801</c:v>
                </c:pt>
                <c:pt idx="959">
                  <c:v>148.31570682059899</c:v>
                </c:pt>
                <c:pt idx="960">
                  <c:v>148.3182274271</c:v>
                </c:pt>
                <c:pt idx="961">
                  <c:v>148.320472862694</c:v>
                </c:pt>
                <c:pt idx="962">
                  <c:v>148.32271829828801</c:v>
                </c:pt>
                <c:pt idx="963">
                  <c:v>148.32496373388199</c:v>
                </c:pt>
                <c:pt idx="964">
                  <c:v>148.32720916947599</c:v>
                </c:pt>
                <c:pt idx="965">
                  <c:v>148.32945460507</c:v>
                </c:pt>
                <c:pt idx="966">
                  <c:v>148.331700040664</c:v>
                </c:pt>
                <c:pt idx="967">
                  <c:v>148.33394547625801</c:v>
                </c:pt>
                <c:pt idx="968">
                  <c:v>148.33619091185199</c:v>
                </c:pt>
                <c:pt idx="969">
                  <c:v>148.33843634744599</c:v>
                </c:pt>
                <c:pt idx="970">
                  <c:v>148.34068178304099</c:v>
                </c:pt>
                <c:pt idx="971">
                  <c:v>148.342927218635</c:v>
                </c:pt>
                <c:pt idx="972">
                  <c:v>148.345172654229</c:v>
                </c:pt>
                <c:pt idx="973">
                  <c:v>148.34741808982301</c:v>
                </c:pt>
                <c:pt idx="974">
                  <c:v>148.34966352541699</c:v>
                </c:pt>
                <c:pt idx="975">
                  <c:v>148.35190896101099</c:v>
                </c:pt>
                <c:pt idx="976">
                  <c:v>148.354154396605</c:v>
                </c:pt>
                <c:pt idx="977">
                  <c:v>148.356399832199</c:v>
                </c:pt>
                <c:pt idx="978">
                  <c:v>148.35864526779301</c:v>
                </c:pt>
                <c:pt idx="979">
                  <c:v>148.36089070338701</c:v>
                </c:pt>
                <c:pt idx="980">
                  <c:v>148.36313613898099</c:v>
                </c:pt>
                <c:pt idx="981">
                  <c:v>148.365381574575</c:v>
                </c:pt>
                <c:pt idx="982">
                  <c:v>148.367627010169</c:v>
                </c:pt>
                <c:pt idx="983">
                  <c:v>148.36987244576301</c:v>
                </c:pt>
                <c:pt idx="984">
                  <c:v>148.37211788135701</c:v>
                </c:pt>
                <c:pt idx="985">
                  <c:v>148.37436331695099</c:v>
                </c:pt>
                <c:pt idx="986">
                  <c:v>148.376608752545</c:v>
                </c:pt>
                <c:pt idx="987">
                  <c:v>148.378854188139</c:v>
                </c:pt>
                <c:pt idx="988">
                  <c:v>148.381099623734</c:v>
                </c:pt>
                <c:pt idx="989">
                  <c:v>148.38334505932801</c:v>
                </c:pt>
                <c:pt idx="990">
                  <c:v>148.38559049492201</c:v>
                </c:pt>
                <c:pt idx="991">
                  <c:v>148.38759765403199</c:v>
                </c:pt>
                <c:pt idx="992">
                  <c:v>148.38960481314299</c:v>
                </c:pt>
                <c:pt idx="993">
                  <c:v>148.391611972253</c:v>
                </c:pt>
                <c:pt idx="994">
                  <c:v>148.39361913136301</c:v>
                </c:pt>
                <c:pt idx="995">
                  <c:v>148.39562629047401</c:v>
                </c:pt>
                <c:pt idx="996">
                  <c:v>148.39763344958399</c:v>
                </c:pt>
                <c:pt idx="997">
                  <c:v>148.39964060869499</c:v>
                </c:pt>
                <c:pt idx="998">
                  <c:v>148.401647767805</c:v>
                </c:pt>
                <c:pt idx="999">
                  <c:v>148.403654926916</c:v>
                </c:pt>
                <c:pt idx="1000">
                  <c:v>148.40566208602601</c:v>
                </c:pt>
                <c:pt idx="1001">
                  <c:v>148.40766924513599</c:v>
                </c:pt>
                <c:pt idx="1002">
                  <c:v>148.40967640424699</c:v>
                </c:pt>
                <c:pt idx="1003">
                  <c:v>148.411683563357</c:v>
                </c:pt>
                <c:pt idx="1004">
                  <c:v>148.413690722468</c:v>
                </c:pt>
                <c:pt idx="1005">
                  <c:v>148.41569788157801</c:v>
                </c:pt>
                <c:pt idx="1006">
                  <c:v>148.41770504068899</c:v>
                </c:pt>
                <c:pt idx="1007">
                  <c:v>148.41971219979899</c:v>
                </c:pt>
                <c:pt idx="1008">
                  <c:v>148.42171935891</c:v>
                </c:pt>
                <c:pt idx="1009">
                  <c:v>148.42372651802</c:v>
                </c:pt>
                <c:pt idx="1010">
                  <c:v>148.42573367713001</c:v>
                </c:pt>
                <c:pt idx="1011">
                  <c:v>148.42774083624099</c:v>
                </c:pt>
                <c:pt idx="1012">
                  <c:v>148.42974799535099</c:v>
                </c:pt>
                <c:pt idx="1013">
                  <c:v>148.431755154462</c:v>
                </c:pt>
                <c:pt idx="1014">
                  <c:v>148.433762313572</c:v>
                </c:pt>
                <c:pt idx="1015">
                  <c:v>148.43576947268301</c:v>
                </c:pt>
                <c:pt idx="1016">
                  <c:v>148.43777663179301</c:v>
                </c:pt>
                <c:pt idx="1017">
                  <c:v>148.43978379090399</c:v>
                </c:pt>
                <c:pt idx="1018">
                  <c:v>148.441790950014</c:v>
                </c:pt>
                <c:pt idx="1019">
                  <c:v>148.443798109124</c:v>
                </c:pt>
                <c:pt idx="1020">
                  <c:v>148.44580526823501</c:v>
                </c:pt>
                <c:pt idx="1021">
                  <c:v>148.447605408637</c:v>
                </c:pt>
                <c:pt idx="1022">
                  <c:v>148.449405549039</c:v>
                </c:pt>
                <c:pt idx="1023">
                  <c:v>148.451205689441</c:v>
                </c:pt>
                <c:pt idx="1024">
                  <c:v>148.45300582984299</c:v>
                </c:pt>
                <c:pt idx="1025">
                  <c:v>148.45480597024499</c:v>
                </c:pt>
                <c:pt idx="1026">
                  <c:v>148.45660611064699</c:v>
                </c:pt>
                <c:pt idx="1027">
                  <c:v>148.45840625104901</c:v>
                </c:pt>
                <c:pt idx="1028">
                  <c:v>148.46020639145101</c:v>
                </c:pt>
                <c:pt idx="1029">
                  <c:v>148.46200653185301</c:v>
                </c:pt>
                <c:pt idx="1030">
                  <c:v>148.463806672255</c:v>
                </c:pt>
                <c:pt idx="1031">
                  <c:v>148.465606812657</c:v>
                </c:pt>
                <c:pt idx="1032">
                  <c:v>148.46740695305999</c:v>
                </c:pt>
                <c:pt idx="1033">
                  <c:v>148.46920709346199</c:v>
                </c:pt>
                <c:pt idx="1034">
                  <c:v>148.47100723386399</c:v>
                </c:pt>
                <c:pt idx="1035">
                  <c:v>148.47280737426601</c:v>
                </c:pt>
                <c:pt idx="1036">
                  <c:v>148.47460751466801</c:v>
                </c:pt>
                <c:pt idx="1037">
                  <c:v>148.47640765507001</c:v>
                </c:pt>
                <c:pt idx="1038">
                  <c:v>148.478207795472</c:v>
                </c:pt>
                <c:pt idx="1039">
                  <c:v>148.480007935874</c:v>
                </c:pt>
                <c:pt idx="1040">
                  <c:v>148.481808076276</c:v>
                </c:pt>
                <c:pt idx="1041">
                  <c:v>148.48360821667799</c:v>
                </c:pt>
                <c:pt idx="1042">
                  <c:v>148.48540835707999</c:v>
                </c:pt>
                <c:pt idx="1043">
                  <c:v>148.48720849748199</c:v>
                </c:pt>
                <c:pt idx="1044">
                  <c:v>148.48900863788401</c:v>
                </c:pt>
                <c:pt idx="1045">
                  <c:v>148.49080877828601</c:v>
                </c:pt>
                <c:pt idx="1046">
                  <c:v>148.49260891868801</c:v>
                </c:pt>
                <c:pt idx="1047">
                  <c:v>148.49440905909</c:v>
                </c:pt>
                <c:pt idx="1048">
                  <c:v>148.49620919949299</c:v>
                </c:pt>
                <c:pt idx="1049">
                  <c:v>148.49800933989499</c:v>
                </c:pt>
                <c:pt idx="1050">
                  <c:v>148.49980948029699</c:v>
                </c:pt>
                <c:pt idx="1051">
                  <c:v>148.50142976038501</c:v>
                </c:pt>
                <c:pt idx="1052">
                  <c:v>148.50305004047399</c:v>
                </c:pt>
                <c:pt idx="1053">
                  <c:v>148.50467032056301</c:v>
                </c:pt>
                <c:pt idx="1054">
                  <c:v>148.506290600651</c:v>
                </c:pt>
                <c:pt idx="1055">
                  <c:v>148.50791088074001</c:v>
                </c:pt>
                <c:pt idx="1056">
                  <c:v>148.509531160829</c:v>
                </c:pt>
                <c:pt idx="1057">
                  <c:v>148.51115144091699</c:v>
                </c:pt>
                <c:pt idx="1058">
                  <c:v>148.512771721006</c:v>
                </c:pt>
                <c:pt idx="1059">
                  <c:v>148.514392001094</c:v>
                </c:pt>
                <c:pt idx="1060">
                  <c:v>148.51601228118301</c:v>
                </c:pt>
                <c:pt idx="1061">
                  <c:v>148.51763256127199</c:v>
                </c:pt>
                <c:pt idx="1062">
                  <c:v>148.51925284135999</c:v>
                </c:pt>
                <c:pt idx="1063">
                  <c:v>148.520873121449</c:v>
                </c:pt>
                <c:pt idx="1064">
                  <c:v>148.52249340153799</c:v>
                </c:pt>
                <c:pt idx="1065">
                  <c:v>148.52411368162601</c:v>
                </c:pt>
                <c:pt idx="1066">
                  <c:v>148.52573396171499</c:v>
                </c:pt>
                <c:pt idx="1067">
                  <c:v>148.52735424180401</c:v>
                </c:pt>
                <c:pt idx="1068">
                  <c:v>148.528974521892</c:v>
                </c:pt>
                <c:pt idx="1069">
                  <c:v>148.53059480198101</c:v>
                </c:pt>
                <c:pt idx="1070">
                  <c:v>148.53221508207</c:v>
                </c:pt>
                <c:pt idx="1071">
                  <c:v>148.53383536215799</c:v>
                </c:pt>
                <c:pt idx="1072">
                  <c:v>148.535455642247</c:v>
                </c:pt>
                <c:pt idx="1073">
                  <c:v>148.53707592233599</c:v>
                </c:pt>
                <c:pt idx="1074">
                  <c:v>148.53869620242401</c:v>
                </c:pt>
                <c:pt idx="1075">
                  <c:v>148.54031648251299</c:v>
                </c:pt>
                <c:pt idx="1076">
                  <c:v>148.54193676260101</c:v>
                </c:pt>
                <c:pt idx="1077">
                  <c:v>148.54355704269</c:v>
                </c:pt>
                <c:pt idx="1078">
                  <c:v>148.54517732277901</c:v>
                </c:pt>
                <c:pt idx="1079">
                  <c:v>148.546797602867</c:v>
                </c:pt>
                <c:pt idx="1080">
                  <c:v>148.54841788295599</c:v>
                </c:pt>
                <c:pt idx="1081">
                  <c:v>148.549880336901</c:v>
                </c:pt>
                <c:pt idx="1082">
                  <c:v>148.55134279084501</c:v>
                </c:pt>
                <c:pt idx="1083">
                  <c:v>148.55280524478999</c:v>
                </c:pt>
                <c:pt idx="1084">
                  <c:v>148.554267698735</c:v>
                </c:pt>
                <c:pt idx="1085">
                  <c:v>148.55573015267899</c:v>
                </c:pt>
                <c:pt idx="1086">
                  <c:v>148.557192606624</c:v>
                </c:pt>
                <c:pt idx="1087">
                  <c:v>148.55865506056799</c:v>
                </c:pt>
                <c:pt idx="1088">
                  <c:v>148.560117514513</c:v>
                </c:pt>
                <c:pt idx="1089">
                  <c:v>148.56157996845801</c:v>
                </c:pt>
                <c:pt idx="1090">
                  <c:v>148.56304242240199</c:v>
                </c:pt>
                <c:pt idx="1091">
                  <c:v>148.564504876347</c:v>
                </c:pt>
                <c:pt idx="1092">
                  <c:v>148.56596733029201</c:v>
                </c:pt>
                <c:pt idx="1093">
                  <c:v>148.567429784236</c:v>
                </c:pt>
                <c:pt idx="1094">
                  <c:v>148.56889223818101</c:v>
                </c:pt>
                <c:pt idx="1095">
                  <c:v>148.57035469212599</c:v>
                </c:pt>
                <c:pt idx="1096">
                  <c:v>148.57181714607</c:v>
                </c:pt>
                <c:pt idx="1097">
                  <c:v>148.57327960001501</c:v>
                </c:pt>
                <c:pt idx="1098">
                  <c:v>148.574742053959</c:v>
                </c:pt>
                <c:pt idx="1099">
                  <c:v>148.57620450790401</c:v>
                </c:pt>
                <c:pt idx="1100">
                  <c:v>148.57766696184899</c:v>
                </c:pt>
                <c:pt idx="1101">
                  <c:v>148.57912941579301</c:v>
                </c:pt>
                <c:pt idx="1102">
                  <c:v>148.58059186973799</c:v>
                </c:pt>
                <c:pt idx="1103">
                  <c:v>148.582054323683</c:v>
                </c:pt>
                <c:pt idx="1104">
                  <c:v>148.58351677762701</c:v>
                </c:pt>
                <c:pt idx="1105">
                  <c:v>148.58497923157199</c:v>
                </c:pt>
                <c:pt idx="1106">
                  <c:v>148.586441685517</c:v>
                </c:pt>
                <c:pt idx="1107">
                  <c:v>148.58790413946099</c:v>
                </c:pt>
                <c:pt idx="1108">
                  <c:v>148.589366593406</c:v>
                </c:pt>
                <c:pt idx="1109">
                  <c:v>148.59082904735001</c:v>
                </c:pt>
                <c:pt idx="1110">
                  <c:v>148.59229150129499</c:v>
                </c:pt>
                <c:pt idx="1111">
                  <c:v>148.593616113575</c:v>
                </c:pt>
                <c:pt idx="1112">
                  <c:v>148.594940725855</c:v>
                </c:pt>
                <c:pt idx="1113">
                  <c:v>148.596265338135</c:v>
                </c:pt>
                <c:pt idx="1114">
                  <c:v>148.597589950415</c:v>
                </c:pt>
                <c:pt idx="1115">
                  <c:v>148.598914562695</c:v>
                </c:pt>
                <c:pt idx="1116">
                  <c:v>148.600239174975</c:v>
                </c:pt>
                <c:pt idx="1117">
                  <c:v>148.601563787255</c:v>
                </c:pt>
                <c:pt idx="1118">
                  <c:v>148.602888399535</c:v>
                </c:pt>
                <c:pt idx="1119">
                  <c:v>148.60421301181401</c:v>
                </c:pt>
                <c:pt idx="1120">
                  <c:v>148.60553762409401</c:v>
                </c:pt>
                <c:pt idx="1121">
                  <c:v>148.60686223637401</c:v>
                </c:pt>
                <c:pt idx="1122">
                  <c:v>148.60818684865399</c:v>
                </c:pt>
                <c:pt idx="1123">
                  <c:v>148.60951146093399</c:v>
                </c:pt>
                <c:pt idx="1124">
                  <c:v>148.61083607321399</c:v>
                </c:pt>
                <c:pt idx="1125">
                  <c:v>148.61216068549399</c:v>
                </c:pt>
                <c:pt idx="1126">
                  <c:v>148.61348529777399</c:v>
                </c:pt>
                <c:pt idx="1127">
                  <c:v>148.61480991005399</c:v>
                </c:pt>
                <c:pt idx="1128">
                  <c:v>148.61613452233399</c:v>
                </c:pt>
                <c:pt idx="1129">
                  <c:v>148.61745913461399</c:v>
                </c:pt>
                <c:pt idx="1130">
                  <c:v>148.618783746894</c:v>
                </c:pt>
                <c:pt idx="1131">
                  <c:v>148.620108359174</c:v>
                </c:pt>
                <c:pt idx="1132">
                  <c:v>148.621432971454</c:v>
                </c:pt>
                <c:pt idx="1133">
                  <c:v>148.622757583734</c:v>
                </c:pt>
                <c:pt idx="1134">
                  <c:v>148.624082196014</c:v>
                </c:pt>
                <c:pt idx="1135">
                  <c:v>148.625406808294</c:v>
                </c:pt>
                <c:pt idx="1136">
                  <c:v>148.62673142057301</c:v>
                </c:pt>
                <c:pt idx="1137">
                  <c:v>148.62805603285301</c:v>
                </c:pt>
                <c:pt idx="1138">
                  <c:v>148.62938064513301</c:v>
                </c:pt>
                <c:pt idx="1139">
                  <c:v>148.63070525741301</c:v>
                </c:pt>
                <c:pt idx="1140">
                  <c:v>148.63202986969301</c:v>
                </c:pt>
                <c:pt idx="1141">
                  <c:v>148.63323303783</c:v>
                </c:pt>
                <c:pt idx="1142">
                  <c:v>148.63443620596701</c:v>
                </c:pt>
                <c:pt idx="1143">
                  <c:v>148.63563937410299</c:v>
                </c:pt>
                <c:pt idx="1144">
                  <c:v>148.63684254224</c:v>
                </c:pt>
                <c:pt idx="1145">
                  <c:v>148.63804571037701</c:v>
                </c:pt>
                <c:pt idx="1146">
                  <c:v>148.639248878513</c:v>
                </c:pt>
                <c:pt idx="1147">
                  <c:v>148.64045204665001</c:v>
                </c:pt>
                <c:pt idx="1148">
                  <c:v>148.64165521478699</c:v>
                </c:pt>
                <c:pt idx="1149">
                  <c:v>148.64285838292301</c:v>
                </c:pt>
                <c:pt idx="1150">
                  <c:v>148.64406155105999</c:v>
                </c:pt>
                <c:pt idx="1151">
                  <c:v>148.645264719197</c:v>
                </c:pt>
                <c:pt idx="1152">
                  <c:v>148.64646788733299</c:v>
                </c:pt>
                <c:pt idx="1153">
                  <c:v>148.64767105547</c:v>
                </c:pt>
                <c:pt idx="1154">
                  <c:v>148.64887422360701</c:v>
                </c:pt>
                <c:pt idx="1155">
                  <c:v>148.650077391743</c:v>
                </c:pt>
                <c:pt idx="1156">
                  <c:v>148.65128055988001</c:v>
                </c:pt>
                <c:pt idx="1157">
                  <c:v>148.65248372801699</c:v>
                </c:pt>
                <c:pt idx="1158">
                  <c:v>148.653686896153</c:v>
                </c:pt>
                <c:pt idx="1159">
                  <c:v>148.65489006428999</c:v>
                </c:pt>
                <c:pt idx="1160">
                  <c:v>148.656093232427</c:v>
                </c:pt>
                <c:pt idx="1161">
                  <c:v>148.65729640056301</c:v>
                </c:pt>
                <c:pt idx="1162">
                  <c:v>148.65849956869999</c:v>
                </c:pt>
                <c:pt idx="1163">
                  <c:v>148.659702736837</c:v>
                </c:pt>
                <c:pt idx="1164">
                  <c:v>148.66090590497299</c:v>
                </c:pt>
                <c:pt idx="1165">
                  <c:v>148.66210907311</c:v>
                </c:pt>
                <c:pt idx="1166">
                  <c:v>148.66331224124701</c:v>
                </c:pt>
                <c:pt idx="1167">
                  <c:v>148.664515409383</c:v>
                </c:pt>
                <c:pt idx="1168">
                  <c:v>148.66571857752001</c:v>
                </c:pt>
                <c:pt idx="1169">
                  <c:v>148.66692174565699</c:v>
                </c:pt>
                <c:pt idx="1170">
                  <c:v>148.66812491379301</c:v>
                </c:pt>
                <c:pt idx="1171">
                  <c:v>148.66921996077301</c:v>
                </c:pt>
                <c:pt idx="1172">
                  <c:v>148.67031500775201</c:v>
                </c:pt>
                <c:pt idx="1173">
                  <c:v>148.67141005473201</c:v>
                </c:pt>
                <c:pt idx="1174">
                  <c:v>148.67250510171101</c:v>
                </c:pt>
                <c:pt idx="1175">
                  <c:v>148.67360014869101</c:v>
                </c:pt>
                <c:pt idx="1176">
                  <c:v>148.67469519567101</c:v>
                </c:pt>
                <c:pt idx="1177">
                  <c:v>148.67579024265001</c:v>
                </c:pt>
                <c:pt idx="1178">
                  <c:v>148.67688528963001</c:v>
                </c:pt>
                <c:pt idx="1179">
                  <c:v>148.67798033660901</c:v>
                </c:pt>
                <c:pt idx="1180">
                  <c:v>148.67907538358901</c:v>
                </c:pt>
                <c:pt idx="1181">
                  <c:v>148.68017043056801</c:v>
                </c:pt>
                <c:pt idx="1182">
                  <c:v>148.68126547754801</c:v>
                </c:pt>
                <c:pt idx="1183">
                  <c:v>148.68236052452701</c:v>
                </c:pt>
                <c:pt idx="1184">
                  <c:v>148.68345557150701</c:v>
                </c:pt>
                <c:pt idx="1185">
                  <c:v>148.68455061848701</c:v>
                </c:pt>
                <c:pt idx="1186">
                  <c:v>148.68564566546601</c:v>
                </c:pt>
                <c:pt idx="1187">
                  <c:v>148.68674071244601</c:v>
                </c:pt>
                <c:pt idx="1188">
                  <c:v>148.68783575942501</c:v>
                </c:pt>
                <c:pt idx="1189">
                  <c:v>148.68893080640501</c:v>
                </c:pt>
                <c:pt idx="1190">
                  <c:v>148.69002585338399</c:v>
                </c:pt>
                <c:pt idx="1191">
                  <c:v>148.69112090036401</c:v>
                </c:pt>
                <c:pt idx="1192">
                  <c:v>148.69221594734299</c:v>
                </c:pt>
                <c:pt idx="1193">
                  <c:v>148.69331099432301</c:v>
                </c:pt>
                <c:pt idx="1194">
                  <c:v>148.69440604130301</c:v>
                </c:pt>
                <c:pt idx="1195">
                  <c:v>148.69550108828199</c:v>
                </c:pt>
                <c:pt idx="1196">
                  <c:v>148.69659613526201</c:v>
                </c:pt>
                <c:pt idx="1197">
                  <c:v>148.69769118224099</c:v>
                </c:pt>
                <c:pt idx="1198">
                  <c:v>148.69878622922101</c:v>
                </c:pt>
                <c:pt idx="1199">
                  <c:v>148.69988127619999</c:v>
                </c:pt>
                <c:pt idx="1200">
                  <c:v>148.70097632317999</c:v>
                </c:pt>
                <c:pt idx="1201">
                  <c:v>148.70197657198901</c:v>
                </c:pt>
                <c:pt idx="1202">
                  <c:v>148.70297682079701</c:v>
                </c:pt>
                <c:pt idx="1203">
                  <c:v>148.703977069606</c:v>
                </c:pt>
                <c:pt idx="1204">
                  <c:v>148.70497731841499</c:v>
                </c:pt>
                <c:pt idx="1205">
                  <c:v>148.70597756722299</c:v>
                </c:pt>
                <c:pt idx="1206">
                  <c:v>148.70697781603201</c:v>
                </c:pt>
                <c:pt idx="1207">
                  <c:v>148.707978064841</c:v>
                </c:pt>
                <c:pt idx="1208">
                  <c:v>148.708978313649</c:v>
                </c:pt>
                <c:pt idx="1209">
                  <c:v>148.70997856245799</c:v>
                </c:pt>
                <c:pt idx="1210">
                  <c:v>148.71097881126701</c:v>
                </c:pt>
                <c:pt idx="1211">
                  <c:v>148.71197906007501</c:v>
                </c:pt>
                <c:pt idx="1212">
                  <c:v>148.712979308884</c:v>
                </c:pt>
                <c:pt idx="1213">
                  <c:v>148.71397955769299</c:v>
                </c:pt>
                <c:pt idx="1214">
                  <c:v>148.71497980650099</c:v>
                </c:pt>
                <c:pt idx="1215">
                  <c:v>148.71598005531001</c:v>
                </c:pt>
                <c:pt idx="1216">
                  <c:v>148.71698030411901</c:v>
                </c:pt>
                <c:pt idx="1217">
                  <c:v>148.717980552927</c:v>
                </c:pt>
                <c:pt idx="1218">
                  <c:v>148.718980801736</c:v>
                </c:pt>
                <c:pt idx="1219">
                  <c:v>148.71998105054499</c:v>
                </c:pt>
                <c:pt idx="1220">
                  <c:v>148.72098129935301</c:v>
                </c:pt>
                <c:pt idx="1221">
                  <c:v>148.72198154816201</c:v>
                </c:pt>
                <c:pt idx="1222">
                  <c:v>148.722981796971</c:v>
                </c:pt>
                <c:pt idx="1223">
                  <c:v>148.723982045779</c:v>
                </c:pt>
                <c:pt idx="1224">
                  <c:v>148.72498229458799</c:v>
                </c:pt>
                <c:pt idx="1225">
                  <c:v>148.72598254339701</c:v>
                </c:pt>
                <c:pt idx="1226">
                  <c:v>148.72698279220501</c:v>
                </c:pt>
                <c:pt idx="1227">
                  <c:v>148.727983041014</c:v>
                </c:pt>
                <c:pt idx="1228">
                  <c:v>148.72898328982299</c:v>
                </c:pt>
                <c:pt idx="1229">
                  <c:v>148.72998353863099</c:v>
                </c:pt>
                <c:pt idx="1230">
                  <c:v>148.73098378744001</c:v>
                </c:pt>
                <c:pt idx="1231">
                  <c:v>148.731898974106</c:v>
                </c:pt>
                <c:pt idx="1232">
                  <c:v>148.73281416077199</c:v>
                </c:pt>
                <c:pt idx="1233">
                  <c:v>148.73372934743799</c:v>
                </c:pt>
                <c:pt idx="1234">
                  <c:v>148.734644534105</c:v>
                </c:pt>
                <c:pt idx="1235">
                  <c:v>148.73555972077099</c:v>
                </c:pt>
                <c:pt idx="1236">
                  <c:v>148.73647490743701</c:v>
                </c:pt>
                <c:pt idx="1237">
                  <c:v>148.73739009410301</c:v>
                </c:pt>
                <c:pt idx="1238">
                  <c:v>148.738305280769</c:v>
                </c:pt>
                <c:pt idx="1239">
                  <c:v>148.73922046743499</c:v>
                </c:pt>
                <c:pt idx="1240">
                  <c:v>148.740135654102</c:v>
                </c:pt>
                <c:pt idx="1241">
                  <c:v>148.741050840768</c:v>
                </c:pt>
                <c:pt idx="1242">
                  <c:v>148.74196602743399</c:v>
                </c:pt>
                <c:pt idx="1243">
                  <c:v>148.74288121410001</c:v>
                </c:pt>
                <c:pt idx="1244">
                  <c:v>148.743796400766</c:v>
                </c:pt>
                <c:pt idx="1245">
                  <c:v>148.74471158743199</c:v>
                </c:pt>
                <c:pt idx="1246">
                  <c:v>148.74562677409801</c:v>
                </c:pt>
                <c:pt idx="1247">
                  <c:v>148.74654196076401</c:v>
                </c:pt>
                <c:pt idx="1248">
                  <c:v>148.74745714743099</c:v>
                </c:pt>
                <c:pt idx="1249">
                  <c:v>148.74837233409701</c:v>
                </c:pt>
                <c:pt idx="1250">
                  <c:v>148.749287520763</c:v>
                </c:pt>
                <c:pt idx="1251">
                  <c:v>148.750202707429</c:v>
                </c:pt>
                <c:pt idx="1252">
                  <c:v>148.75111789409499</c:v>
                </c:pt>
                <c:pt idx="1253">
                  <c:v>148.75203308076101</c:v>
                </c:pt>
                <c:pt idx="1254">
                  <c:v>148.752948267427</c:v>
                </c:pt>
                <c:pt idx="1255">
                  <c:v>148.75386345409399</c:v>
                </c:pt>
                <c:pt idx="1256">
                  <c:v>148.75477864076001</c:v>
                </c:pt>
                <c:pt idx="1257">
                  <c:v>148.755693827426</c:v>
                </c:pt>
                <c:pt idx="1258">
                  <c:v>148.75660901409199</c:v>
                </c:pt>
                <c:pt idx="1259">
                  <c:v>148.75752420075801</c:v>
                </c:pt>
                <c:pt idx="1260">
                  <c:v>148.758439387424</c:v>
                </c:pt>
                <c:pt idx="1261">
                  <c:v>148.75927873555401</c:v>
                </c:pt>
                <c:pt idx="1262">
                  <c:v>148.76011808368301</c:v>
                </c:pt>
                <c:pt idx="1263">
                  <c:v>148.76095743181199</c:v>
                </c:pt>
                <c:pt idx="1264">
                  <c:v>148.76179677994199</c:v>
                </c:pt>
                <c:pt idx="1265">
                  <c:v>148.76263612807099</c:v>
                </c:pt>
                <c:pt idx="1266">
                  <c:v>148.76347547620099</c:v>
                </c:pt>
                <c:pt idx="1267">
                  <c:v>148.76431482433</c:v>
                </c:pt>
                <c:pt idx="1268">
                  <c:v>148.76515417245901</c:v>
                </c:pt>
                <c:pt idx="1269">
                  <c:v>148.76599352058901</c:v>
                </c:pt>
                <c:pt idx="1270">
                  <c:v>148.76683286871801</c:v>
                </c:pt>
                <c:pt idx="1271">
                  <c:v>148.76767221684801</c:v>
                </c:pt>
                <c:pt idx="1272">
                  <c:v>148.76851156497699</c:v>
                </c:pt>
                <c:pt idx="1273">
                  <c:v>148.769350913106</c:v>
                </c:pt>
                <c:pt idx="1274">
                  <c:v>148.770190261236</c:v>
                </c:pt>
                <c:pt idx="1275">
                  <c:v>148.771029609365</c:v>
                </c:pt>
                <c:pt idx="1276">
                  <c:v>148.771868957495</c:v>
                </c:pt>
                <c:pt idx="1277">
                  <c:v>148.77270830562401</c:v>
                </c:pt>
                <c:pt idx="1278">
                  <c:v>148.77354765375301</c:v>
                </c:pt>
                <c:pt idx="1279">
                  <c:v>148.77438700188301</c:v>
                </c:pt>
                <c:pt idx="1280">
                  <c:v>148.77522635001199</c:v>
                </c:pt>
                <c:pt idx="1281">
                  <c:v>148.77606569814199</c:v>
                </c:pt>
                <c:pt idx="1282">
                  <c:v>148.776905046271</c:v>
                </c:pt>
                <c:pt idx="1283">
                  <c:v>148.7777443944</c:v>
                </c:pt>
                <c:pt idx="1284">
                  <c:v>148.77858374253</c:v>
                </c:pt>
                <c:pt idx="1285">
                  <c:v>148.77942309065901</c:v>
                </c:pt>
                <c:pt idx="1286">
                  <c:v>148.78026243878901</c:v>
                </c:pt>
                <c:pt idx="1287">
                  <c:v>148.78110178691799</c:v>
                </c:pt>
                <c:pt idx="1288">
                  <c:v>148.78194113504699</c:v>
                </c:pt>
                <c:pt idx="1289">
                  <c:v>148.78278048317699</c:v>
                </c:pt>
                <c:pt idx="1290">
                  <c:v>148.783619831306</c:v>
                </c:pt>
                <c:pt idx="1291">
                  <c:v>148.78439153965999</c:v>
                </c:pt>
                <c:pt idx="1292">
                  <c:v>148.78516324801299</c:v>
                </c:pt>
                <c:pt idx="1293">
                  <c:v>148.78593495636599</c:v>
                </c:pt>
                <c:pt idx="1294">
                  <c:v>148.78670666471999</c:v>
                </c:pt>
                <c:pt idx="1295">
                  <c:v>148.78747837307299</c:v>
                </c:pt>
                <c:pt idx="1296">
                  <c:v>148.78825008142701</c:v>
                </c:pt>
                <c:pt idx="1297">
                  <c:v>148.78902178978001</c:v>
                </c:pt>
                <c:pt idx="1298">
                  <c:v>148.78979349813301</c:v>
                </c:pt>
                <c:pt idx="1299">
                  <c:v>148.790565206487</c:v>
                </c:pt>
                <c:pt idx="1300">
                  <c:v>148.79133691484</c:v>
                </c:pt>
                <c:pt idx="1301">
                  <c:v>148.792108623194</c:v>
                </c:pt>
                <c:pt idx="1302">
                  <c:v>148.792880331547</c:v>
                </c:pt>
                <c:pt idx="1303">
                  <c:v>148.7936520399</c:v>
                </c:pt>
                <c:pt idx="1304">
                  <c:v>148.79442374825399</c:v>
                </c:pt>
                <c:pt idx="1305">
                  <c:v>148.79519545660699</c:v>
                </c:pt>
                <c:pt idx="1306">
                  <c:v>148.79596716496101</c:v>
                </c:pt>
                <c:pt idx="1307">
                  <c:v>148.79673887331401</c:v>
                </c:pt>
                <c:pt idx="1308">
                  <c:v>148.79751058166701</c:v>
                </c:pt>
                <c:pt idx="1309">
                  <c:v>148.79828229002101</c:v>
                </c:pt>
                <c:pt idx="1310">
                  <c:v>148.79905399837401</c:v>
                </c:pt>
                <c:pt idx="1311">
                  <c:v>148.799825706728</c:v>
                </c:pt>
                <c:pt idx="1312">
                  <c:v>148.800597415081</c:v>
                </c:pt>
                <c:pt idx="1313">
                  <c:v>148.801369123434</c:v>
                </c:pt>
                <c:pt idx="1314">
                  <c:v>148.80214083178799</c:v>
                </c:pt>
                <c:pt idx="1315">
                  <c:v>148.80291254014099</c:v>
                </c:pt>
                <c:pt idx="1316">
                  <c:v>148.80368424849499</c:v>
                </c:pt>
                <c:pt idx="1317">
                  <c:v>148.80445595684799</c:v>
                </c:pt>
                <c:pt idx="1318">
                  <c:v>148.80522766520201</c:v>
                </c:pt>
                <c:pt idx="1319">
                  <c:v>148.80599937355501</c:v>
                </c:pt>
                <c:pt idx="1320">
                  <c:v>148.80677108190801</c:v>
                </c:pt>
                <c:pt idx="1321">
                  <c:v>148.80748181197899</c:v>
                </c:pt>
                <c:pt idx="1322">
                  <c:v>148.808192542049</c:v>
                </c:pt>
                <c:pt idx="1323">
                  <c:v>148.80890327212001</c:v>
                </c:pt>
                <c:pt idx="1324">
                  <c:v>148.80961400218999</c:v>
                </c:pt>
                <c:pt idx="1325">
                  <c:v>148.81032473226099</c:v>
                </c:pt>
                <c:pt idx="1326">
                  <c:v>148.81103546233101</c:v>
                </c:pt>
                <c:pt idx="1327">
                  <c:v>148.81174619240201</c:v>
                </c:pt>
                <c:pt idx="1328">
                  <c:v>148.81245692247199</c:v>
                </c:pt>
                <c:pt idx="1329">
                  <c:v>148.813167652543</c:v>
                </c:pt>
                <c:pt idx="1330">
                  <c:v>148.81387838261401</c:v>
                </c:pt>
                <c:pt idx="1331">
                  <c:v>148.81458911268399</c:v>
                </c:pt>
                <c:pt idx="1332">
                  <c:v>148.815299842754</c:v>
                </c:pt>
                <c:pt idx="1333">
                  <c:v>148.81601057282501</c:v>
                </c:pt>
                <c:pt idx="1334">
                  <c:v>148.81672130289601</c:v>
                </c:pt>
                <c:pt idx="1335">
                  <c:v>148.817432032966</c:v>
                </c:pt>
                <c:pt idx="1336">
                  <c:v>148.818142763037</c:v>
                </c:pt>
                <c:pt idx="1337">
                  <c:v>148.81885349310701</c:v>
                </c:pt>
                <c:pt idx="1338">
                  <c:v>148.81956422317799</c:v>
                </c:pt>
                <c:pt idx="1339">
                  <c:v>148.820274953248</c:v>
                </c:pt>
                <c:pt idx="1340">
                  <c:v>148.82098568331901</c:v>
                </c:pt>
                <c:pt idx="1341">
                  <c:v>148.82169641338899</c:v>
                </c:pt>
                <c:pt idx="1342">
                  <c:v>148.82240714346</c:v>
                </c:pt>
                <c:pt idx="1343">
                  <c:v>148.82311787353001</c:v>
                </c:pt>
                <c:pt idx="1344">
                  <c:v>148.82382860360099</c:v>
                </c:pt>
                <c:pt idx="1345">
                  <c:v>148.824539333671</c:v>
                </c:pt>
                <c:pt idx="1346">
                  <c:v>148.825250063742</c:v>
                </c:pt>
                <c:pt idx="1347">
                  <c:v>148.82596079381199</c:v>
                </c:pt>
                <c:pt idx="1348">
                  <c:v>148.82667152388299</c:v>
                </c:pt>
                <c:pt idx="1349">
                  <c:v>148.827382253953</c:v>
                </c:pt>
                <c:pt idx="1350">
                  <c:v>148.82809298402401</c:v>
                </c:pt>
                <c:pt idx="1351">
                  <c:v>148.828748884882</c:v>
                </c:pt>
                <c:pt idx="1352">
                  <c:v>148.82940478574</c:v>
                </c:pt>
                <c:pt idx="1353">
                  <c:v>148.83006068659799</c:v>
                </c:pt>
                <c:pt idx="1354">
                  <c:v>148.83071658745601</c:v>
                </c:pt>
                <c:pt idx="1355">
                  <c:v>148.831372488315</c:v>
                </c:pt>
                <c:pt idx="1356">
                  <c:v>148.83202838917299</c:v>
                </c:pt>
                <c:pt idx="1357">
                  <c:v>148.83268429003101</c:v>
                </c:pt>
                <c:pt idx="1358">
                  <c:v>148.833340190889</c:v>
                </c:pt>
                <c:pt idx="1359">
                  <c:v>148.833996091747</c:v>
                </c:pt>
                <c:pt idx="1360">
                  <c:v>148.83465199260499</c:v>
                </c:pt>
                <c:pt idx="1361">
                  <c:v>148.83530789346301</c:v>
                </c:pt>
                <c:pt idx="1362">
                  <c:v>148.835963794322</c:v>
                </c:pt>
                <c:pt idx="1363">
                  <c:v>148.83661969517999</c:v>
                </c:pt>
                <c:pt idx="1364">
                  <c:v>148.83727559603801</c:v>
                </c:pt>
                <c:pt idx="1365">
                  <c:v>148.837931496896</c:v>
                </c:pt>
                <c:pt idx="1366">
                  <c:v>148.838587397754</c:v>
                </c:pt>
                <c:pt idx="1367">
                  <c:v>148.83924329861199</c:v>
                </c:pt>
                <c:pt idx="1368">
                  <c:v>148.83989919947001</c:v>
                </c:pt>
                <c:pt idx="1369">
                  <c:v>148.840555100329</c:v>
                </c:pt>
                <c:pt idx="1370">
                  <c:v>148.84121100118699</c:v>
                </c:pt>
                <c:pt idx="1371">
                  <c:v>148.84186690204501</c:v>
                </c:pt>
                <c:pt idx="1372">
                  <c:v>148.84252280290301</c:v>
                </c:pt>
                <c:pt idx="1373">
                  <c:v>148.843178703761</c:v>
                </c:pt>
                <c:pt idx="1374">
                  <c:v>148.84383460461899</c:v>
                </c:pt>
                <c:pt idx="1375">
                  <c:v>148.84449050547701</c:v>
                </c:pt>
                <c:pt idx="1376">
                  <c:v>148.845146406336</c:v>
                </c:pt>
                <c:pt idx="1377">
                  <c:v>148.84580230719399</c:v>
                </c:pt>
                <c:pt idx="1378">
                  <c:v>148.84645820805201</c:v>
                </c:pt>
                <c:pt idx="1379">
                  <c:v>148.84711410891001</c:v>
                </c:pt>
                <c:pt idx="1380">
                  <c:v>148.847770009768</c:v>
                </c:pt>
                <c:pt idx="1381">
                  <c:v>148.84837671806201</c:v>
                </c:pt>
                <c:pt idx="1382">
                  <c:v>148.848983426356</c:v>
                </c:pt>
                <c:pt idx="1383">
                  <c:v>148.84959013464899</c:v>
                </c:pt>
                <c:pt idx="1384">
                  <c:v>148.85019684294301</c:v>
                </c:pt>
                <c:pt idx="1385">
                  <c:v>148.85080355123699</c:v>
                </c:pt>
                <c:pt idx="1386">
                  <c:v>148.85141025953101</c:v>
                </c:pt>
                <c:pt idx="1387">
                  <c:v>148.85201696782499</c:v>
                </c:pt>
                <c:pt idx="1388">
                  <c:v>148.85262367611799</c:v>
                </c:pt>
                <c:pt idx="1389">
                  <c:v>148.853230384412</c:v>
                </c:pt>
                <c:pt idx="1390">
                  <c:v>148.85383709270599</c:v>
                </c:pt>
                <c:pt idx="1391">
                  <c:v>148.854443801</c:v>
                </c:pt>
                <c:pt idx="1392">
                  <c:v>148.85505050929399</c:v>
                </c:pt>
                <c:pt idx="1393">
                  <c:v>148.85565721758701</c:v>
                </c:pt>
                <c:pt idx="1394">
                  <c:v>148.856263925881</c:v>
                </c:pt>
                <c:pt idx="1395">
                  <c:v>148.85687063417501</c:v>
                </c:pt>
                <c:pt idx="1396">
                  <c:v>148.857477342469</c:v>
                </c:pt>
                <c:pt idx="1397">
                  <c:v>148.85808405076199</c:v>
                </c:pt>
                <c:pt idx="1398">
                  <c:v>148.858690759056</c:v>
                </c:pt>
                <c:pt idx="1399">
                  <c:v>148.85929746734999</c:v>
                </c:pt>
                <c:pt idx="1400">
                  <c:v>148.859904175644</c:v>
                </c:pt>
                <c:pt idx="1401">
                  <c:v>148.86051088393799</c:v>
                </c:pt>
                <c:pt idx="1402">
                  <c:v>148.86111759223101</c:v>
                </c:pt>
                <c:pt idx="1403">
                  <c:v>148.861724300525</c:v>
                </c:pt>
                <c:pt idx="1404">
                  <c:v>148.86233100881901</c:v>
                </c:pt>
                <c:pt idx="1405">
                  <c:v>148.862937717113</c:v>
                </c:pt>
                <c:pt idx="1406">
                  <c:v>148.86354442540599</c:v>
                </c:pt>
                <c:pt idx="1407">
                  <c:v>148.86415113370001</c:v>
                </c:pt>
                <c:pt idx="1408">
                  <c:v>148.86475784199399</c:v>
                </c:pt>
                <c:pt idx="1409">
                  <c:v>148.86536455028801</c:v>
                </c:pt>
                <c:pt idx="1410">
                  <c:v>148.86597125858199</c:v>
                </c:pt>
                <c:pt idx="1411">
                  <c:v>148.866532873691</c:v>
                </c:pt>
                <c:pt idx="1412">
                  <c:v>148.867094488801</c:v>
                </c:pt>
                <c:pt idx="1413">
                  <c:v>148.867656103911</c:v>
                </c:pt>
                <c:pt idx="1414">
                  <c:v>148.868217719021</c:v>
                </c:pt>
                <c:pt idx="1415">
                  <c:v>148.86877933413101</c:v>
                </c:pt>
                <c:pt idx="1416">
                  <c:v>148.86934094924001</c:v>
                </c:pt>
                <c:pt idx="1417">
                  <c:v>148.86990256435001</c:v>
                </c:pt>
                <c:pt idx="1418">
                  <c:v>148.87046417945999</c:v>
                </c:pt>
                <c:pt idx="1419">
                  <c:v>148.87102579456999</c:v>
                </c:pt>
                <c:pt idx="1420">
                  <c:v>148.87158740967999</c:v>
                </c:pt>
                <c:pt idx="1421">
                  <c:v>148.872149024789</c:v>
                </c:pt>
                <c:pt idx="1422">
                  <c:v>148.872710639899</c:v>
                </c:pt>
                <c:pt idx="1423">
                  <c:v>148.873272255009</c:v>
                </c:pt>
                <c:pt idx="1424">
                  <c:v>148.873833870119</c:v>
                </c:pt>
                <c:pt idx="1425">
                  <c:v>148.874395485229</c:v>
                </c:pt>
                <c:pt idx="1426">
                  <c:v>148.87495710033801</c:v>
                </c:pt>
                <c:pt idx="1427">
                  <c:v>148.87551871544801</c:v>
                </c:pt>
                <c:pt idx="1428">
                  <c:v>148.87608033055801</c:v>
                </c:pt>
                <c:pt idx="1429">
                  <c:v>148.87664194566801</c:v>
                </c:pt>
                <c:pt idx="1430">
                  <c:v>148.87720356077801</c:v>
                </c:pt>
                <c:pt idx="1431">
                  <c:v>148.87776517588799</c:v>
                </c:pt>
                <c:pt idx="1432">
                  <c:v>148.87832679099699</c:v>
                </c:pt>
                <c:pt idx="1433">
                  <c:v>148.878888406107</c:v>
                </c:pt>
                <c:pt idx="1434">
                  <c:v>148.879450021217</c:v>
                </c:pt>
                <c:pt idx="1435">
                  <c:v>148.880011636327</c:v>
                </c:pt>
                <c:pt idx="1436">
                  <c:v>148.880573251437</c:v>
                </c:pt>
                <c:pt idx="1437">
                  <c:v>148.88113486654601</c:v>
                </c:pt>
                <c:pt idx="1438">
                  <c:v>148.88169648165601</c:v>
                </c:pt>
                <c:pt idx="1439">
                  <c:v>148.88225809676601</c:v>
                </c:pt>
                <c:pt idx="1440">
                  <c:v>148.88281971187601</c:v>
                </c:pt>
                <c:pt idx="1441">
                  <c:v>148.88334033318199</c:v>
                </c:pt>
                <c:pt idx="1442">
                  <c:v>148.883860954488</c:v>
                </c:pt>
                <c:pt idx="1443">
                  <c:v>148.88438157579401</c:v>
                </c:pt>
                <c:pt idx="1444">
                  <c:v>148.88490219709999</c:v>
                </c:pt>
                <c:pt idx="1445">
                  <c:v>148.885422818406</c:v>
                </c:pt>
                <c:pt idx="1446">
                  <c:v>148.885943439713</c:v>
                </c:pt>
                <c:pt idx="1447">
                  <c:v>148.88646406101901</c:v>
                </c:pt>
                <c:pt idx="1448">
                  <c:v>148.88698468232499</c:v>
                </c:pt>
                <c:pt idx="1449">
                  <c:v>148.887505303631</c:v>
                </c:pt>
                <c:pt idx="1450">
                  <c:v>148.88802592493701</c:v>
                </c:pt>
                <c:pt idx="1451">
                  <c:v>148.88854654624299</c:v>
                </c:pt>
                <c:pt idx="1452">
                  <c:v>148.889067167549</c:v>
                </c:pt>
                <c:pt idx="1453">
                  <c:v>148.88958778885601</c:v>
                </c:pt>
                <c:pt idx="1454">
                  <c:v>148.89010841016199</c:v>
                </c:pt>
                <c:pt idx="1455">
                  <c:v>148.89062903146799</c:v>
                </c:pt>
                <c:pt idx="1456">
                  <c:v>148.891149652774</c:v>
                </c:pt>
                <c:pt idx="1457">
                  <c:v>148.89167027408001</c:v>
                </c:pt>
                <c:pt idx="1458">
                  <c:v>148.89219089538599</c:v>
                </c:pt>
                <c:pt idx="1459">
                  <c:v>148.892711516692</c:v>
                </c:pt>
                <c:pt idx="1460">
                  <c:v>148.89323213799801</c:v>
                </c:pt>
                <c:pt idx="1461">
                  <c:v>148.89375275930499</c:v>
                </c:pt>
                <c:pt idx="1462">
                  <c:v>148.894273380611</c:v>
                </c:pt>
                <c:pt idx="1463">
                  <c:v>148.89479400191701</c:v>
                </c:pt>
                <c:pt idx="1464">
                  <c:v>148.89531462322299</c:v>
                </c:pt>
                <c:pt idx="1465">
                  <c:v>148.895835244529</c:v>
                </c:pt>
                <c:pt idx="1466">
                  <c:v>148.89635586583501</c:v>
                </c:pt>
                <c:pt idx="1467">
                  <c:v>148.89687648714099</c:v>
                </c:pt>
                <c:pt idx="1468">
                  <c:v>148.89739710844799</c:v>
                </c:pt>
                <c:pt idx="1469">
                  <c:v>148.897917729754</c:v>
                </c:pt>
                <c:pt idx="1470">
                  <c:v>148.89843835106001</c:v>
                </c:pt>
                <c:pt idx="1471">
                  <c:v>148.89892207794301</c:v>
                </c:pt>
                <c:pt idx="1472">
                  <c:v>148.89940580482599</c:v>
                </c:pt>
                <c:pt idx="1473">
                  <c:v>148.899889531708</c:v>
                </c:pt>
                <c:pt idx="1474">
                  <c:v>148.900373258591</c:v>
                </c:pt>
                <c:pt idx="1475">
                  <c:v>148.90085698547401</c:v>
                </c:pt>
                <c:pt idx="1476">
                  <c:v>148.90134071235701</c:v>
                </c:pt>
                <c:pt idx="1477">
                  <c:v>148.90182443923999</c:v>
                </c:pt>
                <c:pt idx="1478">
                  <c:v>148.90230816612299</c:v>
                </c:pt>
                <c:pt idx="1479">
                  <c:v>148.902791893006</c:v>
                </c:pt>
                <c:pt idx="1480">
                  <c:v>148.903275619889</c:v>
                </c:pt>
                <c:pt idx="1481">
                  <c:v>148.90375934677201</c:v>
                </c:pt>
                <c:pt idx="1482">
                  <c:v>148.90424307365399</c:v>
                </c:pt>
                <c:pt idx="1483">
                  <c:v>148.90472680053699</c:v>
                </c:pt>
                <c:pt idx="1484">
                  <c:v>148.90521052742</c:v>
                </c:pt>
                <c:pt idx="1485">
                  <c:v>148.905694254303</c:v>
                </c:pt>
                <c:pt idx="1486">
                  <c:v>148.906177981186</c:v>
                </c:pt>
                <c:pt idx="1487">
                  <c:v>148.90666170806901</c:v>
                </c:pt>
                <c:pt idx="1488">
                  <c:v>148.90714543495201</c:v>
                </c:pt>
                <c:pt idx="1489">
                  <c:v>148.90762916183499</c:v>
                </c:pt>
                <c:pt idx="1490">
                  <c:v>148.908112888717</c:v>
                </c:pt>
                <c:pt idx="1491">
                  <c:v>148.9085966156</c:v>
                </c:pt>
                <c:pt idx="1492">
                  <c:v>148.90908034248301</c:v>
                </c:pt>
                <c:pt idx="1493">
                  <c:v>148.90956406936601</c:v>
                </c:pt>
                <c:pt idx="1494">
                  <c:v>148.91004779624899</c:v>
                </c:pt>
                <c:pt idx="1495">
                  <c:v>148.91053152313199</c:v>
                </c:pt>
                <c:pt idx="1496">
                  <c:v>148.911015250015</c:v>
                </c:pt>
                <c:pt idx="1497">
                  <c:v>148.911498976898</c:v>
                </c:pt>
                <c:pt idx="1498">
                  <c:v>148.91198270378101</c:v>
                </c:pt>
                <c:pt idx="1499">
                  <c:v>148.91246643066299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74DE-4D09-85B7-F33D2CE39E20}"/>
            </c:ext>
          </c:extLst>
        </c:ser>
        <c:ser>
          <c:idx val="1"/>
          <c:order val="1"/>
          <c:tx>
            <c:strRef>
              <c:f>'SS-Model'!$C$1</c:f>
              <c:strCache>
                <c:ptCount val="1"/>
                <c:pt idx="0">
                  <c:v>T_Pri_pred</c:v>
                </c:pt>
              </c:strCache>
            </c:strRef>
          </c:tx>
          <c:spPr>
            <a:ln w="19050" cap="rnd">
              <a:solidFill>
                <a:schemeClr val="accent1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'SS-Model'!$C$2:$C$3001</c:f>
              <c:numCache>
                <c:formatCode>General</c:formatCode>
                <c:ptCount val="3000"/>
                <c:pt idx="0">
                  <c:v>74.862065495355594</c:v>
                </c:pt>
                <c:pt idx="1">
                  <c:v>75.139404511501994</c:v>
                </c:pt>
                <c:pt idx="2">
                  <c:v>75.425151101356903</c:v>
                </c:pt>
                <c:pt idx="3">
                  <c:v>75.718519678061398</c:v>
                </c:pt>
                <c:pt idx="4">
                  <c:v>76.018783512833906</c:v>
                </c:pt>
                <c:pt idx="5">
                  <c:v>76.325270391154007</c:v>
                </c:pt>
                <c:pt idx="6">
                  <c:v>76.637358589152697</c:v>
                </c:pt>
                <c:pt idx="7">
                  <c:v>76.954473146609104</c:v>
                </c:pt>
                <c:pt idx="8">
                  <c:v>77.276082414687494</c:v>
                </c:pt>
                <c:pt idx="9">
                  <c:v>77.601694858168102</c:v>
                </c:pt>
                <c:pt idx="10">
                  <c:v>77.930856093409304</c:v>
                </c:pt>
                <c:pt idx="11">
                  <c:v>78.263146144668994</c:v>
                </c:pt>
                <c:pt idx="12">
                  <c:v>78.598176902687399</c:v>
                </c:pt>
                <c:pt idx="13">
                  <c:v>78.935589770623807</c:v>
                </c:pt>
                <c:pt idx="14">
                  <c:v>79.275053483538599</c:v>
                </c:pt>
                <c:pt idx="15">
                  <c:v>79.616262088626499</c:v>
                </c:pt>
                <c:pt idx="16">
                  <c:v>79.958933074353993</c:v>
                </c:pt>
                <c:pt idx="17">
                  <c:v>80.302805637524202</c:v>
                </c:pt>
                <c:pt idx="18">
                  <c:v>80.647639078103296</c:v>
                </c:pt>
                <c:pt idx="19">
                  <c:v>80.9932113123904</c:v>
                </c:pt>
                <c:pt idx="20">
                  <c:v>81.339317495809198</c:v>
                </c:pt>
                <c:pt idx="21">
                  <c:v>81.685768747238996</c:v>
                </c:pt>
                <c:pt idx="22">
                  <c:v>82.0323909674036</c:v>
                </c:pt>
                <c:pt idx="23">
                  <c:v>82.379023744381897</c:v>
                </c:pt>
                <c:pt idx="24">
                  <c:v>82.725519339820707</c:v>
                </c:pt>
                <c:pt idx="25">
                  <c:v>83.071741749900596</c:v>
                </c:pt>
                <c:pt idx="26">
                  <c:v>83.417565835543897</c:v>
                </c:pt>
                <c:pt idx="27">
                  <c:v>83.762876516761693</c:v>
                </c:pt>
                <c:pt idx="28">
                  <c:v>84.107568026412693</c:v>
                </c:pt>
                <c:pt idx="29">
                  <c:v>84.451543218993095</c:v>
                </c:pt>
                <c:pt idx="30">
                  <c:v>84.794712930401801</c:v>
                </c:pt>
                <c:pt idx="31">
                  <c:v>85.136995384925001</c:v>
                </c:pt>
                <c:pt idx="32">
                  <c:v>85.478315645955703</c:v>
                </c:pt>
                <c:pt idx="33">
                  <c:v>85.818605107228706</c:v>
                </c:pt>
                <c:pt idx="34">
                  <c:v>86.157801021582699</c:v>
                </c:pt>
                <c:pt idx="35">
                  <c:v>86.495846064481398</c:v>
                </c:pt>
                <c:pt idx="36">
                  <c:v>86.832687929735997</c:v>
                </c:pt>
                <c:pt idx="37">
                  <c:v>87.168278955049601</c:v>
                </c:pt>
                <c:pt idx="38">
                  <c:v>87.502575775191204</c:v>
                </c:pt>
                <c:pt idx="39">
                  <c:v>87.835539000757606</c:v>
                </c:pt>
                <c:pt idx="40">
                  <c:v>88.167132920640498</c:v>
                </c:pt>
                <c:pt idx="41">
                  <c:v>88.497325226449803</c:v>
                </c:pt>
                <c:pt idx="42">
                  <c:v>88.8260867572736</c:v>
                </c:pt>
                <c:pt idx="43">
                  <c:v>89.153391263279204</c:v>
                </c:pt>
                <c:pt idx="44">
                  <c:v>89.479215186761905</c:v>
                </c:pt>
                <c:pt idx="45">
                  <c:v>89.803537459358793</c:v>
                </c:pt>
                <c:pt idx="46">
                  <c:v>90.126339314234102</c:v>
                </c:pt>
                <c:pt idx="47">
                  <c:v>90.447604112133305</c:v>
                </c:pt>
                <c:pt idx="48">
                  <c:v>90.767317180282205</c:v>
                </c:pt>
                <c:pt idx="49">
                  <c:v>91.085465663187506</c:v>
                </c:pt>
                <c:pt idx="50">
                  <c:v>91.402038384455906</c:v>
                </c:pt>
                <c:pt idx="51">
                  <c:v>91.717025718824999</c:v>
                </c:pt>
                <c:pt idx="52">
                  <c:v>92.0304194736499</c:v>
                </c:pt>
                <c:pt idx="53">
                  <c:v>92.342212779149406</c:v>
                </c:pt>
                <c:pt idx="54">
                  <c:v>92.652399986765502</c:v>
                </c:pt>
                <c:pt idx="55">
                  <c:v>92.960976575039297</c:v>
                </c:pt>
                <c:pt idx="56">
                  <c:v>93.267939062447397</c:v>
                </c:pt>
                <c:pt idx="57">
                  <c:v>93.573284926686398</c:v>
                </c:pt>
                <c:pt idx="58">
                  <c:v>93.877012529932003</c:v>
                </c:pt>
                <c:pt idx="59">
                  <c:v>94.179121049627099</c:v>
                </c:pt>
                <c:pt idx="60">
                  <c:v>94.479610414397797</c:v>
                </c:pt>
                <c:pt idx="61">
                  <c:v>94.778481244713703</c:v>
                </c:pt>
                <c:pt idx="62">
                  <c:v>95.075734797945699</c:v>
                </c:pt>
                <c:pt idx="63">
                  <c:v>95.371372917496004</c:v>
                </c:pt>
                <c:pt idx="64">
                  <c:v>95.665397985701105</c:v>
                </c:pt>
                <c:pt idx="65">
                  <c:v>95.957812880226001</c:v>
                </c:pt>
                <c:pt idx="66">
                  <c:v>96.248620933699002</c:v>
                </c:pt>
                <c:pt idx="67">
                  <c:v>96.537825896340195</c:v>
                </c:pt>
                <c:pt idx="68">
                  <c:v>96.825431901367693</c:v>
                </c:pt>
                <c:pt idx="69">
                  <c:v>97.111443432977794</c:v>
                </c:pt>
                <c:pt idx="70">
                  <c:v>97.395865296703406</c:v>
                </c:pt>
                <c:pt idx="71">
                  <c:v>97.678702591981406</c:v>
                </c:pt>
                <c:pt idx="72">
                  <c:v>97.959960686763694</c:v>
                </c:pt>
                <c:pt idx="73">
                  <c:v>98.239645194019303</c:v>
                </c:pt>
                <c:pt idx="74">
                  <c:v>98.517761949991694</c:v>
                </c:pt>
                <c:pt idx="75">
                  <c:v>98.794316994078599</c:v>
                </c:pt>
                <c:pt idx="76">
                  <c:v>99.069316550215802</c:v>
                </c:pt>
                <c:pt idx="77">
                  <c:v>99.3427670096561</c:v>
                </c:pt>
                <c:pt idx="78">
                  <c:v>99.614674915035295</c:v>
                </c:pt>
                <c:pt idx="79">
                  <c:v>99.885046945635906</c:v>
                </c:pt>
                <c:pt idx="80">
                  <c:v>100.153889903756</c:v>
                </c:pt>
                <c:pt idx="81">
                  <c:v>100.42121070210599</c:v>
                </c:pt>
                <c:pt idx="82">
                  <c:v>100.68701635214801</c:v>
                </c:pt>
                <c:pt idx="83">
                  <c:v>100.951313953325</c:v>
                </c:pt>
                <c:pt idx="84">
                  <c:v>101.214110683095</c:v>
                </c:pt>
                <c:pt idx="85">
                  <c:v>101.475413787726</c:v>
                </c:pt>
                <c:pt idx="86">
                  <c:v>101.735230573783</c:v>
                </c:pt>
                <c:pt idx="87">
                  <c:v>101.99356840026999</c:v>
                </c:pt>
                <c:pt idx="88">
                  <c:v>102.250434671363</c:v>
                </c:pt>
                <c:pt idx="89">
                  <c:v>102.505836829706</c:v>
                </c:pt>
                <c:pt idx="90">
                  <c:v>102.759782350211</c:v>
                </c:pt>
                <c:pt idx="91">
                  <c:v>103.01227873434701</c:v>
                </c:pt>
                <c:pt idx="92">
                  <c:v>103.263333504855</c:v>
                </c:pt>
                <c:pt idx="93">
                  <c:v>103.512954200884</c:v>
                </c:pt>
                <c:pt idx="94">
                  <c:v>103.761148373494</c:v>
                </c:pt>
                <c:pt idx="95">
                  <c:v>104.00792358152</c:v>
                </c:pt>
                <c:pt idx="96">
                  <c:v>104.25328738775001</c:v>
                </c:pt>
                <c:pt idx="97">
                  <c:v>104.497247355409</c:v>
                </c:pt>
                <c:pt idx="98">
                  <c:v>104.739811044917</c:v>
                </c:pt>
                <c:pt idx="99">
                  <c:v>104.98098601091201</c:v>
                </c:pt>
                <c:pt idx="100">
                  <c:v>105.220779799498</c:v>
                </c:pt>
                <c:pt idx="101">
                  <c:v>105.459199945729</c:v>
                </c:pt>
                <c:pt idx="102">
                  <c:v>105.696253971281</c:v>
                </c:pt>
                <c:pt idx="103">
                  <c:v>105.93194938232899</c:v>
                </c:pt>
                <c:pt idx="104">
                  <c:v>106.166293667586</c:v>
                </c:pt>
                <c:pt idx="105">
                  <c:v>106.399294296512</c:v>
                </c:pt>
                <c:pt idx="106">
                  <c:v>106.63095871766799</c:v>
                </c:pt>
                <c:pt idx="107">
                  <c:v>106.861294357212</c:v>
                </c:pt>
                <c:pt idx="108">
                  <c:v>107.090308617524</c:v>
                </c:pt>
                <c:pt idx="109">
                  <c:v>107.31800887594601</c:v>
                </c:pt>
                <c:pt idx="110">
                  <c:v>107.54440248363299</c:v>
                </c:pt>
                <c:pt idx="111">
                  <c:v>107.76949676451299</c:v>
                </c:pt>
                <c:pt idx="112">
                  <c:v>107.993299014328</c:v>
                </c:pt>
                <c:pt idx="113">
                  <c:v>108.21581649977399</c:v>
                </c:pt>
                <c:pt idx="114">
                  <c:v>108.437056457715</c:v>
                </c:pt>
                <c:pt idx="115">
                  <c:v>108.657026094476</c:v>
                </c:pt>
                <c:pt idx="116">
                  <c:v>108.8757325852</c:v>
                </c:pt>
                <c:pt idx="117">
                  <c:v>109.093183073273</c:v>
                </c:pt>
                <c:pt idx="118">
                  <c:v>109.309384669807</c:v>
                </c:pt>
                <c:pt idx="119">
                  <c:v>109.524344453174</c:v>
                </c:pt>
                <c:pt idx="120">
                  <c:v>109.73806946859899</c:v>
                </c:pt>
                <c:pt idx="121">
                  <c:v>109.95056672779</c:v>
                </c:pt>
                <c:pt idx="122">
                  <c:v>110.161843208614</c:v>
                </c:pt>
                <c:pt idx="123">
                  <c:v>110.37190585482099</c:v>
                </c:pt>
                <c:pt idx="124">
                  <c:v>110.580761575789</c:v>
                </c:pt>
                <c:pt idx="125">
                  <c:v>110.788417246321</c:v>
                </c:pt>
                <c:pt idx="126">
                  <c:v>110.994879706456</c:v>
                </c:pt>
                <c:pt idx="127">
                  <c:v>111.200155761324</c:v>
                </c:pt>
                <c:pt idx="128">
                  <c:v>111.404252181017</c:v>
                </c:pt>
                <c:pt idx="129">
                  <c:v>111.607175700491</c:v>
                </c:pt>
                <c:pt idx="130">
                  <c:v>111.80893301949</c:v>
                </c:pt>
                <c:pt idx="131">
                  <c:v>112.00953080248399</c:v>
                </c:pt>
                <c:pt idx="132">
                  <c:v>112.20897567863901</c:v>
                </c:pt>
                <c:pt idx="133">
                  <c:v>112.407274241794</c:v>
                </c:pt>
                <c:pt idx="134">
                  <c:v>112.60443305046</c:v>
                </c:pt>
                <c:pt idx="135">
                  <c:v>112.800458627832</c:v>
                </c:pt>
                <c:pt idx="136">
                  <c:v>112.995357461814</c:v>
                </c:pt>
                <c:pt idx="137">
                  <c:v>113.18913600506301</c:v>
                </c:pt>
                <c:pt idx="138">
                  <c:v>113.381800675035</c:v>
                </c:pt>
                <c:pt idx="139">
                  <c:v>113.57335785405201</c:v>
                </c:pt>
                <c:pt idx="140">
                  <c:v>113.76381388937099</c:v>
                </c:pt>
                <c:pt idx="141">
                  <c:v>113.95317509326399</c:v>
                </c:pt>
                <c:pt idx="142">
                  <c:v>114.14144774311301</c:v>
                </c:pt>
                <c:pt idx="143">
                  <c:v>114.328638081501</c:v>
                </c:pt>
                <c:pt idx="144">
                  <c:v>114.514752316323</c:v>
                </c:pt>
                <c:pt idx="145">
                  <c:v>114.69979662089</c:v>
                </c:pt>
                <c:pt idx="146">
                  <c:v>114.883777134052</c:v>
                </c:pt>
                <c:pt idx="147">
                  <c:v>115.066699960316</c:v>
                </c:pt>
                <c:pt idx="148">
                  <c:v>115.24857116997499</c:v>
                </c:pt>
                <c:pt idx="149">
                  <c:v>115.429396799239</c:v>
                </c:pt>
                <c:pt idx="150">
                  <c:v>115.609182850369</c:v>
                </c:pt>
                <c:pt idx="151">
                  <c:v>115.787935291821</c:v>
                </c:pt>
                <c:pt idx="152">
                  <c:v>115.965660058381</c:v>
                </c:pt>
                <c:pt idx="153">
                  <c:v>116.14236305132</c:v>
                </c:pt>
                <c:pt idx="154">
                  <c:v>116.318050138532</c:v>
                </c:pt>
                <c:pt idx="155">
                  <c:v>116.49272715469399</c:v>
                </c:pt>
                <c:pt idx="156">
                  <c:v>116.666399901413</c:v>
                </c:pt>
                <c:pt idx="157">
                  <c:v>116.83907414738199</c:v>
                </c:pt>
                <c:pt idx="158">
                  <c:v>117.01075562853801</c:v>
                </c:pt>
                <c:pt idx="159">
                  <c:v>117.181450048217</c:v>
                </c:pt>
                <c:pt idx="160">
                  <c:v>117.351163077319</c:v>
                </c:pt>
                <c:pt idx="161">
                  <c:v>117.519900354462</c:v>
                </c:pt>
                <c:pt idx="162">
                  <c:v>117.68766748614701</c:v>
                </c:pt>
                <c:pt idx="163">
                  <c:v>117.85447004692</c:v>
                </c:pt>
                <c:pt idx="164">
                  <c:v>118.020313579535</c:v>
                </c:pt>
                <c:pt idx="165">
                  <c:v>118.18520359511599</c:v>
                </c:pt>
                <c:pt idx="166">
                  <c:v>118.34914557332399</c:v>
                </c:pt>
                <c:pt idx="167">
                  <c:v>118.51214496252</c:v>
                </c:pt>
                <c:pt idx="168">
                  <c:v>118.674207179929</c:v>
                </c:pt>
                <c:pt idx="169">
                  <c:v>118.835337611806</c:v>
                </c:pt>
                <c:pt idx="170">
                  <c:v>118.9955416136</c:v>
                </c:pt>
                <c:pt idx="171">
                  <c:v>119.154824510121</c:v>
                </c:pt>
                <c:pt idx="172">
                  <c:v>119.313191595703</c:v>
                </c:pt>
                <c:pt idx="173">
                  <c:v>119.47064813436801</c:v>
                </c:pt>
                <c:pt idx="174">
                  <c:v>119.627199359995</c:v>
                </c:pt>
                <c:pt idx="175">
                  <c:v>119.78285047647999</c:v>
                </c:pt>
                <c:pt idx="176">
                  <c:v>119.937606657901</c:v>
                </c:pt>
                <c:pt idx="177">
                  <c:v>120.09147304868399</c:v>
                </c:pt>
                <c:pt idx="178">
                  <c:v>120.244454763764</c:v>
                </c:pt>
                <c:pt idx="179">
                  <c:v>120.396556888749</c:v>
                </c:pt>
                <c:pt idx="180">
                  <c:v>120.547784480084</c:v>
                </c:pt>
                <c:pt idx="181">
                  <c:v>120.698142565208</c:v>
                </c:pt>
                <c:pt idx="182">
                  <c:v>120.847636142723</c:v>
                </c:pt>
                <c:pt idx="183">
                  <c:v>120.996270182549</c:v>
                </c:pt>
                <c:pt idx="184">
                  <c:v>121.144049626086</c:v>
                </c:pt>
                <c:pt idx="185">
                  <c:v>121.29097938637599</c:v>
                </c:pt>
                <c:pt idx="186">
                  <c:v>121.43706434825999</c:v>
                </c:pt>
                <c:pt idx="187">
                  <c:v>121.582309368537</c:v>
                </c:pt>
                <c:pt idx="188">
                  <c:v>121.726719276121</c:v>
                </c:pt>
                <c:pt idx="189">
                  <c:v>121.870298872202</c:v>
                </c:pt>
                <c:pt idx="190">
                  <c:v>122.013052930397</c:v>
                </c:pt>
                <c:pt idx="191">
                  <c:v>122.15498619691201</c:v>
                </c:pt>
                <c:pt idx="192">
                  <c:v>122.29610339069001</c:v>
                </c:pt>
                <c:pt idx="193">
                  <c:v>122.436409203574</c:v>
                </c:pt>
                <c:pt idx="194">
                  <c:v>122.575908300454</c:v>
                </c:pt>
                <c:pt idx="195">
                  <c:v>122.714605319421</c:v>
                </c:pt>
                <c:pt idx="196">
                  <c:v>122.85250487192501</c:v>
                </c:pt>
                <c:pt idx="197">
                  <c:v>122.989611542917</c:v>
                </c:pt>
                <c:pt idx="198">
                  <c:v>123.12592989100899</c:v>
                </c:pt>
                <c:pt idx="199">
                  <c:v>123.261464448618</c:v>
                </c:pt>
                <c:pt idx="200">
                  <c:v>123.396219722118</c:v>
                </c:pt>
                <c:pt idx="201">
                  <c:v>123.530200191988</c:v>
                </c:pt>
                <c:pt idx="202">
                  <c:v>123.663410312959</c:v>
                </c:pt>
                <c:pt idx="203">
                  <c:v>123.795854514162</c:v>
                </c:pt>
                <c:pt idx="204">
                  <c:v>123.927537199274</c:v>
                </c:pt>
                <c:pt idx="205">
                  <c:v>124.05846274666401</c:v>
                </c:pt>
                <c:pt idx="206">
                  <c:v>124.188635509536</c:v>
                </c:pt>
                <c:pt idx="207">
                  <c:v>124.318059816073</c:v>
                </c:pt>
                <c:pt idx="208">
                  <c:v>124.44673996958301</c:v>
                </c:pt>
                <c:pt idx="209">
                  <c:v>124.574680248639</c:v>
                </c:pt>
                <c:pt idx="210">
                  <c:v>124.70188490722001</c:v>
                </c:pt>
                <c:pt idx="211">
                  <c:v>124.828358174855</c:v>
                </c:pt>
                <c:pt idx="212">
                  <c:v>124.95410425675701</c:v>
                </c:pt>
                <c:pt idx="213">
                  <c:v>125.079127333971</c:v>
                </c:pt>
                <c:pt idx="214">
                  <c:v>125.20343156350501</c:v>
                </c:pt>
                <c:pt idx="215">
                  <c:v>125.32702107847101</c:v>
                </c:pt>
                <c:pt idx="216">
                  <c:v>125.449899988223</c:v>
                </c:pt>
                <c:pt idx="217">
                  <c:v>125.572072378488</c:v>
                </c:pt>
                <c:pt idx="218">
                  <c:v>125.69354231151</c:v>
                </c:pt>
                <c:pt idx="219">
                  <c:v>125.81431382617799</c:v>
                </c:pt>
                <c:pt idx="220">
                  <c:v>125.934390938161</c:v>
                </c:pt>
                <c:pt idx="221">
                  <c:v>126.053777640044</c:v>
                </c:pt>
                <c:pt idx="222">
                  <c:v>126.172477901458</c:v>
                </c:pt>
                <c:pt idx="223">
                  <c:v>126.290495669213</c:v>
                </c:pt>
                <c:pt idx="224">
                  <c:v>126.407834867427</c:v>
                </c:pt>
                <c:pt idx="225">
                  <c:v>126.524499397661</c:v>
                </c:pt>
                <c:pt idx="226">
                  <c:v>126.64049313904199</c:v>
                </c:pt>
                <c:pt idx="227">
                  <c:v>126.755819948397</c:v>
                </c:pt>
                <c:pt idx="228">
                  <c:v>126.87048366038</c:v>
                </c:pt>
                <c:pt idx="229">
                  <c:v>126.984488087595</c:v>
                </c:pt>
                <c:pt idx="230">
                  <c:v>127.09783702073</c:v>
                </c:pt>
                <c:pt idx="231">
                  <c:v>127.210534228678</c:v>
                </c:pt>
                <c:pt idx="232">
                  <c:v>127.322583458663</c:v>
                </c:pt>
                <c:pt idx="233">
                  <c:v>127.433988436364</c:v>
                </c:pt>
                <c:pt idx="234">
                  <c:v>127.54475286604099</c:v>
                </c:pt>
                <c:pt idx="235">
                  <c:v>127.65488043065599</c:v>
                </c:pt>
                <c:pt idx="236">
                  <c:v>127.764374791997</c:v>
                </c:pt>
                <c:pt idx="237">
                  <c:v>127.873239590796</c:v>
                </c:pt>
                <c:pt idx="238">
                  <c:v>127.981478446856</c:v>
                </c:pt>
                <c:pt idx="239">
                  <c:v>128.089094959166</c:v>
                </c:pt>
                <c:pt idx="240">
                  <c:v>128.196092706022</c:v>
                </c:pt>
                <c:pt idx="241">
                  <c:v>128.302475245149</c:v>
                </c:pt>
                <c:pt idx="242">
                  <c:v>128.40824611381501</c:v>
                </c:pt>
                <c:pt idx="243">
                  <c:v>128.51340882894999</c:v>
                </c:pt>
                <c:pt idx="244">
                  <c:v>128.617966887264</c:v>
                </c:pt>
                <c:pt idx="245">
                  <c:v>128.72192376536199</c:v>
                </c:pt>
                <c:pt idx="246">
                  <c:v>128.82528291986</c:v>
                </c:pt>
                <c:pt idx="247">
                  <c:v>128.928047787499</c:v>
                </c:pt>
                <c:pt idx="248">
                  <c:v>129.030221785263</c:v>
                </c:pt>
                <c:pt idx="249">
                  <c:v>129.13180831048601</c:v>
                </c:pt>
                <c:pt idx="250">
                  <c:v>129.23281074097</c:v>
                </c:pt>
                <c:pt idx="251">
                  <c:v>129.33323243509801</c:v>
                </c:pt>
                <c:pt idx="252">
                  <c:v>129.43307673193999</c:v>
                </c:pt>
                <c:pt idx="253">
                  <c:v>129.53234695136999</c:v>
                </c:pt>
                <c:pt idx="254">
                  <c:v>129.63104639417301</c:v>
                </c:pt>
                <c:pt idx="255">
                  <c:v>129.72917834215599</c:v>
                </c:pt>
                <c:pt idx="256">
                  <c:v>129.826746058255</c:v>
                </c:pt>
                <c:pt idx="257">
                  <c:v>129.923752786649</c:v>
                </c:pt>
                <c:pt idx="258">
                  <c:v>130.02020175286</c:v>
                </c:pt>
                <c:pt idx="259">
                  <c:v>130.11609616386701</c:v>
                </c:pt>
                <c:pt idx="260">
                  <c:v>130.21143920820899</c:v>
                </c:pt>
                <c:pt idx="261">
                  <c:v>130.306234056091</c:v>
                </c:pt>
                <c:pt idx="262">
                  <c:v>130.40048385949299</c:v>
                </c:pt>
                <c:pt idx="263">
                  <c:v>130.49419175226799</c:v>
                </c:pt>
                <c:pt idx="264">
                  <c:v>130.58736085025399</c:v>
                </c:pt>
                <c:pt idx="265">
                  <c:v>130.67999425137199</c:v>
                </c:pt>
                <c:pt idx="266">
                  <c:v>130.772095035733</c:v>
                </c:pt>
                <c:pt idx="267">
                  <c:v>130.863666265734</c:v>
                </c:pt>
                <c:pt idx="268">
                  <c:v>130.95471098617</c:v>
                </c:pt>
                <c:pt idx="269">
                  <c:v>131.045232224324</c:v>
                </c:pt>
                <c:pt idx="270">
                  <c:v>131.13523299007599</c:v>
                </c:pt>
                <c:pt idx="271">
                  <c:v>131.22471627599899</c:v>
                </c:pt>
                <c:pt idx="272">
                  <c:v>131.31368505746099</c:v>
                </c:pt>
                <c:pt idx="273">
                  <c:v>131.40214229272101</c:v>
                </c:pt>
                <c:pt idx="274">
                  <c:v>131.49009092302799</c:v>
                </c:pt>
                <c:pt idx="275">
                  <c:v>131.577533872723</c:v>
                </c:pt>
                <c:pt idx="276">
                  <c:v>131.66447404933001</c:v>
                </c:pt>
                <c:pt idx="277">
                  <c:v>131.75091434365601</c:v>
                </c:pt>
                <c:pt idx="278">
                  <c:v>131.83685762988799</c:v>
                </c:pt>
                <c:pt idx="279">
                  <c:v>131.92230676568599</c:v>
                </c:pt>
                <c:pt idx="280">
                  <c:v>132.00726459227999</c:v>
                </c:pt>
                <c:pt idx="281">
                  <c:v>132.091733934563</c:v>
                </c:pt>
                <c:pt idx="282">
                  <c:v>132.17571760118599</c:v>
                </c:pt>
                <c:pt idx="283">
                  <c:v>132.259218384652</c:v>
                </c:pt>
                <c:pt idx="284">
                  <c:v>132.34223906140599</c:v>
                </c:pt>
                <c:pt idx="285">
                  <c:v>132.42478239192999</c:v>
                </c:pt>
                <c:pt idx="286">
                  <c:v>132.50685112083599</c:v>
                </c:pt>
                <c:pt idx="287">
                  <c:v>132.58844797695099</c:v>
                </c:pt>
                <c:pt idx="288">
                  <c:v>132.669575673417</c:v>
                </c:pt>
                <c:pt idx="289">
                  <c:v>132.750236907773</c:v>
                </c:pt>
                <c:pt idx="290">
                  <c:v>132.83043436204699</c:v>
                </c:pt>
                <c:pt idx="291">
                  <c:v>132.91017070285</c:v>
                </c:pt>
                <c:pt idx="292">
                  <c:v>132.989448581457</c:v>
                </c:pt>
                <c:pt idx="293">
                  <c:v>133.06827063390099</c:v>
                </c:pt>
                <c:pt idx="294">
                  <c:v>133.14663948105701</c:v>
                </c:pt>
                <c:pt idx="295">
                  <c:v>133.22455772873201</c:v>
                </c:pt>
                <c:pt idx="296">
                  <c:v>133.302027967751</c:v>
                </c:pt>
                <c:pt idx="297">
                  <c:v>133.37905277403999</c:v>
                </c:pt>
                <c:pt idx="298">
                  <c:v>133.45563470871599</c:v>
                </c:pt>
                <c:pt idx="299">
                  <c:v>133.53177631816899</c:v>
                </c:pt>
                <c:pt idx="300">
                  <c:v>133.60748013415099</c:v>
                </c:pt>
                <c:pt idx="301">
                  <c:v>133.68274867385199</c:v>
                </c:pt>
                <c:pt idx="302">
                  <c:v>133.75758443999399</c:v>
                </c:pt>
                <c:pt idx="303">
                  <c:v>133.83198992090601</c:v>
                </c:pt>
                <c:pt idx="304">
                  <c:v>133.90596759061</c:v>
                </c:pt>
                <c:pt idx="305">
                  <c:v>133.979519908904</c:v>
                </c:pt>
                <c:pt idx="306">
                  <c:v>134.052649321443</c:v>
                </c:pt>
                <c:pt idx="307">
                  <c:v>134.125358259819</c:v>
                </c:pt>
                <c:pt idx="308">
                  <c:v>134.19764914164401</c:v>
                </c:pt>
                <c:pt idx="309">
                  <c:v>134.26952437062801</c:v>
                </c:pt>
                <c:pt idx="310">
                  <c:v>134.34098633666301</c:v>
                </c:pt>
                <c:pt idx="311">
                  <c:v>134.412037415897</c:v>
                </c:pt>
                <c:pt idx="312">
                  <c:v>134.482679970818</c:v>
                </c:pt>
                <c:pt idx="313">
                  <c:v>134.55291635032799</c:v>
                </c:pt>
                <c:pt idx="314">
                  <c:v>134.622748889825</c:v>
                </c:pt>
                <c:pt idx="315">
                  <c:v>134.692179911279</c:v>
                </c:pt>
                <c:pt idx="316">
                  <c:v>134.761211723309</c:v>
                </c:pt>
                <c:pt idx="317">
                  <c:v>134.829846621261</c:v>
                </c:pt>
                <c:pt idx="318">
                  <c:v>134.89808688728101</c:v>
                </c:pt>
                <c:pt idx="319">
                  <c:v>134.965934790397</c:v>
                </c:pt>
                <c:pt idx="320">
                  <c:v>135.03339258658701</c:v>
                </c:pt>
                <c:pt idx="321">
                  <c:v>135.10046251886001</c:v>
                </c:pt>
                <c:pt idx="322">
                  <c:v>135.16714681732699</c:v>
                </c:pt>
                <c:pt idx="323">
                  <c:v>135.233447699278</c:v>
                </c:pt>
                <c:pt idx="324">
                  <c:v>135.29936736925299</c:v>
                </c:pt>
                <c:pt idx="325">
                  <c:v>135.364908019116</c:v>
                </c:pt>
                <c:pt idx="326">
                  <c:v>135.43007182813099</c:v>
                </c:pt>
                <c:pt idx="327">
                  <c:v>135.494860963028</c:v>
                </c:pt>
                <c:pt idx="328">
                  <c:v>135.559277578082</c:v>
                </c:pt>
                <c:pt idx="329">
                  <c:v>135.62332381517999</c:v>
                </c:pt>
                <c:pt idx="330">
                  <c:v>135.68700180389499</c:v>
                </c:pt>
                <c:pt idx="331">
                  <c:v>135.75031366155301</c:v>
                </c:pt>
                <c:pt idx="332">
                  <c:v>135.81326149330999</c:v>
                </c:pt>
                <c:pt idx="333">
                  <c:v>135.87584739221299</c:v>
                </c:pt>
                <c:pt idx="334">
                  <c:v>135.93807343927901</c:v>
                </c:pt>
                <c:pt idx="335">
                  <c:v>135.99994170355799</c:v>
                </c:pt>
                <c:pt idx="336">
                  <c:v>136.06145424220199</c:v>
                </c:pt>
                <c:pt idx="337">
                  <c:v>136.122613100537</c:v>
                </c:pt>
                <c:pt idx="338">
                  <c:v>136.18342031212799</c:v>
                </c:pt>
                <c:pt idx="339">
                  <c:v>136.24387789884801</c:v>
                </c:pt>
                <c:pt idx="340">
                  <c:v>136.30398787094401</c:v>
                </c:pt>
                <c:pt idx="341">
                  <c:v>136.363752227107</c:v>
                </c:pt>
                <c:pt idx="342">
                  <c:v>136.42317295453199</c:v>
                </c:pt>
                <c:pt idx="343">
                  <c:v>136.48225202899201</c:v>
                </c:pt>
                <c:pt idx="344">
                  <c:v>136.540991414898</c:v>
                </c:pt>
                <c:pt idx="345">
                  <c:v>136.599393065366</c:v>
                </c:pt>
                <c:pt idx="346">
                  <c:v>136.65745892228301</c:v>
                </c:pt>
                <c:pt idx="347">
                  <c:v>136.71519091637001</c:v>
                </c:pt>
                <c:pt idx="348">
                  <c:v>136.77259096724799</c:v>
                </c:pt>
                <c:pt idx="349">
                  <c:v>136.829660983498</c:v>
                </c:pt>
                <c:pt idx="350">
                  <c:v>136.88640286273099</c:v>
                </c:pt>
                <c:pt idx="351">
                  <c:v>136.942818491644</c:v>
                </c:pt>
                <c:pt idx="352">
                  <c:v>136.998909746088</c:v>
                </c:pt>
                <c:pt idx="353">
                  <c:v>137.05467849112799</c:v>
                </c:pt>
                <c:pt idx="354">
                  <c:v>137.110126581104</c:v>
                </c:pt>
                <c:pt idx="355">
                  <c:v>137.165255859696</c:v>
                </c:pt>
                <c:pt idx="356">
                  <c:v>137.220068159981</c:v>
                </c:pt>
                <c:pt idx="357">
                  <c:v>137.27456530449999</c:v>
                </c:pt>
                <c:pt idx="358">
                  <c:v>137.328749105311</c:v>
                </c:pt>
                <c:pt idx="359">
                  <c:v>137.38262136405501</c:v>
                </c:pt>
                <c:pt idx="360">
                  <c:v>137.436183872014</c:v>
                </c:pt>
                <c:pt idx="361">
                  <c:v>137.489438410171</c:v>
                </c:pt>
                <c:pt idx="362">
                  <c:v>137.54238674926799</c:v>
                </c:pt>
                <c:pt idx="363">
                  <c:v>137.59503064986501</c:v>
                </c:pt>
                <c:pt idx="364">
                  <c:v>137.647371862402</c:v>
                </c:pt>
                <c:pt idx="365">
                  <c:v>137.699412127252</c:v>
                </c:pt>
                <c:pt idx="366">
                  <c:v>137.75115317478199</c:v>
                </c:pt>
                <c:pt idx="367">
                  <c:v>137.80259672540899</c:v>
                </c:pt>
                <c:pt idx="368">
                  <c:v>137.85374448966101</c:v>
                </c:pt>
                <c:pt idx="369">
                  <c:v>137.90459816822801</c:v>
                </c:pt>
                <c:pt idx="370">
                  <c:v>137.95515945202101</c:v>
                </c:pt>
                <c:pt idx="371">
                  <c:v>138.00543002223301</c:v>
                </c:pt>
                <c:pt idx="372">
                  <c:v>138.055411550385</c:v>
                </c:pt>
                <c:pt idx="373">
                  <c:v>138.10510569839201</c:v>
                </c:pt>
                <c:pt idx="374">
                  <c:v>138.15451411861</c:v>
                </c:pt>
                <c:pt idx="375">
                  <c:v>138.20363845389599</c:v>
                </c:pt>
                <c:pt idx="376">
                  <c:v>138.25248033766201</c:v>
                </c:pt>
                <c:pt idx="377">
                  <c:v>138.301041393926</c:v>
                </c:pt>
                <c:pt idx="378">
                  <c:v>138.34932323736999</c:v>
                </c:pt>
                <c:pt idx="379">
                  <c:v>138.39732747339099</c:v>
                </c:pt>
                <c:pt idx="380">
                  <c:v>138.44505569815601</c:v>
                </c:pt>
                <c:pt idx="381">
                  <c:v>138.49250949865501</c:v>
                </c:pt>
                <c:pt idx="382">
                  <c:v>138.53969045275201</c:v>
                </c:pt>
                <c:pt idx="383">
                  <c:v>138.58660012924</c:v>
                </c:pt>
                <c:pt idx="384">
                  <c:v>138.63324008789101</c:v>
                </c:pt>
                <c:pt idx="385">
                  <c:v>138.679611879508</c:v>
                </c:pt>
                <c:pt idx="386">
                  <c:v>138.72571704597999</c:v>
                </c:pt>
                <c:pt idx="387">
                  <c:v>138.771557120327</c:v>
                </c:pt>
                <c:pt idx="388">
                  <c:v>138.81713362675799</c:v>
                </c:pt>
                <c:pt idx="389">
                  <c:v>138.86244808071501</c:v>
                </c:pt>
                <c:pt idx="390">
                  <c:v>138.90750198892999</c:v>
                </c:pt>
                <c:pt idx="391">
                  <c:v>138.95229684946801</c:v>
                </c:pt>
                <c:pt idx="392">
                  <c:v>138.99683415178399</c:v>
                </c:pt>
                <c:pt idx="393">
                  <c:v>139.04111537676599</c:v>
                </c:pt>
                <c:pt idx="394">
                  <c:v>139.08514199679101</c:v>
                </c:pt>
                <c:pt idx="395">
                  <c:v>139.12891547576501</c:v>
                </c:pt>
                <c:pt idx="396">
                  <c:v>139.17243726918301</c:v>
                </c:pt>
                <c:pt idx="397">
                  <c:v>139.215708824166</c:v>
                </c:pt>
                <c:pt idx="398">
                  <c:v>139.25873157951801</c:v>
                </c:pt>
                <c:pt idx="399">
                  <c:v>139.301506965768</c:v>
                </c:pt>
                <c:pt idx="400">
                  <c:v>139.344036405222</c:v>
                </c:pt>
                <c:pt idx="401">
                  <c:v>139.386321312006</c:v>
                </c:pt>
                <c:pt idx="402">
                  <c:v>139.428363092117</c:v>
                </c:pt>
                <c:pt idx="403">
                  <c:v>139.47016314346601</c:v>
                </c:pt>
                <c:pt idx="404">
                  <c:v>139.51172285592699</c:v>
                </c:pt>
                <c:pt idx="405">
                  <c:v>139.55304361138499</c:v>
                </c:pt>
                <c:pt idx="406">
                  <c:v>139.59412678377601</c:v>
                </c:pt>
                <c:pt idx="407">
                  <c:v>139.63497373913901</c:v>
                </c:pt>
                <c:pt idx="408">
                  <c:v>139.675585835655</c:v>
                </c:pt>
                <c:pt idx="409">
                  <c:v>139.715964423701</c:v>
                </c:pt>
                <c:pt idx="410">
                  <c:v>139.75611084588601</c:v>
                </c:pt>
                <c:pt idx="411">
                  <c:v>139.79602643710001</c:v>
                </c:pt>
                <c:pt idx="412">
                  <c:v>139.835712524559</c:v>
                </c:pt>
                <c:pt idx="413">
                  <c:v>139.87517042784501</c:v>
                </c:pt>
                <c:pt idx="414">
                  <c:v>139.914401458957</c:v>
                </c:pt>
                <c:pt idx="415">
                  <c:v>139.953406922347</c:v>
                </c:pt>
                <c:pt idx="416">
                  <c:v>139.99218811496701</c:v>
                </c:pt>
                <c:pt idx="417">
                  <c:v>140.03074632631399</c:v>
                </c:pt>
                <c:pt idx="418">
                  <c:v>140.06908283847</c:v>
                </c:pt>
                <c:pt idx="419">
                  <c:v>140.10719892614301</c:v>
                </c:pt>
                <c:pt idx="420">
                  <c:v>140.14509585671499</c:v>
                </c:pt>
                <c:pt idx="421">
                  <c:v>140.18277489027901</c:v>
                </c:pt>
                <c:pt idx="422">
                  <c:v>140.220237279683</c:v>
                </c:pt>
                <c:pt idx="423">
                  <c:v>140.257484270573</c:v>
                </c:pt>
                <c:pt idx="424">
                  <c:v>140.29451710142999</c:v>
                </c:pt>
                <c:pt idx="425">
                  <c:v>140.33133700361699</c:v>
                </c:pt>
                <c:pt idx="426">
                  <c:v>140.36794520141601</c:v>
                </c:pt>
                <c:pt idx="427">
                  <c:v>140.40434291206799</c:v>
                </c:pt>
                <c:pt idx="428">
                  <c:v>140.44053134581799</c:v>
                </c:pt>
                <c:pt idx="429">
                  <c:v>140.47651170595</c:v>
                </c:pt>
                <c:pt idx="430">
                  <c:v>140.51228518883099</c:v>
                </c:pt>
                <c:pt idx="431">
                  <c:v>140.54785298394901</c:v>
                </c:pt>
                <c:pt idx="432">
                  <c:v>140.58321627395199</c:v>
                </c:pt>
                <c:pt idx="433">
                  <c:v>140.61837623468901</c:v>
                </c:pt>
                <c:pt idx="434">
                  <c:v>140.65333403524801</c:v>
                </c:pt>
                <c:pt idx="435">
                  <c:v>140.688090837994</c:v>
                </c:pt>
                <c:pt idx="436">
                  <c:v>140.72264779861101</c:v>
                </c:pt>
                <c:pt idx="437">
                  <c:v>140.75700606613501</c:v>
                </c:pt>
                <c:pt idx="438">
                  <c:v>140.791166782998</c:v>
                </c:pt>
                <c:pt idx="439">
                  <c:v>140.825131085062</c:v>
                </c:pt>
                <c:pt idx="440">
                  <c:v>140.858900101659</c:v>
                </c:pt>
                <c:pt idx="441">
                  <c:v>140.892474955626</c:v>
                </c:pt>
                <c:pt idx="442">
                  <c:v>140.92585676334701</c:v>
                </c:pt>
                <c:pt idx="443">
                  <c:v>140.95904663478399</c:v>
                </c:pt>
                <c:pt idx="444">
                  <c:v>140.99204567351799</c:v>
                </c:pt>
                <c:pt idx="445">
                  <c:v>141.024854976786</c:v>
                </c:pt>
                <c:pt idx="446">
                  <c:v>141.05747563551401</c:v>
                </c:pt>
                <c:pt idx="447">
                  <c:v>141.089908734358</c:v>
                </c:pt>
                <c:pt idx="448">
                  <c:v>141.12215535173499</c:v>
                </c:pt>
                <c:pt idx="449">
                  <c:v>141.15421655986199</c:v>
                </c:pt>
                <c:pt idx="450">
                  <c:v>141.186093424793</c:v>
                </c:pt>
                <c:pt idx="451">
                  <c:v>141.217787006451</c:v>
                </c:pt>
                <c:pt idx="452">
                  <c:v>141.24929835866399</c:v>
                </c:pt>
                <c:pt idx="453">
                  <c:v>141.280628529202</c:v>
                </c:pt>
                <c:pt idx="454">
                  <c:v>141.31177855980999</c:v>
                </c:pt>
                <c:pt idx="455">
                  <c:v>141.34274948624301</c:v>
                </c:pt>
                <c:pt idx="456">
                  <c:v>141.373542338302</c:v>
                </c:pt>
                <c:pt idx="457">
                  <c:v>141.40415813986601</c:v>
                </c:pt>
                <c:pt idx="458">
                  <c:v>141.43459790892601</c:v>
                </c:pt>
                <c:pt idx="459">
                  <c:v>141.46486265762201</c:v>
                </c:pt>
                <c:pt idx="460">
                  <c:v>141.494953392273</c:v>
                </c:pt>
                <c:pt idx="461">
                  <c:v>141.52487111341199</c:v>
                </c:pt>
                <c:pt idx="462">
                  <c:v>141.55461681582</c:v>
                </c:pt>
                <c:pt idx="463">
                  <c:v>141.584191488557</c:v>
                </c:pt>
                <c:pt idx="464">
                  <c:v>141.61359611499699</c:v>
                </c:pt>
                <c:pt idx="465">
                  <c:v>141.64283167286001</c:v>
                </c:pt>
                <c:pt idx="466">
                  <c:v>141.671899134245</c:v>
                </c:pt>
                <c:pt idx="467">
                  <c:v>141.70079946566</c:v>
                </c:pt>
                <c:pt idx="468">
                  <c:v>141.729533628057</c:v>
                </c:pt>
                <c:pt idx="469">
                  <c:v>141.758102576862</c:v>
                </c:pt>
                <c:pt idx="470">
                  <c:v>141.786507262008</c:v>
                </c:pt>
                <c:pt idx="471">
                  <c:v>141.81474862796799</c:v>
                </c:pt>
                <c:pt idx="472">
                  <c:v>141.84282761378</c:v>
                </c:pt>
                <c:pt idx="473">
                  <c:v>141.870745153088</c:v>
                </c:pt>
                <c:pt idx="474">
                  <c:v>141.89850217416301</c:v>
                </c:pt>
                <c:pt idx="475">
                  <c:v>141.926099599943</c:v>
                </c:pt>
                <c:pt idx="476">
                  <c:v>141.95353834805701</c:v>
                </c:pt>
                <c:pt idx="477">
                  <c:v>141.980819330858</c:v>
                </c:pt>
                <c:pt idx="478">
                  <c:v>142.00794345545299</c:v>
                </c:pt>
                <c:pt idx="479">
                  <c:v>142.03491162373501</c:v>
                </c:pt>
                <c:pt idx="480">
                  <c:v>142.061724732409</c:v>
                </c:pt>
                <c:pt idx="481">
                  <c:v>142.08838367302599</c:v>
                </c:pt>
                <c:pt idx="482">
                  <c:v>142.11488933200999</c:v>
                </c:pt>
                <c:pt idx="483">
                  <c:v>142.14124259068899</c:v>
                </c:pt>
                <c:pt idx="484">
                  <c:v>142.167444325323</c:v>
                </c:pt>
                <c:pt idx="485">
                  <c:v>142.19349540713401</c:v>
                </c:pt>
                <c:pt idx="486">
                  <c:v>142.219396702334</c:v>
                </c:pt>
                <c:pt idx="487">
                  <c:v>142.24514907215601</c:v>
                </c:pt>
                <c:pt idx="488">
                  <c:v>142.27075337287999</c:v>
                </c:pt>
                <c:pt idx="489">
                  <c:v>142.29621045586299</c:v>
                </c:pt>
                <c:pt idx="490">
                  <c:v>142.321521167566</c:v>
                </c:pt>
                <c:pt idx="491">
                  <c:v>142.34668634958501</c:v>
                </c:pt>
                <c:pt idx="492">
                  <c:v>142.37170683867501</c:v>
                </c:pt>
                <c:pt idx="493">
                  <c:v>142.396583466782</c:v>
                </c:pt>
                <c:pt idx="494">
                  <c:v>142.42131706106599</c:v>
                </c:pt>
                <c:pt idx="495">
                  <c:v>142.44590844393301</c:v>
                </c:pt>
                <c:pt idx="496">
                  <c:v>142.47035843306099</c:v>
                </c:pt>
                <c:pt idx="497">
                  <c:v>142.49466784142399</c:v>
                </c:pt>
                <c:pt idx="498">
                  <c:v>142.51883747732299</c:v>
                </c:pt>
                <c:pt idx="499">
                  <c:v>142.54286814441301</c:v>
                </c:pt>
                <c:pt idx="500">
                  <c:v>142.56676064172501</c:v>
                </c:pt>
                <c:pt idx="501">
                  <c:v>142.59051576369799</c:v>
                </c:pt>
                <c:pt idx="502">
                  <c:v>142.614134300204</c:v>
                </c:pt>
                <c:pt idx="503">
                  <c:v>142.63761703656999</c:v>
                </c:pt>
                <c:pt idx="504">
                  <c:v>142.66096475361101</c:v>
                </c:pt>
                <c:pt idx="505">
                  <c:v>142.68417822765201</c:v>
                </c:pt>
                <c:pt idx="506">
                  <c:v>142.70725823055199</c:v>
                </c:pt>
                <c:pt idx="507">
                  <c:v>142.73020552973401</c:v>
                </c:pt>
                <c:pt idx="508">
                  <c:v>142.75302088820899</c:v>
                </c:pt>
                <c:pt idx="509">
                  <c:v>142.77570506459901</c:v>
                </c:pt>
                <c:pt idx="510">
                  <c:v>142.798258813167</c:v>
                </c:pt>
                <c:pt idx="511">
                  <c:v>142.82068288383499</c:v>
                </c:pt>
                <c:pt idx="512">
                  <c:v>142.84297802221701</c:v>
                </c:pt>
                <c:pt idx="513">
                  <c:v>142.86514496963801</c:v>
                </c:pt>
                <c:pt idx="514">
                  <c:v>142.88718446316099</c:v>
                </c:pt>
                <c:pt idx="515">
                  <c:v>142.90909723561199</c:v>
                </c:pt>
                <c:pt idx="516">
                  <c:v>142.93088401560101</c:v>
                </c:pt>
                <c:pt idx="517">
                  <c:v>142.95254552755199</c:v>
                </c:pt>
                <c:pt idx="518">
                  <c:v>142.97408249172</c:v>
                </c:pt>
                <c:pt idx="519">
                  <c:v>142.995495624223</c:v>
                </c:pt>
                <c:pt idx="520">
                  <c:v>143.01678563705801</c:v>
                </c:pt>
                <c:pt idx="521">
                  <c:v>143.03795323812901</c:v>
                </c:pt>
                <c:pt idx="522">
                  <c:v>143.058999131272</c:v>
                </c:pt>
                <c:pt idx="523">
                  <c:v>143.079924016272</c:v>
                </c:pt>
                <c:pt idx="524">
                  <c:v>143.10072858889501</c:v>
                </c:pt>
                <c:pt idx="525">
                  <c:v>143.12141354090301</c:v>
                </c:pt>
                <c:pt idx="526">
                  <c:v>143.141979560083</c:v>
                </c:pt>
                <c:pt idx="527">
                  <c:v>143.16242733026499</c:v>
                </c:pt>
                <c:pt idx="528">
                  <c:v>143.18275753134901</c:v>
                </c:pt>
                <c:pt idx="529">
                  <c:v>143.20297083932601</c:v>
                </c:pt>
                <c:pt idx="530">
                  <c:v>143.223067926298</c:v>
                </c:pt>
                <c:pt idx="531">
                  <c:v>143.24304946050501</c:v>
                </c:pt>
                <c:pt idx="532">
                  <c:v>143.26291610634399</c:v>
                </c:pt>
                <c:pt idx="533">
                  <c:v>143.282668524391</c:v>
                </c:pt>
                <c:pt idx="534">
                  <c:v>143.302307371426</c:v>
                </c:pt>
                <c:pt idx="535">
                  <c:v>143.32183330044899</c:v>
                </c:pt>
                <c:pt idx="536">
                  <c:v>143.34124696071001</c:v>
                </c:pt>
                <c:pt idx="537">
                  <c:v>143.36054899772299</c:v>
                </c:pt>
                <c:pt idx="538">
                  <c:v>143.37974005329099</c:v>
                </c:pt>
                <c:pt idx="539">
                  <c:v>143.39882076552701</c:v>
                </c:pt>
                <c:pt idx="540">
                  <c:v>143.41779176887499</c:v>
                </c:pt>
                <c:pt idx="541">
                  <c:v>143.43665369413199</c:v>
                </c:pt>
                <c:pt idx="542">
                  <c:v>143.455407168466</c:v>
                </c:pt>
                <c:pt idx="543">
                  <c:v>143.47405281544101</c:v>
                </c:pt>
                <c:pt idx="544">
                  <c:v>143.49259125503499</c:v>
                </c:pt>
                <c:pt idx="545">
                  <c:v>143.51102310365999</c:v>
                </c:pt>
                <c:pt idx="546">
                  <c:v>143.52934897418601</c:v>
                </c:pt>
                <c:pt idx="547">
                  <c:v>143.54756947595899</c:v>
                </c:pt>
                <c:pt idx="548">
                  <c:v>143.56568521481799</c:v>
                </c:pt>
                <c:pt idx="549">
                  <c:v>143.58369679312401</c:v>
                </c:pt>
                <c:pt idx="550">
                  <c:v>143.60160480977001</c:v>
                </c:pt>
                <c:pt idx="551">
                  <c:v>143.61940986020801</c:v>
                </c:pt>
                <c:pt idx="552">
                  <c:v>143.637112536465</c:v>
                </c:pt>
                <c:pt idx="553">
                  <c:v>143.65471342716501</c:v>
                </c:pt>
                <c:pt idx="554">
                  <c:v>143.67221311754801</c:v>
                </c:pt>
                <c:pt idx="555">
                  <c:v>143.68961218948601</c:v>
                </c:pt>
                <c:pt idx="556">
                  <c:v>143.70691122151001</c:v>
                </c:pt>
                <c:pt idx="557">
                  <c:v>143.72411078882001</c:v>
                </c:pt>
                <c:pt idx="558">
                  <c:v>143.74121146331299</c:v>
                </c:pt>
                <c:pt idx="559">
                  <c:v>143.75821381359501</c:v>
                </c:pt>
                <c:pt idx="560">
                  <c:v>143.77511840500199</c:v>
                </c:pt>
                <c:pt idx="561">
                  <c:v>143.79192579962299</c:v>
                </c:pt>
                <c:pt idx="562">
                  <c:v>143.808636556312</c:v>
                </c:pt>
                <c:pt idx="563">
                  <c:v>143.82525123071099</c:v>
                </c:pt>
                <c:pt idx="564">
                  <c:v>143.84177037526601</c:v>
                </c:pt>
                <c:pt idx="565">
                  <c:v>143.85819453924799</c:v>
                </c:pt>
                <c:pt idx="566">
                  <c:v>143.87452426876999</c:v>
                </c:pt>
                <c:pt idx="567">
                  <c:v>143.89076010680401</c:v>
                </c:pt>
                <c:pt idx="568">
                  <c:v>143.90690259320101</c:v>
                </c:pt>
                <c:pt idx="569">
                  <c:v>143.922952264706</c:v>
                </c:pt>
                <c:pt idx="570">
                  <c:v>143.93890965498099</c:v>
                </c:pt>
                <c:pt idx="571">
                  <c:v>143.95477529461601</c:v>
                </c:pt>
                <c:pt idx="572">
                  <c:v>143.97054971115401</c:v>
                </c:pt>
                <c:pt idx="573">
                  <c:v>143.98623342910099</c:v>
                </c:pt>
                <c:pt idx="574">
                  <c:v>144.001826969951</c:v>
                </c:pt>
                <c:pt idx="575">
                  <c:v>144.01733085219701</c:v>
                </c:pt>
                <c:pt idx="576">
                  <c:v>144.03274559135099</c:v>
                </c:pt>
                <c:pt idx="577">
                  <c:v>144.04807169996201</c:v>
                </c:pt>
                <c:pt idx="578">
                  <c:v>144.063309687632</c:v>
                </c:pt>
                <c:pt idx="579">
                  <c:v>144.078460061031</c:v>
                </c:pt>
                <c:pt idx="580">
                  <c:v>144.09352332391799</c:v>
                </c:pt>
                <c:pt idx="581">
                  <c:v>144.108499977154</c:v>
                </c:pt>
                <c:pt idx="582">
                  <c:v>144.123390518722</c:v>
                </c:pt>
                <c:pt idx="583">
                  <c:v>144.13819544373999</c:v>
                </c:pt>
                <c:pt idx="584">
                  <c:v>144.152915244479</c:v>
                </c:pt>
                <c:pt idx="585">
                  <c:v>144.16755041038201</c:v>
                </c:pt>
                <c:pt idx="586">
                  <c:v>144.18210142807399</c:v>
                </c:pt>
                <c:pt idx="587">
                  <c:v>144.19656878138699</c:v>
                </c:pt>
                <c:pt idx="588">
                  <c:v>144.21095295136601</c:v>
                </c:pt>
                <c:pt idx="589">
                  <c:v>144.22525441629401</c:v>
                </c:pt>
                <c:pt idx="590">
                  <c:v>144.23947365170099</c:v>
                </c:pt>
                <c:pt idx="591">
                  <c:v>144.253611130385</c:v>
                </c:pt>
                <c:pt idx="592">
                  <c:v>144.26766732242601</c:v>
                </c:pt>
                <c:pt idx="593">
                  <c:v>144.281642695198</c:v>
                </c:pt>
                <c:pt idx="594">
                  <c:v>144.29553771339201</c:v>
                </c:pt>
                <c:pt idx="595">
                  <c:v>144.30935283902301</c:v>
                </c:pt>
                <c:pt idx="596">
                  <c:v>144.32308853145199</c:v>
                </c:pt>
                <c:pt idx="597">
                  <c:v>144.336745247398</c:v>
                </c:pt>
                <c:pt idx="598">
                  <c:v>144.35032344095501</c:v>
                </c:pt>
                <c:pt idx="599">
                  <c:v>144.363823563604</c:v>
                </c:pt>
                <c:pt idx="600">
                  <c:v>144.37724606423299</c:v>
                </c:pt>
                <c:pt idx="601">
                  <c:v>144.39059138914601</c:v>
                </c:pt>
                <c:pt idx="602">
                  <c:v>144.40385998208399</c:v>
                </c:pt>
                <c:pt idx="603">
                  <c:v>144.41705228423299</c:v>
                </c:pt>
                <c:pt idx="604">
                  <c:v>144.430168734246</c:v>
                </c:pt>
                <c:pt idx="605">
                  <c:v>144.44320976825</c:v>
                </c:pt>
                <c:pt idx="606">
                  <c:v>144.456175819869</c:v>
                </c:pt>
                <c:pt idx="607">
                  <c:v>144.46906732022899</c:v>
                </c:pt>
                <c:pt idx="608">
                  <c:v>144.48188469798001</c:v>
                </c:pt>
                <c:pt idx="609">
                  <c:v>144.49462837930801</c:v>
                </c:pt>
                <c:pt idx="610">
                  <c:v>144.50729878794601</c:v>
                </c:pt>
                <c:pt idx="611">
                  <c:v>144.519896345192</c:v>
                </c:pt>
                <c:pt idx="612">
                  <c:v>144.53242146992201</c:v>
                </c:pt>
                <c:pt idx="613">
                  <c:v>144.54487457860299</c:v>
                </c:pt>
                <c:pt idx="614">
                  <c:v>144.55725608530901</c:v>
                </c:pt>
                <c:pt idx="615">
                  <c:v>144.56956640172899</c:v>
                </c:pt>
                <c:pt idx="616">
                  <c:v>144.58180593719101</c:v>
                </c:pt>
                <c:pt idx="617">
                  <c:v>144.59397509866301</c:v>
                </c:pt>
                <c:pt idx="618">
                  <c:v>144.60607429077899</c:v>
                </c:pt>
                <c:pt idx="619">
                  <c:v>144.618103915842</c:v>
                </c:pt>
                <c:pt idx="620">
                  <c:v>144.630064373843</c:v>
                </c:pt>
                <c:pt idx="621">
                  <c:v>144.641956062476</c:v>
                </c:pt>
                <c:pt idx="622">
                  <c:v>144.65377937714501</c:v>
                </c:pt>
                <c:pt idx="623">
                  <c:v>144.66553471098101</c:v>
                </c:pt>
                <c:pt idx="624">
                  <c:v>144.67722245485501</c:v>
                </c:pt>
                <c:pt idx="625">
                  <c:v>144.68884299739301</c:v>
                </c:pt>
                <c:pt idx="626">
                  <c:v>144.700396724982</c:v>
                </c:pt>
                <c:pt idx="627">
                  <c:v>144.71188402179101</c:v>
                </c:pt>
                <c:pt idx="628">
                  <c:v>144.723305269778</c:v>
                </c:pt>
                <c:pt idx="629">
                  <c:v>144.734660848706</c:v>
                </c:pt>
                <c:pt idx="630">
                  <c:v>144.74595113615501</c:v>
                </c:pt>
                <c:pt idx="631">
                  <c:v>144.75717650753199</c:v>
                </c:pt>
                <c:pt idx="632">
                  <c:v>144.768337336088</c:v>
                </c:pt>
                <c:pt idx="633">
                  <c:v>144.77943399292499</c:v>
                </c:pt>
                <c:pt idx="634">
                  <c:v>144.79046684701399</c:v>
                </c:pt>
                <c:pt idx="635">
                  <c:v>144.80143626520299</c:v>
                </c:pt>
                <c:pt idx="636">
                  <c:v>144.81234261223199</c:v>
                </c:pt>
                <c:pt idx="637">
                  <c:v>144.823186250741</c:v>
                </c:pt>
                <c:pt idx="638">
                  <c:v>144.83396754128901</c:v>
                </c:pt>
                <c:pt idx="639">
                  <c:v>144.84468684235799</c:v>
                </c:pt>
                <c:pt idx="640">
                  <c:v>144.85534451037199</c:v>
                </c:pt>
                <c:pt idx="641">
                  <c:v>144.86594089970299</c:v>
                </c:pt>
                <c:pt idx="642">
                  <c:v>144.87647636268801</c:v>
                </c:pt>
                <c:pt idx="643">
                  <c:v>144.88695124963499</c:v>
                </c:pt>
                <c:pt idx="644">
                  <c:v>144.897365908842</c:v>
                </c:pt>
                <c:pt idx="645">
                  <c:v>144.90772068660101</c:v>
                </c:pt>
                <c:pt idx="646">
                  <c:v>144.91801592721299</c:v>
                </c:pt>
                <c:pt idx="647">
                  <c:v>144.92825197300201</c:v>
                </c:pt>
                <c:pt idx="648">
                  <c:v>144.93842916432101</c:v>
                </c:pt>
                <c:pt idx="649">
                  <c:v>144.94854783956799</c:v>
                </c:pt>
                <c:pt idx="650">
                  <c:v>144.95860833519299</c:v>
                </c:pt>
                <c:pt idx="651">
                  <c:v>144.968610985715</c:v>
                </c:pt>
                <c:pt idx="652">
                  <c:v>144.97855612372601</c:v>
                </c:pt>
                <c:pt idx="653">
                  <c:v>144.988444079907</c:v>
                </c:pt>
                <c:pt idx="654">
                  <c:v>144.998275183039</c:v>
                </c:pt>
                <c:pt idx="655">
                  <c:v>145.008049760012</c:v>
                </c:pt>
                <c:pt idx="656">
                  <c:v>145.01776813583399</c:v>
                </c:pt>
                <c:pt idx="657">
                  <c:v>145.02743063364801</c:v>
                </c:pt>
                <c:pt idx="658">
                  <c:v>145.03703757473599</c:v>
                </c:pt>
                <c:pt idx="659">
                  <c:v>145.04658927853501</c:v>
                </c:pt>
                <c:pt idx="660">
                  <c:v>145.056086062644</c:v>
                </c:pt>
                <c:pt idx="661">
                  <c:v>145.06552824283699</c:v>
                </c:pt>
                <c:pt idx="662">
                  <c:v>145.07491613306999</c:v>
                </c:pt>
                <c:pt idx="663">
                  <c:v>145.08425004549599</c:v>
                </c:pt>
                <c:pt idx="664">
                  <c:v>145.09353029047401</c:v>
                </c:pt>
                <c:pt idx="665">
                  <c:v>145.10275717657501</c:v>
                </c:pt>
                <c:pt idx="666">
                  <c:v>145.11193101059999</c:v>
                </c:pt>
                <c:pt idx="667">
                  <c:v>145.121052097583</c:v>
                </c:pt>
                <c:pt idx="668">
                  <c:v>145.13012074080501</c:v>
                </c:pt>
                <c:pt idx="669">
                  <c:v>145.13913724180301</c:v>
                </c:pt>
                <c:pt idx="670">
                  <c:v>145.14810190038199</c:v>
                </c:pt>
                <c:pt idx="671">
                  <c:v>145.15701501461999</c:v>
                </c:pt>
                <c:pt idx="672">
                  <c:v>145.16587688088501</c:v>
                </c:pt>
                <c:pt idx="673">
                  <c:v>145.174687793836</c:v>
                </c:pt>
                <c:pt idx="674">
                  <c:v>145.183448046443</c:v>
                </c:pt>
                <c:pt idx="675">
                  <c:v>145.19215792998801</c:v>
                </c:pt>
                <c:pt idx="676">
                  <c:v>145.20081773408</c:v>
                </c:pt>
                <c:pt idx="677">
                  <c:v>145.20942774666199</c:v>
                </c:pt>
                <c:pt idx="678">
                  <c:v>145.217988254022</c:v>
                </c:pt>
                <c:pt idx="679">
                  <c:v>145.22649954080001</c:v>
                </c:pt>
                <c:pt idx="680">
                  <c:v>145.23496189000201</c:v>
                </c:pt>
                <c:pt idx="681">
                  <c:v>145.24337558300601</c:v>
                </c:pt>
                <c:pt idx="682">
                  <c:v>145.25174089957201</c:v>
                </c:pt>
                <c:pt idx="683">
                  <c:v>145.26005811785001</c:v>
                </c:pt>
                <c:pt idx="684">
                  <c:v>145.26832751439301</c:v>
                </c:pt>
                <c:pt idx="685">
                  <c:v>145.276549364163</c:v>
                </c:pt>
                <c:pt idx="686">
                  <c:v>145.284723940541</c:v>
                </c:pt>
                <c:pt idx="687">
                  <c:v>145.292851515335</c:v>
                </c:pt>
                <c:pt idx="688">
                  <c:v>145.30093235879301</c:v>
                </c:pt>
                <c:pt idx="689">
                  <c:v>145.30896673960601</c:v>
                </c:pt>
                <c:pt idx="690">
                  <c:v>145.31695492492199</c:v>
                </c:pt>
                <c:pt idx="691">
                  <c:v>145.32489718035299</c:v>
                </c:pt>
                <c:pt idx="692">
                  <c:v>145.332793769983</c:v>
                </c:pt>
                <c:pt idx="693">
                  <c:v>145.34064495637699</c:v>
                </c:pt>
                <c:pt idx="694">
                  <c:v>145.348451000593</c:v>
                </c:pt>
                <c:pt idx="695">
                  <c:v>145.35621216218399</c:v>
                </c:pt>
                <c:pt idx="696">
                  <c:v>145.36392869921499</c:v>
                </c:pt>
                <c:pt idx="697">
                  <c:v>145.37160086826401</c:v>
                </c:pt>
                <c:pt idx="698">
                  <c:v>145.37922892443501</c:v>
                </c:pt>
                <c:pt idx="699">
                  <c:v>145.38681312136401</c:v>
                </c:pt>
                <c:pt idx="700">
                  <c:v>145.39435371123099</c:v>
                </c:pt>
                <c:pt idx="701">
                  <c:v>145.40185094476399</c:v>
                </c:pt>
                <c:pt idx="702">
                  <c:v>145.409305071251</c:v>
                </c:pt>
                <c:pt idx="703">
                  <c:v>145.416716338545</c:v>
                </c:pt>
                <c:pt idx="704">
                  <c:v>145.42408499307399</c:v>
                </c:pt>
                <c:pt idx="705">
                  <c:v>145.43141127985101</c:v>
                </c:pt>
                <c:pt idx="706">
                  <c:v>145.438695442479</c:v>
                </c:pt>
                <c:pt idx="707">
                  <c:v>145.44593772315901</c:v>
                </c:pt>
                <c:pt idx="708">
                  <c:v>145.45313836270199</c:v>
                </c:pt>
                <c:pt idx="709">
                  <c:v>145.46029760053301</c:v>
                </c:pt>
                <c:pt idx="710">
                  <c:v>145.46741567469999</c:v>
                </c:pt>
                <c:pt idx="711">
                  <c:v>145.47449282188401</c:v>
                </c:pt>
                <c:pt idx="712">
                  <c:v>145.48152927740301</c:v>
                </c:pt>
                <c:pt idx="713">
                  <c:v>145.488525275223</c:v>
                </c:pt>
                <c:pt idx="714">
                  <c:v>145.49548104796401</c:v>
                </c:pt>
                <c:pt idx="715">
                  <c:v>145.502396826911</c:v>
                </c:pt>
                <c:pt idx="716">
                  <c:v>145.509272842017</c:v>
                </c:pt>
                <c:pt idx="717">
                  <c:v>145.51610932191201</c:v>
                </c:pt>
                <c:pt idx="718">
                  <c:v>145.52290649391301</c:v>
                </c:pt>
                <c:pt idx="719">
                  <c:v>145.529664584031</c:v>
                </c:pt>
                <c:pt idx="720">
                  <c:v>145.53638381697499</c:v>
                </c:pt>
                <c:pt idx="721">
                  <c:v>145.54306441616299</c:v>
                </c:pt>
                <c:pt idx="722">
                  <c:v>145.54970660372899</c:v>
                </c:pt>
                <c:pt idx="723">
                  <c:v>145.55631060053</c:v>
                </c:pt>
                <c:pt idx="724">
                  <c:v>145.562876626151</c:v>
                </c:pt>
                <c:pt idx="725">
                  <c:v>145.56940489891701</c:v>
                </c:pt>
                <c:pt idx="726">
                  <c:v>145.57589563589599</c:v>
                </c:pt>
                <c:pt idx="727">
                  <c:v>145.582349052909</c:v>
                </c:pt>
                <c:pt idx="728">
                  <c:v>145.58876536453599</c:v>
                </c:pt>
                <c:pt idx="729">
                  <c:v>145.595144784122</c:v>
                </c:pt>
                <c:pt idx="730">
                  <c:v>145.60148752378601</c:v>
                </c:pt>
                <c:pt idx="731">
                  <c:v>145.60779379442801</c:v>
                </c:pt>
                <c:pt idx="732">
                  <c:v>145.61406380573601</c:v>
                </c:pt>
                <c:pt idx="733">
                  <c:v>145.620297766189</c:v>
                </c:pt>
                <c:pt idx="734">
                  <c:v>145.62649588307099</c:v>
                </c:pt>
                <c:pt idx="735">
                  <c:v>145.63265836247299</c:v>
                </c:pt>
                <c:pt idx="736">
                  <c:v>145.6387854093</c:v>
                </c:pt>
                <c:pt idx="737">
                  <c:v>145.64487722728001</c:v>
                </c:pt>
                <c:pt idx="738">
                  <c:v>145.650934018969</c:v>
                </c:pt>
                <c:pt idx="739">
                  <c:v>145.656955985759</c:v>
                </c:pt>
                <c:pt idx="740">
                  <c:v>145.662943327883</c:v>
                </c:pt>
                <c:pt idx="741">
                  <c:v>145.66889624442501</c:v>
                </c:pt>
                <c:pt idx="742">
                  <c:v>145.67481493331999</c:v>
                </c:pt>
                <c:pt idx="743">
                  <c:v>145.680699591371</c:v>
                </c:pt>
                <c:pt idx="744">
                  <c:v>145.68655041424299</c:v>
                </c:pt>
                <c:pt idx="745">
                  <c:v>145.69236759648001</c:v>
                </c:pt>
                <c:pt idx="746">
                  <c:v>145.698151331508</c:v>
                </c:pt>
                <c:pt idx="747">
                  <c:v>145.703901811637</c:v>
                </c:pt>
                <c:pt idx="748">
                  <c:v>145.70961922807501</c:v>
                </c:pt>
                <c:pt idx="749">
                  <c:v>145.71530377092901</c:v>
                </c:pt>
                <c:pt idx="750">
                  <c:v>145.72095562921399</c:v>
                </c:pt>
                <c:pt idx="751">
                  <c:v>145.726574990855</c:v>
                </c:pt>
                <c:pt idx="752">
                  <c:v>145.73216204270099</c:v>
                </c:pt>
                <c:pt idx="753">
                  <c:v>145.737716970523</c:v>
                </c:pt>
                <c:pt idx="754">
                  <c:v>145.743239959026</c:v>
                </c:pt>
                <c:pt idx="755">
                  <c:v>145.74873119185301</c:v>
                </c:pt>
                <c:pt idx="756">
                  <c:v>145.75419085159001</c:v>
                </c:pt>
                <c:pt idx="757">
                  <c:v>145.75961911977299</c:v>
                </c:pt>
                <c:pt idx="758">
                  <c:v>145.76501617689601</c:v>
                </c:pt>
                <c:pt idx="759">
                  <c:v>145.770382202413</c:v>
                </c:pt>
                <c:pt idx="760">
                  <c:v>145.77571737474901</c:v>
                </c:pt>
                <c:pt idx="761">
                  <c:v>145.781021871299</c:v>
                </c:pt>
                <c:pt idx="762">
                  <c:v>145.78629586844201</c:v>
                </c:pt>
                <c:pt idx="763">
                  <c:v>145.79153954154</c:v>
                </c:pt>
                <c:pt idx="764">
                  <c:v>145.79675306495</c:v>
                </c:pt>
                <c:pt idx="765">
                  <c:v>145.80193661202199</c:v>
                </c:pt>
                <c:pt idx="766">
                  <c:v>145.80709035511401</c:v>
                </c:pt>
                <c:pt idx="767">
                  <c:v>145.81221446558899</c:v>
                </c:pt>
                <c:pt idx="768">
                  <c:v>145.817309113828</c:v>
                </c:pt>
                <c:pt idx="769">
                  <c:v>145.82237446923</c:v>
                </c:pt>
                <c:pt idx="770">
                  <c:v>145.82741070022001</c:v>
                </c:pt>
                <c:pt idx="771">
                  <c:v>145.832417974257</c:v>
                </c:pt>
                <c:pt idx="772">
                  <c:v>145.83739645783501</c:v>
                </c:pt>
                <c:pt idx="773">
                  <c:v>145.84234631649099</c:v>
                </c:pt>
                <c:pt idx="774">
                  <c:v>145.84726771481101</c:v>
                </c:pt>
                <c:pt idx="775">
                  <c:v>145.85216081643301</c:v>
                </c:pt>
                <c:pt idx="776">
                  <c:v>145.85702578405699</c:v>
                </c:pt>
                <c:pt idx="777">
                  <c:v>145.861862779445</c:v>
                </c:pt>
                <c:pt idx="778">
                  <c:v>145.86667196342901</c:v>
                </c:pt>
                <c:pt idx="779">
                  <c:v>145.871453495917</c:v>
                </c:pt>
                <c:pt idx="780">
                  <c:v>145.876207535899</c:v>
                </c:pt>
                <c:pt idx="781">
                  <c:v>145.88093424144901</c:v>
                </c:pt>
                <c:pt idx="782">
                  <c:v>145.88563376973201</c:v>
                </c:pt>
                <c:pt idx="783">
                  <c:v>145.89030627700899</c:v>
                </c:pt>
                <c:pt idx="784">
                  <c:v>145.89495191864501</c:v>
                </c:pt>
                <c:pt idx="785">
                  <c:v>145.89957084910901</c:v>
                </c:pt>
                <c:pt idx="786">
                  <c:v>145.90416322198399</c:v>
                </c:pt>
                <c:pt idx="787">
                  <c:v>145.908729189968</c:v>
                </c:pt>
                <c:pt idx="788">
                  <c:v>145.91326890488301</c:v>
                </c:pt>
                <c:pt idx="789">
                  <c:v>145.91778251767599</c:v>
                </c:pt>
                <c:pt idx="790">
                  <c:v>145.922270178427</c:v>
                </c:pt>
                <c:pt idx="791">
                  <c:v>145.926732036353</c:v>
                </c:pt>
                <c:pt idx="792">
                  <c:v>145.93116823981401</c:v>
                </c:pt>
                <c:pt idx="793">
                  <c:v>145.93557893631601</c:v>
                </c:pt>
                <c:pt idx="794">
                  <c:v>145.93996427251699</c:v>
                </c:pt>
                <c:pt idx="795">
                  <c:v>145.94432439423099</c:v>
                </c:pt>
                <c:pt idx="796">
                  <c:v>145.94865944643601</c:v>
                </c:pt>
                <c:pt idx="797">
                  <c:v>145.95296957327301</c:v>
                </c:pt>
                <c:pt idx="798">
                  <c:v>145.957254918058</c:v>
                </c:pt>
                <c:pt idx="799">
                  <c:v>145.96151562328001</c:v>
                </c:pt>
                <c:pt idx="800">
                  <c:v>145.96575183060901</c:v>
                </c:pt>
                <c:pt idx="801">
                  <c:v>145.969963680902</c:v>
                </c:pt>
                <c:pt idx="802">
                  <c:v>145.97415131420601</c:v>
                </c:pt>
                <c:pt idx="803">
                  <c:v>145.97831486976099</c:v>
                </c:pt>
                <c:pt idx="804">
                  <c:v>145.98245448600801</c:v>
                </c:pt>
                <c:pt idx="805">
                  <c:v>145.98657030059201</c:v>
                </c:pt>
                <c:pt idx="806">
                  <c:v>145.99066245036499</c:v>
                </c:pt>
                <c:pt idx="807">
                  <c:v>145.99473107139301</c:v>
                </c:pt>
                <c:pt idx="808">
                  <c:v>145.99877629896099</c:v>
                </c:pt>
                <c:pt idx="809">
                  <c:v>146.002798267575</c:v>
                </c:pt>
                <c:pt idx="810">
                  <c:v>146.006797110966</c:v>
                </c:pt>
                <c:pt idx="811">
                  <c:v>146.01077296209999</c:v>
                </c:pt>
                <c:pt idx="812">
                  <c:v>146.01472595317401</c:v>
                </c:pt>
                <c:pt idx="813">
                  <c:v>146.01865621562899</c:v>
                </c:pt>
                <c:pt idx="814">
                  <c:v>146.022563880147</c:v>
                </c:pt>
                <c:pt idx="815">
                  <c:v>146.02644907666101</c:v>
                </c:pt>
                <c:pt idx="816">
                  <c:v>146.03031193435501</c:v>
                </c:pt>
                <c:pt idx="817">
                  <c:v>146.034152581672</c:v>
                </c:pt>
                <c:pt idx="818">
                  <c:v>146.03797114631499</c:v>
                </c:pt>
                <c:pt idx="819">
                  <c:v>146.04176775525301</c:v>
                </c:pt>
                <c:pt idx="820">
                  <c:v>146.045542534726</c:v>
                </c:pt>
                <c:pt idx="821">
                  <c:v>146.04929561024801</c:v>
                </c:pt>
                <c:pt idx="822">
                  <c:v>146.05302710660899</c:v>
                </c:pt>
                <c:pt idx="823">
                  <c:v>146.056737147885</c:v>
                </c:pt>
                <c:pt idx="824">
                  <c:v>146.060425857436</c:v>
                </c:pt>
                <c:pt idx="825">
                  <c:v>146.06409335791301</c:v>
                </c:pt>
                <c:pt idx="826">
                  <c:v>146.067739771264</c:v>
                </c:pt>
                <c:pt idx="827">
                  <c:v>146.071365218734</c:v>
                </c:pt>
                <c:pt idx="828">
                  <c:v>146.074969820869</c:v>
                </c:pt>
                <c:pt idx="829">
                  <c:v>146.07855369752701</c:v>
                </c:pt>
                <c:pt idx="830">
                  <c:v>146.082116967871</c:v>
                </c:pt>
                <c:pt idx="831">
                  <c:v>146.085659750384</c:v>
                </c:pt>
                <c:pt idx="832">
                  <c:v>146.08918216286401</c:v>
                </c:pt>
                <c:pt idx="833">
                  <c:v>146.092684322434</c:v>
                </c:pt>
                <c:pt idx="834">
                  <c:v>146.096166345542</c:v>
                </c:pt>
                <c:pt idx="835">
                  <c:v>146.09962834796701</c:v>
                </c:pt>
                <c:pt idx="836">
                  <c:v>146.103070444824</c:v>
                </c:pt>
                <c:pt idx="837">
                  <c:v>146.10649275056201</c:v>
                </c:pt>
                <c:pt idx="838">
                  <c:v>146.109895378977</c:v>
                </c:pt>
                <c:pt idx="839">
                  <c:v>146.11327844320701</c:v>
                </c:pt>
                <c:pt idx="840">
                  <c:v>146.11664205574101</c:v>
                </c:pt>
                <c:pt idx="841">
                  <c:v>146.11998632842099</c:v>
                </c:pt>
                <c:pt idx="842">
                  <c:v>146.12331137244601</c:v>
                </c:pt>
                <c:pt idx="843">
                  <c:v>146.126617298376</c:v>
                </c:pt>
                <c:pt idx="844">
                  <c:v>146.12990421613301</c:v>
                </c:pt>
                <c:pt idx="845">
                  <c:v>146.13317223500999</c:v>
                </c:pt>
                <c:pt idx="846">
                  <c:v>146.13642146367101</c:v>
                </c:pt>
                <c:pt idx="847">
                  <c:v>146.13965201015401</c:v>
                </c:pt>
                <c:pt idx="848">
                  <c:v>146.14286398187599</c:v>
                </c:pt>
                <c:pt idx="849">
                  <c:v>146.14605748563699</c:v>
                </c:pt>
                <c:pt idx="850">
                  <c:v>146.14923262762301</c:v>
                </c:pt>
                <c:pt idx="851">
                  <c:v>146.15238951340999</c:v>
                </c:pt>
                <c:pt idx="852">
                  <c:v>146.15552824796401</c:v>
                </c:pt>
                <c:pt idx="853">
                  <c:v>146.158648935652</c:v>
                </c:pt>
                <c:pt idx="854">
                  <c:v>146.16175168023699</c:v>
                </c:pt>
                <c:pt idx="855">
                  <c:v>146.16483658488801</c:v>
                </c:pt>
                <c:pt idx="856">
                  <c:v>146.16790375217801</c:v>
                </c:pt>
                <c:pt idx="857">
                  <c:v>146.170953284094</c:v>
                </c:pt>
                <c:pt idx="858">
                  <c:v>146.17398528203401</c:v>
                </c:pt>
                <c:pt idx="859">
                  <c:v>146.176999846813</c:v>
                </c:pt>
                <c:pt idx="860">
                  <c:v>146.17999707866699</c:v>
                </c:pt>
                <c:pt idx="861">
                  <c:v>146.182977077256</c:v>
                </c:pt>
                <c:pt idx="862">
                  <c:v>146.18593994166699</c:v>
                </c:pt>
                <c:pt idx="863">
                  <c:v>146.18888577041599</c:v>
                </c:pt>
                <c:pt idx="864">
                  <c:v>146.19181466145301</c:v>
                </c:pt>
                <c:pt idx="865">
                  <c:v>146.19472671216701</c:v>
                </c:pt>
                <c:pt idx="866">
                  <c:v>146.197622019383</c:v>
                </c:pt>
                <c:pt idx="867">
                  <c:v>146.20050067937299</c:v>
                </c:pt>
                <c:pt idx="868">
                  <c:v>146.20336278785399</c:v>
                </c:pt>
                <c:pt idx="869">
                  <c:v>146.20620843999299</c:v>
                </c:pt>
                <c:pt idx="870">
                  <c:v>146.209037730408</c:v>
                </c:pt>
                <c:pt idx="871">
                  <c:v>146.21185075317501</c:v>
                </c:pt>
                <c:pt idx="872">
                  <c:v>146.214647601829</c:v>
                </c:pt>
                <c:pt idx="873">
                  <c:v>146.21742836936701</c:v>
                </c:pt>
                <c:pt idx="874">
                  <c:v>146.22019314825101</c:v>
                </c:pt>
                <c:pt idx="875">
                  <c:v>146.22294203041</c:v>
                </c:pt>
                <c:pt idx="876">
                  <c:v>146.22567510724701</c:v>
                </c:pt>
                <c:pt idx="877">
                  <c:v>146.228392469639</c:v>
                </c:pt>
                <c:pt idx="878">
                  <c:v>146.23109420793801</c:v>
                </c:pt>
                <c:pt idx="879">
                  <c:v>146.23378041197901</c:v>
                </c:pt>
                <c:pt idx="880">
                  <c:v>146.23645117108001</c:v>
                </c:pt>
                <c:pt idx="881">
                  <c:v>146.23910657404599</c:v>
                </c:pt>
                <c:pt idx="882">
                  <c:v>146.24174670916901</c:v>
                </c:pt>
                <c:pt idx="883">
                  <c:v>146.24437166423499</c:v>
                </c:pt>
                <c:pt idx="884">
                  <c:v>146.24698152652601</c:v>
                </c:pt>
                <c:pt idx="885">
                  <c:v>146.249576382822</c:v>
                </c:pt>
                <c:pt idx="886">
                  <c:v>146.25215631940199</c:v>
                </c:pt>
                <c:pt idx="887">
                  <c:v>146.25472142205001</c:v>
                </c:pt>
                <c:pt idx="888">
                  <c:v>146.25727177605901</c:v>
                </c:pt>
                <c:pt idx="889">
                  <c:v>146.25980746622801</c:v>
                </c:pt>
                <c:pt idx="890">
                  <c:v>146.262328576871</c:v>
                </c:pt>
                <c:pt idx="891">
                  <c:v>146.264835191815</c:v>
                </c:pt>
                <c:pt idx="892">
                  <c:v>146.267327394408</c:v>
                </c:pt>
                <c:pt idx="893">
                  <c:v>146.26980526751601</c:v>
                </c:pt>
                <c:pt idx="894">
                  <c:v>146.272268893529</c:v>
                </c:pt>
                <c:pt idx="895">
                  <c:v>146.274718354366</c:v>
                </c:pt>
                <c:pt idx="896">
                  <c:v>146.277153731471</c:v>
                </c:pt>
                <c:pt idx="897">
                  <c:v>146.279575105823</c:v>
                </c:pt>
                <c:pt idx="898">
                  <c:v>146.28198255793299</c:v>
                </c:pt>
                <c:pt idx="899">
                  <c:v>146.28437616785001</c:v>
                </c:pt>
                <c:pt idx="900">
                  <c:v>146.286756015164</c:v>
                </c:pt>
                <c:pt idx="901">
                  <c:v>146.28912217900501</c:v>
                </c:pt>
                <c:pt idx="902">
                  <c:v>146.29147473805</c:v>
                </c:pt>
                <c:pt idx="903">
                  <c:v>146.29381377052201</c:v>
                </c:pt>
                <c:pt idx="904">
                  <c:v>146.29613935419599</c:v>
                </c:pt>
                <c:pt idx="905">
                  <c:v>146.298451566398</c:v>
                </c:pt>
                <c:pt idx="906">
                  <c:v>146.30075048401201</c:v>
                </c:pt>
                <c:pt idx="907">
                  <c:v>146.303036183476</c:v>
                </c:pt>
                <c:pt idx="908">
                  <c:v>146.30530874079301</c:v>
                </c:pt>
                <c:pt idx="909">
                  <c:v>146.30756823152501</c:v>
                </c:pt>
                <c:pt idx="910">
                  <c:v>146.309814730802</c:v>
                </c:pt>
                <c:pt idx="911">
                  <c:v>146.31204831332099</c:v>
                </c:pt>
                <c:pt idx="912">
                  <c:v>146.31426905335101</c:v>
                </c:pt>
                <c:pt idx="913">
                  <c:v>146.316477024731</c:v>
                </c:pt>
                <c:pt idx="914">
                  <c:v>146.318672300879</c:v>
                </c:pt>
                <c:pt idx="915">
                  <c:v>146.32085495478699</c:v>
                </c:pt>
                <c:pt idx="916">
                  <c:v>146.32302505903201</c:v>
                </c:pt>
                <c:pt idx="917">
                  <c:v>146.32518268576899</c:v>
                </c:pt>
                <c:pt idx="918">
                  <c:v>146.327327906742</c:v>
                </c:pt>
                <c:pt idx="919">
                  <c:v>146.329460793279</c:v>
                </c:pt>
                <c:pt idx="920">
                  <c:v>146.33158141630099</c:v>
                </c:pt>
                <c:pt idx="921">
                  <c:v>146.33368984632</c:v>
                </c:pt>
                <c:pt idx="922">
                  <c:v>146.33578615344101</c:v>
                </c:pt>
                <c:pt idx="923">
                  <c:v>146.337870407368</c:v>
                </c:pt>
                <c:pt idx="924">
                  <c:v>146.339942677404</c:v>
                </c:pt>
                <c:pt idx="925">
                  <c:v>146.34200303245299</c:v>
                </c:pt>
                <c:pt idx="926">
                  <c:v>146.34405154102299</c:v>
                </c:pt>
                <c:pt idx="927">
                  <c:v>146.34608827122699</c:v>
                </c:pt>
                <c:pt idx="928">
                  <c:v>146.348113290789</c:v>
                </c:pt>
                <c:pt idx="929">
                  <c:v>146.350126667041</c:v>
                </c:pt>
                <c:pt idx="930">
                  <c:v>146.352128466929</c:v>
                </c:pt>
                <c:pt idx="931">
                  <c:v>146.35411875701399</c:v>
                </c:pt>
                <c:pt idx="932">
                  <c:v>146.35609760347401</c:v>
                </c:pt>
                <c:pt idx="933">
                  <c:v>146.358065072107</c:v>
                </c:pt>
                <c:pt idx="934">
                  <c:v>146.36002122833199</c:v>
                </c:pt>
                <c:pt idx="935">
                  <c:v>146.36196613719301</c:v>
                </c:pt>
                <c:pt idx="936">
                  <c:v>146.36389986335899</c:v>
                </c:pt>
                <c:pt idx="937">
                  <c:v>146.36582247112699</c:v>
                </c:pt>
                <c:pt idx="938">
                  <c:v>146.367734024425</c:v>
                </c:pt>
                <c:pt idx="939">
                  <c:v>146.36963458681399</c:v>
                </c:pt>
                <c:pt idx="940">
                  <c:v>146.37152422148699</c:v>
                </c:pt>
                <c:pt idx="941">
                  <c:v>146.373402991277</c:v>
                </c:pt>
                <c:pt idx="942">
                  <c:v>146.375270958653</c:v>
                </c:pt>
                <c:pt idx="943">
                  <c:v>146.37712818572601</c:v>
                </c:pt>
                <c:pt idx="944">
                  <c:v>146.37897473425099</c:v>
                </c:pt>
                <c:pt idx="945">
                  <c:v>146.380810665626</c:v>
                </c:pt>
                <c:pt idx="946">
                  <c:v>146.38263604089599</c:v>
                </c:pt>
                <c:pt idx="947">
                  <c:v>146.38445092075699</c:v>
                </c:pt>
                <c:pt idx="948">
                  <c:v>146.38625536555401</c:v>
                </c:pt>
                <c:pt idx="949">
                  <c:v>146.38804943528601</c:v>
                </c:pt>
                <c:pt idx="950">
                  <c:v>146.38983318960601</c:v>
                </c:pt>
                <c:pt idx="951">
                  <c:v>146.391606687826</c:v>
                </c:pt>
                <c:pt idx="952">
                  <c:v>146.393369988915</c:v>
                </c:pt>
                <c:pt idx="953">
                  <c:v>146.39512315150401</c:v>
                </c:pt>
                <c:pt idx="954">
                  <c:v>146.39686623388701</c:v>
                </c:pt>
                <c:pt idx="955">
                  <c:v>146.39859929402201</c:v>
                </c:pt>
                <c:pt idx="956">
                  <c:v>146.40032238953401</c:v>
                </c:pt>
                <c:pt idx="957">
                  <c:v>146.40203557771699</c:v>
                </c:pt>
                <c:pt idx="958">
                  <c:v>146.403738915536</c:v>
                </c:pt>
                <c:pt idx="959">
                  <c:v>146.40543245962701</c:v>
                </c:pt>
                <c:pt idx="960">
                  <c:v>146.40711626630099</c:v>
                </c:pt>
                <c:pt idx="961">
                  <c:v>146.408790391547</c:v>
                </c:pt>
                <c:pt idx="962">
                  <c:v>146.41045489103001</c:v>
                </c:pt>
                <c:pt idx="963">
                  <c:v>146.412109820095</c:v>
                </c:pt>
                <c:pt idx="964">
                  <c:v>146.413755233769</c:v>
                </c:pt>
                <c:pt idx="965">
                  <c:v>146.415391186764</c:v>
                </c:pt>
                <c:pt idx="966">
                  <c:v>146.41701773347501</c:v>
                </c:pt>
                <c:pt idx="967">
                  <c:v>146.418634927987</c:v>
                </c:pt>
                <c:pt idx="968">
                  <c:v>146.42024282407201</c:v>
                </c:pt>
                <c:pt idx="969">
                  <c:v>146.42184147519299</c:v>
                </c:pt>
                <c:pt idx="970">
                  <c:v>146.423430934507</c:v>
                </c:pt>
                <c:pt idx="971">
                  <c:v>146.42501125486299</c:v>
                </c:pt>
                <c:pt idx="972">
                  <c:v>146.426582488809</c:v>
                </c:pt>
                <c:pt idx="973">
                  <c:v>146.42814468858799</c:v>
                </c:pt>
                <c:pt idx="974">
                  <c:v>146.42969790614501</c:v>
                </c:pt>
                <c:pt idx="975">
                  <c:v>146.43124219312401</c:v>
                </c:pt>
                <c:pt idx="976">
                  <c:v>146.432777600875</c:v>
                </c:pt>
                <c:pt idx="977">
                  <c:v>146.43430418045099</c:v>
                </c:pt>
                <c:pt idx="978">
                  <c:v>146.435821982611</c:v>
                </c:pt>
                <c:pt idx="979">
                  <c:v>146.43733105782201</c:v>
                </c:pt>
                <c:pt idx="980">
                  <c:v>146.43883145626299</c:v>
                </c:pt>
                <c:pt idx="981">
                  <c:v>146.44032322782201</c:v>
                </c:pt>
                <c:pt idx="982">
                  <c:v>146.44180642210199</c:v>
                </c:pt>
                <c:pt idx="983">
                  <c:v>146.44328108842001</c:v>
                </c:pt>
                <c:pt idx="984">
                  <c:v>146.44474727580899</c:v>
                </c:pt>
                <c:pt idx="985">
                  <c:v>146.44620503301999</c:v>
                </c:pt>
                <c:pt idx="986">
                  <c:v>146.44765440852601</c:v>
                </c:pt>
                <c:pt idx="987">
                  <c:v>146.44909545051701</c:v>
                </c:pt>
                <c:pt idx="988">
                  <c:v>146.450528206911</c:v>
                </c:pt>
                <c:pt idx="989">
                  <c:v>146.45195272534599</c:v>
                </c:pt>
                <c:pt idx="990">
                  <c:v>146.45336905318999</c:v>
                </c:pt>
                <c:pt idx="991">
                  <c:v>146.45477723753399</c:v>
                </c:pt>
                <c:pt idx="992">
                  <c:v>146.45617732520299</c:v>
                </c:pt>
                <c:pt idx="993">
                  <c:v>146.45756936275001</c:v>
                </c:pt>
                <c:pt idx="994">
                  <c:v>146.458953396461</c:v>
                </c:pt>
                <c:pt idx="995">
                  <c:v>146.46032947235599</c:v>
                </c:pt>
                <c:pt idx="996">
                  <c:v>146.46169763619</c:v>
                </c:pt>
                <c:pt idx="997">
                  <c:v>146.46305793345499</c:v>
                </c:pt>
                <c:pt idx="998">
                  <c:v>146.46441040938299</c:v>
                </c:pt>
                <c:pt idx="999">
                  <c:v>146.465755108943</c:v>
                </c:pt>
                <c:pt idx="1000">
                  <c:v>146.467092076847</c:v>
                </c:pt>
                <c:pt idx="1001">
                  <c:v>146.46842135755099</c:v>
                </c:pt>
                <c:pt idx="1002">
                  <c:v>146.46974299525399</c:v>
                </c:pt>
                <c:pt idx="1003">
                  <c:v>146.4710570339</c:v>
                </c:pt>
                <c:pt idx="1004">
                  <c:v>146.472363517183</c:v>
                </c:pt>
                <c:pt idx="1005">
                  <c:v>146.47366248854399</c:v>
                </c:pt>
                <c:pt idx="1006">
                  <c:v>146.474953991174</c:v>
                </c:pt>
                <c:pt idx="1007">
                  <c:v>146.47623806801599</c:v>
                </c:pt>
                <c:pt idx="1008">
                  <c:v>146.477514761766</c:v>
                </c:pt>
                <c:pt idx="1009">
                  <c:v>146.47878411487699</c:v>
                </c:pt>
                <c:pt idx="1010">
                  <c:v>146.48004616955299</c:v>
                </c:pt>
                <c:pt idx="1011">
                  <c:v>146.48130096775901</c:v>
                </c:pt>
                <c:pt idx="1012">
                  <c:v>146.482548551218</c:v>
                </c:pt>
                <c:pt idx="1013">
                  <c:v>146.48378896141301</c:v>
                </c:pt>
                <c:pt idx="1014">
                  <c:v>146.48502223958701</c:v>
                </c:pt>
                <c:pt idx="1015">
                  <c:v>146.486248426749</c:v>
                </c:pt>
                <c:pt idx="1016">
                  <c:v>146.48746756366899</c:v>
                </c:pt>
                <c:pt idx="1017">
                  <c:v>146.48867969088499</c:v>
                </c:pt>
                <c:pt idx="1018">
                  <c:v>146.48988484869901</c:v>
                </c:pt>
                <c:pt idx="1019">
                  <c:v>146.491083077186</c:v>
                </c:pt>
                <c:pt idx="1020">
                  <c:v>146.49227441618501</c:v>
                </c:pt>
                <c:pt idx="1021">
                  <c:v>146.493458905311</c:v>
                </c:pt>
                <c:pt idx="1022">
                  <c:v>146.494636583947</c:v>
                </c:pt>
                <c:pt idx="1023">
                  <c:v>146.495807491253</c:v>
                </c:pt>
                <c:pt idx="1024">
                  <c:v>146.49697166616099</c:v>
                </c:pt>
                <c:pt idx="1025">
                  <c:v>146.49812914738101</c:v>
                </c:pt>
                <c:pt idx="1026">
                  <c:v>146.49927997340001</c:v>
                </c:pt>
                <c:pt idx="1027">
                  <c:v>146.50042418248299</c:v>
                </c:pt>
                <c:pt idx="1028">
                  <c:v>146.50156181267701</c:v>
                </c:pt>
                <c:pt idx="1029">
                  <c:v>146.50269290180699</c:v>
                </c:pt>
                <c:pt idx="1030">
                  <c:v>146.50381748748401</c:v>
                </c:pt>
                <c:pt idx="1031">
                  <c:v>146.50493560710001</c:v>
                </c:pt>
                <c:pt idx="1032">
                  <c:v>146.50604729783299</c:v>
                </c:pt>
                <c:pt idx="1033">
                  <c:v>146.50715259664801</c:v>
                </c:pt>
                <c:pt idx="1034">
                  <c:v>146.50825154029599</c:v>
                </c:pt>
                <c:pt idx="1035">
                  <c:v>146.509344165318</c:v>
                </c:pt>
                <c:pt idx="1036">
                  <c:v>146.510430508045</c:v>
                </c:pt>
                <c:pt idx="1037">
                  <c:v>146.51151060459699</c:v>
                </c:pt>
                <c:pt idx="1038">
                  <c:v>146.51258449088999</c:v>
                </c:pt>
                <c:pt idx="1039">
                  <c:v>146.51365220262801</c:v>
                </c:pt>
                <c:pt idx="1040">
                  <c:v>146.51471377531601</c:v>
                </c:pt>
                <c:pt idx="1041">
                  <c:v>146.515769244251</c:v>
                </c:pt>
                <c:pt idx="1042">
                  <c:v>146.51681864452701</c:v>
                </c:pt>
                <c:pt idx="1043">
                  <c:v>146.51786201103801</c:v>
                </c:pt>
                <c:pt idx="1044">
                  <c:v>146.51889937847699</c:v>
                </c:pt>
                <c:pt idx="1045">
                  <c:v>146.519930781336</c:v>
                </c:pt>
                <c:pt idx="1046">
                  <c:v>146.52095625390999</c:v>
                </c:pt>
                <c:pt idx="1047">
                  <c:v>146.52197583029599</c:v>
                </c:pt>
                <c:pt idx="1048">
                  <c:v>146.52298954439601</c:v>
                </c:pt>
                <c:pt idx="1049">
                  <c:v>146.52399742991699</c:v>
                </c:pt>
                <c:pt idx="1050">
                  <c:v>146.52499952037201</c:v>
                </c:pt>
                <c:pt idx="1051">
                  <c:v>146.52599584908</c:v>
                </c:pt>
                <c:pt idx="1052">
                  <c:v>146.52698644916899</c:v>
                </c:pt>
                <c:pt idx="1053">
                  <c:v>146.52797135357901</c:v>
                </c:pt>
                <c:pt idx="1054">
                  <c:v>146.52895059505701</c:v>
                </c:pt>
                <c:pt idx="1055">
                  <c:v>146.529924206163</c:v>
                </c:pt>
                <c:pt idx="1056">
                  <c:v>146.530892219272</c:v>
                </c:pt>
                <c:pt idx="1057">
                  <c:v>146.53185466656899</c:v>
                </c:pt>
                <c:pt idx="1058">
                  <c:v>146.532811580057</c:v>
                </c:pt>
                <c:pt idx="1059">
                  <c:v>146.533762991554</c:v>
                </c:pt>
                <c:pt idx="1060">
                  <c:v>146.534708932694</c:v>
                </c:pt>
                <c:pt idx="1061">
                  <c:v>146.535649434931</c:v>
                </c:pt>
                <c:pt idx="1062">
                  <c:v>146.53658452953701</c:v>
                </c:pt>
                <c:pt idx="1063">
                  <c:v>146.53751424760301</c:v>
                </c:pt>
                <c:pt idx="1064">
                  <c:v>146.53843862004501</c:v>
                </c:pt>
                <c:pt idx="1065">
                  <c:v>146.53935767759799</c:v>
                </c:pt>
                <c:pt idx="1066">
                  <c:v>146.54027145082</c:v>
                </c:pt>
                <c:pt idx="1067">
                  <c:v>146.54117997009601</c:v>
                </c:pt>
                <c:pt idx="1068">
                  <c:v>146.54208326563301</c:v>
                </c:pt>
                <c:pt idx="1069">
                  <c:v>146.542981367468</c:v>
                </c:pt>
                <c:pt idx="1070">
                  <c:v>146.54387430546299</c:v>
                </c:pt>
                <c:pt idx="1071">
                  <c:v>146.54476210930801</c:v>
                </c:pt>
                <c:pt idx="1072">
                  <c:v>146.54564480852301</c:v>
                </c:pt>
                <c:pt idx="1073">
                  <c:v>146.546522432458</c:v>
                </c:pt>
                <c:pt idx="1074">
                  <c:v>146.54739501029599</c:v>
                </c:pt>
                <c:pt idx="1075">
                  <c:v>146.54826257104801</c:v>
                </c:pt>
                <c:pt idx="1076">
                  <c:v>146.549125143564</c:v>
                </c:pt>
                <c:pt idx="1077">
                  <c:v>146.54998275652301</c:v>
                </c:pt>
                <c:pt idx="1078">
                  <c:v>146.550835438441</c:v>
                </c:pt>
                <c:pt idx="1079">
                  <c:v>146.55168321767101</c:v>
                </c:pt>
                <c:pt idx="1080">
                  <c:v>146.55252612240201</c:v>
                </c:pt>
                <c:pt idx="1081">
                  <c:v>146.55336418066099</c:v>
                </c:pt>
                <c:pt idx="1082">
                  <c:v>146.55419742031299</c:v>
                </c:pt>
                <c:pt idx="1083">
                  <c:v>146.55502586906499</c:v>
                </c:pt>
                <c:pt idx="1084">
                  <c:v>146.55584955446199</c:v>
                </c:pt>
                <c:pt idx="1085">
                  <c:v>146.556668503894</c:v>
                </c:pt>
                <c:pt idx="1086">
                  <c:v>146.55748274458901</c:v>
                </c:pt>
                <c:pt idx="1087">
                  <c:v>146.55829230362301</c:v>
                </c:pt>
                <c:pt idx="1088">
                  <c:v>146.55909720791399</c:v>
                </c:pt>
                <c:pt idx="1089">
                  <c:v>146.559897484224</c:v>
                </c:pt>
                <c:pt idx="1090">
                  <c:v>146.560693159164</c:v>
                </c:pt>
                <c:pt idx="1091">
                  <c:v>146.56148425919</c:v>
                </c:pt>
                <c:pt idx="1092">
                  <c:v>146.562270810607</c:v>
                </c:pt>
                <c:pt idx="1093">
                  <c:v>146.563052839568</c:v>
                </c:pt>
                <c:pt idx="1094">
                  <c:v>146.56383037207601</c:v>
                </c:pt>
                <c:pt idx="1095">
                  <c:v>146.56460343398399</c:v>
                </c:pt>
                <c:pt idx="1096">
                  <c:v>146.56537205099801</c:v>
                </c:pt>
                <c:pt idx="1097">
                  <c:v>146.56613624867299</c:v>
                </c:pt>
                <c:pt idx="1098">
                  <c:v>146.56689605241999</c:v>
                </c:pt>
                <c:pt idx="1099">
                  <c:v>146.56765148750301</c:v>
                </c:pt>
                <c:pt idx="1100">
                  <c:v>146.56840257904</c:v>
                </c:pt>
                <c:pt idx="1101">
                  <c:v>146.56914935200601</c:v>
                </c:pt>
                <c:pt idx="1102">
                  <c:v>146.56989183123201</c:v>
                </c:pt>
                <c:pt idx="1103">
                  <c:v>146.570630041404</c:v>
                </c:pt>
                <c:pt idx="1104">
                  <c:v>146.57136400706901</c:v>
                </c:pt>
                <c:pt idx="1105">
                  <c:v>146.57209375263199</c:v>
                </c:pt>
                <c:pt idx="1106">
                  <c:v>146.572819302358</c:v>
                </c:pt>
                <c:pt idx="1107">
                  <c:v>146.57354068037</c:v>
                </c:pt>
                <c:pt idx="1108">
                  <c:v>146.574257910656</c:v>
                </c:pt>
                <c:pt idx="1109">
                  <c:v>146.57497101706301</c:v>
                </c:pt>
                <c:pt idx="1110">
                  <c:v>146.57568002330299</c:v>
                </c:pt>
                <c:pt idx="1111">
                  <c:v>146.576384952951</c:v>
                </c:pt>
                <c:pt idx="1112">
                  <c:v>146.577085829445</c:v>
                </c:pt>
                <c:pt idx="1113">
                  <c:v>146.577782676091</c:v>
                </c:pt>
                <c:pt idx="1114">
                  <c:v>146.578475516059</c:v>
                </c:pt>
                <c:pt idx="1115">
                  <c:v>146.579164372387</c:v>
                </c:pt>
                <c:pt idx="1116">
                  <c:v>146.57984926797801</c:v>
                </c:pt>
                <c:pt idx="1117">
                  <c:v>146.58053022560699</c:v>
                </c:pt>
                <c:pt idx="1118">
                  <c:v>146.581207267915</c:v>
                </c:pt>
                <c:pt idx="1119">
                  <c:v>146.58188041741499</c:v>
                </c:pt>
                <c:pt idx="1120">
                  <c:v>146.582549696488</c:v>
                </c:pt>
                <c:pt idx="1121">
                  <c:v>146.58321512738999</c:v>
                </c:pt>
                <c:pt idx="1122">
                  <c:v>146.58387673224601</c:v>
                </c:pt>
                <c:pt idx="1123">
                  <c:v>146.58453453305401</c:v>
                </c:pt>
                <c:pt idx="1124">
                  <c:v>146.585188551687</c:v>
                </c:pt>
                <c:pt idx="1125">
                  <c:v>146.58583880989201</c:v>
                </c:pt>
                <c:pt idx="1126">
                  <c:v>146.58648532928899</c:v>
                </c:pt>
                <c:pt idx="1127">
                  <c:v>146.58712813137601</c:v>
                </c:pt>
                <c:pt idx="1128">
                  <c:v>146.587767237527</c:v>
                </c:pt>
                <c:pt idx="1129">
                  <c:v>146.58840266899199</c:v>
                </c:pt>
                <c:pt idx="1130">
                  <c:v>146.58903444689901</c:v>
                </c:pt>
                <c:pt idx="1131">
                  <c:v>146.58966259225599</c:v>
                </c:pt>
                <c:pt idx="1132">
                  <c:v>146.59028712594801</c:v>
                </c:pt>
                <c:pt idx="1133">
                  <c:v>146.59090806874201</c:v>
                </c:pt>
                <c:pt idx="1134">
                  <c:v>146.591525441285</c:v>
                </c:pt>
                <c:pt idx="1135">
                  <c:v>146.59213926410399</c:v>
                </c:pt>
                <c:pt idx="1136">
                  <c:v>146.59274955760901</c:v>
                </c:pt>
                <c:pt idx="1137">
                  <c:v>146.59335634209299</c:v>
                </c:pt>
                <c:pt idx="1138">
                  <c:v>146.59395963773201</c:v>
                </c:pt>
                <c:pt idx="1139">
                  <c:v>146.59455946458499</c:v>
                </c:pt>
                <c:pt idx="1140">
                  <c:v>146.59515584259799</c:v>
                </c:pt>
                <c:pt idx="1141">
                  <c:v>146.59574879159999</c:v>
                </c:pt>
                <c:pt idx="1142">
                  <c:v>146.59633833130701</c:v>
                </c:pt>
                <c:pt idx="1143">
                  <c:v>146.59692448132199</c:v>
                </c:pt>
                <c:pt idx="1144">
                  <c:v>146.59750726113401</c:v>
                </c:pt>
                <c:pt idx="1145">
                  <c:v>146.59808669012199</c:v>
                </c:pt>
                <c:pt idx="1146">
                  <c:v>146.59866278755001</c:v>
                </c:pt>
                <c:pt idx="1147">
                  <c:v>146.59923557257599</c:v>
                </c:pt>
                <c:pt idx="1148">
                  <c:v>146.59980506424401</c:v>
                </c:pt>
                <c:pt idx="1149">
                  <c:v>146.60037128149099</c:v>
                </c:pt>
                <c:pt idx="1150">
                  <c:v>146.600934243143</c:v>
                </c:pt>
                <c:pt idx="1151">
                  <c:v>146.601493967919</c:v>
                </c:pt>
                <c:pt idx="1152">
                  <c:v>146.60205047443</c:v>
                </c:pt>
                <c:pt idx="1153">
                  <c:v>146.60260378118099</c:v>
                </c:pt>
                <c:pt idx="1154">
                  <c:v>146.60315390656899</c:v>
                </c:pt>
                <c:pt idx="1155">
                  <c:v>146.60370086888599</c:v>
                </c:pt>
                <c:pt idx="1156">
                  <c:v>146.60424468631899</c:v>
                </c:pt>
                <c:pt idx="1157">
                  <c:v>146.60478537694999</c:v>
                </c:pt>
                <c:pt idx="1158">
                  <c:v>146.60532295875799</c:v>
                </c:pt>
                <c:pt idx="1159">
                  <c:v>146.60585744961699</c:v>
                </c:pt>
                <c:pt idx="1160">
                  <c:v>146.60638886729899</c:v>
                </c:pt>
                <c:pt idx="1161">
                  <c:v>146.60691722947499</c:v>
                </c:pt>
                <c:pt idx="1162">
                  <c:v>146.60744255371199</c:v>
                </c:pt>
                <c:pt idx="1163">
                  <c:v>146.607964857479</c:v>
                </c:pt>
                <c:pt idx="1164">
                  <c:v>146.60848415814101</c:v>
                </c:pt>
                <c:pt idx="1165">
                  <c:v>146.60900047296701</c:v>
                </c:pt>
                <c:pt idx="1166">
                  <c:v>146.60951381912301</c:v>
                </c:pt>
                <c:pt idx="1167">
                  <c:v>146.610024213678</c:v>
                </c:pt>
                <c:pt idx="1168">
                  <c:v>146.61053167360399</c:v>
                </c:pt>
                <c:pt idx="1169">
                  <c:v>146.61103621577499</c:v>
                </c:pt>
                <c:pt idx="1170">
                  <c:v>146.61153785696499</c:v>
                </c:pt>
                <c:pt idx="1171">
                  <c:v>146.61203661385599</c:v>
                </c:pt>
                <c:pt idx="1172">
                  <c:v>146.61253250303</c:v>
                </c:pt>
                <c:pt idx="1173">
                  <c:v>146.61302554097699</c:v>
                </c:pt>
                <c:pt idx="1174">
                  <c:v>146.61351574409099</c:v>
                </c:pt>
                <c:pt idx="1175">
                  <c:v>146.61400312866999</c:v>
                </c:pt>
                <c:pt idx="1176">
                  <c:v>146.614487710921</c:v>
                </c:pt>
                <c:pt idx="1177">
                  <c:v>146.61496950695599</c:v>
                </c:pt>
                <c:pt idx="1178">
                  <c:v>146.61544853279599</c:v>
                </c:pt>
                <c:pt idx="1179">
                  <c:v>146.61592480436801</c:v>
                </c:pt>
                <c:pt idx="1180">
                  <c:v>146.616398337508</c:v>
                </c:pt>
                <c:pt idx="1181">
                  <c:v>146.61686914796201</c:v>
                </c:pt>
                <c:pt idx="1182">
                  <c:v>146.61733725138399</c:v>
                </c:pt>
                <c:pt idx="1183">
                  <c:v>146.61780266333901</c:v>
                </c:pt>
                <c:pt idx="1184">
                  <c:v>146.618265399303</c:v>
                </c:pt>
                <c:pt idx="1185">
                  <c:v>146.61872547466101</c:v>
                </c:pt>
                <c:pt idx="1186">
                  <c:v>146.61918290471101</c:v>
                </c:pt>
                <c:pt idx="1187">
                  <c:v>146.619637704664</c:v>
                </c:pt>
                <c:pt idx="1188">
                  <c:v>146.62008988964101</c:v>
                </c:pt>
                <c:pt idx="1189">
                  <c:v>146.620539474677</c:v>
                </c:pt>
                <c:pt idx="1190">
                  <c:v>146.620986474723</c:v>
                </c:pt>
                <c:pt idx="1191">
                  <c:v>146.62143090463999</c:v>
                </c:pt>
                <c:pt idx="1192">
                  <c:v>146.621872779206</c:v>
                </c:pt>
                <c:pt idx="1193">
                  <c:v>146.62231211311399</c:v>
                </c:pt>
                <c:pt idx="1194">
                  <c:v>146.62274892097301</c:v>
                </c:pt>
                <c:pt idx="1195">
                  <c:v>146.62318321730501</c:v>
                </c:pt>
                <c:pt idx="1196">
                  <c:v>146.62361501655101</c:v>
                </c:pt>
                <c:pt idx="1197">
                  <c:v>146.62404433307</c:v>
                </c:pt>
                <c:pt idx="1198">
                  <c:v>146.62447118113701</c:v>
                </c:pt>
                <c:pt idx="1199">
                  <c:v>146.624895574943</c:v>
                </c:pt>
                <c:pt idx="1200">
                  <c:v>146.62531752860099</c:v>
                </c:pt>
                <c:pt idx="1201">
                  <c:v>146.62573705614</c:v>
                </c:pt>
                <c:pt idx="1202">
                  <c:v>146.62615417151</c:v>
                </c:pt>
                <c:pt idx="1203">
                  <c:v>146.62656888858101</c:v>
                </c:pt>
                <c:pt idx="1204">
                  <c:v>146.62698122114199</c:v>
                </c:pt>
                <c:pt idx="1205">
                  <c:v>146.62739118290401</c:v>
                </c:pt>
                <c:pt idx="1206">
                  <c:v>146.627798787497</c:v>
                </c:pt>
                <c:pt idx="1207">
                  <c:v>146.628204048475</c:v>
                </c:pt>
                <c:pt idx="1208">
                  <c:v>146.628606979312</c:v>
                </c:pt>
                <c:pt idx="1209">
                  <c:v>146.62900759340801</c:v>
                </c:pt>
                <c:pt idx="1210">
                  <c:v>146.62940590408201</c:v>
                </c:pt>
                <c:pt idx="1211">
                  <c:v>146.629801924578</c:v>
                </c:pt>
                <c:pt idx="1212">
                  <c:v>146.630195668064</c:v>
                </c:pt>
                <c:pt idx="1213">
                  <c:v>146.63058714763301</c:v>
                </c:pt>
                <c:pt idx="1214">
                  <c:v>146.63097637630099</c:v>
                </c:pt>
                <c:pt idx="1215">
                  <c:v>146.63136336701101</c:v>
                </c:pt>
                <c:pt idx="1216">
                  <c:v>146.63174813262901</c:v>
                </c:pt>
                <c:pt idx="1217">
                  <c:v>146.63213068594999</c:v>
                </c:pt>
                <c:pt idx="1218">
                  <c:v>146.63251103969401</c:v>
                </c:pt>
                <c:pt idx="1219">
                  <c:v>146.632889206508</c:v>
                </c:pt>
                <c:pt idx="1220">
                  <c:v>146.633265198966</c:v>
                </c:pt>
                <c:pt idx="1221">
                  <c:v>146.63363902956999</c:v>
                </c:pt>
                <c:pt idx="1222">
                  <c:v>146.63401071075</c:v>
                </c:pt>
                <c:pt idx="1223">
                  <c:v>146.634380254864</c:v>
                </c:pt>
                <c:pt idx="1224">
                  <c:v>146.63474767420101</c:v>
                </c:pt>
                <c:pt idx="1225">
                  <c:v>146.635112980977</c:v>
                </c:pt>
                <c:pt idx="1226">
                  <c:v>146.63547618733801</c:v>
                </c:pt>
                <c:pt idx="1227">
                  <c:v>146.635837305362</c:v>
                </c:pt>
                <c:pt idx="1228">
                  <c:v>146.63619634705699</c:v>
                </c:pt>
                <c:pt idx="1229">
                  <c:v>146.636553324359</c:v>
                </c:pt>
                <c:pt idx="1230">
                  <c:v>146.636908249139</c:v>
                </c:pt>
                <c:pt idx="1231">
                  <c:v>146.63726113319899</c:v>
                </c:pt>
                <c:pt idx="1232">
                  <c:v>146.637611988271</c:v>
                </c:pt>
                <c:pt idx="1233">
                  <c:v>146.637960826023</c:v>
                </c:pt>
                <c:pt idx="1234">
                  <c:v>146.63830765805301</c:v>
                </c:pt>
                <c:pt idx="1235">
                  <c:v>146.63865249589301</c:v>
                </c:pt>
                <c:pt idx="1236">
                  <c:v>146.63899535101001</c:v>
                </c:pt>
                <c:pt idx="1237">
                  <c:v>146.63933623480301</c:v>
                </c:pt>
                <c:pt idx="1238">
                  <c:v>146.63967515860799</c:v>
                </c:pt>
                <c:pt idx="1239">
                  <c:v>146.64001213369301</c:v>
                </c:pt>
                <c:pt idx="1240">
                  <c:v>146.64034717126401</c:v>
                </c:pt>
                <c:pt idx="1241">
                  <c:v>146.64068028245899</c:v>
                </c:pt>
                <c:pt idx="1242">
                  <c:v>146.641011478357</c:v>
                </c:pt>
                <c:pt idx="1243">
                  <c:v>146.641340769968</c:v>
                </c:pt>
                <c:pt idx="1244">
                  <c:v>146.641668168243</c:v>
                </c:pt>
                <c:pt idx="1245">
                  <c:v>146.64199368406699</c:v>
                </c:pt>
                <c:pt idx="1246">
                  <c:v>146.642317328263</c:v>
                </c:pt>
                <c:pt idx="1247">
                  <c:v>146.64263911159401</c:v>
                </c:pt>
                <c:pt idx="1248">
                  <c:v>146.64295904475901</c:v>
                </c:pt>
                <c:pt idx="1249">
                  <c:v>146.64327713839501</c:v>
                </c:pt>
                <c:pt idx="1250">
                  <c:v>146.64359340307999</c:v>
                </c:pt>
                <c:pt idx="1251">
                  <c:v>146.643907849329</c:v>
                </c:pt>
                <c:pt idx="1252">
                  <c:v>146.64422048759701</c:v>
                </c:pt>
                <c:pt idx="1253">
                  <c:v>146.644531328282</c:v>
                </c:pt>
                <c:pt idx="1254">
                  <c:v>146.64484038171699</c:v>
                </c:pt>
                <c:pt idx="1255">
                  <c:v>146.64514765817901</c:v>
                </c:pt>
                <c:pt idx="1256">
                  <c:v>146.64545316788499</c:v>
                </c:pt>
                <c:pt idx="1257">
                  <c:v>146.64575692099399</c:v>
                </c:pt>
                <c:pt idx="1258">
                  <c:v>146.646058927605</c:v>
                </c:pt>
                <c:pt idx="1259">
                  <c:v>146.646359197761</c:v>
                </c:pt>
                <c:pt idx="1260">
                  <c:v>146.64665774144601</c:v>
                </c:pt>
                <c:pt idx="1261">
                  <c:v>146.64695456858499</c:v>
                </c:pt>
                <c:pt idx="1262">
                  <c:v>146.64724968905</c:v>
                </c:pt>
                <c:pt idx="1263">
                  <c:v>146.64754311265199</c:v>
                </c:pt>
                <c:pt idx="1264">
                  <c:v>146.64783484914901</c:v>
                </c:pt>
                <c:pt idx="1265">
                  <c:v>146.64812490824099</c:v>
                </c:pt>
                <c:pt idx="1266">
                  <c:v>146.64841329957201</c:v>
                </c:pt>
                <c:pt idx="1267">
                  <c:v>146.648700032731</c:v>
                </c:pt>
                <c:pt idx="1268">
                  <c:v>146.648985117254</c:v>
                </c:pt>
                <c:pt idx="1269">
                  <c:v>146.649268562618</c:v>
                </c:pt>
                <c:pt idx="1270">
                  <c:v>146.64955037824799</c:v>
                </c:pt>
                <c:pt idx="1271">
                  <c:v>146.649830573516</c:v>
                </c:pt>
                <c:pt idx="1272">
                  <c:v>146.65010915773701</c:v>
                </c:pt>
                <c:pt idx="1273">
                  <c:v>146.65038614017499</c:v>
                </c:pt>
                <c:pt idx="1274">
                  <c:v>146.650661530039</c:v>
                </c:pt>
                <c:pt idx="1275">
                  <c:v>146.65093533648701</c:v>
                </c:pt>
                <c:pt idx="1276">
                  <c:v>146.65120756862299</c:v>
                </c:pt>
                <c:pt idx="1277">
                  <c:v>146.65147823549799</c:v>
                </c:pt>
                <c:pt idx="1278">
                  <c:v>146.65174734611199</c:v>
                </c:pt>
                <c:pt idx="1279">
                  <c:v>146.65201490941399</c:v>
                </c:pt>
                <c:pt idx="1280">
                  <c:v>146.65228093429999</c:v>
                </c:pt>
                <c:pt idx="1281">
                  <c:v>146.652545429616</c:v>
                </c:pt>
                <c:pt idx="1282">
                  <c:v>146.652808404155</c:v>
                </c:pt>
                <c:pt idx="1283">
                  <c:v>146.653069866663</c:v>
                </c:pt>
                <c:pt idx="1284">
                  <c:v>146.653329825833</c:v>
                </c:pt>
                <c:pt idx="1285">
                  <c:v>146.65358829030799</c:v>
                </c:pt>
                <c:pt idx="1286">
                  <c:v>146.653845268683</c:v>
                </c:pt>
                <c:pt idx="1287">
                  <c:v>146.654100769503</c:v>
                </c:pt>
                <c:pt idx="1288">
                  <c:v>146.654354801263</c:v>
                </c:pt>
                <c:pt idx="1289">
                  <c:v>146.654607372409</c:v>
                </c:pt>
                <c:pt idx="1290">
                  <c:v>146.65485849134001</c:v>
                </c:pt>
                <c:pt idx="1291">
                  <c:v>146.655108166406</c:v>
                </c:pt>
                <c:pt idx="1292">
                  <c:v>146.655356405909</c:v>
                </c:pt>
                <c:pt idx="1293">
                  <c:v>146.65560321810199</c:v>
                </c:pt>
                <c:pt idx="1294">
                  <c:v>146.655848611192</c:v>
                </c:pt>
                <c:pt idx="1295">
                  <c:v>146.656092593339</c:v>
                </c:pt>
                <c:pt idx="1296">
                  <c:v>146.65633517265599</c:v>
                </c:pt>
                <c:pt idx="1297">
                  <c:v>146.656576357207</c:v>
                </c:pt>
                <c:pt idx="1298">
                  <c:v>146.65681615501299</c:v>
                </c:pt>
                <c:pt idx="1299">
                  <c:v>146.65705457404701</c:v>
                </c:pt>
                <c:pt idx="1300">
                  <c:v>146.65729162223701</c:v>
                </c:pt>
                <c:pt idx="1301">
                  <c:v>146.65752730746399</c:v>
                </c:pt>
                <c:pt idx="1302">
                  <c:v>146.65776163756601</c:v>
                </c:pt>
                <c:pt idx="1303">
                  <c:v>146.657994620333</c:v>
                </c:pt>
                <c:pt idx="1304">
                  <c:v>146.658226263513</c:v>
                </c:pt>
                <c:pt idx="1305">
                  <c:v>146.65845657480801</c:v>
                </c:pt>
                <c:pt idx="1306">
                  <c:v>146.65868556187601</c:v>
                </c:pt>
                <c:pt idx="1307">
                  <c:v>146.658913232331</c:v>
                </c:pt>
                <c:pt idx="1308">
                  <c:v>146.65913959374299</c:v>
                </c:pt>
                <c:pt idx="1309">
                  <c:v>146.65936465363899</c:v>
                </c:pt>
                <c:pt idx="1310">
                  <c:v>146.65958841950101</c:v>
                </c:pt>
                <c:pt idx="1311">
                  <c:v>146.65981089877101</c:v>
                </c:pt>
                <c:pt idx="1312">
                  <c:v>146.66003209884599</c:v>
                </c:pt>
                <c:pt idx="1313">
                  <c:v>146.66025202708099</c:v>
                </c:pt>
                <c:pt idx="1314">
                  <c:v>146.660470690788</c:v>
                </c:pt>
                <c:pt idx="1315">
                  <c:v>146.66068809723899</c:v>
                </c:pt>
                <c:pt idx="1316">
                  <c:v>146.66090425366201</c:v>
                </c:pt>
                <c:pt idx="1317">
                  <c:v>146.661119167245</c:v>
                </c:pt>
                <c:pt idx="1318">
                  <c:v>146.66133284513299</c:v>
                </c:pt>
                <c:pt idx="1319">
                  <c:v>146.66154529443099</c:v>
                </c:pt>
                <c:pt idx="1320">
                  <c:v>146.661756522205</c:v>
                </c:pt>
                <c:pt idx="1321">
                  <c:v>146.66196653547601</c:v>
                </c:pt>
                <c:pt idx="1322">
                  <c:v>146.66217534122799</c:v>
                </c:pt>
                <c:pt idx="1323">
                  <c:v>146.66238294640399</c:v>
                </c:pt>
                <c:pt idx="1324">
                  <c:v>146.662589357907</c:v>
                </c:pt>
                <c:pt idx="1325">
                  <c:v>146.66279458259999</c:v>
                </c:pt>
                <c:pt idx="1326">
                  <c:v>146.66299862730699</c:v>
                </c:pt>
                <c:pt idx="1327">
                  <c:v>146.66320149881301</c:v>
                </c:pt>
                <c:pt idx="1328">
                  <c:v>146.663403203863</c:v>
                </c:pt>
                <c:pt idx="1329">
                  <c:v>146.663603749164</c:v>
                </c:pt>
                <c:pt idx="1330">
                  <c:v>146.66380314138399</c:v>
                </c:pt>
                <c:pt idx="1331">
                  <c:v>146.66400138715301</c:v>
                </c:pt>
                <c:pt idx="1332">
                  <c:v>146.664198493063</c:v>
                </c:pt>
                <c:pt idx="1333">
                  <c:v>146.66439446566901</c:v>
                </c:pt>
                <c:pt idx="1334">
                  <c:v>146.664589311485</c:v>
                </c:pt>
                <c:pt idx="1335">
                  <c:v>146.664783036991</c:v>
                </c:pt>
                <c:pt idx="1336">
                  <c:v>146.664975648628</c:v>
                </c:pt>
                <c:pt idx="1337">
                  <c:v>146.6651671528</c:v>
                </c:pt>
                <c:pt idx="1338">
                  <c:v>146.665357555876</c:v>
                </c:pt>
                <c:pt idx="1339">
                  <c:v>146.66554686418701</c:v>
                </c:pt>
                <c:pt idx="1340">
                  <c:v>146.66573508402601</c:v>
                </c:pt>
                <c:pt idx="1341">
                  <c:v>146.66592222165201</c:v>
                </c:pt>
                <c:pt idx="1342">
                  <c:v>146.666108283288</c:v>
                </c:pt>
                <c:pt idx="1343">
                  <c:v>146.66629327512101</c:v>
                </c:pt>
                <c:pt idx="1344">
                  <c:v>146.66647720330101</c:v>
                </c:pt>
                <c:pt idx="1345">
                  <c:v>146.666660073944</c:v>
                </c:pt>
                <c:pt idx="1346">
                  <c:v>146.66684189313099</c:v>
                </c:pt>
                <c:pt idx="1347">
                  <c:v>146.667022666907</c:v>
                </c:pt>
                <c:pt idx="1348">
                  <c:v>146.66720240128299</c:v>
                </c:pt>
                <c:pt idx="1349">
                  <c:v>146.66738110223599</c:v>
                </c:pt>
                <c:pt idx="1350">
                  <c:v>146.66755877570699</c:v>
                </c:pt>
                <c:pt idx="1351">
                  <c:v>146.66773542760399</c:v>
                </c:pt>
                <c:pt idx="1352">
                  <c:v>146.667911063801</c:v>
                </c:pt>
                <c:pt idx="1353">
                  <c:v>146.66808569013699</c:v>
                </c:pt>
                <c:pt idx="1354">
                  <c:v>146.66825931241999</c:v>
                </c:pt>
                <c:pt idx="1355">
                  <c:v>146.668431936422</c:v>
                </c:pt>
                <c:pt idx="1356">
                  <c:v>146.66860356788399</c:v>
                </c:pt>
                <c:pt idx="1357">
                  <c:v>146.66877421251101</c:v>
                </c:pt>
                <c:pt idx="1358">
                  <c:v>146.66894387597799</c:v>
                </c:pt>
                <c:pt idx="1359">
                  <c:v>146.66911256392601</c:v>
                </c:pt>
                <c:pt idx="1360">
                  <c:v>146.669280281965</c:v>
                </c:pt>
                <c:pt idx="1361">
                  <c:v>146.669447035671</c:v>
                </c:pt>
                <c:pt idx="1362">
                  <c:v>146.66961283058799</c:v>
                </c:pt>
                <c:pt idx="1363">
                  <c:v>146.66977767223</c:v>
                </c:pt>
                <c:pt idx="1364">
                  <c:v>146.66994156607799</c:v>
                </c:pt>
                <c:pt idx="1365">
                  <c:v>146.670104517581</c:v>
                </c:pt>
                <c:pt idx="1366">
                  <c:v>146.670266532157</c:v>
                </c:pt>
                <c:pt idx="1367">
                  <c:v>146.67042761519301</c:v>
                </c:pt>
                <c:pt idx="1368">
                  <c:v>146.67058777204599</c:v>
                </c:pt>
                <c:pt idx="1369">
                  <c:v>146.67074700804099</c:v>
                </c:pt>
                <c:pt idx="1370">
                  <c:v>146.670905328472</c:v>
                </c:pt>
                <c:pt idx="1371">
                  <c:v>146.67106273860401</c:v>
                </c:pt>
                <c:pt idx="1372">
                  <c:v>146.671219243671</c:v>
                </c:pt>
                <c:pt idx="1373">
                  <c:v>146.67137484887601</c:v>
                </c:pt>
                <c:pt idx="1374">
                  <c:v>146.671529559394</c:v>
                </c:pt>
                <c:pt idx="1375">
                  <c:v>146.67168338036799</c:v>
                </c:pt>
                <c:pt idx="1376">
                  <c:v>146.67183631691401</c:v>
                </c:pt>
                <c:pt idx="1377">
                  <c:v>146.67198837411701</c:v>
                </c:pt>
                <c:pt idx="1378">
                  <c:v>146.67213955703201</c:v>
                </c:pt>
                <c:pt idx="1379">
                  <c:v>146.672289870686</c:v>
                </c:pt>
                <c:pt idx="1380">
                  <c:v>146.67243932007801</c:v>
                </c:pt>
                <c:pt idx="1381">
                  <c:v>146.67258791017699</c:v>
                </c:pt>
                <c:pt idx="1382">
                  <c:v>146.67273564592401</c:v>
                </c:pt>
                <c:pt idx="1383">
                  <c:v>146.67288253223001</c:v>
                </c:pt>
                <c:pt idx="1384">
                  <c:v>146.67302857397999</c:v>
                </c:pt>
                <c:pt idx="1385">
                  <c:v>146.67317377602899</c:v>
                </c:pt>
                <c:pt idx="1386">
                  <c:v>146.67331814320701</c:v>
                </c:pt>
                <c:pt idx="1387">
                  <c:v>146.67346168031301</c:v>
                </c:pt>
                <c:pt idx="1388">
                  <c:v>146.67360439211899</c:v>
                </c:pt>
                <c:pt idx="1389">
                  <c:v>146.673746283372</c:v>
                </c:pt>
                <c:pt idx="1390">
                  <c:v>146.67388735878799</c:v>
                </c:pt>
                <c:pt idx="1391">
                  <c:v>146.67402762306</c:v>
                </c:pt>
                <c:pt idx="1392">
                  <c:v>146.67416708085</c:v>
                </c:pt>
                <c:pt idx="1393">
                  <c:v>146.67430573679599</c:v>
                </c:pt>
                <c:pt idx="1394">
                  <c:v>146.674443595508</c:v>
                </c:pt>
                <c:pt idx="1395">
                  <c:v>146.67458066156999</c:v>
                </c:pt>
                <c:pt idx="1396">
                  <c:v>146.67471693953999</c:v>
                </c:pt>
                <c:pt idx="1397">
                  <c:v>146.67485243394901</c:v>
                </c:pt>
                <c:pt idx="1398">
                  <c:v>146.67498714930099</c:v>
                </c:pt>
                <c:pt idx="1399">
                  <c:v>146.67512109007799</c:v>
                </c:pt>
                <c:pt idx="1400">
                  <c:v>146.67525426073101</c:v>
                </c:pt>
                <c:pt idx="1401">
                  <c:v>146.67538666568899</c:v>
                </c:pt>
                <c:pt idx="1402">
                  <c:v>146.675518309355</c:v>
                </c:pt>
                <c:pt idx="1403">
                  <c:v>146.67564919610601</c:v>
                </c:pt>
                <c:pt idx="1404">
                  <c:v>146.67577933029401</c:v>
                </c:pt>
                <c:pt idx="1405">
                  <c:v>146.675908716246</c:v>
                </c:pt>
                <c:pt idx="1406">
                  <c:v>146.67603735826299</c:v>
                </c:pt>
                <c:pt idx="1407">
                  <c:v>146.676165260625</c:v>
                </c:pt>
                <c:pt idx="1408">
                  <c:v>146.67629242758201</c:v>
                </c:pt>
                <c:pt idx="1409">
                  <c:v>146.676418863365</c:v>
                </c:pt>
                <c:pt idx="1410">
                  <c:v>146.676544572176</c:v>
                </c:pt>
                <c:pt idx="1411">
                  <c:v>146.67666955819499</c:v>
                </c:pt>
                <c:pt idx="1412">
                  <c:v>146.67679382558001</c:v>
                </c:pt>
                <c:pt idx="1413">
                  <c:v>146.67691737845999</c:v>
                </c:pt>
                <c:pt idx="1414">
                  <c:v>146.677040220946</c:v>
                </c:pt>
                <c:pt idx="1415">
                  <c:v>146.67716235712001</c:v>
                </c:pt>
                <c:pt idx="1416">
                  <c:v>146.677283791045</c:v>
                </c:pt>
                <c:pt idx="1417">
                  <c:v>146.67740452675801</c:v>
                </c:pt>
                <c:pt idx="1418">
                  <c:v>146.67752456827401</c:v>
                </c:pt>
                <c:pt idx="1419">
                  <c:v>146.67764391958301</c:v>
                </c:pt>
                <c:pt idx="1420">
                  <c:v>146.677762584655</c:v>
                </c:pt>
                <c:pt idx="1421">
                  <c:v>146.67788056743601</c:v>
                </c:pt>
                <c:pt idx="1422">
                  <c:v>146.677997871847</c:v>
                </c:pt>
                <c:pt idx="1423">
                  <c:v>146.67811450179099</c:v>
                </c:pt>
                <c:pt idx="1424">
                  <c:v>146.67823046114401</c:v>
                </c:pt>
                <c:pt idx="1425">
                  <c:v>146.67834575376199</c:v>
                </c:pt>
                <c:pt idx="1426">
                  <c:v>146.67846038347901</c:v>
                </c:pt>
                <c:pt idx="1427">
                  <c:v>146.67857435410701</c:v>
                </c:pt>
                <c:pt idx="1428">
                  <c:v>146.678687669434</c:v>
                </c:pt>
                <c:pt idx="1429">
                  <c:v>146.67880033322999</c:v>
                </c:pt>
                <c:pt idx="1430">
                  <c:v>146.678912349239</c:v>
                </c:pt>
                <c:pt idx="1431">
                  <c:v>146.67902372118701</c:v>
                </c:pt>
                <c:pt idx="1432">
                  <c:v>146.679134452776</c:v>
                </c:pt>
                <c:pt idx="1433">
                  <c:v>146.679244547689</c:v>
                </c:pt>
                <c:pt idx="1434">
                  <c:v>146.679354009587</c:v>
                </c:pt>
                <c:pt idx="1435">
                  <c:v>146.67946284210799</c:v>
                </c:pt>
                <c:pt idx="1436">
                  <c:v>146.67957104887199</c:v>
                </c:pt>
                <c:pt idx="1437">
                  <c:v>146.67967863347701</c:v>
                </c:pt>
                <c:pt idx="1438">
                  <c:v>146.67978559949901</c:v>
                </c:pt>
                <c:pt idx="1439">
                  <c:v>146.67989195049699</c:v>
                </c:pt>
                <c:pt idx="1440">
                  <c:v>146.679997690004</c:v>
                </c:pt>
                <c:pt idx="1441">
                  <c:v>146.68010282153901</c:v>
                </c:pt>
                <c:pt idx="1442">
                  <c:v>146.68020734859601</c:v>
                </c:pt>
                <c:pt idx="1443">
                  <c:v>146.68031127465099</c:v>
                </c:pt>
                <c:pt idx="1444">
                  <c:v>146.68041460315999</c:v>
                </c:pt>
                <c:pt idx="1445">
                  <c:v>146.68051733755701</c:v>
                </c:pt>
                <c:pt idx="1446">
                  <c:v>146.68061948126001</c:v>
                </c:pt>
                <c:pt idx="1447">
                  <c:v>146.68072103766499</c:v>
                </c:pt>
                <c:pt idx="1448">
                  <c:v>146.68082201014801</c:v>
                </c:pt>
                <c:pt idx="1449">
                  <c:v>146.68092240206701</c:v>
                </c:pt>
                <c:pt idx="1450">
                  <c:v>146.681022216759</c:v>
                </c:pt>
                <c:pt idx="1451">
                  <c:v>146.681121457545</c:v>
                </c:pt>
                <c:pt idx="1452">
                  <c:v>146.68122012772301</c:v>
                </c:pt>
                <c:pt idx="1453">
                  <c:v>146.68131823057399</c:v>
                </c:pt>
                <c:pt idx="1454">
                  <c:v>146.681415769361</c:v>
                </c:pt>
                <c:pt idx="1455">
                  <c:v>146.681512747326</c:v>
                </c:pt>
                <c:pt idx="1456">
                  <c:v>146.681609167695</c:v>
                </c:pt>
                <c:pt idx="1457">
                  <c:v>146.68170503367301</c:v>
                </c:pt>
                <c:pt idx="1458">
                  <c:v>146.68180034844701</c:v>
                </c:pt>
                <c:pt idx="1459">
                  <c:v>146.68189511518801</c:v>
                </c:pt>
                <c:pt idx="1460">
                  <c:v>146.681989337045</c:v>
                </c:pt>
                <c:pt idx="1461">
                  <c:v>146.68208301715299</c:v>
                </c:pt>
                <c:pt idx="1462">
                  <c:v>146.68217615862599</c:v>
                </c:pt>
                <c:pt idx="1463">
                  <c:v>146.68226876456001</c:v>
                </c:pt>
                <c:pt idx="1464">
                  <c:v>146.682360838036</c:v>
                </c:pt>
                <c:pt idx="1465">
                  <c:v>146.68245238211401</c:v>
                </c:pt>
                <c:pt idx="1466">
                  <c:v>146.68254339983901</c:v>
                </c:pt>
                <c:pt idx="1467">
                  <c:v>146.682633894237</c:v>
                </c:pt>
                <c:pt idx="1468">
                  <c:v>146.682723868317</c:v>
                </c:pt>
                <c:pt idx="1469">
                  <c:v>146.68281332506999</c:v>
                </c:pt>
                <c:pt idx="1470">
                  <c:v>146.682902267472</c:v>
                </c:pt>
                <c:pt idx="1471">
                  <c:v>146.68299069847899</c:v>
                </c:pt>
                <c:pt idx="1472">
                  <c:v>146.683078621031</c:v>
                </c:pt>
                <c:pt idx="1473">
                  <c:v>146.683166038053</c:v>
                </c:pt>
                <c:pt idx="1474">
                  <c:v>146.68325295245199</c:v>
                </c:pt>
                <c:pt idx="1475">
                  <c:v>146.68333936711599</c:v>
                </c:pt>
                <c:pt idx="1476">
                  <c:v>146.683425284919</c:v>
                </c:pt>
                <c:pt idx="1477">
                  <c:v>146.68351070871799</c:v>
                </c:pt>
                <c:pt idx="1478">
                  <c:v>146.683595641354</c:v>
                </c:pt>
                <c:pt idx="1479">
                  <c:v>146.68368008565</c:v>
                </c:pt>
                <c:pt idx="1480">
                  <c:v>146.683764044415</c:v>
                </c:pt>
                <c:pt idx="1481">
                  <c:v>146.68384752044</c:v>
                </c:pt>
                <c:pt idx="1482">
                  <c:v>146.6839305165</c:v>
                </c:pt>
                <c:pt idx="1483">
                  <c:v>146.684013035356</c:v>
                </c:pt>
                <c:pt idx="1484">
                  <c:v>146.68409507974999</c:v>
                </c:pt>
                <c:pt idx="1485">
                  <c:v>146.68417665241199</c:v>
                </c:pt>
                <c:pt idx="1486">
                  <c:v>146.684257756053</c:v>
                </c:pt>
                <c:pt idx="1487">
                  <c:v>146.68433839337101</c:v>
                </c:pt>
                <c:pt idx="1488">
                  <c:v>146.68441856704601</c:v>
                </c:pt>
                <c:pt idx="1489">
                  <c:v>146.68449827974399</c:v>
                </c:pt>
                <c:pt idx="1490">
                  <c:v>146.68457753411599</c:v>
                </c:pt>
                <c:pt idx="1491">
                  <c:v>146.684656332797</c:v>
                </c:pt>
                <c:pt idx="1492">
                  <c:v>146.68473467840701</c:v>
                </c:pt>
                <c:pt idx="1493">
                  <c:v>146.684812573551</c:v>
                </c:pt>
                <c:pt idx="1494">
                  <c:v>146.68489002082001</c:v>
                </c:pt>
                <c:pt idx="1495">
                  <c:v>146.68496702278699</c:v>
                </c:pt>
                <c:pt idx="1496">
                  <c:v>146.685043582015</c:v>
                </c:pt>
                <c:pt idx="1497">
                  <c:v>146.685119701047</c:v>
                </c:pt>
                <c:pt idx="1498">
                  <c:v>146.685195382416</c:v>
                </c:pt>
                <c:pt idx="1499">
                  <c:v>146.68527062863799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74DE-4D09-85B7-F33D2CE39E20}"/>
            </c:ext>
          </c:extLst>
        </c:ser>
        <c:ser>
          <c:idx val="2"/>
          <c:order val="2"/>
          <c:tx>
            <c:strRef>
              <c:f>'SS-Model'!$E$1</c:f>
              <c:strCache>
                <c:ptCount val="1"/>
                <c:pt idx="0">
                  <c:v>T_Sec_true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'SS-Model'!$E$2:$E$3001</c:f>
              <c:numCache>
                <c:formatCode>General</c:formatCode>
                <c:ptCount val="3000"/>
                <c:pt idx="0">
                  <c:v>75</c:v>
                </c:pt>
                <c:pt idx="1">
                  <c:v>76.566933257688703</c:v>
                </c:pt>
                <c:pt idx="2">
                  <c:v>77.959925115500695</c:v>
                </c:pt>
                <c:pt idx="3">
                  <c:v>79.207320041806298</c:v>
                </c:pt>
                <c:pt idx="4">
                  <c:v>80.331827437084399</c:v>
                </c:pt>
                <c:pt idx="5">
                  <c:v>81.145681534697502</c:v>
                </c:pt>
                <c:pt idx="6">
                  <c:v>81.959535632310704</c:v>
                </c:pt>
                <c:pt idx="7">
                  <c:v>82.773389729923807</c:v>
                </c:pt>
                <c:pt idx="8">
                  <c:v>83.587243827536895</c:v>
                </c:pt>
                <c:pt idx="9">
                  <c:v>84.216172755491996</c:v>
                </c:pt>
                <c:pt idx="10">
                  <c:v>84.845101683447098</c:v>
                </c:pt>
                <c:pt idx="11">
                  <c:v>85.4740306114021</c:v>
                </c:pt>
                <c:pt idx="12">
                  <c:v>86.102959539357201</c:v>
                </c:pt>
                <c:pt idx="13">
                  <c:v>86.605147487743807</c:v>
                </c:pt>
                <c:pt idx="14">
                  <c:v>87.107335436130398</c:v>
                </c:pt>
                <c:pt idx="15">
                  <c:v>87.609523384517004</c:v>
                </c:pt>
                <c:pt idx="16">
                  <c:v>88.111711332903496</c:v>
                </c:pt>
                <c:pt idx="17">
                  <c:v>88.523605582585006</c:v>
                </c:pt>
                <c:pt idx="18">
                  <c:v>88.935499832266501</c:v>
                </c:pt>
                <c:pt idx="19">
                  <c:v>89.347394081947897</c:v>
                </c:pt>
                <c:pt idx="20">
                  <c:v>89.759288331629406</c:v>
                </c:pt>
                <c:pt idx="21">
                  <c:v>90.048061344875507</c:v>
                </c:pt>
                <c:pt idx="22">
                  <c:v>90.336834358121706</c:v>
                </c:pt>
                <c:pt idx="23">
                  <c:v>90.625607371367806</c:v>
                </c:pt>
                <c:pt idx="24">
                  <c:v>90.914380384614006</c:v>
                </c:pt>
                <c:pt idx="25">
                  <c:v>91.203153397860206</c:v>
                </c:pt>
                <c:pt idx="26">
                  <c:v>91.491926411106306</c:v>
                </c:pt>
                <c:pt idx="27">
                  <c:v>91.780699424352505</c:v>
                </c:pt>
                <c:pt idx="28">
                  <c:v>92.069472437598705</c:v>
                </c:pt>
                <c:pt idx="29">
                  <c:v>92.358245450844805</c:v>
                </c:pt>
                <c:pt idx="30">
                  <c:v>92.647018464091005</c:v>
                </c:pt>
                <c:pt idx="31">
                  <c:v>93.018209534430696</c:v>
                </c:pt>
                <c:pt idx="32">
                  <c:v>93.389400604770401</c:v>
                </c:pt>
                <c:pt idx="33">
                  <c:v>93.760591675110106</c:v>
                </c:pt>
                <c:pt idx="34">
                  <c:v>94.131782745449797</c:v>
                </c:pt>
                <c:pt idx="35">
                  <c:v>94.502973815789503</c:v>
                </c:pt>
                <c:pt idx="36">
                  <c:v>94.874164886129094</c:v>
                </c:pt>
                <c:pt idx="37">
                  <c:v>95.245355956468799</c:v>
                </c:pt>
                <c:pt idx="38">
                  <c:v>95.616547026808504</c:v>
                </c:pt>
                <c:pt idx="39">
                  <c:v>95.987738097148195</c:v>
                </c:pt>
                <c:pt idx="40">
                  <c:v>96.358929167487901</c:v>
                </c:pt>
                <c:pt idx="41">
                  <c:v>96.692431396985398</c:v>
                </c:pt>
                <c:pt idx="42">
                  <c:v>97.025933626482896</c:v>
                </c:pt>
                <c:pt idx="43">
                  <c:v>97.359435855980394</c:v>
                </c:pt>
                <c:pt idx="44">
                  <c:v>97.692938085477905</c:v>
                </c:pt>
                <c:pt idx="45">
                  <c:v>98.026440314975403</c:v>
                </c:pt>
                <c:pt idx="46">
                  <c:v>98.359942544472901</c:v>
                </c:pt>
                <c:pt idx="47">
                  <c:v>98.693444773970398</c:v>
                </c:pt>
                <c:pt idx="48">
                  <c:v>99.026947003467896</c:v>
                </c:pt>
                <c:pt idx="49">
                  <c:v>99.360449232965394</c:v>
                </c:pt>
                <c:pt idx="50">
                  <c:v>99.693951462462906</c:v>
                </c:pt>
                <c:pt idx="51">
                  <c:v>99.989721031354094</c:v>
                </c:pt>
                <c:pt idx="52">
                  <c:v>100.285490600245</c:v>
                </c:pt>
                <c:pt idx="53">
                  <c:v>100.581260169137</c:v>
                </c:pt>
                <c:pt idx="54">
                  <c:v>100.877029738028</c:v>
                </c:pt>
                <c:pt idx="55">
                  <c:v>101.172799306919</c:v>
                </c:pt>
                <c:pt idx="56">
                  <c:v>101.46856887581001</c:v>
                </c:pt>
                <c:pt idx="57">
                  <c:v>101.76433844470201</c:v>
                </c:pt>
                <c:pt idx="58">
                  <c:v>102.06010801359299</c:v>
                </c:pt>
                <c:pt idx="59">
                  <c:v>102.355877582484</c:v>
                </c:pt>
                <c:pt idx="60">
                  <c:v>102.651647151375</c:v>
                </c:pt>
                <c:pt idx="61">
                  <c:v>102.87539368495599</c:v>
                </c:pt>
                <c:pt idx="62">
                  <c:v>103.099140218537</c:v>
                </c:pt>
                <c:pt idx="63">
                  <c:v>103.322886752119</c:v>
                </c:pt>
                <c:pt idx="64">
                  <c:v>103.5466332857</c:v>
                </c:pt>
                <c:pt idx="65">
                  <c:v>103.770379819281</c:v>
                </c:pt>
                <c:pt idx="66">
                  <c:v>103.994126352862</c:v>
                </c:pt>
                <c:pt idx="67">
                  <c:v>104.217872886443</c:v>
                </c:pt>
                <c:pt idx="68">
                  <c:v>104.441619420024</c:v>
                </c:pt>
                <c:pt idx="69">
                  <c:v>104.665365953605</c:v>
                </c:pt>
                <c:pt idx="70">
                  <c:v>104.889112487186</c:v>
                </c:pt>
                <c:pt idx="71">
                  <c:v>105.112859020767</c:v>
                </c:pt>
                <c:pt idx="72">
                  <c:v>105.336605554348</c:v>
                </c:pt>
                <c:pt idx="73">
                  <c:v>105.560352087929</c:v>
                </c:pt>
                <c:pt idx="74">
                  <c:v>105.78409862151</c:v>
                </c:pt>
                <c:pt idx="75">
                  <c:v>106.007845155091</c:v>
                </c:pt>
                <c:pt idx="76">
                  <c:v>106.231591688672</c:v>
                </c:pt>
                <c:pt idx="77">
                  <c:v>106.455338222253</c:v>
                </c:pt>
                <c:pt idx="78">
                  <c:v>106.679084755834</c:v>
                </c:pt>
                <c:pt idx="79">
                  <c:v>106.902831289415</c:v>
                </c:pt>
                <c:pt idx="80">
                  <c:v>107.126577822996</c:v>
                </c:pt>
                <c:pt idx="81">
                  <c:v>107.350324356577</c:v>
                </c:pt>
                <c:pt idx="82">
                  <c:v>107.57407089015901</c:v>
                </c:pt>
                <c:pt idx="83">
                  <c:v>107.79781742374</c:v>
                </c:pt>
                <c:pt idx="84">
                  <c:v>108.02156395732101</c:v>
                </c:pt>
                <c:pt idx="85">
                  <c:v>108.245310490902</c:v>
                </c:pt>
                <c:pt idx="86">
                  <c:v>108.46905702448301</c:v>
                </c:pt>
                <c:pt idx="87">
                  <c:v>108.692803558064</c:v>
                </c:pt>
                <c:pt idx="88">
                  <c:v>108.91655009164499</c:v>
                </c:pt>
                <c:pt idx="89">
                  <c:v>109.140296625226</c:v>
                </c:pt>
                <c:pt idx="90">
                  <c:v>109.36404315880699</c:v>
                </c:pt>
                <c:pt idx="91">
                  <c:v>109.53771190237499</c:v>
                </c:pt>
                <c:pt idx="92">
                  <c:v>109.711380645942</c:v>
                </c:pt>
                <c:pt idx="93">
                  <c:v>109.88504938951</c:v>
                </c:pt>
                <c:pt idx="94">
                  <c:v>110.05871813307699</c:v>
                </c:pt>
                <c:pt idx="95">
                  <c:v>110.23238687664499</c:v>
                </c:pt>
                <c:pt idx="96">
                  <c:v>110.406055620213</c:v>
                </c:pt>
                <c:pt idx="97">
                  <c:v>110.57972436378</c:v>
                </c:pt>
                <c:pt idx="98">
                  <c:v>110.753393107348</c:v>
                </c:pt>
                <c:pt idx="99">
                  <c:v>110.927061850915</c:v>
                </c:pt>
                <c:pt idx="100">
                  <c:v>111.100730594483</c:v>
                </c:pt>
                <c:pt idx="101">
                  <c:v>111.274399338051</c:v>
                </c:pt>
                <c:pt idx="102">
                  <c:v>111.448068081618</c:v>
                </c:pt>
                <c:pt idx="103">
                  <c:v>111.62173682518601</c:v>
                </c:pt>
                <c:pt idx="104">
                  <c:v>111.795405568753</c:v>
                </c:pt>
                <c:pt idx="105">
                  <c:v>111.969074312321</c:v>
                </c:pt>
                <c:pt idx="106">
                  <c:v>112.142743055889</c:v>
                </c:pt>
                <c:pt idx="107">
                  <c:v>112.31641179945601</c:v>
                </c:pt>
                <c:pt idx="108">
                  <c:v>112.49008054302401</c:v>
                </c:pt>
                <c:pt idx="109">
                  <c:v>112.663749286591</c:v>
                </c:pt>
                <c:pt idx="110">
                  <c:v>112.837418030159</c:v>
                </c:pt>
                <c:pt idx="111">
                  <c:v>113.01108677372601</c:v>
                </c:pt>
                <c:pt idx="112">
                  <c:v>113.18475551729399</c:v>
                </c:pt>
                <c:pt idx="113">
                  <c:v>113.35842426086199</c:v>
                </c:pt>
                <c:pt idx="114">
                  <c:v>113.532093004429</c:v>
                </c:pt>
                <c:pt idx="115">
                  <c:v>113.705761747997</c:v>
                </c:pt>
                <c:pt idx="116">
                  <c:v>113.87943049156399</c:v>
                </c:pt>
                <c:pt idx="117">
                  <c:v>114.053099235132</c:v>
                </c:pt>
                <c:pt idx="118">
                  <c:v>114.2267679787</c:v>
                </c:pt>
                <c:pt idx="119">
                  <c:v>114.400436722267</c:v>
                </c:pt>
                <c:pt idx="120">
                  <c:v>114.574105465835</c:v>
                </c:pt>
                <c:pt idx="121">
                  <c:v>114.711851484427</c:v>
                </c:pt>
                <c:pt idx="122">
                  <c:v>114.849597503019</c:v>
                </c:pt>
                <c:pt idx="123">
                  <c:v>114.987343521611</c:v>
                </c:pt>
                <c:pt idx="124">
                  <c:v>115.12508954020301</c:v>
                </c:pt>
                <c:pt idx="125">
                  <c:v>115.262835558795</c:v>
                </c:pt>
                <c:pt idx="126">
                  <c:v>115.400581577387</c:v>
                </c:pt>
                <c:pt idx="127">
                  <c:v>115.538327595979</c:v>
                </c:pt>
                <c:pt idx="128">
                  <c:v>115.676073614571</c:v>
                </c:pt>
                <c:pt idx="129">
                  <c:v>115.81381963316301</c:v>
                </c:pt>
                <c:pt idx="130">
                  <c:v>115.951565651756</c:v>
                </c:pt>
                <c:pt idx="131">
                  <c:v>116.089311670348</c:v>
                </c:pt>
                <c:pt idx="132">
                  <c:v>116.22705768893999</c:v>
                </c:pt>
                <c:pt idx="133">
                  <c:v>116.364803707532</c:v>
                </c:pt>
                <c:pt idx="134">
                  <c:v>116.502549726124</c:v>
                </c:pt>
                <c:pt idx="135">
                  <c:v>116.640295744716</c:v>
                </c:pt>
                <c:pt idx="136">
                  <c:v>116.778041763308</c:v>
                </c:pt>
                <c:pt idx="137">
                  <c:v>116.91578778189999</c:v>
                </c:pt>
                <c:pt idx="138">
                  <c:v>117.053533800492</c:v>
                </c:pt>
                <c:pt idx="139">
                  <c:v>117.191279819084</c:v>
                </c:pt>
                <c:pt idx="140">
                  <c:v>117.329025837676</c:v>
                </c:pt>
                <c:pt idx="141">
                  <c:v>117.466771856268</c:v>
                </c:pt>
                <c:pt idx="142">
                  <c:v>117.60451787485999</c:v>
                </c:pt>
                <c:pt idx="143">
                  <c:v>117.74226389345201</c:v>
                </c:pt>
                <c:pt idx="144">
                  <c:v>117.880009912045</c:v>
                </c:pt>
                <c:pt idx="145">
                  <c:v>118.01775593063699</c:v>
                </c:pt>
                <c:pt idx="146">
                  <c:v>118.15550194922901</c:v>
                </c:pt>
                <c:pt idx="147">
                  <c:v>118.293247967821</c:v>
                </c:pt>
                <c:pt idx="148">
                  <c:v>118.430993986413</c:v>
                </c:pt>
                <c:pt idx="149">
                  <c:v>118.568740005005</c:v>
                </c:pt>
                <c:pt idx="150">
                  <c:v>118.70648602359699</c:v>
                </c:pt>
                <c:pt idx="151">
                  <c:v>118.817877401112</c:v>
                </c:pt>
                <c:pt idx="152">
                  <c:v>118.92926877862701</c:v>
                </c:pt>
                <c:pt idx="153">
                  <c:v>119.040660156142</c:v>
                </c:pt>
                <c:pt idx="154">
                  <c:v>119.152051533657</c:v>
                </c:pt>
                <c:pt idx="155">
                  <c:v>119.26344291117201</c:v>
                </c:pt>
                <c:pt idx="156">
                  <c:v>119.374834288687</c:v>
                </c:pt>
                <c:pt idx="157">
                  <c:v>119.486225666202</c:v>
                </c:pt>
                <c:pt idx="158">
                  <c:v>119.59761704371699</c:v>
                </c:pt>
                <c:pt idx="159">
                  <c:v>119.709008421231</c:v>
                </c:pt>
                <c:pt idx="160">
                  <c:v>119.820399798746</c:v>
                </c:pt>
                <c:pt idx="161">
                  <c:v>119.931791176261</c:v>
                </c:pt>
                <c:pt idx="162">
                  <c:v>120.04318255377601</c:v>
                </c:pt>
                <c:pt idx="163">
                  <c:v>120.154573931291</c:v>
                </c:pt>
                <c:pt idx="164">
                  <c:v>120.265965308806</c:v>
                </c:pt>
                <c:pt idx="165">
                  <c:v>120.37735668632099</c:v>
                </c:pt>
                <c:pt idx="166">
                  <c:v>120.488748063836</c:v>
                </c:pt>
                <c:pt idx="167">
                  <c:v>120.600139441351</c:v>
                </c:pt>
                <c:pt idx="168">
                  <c:v>120.711530818866</c:v>
                </c:pt>
                <c:pt idx="169">
                  <c:v>120.822922196381</c:v>
                </c:pt>
                <c:pt idx="170">
                  <c:v>120.93431357389601</c:v>
                </c:pt>
                <c:pt idx="171">
                  <c:v>121.045704951411</c:v>
                </c:pt>
                <c:pt idx="172">
                  <c:v>121.157096328926</c:v>
                </c:pt>
                <c:pt idx="173">
                  <c:v>121.26848770644099</c:v>
                </c:pt>
                <c:pt idx="174">
                  <c:v>121.379879083956</c:v>
                </c:pt>
                <c:pt idx="175">
                  <c:v>121.491270461471</c:v>
                </c:pt>
                <c:pt idx="176">
                  <c:v>121.60266183898599</c:v>
                </c:pt>
                <c:pt idx="177">
                  <c:v>121.714053216501</c:v>
                </c:pt>
                <c:pt idx="178">
                  <c:v>121.825444594015</c:v>
                </c:pt>
                <c:pt idx="179">
                  <c:v>121.93683597153</c:v>
                </c:pt>
                <c:pt idx="180">
                  <c:v>122.04822734904501</c:v>
                </c:pt>
                <c:pt idx="181">
                  <c:v>122.139431909452</c:v>
                </c:pt>
                <c:pt idx="182">
                  <c:v>122.23063646985899</c:v>
                </c:pt>
                <c:pt idx="183">
                  <c:v>122.321841030266</c:v>
                </c:pt>
                <c:pt idx="184">
                  <c:v>122.413045590672</c:v>
                </c:pt>
                <c:pt idx="185">
                  <c:v>122.50425015107901</c:v>
                </c:pt>
                <c:pt idx="186">
                  <c:v>122.595454711486</c:v>
                </c:pt>
                <c:pt idx="187">
                  <c:v>122.68665927189301</c:v>
                </c:pt>
                <c:pt idx="188">
                  <c:v>122.777863832299</c:v>
                </c:pt>
                <c:pt idx="189">
                  <c:v>122.869068392706</c:v>
                </c:pt>
                <c:pt idx="190">
                  <c:v>122.96027295311301</c:v>
                </c:pt>
                <c:pt idx="191">
                  <c:v>123.05147751352</c:v>
                </c:pt>
                <c:pt idx="192">
                  <c:v>123.14268207392701</c:v>
                </c:pt>
                <c:pt idx="193">
                  <c:v>123.233886634333</c:v>
                </c:pt>
                <c:pt idx="194">
                  <c:v>123.32509119474</c:v>
                </c:pt>
                <c:pt idx="195">
                  <c:v>123.416295755147</c:v>
                </c:pt>
                <c:pt idx="196">
                  <c:v>123.507500315554</c:v>
                </c:pt>
                <c:pt idx="197">
                  <c:v>123.59870487596</c:v>
                </c:pt>
                <c:pt idx="198">
                  <c:v>123.689909436367</c:v>
                </c:pt>
                <c:pt idx="199">
                  <c:v>123.781113996774</c:v>
                </c:pt>
                <c:pt idx="200">
                  <c:v>123.872318557181</c:v>
                </c:pt>
                <c:pt idx="201">
                  <c:v>123.963523117587</c:v>
                </c:pt>
                <c:pt idx="202">
                  <c:v>124.05472767799399</c:v>
                </c:pt>
                <c:pt idx="203">
                  <c:v>124.145932238401</c:v>
                </c:pt>
                <c:pt idx="204">
                  <c:v>124.237136798808</c:v>
                </c:pt>
                <c:pt idx="205">
                  <c:v>124.32834135921399</c:v>
                </c:pt>
                <c:pt idx="206">
                  <c:v>124.419545919621</c:v>
                </c:pt>
                <c:pt idx="207">
                  <c:v>124.51075048002799</c:v>
                </c:pt>
                <c:pt idx="208">
                  <c:v>124.601955040435</c:v>
                </c:pt>
                <c:pt idx="209">
                  <c:v>124.69315960084199</c:v>
                </c:pt>
                <c:pt idx="210">
                  <c:v>124.78436416124801</c:v>
                </c:pt>
                <c:pt idx="211">
                  <c:v>124.859681879045</c:v>
                </c:pt>
                <c:pt idx="212">
                  <c:v>124.934999596842</c:v>
                </c:pt>
                <c:pt idx="213">
                  <c:v>125.010317314639</c:v>
                </c:pt>
                <c:pt idx="214">
                  <c:v>125.085635032436</c:v>
                </c:pt>
                <c:pt idx="215">
                  <c:v>125.16095275023299</c:v>
                </c:pt>
                <c:pt idx="216">
                  <c:v>125.23627046802901</c:v>
                </c:pt>
                <c:pt idx="217">
                  <c:v>125.311588185826</c:v>
                </c:pt>
                <c:pt idx="218">
                  <c:v>125.386905903623</c:v>
                </c:pt>
                <c:pt idx="219">
                  <c:v>125.46222362141999</c:v>
                </c:pt>
                <c:pt idx="220">
                  <c:v>125.537541339217</c:v>
                </c:pt>
                <c:pt idx="221">
                  <c:v>125.61285905701401</c:v>
                </c:pt>
                <c:pt idx="222">
                  <c:v>125.688176774811</c:v>
                </c:pt>
                <c:pt idx="223">
                  <c:v>125.763494492608</c:v>
                </c:pt>
                <c:pt idx="224">
                  <c:v>125.838812210404</c:v>
                </c:pt>
                <c:pt idx="225">
                  <c:v>125.91412992820101</c:v>
                </c:pt>
                <c:pt idx="226">
                  <c:v>125.989447645998</c:v>
                </c:pt>
                <c:pt idx="227">
                  <c:v>126.064765363795</c:v>
                </c:pt>
                <c:pt idx="228">
                  <c:v>126.140083081592</c:v>
                </c:pt>
                <c:pt idx="229">
                  <c:v>126.215400799389</c:v>
                </c:pt>
                <c:pt idx="230">
                  <c:v>126.29071851718599</c:v>
                </c:pt>
                <c:pt idx="231">
                  <c:v>126.366036234982</c:v>
                </c:pt>
                <c:pt idx="232">
                  <c:v>126.441353952779</c:v>
                </c:pt>
                <c:pt idx="233">
                  <c:v>126.516671670576</c:v>
                </c:pt>
                <c:pt idx="234">
                  <c:v>126.59198938837299</c:v>
                </c:pt>
                <c:pt idx="235">
                  <c:v>126.66730710617</c:v>
                </c:pt>
                <c:pt idx="236">
                  <c:v>126.74262482396701</c:v>
                </c:pt>
                <c:pt idx="237">
                  <c:v>126.817942541764</c:v>
                </c:pt>
                <c:pt idx="238">
                  <c:v>126.893260259561</c:v>
                </c:pt>
                <c:pt idx="239">
                  <c:v>126.968577977357</c:v>
                </c:pt>
                <c:pt idx="240">
                  <c:v>127.04389569515401</c:v>
                </c:pt>
                <c:pt idx="241">
                  <c:v>127.10641061045401</c:v>
                </c:pt>
                <c:pt idx="242">
                  <c:v>127.168925525753</c:v>
                </c:pt>
                <c:pt idx="243">
                  <c:v>127.231440441052</c:v>
                </c:pt>
                <c:pt idx="244">
                  <c:v>127.293955356352</c:v>
                </c:pt>
                <c:pt idx="245">
                  <c:v>127.35647027165101</c:v>
                </c:pt>
                <c:pt idx="246">
                  <c:v>127.41898518695101</c:v>
                </c:pt>
                <c:pt idx="247">
                  <c:v>127.48150010225</c:v>
                </c:pt>
                <c:pt idx="248">
                  <c:v>127.544015017549</c:v>
                </c:pt>
                <c:pt idx="249">
                  <c:v>127.606529932849</c:v>
                </c:pt>
                <c:pt idx="250">
                  <c:v>127.669044848148</c:v>
                </c:pt>
                <c:pt idx="251">
                  <c:v>127.731559763447</c:v>
                </c:pt>
                <c:pt idx="252">
                  <c:v>127.79407467874699</c:v>
                </c:pt>
                <c:pt idx="253">
                  <c:v>127.856589594046</c:v>
                </c:pt>
                <c:pt idx="254">
                  <c:v>127.919104509346</c:v>
                </c:pt>
                <c:pt idx="255">
                  <c:v>127.981619424645</c:v>
                </c:pt>
                <c:pt idx="256">
                  <c:v>128.04413433994401</c:v>
                </c:pt>
                <c:pt idx="257">
                  <c:v>128.10664925524401</c:v>
                </c:pt>
                <c:pt idx="258">
                  <c:v>128.16916417054301</c:v>
                </c:pt>
                <c:pt idx="259">
                  <c:v>128.23167908584301</c:v>
                </c:pt>
                <c:pt idx="260">
                  <c:v>128.29419400114199</c:v>
                </c:pt>
                <c:pt idx="261">
                  <c:v>128.35670891644099</c:v>
                </c:pt>
                <c:pt idx="262">
                  <c:v>128.41922383174099</c:v>
                </c:pt>
                <c:pt idx="263">
                  <c:v>128.48173874704</c:v>
                </c:pt>
                <c:pt idx="264">
                  <c:v>128.544253662339</c:v>
                </c:pt>
                <c:pt idx="265">
                  <c:v>128.606768577639</c:v>
                </c:pt>
                <c:pt idx="266">
                  <c:v>128.66928349293801</c:v>
                </c:pt>
                <c:pt idx="267">
                  <c:v>128.73179840823801</c:v>
                </c:pt>
                <c:pt idx="268">
                  <c:v>128.79431332353701</c:v>
                </c:pt>
                <c:pt idx="269">
                  <c:v>128.85682823883599</c:v>
                </c:pt>
                <c:pt idx="270">
                  <c:v>128.91934315413599</c:v>
                </c:pt>
                <c:pt idx="271">
                  <c:v>128.97145177239099</c:v>
                </c:pt>
                <c:pt idx="272">
                  <c:v>129.023560390646</c:v>
                </c:pt>
                <c:pt idx="273">
                  <c:v>129.075669008902</c:v>
                </c:pt>
                <c:pt idx="274">
                  <c:v>129.127777627157</c:v>
                </c:pt>
                <c:pt idx="275">
                  <c:v>129.17988624541201</c:v>
                </c:pt>
                <c:pt idx="276">
                  <c:v>129.23199486366701</c:v>
                </c:pt>
                <c:pt idx="277">
                  <c:v>129.28410348192301</c:v>
                </c:pt>
                <c:pt idx="278">
                  <c:v>129.33621210017799</c:v>
                </c:pt>
                <c:pt idx="279">
                  <c:v>129.38832071843299</c:v>
                </c:pt>
                <c:pt idx="280">
                  <c:v>129.440429336688</c:v>
                </c:pt>
                <c:pt idx="281">
                  <c:v>129.492537954944</c:v>
                </c:pt>
                <c:pt idx="282">
                  <c:v>129.544646573199</c:v>
                </c:pt>
                <c:pt idx="283">
                  <c:v>129.59675519145401</c:v>
                </c:pt>
                <c:pt idx="284">
                  <c:v>129.64886380970901</c:v>
                </c:pt>
                <c:pt idx="285">
                  <c:v>129.70097242796501</c:v>
                </c:pt>
                <c:pt idx="286">
                  <c:v>129.75308104621999</c:v>
                </c:pt>
                <c:pt idx="287">
                  <c:v>129.80518966447499</c:v>
                </c:pt>
                <c:pt idx="288">
                  <c:v>129.85729828273099</c:v>
                </c:pt>
                <c:pt idx="289">
                  <c:v>129.909406900986</c:v>
                </c:pt>
                <c:pt idx="290">
                  <c:v>129.961515519241</c:v>
                </c:pt>
                <c:pt idx="291">
                  <c:v>130.01362413749601</c:v>
                </c:pt>
                <c:pt idx="292">
                  <c:v>130.06573275575201</c:v>
                </c:pt>
                <c:pt idx="293">
                  <c:v>130.11784137400701</c:v>
                </c:pt>
                <c:pt idx="294">
                  <c:v>130.16994999226199</c:v>
                </c:pt>
                <c:pt idx="295">
                  <c:v>130.222058610517</c:v>
                </c:pt>
                <c:pt idx="296">
                  <c:v>130.274167228773</c:v>
                </c:pt>
                <c:pt idx="297">
                  <c:v>130.326275847028</c:v>
                </c:pt>
                <c:pt idx="298">
                  <c:v>130.37838446528301</c:v>
                </c:pt>
                <c:pt idx="299">
                  <c:v>130.43049308353901</c:v>
                </c:pt>
                <c:pt idx="300">
                  <c:v>130.48260170179401</c:v>
                </c:pt>
                <c:pt idx="301">
                  <c:v>130.526189297879</c:v>
                </c:pt>
                <c:pt idx="302">
                  <c:v>130.56977689396399</c:v>
                </c:pt>
                <c:pt idx="303">
                  <c:v>130.61336449004901</c:v>
                </c:pt>
                <c:pt idx="304">
                  <c:v>130.656952086134</c:v>
                </c:pt>
                <c:pt idx="305">
                  <c:v>130.70053968221899</c:v>
                </c:pt>
                <c:pt idx="306">
                  <c:v>130.74412727830401</c:v>
                </c:pt>
                <c:pt idx="307">
                  <c:v>130.787714874389</c:v>
                </c:pt>
                <c:pt idx="308">
                  <c:v>130.83130247047501</c:v>
                </c:pt>
                <c:pt idx="309">
                  <c:v>130.87489006656</c:v>
                </c:pt>
                <c:pt idx="310">
                  <c:v>130.91847766264499</c:v>
                </c:pt>
                <c:pt idx="311">
                  <c:v>130.96206525873001</c:v>
                </c:pt>
                <c:pt idx="312">
                  <c:v>131.005652854815</c:v>
                </c:pt>
                <c:pt idx="313">
                  <c:v>131.04924045089999</c:v>
                </c:pt>
                <c:pt idx="314">
                  <c:v>131.09282804698501</c:v>
                </c:pt>
                <c:pt idx="315">
                  <c:v>131.13641564306999</c:v>
                </c:pt>
                <c:pt idx="316">
                  <c:v>131.18000323915501</c:v>
                </c:pt>
                <c:pt idx="317">
                  <c:v>131.22359083524</c:v>
                </c:pt>
                <c:pt idx="318">
                  <c:v>131.26717843132499</c:v>
                </c:pt>
                <c:pt idx="319">
                  <c:v>131.31076602741101</c:v>
                </c:pt>
                <c:pt idx="320">
                  <c:v>131.354353623496</c:v>
                </c:pt>
                <c:pt idx="321">
                  <c:v>131.39794121958101</c:v>
                </c:pt>
                <c:pt idx="322">
                  <c:v>131.441528815666</c:v>
                </c:pt>
                <c:pt idx="323">
                  <c:v>131.48511641175099</c:v>
                </c:pt>
                <c:pt idx="324">
                  <c:v>131.52870400783601</c:v>
                </c:pt>
                <c:pt idx="325">
                  <c:v>131.572291603921</c:v>
                </c:pt>
                <c:pt idx="326">
                  <c:v>131.61587920000599</c:v>
                </c:pt>
                <c:pt idx="327">
                  <c:v>131.65946679609101</c:v>
                </c:pt>
                <c:pt idx="328">
                  <c:v>131.703054392176</c:v>
                </c:pt>
                <c:pt idx="329">
                  <c:v>131.74664198826099</c:v>
                </c:pt>
                <c:pt idx="330">
                  <c:v>131.79022958434601</c:v>
                </c:pt>
                <c:pt idx="331">
                  <c:v>131.82679935554401</c:v>
                </c:pt>
                <c:pt idx="332">
                  <c:v>131.86336912674199</c:v>
                </c:pt>
                <c:pt idx="333">
                  <c:v>131.89993889793999</c:v>
                </c:pt>
                <c:pt idx="334">
                  <c:v>131.936508669137</c:v>
                </c:pt>
                <c:pt idx="335">
                  <c:v>131.973078440335</c:v>
                </c:pt>
                <c:pt idx="336">
                  <c:v>132.009648211533</c:v>
                </c:pt>
                <c:pt idx="337">
                  <c:v>132.04621798273001</c:v>
                </c:pt>
                <c:pt idx="338">
                  <c:v>132.08278775392799</c:v>
                </c:pt>
                <c:pt idx="339">
                  <c:v>132.11935752512599</c:v>
                </c:pt>
                <c:pt idx="340">
                  <c:v>132.15592729632399</c:v>
                </c:pt>
                <c:pt idx="341">
                  <c:v>132.192497067521</c:v>
                </c:pt>
                <c:pt idx="342">
                  <c:v>132.22906683871901</c:v>
                </c:pt>
                <c:pt idx="343">
                  <c:v>132.26563660991701</c:v>
                </c:pt>
                <c:pt idx="344">
                  <c:v>132.30220638111501</c:v>
                </c:pt>
                <c:pt idx="345">
                  <c:v>132.33877615231199</c:v>
                </c:pt>
                <c:pt idx="346">
                  <c:v>132.37534592351</c:v>
                </c:pt>
                <c:pt idx="347">
                  <c:v>132.411915694708</c:v>
                </c:pt>
                <c:pt idx="348">
                  <c:v>132.44848546590501</c:v>
                </c:pt>
                <c:pt idx="349">
                  <c:v>132.48505523710301</c:v>
                </c:pt>
                <c:pt idx="350">
                  <c:v>132.52162500830099</c:v>
                </c:pt>
                <c:pt idx="351">
                  <c:v>132.55819477949899</c:v>
                </c:pt>
                <c:pt idx="352">
                  <c:v>132.594764550696</c:v>
                </c:pt>
                <c:pt idx="353">
                  <c:v>132.631334321894</c:v>
                </c:pt>
                <c:pt idx="354">
                  <c:v>132.66790409309201</c:v>
                </c:pt>
                <c:pt idx="355">
                  <c:v>132.70447386428901</c:v>
                </c:pt>
                <c:pt idx="356">
                  <c:v>132.74104363548699</c:v>
                </c:pt>
                <c:pt idx="357">
                  <c:v>132.77761340668499</c:v>
                </c:pt>
                <c:pt idx="358">
                  <c:v>132.814183177883</c:v>
                </c:pt>
                <c:pt idx="359">
                  <c:v>132.85075294908</c:v>
                </c:pt>
                <c:pt idx="360">
                  <c:v>132.88732272027801</c:v>
                </c:pt>
                <c:pt idx="361">
                  <c:v>132.918096494861</c:v>
                </c:pt>
                <c:pt idx="362">
                  <c:v>132.94887026944301</c:v>
                </c:pt>
                <c:pt idx="363">
                  <c:v>132.979644044026</c:v>
                </c:pt>
                <c:pt idx="364">
                  <c:v>133.010417818609</c:v>
                </c:pt>
                <c:pt idx="365">
                  <c:v>133.041191593191</c:v>
                </c:pt>
                <c:pt idx="366">
                  <c:v>133.071965367774</c:v>
                </c:pt>
                <c:pt idx="367">
                  <c:v>133.102739142356</c:v>
                </c:pt>
                <c:pt idx="368">
                  <c:v>133.133512916939</c:v>
                </c:pt>
                <c:pt idx="369">
                  <c:v>133.16428669152199</c:v>
                </c:pt>
                <c:pt idx="370">
                  <c:v>133.195060466104</c:v>
                </c:pt>
                <c:pt idx="371">
                  <c:v>133.22583424068699</c:v>
                </c:pt>
                <c:pt idx="372">
                  <c:v>133.25660801526999</c:v>
                </c:pt>
                <c:pt idx="373">
                  <c:v>133.28738178985199</c:v>
                </c:pt>
                <c:pt idx="374">
                  <c:v>133.31815556443499</c:v>
                </c:pt>
                <c:pt idx="375">
                  <c:v>133.34892933901699</c:v>
                </c:pt>
                <c:pt idx="376">
                  <c:v>133.37970311359999</c:v>
                </c:pt>
                <c:pt idx="377">
                  <c:v>133.41047688818301</c:v>
                </c:pt>
                <c:pt idx="378">
                  <c:v>133.44125066276499</c:v>
                </c:pt>
                <c:pt idx="379">
                  <c:v>133.47202443734801</c:v>
                </c:pt>
                <c:pt idx="380">
                  <c:v>133.50279821193101</c:v>
                </c:pt>
                <c:pt idx="381">
                  <c:v>133.53357198651301</c:v>
                </c:pt>
                <c:pt idx="382">
                  <c:v>133.56434576109601</c:v>
                </c:pt>
                <c:pt idx="383">
                  <c:v>133.59511953567801</c:v>
                </c:pt>
                <c:pt idx="384">
                  <c:v>133.62589331026101</c:v>
                </c:pt>
                <c:pt idx="385">
                  <c:v>133.656667084844</c:v>
                </c:pt>
                <c:pt idx="386">
                  <c:v>133.687440859426</c:v>
                </c:pt>
                <c:pt idx="387">
                  <c:v>133.718214634009</c:v>
                </c:pt>
                <c:pt idx="388">
                  <c:v>133.748988408592</c:v>
                </c:pt>
                <c:pt idx="389">
                  <c:v>133.779762183174</c:v>
                </c:pt>
                <c:pt idx="390">
                  <c:v>133.810535957757</c:v>
                </c:pt>
                <c:pt idx="391">
                  <c:v>133.83650852124299</c:v>
                </c:pt>
                <c:pt idx="392">
                  <c:v>133.86248108472901</c:v>
                </c:pt>
                <c:pt idx="393">
                  <c:v>133.88845364821501</c:v>
                </c:pt>
                <c:pt idx="394">
                  <c:v>133.914426211701</c:v>
                </c:pt>
                <c:pt idx="395">
                  <c:v>133.94039877518799</c:v>
                </c:pt>
                <c:pt idx="396">
                  <c:v>133.96637133867401</c:v>
                </c:pt>
                <c:pt idx="397">
                  <c:v>133.99234390216</c:v>
                </c:pt>
                <c:pt idx="398">
                  <c:v>134.018316465646</c:v>
                </c:pt>
                <c:pt idx="399">
                  <c:v>134.04428902913199</c:v>
                </c:pt>
                <c:pt idx="400">
                  <c:v>134.07026159261801</c:v>
                </c:pt>
                <c:pt idx="401">
                  <c:v>134.096234156104</c:v>
                </c:pt>
                <c:pt idx="402">
                  <c:v>134.12220671959</c:v>
                </c:pt>
                <c:pt idx="403">
                  <c:v>134.14817928307701</c:v>
                </c:pt>
                <c:pt idx="404">
                  <c:v>134.17415184656301</c:v>
                </c:pt>
                <c:pt idx="405">
                  <c:v>134.200124410049</c:v>
                </c:pt>
                <c:pt idx="406">
                  <c:v>134.22609697353499</c:v>
                </c:pt>
                <c:pt idx="407">
                  <c:v>134.25206953702099</c:v>
                </c:pt>
                <c:pt idx="408">
                  <c:v>134.27804210050701</c:v>
                </c:pt>
                <c:pt idx="409">
                  <c:v>134.304014663993</c:v>
                </c:pt>
                <c:pt idx="410">
                  <c:v>134.32998722747899</c:v>
                </c:pt>
                <c:pt idx="411">
                  <c:v>134.35595979096601</c:v>
                </c:pt>
                <c:pt idx="412">
                  <c:v>134.381932354452</c:v>
                </c:pt>
                <c:pt idx="413">
                  <c:v>134.407904917938</c:v>
                </c:pt>
                <c:pt idx="414">
                  <c:v>134.43387748142399</c:v>
                </c:pt>
                <c:pt idx="415">
                  <c:v>134.45985004491001</c:v>
                </c:pt>
                <c:pt idx="416">
                  <c:v>134.48582260839601</c:v>
                </c:pt>
                <c:pt idx="417">
                  <c:v>134.511795171882</c:v>
                </c:pt>
                <c:pt idx="418">
                  <c:v>134.53776773536899</c:v>
                </c:pt>
                <c:pt idx="419">
                  <c:v>134.56374029885501</c:v>
                </c:pt>
                <c:pt idx="420">
                  <c:v>134.589712862341</c:v>
                </c:pt>
                <c:pt idx="421">
                  <c:v>134.61170013360999</c:v>
                </c:pt>
                <c:pt idx="422">
                  <c:v>134.63368740487999</c:v>
                </c:pt>
                <c:pt idx="423">
                  <c:v>134.655674676149</c:v>
                </c:pt>
                <c:pt idx="424">
                  <c:v>134.67766194741799</c:v>
                </c:pt>
                <c:pt idx="425">
                  <c:v>134.69964921868799</c:v>
                </c:pt>
                <c:pt idx="426">
                  <c:v>134.72163648995701</c:v>
                </c:pt>
                <c:pt idx="427">
                  <c:v>134.74362376122599</c:v>
                </c:pt>
                <c:pt idx="428">
                  <c:v>134.765611032496</c:v>
                </c:pt>
                <c:pt idx="429">
                  <c:v>134.78759830376501</c:v>
                </c:pt>
                <c:pt idx="430">
                  <c:v>134.80958557503399</c:v>
                </c:pt>
                <c:pt idx="431">
                  <c:v>134.831572846304</c:v>
                </c:pt>
                <c:pt idx="432">
                  <c:v>134.85356011757301</c:v>
                </c:pt>
                <c:pt idx="433">
                  <c:v>134.87554738884199</c:v>
                </c:pt>
                <c:pt idx="434">
                  <c:v>134.897534660112</c:v>
                </c:pt>
                <c:pt idx="435">
                  <c:v>134.91952193138101</c:v>
                </c:pt>
                <c:pt idx="436">
                  <c:v>134.94150920265</c:v>
                </c:pt>
                <c:pt idx="437">
                  <c:v>134.96349647392</c:v>
                </c:pt>
                <c:pt idx="438">
                  <c:v>134.98548374518899</c:v>
                </c:pt>
                <c:pt idx="439">
                  <c:v>135.00747101645899</c:v>
                </c:pt>
                <c:pt idx="440">
                  <c:v>135.029458287728</c:v>
                </c:pt>
                <c:pt idx="441">
                  <c:v>135.05144555899699</c:v>
                </c:pt>
                <c:pt idx="442">
                  <c:v>135.073432830267</c:v>
                </c:pt>
                <c:pt idx="443">
                  <c:v>135.09542010153601</c:v>
                </c:pt>
                <c:pt idx="444">
                  <c:v>135.11740737280499</c:v>
                </c:pt>
                <c:pt idx="445">
                  <c:v>135.139394644075</c:v>
                </c:pt>
                <c:pt idx="446">
                  <c:v>135.16138191534401</c:v>
                </c:pt>
                <c:pt idx="447">
                  <c:v>135.18336918661299</c:v>
                </c:pt>
                <c:pt idx="448">
                  <c:v>135.205356457883</c:v>
                </c:pt>
                <c:pt idx="449">
                  <c:v>135.22734372915201</c:v>
                </c:pt>
                <c:pt idx="450">
                  <c:v>135.24933100042099</c:v>
                </c:pt>
                <c:pt idx="451">
                  <c:v>135.26800180744999</c:v>
                </c:pt>
                <c:pt idx="452">
                  <c:v>135.28667261447899</c:v>
                </c:pt>
                <c:pt idx="453">
                  <c:v>135.30534342150801</c:v>
                </c:pt>
                <c:pt idx="454">
                  <c:v>135.32401422853701</c:v>
                </c:pt>
                <c:pt idx="455">
                  <c:v>135.34268503556501</c:v>
                </c:pt>
                <c:pt idx="456">
                  <c:v>135.36135584259401</c:v>
                </c:pt>
                <c:pt idx="457">
                  <c:v>135.38002664962301</c:v>
                </c:pt>
                <c:pt idx="458">
                  <c:v>135.398697456652</c:v>
                </c:pt>
                <c:pt idx="459">
                  <c:v>135.417368263681</c:v>
                </c:pt>
                <c:pt idx="460">
                  <c:v>135.43603907071</c:v>
                </c:pt>
                <c:pt idx="461">
                  <c:v>135.454709877738</c:v>
                </c:pt>
                <c:pt idx="462">
                  <c:v>135.47338068476699</c:v>
                </c:pt>
                <c:pt idx="463">
                  <c:v>135.49205149179599</c:v>
                </c:pt>
                <c:pt idx="464">
                  <c:v>135.51072229882499</c:v>
                </c:pt>
                <c:pt idx="465">
                  <c:v>135.52939310585401</c:v>
                </c:pt>
                <c:pt idx="466">
                  <c:v>135.54806391288199</c:v>
                </c:pt>
                <c:pt idx="467">
                  <c:v>135.56673471991101</c:v>
                </c:pt>
                <c:pt idx="468">
                  <c:v>135.58540552694001</c:v>
                </c:pt>
                <c:pt idx="469">
                  <c:v>135.604076333969</c:v>
                </c:pt>
                <c:pt idx="470">
                  <c:v>135.622747140998</c:v>
                </c:pt>
                <c:pt idx="471">
                  <c:v>135.641417948026</c:v>
                </c:pt>
                <c:pt idx="472">
                  <c:v>135.660088755055</c:v>
                </c:pt>
                <c:pt idx="473">
                  <c:v>135.678759562084</c:v>
                </c:pt>
                <c:pt idx="474">
                  <c:v>135.69743036911299</c:v>
                </c:pt>
                <c:pt idx="475">
                  <c:v>135.71610117614199</c:v>
                </c:pt>
                <c:pt idx="476">
                  <c:v>135.73477198317099</c:v>
                </c:pt>
                <c:pt idx="477">
                  <c:v>135.75344279019899</c:v>
                </c:pt>
                <c:pt idx="478">
                  <c:v>135.77211359722801</c:v>
                </c:pt>
                <c:pt idx="479">
                  <c:v>135.79078440425701</c:v>
                </c:pt>
                <c:pt idx="480">
                  <c:v>135.80945521128601</c:v>
                </c:pt>
                <c:pt idx="481">
                  <c:v>135.82536101683399</c:v>
                </c:pt>
                <c:pt idx="482">
                  <c:v>135.84126682238301</c:v>
                </c:pt>
                <c:pt idx="483">
                  <c:v>135.85717262793199</c:v>
                </c:pt>
                <c:pt idx="484">
                  <c:v>135.873078433481</c:v>
                </c:pt>
                <c:pt idx="485">
                  <c:v>135.88898423902901</c:v>
                </c:pt>
                <c:pt idx="486">
                  <c:v>135.904890044578</c:v>
                </c:pt>
                <c:pt idx="487">
                  <c:v>135.92079585012701</c:v>
                </c:pt>
                <c:pt idx="488">
                  <c:v>135.93670165567499</c:v>
                </c:pt>
                <c:pt idx="489">
                  <c:v>135.95260746122401</c:v>
                </c:pt>
                <c:pt idx="490">
                  <c:v>135.96851326677299</c:v>
                </c:pt>
                <c:pt idx="491">
                  <c:v>135.984419072321</c:v>
                </c:pt>
                <c:pt idx="492">
                  <c:v>136.00032487787001</c:v>
                </c:pt>
                <c:pt idx="493">
                  <c:v>136.016230683419</c:v>
                </c:pt>
                <c:pt idx="494">
                  <c:v>136.03213648896701</c:v>
                </c:pt>
                <c:pt idx="495">
                  <c:v>136.04804229451599</c:v>
                </c:pt>
                <c:pt idx="496">
                  <c:v>136.06394810006501</c:v>
                </c:pt>
                <c:pt idx="497">
                  <c:v>136.07985390561299</c:v>
                </c:pt>
                <c:pt idx="498">
                  <c:v>136.095759711162</c:v>
                </c:pt>
                <c:pt idx="499">
                  <c:v>136.11166551671101</c:v>
                </c:pt>
                <c:pt idx="500">
                  <c:v>136.127571322259</c:v>
                </c:pt>
                <c:pt idx="501">
                  <c:v>136.14347712780801</c:v>
                </c:pt>
                <c:pt idx="502">
                  <c:v>136.15938293335699</c:v>
                </c:pt>
                <c:pt idx="503">
                  <c:v>136.17528873890501</c:v>
                </c:pt>
                <c:pt idx="504">
                  <c:v>136.19119454445399</c:v>
                </c:pt>
                <c:pt idx="505">
                  <c:v>136.207100350003</c:v>
                </c:pt>
                <c:pt idx="506">
                  <c:v>136.22300615555099</c:v>
                </c:pt>
                <c:pt idx="507">
                  <c:v>136.2389119611</c:v>
                </c:pt>
                <c:pt idx="508">
                  <c:v>136.25481776664901</c:v>
                </c:pt>
                <c:pt idx="509">
                  <c:v>136.270723572197</c:v>
                </c:pt>
                <c:pt idx="510">
                  <c:v>136.28662937774601</c:v>
                </c:pt>
                <c:pt idx="511">
                  <c:v>136.300225292346</c:v>
                </c:pt>
                <c:pt idx="512">
                  <c:v>136.31382120694499</c:v>
                </c:pt>
                <c:pt idx="513">
                  <c:v>136.32741712154501</c:v>
                </c:pt>
                <c:pt idx="514">
                  <c:v>136.34101303614401</c:v>
                </c:pt>
                <c:pt idx="515">
                  <c:v>136.35460895074399</c:v>
                </c:pt>
                <c:pt idx="516">
                  <c:v>136.36820486534299</c:v>
                </c:pt>
                <c:pt idx="517">
                  <c:v>136.38180077994301</c:v>
                </c:pt>
                <c:pt idx="518">
                  <c:v>136.395396694542</c:v>
                </c:pt>
                <c:pt idx="519">
                  <c:v>136.40899260914199</c:v>
                </c:pt>
                <c:pt idx="520">
                  <c:v>136.42258852374101</c:v>
                </c:pt>
                <c:pt idx="521">
                  <c:v>136.436184438341</c:v>
                </c:pt>
                <c:pt idx="522">
                  <c:v>136.44978035294</c:v>
                </c:pt>
                <c:pt idx="523">
                  <c:v>136.46337626754001</c:v>
                </c:pt>
                <c:pt idx="524">
                  <c:v>136.47697218213901</c:v>
                </c:pt>
                <c:pt idx="525">
                  <c:v>136.490568096739</c:v>
                </c:pt>
                <c:pt idx="526">
                  <c:v>136.50416401133799</c:v>
                </c:pt>
                <c:pt idx="527">
                  <c:v>136.51775992593801</c:v>
                </c:pt>
                <c:pt idx="528">
                  <c:v>136.531355840537</c:v>
                </c:pt>
                <c:pt idx="529">
                  <c:v>136.54495175513699</c:v>
                </c:pt>
                <c:pt idx="530">
                  <c:v>136.55854766973599</c:v>
                </c:pt>
                <c:pt idx="531">
                  <c:v>136.572143584336</c:v>
                </c:pt>
                <c:pt idx="532">
                  <c:v>136.585739498935</c:v>
                </c:pt>
                <c:pt idx="533">
                  <c:v>136.59933541353499</c:v>
                </c:pt>
                <c:pt idx="534">
                  <c:v>136.61293132813401</c:v>
                </c:pt>
                <c:pt idx="535">
                  <c:v>136.626527242734</c:v>
                </c:pt>
                <c:pt idx="536">
                  <c:v>136.64012315733299</c:v>
                </c:pt>
                <c:pt idx="537">
                  <c:v>136.65371907193301</c:v>
                </c:pt>
                <c:pt idx="538">
                  <c:v>136.66731498653201</c:v>
                </c:pt>
                <c:pt idx="539">
                  <c:v>136.68091090113199</c:v>
                </c:pt>
                <c:pt idx="540">
                  <c:v>136.69450681573099</c:v>
                </c:pt>
                <c:pt idx="541">
                  <c:v>136.706168510575</c:v>
                </c:pt>
                <c:pt idx="542">
                  <c:v>136.71783020541801</c:v>
                </c:pt>
                <c:pt idx="543">
                  <c:v>136.729491900261</c:v>
                </c:pt>
                <c:pt idx="544">
                  <c:v>136.74115359510401</c:v>
                </c:pt>
                <c:pt idx="545">
                  <c:v>136.75281528994699</c:v>
                </c:pt>
                <c:pt idx="546">
                  <c:v>136.76447698479001</c:v>
                </c:pt>
                <c:pt idx="547">
                  <c:v>136.77613867963299</c:v>
                </c:pt>
                <c:pt idx="548">
                  <c:v>136.78780037447601</c:v>
                </c:pt>
                <c:pt idx="549">
                  <c:v>136.79946206931899</c:v>
                </c:pt>
                <c:pt idx="550">
                  <c:v>136.811123764163</c:v>
                </c:pt>
                <c:pt idx="551">
                  <c:v>136.82278545900601</c:v>
                </c:pt>
                <c:pt idx="552">
                  <c:v>136.834447153849</c:v>
                </c:pt>
                <c:pt idx="553">
                  <c:v>136.84610884869201</c:v>
                </c:pt>
                <c:pt idx="554">
                  <c:v>136.857770543535</c:v>
                </c:pt>
                <c:pt idx="555">
                  <c:v>136.86943223837801</c:v>
                </c:pt>
                <c:pt idx="556">
                  <c:v>136.881093933221</c:v>
                </c:pt>
                <c:pt idx="557">
                  <c:v>136.89275562806401</c:v>
                </c:pt>
                <c:pt idx="558">
                  <c:v>136.90441732290699</c:v>
                </c:pt>
                <c:pt idx="559">
                  <c:v>136.916079017751</c:v>
                </c:pt>
                <c:pt idx="560">
                  <c:v>136.92774071259399</c:v>
                </c:pt>
                <c:pt idx="561">
                  <c:v>136.939402407437</c:v>
                </c:pt>
                <c:pt idx="562">
                  <c:v>136.95106410227999</c:v>
                </c:pt>
                <c:pt idx="563">
                  <c:v>136.962725797123</c:v>
                </c:pt>
                <c:pt idx="564">
                  <c:v>136.97438749196601</c:v>
                </c:pt>
                <c:pt idx="565">
                  <c:v>136.986049186809</c:v>
                </c:pt>
                <c:pt idx="566">
                  <c:v>136.99771088165201</c:v>
                </c:pt>
                <c:pt idx="567">
                  <c:v>137.009372576495</c:v>
                </c:pt>
                <c:pt idx="568">
                  <c:v>137.021034271339</c:v>
                </c:pt>
                <c:pt idx="569">
                  <c:v>137.03269596618199</c:v>
                </c:pt>
                <c:pt idx="570">
                  <c:v>137.044357661025</c:v>
                </c:pt>
                <c:pt idx="571">
                  <c:v>137.054395718298</c:v>
                </c:pt>
                <c:pt idx="572">
                  <c:v>137.06443377557099</c:v>
                </c:pt>
                <c:pt idx="573">
                  <c:v>137.07447183284501</c:v>
                </c:pt>
                <c:pt idx="574">
                  <c:v>137.084509890118</c:v>
                </c:pt>
                <c:pt idx="575">
                  <c:v>137.09454794739099</c:v>
                </c:pt>
                <c:pt idx="576">
                  <c:v>137.10458600466501</c:v>
                </c:pt>
                <c:pt idx="577">
                  <c:v>137.114624061938</c:v>
                </c:pt>
                <c:pt idx="578">
                  <c:v>137.124662119211</c:v>
                </c:pt>
                <c:pt idx="579">
                  <c:v>137.13470017648399</c:v>
                </c:pt>
                <c:pt idx="580">
                  <c:v>137.14473823375801</c:v>
                </c:pt>
                <c:pt idx="581">
                  <c:v>137.154776291031</c:v>
                </c:pt>
                <c:pt idx="582">
                  <c:v>137.16481434830399</c:v>
                </c:pt>
                <c:pt idx="583">
                  <c:v>137.17485240557801</c:v>
                </c:pt>
                <c:pt idx="584">
                  <c:v>137.184890462851</c:v>
                </c:pt>
                <c:pt idx="585">
                  <c:v>137.19492852012399</c:v>
                </c:pt>
                <c:pt idx="586">
                  <c:v>137.20496657739801</c:v>
                </c:pt>
                <c:pt idx="587">
                  <c:v>137.215004634671</c:v>
                </c:pt>
                <c:pt idx="588">
                  <c:v>137.225042691944</c:v>
                </c:pt>
                <c:pt idx="589">
                  <c:v>137.23508074921699</c:v>
                </c:pt>
                <c:pt idx="590">
                  <c:v>137.24511880649101</c:v>
                </c:pt>
                <c:pt idx="591">
                  <c:v>137.255156863764</c:v>
                </c:pt>
                <c:pt idx="592">
                  <c:v>137.26519492103699</c:v>
                </c:pt>
                <c:pt idx="593">
                  <c:v>137.27523297831101</c:v>
                </c:pt>
                <c:pt idx="594">
                  <c:v>137.285271035584</c:v>
                </c:pt>
                <c:pt idx="595">
                  <c:v>137.295309092857</c:v>
                </c:pt>
                <c:pt idx="596">
                  <c:v>137.30534715013101</c:v>
                </c:pt>
                <c:pt idx="597">
                  <c:v>137.31538520740401</c:v>
                </c:pt>
                <c:pt idx="598">
                  <c:v>137.325423264677</c:v>
                </c:pt>
                <c:pt idx="599">
                  <c:v>137.33546132194999</c:v>
                </c:pt>
                <c:pt idx="600">
                  <c:v>137.34549937922401</c:v>
                </c:pt>
                <c:pt idx="601">
                  <c:v>137.35417210490399</c:v>
                </c:pt>
                <c:pt idx="602">
                  <c:v>137.362844830585</c:v>
                </c:pt>
                <c:pt idx="603">
                  <c:v>137.37151755626499</c:v>
                </c:pt>
                <c:pt idx="604">
                  <c:v>137.380190281946</c:v>
                </c:pt>
                <c:pt idx="605">
                  <c:v>137.38886300762599</c:v>
                </c:pt>
                <c:pt idx="606">
                  <c:v>137.397535733307</c:v>
                </c:pt>
                <c:pt idx="607">
                  <c:v>137.40620845898701</c:v>
                </c:pt>
                <c:pt idx="608">
                  <c:v>137.41488118466799</c:v>
                </c:pt>
                <c:pt idx="609">
                  <c:v>137.42355391034801</c:v>
                </c:pt>
                <c:pt idx="610">
                  <c:v>137.43222663602899</c:v>
                </c:pt>
                <c:pt idx="611">
                  <c:v>137.440899361709</c:v>
                </c:pt>
                <c:pt idx="612">
                  <c:v>137.44957208739001</c:v>
                </c:pt>
                <c:pt idx="613">
                  <c:v>137.45824481307</c:v>
                </c:pt>
                <c:pt idx="614">
                  <c:v>137.46691753875101</c:v>
                </c:pt>
                <c:pt idx="615">
                  <c:v>137.47559026443099</c:v>
                </c:pt>
                <c:pt idx="616">
                  <c:v>137.484262990112</c:v>
                </c:pt>
                <c:pt idx="617">
                  <c:v>137.49293571579199</c:v>
                </c:pt>
                <c:pt idx="618">
                  <c:v>137.501608441473</c:v>
                </c:pt>
                <c:pt idx="619">
                  <c:v>137.51028116715301</c:v>
                </c:pt>
                <c:pt idx="620">
                  <c:v>137.51895389283399</c:v>
                </c:pt>
                <c:pt idx="621">
                  <c:v>137.52762661851401</c:v>
                </c:pt>
                <c:pt idx="622">
                  <c:v>137.53629934419499</c:v>
                </c:pt>
                <c:pt idx="623">
                  <c:v>137.544972069875</c:v>
                </c:pt>
                <c:pt idx="624">
                  <c:v>137.55364479555601</c:v>
                </c:pt>
                <c:pt idx="625">
                  <c:v>137.562317521236</c:v>
                </c:pt>
                <c:pt idx="626">
                  <c:v>137.57099024691701</c:v>
                </c:pt>
                <c:pt idx="627">
                  <c:v>137.57966297259699</c:v>
                </c:pt>
                <c:pt idx="628">
                  <c:v>137.588335698278</c:v>
                </c:pt>
                <c:pt idx="629">
                  <c:v>137.59700842395799</c:v>
                </c:pt>
                <c:pt idx="630">
                  <c:v>137.605681149639</c:v>
                </c:pt>
                <c:pt idx="631">
                  <c:v>137.61320226117201</c:v>
                </c:pt>
                <c:pt idx="632">
                  <c:v>137.62072337270499</c:v>
                </c:pt>
                <c:pt idx="633">
                  <c:v>137.628244484238</c:v>
                </c:pt>
                <c:pt idx="634">
                  <c:v>137.63576559577101</c:v>
                </c:pt>
                <c:pt idx="635">
                  <c:v>137.64328670730399</c:v>
                </c:pt>
                <c:pt idx="636">
                  <c:v>137.650807818837</c:v>
                </c:pt>
                <c:pt idx="637">
                  <c:v>137.65832893037</c:v>
                </c:pt>
                <c:pt idx="638">
                  <c:v>137.66585004190301</c:v>
                </c:pt>
                <c:pt idx="639">
                  <c:v>137.67337115343599</c:v>
                </c:pt>
                <c:pt idx="640">
                  <c:v>137.680892264969</c:v>
                </c:pt>
                <c:pt idx="641">
                  <c:v>137.68841337650201</c:v>
                </c:pt>
                <c:pt idx="642">
                  <c:v>137.69593448803499</c:v>
                </c:pt>
                <c:pt idx="643">
                  <c:v>137.703455599568</c:v>
                </c:pt>
                <c:pt idx="644">
                  <c:v>137.71097671110101</c:v>
                </c:pt>
                <c:pt idx="645">
                  <c:v>137.71849782263399</c:v>
                </c:pt>
                <c:pt idx="646">
                  <c:v>137.726018934167</c:v>
                </c:pt>
                <c:pt idx="647">
                  <c:v>137.73354004570001</c:v>
                </c:pt>
                <c:pt idx="648">
                  <c:v>137.74106115723299</c:v>
                </c:pt>
                <c:pt idx="649">
                  <c:v>137.748582268766</c:v>
                </c:pt>
                <c:pt idx="650">
                  <c:v>137.75610338029901</c:v>
                </c:pt>
                <c:pt idx="651">
                  <c:v>137.76362449183199</c:v>
                </c:pt>
                <c:pt idx="652">
                  <c:v>137.771145603365</c:v>
                </c:pt>
                <c:pt idx="653">
                  <c:v>137.77866671489801</c:v>
                </c:pt>
                <c:pt idx="654">
                  <c:v>137.78618782643099</c:v>
                </c:pt>
                <c:pt idx="655">
                  <c:v>137.793708937964</c:v>
                </c:pt>
                <c:pt idx="656">
                  <c:v>137.80123004949701</c:v>
                </c:pt>
                <c:pt idx="657">
                  <c:v>137.80875116102999</c:v>
                </c:pt>
                <c:pt idx="658">
                  <c:v>137.816272272563</c:v>
                </c:pt>
                <c:pt idx="659">
                  <c:v>137.82379338409601</c:v>
                </c:pt>
                <c:pt idx="660">
                  <c:v>137.83131449562899</c:v>
                </c:pt>
                <c:pt idx="661">
                  <c:v>137.83786234714199</c:v>
                </c:pt>
                <c:pt idx="662">
                  <c:v>137.844410198654</c:v>
                </c:pt>
                <c:pt idx="663">
                  <c:v>137.85095805016701</c:v>
                </c:pt>
                <c:pt idx="664">
                  <c:v>137.85750590167899</c:v>
                </c:pt>
                <c:pt idx="665">
                  <c:v>137.864053753192</c:v>
                </c:pt>
                <c:pt idx="666">
                  <c:v>137.87060160470401</c:v>
                </c:pt>
                <c:pt idx="667">
                  <c:v>137.87714945621701</c:v>
                </c:pt>
                <c:pt idx="668">
                  <c:v>137.88369730772899</c:v>
                </c:pt>
                <c:pt idx="669">
                  <c:v>137.890245159242</c:v>
                </c:pt>
                <c:pt idx="670">
                  <c:v>137.89679301075401</c:v>
                </c:pt>
                <c:pt idx="671">
                  <c:v>137.90334086226699</c:v>
                </c:pt>
                <c:pt idx="672">
                  <c:v>137.909888713779</c:v>
                </c:pt>
                <c:pt idx="673">
                  <c:v>137.916436565292</c:v>
                </c:pt>
                <c:pt idx="674">
                  <c:v>137.92298441680401</c:v>
                </c:pt>
                <c:pt idx="675">
                  <c:v>137.92953226831699</c:v>
                </c:pt>
                <c:pt idx="676">
                  <c:v>137.936080119829</c:v>
                </c:pt>
                <c:pt idx="677">
                  <c:v>137.94262797134201</c:v>
                </c:pt>
                <c:pt idx="678">
                  <c:v>137.94917582285399</c:v>
                </c:pt>
                <c:pt idx="679">
                  <c:v>137.95572367436699</c:v>
                </c:pt>
                <c:pt idx="680">
                  <c:v>137.962271525879</c:v>
                </c:pt>
                <c:pt idx="681">
                  <c:v>137.96881937739201</c:v>
                </c:pt>
                <c:pt idx="682">
                  <c:v>137.97536722890399</c:v>
                </c:pt>
                <c:pt idx="683">
                  <c:v>137.981915080417</c:v>
                </c:pt>
                <c:pt idx="684">
                  <c:v>137.98846293192901</c:v>
                </c:pt>
                <c:pt idx="685">
                  <c:v>137.99501078344201</c:v>
                </c:pt>
                <c:pt idx="686">
                  <c:v>138.00155863495399</c:v>
                </c:pt>
                <c:pt idx="687">
                  <c:v>138.008106486467</c:v>
                </c:pt>
                <c:pt idx="688">
                  <c:v>138.01465433797901</c:v>
                </c:pt>
                <c:pt idx="689">
                  <c:v>138.02120218949199</c:v>
                </c:pt>
                <c:pt idx="690">
                  <c:v>138.027750041004</c:v>
                </c:pt>
                <c:pt idx="691">
                  <c:v>138.033472235912</c:v>
                </c:pt>
                <c:pt idx="692">
                  <c:v>138.03919443081901</c:v>
                </c:pt>
                <c:pt idx="693">
                  <c:v>138.04491662572701</c:v>
                </c:pt>
                <c:pt idx="694">
                  <c:v>138.05063882063399</c:v>
                </c:pt>
                <c:pt idx="695">
                  <c:v>138.056361015541</c:v>
                </c:pt>
                <c:pt idx="696">
                  <c:v>138.062083210449</c:v>
                </c:pt>
                <c:pt idx="697">
                  <c:v>138.06780540535601</c:v>
                </c:pt>
                <c:pt idx="698">
                  <c:v>138.07352760026399</c:v>
                </c:pt>
                <c:pt idx="699">
                  <c:v>138.07924979517099</c:v>
                </c:pt>
                <c:pt idx="700">
                  <c:v>138.084971990078</c:v>
                </c:pt>
                <c:pt idx="701">
                  <c:v>138.09069418498601</c:v>
                </c:pt>
                <c:pt idx="702">
                  <c:v>138.09641637989299</c:v>
                </c:pt>
                <c:pt idx="703">
                  <c:v>138.10213857480099</c:v>
                </c:pt>
                <c:pt idx="704">
                  <c:v>138.107860769708</c:v>
                </c:pt>
                <c:pt idx="705">
                  <c:v>138.11358296461501</c:v>
                </c:pt>
                <c:pt idx="706">
                  <c:v>138.11930515952301</c:v>
                </c:pt>
                <c:pt idx="707">
                  <c:v>138.12502735442999</c:v>
                </c:pt>
                <c:pt idx="708">
                  <c:v>138.13074954933799</c:v>
                </c:pt>
                <c:pt idx="709">
                  <c:v>138.136471744245</c:v>
                </c:pt>
                <c:pt idx="710">
                  <c:v>138.14219393915201</c:v>
                </c:pt>
                <c:pt idx="711">
                  <c:v>138.14791613406001</c:v>
                </c:pt>
                <c:pt idx="712">
                  <c:v>138.15363832896699</c:v>
                </c:pt>
                <c:pt idx="713">
                  <c:v>138.15936052387499</c:v>
                </c:pt>
                <c:pt idx="714">
                  <c:v>138.165082718782</c:v>
                </c:pt>
                <c:pt idx="715">
                  <c:v>138.17080491369001</c:v>
                </c:pt>
                <c:pt idx="716">
                  <c:v>138.17652710859701</c:v>
                </c:pt>
                <c:pt idx="717">
                  <c:v>138.18224930350399</c:v>
                </c:pt>
                <c:pt idx="718">
                  <c:v>138.187971498412</c:v>
                </c:pt>
                <c:pt idx="719">
                  <c:v>138.19369369331901</c:v>
                </c:pt>
                <c:pt idx="720">
                  <c:v>138.19941588822701</c:v>
                </c:pt>
                <c:pt idx="721">
                  <c:v>138.204435941887</c:v>
                </c:pt>
                <c:pt idx="722">
                  <c:v>138.20945599554699</c:v>
                </c:pt>
                <c:pt idx="723">
                  <c:v>138.214476049208</c:v>
                </c:pt>
                <c:pt idx="724">
                  <c:v>138.21949610286799</c:v>
                </c:pt>
                <c:pt idx="725">
                  <c:v>138.22451615652801</c:v>
                </c:pt>
                <c:pt idx="726">
                  <c:v>138.229536210189</c:v>
                </c:pt>
                <c:pt idx="727">
                  <c:v>138.23455626384899</c:v>
                </c:pt>
                <c:pt idx="728">
                  <c:v>138.23957631750901</c:v>
                </c:pt>
                <c:pt idx="729">
                  <c:v>138.24459637116999</c:v>
                </c:pt>
                <c:pt idx="730">
                  <c:v>138.24961642483001</c:v>
                </c:pt>
                <c:pt idx="731">
                  <c:v>138.25463647849</c:v>
                </c:pt>
                <c:pt idx="732">
                  <c:v>138.25965653215101</c:v>
                </c:pt>
                <c:pt idx="733">
                  <c:v>138.264676585811</c:v>
                </c:pt>
                <c:pt idx="734">
                  <c:v>138.26969663947199</c:v>
                </c:pt>
                <c:pt idx="735">
                  <c:v>138.27471669313201</c:v>
                </c:pt>
                <c:pt idx="736">
                  <c:v>138.279736746792</c:v>
                </c:pt>
                <c:pt idx="737">
                  <c:v>138.28475680045301</c:v>
                </c:pt>
                <c:pt idx="738">
                  <c:v>138.289776854113</c:v>
                </c:pt>
                <c:pt idx="739">
                  <c:v>138.29479690777299</c:v>
                </c:pt>
                <c:pt idx="740">
                  <c:v>138.299816961434</c:v>
                </c:pt>
                <c:pt idx="741">
                  <c:v>138.30483701509399</c:v>
                </c:pt>
                <c:pt idx="742">
                  <c:v>138.30985706875401</c:v>
                </c:pt>
                <c:pt idx="743">
                  <c:v>138.314877122415</c:v>
                </c:pt>
                <c:pt idx="744">
                  <c:v>138.31989717607499</c:v>
                </c:pt>
                <c:pt idx="745">
                  <c:v>138.324917229736</c:v>
                </c:pt>
                <c:pt idx="746">
                  <c:v>138.32993728339599</c:v>
                </c:pt>
                <c:pt idx="747">
                  <c:v>138.33495733705601</c:v>
                </c:pt>
                <c:pt idx="748">
                  <c:v>138.339977390717</c:v>
                </c:pt>
                <c:pt idx="749">
                  <c:v>138.34499744437699</c:v>
                </c:pt>
                <c:pt idx="750">
                  <c:v>138.350017498037</c:v>
                </c:pt>
                <c:pt idx="751">
                  <c:v>138.354439450358</c:v>
                </c:pt>
                <c:pt idx="752">
                  <c:v>138.358861402679</c:v>
                </c:pt>
                <c:pt idx="753">
                  <c:v>138.36328335499999</c:v>
                </c:pt>
                <c:pt idx="754">
                  <c:v>138.36770530731999</c:v>
                </c:pt>
                <c:pt idx="755">
                  <c:v>138.37212725964099</c:v>
                </c:pt>
                <c:pt idx="756">
                  <c:v>138.37654921196199</c:v>
                </c:pt>
                <c:pt idx="757">
                  <c:v>138.38097116428301</c:v>
                </c:pt>
                <c:pt idx="758">
                  <c:v>138.38539311660301</c:v>
                </c:pt>
                <c:pt idx="759">
                  <c:v>138.38981506892401</c:v>
                </c:pt>
                <c:pt idx="760">
                  <c:v>138.394237021245</c:v>
                </c:pt>
                <c:pt idx="761">
                  <c:v>138.39865897356501</c:v>
                </c:pt>
                <c:pt idx="762">
                  <c:v>138.403080925886</c:v>
                </c:pt>
                <c:pt idx="763">
                  <c:v>138.407502878207</c:v>
                </c:pt>
                <c:pt idx="764">
                  <c:v>138.41192483052799</c:v>
                </c:pt>
                <c:pt idx="765">
                  <c:v>138.416346782848</c:v>
                </c:pt>
                <c:pt idx="766">
                  <c:v>138.42076873516899</c:v>
                </c:pt>
                <c:pt idx="767">
                  <c:v>138.42519068748999</c:v>
                </c:pt>
                <c:pt idx="768">
                  <c:v>138.42961263981101</c:v>
                </c:pt>
                <c:pt idx="769">
                  <c:v>138.43403459213101</c:v>
                </c:pt>
                <c:pt idx="770">
                  <c:v>138.43845654445201</c:v>
                </c:pt>
                <c:pt idx="771">
                  <c:v>138.44287849677301</c:v>
                </c:pt>
                <c:pt idx="772">
                  <c:v>138.447300449094</c:v>
                </c:pt>
                <c:pt idx="773">
                  <c:v>138.451722401414</c:v>
                </c:pt>
                <c:pt idx="774">
                  <c:v>138.456144353735</c:v>
                </c:pt>
                <c:pt idx="775">
                  <c:v>138.46056630605599</c:v>
                </c:pt>
                <c:pt idx="776">
                  <c:v>138.464988258376</c:v>
                </c:pt>
                <c:pt idx="777">
                  <c:v>138.46941021069699</c:v>
                </c:pt>
                <c:pt idx="778">
                  <c:v>138.47383216301799</c:v>
                </c:pt>
                <c:pt idx="779">
                  <c:v>138.47825411533901</c:v>
                </c:pt>
                <c:pt idx="780">
                  <c:v>138.48267606765901</c:v>
                </c:pt>
                <c:pt idx="781">
                  <c:v>138.48658602063301</c:v>
                </c:pt>
                <c:pt idx="782">
                  <c:v>138.49049597360599</c:v>
                </c:pt>
                <c:pt idx="783">
                  <c:v>138.49440592657999</c:v>
                </c:pt>
                <c:pt idx="784">
                  <c:v>138.49831587955299</c:v>
                </c:pt>
                <c:pt idx="785">
                  <c:v>138.50222583252699</c:v>
                </c:pt>
                <c:pt idx="786">
                  <c:v>138.50613578549999</c:v>
                </c:pt>
                <c:pt idx="787">
                  <c:v>138.51004573847399</c:v>
                </c:pt>
                <c:pt idx="788">
                  <c:v>138.51395569144699</c:v>
                </c:pt>
                <c:pt idx="789">
                  <c:v>138.51786564442</c:v>
                </c:pt>
                <c:pt idx="790">
                  <c:v>138.521775597394</c:v>
                </c:pt>
                <c:pt idx="791">
                  <c:v>138.525685550367</c:v>
                </c:pt>
                <c:pt idx="792">
                  <c:v>138.529595503341</c:v>
                </c:pt>
                <c:pt idx="793">
                  <c:v>138.533505456314</c:v>
                </c:pt>
                <c:pt idx="794">
                  <c:v>138.537415409288</c:v>
                </c:pt>
                <c:pt idx="795">
                  <c:v>138.54132536226101</c:v>
                </c:pt>
                <c:pt idx="796">
                  <c:v>138.545235315235</c:v>
                </c:pt>
                <c:pt idx="797">
                  <c:v>138.54914526820801</c:v>
                </c:pt>
                <c:pt idx="798">
                  <c:v>138.55305522118201</c:v>
                </c:pt>
                <c:pt idx="799">
                  <c:v>138.55696517415501</c:v>
                </c:pt>
                <c:pt idx="800">
                  <c:v>138.56087512712801</c:v>
                </c:pt>
                <c:pt idx="801">
                  <c:v>138.56478508010201</c:v>
                </c:pt>
                <c:pt idx="802">
                  <c:v>138.56869503307499</c:v>
                </c:pt>
                <c:pt idx="803">
                  <c:v>138.57260498604899</c:v>
                </c:pt>
                <c:pt idx="804">
                  <c:v>138.57651493902199</c:v>
                </c:pt>
                <c:pt idx="805">
                  <c:v>138.58042489199599</c:v>
                </c:pt>
                <c:pt idx="806">
                  <c:v>138.58433484496899</c:v>
                </c:pt>
                <c:pt idx="807">
                  <c:v>138.58824479794299</c:v>
                </c:pt>
                <c:pt idx="808">
                  <c:v>138.592154750916</c:v>
                </c:pt>
                <c:pt idx="809">
                  <c:v>138.59606470388999</c:v>
                </c:pt>
                <c:pt idx="810">
                  <c:v>138.599974656863</c:v>
                </c:pt>
                <c:pt idx="811">
                  <c:v>138.603445387173</c:v>
                </c:pt>
                <c:pt idx="812">
                  <c:v>138.606916117483</c:v>
                </c:pt>
                <c:pt idx="813">
                  <c:v>138.610386847793</c:v>
                </c:pt>
                <c:pt idx="814">
                  <c:v>138.61385757810399</c:v>
                </c:pt>
                <c:pt idx="815">
                  <c:v>138.61732830841399</c:v>
                </c:pt>
                <c:pt idx="816">
                  <c:v>138.62079903872399</c:v>
                </c:pt>
                <c:pt idx="817">
                  <c:v>138.62426976903399</c:v>
                </c:pt>
                <c:pt idx="818">
                  <c:v>138.62774049934399</c:v>
                </c:pt>
                <c:pt idx="819">
                  <c:v>138.63121122965401</c:v>
                </c:pt>
                <c:pt idx="820">
                  <c:v>138.63468195996501</c:v>
                </c:pt>
                <c:pt idx="821">
                  <c:v>138.63815269027501</c:v>
                </c:pt>
                <c:pt idx="822">
                  <c:v>138.64162342058501</c:v>
                </c:pt>
                <c:pt idx="823">
                  <c:v>138.64509415089501</c:v>
                </c:pt>
                <c:pt idx="824">
                  <c:v>138.648564881205</c:v>
                </c:pt>
                <c:pt idx="825">
                  <c:v>138.652035611515</c:v>
                </c:pt>
                <c:pt idx="826">
                  <c:v>138.655506341825</c:v>
                </c:pt>
                <c:pt idx="827">
                  <c:v>138.658977072136</c:v>
                </c:pt>
                <c:pt idx="828">
                  <c:v>138.662447802446</c:v>
                </c:pt>
                <c:pt idx="829">
                  <c:v>138.665918532756</c:v>
                </c:pt>
                <c:pt idx="830">
                  <c:v>138.66938926306599</c:v>
                </c:pt>
                <c:pt idx="831">
                  <c:v>138.67285999337599</c:v>
                </c:pt>
                <c:pt idx="832">
                  <c:v>138.67633072368599</c:v>
                </c:pt>
                <c:pt idx="833">
                  <c:v>138.67980145399699</c:v>
                </c:pt>
                <c:pt idx="834">
                  <c:v>138.68327218430699</c:v>
                </c:pt>
                <c:pt idx="835">
                  <c:v>138.68674291461701</c:v>
                </c:pt>
                <c:pt idx="836">
                  <c:v>138.69021364492701</c:v>
                </c:pt>
                <c:pt idx="837">
                  <c:v>138.69368437523701</c:v>
                </c:pt>
                <c:pt idx="838">
                  <c:v>138.69715510554701</c:v>
                </c:pt>
                <c:pt idx="839">
                  <c:v>138.70062583585701</c:v>
                </c:pt>
                <c:pt idx="840">
                  <c:v>138.704096566168</c:v>
                </c:pt>
                <c:pt idx="841">
                  <c:v>138.707189575238</c:v>
                </c:pt>
                <c:pt idx="842">
                  <c:v>138.71028258430701</c:v>
                </c:pt>
                <c:pt idx="843">
                  <c:v>138.71337559337701</c:v>
                </c:pt>
                <c:pt idx="844">
                  <c:v>138.71646860244701</c:v>
                </c:pt>
                <c:pt idx="845">
                  <c:v>138.71956161151701</c:v>
                </c:pt>
                <c:pt idx="846">
                  <c:v>138.72265462058701</c:v>
                </c:pt>
                <c:pt idx="847">
                  <c:v>138.72574762965701</c:v>
                </c:pt>
                <c:pt idx="848">
                  <c:v>138.72884063872701</c:v>
                </c:pt>
                <c:pt idx="849">
                  <c:v>138.73193364779701</c:v>
                </c:pt>
                <c:pt idx="850">
                  <c:v>138.73502665686701</c:v>
                </c:pt>
                <c:pt idx="851">
                  <c:v>138.73811966593701</c:v>
                </c:pt>
                <c:pt idx="852">
                  <c:v>138.74121267500701</c:v>
                </c:pt>
                <c:pt idx="853">
                  <c:v>138.74430568407701</c:v>
                </c:pt>
                <c:pt idx="854">
                  <c:v>138.74739869314701</c:v>
                </c:pt>
                <c:pt idx="855">
                  <c:v>138.750491702217</c:v>
                </c:pt>
                <c:pt idx="856">
                  <c:v>138.753584711287</c:v>
                </c:pt>
                <c:pt idx="857">
                  <c:v>138.756677720357</c:v>
                </c:pt>
                <c:pt idx="858">
                  <c:v>138.759770729427</c:v>
                </c:pt>
                <c:pt idx="859">
                  <c:v>138.762863738497</c:v>
                </c:pt>
                <c:pt idx="860">
                  <c:v>138.765956747567</c:v>
                </c:pt>
                <c:pt idx="861">
                  <c:v>138.769049756637</c:v>
                </c:pt>
                <c:pt idx="862">
                  <c:v>138.772142765707</c:v>
                </c:pt>
                <c:pt idx="863">
                  <c:v>138.775235774777</c:v>
                </c:pt>
                <c:pt idx="864">
                  <c:v>138.778328783847</c:v>
                </c:pt>
                <c:pt idx="865">
                  <c:v>138.781421792917</c:v>
                </c:pt>
                <c:pt idx="866">
                  <c:v>138.784514801987</c:v>
                </c:pt>
                <c:pt idx="867">
                  <c:v>138.78760781105601</c:v>
                </c:pt>
                <c:pt idx="868">
                  <c:v>138.79070082012601</c:v>
                </c:pt>
                <c:pt idx="869">
                  <c:v>138.79379382919601</c:v>
                </c:pt>
                <c:pt idx="870">
                  <c:v>138.796886838266</c:v>
                </c:pt>
                <c:pt idx="871">
                  <c:v>138.79965286477</c:v>
                </c:pt>
                <c:pt idx="872">
                  <c:v>138.80241889127399</c:v>
                </c:pt>
                <c:pt idx="873">
                  <c:v>138.80518491777801</c:v>
                </c:pt>
                <c:pt idx="874">
                  <c:v>138.807950944282</c:v>
                </c:pt>
                <c:pt idx="875">
                  <c:v>138.81071697078599</c:v>
                </c:pt>
                <c:pt idx="876">
                  <c:v>138.81348299728899</c:v>
                </c:pt>
                <c:pt idx="877">
                  <c:v>138.81624902379301</c:v>
                </c:pt>
                <c:pt idx="878">
                  <c:v>138.819015050297</c:v>
                </c:pt>
                <c:pt idx="879">
                  <c:v>138.82178107680099</c:v>
                </c:pt>
                <c:pt idx="880">
                  <c:v>138.82454710330501</c:v>
                </c:pt>
                <c:pt idx="881">
                  <c:v>138.827313129809</c:v>
                </c:pt>
                <c:pt idx="882">
                  <c:v>138.83007915631299</c:v>
                </c:pt>
                <c:pt idx="883">
                  <c:v>138.83284518281599</c:v>
                </c:pt>
                <c:pt idx="884">
                  <c:v>138.83561120932001</c:v>
                </c:pt>
                <c:pt idx="885">
                  <c:v>138.838377235824</c:v>
                </c:pt>
                <c:pt idx="886">
                  <c:v>138.84114326232799</c:v>
                </c:pt>
                <c:pt idx="887">
                  <c:v>138.84390928883201</c:v>
                </c:pt>
                <c:pt idx="888">
                  <c:v>138.846675315336</c:v>
                </c:pt>
                <c:pt idx="889">
                  <c:v>138.84944134183999</c:v>
                </c:pt>
                <c:pt idx="890">
                  <c:v>138.85220736834299</c:v>
                </c:pt>
                <c:pt idx="891">
                  <c:v>138.85497339484701</c:v>
                </c:pt>
                <c:pt idx="892">
                  <c:v>138.857739421351</c:v>
                </c:pt>
                <c:pt idx="893">
                  <c:v>138.86050544785499</c:v>
                </c:pt>
                <c:pt idx="894">
                  <c:v>138.86327147435901</c:v>
                </c:pt>
                <c:pt idx="895">
                  <c:v>138.866037500863</c:v>
                </c:pt>
                <c:pt idx="896">
                  <c:v>138.868803527366</c:v>
                </c:pt>
                <c:pt idx="897">
                  <c:v>138.87156955386999</c:v>
                </c:pt>
                <c:pt idx="898">
                  <c:v>138.87433558037401</c:v>
                </c:pt>
                <c:pt idx="899">
                  <c:v>138.877101606878</c:v>
                </c:pt>
                <c:pt idx="900">
                  <c:v>138.87986763338199</c:v>
                </c:pt>
                <c:pt idx="901">
                  <c:v>138.88235075333901</c:v>
                </c:pt>
                <c:pt idx="902">
                  <c:v>138.884833873297</c:v>
                </c:pt>
                <c:pt idx="903">
                  <c:v>138.88731699325501</c:v>
                </c:pt>
                <c:pt idx="904">
                  <c:v>138.889800113212</c:v>
                </c:pt>
                <c:pt idx="905">
                  <c:v>138.89228323316999</c:v>
                </c:pt>
                <c:pt idx="906">
                  <c:v>138.89476635312701</c:v>
                </c:pt>
                <c:pt idx="907">
                  <c:v>138.897249473085</c:v>
                </c:pt>
                <c:pt idx="908">
                  <c:v>138.89973259304301</c:v>
                </c:pt>
                <c:pt idx="909">
                  <c:v>138.902215713</c:v>
                </c:pt>
                <c:pt idx="910">
                  <c:v>138.90469883295799</c:v>
                </c:pt>
                <c:pt idx="911">
                  <c:v>138.90718195291501</c:v>
                </c:pt>
                <c:pt idx="912">
                  <c:v>138.909665072873</c:v>
                </c:pt>
                <c:pt idx="913">
                  <c:v>138.91214819282999</c:v>
                </c:pt>
                <c:pt idx="914">
                  <c:v>138.914631312788</c:v>
                </c:pt>
                <c:pt idx="915">
                  <c:v>138.91711443274599</c:v>
                </c:pt>
                <c:pt idx="916">
                  <c:v>138.91959755270301</c:v>
                </c:pt>
                <c:pt idx="917">
                  <c:v>138.922080672661</c:v>
                </c:pt>
                <c:pt idx="918">
                  <c:v>138.92456379261799</c:v>
                </c:pt>
                <c:pt idx="919">
                  <c:v>138.927046912576</c:v>
                </c:pt>
                <c:pt idx="920">
                  <c:v>138.92953003253399</c:v>
                </c:pt>
                <c:pt idx="921">
                  <c:v>138.93201315249101</c:v>
                </c:pt>
                <c:pt idx="922">
                  <c:v>138.934496272449</c:v>
                </c:pt>
                <c:pt idx="923">
                  <c:v>138.93697939240599</c:v>
                </c:pt>
                <c:pt idx="924">
                  <c:v>138.939462512364</c:v>
                </c:pt>
                <c:pt idx="925">
                  <c:v>138.94194563232199</c:v>
                </c:pt>
                <c:pt idx="926">
                  <c:v>138.94442875227901</c:v>
                </c:pt>
                <c:pt idx="927">
                  <c:v>138.946911872237</c:v>
                </c:pt>
                <c:pt idx="928">
                  <c:v>138.94939499219399</c:v>
                </c:pt>
                <c:pt idx="929">
                  <c:v>138.951878112152</c:v>
                </c:pt>
                <c:pt idx="930">
                  <c:v>138.95436123210899</c:v>
                </c:pt>
                <c:pt idx="931">
                  <c:v>138.95659834637499</c:v>
                </c:pt>
                <c:pt idx="932">
                  <c:v>138.95883546063999</c:v>
                </c:pt>
                <c:pt idx="933">
                  <c:v>138.96107257490499</c:v>
                </c:pt>
                <c:pt idx="934">
                  <c:v>138.96330968916999</c:v>
                </c:pt>
                <c:pt idx="935">
                  <c:v>138.96554680343499</c:v>
                </c:pt>
                <c:pt idx="936">
                  <c:v>138.96778391769999</c:v>
                </c:pt>
                <c:pt idx="937">
                  <c:v>138.97002103196601</c:v>
                </c:pt>
                <c:pt idx="938">
                  <c:v>138.97225814623101</c:v>
                </c:pt>
                <c:pt idx="939">
                  <c:v>138.97449526049601</c:v>
                </c:pt>
                <c:pt idx="940">
                  <c:v>138.97673237476101</c:v>
                </c:pt>
                <c:pt idx="941">
                  <c:v>138.97896948902601</c:v>
                </c:pt>
                <c:pt idx="942">
                  <c:v>138.98120660329101</c:v>
                </c:pt>
                <c:pt idx="943">
                  <c:v>138.98344371755701</c:v>
                </c:pt>
                <c:pt idx="944">
                  <c:v>138.98568083182201</c:v>
                </c:pt>
                <c:pt idx="945">
                  <c:v>138.98791794608701</c:v>
                </c:pt>
                <c:pt idx="946">
                  <c:v>138.99015506035201</c:v>
                </c:pt>
                <c:pt idx="947">
                  <c:v>138.99239217461701</c:v>
                </c:pt>
                <c:pt idx="948">
                  <c:v>138.99462928888201</c:v>
                </c:pt>
                <c:pt idx="949">
                  <c:v>138.99686640314701</c:v>
                </c:pt>
                <c:pt idx="950">
                  <c:v>138.999103517413</c:v>
                </c:pt>
                <c:pt idx="951">
                  <c:v>139.001340631678</c:v>
                </c:pt>
                <c:pt idx="952">
                  <c:v>139.00357774594301</c:v>
                </c:pt>
                <c:pt idx="953">
                  <c:v>139.00581486020801</c:v>
                </c:pt>
                <c:pt idx="954">
                  <c:v>139.00805197447301</c:v>
                </c:pt>
                <c:pt idx="955">
                  <c:v>139.01028908873801</c:v>
                </c:pt>
                <c:pt idx="956">
                  <c:v>139.012526203004</c:v>
                </c:pt>
                <c:pt idx="957">
                  <c:v>139.014763317269</c:v>
                </c:pt>
                <c:pt idx="958">
                  <c:v>139.017000431534</c:v>
                </c:pt>
                <c:pt idx="959">
                  <c:v>139.019237545799</c:v>
                </c:pt>
                <c:pt idx="960">
                  <c:v>139.021474660064</c:v>
                </c:pt>
                <c:pt idx="961">
                  <c:v>139.02349703185999</c:v>
                </c:pt>
                <c:pt idx="962">
                  <c:v>139.025519403657</c:v>
                </c:pt>
                <c:pt idx="963">
                  <c:v>139.02754177545299</c:v>
                </c:pt>
                <c:pt idx="964">
                  <c:v>139.029564147249</c:v>
                </c:pt>
                <c:pt idx="965">
                  <c:v>139.03158651904499</c:v>
                </c:pt>
                <c:pt idx="966">
                  <c:v>139.033608890842</c:v>
                </c:pt>
                <c:pt idx="967">
                  <c:v>139.03563126263799</c:v>
                </c:pt>
                <c:pt idx="968">
                  <c:v>139.03765363443401</c:v>
                </c:pt>
                <c:pt idx="969">
                  <c:v>139.03967600623</c:v>
                </c:pt>
                <c:pt idx="970">
                  <c:v>139.04169837802601</c:v>
                </c:pt>
                <c:pt idx="971">
                  <c:v>139.043720749823</c:v>
                </c:pt>
                <c:pt idx="972">
                  <c:v>139.04574312161901</c:v>
                </c:pt>
                <c:pt idx="973">
                  <c:v>139.047765493415</c:v>
                </c:pt>
                <c:pt idx="974">
                  <c:v>139.04978786521099</c:v>
                </c:pt>
                <c:pt idx="975">
                  <c:v>139.051810237007</c:v>
                </c:pt>
                <c:pt idx="976">
                  <c:v>139.05383260880399</c:v>
                </c:pt>
                <c:pt idx="977">
                  <c:v>139.0558549806</c:v>
                </c:pt>
                <c:pt idx="978">
                  <c:v>139.05787735239599</c:v>
                </c:pt>
                <c:pt idx="979">
                  <c:v>139.05989972419201</c:v>
                </c:pt>
                <c:pt idx="980">
                  <c:v>139.06192209598899</c:v>
                </c:pt>
                <c:pt idx="981">
                  <c:v>139.06394446778501</c:v>
                </c:pt>
                <c:pt idx="982">
                  <c:v>139.06596683958099</c:v>
                </c:pt>
                <c:pt idx="983">
                  <c:v>139.06798921137701</c:v>
                </c:pt>
                <c:pt idx="984">
                  <c:v>139.070011583173</c:v>
                </c:pt>
                <c:pt idx="985">
                  <c:v>139.07203395497001</c:v>
                </c:pt>
                <c:pt idx="986">
                  <c:v>139.074056326766</c:v>
                </c:pt>
                <c:pt idx="987">
                  <c:v>139.07607869856199</c:v>
                </c:pt>
                <c:pt idx="988">
                  <c:v>139.078101070358</c:v>
                </c:pt>
                <c:pt idx="989">
                  <c:v>139.08012344215399</c:v>
                </c:pt>
                <c:pt idx="990">
                  <c:v>139.082145813951</c:v>
                </c:pt>
                <c:pt idx="991">
                  <c:v>139.08398009389501</c:v>
                </c:pt>
                <c:pt idx="992">
                  <c:v>139.08581437383799</c:v>
                </c:pt>
                <c:pt idx="993">
                  <c:v>139.087648653782</c:v>
                </c:pt>
                <c:pt idx="994">
                  <c:v>139.089482933726</c:v>
                </c:pt>
                <c:pt idx="995">
                  <c:v>139.09131721367001</c:v>
                </c:pt>
                <c:pt idx="996">
                  <c:v>139.09315149361399</c:v>
                </c:pt>
                <c:pt idx="997">
                  <c:v>139.09498577355799</c:v>
                </c:pt>
                <c:pt idx="998">
                  <c:v>139.096820053502</c:v>
                </c:pt>
                <c:pt idx="999">
                  <c:v>139.09865433344601</c:v>
                </c:pt>
                <c:pt idx="1000">
                  <c:v>139.10048861339001</c:v>
                </c:pt>
                <c:pt idx="1001">
                  <c:v>139.10232289333399</c:v>
                </c:pt>
                <c:pt idx="1002">
                  <c:v>139.104157173278</c:v>
                </c:pt>
                <c:pt idx="1003">
                  <c:v>139.10599145322101</c:v>
                </c:pt>
                <c:pt idx="1004">
                  <c:v>139.10782573316499</c:v>
                </c:pt>
                <c:pt idx="1005">
                  <c:v>139.10966001310899</c:v>
                </c:pt>
                <c:pt idx="1006">
                  <c:v>139.111494293053</c:v>
                </c:pt>
                <c:pt idx="1007">
                  <c:v>139.11332857299701</c:v>
                </c:pt>
                <c:pt idx="1008">
                  <c:v>139.11516285294101</c:v>
                </c:pt>
                <c:pt idx="1009">
                  <c:v>139.11699713288499</c:v>
                </c:pt>
                <c:pt idx="1010">
                  <c:v>139.118831412829</c:v>
                </c:pt>
                <c:pt idx="1011">
                  <c:v>139.120665692773</c:v>
                </c:pt>
                <c:pt idx="1012">
                  <c:v>139.12249997271701</c:v>
                </c:pt>
                <c:pt idx="1013">
                  <c:v>139.12433425266099</c:v>
                </c:pt>
                <c:pt idx="1014">
                  <c:v>139.126168532604</c:v>
                </c:pt>
                <c:pt idx="1015">
                  <c:v>139.128002812548</c:v>
                </c:pt>
                <c:pt idx="1016">
                  <c:v>139.12983709249201</c:v>
                </c:pt>
                <c:pt idx="1017">
                  <c:v>139.13167137243599</c:v>
                </c:pt>
                <c:pt idx="1018">
                  <c:v>139.13350565237999</c:v>
                </c:pt>
                <c:pt idx="1019">
                  <c:v>139.135339932324</c:v>
                </c:pt>
                <c:pt idx="1020">
                  <c:v>139.13717421226801</c:v>
                </c:pt>
                <c:pt idx="1021">
                  <c:v>139.13884295088101</c:v>
                </c:pt>
                <c:pt idx="1022">
                  <c:v>139.14051168949501</c:v>
                </c:pt>
                <c:pt idx="1023">
                  <c:v>139.14218042810799</c:v>
                </c:pt>
                <c:pt idx="1024">
                  <c:v>139.143849166721</c:v>
                </c:pt>
                <c:pt idx="1025">
                  <c:v>139.145517905335</c:v>
                </c:pt>
                <c:pt idx="1026">
                  <c:v>139.147186643948</c:v>
                </c:pt>
                <c:pt idx="1027">
                  <c:v>139.14885538256101</c:v>
                </c:pt>
                <c:pt idx="1028">
                  <c:v>139.15052412117501</c:v>
                </c:pt>
                <c:pt idx="1029">
                  <c:v>139.15219285978799</c:v>
                </c:pt>
                <c:pt idx="1030">
                  <c:v>139.15386159840199</c:v>
                </c:pt>
                <c:pt idx="1031">
                  <c:v>139.15553033701499</c:v>
                </c:pt>
                <c:pt idx="1032">
                  <c:v>139.157199075628</c:v>
                </c:pt>
                <c:pt idx="1033">
                  <c:v>139.158867814242</c:v>
                </c:pt>
                <c:pt idx="1034">
                  <c:v>139.16053655285501</c:v>
                </c:pt>
                <c:pt idx="1035">
                  <c:v>139.16220529146801</c:v>
                </c:pt>
                <c:pt idx="1036">
                  <c:v>139.16387403008201</c:v>
                </c:pt>
                <c:pt idx="1037">
                  <c:v>139.16554276869499</c:v>
                </c:pt>
                <c:pt idx="1038">
                  <c:v>139.16721150730899</c:v>
                </c:pt>
                <c:pt idx="1039">
                  <c:v>139.168880245922</c:v>
                </c:pt>
                <c:pt idx="1040">
                  <c:v>139.170548984535</c:v>
                </c:pt>
                <c:pt idx="1041">
                  <c:v>139.172217723149</c:v>
                </c:pt>
                <c:pt idx="1042">
                  <c:v>139.17388646176201</c:v>
                </c:pt>
                <c:pt idx="1043">
                  <c:v>139.17555520037499</c:v>
                </c:pt>
                <c:pt idx="1044">
                  <c:v>139.17722393898899</c:v>
                </c:pt>
                <c:pt idx="1045">
                  <c:v>139.17889267760199</c:v>
                </c:pt>
                <c:pt idx="1046">
                  <c:v>139.18056141621599</c:v>
                </c:pt>
                <c:pt idx="1047">
                  <c:v>139.182230154829</c:v>
                </c:pt>
                <c:pt idx="1048">
                  <c:v>139.18389889344201</c:v>
                </c:pt>
                <c:pt idx="1049">
                  <c:v>139.18556763205601</c:v>
                </c:pt>
                <c:pt idx="1050">
                  <c:v>139.18723637066901</c:v>
                </c:pt>
                <c:pt idx="1051">
                  <c:v>139.188759555915</c:v>
                </c:pt>
                <c:pt idx="1052">
                  <c:v>139.19028274115999</c:v>
                </c:pt>
                <c:pt idx="1053">
                  <c:v>139.19180592640501</c:v>
                </c:pt>
                <c:pt idx="1054">
                  <c:v>139.193329111651</c:v>
                </c:pt>
                <c:pt idx="1055">
                  <c:v>139.19485229689599</c:v>
                </c:pt>
                <c:pt idx="1056">
                  <c:v>139.196375482142</c:v>
                </c:pt>
                <c:pt idx="1057">
                  <c:v>139.19789866738699</c:v>
                </c:pt>
                <c:pt idx="1058">
                  <c:v>139.19942185263201</c:v>
                </c:pt>
                <c:pt idx="1059">
                  <c:v>139.200945037878</c:v>
                </c:pt>
                <c:pt idx="1060">
                  <c:v>139.20246822312299</c:v>
                </c:pt>
                <c:pt idx="1061">
                  <c:v>139.20399140836801</c:v>
                </c:pt>
                <c:pt idx="1062">
                  <c:v>139.205514593614</c:v>
                </c:pt>
                <c:pt idx="1063">
                  <c:v>139.20703777885899</c:v>
                </c:pt>
                <c:pt idx="1064">
                  <c:v>139.208560964105</c:v>
                </c:pt>
                <c:pt idx="1065">
                  <c:v>139.21008414935</c:v>
                </c:pt>
                <c:pt idx="1066">
                  <c:v>139.21160733459499</c:v>
                </c:pt>
                <c:pt idx="1067">
                  <c:v>139.213130519841</c:v>
                </c:pt>
                <c:pt idx="1068">
                  <c:v>139.21465370508599</c:v>
                </c:pt>
                <c:pt idx="1069">
                  <c:v>139.21617689033201</c:v>
                </c:pt>
                <c:pt idx="1070">
                  <c:v>139.217700075577</c:v>
                </c:pt>
                <c:pt idx="1071">
                  <c:v>139.21922326082199</c:v>
                </c:pt>
                <c:pt idx="1072">
                  <c:v>139.22074644606801</c:v>
                </c:pt>
                <c:pt idx="1073">
                  <c:v>139.222269631313</c:v>
                </c:pt>
                <c:pt idx="1074">
                  <c:v>139.22379281655901</c:v>
                </c:pt>
                <c:pt idx="1075">
                  <c:v>139.225316001804</c:v>
                </c:pt>
                <c:pt idx="1076">
                  <c:v>139.22683918704999</c:v>
                </c:pt>
                <c:pt idx="1077">
                  <c:v>139.22836237229501</c:v>
                </c:pt>
                <c:pt idx="1078">
                  <c:v>139.22988555754</c:v>
                </c:pt>
                <c:pt idx="1079">
                  <c:v>139.23140874278599</c:v>
                </c:pt>
                <c:pt idx="1080">
                  <c:v>139.23293192803101</c:v>
                </c:pt>
                <c:pt idx="1081">
                  <c:v>139.234325960288</c:v>
                </c:pt>
                <c:pt idx="1082">
                  <c:v>139.235719992545</c:v>
                </c:pt>
                <c:pt idx="1083">
                  <c:v>139.237114024802</c:v>
                </c:pt>
                <c:pt idx="1084">
                  <c:v>139.23850805705899</c:v>
                </c:pt>
                <c:pt idx="1085">
                  <c:v>139.23990208931599</c:v>
                </c:pt>
                <c:pt idx="1086">
                  <c:v>139.24129612157199</c:v>
                </c:pt>
                <c:pt idx="1087">
                  <c:v>139.24269015382899</c:v>
                </c:pt>
                <c:pt idx="1088">
                  <c:v>139.24408418608601</c:v>
                </c:pt>
                <c:pt idx="1089">
                  <c:v>139.24547821834301</c:v>
                </c:pt>
                <c:pt idx="1090">
                  <c:v>139.24687225060001</c:v>
                </c:pt>
                <c:pt idx="1091">
                  <c:v>139.248266282857</c:v>
                </c:pt>
                <c:pt idx="1092">
                  <c:v>139.249660315114</c:v>
                </c:pt>
                <c:pt idx="1093">
                  <c:v>139.251054347371</c:v>
                </c:pt>
                <c:pt idx="1094">
                  <c:v>139.252448379627</c:v>
                </c:pt>
                <c:pt idx="1095">
                  <c:v>139.25384241188399</c:v>
                </c:pt>
                <c:pt idx="1096">
                  <c:v>139.25523644414099</c:v>
                </c:pt>
                <c:pt idx="1097">
                  <c:v>139.25663047639799</c:v>
                </c:pt>
                <c:pt idx="1098">
                  <c:v>139.25802450865501</c:v>
                </c:pt>
                <c:pt idx="1099">
                  <c:v>139.25941854091201</c:v>
                </c:pt>
                <c:pt idx="1100">
                  <c:v>139.26081257316901</c:v>
                </c:pt>
                <c:pt idx="1101">
                  <c:v>139.262206605426</c:v>
                </c:pt>
                <c:pt idx="1102">
                  <c:v>139.263600637683</c:v>
                </c:pt>
                <c:pt idx="1103">
                  <c:v>139.264994669939</c:v>
                </c:pt>
                <c:pt idx="1104">
                  <c:v>139.266388702196</c:v>
                </c:pt>
                <c:pt idx="1105">
                  <c:v>139.26778273445299</c:v>
                </c:pt>
                <c:pt idx="1106">
                  <c:v>139.26917676670999</c:v>
                </c:pt>
                <c:pt idx="1107">
                  <c:v>139.27057079896699</c:v>
                </c:pt>
                <c:pt idx="1108">
                  <c:v>139.27196483122401</c:v>
                </c:pt>
                <c:pt idx="1109">
                  <c:v>139.27335886348101</c:v>
                </c:pt>
                <c:pt idx="1110">
                  <c:v>139.274752895738</c:v>
                </c:pt>
                <c:pt idx="1111">
                  <c:v>139.27603263784999</c:v>
                </c:pt>
                <c:pt idx="1112">
                  <c:v>139.27731237996201</c:v>
                </c:pt>
                <c:pt idx="1113">
                  <c:v>139.278592122075</c:v>
                </c:pt>
                <c:pt idx="1114">
                  <c:v>139.27987186418699</c:v>
                </c:pt>
                <c:pt idx="1115">
                  <c:v>139.28115160629901</c:v>
                </c:pt>
                <c:pt idx="1116">
                  <c:v>139.282431348411</c:v>
                </c:pt>
                <c:pt idx="1117">
                  <c:v>139.28371109052401</c:v>
                </c:pt>
                <c:pt idx="1118">
                  <c:v>139.284990832636</c:v>
                </c:pt>
                <c:pt idx="1119">
                  <c:v>139.28627057474799</c:v>
                </c:pt>
                <c:pt idx="1120">
                  <c:v>139.287550316861</c:v>
                </c:pt>
                <c:pt idx="1121">
                  <c:v>139.28883005897299</c:v>
                </c:pt>
                <c:pt idx="1122">
                  <c:v>139.29010980108501</c:v>
                </c:pt>
                <c:pt idx="1123">
                  <c:v>139.291389543197</c:v>
                </c:pt>
                <c:pt idx="1124">
                  <c:v>139.29266928531001</c:v>
                </c:pt>
                <c:pt idx="1125">
                  <c:v>139.293949027422</c:v>
                </c:pt>
                <c:pt idx="1126">
                  <c:v>139.29522876953399</c:v>
                </c:pt>
                <c:pt idx="1127">
                  <c:v>139.296508511647</c:v>
                </c:pt>
                <c:pt idx="1128">
                  <c:v>139.29778825375899</c:v>
                </c:pt>
                <c:pt idx="1129">
                  <c:v>139.29906799587101</c:v>
                </c:pt>
                <c:pt idx="1130">
                  <c:v>139.300347737984</c:v>
                </c:pt>
                <c:pt idx="1131">
                  <c:v>139.30162748009599</c:v>
                </c:pt>
                <c:pt idx="1132">
                  <c:v>139.30290722220801</c:v>
                </c:pt>
                <c:pt idx="1133">
                  <c:v>139.30418696432</c:v>
                </c:pt>
                <c:pt idx="1134">
                  <c:v>139.30546670643301</c:v>
                </c:pt>
                <c:pt idx="1135">
                  <c:v>139.306746448545</c:v>
                </c:pt>
                <c:pt idx="1136">
                  <c:v>139.30802619065699</c:v>
                </c:pt>
                <c:pt idx="1137">
                  <c:v>139.30930593277</c:v>
                </c:pt>
                <c:pt idx="1138">
                  <c:v>139.31058567488199</c:v>
                </c:pt>
                <c:pt idx="1139">
                  <c:v>139.31186541699401</c:v>
                </c:pt>
                <c:pt idx="1140">
                  <c:v>139.313145159106</c:v>
                </c:pt>
                <c:pt idx="1141">
                  <c:v>139.314322398847</c:v>
                </c:pt>
                <c:pt idx="1142">
                  <c:v>139.315499638587</c:v>
                </c:pt>
                <c:pt idx="1143">
                  <c:v>139.316676878328</c:v>
                </c:pt>
                <c:pt idx="1144">
                  <c:v>139.317854118068</c:v>
                </c:pt>
                <c:pt idx="1145">
                  <c:v>139.319031357809</c:v>
                </c:pt>
                <c:pt idx="1146">
                  <c:v>139.320208597549</c:v>
                </c:pt>
                <c:pt idx="1147">
                  <c:v>139.32138583728999</c:v>
                </c:pt>
                <c:pt idx="1148">
                  <c:v>139.32256307703</c:v>
                </c:pt>
                <c:pt idx="1149">
                  <c:v>139.32374031677099</c:v>
                </c:pt>
                <c:pt idx="1150">
                  <c:v>139.324917556511</c:v>
                </c:pt>
                <c:pt idx="1151">
                  <c:v>139.32609479625199</c:v>
                </c:pt>
                <c:pt idx="1152">
                  <c:v>139.327272035992</c:v>
                </c:pt>
                <c:pt idx="1153">
                  <c:v>139.32844927573299</c:v>
                </c:pt>
                <c:pt idx="1154">
                  <c:v>139.329626515473</c:v>
                </c:pt>
                <c:pt idx="1155">
                  <c:v>139.33080375521399</c:v>
                </c:pt>
                <c:pt idx="1156">
                  <c:v>139.33198099495399</c:v>
                </c:pt>
                <c:pt idx="1157">
                  <c:v>139.33315823469499</c:v>
                </c:pt>
                <c:pt idx="1158">
                  <c:v>139.33433547443499</c:v>
                </c:pt>
                <c:pt idx="1159">
                  <c:v>139.33551271417599</c:v>
                </c:pt>
                <c:pt idx="1160">
                  <c:v>139.33668995391599</c:v>
                </c:pt>
                <c:pt idx="1161">
                  <c:v>139.33786719365699</c:v>
                </c:pt>
                <c:pt idx="1162">
                  <c:v>139.33904443339699</c:v>
                </c:pt>
                <c:pt idx="1163">
                  <c:v>139.34022167313799</c:v>
                </c:pt>
                <c:pt idx="1164">
                  <c:v>139.34139891287799</c:v>
                </c:pt>
                <c:pt idx="1165">
                  <c:v>139.34257615261799</c:v>
                </c:pt>
                <c:pt idx="1166">
                  <c:v>139.34375339235899</c:v>
                </c:pt>
                <c:pt idx="1167">
                  <c:v>139.34493063209899</c:v>
                </c:pt>
                <c:pt idx="1168">
                  <c:v>139.34610787183999</c:v>
                </c:pt>
                <c:pt idx="1169">
                  <c:v>139.34728511157999</c:v>
                </c:pt>
                <c:pt idx="1170">
                  <c:v>139.34846235132099</c:v>
                </c:pt>
                <c:pt idx="1171">
                  <c:v>139.34954836394999</c:v>
                </c:pt>
                <c:pt idx="1172">
                  <c:v>139.35063437657999</c:v>
                </c:pt>
                <c:pt idx="1173">
                  <c:v>139.35172038920899</c:v>
                </c:pt>
                <c:pt idx="1174">
                  <c:v>139.35280640183899</c:v>
                </c:pt>
                <c:pt idx="1175">
                  <c:v>139.35389241446899</c:v>
                </c:pt>
                <c:pt idx="1176">
                  <c:v>139.35497842709799</c:v>
                </c:pt>
                <c:pt idx="1177">
                  <c:v>139.35606443972799</c:v>
                </c:pt>
                <c:pt idx="1178">
                  <c:v>139.35715045235699</c:v>
                </c:pt>
                <c:pt idx="1179">
                  <c:v>139.35823646498699</c:v>
                </c:pt>
                <c:pt idx="1180">
                  <c:v>139.35932247761599</c:v>
                </c:pt>
                <c:pt idx="1181">
                  <c:v>139.36040849024599</c:v>
                </c:pt>
                <c:pt idx="1182">
                  <c:v>139.36149450287499</c:v>
                </c:pt>
                <c:pt idx="1183">
                  <c:v>139.36258051550499</c:v>
                </c:pt>
                <c:pt idx="1184">
                  <c:v>139.36366652813399</c:v>
                </c:pt>
                <c:pt idx="1185">
                  <c:v>139.36475254076399</c:v>
                </c:pt>
                <c:pt idx="1186">
                  <c:v>139.36583855339299</c:v>
                </c:pt>
                <c:pt idx="1187">
                  <c:v>139.36692456602299</c:v>
                </c:pt>
                <c:pt idx="1188">
                  <c:v>139.36801057865199</c:v>
                </c:pt>
                <c:pt idx="1189">
                  <c:v>139.36909659128199</c:v>
                </c:pt>
                <c:pt idx="1190">
                  <c:v>139.37018260391099</c:v>
                </c:pt>
                <c:pt idx="1191">
                  <c:v>139.37126861654099</c:v>
                </c:pt>
                <c:pt idx="1192">
                  <c:v>139.37235462916999</c:v>
                </c:pt>
                <c:pt idx="1193">
                  <c:v>139.37344064179999</c:v>
                </c:pt>
                <c:pt idx="1194">
                  <c:v>139.37452665442899</c:v>
                </c:pt>
                <c:pt idx="1195">
                  <c:v>139.37561266705899</c:v>
                </c:pt>
                <c:pt idx="1196">
                  <c:v>139.37669867968799</c:v>
                </c:pt>
                <c:pt idx="1197">
                  <c:v>139.37778469231799</c:v>
                </c:pt>
                <c:pt idx="1198">
                  <c:v>139.37887070494699</c:v>
                </c:pt>
                <c:pt idx="1199">
                  <c:v>139.37995671757699</c:v>
                </c:pt>
                <c:pt idx="1200">
                  <c:v>139.38104273020701</c:v>
                </c:pt>
                <c:pt idx="1201">
                  <c:v>139.38204674093899</c:v>
                </c:pt>
                <c:pt idx="1202">
                  <c:v>139.38305075167099</c:v>
                </c:pt>
                <c:pt idx="1203">
                  <c:v>139.384054762403</c:v>
                </c:pt>
                <c:pt idx="1204">
                  <c:v>139.385058773135</c:v>
                </c:pt>
                <c:pt idx="1205">
                  <c:v>139.386062783867</c:v>
                </c:pt>
                <c:pt idx="1206">
                  <c:v>139.38706679459901</c:v>
                </c:pt>
                <c:pt idx="1207">
                  <c:v>139.38807080533101</c:v>
                </c:pt>
                <c:pt idx="1208">
                  <c:v>139.38907481606299</c:v>
                </c:pt>
                <c:pt idx="1209">
                  <c:v>139.39007882679499</c:v>
                </c:pt>
                <c:pt idx="1210">
                  <c:v>139.39108283752699</c:v>
                </c:pt>
                <c:pt idx="1211">
                  <c:v>139.392086848259</c:v>
                </c:pt>
                <c:pt idx="1212">
                  <c:v>139.393090858991</c:v>
                </c:pt>
                <c:pt idx="1213">
                  <c:v>139.39409486972301</c:v>
                </c:pt>
                <c:pt idx="1214">
                  <c:v>139.39509888045501</c:v>
                </c:pt>
                <c:pt idx="1215">
                  <c:v>139.39610289118701</c:v>
                </c:pt>
                <c:pt idx="1216">
                  <c:v>139.39710690192001</c:v>
                </c:pt>
                <c:pt idx="1217">
                  <c:v>139.39811091265199</c:v>
                </c:pt>
                <c:pt idx="1218">
                  <c:v>139.39911492338399</c:v>
                </c:pt>
                <c:pt idx="1219">
                  <c:v>139.40011893411599</c:v>
                </c:pt>
                <c:pt idx="1220">
                  <c:v>139.401122944848</c:v>
                </c:pt>
                <c:pt idx="1221">
                  <c:v>139.40212695558</c:v>
                </c:pt>
                <c:pt idx="1222">
                  <c:v>139.40313096631201</c:v>
                </c:pt>
                <c:pt idx="1223">
                  <c:v>139.40413497704401</c:v>
                </c:pt>
                <c:pt idx="1224">
                  <c:v>139.40513898777601</c:v>
                </c:pt>
                <c:pt idx="1225">
                  <c:v>139.40614299850799</c:v>
                </c:pt>
                <c:pt idx="1226">
                  <c:v>139.40714700923999</c:v>
                </c:pt>
                <c:pt idx="1227">
                  <c:v>139.408151019972</c:v>
                </c:pt>
                <c:pt idx="1228">
                  <c:v>139.409155030704</c:v>
                </c:pt>
                <c:pt idx="1229">
                  <c:v>139.410159041436</c:v>
                </c:pt>
                <c:pt idx="1230">
                  <c:v>139.41116305216801</c:v>
                </c:pt>
                <c:pt idx="1231">
                  <c:v>139.41209326119301</c:v>
                </c:pt>
                <c:pt idx="1232">
                  <c:v>139.41302347021701</c:v>
                </c:pt>
                <c:pt idx="1233">
                  <c:v>139.41395367924099</c:v>
                </c:pt>
                <c:pt idx="1234">
                  <c:v>139.41488388826599</c:v>
                </c:pt>
                <c:pt idx="1235">
                  <c:v>139.41581409729</c:v>
                </c:pt>
                <c:pt idx="1236">
                  <c:v>139.416744306315</c:v>
                </c:pt>
                <c:pt idx="1237">
                  <c:v>139.417674515339</c:v>
                </c:pt>
                <c:pt idx="1238">
                  <c:v>139.41860472436301</c:v>
                </c:pt>
                <c:pt idx="1239">
                  <c:v>139.41953493338801</c:v>
                </c:pt>
                <c:pt idx="1240">
                  <c:v>139.42046514241201</c:v>
                </c:pt>
                <c:pt idx="1241">
                  <c:v>139.42139535143599</c:v>
                </c:pt>
                <c:pt idx="1242">
                  <c:v>139.42232556046099</c:v>
                </c:pt>
                <c:pt idx="1243">
                  <c:v>139.423255769485</c:v>
                </c:pt>
                <c:pt idx="1244">
                  <c:v>139.42418597851</c:v>
                </c:pt>
                <c:pt idx="1245">
                  <c:v>139.425116187534</c:v>
                </c:pt>
                <c:pt idx="1246">
                  <c:v>139.42604639655801</c:v>
                </c:pt>
                <c:pt idx="1247">
                  <c:v>139.42697660558301</c:v>
                </c:pt>
                <c:pt idx="1248">
                  <c:v>139.42790681460701</c:v>
                </c:pt>
                <c:pt idx="1249">
                  <c:v>139.42883702363099</c:v>
                </c:pt>
                <c:pt idx="1250">
                  <c:v>139.42976723265599</c:v>
                </c:pt>
                <c:pt idx="1251">
                  <c:v>139.43069744168</c:v>
                </c:pt>
                <c:pt idx="1252">
                  <c:v>139.431627650705</c:v>
                </c:pt>
                <c:pt idx="1253">
                  <c:v>139.432557859729</c:v>
                </c:pt>
                <c:pt idx="1254">
                  <c:v>139.43348806875301</c:v>
                </c:pt>
                <c:pt idx="1255">
                  <c:v>139.43441827777801</c:v>
                </c:pt>
                <c:pt idx="1256">
                  <c:v>139.43534848680201</c:v>
                </c:pt>
                <c:pt idx="1257">
                  <c:v>139.43627869582599</c:v>
                </c:pt>
                <c:pt idx="1258">
                  <c:v>139.43720890485099</c:v>
                </c:pt>
                <c:pt idx="1259">
                  <c:v>139.438139113875</c:v>
                </c:pt>
                <c:pt idx="1260">
                  <c:v>139.4390693229</c:v>
                </c:pt>
                <c:pt idx="1261">
                  <c:v>139.439933417894</c:v>
                </c:pt>
                <c:pt idx="1262">
                  <c:v>139.44079751288899</c:v>
                </c:pt>
                <c:pt idx="1263">
                  <c:v>139.44166160788299</c:v>
                </c:pt>
                <c:pt idx="1264">
                  <c:v>139.44252570287799</c:v>
                </c:pt>
                <c:pt idx="1265">
                  <c:v>139.44338979787199</c:v>
                </c:pt>
                <c:pt idx="1266">
                  <c:v>139.44425389286701</c:v>
                </c:pt>
                <c:pt idx="1267">
                  <c:v>139.44511798786101</c:v>
                </c:pt>
                <c:pt idx="1268">
                  <c:v>139.44598208285601</c:v>
                </c:pt>
                <c:pt idx="1269">
                  <c:v>139.44684617785001</c:v>
                </c:pt>
                <c:pt idx="1270">
                  <c:v>139.447710272845</c:v>
                </c:pt>
                <c:pt idx="1271">
                  <c:v>139.448574367839</c:v>
                </c:pt>
                <c:pt idx="1272">
                  <c:v>139.449438462834</c:v>
                </c:pt>
                <c:pt idx="1273">
                  <c:v>139.450302557828</c:v>
                </c:pt>
                <c:pt idx="1274">
                  <c:v>139.45116665282299</c:v>
                </c:pt>
                <c:pt idx="1275">
                  <c:v>139.45203074781699</c:v>
                </c:pt>
                <c:pt idx="1276">
                  <c:v>139.45289484281199</c:v>
                </c:pt>
                <c:pt idx="1277">
                  <c:v>139.45375893780599</c:v>
                </c:pt>
                <c:pt idx="1278">
                  <c:v>139.45462303280101</c:v>
                </c:pt>
                <c:pt idx="1279">
                  <c:v>139.45548712779501</c:v>
                </c:pt>
                <c:pt idx="1280">
                  <c:v>139.45635122279</c:v>
                </c:pt>
                <c:pt idx="1281">
                  <c:v>139.45721531778401</c:v>
                </c:pt>
                <c:pt idx="1282">
                  <c:v>139.458079412779</c:v>
                </c:pt>
                <c:pt idx="1283">
                  <c:v>139.458943507773</c:v>
                </c:pt>
                <c:pt idx="1284">
                  <c:v>139.459807602768</c:v>
                </c:pt>
                <c:pt idx="1285">
                  <c:v>139.460671697762</c:v>
                </c:pt>
                <c:pt idx="1286">
                  <c:v>139.46153579275699</c:v>
                </c:pt>
                <c:pt idx="1287">
                  <c:v>139.46239988775099</c:v>
                </c:pt>
                <c:pt idx="1288">
                  <c:v>139.46326398274601</c:v>
                </c:pt>
                <c:pt idx="1289">
                  <c:v>139.46412807774001</c:v>
                </c:pt>
                <c:pt idx="1290">
                  <c:v>139.46499217273501</c:v>
                </c:pt>
                <c:pt idx="1291">
                  <c:v>139.46579579133001</c:v>
                </c:pt>
                <c:pt idx="1292">
                  <c:v>139.46659940992501</c:v>
                </c:pt>
                <c:pt idx="1293">
                  <c:v>139.46740302852001</c:v>
                </c:pt>
                <c:pt idx="1294">
                  <c:v>139.46820664711601</c:v>
                </c:pt>
                <c:pt idx="1295">
                  <c:v>139.46901026571101</c:v>
                </c:pt>
                <c:pt idx="1296">
                  <c:v>139.46981388430601</c:v>
                </c:pt>
                <c:pt idx="1297">
                  <c:v>139.47061750290101</c:v>
                </c:pt>
                <c:pt idx="1298">
                  <c:v>139.47142112149601</c:v>
                </c:pt>
                <c:pt idx="1299">
                  <c:v>139.47222474009101</c:v>
                </c:pt>
                <c:pt idx="1300">
                  <c:v>139.47302835868601</c:v>
                </c:pt>
                <c:pt idx="1301">
                  <c:v>139.473831977282</c:v>
                </c:pt>
                <c:pt idx="1302">
                  <c:v>139.474635595877</c:v>
                </c:pt>
                <c:pt idx="1303">
                  <c:v>139.475439214472</c:v>
                </c:pt>
                <c:pt idx="1304">
                  <c:v>139.476242833067</c:v>
                </c:pt>
                <c:pt idx="1305">
                  <c:v>139.47704645166201</c:v>
                </c:pt>
                <c:pt idx="1306">
                  <c:v>139.47785007025701</c:v>
                </c:pt>
                <c:pt idx="1307">
                  <c:v>139.47865368885201</c:v>
                </c:pt>
                <c:pt idx="1308">
                  <c:v>139.479457307448</c:v>
                </c:pt>
                <c:pt idx="1309">
                  <c:v>139.480260926043</c:v>
                </c:pt>
                <c:pt idx="1310">
                  <c:v>139.481064544638</c:v>
                </c:pt>
                <c:pt idx="1311">
                  <c:v>139.481868163233</c:v>
                </c:pt>
                <c:pt idx="1312">
                  <c:v>139.482671781828</c:v>
                </c:pt>
                <c:pt idx="1313">
                  <c:v>139.483475400423</c:v>
                </c:pt>
                <c:pt idx="1314">
                  <c:v>139.484279019018</c:v>
                </c:pt>
                <c:pt idx="1315">
                  <c:v>139.485082637614</c:v>
                </c:pt>
                <c:pt idx="1316">
                  <c:v>139.485886256209</c:v>
                </c:pt>
                <c:pt idx="1317">
                  <c:v>139.486689874804</c:v>
                </c:pt>
                <c:pt idx="1318">
                  <c:v>139.487493493399</c:v>
                </c:pt>
                <c:pt idx="1319">
                  <c:v>139.488297111994</c:v>
                </c:pt>
                <c:pt idx="1320">
                  <c:v>139.489100730589</c:v>
                </c:pt>
                <c:pt idx="1321">
                  <c:v>139.48985002292699</c:v>
                </c:pt>
                <c:pt idx="1322">
                  <c:v>139.490599315266</c:v>
                </c:pt>
                <c:pt idx="1323">
                  <c:v>139.49134860760401</c:v>
                </c:pt>
                <c:pt idx="1324">
                  <c:v>139.492097899942</c:v>
                </c:pt>
                <c:pt idx="1325">
                  <c:v>139.49284719228001</c:v>
                </c:pt>
                <c:pt idx="1326">
                  <c:v>139.493596484618</c:v>
                </c:pt>
                <c:pt idx="1327">
                  <c:v>139.49434577695601</c:v>
                </c:pt>
                <c:pt idx="1328">
                  <c:v>139.495095069294</c:v>
                </c:pt>
                <c:pt idx="1329">
                  <c:v>139.49584436163201</c:v>
                </c:pt>
                <c:pt idx="1330">
                  <c:v>139.49659365397</c:v>
                </c:pt>
                <c:pt idx="1331">
                  <c:v>139.49734294630801</c:v>
                </c:pt>
                <c:pt idx="1332">
                  <c:v>139.49809223864699</c:v>
                </c:pt>
                <c:pt idx="1333">
                  <c:v>139.498841530985</c:v>
                </c:pt>
                <c:pt idx="1334">
                  <c:v>139.49959082332299</c:v>
                </c:pt>
                <c:pt idx="1335">
                  <c:v>139.500340115661</c:v>
                </c:pt>
                <c:pt idx="1336">
                  <c:v>139.50108940799899</c:v>
                </c:pt>
                <c:pt idx="1337">
                  <c:v>139.501838700337</c:v>
                </c:pt>
                <c:pt idx="1338">
                  <c:v>139.50258799267499</c:v>
                </c:pt>
                <c:pt idx="1339">
                  <c:v>139.503337285013</c:v>
                </c:pt>
                <c:pt idx="1340">
                  <c:v>139.50408657735099</c:v>
                </c:pt>
                <c:pt idx="1341">
                  <c:v>139.504835869689</c:v>
                </c:pt>
                <c:pt idx="1342">
                  <c:v>139.50558516202801</c:v>
                </c:pt>
                <c:pt idx="1343">
                  <c:v>139.506334454366</c:v>
                </c:pt>
                <c:pt idx="1344">
                  <c:v>139.50708374670401</c:v>
                </c:pt>
                <c:pt idx="1345">
                  <c:v>139.507833039042</c:v>
                </c:pt>
                <c:pt idx="1346">
                  <c:v>139.50858233138001</c:v>
                </c:pt>
                <c:pt idx="1347">
                  <c:v>139.509331623718</c:v>
                </c:pt>
                <c:pt idx="1348">
                  <c:v>139.51008091605601</c:v>
                </c:pt>
                <c:pt idx="1349">
                  <c:v>139.510830208394</c:v>
                </c:pt>
                <c:pt idx="1350">
                  <c:v>139.51157950073201</c:v>
                </c:pt>
                <c:pt idx="1351">
                  <c:v>139.51227907942001</c:v>
                </c:pt>
                <c:pt idx="1352">
                  <c:v>139.51297865810801</c:v>
                </c:pt>
                <c:pt idx="1353">
                  <c:v>139.51367823679499</c:v>
                </c:pt>
                <c:pt idx="1354">
                  <c:v>139.51437781548299</c:v>
                </c:pt>
                <c:pt idx="1355">
                  <c:v>139.51507739417099</c:v>
                </c:pt>
                <c:pt idx="1356">
                  <c:v>139.51577697285899</c:v>
                </c:pt>
                <c:pt idx="1357">
                  <c:v>139.51647655154599</c:v>
                </c:pt>
                <c:pt idx="1358">
                  <c:v>139.51717613023399</c:v>
                </c:pt>
                <c:pt idx="1359">
                  <c:v>139.51787570892199</c:v>
                </c:pt>
                <c:pt idx="1360">
                  <c:v>139.51857528760999</c:v>
                </c:pt>
                <c:pt idx="1361">
                  <c:v>139.519274866297</c:v>
                </c:pt>
                <c:pt idx="1362">
                  <c:v>139.519974444985</c:v>
                </c:pt>
                <c:pt idx="1363">
                  <c:v>139.520674023673</c:v>
                </c:pt>
                <c:pt idx="1364">
                  <c:v>139.52137360236</c:v>
                </c:pt>
                <c:pt idx="1365">
                  <c:v>139.522073181048</c:v>
                </c:pt>
                <c:pt idx="1366">
                  <c:v>139.522772759736</c:v>
                </c:pt>
                <c:pt idx="1367">
                  <c:v>139.523472338424</c:v>
                </c:pt>
                <c:pt idx="1368">
                  <c:v>139.524171917111</c:v>
                </c:pt>
                <c:pt idx="1369">
                  <c:v>139.524871495799</c:v>
                </c:pt>
                <c:pt idx="1370">
                  <c:v>139.525571074487</c:v>
                </c:pt>
                <c:pt idx="1371">
                  <c:v>139.526270653175</c:v>
                </c:pt>
                <c:pt idx="1372">
                  <c:v>139.52697023186201</c:v>
                </c:pt>
                <c:pt idx="1373">
                  <c:v>139.52766981055001</c:v>
                </c:pt>
                <c:pt idx="1374">
                  <c:v>139.52836938923801</c:v>
                </c:pt>
                <c:pt idx="1375">
                  <c:v>139.52906896792501</c:v>
                </c:pt>
                <c:pt idx="1376">
                  <c:v>139.52976854661301</c:v>
                </c:pt>
                <c:pt idx="1377">
                  <c:v>139.53046812530101</c:v>
                </c:pt>
                <c:pt idx="1378">
                  <c:v>139.53116770398901</c:v>
                </c:pt>
                <c:pt idx="1379">
                  <c:v>139.53186728267599</c:v>
                </c:pt>
                <c:pt idx="1380">
                  <c:v>139.53256686136399</c:v>
                </c:pt>
                <c:pt idx="1381">
                  <c:v>139.53322082649601</c:v>
                </c:pt>
                <c:pt idx="1382">
                  <c:v>139.53387479162899</c:v>
                </c:pt>
                <c:pt idx="1383">
                  <c:v>139.53452875676101</c:v>
                </c:pt>
                <c:pt idx="1384">
                  <c:v>139.53518272189299</c:v>
                </c:pt>
                <c:pt idx="1385">
                  <c:v>139.53583668702601</c:v>
                </c:pt>
                <c:pt idx="1386">
                  <c:v>139.53649065215799</c:v>
                </c:pt>
                <c:pt idx="1387">
                  <c:v>139.53714461729001</c:v>
                </c:pt>
                <c:pt idx="1388">
                  <c:v>139.537798582422</c:v>
                </c:pt>
                <c:pt idx="1389">
                  <c:v>139.53845254755501</c:v>
                </c:pt>
                <c:pt idx="1390">
                  <c:v>139.539106512687</c:v>
                </c:pt>
                <c:pt idx="1391">
                  <c:v>139.53976047781899</c:v>
                </c:pt>
                <c:pt idx="1392">
                  <c:v>139.540414442952</c:v>
                </c:pt>
                <c:pt idx="1393">
                  <c:v>139.54106840808399</c:v>
                </c:pt>
                <c:pt idx="1394">
                  <c:v>139.541722373216</c:v>
                </c:pt>
                <c:pt idx="1395">
                  <c:v>139.54237633834799</c:v>
                </c:pt>
                <c:pt idx="1396">
                  <c:v>139.543030303481</c:v>
                </c:pt>
                <c:pt idx="1397">
                  <c:v>139.54368426861299</c:v>
                </c:pt>
                <c:pt idx="1398">
                  <c:v>139.54433823374501</c:v>
                </c:pt>
                <c:pt idx="1399">
                  <c:v>139.544992198877</c:v>
                </c:pt>
                <c:pt idx="1400">
                  <c:v>139.54564616401001</c:v>
                </c:pt>
                <c:pt idx="1401">
                  <c:v>139.546300129142</c:v>
                </c:pt>
                <c:pt idx="1402">
                  <c:v>139.54695409427401</c:v>
                </c:pt>
                <c:pt idx="1403">
                  <c:v>139.547608059407</c:v>
                </c:pt>
                <c:pt idx="1404">
                  <c:v>139.54826202453901</c:v>
                </c:pt>
                <c:pt idx="1405">
                  <c:v>139.548915989671</c:v>
                </c:pt>
                <c:pt idx="1406">
                  <c:v>139.54956995480299</c:v>
                </c:pt>
                <c:pt idx="1407">
                  <c:v>139.550223919936</c:v>
                </c:pt>
                <c:pt idx="1408">
                  <c:v>139.55087788506799</c:v>
                </c:pt>
                <c:pt idx="1409">
                  <c:v>139.55153185020001</c:v>
                </c:pt>
                <c:pt idx="1410">
                  <c:v>139.55218581533299</c:v>
                </c:pt>
                <c:pt idx="1411">
                  <c:v>139.552798779516</c:v>
                </c:pt>
                <c:pt idx="1412">
                  <c:v>139.5534117437</c:v>
                </c:pt>
                <c:pt idx="1413">
                  <c:v>139.554024707883</c:v>
                </c:pt>
                <c:pt idx="1414">
                  <c:v>139.554637672067</c:v>
                </c:pt>
                <c:pt idx="1415">
                  <c:v>139.55525063625001</c:v>
                </c:pt>
                <c:pt idx="1416">
                  <c:v>139.55586360043401</c:v>
                </c:pt>
                <c:pt idx="1417">
                  <c:v>139.55647656461699</c:v>
                </c:pt>
                <c:pt idx="1418">
                  <c:v>139.55708952880099</c:v>
                </c:pt>
                <c:pt idx="1419">
                  <c:v>139.55770249298399</c:v>
                </c:pt>
                <c:pt idx="1420">
                  <c:v>139.55831545716799</c:v>
                </c:pt>
                <c:pt idx="1421">
                  <c:v>139.558928421351</c:v>
                </c:pt>
                <c:pt idx="1422">
                  <c:v>139.559541385535</c:v>
                </c:pt>
                <c:pt idx="1423">
                  <c:v>139.560154349718</c:v>
                </c:pt>
                <c:pt idx="1424">
                  <c:v>139.56076731390201</c:v>
                </c:pt>
                <c:pt idx="1425">
                  <c:v>139.56138027808501</c:v>
                </c:pt>
                <c:pt idx="1426">
                  <c:v>139.56199324226901</c:v>
                </c:pt>
                <c:pt idx="1427">
                  <c:v>139.56260620645199</c:v>
                </c:pt>
                <c:pt idx="1428">
                  <c:v>139.56321917063599</c:v>
                </c:pt>
                <c:pt idx="1429">
                  <c:v>139.56383213481899</c:v>
                </c:pt>
                <c:pt idx="1430">
                  <c:v>139.564445099003</c:v>
                </c:pt>
                <c:pt idx="1431">
                  <c:v>139.565058063186</c:v>
                </c:pt>
                <c:pt idx="1432">
                  <c:v>139.56567102737</c:v>
                </c:pt>
                <c:pt idx="1433">
                  <c:v>139.566283991554</c:v>
                </c:pt>
                <c:pt idx="1434">
                  <c:v>139.56689695573701</c:v>
                </c:pt>
                <c:pt idx="1435">
                  <c:v>139.56750991992101</c:v>
                </c:pt>
                <c:pt idx="1436">
                  <c:v>139.56812288410401</c:v>
                </c:pt>
                <c:pt idx="1437">
                  <c:v>139.56873584828799</c:v>
                </c:pt>
                <c:pt idx="1438">
                  <c:v>139.56934881247099</c:v>
                </c:pt>
                <c:pt idx="1439">
                  <c:v>139.56996177665499</c:v>
                </c:pt>
                <c:pt idx="1440">
                  <c:v>139.570574740838</c:v>
                </c:pt>
                <c:pt idx="1441">
                  <c:v>139.57114926663201</c:v>
                </c:pt>
                <c:pt idx="1442">
                  <c:v>139.57172379242601</c:v>
                </c:pt>
                <c:pt idx="1443">
                  <c:v>139.57229831822099</c:v>
                </c:pt>
                <c:pt idx="1444">
                  <c:v>139.572872844015</c:v>
                </c:pt>
                <c:pt idx="1445">
                  <c:v>139.573447369809</c:v>
                </c:pt>
                <c:pt idx="1446">
                  <c:v>139.57402189560301</c:v>
                </c:pt>
                <c:pt idx="1447">
                  <c:v>139.57459642139699</c:v>
                </c:pt>
                <c:pt idx="1448">
                  <c:v>139.575170947191</c:v>
                </c:pt>
                <c:pt idx="1449">
                  <c:v>139.57574547298501</c:v>
                </c:pt>
                <c:pt idx="1450">
                  <c:v>139.57631999878001</c:v>
                </c:pt>
                <c:pt idx="1451">
                  <c:v>139.57689452457399</c:v>
                </c:pt>
                <c:pt idx="1452">
                  <c:v>139.57746905036799</c:v>
                </c:pt>
                <c:pt idx="1453">
                  <c:v>139.578043576162</c:v>
                </c:pt>
                <c:pt idx="1454">
                  <c:v>139.57861810195601</c:v>
                </c:pt>
                <c:pt idx="1455">
                  <c:v>139.57919262774999</c:v>
                </c:pt>
                <c:pt idx="1456">
                  <c:v>139.579767153544</c:v>
                </c:pt>
                <c:pt idx="1457">
                  <c:v>139.58034167933801</c:v>
                </c:pt>
                <c:pt idx="1458">
                  <c:v>139.58091620513301</c:v>
                </c:pt>
                <c:pt idx="1459">
                  <c:v>139.58149073092699</c:v>
                </c:pt>
                <c:pt idx="1460">
                  <c:v>139.58206525672099</c:v>
                </c:pt>
                <c:pt idx="1461">
                  <c:v>139.582639782515</c:v>
                </c:pt>
                <c:pt idx="1462">
                  <c:v>139.58321430830901</c:v>
                </c:pt>
                <c:pt idx="1463">
                  <c:v>139.58378883410299</c:v>
                </c:pt>
                <c:pt idx="1464">
                  <c:v>139.584363359897</c:v>
                </c:pt>
                <c:pt idx="1465">
                  <c:v>139.584937885692</c:v>
                </c:pt>
                <c:pt idx="1466">
                  <c:v>139.58551241148601</c:v>
                </c:pt>
                <c:pt idx="1467">
                  <c:v>139.58608693727999</c:v>
                </c:pt>
                <c:pt idx="1468">
                  <c:v>139.58666146307399</c:v>
                </c:pt>
                <c:pt idx="1469">
                  <c:v>139.587235988868</c:v>
                </c:pt>
                <c:pt idx="1470">
                  <c:v>139.58781051466201</c:v>
                </c:pt>
                <c:pt idx="1471">
                  <c:v>139.58835070216199</c:v>
                </c:pt>
                <c:pt idx="1472">
                  <c:v>139.588890889661</c:v>
                </c:pt>
                <c:pt idx="1473">
                  <c:v>139.58943107716101</c:v>
                </c:pt>
                <c:pt idx="1474">
                  <c:v>139.58997126465999</c:v>
                </c:pt>
                <c:pt idx="1475">
                  <c:v>139.59051145216</c:v>
                </c:pt>
                <c:pt idx="1476">
                  <c:v>139.59105163965901</c:v>
                </c:pt>
                <c:pt idx="1477">
                  <c:v>139.59159182715899</c:v>
                </c:pt>
                <c:pt idx="1478">
                  <c:v>139.59213201465801</c:v>
                </c:pt>
                <c:pt idx="1479">
                  <c:v>139.59267220215801</c:v>
                </c:pt>
                <c:pt idx="1480">
                  <c:v>139.593212389657</c:v>
                </c:pt>
                <c:pt idx="1481">
                  <c:v>139.59375257715701</c:v>
                </c:pt>
                <c:pt idx="1482">
                  <c:v>139.59429276465599</c:v>
                </c:pt>
                <c:pt idx="1483">
                  <c:v>139.594832952156</c:v>
                </c:pt>
                <c:pt idx="1484">
                  <c:v>139.59537313965501</c:v>
                </c:pt>
                <c:pt idx="1485">
                  <c:v>139.59591332715499</c:v>
                </c:pt>
                <c:pt idx="1486">
                  <c:v>139.596453514654</c:v>
                </c:pt>
                <c:pt idx="1487">
                  <c:v>139.59699370215401</c:v>
                </c:pt>
                <c:pt idx="1488">
                  <c:v>139.59753388965399</c:v>
                </c:pt>
                <c:pt idx="1489">
                  <c:v>139.598074077153</c:v>
                </c:pt>
                <c:pt idx="1490">
                  <c:v>139.59861426465301</c:v>
                </c:pt>
                <c:pt idx="1491">
                  <c:v>139.59915445215199</c:v>
                </c:pt>
                <c:pt idx="1492">
                  <c:v>139.599694639652</c:v>
                </c:pt>
                <c:pt idx="1493">
                  <c:v>139.60023482715101</c:v>
                </c:pt>
                <c:pt idx="1494">
                  <c:v>139.60077501465099</c:v>
                </c:pt>
                <c:pt idx="1495">
                  <c:v>139.60131520215</c:v>
                </c:pt>
                <c:pt idx="1496">
                  <c:v>139.60185538965001</c:v>
                </c:pt>
                <c:pt idx="1497">
                  <c:v>139.602395577149</c:v>
                </c:pt>
                <c:pt idx="1498">
                  <c:v>139.602935764649</c:v>
                </c:pt>
                <c:pt idx="1499">
                  <c:v>139.60347595214799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4DE-4D09-85B7-F33D2CE39E20}"/>
            </c:ext>
          </c:extLst>
        </c:ser>
        <c:ser>
          <c:idx val="3"/>
          <c:order val="3"/>
          <c:tx>
            <c:strRef>
              <c:f>'SS-Model'!$F$1</c:f>
              <c:strCache>
                <c:ptCount val="1"/>
                <c:pt idx="0">
                  <c:v>T_Sec_pred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'SS-Model'!$F$2:$F$3001</c:f>
              <c:numCache>
                <c:formatCode>General</c:formatCode>
                <c:ptCount val="3000"/>
                <c:pt idx="0">
                  <c:v>74.424995750420095</c:v>
                </c:pt>
                <c:pt idx="1">
                  <c:v>75.563960703458307</c:v>
                </c:pt>
                <c:pt idx="2">
                  <c:v>76.639072727725704</c:v>
                </c:pt>
                <c:pt idx="3">
                  <c:v>77.654922758321106</c:v>
                </c:pt>
                <c:pt idx="4">
                  <c:v>78.615764004464793</c:v>
                </c:pt>
                <c:pt idx="5">
                  <c:v>79.525536838900507</c:v>
                </c:pt>
                <c:pt idx="6">
                  <c:v>80.387891852761598</c:v>
                </c:pt>
                <c:pt idx="7">
                  <c:v>81.206211211123502</c:v>
                </c:pt>
                <c:pt idx="8">
                  <c:v>81.983628434493994</c:v>
                </c:pt>
                <c:pt idx="9">
                  <c:v>82.723046722264598</c:v>
                </c:pt>
                <c:pt idx="10">
                  <c:v>83.427155925591407</c:v>
                </c:pt>
                <c:pt idx="11">
                  <c:v>84.098448269253893</c:v>
                </c:pt>
                <c:pt idx="12">
                  <c:v>84.739232914703507</c:v>
                </c:pt>
                <c:pt idx="13">
                  <c:v>85.351649449712596</c:v>
                </c:pt>
                <c:pt idx="14">
                  <c:v>85.937680383747093</c:v>
                </c:pt>
                <c:pt idx="15">
                  <c:v>86.499162722344195</c:v>
                </c:pt>
                <c:pt idx="16">
                  <c:v>87.037798688384299</c:v>
                </c:pt>
                <c:pt idx="17">
                  <c:v>87.555165653134495</c:v>
                </c:pt>
                <c:pt idx="18">
                  <c:v>88.052725335312601</c:v>
                </c:pt>
                <c:pt idx="19">
                  <c:v>88.531832322123705</c:v>
                </c:pt>
                <c:pt idx="20">
                  <c:v>88.993741962244101</c:v>
                </c:pt>
                <c:pt idx="21">
                  <c:v>89.439617677048005</c:v>
                </c:pt>
                <c:pt idx="22">
                  <c:v>89.870537732954602</c:v>
                </c:pt>
                <c:pt idx="23">
                  <c:v>90.287501514617006</c:v>
                </c:pt>
                <c:pt idx="24">
                  <c:v>90.691435335744103</c:v>
                </c:pt>
                <c:pt idx="25">
                  <c:v>91.083197821636205</c:v>
                </c:pt>
                <c:pt idx="26">
                  <c:v>91.463584895002299</c:v>
                </c:pt>
                <c:pt idx="27">
                  <c:v>91.833334394300294</c:v>
                </c:pt>
                <c:pt idx="28">
                  <c:v>92.193130351686506</c:v>
                </c:pt>
                <c:pt idx="29">
                  <c:v>92.543606955662995</c:v>
                </c:pt>
                <c:pt idx="30">
                  <c:v>92.885352221664903</c:v>
                </c:pt>
                <c:pt idx="31">
                  <c:v>93.218911392113199</c:v>
                </c:pt>
                <c:pt idx="32">
                  <c:v>93.544790085873601</c:v>
                </c:pt>
                <c:pt idx="33">
                  <c:v>93.863457215593598</c:v>
                </c:pt>
                <c:pt idx="34">
                  <c:v>94.175347690025802</c:v>
                </c:pt>
                <c:pt idx="35">
                  <c:v>94.480864917185599</c:v>
                </c:pt>
                <c:pt idx="36">
                  <c:v>94.780383123024507</c:v>
                </c:pt>
                <c:pt idx="37">
                  <c:v>95.074249499215099</c:v>
                </c:pt>
                <c:pt idx="38">
                  <c:v>95.3627861926457</c:v>
                </c:pt>
                <c:pt idx="39">
                  <c:v>95.646292148290001</c:v>
                </c:pt>
                <c:pt idx="40">
                  <c:v>95.925044816259899</c:v>
                </c:pt>
                <c:pt idx="41">
                  <c:v>96.199301733053005</c:v>
                </c:pt>
                <c:pt idx="42">
                  <c:v>96.469301986265506</c:v>
                </c:pt>
                <c:pt idx="43">
                  <c:v>96.735267571362698</c:v>
                </c:pt>
                <c:pt idx="44">
                  <c:v>96.997404648460503</c:v>
                </c:pt>
                <c:pt idx="45">
                  <c:v>97.255904706489702</c:v>
                </c:pt>
                <c:pt idx="46">
                  <c:v>97.510945641569606</c:v>
                </c:pt>
                <c:pt idx="47">
                  <c:v>97.762692755912795</c:v>
                </c:pt>
                <c:pt idx="48">
                  <c:v>98.011299683119901</c:v>
                </c:pt>
                <c:pt idx="49">
                  <c:v>98.256909245290402</c:v>
                </c:pt>
                <c:pt idx="50">
                  <c:v>98.499654246972796</c:v>
                </c:pt>
                <c:pt idx="51">
                  <c:v>98.739658210611793</c:v>
                </c:pt>
                <c:pt idx="52">
                  <c:v>98.9770360578039</c:v>
                </c:pt>
                <c:pt idx="53">
                  <c:v>99.211894740355007</c:v>
                </c:pt>
                <c:pt idx="54">
                  <c:v>99.444333824840399</c:v>
                </c:pt>
                <c:pt idx="55">
                  <c:v>99.674446034095197</c:v>
                </c:pt>
                <c:pt idx="56">
                  <c:v>99.902317748807405</c:v>
                </c:pt>
                <c:pt idx="57">
                  <c:v>100.128029472157</c:v>
                </c:pt>
                <c:pt idx="58">
                  <c:v>100.351656260225</c:v>
                </c:pt>
                <c:pt idx="59">
                  <c:v>100.573268120687</c:v>
                </c:pt>
                <c:pt idx="60">
                  <c:v>100.79293038214701</c:v>
                </c:pt>
                <c:pt idx="61">
                  <c:v>101.010704036253</c:v>
                </c:pt>
                <c:pt idx="62">
                  <c:v>101.22664605462199</c:v>
                </c:pt>
                <c:pt idx="63">
                  <c:v>101.440809682408</c:v>
                </c:pt>
                <c:pt idx="64">
                  <c:v>101.653244710264</c:v>
                </c:pt>
                <c:pt idx="65">
                  <c:v>101.863997726257</c:v>
                </c:pt>
                <c:pt idx="66">
                  <c:v>102.073112349241</c:v>
                </c:pt>
                <c:pt idx="67">
                  <c:v>102.280629445042</c:v>
                </c:pt>
                <c:pt idx="68">
                  <c:v>102.486587326722</c:v>
                </c:pt>
                <c:pt idx="69">
                  <c:v>102.691021940094</c:v>
                </c:pt>
                <c:pt idx="70">
                  <c:v>102.89396703558801</c:v>
                </c:pt>
                <c:pt idx="71">
                  <c:v>103.095454327453</c:v>
                </c:pt>
                <c:pt idx="72">
                  <c:v>103.295513641247</c:v>
                </c:pt>
                <c:pt idx="73">
                  <c:v>103.49417305046801</c:v>
                </c:pt>
                <c:pt idx="74">
                  <c:v>103.691459003128</c:v>
                </c:pt>
                <c:pt idx="75">
                  <c:v>103.88739643901501</c:v>
                </c:pt>
                <c:pt idx="76">
                  <c:v>104.082008898323</c:v>
                </c:pt>
                <c:pt idx="77">
                  <c:v>104.27531862229399</c:v>
                </c:pt>
                <c:pt idx="78">
                  <c:v>104.46734664645101</c:v>
                </c:pt>
                <c:pt idx="79">
                  <c:v>104.658112886979</c:v>
                </c:pt>
                <c:pt idx="80">
                  <c:v>104.847636220748</c:v>
                </c:pt>
                <c:pt idx="81">
                  <c:v>105.035934559455</c:v>
                </c:pt>
                <c:pt idx="82">
                  <c:v>105.22302491831699</c:v>
                </c:pt>
                <c:pt idx="83">
                  <c:v>105.40892347971101</c:v>
                </c:pt>
                <c:pt idx="84">
                  <c:v>105.593645652136</c:v>
                </c:pt>
                <c:pt idx="85">
                  <c:v>105.77720612485101</c:v>
                </c:pt>
                <c:pt idx="86">
                  <c:v>105.959618918492</c:v>
                </c:pt>
                <c:pt idx="87">
                  <c:v>106.140897431971</c:v>
                </c:pt>
                <c:pt idx="88">
                  <c:v>106.321054485941</c:v>
                </c:pt>
                <c:pt idx="89">
                  <c:v>106.500102363059</c:v>
                </c:pt>
                <c:pt idx="90">
                  <c:v>106.678052845306</c:v>
                </c:pt>
                <c:pt idx="91">
                  <c:v>106.854917248559</c:v>
                </c:pt>
                <c:pt idx="92">
                  <c:v>107.03070645463799</c:v>
                </c:pt>
                <c:pt idx="93">
                  <c:v>107.205430940997</c:v>
                </c:pt>
                <c:pt idx="94">
                  <c:v>107.37910080824599</c:v>
                </c:pt>
                <c:pt idx="95">
                  <c:v>107.551725805646</c:v>
                </c:pt>
                <c:pt idx="96">
                  <c:v>107.723315354756</c:v>
                </c:pt>
                <c:pt idx="97">
                  <c:v>107.893878571331</c:v>
                </c:pt>
                <c:pt idx="98">
                  <c:v>108.063424285636</c:v>
                </c:pt>
                <c:pt idx="99">
                  <c:v>108.231961061258</c:v>
                </c:pt>
                <c:pt idx="100">
                  <c:v>108.399497212561</c:v>
                </c:pt>
                <c:pt idx="101">
                  <c:v>108.566040820856</c:v>
                </c:pt>
                <c:pt idx="102">
                  <c:v>108.73159974939701</c:v>
                </c:pt>
                <c:pt idx="103">
                  <c:v>108.896181657279</c:v>
                </c:pt>
                <c:pt idx="104">
                  <c:v>109.059794012334</c:v>
                </c:pt>
                <c:pt idx="105">
                  <c:v>109.22244410307501</c:v>
                </c:pt>
                <c:pt idx="106">
                  <c:v>109.384139049784</c:v>
                </c:pt>
                <c:pt idx="107">
                  <c:v>109.544885814791</c:v>
                </c:pt>
                <c:pt idx="108">
                  <c:v>109.704691212005</c:v>
                </c:pt>
                <c:pt idx="109">
                  <c:v>109.863561915754</c:v>
                </c:pt>
                <c:pt idx="110">
                  <c:v>110.021504468996</c:v>
                </c:pt>
                <c:pt idx="111">
                  <c:v>110.178525290919</c:v>
                </c:pt>
                <c:pt idx="112">
                  <c:v>110.334630684012</c:v>
                </c:pt>
                <c:pt idx="113">
                  <c:v>110.48982684060999</c:v>
                </c:pt>
                <c:pt idx="114">
                  <c:v>110.64411984897799</c:v>
                </c:pt>
                <c:pt idx="115">
                  <c:v>110.797515698959</c:v>
                </c:pt>
                <c:pt idx="116">
                  <c:v>110.95002028720801</c:v>
                </c:pt>
                <c:pt idx="117">
                  <c:v>111.101639422064</c:v>
                </c:pt>
                <c:pt idx="118">
                  <c:v>111.25237882806501</c:v>
                </c:pt>
                <c:pt idx="119">
                  <c:v>111.402244150146</c:v>
                </c:pt>
                <c:pt idx="120">
                  <c:v>111.551240957536</c:v>
                </c:pt>
                <c:pt idx="121">
                  <c:v>111.699374747387</c:v>
                </c:pt>
                <c:pt idx="122">
                  <c:v>111.846650948134</c:v>
                </c:pt>
                <c:pt idx="123">
                  <c:v>111.99307492262901</c:v>
                </c:pt>
                <c:pt idx="124">
                  <c:v>112.138651971051</c:v>
                </c:pt>
                <c:pt idx="125">
                  <c:v>112.28338733361301</c:v>
                </c:pt>
                <c:pt idx="126">
                  <c:v>112.42728619307999</c:v>
                </c:pt>
                <c:pt idx="127">
                  <c:v>112.570353677113</c:v>
                </c:pt>
                <c:pt idx="128">
                  <c:v>112.712594860454</c:v>
                </c:pt>
                <c:pt idx="129">
                  <c:v>112.854014766951</c:v>
                </c:pt>
                <c:pt idx="130">
                  <c:v>112.994618371459</c:v>
                </c:pt>
                <c:pt idx="131">
                  <c:v>113.134410601597</c:v>
                </c:pt>
                <c:pt idx="132">
                  <c:v>113.273396339399</c:v>
                </c:pt>
                <c:pt idx="133">
                  <c:v>113.41158042284199</c:v>
                </c:pt>
                <c:pt idx="134">
                  <c:v>113.54896764728301</c:v>
                </c:pt>
                <c:pt idx="135">
                  <c:v>113.685562766789</c:v>
                </c:pt>
                <c:pt idx="136">
                  <c:v>113.82137049539401</c:v>
                </c:pt>
                <c:pt idx="137">
                  <c:v>113.956395508257</c:v>
                </c:pt>
                <c:pt idx="138">
                  <c:v>114.09064244275601</c:v>
                </c:pt>
                <c:pt idx="139">
                  <c:v>114.224115899512</c:v>
                </c:pt>
                <c:pt idx="140">
                  <c:v>114.356820443337</c:v>
                </c:pt>
                <c:pt idx="141">
                  <c:v>114.488760604139</c:v>
                </c:pt>
                <c:pt idx="142">
                  <c:v>114.619940877752</c:v>
                </c:pt>
                <c:pt idx="143">
                  <c:v>114.750365726729</c:v>
                </c:pt>
                <c:pt idx="144">
                  <c:v>114.88003958107799</c:v>
                </c:pt>
                <c:pt idx="145">
                  <c:v>115.008966838961</c:v>
                </c:pt>
                <c:pt idx="146">
                  <c:v>115.137151867342</c:v>
                </c:pt>
                <c:pt idx="147">
                  <c:v>115.264599002604</c:v>
                </c:pt>
                <c:pt idx="148">
                  <c:v>115.39131255113</c:v>
                </c:pt>
                <c:pt idx="149">
                  <c:v>115.51729678984501</c:v>
                </c:pt>
                <c:pt idx="150">
                  <c:v>115.642555966738</c:v>
                </c:pt>
                <c:pt idx="151">
                  <c:v>115.767094301339</c:v>
                </c:pt>
                <c:pt idx="152">
                  <c:v>115.890915985191</c:v>
                </c:pt>
                <c:pt idx="153">
                  <c:v>116.01402518227501</c:v>
                </c:pt>
                <c:pt idx="154">
                  <c:v>116.13642602943401</c:v>
                </c:pt>
                <c:pt idx="155">
                  <c:v>116.258122636755</c:v>
                </c:pt>
                <c:pt idx="156">
                  <c:v>116.37911908794899</c:v>
                </c:pt>
                <c:pt idx="157">
                  <c:v>116.499419440699</c:v>
                </c:pt>
                <c:pt idx="158">
                  <c:v>116.619027727005</c:v>
                </c:pt>
                <c:pt idx="159">
                  <c:v>116.737947953496</c:v>
                </c:pt>
                <c:pt idx="160">
                  <c:v>116.85618410174401</c:v>
                </c:pt>
                <c:pt idx="161">
                  <c:v>116.97374012855499</c:v>
                </c:pt>
                <c:pt idx="162">
                  <c:v>117.09061996624899</c:v>
                </c:pt>
                <c:pt idx="163">
                  <c:v>117.206827522927</c:v>
                </c:pt>
                <c:pt idx="164">
                  <c:v>117.322366682733</c:v>
                </c:pt>
                <c:pt idx="165">
                  <c:v>117.43724130609699</c:v>
                </c:pt>
                <c:pt idx="166">
                  <c:v>117.551455229978</c:v>
                </c:pt>
                <c:pt idx="167">
                  <c:v>117.66501226808801</c:v>
                </c:pt>
                <c:pt idx="168">
                  <c:v>117.777916211114</c:v>
                </c:pt>
                <c:pt idx="169">
                  <c:v>117.890170826936</c:v>
                </c:pt>
                <c:pt idx="170">
                  <c:v>118.001779860825</c:v>
                </c:pt>
                <c:pt idx="171">
                  <c:v>118.112747035651</c:v>
                </c:pt>
                <c:pt idx="172">
                  <c:v>118.223076052067</c:v>
                </c:pt>
                <c:pt idx="173">
                  <c:v>118.33277058870399</c:v>
                </c:pt>
                <c:pt idx="174">
                  <c:v>118.44183430234899</c:v>
                </c:pt>
                <c:pt idx="175">
                  <c:v>118.550270828121</c:v>
                </c:pt>
                <c:pt idx="176">
                  <c:v>118.658083779645</c:v>
                </c:pt>
                <c:pt idx="177">
                  <c:v>118.765276749218</c:v>
                </c:pt>
                <c:pt idx="178">
                  <c:v>118.871853307972</c:v>
                </c:pt>
                <c:pt idx="179">
                  <c:v>118.977817006034</c:v>
                </c:pt>
                <c:pt idx="180">
                  <c:v>119.08317137268401</c:v>
                </c:pt>
                <c:pt idx="181">
                  <c:v>119.18791991649999</c:v>
                </c:pt>
                <c:pt idx="182">
                  <c:v>119.29206612551501</c:v>
                </c:pt>
                <c:pt idx="183">
                  <c:v>119.395613467358</c:v>
                </c:pt>
                <c:pt idx="184">
                  <c:v>119.498565389397</c:v>
                </c:pt>
                <c:pt idx="185">
                  <c:v>119.60092531888201</c:v>
                </c:pt>
                <c:pt idx="186">
                  <c:v>119.70269666308</c:v>
                </c:pt>
                <c:pt idx="187">
                  <c:v>119.80388280941099</c:v>
                </c:pt>
                <c:pt idx="188">
                  <c:v>119.904487125583</c:v>
                </c:pt>
                <c:pt idx="189">
                  <c:v>120.00451295971899</c:v>
                </c:pt>
                <c:pt idx="190">
                  <c:v>120.103963640489</c:v>
                </c:pt>
                <c:pt idx="191">
                  <c:v>120.202842477235</c:v>
                </c:pt>
                <c:pt idx="192">
                  <c:v>120.30115276009801</c:v>
                </c:pt>
                <c:pt idx="193">
                  <c:v>120.398897760137</c:v>
                </c:pt>
                <c:pt idx="194">
                  <c:v>120.49608072945701</c:v>
                </c:pt>
                <c:pt idx="195">
                  <c:v>120.592704901324</c:v>
                </c:pt>
                <c:pt idx="196">
                  <c:v>120.688773490286</c:v>
                </c:pt>
                <c:pt idx="197">
                  <c:v>120.78428969228599</c:v>
                </c:pt>
                <c:pt idx="198">
                  <c:v>120.879256684786</c:v>
                </c:pt>
                <c:pt idx="199">
                  <c:v>120.973677626873</c:v>
                </c:pt>
                <c:pt idx="200">
                  <c:v>121.067555659376</c:v>
                </c:pt>
                <c:pt idx="201">
                  <c:v>121.160893904978</c:v>
                </c:pt>
                <c:pt idx="202">
                  <c:v>121.253695468327</c:v>
                </c:pt>
                <c:pt idx="203">
                  <c:v>121.34596343614299</c:v>
                </c:pt>
                <c:pt idx="204">
                  <c:v>121.43770087732899</c:v>
                </c:pt>
                <c:pt idx="205">
                  <c:v>121.52891084308099</c:v>
                </c:pt>
                <c:pt idx="206">
                  <c:v>121.61959636698801</c:v>
                </c:pt>
                <c:pt idx="207">
                  <c:v>121.709760465144</c:v>
                </c:pt>
                <c:pt idx="208">
                  <c:v>121.799406136247</c:v>
                </c:pt>
                <c:pt idx="209">
                  <c:v>121.88853636171</c:v>
                </c:pt>
                <c:pt idx="210">
                  <c:v>121.977154105756</c:v>
                </c:pt>
                <c:pt idx="211">
                  <c:v>122.065262315525</c:v>
                </c:pt>
                <c:pt idx="212">
                  <c:v>122.15286392117601</c:v>
                </c:pt>
                <c:pt idx="213">
                  <c:v>122.239961835982</c:v>
                </c:pt>
                <c:pt idx="214">
                  <c:v>122.32655895643499</c:v>
                </c:pt>
                <c:pt idx="215">
                  <c:v>122.41265816234301</c:v>
                </c:pt>
                <c:pt idx="216">
                  <c:v>122.498262316929</c:v>
                </c:pt>
                <c:pt idx="217">
                  <c:v>122.583374266924</c:v>
                </c:pt>
                <c:pt idx="218">
                  <c:v>122.667996842672</c:v>
                </c:pt>
                <c:pt idx="219">
                  <c:v>122.752132858217</c:v>
                </c:pt>
                <c:pt idx="220">
                  <c:v>122.835785111406</c:v>
                </c:pt>
                <c:pt idx="221">
                  <c:v>122.918956383977</c:v>
                </c:pt>
                <c:pt idx="222">
                  <c:v>123.001649441659</c:v>
                </c:pt>
                <c:pt idx="223">
                  <c:v>123.083867034261</c:v>
                </c:pt>
                <c:pt idx="224">
                  <c:v>123.16561189576601</c:v>
                </c:pt>
                <c:pt idx="225">
                  <c:v>123.246886744425</c:v>
                </c:pt>
                <c:pt idx="226">
                  <c:v>123.327694282846</c:v>
                </c:pt>
                <c:pt idx="227">
                  <c:v>123.408037198085</c:v>
                </c:pt>
                <c:pt idx="228">
                  <c:v>123.48791816173799</c:v>
                </c:pt>
                <c:pt idx="229">
                  <c:v>123.56733983002999</c:v>
                </c:pt>
                <c:pt idx="230">
                  <c:v>123.646304843903</c:v>
                </c:pt>
                <c:pt idx="231">
                  <c:v>123.72481582910601</c:v>
                </c:pt>
                <c:pt idx="232">
                  <c:v>123.802875396282</c:v>
                </c:pt>
                <c:pt idx="233">
                  <c:v>123.880486141058</c:v>
                </c:pt>
                <c:pt idx="234">
                  <c:v>123.957650644127</c:v>
                </c:pt>
                <c:pt idx="235">
                  <c:v>124.034371471339</c:v>
                </c:pt>
                <c:pt idx="236">
                  <c:v>124.110651173785</c:v>
                </c:pt>
                <c:pt idx="237">
                  <c:v>124.18649228788</c:v>
                </c:pt>
                <c:pt idx="238">
                  <c:v>124.261897335455</c:v>
                </c:pt>
                <c:pt idx="239">
                  <c:v>124.336868823831</c:v>
                </c:pt>
                <c:pt idx="240">
                  <c:v>124.411409245912</c:v>
                </c:pt>
                <c:pt idx="241">
                  <c:v>124.485521080263</c:v>
                </c:pt>
                <c:pt idx="242">
                  <c:v>124.559206791194</c:v>
                </c:pt>
                <c:pt idx="243">
                  <c:v>124.63246882884199</c:v>
                </c:pt>
                <c:pt idx="244">
                  <c:v>124.705309629254</c:v>
                </c:pt>
                <c:pt idx="245">
                  <c:v>124.777731614467</c:v>
                </c:pt>
                <c:pt idx="246">
                  <c:v>124.84973719259</c:v>
                </c:pt>
                <c:pt idx="247">
                  <c:v>124.92132875788199</c:v>
                </c:pt>
                <c:pt idx="248">
                  <c:v>124.99250869083301</c:v>
                </c:pt>
                <c:pt idx="249">
                  <c:v>125.06327935824601</c:v>
                </c:pt>
                <c:pt idx="250">
                  <c:v>125.133643113311</c:v>
                </c:pt>
                <c:pt idx="251">
                  <c:v>125.20360229568701</c:v>
                </c:pt>
                <c:pt idx="252">
                  <c:v>125.27315923158</c:v>
                </c:pt>
                <c:pt idx="253">
                  <c:v>125.34231623381601</c:v>
                </c:pt>
                <c:pt idx="254">
                  <c:v>125.41107560192501</c:v>
                </c:pt>
                <c:pt idx="255">
                  <c:v>125.479439622211</c:v>
                </c:pt>
                <c:pt idx="256">
                  <c:v>125.54741056783401</c:v>
                </c:pt>
                <c:pt idx="257">
                  <c:v>125.61499069888001</c:v>
                </c:pt>
                <c:pt idx="258">
                  <c:v>125.68218226243999</c:v>
                </c:pt>
                <c:pt idx="259">
                  <c:v>125.748987492685</c:v>
                </c:pt>
                <c:pt idx="260">
                  <c:v>125.81540861093799</c:v>
                </c:pt>
                <c:pt idx="261">
                  <c:v>125.881447825748</c:v>
                </c:pt>
                <c:pt idx="262">
                  <c:v>125.947107332968</c:v>
                </c:pt>
                <c:pt idx="263">
                  <c:v>126.01238931582</c:v>
                </c:pt>
                <c:pt idx="264">
                  <c:v>126.077295944977</c:v>
                </c:pt>
                <c:pt idx="265">
                  <c:v>126.14182937862699</c:v>
                </c:pt>
                <c:pt idx="266">
                  <c:v>126.20599176255099</c:v>
                </c:pt>
                <c:pt idx="267">
                  <c:v>126.26978523019</c:v>
                </c:pt>
                <c:pt idx="268">
                  <c:v>126.33321190272</c:v>
                </c:pt>
                <c:pt idx="269">
                  <c:v>126.396273889116</c:v>
                </c:pt>
                <c:pt idx="270">
                  <c:v>126.45897328623199</c:v>
                </c:pt>
                <c:pt idx="271">
                  <c:v>126.521312178861</c:v>
                </c:pt>
                <c:pt idx="272">
                  <c:v>126.58329263981101</c:v>
                </c:pt>
                <c:pt idx="273">
                  <c:v>126.644916729971</c:v>
                </c:pt>
                <c:pt idx="274">
                  <c:v>126.706186498378</c:v>
                </c:pt>
                <c:pt idx="275">
                  <c:v>126.767103982292</c:v>
                </c:pt>
                <c:pt idx="276">
                  <c:v>126.827671207254</c:v>
                </c:pt>
                <c:pt idx="277">
                  <c:v>126.88789018716101</c:v>
                </c:pt>
                <c:pt idx="278">
                  <c:v>126.947762924331</c:v>
                </c:pt>
                <c:pt idx="279">
                  <c:v>127.007291409568</c:v>
                </c:pt>
                <c:pt idx="280">
                  <c:v>127.06647762222801</c:v>
                </c:pt>
                <c:pt idx="281">
                  <c:v>127.12532353028899</c:v>
                </c:pt>
                <c:pt idx="282">
                  <c:v>127.18383109041</c:v>
                </c:pt>
                <c:pt idx="283">
                  <c:v>127.242002248003</c:v>
                </c:pt>
                <c:pt idx="284">
                  <c:v>127.29983893729199</c:v>
                </c:pt>
                <c:pt idx="285">
                  <c:v>127.357343081379</c:v>
                </c:pt>
                <c:pt idx="286">
                  <c:v>127.414516592312</c:v>
                </c:pt>
                <c:pt idx="287">
                  <c:v>127.471361371142</c:v>
                </c:pt>
                <c:pt idx="288">
                  <c:v>127.527879307989</c:v>
                </c:pt>
                <c:pt idx="289">
                  <c:v>127.58407228210901</c:v>
                </c:pt>
                <c:pt idx="290">
                  <c:v>127.639942161948</c:v>
                </c:pt>
                <c:pt idx="291">
                  <c:v>127.695490805212</c:v>
                </c:pt>
                <c:pt idx="292">
                  <c:v>127.750720058925</c:v>
                </c:pt>
                <c:pt idx="293">
                  <c:v>127.80563175949</c:v>
                </c:pt>
                <c:pt idx="294">
                  <c:v>127.860227732753</c:v>
                </c:pt>
                <c:pt idx="295">
                  <c:v>127.914509794059</c:v>
                </c:pt>
                <c:pt idx="296">
                  <c:v>127.96847974831699</c:v>
                </c:pt>
                <c:pt idx="297">
                  <c:v>128.02213939006</c:v>
                </c:pt>
                <c:pt idx="298">
                  <c:v>128.075490503498</c:v>
                </c:pt>
                <c:pt idx="299">
                  <c:v>128.128534862588</c:v>
                </c:pt>
                <c:pt idx="300">
                  <c:v>128.18127423108299</c:v>
                </c:pt>
                <c:pt idx="301">
                  <c:v>128.23371036259601</c:v>
                </c:pt>
                <c:pt idx="302">
                  <c:v>128.28584500065699</c:v>
                </c:pt>
                <c:pt idx="303">
                  <c:v>128.337679878773</c:v>
                </c:pt>
                <c:pt idx="304">
                  <c:v>128.38921672048201</c:v>
                </c:pt>
                <c:pt idx="305">
                  <c:v>128.44045723941099</c:v>
                </c:pt>
                <c:pt idx="306">
                  <c:v>128.491403139336</c:v>
                </c:pt>
                <c:pt idx="307">
                  <c:v>128.542056114237</c:v>
                </c:pt>
                <c:pt idx="308">
                  <c:v>128.59241784835299</c:v>
                </c:pt>
                <c:pt idx="309">
                  <c:v>128.64249001623901</c:v>
                </c:pt>
                <c:pt idx="310">
                  <c:v>128.69227428282201</c:v>
                </c:pt>
                <c:pt idx="311">
                  <c:v>128.741772303456</c:v>
                </c:pt>
                <c:pt idx="312">
                  <c:v>128.790985723977</c:v>
                </c:pt>
                <c:pt idx="313">
                  <c:v>128.83991618076001</c:v>
                </c:pt>
                <c:pt idx="314">
                  <c:v>128.88856530076799</c:v>
                </c:pt>
                <c:pt idx="315">
                  <c:v>128.93693470161099</c:v>
                </c:pt>
                <c:pt idx="316">
                  <c:v>128.98502599159801</c:v>
                </c:pt>
                <c:pt idx="317">
                  <c:v>129.03284076979</c:v>
                </c:pt>
                <c:pt idx="318">
                  <c:v>129.08038062605601</c:v>
                </c:pt>
                <c:pt idx="319">
                  <c:v>129.127647141122</c:v>
                </c:pt>
                <c:pt idx="320">
                  <c:v>129.17464188662399</c:v>
                </c:pt>
                <c:pt idx="321">
                  <c:v>129.22136642516401</c:v>
                </c:pt>
                <c:pt idx="322">
                  <c:v>129.26782231035801</c:v>
                </c:pt>
                <c:pt idx="323">
                  <c:v>129.31401108689101</c:v>
                </c:pt>
                <c:pt idx="324">
                  <c:v>129.35993429056199</c:v>
                </c:pt>
                <c:pt idx="325">
                  <c:v>129.405593448345</c:v>
                </c:pt>
                <c:pt idx="326">
                  <c:v>129.450990078431</c:v>
                </c:pt>
                <c:pt idx="327">
                  <c:v>129.49612569028301</c:v>
                </c:pt>
                <c:pt idx="328">
                  <c:v>129.54100178468499</c:v>
                </c:pt>
                <c:pt idx="329">
                  <c:v>129.58561985379001</c:v>
                </c:pt>
                <c:pt idx="330">
                  <c:v>129.62998138117501</c:v>
                </c:pt>
                <c:pt idx="331">
                  <c:v>129.67408784188299</c:v>
                </c:pt>
                <c:pt idx="332">
                  <c:v>129.71794070248001</c:v>
                </c:pt>
                <c:pt idx="333">
                  <c:v>129.76154142109601</c:v>
                </c:pt>
                <c:pt idx="334">
                  <c:v>129.80489144747901</c:v>
                </c:pt>
                <c:pt idx="335">
                  <c:v>129.84799222304099</c:v>
                </c:pt>
                <c:pt idx="336">
                  <c:v>129.89084518090601</c:v>
                </c:pt>
                <c:pt idx="337">
                  <c:v>129.933451745958</c:v>
                </c:pt>
                <c:pt idx="338">
                  <c:v>129.97581333488901</c:v>
                </c:pt>
                <c:pt idx="339">
                  <c:v>130.01793135624499</c:v>
                </c:pt>
                <c:pt idx="340">
                  <c:v>130.059807210473</c:v>
                </c:pt>
                <c:pt idx="341">
                  <c:v>130.101442289967</c:v>
                </c:pt>
                <c:pt idx="342">
                  <c:v>130.14283797911699</c:v>
                </c:pt>
                <c:pt idx="343">
                  <c:v>130.183995654352</c:v>
                </c:pt>
                <c:pt idx="344">
                  <c:v>130.22491668418701</c:v>
                </c:pt>
                <c:pt idx="345">
                  <c:v>130.265602429268</c:v>
                </c:pt>
                <c:pt idx="346">
                  <c:v>130.30605424241901</c:v>
                </c:pt>
                <c:pt idx="347">
                  <c:v>130.34627346868399</c:v>
                </c:pt>
                <c:pt idx="348">
                  <c:v>130.386261445375</c:v>
                </c:pt>
                <c:pt idx="349">
                  <c:v>130.42601950211301</c:v>
                </c:pt>
                <c:pt idx="350">
                  <c:v>130.465548960875</c:v>
                </c:pt>
                <c:pt idx="351">
                  <c:v>130.50485113603801</c:v>
                </c:pt>
                <c:pt idx="352">
                  <c:v>130.54392733442</c:v>
                </c:pt>
                <c:pt idx="353">
                  <c:v>130.58277885532601</c:v>
                </c:pt>
                <c:pt idx="354">
                  <c:v>130.62140699059</c:v>
                </c:pt>
                <c:pt idx="355">
                  <c:v>130.65981302461799</c:v>
                </c:pt>
                <c:pt idx="356">
                  <c:v>130.69799823443299</c:v>
                </c:pt>
                <c:pt idx="357">
                  <c:v>130.735963889712</c:v>
                </c:pt>
                <c:pt idx="358">
                  <c:v>130.773711252835</c:v>
                </c:pt>
                <c:pt idx="359">
                  <c:v>130.81124157892299</c:v>
                </c:pt>
                <c:pt idx="360">
                  <c:v>130.84855611587801</c:v>
                </c:pt>
                <c:pt idx="361">
                  <c:v>130.88565610442899</c:v>
                </c:pt>
                <c:pt idx="362">
                  <c:v>130.92254277817099</c:v>
                </c:pt>
                <c:pt idx="363">
                  <c:v>130.959217363607</c:v>
                </c:pt>
                <c:pt idx="364">
                  <c:v>130.99568108018499</c:v>
                </c:pt>
                <c:pt idx="365">
                  <c:v>131.03193514034501</c:v>
                </c:pt>
                <c:pt idx="366">
                  <c:v>131.06798074955401</c:v>
                </c:pt>
                <c:pt idx="367">
                  <c:v>131.103819106347</c:v>
                </c:pt>
                <c:pt idx="368">
                  <c:v>131.13945140236899</c:v>
                </c:pt>
                <c:pt idx="369">
                  <c:v>131.174878822414</c:v>
                </c:pt>
                <c:pt idx="370">
                  <c:v>131.21010254446301</c:v>
                </c:pt>
                <c:pt idx="371">
                  <c:v>131.245123739723</c:v>
                </c:pt>
                <c:pt idx="372">
                  <c:v>131.279943572668</c:v>
                </c:pt>
                <c:pt idx="373">
                  <c:v>131.31456320107699</c:v>
                </c:pt>
                <c:pt idx="374">
                  <c:v>131.34898377607101</c:v>
                </c:pt>
                <c:pt idx="375">
                  <c:v>131.38320644215301</c:v>
                </c:pt>
                <c:pt idx="376">
                  <c:v>131.417232337245</c:v>
                </c:pt>
                <c:pt idx="377">
                  <c:v>131.451062592727</c:v>
                </c:pt>
                <c:pt idx="378">
                  <c:v>131.48469833347301</c:v>
                </c:pt>
                <c:pt idx="379">
                  <c:v>131.51814067788899</c:v>
                </c:pt>
                <c:pt idx="380">
                  <c:v>131.55139073795101</c:v>
                </c:pt>
                <c:pt idx="381">
                  <c:v>131.584449619244</c:v>
                </c:pt>
                <c:pt idx="382">
                  <c:v>131.61731842099101</c:v>
                </c:pt>
                <c:pt idx="383">
                  <c:v>131.64999823609801</c:v>
                </c:pt>
                <c:pt idx="384">
                  <c:v>131.68249015118801</c:v>
                </c:pt>
                <c:pt idx="385">
                  <c:v>131.714795246634</c:v>
                </c:pt>
                <c:pt idx="386">
                  <c:v>131.746914596598</c:v>
                </c:pt>
                <c:pt idx="387">
                  <c:v>131.77884926906501</c:v>
                </c:pt>
                <c:pt idx="388">
                  <c:v>131.81060032588101</c:v>
                </c:pt>
                <c:pt idx="389">
                  <c:v>131.84216882278699</c:v>
                </c:pt>
                <c:pt idx="390">
                  <c:v>131.87355580945001</c:v>
                </c:pt>
                <c:pt idx="391">
                  <c:v>131.90476232950701</c:v>
                </c:pt>
                <c:pt idx="392">
                  <c:v>131.93578942059</c:v>
                </c:pt>
                <c:pt idx="393">
                  <c:v>131.96663811436699</c:v>
                </c:pt>
                <c:pt idx="394">
                  <c:v>131.997309436574</c:v>
                </c:pt>
                <c:pt idx="395">
                  <c:v>132.02780440705001</c:v>
                </c:pt>
                <c:pt idx="396">
                  <c:v>132.05812403976799</c:v>
                </c:pt>
                <c:pt idx="397">
                  <c:v>132.08826934287299</c:v>
                </c:pt>
                <c:pt idx="398">
                  <c:v>132.11824131871199</c:v>
                </c:pt>
                <c:pt idx="399">
                  <c:v>132.14804096386999</c:v>
                </c:pt>
                <c:pt idx="400">
                  <c:v>132.177669269201</c:v>
                </c:pt>
                <c:pt idx="401">
                  <c:v>132.207127219863</c:v>
                </c:pt>
                <c:pt idx="402">
                  <c:v>132.23641579534799</c:v>
                </c:pt>
                <c:pt idx="403">
                  <c:v>132.265535969518</c:v>
                </c:pt>
                <c:pt idx="404">
                  <c:v>132.294488710633</c:v>
                </c:pt>
                <c:pt idx="405">
                  <c:v>132.32327498139</c:v>
                </c:pt>
                <c:pt idx="406">
                  <c:v>132.35189573894499</c:v>
                </c:pt>
                <c:pt idx="407">
                  <c:v>132.380351934956</c:v>
                </c:pt>
                <c:pt idx="408">
                  <c:v>132.408644515606</c:v>
                </c:pt>
                <c:pt idx="409">
                  <c:v>132.436774421639</c:v>
                </c:pt>
                <c:pt idx="410">
                  <c:v>132.46474258838899</c:v>
                </c:pt>
                <c:pt idx="411">
                  <c:v>132.49254994581401</c:v>
                </c:pt>
                <c:pt idx="412">
                  <c:v>132.520197418523</c:v>
                </c:pt>
                <c:pt idx="413">
                  <c:v>132.54768592580899</c:v>
                </c:pt>
                <c:pt idx="414">
                  <c:v>132.575016381681</c:v>
                </c:pt>
                <c:pt idx="415">
                  <c:v>132.602189694891</c:v>
                </c:pt>
                <c:pt idx="416">
                  <c:v>132.62920676896499</c:v>
                </c:pt>
                <c:pt idx="417">
                  <c:v>132.65606850223699</c:v>
                </c:pt>
                <c:pt idx="418">
                  <c:v>132.68277578787399</c:v>
                </c:pt>
                <c:pt idx="419">
                  <c:v>132.70932951390799</c:v>
                </c:pt>
                <c:pt idx="420">
                  <c:v>132.73573056326401</c:v>
                </c:pt>
                <c:pt idx="421">
                  <c:v>132.76197981379201</c:v>
                </c:pt>
                <c:pt idx="422">
                  <c:v>132.788078138293</c:v>
                </c:pt>
                <c:pt idx="423">
                  <c:v>132.81402640455099</c:v>
                </c:pt>
                <c:pt idx="424">
                  <c:v>132.83982547535899</c:v>
                </c:pt>
                <c:pt idx="425">
                  <c:v>132.865476208552</c:v>
                </c:pt>
                <c:pt idx="426">
                  <c:v>132.89097945703</c:v>
                </c:pt>
                <c:pt idx="427">
                  <c:v>132.91633606878901</c:v>
                </c:pt>
                <c:pt idx="428">
                  <c:v>132.94154688695099</c:v>
                </c:pt>
                <c:pt idx="429">
                  <c:v>132.96661274978899</c:v>
                </c:pt>
                <c:pt idx="430">
                  <c:v>132.99153449075601</c:v>
                </c:pt>
                <c:pt idx="431">
                  <c:v>133.016312938515</c:v>
                </c:pt>
                <c:pt idx="432">
                  <c:v>133.04094891696201</c:v>
                </c:pt>
                <c:pt idx="433">
                  <c:v>133.06544324525601</c:v>
                </c:pt>
                <c:pt idx="434">
                  <c:v>133.08979673784799</c:v>
                </c:pt>
                <c:pt idx="435">
                  <c:v>133.11401020450401</c:v>
                </c:pt>
                <c:pt idx="436">
                  <c:v>133.13808445033499</c:v>
                </c:pt>
                <c:pt idx="437">
                  <c:v>133.16202027582199</c:v>
                </c:pt>
                <c:pt idx="438">
                  <c:v>133.18581847684601</c:v>
                </c:pt>
                <c:pt idx="439">
                  <c:v>133.20947984470899</c:v>
                </c:pt>
                <c:pt idx="440">
                  <c:v>133.23300516616499</c:v>
                </c:pt>
                <c:pt idx="441">
                  <c:v>133.25639522344201</c:v>
                </c:pt>
                <c:pt idx="442">
                  <c:v>133.279650794274</c:v>
                </c:pt>
                <c:pt idx="443">
                  <c:v>133.302772651921</c:v>
                </c:pt>
                <c:pt idx="444">
                  <c:v>133.32576156519599</c:v>
                </c:pt>
                <c:pt idx="445">
                  <c:v>133.34861829849501</c:v>
                </c:pt>
                <c:pt idx="446">
                  <c:v>133.37134361181501</c:v>
                </c:pt>
                <c:pt idx="447">
                  <c:v>133.39393826078501</c:v>
                </c:pt>
                <c:pt idx="448">
                  <c:v>133.41640299669101</c:v>
                </c:pt>
                <c:pt idx="449">
                  <c:v>133.438738566496</c:v>
                </c:pt>
                <c:pt idx="450">
                  <c:v>133.46094571287</c:v>
                </c:pt>
                <c:pt idx="451">
                  <c:v>133.48302517421399</c:v>
                </c:pt>
                <c:pt idx="452">
                  <c:v>133.50497768468099</c:v>
                </c:pt>
                <c:pt idx="453">
                  <c:v>133.526803974204</c:v>
                </c:pt>
                <c:pt idx="454">
                  <c:v>133.54850476851999</c:v>
                </c:pt>
                <c:pt idx="455">
                  <c:v>133.57008078919</c:v>
                </c:pt>
                <c:pt idx="456">
                  <c:v>133.59153275363099</c:v>
                </c:pt>
                <c:pt idx="457">
                  <c:v>133.61286137513</c:v>
                </c:pt>
                <c:pt idx="458">
                  <c:v>133.634067362877</c:v>
                </c:pt>
                <c:pt idx="459">
                  <c:v>133.655151421982</c:v>
                </c:pt>
                <c:pt idx="460">
                  <c:v>133.676114253501</c:v>
                </c:pt>
                <c:pt idx="461">
                  <c:v>133.69695655446</c:v>
                </c:pt>
                <c:pt idx="462">
                  <c:v>133.717679017877</c:v>
                </c:pt>
                <c:pt idx="463">
                  <c:v>133.73828233278499</c:v>
                </c:pt>
                <c:pt idx="464">
                  <c:v>133.75876718425499</c:v>
                </c:pt>
                <c:pt idx="465">
                  <c:v>133.77913425342001</c:v>
                </c:pt>
                <c:pt idx="466">
                  <c:v>133.799384217496</c:v>
                </c:pt>
                <c:pt idx="467">
                  <c:v>133.81951774980499</c:v>
                </c:pt>
                <c:pt idx="468">
                  <c:v>133.839535519799</c:v>
                </c:pt>
                <c:pt idx="469">
                  <c:v>133.85943819307801</c:v>
                </c:pt>
                <c:pt idx="470">
                  <c:v>133.87922643141701</c:v>
                </c:pt>
                <c:pt idx="471">
                  <c:v>133.898900892787</c:v>
                </c:pt>
                <c:pt idx="472">
                  <c:v>133.91846223137401</c:v>
                </c:pt>
                <c:pt idx="473">
                  <c:v>133.93791109760201</c:v>
                </c:pt>
                <c:pt idx="474">
                  <c:v>133.95724813815701</c:v>
                </c:pt>
                <c:pt idx="475">
                  <c:v>133.976473996007</c:v>
                </c:pt>
                <c:pt idx="476">
                  <c:v>133.995589310421</c:v>
                </c:pt>
                <c:pt idx="477">
                  <c:v>134.01459471699499</c:v>
                </c:pt>
                <c:pt idx="478">
                  <c:v>134.033490847667</c:v>
                </c:pt>
                <c:pt idx="479">
                  <c:v>134.05227833074599</c:v>
                </c:pt>
                <c:pt idx="480">
                  <c:v>134.07095779092401</c:v>
                </c:pt>
                <c:pt idx="481">
                  <c:v>134.089529849304</c:v>
                </c:pt>
                <c:pt idx="482">
                  <c:v>134.107995123417</c:v>
                </c:pt>
                <c:pt idx="483">
                  <c:v>134.12635422724401</c:v>
                </c:pt>
                <c:pt idx="484">
                  <c:v>134.14460777123401</c:v>
                </c:pt>
                <c:pt idx="485">
                  <c:v>134.162756362328</c:v>
                </c:pt>
                <c:pt idx="486">
                  <c:v>134.180800603976</c:v>
                </c:pt>
                <c:pt idx="487">
                  <c:v>134.19874109616001</c:v>
                </c:pt>
                <c:pt idx="488">
                  <c:v>134.21657843540899</c:v>
                </c:pt>
                <c:pt idx="489">
                  <c:v>134.23431321482701</c:v>
                </c:pt>
                <c:pt idx="490">
                  <c:v>134.25194602410301</c:v>
                </c:pt>
                <c:pt idx="491">
                  <c:v>134.26947744953699</c:v>
                </c:pt>
                <c:pt idx="492">
                  <c:v>134.28690807406099</c:v>
                </c:pt>
                <c:pt idx="493">
                  <c:v>134.30423847725001</c:v>
                </c:pt>
                <c:pt idx="494">
                  <c:v>134.321469235351</c:v>
                </c:pt>
                <c:pt idx="495">
                  <c:v>134.33860092129601</c:v>
                </c:pt>
                <c:pt idx="496">
                  <c:v>134.35563410472099</c:v>
                </c:pt>
                <c:pt idx="497">
                  <c:v>134.37256935199099</c:v>
                </c:pt>
                <c:pt idx="498">
                  <c:v>134.389407226212</c:v>
                </c:pt>
                <c:pt idx="499">
                  <c:v>134.40614828725001</c:v>
                </c:pt>
                <c:pt idx="500">
                  <c:v>134.422793091757</c:v>
                </c:pt>
                <c:pt idx="501">
                  <c:v>134.43934219318101</c:v>
                </c:pt>
                <c:pt idx="502">
                  <c:v>134.455796141788</c:v>
                </c:pt>
                <c:pt idx="503">
                  <c:v>134.472155484681</c:v>
                </c:pt>
                <c:pt idx="504">
                  <c:v>134.48842076581701</c:v>
                </c:pt>
                <c:pt idx="505">
                  <c:v>134.50459252602599</c:v>
                </c:pt>
                <c:pt idx="506">
                  <c:v>134.520671303027</c:v>
                </c:pt>
                <c:pt idx="507">
                  <c:v>134.536657631449</c:v>
                </c:pt>
                <c:pt idx="508">
                  <c:v>134.552552042846</c:v>
                </c:pt>
                <c:pt idx="509">
                  <c:v>134.568355065714</c:v>
                </c:pt>
                <c:pt idx="510">
                  <c:v>134.58406722551501</c:v>
                </c:pt>
                <c:pt idx="511">
                  <c:v>134.599689044684</c:v>
                </c:pt>
                <c:pt idx="512">
                  <c:v>134.615221042657</c:v>
                </c:pt>
                <c:pt idx="513">
                  <c:v>134.630663735881</c:v>
                </c:pt>
                <c:pt idx="514">
                  <c:v>134.64601763783301</c:v>
                </c:pt>
                <c:pt idx="515">
                  <c:v>134.66128325903901</c:v>
                </c:pt>
                <c:pt idx="516">
                  <c:v>134.67646110709001</c:v>
                </c:pt>
                <c:pt idx="517">
                  <c:v>134.69155168665699</c:v>
                </c:pt>
                <c:pt idx="518">
                  <c:v>134.70655549950899</c:v>
                </c:pt>
                <c:pt idx="519">
                  <c:v>134.72147304453301</c:v>
                </c:pt>
                <c:pt idx="520">
                  <c:v>134.73630481774401</c:v>
                </c:pt>
                <c:pt idx="521">
                  <c:v>134.751051312307</c:v>
                </c:pt>
                <c:pt idx="522">
                  <c:v>134.765713018551</c:v>
                </c:pt>
                <c:pt idx="523">
                  <c:v>134.780290423986</c:v>
                </c:pt>
                <c:pt idx="524">
                  <c:v>134.79478401331801</c:v>
                </c:pt>
                <c:pt idx="525">
                  <c:v>134.809194268466</c:v>
                </c:pt>
                <c:pt idx="526">
                  <c:v>134.82352166858101</c:v>
                </c:pt>
                <c:pt idx="527">
                  <c:v>134.83776669005499</c:v>
                </c:pt>
                <c:pt idx="528">
                  <c:v>134.85192980654301</c:v>
                </c:pt>
                <c:pt idx="529">
                  <c:v>134.86601148897699</c:v>
                </c:pt>
                <c:pt idx="530">
                  <c:v>134.88001220558101</c:v>
                </c:pt>
                <c:pt idx="531">
                  <c:v>134.89393242188399</c:v>
                </c:pt>
                <c:pt idx="532">
                  <c:v>134.90777260074401</c:v>
                </c:pt>
                <c:pt idx="533">
                  <c:v>134.92153320235201</c:v>
                </c:pt>
                <c:pt idx="534">
                  <c:v>134.93521468425601</c:v>
                </c:pt>
                <c:pt idx="535">
                  <c:v>134.94881750137299</c:v>
                </c:pt>
                <c:pt idx="536">
                  <c:v>134.962342106005</c:v>
                </c:pt>
                <c:pt idx="537">
                  <c:v>134.97578894785099</c:v>
                </c:pt>
                <c:pt idx="538">
                  <c:v>134.989158474026</c:v>
                </c:pt>
                <c:pt idx="539">
                  <c:v>135.00245112907399</c:v>
                </c:pt>
                <c:pt idx="540">
                  <c:v>135.015667354984</c:v>
                </c:pt>
                <c:pt idx="541">
                  <c:v>135.028807591202</c:v>
                </c:pt>
                <c:pt idx="542">
                  <c:v>135.041872274648</c:v>
                </c:pt>
                <c:pt idx="543">
                  <c:v>135.05486183972999</c:v>
                </c:pt>
                <c:pt idx="544">
                  <c:v>135.06777671835701</c:v>
                </c:pt>
                <c:pt idx="545">
                  <c:v>135.080617339958</c:v>
                </c:pt>
                <c:pt idx="546">
                  <c:v>135.09338413148799</c:v>
                </c:pt>
                <c:pt idx="547">
                  <c:v>135.10607751745201</c:v>
                </c:pt>
                <c:pt idx="548">
                  <c:v>135.11869791991001</c:v>
                </c:pt>
                <c:pt idx="549">
                  <c:v>135.13124575849901</c:v>
                </c:pt>
                <c:pt idx="550">
                  <c:v>135.14372145044001</c:v>
                </c:pt>
                <c:pt idx="551">
                  <c:v>135.15612541055799</c:v>
                </c:pt>
                <c:pt idx="552">
                  <c:v>135.16845805129</c:v>
                </c:pt>
                <c:pt idx="553">
                  <c:v>135.18071978270399</c:v>
                </c:pt>
                <c:pt idx="554">
                  <c:v>135.192911012509</c:v>
                </c:pt>
                <c:pt idx="555">
                  <c:v>135.20503214606899</c:v>
                </c:pt>
                <c:pt idx="556">
                  <c:v>135.21708358641999</c:v>
                </c:pt>
                <c:pt idx="557">
                  <c:v>135.22906573427801</c:v>
                </c:pt>
                <c:pt idx="558">
                  <c:v>135.24097898805601</c:v>
                </c:pt>
                <c:pt idx="559">
                  <c:v>135.25282374387601</c:v>
                </c:pt>
                <c:pt idx="560">
                  <c:v>135.26460039558299</c:v>
                </c:pt>
                <c:pt idx="561">
                  <c:v>135.27630933475601</c:v>
                </c:pt>
                <c:pt idx="562">
                  <c:v>135.28795095072499</c:v>
                </c:pt>
                <c:pt idx="563">
                  <c:v>135.29952563057901</c:v>
                </c:pt>
                <c:pt idx="564">
                  <c:v>135.311033759183</c:v>
                </c:pt>
                <c:pt idx="565">
                  <c:v>135.32247571918899</c:v>
                </c:pt>
                <c:pt idx="566">
                  <c:v>135.333851891047</c:v>
                </c:pt>
                <c:pt idx="567">
                  <c:v>135.34516265302199</c:v>
                </c:pt>
                <c:pt idx="568">
                  <c:v>135.35640838120199</c:v>
                </c:pt>
                <c:pt idx="569">
                  <c:v>135.36758944951501</c:v>
                </c:pt>
                <c:pt idx="570">
                  <c:v>135.378706229736</c:v>
                </c:pt>
                <c:pt idx="571">
                  <c:v>135.389759091505</c:v>
                </c:pt>
                <c:pt idx="572">
                  <c:v>135.40074840233501</c:v>
                </c:pt>
                <c:pt idx="573">
                  <c:v>135.41167452762701</c:v>
                </c:pt>
                <c:pt idx="574">
                  <c:v>135.42253783068099</c:v>
                </c:pt>
                <c:pt idx="575">
                  <c:v>135.43333867270701</c:v>
                </c:pt>
                <c:pt idx="576">
                  <c:v>135.44407741283999</c:v>
                </c:pt>
                <c:pt idx="577">
                  <c:v>135.45475440814701</c:v>
                </c:pt>
                <c:pt idx="578">
                  <c:v>135.46537001364501</c:v>
                </c:pt>
                <c:pt idx="579">
                  <c:v>135.47592458230901</c:v>
                </c:pt>
                <c:pt idx="580">
                  <c:v>135.486418465084</c:v>
                </c:pt>
                <c:pt idx="581">
                  <c:v>135.49685201089699</c:v>
                </c:pt>
                <c:pt idx="582">
                  <c:v>135.50722556666801</c:v>
                </c:pt>
                <c:pt idx="583">
                  <c:v>135.51753947732601</c:v>
                </c:pt>
                <c:pt idx="584">
                  <c:v>135.52779408581199</c:v>
                </c:pt>
                <c:pt idx="585">
                  <c:v>135.53798973309699</c:v>
                </c:pt>
                <c:pt idx="586">
                  <c:v>135.548126758194</c:v>
                </c:pt>
                <c:pt idx="587">
                  <c:v>135.55820549816301</c:v>
                </c:pt>
                <c:pt idx="588">
                  <c:v>135.56822628812699</c:v>
                </c:pt>
                <c:pt idx="589">
                  <c:v>135.57818946128401</c:v>
                </c:pt>
                <c:pt idx="590">
                  <c:v>135.588095348915</c:v>
                </c:pt>
                <c:pt idx="591">
                  <c:v>135.59794428039601</c:v>
                </c:pt>
                <c:pt idx="592">
                  <c:v>135.60773658320801</c:v>
                </c:pt>
                <c:pt idx="593">
                  <c:v>135.61747258295199</c:v>
                </c:pt>
                <c:pt idx="594">
                  <c:v>135.62715260335401</c:v>
                </c:pt>
                <c:pt idx="595">
                  <c:v>135.63677696628099</c:v>
                </c:pt>
                <c:pt idx="596">
                  <c:v>135.64634599174801</c:v>
                </c:pt>
                <c:pt idx="597">
                  <c:v>135.65585999793001</c:v>
                </c:pt>
                <c:pt idx="598">
                  <c:v>135.66531930117301</c:v>
                </c:pt>
                <c:pt idx="599">
                  <c:v>135.67472421600399</c:v>
                </c:pt>
                <c:pt idx="600">
                  <c:v>135.68407505514099</c:v>
                </c:pt>
                <c:pt idx="601">
                  <c:v>135.693372129506</c:v>
                </c:pt>
                <c:pt idx="602">
                  <c:v>135.70261574822999</c:v>
                </c:pt>
                <c:pt idx="603">
                  <c:v>135.71180621866901</c:v>
                </c:pt>
                <c:pt idx="604">
                  <c:v>135.72094384641201</c:v>
                </c:pt>
                <c:pt idx="605">
                  <c:v>135.730028935289</c:v>
                </c:pt>
                <c:pt idx="606">
                  <c:v>135.739061787384</c:v>
                </c:pt>
                <c:pt idx="607">
                  <c:v>135.748042703045</c:v>
                </c:pt>
                <c:pt idx="608">
                  <c:v>135.75697198089301</c:v>
                </c:pt>
                <c:pt idx="609">
                  <c:v>135.765849917829</c:v>
                </c:pt>
                <c:pt idx="610">
                  <c:v>135.77467680905099</c:v>
                </c:pt>
                <c:pt idx="611">
                  <c:v>135.783452948058</c:v>
                </c:pt>
                <c:pt idx="612">
                  <c:v>135.79217862665999</c:v>
                </c:pt>
                <c:pt idx="613">
                  <c:v>135.80085413499199</c:v>
                </c:pt>
                <c:pt idx="614">
                  <c:v>135.80947976151899</c:v>
                </c:pt>
                <c:pt idx="615">
                  <c:v>135.81805579304699</c:v>
                </c:pt>
                <c:pt idx="616">
                  <c:v>135.82658251473501</c:v>
                </c:pt>
                <c:pt idx="617">
                  <c:v>135.83506021010001</c:v>
                </c:pt>
                <c:pt idx="618">
                  <c:v>135.84348916103099</c:v>
                </c:pt>
                <c:pt idx="619">
                  <c:v>135.85186964779399</c:v>
                </c:pt>
                <c:pt idx="620">
                  <c:v>135.86020194904501</c:v>
                </c:pt>
                <c:pt idx="621">
                  <c:v>135.868486341839</c:v>
                </c:pt>
                <c:pt idx="622">
                  <c:v>135.87672310163401</c:v>
                </c:pt>
                <c:pt idx="623">
                  <c:v>135.88491250230899</c:v>
                </c:pt>
                <c:pt idx="624">
                  <c:v>135.89305481616501</c:v>
                </c:pt>
                <c:pt idx="625">
                  <c:v>135.90115031393901</c:v>
                </c:pt>
                <c:pt idx="626">
                  <c:v>135.90919926480899</c:v>
                </c:pt>
                <c:pt idx="627">
                  <c:v>135.91720193640899</c:v>
                </c:pt>
                <c:pt idx="628">
                  <c:v>135.925158594832</c:v>
                </c:pt>
                <c:pt idx="629">
                  <c:v>135.93306950464</c:v>
                </c:pt>
                <c:pt idx="630">
                  <c:v>135.940934928876</c:v>
                </c:pt>
                <c:pt idx="631">
                  <c:v>135.94875512906901</c:v>
                </c:pt>
                <c:pt idx="632">
                  <c:v>135.95653036524499</c:v>
                </c:pt>
                <c:pt idx="633">
                  <c:v>135.96426089593501</c:v>
                </c:pt>
                <c:pt idx="634">
                  <c:v>135.97194697818301</c:v>
                </c:pt>
                <c:pt idx="635">
                  <c:v>135.979588867557</c:v>
                </c:pt>
                <c:pt idx="636">
                  <c:v>135.987186818152</c:v>
                </c:pt>
                <c:pt idx="637">
                  <c:v>135.994741082605</c:v>
                </c:pt>
                <c:pt idx="638">
                  <c:v>136.00225191209799</c:v>
                </c:pt>
                <c:pt idx="639">
                  <c:v>136.009719556373</c:v>
                </c:pt>
                <c:pt idx="640">
                  <c:v>136.01714426372999</c:v>
                </c:pt>
                <c:pt idx="641">
                  <c:v>136.024526281047</c:v>
                </c:pt>
                <c:pt idx="642">
                  <c:v>136.03186585377901</c:v>
                </c:pt>
                <c:pt idx="643">
                  <c:v>136.03916322596999</c:v>
                </c:pt>
                <c:pt idx="644">
                  <c:v>136.04641864026399</c:v>
                </c:pt>
                <c:pt idx="645">
                  <c:v>136.05363233790499</c:v>
                </c:pt>
                <c:pt idx="646">
                  <c:v>136.06080455875301</c:v>
                </c:pt>
                <c:pt idx="647">
                  <c:v>136.06793554129001</c:v>
                </c:pt>
                <c:pt idx="648">
                  <c:v>136.07502552262201</c:v>
                </c:pt>
                <c:pt idx="649">
                  <c:v>136.082074738497</c:v>
                </c:pt>
                <c:pt idx="650">
                  <c:v>136.089083423305</c:v>
                </c:pt>
                <c:pt idx="651">
                  <c:v>136.096051810088</c:v>
                </c:pt>
                <c:pt idx="652">
                  <c:v>136.10298013054901</c:v>
                </c:pt>
                <c:pt idx="653">
                  <c:v>136.109868615057</c:v>
                </c:pt>
                <c:pt idx="654">
                  <c:v>136.11671749266</c:v>
                </c:pt>
                <c:pt idx="655">
                  <c:v>136.12352699108601</c:v>
                </c:pt>
                <c:pt idx="656">
                  <c:v>136.13029733675501</c:v>
                </c:pt>
                <c:pt idx="657">
                  <c:v>136.13702875478401</c:v>
                </c:pt>
                <c:pt idx="658">
                  <c:v>136.14372146899601</c:v>
                </c:pt>
                <c:pt idx="659">
                  <c:v>136.150375701928</c:v>
                </c:pt>
                <c:pt idx="660">
                  <c:v>136.15699167483601</c:v>
                </c:pt>
                <c:pt idx="661">
                  <c:v>136.16356960770599</c:v>
                </c:pt>
                <c:pt idx="662">
                  <c:v>136.17010971925799</c:v>
                </c:pt>
                <c:pt idx="663">
                  <c:v>136.17661222695301</c:v>
                </c:pt>
                <c:pt idx="664">
                  <c:v>136.18307734700301</c:v>
                </c:pt>
                <c:pt idx="665">
                  <c:v>136.18950529437799</c:v>
                </c:pt>
                <c:pt idx="666">
                  <c:v>136.195896282809</c:v>
                </c:pt>
                <c:pt idx="667">
                  <c:v>136.202250524801</c:v>
                </c:pt>
                <c:pt idx="668">
                  <c:v>136.20856823163601</c:v>
                </c:pt>
                <c:pt idx="669">
                  <c:v>136.21484961338101</c:v>
                </c:pt>
                <c:pt idx="670">
                  <c:v>136.221094878895</c:v>
                </c:pt>
                <c:pt idx="671">
                  <c:v>136.22730423583701</c:v>
                </c:pt>
                <c:pt idx="672">
                  <c:v>136.233477890671</c:v>
                </c:pt>
                <c:pt idx="673">
                  <c:v>136.239616048675</c:v>
                </c:pt>
                <c:pt idx="674">
                  <c:v>136.24571891394501</c:v>
                </c:pt>
                <c:pt idx="675">
                  <c:v>136.251786689406</c:v>
                </c:pt>
                <c:pt idx="676">
                  <c:v>136.257819576814</c:v>
                </c:pt>
                <c:pt idx="677">
                  <c:v>136.26381777676599</c:v>
                </c:pt>
                <c:pt idx="678">
                  <c:v>136.26978148870501</c:v>
                </c:pt>
                <c:pt idx="679">
                  <c:v>136.27571091092801</c:v>
                </c:pt>
                <c:pt idx="680">
                  <c:v>136.281606240592</c:v>
                </c:pt>
                <c:pt idx="681">
                  <c:v>136.28746767371899</c:v>
                </c:pt>
                <c:pt idx="682">
                  <c:v>136.29329540520499</c:v>
                </c:pt>
                <c:pt idx="683">
                  <c:v>136.29908962882499</c:v>
                </c:pt>
                <c:pt idx="684">
                  <c:v>136.304850537242</c:v>
                </c:pt>
                <c:pt idx="685">
                  <c:v>136.31057832200699</c:v>
                </c:pt>
                <c:pt idx="686">
                  <c:v>136.31627317357299</c:v>
                </c:pt>
                <c:pt idx="687">
                  <c:v>136.32193528129599</c:v>
                </c:pt>
                <c:pt idx="688">
                  <c:v>136.32756483344599</c:v>
                </c:pt>
                <c:pt idx="689">
                  <c:v>136.333162017207</c:v>
                </c:pt>
                <c:pt idx="690">
                  <c:v>136.33872701868901</c:v>
                </c:pt>
                <c:pt idx="691">
                  <c:v>136.344260022931</c:v>
                </c:pt>
                <c:pt idx="692">
                  <c:v>136.34976121391</c:v>
                </c:pt>
                <c:pt idx="693">
                  <c:v>136.35523077454101</c:v>
                </c:pt>
                <c:pt idx="694">
                  <c:v>136.360668886691</c:v>
                </c:pt>
                <c:pt idx="695">
                  <c:v>136.36607573118101</c:v>
                </c:pt>
                <c:pt idx="696">
                  <c:v>136.37145148779101</c:v>
                </c:pt>
                <c:pt idx="697">
                  <c:v>136.37679633526699</c:v>
                </c:pt>
                <c:pt idx="698">
                  <c:v>136.382110451329</c:v>
                </c:pt>
                <c:pt idx="699">
                  <c:v>136.38739401267401</c:v>
                </c:pt>
                <c:pt idx="700">
                  <c:v>136.392647194983</c:v>
                </c:pt>
                <c:pt idx="701">
                  <c:v>136.39787017292801</c:v>
                </c:pt>
                <c:pt idx="702">
                  <c:v>136.40306312017501</c:v>
                </c:pt>
                <c:pt idx="703">
                  <c:v>136.40822620939201</c:v>
                </c:pt>
                <c:pt idx="704">
                  <c:v>136.41335961225599</c:v>
                </c:pt>
                <c:pt idx="705">
                  <c:v>136.41846349945399</c:v>
                </c:pt>
                <c:pt idx="706">
                  <c:v>136.42353804069299</c:v>
                </c:pt>
                <c:pt idx="707">
                  <c:v>136.42858340470599</c:v>
                </c:pt>
                <c:pt idx="708">
                  <c:v>136.43359975925199</c:v>
                </c:pt>
                <c:pt idx="709">
                  <c:v>136.43858727112899</c:v>
                </c:pt>
                <c:pt idx="710">
                  <c:v>136.44354610617401</c:v>
                </c:pt>
                <c:pt idx="711">
                  <c:v>136.44847642927101</c:v>
                </c:pt>
                <c:pt idx="712">
                  <c:v>136.45337840435499</c:v>
                </c:pt>
                <c:pt idx="713">
                  <c:v>136.45825219442099</c:v>
                </c:pt>
                <c:pt idx="714">
                  <c:v>136.463097961524</c:v>
                </c:pt>
                <c:pt idx="715">
                  <c:v>136.46791586678799</c:v>
                </c:pt>
                <c:pt idx="716">
                  <c:v>136.47270607041199</c:v>
                </c:pt>
                <c:pt idx="717">
                  <c:v>136.47746873167301</c:v>
                </c:pt>
                <c:pt idx="718">
                  <c:v>136.48220400893101</c:v>
                </c:pt>
                <c:pt idx="719">
                  <c:v>136.486912059638</c:v>
                </c:pt>
                <c:pt idx="720">
                  <c:v>136.49159304033699</c:v>
                </c:pt>
                <c:pt idx="721">
                  <c:v>136.49624710667601</c:v>
                </c:pt>
                <c:pt idx="722">
                  <c:v>136.50087441340301</c:v>
                </c:pt>
                <c:pt idx="723">
                  <c:v>136.50547511437901</c:v>
                </c:pt>
                <c:pt idx="724">
                  <c:v>136.51004936257999</c:v>
                </c:pt>
                <c:pt idx="725">
                  <c:v>136.514597310103</c:v>
                </c:pt>
                <c:pt idx="726">
                  <c:v>136.51911910816801</c:v>
                </c:pt>
                <c:pt idx="727">
                  <c:v>136.523614907129</c:v>
                </c:pt>
                <c:pt idx="728">
                  <c:v>136.52808485647199</c:v>
                </c:pt>
                <c:pt idx="729">
                  <c:v>136.53252910482701</c:v>
                </c:pt>
                <c:pt idx="730">
                  <c:v>136.53694779996701</c:v>
                </c:pt>
                <c:pt idx="731">
                  <c:v>136.54134108881499</c:v>
                </c:pt>
                <c:pt idx="732">
                  <c:v>136.54570911745199</c:v>
                </c:pt>
                <c:pt idx="733">
                  <c:v>136.55005203111699</c:v>
                </c:pt>
                <c:pt idx="734">
                  <c:v>136.55436997421199</c:v>
                </c:pt>
                <c:pt idx="735">
                  <c:v>136.55866309031401</c:v>
                </c:pt>
                <c:pt idx="736">
                  <c:v>136.56293152217</c:v>
                </c:pt>
                <c:pt idx="737">
                  <c:v>136.56717541170701</c:v>
                </c:pt>
                <c:pt idx="738">
                  <c:v>136.571394900038</c:v>
                </c:pt>
                <c:pt idx="739">
                  <c:v>136.57559012746299</c:v>
                </c:pt>
                <c:pt idx="740">
                  <c:v>136.57976123347501</c:v>
                </c:pt>
                <c:pt idx="741">
                  <c:v>136.58390835676499</c:v>
                </c:pt>
                <c:pt idx="742">
                  <c:v>136.58803163522899</c:v>
                </c:pt>
                <c:pt idx="743">
                  <c:v>136.59213120596601</c:v>
                </c:pt>
                <c:pt idx="744">
                  <c:v>136.59620720529099</c:v>
                </c:pt>
                <c:pt idx="745">
                  <c:v>136.600259768732</c:v>
                </c:pt>
                <c:pt idx="746">
                  <c:v>136.60428903104</c:v>
                </c:pt>
                <c:pt idx="747">
                  <c:v>136.60829512618901</c:v>
                </c:pt>
                <c:pt idx="748">
                  <c:v>136.61227818738399</c:v>
                </c:pt>
                <c:pt idx="749">
                  <c:v>136.61623834706401</c:v>
                </c:pt>
                <c:pt idx="750">
                  <c:v>136.62017573690699</c:v>
                </c:pt>
                <c:pt idx="751">
                  <c:v>136.624090487833</c:v>
                </c:pt>
                <c:pt idx="752">
                  <c:v>136.62798273000899</c:v>
                </c:pt>
                <c:pt idx="753">
                  <c:v>136.63185259285601</c:v>
                </c:pt>
                <c:pt idx="754">
                  <c:v>136.63570020504699</c:v>
                </c:pt>
                <c:pt idx="755">
                  <c:v>136.639525694518</c:v>
                </c:pt>
                <c:pt idx="756">
                  <c:v>136.64332918846799</c:v>
                </c:pt>
                <c:pt idx="757">
                  <c:v>136.64711081336699</c:v>
                </c:pt>
                <c:pt idx="758">
                  <c:v>136.65087069495399</c:v>
                </c:pt>
                <c:pt idx="759">
                  <c:v>136.65460895824799</c:v>
                </c:pt>
                <c:pt idx="760">
                  <c:v>136.658325727549</c:v>
                </c:pt>
                <c:pt idx="761">
                  <c:v>136.662021126441</c:v>
                </c:pt>
                <c:pt idx="762">
                  <c:v>136.665695277797</c:v>
                </c:pt>
                <c:pt idx="763">
                  <c:v>136.66934830378599</c:v>
                </c:pt>
                <c:pt idx="764">
                  <c:v>136.672980325873</c:v>
                </c:pt>
                <c:pt idx="765">
                  <c:v>136.67659146482401</c:v>
                </c:pt>
                <c:pt idx="766">
                  <c:v>136.68018184071099</c:v>
                </c:pt>
                <c:pt idx="767">
                  <c:v>136.683751572917</c:v>
                </c:pt>
                <c:pt idx="768">
                  <c:v>136.68730078013701</c:v>
                </c:pt>
                <c:pt idx="769">
                  <c:v>136.69082958038399</c:v>
                </c:pt>
                <c:pt idx="770">
                  <c:v>136.694338090993</c:v>
                </c:pt>
                <c:pt idx="771">
                  <c:v>136.69782642862299</c:v>
                </c:pt>
                <c:pt idx="772">
                  <c:v>136.701294709264</c:v>
                </c:pt>
                <c:pt idx="773">
                  <c:v>136.70474304823799</c:v>
                </c:pt>
                <c:pt idx="774">
                  <c:v>136.70817156020399</c:v>
                </c:pt>
                <c:pt idx="775">
                  <c:v>136.71158035916201</c:v>
                </c:pt>
                <c:pt idx="776">
                  <c:v>136.714969558456</c:v>
                </c:pt>
                <c:pt idx="777">
                  <c:v>136.71833927078001</c:v>
                </c:pt>
                <c:pt idx="778">
                  <c:v>136.721689608177</c:v>
                </c:pt>
                <c:pt idx="779">
                  <c:v>136.72502068204801</c:v>
                </c:pt>
                <c:pt idx="780">
                  <c:v>136.728332603154</c:v>
                </c:pt>
                <c:pt idx="781">
                  <c:v>136.73162548161699</c:v>
                </c:pt>
                <c:pt idx="782">
                  <c:v>136.734899426928</c:v>
                </c:pt>
                <c:pt idx="783">
                  <c:v>136.73815454794601</c:v>
                </c:pt>
                <c:pt idx="784">
                  <c:v>136.74139095290801</c:v>
                </c:pt>
                <c:pt idx="785">
                  <c:v>136.744608749424</c:v>
                </c:pt>
                <c:pt idx="786">
                  <c:v>136.74780804448801</c:v>
                </c:pt>
                <c:pt idx="787">
                  <c:v>136.75098894447899</c:v>
                </c:pt>
                <c:pt idx="788">
                  <c:v>136.75415155516299</c:v>
                </c:pt>
                <c:pt idx="789">
                  <c:v>136.757295981699</c:v>
                </c:pt>
                <c:pt idx="790">
                  <c:v>136.76042232864</c:v>
                </c:pt>
                <c:pt idx="791">
                  <c:v>136.76353069993999</c:v>
                </c:pt>
                <c:pt idx="792">
                  <c:v>136.766621198953</c:v>
                </c:pt>
                <c:pt idx="793">
                  <c:v>136.76969392844001</c:v>
                </c:pt>
                <c:pt idx="794">
                  <c:v>136.77274899057099</c:v>
                </c:pt>
                <c:pt idx="795">
                  <c:v>136.77578648692901</c:v>
                </c:pt>
                <c:pt idx="796">
                  <c:v>136.778806518512</c:v>
                </c:pt>
                <c:pt idx="797">
                  <c:v>136.78180918573699</c:v>
                </c:pt>
                <c:pt idx="798">
                  <c:v>136.78479458844501</c:v>
                </c:pt>
                <c:pt idx="799">
                  <c:v>136.787762825903</c:v>
                </c:pt>
                <c:pt idx="800">
                  <c:v>136.79071399680501</c:v>
                </c:pt>
                <c:pt idx="801">
                  <c:v>136.79364819928</c:v>
                </c:pt>
                <c:pt idx="802">
                  <c:v>136.796565530891</c:v>
                </c:pt>
                <c:pt idx="803">
                  <c:v>136.79946608864199</c:v>
                </c:pt>
                <c:pt idx="804">
                  <c:v>136.80234996897801</c:v>
                </c:pt>
                <c:pt idx="805">
                  <c:v>136.80521726778801</c:v>
                </c:pt>
                <c:pt idx="806">
                  <c:v>136.80806808041299</c:v>
                </c:pt>
                <c:pt idx="807">
                  <c:v>136.81090250164399</c:v>
                </c:pt>
                <c:pt idx="808">
                  <c:v>136.81372062572601</c:v>
                </c:pt>
                <c:pt idx="809">
                  <c:v>136.81652254636401</c:v>
                </c:pt>
                <c:pt idx="810">
                  <c:v>136.81930835672199</c:v>
                </c:pt>
                <c:pt idx="811">
                  <c:v>136.822078149432</c:v>
                </c:pt>
                <c:pt idx="812">
                  <c:v>136.824832016589</c:v>
                </c:pt>
                <c:pt idx="813">
                  <c:v>136.82757004976199</c:v>
                </c:pt>
                <c:pt idx="814">
                  <c:v>136.83029233999099</c:v>
                </c:pt>
                <c:pt idx="815">
                  <c:v>136.83299897779401</c:v>
                </c:pt>
                <c:pt idx="816">
                  <c:v>136.835690053169</c:v>
                </c:pt>
                <c:pt idx="817">
                  <c:v>136.838365655595</c:v>
                </c:pt>
                <c:pt idx="818">
                  <c:v>136.841025874037</c:v>
                </c:pt>
                <c:pt idx="819">
                  <c:v>136.843670796949</c:v>
                </c:pt>
                <c:pt idx="820">
                  <c:v>136.846300512276</c:v>
                </c:pt>
                <c:pt idx="821">
                  <c:v>136.848915107458</c:v>
                </c:pt>
                <c:pt idx="822">
                  <c:v>136.851514669431</c:v>
                </c:pt>
                <c:pt idx="823">
                  <c:v>136.85409928463201</c:v>
                </c:pt>
                <c:pt idx="824">
                  <c:v>136.85666903900099</c:v>
                </c:pt>
                <c:pt idx="825">
                  <c:v>136.85922401798399</c:v>
                </c:pt>
                <c:pt idx="826">
                  <c:v>136.86176430653501</c:v>
                </c:pt>
                <c:pt idx="827">
                  <c:v>136.86428998912001</c:v>
                </c:pt>
                <c:pt idx="828">
                  <c:v>136.86680114972</c:v>
                </c:pt>
                <c:pt idx="829">
                  <c:v>136.86929787183101</c:v>
                </c:pt>
                <c:pt idx="830">
                  <c:v>136.87178023847201</c:v>
                </c:pt>
                <c:pt idx="831">
                  <c:v>136.87424833218199</c:v>
                </c:pt>
                <c:pt idx="832">
                  <c:v>136.87670223502701</c:v>
                </c:pt>
                <c:pt idx="833">
                  <c:v>136.8791420286</c:v>
                </c:pt>
                <c:pt idx="834">
                  <c:v>136.88156779402601</c:v>
                </c:pt>
                <c:pt idx="835">
                  <c:v>136.88397961196301</c:v>
                </c:pt>
                <c:pt idx="836">
                  <c:v>136.88637756260499</c:v>
                </c:pt>
                <c:pt idx="837">
                  <c:v>136.88876172568499</c:v>
                </c:pt>
                <c:pt idx="838">
                  <c:v>136.891132180478</c:v>
                </c:pt>
                <c:pt idx="839">
                  <c:v>136.89348900580299</c:v>
                </c:pt>
                <c:pt idx="840">
                  <c:v>136.89583228002601</c:v>
                </c:pt>
                <c:pt idx="841">
                  <c:v>136.898162081061</c:v>
                </c:pt>
                <c:pt idx="842">
                  <c:v>136.90047848637599</c:v>
                </c:pt>
                <c:pt idx="843">
                  <c:v>136.90278157299301</c:v>
                </c:pt>
                <c:pt idx="844">
                  <c:v>136.905071417491</c:v>
                </c:pt>
                <c:pt idx="845">
                  <c:v>136.90734809600701</c:v>
                </c:pt>
                <c:pt idx="846">
                  <c:v>136.909611684244</c:v>
                </c:pt>
                <c:pt idx="847">
                  <c:v>136.911862257466</c:v>
                </c:pt>
                <c:pt idx="848">
                  <c:v>136.91409989050601</c:v>
                </c:pt>
                <c:pt idx="849">
                  <c:v>136.91632465776701</c:v>
                </c:pt>
                <c:pt idx="850">
                  <c:v>136.918536633223</c:v>
                </c:pt>
                <c:pt idx="851">
                  <c:v>136.920735890424</c:v>
                </c:pt>
                <c:pt idx="852">
                  <c:v>136.92292250249599</c:v>
                </c:pt>
                <c:pt idx="853">
                  <c:v>136.92509654214601</c:v>
                </c:pt>
                <c:pt idx="854">
                  <c:v>136.92725808166099</c:v>
                </c:pt>
                <c:pt idx="855">
                  <c:v>136.929407192914</c:v>
                </c:pt>
                <c:pt idx="856">
                  <c:v>136.931543947363</c:v>
                </c:pt>
                <c:pt idx="857">
                  <c:v>136.933668416058</c:v>
                </c:pt>
                <c:pt idx="858">
                  <c:v>136.93578066963801</c:v>
                </c:pt>
                <c:pt idx="859">
                  <c:v>136.93788077833599</c:v>
                </c:pt>
                <c:pt idx="860">
                  <c:v>136.939968811982</c:v>
                </c:pt>
                <c:pt idx="861">
                  <c:v>136.942044840004</c:v>
                </c:pt>
                <c:pt idx="862">
                  <c:v>136.944108931432</c:v>
                </c:pt>
                <c:pt idx="863">
                  <c:v>136.94616115489799</c:v>
                </c:pt>
                <c:pt idx="864">
                  <c:v>136.94820157863799</c:v>
                </c:pt>
                <c:pt idx="865">
                  <c:v>136.95023027049899</c:v>
                </c:pt>
                <c:pt idx="866">
                  <c:v>136.952247297936</c:v>
                </c:pt>
                <c:pt idx="867">
                  <c:v>136.95425272801501</c:v>
                </c:pt>
                <c:pt idx="868">
                  <c:v>136.95624662741901</c:v>
                </c:pt>
                <c:pt idx="869">
                  <c:v>136.95822906244501</c:v>
                </c:pt>
                <c:pt idx="870">
                  <c:v>136.96020009901099</c:v>
                </c:pt>
                <c:pt idx="871">
                  <c:v>136.96215980265501</c:v>
                </c:pt>
                <c:pt idx="872">
                  <c:v>136.96410823853699</c:v>
                </c:pt>
                <c:pt idx="873">
                  <c:v>136.966045471445</c:v>
                </c:pt>
                <c:pt idx="874">
                  <c:v>136.967971565792</c:v>
                </c:pt>
                <c:pt idx="875">
                  <c:v>136.96988658562299</c:v>
                </c:pt>
                <c:pt idx="876">
                  <c:v>136.971790594612</c:v>
                </c:pt>
                <c:pt idx="877">
                  <c:v>136.973683656069</c:v>
                </c:pt>
                <c:pt idx="878">
                  <c:v>136.97556583293999</c:v>
                </c:pt>
                <c:pt idx="879">
                  <c:v>136.977437187807</c:v>
                </c:pt>
                <c:pt idx="880">
                  <c:v>136.97929778289401</c:v>
                </c:pt>
                <c:pt idx="881">
                  <c:v>136.98114768006801</c:v>
                </c:pt>
                <c:pt idx="882">
                  <c:v>136.98298694083701</c:v>
                </c:pt>
                <c:pt idx="883">
                  <c:v>136.98481562635899</c:v>
                </c:pt>
                <c:pt idx="884">
                  <c:v>136.986633797439</c:v>
                </c:pt>
                <c:pt idx="885">
                  <c:v>136.98844151453099</c:v>
                </c:pt>
                <c:pt idx="886">
                  <c:v>136.99023883774299</c:v>
                </c:pt>
                <c:pt idx="887">
                  <c:v>136.99202582683699</c:v>
                </c:pt>
                <c:pt idx="888">
                  <c:v>136.99380254123099</c:v>
                </c:pt>
                <c:pt idx="889">
                  <c:v>136.99556904000301</c:v>
                </c:pt>
                <c:pt idx="890">
                  <c:v>136.997325381889</c:v>
                </c:pt>
                <c:pt idx="891">
                  <c:v>136.999071625288</c:v>
                </c:pt>
                <c:pt idx="892">
                  <c:v>137.00080782826501</c:v>
                </c:pt>
                <c:pt idx="893">
                  <c:v>137.002534048548</c:v>
                </c:pt>
                <c:pt idx="894">
                  <c:v>137.00425034353501</c:v>
                </c:pt>
                <c:pt idx="895">
                  <c:v>137.005956770295</c:v>
                </c:pt>
                <c:pt idx="896">
                  <c:v>137.00765338556701</c:v>
                </c:pt>
                <c:pt idx="897">
                  <c:v>137.00934024576401</c:v>
                </c:pt>
                <c:pt idx="898">
                  <c:v>137.01101740697499</c:v>
                </c:pt>
                <c:pt idx="899">
                  <c:v>137.012684924967</c:v>
                </c:pt>
                <c:pt idx="900">
                  <c:v>137.01434285518499</c:v>
                </c:pt>
                <c:pt idx="901">
                  <c:v>137.015991252758</c:v>
                </c:pt>
                <c:pt idx="902">
                  <c:v>137.01763017249399</c:v>
                </c:pt>
                <c:pt idx="903">
                  <c:v>137.01925966888899</c:v>
                </c:pt>
                <c:pt idx="904">
                  <c:v>137.02087979612401</c:v>
                </c:pt>
                <c:pt idx="905">
                  <c:v>137.02249060807</c:v>
                </c:pt>
                <c:pt idx="906">
                  <c:v>137.024092158287</c:v>
                </c:pt>
                <c:pt idx="907">
                  <c:v>137.02568450002701</c:v>
                </c:pt>
                <c:pt idx="908">
                  <c:v>137.027267686237</c:v>
                </c:pt>
                <c:pt idx="909">
                  <c:v>137.028841769558</c:v>
                </c:pt>
                <c:pt idx="910">
                  <c:v>137.03040680232999</c:v>
                </c:pt>
                <c:pt idx="911">
                  <c:v>137.03196283659</c:v>
                </c:pt>
                <c:pt idx="912">
                  <c:v>137.033509924078</c:v>
                </c:pt>
                <c:pt idx="913">
                  <c:v>137.035048116236</c:v>
                </c:pt>
                <c:pt idx="914">
                  <c:v>137.03657746420799</c:v>
                </c:pt>
                <c:pt idx="915">
                  <c:v>137.038098018846</c:v>
                </c:pt>
                <c:pt idx="916">
                  <c:v>137.03960983071099</c:v>
                </c:pt>
                <c:pt idx="917">
                  <c:v>137.04111295006999</c:v>
                </c:pt>
                <c:pt idx="918">
                  <c:v>137.042607426903</c:v>
                </c:pt>
                <c:pt idx="919">
                  <c:v>137.04409331090201</c:v>
                </c:pt>
                <c:pt idx="920">
                  <c:v>137.04557065147301</c:v>
                </c:pt>
                <c:pt idx="921">
                  <c:v>137.04703949773901</c:v>
                </c:pt>
                <c:pt idx="922">
                  <c:v>137.048499898541</c:v>
                </c:pt>
                <c:pt idx="923">
                  <c:v>137.04995190243599</c:v>
                </c:pt>
                <c:pt idx="924">
                  <c:v>137.05139555770501</c:v>
                </c:pt>
                <c:pt idx="925">
                  <c:v>137.05283091235</c:v>
                </c:pt>
                <c:pt idx="926">
                  <c:v>137.054258014098</c:v>
                </c:pt>
                <c:pt idx="927">
                  <c:v>137.0556769104</c:v>
                </c:pt>
                <c:pt idx="928">
                  <c:v>137.05708764843601</c:v>
                </c:pt>
                <c:pt idx="929">
                  <c:v>137.058490275113</c:v>
                </c:pt>
                <c:pt idx="930">
                  <c:v>137.05988483706901</c:v>
                </c:pt>
                <c:pt idx="931">
                  <c:v>137.06127138067501</c:v>
                </c:pt>
                <c:pt idx="932">
                  <c:v>137.06264995203401</c:v>
                </c:pt>
                <c:pt idx="933">
                  <c:v>137.064020596983</c:v>
                </c:pt>
                <c:pt idx="934">
                  <c:v>137.06538336109799</c:v>
                </c:pt>
                <c:pt idx="935">
                  <c:v>137.06673828969099</c:v>
                </c:pt>
                <c:pt idx="936">
                  <c:v>137.06808542781499</c:v>
                </c:pt>
                <c:pt idx="937">
                  <c:v>137.06942482026199</c:v>
                </c:pt>
                <c:pt idx="938">
                  <c:v>137.07075651156799</c:v>
                </c:pt>
                <c:pt idx="939">
                  <c:v>137.07208054601301</c:v>
                </c:pt>
                <c:pt idx="940">
                  <c:v>137.07339696762099</c:v>
                </c:pt>
                <c:pt idx="941">
                  <c:v>137.07470582016401</c:v>
                </c:pt>
                <c:pt idx="942">
                  <c:v>137.07600714716199</c:v>
                </c:pt>
                <c:pt idx="943">
                  <c:v>137.07730099188501</c:v>
                </c:pt>
                <c:pt idx="944">
                  <c:v>137.078587397353</c:v>
                </c:pt>
                <c:pt idx="945">
                  <c:v>137.07986640634201</c:v>
                </c:pt>
                <c:pt idx="946">
                  <c:v>137.081138061378</c:v>
                </c:pt>
                <c:pt idx="947">
                  <c:v>137.08240240474399</c:v>
                </c:pt>
                <c:pt idx="948">
                  <c:v>137.08365947848199</c:v>
                </c:pt>
                <c:pt idx="949">
                  <c:v>137.08490932438801</c:v>
                </c:pt>
                <c:pt idx="950">
                  <c:v>137.086151984021</c:v>
                </c:pt>
                <c:pt idx="951">
                  <c:v>137.08738749870099</c:v>
                </c:pt>
                <c:pt idx="952">
                  <c:v>137.088615909509</c:v>
                </c:pt>
                <c:pt idx="953">
                  <c:v>137.08983725728899</c:v>
                </c:pt>
                <c:pt idx="954">
                  <c:v>137.09105158265299</c:v>
                </c:pt>
                <c:pt idx="955">
                  <c:v>137.092258925978</c:v>
                </c:pt>
                <c:pt idx="956">
                  <c:v>137.093459327408</c:v>
                </c:pt>
                <c:pt idx="957">
                  <c:v>137.09465282685801</c:v>
                </c:pt>
                <c:pt idx="958">
                  <c:v>137.09583946401099</c:v>
                </c:pt>
                <c:pt idx="959">
                  <c:v>137.09701927832501</c:v>
                </c:pt>
                <c:pt idx="960">
                  <c:v>137.09819230902801</c:v>
                </c:pt>
                <c:pt idx="961">
                  <c:v>137.09935859512501</c:v>
                </c:pt>
                <c:pt idx="962">
                  <c:v>137.100518175395</c:v>
                </c:pt>
                <c:pt idx="963">
                  <c:v>137.10167108839599</c:v>
                </c:pt>
                <c:pt idx="964">
                  <c:v>137.102817372461</c:v>
                </c:pt>
                <c:pt idx="965">
                  <c:v>137.103957065705</c:v>
                </c:pt>
                <c:pt idx="966">
                  <c:v>137.10509020602501</c:v>
                </c:pt>
                <c:pt idx="967">
                  <c:v>137.10621683109599</c:v>
                </c:pt>
                <c:pt idx="968">
                  <c:v>137.10733697838199</c:v>
                </c:pt>
                <c:pt idx="969">
                  <c:v>137.10845068512501</c:v>
                </c:pt>
                <c:pt idx="970">
                  <c:v>137.10955798836</c:v>
                </c:pt>
                <c:pt idx="971">
                  <c:v>137.110658924902</c:v>
                </c:pt>
                <c:pt idx="972">
                  <c:v>137.11175353135999</c:v>
                </c:pt>
                <c:pt idx="973">
                  <c:v>137.11284184413</c:v>
                </c:pt>
                <c:pt idx="974">
                  <c:v>137.113923899398</c:v>
                </c:pt>
                <c:pt idx="975">
                  <c:v>137.114999733144</c:v>
                </c:pt>
                <c:pt idx="976">
                  <c:v>137.11606938113999</c:v>
                </c:pt>
                <c:pt idx="977">
                  <c:v>137.117132878951</c:v>
                </c:pt>
                <c:pt idx="978">
                  <c:v>137.11819026193999</c:v>
                </c:pt>
                <c:pt idx="979">
                  <c:v>137.11924156526601</c:v>
                </c:pt>
                <c:pt idx="980">
                  <c:v>137.12028682388399</c:v>
                </c:pt>
                <c:pt idx="981">
                  <c:v>137.121326072551</c:v>
                </c:pt>
                <c:pt idx="982">
                  <c:v>137.122359345821</c:v>
                </c:pt>
                <c:pt idx="983">
                  <c:v>137.12338667805199</c:v>
                </c:pt>
                <c:pt idx="984">
                  <c:v>137.12440810340399</c:v>
                </c:pt>
                <c:pt idx="985">
                  <c:v>137.12542365583801</c:v>
                </c:pt>
                <c:pt idx="986">
                  <c:v>137.126433369122</c:v>
                </c:pt>
                <c:pt idx="987">
                  <c:v>137.12743727683099</c:v>
                </c:pt>
                <c:pt idx="988">
                  <c:v>137.128435412345</c:v>
                </c:pt>
                <c:pt idx="989">
                  <c:v>137.129427808852</c:v>
                </c:pt>
                <c:pt idx="990">
                  <c:v>137.13041449935</c:v>
                </c:pt>
                <c:pt idx="991">
                  <c:v>137.13139551664699</c:v>
                </c:pt>
                <c:pt idx="992">
                  <c:v>137.13237089336201</c:v>
                </c:pt>
                <c:pt idx="993">
                  <c:v>137.13334066192701</c:v>
                </c:pt>
                <c:pt idx="994">
                  <c:v>137.13430485458699</c:v>
                </c:pt>
                <c:pt idx="995">
                  <c:v>137.135263503403</c:v>
                </c:pt>
                <c:pt idx="996">
                  <c:v>137.13621664025001</c:v>
                </c:pt>
                <c:pt idx="997">
                  <c:v>137.13716429682</c:v>
                </c:pt>
                <c:pt idx="998">
                  <c:v>137.13810650462301</c:v>
                </c:pt>
                <c:pt idx="999">
                  <c:v>137.13904329498899</c:v>
                </c:pt>
                <c:pt idx="1000">
                  <c:v>137.13997469906599</c:v>
                </c:pt>
                <c:pt idx="1001">
                  <c:v>137.14090074782399</c:v>
                </c:pt>
                <c:pt idx="1002">
                  <c:v>137.14182147205301</c:v>
                </c:pt>
                <c:pt idx="1003">
                  <c:v>137.14273690236999</c:v>
                </c:pt>
                <c:pt idx="1004">
                  <c:v>137.14364706921299</c:v>
                </c:pt>
                <c:pt idx="1005">
                  <c:v>137.14455200284399</c:v>
                </c:pt>
                <c:pt idx="1006">
                  <c:v>137.14545173335401</c:v>
                </c:pt>
                <c:pt idx="1007">
                  <c:v>137.14634629065901</c:v>
                </c:pt>
                <c:pt idx="1008">
                  <c:v>137.147235704504</c:v>
                </c:pt>
                <c:pt idx="1009">
                  <c:v>137.14812000446199</c:v>
                </c:pt>
                <c:pt idx="1010">
                  <c:v>137.148999219937</c:v>
                </c:pt>
                <c:pt idx="1011">
                  <c:v>137.14987338016201</c:v>
                </c:pt>
                <c:pt idx="1012">
                  <c:v>137.15074251420501</c:v>
                </c:pt>
                <c:pt idx="1013">
                  <c:v>137.151606650964</c:v>
                </c:pt>
                <c:pt idx="1014">
                  <c:v>137.15246581917299</c:v>
                </c:pt>
                <c:pt idx="1015">
                  <c:v>137.15332004739901</c:v>
                </c:pt>
                <c:pt idx="1016">
                  <c:v>137.154169364046</c:v>
                </c:pt>
                <c:pt idx="1017">
                  <c:v>137.155013797354</c:v>
                </c:pt>
                <c:pt idx="1018">
                  <c:v>137.15585337540099</c:v>
                </c:pt>
                <c:pt idx="1019">
                  <c:v>137.15668812610301</c:v>
                </c:pt>
                <c:pt idx="1020">
                  <c:v>137.15751807721699</c:v>
                </c:pt>
                <c:pt idx="1021">
                  <c:v>137.15834325633799</c:v>
                </c:pt>
                <c:pt idx="1022">
                  <c:v>137.15916369090399</c:v>
                </c:pt>
                <c:pt idx="1023">
                  <c:v>137.15997940819599</c:v>
                </c:pt>
                <c:pt idx="1024">
                  <c:v>137.160790435335</c:v>
                </c:pt>
                <c:pt idx="1025">
                  <c:v>137.161596799291</c:v>
                </c:pt>
                <c:pt idx="1026">
                  <c:v>137.16239852687301</c:v>
                </c:pt>
                <c:pt idx="1027">
                  <c:v>137.16319564474</c:v>
                </c:pt>
                <c:pt idx="1028">
                  <c:v>137.16398817939799</c:v>
                </c:pt>
                <c:pt idx="1029">
                  <c:v>137.164776157197</c:v>
                </c:pt>
                <c:pt idx="1030">
                  <c:v>137.16555960433899</c:v>
                </c:pt>
                <c:pt idx="1031">
                  <c:v>137.16633854687399</c:v>
                </c:pt>
                <c:pt idx="1032">
                  <c:v>137.167113010702</c:v>
                </c:pt>
                <c:pt idx="1033">
                  <c:v>137.167883021574</c:v>
                </c:pt>
                <c:pt idx="1034">
                  <c:v>137.16864860509401</c:v>
                </c:pt>
                <c:pt idx="1035">
                  <c:v>137.16940978671801</c:v>
                </c:pt>
                <c:pt idx="1036">
                  <c:v>137.17016659175499</c:v>
                </c:pt>
                <c:pt idx="1037">
                  <c:v>137.17091904537</c:v>
                </c:pt>
                <c:pt idx="1038">
                  <c:v>137.17166717258101</c:v>
                </c:pt>
                <c:pt idx="1039">
                  <c:v>137.172410998266</c:v>
                </c:pt>
                <c:pt idx="1040">
                  <c:v>137.17315054715499</c:v>
                </c:pt>
                <c:pt idx="1041">
                  <c:v>137.17388584384099</c:v>
                </c:pt>
                <c:pt idx="1042">
                  <c:v>137.174616912771</c:v>
                </c:pt>
                <c:pt idx="1043">
                  <c:v>137.17534377825399</c:v>
                </c:pt>
                <c:pt idx="1044">
                  <c:v>137.17606646445901</c:v>
                </c:pt>
                <c:pt idx="1045">
                  <c:v>137.176784995416</c:v>
                </c:pt>
                <c:pt idx="1046">
                  <c:v>137.17749939501601</c:v>
                </c:pt>
                <c:pt idx="1047">
                  <c:v>137.17820968701301</c:v>
                </c:pt>
                <c:pt idx="1048">
                  <c:v>137.178915895025</c:v>
                </c:pt>
                <c:pt idx="1049">
                  <c:v>137.179618042534</c:v>
                </c:pt>
                <c:pt idx="1050">
                  <c:v>137.18031615288601</c:v>
                </c:pt>
                <c:pt idx="1051">
                  <c:v>137.18101024929399</c:v>
                </c:pt>
                <c:pt idx="1052">
                  <c:v>137.18170035483701</c:v>
                </c:pt>
                <c:pt idx="1053">
                  <c:v>137.182386492462</c:v>
                </c:pt>
                <c:pt idx="1054">
                  <c:v>137.183068684982</c:v>
                </c:pt>
                <c:pt idx="1055">
                  <c:v>137.183746955082</c:v>
                </c:pt>
                <c:pt idx="1056">
                  <c:v>137.18442132531399</c:v>
                </c:pt>
                <c:pt idx="1057">
                  <c:v>137.185091818101</c:v>
                </c:pt>
                <c:pt idx="1058">
                  <c:v>137.18575845573699</c:v>
                </c:pt>
                <c:pt idx="1059">
                  <c:v>137.18642126039001</c:v>
                </c:pt>
                <c:pt idx="1060">
                  <c:v>137.187080254096</c:v>
                </c:pt>
                <c:pt idx="1061">
                  <c:v>137.187735458768</c:v>
                </c:pt>
                <c:pt idx="1062">
                  <c:v>137.18838689619199</c:v>
                </c:pt>
                <c:pt idx="1063">
                  <c:v>137.18903458802899</c:v>
                </c:pt>
                <c:pt idx="1064">
                  <c:v>137.189678555814</c:v>
                </c:pt>
                <c:pt idx="1065">
                  <c:v>137.19031882096101</c:v>
                </c:pt>
                <c:pt idx="1066">
                  <c:v>137.19095540475701</c:v>
                </c:pt>
                <c:pt idx="1067">
                  <c:v>137.19158832837101</c:v>
                </c:pt>
                <c:pt idx="1068">
                  <c:v>137.19221761284601</c:v>
                </c:pt>
                <c:pt idx="1069">
                  <c:v>137.19284327910799</c:v>
                </c:pt>
                <c:pt idx="1070">
                  <c:v>137.19346534795901</c:v>
                </c:pt>
                <c:pt idx="1071">
                  <c:v>137.19408384008401</c:v>
                </c:pt>
                <c:pt idx="1072">
                  <c:v>137.19469877604899</c:v>
                </c:pt>
                <c:pt idx="1073">
                  <c:v>137.19531017629899</c:v>
                </c:pt>
                <c:pt idx="1074">
                  <c:v>137.19591806116401</c:v>
                </c:pt>
                <c:pt idx="1075">
                  <c:v>137.196522450858</c:v>
                </c:pt>
                <c:pt idx="1076">
                  <c:v>137.19712336547599</c:v>
                </c:pt>
                <c:pt idx="1077">
                  <c:v>137.19772082499901</c:v>
                </c:pt>
                <c:pt idx="1078">
                  <c:v>137.19831484929199</c:v>
                </c:pt>
                <c:pt idx="1079">
                  <c:v>137.19890545810799</c:v>
                </c:pt>
                <c:pt idx="1080">
                  <c:v>137.19949267108501</c:v>
                </c:pt>
                <c:pt idx="1081">
                  <c:v>137.20007650774701</c:v>
                </c:pt>
                <c:pt idx="1082">
                  <c:v>137.20065698750801</c:v>
                </c:pt>
                <c:pt idx="1083">
                  <c:v>137.20123412966799</c:v>
                </c:pt>
                <c:pt idx="1084">
                  <c:v>137.20180795341901</c:v>
                </c:pt>
                <c:pt idx="1085">
                  <c:v>137.20237847783901</c:v>
                </c:pt>
                <c:pt idx="1086">
                  <c:v>137.20294572189999</c:v>
                </c:pt>
                <c:pt idx="1087">
                  <c:v>137.20350970446199</c:v>
                </c:pt>
                <c:pt idx="1088">
                  <c:v>137.20407044427901</c:v>
                </c:pt>
                <c:pt idx="1089">
                  <c:v>137.20462795999501</c:v>
                </c:pt>
                <c:pt idx="1090">
                  <c:v>137.20518227014699</c:v>
                </c:pt>
                <c:pt idx="1091">
                  <c:v>137.205733393168</c:v>
                </c:pt>
                <c:pt idx="1092">
                  <c:v>137.20628134738101</c:v>
                </c:pt>
                <c:pt idx="1093">
                  <c:v>137.20682615100699</c:v>
                </c:pt>
                <c:pt idx="1094">
                  <c:v>137.20736782216099</c:v>
                </c:pt>
                <c:pt idx="1095">
                  <c:v>137.20790637885401</c:v>
                </c:pt>
                <c:pt idx="1096">
                  <c:v>137.208441838993</c:v>
                </c:pt>
                <c:pt idx="1097">
                  <c:v>137.208974220382</c:v>
                </c:pt>
                <c:pt idx="1098">
                  <c:v>137.20950354072301</c:v>
                </c:pt>
                <c:pt idx="1099">
                  <c:v>137.210029817617</c:v>
                </c:pt>
                <c:pt idx="1100">
                  <c:v>137.21055306856201</c:v>
                </c:pt>
                <c:pt idx="1101">
                  <c:v>137.211073310958</c:v>
                </c:pt>
                <c:pt idx="1102">
                  <c:v>137.21159056210101</c:v>
                </c:pt>
                <c:pt idx="1103">
                  <c:v>137.21210483919199</c:v>
                </c:pt>
                <c:pt idx="1104">
                  <c:v>137.212616159329</c:v>
                </c:pt>
                <c:pt idx="1105">
                  <c:v>137.213124539516</c:v>
                </c:pt>
                <c:pt idx="1106">
                  <c:v>137.21362999665499</c:v>
                </c:pt>
                <c:pt idx="1107">
                  <c:v>137.21413254755299</c:v>
                </c:pt>
                <c:pt idx="1108">
                  <c:v>137.21463220892099</c:v>
                </c:pt>
                <c:pt idx="1109">
                  <c:v>137.215128997373</c:v>
                </c:pt>
                <c:pt idx="1110">
                  <c:v>137.21562292942599</c:v>
                </c:pt>
                <c:pt idx="1111">
                  <c:v>137.21611402150501</c:v>
                </c:pt>
                <c:pt idx="1112">
                  <c:v>137.216602289939</c:v>
                </c:pt>
                <c:pt idx="1113">
                  <c:v>137.21708775096201</c:v>
                </c:pt>
                <c:pt idx="1114">
                  <c:v>137.21757042071701</c:v>
                </c:pt>
                <c:pt idx="1115">
                  <c:v>137.21805031525301</c:v>
                </c:pt>
                <c:pt idx="1116">
                  <c:v>137.21852745052499</c:v>
                </c:pt>
                <c:pt idx="1117">
                  <c:v>137.21900184240101</c:v>
                </c:pt>
                <c:pt idx="1118">
                  <c:v>137.21947350665201</c:v>
                </c:pt>
                <c:pt idx="1119">
                  <c:v>137.219942458963</c:v>
                </c:pt>
                <c:pt idx="1120">
                  <c:v>137.22040871492601</c:v>
                </c:pt>
                <c:pt idx="1121">
                  <c:v>137.22087229004501</c:v>
                </c:pt>
                <c:pt idx="1122">
                  <c:v>137.22133319973301</c:v>
                </c:pt>
                <c:pt idx="1123">
                  <c:v>137.22179145931599</c:v>
                </c:pt>
                <c:pt idx="1124">
                  <c:v>137.22224708403201</c:v>
                </c:pt>
                <c:pt idx="1125">
                  <c:v>137.22270008902899</c:v>
                </c:pt>
                <c:pt idx="1126">
                  <c:v>137.22315048937199</c:v>
                </c:pt>
                <c:pt idx="1127">
                  <c:v>137.223598300036</c:v>
                </c:pt>
                <c:pt idx="1128">
                  <c:v>137.22404353591</c:v>
                </c:pt>
                <c:pt idx="1129">
                  <c:v>137.22448621180001</c:v>
                </c:pt>
                <c:pt idx="1130">
                  <c:v>137.22492634242499</c:v>
                </c:pt>
                <c:pt idx="1131">
                  <c:v>137.225363942418</c:v>
                </c:pt>
                <c:pt idx="1132">
                  <c:v>137.225799026331</c:v>
                </c:pt>
                <c:pt idx="1133">
                  <c:v>137.22623160863</c:v>
                </c:pt>
                <c:pt idx="1134">
                  <c:v>137.22666170369899</c:v>
                </c:pt>
                <c:pt idx="1135">
                  <c:v>137.22708932583799</c:v>
                </c:pt>
                <c:pt idx="1136">
                  <c:v>137.22751448926701</c:v>
                </c:pt>
                <c:pt idx="1137">
                  <c:v>137.227937208123</c:v>
                </c:pt>
                <c:pt idx="1138">
                  <c:v>137.22835749646001</c:v>
                </c:pt>
                <c:pt idx="1139">
                  <c:v>137.22877536825399</c:v>
                </c:pt>
                <c:pt idx="1140">
                  <c:v>137.22919083739899</c:v>
                </c:pt>
                <c:pt idx="1141">
                  <c:v>137.22960391770999</c:v>
                </c:pt>
                <c:pt idx="1142">
                  <c:v>137.230014622922</c:v>
                </c:pt>
                <c:pt idx="1143">
                  <c:v>137.230422966692</c:v>
                </c:pt>
                <c:pt idx="1144">
                  <c:v>137.23082896259501</c:v>
                </c:pt>
                <c:pt idx="1145">
                  <c:v>137.23123262413401</c:v>
                </c:pt>
                <c:pt idx="1146">
                  <c:v>137.23163396472799</c:v>
                </c:pt>
                <c:pt idx="1147">
                  <c:v>137.23203299772399</c:v>
                </c:pt>
                <c:pt idx="1148">
                  <c:v>137.23242973638901</c:v>
                </c:pt>
                <c:pt idx="1149">
                  <c:v>137.23282419391501</c:v>
                </c:pt>
                <c:pt idx="1150">
                  <c:v>137.23321638341801</c:v>
                </c:pt>
                <c:pt idx="1151">
                  <c:v>137.23360631793801</c:v>
                </c:pt>
                <c:pt idx="1152">
                  <c:v>137.23399401044099</c:v>
                </c:pt>
                <c:pt idx="1153">
                  <c:v>137.234379473818</c:v>
                </c:pt>
                <c:pt idx="1154">
                  <c:v>137.23476272088601</c:v>
                </c:pt>
                <c:pt idx="1155">
                  <c:v>137.235143764387</c:v>
                </c:pt>
                <c:pt idx="1156">
                  <c:v>137.23552261699299</c:v>
                </c:pt>
                <c:pt idx="1157">
                  <c:v>137.23589929129901</c:v>
                </c:pt>
                <c:pt idx="1158">
                  <c:v>137.236273799831</c:v>
                </c:pt>
                <c:pt idx="1159">
                  <c:v>137.236646155042</c:v>
                </c:pt>
                <c:pt idx="1160">
                  <c:v>137.23701636931099</c:v>
                </c:pt>
                <c:pt idx="1161">
                  <c:v>137.23738445494899</c:v>
                </c:pt>
                <c:pt idx="1162">
                  <c:v>137.23775042419601</c:v>
                </c:pt>
                <c:pt idx="1163">
                  <c:v>137.238114289219</c:v>
                </c:pt>
                <c:pt idx="1164">
                  <c:v>137.238476062117</c:v>
                </c:pt>
                <c:pt idx="1165">
                  <c:v>137.23883575491999</c:v>
                </c:pt>
                <c:pt idx="1166">
                  <c:v>137.23919337958799</c:v>
                </c:pt>
                <c:pt idx="1167">
                  <c:v>137.23954894801099</c:v>
                </c:pt>
                <c:pt idx="1168">
                  <c:v>137.239902472013</c:v>
                </c:pt>
                <c:pt idx="1169">
                  <c:v>137.24025396334901</c:v>
                </c:pt>
                <c:pt idx="1170">
                  <c:v>137.24060343370499</c:v>
                </c:pt>
                <c:pt idx="1171">
                  <c:v>137.240950894702</c:v>
                </c:pt>
                <c:pt idx="1172">
                  <c:v>137.24129635789299</c:v>
                </c:pt>
                <c:pt idx="1173">
                  <c:v>137.241639834766</c:v>
                </c:pt>
                <c:pt idx="1174">
                  <c:v>137.241981336739</c:v>
                </c:pt>
                <c:pt idx="1175">
                  <c:v>137.24232087517001</c:v>
                </c:pt>
                <c:pt idx="1176">
                  <c:v>137.24265846134699</c:v>
                </c:pt>
                <c:pt idx="1177">
                  <c:v>137.24299410649601</c:v>
                </c:pt>
                <c:pt idx="1178">
                  <c:v>137.243327821777</c:v>
                </c:pt>
                <c:pt idx="1179">
                  <c:v>137.24365961828701</c:v>
                </c:pt>
                <c:pt idx="1180">
                  <c:v>137.243989507056</c:v>
                </c:pt>
                <c:pt idx="1181">
                  <c:v>137.244317499056</c:v>
                </c:pt>
                <c:pt idx="1182">
                  <c:v>137.24464360519099</c:v>
                </c:pt>
                <c:pt idx="1183">
                  <c:v>137.244967836304</c:v>
                </c:pt>
                <c:pt idx="1184">
                  <c:v>137.245290203178</c:v>
                </c:pt>
                <c:pt idx="1185">
                  <c:v>137.245610716529</c:v>
                </c:pt>
                <c:pt idx="1186">
                  <c:v>137.24592938701699</c:v>
                </c:pt>
                <c:pt idx="1187">
                  <c:v>137.24624622523601</c:v>
                </c:pt>
                <c:pt idx="1188">
                  <c:v>137.24656124172199</c:v>
                </c:pt>
                <c:pt idx="1189">
                  <c:v>137.24687444694899</c:v>
                </c:pt>
                <c:pt idx="1190">
                  <c:v>137.24718585133101</c:v>
                </c:pt>
                <c:pt idx="1191">
                  <c:v>137.24749546522301</c:v>
                </c:pt>
                <c:pt idx="1192">
                  <c:v>137.24780329891999</c:v>
                </c:pt>
                <c:pt idx="1193">
                  <c:v>137.248109362657</c:v>
                </c:pt>
                <c:pt idx="1194">
                  <c:v>137.24841366661099</c:v>
                </c:pt>
                <c:pt idx="1195">
                  <c:v>137.248716220901</c:v>
                </c:pt>
                <c:pt idx="1196">
                  <c:v>137.24901703558601</c:v>
                </c:pt>
                <c:pt idx="1197">
                  <c:v>137.249316120668</c:v>
                </c:pt>
                <c:pt idx="1198">
                  <c:v>137.24961348609301</c:v>
                </c:pt>
                <c:pt idx="1199">
                  <c:v>137.24990914174799</c:v>
                </c:pt>
                <c:pt idx="1200">
                  <c:v>137.25020309746299</c:v>
                </c:pt>
                <c:pt idx="1201">
                  <c:v>137.25049536301401</c:v>
                </c:pt>
                <c:pt idx="1202">
                  <c:v>137.250785948117</c:v>
                </c:pt>
                <c:pt idx="1203">
                  <c:v>137.25107486243499</c:v>
                </c:pt>
                <c:pt idx="1204">
                  <c:v>137.25136211557501</c:v>
                </c:pt>
                <c:pt idx="1205">
                  <c:v>137.25164771708799</c:v>
                </c:pt>
                <c:pt idx="1206">
                  <c:v>137.25193167646901</c:v>
                </c:pt>
                <c:pt idx="1207">
                  <c:v>137.25221400316201</c:v>
                </c:pt>
                <c:pt idx="1208">
                  <c:v>137.25249470655399</c:v>
                </c:pt>
                <c:pt idx="1209">
                  <c:v>137.25277379597699</c:v>
                </c:pt>
                <c:pt idx="1210">
                  <c:v>137.25305128071301</c:v>
                </c:pt>
                <c:pt idx="1211">
                  <c:v>137.25332716998699</c:v>
                </c:pt>
                <c:pt idx="1212">
                  <c:v>137.253601472973</c:v>
                </c:pt>
                <c:pt idx="1213">
                  <c:v>137.253874198792</c:v>
                </c:pt>
                <c:pt idx="1214">
                  <c:v>137.254145356511</c:v>
                </c:pt>
                <c:pt idx="1215">
                  <c:v>137.25441495514801</c:v>
                </c:pt>
                <c:pt idx="1216">
                  <c:v>137.254683003666</c:v>
                </c:pt>
                <c:pt idx="1217">
                  <c:v>137.254949510979</c:v>
                </c:pt>
                <c:pt idx="1218">
                  <c:v>137.25521448594699</c:v>
                </c:pt>
                <c:pt idx="1219">
                  <c:v>137.25547793738099</c:v>
                </c:pt>
                <c:pt idx="1220">
                  <c:v>137.25573987404201</c:v>
                </c:pt>
                <c:pt idx="1221">
                  <c:v>137.25600030463801</c:v>
                </c:pt>
                <c:pt idx="1222">
                  <c:v>137.256259237829</c:v>
                </c:pt>
                <c:pt idx="1223">
                  <c:v>137.256516682225</c:v>
                </c:pt>
                <c:pt idx="1224">
                  <c:v>137.25677264638699</c:v>
                </c:pt>
                <c:pt idx="1225">
                  <c:v>137.25702713882399</c:v>
                </c:pt>
                <c:pt idx="1226">
                  <c:v>137.257280167999</c:v>
                </c:pt>
                <c:pt idx="1227">
                  <c:v>137.257531742325</c:v>
                </c:pt>
                <c:pt idx="1228">
                  <c:v>137.257781870168</c:v>
                </c:pt>
                <c:pt idx="1229">
                  <c:v>137.25803055984301</c:v>
                </c:pt>
                <c:pt idx="1230">
                  <c:v>137.25827781962099</c:v>
                </c:pt>
                <c:pt idx="1231">
                  <c:v>137.258523657723</c:v>
                </c:pt>
                <c:pt idx="1232">
                  <c:v>137.258768082323</c:v>
                </c:pt>
                <c:pt idx="1233">
                  <c:v>137.259011101548</c:v>
                </c:pt>
                <c:pt idx="1234">
                  <c:v>137.25925272347899</c:v>
                </c:pt>
                <c:pt idx="1235">
                  <c:v>137.25949295614899</c:v>
                </c:pt>
                <c:pt idx="1236">
                  <c:v>137.25973180754801</c:v>
                </c:pt>
                <c:pt idx="1237">
                  <c:v>137.25996928561599</c:v>
                </c:pt>
                <c:pt idx="1238">
                  <c:v>137.26020539825001</c:v>
                </c:pt>
                <c:pt idx="1239">
                  <c:v>137.26044015330001</c:v>
                </c:pt>
                <c:pt idx="1240">
                  <c:v>137.26067355857401</c:v>
                </c:pt>
                <c:pt idx="1241">
                  <c:v>137.26090562183001</c:v>
                </c:pt>
                <c:pt idx="1242">
                  <c:v>137.26113635078599</c:v>
                </c:pt>
                <c:pt idx="1243">
                  <c:v>137.26136575311401</c:v>
                </c:pt>
                <c:pt idx="1244">
                  <c:v>137.26159383644099</c:v>
                </c:pt>
                <c:pt idx="1245">
                  <c:v>137.261820608351</c:v>
                </c:pt>
                <c:pt idx="1246">
                  <c:v>137.26204607638499</c:v>
                </c:pt>
                <c:pt idx="1247">
                  <c:v>137.26227024803799</c:v>
                </c:pt>
                <c:pt idx="1248">
                  <c:v>137.26249313076599</c:v>
                </c:pt>
                <c:pt idx="1249">
                  <c:v>137.26271473198</c:v>
                </c:pt>
                <c:pt idx="1250">
                  <c:v>137.26293505904599</c:v>
                </c:pt>
                <c:pt idx="1251">
                  <c:v>137.26315411929201</c:v>
                </c:pt>
                <c:pt idx="1252">
                  <c:v>137.26337192000199</c:v>
                </c:pt>
                <c:pt idx="1253">
                  <c:v>137.263588468417</c:v>
                </c:pt>
                <c:pt idx="1254">
                  <c:v>137.263803771737</c:v>
                </c:pt>
                <c:pt idx="1255">
                  <c:v>137.264017837122</c:v>
                </c:pt>
                <c:pt idx="1256">
                  <c:v>137.26423067169</c:v>
                </c:pt>
                <c:pt idx="1257">
                  <c:v>137.264442282517</c:v>
                </c:pt>
                <c:pt idx="1258">
                  <c:v>137.26465267664</c:v>
                </c:pt>
                <c:pt idx="1259">
                  <c:v>137.26486186105299</c:v>
                </c:pt>
                <c:pt idx="1260">
                  <c:v>137.26506984271401</c:v>
                </c:pt>
                <c:pt idx="1261">
                  <c:v>137.26527662853599</c:v>
                </c:pt>
                <c:pt idx="1262">
                  <c:v>137.26548222539699</c:v>
                </c:pt>
                <c:pt idx="1263">
                  <c:v>137.265686640132</c:v>
                </c:pt>
                <c:pt idx="1264">
                  <c:v>137.26588987953801</c:v>
                </c:pt>
                <c:pt idx="1265">
                  <c:v>137.26609195037199</c:v>
                </c:pt>
                <c:pt idx="1266">
                  <c:v>137.26629285935499</c:v>
                </c:pt>
                <c:pt idx="1267">
                  <c:v>137.26649261316601</c:v>
                </c:pt>
                <c:pt idx="1268">
                  <c:v>137.26669121844699</c:v>
                </c:pt>
                <c:pt idx="1269">
                  <c:v>137.26688868180099</c:v>
                </c:pt>
                <c:pt idx="1270">
                  <c:v>137.26708500979601</c:v>
                </c:pt>
                <c:pt idx="1271">
                  <c:v>137.267280208958</c:v>
                </c:pt>
                <c:pt idx="1272">
                  <c:v>137.26747428577801</c:v>
                </c:pt>
                <c:pt idx="1273">
                  <c:v>137.26766724670901</c:v>
                </c:pt>
                <c:pt idx="1274">
                  <c:v>137.267859098168</c:v>
                </c:pt>
                <c:pt idx="1275">
                  <c:v>137.26804984653299</c:v>
                </c:pt>
                <c:pt idx="1276">
                  <c:v>137.26823949814701</c:v>
                </c:pt>
                <c:pt idx="1277">
                  <c:v>137.26842805931599</c:v>
                </c:pt>
                <c:pt idx="1278">
                  <c:v>137.268615536309</c:v>
                </c:pt>
                <c:pt idx="1279">
                  <c:v>137.26880193536101</c:v>
                </c:pt>
                <c:pt idx="1280">
                  <c:v>137.26898726267001</c:v>
                </c:pt>
                <c:pt idx="1281">
                  <c:v>137.269171524397</c:v>
                </c:pt>
                <c:pt idx="1282">
                  <c:v>137.26935472666901</c:v>
                </c:pt>
                <c:pt idx="1283">
                  <c:v>137.26953687557901</c:v>
                </c:pt>
                <c:pt idx="1284">
                  <c:v>137.26971797718201</c:v>
                </c:pt>
                <c:pt idx="1285">
                  <c:v>137.26989803750001</c:v>
                </c:pt>
                <c:pt idx="1286">
                  <c:v>137.27007706251999</c:v>
                </c:pt>
                <c:pt idx="1287">
                  <c:v>137.270255058195</c:v>
                </c:pt>
                <c:pt idx="1288">
                  <c:v>137.270432030444</c:v>
                </c:pt>
                <c:pt idx="1289">
                  <c:v>137.270607985151</c:v>
                </c:pt>
                <c:pt idx="1290">
                  <c:v>137.270782928166</c:v>
                </c:pt>
                <c:pt idx="1291">
                  <c:v>137.270956865307</c:v>
                </c:pt>
                <c:pt idx="1292">
                  <c:v>137.271129802356</c:v>
                </c:pt>
                <c:pt idx="1293">
                  <c:v>137.27130174506499</c:v>
                </c:pt>
                <c:pt idx="1294">
                  <c:v>137.27147269915</c:v>
                </c:pt>
                <c:pt idx="1295">
                  <c:v>137.27164267029499</c:v>
                </c:pt>
                <c:pt idx="1296">
                  <c:v>137.27181166415301</c:v>
                </c:pt>
                <c:pt idx="1297">
                  <c:v>137.271979686343</c:v>
                </c:pt>
                <c:pt idx="1298">
                  <c:v>137.27214674244999</c:v>
                </c:pt>
                <c:pt idx="1299">
                  <c:v>137.27231283803101</c:v>
                </c:pt>
                <c:pt idx="1300">
                  <c:v>137.27247797860699</c:v>
                </c:pt>
                <c:pt idx="1301">
                  <c:v>137.27264216967001</c:v>
                </c:pt>
                <c:pt idx="1302">
                  <c:v>137.27280541668</c:v>
                </c:pt>
                <c:pt idx="1303">
                  <c:v>137.27296772506301</c:v>
                </c:pt>
                <c:pt idx="1304">
                  <c:v>137.273129100218</c:v>
                </c:pt>
                <c:pt idx="1305">
                  <c:v>137.27328954750899</c:v>
                </c:pt>
                <c:pt idx="1306">
                  <c:v>137.273449072273</c:v>
                </c:pt>
                <c:pt idx="1307">
                  <c:v>137.27360767981199</c:v>
                </c:pt>
                <c:pt idx="1308">
                  <c:v>137.27376537540201</c:v>
                </c:pt>
                <c:pt idx="1309">
                  <c:v>137.27392216428501</c:v>
                </c:pt>
                <c:pt idx="1310">
                  <c:v>137.274078051674</c:v>
                </c:pt>
                <c:pt idx="1311">
                  <c:v>137.27423304275399</c:v>
                </c:pt>
                <c:pt idx="1312">
                  <c:v>137.274387142677</c:v>
                </c:pt>
                <c:pt idx="1313">
                  <c:v>137.274540356568</c:v>
                </c:pt>
                <c:pt idx="1314">
                  <c:v>137.274692689521</c:v>
                </c:pt>
                <c:pt idx="1315">
                  <c:v>137.274844146601</c:v>
                </c:pt>
                <c:pt idx="1316">
                  <c:v>137.27499473284399</c:v>
                </c:pt>
                <c:pt idx="1317">
                  <c:v>137.27514445325701</c:v>
                </c:pt>
                <c:pt idx="1318">
                  <c:v>137.27529331281801</c:v>
                </c:pt>
                <c:pt idx="1319">
                  <c:v>137.27544131647801</c:v>
                </c:pt>
                <c:pt idx="1320">
                  <c:v>137.27558846915699</c:v>
                </c:pt>
                <c:pt idx="1321">
                  <c:v>137.27573477574899</c:v>
                </c:pt>
                <c:pt idx="1322">
                  <c:v>137.27588024111699</c:v>
                </c:pt>
                <c:pt idx="1323">
                  <c:v>137.27602487009901</c:v>
                </c:pt>
                <c:pt idx="1324">
                  <c:v>137.27616866750401</c:v>
                </c:pt>
                <c:pt idx="1325">
                  <c:v>137.27631163811401</c:v>
                </c:pt>
                <c:pt idx="1326">
                  <c:v>137.276453786681</c:v>
                </c:pt>
                <c:pt idx="1327">
                  <c:v>137.276595117933</c:v>
                </c:pt>
                <c:pt idx="1328">
                  <c:v>137.27673563656799</c:v>
                </c:pt>
                <c:pt idx="1329">
                  <c:v>137.27687534725999</c:v>
                </c:pt>
                <c:pt idx="1330">
                  <c:v>137.27701425465401</c:v>
                </c:pt>
                <c:pt idx="1331">
                  <c:v>137.27715236336701</c:v>
                </c:pt>
                <c:pt idx="1332">
                  <c:v>137.27728967799399</c:v>
                </c:pt>
                <c:pt idx="1333">
                  <c:v>137.277426203099</c:v>
                </c:pt>
                <c:pt idx="1334">
                  <c:v>137.277561943222</c:v>
                </c:pt>
                <c:pt idx="1335">
                  <c:v>137.27769690287599</c:v>
                </c:pt>
                <c:pt idx="1336">
                  <c:v>137.27783108654901</c:v>
                </c:pt>
                <c:pt idx="1337">
                  <c:v>137.277964498702</c:v>
                </c:pt>
                <c:pt idx="1338">
                  <c:v>137.27809714377199</c:v>
                </c:pt>
                <c:pt idx="1339">
                  <c:v>137.27822902616899</c:v>
                </c:pt>
                <c:pt idx="1340">
                  <c:v>137.27836015027799</c:v>
                </c:pt>
                <c:pt idx="1341">
                  <c:v>137.27849052046</c:v>
                </c:pt>
                <c:pt idx="1342">
                  <c:v>137.27862014104801</c:v>
                </c:pt>
                <c:pt idx="1343">
                  <c:v>137.278749016353</c:v>
                </c:pt>
                <c:pt idx="1344">
                  <c:v>137.278877150661</c:v>
                </c:pt>
                <c:pt idx="1345">
                  <c:v>137.279004548231</c:v>
                </c:pt>
                <c:pt idx="1346">
                  <c:v>137.27913121329999</c:v>
                </c:pt>
                <c:pt idx="1347">
                  <c:v>137.27925715008001</c:v>
                </c:pt>
                <c:pt idx="1348">
                  <c:v>137.27938236275699</c:v>
                </c:pt>
                <c:pt idx="1349">
                  <c:v>137.27950685549601</c:v>
                </c:pt>
                <c:pt idx="1350">
                  <c:v>137.27963063243499</c:v>
                </c:pt>
                <c:pt idx="1351">
                  <c:v>137.27975369769101</c:v>
                </c:pt>
                <c:pt idx="1352">
                  <c:v>137.279876055355</c:v>
                </c:pt>
                <c:pt idx="1353">
                  <c:v>137.279997709496</c:v>
                </c:pt>
                <c:pt idx="1354">
                  <c:v>137.28011866415801</c:v>
                </c:pt>
                <c:pt idx="1355">
                  <c:v>137.280238923365</c:v>
                </c:pt>
                <c:pt idx="1356">
                  <c:v>137.28035849111399</c:v>
                </c:pt>
                <c:pt idx="1357">
                  <c:v>137.28047737138101</c:v>
                </c:pt>
                <c:pt idx="1358">
                  <c:v>137.280595568119</c:v>
                </c:pt>
                <c:pt idx="1359">
                  <c:v>137.28071308525699</c:v>
                </c:pt>
                <c:pt idx="1360">
                  <c:v>137.280829926705</c:v>
                </c:pt>
                <c:pt idx="1361">
                  <c:v>137.28094609634601</c:v>
                </c:pt>
                <c:pt idx="1362">
                  <c:v>137.28106159804301</c:v>
                </c:pt>
                <c:pt idx="1363">
                  <c:v>137.28117643563701</c:v>
                </c:pt>
                <c:pt idx="1364">
                  <c:v>137.28129061294601</c:v>
                </c:pt>
                <c:pt idx="1365">
                  <c:v>137.28140413376701</c:v>
                </c:pt>
                <c:pt idx="1366">
                  <c:v>137.28151700187399</c:v>
                </c:pt>
                <c:pt idx="1367">
                  <c:v>137.28162922102001</c:v>
                </c:pt>
                <c:pt idx="1368">
                  <c:v>137.28174079493701</c:v>
                </c:pt>
                <c:pt idx="1369">
                  <c:v>137.28185172733399</c:v>
                </c:pt>
                <c:pt idx="1370">
                  <c:v>137.28196202190099</c:v>
                </c:pt>
                <c:pt idx="1371">
                  <c:v>137.28207168230301</c:v>
                </c:pt>
                <c:pt idx="1372">
                  <c:v>137.28218071218799</c:v>
                </c:pt>
                <c:pt idx="1373">
                  <c:v>137.28228911518201</c:v>
                </c:pt>
                <c:pt idx="1374">
                  <c:v>137.282396894887</c:v>
                </c:pt>
                <c:pt idx="1375">
                  <c:v>137.28250405488899</c:v>
                </c:pt>
                <c:pt idx="1376">
                  <c:v>137.28261059874899</c:v>
                </c:pt>
                <c:pt idx="1377">
                  <c:v>137.28271653001201</c:v>
                </c:pt>
                <c:pt idx="1378">
                  <c:v>137.28282185219899</c:v>
                </c:pt>
                <c:pt idx="1379">
                  <c:v>137.282926568812</c:v>
                </c:pt>
                <c:pt idx="1380">
                  <c:v>137.28303068333301</c:v>
                </c:pt>
                <c:pt idx="1381">
                  <c:v>137.28313419922401</c:v>
                </c:pt>
                <c:pt idx="1382">
                  <c:v>137.28323711992701</c:v>
                </c:pt>
                <c:pt idx="1383">
                  <c:v>137.28333944886401</c:v>
                </c:pt>
                <c:pt idx="1384">
                  <c:v>137.28344118943701</c:v>
                </c:pt>
                <c:pt idx="1385">
                  <c:v>137.28354234503001</c:v>
                </c:pt>
                <c:pt idx="1386">
                  <c:v>137.28364291900601</c:v>
                </c:pt>
                <c:pt idx="1387">
                  <c:v>137.28374291470899</c:v>
                </c:pt>
                <c:pt idx="1388">
                  <c:v>137.28384233546399</c:v>
                </c:pt>
                <c:pt idx="1389">
                  <c:v>137.283941184577</c:v>
                </c:pt>
                <c:pt idx="1390">
                  <c:v>137.28403946533399</c:v>
                </c:pt>
                <c:pt idx="1391">
                  <c:v>137.28413718100401</c:v>
                </c:pt>
                <c:pt idx="1392">
                  <c:v>137.28423433483499</c:v>
                </c:pt>
                <c:pt idx="1393">
                  <c:v>137.28433093005901</c:v>
                </c:pt>
                <c:pt idx="1394">
                  <c:v>137.284426969886</c:v>
                </c:pt>
                <c:pt idx="1395">
                  <c:v>137.28452245751001</c:v>
                </c:pt>
                <c:pt idx="1396">
                  <c:v>137.284617396107</c:v>
                </c:pt>
                <c:pt idx="1397">
                  <c:v>137.28471178883299</c:v>
                </c:pt>
                <c:pt idx="1398">
                  <c:v>137.28480563882599</c:v>
                </c:pt>
                <c:pt idx="1399">
                  <c:v>137.28489894920699</c:v>
                </c:pt>
                <c:pt idx="1400">
                  <c:v>137.284991723079</c:v>
                </c:pt>
                <c:pt idx="1401">
                  <c:v>137.285083963527</c:v>
                </c:pt>
                <c:pt idx="1402">
                  <c:v>137.285175673617</c:v>
                </c:pt>
                <c:pt idx="1403">
                  <c:v>137.28526685639901</c:v>
                </c:pt>
                <c:pt idx="1404">
                  <c:v>137.285357514906</c:v>
                </c:pt>
                <c:pt idx="1405">
                  <c:v>137.28544765215</c:v>
                </c:pt>
                <c:pt idx="1406">
                  <c:v>137.28553727113001</c:v>
                </c:pt>
                <c:pt idx="1407">
                  <c:v>137.285626374825</c:v>
                </c:pt>
                <c:pt idx="1408">
                  <c:v>137.28571496619901</c:v>
                </c:pt>
                <c:pt idx="1409">
                  <c:v>137.28580304819599</c:v>
                </c:pt>
                <c:pt idx="1410">
                  <c:v>137.28589062374499</c:v>
                </c:pt>
                <c:pt idx="1411">
                  <c:v>137.28597769576001</c:v>
                </c:pt>
                <c:pt idx="1412">
                  <c:v>137.28606426713301</c:v>
                </c:pt>
                <c:pt idx="1413">
                  <c:v>137.286150340745</c:v>
                </c:pt>
                <c:pt idx="1414">
                  <c:v>137.28623591945799</c:v>
                </c:pt>
                <c:pt idx="1415">
                  <c:v>137.286321006116</c:v>
                </c:pt>
                <c:pt idx="1416">
                  <c:v>137.28640560354901</c:v>
                </c:pt>
                <c:pt idx="1417">
                  <c:v>137.28648971457</c:v>
                </c:pt>
                <c:pt idx="1418">
                  <c:v>137.28657334197499</c:v>
                </c:pt>
                <c:pt idx="1419">
                  <c:v>137.28665648854599</c:v>
                </c:pt>
                <c:pt idx="1420">
                  <c:v>137.28673915704599</c:v>
                </c:pt>
                <c:pt idx="1421">
                  <c:v>137.28682135022601</c:v>
                </c:pt>
                <c:pt idx="1422">
                  <c:v>137.28690307081601</c:v>
                </c:pt>
                <c:pt idx="1423">
                  <c:v>137.28698432153601</c:v>
                </c:pt>
                <c:pt idx="1424">
                  <c:v>137.28706510508701</c:v>
                </c:pt>
                <c:pt idx="1425">
                  <c:v>137.28714542415401</c:v>
                </c:pt>
                <c:pt idx="1426">
                  <c:v>137.28722528140801</c:v>
                </c:pt>
                <c:pt idx="1427">
                  <c:v>137.28730467950501</c:v>
                </c:pt>
                <c:pt idx="1428">
                  <c:v>137.28738362108399</c:v>
                </c:pt>
                <c:pt idx="1429">
                  <c:v>137.287462108771</c:v>
                </c:pt>
                <c:pt idx="1430">
                  <c:v>137.287540145175</c:v>
                </c:pt>
                <c:pt idx="1431">
                  <c:v>137.28761773289099</c:v>
                </c:pt>
                <c:pt idx="1432">
                  <c:v>137.28769487449901</c:v>
                </c:pt>
                <c:pt idx="1433">
                  <c:v>137.287771572564</c:v>
                </c:pt>
                <c:pt idx="1434">
                  <c:v>137.28784782963601</c:v>
                </c:pt>
                <c:pt idx="1435">
                  <c:v>137.28792364825</c:v>
                </c:pt>
                <c:pt idx="1436">
                  <c:v>137.28799903092801</c:v>
                </c:pt>
                <c:pt idx="1437">
                  <c:v>137.28807398017699</c:v>
                </c:pt>
                <c:pt idx="1438">
                  <c:v>137.288148498487</c:v>
                </c:pt>
                <c:pt idx="1439">
                  <c:v>137.28822258833799</c:v>
                </c:pt>
                <c:pt idx="1440">
                  <c:v>137.288296252192</c:v>
                </c:pt>
                <c:pt idx="1441">
                  <c:v>137.28836949249899</c:v>
                </c:pt>
                <c:pt idx="1442">
                  <c:v>137.28844231169501</c:v>
                </c:pt>
                <c:pt idx="1443">
                  <c:v>137.2885147122</c:v>
                </c:pt>
                <c:pt idx="1444">
                  <c:v>137.28858669642099</c:v>
                </c:pt>
                <c:pt idx="1445">
                  <c:v>137.288658266753</c:v>
                </c:pt>
                <c:pt idx="1446">
                  <c:v>137.28872942557601</c:v>
                </c:pt>
                <c:pt idx="1447">
                  <c:v>137.28880017525401</c:v>
                </c:pt>
                <c:pt idx="1448">
                  <c:v>137.28887051814101</c:v>
                </c:pt>
                <c:pt idx="1449">
                  <c:v>137.288940456576</c:v>
                </c:pt>
                <c:pt idx="1450">
                  <c:v>137.289009992883</c:v>
                </c:pt>
                <c:pt idx="1451">
                  <c:v>137.28907912937601</c:v>
                </c:pt>
                <c:pt idx="1452">
                  <c:v>137.28914786835301</c:v>
                </c:pt>
                <c:pt idx="1453">
                  <c:v>137.2892162121</c:v>
                </c:pt>
                <c:pt idx="1454">
                  <c:v>137.289284162889</c:v>
                </c:pt>
                <c:pt idx="1455">
                  <c:v>137.28935172297901</c:v>
                </c:pt>
                <c:pt idx="1456">
                  <c:v>137.289418894617</c:v>
                </c:pt>
                <c:pt idx="1457">
                  <c:v>137.28948568003699</c:v>
                </c:pt>
                <c:pt idx="1458">
                  <c:v>137.289552081458</c:v>
                </c:pt>
                <c:pt idx="1459">
                  <c:v>137.28961810109001</c:v>
                </c:pt>
                <c:pt idx="1460">
                  <c:v>137.28968374112699</c:v>
                </c:pt>
                <c:pt idx="1461">
                  <c:v>137.28974900375101</c:v>
                </c:pt>
                <c:pt idx="1462">
                  <c:v>137.28981389113301</c:v>
                </c:pt>
                <c:pt idx="1463">
                  <c:v>137.28987840543101</c:v>
                </c:pt>
                <c:pt idx="1464">
                  <c:v>137.28994254878901</c:v>
                </c:pt>
                <c:pt idx="1465">
                  <c:v>137.29000632334001</c:v>
                </c:pt>
                <c:pt idx="1466">
                  <c:v>137.290069731204</c:v>
                </c:pt>
                <c:pt idx="1467">
                  <c:v>137.29013277449101</c:v>
                </c:pt>
                <c:pt idx="1468">
                  <c:v>137.29019545529599</c:v>
                </c:pt>
                <c:pt idx="1469">
                  <c:v>137.29025777570399</c:v>
                </c:pt>
                <c:pt idx="1470">
                  <c:v>137.29031973778601</c:v>
                </c:pt>
                <c:pt idx="1471">
                  <c:v>137.290381343603</c:v>
                </c:pt>
                <c:pt idx="1472">
                  <c:v>137.29044259520401</c:v>
                </c:pt>
                <c:pt idx="1473">
                  <c:v>137.290503494625</c:v>
                </c:pt>
                <c:pt idx="1474">
                  <c:v>137.29056404388999</c:v>
                </c:pt>
                <c:pt idx="1475">
                  <c:v>137.29062424501399</c:v>
                </c:pt>
                <c:pt idx="1476">
                  <c:v>137.290684099998</c:v>
                </c:pt>
                <c:pt idx="1477">
                  <c:v>137.29074361083201</c:v>
                </c:pt>
                <c:pt idx="1478">
                  <c:v>137.29080277949501</c:v>
                </c:pt>
                <c:pt idx="1479">
                  <c:v>137.29086160795401</c:v>
                </c:pt>
                <c:pt idx="1480">
                  <c:v>137.290920098165</c:v>
                </c:pt>
                <c:pt idx="1481">
                  <c:v>137.29097825207401</c:v>
                </c:pt>
                <c:pt idx="1482">
                  <c:v>137.291036071614</c:v>
                </c:pt>
                <c:pt idx="1483">
                  <c:v>137.29109355870699</c:v>
                </c:pt>
                <c:pt idx="1484">
                  <c:v>137.29115071526499</c:v>
                </c:pt>
                <c:pt idx="1485">
                  <c:v>137.29120754318899</c:v>
                </c:pt>
                <c:pt idx="1486">
                  <c:v>137.29126404436701</c:v>
                </c:pt>
                <c:pt idx="1487">
                  <c:v>137.29132022068001</c:v>
                </c:pt>
                <c:pt idx="1488">
                  <c:v>137.29137607399301</c:v>
                </c:pt>
                <c:pt idx="1489">
                  <c:v>137.29143160616599</c:v>
                </c:pt>
                <c:pt idx="1490">
                  <c:v>137.291486819043</c:v>
                </c:pt>
                <c:pt idx="1491">
                  <c:v>137.291541714462</c:v>
                </c:pt>
                <c:pt idx="1492">
                  <c:v>137.29159629424601</c:v>
                </c:pt>
                <c:pt idx="1493">
                  <c:v>137.29165056021199</c:v>
                </c:pt>
                <c:pt idx="1494">
                  <c:v>137.291704514164</c:v>
                </c:pt>
                <c:pt idx="1495">
                  <c:v>137.291758157895</c:v>
                </c:pt>
                <c:pt idx="1496">
                  <c:v>137.29181149318899</c:v>
                </c:pt>
                <c:pt idx="1497">
                  <c:v>137.29186452182</c:v>
                </c:pt>
                <c:pt idx="1498">
                  <c:v>137.29191724555</c:v>
                </c:pt>
                <c:pt idx="1499">
                  <c:v>137.29196966613401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4DE-4D09-85B7-F33D2CE39E20}"/>
            </c:ext>
          </c:extLst>
        </c:ser>
        <c:ser>
          <c:idx val="4"/>
          <c:order val="4"/>
          <c:tx>
            <c:strRef>
              <c:f>'SS-Model'!$H$1</c:f>
              <c:strCache>
                <c:ptCount val="1"/>
                <c:pt idx="0">
                  <c:v>T_Cor_true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'SS-Model'!$H$2:$H$3001</c:f>
              <c:numCache>
                <c:formatCode>General</c:formatCode>
                <c:ptCount val="3000"/>
                <c:pt idx="0">
                  <c:v>75</c:v>
                </c:pt>
                <c:pt idx="1">
                  <c:v>75.500140056002195</c:v>
                </c:pt>
                <c:pt idx="2">
                  <c:v>76.002167889167296</c:v>
                </c:pt>
                <c:pt idx="3">
                  <c:v>76.4494036876374</c:v>
                </c:pt>
                <c:pt idx="4">
                  <c:v>76.847427088346805</c:v>
                </c:pt>
                <c:pt idx="5">
                  <c:v>77.132946409670595</c:v>
                </c:pt>
                <c:pt idx="6">
                  <c:v>77.418465730994399</c:v>
                </c:pt>
                <c:pt idx="7">
                  <c:v>77.703985052318302</c:v>
                </c:pt>
                <c:pt idx="8">
                  <c:v>77.989504373642106</c:v>
                </c:pt>
                <c:pt idx="9">
                  <c:v>78.214665972429003</c:v>
                </c:pt>
                <c:pt idx="10">
                  <c:v>78.439827571215901</c:v>
                </c:pt>
                <c:pt idx="11">
                  <c:v>78.664989170002798</c:v>
                </c:pt>
                <c:pt idx="12">
                  <c:v>78.890150768789596</c:v>
                </c:pt>
                <c:pt idx="13">
                  <c:v>79.078124087409194</c:v>
                </c:pt>
                <c:pt idx="14">
                  <c:v>79.266097406028905</c:v>
                </c:pt>
                <c:pt idx="15">
                  <c:v>79.454070724648503</c:v>
                </c:pt>
                <c:pt idx="16">
                  <c:v>79.6420440432681</c:v>
                </c:pt>
                <c:pt idx="17">
                  <c:v>79.807856903863694</c:v>
                </c:pt>
                <c:pt idx="18">
                  <c:v>79.973669764459203</c:v>
                </c:pt>
                <c:pt idx="19">
                  <c:v>80.139482625054796</c:v>
                </c:pt>
                <c:pt idx="20">
                  <c:v>80.305295485650305</c:v>
                </c:pt>
                <c:pt idx="21">
                  <c:v>80.439066351211096</c:v>
                </c:pt>
                <c:pt idx="22">
                  <c:v>80.572837216771802</c:v>
                </c:pt>
                <c:pt idx="23">
                  <c:v>80.706608082332494</c:v>
                </c:pt>
                <c:pt idx="24">
                  <c:v>80.8403789478932</c:v>
                </c:pt>
                <c:pt idx="25">
                  <c:v>80.974149813454005</c:v>
                </c:pt>
                <c:pt idx="26">
                  <c:v>81.107920679014697</c:v>
                </c:pt>
                <c:pt idx="27">
                  <c:v>81.241691544575403</c:v>
                </c:pt>
                <c:pt idx="28">
                  <c:v>81.375462410136095</c:v>
                </c:pt>
                <c:pt idx="29">
                  <c:v>81.509233275696801</c:v>
                </c:pt>
                <c:pt idx="30">
                  <c:v>81.643004141257606</c:v>
                </c:pt>
                <c:pt idx="31">
                  <c:v>81.757871196884906</c:v>
                </c:pt>
                <c:pt idx="32">
                  <c:v>81.872738252512093</c:v>
                </c:pt>
                <c:pt idx="33">
                  <c:v>81.987605308139393</c:v>
                </c:pt>
                <c:pt idx="34">
                  <c:v>82.102472363766694</c:v>
                </c:pt>
                <c:pt idx="35">
                  <c:v>82.217339419393994</c:v>
                </c:pt>
                <c:pt idx="36">
                  <c:v>82.332206475021195</c:v>
                </c:pt>
                <c:pt idx="37">
                  <c:v>82.447073530648495</c:v>
                </c:pt>
                <c:pt idx="38">
                  <c:v>82.561940586275796</c:v>
                </c:pt>
                <c:pt idx="39">
                  <c:v>82.676807641903096</c:v>
                </c:pt>
                <c:pt idx="40">
                  <c:v>82.791674697530397</c:v>
                </c:pt>
                <c:pt idx="41">
                  <c:v>82.899740175734706</c:v>
                </c:pt>
                <c:pt idx="42">
                  <c:v>83.007805653939002</c:v>
                </c:pt>
                <c:pt idx="43">
                  <c:v>83.115871132143297</c:v>
                </c:pt>
                <c:pt idx="44">
                  <c:v>83.223936610347707</c:v>
                </c:pt>
                <c:pt idx="45">
                  <c:v>83.332002088552002</c:v>
                </c:pt>
                <c:pt idx="46">
                  <c:v>83.440067566756298</c:v>
                </c:pt>
                <c:pt idx="47">
                  <c:v>83.548133044960693</c:v>
                </c:pt>
                <c:pt idx="48">
                  <c:v>83.656198523165003</c:v>
                </c:pt>
                <c:pt idx="49">
                  <c:v>83.764264001369298</c:v>
                </c:pt>
                <c:pt idx="50">
                  <c:v>83.872329479573693</c:v>
                </c:pt>
                <c:pt idx="51">
                  <c:v>83.967364645657398</c:v>
                </c:pt>
                <c:pt idx="52">
                  <c:v>84.062399811741102</c:v>
                </c:pt>
                <c:pt idx="53">
                  <c:v>84.157434977824806</c:v>
                </c:pt>
                <c:pt idx="54">
                  <c:v>84.252470143908596</c:v>
                </c:pt>
                <c:pt idx="55">
                  <c:v>84.3475053099923</c:v>
                </c:pt>
                <c:pt idx="56">
                  <c:v>84.442540476076104</c:v>
                </c:pt>
                <c:pt idx="57">
                  <c:v>84.537575642159794</c:v>
                </c:pt>
                <c:pt idx="58">
                  <c:v>84.632610808243498</c:v>
                </c:pt>
                <c:pt idx="59">
                  <c:v>84.727645974327302</c:v>
                </c:pt>
                <c:pt idx="60">
                  <c:v>84.822681140411007</c:v>
                </c:pt>
                <c:pt idx="61">
                  <c:v>84.895144505236601</c:v>
                </c:pt>
                <c:pt idx="62">
                  <c:v>84.967607870062196</c:v>
                </c:pt>
                <c:pt idx="63">
                  <c:v>85.040071234887805</c:v>
                </c:pt>
                <c:pt idx="64">
                  <c:v>85.112534599713499</c:v>
                </c:pt>
                <c:pt idx="65">
                  <c:v>85.184997964539093</c:v>
                </c:pt>
                <c:pt idx="66">
                  <c:v>85.257461329364702</c:v>
                </c:pt>
                <c:pt idx="67">
                  <c:v>85.329924694190296</c:v>
                </c:pt>
                <c:pt idx="68">
                  <c:v>85.402388059015905</c:v>
                </c:pt>
                <c:pt idx="69">
                  <c:v>85.4748514238415</c:v>
                </c:pt>
                <c:pt idx="70">
                  <c:v>85.547314788667194</c:v>
                </c:pt>
                <c:pt idx="71">
                  <c:v>85.619778153492803</c:v>
                </c:pt>
                <c:pt idx="72">
                  <c:v>85.692241518318397</c:v>
                </c:pt>
                <c:pt idx="73">
                  <c:v>85.764704883144105</c:v>
                </c:pt>
                <c:pt idx="74">
                  <c:v>85.8371682479697</c:v>
                </c:pt>
                <c:pt idx="75">
                  <c:v>85.909631612795295</c:v>
                </c:pt>
                <c:pt idx="76">
                  <c:v>85.982094977620903</c:v>
                </c:pt>
                <c:pt idx="77">
                  <c:v>86.054558342446498</c:v>
                </c:pt>
                <c:pt idx="78">
                  <c:v>86.127021707272206</c:v>
                </c:pt>
                <c:pt idx="79">
                  <c:v>86.199485072097801</c:v>
                </c:pt>
                <c:pt idx="80">
                  <c:v>86.271948436923395</c:v>
                </c:pt>
                <c:pt idx="81">
                  <c:v>86.344411801749004</c:v>
                </c:pt>
                <c:pt idx="82">
                  <c:v>86.416875166574599</c:v>
                </c:pt>
                <c:pt idx="83">
                  <c:v>86.489338531400193</c:v>
                </c:pt>
                <c:pt idx="84">
                  <c:v>86.561801896225901</c:v>
                </c:pt>
                <c:pt idx="85">
                  <c:v>86.634265261051496</c:v>
                </c:pt>
                <c:pt idx="86">
                  <c:v>86.706728625877105</c:v>
                </c:pt>
                <c:pt idx="87">
                  <c:v>86.779191990702699</c:v>
                </c:pt>
                <c:pt idx="88">
                  <c:v>86.851655355528393</c:v>
                </c:pt>
                <c:pt idx="89">
                  <c:v>86.924118720354002</c:v>
                </c:pt>
                <c:pt idx="90">
                  <c:v>86.996582085179597</c:v>
                </c:pt>
                <c:pt idx="91">
                  <c:v>87.059113386282306</c:v>
                </c:pt>
                <c:pt idx="92">
                  <c:v>87.121644687385</c:v>
                </c:pt>
                <c:pt idx="93">
                  <c:v>87.184175988487695</c:v>
                </c:pt>
                <c:pt idx="94">
                  <c:v>87.246707289590404</c:v>
                </c:pt>
                <c:pt idx="95">
                  <c:v>87.309238590693099</c:v>
                </c:pt>
                <c:pt idx="96">
                  <c:v>87.371769891795793</c:v>
                </c:pt>
                <c:pt idx="97">
                  <c:v>87.434301192898502</c:v>
                </c:pt>
                <c:pt idx="98">
                  <c:v>87.496832494001197</c:v>
                </c:pt>
                <c:pt idx="99">
                  <c:v>87.559363795103906</c:v>
                </c:pt>
                <c:pt idx="100">
                  <c:v>87.6218950962066</c:v>
                </c:pt>
                <c:pt idx="101">
                  <c:v>87.684426397309295</c:v>
                </c:pt>
                <c:pt idx="102">
                  <c:v>87.746957698412004</c:v>
                </c:pt>
                <c:pt idx="103">
                  <c:v>87.809488999514699</c:v>
                </c:pt>
                <c:pt idx="104">
                  <c:v>87.872020300617393</c:v>
                </c:pt>
                <c:pt idx="105">
                  <c:v>87.934551601720102</c:v>
                </c:pt>
                <c:pt idx="106">
                  <c:v>87.997082902822896</c:v>
                </c:pt>
                <c:pt idx="107">
                  <c:v>88.059614203925605</c:v>
                </c:pt>
                <c:pt idx="108">
                  <c:v>88.1221455050282</c:v>
                </c:pt>
                <c:pt idx="109">
                  <c:v>88.184676806130994</c:v>
                </c:pt>
                <c:pt idx="110">
                  <c:v>88.247208107233703</c:v>
                </c:pt>
                <c:pt idx="111">
                  <c:v>88.309739408336398</c:v>
                </c:pt>
                <c:pt idx="112">
                  <c:v>88.372270709439107</c:v>
                </c:pt>
                <c:pt idx="113">
                  <c:v>88.434802010541802</c:v>
                </c:pt>
                <c:pt idx="114">
                  <c:v>88.497333311644496</c:v>
                </c:pt>
                <c:pt idx="115">
                  <c:v>88.559864612747205</c:v>
                </c:pt>
                <c:pt idx="116">
                  <c:v>88.6223959138499</c:v>
                </c:pt>
                <c:pt idx="117">
                  <c:v>88.684927214952594</c:v>
                </c:pt>
                <c:pt idx="118">
                  <c:v>88.747458516055303</c:v>
                </c:pt>
                <c:pt idx="119">
                  <c:v>88.809989817157998</c:v>
                </c:pt>
                <c:pt idx="120">
                  <c:v>88.872521118260707</c:v>
                </c:pt>
                <c:pt idx="121">
                  <c:v>88.925278445353598</c:v>
                </c:pt>
                <c:pt idx="122">
                  <c:v>88.978035772446603</c:v>
                </c:pt>
                <c:pt idx="123">
                  <c:v>89.030793099539494</c:v>
                </c:pt>
                <c:pt idx="124">
                  <c:v>89.083550426632499</c:v>
                </c:pt>
                <c:pt idx="125">
                  <c:v>89.136307753725404</c:v>
                </c:pt>
                <c:pt idx="126">
                  <c:v>89.189065080818295</c:v>
                </c:pt>
                <c:pt idx="127">
                  <c:v>89.2418224079113</c:v>
                </c:pt>
                <c:pt idx="128">
                  <c:v>89.294579735004206</c:v>
                </c:pt>
                <c:pt idx="129">
                  <c:v>89.347337062097097</c:v>
                </c:pt>
                <c:pt idx="130">
                  <c:v>89.400094389190102</c:v>
                </c:pt>
                <c:pt idx="131">
                  <c:v>89.452851716283007</c:v>
                </c:pt>
                <c:pt idx="132">
                  <c:v>89.505609043375898</c:v>
                </c:pt>
                <c:pt idx="133">
                  <c:v>89.558366370468903</c:v>
                </c:pt>
                <c:pt idx="134">
                  <c:v>89.611123697561794</c:v>
                </c:pt>
                <c:pt idx="135">
                  <c:v>89.6638810246547</c:v>
                </c:pt>
                <c:pt idx="136">
                  <c:v>89.716638351747704</c:v>
                </c:pt>
                <c:pt idx="137">
                  <c:v>89.769395678840596</c:v>
                </c:pt>
                <c:pt idx="138">
                  <c:v>89.822153005933501</c:v>
                </c:pt>
                <c:pt idx="139">
                  <c:v>89.874910333026506</c:v>
                </c:pt>
                <c:pt idx="140">
                  <c:v>89.927667660119397</c:v>
                </c:pt>
                <c:pt idx="141">
                  <c:v>89.980424987212402</c:v>
                </c:pt>
                <c:pt idx="142">
                  <c:v>90.033182314305293</c:v>
                </c:pt>
                <c:pt idx="143">
                  <c:v>90.085939641398198</c:v>
                </c:pt>
                <c:pt idx="144">
                  <c:v>90.138696968491203</c:v>
                </c:pt>
                <c:pt idx="145">
                  <c:v>90.191454295584094</c:v>
                </c:pt>
                <c:pt idx="146">
                  <c:v>90.244211622677</c:v>
                </c:pt>
                <c:pt idx="147">
                  <c:v>90.296968949770005</c:v>
                </c:pt>
                <c:pt idx="148">
                  <c:v>90.349726276862896</c:v>
                </c:pt>
                <c:pt idx="149">
                  <c:v>90.402483603955901</c:v>
                </c:pt>
                <c:pt idx="150">
                  <c:v>90.455240931048806</c:v>
                </c:pt>
                <c:pt idx="151">
                  <c:v>90.500157628329703</c:v>
                </c:pt>
                <c:pt idx="152">
                  <c:v>90.545074325610599</c:v>
                </c:pt>
                <c:pt idx="153">
                  <c:v>90.589991022891496</c:v>
                </c:pt>
                <c:pt idx="154">
                  <c:v>90.634907720172393</c:v>
                </c:pt>
                <c:pt idx="155">
                  <c:v>90.679824417453304</c:v>
                </c:pt>
                <c:pt idx="156">
                  <c:v>90.724741114734201</c:v>
                </c:pt>
                <c:pt idx="157">
                  <c:v>90.769657812015097</c:v>
                </c:pt>
                <c:pt idx="158">
                  <c:v>90.814574509295994</c:v>
                </c:pt>
                <c:pt idx="159">
                  <c:v>90.859491206576905</c:v>
                </c:pt>
                <c:pt idx="160">
                  <c:v>90.904407903857802</c:v>
                </c:pt>
                <c:pt idx="161">
                  <c:v>90.949324601138699</c:v>
                </c:pt>
                <c:pt idx="162">
                  <c:v>90.994241298419595</c:v>
                </c:pt>
                <c:pt idx="163">
                  <c:v>91.039157995700506</c:v>
                </c:pt>
                <c:pt idx="164">
                  <c:v>91.084074692981403</c:v>
                </c:pt>
                <c:pt idx="165">
                  <c:v>91.1289913902623</c:v>
                </c:pt>
                <c:pt idx="166">
                  <c:v>91.173908087543197</c:v>
                </c:pt>
                <c:pt idx="167">
                  <c:v>91.218824784824093</c:v>
                </c:pt>
                <c:pt idx="168">
                  <c:v>91.263741482105004</c:v>
                </c:pt>
                <c:pt idx="169">
                  <c:v>91.308658179385901</c:v>
                </c:pt>
                <c:pt idx="170">
                  <c:v>91.353574876666798</c:v>
                </c:pt>
                <c:pt idx="171">
                  <c:v>91.398491573947695</c:v>
                </c:pt>
                <c:pt idx="172">
                  <c:v>91.443408271228606</c:v>
                </c:pt>
                <c:pt idx="173">
                  <c:v>91.488324968509502</c:v>
                </c:pt>
                <c:pt idx="174">
                  <c:v>91.533241665790399</c:v>
                </c:pt>
                <c:pt idx="175">
                  <c:v>91.578158363071296</c:v>
                </c:pt>
                <c:pt idx="176">
                  <c:v>91.623075060352306</c:v>
                </c:pt>
                <c:pt idx="177">
                  <c:v>91.667991757633104</c:v>
                </c:pt>
                <c:pt idx="178">
                  <c:v>91.712908454914</c:v>
                </c:pt>
                <c:pt idx="179">
                  <c:v>91.757825152194897</c:v>
                </c:pt>
                <c:pt idx="180">
                  <c:v>91.802741849475794</c:v>
                </c:pt>
                <c:pt idx="181">
                  <c:v>91.8412422742621</c:v>
                </c:pt>
                <c:pt idx="182">
                  <c:v>91.879742699048407</c:v>
                </c:pt>
                <c:pt idx="183">
                  <c:v>91.9182431238346</c:v>
                </c:pt>
                <c:pt idx="184">
                  <c:v>91.956743548620906</c:v>
                </c:pt>
                <c:pt idx="185">
                  <c:v>91.995243973407199</c:v>
                </c:pt>
                <c:pt idx="186">
                  <c:v>92.033744398193505</c:v>
                </c:pt>
                <c:pt idx="187">
                  <c:v>92.072244822979698</c:v>
                </c:pt>
                <c:pt idx="188">
                  <c:v>92.110745247766005</c:v>
                </c:pt>
                <c:pt idx="189">
                  <c:v>92.149245672552198</c:v>
                </c:pt>
                <c:pt idx="190">
                  <c:v>92.187746097338504</c:v>
                </c:pt>
                <c:pt idx="191">
                  <c:v>92.226246522124796</c:v>
                </c:pt>
                <c:pt idx="192">
                  <c:v>92.264746946911004</c:v>
                </c:pt>
                <c:pt idx="193">
                  <c:v>92.303247371697296</c:v>
                </c:pt>
                <c:pt idx="194">
                  <c:v>92.341747796483602</c:v>
                </c:pt>
                <c:pt idx="195">
                  <c:v>92.380248221269795</c:v>
                </c:pt>
                <c:pt idx="196">
                  <c:v>92.418748646056102</c:v>
                </c:pt>
                <c:pt idx="197">
                  <c:v>92.457249070842394</c:v>
                </c:pt>
                <c:pt idx="198">
                  <c:v>92.495749495628601</c:v>
                </c:pt>
                <c:pt idx="199">
                  <c:v>92.534249920414894</c:v>
                </c:pt>
                <c:pt idx="200">
                  <c:v>92.5727503452012</c:v>
                </c:pt>
                <c:pt idx="201">
                  <c:v>92.611250769987393</c:v>
                </c:pt>
                <c:pt idx="202">
                  <c:v>92.6497511947737</c:v>
                </c:pt>
                <c:pt idx="203">
                  <c:v>92.688251619560006</c:v>
                </c:pt>
                <c:pt idx="204">
                  <c:v>92.726752044346199</c:v>
                </c:pt>
                <c:pt idx="205">
                  <c:v>92.765252469132506</c:v>
                </c:pt>
                <c:pt idx="206">
                  <c:v>92.803752893918798</c:v>
                </c:pt>
                <c:pt idx="207">
                  <c:v>92.842253318705005</c:v>
                </c:pt>
                <c:pt idx="208">
                  <c:v>92.880753743491297</c:v>
                </c:pt>
                <c:pt idx="209">
                  <c:v>92.919254168277604</c:v>
                </c:pt>
                <c:pt idx="210">
                  <c:v>92.957754593063797</c:v>
                </c:pt>
                <c:pt idx="211">
                  <c:v>92.990941963569298</c:v>
                </c:pt>
                <c:pt idx="212">
                  <c:v>93.0241293340748</c:v>
                </c:pt>
                <c:pt idx="213">
                  <c:v>93.057316704580302</c:v>
                </c:pt>
                <c:pt idx="214">
                  <c:v>93.090504075085803</c:v>
                </c:pt>
                <c:pt idx="215">
                  <c:v>93.123691445591206</c:v>
                </c:pt>
                <c:pt idx="216">
                  <c:v>93.156878816096693</c:v>
                </c:pt>
                <c:pt idx="217">
                  <c:v>93.190066186602195</c:v>
                </c:pt>
                <c:pt idx="218">
                  <c:v>93.223253557107697</c:v>
                </c:pt>
                <c:pt idx="219">
                  <c:v>93.256440927613099</c:v>
                </c:pt>
                <c:pt idx="220">
                  <c:v>93.2896282981186</c:v>
                </c:pt>
                <c:pt idx="221">
                  <c:v>93.322815668624102</c:v>
                </c:pt>
                <c:pt idx="222">
                  <c:v>93.356003039129604</c:v>
                </c:pt>
                <c:pt idx="223">
                  <c:v>93.389190409635106</c:v>
                </c:pt>
                <c:pt idx="224">
                  <c:v>93.422377780140494</c:v>
                </c:pt>
                <c:pt idx="225">
                  <c:v>93.455565150645995</c:v>
                </c:pt>
                <c:pt idx="226">
                  <c:v>93.488752521151497</c:v>
                </c:pt>
                <c:pt idx="227">
                  <c:v>93.521939891656999</c:v>
                </c:pt>
                <c:pt idx="228">
                  <c:v>93.5551272621625</c:v>
                </c:pt>
                <c:pt idx="229">
                  <c:v>93.588314632667903</c:v>
                </c:pt>
                <c:pt idx="230">
                  <c:v>93.621502003173404</c:v>
                </c:pt>
                <c:pt idx="231">
                  <c:v>93.654689373678906</c:v>
                </c:pt>
                <c:pt idx="232">
                  <c:v>93.687876744184393</c:v>
                </c:pt>
                <c:pt idx="233">
                  <c:v>93.721064114689895</c:v>
                </c:pt>
                <c:pt idx="234">
                  <c:v>93.754251485195297</c:v>
                </c:pt>
                <c:pt idx="235">
                  <c:v>93.787438855700799</c:v>
                </c:pt>
                <c:pt idx="236">
                  <c:v>93.820626226206301</c:v>
                </c:pt>
                <c:pt idx="237">
                  <c:v>93.853813596711802</c:v>
                </c:pt>
                <c:pt idx="238">
                  <c:v>93.887000967217304</c:v>
                </c:pt>
                <c:pt idx="239">
                  <c:v>93.920188337722806</c:v>
                </c:pt>
                <c:pt idx="240">
                  <c:v>93.953375708228194</c:v>
                </c:pt>
                <c:pt idx="241">
                  <c:v>93.982130057189394</c:v>
                </c:pt>
                <c:pt idx="242">
                  <c:v>94.010884406150595</c:v>
                </c:pt>
                <c:pt idx="243">
                  <c:v>94.039638755111696</c:v>
                </c:pt>
                <c:pt idx="244">
                  <c:v>94.068393104072896</c:v>
                </c:pt>
                <c:pt idx="245">
                  <c:v>94.097147453033998</c:v>
                </c:pt>
                <c:pt idx="246">
                  <c:v>94.125901801995198</c:v>
                </c:pt>
                <c:pt idx="247">
                  <c:v>94.154656150956399</c:v>
                </c:pt>
                <c:pt idx="248">
                  <c:v>94.183410499917599</c:v>
                </c:pt>
                <c:pt idx="249">
                  <c:v>94.2121648488787</c:v>
                </c:pt>
                <c:pt idx="250">
                  <c:v>94.240919197839901</c:v>
                </c:pt>
                <c:pt idx="251">
                  <c:v>94.269673546801002</c:v>
                </c:pt>
                <c:pt idx="252">
                  <c:v>94.298427895762202</c:v>
                </c:pt>
                <c:pt idx="253">
                  <c:v>94.327182244723403</c:v>
                </c:pt>
                <c:pt idx="254">
                  <c:v>94.355936593684504</c:v>
                </c:pt>
                <c:pt idx="255">
                  <c:v>94.384690942645705</c:v>
                </c:pt>
                <c:pt idx="256">
                  <c:v>94.413445291606905</c:v>
                </c:pt>
                <c:pt idx="257">
                  <c:v>94.442199640568106</c:v>
                </c:pt>
                <c:pt idx="258">
                  <c:v>94.470953989529207</c:v>
                </c:pt>
                <c:pt idx="259">
                  <c:v>94.499708338490393</c:v>
                </c:pt>
                <c:pt idx="260">
                  <c:v>94.528462687451494</c:v>
                </c:pt>
                <c:pt idx="261">
                  <c:v>94.557217036412695</c:v>
                </c:pt>
                <c:pt idx="262">
                  <c:v>94.585971385373895</c:v>
                </c:pt>
                <c:pt idx="263">
                  <c:v>94.614725734334996</c:v>
                </c:pt>
                <c:pt idx="264">
                  <c:v>94.643480083296197</c:v>
                </c:pt>
                <c:pt idx="265">
                  <c:v>94.672234432257397</c:v>
                </c:pt>
                <c:pt idx="266">
                  <c:v>94.700988781218499</c:v>
                </c:pt>
                <c:pt idx="267">
                  <c:v>94.729743130179699</c:v>
                </c:pt>
                <c:pt idx="268">
                  <c:v>94.7584974791409</c:v>
                </c:pt>
                <c:pt idx="269">
                  <c:v>94.787251828102001</c:v>
                </c:pt>
                <c:pt idx="270">
                  <c:v>94.816006177063201</c:v>
                </c:pt>
                <c:pt idx="271">
                  <c:v>94.841038908189205</c:v>
                </c:pt>
                <c:pt idx="272">
                  <c:v>94.866071639315194</c:v>
                </c:pt>
                <c:pt idx="273">
                  <c:v>94.891104370441099</c:v>
                </c:pt>
                <c:pt idx="274">
                  <c:v>94.916137101567102</c:v>
                </c:pt>
                <c:pt idx="275">
                  <c:v>94.941169832693106</c:v>
                </c:pt>
                <c:pt idx="276">
                  <c:v>94.966202563819095</c:v>
                </c:pt>
                <c:pt idx="277">
                  <c:v>94.991235294945099</c:v>
                </c:pt>
                <c:pt idx="278">
                  <c:v>95.016268026071103</c:v>
                </c:pt>
                <c:pt idx="279">
                  <c:v>95.041300757197007</c:v>
                </c:pt>
                <c:pt idx="280">
                  <c:v>95.066333488322996</c:v>
                </c:pt>
                <c:pt idx="281">
                  <c:v>95.091366219449</c:v>
                </c:pt>
                <c:pt idx="282">
                  <c:v>95.116398950575004</c:v>
                </c:pt>
                <c:pt idx="283">
                  <c:v>95.141431681700993</c:v>
                </c:pt>
                <c:pt idx="284">
                  <c:v>95.166464412826898</c:v>
                </c:pt>
                <c:pt idx="285">
                  <c:v>95.191497143952901</c:v>
                </c:pt>
                <c:pt idx="286">
                  <c:v>95.216529875078905</c:v>
                </c:pt>
                <c:pt idx="287">
                  <c:v>95.241562606204894</c:v>
                </c:pt>
                <c:pt idx="288">
                  <c:v>95.266595337330898</c:v>
                </c:pt>
                <c:pt idx="289">
                  <c:v>95.291628068456802</c:v>
                </c:pt>
                <c:pt idx="290">
                  <c:v>95.316660799582806</c:v>
                </c:pt>
                <c:pt idx="291">
                  <c:v>95.341693530708795</c:v>
                </c:pt>
                <c:pt idx="292">
                  <c:v>95.366726261834799</c:v>
                </c:pt>
                <c:pt idx="293">
                  <c:v>95.391758992960803</c:v>
                </c:pt>
                <c:pt idx="294">
                  <c:v>95.416791724086707</c:v>
                </c:pt>
                <c:pt idx="295">
                  <c:v>95.441824455212696</c:v>
                </c:pt>
                <c:pt idx="296">
                  <c:v>95.4668571863387</c:v>
                </c:pt>
                <c:pt idx="297">
                  <c:v>95.491889917464704</c:v>
                </c:pt>
                <c:pt idx="298">
                  <c:v>95.516922648590693</c:v>
                </c:pt>
                <c:pt idx="299">
                  <c:v>95.541955379716597</c:v>
                </c:pt>
                <c:pt idx="300">
                  <c:v>95.566988110842601</c:v>
                </c:pt>
                <c:pt idx="301">
                  <c:v>95.588881676233399</c:v>
                </c:pt>
                <c:pt idx="302">
                  <c:v>95.610775241624196</c:v>
                </c:pt>
                <c:pt idx="303">
                  <c:v>95.632668807014895</c:v>
                </c:pt>
                <c:pt idx="304">
                  <c:v>95.654562372405707</c:v>
                </c:pt>
                <c:pt idx="305">
                  <c:v>95.676455937796405</c:v>
                </c:pt>
                <c:pt idx="306">
                  <c:v>95.698349503187202</c:v>
                </c:pt>
                <c:pt idx="307">
                  <c:v>95.720243068578</c:v>
                </c:pt>
                <c:pt idx="308">
                  <c:v>95.742136633968698</c:v>
                </c:pt>
                <c:pt idx="309">
                  <c:v>95.764030199359496</c:v>
                </c:pt>
                <c:pt idx="310">
                  <c:v>95.785923764750294</c:v>
                </c:pt>
                <c:pt idx="311">
                  <c:v>95.807817330141006</c:v>
                </c:pt>
                <c:pt idx="312">
                  <c:v>95.829710895531804</c:v>
                </c:pt>
                <c:pt idx="313">
                  <c:v>95.851604460922601</c:v>
                </c:pt>
                <c:pt idx="314">
                  <c:v>95.8734980263133</c:v>
                </c:pt>
                <c:pt idx="315">
                  <c:v>95.895391591704097</c:v>
                </c:pt>
                <c:pt idx="316">
                  <c:v>95.917285157094895</c:v>
                </c:pt>
                <c:pt idx="317">
                  <c:v>95.939178722485593</c:v>
                </c:pt>
                <c:pt idx="318">
                  <c:v>95.961072287876405</c:v>
                </c:pt>
                <c:pt idx="319">
                  <c:v>95.982965853267103</c:v>
                </c:pt>
                <c:pt idx="320">
                  <c:v>96.004859418657901</c:v>
                </c:pt>
                <c:pt idx="321">
                  <c:v>96.026752984048699</c:v>
                </c:pt>
                <c:pt idx="322">
                  <c:v>96.048646549439397</c:v>
                </c:pt>
                <c:pt idx="323">
                  <c:v>96.070540114830195</c:v>
                </c:pt>
                <c:pt idx="324">
                  <c:v>96.092433680221006</c:v>
                </c:pt>
                <c:pt idx="325">
                  <c:v>96.114327245611705</c:v>
                </c:pt>
                <c:pt idx="326">
                  <c:v>96.136220811002502</c:v>
                </c:pt>
                <c:pt idx="327">
                  <c:v>96.1581143763933</c:v>
                </c:pt>
                <c:pt idx="328">
                  <c:v>96.180007941783998</c:v>
                </c:pt>
                <c:pt idx="329">
                  <c:v>96.201901507174796</c:v>
                </c:pt>
                <c:pt idx="330">
                  <c:v>96.223795072565494</c:v>
                </c:pt>
                <c:pt idx="331">
                  <c:v>96.243027461118501</c:v>
                </c:pt>
                <c:pt idx="332">
                  <c:v>96.262259849671395</c:v>
                </c:pt>
                <c:pt idx="333">
                  <c:v>96.281492238224303</c:v>
                </c:pt>
                <c:pt idx="334">
                  <c:v>96.300724626777296</c:v>
                </c:pt>
                <c:pt idx="335">
                  <c:v>96.319957015330203</c:v>
                </c:pt>
                <c:pt idx="336">
                  <c:v>96.339189403883097</c:v>
                </c:pt>
                <c:pt idx="337">
                  <c:v>96.358421792436005</c:v>
                </c:pt>
                <c:pt idx="338">
                  <c:v>96.377654180988998</c:v>
                </c:pt>
                <c:pt idx="339">
                  <c:v>96.396886569541905</c:v>
                </c:pt>
                <c:pt idx="340">
                  <c:v>96.416118958094799</c:v>
                </c:pt>
                <c:pt idx="341">
                  <c:v>96.435351346647806</c:v>
                </c:pt>
                <c:pt idx="342">
                  <c:v>96.4545837352007</c:v>
                </c:pt>
                <c:pt idx="343">
                  <c:v>96.473816123753593</c:v>
                </c:pt>
                <c:pt idx="344">
                  <c:v>96.493048512306501</c:v>
                </c:pt>
                <c:pt idx="345">
                  <c:v>96.512280900859494</c:v>
                </c:pt>
                <c:pt idx="346">
                  <c:v>96.531513289412402</c:v>
                </c:pt>
                <c:pt idx="347">
                  <c:v>96.550745677965295</c:v>
                </c:pt>
                <c:pt idx="348">
                  <c:v>96.569978066518303</c:v>
                </c:pt>
                <c:pt idx="349">
                  <c:v>96.589210455071196</c:v>
                </c:pt>
                <c:pt idx="350">
                  <c:v>96.608442843624104</c:v>
                </c:pt>
                <c:pt idx="351">
                  <c:v>96.627675232176998</c:v>
                </c:pt>
                <c:pt idx="352">
                  <c:v>96.646907620730005</c:v>
                </c:pt>
                <c:pt idx="353">
                  <c:v>96.666140009282898</c:v>
                </c:pt>
                <c:pt idx="354">
                  <c:v>96.685372397835806</c:v>
                </c:pt>
                <c:pt idx="355">
                  <c:v>96.7046047863887</c:v>
                </c:pt>
                <c:pt idx="356">
                  <c:v>96.723837174941707</c:v>
                </c:pt>
                <c:pt idx="357">
                  <c:v>96.743069563494601</c:v>
                </c:pt>
                <c:pt idx="358">
                  <c:v>96.762301952047494</c:v>
                </c:pt>
                <c:pt idx="359">
                  <c:v>96.781534340600501</c:v>
                </c:pt>
                <c:pt idx="360">
                  <c:v>96.800766729153395</c:v>
                </c:pt>
                <c:pt idx="361">
                  <c:v>96.817733785111002</c:v>
                </c:pt>
                <c:pt idx="362">
                  <c:v>96.834700841068596</c:v>
                </c:pt>
                <c:pt idx="363">
                  <c:v>96.851667897026203</c:v>
                </c:pt>
                <c:pt idx="364">
                  <c:v>96.868634952983797</c:v>
                </c:pt>
                <c:pt idx="365">
                  <c:v>96.885602008941405</c:v>
                </c:pt>
                <c:pt idx="366">
                  <c:v>96.902569064898898</c:v>
                </c:pt>
                <c:pt idx="367">
                  <c:v>96.919536120856606</c:v>
                </c:pt>
                <c:pt idx="368">
                  <c:v>96.936503176814099</c:v>
                </c:pt>
                <c:pt idx="369">
                  <c:v>96.953470232771707</c:v>
                </c:pt>
                <c:pt idx="370">
                  <c:v>96.9704372887293</c:v>
                </c:pt>
                <c:pt idx="371">
                  <c:v>96.987404344686894</c:v>
                </c:pt>
                <c:pt idx="372">
                  <c:v>97.004371400644501</c:v>
                </c:pt>
                <c:pt idx="373">
                  <c:v>97.021338456602095</c:v>
                </c:pt>
                <c:pt idx="374">
                  <c:v>97.038305512559702</c:v>
                </c:pt>
                <c:pt idx="375">
                  <c:v>97.055272568517296</c:v>
                </c:pt>
                <c:pt idx="376">
                  <c:v>97.072239624474904</c:v>
                </c:pt>
                <c:pt idx="377">
                  <c:v>97.089206680432497</c:v>
                </c:pt>
                <c:pt idx="378">
                  <c:v>97.106173736390105</c:v>
                </c:pt>
                <c:pt idx="379">
                  <c:v>97.123140792347698</c:v>
                </c:pt>
                <c:pt idx="380">
                  <c:v>97.140107848305306</c:v>
                </c:pt>
                <c:pt idx="381">
                  <c:v>97.157074904262899</c:v>
                </c:pt>
                <c:pt idx="382">
                  <c:v>97.174041960220507</c:v>
                </c:pt>
                <c:pt idx="383">
                  <c:v>97.1910090161781</c:v>
                </c:pt>
                <c:pt idx="384">
                  <c:v>97.207976072135693</c:v>
                </c:pt>
                <c:pt idx="385">
                  <c:v>97.224943128093301</c:v>
                </c:pt>
                <c:pt idx="386">
                  <c:v>97.241910184050894</c:v>
                </c:pt>
                <c:pt idx="387">
                  <c:v>97.258877240008502</c:v>
                </c:pt>
                <c:pt idx="388">
                  <c:v>97.275844295965996</c:v>
                </c:pt>
                <c:pt idx="389">
                  <c:v>97.292811351923604</c:v>
                </c:pt>
                <c:pt idx="390">
                  <c:v>97.309778407881197</c:v>
                </c:pt>
                <c:pt idx="391">
                  <c:v>97.324807779923503</c:v>
                </c:pt>
                <c:pt idx="392">
                  <c:v>97.339837151965696</c:v>
                </c:pt>
                <c:pt idx="393">
                  <c:v>97.354866524008003</c:v>
                </c:pt>
                <c:pt idx="394">
                  <c:v>97.369895896050195</c:v>
                </c:pt>
                <c:pt idx="395">
                  <c:v>97.384925268092402</c:v>
                </c:pt>
                <c:pt idx="396">
                  <c:v>97.399954640134695</c:v>
                </c:pt>
                <c:pt idx="397">
                  <c:v>97.414984012176902</c:v>
                </c:pt>
                <c:pt idx="398">
                  <c:v>97.430013384219095</c:v>
                </c:pt>
                <c:pt idx="399">
                  <c:v>97.445042756261302</c:v>
                </c:pt>
                <c:pt idx="400">
                  <c:v>97.460072128303594</c:v>
                </c:pt>
                <c:pt idx="401">
                  <c:v>97.475101500345801</c:v>
                </c:pt>
                <c:pt idx="402">
                  <c:v>97.490130872388093</c:v>
                </c:pt>
                <c:pt idx="403">
                  <c:v>97.5051602444303</c:v>
                </c:pt>
                <c:pt idx="404">
                  <c:v>97.520189616472507</c:v>
                </c:pt>
                <c:pt idx="405">
                  <c:v>97.535218988514799</c:v>
                </c:pt>
                <c:pt idx="406">
                  <c:v>97.550248360557006</c:v>
                </c:pt>
                <c:pt idx="407">
                  <c:v>97.565277732599199</c:v>
                </c:pt>
                <c:pt idx="408">
                  <c:v>97.580307104641506</c:v>
                </c:pt>
                <c:pt idx="409">
                  <c:v>97.595336476683698</c:v>
                </c:pt>
                <c:pt idx="410">
                  <c:v>97.610365848726005</c:v>
                </c:pt>
                <c:pt idx="411">
                  <c:v>97.625395220768198</c:v>
                </c:pt>
                <c:pt idx="412">
                  <c:v>97.640424592810405</c:v>
                </c:pt>
                <c:pt idx="413">
                  <c:v>97.655453964852697</c:v>
                </c:pt>
                <c:pt idx="414">
                  <c:v>97.670483336894904</c:v>
                </c:pt>
                <c:pt idx="415">
                  <c:v>97.685512708937097</c:v>
                </c:pt>
                <c:pt idx="416">
                  <c:v>97.700542080979403</c:v>
                </c:pt>
                <c:pt idx="417">
                  <c:v>97.715571453021596</c:v>
                </c:pt>
                <c:pt idx="418">
                  <c:v>97.730600825063902</c:v>
                </c:pt>
                <c:pt idx="419">
                  <c:v>97.745630197106095</c:v>
                </c:pt>
                <c:pt idx="420">
                  <c:v>97.760659569148302</c:v>
                </c:pt>
                <c:pt idx="421">
                  <c:v>97.774024969464804</c:v>
                </c:pt>
                <c:pt idx="422">
                  <c:v>97.787390369781306</c:v>
                </c:pt>
                <c:pt idx="423">
                  <c:v>97.800755770097794</c:v>
                </c:pt>
                <c:pt idx="424">
                  <c:v>97.814121170414296</c:v>
                </c:pt>
                <c:pt idx="425">
                  <c:v>97.827486570730798</c:v>
                </c:pt>
                <c:pt idx="426">
                  <c:v>97.8408519710473</c:v>
                </c:pt>
                <c:pt idx="427">
                  <c:v>97.854217371363802</c:v>
                </c:pt>
                <c:pt idx="428">
                  <c:v>97.867582771680304</c:v>
                </c:pt>
                <c:pt idx="429">
                  <c:v>97.880948171996806</c:v>
                </c:pt>
                <c:pt idx="430">
                  <c:v>97.894313572313294</c:v>
                </c:pt>
                <c:pt idx="431">
                  <c:v>97.907678972629796</c:v>
                </c:pt>
                <c:pt idx="432">
                  <c:v>97.921044372946298</c:v>
                </c:pt>
                <c:pt idx="433">
                  <c:v>97.9344097732628</c:v>
                </c:pt>
                <c:pt idx="434">
                  <c:v>97.947775173579302</c:v>
                </c:pt>
                <c:pt idx="435">
                  <c:v>97.961140573895804</c:v>
                </c:pt>
                <c:pt idx="436">
                  <c:v>97.974505974212306</c:v>
                </c:pt>
                <c:pt idx="437">
                  <c:v>97.987871374528794</c:v>
                </c:pt>
                <c:pt idx="438">
                  <c:v>98.001236774845296</c:v>
                </c:pt>
                <c:pt idx="439">
                  <c:v>98.014602175161798</c:v>
                </c:pt>
                <c:pt idx="440">
                  <c:v>98.0279675754783</c:v>
                </c:pt>
                <c:pt idx="441">
                  <c:v>98.041332975794802</c:v>
                </c:pt>
                <c:pt idx="442">
                  <c:v>98.054698376111304</c:v>
                </c:pt>
                <c:pt idx="443">
                  <c:v>98.068063776427806</c:v>
                </c:pt>
                <c:pt idx="444">
                  <c:v>98.081429176744294</c:v>
                </c:pt>
                <c:pt idx="445">
                  <c:v>98.094794577060796</c:v>
                </c:pt>
                <c:pt idx="446">
                  <c:v>98.108159977377298</c:v>
                </c:pt>
                <c:pt idx="447">
                  <c:v>98.1215253776938</c:v>
                </c:pt>
                <c:pt idx="448">
                  <c:v>98.134890778010202</c:v>
                </c:pt>
                <c:pt idx="449">
                  <c:v>98.148256178326804</c:v>
                </c:pt>
                <c:pt idx="450">
                  <c:v>98.161621578643306</c:v>
                </c:pt>
                <c:pt idx="451">
                  <c:v>98.173550842408801</c:v>
                </c:pt>
                <c:pt idx="452">
                  <c:v>98.185480106174396</c:v>
                </c:pt>
                <c:pt idx="453">
                  <c:v>98.197409369939905</c:v>
                </c:pt>
                <c:pt idx="454">
                  <c:v>98.209338633705499</c:v>
                </c:pt>
                <c:pt idx="455">
                  <c:v>98.221267897471094</c:v>
                </c:pt>
                <c:pt idx="456">
                  <c:v>98.233197161236703</c:v>
                </c:pt>
                <c:pt idx="457">
                  <c:v>98.245126425002198</c:v>
                </c:pt>
                <c:pt idx="458">
                  <c:v>98.257055688767807</c:v>
                </c:pt>
                <c:pt idx="459">
                  <c:v>98.268984952533302</c:v>
                </c:pt>
                <c:pt idx="460">
                  <c:v>98.280914216298896</c:v>
                </c:pt>
                <c:pt idx="461">
                  <c:v>98.292843480064505</c:v>
                </c:pt>
                <c:pt idx="462">
                  <c:v>98.30477274383</c:v>
                </c:pt>
                <c:pt idx="463">
                  <c:v>98.316702007595595</c:v>
                </c:pt>
                <c:pt idx="464">
                  <c:v>98.328631271361203</c:v>
                </c:pt>
                <c:pt idx="465">
                  <c:v>98.340560535126798</c:v>
                </c:pt>
                <c:pt idx="466">
                  <c:v>98.352489798892293</c:v>
                </c:pt>
                <c:pt idx="467">
                  <c:v>98.364419062657902</c:v>
                </c:pt>
                <c:pt idx="468">
                  <c:v>98.376348326423397</c:v>
                </c:pt>
                <c:pt idx="469">
                  <c:v>98.388277590189006</c:v>
                </c:pt>
                <c:pt idx="470">
                  <c:v>98.4002068539546</c:v>
                </c:pt>
                <c:pt idx="471">
                  <c:v>98.412136117720095</c:v>
                </c:pt>
                <c:pt idx="472">
                  <c:v>98.424065381485704</c:v>
                </c:pt>
                <c:pt idx="473">
                  <c:v>98.435994645251299</c:v>
                </c:pt>
                <c:pt idx="474">
                  <c:v>98.447923909016794</c:v>
                </c:pt>
                <c:pt idx="475">
                  <c:v>98.459853172782402</c:v>
                </c:pt>
                <c:pt idx="476">
                  <c:v>98.471782436547997</c:v>
                </c:pt>
                <c:pt idx="477">
                  <c:v>98.483711700313606</c:v>
                </c:pt>
                <c:pt idx="478">
                  <c:v>98.495640964079101</c:v>
                </c:pt>
                <c:pt idx="479">
                  <c:v>98.507570227844695</c:v>
                </c:pt>
                <c:pt idx="480">
                  <c:v>98.519499491610304</c:v>
                </c:pt>
                <c:pt idx="481">
                  <c:v>98.530184806319298</c:v>
                </c:pt>
                <c:pt idx="482">
                  <c:v>98.540870121028306</c:v>
                </c:pt>
                <c:pt idx="483">
                  <c:v>98.551555435737399</c:v>
                </c:pt>
                <c:pt idx="484">
                  <c:v>98.562240750446406</c:v>
                </c:pt>
                <c:pt idx="485">
                  <c:v>98.572926065155499</c:v>
                </c:pt>
                <c:pt idx="486">
                  <c:v>98.583611379864493</c:v>
                </c:pt>
                <c:pt idx="487">
                  <c:v>98.594296694573501</c:v>
                </c:pt>
                <c:pt idx="488">
                  <c:v>98.604982009282594</c:v>
                </c:pt>
                <c:pt idx="489">
                  <c:v>98.615667323991602</c:v>
                </c:pt>
                <c:pt idx="490">
                  <c:v>98.626352638700695</c:v>
                </c:pt>
                <c:pt idx="491">
                  <c:v>98.637037953409703</c:v>
                </c:pt>
                <c:pt idx="492">
                  <c:v>98.647723268118796</c:v>
                </c:pt>
                <c:pt idx="493">
                  <c:v>98.658408582827803</c:v>
                </c:pt>
                <c:pt idx="494">
                  <c:v>98.669093897536797</c:v>
                </c:pt>
                <c:pt idx="495">
                  <c:v>98.679779212245904</c:v>
                </c:pt>
                <c:pt idx="496">
                  <c:v>98.690464526954898</c:v>
                </c:pt>
                <c:pt idx="497">
                  <c:v>98.701149841664005</c:v>
                </c:pt>
                <c:pt idx="498">
                  <c:v>98.711835156372999</c:v>
                </c:pt>
                <c:pt idx="499">
                  <c:v>98.722520471082106</c:v>
                </c:pt>
                <c:pt idx="500">
                  <c:v>98.7332057857911</c:v>
                </c:pt>
                <c:pt idx="501">
                  <c:v>98.743891100500207</c:v>
                </c:pt>
                <c:pt idx="502">
                  <c:v>98.7545764152092</c:v>
                </c:pt>
                <c:pt idx="503">
                  <c:v>98.765261729918194</c:v>
                </c:pt>
                <c:pt idx="504">
                  <c:v>98.775947044627301</c:v>
                </c:pt>
                <c:pt idx="505">
                  <c:v>98.786632359336295</c:v>
                </c:pt>
                <c:pt idx="506">
                  <c:v>98.797317674045402</c:v>
                </c:pt>
                <c:pt idx="507">
                  <c:v>98.808002988754396</c:v>
                </c:pt>
                <c:pt idx="508">
                  <c:v>98.818688303463503</c:v>
                </c:pt>
                <c:pt idx="509">
                  <c:v>98.829373618172497</c:v>
                </c:pt>
                <c:pt idx="510">
                  <c:v>98.840058932881504</c:v>
                </c:pt>
                <c:pt idx="511">
                  <c:v>98.849661178065702</c:v>
                </c:pt>
                <c:pt idx="512">
                  <c:v>98.8592634232498</c:v>
                </c:pt>
                <c:pt idx="513">
                  <c:v>98.868865668433898</c:v>
                </c:pt>
                <c:pt idx="514">
                  <c:v>98.878467913617996</c:v>
                </c:pt>
                <c:pt idx="515">
                  <c:v>98.888070158802194</c:v>
                </c:pt>
                <c:pt idx="516">
                  <c:v>98.897672403986306</c:v>
                </c:pt>
                <c:pt idx="517">
                  <c:v>98.907274649170404</c:v>
                </c:pt>
                <c:pt idx="518">
                  <c:v>98.916876894354601</c:v>
                </c:pt>
                <c:pt idx="519">
                  <c:v>98.926479139538699</c:v>
                </c:pt>
                <c:pt idx="520">
                  <c:v>98.936081384722797</c:v>
                </c:pt>
                <c:pt idx="521">
                  <c:v>98.945683629906895</c:v>
                </c:pt>
                <c:pt idx="522">
                  <c:v>98.955285875091107</c:v>
                </c:pt>
                <c:pt idx="523">
                  <c:v>98.964888120275205</c:v>
                </c:pt>
                <c:pt idx="524">
                  <c:v>98.974490365459303</c:v>
                </c:pt>
                <c:pt idx="525">
                  <c:v>98.984092610643401</c:v>
                </c:pt>
                <c:pt idx="526">
                  <c:v>98.993694855827599</c:v>
                </c:pt>
                <c:pt idx="527">
                  <c:v>99.003297101011697</c:v>
                </c:pt>
                <c:pt idx="528">
                  <c:v>99.012899346195795</c:v>
                </c:pt>
                <c:pt idx="529">
                  <c:v>99.022501591379907</c:v>
                </c:pt>
                <c:pt idx="530">
                  <c:v>99.032103836564104</c:v>
                </c:pt>
                <c:pt idx="531">
                  <c:v>99.041706081748202</c:v>
                </c:pt>
                <c:pt idx="532">
                  <c:v>99.0513083269323</c:v>
                </c:pt>
                <c:pt idx="533">
                  <c:v>99.060910572116398</c:v>
                </c:pt>
                <c:pt idx="534">
                  <c:v>99.070512817300596</c:v>
                </c:pt>
                <c:pt idx="535">
                  <c:v>99.080115062484694</c:v>
                </c:pt>
                <c:pt idx="536">
                  <c:v>99.089717307668806</c:v>
                </c:pt>
                <c:pt idx="537">
                  <c:v>99.099319552853004</c:v>
                </c:pt>
                <c:pt idx="538">
                  <c:v>99.108921798037102</c:v>
                </c:pt>
                <c:pt idx="539">
                  <c:v>99.1185240432212</c:v>
                </c:pt>
                <c:pt idx="540">
                  <c:v>99.128126288405298</c:v>
                </c:pt>
                <c:pt idx="541">
                  <c:v>99.136782165169393</c:v>
                </c:pt>
                <c:pt idx="542">
                  <c:v>99.145438041933602</c:v>
                </c:pt>
                <c:pt idx="543">
                  <c:v>99.154093918697598</c:v>
                </c:pt>
                <c:pt idx="544">
                  <c:v>99.162749795461806</c:v>
                </c:pt>
                <c:pt idx="545">
                  <c:v>99.171405672225902</c:v>
                </c:pt>
                <c:pt idx="546">
                  <c:v>99.180061548989997</c:v>
                </c:pt>
                <c:pt idx="547">
                  <c:v>99.188717425754106</c:v>
                </c:pt>
                <c:pt idx="548">
                  <c:v>99.197373302518201</c:v>
                </c:pt>
                <c:pt idx="549">
                  <c:v>99.206029179282297</c:v>
                </c:pt>
                <c:pt idx="550">
                  <c:v>99.214685056046406</c:v>
                </c:pt>
                <c:pt idx="551">
                  <c:v>99.223340932810501</c:v>
                </c:pt>
                <c:pt idx="552">
                  <c:v>99.231996809574596</c:v>
                </c:pt>
                <c:pt idx="553">
                  <c:v>99.240652686338706</c:v>
                </c:pt>
                <c:pt idx="554">
                  <c:v>99.249308563102801</c:v>
                </c:pt>
                <c:pt idx="555">
                  <c:v>99.257964439866896</c:v>
                </c:pt>
                <c:pt idx="556">
                  <c:v>99.266620316631005</c:v>
                </c:pt>
                <c:pt idx="557">
                  <c:v>99.275276193395101</c:v>
                </c:pt>
                <c:pt idx="558">
                  <c:v>99.283932070159196</c:v>
                </c:pt>
                <c:pt idx="559">
                  <c:v>99.292587946923305</c:v>
                </c:pt>
                <c:pt idx="560">
                  <c:v>99.3012438236874</c:v>
                </c:pt>
                <c:pt idx="561">
                  <c:v>99.309899700451496</c:v>
                </c:pt>
                <c:pt idx="562">
                  <c:v>99.318555577215704</c:v>
                </c:pt>
                <c:pt idx="563">
                  <c:v>99.3272114539797</c:v>
                </c:pt>
                <c:pt idx="564">
                  <c:v>99.335867330743795</c:v>
                </c:pt>
                <c:pt idx="565">
                  <c:v>99.344523207508004</c:v>
                </c:pt>
                <c:pt idx="566">
                  <c:v>99.353179084272099</c:v>
                </c:pt>
                <c:pt idx="567">
                  <c:v>99.361834961036195</c:v>
                </c:pt>
                <c:pt idx="568">
                  <c:v>99.370490837800304</c:v>
                </c:pt>
                <c:pt idx="569">
                  <c:v>99.379146714564399</c:v>
                </c:pt>
                <c:pt idx="570">
                  <c:v>99.387802591328494</c:v>
                </c:pt>
                <c:pt idx="571">
                  <c:v>99.395627722149001</c:v>
                </c:pt>
                <c:pt idx="572">
                  <c:v>99.403452852969593</c:v>
                </c:pt>
                <c:pt idx="573">
                  <c:v>99.4112779837901</c:v>
                </c:pt>
                <c:pt idx="574">
                  <c:v>99.419103114610706</c:v>
                </c:pt>
                <c:pt idx="575">
                  <c:v>99.426928245431199</c:v>
                </c:pt>
                <c:pt idx="576">
                  <c:v>99.434753376251805</c:v>
                </c:pt>
                <c:pt idx="577">
                  <c:v>99.442578507072298</c:v>
                </c:pt>
                <c:pt idx="578">
                  <c:v>99.450403637892904</c:v>
                </c:pt>
                <c:pt idx="579">
                  <c:v>99.458228768713397</c:v>
                </c:pt>
                <c:pt idx="580">
                  <c:v>99.466053899533904</c:v>
                </c:pt>
                <c:pt idx="581">
                  <c:v>99.473879030354496</c:v>
                </c:pt>
                <c:pt idx="582">
                  <c:v>99.481704161175003</c:v>
                </c:pt>
                <c:pt idx="583">
                  <c:v>99.489529291995595</c:v>
                </c:pt>
                <c:pt idx="584">
                  <c:v>99.497354422816102</c:v>
                </c:pt>
                <c:pt idx="585">
                  <c:v>99.505179553636694</c:v>
                </c:pt>
                <c:pt idx="586">
                  <c:v>99.513004684457201</c:v>
                </c:pt>
                <c:pt idx="587">
                  <c:v>99.520829815277807</c:v>
                </c:pt>
                <c:pt idx="588">
                  <c:v>99.5286549460983</c:v>
                </c:pt>
                <c:pt idx="589">
                  <c:v>99.536480076918807</c:v>
                </c:pt>
                <c:pt idx="590">
                  <c:v>99.544305207739399</c:v>
                </c:pt>
                <c:pt idx="591">
                  <c:v>99.552130338559905</c:v>
                </c:pt>
                <c:pt idx="592">
                  <c:v>99.559955469380498</c:v>
                </c:pt>
                <c:pt idx="593">
                  <c:v>99.567780600201004</c:v>
                </c:pt>
                <c:pt idx="594">
                  <c:v>99.575605731021597</c:v>
                </c:pt>
                <c:pt idx="595">
                  <c:v>99.583430861842103</c:v>
                </c:pt>
                <c:pt idx="596">
                  <c:v>99.591255992662695</c:v>
                </c:pt>
                <c:pt idx="597">
                  <c:v>99.599081123483202</c:v>
                </c:pt>
                <c:pt idx="598">
                  <c:v>99.606906254303794</c:v>
                </c:pt>
                <c:pt idx="599">
                  <c:v>99.614731385124301</c:v>
                </c:pt>
                <c:pt idx="600">
                  <c:v>99.622556515944794</c:v>
                </c:pt>
                <c:pt idx="601">
                  <c:v>99.629649474407699</c:v>
                </c:pt>
                <c:pt idx="602">
                  <c:v>99.636742432870506</c:v>
                </c:pt>
                <c:pt idx="603">
                  <c:v>99.643835391333297</c:v>
                </c:pt>
                <c:pt idx="604">
                  <c:v>99.650928349796203</c:v>
                </c:pt>
                <c:pt idx="605">
                  <c:v>99.658021308258995</c:v>
                </c:pt>
                <c:pt idx="606">
                  <c:v>99.665114266721901</c:v>
                </c:pt>
                <c:pt idx="607">
                  <c:v>99.672207225184707</c:v>
                </c:pt>
                <c:pt idx="608">
                  <c:v>99.679300183647499</c:v>
                </c:pt>
                <c:pt idx="609">
                  <c:v>99.686393142110404</c:v>
                </c:pt>
                <c:pt idx="610">
                  <c:v>99.693486100573196</c:v>
                </c:pt>
                <c:pt idx="611">
                  <c:v>99.700579059036002</c:v>
                </c:pt>
                <c:pt idx="612">
                  <c:v>99.707672017498894</c:v>
                </c:pt>
                <c:pt idx="613">
                  <c:v>99.7147649759617</c:v>
                </c:pt>
                <c:pt idx="614">
                  <c:v>99.721857934424506</c:v>
                </c:pt>
                <c:pt idx="615">
                  <c:v>99.728950892887397</c:v>
                </c:pt>
                <c:pt idx="616">
                  <c:v>99.736043851350203</c:v>
                </c:pt>
                <c:pt idx="617">
                  <c:v>99.743136809813095</c:v>
                </c:pt>
                <c:pt idx="618">
                  <c:v>99.750229768275901</c:v>
                </c:pt>
                <c:pt idx="619">
                  <c:v>99.757322726738707</c:v>
                </c:pt>
                <c:pt idx="620">
                  <c:v>99.764415685201499</c:v>
                </c:pt>
                <c:pt idx="621">
                  <c:v>99.771508643664404</c:v>
                </c:pt>
                <c:pt idx="622">
                  <c:v>99.778601602127196</c:v>
                </c:pt>
                <c:pt idx="623">
                  <c:v>99.785694560590102</c:v>
                </c:pt>
                <c:pt idx="624">
                  <c:v>99.792787519052894</c:v>
                </c:pt>
                <c:pt idx="625">
                  <c:v>99.7998804775157</c:v>
                </c:pt>
                <c:pt idx="626">
                  <c:v>99.806973435978605</c:v>
                </c:pt>
                <c:pt idx="627">
                  <c:v>99.814066394441397</c:v>
                </c:pt>
                <c:pt idx="628">
                  <c:v>99.821159352904203</c:v>
                </c:pt>
                <c:pt idx="629">
                  <c:v>99.828252311367095</c:v>
                </c:pt>
                <c:pt idx="630">
                  <c:v>99.835345269829901</c:v>
                </c:pt>
                <c:pt idx="631">
                  <c:v>99.841790680428502</c:v>
                </c:pt>
                <c:pt idx="632">
                  <c:v>99.848236091027204</c:v>
                </c:pt>
                <c:pt idx="633">
                  <c:v>99.854681501625805</c:v>
                </c:pt>
                <c:pt idx="634">
                  <c:v>99.861126912224407</c:v>
                </c:pt>
                <c:pt idx="635">
                  <c:v>99.867572322822994</c:v>
                </c:pt>
                <c:pt idx="636">
                  <c:v>99.874017733421695</c:v>
                </c:pt>
                <c:pt idx="637">
                  <c:v>99.880463144020297</c:v>
                </c:pt>
                <c:pt idx="638">
                  <c:v>99.886908554618898</c:v>
                </c:pt>
                <c:pt idx="639">
                  <c:v>99.8933539652175</c:v>
                </c:pt>
                <c:pt idx="640">
                  <c:v>99.899799375816201</c:v>
                </c:pt>
                <c:pt idx="641">
                  <c:v>99.906244786414803</c:v>
                </c:pt>
                <c:pt idx="642">
                  <c:v>99.912690197013404</c:v>
                </c:pt>
                <c:pt idx="643">
                  <c:v>99.919135607612006</c:v>
                </c:pt>
                <c:pt idx="644">
                  <c:v>99.925581018210707</c:v>
                </c:pt>
                <c:pt idx="645">
                  <c:v>99.932026428809294</c:v>
                </c:pt>
                <c:pt idx="646">
                  <c:v>99.938471839407896</c:v>
                </c:pt>
                <c:pt idx="647">
                  <c:v>99.944917250006498</c:v>
                </c:pt>
                <c:pt idx="648">
                  <c:v>99.951362660605099</c:v>
                </c:pt>
                <c:pt idx="649">
                  <c:v>99.9578080712038</c:v>
                </c:pt>
                <c:pt idx="650">
                  <c:v>99.964253481802402</c:v>
                </c:pt>
                <c:pt idx="651">
                  <c:v>99.970698892401003</c:v>
                </c:pt>
                <c:pt idx="652">
                  <c:v>99.977144302999704</c:v>
                </c:pt>
                <c:pt idx="653">
                  <c:v>99.983589713598306</c:v>
                </c:pt>
                <c:pt idx="654">
                  <c:v>99.990035124196893</c:v>
                </c:pt>
                <c:pt idx="655">
                  <c:v>99.996480534795495</c:v>
                </c:pt>
                <c:pt idx="656">
                  <c:v>100.002925945394</c:v>
                </c:pt>
                <c:pt idx="657">
                  <c:v>100.009371355993</c:v>
                </c:pt>
                <c:pt idx="658">
                  <c:v>100.015816766591</c:v>
                </c:pt>
                <c:pt idx="659">
                  <c:v>100.02226217719</c:v>
                </c:pt>
                <c:pt idx="660">
                  <c:v>100.028707587789</c:v>
                </c:pt>
                <c:pt idx="661">
                  <c:v>100.034577365844</c:v>
                </c:pt>
                <c:pt idx="662">
                  <c:v>100.04044714389801</c:v>
                </c:pt>
                <c:pt idx="663">
                  <c:v>100.04631692195299</c:v>
                </c:pt>
                <c:pt idx="664">
                  <c:v>100.05218670000799</c:v>
                </c:pt>
                <c:pt idx="665">
                  <c:v>100.05805647806299</c:v>
                </c:pt>
                <c:pt idx="666">
                  <c:v>100.06392625611799</c:v>
                </c:pt>
                <c:pt idx="667">
                  <c:v>100.069796034173</c:v>
                </c:pt>
                <c:pt idx="668">
                  <c:v>100.075665812228</c:v>
                </c:pt>
                <c:pt idx="669">
                  <c:v>100.081535590283</c:v>
                </c:pt>
                <c:pt idx="670">
                  <c:v>100.087405368338</c:v>
                </c:pt>
                <c:pt idx="671">
                  <c:v>100.093275146393</c:v>
                </c:pt>
                <c:pt idx="672">
                  <c:v>100.099144924447</c:v>
                </c:pt>
                <c:pt idx="673">
                  <c:v>100.105014702502</c:v>
                </c:pt>
                <c:pt idx="674">
                  <c:v>100.110884480557</c:v>
                </c:pt>
                <c:pt idx="675">
                  <c:v>100.116754258612</c:v>
                </c:pt>
                <c:pt idx="676">
                  <c:v>100.12262403666701</c:v>
                </c:pt>
                <c:pt idx="677">
                  <c:v>100.12849381472201</c:v>
                </c:pt>
                <c:pt idx="678">
                  <c:v>100.13436359277701</c:v>
                </c:pt>
                <c:pt idx="679">
                  <c:v>100.14023337083199</c:v>
                </c:pt>
                <c:pt idx="680">
                  <c:v>100.14610314888699</c:v>
                </c:pt>
                <c:pt idx="681">
                  <c:v>100.15197292694199</c:v>
                </c:pt>
                <c:pt idx="682">
                  <c:v>100.157842704996</c:v>
                </c:pt>
                <c:pt idx="683">
                  <c:v>100.163712483051</c:v>
                </c:pt>
                <c:pt idx="684">
                  <c:v>100.169582261106</c:v>
                </c:pt>
                <c:pt idx="685">
                  <c:v>100.175452039161</c:v>
                </c:pt>
                <c:pt idx="686">
                  <c:v>100.181321817216</c:v>
                </c:pt>
                <c:pt idx="687">
                  <c:v>100.187191595271</c:v>
                </c:pt>
                <c:pt idx="688">
                  <c:v>100.193061373326</c:v>
                </c:pt>
                <c:pt idx="689">
                  <c:v>100.198931151381</c:v>
                </c:pt>
                <c:pt idx="690">
                  <c:v>100.204800929436</c:v>
                </c:pt>
                <c:pt idx="691">
                  <c:v>100.210158000852</c:v>
                </c:pt>
                <c:pt idx="692">
                  <c:v>100.215515072269</c:v>
                </c:pt>
                <c:pt idx="693">
                  <c:v>100.220872143685</c:v>
                </c:pt>
                <c:pt idx="694">
                  <c:v>100.22622921510199</c:v>
                </c:pt>
                <c:pt idx="695">
                  <c:v>100.231586286519</c:v>
                </c:pt>
                <c:pt idx="696">
                  <c:v>100.236943357935</c:v>
                </c:pt>
                <c:pt idx="697">
                  <c:v>100.242300429352</c:v>
                </c:pt>
                <c:pt idx="698">
                  <c:v>100.247657500768</c:v>
                </c:pt>
                <c:pt idx="699">
                  <c:v>100.25301457218499</c:v>
                </c:pt>
                <c:pt idx="700">
                  <c:v>100.258371643602</c:v>
                </c:pt>
                <c:pt idx="701">
                  <c:v>100.263728715018</c:v>
                </c:pt>
                <c:pt idx="702">
                  <c:v>100.269085786435</c:v>
                </c:pt>
                <c:pt idx="703">
                  <c:v>100.274442857851</c:v>
                </c:pt>
                <c:pt idx="704">
                  <c:v>100.27979992926799</c:v>
                </c:pt>
                <c:pt idx="705">
                  <c:v>100.285157000685</c:v>
                </c:pt>
                <c:pt idx="706">
                  <c:v>100.290514072101</c:v>
                </c:pt>
                <c:pt idx="707">
                  <c:v>100.295871143518</c:v>
                </c:pt>
                <c:pt idx="708">
                  <c:v>100.301228214934</c:v>
                </c:pt>
                <c:pt idx="709">
                  <c:v>100.30658528635099</c:v>
                </c:pt>
                <c:pt idx="710">
                  <c:v>100.311942357768</c:v>
                </c:pt>
                <c:pt idx="711">
                  <c:v>100.317299429184</c:v>
                </c:pt>
                <c:pt idx="712">
                  <c:v>100.322656500601</c:v>
                </c:pt>
                <c:pt idx="713">
                  <c:v>100.328013572017</c:v>
                </c:pt>
                <c:pt idx="714">
                  <c:v>100.33337064343399</c:v>
                </c:pt>
                <c:pt idx="715">
                  <c:v>100.338727714851</c:v>
                </c:pt>
                <c:pt idx="716">
                  <c:v>100.344084786267</c:v>
                </c:pt>
                <c:pt idx="717">
                  <c:v>100.349441857684</c:v>
                </c:pt>
                <c:pt idx="718">
                  <c:v>100.3547989291</c:v>
                </c:pt>
                <c:pt idx="719">
                  <c:v>100.36015600051699</c:v>
                </c:pt>
                <c:pt idx="720">
                  <c:v>100.365513071934</c:v>
                </c:pt>
                <c:pt idx="721">
                  <c:v>100.370411373202</c:v>
                </c:pt>
                <c:pt idx="722">
                  <c:v>100.375309674471</c:v>
                </c:pt>
                <c:pt idx="723">
                  <c:v>100.38020797574001</c:v>
                </c:pt>
                <c:pt idx="724">
                  <c:v>100.38510627700801</c:v>
                </c:pt>
                <c:pt idx="725">
                  <c:v>100.390004578277</c:v>
                </c:pt>
                <c:pt idx="726">
                  <c:v>100.394902879546</c:v>
                </c:pt>
                <c:pt idx="727">
                  <c:v>100.39980118081399</c:v>
                </c:pt>
                <c:pt idx="728">
                  <c:v>100.404699482083</c:v>
                </c:pt>
                <c:pt idx="729">
                  <c:v>100.409597783352</c:v>
                </c:pt>
                <c:pt idx="730">
                  <c:v>100.41449608462</c:v>
                </c:pt>
                <c:pt idx="731">
                  <c:v>100.41939438588901</c:v>
                </c:pt>
                <c:pt idx="732">
                  <c:v>100.424292687158</c:v>
                </c:pt>
                <c:pt idx="733">
                  <c:v>100.429190988426</c:v>
                </c:pt>
                <c:pt idx="734">
                  <c:v>100.434089289695</c:v>
                </c:pt>
                <c:pt idx="735">
                  <c:v>100.438987590964</c:v>
                </c:pt>
                <c:pt idx="736">
                  <c:v>100.443885892232</c:v>
                </c:pt>
                <c:pt idx="737">
                  <c:v>100.448784193501</c:v>
                </c:pt>
                <c:pt idx="738">
                  <c:v>100.45368249477001</c:v>
                </c:pt>
                <c:pt idx="739">
                  <c:v>100.45858079603801</c:v>
                </c:pt>
                <c:pt idx="740">
                  <c:v>100.463479097307</c:v>
                </c:pt>
                <c:pt idx="741">
                  <c:v>100.468377398576</c:v>
                </c:pt>
                <c:pt idx="742">
                  <c:v>100.473275699844</c:v>
                </c:pt>
                <c:pt idx="743">
                  <c:v>100.478174001113</c:v>
                </c:pt>
                <c:pt idx="744">
                  <c:v>100.483072302382</c:v>
                </c:pt>
                <c:pt idx="745">
                  <c:v>100.48797060365</c:v>
                </c:pt>
                <c:pt idx="746">
                  <c:v>100.49286890491901</c:v>
                </c:pt>
                <c:pt idx="747">
                  <c:v>100.497767206188</c:v>
                </c:pt>
                <c:pt idx="748">
                  <c:v>100.502665507456</c:v>
                </c:pt>
                <c:pt idx="749">
                  <c:v>100.507563808725</c:v>
                </c:pt>
                <c:pt idx="750">
                  <c:v>100.512462109994</c:v>
                </c:pt>
                <c:pt idx="751">
                  <c:v>100.516948448069</c:v>
                </c:pt>
                <c:pt idx="752">
                  <c:v>100.521434786144</c:v>
                </c:pt>
                <c:pt idx="753">
                  <c:v>100.525921124219</c:v>
                </c:pt>
                <c:pt idx="754">
                  <c:v>100.53040746229399</c:v>
                </c:pt>
                <c:pt idx="755">
                  <c:v>100.53489380036901</c:v>
                </c:pt>
                <c:pt idx="756">
                  <c:v>100.539380138444</c:v>
                </c:pt>
                <c:pt idx="757">
                  <c:v>100.543866476519</c:v>
                </c:pt>
                <c:pt idx="758">
                  <c:v>100.548352814594</c:v>
                </c:pt>
                <c:pt idx="759">
                  <c:v>100.55283915266899</c:v>
                </c:pt>
                <c:pt idx="760">
                  <c:v>100.55732549074401</c:v>
                </c:pt>
                <c:pt idx="761">
                  <c:v>100.561811828819</c:v>
                </c:pt>
                <c:pt idx="762">
                  <c:v>100.566298166894</c:v>
                </c:pt>
                <c:pt idx="763">
                  <c:v>100.570784504969</c:v>
                </c:pt>
                <c:pt idx="764">
                  <c:v>100.575270843044</c:v>
                </c:pt>
                <c:pt idx="765">
                  <c:v>100.57975718111901</c:v>
                </c:pt>
                <c:pt idx="766">
                  <c:v>100.584243519194</c:v>
                </c:pt>
                <c:pt idx="767">
                  <c:v>100.588729857269</c:v>
                </c:pt>
                <c:pt idx="768">
                  <c:v>100.593216195344</c:v>
                </c:pt>
                <c:pt idx="769">
                  <c:v>100.597702533419</c:v>
                </c:pt>
                <c:pt idx="770">
                  <c:v>100.60218887149399</c:v>
                </c:pt>
                <c:pt idx="771">
                  <c:v>100.606675209569</c:v>
                </c:pt>
                <c:pt idx="772">
                  <c:v>100.611161547644</c:v>
                </c:pt>
                <c:pt idx="773">
                  <c:v>100.615647885719</c:v>
                </c:pt>
                <c:pt idx="774">
                  <c:v>100.620134223794</c:v>
                </c:pt>
                <c:pt idx="775">
                  <c:v>100.62462056186899</c:v>
                </c:pt>
                <c:pt idx="776">
                  <c:v>100.62910689994401</c:v>
                </c:pt>
                <c:pt idx="777">
                  <c:v>100.633593238019</c:v>
                </c:pt>
                <c:pt idx="778">
                  <c:v>100.638079576094</c:v>
                </c:pt>
                <c:pt idx="779">
                  <c:v>100.642565914169</c:v>
                </c:pt>
                <c:pt idx="780">
                  <c:v>100.64705225224399</c:v>
                </c:pt>
                <c:pt idx="781">
                  <c:v>100.651168164423</c:v>
                </c:pt>
                <c:pt idx="782">
                  <c:v>100.655284076602</c:v>
                </c:pt>
                <c:pt idx="783">
                  <c:v>100.65939998878</c:v>
                </c:pt>
                <c:pt idx="784">
                  <c:v>100.663515900959</c:v>
                </c:pt>
                <c:pt idx="785">
                  <c:v>100.66763181313701</c:v>
                </c:pt>
                <c:pt idx="786">
                  <c:v>100.671747725316</c:v>
                </c:pt>
                <c:pt idx="787">
                  <c:v>100.675863637494</c:v>
                </c:pt>
                <c:pt idx="788">
                  <c:v>100.67997954967301</c:v>
                </c:pt>
                <c:pt idx="789">
                  <c:v>100.684095461851</c:v>
                </c:pt>
                <c:pt idx="790">
                  <c:v>100.68821137403</c:v>
                </c:pt>
                <c:pt idx="791">
                  <c:v>100.692327286208</c:v>
                </c:pt>
                <c:pt idx="792">
                  <c:v>100.696443198387</c:v>
                </c:pt>
                <c:pt idx="793">
                  <c:v>100.700559110566</c:v>
                </c:pt>
                <c:pt idx="794">
                  <c:v>100.704675022744</c:v>
                </c:pt>
                <c:pt idx="795">
                  <c:v>100.708790934923</c:v>
                </c:pt>
                <c:pt idx="796">
                  <c:v>100.712906847101</c:v>
                </c:pt>
                <c:pt idx="797">
                  <c:v>100.71702275928</c:v>
                </c:pt>
                <c:pt idx="798">
                  <c:v>100.72113867145799</c:v>
                </c:pt>
                <c:pt idx="799">
                  <c:v>100.725254583637</c:v>
                </c:pt>
                <c:pt idx="800">
                  <c:v>100.729370495815</c:v>
                </c:pt>
                <c:pt idx="801">
                  <c:v>100.73348640799399</c:v>
                </c:pt>
                <c:pt idx="802">
                  <c:v>100.737602320172</c:v>
                </c:pt>
                <c:pt idx="803">
                  <c:v>100.741718232351</c:v>
                </c:pt>
                <c:pt idx="804">
                  <c:v>100.745834144529</c:v>
                </c:pt>
                <c:pt idx="805">
                  <c:v>100.749950056708</c:v>
                </c:pt>
                <c:pt idx="806">
                  <c:v>100.75406596888701</c:v>
                </c:pt>
                <c:pt idx="807">
                  <c:v>100.758181881065</c:v>
                </c:pt>
                <c:pt idx="808">
                  <c:v>100.762297793244</c:v>
                </c:pt>
                <c:pt idx="809">
                  <c:v>100.766413705422</c:v>
                </c:pt>
                <c:pt idx="810">
                  <c:v>100.770529617601</c:v>
                </c:pt>
                <c:pt idx="811">
                  <c:v>100.77431075156299</c:v>
                </c:pt>
                <c:pt idx="812">
                  <c:v>100.778091885526</c:v>
                </c:pt>
                <c:pt idx="813">
                  <c:v>100.781873019488</c:v>
                </c:pt>
                <c:pt idx="814">
                  <c:v>100.78565415345101</c:v>
                </c:pt>
                <c:pt idx="815">
                  <c:v>100.789435287413</c:v>
                </c:pt>
                <c:pt idx="816">
                  <c:v>100.793216421376</c:v>
                </c:pt>
                <c:pt idx="817">
                  <c:v>100.796997555338</c:v>
                </c:pt>
                <c:pt idx="818">
                  <c:v>100.800778689301</c:v>
                </c:pt>
                <c:pt idx="819">
                  <c:v>100.80455982326301</c:v>
                </c:pt>
                <c:pt idx="820">
                  <c:v>100.80834095722599</c:v>
                </c:pt>
                <c:pt idx="821">
                  <c:v>100.812122091188</c:v>
                </c:pt>
                <c:pt idx="822">
                  <c:v>100.815903225151</c:v>
                </c:pt>
                <c:pt idx="823">
                  <c:v>100.819684359113</c:v>
                </c:pt>
                <c:pt idx="824">
                  <c:v>100.823465493076</c:v>
                </c:pt>
                <c:pt idx="825">
                  <c:v>100.82724662703799</c:v>
                </c:pt>
                <c:pt idx="826">
                  <c:v>100.831027761001</c:v>
                </c:pt>
                <c:pt idx="827">
                  <c:v>100.834808894963</c:v>
                </c:pt>
                <c:pt idx="828">
                  <c:v>100.83859002892601</c:v>
                </c:pt>
                <c:pt idx="829">
                  <c:v>100.842371162888</c:v>
                </c:pt>
                <c:pt idx="830">
                  <c:v>100.846152296851</c:v>
                </c:pt>
                <c:pt idx="831">
                  <c:v>100.849933430813</c:v>
                </c:pt>
                <c:pt idx="832">
                  <c:v>100.853714564776</c:v>
                </c:pt>
                <c:pt idx="833">
                  <c:v>100.85749569873801</c:v>
                </c:pt>
                <c:pt idx="834">
                  <c:v>100.8612768327</c:v>
                </c:pt>
                <c:pt idx="835">
                  <c:v>100.865057966663</c:v>
                </c:pt>
                <c:pt idx="836">
                  <c:v>100.868839100625</c:v>
                </c:pt>
                <c:pt idx="837">
                  <c:v>100.872620234588</c:v>
                </c:pt>
                <c:pt idx="838">
                  <c:v>100.87640136855001</c:v>
                </c:pt>
                <c:pt idx="839">
                  <c:v>100.88018250251299</c:v>
                </c:pt>
                <c:pt idx="840">
                  <c:v>100.883963636475</c:v>
                </c:pt>
                <c:pt idx="841">
                  <c:v>100.887441920144</c:v>
                </c:pt>
                <c:pt idx="842">
                  <c:v>100.890920203813</c:v>
                </c:pt>
                <c:pt idx="843">
                  <c:v>100.89439848748199</c:v>
                </c:pt>
                <c:pt idx="844">
                  <c:v>100.897876771151</c:v>
                </c:pt>
                <c:pt idx="845">
                  <c:v>100.90135505482</c:v>
                </c:pt>
                <c:pt idx="846">
                  <c:v>100.904833338489</c:v>
                </c:pt>
                <c:pt idx="847">
                  <c:v>100.908311622158</c:v>
                </c:pt>
                <c:pt idx="848">
                  <c:v>100.91178990582701</c:v>
                </c:pt>
                <c:pt idx="849">
                  <c:v>100.91526818949499</c:v>
                </c:pt>
                <c:pt idx="850">
                  <c:v>100.91874647316401</c:v>
                </c:pt>
                <c:pt idx="851">
                  <c:v>100.922224756833</c:v>
                </c:pt>
                <c:pt idx="852">
                  <c:v>100.925703040502</c:v>
                </c:pt>
                <c:pt idx="853">
                  <c:v>100.929181324171</c:v>
                </c:pt>
                <c:pt idx="854">
                  <c:v>100.93265960783999</c:v>
                </c:pt>
                <c:pt idx="855">
                  <c:v>100.93613789150901</c:v>
                </c:pt>
                <c:pt idx="856">
                  <c:v>100.939616175178</c:v>
                </c:pt>
                <c:pt idx="857">
                  <c:v>100.943094458847</c:v>
                </c:pt>
                <c:pt idx="858">
                  <c:v>100.946572742515</c:v>
                </c:pt>
                <c:pt idx="859">
                  <c:v>100.950051026184</c:v>
                </c:pt>
                <c:pt idx="860">
                  <c:v>100.953529309853</c:v>
                </c:pt>
                <c:pt idx="861">
                  <c:v>100.95700759352199</c:v>
                </c:pt>
                <c:pt idx="862">
                  <c:v>100.960485877191</c:v>
                </c:pt>
                <c:pt idx="863">
                  <c:v>100.96396416086</c:v>
                </c:pt>
                <c:pt idx="864">
                  <c:v>100.967442444529</c:v>
                </c:pt>
                <c:pt idx="865">
                  <c:v>100.970920728198</c:v>
                </c:pt>
                <c:pt idx="866">
                  <c:v>100.97439901186701</c:v>
                </c:pt>
                <c:pt idx="867">
                  <c:v>100.977877295535</c:v>
                </c:pt>
                <c:pt idx="868">
                  <c:v>100.98135557920401</c:v>
                </c:pt>
                <c:pt idx="869">
                  <c:v>100.984833862873</c:v>
                </c:pt>
                <c:pt idx="870">
                  <c:v>100.988312146542</c:v>
                </c:pt>
                <c:pt idx="871">
                  <c:v>100.99151516812201</c:v>
                </c:pt>
                <c:pt idx="872">
                  <c:v>100.994718189702</c:v>
                </c:pt>
                <c:pt idx="873">
                  <c:v>100.99792121128201</c:v>
                </c:pt>
                <c:pt idx="874">
                  <c:v>101.00112423286301</c:v>
                </c:pt>
                <c:pt idx="875">
                  <c:v>101.004327254443</c:v>
                </c:pt>
                <c:pt idx="876">
                  <c:v>101.007530276023</c:v>
                </c:pt>
                <c:pt idx="877">
                  <c:v>101.010733297603</c:v>
                </c:pt>
                <c:pt idx="878">
                  <c:v>101.013936319183</c:v>
                </c:pt>
                <c:pt idx="879">
                  <c:v>101.01713934076299</c:v>
                </c:pt>
                <c:pt idx="880">
                  <c:v>101.020342362343</c:v>
                </c:pt>
                <c:pt idx="881">
                  <c:v>101.02354538392299</c:v>
                </c:pt>
                <c:pt idx="882">
                  <c:v>101.02674840550399</c:v>
                </c:pt>
                <c:pt idx="883">
                  <c:v>101.029951427084</c:v>
                </c:pt>
                <c:pt idx="884">
                  <c:v>101.03315444866401</c:v>
                </c:pt>
                <c:pt idx="885">
                  <c:v>101.036357470244</c:v>
                </c:pt>
                <c:pt idx="886">
                  <c:v>101.03956049182401</c:v>
                </c:pt>
                <c:pt idx="887">
                  <c:v>101.042763513404</c:v>
                </c:pt>
                <c:pt idx="888">
                  <c:v>101.045966534984</c:v>
                </c:pt>
                <c:pt idx="889">
                  <c:v>101.049169556564</c:v>
                </c:pt>
                <c:pt idx="890">
                  <c:v>101.052372578145</c:v>
                </c:pt>
                <c:pt idx="891">
                  <c:v>101.055575599725</c:v>
                </c:pt>
                <c:pt idx="892">
                  <c:v>101.058778621305</c:v>
                </c:pt>
                <c:pt idx="893">
                  <c:v>101.061981642885</c:v>
                </c:pt>
                <c:pt idx="894">
                  <c:v>101.06518466446499</c:v>
                </c:pt>
                <c:pt idx="895">
                  <c:v>101.068387686045</c:v>
                </c:pt>
                <c:pt idx="896">
                  <c:v>101.07159070762501</c:v>
                </c:pt>
                <c:pt idx="897">
                  <c:v>101.07479372920599</c:v>
                </c:pt>
                <c:pt idx="898">
                  <c:v>101.077996750786</c:v>
                </c:pt>
                <c:pt idx="899">
                  <c:v>101.08119977236601</c:v>
                </c:pt>
                <c:pt idx="900">
                  <c:v>101.084402793946</c:v>
                </c:pt>
                <c:pt idx="901">
                  <c:v>101.087355971783</c:v>
                </c:pt>
                <c:pt idx="902">
                  <c:v>101.09030914962101</c:v>
                </c:pt>
                <c:pt idx="903">
                  <c:v>101.09326232745801</c:v>
                </c:pt>
                <c:pt idx="904">
                  <c:v>101.09621550529501</c:v>
                </c:pt>
                <c:pt idx="905">
                  <c:v>101.099168683133</c:v>
                </c:pt>
                <c:pt idx="906">
                  <c:v>101.10212186097</c:v>
                </c:pt>
                <c:pt idx="907">
                  <c:v>101.105075038808</c:v>
                </c:pt>
                <c:pt idx="908">
                  <c:v>101.108028216645</c:v>
                </c:pt>
                <c:pt idx="909">
                  <c:v>101.110981394482</c:v>
                </c:pt>
                <c:pt idx="910">
                  <c:v>101.11393457232001</c:v>
                </c:pt>
                <c:pt idx="911">
                  <c:v>101.11688775015701</c:v>
                </c:pt>
                <c:pt idx="912">
                  <c:v>101.119840927995</c:v>
                </c:pt>
                <c:pt idx="913">
                  <c:v>101.122794105832</c:v>
                </c:pt>
                <c:pt idx="914">
                  <c:v>101.125747283669</c:v>
                </c:pt>
                <c:pt idx="915">
                  <c:v>101.12870046150699</c:v>
                </c:pt>
                <c:pt idx="916">
                  <c:v>101.13165363934399</c:v>
                </c:pt>
                <c:pt idx="917">
                  <c:v>101.134606817182</c:v>
                </c:pt>
                <c:pt idx="918">
                  <c:v>101.137559995019</c:v>
                </c:pt>
                <c:pt idx="919">
                  <c:v>101.140513172856</c:v>
                </c:pt>
                <c:pt idx="920">
                  <c:v>101.143466350694</c:v>
                </c:pt>
                <c:pt idx="921">
                  <c:v>101.146419528531</c:v>
                </c:pt>
                <c:pt idx="922">
                  <c:v>101.14937270636899</c:v>
                </c:pt>
                <c:pt idx="923">
                  <c:v>101.15232588420599</c:v>
                </c:pt>
                <c:pt idx="924">
                  <c:v>101.15527906204299</c:v>
                </c:pt>
                <c:pt idx="925">
                  <c:v>101.158232239881</c:v>
                </c:pt>
                <c:pt idx="926">
                  <c:v>101.161185417718</c:v>
                </c:pt>
                <c:pt idx="927">
                  <c:v>101.164138595556</c:v>
                </c:pt>
                <c:pt idx="928">
                  <c:v>101.167091773393</c:v>
                </c:pt>
                <c:pt idx="929">
                  <c:v>101.17004495123</c:v>
                </c:pt>
                <c:pt idx="930">
                  <c:v>101.17299812906801</c:v>
                </c:pt>
                <c:pt idx="931">
                  <c:v>101.17572316175099</c:v>
                </c:pt>
                <c:pt idx="932">
                  <c:v>101.178448194433</c:v>
                </c:pt>
                <c:pt idx="933">
                  <c:v>101.18117322711601</c:v>
                </c:pt>
                <c:pt idx="934">
                  <c:v>101.18389825979899</c:v>
                </c:pt>
                <c:pt idx="935">
                  <c:v>101.186623292482</c:v>
                </c:pt>
                <c:pt idx="936">
                  <c:v>101.189348325164</c:v>
                </c:pt>
                <c:pt idx="937">
                  <c:v>101.19207335784699</c:v>
                </c:pt>
                <c:pt idx="938">
                  <c:v>101.19479839053</c:v>
                </c:pt>
                <c:pt idx="939">
                  <c:v>101.197523423213</c:v>
                </c:pt>
                <c:pt idx="940">
                  <c:v>101.20024845589499</c:v>
                </c:pt>
                <c:pt idx="941">
                  <c:v>101.202973488578</c:v>
                </c:pt>
                <c:pt idx="942">
                  <c:v>101.205698521261</c:v>
                </c:pt>
                <c:pt idx="943">
                  <c:v>101.208423553944</c:v>
                </c:pt>
                <c:pt idx="944">
                  <c:v>101.211148586626</c:v>
                </c:pt>
                <c:pt idx="945">
                  <c:v>101.213873619309</c:v>
                </c:pt>
                <c:pt idx="946">
                  <c:v>101.216598651992</c:v>
                </c:pt>
                <c:pt idx="947">
                  <c:v>101.219323684675</c:v>
                </c:pt>
                <c:pt idx="948">
                  <c:v>101.222048717357</c:v>
                </c:pt>
                <c:pt idx="949">
                  <c:v>101.22477375004</c:v>
                </c:pt>
                <c:pt idx="950">
                  <c:v>101.227498782723</c:v>
                </c:pt>
                <c:pt idx="951">
                  <c:v>101.23022381540601</c:v>
                </c:pt>
                <c:pt idx="952">
                  <c:v>101.232948848088</c:v>
                </c:pt>
                <c:pt idx="953">
                  <c:v>101.235673880771</c:v>
                </c:pt>
                <c:pt idx="954">
                  <c:v>101.23839891345401</c:v>
                </c:pt>
                <c:pt idx="955">
                  <c:v>101.24112394613699</c:v>
                </c:pt>
                <c:pt idx="956">
                  <c:v>101.243848978819</c:v>
                </c:pt>
                <c:pt idx="957">
                  <c:v>101.24657401150201</c:v>
                </c:pt>
                <c:pt idx="958">
                  <c:v>101.24929904418499</c:v>
                </c:pt>
                <c:pt idx="959">
                  <c:v>101.252024076868</c:v>
                </c:pt>
                <c:pt idx="960">
                  <c:v>101.25474910955</c:v>
                </c:pt>
                <c:pt idx="961">
                  <c:v>101.257265835788</c:v>
                </c:pt>
                <c:pt idx="962">
                  <c:v>101.25978256202499</c:v>
                </c:pt>
                <c:pt idx="963">
                  <c:v>101.262299288262</c:v>
                </c:pt>
                <c:pt idx="964">
                  <c:v>101.264816014499</c:v>
                </c:pt>
                <c:pt idx="965">
                  <c:v>101.267332740737</c:v>
                </c:pt>
                <c:pt idx="966">
                  <c:v>101.26984946697399</c:v>
                </c:pt>
                <c:pt idx="967">
                  <c:v>101.272366193211</c:v>
                </c:pt>
                <c:pt idx="968">
                  <c:v>101.274882919448</c:v>
                </c:pt>
                <c:pt idx="969">
                  <c:v>101.27739964568499</c:v>
                </c:pt>
                <c:pt idx="970">
                  <c:v>101.27991637192299</c:v>
                </c:pt>
                <c:pt idx="971">
                  <c:v>101.28243309816</c:v>
                </c:pt>
                <c:pt idx="972">
                  <c:v>101.284949824397</c:v>
                </c:pt>
                <c:pt idx="973">
                  <c:v>101.28746655063399</c:v>
                </c:pt>
                <c:pt idx="974">
                  <c:v>101.289983276871</c:v>
                </c:pt>
                <c:pt idx="975">
                  <c:v>101.292500003109</c:v>
                </c:pt>
                <c:pt idx="976">
                  <c:v>101.295016729346</c:v>
                </c:pt>
                <c:pt idx="977">
                  <c:v>101.29753345558299</c:v>
                </c:pt>
                <c:pt idx="978">
                  <c:v>101.30005018182</c:v>
                </c:pt>
                <c:pt idx="979">
                  <c:v>101.302566908057</c:v>
                </c:pt>
                <c:pt idx="980">
                  <c:v>101.305083634295</c:v>
                </c:pt>
                <c:pt idx="981">
                  <c:v>101.30760036053201</c:v>
                </c:pt>
                <c:pt idx="982">
                  <c:v>101.310117086769</c:v>
                </c:pt>
                <c:pt idx="983">
                  <c:v>101.312633813006</c:v>
                </c:pt>
                <c:pt idx="984">
                  <c:v>101.31515053924301</c:v>
                </c:pt>
                <c:pt idx="985">
                  <c:v>101.31766726548101</c:v>
                </c:pt>
                <c:pt idx="986">
                  <c:v>101.320183991718</c:v>
                </c:pt>
                <c:pt idx="987">
                  <c:v>101.322700717955</c:v>
                </c:pt>
                <c:pt idx="988">
                  <c:v>101.32521744419201</c:v>
                </c:pt>
                <c:pt idx="989">
                  <c:v>101.327734170429</c:v>
                </c:pt>
                <c:pt idx="990">
                  <c:v>101.330250896667</c:v>
                </c:pt>
                <c:pt idx="991">
                  <c:v>101.332577295288</c:v>
                </c:pt>
                <c:pt idx="992">
                  <c:v>101.33490369390999</c:v>
                </c:pt>
                <c:pt idx="993">
                  <c:v>101.337230092532</c:v>
                </c:pt>
                <c:pt idx="994">
                  <c:v>101.339556491154</c:v>
                </c:pt>
                <c:pt idx="995">
                  <c:v>101.341882889776</c:v>
                </c:pt>
                <c:pt idx="996">
                  <c:v>101.344209288397</c:v>
                </c:pt>
                <c:pt idx="997">
                  <c:v>101.346535687019</c:v>
                </c:pt>
                <c:pt idx="998">
                  <c:v>101.348862085641</c:v>
                </c:pt>
                <c:pt idx="999">
                  <c:v>101.35118848426301</c:v>
                </c:pt>
                <c:pt idx="1000">
                  <c:v>101.353514882884</c:v>
                </c:pt>
                <c:pt idx="1001">
                  <c:v>101.355841281506</c:v>
                </c:pt>
                <c:pt idx="1002">
                  <c:v>101.35816768012801</c:v>
                </c:pt>
                <c:pt idx="1003">
                  <c:v>101.36049407874999</c:v>
                </c:pt>
                <c:pt idx="1004">
                  <c:v>101.362820477372</c:v>
                </c:pt>
                <c:pt idx="1005">
                  <c:v>101.36514687599301</c:v>
                </c:pt>
                <c:pt idx="1006">
                  <c:v>101.36747327461499</c:v>
                </c:pt>
                <c:pt idx="1007">
                  <c:v>101.369799673237</c:v>
                </c:pt>
                <c:pt idx="1008">
                  <c:v>101.372126071859</c:v>
                </c:pt>
                <c:pt idx="1009">
                  <c:v>101.374452470481</c:v>
                </c:pt>
                <c:pt idx="1010">
                  <c:v>101.376778869102</c:v>
                </c:pt>
                <c:pt idx="1011">
                  <c:v>101.379105267724</c:v>
                </c:pt>
                <c:pt idx="1012">
                  <c:v>101.381431666346</c:v>
                </c:pt>
                <c:pt idx="1013">
                  <c:v>101.38375806496801</c:v>
                </c:pt>
                <c:pt idx="1014">
                  <c:v>101.386084463589</c:v>
                </c:pt>
                <c:pt idx="1015">
                  <c:v>101.388410862211</c:v>
                </c:pt>
                <c:pt idx="1016">
                  <c:v>101.39073726083301</c:v>
                </c:pt>
                <c:pt idx="1017">
                  <c:v>101.393063659455</c:v>
                </c:pt>
                <c:pt idx="1018">
                  <c:v>101.395390058077</c:v>
                </c:pt>
                <c:pt idx="1019">
                  <c:v>101.39771645669801</c:v>
                </c:pt>
                <c:pt idx="1020">
                  <c:v>101.40004285532</c:v>
                </c:pt>
                <c:pt idx="1021">
                  <c:v>101.402194425318</c:v>
                </c:pt>
                <c:pt idx="1022">
                  <c:v>101.40434599531601</c:v>
                </c:pt>
                <c:pt idx="1023">
                  <c:v>101.406497565314</c:v>
                </c:pt>
                <c:pt idx="1024">
                  <c:v>101.40864913531099</c:v>
                </c:pt>
                <c:pt idx="1025">
                  <c:v>101.410800705309</c:v>
                </c:pt>
                <c:pt idx="1026">
                  <c:v>101.41295227530701</c:v>
                </c:pt>
                <c:pt idx="1027">
                  <c:v>101.415103845305</c:v>
                </c:pt>
                <c:pt idx="1028">
                  <c:v>101.417255415303</c:v>
                </c:pt>
                <c:pt idx="1029">
                  <c:v>101.41940698530099</c:v>
                </c:pt>
                <c:pt idx="1030">
                  <c:v>101.421558555299</c:v>
                </c:pt>
                <c:pt idx="1031">
                  <c:v>101.423710125296</c:v>
                </c:pt>
                <c:pt idx="1032">
                  <c:v>101.425861695294</c:v>
                </c:pt>
                <c:pt idx="1033">
                  <c:v>101.42801326529199</c:v>
                </c:pt>
                <c:pt idx="1034">
                  <c:v>101.43016483529</c:v>
                </c:pt>
                <c:pt idx="1035">
                  <c:v>101.43231640528801</c:v>
                </c:pt>
                <c:pt idx="1036">
                  <c:v>101.434467975286</c:v>
                </c:pt>
                <c:pt idx="1037">
                  <c:v>101.43661954528299</c:v>
                </c:pt>
                <c:pt idx="1038">
                  <c:v>101.438771115281</c:v>
                </c:pt>
                <c:pt idx="1039">
                  <c:v>101.44092268527901</c:v>
                </c:pt>
                <c:pt idx="1040">
                  <c:v>101.443074255277</c:v>
                </c:pt>
                <c:pt idx="1041">
                  <c:v>101.445225825275</c:v>
                </c:pt>
                <c:pt idx="1042">
                  <c:v>101.44737739527299</c:v>
                </c:pt>
                <c:pt idx="1043">
                  <c:v>101.44952896527001</c:v>
                </c:pt>
                <c:pt idx="1044">
                  <c:v>101.451680535268</c:v>
                </c:pt>
                <c:pt idx="1045">
                  <c:v>101.453832105266</c:v>
                </c:pt>
                <c:pt idx="1046">
                  <c:v>101.45598367526399</c:v>
                </c:pt>
                <c:pt idx="1047">
                  <c:v>101.458135245262</c:v>
                </c:pt>
                <c:pt idx="1048">
                  <c:v>101.46028681526001</c:v>
                </c:pt>
                <c:pt idx="1049">
                  <c:v>101.462438385257</c:v>
                </c:pt>
                <c:pt idx="1050">
                  <c:v>101.46458995525499</c:v>
                </c:pt>
                <c:pt idx="1051">
                  <c:v>101.466581265681</c:v>
                </c:pt>
                <c:pt idx="1052">
                  <c:v>101.46857257610699</c:v>
                </c:pt>
                <c:pt idx="1053">
                  <c:v>101.470563886533</c:v>
                </c:pt>
                <c:pt idx="1054">
                  <c:v>101.47255519695899</c:v>
                </c:pt>
                <c:pt idx="1055">
                  <c:v>101.474546507385</c:v>
                </c:pt>
                <c:pt idx="1056">
                  <c:v>101.47653781781101</c:v>
                </c:pt>
                <c:pt idx="1057">
                  <c:v>101.478529128236</c:v>
                </c:pt>
                <c:pt idx="1058">
                  <c:v>101.480520438662</c:v>
                </c:pt>
                <c:pt idx="1059">
                  <c:v>101.482511749088</c:v>
                </c:pt>
                <c:pt idx="1060">
                  <c:v>101.484503059514</c:v>
                </c:pt>
                <c:pt idx="1061">
                  <c:v>101.48649436994</c:v>
                </c:pt>
                <c:pt idx="1062">
                  <c:v>101.488485680366</c:v>
                </c:pt>
                <c:pt idx="1063">
                  <c:v>101.490476990792</c:v>
                </c:pt>
                <c:pt idx="1064">
                  <c:v>101.492468301218</c:v>
                </c:pt>
                <c:pt idx="1065">
                  <c:v>101.494459611644</c:v>
                </c:pt>
                <c:pt idx="1066">
                  <c:v>101.496450922069</c:v>
                </c:pt>
                <c:pt idx="1067">
                  <c:v>101.49844223249499</c:v>
                </c:pt>
                <c:pt idx="1068">
                  <c:v>101.500433542921</c:v>
                </c:pt>
                <c:pt idx="1069">
                  <c:v>101.50242485334699</c:v>
                </c:pt>
                <c:pt idx="1070">
                  <c:v>101.504416163773</c:v>
                </c:pt>
                <c:pt idx="1071">
                  <c:v>101.50640747419899</c:v>
                </c:pt>
                <c:pt idx="1072">
                  <c:v>101.508398784625</c:v>
                </c:pt>
                <c:pt idx="1073">
                  <c:v>101.51039009505099</c:v>
                </c:pt>
                <c:pt idx="1074">
                  <c:v>101.512381405477</c:v>
                </c:pt>
                <c:pt idx="1075">
                  <c:v>101.514372715902</c:v>
                </c:pt>
                <c:pt idx="1076">
                  <c:v>101.51636402632801</c:v>
                </c:pt>
                <c:pt idx="1077">
                  <c:v>101.518355336754</c:v>
                </c:pt>
                <c:pt idx="1078">
                  <c:v>101.52034664718001</c:v>
                </c:pt>
                <c:pt idx="1079">
                  <c:v>101.522337957606</c:v>
                </c:pt>
                <c:pt idx="1080">
                  <c:v>101.52432926803201</c:v>
                </c:pt>
                <c:pt idx="1081">
                  <c:v>101.526173338039</c:v>
                </c:pt>
                <c:pt idx="1082">
                  <c:v>101.528017408046</c:v>
                </c:pt>
                <c:pt idx="1083">
                  <c:v>101.529861478052</c:v>
                </c:pt>
                <c:pt idx="1084">
                  <c:v>101.53170554805899</c:v>
                </c:pt>
                <c:pt idx="1085">
                  <c:v>101.533549618066</c:v>
                </c:pt>
                <c:pt idx="1086">
                  <c:v>101.535393688073</c:v>
                </c:pt>
                <c:pt idx="1087">
                  <c:v>101.537237758079</c:v>
                </c:pt>
                <c:pt idx="1088">
                  <c:v>101.539081828086</c:v>
                </c:pt>
                <c:pt idx="1089">
                  <c:v>101.54092589809299</c:v>
                </c:pt>
                <c:pt idx="1090">
                  <c:v>101.5427699681</c:v>
                </c:pt>
                <c:pt idx="1091">
                  <c:v>101.544614038107</c:v>
                </c:pt>
                <c:pt idx="1092">
                  <c:v>101.546458108113</c:v>
                </c:pt>
                <c:pt idx="1093">
                  <c:v>101.54830217812</c:v>
                </c:pt>
                <c:pt idx="1094">
                  <c:v>101.55014624812701</c:v>
                </c:pt>
                <c:pt idx="1095">
                  <c:v>101.551990318134</c:v>
                </c:pt>
                <c:pt idx="1096">
                  <c:v>101.553834388141</c:v>
                </c:pt>
                <c:pt idx="1097">
                  <c:v>101.555678458147</c:v>
                </c:pt>
                <c:pt idx="1098">
                  <c:v>101.557522528154</c:v>
                </c:pt>
                <c:pt idx="1099">
                  <c:v>101.55936659816101</c:v>
                </c:pt>
                <c:pt idx="1100">
                  <c:v>101.561210668168</c:v>
                </c:pt>
                <c:pt idx="1101">
                  <c:v>101.563054738175</c:v>
                </c:pt>
                <c:pt idx="1102">
                  <c:v>101.564898808181</c:v>
                </c:pt>
                <c:pt idx="1103">
                  <c:v>101.56674287818799</c:v>
                </c:pt>
                <c:pt idx="1104">
                  <c:v>101.568586948195</c:v>
                </c:pt>
                <c:pt idx="1105">
                  <c:v>101.570431018202</c:v>
                </c:pt>
                <c:pt idx="1106">
                  <c:v>101.572275088209</c:v>
                </c:pt>
                <c:pt idx="1107">
                  <c:v>101.574119158215</c:v>
                </c:pt>
                <c:pt idx="1108">
                  <c:v>101.57596322822199</c:v>
                </c:pt>
                <c:pt idx="1109">
                  <c:v>101.577807298229</c:v>
                </c:pt>
                <c:pt idx="1110">
                  <c:v>101.579651368236</c:v>
                </c:pt>
                <c:pt idx="1111">
                  <c:v>101.58135997705701</c:v>
                </c:pt>
                <c:pt idx="1112">
                  <c:v>101.583068585878</c:v>
                </c:pt>
                <c:pt idx="1113">
                  <c:v>101.584777194699</c:v>
                </c:pt>
                <c:pt idx="1114">
                  <c:v>101.586485803521</c:v>
                </c:pt>
                <c:pt idx="1115">
                  <c:v>101.58819441234201</c:v>
                </c:pt>
                <c:pt idx="1116">
                  <c:v>101.589903021163</c:v>
                </c:pt>
                <c:pt idx="1117">
                  <c:v>101.591611629984</c:v>
                </c:pt>
                <c:pt idx="1118">
                  <c:v>101.59332023880501</c:v>
                </c:pt>
                <c:pt idx="1119">
                  <c:v>101.59502884762701</c:v>
                </c:pt>
                <c:pt idx="1120">
                  <c:v>101.596737456448</c:v>
                </c:pt>
                <c:pt idx="1121">
                  <c:v>101.598446065269</c:v>
                </c:pt>
                <c:pt idx="1122">
                  <c:v>101.60015467409001</c:v>
                </c:pt>
                <c:pt idx="1123">
                  <c:v>101.60186328291201</c:v>
                </c:pt>
                <c:pt idx="1124">
                  <c:v>101.603571891733</c:v>
                </c:pt>
                <c:pt idx="1125">
                  <c:v>101.605280500554</c:v>
                </c:pt>
                <c:pt idx="1126">
                  <c:v>101.60698910937499</c:v>
                </c:pt>
                <c:pt idx="1127">
                  <c:v>101.608697718196</c:v>
                </c:pt>
                <c:pt idx="1128">
                  <c:v>101.610406327018</c:v>
                </c:pt>
                <c:pt idx="1129">
                  <c:v>101.612114935839</c:v>
                </c:pt>
                <c:pt idx="1130">
                  <c:v>101.61382354465999</c:v>
                </c:pt>
                <c:pt idx="1131">
                  <c:v>101.615532153481</c:v>
                </c:pt>
                <c:pt idx="1132">
                  <c:v>101.617240762303</c:v>
                </c:pt>
                <c:pt idx="1133">
                  <c:v>101.618949371124</c:v>
                </c:pt>
                <c:pt idx="1134">
                  <c:v>101.62065797994499</c:v>
                </c:pt>
                <c:pt idx="1135">
                  <c:v>101.622366588766</c:v>
                </c:pt>
                <c:pt idx="1136">
                  <c:v>101.624075197587</c:v>
                </c:pt>
                <c:pt idx="1137">
                  <c:v>101.625783806409</c:v>
                </c:pt>
                <c:pt idx="1138">
                  <c:v>101.62749241522999</c:v>
                </c:pt>
                <c:pt idx="1139">
                  <c:v>101.629201024051</c:v>
                </c:pt>
                <c:pt idx="1140">
                  <c:v>101.630909632872</c:v>
                </c:pt>
                <c:pt idx="1141">
                  <c:v>101.632493319822</c:v>
                </c:pt>
                <c:pt idx="1142">
                  <c:v>101.634077006772</c:v>
                </c:pt>
                <c:pt idx="1143">
                  <c:v>101.635660693722</c:v>
                </c:pt>
                <c:pt idx="1144">
                  <c:v>101.637244380672</c:v>
                </c:pt>
                <c:pt idx="1145">
                  <c:v>101.638828067622</c:v>
                </c:pt>
                <c:pt idx="1146">
                  <c:v>101.64041175457101</c:v>
                </c:pt>
                <c:pt idx="1147">
                  <c:v>101.641995441521</c:v>
                </c:pt>
                <c:pt idx="1148">
                  <c:v>101.643579128471</c:v>
                </c:pt>
                <c:pt idx="1149">
                  <c:v>101.645162815421</c:v>
                </c:pt>
                <c:pt idx="1150">
                  <c:v>101.646746502371</c:v>
                </c:pt>
                <c:pt idx="1151">
                  <c:v>101.648330189321</c:v>
                </c:pt>
                <c:pt idx="1152">
                  <c:v>101.649913876271</c:v>
                </c:pt>
                <c:pt idx="1153">
                  <c:v>101.65149756322</c:v>
                </c:pt>
                <c:pt idx="1154">
                  <c:v>101.65308125017</c:v>
                </c:pt>
                <c:pt idx="1155">
                  <c:v>101.65466493712</c:v>
                </c:pt>
                <c:pt idx="1156">
                  <c:v>101.65624862407</c:v>
                </c:pt>
                <c:pt idx="1157">
                  <c:v>101.65783231102</c:v>
                </c:pt>
                <c:pt idx="1158">
                  <c:v>101.65941599797</c:v>
                </c:pt>
                <c:pt idx="1159">
                  <c:v>101.66099968492</c:v>
                </c:pt>
                <c:pt idx="1160">
                  <c:v>101.662583371869</c:v>
                </c:pt>
                <c:pt idx="1161">
                  <c:v>101.664167058819</c:v>
                </c:pt>
                <c:pt idx="1162">
                  <c:v>101.665750745769</c:v>
                </c:pt>
                <c:pt idx="1163">
                  <c:v>101.667334432719</c:v>
                </c:pt>
                <c:pt idx="1164">
                  <c:v>101.668918119669</c:v>
                </c:pt>
                <c:pt idx="1165">
                  <c:v>101.670501806619</c:v>
                </c:pt>
                <c:pt idx="1166">
                  <c:v>101.672085493569</c:v>
                </c:pt>
                <c:pt idx="1167">
                  <c:v>101.673669180518</c:v>
                </c:pt>
                <c:pt idx="1168">
                  <c:v>101.675252867468</c:v>
                </c:pt>
                <c:pt idx="1169">
                  <c:v>101.676836554418</c:v>
                </c:pt>
                <c:pt idx="1170">
                  <c:v>101.678420241368</c:v>
                </c:pt>
                <c:pt idx="1171">
                  <c:v>101.679888925801</c:v>
                </c:pt>
                <c:pt idx="1172">
                  <c:v>101.681357610234</c:v>
                </c:pt>
                <c:pt idx="1173">
                  <c:v>101.682826294667</c:v>
                </c:pt>
                <c:pt idx="1174">
                  <c:v>101.6842949791</c:v>
                </c:pt>
                <c:pt idx="1175">
                  <c:v>101.685763663533</c:v>
                </c:pt>
                <c:pt idx="1176">
                  <c:v>101.687232347966</c:v>
                </c:pt>
                <c:pt idx="1177">
                  <c:v>101.688701032399</c:v>
                </c:pt>
                <c:pt idx="1178">
                  <c:v>101.690169716832</c:v>
                </c:pt>
                <c:pt idx="1179">
                  <c:v>101.691638401265</c:v>
                </c:pt>
                <c:pt idx="1180">
                  <c:v>101.693107085698</c:v>
                </c:pt>
                <c:pt idx="1181">
                  <c:v>101.694575770131</c:v>
                </c:pt>
                <c:pt idx="1182">
                  <c:v>101.696044454564</c:v>
                </c:pt>
                <c:pt idx="1183">
                  <c:v>101.697513138998</c:v>
                </c:pt>
                <c:pt idx="1184">
                  <c:v>101.698981823431</c:v>
                </c:pt>
                <c:pt idx="1185">
                  <c:v>101.70045050786401</c:v>
                </c:pt>
                <c:pt idx="1186">
                  <c:v>101.701919192297</c:v>
                </c:pt>
                <c:pt idx="1187">
                  <c:v>101.70338787673001</c:v>
                </c:pt>
                <c:pt idx="1188">
                  <c:v>101.704856561163</c:v>
                </c:pt>
                <c:pt idx="1189">
                  <c:v>101.70632524559601</c:v>
                </c:pt>
                <c:pt idx="1190">
                  <c:v>101.707793930029</c:v>
                </c:pt>
                <c:pt idx="1191">
                  <c:v>101.70926261446201</c:v>
                </c:pt>
                <c:pt idx="1192">
                  <c:v>101.710731298895</c:v>
                </c:pt>
                <c:pt idx="1193">
                  <c:v>101.71219998332801</c:v>
                </c:pt>
                <c:pt idx="1194">
                  <c:v>101.713668667761</c:v>
                </c:pt>
                <c:pt idx="1195">
                  <c:v>101.71513735219401</c:v>
                </c:pt>
                <c:pt idx="1196">
                  <c:v>101.716606036627</c:v>
                </c:pt>
                <c:pt idx="1197">
                  <c:v>101.71807472106001</c:v>
                </c:pt>
                <c:pt idx="1198">
                  <c:v>101.719543405493</c:v>
                </c:pt>
                <c:pt idx="1199">
                  <c:v>101.72101208992601</c:v>
                </c:pt>
                <c:pt idx="1200">
                  <c:v>101.722480774359</c:v>
                </c:pt>
                <c:pt idx="1201">
                  <c:v>101.72384313571099</c:v>
                </c:pt>
                <c:pt idx="1202">
                  <c:v>101.72520549706201</c:v>
                </c:pt>
                <c:pt idx="1203">
                  <c:v>101.726567858414</c:v>
                </c:pt>
                <c:pt idx="1204">
                  <c:v>101.727930219765</c:v>
                </c:pt>
                <c:pt idx="1205">
                  <c:v>101.72929258111699</c:v>
                </c:pt>
                <c:pt idx="1206">
                  <c:v>101.73065494246799</c:v>
                </c:pt>
                <c:pt idx="1207">
                  <c:v>101.73201730382</c:v>
                </c:pt>
                <c:pt idx="1208">
                  <c:v>101.733379665171</c:v>
                </c:pt>
                <c:pt idx="1209">
                  <c:v>101.734742026522</c:v>
                </c:pt>
                <c:pt idx="1210">
                  <c:v>101.73610438787399</c:v>
                </c:pt>
                <c:pt idx="1211">
                  <c:v>101.73746674922501</c:v>
                </c:pt>
                <c:pt idx="1212">
                  <c:v>101.738829110577</c:v>
                </c:pt>
                <c:pt idx="1213">
                  <c:v>101.740191471928</c:v>
                </c:pt>
                <c:pt idx="1214">
                  <c:v>101.74155383327999</c:v>
                </c:pt>
                <c:pt idx="1215">
                  <c:v>101.74291619463099</c:v>
                </c:pt>
                <c:pt idx="1216">
                  <c:v>101.744278555983</c:v>
                </c:pt>
                <c:pt idx="1217">
                  <c:v>101.745640917334</c:v>
                </c:pt>
                <c:pt idx="1218">
                  <c:v>101.74700327868599</c:v>
                </c:pt>
                <c:pt idx="1219">
                  <c:v>101.74836564003699</c:v>
                </c:pt>
                <c:pt idx="1220">
                  <c:v>101.749728001389</c:v>
                </c:pt>
                <c:pt idx="1221">
                  <c:v>101.75109036274</c:v>
                </c:pt>
                <c:pt idx="1222">
                  <c:v>101.752452724091</c:v>
                </c:pt>
                <c:pt idx="1223">
                  <c:v>101.75381508544299</c:v>
                </c:pt>
                <c:pt idx="1224">
                  <c:v>101.75517744679399</c:v>
                </c:pt>
                <c:pt idx="1225">
                  <c:v>101.756539808146</c:v>
                </c:pt>
                <c:pt idx="1226">
                  <c:v>101.757902169497</c:v>
                </c:pt>
                <c:pt idx="1227">
                  <c:v>101.75926453084899</c:v>
                </c:pt>
                <c:pt idx="1228">
                  <c:v>101.76062689219999</c:v>
                </c:pt>
                <c:pt idx="1229">
                  <c:v>101.761989253552</c:v>
                </c:pt>
                <c:pt idx="1230">
                  <c:v>101.763351614903</c:v>
                </c:pt>
                <c:pt idx="1231">
                  <c:v>101.764616022628</c:v>
                </c:pt>
                <c:pt idx="1232">
                  <c:v>101.765880430354</c:v>
                </c:pt>
                <c:pt idx="1233">
                  <c:v>101.76714483807901</c:v>
                </c:pt>
                <c:pt idx="1234">
                  <c:v>101.76840924580399</c:v>
                </c:pt>
                <c:pt idx="1235">
                  <c:v>101.76967365353001</c:v>
                </c:pt>
                <c:pt idx="1236">
                  <c:v>101.77093806125499</c:v>
                </c:pt>
                <c:pt idx="1237">
                  <c:v>101.77220246898</c:v>
                </c:pt>
                <c:pt idx="1238">
                  <c:v>101.773466876705</c:v>
                </c:pt>
                <c:pt idx="1239">
                  <c:v>101.774731284431</c:v>
                </c:pt>
                <c:pt idx="1240">
                  <c:v>101.775995692156</c:v>
                </c:pt>
                <c:pt idx="1241">
                  <c:v>101.777260099881</c:v>
                </c:pt>
                <c:pt idx="1242">
                  <c:v>101.778524507607</c:v>
                </c:pt>
                <c:pt idx="1243">
                  <c:v>101.77978891533201</c:v>
                </c:pt>
                <c:pt idx="1244">
                  <c:v>101.78105332305699</c:v>
                </c:pt>
                <c:pt idx="1245">
                  <c:v>101.782317730782</c:v>
                </c:pt>
                <c:pt idx="1246">
                  <c:v>101.783582138508</c:v>
                </c:pt>
                <c:pt idx="1247">
                  <c:v>101.784846546233</c:v>
                </c:pt>
                <c:pt idx="1248">
                  <c:v>101.786110953958</c:v>
                </c:pt>
                <c:pt idx="1249">
                  <c:v>101.787375361683</c:v>
                </c:pt>
                <c:pt idx="1250">
                  <c:v>101.788639769409</c:v>
                </c:pt>
                <c:pt idx="1251">
                  <c:v>101.78990417713401</c:v>
                </c:pt>
                <c:pt idx="1252">
                  <c:v>101.79116858485899</c:v>
                </c:pt>
                <c:pt idx="1253">
                  <c:v>101.79243299258501</c:v>
                </c:pt>
                <c:pt idx="1254">
                  <c:v>101.79369740030999</c:v>
                </c:pt>
                <c:pt idx="1255">
                  <c:v>101.794961808035</c:v>
                </c:pt>
                <c:pt idx="1256">
                  <c:v>101.79622621576</c:v>
                </c:pt>
                <c:pt idx="1257">
                  <c:v>101.797490623486</c:v>
                </c:pt>
                <c:pt idx="1258">
                  <c:v>101.798755031211</c:v>
                </c:pt>
                <c:pt idx="1259">
                  <c:v>101.800019438936</c:v>
                </c:pt>
                <c:pt idx="1260">
                  <c:v>101.801283846662</c:v>
                </c:pt>
                <c:pt idx="1261">
                  <c:v>101.80245774027701</c:v>
                </c:pt>
                <c:pt idx="1262">
                  <c:v>101.803631633892</c:v>
                </c:pt>
                <c:pt idx="1263">
                  <c:v>101.804805527507</c:v>
                </c:pt>
                <c:pt idx="1264">
                  <c:v>101.805979421122</c:v>
                </c:pt>
                <c:pt idx="1265">
                  <c:v>101.80715331473699</c:v>
                </c:pt>
                <c:pt idx="1266">
                  <c:v>101.808327208352</c:v>
                </c:pt>
                <c:pt idx="1267">
                  <c:v>101.809501101967</c:v>
                </c:pt>
                <c:pt idx="1268">
                  <c:v>101.810674995582</c:v>
                </c:pt>
                <c:pt idx="1269">
                  <c:v>101.81184888919699</c:v>
                </c:pt>
                <c:pt idx="1270">
                  <c:v>101.813022782812</c:v>
                </c:pt>
                <c:pt idx="1271">
                  <c:v>101.814196676427</c:v>
                </c:pt>
                <c:pt idx="1272">
                  <c:v>101.81537057004201</c:v>
                </c:pt>
                <c:pt idx="1273">
                  <c:v>101.816544463657</c:v>
                </c:pt>
                <c:pt idx="1274">
                  <c:v>101.817718357272</c:v>
                </c:pt>
                <c:pt idx="1275">
                  <c:v>101.818892250887</c:v>
                </c:pt>
                <c:pt idx="1276">
                  <c:v>101.82006614450199</c:v>
                </c:pt>
                <c:pt idx="1277">
                  <c:v>101.821240038117</c:v>
                </c:pt>
                <c:pt idx="1278">
                  <c:v>101.822413931732</c:v>
                </c:pt>
                <c:pt idx="1279">
                  <c:v>101.823587825347</c:v>
                </c:pt>
                <c:pt idx="1280">
                  <c:v>101.82476171896199</c:v>
                </c:pt>
                <c:pt idx="1281">
                  <c:v>101.825935612577</c:v>
                </c:pt>
                <c:pt idx="1282">
                  <c:v>101.827109506192</c:v>
                </c:pt>
                <c:pt idx="1283">
                  <c:v>101.82828339980701</c:v>
                </c:pt>
                <c:pt idx="1284">
                  <c:v>101.829457293422</c:v>
                </c:pt>
                <c:pt idx="1285">
                  <c:v>101.830631187037</c:v>
                </c:pt>
                <c:pt idx="1286">
                  <c:v>101.831805080652</c:v>
                </c:pt>
                <c:pt idx="1287">
                  <c:v>101.83297897426699</c:v>
                </c:pt>
                <c:pt idx="1288">
                  <c:v>101.834152867882</c:v>
                </c:pt>
                <c:pt idx="1289">
                  <c:v>101.835326761497</c:v>
                </c:pt>
                <c:pt idx="1290">
                  <c:v>101.836500655112</c:v>
                </c:pt>
                <c:pt idx="1291">
                  <c:v>101.83759054419301</c:v>
                </c:pt>
                <c:pt idx="1292">
                  <c:v>101.83868043327401</c:v>
                </c:pt>
                <c:pt idx="1293">
                  <c:v>101.83977032235499</c:v>
                </c:pt>
                <c:pt idx="1294">
                  <c:v>101.840860211437</c:v>
                </c:pt>
                <c:pt idx="1295">
                  <c:v>101.84195010051801</c:v>
                </c:pt>
                <c:pt idx="1296">
                  <c:v>101.84303998959901</c:v>
                </c:pt>
                <c:pt idx="1297">
                  <c:v>101.84412987867999</c:v>
                </c:pt>
                <c:pt idx="1298">
                  <c:v>101.84521976776099</c:v>
                </c:pt>
                <c:pt idx="1299">
                  <c:v>101.846309656843</c:v>
                </c:pt>
                <c:pt idx="1300">
                  <c:v>101.84739954592401</c:v>
                </c:pt>
                <c:pt idx="1301">
                  <c:v>101.84848943500501</c:v>
                </c:pt>
                <c:pt idx="1302">
                  <c:v>101.84957932408599</c:v>
                </c:pt>
                <c:pt idx="1303">
                  <c:v>101.850669213167</c:v>
                </c:pt>
                <c:pt idx="1304">
                  <c:v>101.851759102248</c:v>
                </c:pt>
                <c:pt idx="1305">
                  <c:v>101.85284899133001</c:v>
                </c:pt>
                <c:pt idx="1306">
                  <c:v>101.85393888041099</c:v>
                </c:pt>
                <c:pt idx="1307">
                  <c:v>101.85502876949199</c:v>
                </c:pt>
                <c:pt idx="1308">
                  <c:v>101.856118658573</c:v>
                </c:pt>
                <c:pt idx="1309">
                  <c:v>101.857208547654</c:v>
                </c:pt>
                <c:pt idx="1310">
                  <c:v>101.858298436735</c:v>
                </c:pt>
                <c:pt idx="1311">
                  <c:v>101.85938832581699</c:v>
                </c:pt>
                <c:pt idx="1312">
                  <c:v>101.860478214898</c:v>
                </c:pt>
                <c:pt idx="1313">
                  <c:v>101.861568103979</c:v>
                </c:pt>
                <c:pt idx="1314">
                  <c:v>101.86265799306</c:v>
                </c:pt>
                <c:pt idx="1315">
                  <c:v>101.863747882141</c:v>
                </c:pt>
                <c:pt idx="1316">
                  <c:v>101.864837771222</c:v>
                </c:pt>
                <c:pt idx="1317">
                  <c:v>101.865927660304</c:v>
                </c:pt>
                <c:pt idx="1318">
                  <c:v>101.867017549385</c:v>
                </c:pt>
                <c:pt idx="1319">
                  <c:v>101.868107438466</c:v>
                </c:pt>
                <c:pt idx="1320">
                  <c:v>101.869197327547</c:v>
                </c:pt>
                <c:pt idx="1321">
                  <c:v>101.870209721671</c:v>
                </c:pt>
                <c:pt idx="1322">
                  <c:v>101.87122211579501</c:v>
                </c:pt>
                <c:pt idx="1323">
                  <c:v>101.872234509918</c:v>
                </c:pt>
                <c:pt idx="1324">
                  <c:v>101.87324690404201</c:v>
                </c:pt>
                <c:pt idx="1325">
                  <c:v>101.874259298166</c:v>
                </c:pt>
                <c:pt idx="1326">
                  <c:v>101.87527169229</c:v>
                </c:pt>
                <c:pt idx="1327">
                  <c:v>101.87628408641299</c:v>
                </c:pt>
                <c:pt idx="1328">
                  <c:v>101.877296480537</c:v>
                </c:pt>
                <c:pt idx="1329">
                  <c:v>101.878308874661</c:v>
                </c:pt>
                <c:pt idx="1330">
                  <c:v>101.87932126878501</c:v>
                </c:pt>
                <c:pt idx="1331">
                  <c:v>101.880333662908</c:v>
                </c:pt>
                <c:pt idx="1332">
                  <c:v>101.881346057032</c:v>
                </c:pt>
                <c:pt idx="1333">
                  <c:v>101.88235845115599</c:v>
                </c:pt>
                <c:pt idx="1334">
                  <c:v>101.88337084528</c:v>
                </c:pt>
                <c:pt idx="1335">
                  <c:v>101.88438323940299</c:v>
                </c:pt>
                <c:pt idx="1336">
                  <c:v>101.885395633527</c:v>
                </c:pt>
                <c:pt idx="1337">
                  <c:v>101.886408027651</c:v>
                </c:pt>
                <c:pt idx="1338">
                  <c:v>101.887420421775</c:v>
                </c:pt>
                <c:pt idx="1339">
                  <c:v>101.888432815898</c:v>
                </c:pt>
                <c:pt idx="1340">
                  <c:v>101.889445210022</c:v>
                </c:pt>
                <c:pt idx="1341">
                  <c:v>101.89045760414599</c:v>
                </c:pt>
                <c:pt idx="1342">
                  <c:v>101.89146999827</c:v>
                </c:pt>
                <c:pt idx="1343">
                  <c:v>101.89248239239301</c:v>
                </c:pt>
                <c:pt idx="1344">
                  <c:v>101.893494786517</c:v>
                </c:pt>
                <c:pt idx="1345">
                  <c:v>101.894507180641</c:v>
                </c:pt>
                <c:pt idx="1346">
                  <c:v>101.895519574765</c:v>
                </c:pt>
                <c:pt idx="1347">
                  <c:v>101.896531968888</c:v>
                </c:pt>
                <c:pt idx="1348">
                  <c:v>101.897544363012</c:v>
                </c:pt>
                <c:pt idx="1349">
                  <c:v>101.89855675713601</c:v>
                </c:pt>
                <c:pt idx="1350">
                  <c:v>101.89956915126</c:v>
                </c:pt>
                <c:pt idx="1351">
                  <c:v>101.900509630063</c:v>
                </c:pt>
                <c:pt idx="1352">
                  <c:v>101.901450108866</c:v>
                </c:pt>
                <c:pt idx="1353">
                  <c:v>101.902390587669</c:v>
                </c:pt>
                <c:pt idx="1354">
                  <c:v>101.903331066473</c:v>
                </c:pt>
                <c:pt idx="1355">
                  <c:v>101.904271545276</c:v>
                </c:pt>
                <c:pt idx="1356">
                  <c:v>101.90521202407901</c:v>
                </c:pt>
                <c:pt idx="1357">
                  <c:v>101.90615250288199</c:v>
                </c:pt>
                <c:pt idx="1358">
                  <c:v>101.90709298168601</c:v>
                </c:pt>
                <c:pt idx="1359">
                  <c:v>101.90803346048899</c:v>
                </c:pt>
                <c:pt idx="1360">
                  <c:v>101.908973939292</c:v>
                </c:pt>
                <c:pt idx="1361">
                  <c:v>101.909914418095</c:v>
                </c:pt>
                <c:pt idx="1362">
                  <c:v>101.910854896899</c:v>
                </c:pt>
                <c:pt idx="1363">
                  <c:v>101.911795375702</c:v>
                </c:pt>
                <c:pt idx="1364">
                  <c:v>101.912735854505</c:v>
                </c:pt>
                <c:pt idx="1365">
                  <c:v>101.913676333309</c:v>
                </c:pt>
                <c:pt idx="1366">
                  <c:v>101.914616812112</c:v>
                </c:pt>
                <c:pt idx="1367">
                  <c:v>101.915557290915</c:v>
                </c:pt>
                <c:pt idx="1368">
                  <c:v>101.91649776971801</c:v>
                </c:pt>
                <c:pt idx="1369">
                  <c:v>101.917438248522</c:v>
                </c:pt>
                <c:pt idx="1370">
                  <c:v>101.91837872732501</c:v>
                </c:pt>
                <c:pt idx="1371">
                  <c:v>101.91931920612799</c:v>
                </c:pt>
                <c:pt idx="1372">
                  <c:v>101.920259684931</c:v>
                </c:pt>
                <c:pt idx="1373">
                  <c:v>101.92120016373499</c:v>
                </c:pt>
                <c:pt idx="1374">
                  <c:v>101.922140642538</c:v>
                </c:pt>
                <c:pt idx="1375">
                  <c:v>101.923081121341</c:v>
                </c:pt>
                <c:pt idx="1376">
                  <c:v>101.924021600144</c:v>
                </c:pt>
                <c:pt idx="1377">
                  <c:v>101.924962078948</c:v>
                </c:pt>
                <c:pt idx="1378">
                  <c:v>101.925902557751</c:v>
                </c:pt>
                <c:pt idx="1379">
                  <c:v>101.926843036554</c:v>
                </c:pt>
                <c:pt idx="1380">
                  <c:v>101.92778351535701</c:v>
                </c:pt>
                <c:pt idx="1381">
                  <c:v>101.92865765847699</c:v>
                </c:pt>
                <c:pt idx="1382">
                  <c:v>101.92953180159699</c:v>
                </c:pt>
                <c:pt idx="1383">
                  <c:v>101.93040594471699</c:v>
                </c:pt>
                <c:pt idx="1384">
                  <c:v>101.931280087836</c:v>
                </c:pt>
                <c:pt idx="1385">
                  <c:v>101.932154230956</c:v>
                </c:pt>
                <c:pt idx="1386">
                  <c:v>101.933028374076</c:v>
                </c:pt>
                <c:pt idx="1387">
                  <c:v>101.93390251719499</c:v>
                </c:pt>
                <c:pt idx="1388">
                  <c:v>101.93477666031499</c:v>
                </c:pt>
                <c:pt idx="1389">
                  <c:v>101.935650803435</c:v>
                </c:pt>
                <c:pt idx="1390">
                  <c:v>101.936524946555</c:v>
                </c:pt>
                <c:pt idx="1391">
                  <c:v>101.937399089674</c:v>
                </c:pt>
                <c:pt idx="1392">
                  <c:v>101.938273232794</c:v>
                </c:pt>
                <c:pt idx="1393">
                  <c:v>101.939147375914</c:v>
                </c:pt>
                <c:pt idx="1394">
                  <c:v>101.940021519033</c:v>
                </c:pt>
                <c:pt idx="1395">
                  <c:v>101.940895662153</c:v>
                </c:pt>
                <c:pt idx="1396">
                  <c:v>101.941769805273</c:v>
                </c:pt>
                <c:pt idx="1397">
                  <c:v>101.942643948392</c:v>
                </c:pt>
                <c:pt idx="1398">
                  <c:v>101.943518091512</c:v>
                </c:pt>
                <c:pt idx="1399">
                  <c:v>101.94439223463201</c:v>
                </c:pt>
                <c:pt idx="1400">
                  <c:v>101.94526637775201</c:v>
                </c:pt>
                <c:pt idx="1401">
                  <c:v>101.946140520871</c:v>
                </c:pt>
                <c:pt idx="1402">
                  <c:v>101.947014663991</c:v>
                </c:pt>
                <c:pt idx="1403">
                  <c:v>101.947888807111</c:v>
                </c:pt>
                <c:pt idx="1404">
                  <c:v>101.94876295023001</c:v>
                </c:pt>
                <c:pt idx="1405">
                  <c:v>101.94963709335001</c:v>
                </c:pt>
                <c:pt idx="1406">
                  <c:v>101.95051123647001</c:v>
                </c:pt>
                <c:pt idx="1407">
                  <c:v>101.95138537958999</c:v>
                </c:pt>
                <c:pt idx="1408">
                  <c:v>101.952259522709</c:v>
                </c:pt>
                <c:pt idx="1409">
                  <c:v>101.953133665829</c:v>
                </c:pt>
                <c:pt idx="1410">
                  <c:v>101.954007808949</c:v>
                </c:pt>
                <c:pt idx="1411">
                  <c:v>101.954819956102</c:v>
                </c:pt>
                <c:pt idx="1412">
                  <c:v>101.95563210325599</c:v>
                </c:pt>
                <c:pt idx="1413">
                  <c:v>101.95644425041</c:v>
                </c:pt>
                <c:pt idx="1414">
                  <c:v>101.957256397564</c:v>
                </c:pt>
                <c:pt idx="1415">
                  <c:v>101.958068544718</c:v>
                </c:pt>
                <c:pt idx="1416">
                  <c:v>101.958880691871</c:v>
                </c:pt>
                <c:pt idx="1417">
                  <c:v>101.959692839025</c:v>
                </c:pt>
                <c:pt idx="1418">
                  <c:v>101.960504986179</c:v>
                </c:pt>
                <c:pt idx="1419">
                  <c:v>101.961317133333</c:v>
                </c:pt>
                <c:pt idx="1420">
                  <c:v>101.962129280486</c:v>
                </c:pt>
                <c:pt idx="1421">
                  <c:v>101.96294142764</c:v>
                </c:pt>
                <c:pt idx="1422">
                  <c:v>101.963753574794</c:v>
                </c:pt>
                <c:pt idx="1423">
                  <c:v>101.96456572194801</c:v>
                </c:pt>
                <c:pt idx="1424">
                  <c:v>101.965377869102</c:v>
                </c:pt>
                <c:pt idx="1425">
                  <c:v>101.966190016255</c:v>
                </c:pt>
                <c:pt idx="1426">
                  <c:v>101.96700216340901</c:v>
                </c:pt>
                <c:pt idx="1427">
                  <c:v>101.967814310563</c:v>
                </c:pt>
                <c:pt idx="1428">
                  <c:v>101.96862645771699</c:v>
                </c:pt>
                <c:pt idx="1429">
                  <c:v>101.96943860487001</c:v>
                </c:pt>
                <c:pt idx="1430">
                  <c:v>101.970250752024</c:v>
                </c:pt>
                <c:pt idx="1431">
                  <c:v>101.97106289917799</c:v>
                </c:pt>
                <c:pt idx="1432">
                  <c:v>101.971875046332</c:v>
                </c:pt>
                <c:pt idx="1433">
                  <c:v>101.972687193485</c:v>
                </c:pt>
                <c:pt idx="1434">
                  <c:v>101.97349934063899</c:v>
                </c:pt>
                <c:pt idx="1435">
                  <c:v>101.974311487793</c:v>
                </c:pt>
                <c:pt idx="1436">
                  <c:v>101.975123634947</c:v>
                </c:pt>
                <c:pt idx="1437">
                  <c:v>101.975935782101</c:v>
                </c:pt>
                <c:pt idx="1438">
                  <c:v>101.976747929254</c:v>
                </c:pt>
                <c:pt idx="1439">
                  <c:v>101.977560076408</c:v>
                </c:pt>
                <c:pt idx="1440">
                  <c:v>101.978372223562</c:v>
                </c:pt>
                <c:pt idx="1441">
                  <c:v>101.979127644407</c:v>
                </c:pt>
                <c:pt idx="1442">
                  <c:v>101.979883065252</c:v>
                </c:pt>
                <c:pt idx="1443">
                  <c:v>101.98063848609701</c:v>
                </c:pt>
                <c:pt idx="1444">
                  <c:v>101.981393906942</c:v>
                </c:pt>
                <c:pt idx="1445">
                  <c:v>101.982149327787</c:v>
                </c:pt>
                <c:pt idx="1446">
                  <c:v>101.982904748632</c:v>
                </c:pt>
                <c:pt idx="1447">
                  <c:v>101.983660169476</c:v>
                </c:pt>
                <c:pt idx="1448">
                  <c:v>101.98441559032101</c:v>
                </c:pt>
                <c:pt idx="1449">
                  <c:v>101.985171011166</c:v>
                </c:pt>
                <c:pt idx="1450">
                  <c:v>101.985926432011</c:v>
                </c:pt>
                <c:pt idx="1451">
                  <c:v>101.98668185285599</c:v>
                </c:pt>
                <c:pt idx="1452">
                  <c:v>101.987437273701</c:v>
                </c:pt>
                <c:pt idx="1453">
                  <c:v>101.988192694546</c:v>
                </c:pt>
                <c:pt idx="1454">
                  <c:v>101.988948115391</c:v>
                </c:pt>
                <c:pt idx="1455">
                  <c:v>101.98970353623599</c:v>
                </c:pt>
                <c:pt idx="1456">
                  <c:v>101.990458957081</c:v>
                </c:pt>
                <c:pt idx="1457">
                  <c:v>101.991214377926</c:v>
                </c:pt>
                <c:pt idx="1458">
                  <c:v>101.991969798771</c:v>
                </c:pt>
                <c:pt idx="1459">
                  <c:v>101.99272521961601</c:v>
                </c:pt>
                <c:pt idx="1460">
                  <c:v>101.993480640461</c:v>
                </c:pt>
                <c:pt idx="1461">
                  <c:v>101.994236061306</c:v>
                </c:pt>
                <c:pt idx="1462">
                  <c:v>101.99499148215099</c:v>
                </c:pt>
                <c:pt idx="1463">
                  <c:v>101.99574690299499</c:v>
                </c:pt>
                <c:pt idx="1464">
                  <c:v>101.99650232384001</c:v>
                </c:pt>
                <c:pt idx="1465">
                  <c:v>101.997257744685</c:v>
                </c:pt>
                <c:pt idx="1466">
                  <c:v>101.99801316553</c:v>
                </c:pt>
                <c:pt idx="1467">
                  <c:v>101.99876858637499</c:v>
                </c:pt>
                <c:pt idx="1468">
                  <c:v>101.99952400722</c:v>
                </c:pt>
                <c:pt idx="1469">
                  <c:v>102.000279428065</c:v>
                </c:pt>
                <c:pt idx="1470">
                  <c:v>102.00103484891</c:v>
                </c:pt>
                <c:pt idx="1471">
                  <c:v>102.001736953224</c:v>
                </c:pt>
                <c:pt idx="1472">
                  <c:v>102.00243905753899</c:v>
                </c:pt>
                <c:pt idx="1473">
                  <c:v>102.00314116185299</c:v>
                </c:pt>
                <c:pt idx="1474">
                  <c:v>102.003843266167</c:v>
                </c:pt>
                <c:pt idx="1475">
                  <c:v>102.004545370481</c:v>
                </c:pt>
                <c:pt idx="1476">
                  <c:v>102.005247474795</c:v>
                </c:pt>
                <c:pt idx="1477">
                  <c:v>102.00594957910999</c:v>
                </c:pt>
                <c:pt idx="1478">
                  <c:v>102.006651683424</c:v>
                </c:pt>
                <c:pt idx="1479">
                  <c:v>102.007353787738</c:v>
                </c:pt>
                <c:pt idx="1480">
                  <c:v>102.008055892052</c:v>
                </c:pt>
                <c:pt idx="1481">
                  <c:v>102.008757996367</c:v>
                </c:pt>
                <c:pt idx="1482">
                  <c:v>102.009460100681</c:v>
                </c:pt>
                <c:pt idx="1483">
                  <c:v>102.010162204995</c:v>
                </c:pt>
                <c:pt idx="1484">
                  <c:v>102.010864309309</c:v>
                </c:pt>
                <c:pt idx="1485">
                  <c:v>102.011566413624</c:v>
                </c:pt>
                <c:pt idx="1486">
                  <c:v>102.012268517938</c:v>
                </c:pt>
                <c:pt idx="1487">
                  <c:v>102.012970622252</c:v>
                </c:pt>
                <c:pt idx="1488">
                  <c:v>102.013672726566</c:v>
                </c:pt>
                <c:pt idx="1489">
                  <c:v>102.014374830881</c:v>
                </c:pt>
                <c:pt idx="1490">
                  <c:v>102.015076935195</c:v>
                </c:pt>
                <c:pt idx="1491">
                  <c:v>102.015779039509</c:v>
                </c:pt>
                <c:pt idx="1492">
                  <c:v>102.016481143823</c:v>
                </c:pt>
                <c:pt idx="1493">
                  <c:v>102.017183248137</c:v>
                </c:pt>
                <c:pt idx="1494">
                  <c:v>102.017885352452</c:v>
                </c:pt>
                <c:pt idx="1495">
                  <c:v>102.018587456766</c:v>
                </c:pt>
                <c:pt idx="1496">
                  <c:v>102.01928956108</c:v>
                </c:pt>
                <c:pt idx="1497">
                  <c:v>102.019991665394</c:v>
                </c:pt>
                <c:pt idx="1498">
                  <c:v>102.020693769709</c:v>
                </c:pt>
                <c:pt idx="1499">
                  <c:v>102.021395874023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4DE-4D09-85B7-F33D2CE39E20}"/>
            </c:ext>
          </c:extLst>
        </c:ser>
        <c:ser>
          <c:idx val="5"/>
          <c:order val="5"/>
          <c:tx>
            <c:strRef>
              <c:f>'SS-Model'!$I$1</c:f>
              <c:strCache>
                <c:ptCount val="1"/>
                <c:pt idx="0">
                  <c:v>T_Cor_pred</c:v>
                </c:pt>
              </c:strCache>
            </c:strRef>
          </c:tx>
          <c:spPr>
            <a:ln w="19050" cap="rnd">
              <a:solidFill>
                <a:schemeClr val="accent3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'SS-Model'!$A$2:$A$3001</c:f>
              <c:numCache>
                <c:formatCode>General</c:formatCode>
                <c:ptCount val="3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'SS-Model'!$I$2:$I$3001</c:f>
              <c:numCache>
                <c:formatCode>General</c:formatCode>
                <c:ptCount val="3000"/>
                <c:pt idx="0">
                  <c:v>74.841236992677196</c:v>
                </c:pt>
                <c:pt idx="1">
                  <c:v>75.156243039421398</c:v>
                </c:pt>
                <c:pt idx="2">
                  <c:v>75.456667020396793</c:v>
                </c:pt>
                <c:pt idx="3">
                  <c:v>75.743534098214496</c:v>
                </c:pt>
                <c:pt idx="4">
                  <c:v>76.017794157944095</c:v>
                </c:pt>
                <c:pt idx="5">
                  <c:v>76.280327354056993</c:v>
                </c:pt>
                <c:pt idx="6">
                  <c:v>76.531949248521798</c:v>
                </c:pt>
                <c:pt idx="7">
                  <c:v>76.773415570189798</c:v>
                </c:pt>
                <c:pt idx="8">
                  <c:v>77.005426623382306</c:v>
                </c:pt>
                <c:pt idx="9">
                  <c:v>77.228631371538</c:v>
                </c:pt>
                <c:pt idx="10">
                  <c:v>77.443631219870497</c:v>
                </c:pt>
                <c:pt idx="11">
                  <c:v>77.650983519221199</c:v>
                </c:pt>
                <c:pt idx="12">
                  <c:v>77.851204811658903</c:v>
                </c:pt>
                <c:pt idx="13">
                  <c:v>78.044773836859207</c:v>
                </c:pt>
                <c:pt idx="14">
                  <c:v>78.232134316899007</c:v>
                </c:pt>
                <c:pt idx="15">
                  <c:v>78.4136975357967</c:v>
                </c:pt>
                <c:pt idx="16">
                  <c:v>78.589844728927503</c:v>
                </c:pt>
                <c:pt idx="17">
                  <c:v>78.760929296327902</c:v>
                </c:pt>
                <c:pt idx="18">
                  <c:v>78.927278852870003</c:v>
                </c:pt>
                <c:pt idx="19">
                  <c:v>79.0891971273293</c:v>
                </c:pt>
                <c:pt idx="20">
                  <c:v>79.2469657214845</c:v>
                </c:pt>
                <c:pt idx="21">
                  <c:v>79.400845739564602</c:v>
                </c:pt>
                <c:pt idx="22">
                  <c:v>79.551079297602101</c:v>
                </c:pt>
                <c:pt idx="23">
                  <c:v>79.697890921541898</c:v>
                </c:pt>
                <c:pt idx="24">
                  <c:v>79.841488842306404</c:v>
                </c:pt>
                <c:pt idx="25">
                  <c:v>79.982066195412202</c:v>
                </c:pt>
                <c:pt idx="26">
                  <c:v>80.119802132173405</c:v>
                </c:pt>
                <c:pt idx="27">
                  <c:v>80.254862849008305</c:v>
                </c:pt>
                <c:pt idx="28">
                  <c:v>80.387402540885702</c:v>
                </c:pt>
                <c:pt idx="29">
                  <c:v>80.517564284502598</c:v>
                </c:pt>
                <c:pt idx="30">
                  <c:v>80.645480856372799</c:v>
                </c:pt>
                <c:pt idx="31">
                  <c:v>80.771275490623196</c:v>
                </c:pt>
                <c:pt idx="32">
                  <c:v>80.895062580942707</c:v>
                </c:pt>
                <c:pt idx="33">
                  <c:v>81.016948330799593</c:v>
                </c:pt>
                <c:pt idx="34">
                  <c:v>81.137031355740305</c:v>
                </c:pt>
                <c:pt idx="35">
                  <c:v>81.255403241301806</c:v>
                </c:pt>
                <c:pt idx="36">
                  <c:v>81.372149059809601</c:v>
                </c:pt>
                <c:pt idx="37">
                  <c:v>81.487347849090398</c:v>
                </c:pt>
                <c:pt idx="38">
                  <c:v>81.601073055908202</c:v>
                </c:pt>
                <c:pt idx="39">
                  <c:v>81.713392946722806</c:v>
                </c:pt>
                <c:pt idx="40">
                  <c:v>81.824370988179993</c:v>
                </c:pt>
                <c:pt idx="41">
                  <c:v>81.934066199564498</c:v>
                </c:pt>
                <c:pt idx="42">
                  <c:v>82.042533479280706</c:v>
                </c:pt>
                <c:pt idx="43">
                  <c:v>82.149823907277906</c:v>
                </c:pt>
                <c:pt idx="44">
                  <c:v>82.255985025191293</c:v>
                </c:pt>
                <c:pt idx="45">
                  <c:v>82.361061095841706</c:v>
                </c:pt>
                <c:pt idx="46">
                  <c:v>82.465093343615706</c:v>
                </c:pt>
                <c:pt idx="47">
                  <c:v>82.568120177135</c:v>
                </c:pt>
                <c:pt idx="48">
                  <c:v>82.670177395520696</c:v>
                </c:pt>
                <c:pt idx="49">
                  <c:v>82.771298379461896</c:v>
                </c:pt>
                <c:pt idx="50">
                  <c:v>82.871514268207505</c:v>
                </c:pt>
                <c:pt idx="51">
                  <c:v>82.9708541235198</c:v>
                </c:pt>
                <c:pt idx="52">
                  <c:v>83.069345081551504</c:v>
                </c:pt>
                <c:pt idx="53">
                  <c:v>83.167012493533505</c:v>
                </c:pt>
                <c:pt idx="54">
                  <c:v>83.263880056101897</c:v>
                </c:pt>
                <c:pt idx="55">
                  <c:v>83.3599699320242</c:v>
                </c:pt>
                <c:pt idx="56">
                  <c:v>83.455302862035595</c:v>
                </c:pt>
                <c:pt idx="57">
                  <c:v>83.549898268437602</c:v>
                </c:pt>
                <c:pt idx="58">
                  <c:v>83.643774351068998</c:v>
                </c:pt>
                <c:pt idx="59">
                  <c:v>83.736948176208799</c:v>
                </c:pt>
                <c:pt idx="60">
                  <c:v>83.8294357589333</c:v>
                </c:pt>
                <c:pt idx="61">
                  <c:v>83.921252139410598</c:v>
                </c:pt>
                <c:pt idx="62">
                  <c:v>84.012411453577201</c:v>
                </c:pt>
                <c:pt idx="63">
                  <c:v>84.102926998612304</c:v>
                </c:pt>
                <c:pt idx="64">
                  <c:v>84.192811293593806</c:v>
                </c:pt>
                <c:pt idx="65">
                  <c:v>84.2820761356883</c:v>
                </c:pt>
                <c:pt idx="66">
                  <c:v>84.370732652208204</c:v>
                </c:pt>
                <c:pt idx="67">
                  <c:v>84.458791348836499</c:v>
                </c:pt>
                <c:pt idx="68">
                  <c:v>84.546262154305097</c:v>
                </c:pt>
                <c:pt idx="69">
                  <c:v>84.633154461785693</c:v>
                </c:pt>
                <c:pt idx="70">
                  <c:v>84.719477167236207</c:v>
                </c:pt>
                <c:pt idx="71">
                  <c:v>84.805238704928101</c:v>
                </c:pt>
                <c:pt idx="72">
                  <c:v>84.8904470803609</c:v>
                </c:pt>
                <c:pt idx="73">
                  <c:v>84.975109900756706</c:v>
                </c:pt>
                <c:pt idx="74">
                  <c:v>85.059234403314207</c:v>
                </c:pt>
                <c:pt idx="75">
                  <c:v>85.142827481386107</c:v>
                </c:pt>
                <c:pt idx="76">
                  <c:v>85.225895708732907</c:v>
                </c:pt>
                <c:pt idx="77">
                  <c:v>85.308445361995993</c:v>
                </c:pt>
                <c:pt idx="78">
                  <c:v>85.390482441520305</c:v>
                </c:pt>
                <c:pt idx="79">
                  <c:v>85.472012690647702</c:v>
                </c:pt>
                <c:pt idx="80">
                  <c:v>85.553041613595695</c:v>
                </c:pt>
                <c:pt idx="81">
                  <c:v>85.6335744920232</c:v>
                </c:pt>
                <c:pt idx="82">
                  <c:v>85.713616400382193</c:v>
                </c:pt>
                <c:pt idx="83">
                  <c:v>85.793172220143603</c:v>
                </c:pt>
                <c:pt idx="84">
                  <c:v>85.872246652980394</c:v>
                </c:pt>
                <c:pt idx="85">
                  <c:v>85.950844232985503</c:v>
                </c:pt>
                <c:pt idx="86">
                  <c:v>86.028969337994496</c:v>
                </c:pt>
                <c:pt idx="87">
                  <c:v>86.106626200080598</c:v>
                </c:pt>
                <c:pt idx="88">
                  <c:v>86.183818915280398</c:v>
                </c:pt>
                <c:pt idx="89">
                  <c:v>86.260551452610301</c:v>
                </c:pt>
                <c:pt idx="90">
                  <c:v>86.336827662422806</c:v>
                </c:pt>
                <c:pt idx="91">
                  <c:v>86.412651284153597</c:v>
                </c:pt>
                <c:pt idx="92">
                  <c:v>86.488025953503097</c:v>
                </c:pt>
                <c:pt idx="93">
                  <c:v>86.562955209094</c:v>
                </c:pt>
                <c:pt idx="94">
                  <c:v>86.637442498643907</c:v>
                </c:pt>
                <c:pt idx="95">
                  <c:v>86.711491184689294</c:v>
                </c:pt>
                <c:pt idx="96">
                  <c:v>86.785104549892296</c:v>
                </c:pt>
                <c:pt idx="97">
                  <c:v>86.858285801962595</c:v>
                </c:pt>
                <c:pt idx="98">
                  <c:v>86.931038078221604</c:v>
                </c:pt>
                <c:pt idx="99">
                  <c:v>87.0033644498358</c:v>
                </c:pt>
                <c:pt idx="100">
                  <c:v>87.0752679257441</c:v>
                </c:pt>
                <c:pt idx="101">
                  <c:v>87.146751456300507</c:v>
                </c:pt>
                <c:pt idx="102">
                  <c:v>87.217817936653802</c:v>
                </c:pt>
                <c:pt idx="103">
                  <c:v>87.288470209884196</c:v>
                </c:pt>
                <c:pt idx="104">
                  <c:v>87.3587110699129</c:v>
                </c:pt>
                <c:pt idx="105">
                  <c:v>87.428543264204094</c:v>
                </c:pt>
                <c:pt idx="106">
                  <c:v>87.497969496271295</c:v>
                </c:pt>
                <c:pt idx="107">
                  <c:v>87.566992428006401</c:v>
                </c:pt>
                <c:pt idx="108">
                  <c:v>87.635614681839996</c:v>
                </c:pt>
                <c:pt idx="109">
                  <c:v>87.703838842749306</c:v>
                </c:pt>
                <c:pt idx="110">
                  <c:v>87.771667460122799</c:v>
                </c:pt>
                <c:pt idx="111">
                  <c:v>87.839103049492394</c:v>
                </c:pt>
                <c:pt idx="112">
                  <c:v>87.906148094143006</c:v>
                </c:pt>
                <c:pt idx="113">
                  <c:v>87.972805046608897</c:v>
                </c:pt>
                <c:pt idx="114">
                  <c:v>88.039076330065001</c:v>
                </c:pt>
                <c:pt idx="115">
                  <c:v>88.104964339619499</c:v>
                </c:pt>
                <c:pt idx="116">
                  <c:v>88.170471443517997</c:v>
                </c:pt>
                <c:pt idx="117">
                  <c:v>88.235599984262194</c:v>
                </c:pt>
                <c:pt idx="118">
                  <c:v>88.300352279652003</c:v>
                </c:pt>
                <c:pt idx="119">
                  <c:v>88.364730623755605</c:v>
                </c:pt>
                <c:pt idx="120">
                  <c:v>88.428737287812993</c:v>
                </c:pt>
                <c:pt idx="121">
                  <c:v>88.492374521077195</c:v>
                </c:pt>
                <c:pt idx="122">
                  <c:v>88.555644551599102</c:v>
                </c:pt>
                <c:pt idx="123">
                  <c:v>88.618549586958807</c:v>
                </c:pt>
                <c:pt idx="124">
                  <c:v>88.681091814947806</c:v>
                </c:pt>
                <c:pt idx="125">
                  <c:v>88.743273404206093</c:v>
                </c:pt>
                <c:pt idx="126">
                  <c:v>88.805096504816305</c:v>
                </c:pt>
                <c:pt idx="127">
                  <c:v>88.866563248859606</c:v>
                </c:pt>
                <c:pt idx="128">
                  <c:v>88.927675750934398</c:v>
                </c:pt>
                <c:pt idx="129">
                  <c:v>88.988436108642304</c:v>
                </c:pt>
                <c:pt idx="130">
                  <c:v>89.048846403042106</c:v>
                </c:pt>
                <c:pt idx="131">
                  <c:v>89.108908699075599</c:v>
                </c:pt>
                <c:pt idx="132">
                  <c:v>89.168625045966095</c:v>
                </c:pt>
                <c:pt idx="133">
                  <c:v>89.227997477592396</c:v>
                </c:pt>
                <c:pt idx="134">
                  <c:v>89.287028012839201</c:v>
                </c:pt>
                <c:pt idx="135">
                  <c:v>89.345718655926902</c:v>
                </c:pt>
                <c:pt idx="136">
                  <c:v>89.404071396721207</c:v>
                </c:pt>
                <c:pt idx="137">
                  <c:v>89.462088211024096</c:v>
                </c:pt>
                <c:pt idx="138">
                  <c:v>89.519771060848001</c:v>
                </c:pt>
                <c:pt idx="139">
                  <c:v>89.577121894674306</c:v>
                </c:pt>
                <c:pt idx="140">
                  <c:v>89.634142647697104</c:v>
                </c:pt>
                <c:pt idx="141">
                  <c:v>89.6908352420527</c:v>
                </c:pt>
                <c:pt idx="142">
                  <c:v>89.747201587037594</c:v>
                </c:pt>
                <c:pt idx="143">
                  <c:v>89.803243579313701</c:v>
                </c:pt>
                <c:pt idx="144">
                  <c:v>89.858963103103406</c:v>
                </c:pt>
                <c:pt idx="145">
                  <c:v>89.914362030373894</c:v>
                </c:pt>
                <c:pt idx="146">
                  <c:v>89.969442221012599</c:v>
                </c:pt>
                <c:pt idx="147">
                  <c:v>90.024205522993498</c:v>
                </c:pt>
                <c:pt idx="148">
                  <c:v>90.078653772535702</c:v>
                </c:pt>
                <c:pt idx="149">
                  <c:v>90.132788794254296</c:v>
                </c:pt>
                <c:pt idx="150">
                  <c:v>90.186612401304004</c:v>
                </c:pt>
                <c:pt idx="151">
                  <c:v>90.240126395516398</c:v>
                </c:pt>
                <c:pt idx="152">
                  <c:v>90.293332567531905</c:v>
                </c:pt>
                <c:pt idx="153">
                  <c:v>90.346232696924403</c:v>
                </c:pt>
                <c:pt idx="154">
                  <c:v>90.398828552322598</c:v>
                </c:pt>
                <c:pt idx="155">
                  <c:v>90.451121891525005</c:v>
                </c:pt>
                <c:pt idx="156">
                  <c:v>90.503114461610906</c:v>
                </c:pt>
                <c:pt idx="157">
                  <c:v>90.554807999047298</c:v>
                </c:pt>
                <c:pt idx="158">
                  <c:v>90.6062042297918</c:v>
                </c:pt>
                <c:pt idx="159">
                  <c:v>90.657304869391595</c:v>
                </c:pt>
                <c:pt idx="160">
                  <c:v>90.708111623079205</c:v>
                </c:pt>
                <c:pt idx="161">
                  <c:v>90.758626185864998</c:v>
                </c:pt>
                <c:pt idx="162">
                  <c:v>90.808850242626903</c:v>
                </c:pt>
                <c:pt idx="163">
                  <c:v>90.858785468196899</c:v>
                </c:pt>
                <c:pt idx="164">
                  <c:v>90.908433527445396</c:v>
                </c:pt>
                <c:pt idx="165">
                  <c:v>90.957796075362893</c:v>
                </c:pt>
                <c:pt idx="166">
                  <c:v>91.006874757139599</c:v>
                </c:pt>
                <c:pt idx="167">
                  <c:v>91.055671208242202</c:v>
                </c:pt>
                <c:pt idx="168">
                  <c:v>91.104187054490097</c:v>
                </c:pt>
                <c:pt idx="169">
                  <c:v>91.1524239121281</c:v>
                </c:pt>
                <c:pt idx="170">
                  <c:v>91.200383387898498</c:v>
                </c:pt>
                <c:pt idx="171">
                  <c:v>91.248067079111195</c:v>
                </c:pt>
                <c:pt idx="172">
                  <c:v>91.295476573712094</c:v>
                </c:pt>
                <c:pt idx="173">
                  <c:v>91.342613450350299</c:v>
                </c:pt>
                <c:pt idx="174">
                  <c:v>91.389479278443801</c:v>
                </c:pt>
                <c:pt idx="175">
                  <c:v>91.436075618243905</c:v>
                </c:pt>
                <c:pt idx="176">
                  <c:v>91.4824040208985</c:v>
                </c:pt>
                <c:pt idx="177">
                  <c:v>91.528466028514302</c:v>
                </c:pt>
                <c:pt idx="178">
                  <c:v>91.574263174217606</c:v>
                </c:pt>
                <c:pt idx="179">
                  <c:v>91.619796982214396</c:v>
                </c:pt>
                <c:pt idx="180">
                  <c:v>91.665068967849507</c:v>
                </c:pt>
                <c:pt idx="181">
                  <c:v>91.710080637664703</c:v>
                </c:pt>
                <c:pt idx="182">
                  <c:v>91.754833489455706</c:v>
                </c:pt>
                <c:pt idx="183">
                  <c:v>91.799329012329096</c:v>
                </c:pt>
                <c:pt idx="184">
                  <c:v>91.843568686757706</c:v>
                </c:pt>
                <c:pt idx="185">
                  <c:v>91.887553984635503</c:v>
                </c:pt>
                <c:pt idx="186">
                  <c:v>91.931286369331801</c:v>
                </c:pt>
                <c:pt idx="187">
                  <c:v>91.974767295745195</c:v>
                </c:pt>
                <c:pt idx="188">
                  <c:v>92.017998210355998</c:v>
                </c:pt>
                <c:pt idx="189">
                  <c:v>92.060980551278803</c:v>
                </c:pt>
                <c:pt idx="190">
                  <c:v>92.103715748314002</c:v>
                </c:pt>
                <c:pt idx="191">
                  <c:v>92.1462052229991</c:v>
                </c:pt>
                <c:pt idx="192">
                  <c:v>92.188450388659305</c:v>
                </c:pt>
                <c:pt idx="193">
                  <c:v>92.230452650457394</c:v>
                </c:pt>
                <c:pt idx="194">
                  <c:v>92.272213405443907</c:v>
                </c:pt>
                <c:pt idx="195">
                  <c:v>92.313734042605205</c:v>
                </c:pt>
                <c:pt idx="196">
                  <c:v>92.355015942913198</c:v>
                </c:pt>
                <c:pt idx="197">
                  <c:v>92.396060479373006</c:v>
                </c:pt>
                <c:pt idx="198">
                  <c:v>92.436869017070507</c:v>
                </c:pt>
                <c:pt idx="199">
                  <c:v>92.477442913220202</c:v>
                </c:pt>
                <c:pt idx="200">
                  <c:v>92.517783517211697</c:v>
                </c:pt>
                <c:pt idx="201">
                  <c:v>92.5578921706568</c:v>
                </c:pt>
                <c:pt idx="202">
                  <c:v>92.597770207435005</c:v>
                </c:pt>
                <c:pt idx="203">
                  <c:v>92.637418953739797</c:v>
                </c:pt>
                <c:pt idx="204">
                  <c:v>92.676839728123696</c:v>
                </c:pt>
                <c:pt idx="205">
                  <c:v>92.716033841543705</c:v>
                </c:pt>
                <c:pt idx="206">
                  <c:v>92.755002597405905</c:v>
                </c:pt>
                <c:pt idx="207">
                  <c:v>92.793747291609606</c:v>
                </c:pt>
                <c:pt idx="208">
                  <c:v>92.832269212591697</c:v>
                </c:pt>
                <c:pt idx="209">
                  <c:v>92.870569641370594</c:v>
                </c:pt>
                <c:pt idx="210">
                  <c:v>92.908649851589104</c:v>
                </c:pt>
                <c:pt idx="211">
                  <c:v>92.946511109557903</c:v>
                </c:pt>
                <c:pt idx="212">
                  <c:v>92.984154674298296</c:v>
                </c:pt>
                <c:pt idx="213">
                  <c:v>93.021581797584901</c:v>
                </c:pt>
                <c:pt idx="214">
                  <c:v>93.058793723987804</c:v>
                </c:pt>
                <c:pt idx="215">
                  <c:v>93.095791690914098</c:v>
                </c:pt>
                <c:pt idx="216">
                  <c:v>93.132576928650394</c:v>
                </c:pt>
                <c:pt idx="217">
                  <c:v>93.169150660403403</c:v>
                </c:pt>
                <c:pt idx="218">
                  <c:v>93.205514102341695</c:v>
                </c:pt>
                <c:pt idx="219">
                  <c:v>93.241668463636003</c:v>
                </c:pt>
                <c:pt idx="220">
                  <c:v>93.277614946500407</c:v>
                </c:pt>
                <c:pt idx="221">
                  <c:v>93.313354746232093</c:v>
                </c:pt>
                <c:pt idx="222">
                  <c:v>93.348889051251803</c:v>
                </c:pt>
                <c:pt idx="223">
                  <c:v>93.384219043143702</c:v>
                </c:pt>
                <c:pt idx="224">
                  <c:v>93.419345896694495</c:v>
                </c:pt>
                <c:pt idx="225">
                  <c:v>93.454270779933395</c:v>
                </c:pt>
                <c:pt idx="226">
                  <c:v>93.488994854170798</c:v>
                </c:pt>
                <c:pt idx="227">
                  <c:v>93.523519274037</c:v>
                </c:pt>
                <c:pt idx="228">
                  <c:v>93.557845187521295</c:v>
                </c:pt>
                <c:pt idx="229">
                  <c:v>93.591973736009905</c:v>
                </c:pt>
                <c:pt idx="230">
                  <c:v>93.625906054324403</c:v>
                </c:pt>
                <c:pt idx="231">
                  <c:v>93.659643270759403</c:v>
                </c:pt>
                <c:pt idx="232">
                  <c:v>93.693186507120302</c:v>
                </c:pt>
                <c:pt idx="233">
                  <c:v>93.726536878760598</c:v>
                </c:pt>
                <c:pt idx="234">
                  <c:v>93.759695494619706</c:v>
                </c:pt>
                <c:pt idx="235">
                  <c:v>93.792663457258897</c:v>
                </c:pt>
                <c:pt idx="236">
                  <c:v>93.825441862899197</c:v>
                </c:pt>
                <c:pt idx="237">
                  <c:v>93.858031801457102</c:v>
                </c:pt>
                <c:pt idx="238">
                  <c:v>93.890434356581395</c:v>
                </c:pt>
                <c:pt idx="239">
                  <c:v>93.922650605688901</c:v>
                </c:pt>
                <c:pt idx="240">
                  <c:v>93.954681620000997</c:v>
                </c:pt>
                <c:pt idx="241">
                  <c:v>93.986528464578498</c:v>
                </c:pt>
                <c:pt idx="242">
                  <c:v>94.018192198357795</c:v>
                </c:pt>
                <c:pt idx="243">
                  <c:v>94.049673874185899</c:v>
                </c:pt>
                <c:pt idx="244">
                  <c:v>94.080974538855301</c:v>
                </c:pt>
                <c:pt idx="245">
                  <c:v>94.112095233139399</c:v>
                </c:pt>
                <c:pt idx="246">
                  <c:v>94.143036991826506</c:v>
                </c:pt>
                <c:pt idx="247">
                  <c:v>94.173800843754705</c:v>
                </c:pt>
                <c:pt idx="248">
                  <c:v>94.204387811846104</c:v>
                </c:pt>
                <c:pt idx="249">
                  <c:v>94.234798913140594</c:v>
                </c:pt>
                <c:pt idx="250">
                  <c:v>94.265035158830102</c:v>
                </c:pt>
                <c:pt idx="251">
                  <c:v>94.295097554291999</c:v>
                </c:pt>
                <c:pt idx="252">
                  <c:v>94.324987099122495</c:v>
                </c:pt>
                <c:pt idx="253">
                  <c:v>94.354704787170206</c:v>
                </c:pt>
                <c:pt idx="254">
                  <c:v>94.384251606568895</c:v>
                </c:pt>
                <c:pt idx="255">
                  <c:v>94.413628539770698</c:v>
                </c:pt>
                <c:pt idx="256">
                  <c:v>94.442836563578396</c:v>
                </c:pt>
                <c:pt idx="257">
                  <c:v>94.471876649178299</c:v>
                </c:pt>
                <c:pt idx="258">
                  <c:v>94.500749762172404</c:v>
                </c:pt>
                <c:pt idx="259">
                  <c:v>94.529456862610601</c:v>
                </c:pt>
                <c:pt idx="260">
                  <c:v>94.557998905022302</c:v>
                </c:pt>
                <c:pt idx="261">
                  <c:v>94.5863768384488</c:v>
                </c:pt>
                <c:pt idx="262">
                  <c:v>94.614591606474093</c:v>
                </c:pt>
                <c:pt idx="263">
                  <c:v>94.642644147256902</c:v>
                </c:pt>
                <c:pt idx="264">
                  <c:v>94.670535393561494</c:v>
                </c:pt>
                <c:pt idx="265">
                  <c:v>94.698266272788999</c:v>
                </c:pt>
                <c:pt idx="266">
                  <c:v>94.725837707008097</c:v>
                </c:pt>
                <c:pt idx="267">
                  <c:v>94.753250612985497</c:v>
                </c:pt>
                <c:pt idx="268">
                  <c:v>94.780505902216902</c:v>
                </c:pt>
                <c:pt idx="269">
                  <c:v>94.807604480956797</c:v>
                </c:pt>
                <c:pt idx="270">
                  <c:v>94.834547250249102</c:v>
                </c:pt>
                <c:pt idx="271">
                  <c:v>94.861335105956698</c:v>
                </c:pt>
                <c:pt idx="272">
                  <c:v>94.887968938791502</c:v>
                </c:pt>
                <c:pt idx="273">
                  <c:v>94.914449634343995</c:v>
                </c:pt>
                <c:pt idx="274">
                  <c:v>94.940778073112696</c:v>
                </c:pt>
                <c:pt idx="275">
                  <c:v>94.966955130533407</c:v>
                </c:pt>
                <c:pt idx="276">
                  <c:v>94.992981677008302</c:v>
                </c:pt>
                <c:pt idx="277">
                  <c:v>95.018858577935106</c:v>
                </c:pt>
                <c:pt idx="278">
                  <c:v>95.044586693735297</c:v>
                </c:pt>
                <c:pt idx="279">
                  <c:v>95.070166879883601</c:v>
                </c:pt>
                <c:pt idx="280">
                  <c:v>95.095599986935596</c:v>
                </c:pt>
                <c:pt idx="281">
                  <c:v>95.120886860556595</c:v>
                </c:pt>
                <c:pt idx="282">
                  <c:v>95.146028341549297</c:v>
                </c:pt>
                <c:pt idx="283">
                  <c:v>95.171025265882093</c:v>
                </c:pt>
                <c:pt idx="284">
                  <c:v>95.195878464716898</c:v>
                </c:pt>
                <c:pt idx="285">
                  <c:v>95.2205887644364</c:v>
                </c:pt>
                <c:pt idx="286">
                  <c:v>95.245156986671802</c:v>
                </c:pt>
                <c:pt idx="287">
                  <c:v>95.269583948330293</c:v>
                </c:pt>
                <c:pt idx="288">
                  <c:v>95.293870461622006</c:v>
                </c:pt>
                <c:pt idx="289">
                  <c:v>95.318017334086903</c:v>
                </c:pt>
                <c:pt idx="290">
                  <c:v>95.342025368621904</c:v>
                </c:pt>
                <c:pt idx="291">
                  <c:v>95.365895363507505</c:v>
                </c:pt>
                <c:pt idx="292">
                  <c:v>95.389628112434195</c:v>
                </c:pt>
                <c:pt idx="293">
                  <c:v>95.413224404529103</c:v>
                </c:pt>
                <c:pt idx="294">
                  <c:v>95.436685024381802</c:v>
                </c:pt>
                <c:pt idx="295">
                  <c:v>95.460010752071</c:v>
                </c:pt>
                <c:pt idx="296">
                  <c:v>95.483202363190003</c:v>
                </c:pt>
                <c:pt idx="297">
                  <c:v>95.506260628872397</c:v>
                </c:pt>
                <c:pt idx="298">
                  <c:v>95.529186315818507</c:v>
                </c:pt>
                <c:pt idx="299">
                  <c:v>95.551980186319796</c:v>
                </c:pt>
                <c:pt idx="300">
                  <c:v>95.5746429982851</c:v>
                </c:pt>
                <c:pt idx="301">
                  <c:v>95.597175505265298</c:v>
                </c:pt>
                <c:pt idx="302">
                  <c:v>95.619578456478607</c:v>
                </c:pt>
                <c:pt idx="303">
                  <c:v>95.641852596835406</c:v>
                </c:pt>
                <c:pt idx="304">
                  <c:v>95.663998666963096</c:v>
                </c:pt>
                <c:pt idx="305">
                  <c:v>95.686017403230593</c:v>
                </c:pt>
                <c:pt idx="306">
                  <c:v>95.707909537773006</c:v>
                </c:pt>
                <c:pt idx="307">
                  <c:v>95.729675798515601</c:v>
                </c:pt>
                <c:pt idx="308">
                  <c:v>95.751316909198593</c:v>
                </c:pt>
                <c:pt idx="309">
                  <c:v>95.772833589400705</c:v>
                </c:pt>
                <c:pt idx="310">
                  <c:v>95.794226554563195</c:v>
                </c:pt>
                <c:pt idx="311">
                  <c:v>95.815496516013994</c:v>
                </c:pt>
                <c:pt idx="312">
                  <c:v>95.836644180990803</c:v>
                </c:pt>
                <c:pt idx="313">
                  <c:v>95.857670252665002</c:v>
                </c:pt>
                <c:pt idx="314">
                  <c:v>95.878575430165</c:v>
                </c:pt>
                <c:pt idx="315">
                  <c:v>95.899360408599406</c:v>
                </c:pt>
                <c:pt idx="316">
                  <c:v>95.920025879080001</c:v>
                </c:pt>
                <c:pt idx="317">
                  <c:v>95.940572528744894</c:v>
                </c:pt>
                <c:pt idx="318">
                  <c:v>95.961001040781497</c:v>
                </c:pt>
                <c:pt idx="319">
                  <c:v>95.981312094448896</c:v>
                </c:pt>
                <c:pt idx="320">
                  <c:v>96.001506365100596</c:v>
                </c:pt>
                <c:pt idx="321">
                  <c:v>96.021584524207299</c:v>
                </c:pt>
                <c:pt idx="322">
                  <c:v>96.041547239378502</c:v>
                </c:pt>
                <c:pt idx="323">
                  <c:v>96.061395174385396</c:v>
                </c:pt>
                <c:pt idx="324">
                  <c:v>96.081128989182801</c:v>
                </c:pt>
                <c:pt idx="325">
                  <c:v>96.100749339930601</c:v>
                </c:pt>
                <c:pt idx="326">
                  <c:v>96.120256879016196</c:v>
                </c:pt>
                <c:pt idx="327">
                  <c:v>96.139652255075802</c:v>
                </c:pt>
                <c:pt idx="328">
                  <c:v>96.158936113016395</c:v>
                </c:pt>
                <c:pt idx="329">
                  <c:v>96.1781090940366</c:v>
                </c:pt>
                <c:pt idx="330">
                  <c:v>96.197171835648405</c:v>
                </c:pt>
                <c:pt idx="331">
                  <c:v>96.216124971698505</c:v>
                </c:pt>
                <c:pt idx="332">
                  <c:v>96.234969132388898</c:v>
                </c:pt>
                <c:pt idx="333">
                  <c:v>96.253704944298093</c:v>
                </c:pt>
                <c:pt idx="334">
                  <c:v>96.272333030402194</c:v>
                </c:pt>
                <c:pt idx="335">
                  <c:v>96.290854010095003</c:v>
                </c:pt>
                <c:pt idx="336">
                  <c:v>96.309268499209296</c:v>
                </c:pt>
                <c:pt idx="337">
                  <c:v>96.3275771100367</c:v>
                </c:pt>
                <c:pt idx="338">
                  <c:v>96.345780451348602</c:v>
                </c:pt>
                <c:pt idx="339">
                  <c:v>96.363879128416002</c:v>
                </c:pt>
                <c:pt idx="340">
                  <c:v>96.381873743029701</c:v>
                </c:pt>
                <c:pt idx="341">
                  <c:v>96.399764893520398</c:v>
                </c:pt>
                <c:pt idx="342">
                  <c:v>96.417553174778604</c:v>
                </c:pt>
                <c:pt idx="343">
                  <c:v>96.435239178274202</c:v>
                </c:pt>
                <c:pt idx="344">
                  <c:v>96.452823492076703</c:v>
                </c:pt>
                <c:pt idx="345">
                  <c:v>96.470306700873806</c:v>
                </c:pt>
                <c:pt idx="346">
                  <c:v>96.4876893859918</c:v>
                </c:pt>
                <c:pt idx="347">
                  <c:v>96.504972125414497</c:v>
                </c:pt>
                <c:pt idx="348">
                  <c:v>96.522155493802202</c:v>
                </c:pt>
                <c:pt idx="349">
                  <c:v>96.539240062511396</c:v>
                </c:pt>
                <c:pt idx="350">
                  <c:v>96.556226399613195</c:v>
                </c:pt>
                <c:pt idx="351">
                  <c:v>96.573115069912603</c:v>
                </c:pt>
                <c:pt idx="352">
                  <c:v>96.589906634966994</c:v>
                </c:pt>
                <c:pt idx="353">
                  <c:v>96.606601653105102</c:v>
                </c:pt>
                <c:pt idx="354">
                  <c:v>96.623200679445205</c:v>
                </c:pt>
                <c:pt idx="355">
                  <c:v>96.639704265914105</c:v>
                </c:pt>
                <c:pt idx="356">
                  <c:v>96.656112961264995</c:v>
                </c:pt>
                <c:pt idx="357">
                  <c:v>96.672427311095902</c:v>
                </c:pt>
                <c:pt idx="358">
                  <c:v>96.688647857867807</c:v>
                </c:pt>
                <c:pt idx="359">
                  <c:v>96.704775140922607</c:v>
                </c:pt>
                <c:pt idx="360">
                  <c:v>96.720809696501306</c:v>
                </c:pt>
                <c:pt idx="361">
                  <c:v>96.736752057761606</c:v>
                </c:pt>
                <c:pt idx="362">
                  <c:v>96.752602754795703</c:v>
                </c:pt>
                <c:pt idx="363">
                  <c:v>96.768362314647703</c:v>
                </c:pt>
                <c:pt idx="364">
                  <c:v>96.784031261331805</c:v>
                </c:pt>
                <c:pt idx="365">
                  <c:v>96.799610115848694</c:v>
                </c:pt>
                <c:pt idx="366">
                  <c:v>96.815099396204005</c:v>
                </c:pt>
                <c:pt idx="367">
                  <c:v>96.830499617424607</c:v>
                </c:pt>
                <c:pt idx="368">
                  <c:v>96.845811291576197</c:v>
                </c:pt>
                <c:pt idx="369">
                  <c:v>96.861034927780295</c:v>
                </c:pt>
                <c:pt idx="370">
                  <c:v>96.876171032230999</c:v>
                </c:pt>
                <c:pt idx="371">
                  <c:v>96.891220108212195</c:v>
                </c:pt>
                <c:pt idx="372">
                  <c:v>96.9061826561136</c:v>
                </c:pt>
                <c:pt idx="373">
                  <c:v>96.921059173448199</c:v>
                </c:pt>
                <c:pt idx="374">
                  <c:v>96.935850154868206</c:v>
                </c:pt>
                <c:pt idx="375">
                  <c:v>96.950556092181898</c:v>
                </c:pt>
                <c:pt idx="376">
                  <c:v>96.965177474369497</c:v>
                </c:pt>
                <c:pt idx="377">
                  <c:v>96.979714787600003</c:v>
                </c:pt>
                <c:pt idx="378">
                  <c:v>96.994168515246997</c:v>
                </c:pt>
                <c:pt idx="379">
                  <c:v>97.008539137904705</c:v>
                </c:pt>
                <c:pt idx="380">
                  <c:v>97.022827133404306</c:v>
                </c:pt>
                <c:pt idx="381">
                  <c:v>97.037032976829096</c:v>
                </c:pt>
                <c:pt idx="382">
                  <c:v>97.051157140531402</c:v>
                </c:pt>
                <c:pt idx="383">
                  <c:v>97.065200094147102</c:v>
                </c:pt>
                <c:pt idx="384">
                  <c:v>97.079162304612197</c:v>
                </c:pt>
                <c:pt idx="385">
                  <c:v>97.093044236177604</c:v>
                </c:pt>
                <c:pt idx="386">
                  <c:v>97.1068463504253</c:v>
                </c:pt>
                <c:pt idx="387">
                  <c:v>97.1205691062829</c:v>
                </c:pt>
                <c:pt idx="388">
                  <c:v>97.134212960039505</c:v>
                </c:pt>
                <c:pt idx="389">
                  <c:v>97.147778365360693</c:v>
                </c:pt>
                <c:pt idx="390">
                  <c:v>97.161265773303597</c:v>
                </c:pt>
                <c:pt idx="391">
                  <c:v>97.174675632331898</c:v>
                </c:pt>
                <c:pt idx="392">
                  <c:v>97.188008388330502</c:v>
                </c:pt>
                <c:pt idx="393">
                  <c:v>97.201264484621007</c:v>
                </c:pt>
                <c:pt idx="394">
                  <c:v>97.214444361975595</c:v>
                </c:pt>
                <c:pt idx="395">
                  <c:v>97.227548458632498</c:v>
                </c:pt>
                <c:pt idx="396">
                  <c:v>97.240577210310093</c:v>
                </c:pt>
                <c:pt idx="397">
                  <c:v>97.253531050221298</c:v>
                </c:pt>
                <c:pt idx="398">
                  <c:v>97.266410409088394</c:v>
                </c:pt>
                <c:pt idx="399">
                  <c:v>97.279215715156994</c:v>
                </c:pt>
                <c:pt idx="400">
                  <c:v>97.291947394210595</c:v>
                </c:pt>
                <c:pt idx="401">
                  <c:v>97.304605869584407</c:v>
                </c:pt>
                <c:pt idx="402">
                  <c:v>97.317191562179502</c:v>
                </c:pt>
                <c:pt idx="403">
                  <c:v>97.329704890477103</c:v>
                </c:pt>
                <c:pt idx="404">
                  <c:v>97.342146270552107</c:v>
                </c:pt>
                <c:pt idx="405">
                  <c:v>97.354516116087296</c:v>
                </c:pt>
                <c:pt idx="406">
                  <c:v>97.366814838386503</c:v>
                </c:pt>
                <c:pt idx="407">
                  <c:v>97.379042846389197</c:v>
                </c:pt>
                <c:pt idx="408">
                  <c:v>97.391200546683095</c:v>
                </c:pt>
                <c:pt idx="409">
                  <c:v>97.403288343518398</c:v>
                </c:pt>
                <c:pt idx="410">
                  <c:v>97.415306638820894</c:v>
                </c:pt>
                <c:pt idx="411">
                  <c:v>97.427255832205503</c:v>
                </c:pt>
                <c:pt idx="412">
                  <c:v>97.439136320989306</c:v>
                </c:pt>
                <c:pt idx="413">
                  <c:v>97.450948500205001</c:v>
                </c:pt>
                <c:pt idx="414">
                  <c:v>97.462692762614097</c:v>
                </c:pt>
                <c:pt idx="415">
                  <c:v>97.474369498719497</c:v>
                </c:pt>
                <c:pt idx="416">
                  <c:v>97.485979096779204</c:v>
                </c:pt>
                <c:pt idx="417">
                  <c:v>97.497521942818494</c:v>
                </c:pt>
                <c:pt idx="418">
                  <c:v>97.508998420643394</c:v>
                </c:pt>
                <c:pt idx="419">
                  <c:v>97.520408911852897</c:v>
                </c:pt>
                <c:pt idx="420">
                  <c:v>97.531753795852197</c:v>
                </c:pt>
                <c:pt idx="421">
                  <c:v>97.543033449864694</c:v>
                </c:pt>
                <c:pt idx="422">
                  <c:v>97.5542482489452</c:v>
                </c:pt>
                <c:pt idx="423">
                  <c:v>97.5653985659916</c:v>
                </c:pt>
                <c:pt idx="424">
                  <c:v>97.576484771758203</c:v>
                </c:pt>
                <c:pt idx="425">
                  <c:v>97.587507234867303</c:v>
                </c:pt>
                <c:pt idx="426">
                  <c:v>97.598466321821803</c:v>
                </c:pt>
                <c:pt idx="427">
                  <c:v>97.609362397017193</c:v>
                </c:pt>
                <c:pt idx="428">
                  <c:v>97.620195822754098</c:v>
                </c:pt>
                <c:pt idx="429">
                  <c:v>97.630966959249605</c:v>
                </c:pt>
                <c:pt idx="430">
                  <c:v>97.641676164649894</c:v>
                </c:pt>
                <c:pt idx="431">
                  <c:v>97.652323795041994</c:v>
                </c:pt>
                <c:pt idx="432">
                  <c:v>97.662910204465305</c:v>
                </c:pt>
                <c:pt idx="433">
                  <c:v>97.673435744923594</c:v>
                </c:pt>
                <c:pt idx="434">
                  <c:v>97.683900766397002</c:v>
                </c:pt>
                <c:pt idx="435">
                  <c:v>97.694305616852901</c:v>
                </c:pt>
                <c:pt idx="436">
                  <c:v>97.7046506422585</c:v>
                </c:pt>
                <c:pt idx="437">
                  <c:v>97.714936186591402</c:v>
                </c:pt>
                <c:pt idx="438">
                  <c:v>97.7251625918515</c:v>
                </c:pt>
                <c:pt idx="439">
                  <c:v>97.735330198072404</c:v>
                </c:pt>
                <c:pt idx="440">
                  <c:v>97.745439343332393</c:v>
                </c:pt>
                <c:pt idx="441">
                  <c:v>97.755490363766199</c:v>
                </c:pt>
                <c:pt idx="442">
                  <c:v>97.765483593575595</c:v>
                </c:pt>
                <c:pt idx="443">
                  <c:v>97.775419365041003</c:v>
                </c:pt>
                <c:pt idx="444">
                  <c:v>97.785298008532195</c:v>
                </c:pt>
                <c:pt idx="445">
                  <c:v>97.795119852519406</c:v>
                </c:pt>
                <c:pt idx="446">
                  <c:v>97.804885223584193</c:v>
                </c:pt>
                <c:pt idx="447">
                  <c:v>97.814594446430505</c:v>
                </c:pt>
                <c:pt idx="448">
                  <c:v>97.824247843895407</c:v>
                </c:pt>
                <c:pt idx="449">
                  <c:v>97.833845736959404</c:v>
                </c:pt>
                <c:pt idx="450">
                  <c:v>97.843388444757807</c:v>
                </c:pt>
                <c:pt idx="451">
                  <c:v>97.852876284590806</c:v>
                </c:pt>
                <c:pt idx="452">
                  <c:v>97.862309571934205</c:v>
                </c:pt>
                <c:pt idx="453">
                  <c:v>97.871688620449802</c:v>
                </c:pt>
                <c:pt idx="454">
                  <c:v>97.881013741996298</c:v>
                </c:pt>
                <c:pt idx="455">
                  <c:v>97.890285246638896</c:v>
                </c:pt>
                <c:pt idx="456">
                  <c:v>97.899503442660105</c:v>
                </c:pt>
                <c:pt idx="457">
                  <c:v>97.908668636570098</c:v>
                </c:pt>
                <c:pt idx="458">
                  <c:v>97.917781133116506</c:v>
                </c:pt>
                <c:pt idx="459">
                  <c:v>97.926841235294702</c:v>
                </c:pt>
                <c:pt idx="460">
                  <c:v>97.935849244358096</c:v>
                </c:pt>
                <c:pt idx="461">
                  <c:v>97.944805459827904</c:v>
                </c:pt>
                <c:pt idx="462">
                  <c:v>97.953710179503005</c:v>
                </c:pt>
                <c:pt idx="463">
                  <c:v>97.962563699470294</c:v>
                </c:pt>
                <c:pt idx="464">
                  <c:v>97.971366314114107</c:v>
                </c:pt>
                <c:pt idx="465">
                  <c:v>97.980118316126095</c:v>
                </c:pt>
                <c:pt idx="466">
                  <c:v>97.988819996515204</c:v>
                </c:pt>
                <c:pt idx="467">
                  <c:v>97.997471644616894</c:v>
                </c:pt>
                <c:pt idx="468">
                  <c:v>98.006073548103203</c:v>
                </c:pt>
                <c:pt idx="469">
                  <c:v>98.014625992992094</c:v>
                </c:pt>
                <c:pt idx="470">
                  <c:v>98.023129263656998</c:v>
                </c:pt>
                <c:pt idx="471">
                  <c:v>98.031583642836395</c:v>
                </c:pt>
                <c:pt idx="472">
                  <c:v>98.039989411642793</c:v>
                </c:pt>
                <c:pt idx="473">
                  <c:v>98.048346849572695</c:v>
                </c:pt>
                <c:pt idx="474">
                  <c:v>98.056656234515501</c:v>
                </c:pt>
                <c:pt idx="475">
                  <c:v>98.064917842762597</c:v>
                </c:pt>
                <c:pt idx="476">
                  <c:v>98.073131949017096</c:v>
                </c:pt>
                <c:pt idx="477">
                  <c:v>98.081298826402403</c:v>
                </c:pt>
                <c:pt idx="478">
                  <c:v>98.089418746471594</c:v>
                </c:pt>
                <c:pt idx="479">
                  <c:v>98.0974919792165</c:v>
                </c:pt>
                <c:pt idx="480">
                  <c:v>98.105518793076598</c:v>
                </c:pt>
                <c:pt idx="481">
                  <c:v>98.1134994549476</c:v>
                </c:pt>
                <c:pt idx="482">
                  <c:v>98.121434230190999</c:v>
                </c:pt>
                <c:pt idx="483">
                  <c:v>98.129323382642198</c:v>
                </c:pt>
                <c:pt idx="484">
                  <c:v>98.137167174620004</c:v>
                </c:pt>
                <c:pt idx="485">
                  <c:v>98.144965866934697</c:v>
                </c:pt>
                <c:pt idx="486">
                  <c:v>98.152719718896904</c:v>
                </c:pt>
                <c:pt idx="487">
                  <c:v>98.160428988326601</c:v>
                </c:pt>
                <c:pt idx="488">
                  <c:v>98.168093931561103</c:v>
                </c:pt>
                <c:pt idx="489">
                  <c:v>98.175714803463904</c:v>
                </c:pt>
                <c:pt idx="490">
                  <c:v>98.183291857433105</c:v>
                </c:pt>
                <c:pt idx="491">
                  <c:v>98.190825345410005</c:v>
                </c:pt>
                <c:pt idx="492">
                  <c:v>98.198315517886996</c:v>
                </c:pt>
                <c:pt idx="493">
                  <c:v>98.205762623916499</c:v>
                </c:pt>
                <c:pt idx="494">
                  <c:v>98.213166911118904</c:v>
                </c:pt>
                <c:pt idx="495">
                  <c:v>98.220528625690605</c:v>
                </c:pt>
                <c:pt idx="496">
                  <c:v>98.227848012412693</c:v>
                </c:pt>
                <c:pt idx="497">
                  <c:v>98.235125314658703</c:v>
                </c:pt>
                <c:pt idx="498">
                  <c:v>98.242360774402997</c:v>
                </c:pt>
                <c:pt idx="499">
                  <c:v>98.249554632228396</c:v>
                </c:pt>
                <c:pt idx="500">
                  <c:v>98.256707127334707</c:v>
                </c:pt>
                <c:pt idx="501">
                  <c:v>98.263818497546197</c:v>
                </c:pt>
                <c:pt idx="502">
                  <c:v>98.270888979319906</c:v>
                </c:pt>
                <c:pt idx="503">
                  <c:v>98.277918807752997</c:v>
                </c:pt>
                <c:pt idx="504">
                  <c:v>98.284908216591205</c:v>
                </c:pt>
                <c:pt idx="505">
                  <c:v>98.291857438236093</c:v>
                </c:pt>
                <c:pt idx="506">
                  <c:v>98.298766703753202</c:v>
                </c:pt>
                <c:pt idx="507">
                  <c:v>98.305636242879302</c:v>
                </c:pt>
                <c:pt idx="508">
                  <c:v>98.312466284030194</c:v>
                </c:pt>
                <c:pt idx="509">
                  <c:v>98.319257054308494</c:v>
                </c:pt>
                <c:pt idx="510">
                  <c:v>98.326008779511099</c:v>
                </c:pt>
                <c:pt idx="511">
                  <c:v>98.332721684136501</c:v>
                </c:pt>
                <c:pt idx="512">
                  <c:v>98.339395991392394</c:v>
                </c:pt>
                <c:pt idx="513">
                  <c:v>98.3460319232031</c:v>
                </c:pt>
                <c:pt idx="514">
                  <c:v>98.352629700216895</c:v>
                </c:pt>
                <c:pt idx="515">
                  <c:v>98.359189541813706</c:v>
                </c:pt>
                <c:pt idx="516">
                  <c:v>98.365711666111494</c:v>
                </c:pt>
                <c:pt idx="517">
                  <c:v>98.372196289974696</c:v>
                </c:pt>
                <c:pt idx="518">
                  <c:v>98.378643629020402</c:v>
                </c:pt>
                <c:pt idx="519">
                  <c:v>98.385053897626307</c:v>
                </c:pt>
                <c:pt idx="520">
                  <c:v>98.391427308937097</c:v>
                </c:pt>
                <c:pt idx="521">
                  <c:v>98.397764074872399</c:v>
                </c:pt>
                <c:pt idx="522">
                  <c:v>98.404064406133003</c:v>
                </c:pt>
                <c:pt idx="523">
                  <c:v>98.410328512208295</c:v>
                </c:pt>
                <c:pt idx="524">
                  <c:v>98.416556601383306</c:v>
                </c:pt>
                <c:pt idx="525">
                  <c:v>98.422748880745303</c:v>
                </c:pt>
                <c:pt idx="526">
                  <c:v>98.428905556190898</c:v>
                </c:pt>
                <c:pt idx="527">
                  <c:v>98.435026832433095</c:v>
                </c:pt>
                <c:pt idx="528">
                  <c:v>98.441112913007501</c:v>
                </c:pt>
                <c:pt idx="529">
                  <c:v>98.447164000279599</c:v>
                </c:pt>
                <c:pt idx="530">
                  <c:v>98.453180295451304</c:v>
                </c:pt>
                <c:pt idx="531">
                  <c:v>98.459161998567794</c:v>
                </c:pt>
                <c:pt idx="532">
                  <c:v>98.465109308523907</c:v>
                </c:pt>
                <c:pt idx="533">
                  <c:v>98.471022423070906</c:v>
                </c:pt>
                <c:pt idx="534">
                  <c:v>98.4769015388231</c:v>
                </c:pt>
                <c:pt idx="535">
                  <c:v>98.482746851264196</c:v>
                </c:pt>
                <c:pt idx="536">
                  <c:v>98.488558554754107</c:v>
                </c:pt>
                <c:pt idx="537">
                  <c:v>98.494336842535105</c:v>
                </c:pt>
                <c:pt idx="538">
                  <c:v>98.500081906738302</c:v>
                </c:pt>
                <c:pt idx="539">
                  <c:v>98.505793938390397</c:v>
                </c:pt>
                <c:pt idx="540">
                  <c:v>98.511473127419293</c:v>
                </c:pt>
                <c:pt idx="541">
                  <c:v>98.517119662661401</c:v>
                </c:pt>
                <c:pt idx="542">
                  <c:v>98.522733731866794</c:v>
                </c:pt>
                <c:pt idx="543">
                  <c:v>98.528315521706503</c:v>
                </c:pt>
                <c:pt idx="544">
                  <c:v>98.533865217778001</c:v>
                </c:pt>
                <c:pt idx="545">
                  <c:v>98.539383004611693</c:v>
                </c:pt>
                <c:pt idx="546">
                  <c:v>98.544869065677105</c:v>
                </c:pt>
                <c:pt idx="547">
                  <c:v>98.550323583388604</c:v>
                </c:pt>
                <c:pt idx="548">
                  <c:v>98.555746739111896</c:v>
                </c:pt>
                <c:pt idx="549">
                  <c:v>98.561138713169797</c:v>
                </c:pt>
                <c:pt idx="550">
                  <c:v>98.566499684848594</c:v>
                </c:pt>
                <c:pt idx="551">
                  <c:v>98.571829832403296</c:v>
                </c:pt>
                <c:pt idx="552">
                  <c:v>98.577129333064207</c:v>
                </c:pt>
                <c:pt idx="553">
                  <c:v>98.582398363042699</c:v>
                </c:pt>
                <c:pt idx="554">
                  <c:v>98.587637097536899</c:v>
                </c:pt>
                <c:pt idx="555">
                  <c:v>98.592845710737507</c:v>
                </c:pt>
                <c:pt idx="556">
                  <c:v>98.598024375833702</c:v>
                </c:pt>
                <c:pt idx="557">
                  <c:v>98.603173265018995</c:v>
                </c:pt>
                <c:pt idx="558">
                  <c:v>98.608292549496696</c:v>
                </c:pt>
                <c:pt idx="559">
                  <c:v>98.613382399485801</c:v>
                </c:pt>
                <c:pt idx="560">
                  <c:v>98.618442984226704</c:v>
                </c:pt>
                <c:pt idx="561">
                  <c:v>98.623474471986398</c:v>
                </c:pt>
                <c:pt idx="562">
                  <c:v>98.628477030064602</c:v>
                </c:pt>
                <c:pt idx="563">
                  <c:v>98.633450824799198</c:v>
                </c:pt>
                <c:pt idx="564">
                  <c:v>98.638396021571594</c:v>
                </c:pt>
                <c:pt idx="565">
                  <c:v>98.643312784812196</c:v>
                </c:pt>
                <c:pt idx="566">
                  <c:v>98.648201278005999</c:v>
                </c:pt>
                <c:pt idx="567">
                  <c:v>98.653061663698097</c:v>
                </c:pt>
                <c:pt idx="568">
                  <c:v>98.657894103499004</c:v>
                </c:pt>
                <c:pt idx="569">
                  <c:v>98.662698758089903</c:v>
                </c:pt>
                <c:pt idx="570">
                  <c:v>98.667475787228199</c:v>
                </c:pt>
                <c:pt idx="571">
                  <c:v>98.672225349752694</c:v>
                </c:pt>
                <c:pt idx="572">
                  <c:v>98.676947603588999</c:v>
                </c:pt>
                <c:pt idx="573">
                  <c:v>98.681642705754498</c:v>
                </c:pt>
                <c:pt idx="574">
                  <c:v>98.686310812363899</c:v>
                </c:pt>
                <c:pt idx="575">
                  <c:v>98.690952078634396</c:v>
                </c:pt>
                <c:pt idx="576">
                  <c:v>98.695566658890499</c:v>
                </c:pt>
                <c:pt idx="577">
                  <c:v>98.700154706569606</c:v>
                </c:pt>
                <c:pt idx="578">
                  <c:v>98.704716374226606</c:v>
                </c:pt>
                <c:pt idx="579">
                  <c:v>98.709251813539694</c:v>
                </c:pt>
                <c:pt idx="580">
                  <c:v>98.713761175314403</c:v>
                </c:pt>
                <c:pt idx="581">
                  <c:v>98.718244609489702</c:v>
                </c:pt>
                <c:pt idx="582">
                  <c:v>98.722702265142104</c:v>
                </c:pt>
                <c:pt idx="583">
                  <c:v>98.727134290491094</c:v>
                </c:pt>
                <c:pt idx="584">
                  <c:v>98.731540832903903</c:v>
                </c:pt>
                <c:pt idx="585">
                  <c:v>98.735922038900497</c:v>
                </c:pt>
                <c:pt idx="586">
                  <c:v>98.740278054158296</c:v>
                </c:pt>
                <c:pt idx="587">
                  <c:v>98.744609023517299</c:v>
                </c:pt>
                <c:pt idx="588">
                  <c:v>98.748915090984397</c:v>
                </c:pt>
                <c:pt idx="589">
                  <c:v>98.753196399738798</c:v>
                </c:pt>
                <c:pt idx="590">
                  <c:v>98.757453092136402</c:v>
                </c:pt>
                <c:pt idx="591">
                  <c:v>98.761685309714295</c:v>
                </c:pt>
                <c:pt idx="592">
                  <c:v>98.765893193196305</c:v>
                </c:pt>
                <c:pt idx="593">
                  <c:v>98.770076882496696</c:v>
                </c:pt>
                <c:pt idx="594">
                  <c:v>98.774236516725395</c:v>
                </c:pt>
                <c:pt idx="595">
                  <c:v>98.778372234192602</c:v>
                </c:pt>
                <c:pt idx="596">
                  <c:v>98.782484172413007</c:v>
                </c:pt>
                <c:pt idx="597">
                  <c:v>98.786572468110904</c:v>
                </c:pt>
                <c:pt idx="598">
                  <c:v>98.790637257224404</c:v>
                </c:pt>
                <c:pt idx="599">
                  <c:v>98.794678674909804</c:v>
                </c:pt>
                <c:pt idx="600">
                  <c:v>98.798696855546495</c:v>
                </c:pt>
                <c:pt idx="601">
                  <c:v>98.802691932741098</c:v>
                </c:pt>
                <c:pt idx="602">
                  <c:v>98.806664039332304</c:v>
                </c:pt>
                <c:pt idx="603">
                  <c:v>98.810613307394604</c:v>
                </c:pt>
                <c:pt idx="604">
                  <c:v>98.814539868243401</c:v>
                </c:pt>
                <c:pt idx="605">
                  <c:v>98.818443852439003</c:v>
                </c:pt>
                <c:pt idx="606">
                  <c:v>98.822325389790905</c:v>
                </c:pt>
                <c:pt idx="607">
                  <c:v>98.8261846093624</c:v>
                </c:pt>
                <c:pt idx="608">
                  <c:v>98.830021639474595</c:v>
                </c:pt>
                <c:pt idx="609">
                  <c:v>98.833836607710893</c:v>
                </c:pt>
                <c:pt idx="610">
                  <c:v>98.837629640920994</c:v>
                </c:pt>
                <c:pt idx="611">
                  <c:v>98.841400865225296</c:v>
                </c:pt>
                <c:pt idx="612">
                  <c:v>98.845150406019101</c:v>
                </c:pt>
                <c:pt idx="613">
                  <c:v>98.848878387976796</c:v>
                </c:pt>
                <c:pt idx="614">
                  <c:v>98.852584935055603</c:v>
                </c:pt>
                <c:pt idx="615">
                  <c:v>98.856270170500196</c:v>
                </c:pt>
                <c:pt idx="616">
                  <c:v>98.859934216846895</c:v>
                </c:pt>
                <c:pt idx="617">
                  <c:v>98.863577195927107</c:v>
                </c:pt>
                <c:pt idx="618">
                  <c:v>98.867199228871797</c:v>
                </c:pt>
                <c:pt idx="619">
                  <c:v>98.870800436115601</c:v>
                </c:pt>
                <c:pt idx="620">
                  <c:v>98.874380937400602</c:v>
                </c:pt>
                <c:pt idx="621">
                  <c:v>98.877940851780394</c:v>
                </c:pt>
                <c:pt idx="622">
                  <c:v>98.881480297623995</c:v>
                </c:pt>
                <c:pt idx="623">
                  <c:v>98.884999392620102</c:v>
                </c:pt>
                <c:pt idx="624">
                  <c:v>98.888498253780398</c:v>
                </c:pt>
                <c:pt idx="625">
                  <c:v>98.891976997443905</c:v>
                </c:pt>
                <c:pt idx="626">
                  <c:v>98.895435739280799</c:v>
                </c:pt>
                <c:pt idx="627">
                  <c:v>98.898874594296103</c:v>
                </c:pt>
                <c:pt idx="628">
                  <c:v>98.902293676833494</c:v>
                </c:pt>
                <c:pt idx="629">
                  <c:v>98.905693100579597</c:v>
                </c:pt>
                <c:pt idx="630">
                  <c:v>98.909072978566797</c:v>
                </c:pt>
                <c:pt idx="631">
                  <c:v>98.912433423178101</c:v>
                </c:pt>
                <c:pt idx="632">
                  <c:v>98.915774546150004</c:v>
                </c:pt>
                <c:pt idx="633">
                  <c:v>98.919096458576703</c:v>
                </c:pt>
                <c:pt idx="634">
                  <c:v>98.922399270913502</c:v>
                </c:pt>
                <c:pt idx="635">
                  <c:v>98.925683092980805</c:v>
                </c:pt>
                <c:pt idx="636">
                  <c:v>98.928948033967401</c:v>
                </c:pt>
                <c:pt idx="637">
                  <c:v>98.932194202434502</c:v>
                </c:pt>
                <c:pt idx="638">
                  <c:v>98.935421706318806</c:v>
                </c:pt>
                <c:pt idx="639">
                  <c:v>98.938630652936595</c:v>
                </c:pt>
                <c:pt idx="640">
                  <c:v>98.941821148987202</c:v>
                </c:pt>
                <c:pt idx="641">
                  <c:v>98.944993300556206</c:v>
                </c:pt>
                <c:pt idx="642">
                  <c:v>98.948147213119398</c:v>
                </c:pt>
                <c:pt idx="643">
                  <c:v>98.951282991546194</c:v>
                </c:pt>
                <c:pt idx="644">
                  <c:v>98.954400740102898</c:v>
                </c:pt>
                <c:pt idx="645">
                  <c:v>98.957500562456204</c:v>
                </c:pt>
                <c:pt idx="646">
                  <c:v>98.960582561677001</c:v>
                </c:pt>
                <c:pt idx="647">
                  <c:v>98.963646840243499</c:v>
                </c:pt>
                <c:pt idx="648">
                  <c:v>98.9666935000444</c:v>
                </c:pt>
                <c:pt idx="649">
                  <c:v>98.969722642383104</c:v>
                </c:pt>
                <c:pt idx="650">
                  <c:v>98.972734367979996</c:v>
                </c:pt>
                <c:pt idx="651">
                  <c:v>98.975728776976595</c:v>
                </c:pt>
                <c:pt idx="652">
                  <c:v>98.978705968938797</c:v>
                </c:pt>
                <c:pt idx="653">
                  <c:v>98.9816660428598</c:v>
                </c:pt>
                <c:pt idx="654">
                  <c:v>98.984609097163499</c:v>
                </c:pt>
                <c:pt idx="655">
                  <c:v>98.9875352297083</c:v>
                </c:pt>
                <c:pt idx="656">
                  <c:v>98.9904445377895</c:v>
                </c:pt>
                <c:pt idx="657">
                  <c:v>98.993337118143202</c:v>
                </c:pt>
                <c:pt idx="658">
                  <c:v>98.996213066949394</c:v>
                </c:pt>
                <c:pt idx="659">
                  <c:v>98.999072479834794</c:v>
                </c:pt>
                <c:pt idx="660">
                  <c:v>99.001915451876599</c:v>
                </c:pt>
                <c:pt idx="661">
                  <c:v>99.004742077605002</c:v>
                </c:pt>
                <c:pt idx="662">
                  <c:v>99.007552451006902</c:v>
                </c:pt>
                <c:pt idx="663">
                  <c:v>99.010346665528701</c:v>
                </c:pt>
                <c:pt idx="664">
                  <c:v>99.013124814079703</c:v>
                </c:pt>
                <c:pt idx="665">
                  <c:v>99.015886989034698</c:v>
                </c:pt>
                <c:pt idx="666">
                  <c:v>99.018633282237602</c:v>
                </c:pt>
                <c:pt idx="667">
                  <c:v>99.021363785003999</c:v>
                </c:pt>
                <c:pt idx="668">
                  <c:v>99.024078588124794</c:v>
                </c:pt>
                <c:pt idx="669">
                  <c:v>99.026777781868603</c:v>
                </c:pt>
                <c:pt idx="670">
                  <c:v>99.029461455985</c:v>
                </c:pt>
                <c:pt idx="671">
                  <c:v>99.032129699707696</c:v>
                </c:pt>
                <c:pt idx="672">
                  <c:v>99.034782601757101</c:v>
                </c:pt>
                <c:pt idx="673">
                  <c:v>99.037420250343899</c:v>
                </c:pt>
                <c:pt idx="674">
                  <c:v>99.040042733171106</c:v>
                </c:pt>
                <c:pt idx="675">
                  <c:v>99.042650137437803</c:v>
                </c:pt>
                <c:pt idx="676">
                  <c:v>99.045242549841603</c:v>
                </c:pt>
                <c:pt idx="677">
                  <c:v>99.0478200565816</c:v>
                </c:pt>
                <c:pt idx="678">
                  <c:v>99.050382743361297</c:v>
                </c:pt>
                <c:pt idx="679">
                  <c:v>99.052930695391396</c:v>
                </c:pt>
                <c:pt idx="680">
                  <c:v>99.055463997392707</c:v>
                </c:pt>
                <c:pt idx="681">
                  <c:v>99.057982733598905</c:v>
                </c:pt>
                <c:pt idx="682">
                  <c:v>99.060486987759305</c:v>
                </c:pt>
                <c:pt idx="683">
                  <c:v>99.062976843141797</c:v>
                </c:pt>
                <c:pt idx="684">
                  <c:v>99.065452382535398</c:v>
                </c:pt>
                <c:pt idx="685">
                  <c:v>99.0679136882531</c:v>
                </c:pt>
                <c:pt idx="686">
                  <c:v>99.070360842134704</c:v>
                </c:pt>
                <c:pt idx="687">
                  <c:v>99.072793925549206</c:v>
                </c:pt>
                <c:pt idx="688">
                  <c:v>99.075213019398305</c:v>
                </c:pt>
                <c:pt idx="689">
                  <c:v>99.077618204117798</c:v>
                </c:pt>
                <c:pt idx="690">
                  <c:v>99.080009559681699</c:v>
                </c:pt>
                <c:pt idx="691">
                  <c:v>99.082387165603805</c:v>
                </c:pt>
                <c:pt idx="692">
                  <c:v>99.084751100940693</c:v>
                </c:pt>
                <c:pt idx="693">
                  <c:v>99.087101444294603</c:v>
                </c:pt>
                <c:pt idx="694">
                  <c:v>99.089438273815603</c:v>
                </c:pt>
                <c:pt idx="695">
                  <c:v>99.091761667204693</c:v>
                </c:pt>
                <c:pt idx="696">
                  <c:v>99.094071701715905</c:v>
                </c:pt>
                <c:pt idx="697">
                  <c:v>99.096368454159105</c:v>
                </c:pt>
                <c:pt idx="698">
                  <c:v>99.098652000902604</c:v>
                </c:pt>
                <c:pt idx="699">
                  <c:v>99.100922417875495</c:v>
                </c:pt>
                <c:pt idx="700">
                  <c:v>99.1031797805705</c:v>
                </c:pt>
                <c:pt idx="701">
                  <c:v>99.105424164046099</c:v>
                </c:pt>
                <c:pt idx="702">
                  <c:v>99.107655642929203</c:v>
                </c:pt>
                <c:pt idx="703">
                  <c:v>99.109874291417796</c:v>
                </c:pt>
                <c:pt idx="704">
                  <c:v>99.112080183283098</c:v>
                </c:pt>
                <c:pt idx="705">
                  <c:v>99.114273391872203</c:v>
                </c:pt>
                <c:pt idx="706">
                  <c:v>99.116453990110401</c:v>
                </c:pt>
                <c:pt idx="707">
                  <c:v>99.118622050503902</c:v>
                </c:pt>
                <c:pt idx="708">
                  <c:v>99.120777645141899</c:v>
                </c:pt>
                <c:pt idx="709">
                  <c:v>99.122920845699099</c:v>
                </c:pt>
                <c:pt idx="710">
                  <c:v>99.125051723437906</c:v>
                </c:pt>
                <c:pt idx="711">
                  <c:v>99.127170349211298</c:v>
                </c:pt>
                <c:pt idx="712">
                  <c:v>99.129276793464697</c:v>
                </c:pt>
                <c:pt idx="713">
                  <c:v>99.131371126238605</c:v>
                </c:pt>
                <c:pt idx="714">
                  <c:v>99.1334534171706</c:v>
                </c:pt>
                <c:pt idx="715">
                  <c:v>99.135523735497998</c:v>
                </c:pt>
                <c:pt idx="716">
                  <c:v>99.137582150060098</c:v>
                </c:pt>
                <c:pt idx="717">
                  <c:v>99.139628729300298</c:v>
                </c:pt>
                <c:pt idx="718">
                  <c:v>99.141663541268301</c:v>
                </c:pt>
                <c:pt idx="719">
                  <c:v>99.143686653622893</c:v>
                </c:pt>
                <c:pt idx="720">
                  <c:v>99.145698133633601</c:v>
                </c:pt>
                <c:pt idx="721">
                  <c:v>99.147698048183301</c:v>
                </c:pt>
                <c:pt idx="722">
                  <c:v>99.149686463770095</c:v>
                </c:pt>
                <c:pt idx="723">
                  <c:v>99.1516634465099</c:v>
                </c:pt>
                <c:pt idx="724">
                  <c:v>99.153629062138506</c:v>
                </c:pt>
                <c:pt idx="725">
                  <c:v>99.155583376013794</c:v>
                </c:pt>
                <c:pt idx="726">
                  <c:v>99.157526453117597</c:v>
                </c:pt>
                <c:pt idx="727">
                  <c:v>99.159458358058302</c:v>
                </c:pt>
                <c:pt idx="728">
                  <c:v>99.161379155073007</c:v>
                </c:pt>
                <c:pt idx="729">
                  <c:v>99.163288908029003</c:v>
                </c:pt>
                <c:pt idx="730">
                  <c:v>99.165187680426797</c:v>
                </c:pt>
                <c:pt idx="731">
                  <c:v>99.167075535401395</c:v>
                </c:pt>
                <c:pt idx="732">
                  <c:v>99.168952535725197</c:v>
                </c:pt>
                <c:pt idx="733">
                  <c:v>99.170818743809406</c:v>
                </c:pt>
                <c:pt idx="734">
                  <c:v>99.172674221706501</c:v>
                </c:pt>
                <c:pt idx="735">
                  <c:v>99.174519031111998</c:v>
                </c:pt>
                <c:pt idx="736">
                  <c:v>99.176353233366996</c:v>
                </c:pt>
                <c:pt idx="737">
                  <c:v>99.178176889459493</c:v>
                </c:pt>
                <c:pt idx="738">
                  <c:v>99.179990060027293</c:v>
                </c:pt>
                <c:pt idx="739">
                  <c:v>99.181792805359194</c:v>
                </c:pt>
                <c:pt idx="740">
                  <c:v>99.183585185397305</c:v>
                </c:pt>
                <c:pt idx="741">
                  <c:v>99.185367259739493</c:v>
                </c:pt>
                <c:pt idx="742">
                  <c:v>99.187139087640503</c:v>
                </c:pt>
                <c:pt idx="743">
                  <c:v>99.188900728014701</c:v>
                </c:pt>
                <c:pt idx="744">
                  <c:v>99.190652239437497</c:v>
                </c:pt>
                <c:pt idx="745">
                  <c:v>99.192393680147703</c:v>
                </c:pt>
                <c:pt idx="746">
                  <c:v>99.194125108048993</c:v>
                </c:pt>
                <c:pt idx="747">
                  <c:v>99.195846580712498</c:v>
                </c:pt>
                <c:pt idx="748">
                  <c:v>99.197558155378005</c:v>
                </c:pt>
                <c:pt idx="749">
                  <c:v>99.199259888956306</c:v>
                </c:pt>
                <c:pt idx="750">
                  <c:v>99.200951838030903</c:v>
                </c:pt>
                <c:pt idx="751">
                  <c:v>99.202634058860198</c:v>
                </c:pt>
                <c:pt idx="752">
                  <c:v>99.204306607378697</c:v>
                </c:pt>
                <c:pt idx="753">
                  <c:v>99.205969539199799</c:v>
                </c:pt>
                <c:pt idx="754">
                  <c:v>99.207622909616802</c:v>
                </c:pt>
                <c:pt idx="755">
                  <c:v>99.209266773604995</c:v>
                </c:pt>
                <c:pt idx="756">
                  <c:v>99.210901185824</c:v>
                </c:pt>
                <c:pt idx="757">
                  <c:v>99.212526200618797</c:v>
                </c:pt>
                <c:pt idx="758">
                  <c:v>99.214141872022097</c:v>
                </c:pt>
                <c:pt idx="759">
                  <c:v>99.215748253755706</c:v>
                </c:pt>
                <c:pt idx="760">
                  <c:v>99.217345399232798</c:v>
                </c:pt>
                <c:pt idx="761">
                  <c:v>99.218933361559195</c:v>
                </c:pt>
                <c:pt idx="762">
                  <c:v>99.220512193535697</c:v>
                </c:pt>
                <c:pt idx="763">
                  <c:v>99.222081947659206</c:v>
                </c:pt>
                <c:pt idx="764">
                  <c:v>99.223642676124896</c:v>
                </c:pt>
                <c:pt idx="765">
                  <c:v>99.225194430827898</c:v>
                </c:pt>
                <c:pt idx="766">
                  <c:v>99.226737263364896</c:v>
                </c:pt>
                <c:pt idx="767">
                  <c:v>99.228271225035797</c:v>
                </c:pt>
                <c:pt idx="768">
                  <c:v>99.229796366845804</c:v>
                </c:pt>
                <c:pt idx="769">
                  <c:v>99.231312739506606</c:v>
                </c:pt>
                <c:pt idx="770">
                  <c:v>99.232820393438502</c:v>
                </c:pt>
                <c:pt idx="771">
                  <c:v>99.234319378771701</c:v>
                </c:pt>
                <c:pt idx="772">
                  <c:v>99.235809745348405</c:v>
                </c:pt>
                <c:pt idx="773">
                  <c:v>99.237291542723995</c:v>
                </c:pt>
                <c:pt idx="774">
                  <c:v>99.238764820169195</c:v>
                </c:pt>
                <c:pt idx="775">
                  <c:v>99.240229626671095</c:v>
                </c:pt>
                <c:pt idx="776">
                  <c:v>99.241686010935297</c:v>
                </c:pt>
                <c:pt idx="777">
                  <c:v>99.243134021387604</c:v>
                </c:pt>
                <c:pt idx="778">
                  <c:v>99.244573706174904</c:v>
                </c:pt>
                <c:pt idx="779">
                  <c:v>99.246005113167698</c:v>
                </c:pt>
                <c:pt idx="780">
                  <c:v>99.247428289960894</c:v>
                </c:pt>
                <c:pt idx="781">
                  <c:v>99.2488432838759</c:v>
                </c:pt>
                <c:pt idx="782">
                  <c:v>99.250250141962098</c:v>
                </c:pt>
                <c:pt idx="783">
                  <c:v>99.251648910998298</c:v>
                </c:pt>
                <c:pt idx="784">
                  <c:v>99.253039637494197</c:v>
                </c:pt>
                <c:pt idx="785">
                  <c:v>99.254422367692399</c:v>
                </c:pt>
                <c:pt idx="786">
                  <c:v>99.255797147569297</c:v>
                </c:pt>
                <c:pt idx="787">
                  <c:v>99.257164022837102</c:v>
                </c:pt>
                <c:pt idx="788">
                  <c:v>99.258523038945199</c:v>
                </c:pt>
                <c:pt idx="789">
                  <c:v>99.259874241081604</c:v>
                </c:pt>
                <c:pt idx="790">
                  <c:v>99.261217674174404</c:v>
                </c:pt>
                <c:pt idx="791">
                  <c:v>99.2625533828936</c:v>
                </c:pt>
                <c:pt idx="792">
                  <c:v>99.263881411652306</c:v>
                </c:pt>
                <c:pt idx="793">
                  <c:v>99.265201804607997</c:v>
                </c:pt>
                <c:pt idx="794">
                  <c:v>99.266514605664497</c:v>
                </c:pt>
                <c:pt idx="795">
                  <c:v>99.267819858473302</c:v>
                </c:pt>
                <c:pt idx="796">
                  <c:v>99.269117606434705</c:v>
                </c:pt>
                <c:pt idx="797">
                  <c:v>99.270407892699495</c:v>
                </c:pt>
                <c:pt idx="798">
                  <c:v>99.271690760170401</c:v>
                </c:pt>
                <c:pt idx="799">
                  <c:v>99.272966251503505</c:v>
                </c:pt>
                <c:pt idx="800">
                  <c:v>99.274234409109496</c:v>
                </c:pt>
                <c:pt idx="801">
                  <c:v>99.275495275155393</c:v>
                </c:pt>
                <c:pt idx="802">
                  <c:v>99.276748891565603</c:v>
                </c:pt>
                <c:pt idx="803">
                  <c:v>99.277995300023605</c:v>
                </c:pt>
                <c:pt idx="804">
                  <c:v>99.279234541973196</c:v>
                </c:pt>
                <c:pt idx="805">
                  <c:v>99.280466658619702</c:v>
                </c:pt>
                <c:pt idx="806">
                  <c:v>99.281691690931794</c:v>
                </c:pt>
                <c:pt idx="807">
                  <c:v>99.282909679642501</c:v>
                </c:pt>
                <c:pt idx="808">
                  <c:v>99.284120665250498</c:v>
                </c:pt>
                <c:pt idx="809">
                  <c:v>99.285324688021703</c:v>
                </c:pt>
                <c:pt idx="810">
                  <c:v>99.286521787990594</c:v>
                </c:pt>
                <c:pt idx="811">
                  <c:v>99.287712004961406</c:v>
                </c:pt>
                <c:pt idx="812">
                  <c:v>99.288895378509494</c:v>
                </c:pt>
                <c:pt idx="813">
                  <c:v>99.290071947982597</c:v>
                </c:pt>
                <c:pt idx="814">
                  <c:v>99.291241752502401</c:v>
                </c:pt>
                <c:pt idx="815">
                  <c:v>99.292404830965395</c:v>
                </c:pt>
                <c:pt idx="816">
                  <c:v>99.293561222044701</c:v>
                </c:pt>
                <c:pt idx="817">
                  <c:v>99.294710964190898</c:v>
                </c:pt>
                <c:pt idx="818">
                  <c:v>99.295854095633601</c:v>
                </c:pt>
                <c:pt idx="819">
                  <c:v>99.296990654382398</c:v>
                </c:pt>
                <c:pt idx="820">
                  <c:v>99.298120678228599</c:v>
                </c:pt>
                <c:pt idx="821">
                  <c:v>99.299244204746103</c:v>
                </c:pt>
                <c:pt idx="822">
                  <c:v>99.3003612712928</c:v>
                </c:pt>
                <c:pt idx="823">
                  <c:v>99.301471915011703</c:v>
                </c:pt>
                <c:pt idx="824">
                  <c:v>99.302576172832303</c:v>
                </c:pt>
                <c:pt idx="825">
                  <c:v>99.303674081471897</c:v>
                </c:pt>
                <c:pt idx="826">
                  <c:v>99.304765677436393</c:v>
                </c:pt>
                <c:pt idx="827">
                  <c:v>99.305850997022006</c:v>
                </c:pt>
                <c:pt idx="828">
                  <c:v>99.306930076316306</c:v>
                </c:pt>
                <c:pt idx="829">
                  <c:v>99.308002951199001</c:v>
                </c:pt>
                <c:pt idx="830">
                  <c:v>99.309069657344097</c:v>
                </c:pt>
                <c:pt idx="831">
                  <c:v>99.310130230219798</c:v>
                </c:pt>
                <c:pt idx="832">
                  <c:v>99.311184705091094</c:v>
                </c:pt>
                <c:pt idx="833">
                  <c:v>99.312233117019602</c:v>
                </c:pt>
                <c:pt idx="834">
                  <c:v>99.313275500865601</c:v>
                </c:pt>
                <c:pt idx="835">
                  <c:v>99.314311891288995</c:v>
                </c:pt>
                <c:pt idx="836">
                  <c:v>99.315342322750396</c:v>
                </c:pt>
                <c:pt idx="837">
                  <c:v>99.316366829512006</c:v>
                </c:pt>
                <c:pt idx="838">
                  <c:v>99.317385445639403</c:v>
                </c:pt>
                <c:pt idx="839">
                  <c:v>99.318398205002097</c:v>
                </c:pt>
                <c:pt idx="840">
                  <c:v>99.3194051412748</c:v>
                </c:pt>
                <c:pt idx="841">
                  <c:v>99.320406287938795</c:v>
                </c:pt>
                <c:pt idx="842">
                  <c:v>99.321401678282697</c:v>
                </c:pt>
                <c:pt idx="843">
                  <c:v>99.322391345403801</c:v>
                </c:pt>
                <c:pt idx="844">
                  <c:v>99.323375322209003</c:v>
                </c:pt>
                <c:pt idx="845">
                  <c:v>99.324353641416096</c:v>
                </c:pt>
                <c:pt idx="846">
                  <c:v>99.325326335554905</c:v>
                </c:pt>
                <c:pt idx="847">
                  <c:v>99.326293436967802</c:v>
                </c:pt>
                <c:pt idx="848">
                  <c:v>99.327254977811407</c:v>
                </c:pt>
                <c:pt idx="849">
                  <c:v>99.328210990057698</c:v>
                </c:pt>
                <c:pt idx="850">
                  <c:v>99.329161505494497</c:v>
                </c:pt>
                <c:pt idx="851">
                  <c:v>99.3301065557269</c:v>
                </c:pt>
                <c:pt idx="852">
                  <c:v>99.331046172178503</c:v>
                </c:pt>
                <c:pt idx="853">
                  <c:v>99.3319803860918</c:v>
                </c:pt>
                <c:pt idx="854">
                  <c:v>99.332909228530099</c:v>
                </c:pt>
                <c:pt idx="855">
                  <c:v>99.333832730377907</c:v>
                </c:pt>
                <c:pt idx="856">
                  <c:v>99.334750922342195</c:v>
                </c:pt>
                <c:pt idx="857">
                  <c:v>99.335663834953195</c:v>
                </c:pt>
                <c:pt idx="858">
                  <c:v>99.336571498565903</c:v>
                </c:pt>
                <c:pt idx="859">
                  <c:v>99.337473943360493</c:v>
                </c:pt>
                <c:pt idx="860">
                  <c:v>99.338371199343797</c:v>
                </c:pt>
                <c:pt idx="861">
                  <c:v>99.339263296350097</c:v>
                </c:pt>
                <c:pt idx="862">
                  <c:v>99.340150264042194</c:v>
                </c:pt>
                <c:pt idx="863">
                  <c:v>99.341032131912002</c:v>
                </c:pt>
                <c:pt idx="864">
                  <c:v>99.341908929282297</c:v>
                </c:pt>
                <c:pt idx="865">
                  <c:v>99.342780685307005</c:v>
                </c:pt>
                <c:pt idx="866">
                  <c:v>99.343647428972403</c:v>
                </c:pt>
                <c:pt idx="867">
                  <c:v>99.344509189098403</c:v>
                </c:pt>
                <c:pt idx="868">
                  <c:v>99.345365994338806</c:v>
                </c:pt>
                <c:pt idx="869">
                  <c:v>99.346217873182894</c:v>
                </c:pt>
                <c:pt idx="870">
                  <c:v>99.347064853956198</c:v>
                </c:pt>
                <c:pt idx="871">
                  <c:v>99.347906964821107</c:v>
                </c:pt>
                <c:pt idx="872">
                  <c:v>99.348744233778504</c:v>
                </c:pt>
                <c:pt idx="873">
                  <c:v>99.349576688667796</c:v>
                </c:pt>
                <c:pt idx="874">
                  <c:v>99.350404357168699</c:v>
                </c:pt>
                <c:pt idx="875">
                  <c:v>99.3512272668017</c:v>
                </c:pt>
                <c:pt idx="876">
                  <c:v>99.352045444928805</c:v>
                </c:pt>
                <c:pt idx="877">
                  <c:v>99.352858918755004</c:v>
                </c:pt>
                <c:pt idx="878">
                  <c:v>99.353667715328697</c:v>
                </c:pt>
                <c:pt idx="879">
                  <c:v>99.354471861542905</c:v>
                </c:pt>
                <c:pt idx="880">
                  <c:v>99.355271384135705</c:v>
                </c:pt>
                <c:pt idx="881">
                  <c:v>99.356066309691897</c:v>
                </c:pt>
                <c:pt idx="882">
                  <c:v>99.356856664643104</c:v>
                </c:pt>
                <c:pt idx="883">
                  <c:v>99.357642475269003</c:v>
                </c:pt>
                <c:pt idx="884">
                  <c:v>99.358423767698298</c:v>
                </c:pt>
                <c:pt idx="885">
                  <c:v>99.359200567909298</c:v>
                </c:pt>
                <c:pt idx="886">
                  <c:v>99.359972901731197</c:v>
                </c:pt>
                <c:pt idx="887">
                  <c:v>99.360740794844304</c:v>
                </c:pt>
                <c:pt idx="888">
                  <c:v>99.361504272781701</c:v>
                </c:pt>
                <c:pt idx="889">
                  <c:v>99.362263360929205</c:v>
                </c:pt>
                <c:pt idx="890">
                  <c:v>99.363018084527098</c:v>
                </c:pt>
                <c:pt idx="891">
                  <c:v>99.363768468670301</c:v>
                </c:pt>
                <c:pt idx="892">
                  <c:v>99.364514538309393</c:v>
                </c:pt>
                <c:pt idx="893">
                  <c:v>99.365256318251696</c:v>
                </c:pt>
                <c:pt idx="894">
                  <c:v>99.365993833161795</c:v>
                </c:pt>
                <c:pt idx="895">
                  <c:v>99.366727107562497</c:v>
                </c:pt>
                <c:pt idx="896">
                  <c:v>99.367456165835506</c:v>
                </c:pt>
                <c:pt idx="897">
                  <c:v>99.368181032222395</c:v>
                </c:pt>
                <c:pt idx="898">
                  <c:v>99.368901730825399</c:v>
                </c:pt>
                <c:pt idx="899">
                  <c:v>99.369618285608098</c:v>
                </c:pt>
                <c:pt idx="900">
                  <c:v>99.370330720396396</c:v>
                </c:pt>
                <c:pt idx="901">
                  <c:v>99.371039058879106</c:v>
                </c:pt>
                <c:pt idx="902">
                  <c:v>99.371743324608801</c:v>
                </c:pt>
                <c:pt idx="903">
                  <c:v>99.372443541002795</c:v>
                </c:pt>
                <c:pt idx="904">
                  <c:v>99.373139731343599</c:v>
                </c:pt>
                <c:pt idx="905">
                  <c:v>99.373831918779999</c:v>
                </c:pt>
                <c:pt idx="906">
                  <c:v>99.374520126327596</c:v>
                </c:pt>
                <c:pt idx="907">
                  <c:v>99.375204376869505</c:v>
                </c:pt>
                <c:pt idx="908">
                  <c:v>99.375884693157602</c:v>
                </c:pt>
                <c:pt idx="909">
                  <c:v>99.376561097812697</c:v>
                </c:pt>
                <c:pt idx="910">
                  <c:v>99.3772336133257</c:v>
                </c:pt>
                <c:pt idx="911">
                  <c:v>99.377902262057901</c:v>
                </c:pt>
                <c:pt idx="912">
                  <c:v>99.378567066242496</c:v>
                </c:pt>
                <c:pt idx="913">
                  <c:v>99.379228047984498</c:v>
                </c:pt>
                <c:pt idx="914">
                  <c:v>99.379885229261802</c:v>
                </c:pt>
                <c:pt idx="915">
                  <c:v>99.3805386319261</c:v>
                </c:pt>
                <c:pt idx="916">
                  <c:v>99.381188277703501</c:v>
                </c:pt>
                <c:pt idx="917">
                  <c:v>99.381834188194901</c:v>
                </c:pt>
                <c:pt idx="918">
                  <c:v>99.382476384877293</c:v>
                </c:pt>
                <c:pt idx="919">
                  <c:v>99.383114889103993</c:v>
                </c:pt>
                <c:pt idx="920">
                  <c:v>99.383749722105705</c:v>
                </c:pt>
                <c:pt idx="921">
                  <c:v>99.384380904990905</c:v>
                </c:pt>
                <c:pt idx="922">
                  <c:v>99.385008458746796</c:v>
                </c:pt>
                <c:pt idx="923">
                  <c:v>99.3856324042398</c:v>
                </c:pt>
                <c:pt idx="924">
                  <c:v>99.3862527622166</c:v>
                </c:pt>
                <c:pt idx="925">
                  <c:v>99.386869553304294</c:v>
                </c:pt>
                <c:pt idx="926">
                  <c:v>99.387482798011504</c:v>
                </c:pt>
                <c:pt idx="927">
                  <c:v>99.388092516729102</c:v>
                </c:pt>
                <c:pt idx="928">
                  <c:v>99.388698729730393</c:v>
                </c:pt>
                <c:pt idx="929">
                  <c:v>99.389301457172493</c:v>
                </c:pt>
                <c:pt idx="930">
                  <c:v>99.389900719096204</c:v>
                </c:pt>
                <c:pt idx="931">
                  <c:v>99.390496535427502</c:v>
                </c:pt>
                <c:pt idx="932">
                  <c:v>99.3910889259774</c:v>
                </c:pt>
                <c:pt idx="933">
                  <c:v>99.391677910443306</c:v>
                </c:pt>
                <c:pt idx="934">
                  <c:v>99.3922635084093</c:v>
                </c:pt>
                <c:pt idx="935">
                  <c:v>99.392845739346896</c:v>
                </c:pt>
                <c:pt idx="936">
                  <c:v>99.393424622615399</c:v>
                </c:pt>
                <c:pt idx="937">
                  <c:v>99.394000177463198</c:v>
                </c:pt>
                <c:pt idx="938">
                  <c:v>99.394572423027597</c:v>
                </c:pt>
                <c:pt idx="939">
                  <c:v>99.395141378336305</c:v>
                </c:pt>
                <c:pt idx="940">
                  <c:v>99.395707062307196</c:v>
                </c:pt>
                <c:pt idx="941">
                  <c:v>99.3962694937496</c:v>
                </c:pt>
                <c:pt idx="942">
                  <c:v>99.396828691364703</c:v>
                </c:pt>
                <c:pt idx="943">
                  <c:v>99.397384673746203</c:v>
                </c:pt>
                <c:pt idx="944">
                  <c:v>99.397937459380699</c:v>
                </c:pt>
                <c:pt idx="945">
                  <c:v>99.398487066648698</c:v>
                </c:pt>
                <c:pt idx="946">
                  <c:v>99.399033513824904</c:v>
                </c:pt>
                <c:pt idx="947">
                  <c:v>99.399576819079002</c:v>
                </c:pt>
                <c:pt idx="948">
                  <c:v>99.400117000476101</c:v>
                </c:pt>
                <c:pt idx="949">
                  <c:v>99.400654075977698</c:v>
                </c:pt>
                <c:pt idx="950">
                  <c:v>99.401188063441595</c:v>
                </c:pt>
                <c:pt idx="951">
                  <c:v>99.4017189806234</c:v>
                </c:pt>
                <c:pt idx="952">
                  <c:v>99.402246845176407</c:v>
                </c:pt>
                <c:pt idx="953">
                  <c:v>99.402771674652101</c:v>
                </c:pt>
                <c:pt idx="954">
                  <c:v>99.403293486501695</c:v>
                </c:pt>
                <c:pt idx="955">
                  <c:v>99.403812298075493</c:v>
                </c:pt>
                <c:pt idx="956">
                  <c:v>99.404328126624407</c:v>
                </c:pt>
                <c:pt idx="957">
                  <c:v>99.4048409892998</c:v>
                </c:pt>
                <c:pt idx="958">
                  <c:v>99.405350903154897</c:v>
                </c:pt>
                <c:pt idx="959">
                  <c:v>99.405857885144499</c:v>
                </c:pt>
                <c:pt idx="960">
                  <c:v>99.406361952126005</c:v>
                </c:pt>
                <c:pt idx="961">
                  <c:v>99.406863120859896</c:v>
                </c:pt>
                <c:pt idx="962">
                  <c:v>99.407361408010402</c:v>
                </c:pt>
                <c:pt idx="963">
                  <c:v>99.407856830145803</c:v>
                </c:pt>
                <c:pt idx="964">
                  <c:v>99.408349403739095</c:v>
                </c:pt>
                <c:pt idx="965">
                  <c:v>99.408839145168599</c:v>
                </c:pt>
                <c:pt idx="966">
                  <c:v>99.409326070718606</c:v>
                </c:pt>
                <c:pt idx="967">
                  <c:v>99.409810196579599</c:v>
                </c:pt>
                <c:pt idx="968">
                  <c:v>99.410291538848995</c:v>
                </c:pt>
                <c:pt idx="969">
                  <c:v>99.410770113531797</c:v>
                </c:pt>
                <c:pt idx="970">
                  <c:v>99.411245936540695</c:v>
                </c:pt>
                <c:pt idx="971">
                  <c:v>99.411719023697202</c:v>
                </c:pt>
                <c:pt idx="972">
                  <c:v>99.412189390731598</c:v>
                </c:pt>
                <c:pt idx="973">
                  <c:v>99.412657053283993</c:v>
                </c:pt>
                <c:pt idx="974">
                  <c:v>99.413122026904404</c:v>
                </c:pt>
                <c:pt idx="975">
                  <c:v>99.4135843270533</c:v>
                </c:pt>
                <c:pt idx="976">
                  <c:v>99.414043969102494</c:v>
                </c:pt>
                <c:pt idx="977">
                  <c:v>99.414500968335403</c:v>
                </c:pt>
                <c:pt idx="978">
                  <c:v>99.414955339947397</c:v>
                </c:pt>
                <c:pt idx="979">
                  <c:v>99.415407099046703</c:v>
                </c:pt>
                <c:pt idx="980">
                  <c:v>99.415856260654394</c:v>
                </c:pt>
                <c:pt idx="981">
                  <c:v>99.416302839705494</c:v>
                </c:pt>
                <c:pt idx="982">
                  <c:v>99.416746851048899</c:v>
                </c:pt>
                <c:pt idx="983">
                  <c:v>99.417188309448306</c:v>
                </c:pt>
                <c:pt idx="984">
                  <c:v>99.417627229582394</c:v>
                </c:pt>
                <c:pt idx="985">
                  <c:v>99.418063626045495</c:v>
                </c:pt>
                <c:pt idx="986">
                  <c:v>99.418497513348001</c:v>
                </c:pt>
                <c:pt idx="987">
                  <c:v>99.418928905916999</c:v>
                </c:pt>
                <c:pt idx="988">
                  <c:v>99.419357818096401</c:v>
                </c:pt>
                <c:pt idx="989">
                  <c:v>99.419784264147793</c:v>
                </c:pt>
                <c:pt idx="990">
                  <c:v>99.420208258250895</c:v>
                </c:pt>
                <c:pt idx="991">
                  <c:v>99.420629814503499</c:v>
                </c:pt>
                <c:pt idx="992">
                  <c:v>99.421048946922795</c:v>
                </c:pt>
                <c:pt idx="993">
                  <c:v>99.421465669444999</c:v>
                </c:pt>
                <c:pt idx="994">
                  <c:v>99.421879995926503</c:v>
                </c:pt>
                <c:pt idx="995">
                  <c:v>99.422291940143694</c:v>
                </c:pt>
                <c:pt idx="996">
                  <c:v>99.422701515794202</c:v>
                </c:pt>
                <c:pt idx="997">
                  <c:v>99.423108736496403</c:v>
                </c:pt>
                <c:pt idx="998">
                  <c:v>99.423513615790796</c:v>
                </c:pt>
                <c:pt idx="999">
                  <c:v>99.423916167139694</c:v>
                </c:pt>
                <c:pt idx="1000">
                  <c:v>99.424316403928202</c:v>
                </c:pt>
                <c:pt idx="1001">
                  <c:v>99.424714339464401</c:v>
                </c:pt>
                <c:pt idx="1002">
                  <c:v>99.425109986979905</c:v>
                </c:pt>
                <c:pt idx="1003">
                  <c:v>99.425503359630099</c:v>
                </c:pt>
                <c:pt idx="1004">
                  <c:v>99.425894470494995</c:v>
                </c:pt>
                <c:pt idx="1005">
                  <c:v>99.426283332579203</c:v>
                </c:pt>
                <c:pt idx="1006">
                  <c:v>99.426669958812397</c:v>
                </c:pt>
                <c:pt idx="1007">
                  <c:v>99.427054362050399</c:v>
                </c:pt>
                <c:pt idx="1008">
                  <c:v>99.427436555074706</c:v>
                </c:pt>
                <c:pt idx="1009">
                  <c:v>99.427816550593306</c:v>
                </c:pt>
                <c:pt idx="1010">
                  <c:v>99.428194361241495</c:v>
                </c:pt>
                <c:pt idx="1011">
                  <c:v>99.428569999581498</c:v>
                </c:pt>
                <c:pt idx="1012">
                  <c:v>99.428943478103605</c:v>
                </c:pt>
                <c:pt idx="1013">
                  <c:v>99.429314809226099</c:v>
                </c:pt>
                <c:pt idx="1014">
                  <c:v>99.429684005296096</c:v>
                </c:pt>
                <c:pt idx="1015">
                  <c:v>99.430051078589301</c:v>
                </c:pt>
                <c:pt idx="1016">
                  <c:v>99.430416041311403</c:v>
                </c:pt>
                <c:pt idx="1017">
                  <c:v>99.430778905597293</c:v>
                </c:pt>
                <c:pt idx="1018">
                  <c:v>99.431139683512697</c:v>
                </c:pt>
                <c:pt idx="1019">
                  <c:v>99.431498387053495</c:v>
                </c:pt>
                <c:pt idx="1020">
                  <c:v>99.431855028146899</c:v>
                </c:pt>
                <c:pt idx="1021">
                  <c:v>99.432209618651299</c:v>
                </c:pt>
                <c:pt idx="1022">
                  <c:v>99.432562170357102</c:v>
                </c:pt>
                <c:pt idx="1023">
                  <c:v>99.432912694986797</c:v>
                </c:pt>
                <c:pt idx="1024">
                  <c:v>99.433261204195503</c:v>
                </c:pt>
                <c:pt idx="1025">
                  <c:v>99.433607709571405</c:v>
                </c:pt>
                <c:pt idx="1026">
                  <c:v>99.433952222635995</c:v>
                </c:pt>
                <c:pt idx="1027">
                  <c:v>99.434294754844402</c:v>
                </c:pt>
                <c:pt idx="1028">
                  <c:v>99.434635317586199</c:v>
                </c:pt>
                <c:pt idx="1029">
                  <c:v>99.434973922185094</c:v>
                </c:pt>
                <c:pt idx="1030">
                  <c:v>99.435310579900005</c:v>
                </c:pt>
                <c:pt idx="1031">
                  <c:v>99.435645301924893</c:v>
                </c:pt>
                <c:pt idx="1032">
                  <c:v>99.435978099389501</c:v>
                </c:pt>
                <c:pt idx="1033">
                  <c:v>99.436308983359595</c:v>
                </c:pt>
                <c:pt idx="1034">
                  <c:v>99.436637964837104</c:v>
                </c:pt>
                <c:pt idx="1035">
                  <c:v>99.436965054760904</c:v>
                </c:pt>
                <c:pt idx="1036">
                  <c:v>99.437290264006904</c:v>
                </c:pt>
                <c:pt idx="1037">
                  <c:v>99.437613603388499</c:v>
                </c:pt>
                <c:pt idx="1038">
                  <c:v>99.437935083656797</c:v>
                </c:pt>
                <c:pt idx="1039">
                  <c:v>99.438254715501401</c:v>
                </c:pt>
                <c:pt idx="1040">
                  <c:v>99.438572509550198</c:v>
                </c:pt>
                <c:pt idx="1041">
                  <c:v>99.438888476369797</c:v>
                </c:pt>
                <c:pt idx="1042">
                  <c:v>99.439202626466496</c:v>
                </c:pt>
                <c:pt idx="1043">
                  <c:v>99.439514970285899</c:v>
                </c:pt>
                <c:pt idx="1044">
                  <c:v>99.439825518213596</c:v>
                </c:pt>
                <c:pt idx="1045">
                  <c:v>99.440134280575407</c:v>
                </c:pt>
                <c:pt idx="1046">
                  <c:v>99.440441267637894</c:v>
                </c:pt>
                <c:pt idx="1047">
                  <c:v>99.4407464896086</c:v>
                </c:pt>
                <c:pt idx="1048">
                  <c:v>99.441049956636306</c:v>
                </c:pt>
                <c:pt idx="1049">
                  <c:v>99.441351678811401</c:v>
                </c:pt>
                <c:pt idx="1050">
                  <c:v>99.441651666166294</c:v>
                </c:pt>
                <c:pt idx="1051">
                  <c:v>99.441949928675797</c:v>
                </c:pt>
                <c:pt idx="1052">
                  <c:v>99.442246476257296</c:v>
                </c:pt>
                <c:pt idx="1053">
                  <c:v>99.442541318771106</c:v>
                </c:pt>
                <c:pt idx="1054">
                  <c:v>99.442834466020898</c:v>
                </c:pt>
                <c:pt idx="1055">
                  <c:v>99.443125927754096</c:v>
                </c:pt>
                <c:pt idx="1056">
                  <c:v>99.443415713661807</c:v>
                </c:pt>
                <c:pt idx="1057">
                  <c:v>99.443703833379601</c:v>
                </c:pt>
                <c:pt idx="1058">
                  <c:v>99.443990296487698</c:v>
                </c:pt>
                <c:pt idx="1059">
                  <c:v>99.444275112511207</c:v>
                </c:pt>
                <c:pt idx="1060">
                  <c:v>99.444558290920199</c:v>
                </c:pt>
                <c:pt idx="1061">
                  <c:v>99.444839841130602</c:v>
                </c:pt>
                <c:pt idx="1062">
                  <c:v>99.445119772504199</c:v>
                </c:pt>
                <c:pt idx="1063">
                  <c:v>99.445398094348803</c:v>
                </c:pt>
                <c:pt idx="1064">
                  <c:v>99.445674815918693</c:v>
                </c:pt>
                <c:pt idx="1065">
                  <c:v>99.445949946415098</c:v>
                </c:pt>
                <c:pt idx="1066">
                  <c:v>99.446223494986299</c:v>
                </c:pt>
                <c:pt idx="1067">
                  <c:v>99.446495470727797</c:v>
                </c:pt>
                <c:pt idx="1068">
                  <c:v>99.446765882683096</c:v>
                </c:pt>
                <c:pt idx="1069">
                  <c:v>99.447034739843403</c:v>
                </c:pt>
                <c:pt idx="1070">
                  <c:v>99.447302051148398</c:v>
                </c:pt>
                <c:pt idx="1071">
                  <c:v>99.447567825486303</c:v>
                </c:pt>
                <c:pt idx="1072">
                  <c:v>99.447832071694407</c:v>
                </c:pt>
                <c:pt idx="1073">
                  <c:v>99.448094798558898</c:v>
                </c:pt>
                <c:pt idx="1074">
                  <c:v>99.448356014815602</c:v>
                </c:pt>
                <c:pt idx="1075">
                  <c:v>99.448615729150106</c:v>
                </c:pt>
                <c:pt idx="1076">
                  <c:v>99.448873950198106</c:v>
                </c:pt>
                <c:pt idx="1077">
                  <c:v>99.449130686545502</c:v>
                </c:pt>
                <c:pt idx="1078">
                  <c:v>99.449385946728995</c:v>
                </c:pt>
                <c:pt idx="1079">
                  <c:v>99.449639739236105</c:v>
                </c:pt>
                <c:pt idx="1080">
                  <c:v>99.449892072505605</c:v>
                </c:pt>
                <c:pt idx="1081">
                  <c:v>99.4501429549276</c:v>
                </c:pt>
                <c:pt idx="1082">
                  <c:v>99.450392394844201</c:v>
                </c:pt>
                <c:pt idx="1083">
                  <c:v>99.450640400549304</c:v>
                </c:pt>
                <c:pt idx="1084">
                  <c:v>99.450886980289297</c:v>
                </c:pt>
                <c:pt idx="1085">
                  <c:v>99.451132142263106</c:v>
                </c:pt>
                <c:pt idx="1086">
                  <c:v>99.451375894622501</c:v>
                </c:pt>
                <c:pt idx="1087">
                  <c:v>99.451618245472304</c:v>
                </c:pt>
                <c:pt idx="1088">
                  <c:v>99.451859202870907</c:v>
                </c:pt>
                <c:pt idx="1089">
                  <c:v>99.452098774830205</c:v>
                </c:pt>
                <c:pt idx="1090">
                  <c:v>99.452336969316093</c:v>
                </c:pt>
                <c:pt idx="1091">
                  <c:v>99.452573794248806</c:v>
                </c:pt>
                <c:pt idx="1092">
                  <c:v>99.452809257502693</c:v>
                </c:pt>
                <c:pt idx="1093">
                  <c:v>99.453043366907096</c:v>
                </c:pt>
                <c:pt idx="1094">
                  <c:v>99.453276130246394</c:v>
                </c:pt>
                <c:pt idx="1095">
                  <c:v>99.453507555260003</c:v>
                </c:pt>
                <c:pt idx="1096">
                  <c:v>99.453737649642903</c:v>
                </c:pt>
                <c:pt idx="1097">
                  <c:v>99.453966421046005</c:v>
                </c:pt>
                <c:pt idx="1098">
                  <c:v>99.454193877075895</c:v>
                </c:pt>
                <c:pt idx="1099">
                  <c:v>99.454420025295605</c:v>
                </c:pt>
                <c:pt idx="1100">
                  <c:v>99.454644873224893</c:v>
                </c:pt>
                <c:pt idx="1101">
                  <c:v>99.454868428339907</c:v>
                </c:pt>
                <c:pt idx="1102">
                  <c:v>99.455090698074102</c:v>
                </c:pt>
                <c:pt idx="1103">
                  <c:v>99.455311689817904</c:v>
                </c:pt>
                <c:pt idx="1104">
                  <c:v>99.455531410919505</c:v>
                </c:pt>
                <c:pt idx="1105">
                  <c:v>99.455749868684705</c:v>
                </c:pt>
                <c:pt idx="1106">
                  <c:v>99.455967070377497</c:v>
                </c:pt>
                <c:pt idx="1107">
                  <c:v>99.456183023219694</c:v>
                </c:pt>
                <c:pt idx="1108">
                  <c:v>99.456397734392098</c:v>
                </c:pt>
                <c:pt idx="1109">
                  <c:v>99.456611211033803</c:v>
                </c:pt>
                <c:pt idx="1110">
                  <c:v>99.4568234602431</c:v>
                </c:pt>
                <c:pt idx="1111">
                  <c:v>99.457034489077301</c:v>
                </c:pt>
                <c:pt idx="1112">
                  <c:v>99.457244304553399</c:v>
                </c:pt>
                <c:pt idx="1113">
                  <c:v>99.4574529136477</c:v>
                </c:pt>
                <c:pt idx="1114">
                  <c:v>99.457660323296693</c:v>
                </c:pt>
                <c:pt idx="1115">
                  <c:v>99.457866540396793</c:v>
                </c:pt>
                <c:pt idx="1116">
                  <c:v>99.458071571804894</c:v>
                </c:pt>
                <c:pt idx="1117">
                  <c:v>99.458275424338296</c:v>
                </c:pt>
                <c:pt idx="1118">
                  <c:v>99.458478104775295</c:v>
                </c:pt>
                <c:pt idx="1119">
                  <c:v>99.458679619855005</c:v>
                </c:pt>
                <c:pt idx="1120">
                  <c:v>99.458879976278098</c:v>
                </c:pt>
                <c:pt idx="1121">
                  <c:v>99.459079180706397</c:v>
                </c:pt>
                <c:pt idx="1122">
                  <c:v>99.459277239763694</c:v>
                </c:pt>
                <c:pt idx="1123">
                  <c:v>99.459474160035398</c:v>
                </c:pt>
                <c:pt idx="1124">
                  <c:v>99.459669948069305</c:v>
                </c:pt>
                <c:pt idx="1125">
                  <c:v>99.459864610375405</c:v>
                </c:pt>
                <c:pt idx="1126">
                  <c:v>99.460058153426402</c:v>
                </c:pt>
                <c:pt idx="1127">
                  <c:v>99.460250583657697</c:v>
                </c:pt>
                <c:pt idx="1128">
                  <c:v>99.460441907467597</c:v>
                </c:pt>
                <c:pt idx="1129">
                  <c:v>99.460632131217906</c:v>
                </c:pt>
                <c:pt idx="1130">
                  <c:v>99.460821261233505</c:v>
                </c:pt>
                <c:pt idx="1131">
                  <c:v>99.461009303803195</c:v>
                </c:pt>
                <c:pt idx="1132">
                  <c:v>99.461196265179296</c:v>
                </c:pt>
                <c:pt idx="1133">
                  <c:v>99.461382151578704</c:v>
                </c:pt>
                <c:pt idx="1134">
                  <c:v>99.461566969181902</c:v>
                </c:pt>
                <c:pt idx="1135">
                  <c:v>99.461750724134404</c:v>
                </c:pt>
                <c:pt idx="1136">
                  <c:v>99.461933422545997</c:v>
                </c:pt>
                <c:pt idx="1137">
                  <c:v>99.462115070491706</c:v>
                </c:pt>
                <c:pt idx="1138">
                  <c:v>99.462295674011202</c:v>
                </c:pt>
                <c:pt idx="1139">
                  <c:v>99.462475239109693</c:v>
                </c:pt>
                <c:pt idx="1140">
                  <c:v>99.462653771757999</c:v>
                </c:pt>
                <c:pt idx="1141">
                  <c:v>99.462831277892306</c:v>
                </c:pt>
                <c:pt idx="1142">
                  <c:v>99.463007763414694</c:v>
                </c:pt>
                <c:pt idx="1143">
                  <c:v>99.463183234193593</c:v>
                </c:pt>
                <c:pt idx="1144">
                  <c:v>99.463357696063298</c:v>
                </c:pt>
                <c:pt idx="1145">
                  <c:v>99.463531154824906</c:v>
                </c:pt>
                <c:pt idx="1146">
                  <c:v>99.463703616245994</c:v>
                </c:pt>
                <c:pt idx="1147">
                  <c:v>99.463875086060995</c:v>
                </c:pt>
                <c:pt idx="1148">
                  <c:v>99.464045569971404</c:v>
                </c:pt>
                <c:pt idx="1149">
                  <c:v>99.464215073645704</c:v>
                </c:pt>
                <c:pt idx="1150">
                  <c:v>99.464383602720304</c:v>
                </c:pt>
                <c:pt idx="1151">
                  <c:v>99.4645511627986</c:v>
                </c:pt>
                <c:pt idx="1152">
                  <c:v>99.464717759452199</c:v>
                </c:pt>
                <c:pt idx="1153">
                  <c:v>99.464883398220493</c:v>
                </c:pt>
                <c:pt idx="1154">
                  <c:v>99.465048084611098</c:v>
                </c:pt>
                <c:pt idx="1155">
                  <c:v>99.465211824099995</c:v>
                </c:pt>
                <c:pt idx="1156">
                  <c:v>99.465374622131407</c:v>
                </c:pt>
                <c:pt idx="1157">
                  <c:v>99.465536484118601</c:v>
                </c:pt>
                <c:pt idx="1158">
                  <c:v>99.465697415443501</c:v>
                </c:pt>
                <c:pt idx="1159">
                  <c:v>99.465857421457301</c:v>
                </c:pt>
                <c:pt idx="1160">
                  <c:v>99.466016507480106</c:v>
                </c:pt>
                <c:pt idx="1161">
                  <c:v>99.466174678801806</c:v>
                </c:pt>
                <c:pt idx="1162">
                  <c:v>99.4663319406814</c:v>
                </c:pt>
                <c:pt idx="1163">
                  <c:v>99.466488298348295</c:v>
                </c:pt>
                <c:pt idx="1164">
                  <c:v>99.466643757001094</c:v>
                </c:pt>
                <c:pt idx="1165">
                  <c:v>99.466798321809193</c:v>
                </c:pt>
                <c:pt idx="1166">
                  <c:v>99.466951997911806</c:v>
                </c:pt>
                <c:pt idx="1167">
                  <c:v>99.467104790418801</c:v>
                </c:pt>
                <c:pt idx="1168">
                  <c:v>99.467256704410502</c:v>
                </c:pt>
                <c:pt idx="1169">
                  <c:v>99.4674077449382</c:v>
                </c:pt>
                <c:pt idx="1170">
                  <c:v>99.467557917024195</c:v>
                </c:pt>
                <c:pt idx="1171">
                  <c:v>99.467707225661599</c:v>
                </c:pt>
                <c:pt idx="1172">
                  <c:v>99.467855675815102</c:v>
                </c:pt>
                <c:pt idx="1173">
                  <c:v>99.468003272420802</c:v>
                </c:pt>
                <c:pt idx="1174">
                  <c:v>99.468150020386204</c:v>
                </c:pt>
                <c:pt idx="1175">
                  <c:v>99.468295924590905</c:v>
                </c:pt>
                <c:pt idx="1176">
                  <c:v>99.468440989886204</c:v>
                </c:pt>
                <c:pt idx="1177">
                  <c:v>99.468585221095694</c:v>
                </c:pt>
                <c:pt idx="1178">
                  <c:v>99.468728623015096</c:v>
                </c:pt>
                <c:pt idx="1179">
                  <c:v>99.468871200412593</c:v>
                </c:pt>
                <c:pt idx="1180">
                  <c:v>99.469012958028998</c:v>
                </c:pt>
                <c:pt idx="1181">
                  <c:v>99.469153900577695</c:v>
                </c:pt>
                <c:pt idx="1182">
                  <c:v>99.469294032745296</c:v>
                </c:pt>
                <c:pt idx="1183">
                  <c:v>99.4694333591911</c:v>
                </c:pt>
                <c:pt idx="1184">
                  <c:v>99.469571884548003</c:v>
                </c:pt>
                <c:pt idx="1185">
                  <c:v>99.469709613421799</c:v>
                </c:pt>
                <c:pt idx="1186">
                  <c:v>99.469846550392205</c:v>
                </c:pt>
                <c:pt idx="1187">
                  <c:v>99.469982700012295</c:v>
                </c:pt>
                <c:pt idx="1188">
                  <c:v>99.470118066809405</c:v>
                </c:pt>
                <c:pt idx="1189">
                  <c:v>99.470252655284199</c:v>
                </c:pt>
                <c:pt idx="1190">
                  <c:v>99.4703864699121</c:v>
                </c:pt>
                <c:pt idx="1191">
                  <c:v>99.470519515142399</c:v>
                </c:pt>
                <c:pt idx="1192">
                  <c:v>99.470651795398993</c:v>
                </c:pt>
                <c:pt idx="1193">
                  <c:v>99.470783315080098</c:v>
                </c:pt>
                <c:pt idx="1194">
                  <c:v>99.470914078559005</c:v>
                </c:pt>
                <c:pt idx="1195">
                  <c:v>99.471044090183597</c:v>
                </c:pt>
                <c:pt idx="1196">
                  <c:v>99.4711733542768</c:v>
                </c:pt>
                <c:pt idx="1197">
                  <c:v>99.471301875136703</c:v>
                </c:pt>
                <c:pt idx="1198">
                  <c:v>99.471429657036794</c:v>
                </c:pt>
                <c:pt idx="1199">
                  <c:v>99.471556704225904</c:v>
                </c:pt>
                <c:pt idx="1200">
                  <c:v>99.471683020928197</c:v>
                </c:pt>
                <c:pt idx="1201">
                  <c:v>99.471808611344002</c:v>
                </c:pt>
                <c:pt idx="1202">
                  <c:v>99.471933479649195</c:v>
                </c:pt>
                <c:pt idx="1203">
                  <c:v>99.472057629995703</c:v>
                </c:pt>
                <c:pt idx="1204">
                  <c:v>99.472181066511595</c:v>
                </c:pt>
                <c:pt idx="1205">
                  <c:v>99.472303793301293</c:v>
                </c:pt>
                <c:pt idx="1206">
                  <c:v>99.472425814445401</c:v>
                </c:pt>
                <c:pt idx="1207">
                  <c:v>99.472547134001204</c:v>
                </c:pt>
                <c:pt idx="1208">
                  <c:v>99.472667756002593</c:v>
                </c:pt>
                <c:pt idx="1209">
                  <c:v>99.472787684460499</c:v>
                </c:pt>
                <c:pt idx="1210">
                  <c:v>99.472906923362501</c:v>
                </c:pt>
                <c:pt idx="1211">
                  <c:v>99.4730254766733</c:v>
                </c:pt>
                <c:pt idx="1212">
                  <c:v>99.473143348335</c:v>
                </c:pt>
                <c:pt idx="1213">
                  <c:v>99.4732605422668</c:v>
                </c:pt>
                <c:pt idx="1214">
                  <c:v>99.473377062365401</c:v>
                </c:pt>
                <c:pt idx="1215">
                  <c:v>99.473492912505293</c:v>
                </c:pt>
                <c:pt idx="1216">
                  <c:v>99.473608096538499</c:v>
                </c:pt>
                <c:pt idx="1217">
                  <c:v>99.4737226182949</c:v>
                </c:pt>
                <c:pt idx="1218">
                  <c:v>99.473836481582495</c:v>
                </c:pt>
                <c:pt idx="1219">
                  <c:v>99.473949690187297</c:v>
                </c:pt>
                <c:pt idx="1220">
                  <c:v>99.474062247873505</c:v>
                </c:pt>
                <c:pt idx="1221">
                  <c:v>99.474174158383704</c:v>
                </c:pt>
                <c:pt idx="1222">
                  <c:v>99.474285425439007</c:v>
                </c:pt>
                <c:pt idx="1223">
                  <c:v>99.474396052739195</c:v>
                </c:pt>
                <c:pt idx="1224">
                  <c:v>99.474506043962506</c:v>
                </c:pt>
                <c:pt idx="1225">
                  <c:v>99.474615402766304</c:v>
                </c:pt>
                <c:pt idx="1226">
                  <c:v>99.474724132786903</c:v>
                </c:pt>
                <c:pt idx="1227">
                  <c:v>99.474832237639504</c:v>
                </c:pt>
                <c:pt idx="1228">
                  <c:v>99.474939720918698</c:v>
                </c:pt>
                <c:pt idx="1229">
                  <c:v>99.475046586198403</c:v>
                </c:pt>
                <c:pt idx="1230">
                  <c:v>99.4751528370318</c:v>
                </c:pt>
                <c:pt idx="1231">
                  <c:v>99.475258476952007</c:v>
                </c:pt>
                <c:pt idx="1232">
                  <c:v>99.475363509471507</c:v>
                </c:pt>
                <c:pt idx="1233">
                  <c:v>99.475467938082701</c:v>
                </c:pt>
                <c:pt idx="1234">
                  <c:v>99.475571766257801</c:v>
                </c:pt>
                <c:pt idx="1235">
                  <c:v>99.475674997449303</c:v>
                </c:pt>
                <c:pt idx="1236">
                  <c:v>99.475777635089599</c:v>
                </c:pt>
                <c:pt idx="1237">
                  <c:v>99.475879682591497</c:v>
                </c:pt>
                <c:pt idx="1238">
                  <c:v>99.475981143348093</c:v>
                </c:pt>
                <c:pt idx="1239">
                  <c:v>99.476082020733003</c:v>
                </c:pt>
                <c:pt idx="1240">
                  <c:v>99.476182318100498</c:v>
                </c:pt>
                <c:pt idx="1241">
                  <c:v>99.476282038785499</c:v>
                </c:pt>
                <c:pt idx="1242">
                  <c:v>99.476381186103893</c:v>
                </c:pt>
                <c:pt idx="1243">
                  <c:v>99.476479763352103</c:v>
                </c:pt>
                <c:pt idx="1244">
                  <c:v>99.476577773808103</c:v>
                </c:pt>
                <c:pt idx="1245">
                  <c:v>99.476675220730698</c:v>
                </c:pt>
                <c:pt idx="1246">
                  <c:v>99.476772107360205</c:v>
                </c:pt>
                <c:pt idx="1247">
                  <c:v>99.476868436917897</c:v>
                </c:pt>
                <c:pt idx="1248">
                  <c:v>99.476964212607001</c:v>
                </c:pt>
                <c:pt idx="1249">
                  <c:v>99.477059437611999</c:v>
                </c:pt>
                <c:pt idx="1250">
                  <c:v>99.477154115099196</c:v>
                </c:pt>
                <c:pt idx="1251">
                  <c:v>99.477248248216696</c:v>
                </c:pt>
                <c:pt idx="1252">
                  <c:v>99.477341840094397</c:v>
                </c:pt>
                <c:pt idx="1253">
                  <c:v>99.477434893844503</c:v>
                </c:pt>
                <c:pt idx="1254">
                  <c:v>99.477527412560804</c:v>
                </c:pt>
                <c:pt idx="1255">
                  <c:v>99.477619399319806</c:v>
                </c:pt>
                <c:pt idx="1256">
                  <c:v>99.47771085718</c:v>
                </c:pt>
                <c:pt idx="1257">
                  <c:v>99.477801789182493</c:v>
                </c:pt>
                <c:pt idx="1258">
                  <c:v>99.477892198350801</c:v>
                </c:pt>
                <c:pt idx="1259">
                  <c:v>99.477982087691004</c:v>
                </c:pt>
                <c:pt idx="1260">
                  <c:v>99.478071460192098</c:v>
                </c:pt>
                <c:pt idx="1261">
                  <c:v>99.478160318825601</c:v>
                </c:pt>
                <c:pt idx="1262">
                  <c:v>99.478248666546307</c:v>
                </c:pt>
                <c:pt idx="1263">
                  <c:v>99.478336506291697</c:v>
                </c:pt>
                <c:pt idx="1264">
                  <c:v>99.4784238409826</c:v>
                </c:pt>
                <c:pt idx="1265">
                  <c:v>99.478510673522806</c:v>
                </c:pt>
                <c:pt idx="1266">
                  <c:v>99.478597006799603</c:v>
                </c:pt>
                <c:pt idx="1267">
                  <c:v>99.4786828436836</c:v>
                </c:pt>
                <c:pt idx="1268">
                  <c:v>99.478768187029004</c:v>
                </c:pt>
                <c:pt idx="1269">
                  <c:v>99.478853039673396</c:v>
                </c:pt>
                <c:pt idx="1270">
                  <c:v>99.478937404438298</c:v>
                </c:pt>
                <c:pt idx="1271">
                  <c:v>99.479021284128805</c:v>
                </c:pt>
                <c:pt idx="1272">
                  <c:v>99.479104681533897</c:v>
                </c:pt>
                <c:pt idx="1273">
                  <c:v>99.479187599426794</c:v>
                </c:pt>
                <c:pt idx="1274">
                  <c:v>99.479270040564401</c:v>
                </c:pt>
                <c:pt idx="1275">
                  <c:v>99.479352007687893</c:v>
                </c:pt>
                <c:pt idx="1276">
                  <c:v>99.479433503522898</c:v>
                </c:pt>
                <c:pt idx="1277">
                  <c:v>99.479514530778999</c:v>
                </c:pt>
                <c:pt idx="1278">
                  <c:v>99.479595092150603</c:v>
                </c:pt>
                <c:pt idx="1279">
                  <c:v>99.4796751903162</c:v>
                </c:pt>
                <c:pt idx="1280">
                  <c:v>99.479754827939303</c:v>
                </c:pt>
                <c:pt idx="1281">
                  <c:v>99.479834007667804</c:v>
                </c:pt>
                <c:pt idx="1282">
                  <c:v>99.479912732134395</c:v>
                </c:pt>
                <c:pt idx="1283">
                  <c:v>99.479991003956798</c:v>
                </c:pt>
                <c:pt idx="1284">
                  <c:v>99.480068825737604</c:v>
                </c:pt>
                <c:pt idx="1285">
                  <c:v>99.480146200064397</c:v>
                </c:pt>
                <c:pt idx="1286">
                  <c:v>99.480223129509994</c:v>
                </c:pt>
                <c:pt idx="1287">
                  <c:v>99.480299616632195</c:v>
                </c:pt>
                <c:pt idx="1288">
                  <c:v>99.480375663974399</c:v>
                </c:pt>
                <c:pt idx="1289">
                  <c:v>99.480451274065103</c:v>
                </c:pt>
                <c:pt idx="1290">
                  <c:v>99.480526449418406</c:v>
                </c:pt>
                <c:pt idx="1291">
                  <c:v>99.480601192533996</c:v>
                </c:pt>
                <c:pt idx="1292">
                  <c:v>99.480675505896997</c:v>
                </c:pt>
                <c:pt idx="1293">
                  <c:v>99.480749391978506</c:v>
                </c:pt>
                <c:pt idx="1294">
                  <c:v>99.480822853235097</c:v>
                </c:pt>
                <c:pt idx="1295">
                  <c:v>99.480895892109601</c:v>
                </c:pt>
                <c:pt idx="1296">
                  <c:v>99.480968511030497</c:v>
                </c:pt>
                <c:pt idx="1297">
                  <c:v>99.481040712412494</c:v>
                </c:pt>
                <c:pt idx="1298">
                  <c:v>99.481112498656103</c:v>
                </c:pt>
                <c:pt idx="1299">
                  <c:v>99.481183872148506</c:v>
                </c:pt>
                <c:pt idx="1300">
                  <c:v>99.481254835262803</c:v>
                </c:pt>
                <c:pt idx="1301">
                  <c:v>99.481325390358506</c:v>
                </c:pt>
                <c:pt idx="1302">
                  <c:v>99.481395539781701</c:v>
                </c:pt>
                <c:pt idx="1303">
                  <c:v>99.4814652858648</c:v>
                </c:pt>
                <c:pt idx="1304">
                  <c:v>99.481534630927101</c:v>
                </c:pt>
                <c:pt idx="1305">
                  <c:v>99.4816035772741</c:v>
                </c:pt>
                <c:pt idx="1306">
                  <c:v>99.481672127198394</c:v>
                </c:pt>
                <c:pt idx="1307">
                  <c:v>99.481740282979402</c:v>
                </c:pt>
                <c:pt idx="1308">
                  <c:v>99.481808046883302</c:v>
                </c:pt>
                <c:pt idx="1309">
                  <c:v>99.481875421163195</c:v>
                </c:pt>
                <c:pt idx="1310">
                  <c:v>99.481942408059396</c:v>
                </c:pt>
                <c:pt idx="1311">
                  <c:v>99.482009009799199</c:v>
                </c:pt>
                <c:pt idx="1312">
                  <c:v>99.482075228597097</c:v>
                </c:pt>
                <c:pt idx="1313">
                  <c:v>99.482141066655103</c:v>
                </c:pt>
                <c:pt idx="1314">
                  <c:v>99.482206526162201</c:v>
                </c:pt>
                <c:pt idx="1315">
                  <c:v>99.482271609294997</c:v>
                </c:pt>
                <c:pt idx="1316">
                  <c:v>99.482336318217506</c:v>
                </c:pt>
                <c:pt idx="1317">
                  <c:v>99.482400655081506</c:v>
                </c:pt>
                <c:pt idx="1318">
                  <c:v>99.482464622025901</c:v>
                </c:pt>
                <c:pt idx="1319">
                  <c:v>99.482528221178001</c:v>
                </c:pt>
                <c:pt idx="1320">
                  <c:v>99.482591454652194</c:v>
                </c:pt>
                <c:pt idx="1321">
                  <c:v>99.482654324551305</c:v>
                </c:pt>
                <c:pt idx="1322">
                  <c:v>99.482716832965494</c:v>
                </c:pt>
                <c:pt idx="1323">
                  <c:v>99.482778981973496</c:v>
                </c:pt>
                <c:pt idx="1324">
                  <c:v>99.482840773641598</c:v>
                </c:pt>
                <c:pt idx="1325">
                  <c:v>99.482902210024506</c:v>
                </c:pt>
                <c:pt idx="1326">
                  <c:v>99.4829632931649</c:v>
                </c:pt>
                <c:pt idx="1327">
                  <c:v>99.483024025093997</c:v>
                </c:pt>
                <c:pt idx="1328">
                  <c:v>99.4830844078311</c:v>
                </c:pt>
                <c:pt idx="1329">
                  <c:v>99.483144443383907</c:v>
                </c:pt>
                <c:pt idx="1330">
                  <c:v>99.4832041337486</c:v>
                </c:pt>
                <c:pt idx="1331">
                  <c:v>99.483263480910097</c:v>
                </c:pt>
                <c:pt idx="1332">
                  <c:v>99.483322486841502</c:v>
                </c:pt>
                <c:pt idx="1333">
                  <c:v>99.483381153504993</c:v>
                </c:pt>
                <c:pt idx="1334">
                  <c:v>99.483439482851196</c:v>
                </c:pt>
                <c:pt idx="1335">
                  <c:v>99.483497476819494</c:v>
                </c:pt>
                <c:pt idx="1336">
                  <c:v>99.4835551373383</c:v>
                </c:pt>
                <c:pt idx="1337">
                  <c:v>99.4836124663249</c:v>
                </c:pt>
                <c:pt idx="1338">
                  <c:v>99.483669465685495</c:v>
                </c:pt>
                <c:pt idx="1339">
                  <c:v>99.483726137315301</c:v>
                </c:pt>
                <c:pt idx="1340">
                  <c:v>99.483782483098693</c:v>
                </c:pt>
                <c:pt idx="1341">
                  <c:v>99.483838504909201</c:v>
                </c:pt>
                <c:pt idx="1342">
                  <c:v>99.483894204609598</c:v>
                </c:pt>
                <c:pt idx="1343">
                  <c:v>99.483949584051899</c:v>
                </c:pt>
                <c:pt idx="1344">
                  <c:v>99.484004645077604</c:v>
                </c:pt>
                <c:pt idx="1345">
                  <c:v>99.484059389517398</c:v>
                </c:pt>
                <c:pt idx="1346">
                  <c:v>99.484113819191606</c:v>
                </c:pt>
                <c:pt idx="1347">
                  <c:v>99.484167935909994</c:v>
                </c:pt>
                <c:pt idx="1348">
                  <c:v>99.484221741471998</c:v>
                </c:pt>
                <c:pt idx="1349">
                  <c:v>99.484275237666793</c:v>
                </c:pt>
                <c:pt idx="1350">
                  <c:v>99.484328426272995</c:v>
                </c:pt>
                <c:pt idx="1351">
                  <c:v>99.484381309059302</c:v>
                </c:pt>
                <c:pt idx="1352">
                  <c:v>99.484433887783993</c:v>
                </c:pt>
                <c:pt idx="1353">
                  <c:v>99.484486164195403</c:v>
                </c:pt>
                <c:pt idx="1354">
                  <c:v>99.484538140031603</c:v>
                </c:pt>
                <c:pt idx="1355">
                  <c:v>99.484589817021003</c:v>
                </c:pt>
                <c:pt idx="1356">
                  <c:v>99.484641196881796</c:v>
                </c:pt>
                <c:pt idx="1357">
                  <c:v>99.484692281322495</c:v>
                </c:pt>
                <c:pt idx="1358">
                  <c:v>99.484743072041496</c:v>
                </c:pt>
                <c:pt idx="1359">
                  <c:v>99.484793570727803</c:v>
                </c:pt>
                <c:pt idx="1360">
                  <c:v>99.484843779060398</c:v>
                </c:pt>
                <c:pt idx="1361">
                  <c:v>99.484893698708802</c:v>
                </c:pt>
                <c:pt idx="1362">
                  <c:v>99.484943331332801</c:v>
                </c:pt>
                <c:pt idx="1363">
                  <c:v>99.484992678582799</c:v>
                </c:pt>
                <c:pt idx="1364">
                  <c:v>99.485041742099597</c:v>
                </c:pt>
                <c:pt idx="1365">
                  <c:v>99.485090523514501</c:v>
                </c:pt>
                <c:pt idx="1366">
                  <c:v>99.485139024449694</c:v>
                </c:pt>
                <c:pt idx="1367">
                  <c:v>99.485187246517597</c:v>
                </c:pt>
                <c:pt idx="1368">
                  <c:v>99.485235191321905</c:v>
                </c:pt>
                <c:pt idx="1369">
                  <c:v>99.485282860456607</c:v>
                </c:pt>
                <c:pt idx="1370">
                  <c:v>99.485330255506796</c:v>
                </c:pt>
                <c:pt idx="1371">
                  <c:v>99.485377378048398</c:v>
                </c:pt>
                <c:pt idx="1372">
                  <c:v>99.485424229648302</c:v>
                </c:pt>
                <c:pt idx="1373">
                  <c:v>99.485470811864204</c:v>
                </c:pt>
                <c:pt idx="1374">
                  <c:v>99.485517126245099</c:v>
                </c:pt>
                <c:pt idx="1375">
                  <c:v>99.485563174330906</c:v>
                </c:pt>
                <c:pt idx="1376">
                  <c:v>99.4856089576529</c:v>
                </c:pt>
                <c:pt idx="1377">
                  <c:v>99.485654477733206</c:v>
                </c:pt>
                <c:pt idx="1378">
                  <c:v>99.485699736085493</c:v>
                </c:pt>
                <c:pt idx="1379">
                  <c:v>99.485744734214606</c:v>
                </c:pt>
                <c:pt idx="1380">
                  <c:v>99.485789473616705</c:v>
                </c:pt>
                <c:pt idx="1381">
                  <c:v>99.485833955779498</c:v>
                </c:pt>
                <c:pt idx="1382">
                  <c:v>99.485878182182006</c:v>
                </c:pt>
                <c:pt idx="1383">
                  <c:v>99.485922154294798</c:v>
                </c:pt>
                <c:pt idx="1384">
                  <c:v>99.4859658735799</c:v>
                </c:pt>
                <c:pt idx="1385">
                  <c:v>99.486009341490998</c:v>
                </c:pt>
                <c:pt idx="1386">
                  <c:v>99.486052559473606</c:v>
                </c:pt>
                <c:pt idx="1387">
                  <c:v>99.486095528964498</c:v>
                </c:pt>
                <c:pt idx="1388">
                  <c:v>99.486138251392603</c:v>
                </c:pt>
                <c:pt idx="1389">
                  <c:v>99.486180728178297</c:v>
                </c:pt>
                <c:pt idx="1390">
                  <c:v>99.486222960734196</c:v>
                </c:pt>
                <c:pt idx="1391">
                  <c:v>99.486264950464403</c:v>
                </c:pt>
                <c:pt idx="1392">
                  <c:v>99.486306698765105</c:v>
                </c:pt>
                <c:pt idx="1393">
                  <c:v>99.486348207024406</c:v>
                </c:pt>
                <c:pt idx="1394">
                  <c:v>99.486389476622605</c:v>
                </c:pt>
                <c:pt idx="1395">
                  <c:v>99.486430508931903</c:v>
                </c:pt>
                <c:pt idx="1396">
                  <c:v>99.486471305316599</c:v>
                </c:pt>
                <c:pt idx="1397">
                  <c:v>99.486511867133203</c:v>
                </c:pt>
                <c:pt idx="1398">
                  <c:v>99.486552195730397</c:v>
                </c:pt>
                <c:pt idx="1399">
                  <c:v>99.486592292449203</c:v>
                </c:pt>
                <c:pt idx="1400">
                  <c:v>99.486632158622797</c:v>
                </c:pt>
                <c:pt idx="1401">
                  <c:v>99.486671795576797</c:v>
                </c:pt>
                <c:pt idx="1402">
                  <c:v>99.486711204629103</c:v>
                </c:pt>
                <c:pt idx="1403">
                  <c:v>99.486750387090197</c:v>
                </c:pt>
                <c:pt idx="1404">
                  <c:v>99.486789344262803</c:v>
                </c:pt>
                <c:pt idx="1405">
                  <c:v>99.486828077442198</c:v>
                </c:pt>
                <c:pt idx="1406">
                  <c:v>99.486866587916495</c:v>
                </c:pt>
                <c:pt idx="1407">
                  <c:v>99.486904876965994</c:v>
                </c:pt>
                <c:pt idx="1408">
                  <c:v>99.486942945864001</c:v>
                </c:pt>
                <c:pt idx="1409">
                  <c:v>99.486980795876207</c:v>
                </c:pt>
                <c:pt idx="1410">
                  <c:v>99.487018428261095</c:v>
                </c:pt>
                <c:pt idx="1411">
                  <c:v>99.487055844270103</c:v>
                </c:pt>
                <c:pt idx="1412">
                  <c:v>99.487093045147205</c:v>
                </c:pt>
                <c:pt idx="1413">
                  <c:v>99.4871300321295</c:v>
                </c:pt>
                <c:pt idx="1414">
                  <c:v>99.487166806446695</c:v>
                </c:pt>
                <c:pt idx="1415">
                  <c:v>99.487203369321605</c:v>
                </c:pt>
                <c:pt idx="1416">
                  <c:v>99.487239721969999</c:v>
                </c:pt>
                <c:pt idx="1417">
                  <c:v>99.487275865600594</c:v>
                </c:pt>
                <c:pt idx="1418">
                  <c:v>99.487311801415103</c:v>
                </c:pt>
                <c:pt idx="1419">
                  <c:v>99.487347530608602</c:v>
                </c:pt>
                <c:pt idx="1420">
                  <c:v>99.487383054368905</c:v>
                </c:pt>
                <c:pt idx="1421">
                  <c:v>99.487418373877304</c:v>
                </c:pt>
                <c:pt idx="1422">
                  <c:v>99.487453490308098</c:v>
                </c:pt>
                <c:pt idx="1423">
                  <c:v>99.487488404829094</c:v>
                </c:pt>
                <c:pt idx="1424">
                  <c:v>99.487523118601104</c:v>
                </c:pt>
                <c:pt idx="1425">
                  <c:v>99.487557632778405</c:v>
                </c:pt>
                <c:pt idx="1426">
                  <c:v>99.487591948508495</c:v>
                </c:pt>
                <c:pt idx="1427">
                  <c:v>99.487626066932705</c:v>
                </c:pt>
                <c:pt idx="1428">
                  <c:v>99.487659989185104</c:v>
                </c:pt>
                <c:pt idx="1429">
                  <c:v>99.487693716393906</c:v>
                </c:pt>
                <c:pt idx="1430">
                  <c:v>99.487727249680404</c:v>
                </c:pt>
                <c:pt idx="1431">
                  <c:v>99.487760590159695</c:v>
                </c:pt>
                <c:pt idx="1432">
                  <c:v>99.487793738940397</c:v>
                </c:pt>
                <c:pt idx="1433">
                  <c:v>99.487826697124603</c:v>
                </c:pt>
                <c:pt idx="1434">
                  <c:v>99.487859465808199</c:v>
                </c:pt>
                <c:pt idx="1435">
                  <c:v>99.487892046080802</c:v>
                </c:pt>
                <c:pt idx="1436">
                  <c:v>99.487924439025804</c:v>
                </c:pt>
                <c:pt idx="1437">
                  <c:v>99.487956645720203</c:v>
                </c:pt>
                <c:pt idx="1438">
                  <c:v>99.487988667234802</c:v>
                </c:pt>
                <c:pt idx="1439">
                  <c:v>99.488020504634505</c:v>
                </c:pt>
                <c:pt idx="1440">
                  <c:v>99.488052158977794</c:v>
                </c:pt>
                <c:pt idx="1441">
                  <c:v>99.488083631317394</c:v>
                </c:pt>
                <c:pt idx="1442">
                  <c:v>99.488114922699495</c:v>
                </c:pt>
                <c:pt idx="1443">
                  <c:v>99.4881460341647</c:v>
                </c:pt>
                <c:pt idx="1444">
                  <c:v>99.488176966747503</c:v>
                </c:pt>
                <c:pt idx="1445">
                  <c:v>99.4882077214764</c:v>
                </c:pt>
                <c:pt idx="1446">
                  <c:v>99.488238299374004</c:v>
                </c:pt>
                <c:pt idx="1447">
                  <c:v>99.488268701457002</c:v>
                </c:pt>
                <c:pt idx="1448">
                  <c:v>99.488298928736398</c:v>
                </c:pt>
                <c:pt idx="1449">
                  <c:v>99.488328982217098</c:v>
                </c:pt>
                <c:pt idx="1450">
                  <c:v>99.488358862898494</c:v>
                </c:pt>
                <c:pt idx="1451">
                  <c:v>99.488388571774195</c:v>
                </c:pt>
                <c:pt idx="1452">
                  <c:v>99.488418109831898</c:v>
                </c:pt>
                <c:pt idx="1453">
                  <c:v>99.488447478053899</c:v>
                </c:pt>
                <c:pt idx="1454">
                  <c:v>99.4884766774166</c:v>
                </c:pt>
                <c:pt idx="1455">
                  <c:v>99.488505708890997</c:v>
                </c:pt>
                <c:pt idx="1456">
                  <c:v>99.488534573442195</c:v>
                </c:pt>
                <c:pt idx="1457">
                  <c:v>99.488563272030206</c:v>
                </c:pt>
                <c:pt idx="1458">
                  <c:v>99.488591805609204</c:v>
                </c:pt>
                <c:pt idx="1459">
                  <c:v>99.488620175127807</c:v>
                </c:pt>
                <c:pt idx="1460">
                  <c:v>99.488648381529501</c:v>
                </c:pt>
                <c:pt idx="1461">
                  <c:v>99.488676425752004</c:v>
                </c:pt>
                <c:pt idx="1462">
                  <c:v>99.488704308728003</c:v>
                </c:pt>
                <c:pt idx="1463">
                  <c:v>99.488732031384401</c:v>
                </c:pt>
                <c:pt idx="1464">
                  <c:v>99.488759594643099</c:v>
                </c:pt>
                <c:pt idx="1465">
                  <c:v>99.488786999420597</c:v>
                </c:pt>
                <c:pt idx="1466">
                  <c:v>99.488814246628095</c:v>
                </c:pt>
                <c:pt idx="1467">
                  <c:v>99.488841337171607</c:v>
                </c:pt>
                <c:pt idx="1468">
                  <c:v>99.488868271951901</c:v>
                </c:pt>
                <c:pt idx="1469">
                  <c:v>99.488895051864503</c:v>
                </c:pt>
                <c:pt idx="1470">
                  <c:v>99.488921677799993</c:v>
                </c:pt>
                <c:pt idx="1471">
                  <c:v>99.488948150643594</c:v>
                </c:pt>
                <c:pt idx="1472">
                  <c:v>99.488974471275498</c:v>
                </c:pt>
                <c:pt idx="1473">
                  <c:v>99.489000640571007</c:v>
                </c:pt>
                <c:pt idx="1474">
                  <c:v>99.489026659400196</c:v>
                </c:pt>
                <c:pt idx="1475">
                  <c:v>99.489052528628307</c:v>
                </c:pt>
                <c:pt idx="1476">
                  <c:v>99.489078249115295</c:v>
                </c:pt>
                <c:pt idx="1477">
                  <c:v>99.489103821716498</c:v>
                </c:pt>
                <c:pt idx="1478">
                  <c:v>99.489129247282307</c:v>
                </c:pt>
                <c:pt idx="1479">
                  <c:v>99.489154526657998</c:v>
                </c:pt>
                <c:pt idx="1480">
                  <c:v>99.489179660684201</c:v>
                </c:pt>
                <c:pt idx="1481">
                  <c:v>99.489204650196598</c:v>
                </c:pt>
                <c:pt idx="1482">
                  <c:v>99.489229496026198</c:v>
                </c:pt>
                <c:pt idx="1483">
                  <c:v>99.489254198999006</c:v>
                </c:pt>
                <c:pt idx="1484">
                  <c:v>99.489278759936397</c:v>
                </c:pt>
                <c:pt idx="1485">
                  <c:v>99.489303179655195</c:v>
                </c:pt>
                <c:pt idx="1486">
                  <c:v>99.489327458967196</c:v>
                </c:pt>
                <c:pt idx="1487">
                  <c:v>99.489351598679804</c:v>
                </c:pt>
                <c:pt idx="1488">
                  <c:v>99.489375599595704</c:v>
                </c:pt>
                <c:pt idx="1489">
                  <c:v>99.489399462512793</c:v>
                </c:pt>
                <c:pt idx="1490">
                  <c:v>99.489423188224706</c:v>
                </c:pt>
                <c:pt idx="1491">
                  <c:v>99.4894467775202</c:v>
                </c:pt>
                <c:pt idx="1492">
                  <c:v>99.489470231183702</c:v>
                </c:pt>
                <c:pt idx="1493">
                  <c:v>99.489493549995103</c:v>
                </c:pt>
                <c:pt idx="1494">
                  <c:v>99.489516734729605</c:v>
                </c:pt>
                <c:pt idx="1495">
                  <c:v>99.489539786158304</c:v>
                </c:pt>
                <c:pt idx="1496">
                  <c:v>99.489562705047504</c:v>
                </c:pt>
                <c:pt idx="1497">
                  <c:v>99.489585492159406</c:v>
                </c:pt>
                <c:pt idx="1498">
                  <c:v>99.489608148251605</c:v>
                </c:pt>
                <c:pt idx="1499">
                  <c:v>99.489630674077404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4DE-4D09-85B7-F33D2CE39E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74262255"/>
        <c:axId val="574264655"/>
      </c:scatterChart>
      <c:valAx>
        <c:axId val="574262255"/>
        <c:scaling>
          <c:orientation val="minMax"/>
          <c:max val="15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74264655"/>
        <c:crosses val="autoZero"/>
        <c:crossBetween val="midCat"/>
      </c:valAx>
      <c:valAx>
        <c:axId val="574264655"/>
        <c:scaling>
          <c:orientation val="minMax"/>
          <c:max val="150"/>
          <c:min val="7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7426225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'RC-Model'!$N$1</c:f>
              <c:strCache>
                <c:ptCount val="1"/>
                <c:pt idx="0">
                  <c:v>T_err_RC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'RC-Model'!$K$2:$K$15001</c:f>
              <c:numCache>
                <c:formatCode>General</c:formatCode>
                <c:ptCount val="15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'RC-Model'!$N$2:$N$15001</c:f>
              <c:numCache>
                <c:formatCode>General</c:formatCode>
                <c:ptCount val="15000"/>
                <c:pt idx="0">
                  <c:v>0</c:v>
                </c:pt>
                <c:pt idx="1">
                  <c:v>0.30061941157720184</c:v>
                </c:pt>
                <c:pt idx="2">
                  <c:v>0.5171882394247973</c:v>
                </c:pt>
                <c:pt idx="3">
                  <c:v>0.66855801075229238</c:v>
                </c:pt>
                <c:pt idx="4">
                  <c:v>0.76898559760269336</c:v>
                </c:pt>
                <c:pt idx="5">
                  <c:v>0.6231787208676991</c:v>
                </c:pt>
                <c:pt idx="6">
                  <c:v>0.53508836694970796</c:v>
                </c:pt>
                <c:pt idx="7">
                  <c:v>0.49874580916140587</c:v>
                </c:pt>
                <c:pt idx="8">
                  <c:v>0.50883525521778949</c:v>
                </c:pt>
                <c:pt idx="9">
                  <c:v>0.37569689766499437</c:v>
                </c:pt>
                <c:pt idx="10">
                  <c:v>0.28003853757620334</c:v>
                </c:pt>
                <c:pt idx="11">
                  <c:v>0.21810321661479293</c:v>
                </c:pt>
                <c:pt idx="12">
                  <c:v>0.1865437812315065</c:v>
                </c:pt>
                <c:pt idx="13">
                  <c:v>5.5636863322604313E-2</c:v>
                </c:pt>
                <c:pt idx="14">
                  <c:v>-5.0534267308407266E-2</c:v>
                </c:pt>
                <c:pt idx="15">
                  <c:v>-0.13433831920168871</c:v>
                </c:pt>
                <c:pt idx="16">
                  <c:v>-0.19788675342590523</c:v>
                </c:pt>
                <c:pt idx="17">
                  <c:v>-0.33335574381189303</c:v>
                </c:pt>
                <c:pt idx="18">
                  <c:v>-0.45213023424659582</c:v>
                </c:pt>
                <c:pt idx="19">
                  <c:v>-0.55570742193290812</c:v>
                </c:pt>
                <c:pt idx="20">
                  <c:v>-0.64542298381759622</c:v>
                </c:pt>
                <c:pt idx="21">
                  <c:v>-0.84559004694359885</c:v>
                </c:pt>
                <c:pt idx="22">
                  <c:v>-1.0341512628451994</c:v>
                </c:pt>
                <c:pt idx="23">
                  <c:v>-1.2120565648441897</c:v>
                </c:pt>
                <c:pt idx="24">
                  <c:v>-1.3801544347941928</c:v>
                </c:pt>
                <c:pt idx="25">
                  <c:v>-1.5392030313635985</c:v>
                </c:pt>
                <c:pt idx="26">
                  <c:v>-1.6898800946382977</c:v>
                </c:pt>
                <c:pt idx="27">
                  <c:v>-1.8327917616335014</c:v>
                </c:pt>
                <c:pt idx="28">
                  <c:v>-1.9684804125009947</c:v>
                </c:pt>
                <c:pt idx="29">
                  <c:v>-2.0974316540394966</c:v>
                </c:pt>
                <c:pt idx="30">
                  <c:v>-2.2200805353924977</c:v>
                </c:pt>
                <c:pt idx="31">
                  <c:v>-2.2543990232896078</c:v>
                </c:pt>
                <c:pt idx="32">
                  <c:v>-2.2831550974561026</c:v>
                </c:pt>
                <c:pt idx="33">
                  <c:v>-2.3066629621501988</c:v>
                </c:pt>
                <c:pt idx="34">
                  <c:v>-2.3252050042968051</c:v>
                </c:pt>
                <c:pt idx="35">
                  <c:v>-2.3390352657397955</c:v>
                </c:pt>
                <c:pt idx="36">
                  <c:v>-2.3483825338633011</c:v>
                </c:pt>
                <c:pt idx="37">
                  <c:v>-2.3534530925543038</c:v>
                </c:pt>
                <c:pt idx="38">
                  <c:v>-2.354433170865093</c:v>
                </c:pt>
                <c:pt idx="39">
                  <c:v>-2.3514911226188104</c:v>
                </c:pt>
                <c:pt idx="40">
                  <c:v>-2.3447793665506964</c:v>
                </c:pt>
                <c:pt idx="41">
                  <c:v>-2.3721249541634961</c:v>
                </c:pt>
                <c:pt idx="42">
                  <c:v>-2.3959645845225026</c:v>
                </c:pt>
                <c:pt idx="43">
                  <c:v>-2.4164124952759067</c:v>
                </c:pt>
                <c:pt idx="44">
                  <c:v>-2.4335728400450876</c:v>
                </c:pt>
                <c:pt idx="45">
                  <c:v>-2.4475407729156018</c:v>
                </c:pt>
                <c:pt idx="46">
                  <c:v>-2.4584034139051028</c:v>
                </c:pt>
                <c:pt idx="47">
                  <c:v>-2.466240708479603</c:v>
                </c:pt>
                <c:pt idx="48">
                  <c:v>-2.4711261927901091</c:v>
                </c:pt>
                <c:pt idx="49">
                  <c:v>-2.4731276749736111</c:v>
                </c:pt>
                <c:pt idx="50">
                  <c:v>-2.4723078417740965</c:v>
                </c:pt>
                <c:pt idx="51">
                  <c:v>-2.506457459270905</c:v>
                </c:pt>
                <c:pt idx="52">
                  <c:v>-2.5378978720290064</c:v>
                </c:pt>
                <c:pt idx="53">
                  <c:v>-2.5666794132000064</c:v>
                </c:pt>
                <c:pt idx="54">
                  <c:v>-2.5928491253460066</c:v>
                </c:pt>
                <c:pt idx="55">
                  <c:v>-2.6164511001249906</c:v>
                </c:pt>
                <c:pt idx="56">
                  <c:v>-2.6375267808499956</c:v>
                </c:pt>
                <c:pt idx="57">
                  <c:v>-2.656115232002989</c:v>
                </c:pt>
                <c:pt idx="58">
                  <c:v>-2.6722533793140002</c:v>
                </c:pt>
                <c:pt idx="59">
                  <c:v>-2.6859762236589972</c:v>
                </c:pt>
                <c:pt idx="60">
                  <c:v>-2.6973170316550039</c:v>
                </c:pt>
                <c:pt idx="61">
                  <c:v>-2.7783305408060102</c:v>
                </c:pt>
                <c:pt idx="62">
                  <c:v>-2.8570240049560027</c:v>
                </c:pt>
                <c:pt idx="63">
                  <c:v>-2.9334264351469983</c:v>
                </c:pt>
                <c:pt idx="64">
                  <c:v>-3.0075656846209995</c:v>
                </c:pt>
                <c:pt idx="65">
                  <c:v>-3.0794685560939996</c:v>
                </c:pt>
                <c:pt idx="66">
                  <c:v>-3.149160897441007</c:v>
                </c:pt>
                <c:pt idx="67">
                  <c:v>-3.2166676870560025</c:v>
                </c:pt>
                <c:pt idx="68">
                  <c:v>-3.2820131100310022</c:v>
                </c:pt>
                <c:pt idx="69">
                  <c:v>-3.345220626144993</c:v>
                </c:pt>
                <c:pt idx="70">
                  <c:v>-3.406313030576996</c:v>
                </c:pt>
                <c:pt idx="71">
                  <c:v>-3.4653125081339908</c:v>
                </c:pt>
                <c:pt idx="72">
                  <c:v>-3.522240681710997</c:v>
                </c:pt>
                <c:pt idx="73">
                  <c:v>-3.5771186555989942</c:v>
                </c:pt>
                <c:pt idx="74">
                  <c:v>-3.6299670542360047</c:v>
                </c:pt>
                <c:pt idx="75">
                  <c:v>-3.680806056864995</c:v>
                </c:pt>
                <c:pt idx="76">
                  <c:v>-3.7296554285770043</c:v>
                </c:pt>
                <c:pt idx="77">
                  <c:v>-3.7765345481140002</c:v>
                </c:pt>
                <c:pt idx="78">
                  <c:v>-3.821462432800999</c:v>
                </c:pt>
                <c:pt idx="79">
                  <c:v>-3.864457760907996</c:v>
                </c:pt>
                <c:pt idx="80">
                  <c:v>-3.9055388917380043</c:v>
                </c:pt>
                <c:pt idx="81">
                  <c:v>-3.9447238836699938</c:v>
                </c:pt>
                <c:pt idx="82">
                  <c:v>-3.9820305103999942</c:v>
                </c:pt>
                <c:pt idx="83">
                  <c:v>-4.0174762755670059</c:v>
                </c:pt>
                <c:pt idx="84">
                  <c:v>-4.0510784259299868</c:v>
                </c:pt>
                <c:pt idx="85">
                  <c:v>-4.0828539632749994</c:v>
                </c:pt>
                <c:pt idx="86">
                  <c:v>-4.112819655174988</c:v>
                </c:pt>
                <c:pt idx="87">
                  <c:v>-4.1409920447290034</c:v>
                </c:pt>
                <c:pt idx="88">
                  <c:v>-4.1673874593960107</c:v>
                </c:pt>
                <c:pt idx="89">
                  <c:v>-4.192022019014999</c:v>
                </c:pt>
                <c:pt idx="90">
                  <c:v>-4.2149116431080103</c:v>
                </c:pt>
                <c:pt idx="91">
                  <c:v>-4.2861498475420063</c:v>
                </c:pt>
                <c:pt idx="92">
                  <c:v>-4.3556743805779945</c:v>
                </c:pt>
                <c:pt idx="93">
                  <c:v>-4.4235005984610041</c:v>
                </c:pt>
                <c:pt idx="94">
                  <c:v>-4.4896436805310032</c:v>
                </c:pt>
                <c:pt idx="95">
                  <c:v>-4.5541186339020072</c:v>
                </c:pt>
                <c:pt idx="96">
                  <c:v>-4.6169402978029979</c:v>
                </c:pt>
                <c:pt idx="97">
                  <c:v>-4.6781233475769994</c:v>
                </c:pt>
                <c:pt idx="98">
                  <c:v>-4.7376822983840015</c:v>
                </c:pt>
                <c:pt idx="99">
                  <c:v>-4.7956315086580048</c:v>
                </c:pt>
                <c:pt idx="100">
                  <c:v>-4.8519851833059988</c:v>
                </c:pt>
                <c:pt idx="101">
                  <c:v>-4.9067573767169961</c:v>
                </c:pt>
                <c:pt idx="102">
                  <c:v>-4.9599619955699978</c:v>
                </c:pt>
                <c:pt idx="103">
                  <c:v>-5.0116128014740013</c:v>
                </c:pt>
                <c:pt idx="104">
                  <c:v>-5.0617234134620048</c:v>
                </c:pt>
                <c:pt idx="105">
                  <c:v>-5.1103073103350027</c:v>
                </c:pt>
                <c:pt idx="106">
                  <c:v>-5.1573778328999964</c:v>
                </c:pt>
                <c:pt idx="107">
                  <c:v>-5.2029481860809881</c:v>
                </c:pt>
                <c:pt idx="108">
                  <c:v>-5.2470314409359986</c:v>
                </c:pt>
                <c:pt idx="109">
                  <c:v>-5.2896405365879957</c:v>
                </c:pt>
                <c:pt idx="110">
                  <c:v>-5.3307882820620023</c:v>
                </c:pt>
                <c:pt idx="111">
                  <c:v>-5.3704873580629879</c:v>
                </c:pt>
                <c:pt idx="112">
                  <c:v>-5.4087503186700019</c:v>
                </c:pt>
                <c:pt idx="113">
                  <c:v>-5.4455895929820031</c:v>
                </c:pt>
                <c:pt idx="114">
                  <c:v>-5.4810174867029957</c:v>
                </c:pt>
                <c:pt idx="115">
                  <c:v>-5.5150461836729932</c:v>
                </c:pt>
                <c:pt idx="116">
                  <c:v>-5.547687747356008</c:v>
                </c:pt>
                <c:pt idx="117">
                  <c:v>-5.5789541222840029</c:v>
                </c:pt>
                <c:pt idx="118">
                  <c:v>-5.6088571354640067</c:v>
                </c:pt>
                <c:pt idx="119">
                  <c:v>-5.6374084977459944</c:v>
                </c:pt>
                <c:pt idx="120">
                  <c:v>-5.664619805152995</c:v>
                </c:pt>
                <c:pt idx="121">
                  <c:v>-5.7264252651669949</c:v>
                </c:pt>
                <c:pt idx="122">
                  <c:v>-5.7869135230770041</c:v>
                </c:pt>
                <c:pt idx="123">
                  <c:v>-5.8460958381490116</c:v>
                </c:pt>
                <c:pt idx="124">
                  <c:v>-5.9039833598779978</c:v>
                </c:pt>
                <c:pt idx="125">
                  <c:v>-5.960587129190003</c:v>
                </c:pt>
                <c:pt idx="126">
                  <c:v>-6.0159180796150054</c:v>
                </c:pt>
                <c:pt idx="127">
                  <c:v>-6.0699870384460013</c:v>
                </c:pt>
                <c:pt idx="128">
                  <c:v>-6.1228047278780053</c:v>
                </c:pt>
                <c:pt idx="129">
                  <c:v>-6.1743817661289881</c:v>
                </c:pt>
                <c:pt idx="130">
                  <c:v>-6.2247286685339986</c:v>
                </c:pt>
                <c:pt idx="131">
                  <c:v>-6.2738558486430094</c:v>
                </c:pt>
                <c:pt idx="132">
                  <c:v>-6.3217736192750067</c:v>
                </c:pt>
                <c:pt idx="133">
                  <c:v>-6.3684921935829948</c:v>
                </c:pt>
                <c:pt idx="134">
                  <c:v>-6.4140216860890007</c:v>
                </c:pt>
                <c:pt idx="135">
                  <c:v>-6.4583721137090038</c:v>
                </c:pt>
                <c:pt idx="136">
                  <c:v>-6.5015533967640096</c:v>
                </c:pt>
                <c:pt idx="137">
                  <c:v>-6.5435753599810056</c:v>
                </c:pt>
                <c:pt idx="138">
                  <c:v>-6.584447733476992</c:v>
                </c:pt>
                <c:pt idx="139">
                  <c:v>-6.6241801537310039</c:v>
                </c:pt>
                <c:pt idx="140">
                  <c:v>-6.6627821645499949</c:v>
                </c:pt>
                <c:pt idx="141">
                  <c:v>-6.7002632180150101</c:v>
                </c:pt>
                <c:pt idx="142">
                  <c:v>-6.7366326754210064</c:v>
                </c:pt>
                <c:pt idx="143">
                  <c:v>-6.7718998082079906</c:v>
                </c:pt>
                <c:pt idx="144">
                  <c:v>-6.8060737988700026</c:v>
                </c:pt>
                <c:pt idx="145">
                  <c:v>-6.8391637418740032</c:v>
                </c:pt>
                <c:pt idx="146">
                  <c:v>-6.8711786445459921</c:v>
                </c:pt>
                <c:pt idx="147">
                  <c:v>-6.9021274279590017</c:v>
                </c:pt>
                <c:pt idx="148">
                  <c:v>-6.9320189278139992</c:v>
                </c:pt>
                <c:pt idx="149">
                  <c:v>-6.9608618953050012</c:v>
                </c:pt>
                <c:pt idx="150">
                  <c:v>-6.9886649979739985</c:v>
                </c:pt>
                <c:pt idx="151">
                  <c:v>-7.0417914616379989</c:v>
                </c:pt>
                <c:pt idx="152">
                  <c:v>-7.0938951479969887</c:v>
                </c:pt>
                <c:pt idx="153">
                  <c:v>-7.1449844786939991</c:v>
                </c:pt>
                <c:pt idx="154">
                  <c:v>-7.1950677950590034</c:v>
                </c:pt>
                <c:pt idx="155">
                  <c:v>-7.2441533589239953</c:v>
                </c:pt>
                <c:pt idx="156">
                  <c:v>-7.2922493534209991</c:v>
                </c:pt>
                <c:pt idx="157">
                  <c:v>-7.3393638837819992</c:v>
                </c:pt>
                <c:pt idx="158">
                  <c:v>-7.3855049781230093</c:v>
                </c:pt>
                <c:pt idx="159">
                  <c:v>-7.4306805882250018</c:v>
                </c:pt>
                <c:pt idx="160">
                  <c:v>-7.4748985902990057</c:v>
                </c:pt>
                <c:pt idx="161">
                  <c:v>-7.5181667857540049</c:v>
                </c:pt>
                <c:pt idx="162">
                  <c:v>-7.5604929019489902</c:v>
                </c:pt>
                <c:pt idx="163">
                  <c:v>-7.6018845929380063</c:v>
                </c:pt>
                <c:pt idx="164">
                  <c:v>-7.6423494402099976</c:v>
                </c:pt>
                <c:pt idx="165">
                  <c:v>-7.681894953417995</c:v>
                </c:pt>
                <c:pt idx="166">
                  <c:v>-7.7205285711060014</c:v>
                </c:pt>
                <c:pt idx="167">
                  <c:v>-7.7582576614199894</c:v>
                </c:pt>
                <c:pt idx="168">
                  <c:v>-7.7950895228210157</c:v>
                </c:pt>
                <c:pt idx="169">
                  <c:v>-7.8310313847809994</c:v>
                </c:pt>
                <c:pt idx="170">
                  <c:v>-7.8660904084830037</c:v>
                </c:pt>
                <c:pt idx="171">
                  <c:v>-7.9002736874989949</c:v>
                </c:pt>
                <c:pt idx="172">
                  <c:v>-7.9335882484799924</c:v>
                </c:pt>
                <c:pt idx="173">
                  <c:v>-7.966041051819019</c:v>
                </c:pt>
                <c:pt idx="174">
                  <c:v>-7.9976389923229902</c:v>
                </c:pt>
                <c:pt idx="175">
                  <c:v>-8.0283888998669966</c:v>
                </c:pt>
                <c:pt idx="176">
                  <c:v>-8.0582975400510009</c:v>
                </c:pt>
                <c:pt idx="177">
                  <c:v>-8.087371614839995</c:v>
                </c:pt>
                <c:pt idx="178">
                  <c:v>-8.1156177632069983</c:v>
                </c:pt>
                <c:pt idx="179">
                  <c:v>-8.143042561758989</c:v>
                </c:pt>
                <c:pt idx="180">
                  <c:v>-8.1696525253720012</c:v>
                </c:pt>
                <c:pt idx="181">
                  <c:v>-8.2156409249079871</c:v>
                </c:pt>
                <c:pt idx="182">
                  <c:v>-8.2608273365120084</c:v>
                </c:pt>
                <c:pt idx="183">
                  <c:v>-8.3052180935349895</c:v>
                </c:pt>
                <c:pt idx="184">
                  <c:v>-8.3488194700339875</c:v>
                </c:pt>
                <c:pt idx="185">
                  <c:v>-8.3916376813559879</c:v>
                </c:pt>
                <c:pt idx="186">
                  <c:v>-8.4336788847389954</c:v>
                </c:pt>
                <c:pt idx="187">
                  <c:v>-8.4749491798820031</c:v>
                </c:pt>
                <c:pt idx="188">
                  <c:v>-8.5154546095280068</c:v>
                </c:pt>
                <c:pt idx="189">
                  <c:v>-8.5552011600290143</c:v>
                </c:pt>
                <c:pt idx="190">
                  <c:v>-8.5941947619160004</c:v>
                </c:pt>
                <c:pt idx="191">
                  <c:v>-8.6324412904530021</c:v>
                </c:pt>
                <c:pt idx="192">
                  <c:v>-8.6699465661919817</c:v>
                </c:pt>
                <c:pt idx="193">
                  <c:v>-8.7067163555190064</c:v>
                </c:pt>
                <c:pt idx="194">
                  <c:v>-8.7427563711939911</c:v>
                </c:pt>
                <c:pt idx="195">
                  <c:v>-8.7780722728879965</c:v>
                </c:pt>
                <c:pt idx="196">
                  <c:v>-8.8126696677179979</c:v>
                </c:pt>
                <c:pt idx="197">
                  <c:v>-8.8465541107640178</c:v>
                </c:pt>
                <c:pt idx="198">
                  <c:v>-8.8797311055919863</c:v>
                </c:pt>
                <c:pt idx="199">
                  <c:v>-8.9122061047710019</c:v>
                </c:pt>
                <c:pt idx="200">
                  <c:v>-8.9439845103770068</c:v>
                </c:pt>
                <c:pt idx="201">
                  <c:v>-8.9750716745029848</c:v>
                </c:pt>
                <c:pt idx="202">
                  <c:v>-9.0054728997489946</c:v>
                </c:pt>
                <c:pt idx="203">
                  <c:v>-9.0351934397239972</c:v>
                </c:pt>
                <c:pt idx="204">
                  <c:v>-9.0642384995300063</c:v>
                </c:pt>
                <c:pt idx="205">
                  <c:v>-9.0926132362470184</c:v>
                </c:pt>
                <c:pt idx="206">
                  <c:v>-9.1203227594090066</c:v>
                </c:pt>
                <c:pt idx="207">
                  <c:v>-9.1473721314809922</c:v>
                </c:pt>
                <c:pt idx="208">
                  <c:v>-9.1737663683259996</c:v>
                </c:pt>
                <c:pt idx="209">
                  <c:v>-9.1995104396700071</c:v>
                </c:pt>
                <c:pt idx="210">
                  <c:v>-9.224609269560986</c:v>
                </c:pt>
                <c:pt idx="211">
                  <c:v>-9.2649545794289878</c:v>
                </c:pt>
                <c:pt idx="212">
                  <c:v>-9.3046643607150088</c:v>
                </c:pt>
                <c:pt idx="213">
                  <c:v>-9.3437434031390012</c:v>
                </c:pt>
                <c:pt idx="214">
                  <c:v>-9.3821964525319999</c:v>
                </c:pt>
                <c:pt idx="215">
                  <c:v>-9.4200282112769997</c:v>
                </c:pt>
                <c:pt idx="216">
                  <c:v>-9.4572433387340027</c:v>
                </c:pt>
                <c:pt idx="217">
                  <c:v>-9.4938464516679915</c:v>
                </c:pt>
                <c:pt idx="218">
                  <c:v>-9.5298421246800018</c:v>
                </c:pt>
                <c:pt idx="219">
                  <c:v>-9.5652348906169919</c:v>
                </c:pt>
                <c:pt idx="220">
                  <c:v>-9.6000292409900112</c:v>
                </c:pt>
                <c:pt idx="221">
                  <c:v>-9.6342296263819804</c:v>
                </c:pt>
                <c:pt idx="222">
                  <c:v>-9.6678404568589968</c:v>
                </c:pt>
                <c:pt idx="223">
                  <c:v>-9.7008661023660068</c:v>
                </c:pt>
                <c:pt idx="224">
                  <c:v>-9.7333108931279924</c:v>
                </c:pt>
                <c:pt idx="225">
                  <c:v>-9.7651791200400027</c:v>
                </c:pt>
                <c:pt idx="226">
                  <c:v>-9.7964750350650007</c:v>
                </c:pt>
                <c:pt idx="227">
                  <c:v>-9.8272028516090018</c:v>
                </c:pt>
                <c:pt idx="228">
                  <c:v>-9.8573667449109905</c:v>
                </c:pt>
                <c:pt idx="229">
                  <c:v>-9.88697085241499</c:v>
                </c:pt>
                <c:pt idx="230">
                  <c:v>-9.9160192741509974</c:v>
                </c:pt>
                <c:pt idx="231">
                  <c:v>-9.9445160730959969</c:v>
                </c:pt>
                <c:pt idx="232">
                  <c:v>-9.9724652755459999</c:v>
                </c:pt>
                <c:pt idx="233">
                  <c:v>-9.9998708714810078</c:v>
                </c:pt>
                <c:pt idx="234">
                  <c:v>-10.02673681491801</c:v>
                </c:pt>
                <c:pt idx="235">
                  <c:v>-10.053067024269012</c:v>
                </c:pt>
                <c:pt idx="236">
                  <c:v>-10.078865382694985</c:v>
                </c:pt>
                <c:pt idx="237">
                  <c:v>-10.104135738447994</c:v>
                </c:pt>
                <c:pt idx="238">
                  <c:v>-10.128881905221988</c:v>
                </c:pt>
                <c:pt idx="239">
                  <c:v>-10.153107662492999</c:v>
                </c:pt>
                <c:pt idx="240">
                  <c:v>-10.176816755849003</c:v>
                </c:pt>
                <c:pt idx="241">
                  <c:v>-10.212815699830983</c:v>
                </c:pt>
                <c:pt idx="242">
                  <c:v>-10.248305370769998</c:v>
                </c:pt>
                <c:pt idx="243">
                  <c:v>-10.283289414600006</c:v>
                </c:pt>
                <c:pt idx="244">
                  <c:v>-10.317771444688987</c:v>
                </c:pt>
                <c:pt idx="245">
                  <c:v>-10.351755042164001</c:v>
                </c:pt>
                <c:pt idx="246">
                  <c:v>-10.385243756217989</c:v>
                </c:pt>
                <c:pt idx="247">
                  <c:v>-10.418241104435012</c:v>
                </c:pt>
                <c:pt idx="248">
                  <c:v>-10.450750573093998</c:v>
                </c:pt>
                <c:pt idx="249">
                  <c:v>-10.482775617477003</c:v>
                </c:pt>
                <c:pt idx="250">
                  <c:v>-10.514319662177982</c:v>
                </c:pt>
                <c:pt idx="251">
                  <c:v>-10.545386101403011</c:v>
                </c:pt>
                <c:pt idx="252">
                  <c:v>-10.575978299262999</c:v>
                </c:pt>
                <c:pt idx="253">
                  <c:v>-10.606099590078998</c:v>
                </c:pt>
                <c:pt idx="254">
                  <c:v>-10.635753278667011</c:v>
                </c:pt>
                <c:pt idx="255">
                  <c:v>-10.664942640630983</c:v>
                </c:pt>
                <c:pt idx="256">
                  <c:v>-10.693670922645993</c:v>
                </c:pt>
                <c:pt idx="257">
                  <c:v>-10.721941342745993</c:v>
                </c:pt>
                <c:pt idx="258">
                  <c:v>-10.749757090604987</c:v>
                </c:pt>
                <c:pt idx="259">
                  <c:v>-10.777121327806981</c:v>
                </c:pt>
                <c:pt idx="260">
                  <c:v>-10.804037188133009</c:v>
                </c:pt>
                <c:pt idx="261">
                  <c:v>-10.830507777821992</c:v>
                </c:pt>
                <c:pt idx="262">
                  <c:v>-10.856536175846998</c:v>
                </c:pt>
                <c:pt idx="263">
                  <c:v>-10.882125434181006</c:v>
                </c:pt>
                <c:pt idx="264">
                  <c:v>-10.907278578059987</c:v>
                </c:pt>
                <c:pt idx="265">
                  <c:v>-10.93199860624199</c:v>
                </c:pt>
                <c:pt idx="266">
                  <c:v>-10.956288491272005</c:v>
                </c:pt>
                <c:pt idx="267">
                  <c:v>-10.98015117973199</c:v>
                </c:pt>
                <c:pt idx="268">
                  <c:v>-11.003589592495985</c:v>
                </c:pt>
                <c:pt idx="269">
                  <c:v>-11.026606624985021</c:v>
                </c:pt>
                <c:pt idx="270">
                  <c:v>-11.049205147406013</c:v>
                </c:pt>
                <c:pt idx="271">
                  <c:v>-11.081794302052998</c:v>
                </c:pt>
                <c:pt idx="272">
                  <c:v>-11.113970612411009</c:v>
                </c:pt>
                <c:pt idx="273">
                  <c:v>-11.145736874530002</c:v>
                </c:pt>
                <c:pt idx="274">
                  <c:v>-11.177095860222011</c:v>
                </c:pt>
                <c:pt idx="275">
                  <c:v>-11.208050317293981</c:v>
                </c:pt>
                <c:pt idx="276">
                  <c:v>-11.238602969781994</c:v>
                </c:pt>
                <c:pt idx="277">
                  <c:v>-11.268756518182983</c:v>
                </c:pt>
                <c:pt idx="278">
                  <c:v>-11.298513639687002</c:v>
                </c:pt>
                <c:pt idx="279">
                  <c:v>-11.327876988396014</c:v>
                </c:pt>
                <c:pt idx="280">
                  <c:v>-11.356849195556009</c:v>
                </c:pt>
                <c:pt idx="281">
                  <c:v>-11.385432869771989</c:v>
                </c:pt>
                <c:pt idx="282">
                  <c:v>-11.413630597234999</c:v>
                </c:pt>
                <c:pt idx="283">
                  <c:v>-11.44144494193398</c:v>
                </c:pt>
                <c:pt idx="284">
                  <c:v>-11.468878445870985</c:v>
                </c:pt>
                <c:pt idx="285">
                  <c:v>-11.495933629278994</c:v>
                </c:pt>
                <c:pt idx="286">
                  <c:v>-11.522612990829003</c:v>
                </c:pt>
                <c:pt idx="287">
                  <c:v>-11.548919007840993</c:v>
                </c:pt>
                <c:pt idx="288">
                  <c:v>-11.574854136485015</c:v>
                </c:pt>
                <c:pt idx="289">
                  <c:v>-11.600420811996997</c:v>
                </c:pt>
                <c:pt idx="290">
                  <c:v>-11.625621448869992</c:v>
                </c:pt>
                <c:pt idx="291">
                  <c:v>-11.650458441058987</c:v>
                </c:pt>
                <c:pt idx="292">
                  <c:v>-11.674934162178999</c:v>
                </c:pt>
                <c:pt idx="293">
                  <c:v>-11.699050965707983</c:v>
                </c:pt>
                <c:pt idx="294">
                  <c:v>-11.722811185167018</c:v>
                </c:pt>
                <c:pt idx="295">
                  <c:v>-11.746217134326002</c:v>
                </c:pt>
                <c:pt idx="296">
                  <c:v>-11.769271107386999</c:v>
                </c:pt>
                <c:pt idx="297">
                  <c:v>-11.791975379176989</c:v>
                </c:pt>
                <c:pt idx="298">
                  <c:v>-11.814332205330999</c:v>
                </c:pt>
                <c:pt idx="299">
                  <c:v>-11.836343822478</c:v>
                </c:pt>
                <c:pt idx="300">
                  <c:v>-11.85801244842699</c:v>
                </c:pt>
                <c:pt idx="301">
                  <c:v>-11.887861304512001</c:v>
                </c:pt>
                <c:pt idx="302">
                  <c:v>-11.917371549267017</c:v>
                </c:pt>
                <c:pt idx="303">
                  <c:v>-11.946545345109996</c:v>
                </c:pt>
                <c:pt idx="304">
                  <c:v>-11.975384836350003</c:v>
                </c:pt>
                <c:pt idx="305">
                  <c:v>-12.003892149360013</c:v>
                </c:pt>
                <c:pt idx="306">
                  <c:v>-12.032069392750998</c:v>
                </c:pt>
                <c:pt idx="307">
                  <c:v>-12.05991865754001</c:v>
                </c:pt>
                <c:pt idx="308">
                  <c:v>-12.087442017320001</c:v>
                </c:pt>
                <c:pt idx="309">
                  <c:v>-12.114641528427001</c:v>
                </c:pt>
                <c:pt idx="310">
                  <c:v>-12.141519230105018</c:v>
                </c:pt>
                <c:pt idx="311">
                  <c:v>-12.168077144668985</c:v>
                </c:pt>
                <c:pt idx="312">
                  <c:v>-12.194317277666016</c:v>
                </c:pt>
                <c:pt idx="313">
                  <c:v>-12.220241618041001</c:v>
                </c:pt>
                <c:pt idx="314">
                  <c:v>-12.245852138285983</c:v>
                </c:pt>
                <c:pt idx="315">
                  <c:v>-12.271150794608019</c:v>
                </c:pt>
                <c:pt idx="316">
                  <c:v>-12.29613952707399</c:v>
                </c:pt>
                <c:pt idx="317">
                  <c:v>-12.320820259773001</c:v>
                </c:pt>
                <c:pt idx="318">
                  <c:v>-12.345194900964998</c:v>
                </c:pt>
                <c:pt idx="319">
                  <c:v>-12.369265343229984</c:v>
                </c:pt>
                <c:pt idx="320">
                  <c:v>-12.393033463625017</c:v>
                </c:pt>
                <c:pt idx="321">
                  <c:v>-12.416501123819984</c:v>
                </c:pt>
                <c:pt idx="322">
                  <c:v>-12.439670170254004</c:v>
                </c:pt>
                <c:pt idx="323">
                  <c:v>-12.462542434276003</c:v>
                </c:pt>
                <c:pt idx="324">
                  <c:v>-12.485119732288979</c:v>
                </c:pt>
                <c:pt idx="325">
                  <c:v>-12.507403865891007</c:v>
                </c:pt>
                <c:pt idx="326">
                  <c:v>-12.529396622017003</c:v>
                </c:pt>
                <c:pt idx="327">
                  <c:v>-12.551099773078988</c:v>
                </c:pt>
                <c:pt idx="328">
                  <c:v>-12.572515077100007</c:v>
                </c:pt>
                <c:pt idx="329">
                  <c:v>-12.593644277853997</c:v>
                </c:pt>
                <c:pt idx="330">
                  <c:v>-12.614489104998</c:v>
                </c:pt>
                <c:pt idx="331">
                  <c:v>-12.642069099095977</c:v>
                </c:pt>
                <c:pt idx="332">
                  <c:v>-12.669368137088014</c:v>
                </c:pt>
                <c:pt idx="333">
                  <c:v>-12.696387907080009</c:v>
                </c:pt>
                <c:pt idx="334">
                  <c:v>-12.723130083594015</c:v>
                </c:pt>
                <c:pt idx="335">
                  <c:v>-12.749596327684998</c:v>
                </c:pt>
                <c:pt idx="336">
                  <c:v>-12.775788287078001</c:v>
                </c:pt>
                <c:pt idx="337">
                  <c:v>-12.801707596290981</c:v>
                </c:pt>
                <c:pt idx="338">
                  <c:v>-12.827355876753018</c:v>
                </c:pt>
                <c:pt idx="339">
                  <c:v>-12.852734736940022</c:v>
                </c:pt>
                <c:pt idx="340">
                  <c:v>-12.877845772483994</c:v>
                </c:pt>
                <c:pt idx="341">
                  <c:v>-12.902690566302994</c:v>
                </c:pt>
                <c:pt idx="342">
                  <c:v>-12.927270688714998</c:v>
                </c:pt>
                <c:pt idx="343">
                  <c:v>-12.951587697557983</c:v>
                </c:pt>
                <c:pt idx="344">
                  <c:v>-12.975643138309977</c:v>
                </c:pt>
                <c:pt idx="345">
                  <c:v>-12.999438544201013</c:v>
                </c:pt>
                <c:pt idx="346">
                  <c:v>-13.022975436328011</c:v>
                </c:pt>
                <c:pt idx="347">
                  <c:v>-13.046255323773011</c:v>
                </c:pt>
                <c:pt idx="348">
                  <c:v>-13.069279703711999</c:v>
                </c:pt>
                <c:pt idx="349">
                  <c:v>-13.092050061523992</c:v>
                </c:pt>
                <c:pt idx="350">
                  <c:v>-13.114567870908019</c:v>
                </c:pt>
                <c:pt idx="351">
                  <c:v>-13.136834593986009</c:v>
                </c:pt>
                <c:pt idx="352">
                  <c:v>-13.158851681415996</c:v>
                </c:pt>
                <c:pt idx="353">
                  <c:v>-13.180620572494007</c:v>
                </c:pt>
                <c:pt idx="354">
                  <c:v>-13.202142695264996</c:v>
                </c:pt>
                <c:pt idx="355">
                  <c:v>-13.223419466624989</c:v>
                </c:pt>
                <c:pt idx="356">
                  <c:v>-13.244452292423006</c:v>
                </c:pt>
                <c:pt idx="357">
                  <c:v>-13.265242567568009</c:v>
                </c:pt>
                <c:pt idx="358">
                  <c:v>-13.285791676130998</c:v>
                </c:pt>
                <c:pt idx="359">
                  <c:v>-13.30610099143999</c:v>
                </c:pt>
                <c:pt idx="360">
                  <c:v>-13.326171876184986</c:v>
                </c:pt>
                <c:pt idx="361">
                  <c:v>-13.351801679131</c:v>
                </c:pt>
                <c:pt idx="362">
                  <c:v>-13.377195745368994</c:v>
                </c:pt>
                <c:pt idx="363">
                  <c:v>-13.402355406256987</c:v>
                </c:pt>
                <c:pt idx="364">
                  <c:v>-13.42728198290601</c:v>
                </c:pt>
                <c:pt idx="365">
                  <c:v>-13.45197678627099</c:v>
                </c:pt>
                <c:pt idx="366">
                  <c:v>-13.47644111724199</c:v>
                </c:pt>
                <c:pt idx="367">
                  <c:v>-13.500676266743994</c:v>
                </c:pt>
                <c:pt idx="368">
                  <c:v>-13.524683515823995</c:v>
                </c:pt>
                <c:pt idx="369">
                  <c:v>-13.548464135741995</c:v>
                </c:pt>
                <c:pt idx="370">
                  <c:v>-13.572019388066991</c:v>
                </c:pt>
                <c:pt idx="371">
                  <c:v>-13.595350524758004</c:v>
                </c:pt>
                <c:pt idx="372">
                  <c:v>-13.61845878825801</c:v>
                </c:pt>
                <c:pt idx="373">
                  <c:v>-13.641345411581995</c:v>
                </c:pt>
                <c:pt idx="374">
                  <c:v>-13.664011618398007</c:v>
                </c:pt>
                <c:pt idx="375">
                  <c:v>-13.686458623121013</c:v>
                </c:pt>
                <c:pt idx="376">
                  <c:v>-13.708687630989004</c:v>
                </c:pt>
                <c:pt idx="377">
                  <c:v>-13.730699838155999</c:v>
                </c:pt>
                <c:pt idx="378">
                  <c:v>-13.752496431770027</c:v>
                </c:pt>
                <c:pt idx="379">
                  <c:v>-13.774078590053989</c:v>
                </c:pt>
                <c:pt idx="380">
                  <c:v>-13.795447482391978</c:v>
                </c:pt>
                <c:pt idx="381">
                  <c:v>-13.816604269410988</c:v>
                </c:pt>
                <c:pt idx="382">
                  <c:v>-13.83755010305299</c:v>
                </c:pt>
                <c:pt idx="383">
                  <c:v>-13.858286126661994</c:v>
                </c:pt>
                <c:pt idx="384">
                  <c:v>-13.87881347505899</c:v>
                </c:pt>
                <c:pt idx="385">
                  <c:v>-13.899133274619999</c:v>
                </c:pt>
                <c:pt idx="386">
                  <c:v>-13.919246643356985</c:v>
                </c:pt>
                <c:pt idx="387">
                  <c:v>-13.939154690984992</c:v>
                </c:pt>
                <c:pt idx="388">
                  <c:v>-13.958858519006014</c:v>
                </c:pt>
                <c:pt idx="389">
                  <c:v>-13.978359220779993</c:v>
                </c:pt>
                <c:pt idx="390">
                  <c:v>-13.997657881599991</c:v>
                </c:pt>
                <c:pt idx="391">
                  <c:v>-14.02155678986</c:v>
                </c:pt>
                <c:pt idx="392">
                  <c:v>-14.045255803838984</c:v>
                </c:pt>
                <c:pt idx="393">
                  <c:v>-14.068755985064001</c:v>
                </c:pt>
                <c:pt idx="394">
                  <c:v>-14.092058387279991</c:v>
                </c:pt>
                <c:pt idx="395">
                  <c:v>-14.115164056524009</c:v>
                </c:pt>
                <c:pt idx="396">
                  <c:v>-14.138074031196993</c:v>
                </c:pt>
                <c:pt idx="397">
                  <c:v>-14.160789342124986</c:v>
                </c:pt>
                <c:pt idx="398">
                  <c:v>-14.183311012633993</c:v>
                </c:pt>
                <c:pt idx="399">
                  <c:v>-14.205640058615018</c:v>
                </c:pt>
                <c:pt idx="400">
                  <c:v>-14.227777488591983</c:v>
                </c:pt>
                <c:pt idx="401">
                  <c:v>-14.249724303786991</c:v>
                </c:pt>
                <c:pt idx="402">
                  <c:v>-14.271481498186006</c:v>
                </c:pt>
                <c:pt idx="403">
                  <c:v>-14.293050058603001</c:v>
                </c:pt>
                <c:pt idx="404">
                  <c:v>-14.314430964749988</c:v>
                </c:pt>
                <c:pt idx="405">
                  <c:v>-14.335625189291989</c:v>
                </c:pt>
                <c:pt idx="406">
                  <c:v>-14.35663369791402</c:v>
                </c:pt>
                <c:pt idx="407">
                  <c:v>-14.37745744938502</c:v>
                </c:pt>
                <c:pt idx="408">
                  <c:v>-14.398097395619004</c:v>
                </c:pt>
                <c:pt idx="409">
                  <c:v>-14.418554481734986</c:v>
                </c:pt>
                <c:pt idx="410">
                  <c:v>-14.438829646116005</c:v>
                </c:pt>
                <c:pt idx="411">
                  <c:v>-14.45892382047299</c:v>
                </c:pt>
                <c:pt idx="412">
                  <c:v>-14.478837929904984</c:v>
                </c:pt>
                <c:pt idx="413">
                  <c:v>-14.498572892950989</c:v>
                </c:pt>
                <c:pt idx="414">
                  <c:v>-14.518129621656016</c:v>
                </c:pt>
                <c:pt idx="415">
                  <c:v>-14.537509021621986</c:v>
                </c:pt>
                <c:pt idx="416">
                  <c:v>-14.556711992071996</c:v>
                </c:pt>
                <c:pt idx="417">
                  <c:v>-14.575739425900991</c:v>
                </c:pt>
                <c:pt idx="418">
                  <c:v>-14.594592209734003</c:v>
                </c:pt>
                <c:pt idx="419">
                  <c:v>-14.613271223981997</c:v>
                </c:pt>
                <c:pt idx="420">
                  <c:v>-14.631777342895987</c:v>
                </c:pt>
                <c:pt idx="421">
                  <c:v>-14.654096726839015</c:v>
                </c:pt>
                <c:pt idx="422">
                  <c:v>-14.676244945687017</c:v>
                </c:pt>
                <c:pt idx="423">
                  <c:v>-14.698222855538006</c:v>
                </c:pt>
                <c:pt idx="424">
                  <c:v>-14.720031306541017</c:v>
                </c:pt>
                <c:pt idx="425">
                  <c:v>-14.74167114295301</c:v>
                </c:pt>
                <c:pt idx="426">
                  <c:v>-14.763143203191987</c:v>
                </c:pt>
                <c:pt idx="427">
                  <c:v>-14.784448319882017</c:v>
                </c:pt>
                <c:pt idx="428">
                  <c:v>-14.805587319908994</c:v>
                </c:pt>
                <c:pt idx="429">
                  <c:v>-14.826561024471999</c:v>
                </c:pt>
                <c:pt idx="430">
                  <c:v>-14.847370249128005</c:v>
                </c:pt>
                <c:pt idx="431">
                  <c:v>-14.868015803843008</c:v>
                </c:pt>
                <c:pt idx="432">
                  <c:v>-14.888498493046001</c:v>
                </c:pt>
                <c:pt idx="433">
                  <c:v>-14.908819115667995</c:v>
                </c:pt>
                <c:pt idx="434">
                  <c:v>-14.928978465195996</c:v>
                </c:pt>
                <c:pt idx="435">
                  <c:v>-14.948977329722993</c:v>
                </c:pt>
                <c:pt idx="436">
                  <c:v>-14.96881649198599</c:v>
                </c:pt>
                <c:pt idx="437">
                  <c:v>-14.988496729418983</c:v>
                </c:pt>
                <c:pt idx="438">
                  <c:v>-15.0080188142</c:v>
                </c:pt>
                <c:pt idx="439">
                  <c:v>-15.027383513290005</c:v>
                </c:pt>
                <c:pt idx="440">
                  <c:v>-15.04659158848699</c:v>
                </c:pt>
                <c:pt idx="441">
                  <c:v>-15.065643796462012</c:v>
                </c:pt>
                <c:pt idx="442">
                  <c:v>-15.084540888806004</c:v>
                </c:pt>
                <c:pt idx="443">
                  <c:v>-15.103283612080986</c:v>
                </c:pt>
                <c:pt idx="444">
                  <c:v>-15.121872707850997</c:v>
                </c:pt>
                <c:pt idx="445">
                  <c:v>-15.140308912732991</c:v>
                </c:pt>
                <c:pt idx="446">
                  <c:v>-15.158592958440977</c:v>
                </c:pt>
                <c:pt idx="447">
                  <c:v>-15.176725571821009</c:v>
                </c:pt>
                <c:pt idx="448">
                  <c:v>-15.194707474897001</c:v>
                </c:pt>
                <c:pt idx="449">
                  <c:v>-15.212539384914976</c:v>
                </c:pt>
                <c:pt idx="450">
                  <c:v>-15.230222014377006</c:v>
                </c:pt>
                <c:pt idx="451">
                  <c:v>-15.251072535329001</c:v>
                </c:pt>
                <c:pt idx="452">
                  <c:v>-15.271775186674006</c:v>
                </c:pt>
                <c:pt idx="453">
                  <c:v>-15.292330666938994</c:v>
                </c:pt>
                <c:pt idx="454">
                  <c:v>-15.31273967006598</c:v>
                </c:pt>
                <c:pt idx="455">
                  <c:v>-15.333002885460985</c:v>
                </c:pt>
                <c:pt idx="456">
                  <c:v>-15.353120998021978</c:v>
                </c:pt>
                <c:pt idx="457">
                  <c:v>-15.373094688186001</c:v>
                </c:pt>
                <c:pt idx="458">
                  <c:v>-15.392924631961989</c:v>
                </c:pt>
                <c:pt idx="459">
                  <c:v>-15.412611500969007</c:v>
                </c:pt>
                <c:pt idx="460">
                  <c:v>-15.432155962476003</c:v>
                </c:pt>
                <c:pt idx="461">
                  <c:v>-15.451558679436005</c:v>
                </c:pt>
                <c:pt idx="462">
                  <c:v>-15.470820310519997</c:v>
                </c:pt>
                <c:pt idx="463">
                  <c:v>-15.489941510161003</c:v>
                </c:pt>
                <c:pt idx="464">
                  <c:v>-15.508922928582024</c:v>
                </c:pt>
                <c:pt idx="465">
                  <c:v>-15.52776521183398</c:v>
                </c:pt>
                <c:pt idx="466">
                  <c:v>-15.546469001833003</c:v>
                </c:pt>
                <c:pt idx="467">
                  <c:v>-15.565034936391982</c:v>
                </c:pt>
                <c:pt idx="468">
                  <c:v>-15.583463649256004</c:v>
                </c:pt>
                <c:pt idx="469">
                  <c:v>-15.601755770137004</c:v>
                </c:pt>
                <c:pt idx="470">
                  <c:v>-15.619911924746987</c:v>
                </c:pt>
                <c:pt idx="471">
                  <c:v>-15.637932734831992</c:v>
                </c:pt>
                <c:pt idx="472">
                  <c:v>-15.655818818202988</c:v>
                </c:pt>
                <c:pt idx="473">
                  <c:v>-15.673570788771997</c:v>
                </c:pt>
                <c:pt idx="474">
                  <c:v>-15.691189256581993</c:v>
                </c:pt>
                <c:pt idx="475">
                  <c:v>-15.708674827840014</c:v>
                </c:pt>
                <c:pt idx="476">
                  <c:v>-15.726028104948</c:v>
                </c:pt>
                <c:pt idx="477">
                  <c:v>-15.743249686537013</c:v>
                </c:pt>
                <c:pt idx="478">
                  <c:v>-15.760340167493979</c:v>
                </c:pt>
                <c:pt idx="479">
                  <c:v>-15.777300138995997</c:v>
                </c:pt>
                <c:pt idx="480">
                  <c:v>-15.794130188541999</c:v>
                </c:pt>
                <c:pt idx="481">
                  <c:v>-15.813595901458996</c:v>
                </c:pt>
                <c:pt idx="482">
                  <c:v>-15.832932856495006</c:v>
                </c:pt>
                <c:pt idx="483">
                  <c:v>-15.852141630288003</c:v>
                </c:pt>
                <c:pt idx="484">
                  <c:v>-15.871222795915997</c:v>
                </c:pt>
                <c:pt idx="485">
                  <c:v>-15.890176922925974</c:v>
                </c:pt>
                <c:pt idx="486">
                  <c:v>-15.909004577360008</c:v>
                </c:pt>
                <c:pt idx="487">
                  <c:v>-15.927706321789003</c:v>
                </c:pt>
                <c:pt idx="488">
                  <c:v>-15.946282715339009</c:v>
                </c:pt>
                <c:pt idx="489">
                  <c:v>-15.964734313714985</c:v>
                </c:pt>
                <c:pt idx="490">
                  <c:v>-15.983061669237003</c:v>
                </c:pt>
                <c:pt idx="491">
                  <c:v>-16.001265330861997</c:v>
                </c:pt>
                <c:pt idx="492">
                  <c:v>-16.019345844208999</c:v>
                </c:pt>
                <c:pt idx="493">
                  <c:v>-16.03730375159401</c:v>
                </c:pt>
                <c:pt idx="494">
                  <c:v>-16.055139592049983</c:v>
                </c:pt>
                <c:pt idx="495">
                  <c:v>-16.072853901355018</c:v>
                </c:pt>
                <c:pt idx="496">
                  <c:v>-16.090447212059985</c:v>
                </c:pt>
                <c:pt idx="497">
                  <c:v>-16.107920053515016</c:v>
                </c:pt>
                <c:pt idx="498">
                  <c:v>-16.12527295189301</c:v>
                </c:pt>
                <c:pt idx="499">
                  <c:v>-16.142506430214979</c:v>
                </c:pt>
                <c:pt idx="500">
                  <c:v>-16.159621008379986</c:v>
                </c:pt>
                <c:pt idx="501">
                  <c:v>-16.176617203182985</c:v>
                </c:pt>
                <c:pt idx="502">
                  <c:v>-16.193495528347</c:v>
                </c:pt>
                <c:pt idx="503">
                  <c:v>-16.210256494541994</c:v>
                </c:pt>
                <c:pt idx="504">
                  <c:v>-16.226900609411018</c:v>
                </c:pt>
                <c:pt idx="505">
                  <c:v>-16.243428377598008</c:v>
                </c:pt>
                <c:pt idx="506">
                  <c:v>-16.259840300766001</c:v>
                </c:pt>
                <c:pt idx="507">
                  <c:v>-16.276136877622008</c:v>
                </c:pt>
                <c:pt idx="508">
                  <c:v>-16.292318603943983</c:v>
                </c:pt>
                <c:pt idx="509">
                  <c:v>-16.308385972604015</c:v>
                </c:pt>
                <c:pt idx="510">
                  <c:v>-16.324339473582995</c:v>
                </c:pt>
                <c:pt idx="511">
                  <c:v>-16.342489484954001</c:v>
                </c:pt>
                <c:pt idx="512">
                  <c:v>-16.360526600051003</c:v>
                </c:pt>
                <c:pt idx="513">
                  <c:v>-16.378451300336991</c:v>
                </c:pt>
                <c:pt idx="514">
                  <c:v>-16.39626406448599</c:v>
                </c:pt>
                <c:pt idx="515">
                  <c:v>-16.413965368391018</c:v>
                </c:pt>
                <c:pt idx="516">
                  <c:v>-16.431555685201999</c:v>
                </c:pt>
                <c:pt idx="517">
                  <c:v>-16.449035485330995</c:v>
                </c:pt>
                <c:pt idx="518">
                  <c:v>-16.46640523648901</c:v>
                </c:pt>
                <c:pt idx="519">
                  <c:v>-16.483665403694005</c:v>
                </c:pt>
                <c:pt idx="520">
                  <c:v>-16.500816449302988</c:v>
                </c:pt>
                <c:pt idx="521">
                  <c:v>-16.51785883302</c:v>
                </c:pt>
                <c:pt idx="522">
                  <c:v>-16.534793011933004</c:v>
                </c:pt>
                <c:pt idx="523">
                  <c:v>-16.551619440516987</c:v>
                </c:pt>
                <c:pt idx="524">
                  <c:v>-16.568338570669994</c:v>
                </c:pt>
                <c:pt idx="525">
                  <c:v>-16.584950851717991</c:v>
                </c:pt>
                <c:pt idx="526">
                  <c:v>-16.601456730451019</c:v>
                </c:pt>
                <c:pt idx="527">
                  <c:v>-16.617856651124981</c:v>
                </c:pt>
                <c:pt idx="528">
                  <c:v>-16.63415105549899</c:v>
                </c:pt>
                <c:pt idx="529">
                  <c:v>-16.65034038283801</c:v>
                </c:pt>
                <c:pt idx="530">
                  <c:v>-16.666425069947024</c:v>
                </c:pt>
                <c:pt idx="531">
                  <c:v>-16.682405551176004</c:v>
                </c:pt>
                <c:pt idx="532">
                  <c:v>-16.698282258451002</c:v>
                </c:pt>
                <c:pt idx="533">
                  <c:v>-16.714055621282</c:v>
                </c:pt>
                <c:pt idx="534">
                  <c:v>-16.729726066794001</c:v>
                </c:pt>
                <c:pt idx="535">
                  <c:v>-16.745294019727993</c:v>
                </c:pt>
                <c:pt idx="536">
                  <c:v>-16.76075990247702</c:v>
                </c:pt>
                <c:pt idx="537">
                  <c:v>-16.776124135089987</c:v>
                </c:pt>
                <c:pt idx="538">
                  <c:v>-16.791387135299999</c:v>
                </c:pt>
                <c:pt idx="539">
                  <c:v>-16.806549318532007</c:v>
                </c:pt>
                <c:pt idx="540">
                  <c:v>-16.821611097930997</c:v>
                </c:pt>
                <c:pt idx="541">
                  <c:v>-16.838507104123011</c:v>
                </c:pt>
                <c:pt idx="542">
                  <c:v>-16.855303525978002</c:v>
                </c:pt>
                <c:pt idx="543">
                  <c:v>-16.872000769880998</c:v>
                </c:pt>
                <c:pt idx="544">
                  <c:v>-16.888599240003998</c:v>
                </c:pt>
                <c:pt idx="545">
                  <c:v>-16.905099338314017</c:v>
                </c:pt>
                <c:pt idx="546">
                  <c:v>-16.921501464597981</c:v>
                </c:pt>
                <c:pt idx="547">
                  <c:v>-16.937806016470006</c:v>
                </c:pt>
                <c:pt idx="548">
                  <c:v>-16.954013389395982</c:v>
                </c:pt>
                <c:pt idx="549">
                  <c:v>-16.970123976703007</c:v>
                </c:pt>
                <c:pt idx="550">
                  <c:v>-16.986138169599997</c:v>
                </c:pt>
                <c:pt idx="551">
                  <c:v>-17.00205635719098</c:v>
                </c:pt>
                <c:pt idx="552">
                  <c:v>-17.017878926489999</c:v>
                </c:pt>
                <c:pt idx="553">
                  <c:v>-17.033606262439974</c:v>
                </c:pt>
                <c:pt idx="554">
                  <c:v>-17.049238747922004</c:v>
                </c:pt>
                <c:pt idx="555">
                  <c:v>-17.06477676377898</c:v>
                </c:pt>
                <c:pt idx="556">
                  <c:v>-17.080220688823005</c:v>
                </c:pt>
                <c:pt idx="557">
                  <c:v>-17.095570899851992</c:v>
                </c:pt>
                <c:pt idx="558">
                  <c:v>-17.110827771668994</c:v>
                </c:pt>
                <c:pt idx="559">
                  <c:v>-17.125991677091008</c:v>
                </c:pt>
                <c:pt idx="560">
                  <c:v>-17.141062986969018</c:v>
                </c:pt>
                <c:pt idx="561">
                  <c:v>-17.15604207019399</c:v>
                </c:pt>
                <c:pt idx="562">
                  <c:v>-17.170929293721002</c:v>
                </c:pt>
                <c:pt idx="563">
                  <c:v>-17.185725022577998</c:v>
                </c:pt>
                <c:pt idx="564">
                  <c:v>-17.20042961987798</c:v>
                </c:pt>
                <c:pt idx="565">
                  <c:v>-17.215043446837996</c:v>
                </c:pt>
                <c:pt idx="566">
                  <c:v>-17.229566862789</c:v>
                </c:pt>
                <c:pt idx="567">
                  <c:v>-17.244000225191002</c:v>
                </c:pt>
                <c:pt idx="568">
                  <c:v>-17.258343889645005</c:v>
                </c:pt>
                <c:pt idx="569">
                  <c:v>-17.272598209912019</c:v>
                </c:pt>
                <c:pt idx="570">
                  <c:v>-17.286763537918006</c:v>
                </c:pt>
                <c:pt idx="571">
                  <c:v>-17.302463861340016</c:v>
                </c:pt>
                <c:pt idx="572">
                  <c:v>-17.318075890913008</c:v>
                </c:pt>
                <c:pt idx="573">
                  <c:v>-17.333599973146988</c:v>
                </c:pt>
                <c:pt idx="574">
                  <c:v>-17.349036452777995</c:v>
                </c:pt>
                <c:pt idx="575">
                  <c:v>-17.364385672768009</c:v>
                </c:pt>
                <c:pt idx="576">
                  <c:v>-17.379647974329998</c:v>
                </c:pt>
                <c:pt idx="577">
                  <c:v>-17.394823696933997</c:v>
                </c:pt>
                <c:pt idx="578">
                  <c:v>-17.409913178320011</c:v>
                </c:pt>
                <c:pt idx="579">
                  <c:v>-17.424916754511997</c:v>
                </c:pt>
                <c:pt idx="580">
                  <c:v>-17.439834759825999</c:v>
                </c:pt>
                <c:pt idx="581">
                  <c:v>-17.454667526890006</c:v>
                </c:pt>
                <c:pt idx="582">
                  <c:v>-17.469415386647</c:v>
                </c:pt>
                <c:pt idx="583">
                  <c:v>-17.484078668370984</c:v>
                </c:pt>
                <c:pt idx="584">
                  <c:v>-17.498657699679995</c:v>
                </c:pt>
                <c:pt idx="585">
                  <c:v>-17.513152806545008</c:v>
                </c:pt>
                <c:pt idx="586">
                  <c:v>-17.527564313300985</c:v>
                </c:pt>
                <c:pt idx="587">
                  <c:v>-17.541892542663987</c:v>
                </c:pt>
                <c:pt idx="588">
                  <c:v>-17.556137815732001</c:v>
                </c:pt>
                <c:pt idx="589">
                  <c:v>-17.570300452008013</c:v>
                </c:pt>
                <c:pt idx="590">
                  <c:v>-17.584380769399985</c:v>
                </c:pt>
                <c:pt idx="591">
                  <c:v>-17.598379084242993</c:v>
                </c:pt>
                <c:pt idx="592">
                  <c:v>-17.612295711299993</c:v>
                </c:pt>
                <c:pt idx="593">
                  <c:v>-17.626130963777001</c:v>
                </c:pt>
                <c:pt idx="594">
                  <c:v>-17.639885153336991</c:v>
                </c:pt>
                <c:pt idx="595">
                  <c:v>-17.653558590105007</c:v>
                </c:pt>
                <c:pt idx="596">
                  <c:v>-17.667151582678997</c:v>
                </c:pt>
                <c:pt idx="597">
                  <c:v>-17.680664438147005</c:v>
                </c:pt>
                <c:pt idx="598">
                  <c:v>-17.69409746208899</c:v>
                </c:pt>
                <c:pt idx="599">
                  <c:v>-17.707450958591011</c:v>
                </c:pt>
                <c:pt idx="600">
                  <c:v>-17.720725230254999</c:v>
                </c:pt>
                <c:pt idx="601">
                  <c:v>-17.735285909803991</c:v>
                </c:pt>
                <c:pt idx="602">
                  <c:v>-17.749767965307996</c:v>
                </c:pt>
                <c:pt idx="603">
                  <c:v>-17.764171694980007</c:v>
                </c:pt>
                <c:pt idx="604">
                  <c:v>-17.778497395583997</c:v>
                </c:pt>
                <c:pt idx="605">
                  <c:v>-17.792745362453019</c:v>
                </c:pt>
                <c:pt idx="606">
                  <c:v>-17.806915889492018</c:v>
                </c:pt>
                <c:pt idx="607">
                  <c:v>-17.821009269192984</c:v>
                </c:pt>
                <c:pt idx="608">
                  <c:v>-17.835025792642</c:v>
                </c:pt>
                <c:pt idx="609">
                  <c:v>-17.848965749526997</c:v>
                </c:pt>
                <c:pt idx="610">
                  <c:v>-17.862829428148018</c:v>
                </c:pt>
                <c:pt idx="611">
                  <c:v>-17.876617115431998</c:v>
                </c:pt>
                <c:pt idx="612">
                  <c:v>-17.890329096930003</c:v>
                </c:pt>
                <c:pt idx="613">
                  <c:v>-17.903965656839006</c:v>
                </c:pt>
                <c:pt idx="614">
                  <c:v>-17.917527078001996</c:v>
                </c:pt>
                <c:pt idx="615">
                  <c:v>-17.931013641920998</c:v>
                </c:pt>
                <c:pt idx="616">
                  <c:v>-17.944425628765998</c:v>
                </c:pt>
                <c:pt idx="617">
                  <c:v>-17.957763317381023</c:v>
                </c:pt>
                <c:pt idx="618">
                  <c:v>-17.971026985294003</c:v>
                </c:pt>
                <c:pt idx="619">
                  <c:v>-17.984216908729991</c:v>
                </c:pt>
                <c:pt idx="620">
                  <c:v>-17.997333362610021</c:v>
                </c:pt>
                <c:pt idx="621">
                  <c:v>-18.010376620568991</c:v>
                </c:pt>
                <c:pt idx="622">
                  <c:v>-18.02334695495901</c:v>
                </c:pt>
                <c:pt idx="623">
                  <c:v>-18.03624463685901</c:v>
                </c:pt>
                <c:pt idx="624">
                  <c:v>-18.049069936082986</c:v>
                </c:pt>
                <c:pt idx="625">
                  <c:v>-18.061823121188013</c:v>
                </c:pt>
                <c:pt idx="626">
                  <c:v>-18.074504459482</c:v>
                </c:pt>
                <c:pt idx="627">
                  <c:v>-18.087114217034014</c:v>
                </c:pt>
                <c:pt idx="628">
                  <c:v>-18.099652658677002</c:v>
                </c:pt>
                <c:pt idx="629">
                  <c:v>-18.112120048024025</c:v>
                </c:pt>
                <c:pt idx="630">
                  <c:v>-18.12451664746601</c:v>
                </c:pt>
                <c:pt idx="631">
                  <c:v>-18.137994332337001</c:v>
                </c:pt>
                <c:pt idx="632">
                  <c:v>-18.151401748471017</c:v>
                </c:pt>
                <c:pt idx="633">
                  <c:v>-18.164739154658008</c:v>
                </c:pt>
                <c:pt idx="634">
                  <c:v>-18.178006808500982</c:v>
                </c:pt>
                <c:pt idx="635">
                  <c:v>-18.19120496642401</c:v>
                </c:pt>
                <c:pt idx="636">
                  <c:v>-18.204333883681016</c:v>
                </c:pt>
                <c:pt idx="637">
                  <c:v>-18.217393814361003</c:v>
                </c:pt>
                <c:pt idx="638">
                  <c:v>-18.230385011395981</c:v>
                </c:pt>
                <c:pt idx="639">
                  <c:v>-18.243307726571999</c:v>
                </c:pt>
                <c:pt idx="640">
                  <c:v>-18.256162210529993</c:v>
                </c:pt>
                <c:pt idx="641">
                  <c:v>-18.268948712775995</c:v>
                </c:pt>
                <c:pt idx="642">
                  <c:v>-18.281667481691017</c:v>
                </c:pt>
                <c:pt idx="643">
                  <c:v>-18.294318764532989</c:v>
                </c:pt>
                <c:pt idx="644">
                  <c:v>-18.306902807447983</c:v>
                </c:pt>
                <c:pt idx="645">
                  <c:v>-18.319419855473001</c:v>
                </c:pt>
                <c:pt idx="646">
                  <c:v>-18.331870152546998</c:v>
                </c:pt>
                <c:pt idx="647">
                  <c:v>-18.344253941516001</c:v>
                </c:pt>
                <c:pt idx="648">
                  <c:v>-18.356571464138995</c:v>
                </c:pt>
                <c:pt idx="649">
                  <c:v>-18.368822961093997</c:v>
                </c:pt>
                <c:pt idx="650">
                  <c:v>-18.381008671990003</c:v>
                </c:pt>
                <c:pt idx="651">
                  <c:v>-18.393128835365019</c:v>
                </c:pt>
                <c:pt idx="652">
                  <c:v>-18.405183688699992</c:v>
                </c:pt>
                <c:pt idx="653">
                  <c:v>-18.417173468421993</c:v>
                </c:pt>
                <c:pt idx="654">
                  <c:v>-18.429098409911006</c:v>
                </c:pt>
                <c:pt idx="655">
                  <c:v>-18.440958747505988</c:v>
                </c:pt>
                <c:pt idx="656">
                  <c:v>-18.452754714511997</c:v>
                </c:pt>
                <c:pt idx="657">
                  <c:v>-18.464486543206021</c:v>
                </c:pt>
                <c:pt idx="658">
                  <c:v>-18.476154464844996</c:v>
                </c:pt>
                <c:pt idx="659">
                  <c:v>-18.487758709666991</c:v>
                </c:pt>
                <c:pt idx="660">
                  <c:v>-18.499299506903014</c:v>
                </c:pt>
                <c:pt idx="661">
                  <c:v>-18.511750344801015</c:v>
                </c:pt>
                <c:pt idx="662">
                  <c:v>-18.52413819057</c:v>
                </c:pt>
                <c:pt idx="663">
                  <c:v>-18.536463270447001</c:v>
                </c:pt>
                <c:pt idx="664">
                  <c:v>-18.548725809686999</c:v>
                </c:pt>
                <c:pt idx="665">
                  <c:v>-18.560926032561014</c:v>
                </c:pt>
                <c:pt idx="666">
                  <c:v>-18.573064162370997</c:v>
                </c:pt>
                <c:pt idx="667">
                  <c:v>-18.585140421446994</c:v>
                </c:pt>
                <c:pt idx="668">
                  <c:v>-18.597155031159019</c:v>
                </c:pt>
                <c:pt idx="669">
                  <c:v>-18.609108211917999</c:v>
                </c:pt>
                <c:pt idx="670">
                  <c:v>-18.621000183188983</c:v>
                </c:pt>
                <c:pt idx="671">
                  <c:v>-18.632831163486003</c:v>
                </c:pt>
                <c:pt idx="672">
                  <c:v>-18.644601370389012</c:v>
                </c:pt>
                <c:pt idx="673">
                  <c:v>-18.656311020537004</c:v>
                </c:pt>
                <c:pt idx="674">
                  <c:v>-18.667960329648992</c:v>
                </c:pt>
                <c:pt idx="675">
                  <c:v>-18.679549512511016</c:v>
                </c:pt>
                <c:pt idx="676">
                  <c:v>-18.691078782999</c:v>
                </c:pt>
                <c:pt idx="677">
                  <c:v>-18.702548354072007</c:v>
                </c:pt>
                <c:pt idx="678">
                  <c:v>-18.71395843778501</c:v>
                </c:pt>
                <c:pt idx="679">
                  <c:v>-18.725309245287008</c:v>
                </c:pt>
                <c:pt idx="680">
                  <c:v>-18.736600986832997</c:v>
                </c:pt>
                <c:pt idx="681">
                  <c:v>-18.747833871785986</c:v>
                </c:pt>
                <c:pt idx="682">
                  <c:v>-18.759008108624016</c:v>
                </c:pt>
                <c:pt idx="683">
                  <c:v>-18.770123904938004</c:v>
                </c:pt>
                <c:pt idx="684">
                  <c:v>-18.781181467451006</c:v>
                </c:pt>
                <c:pt idx="685">
                  <c:v>-18.792181002006998</c:v>
                </c:pt>
                <c:pt idx="686">
                  <c:v>-18.803122713589005</c:v>
                </c:pt>
                <c:pt idx="687">
                  <c:v>-18.814006806315007</c:v>
                </c:pt>
                <c:pt idx="688">
                  <c:v>-18.824833483450988</c:v>
                </c:pt>
                <c:pt idx="689">
                  <c:v>-18.835602947405022</c:v>
                </c:pt>
                <c:pt idx="690">
                  <c:v>-18.846315399746004</c:v>
                </c:pt>
                <c:pt idx="691">
                  <c:v>-18.857796697796999</c:v>
                </c:pt>
                <c:pt idx="692">
                  <c:v>-18.869221384843001</c:v>
                </c:pt>
                <c:pt idx="693">
                  <c:v>-18.880589659933975</c:v>
                </c:pt>
                <c:pt idx="694">
                  <c:v>-18.891901721297018</c:v>
                </c:pt>
                <c:pt idx="695">
                  <c:v>-18.903157766334004</c:v>
                </c:pt>
                <c:pt idx="696">
                  <c:v>-18.914357991625991</c:v>
                </c:pt>
                <c:pt idx="697">
                  <c:v>-18.925502592945975</c:v>
                </c:pt>
                <c:pt idx="698">
                  <c:v>-18.93659176525</c:v>
                </c:pt>
                <c:pt idx="699">
                  <c:v>-18.947625702696996</c:v>
                </c:pt>
                <c:pt idx="700">
                  <c:v>-18.958604598638999</c:v>
                </c:pt>
                <c:pt idx="701">
                  <c:v>-18.969528645633005</c:v>
                </c:pt>
                <c:pt idx="702">
                  <c:v>-18.980398035449014</c:v>
                </c:pt>
                <c:pt idx="703">
                  <c:v>-18.991212959064001</c:v>
                </c:pt>
                <c:pt idx="704">
                  <c:v>-19.001973606675989</c:v>
                </c:pt>
                <c:pt idx="705">
                  <c:v>-19.012680167701006</c:v>
                </c:pt>
                <c:pt idx="706">
                  <c:v>-19.023332830781982</c:v>
                </c:pt>
                <c:pt idx="707">
                  <c:v>-19.033931783794998</c:v>
                </c:pt>
                <c:pt idx="708">
                  <c:v>-19.04447721384301</c:v>
                </c:pt>
                <c:pt idx="709">
                  <c:v>-19.054969307275996</c:v>
                </c:pt>
                <c:pt idx="710">
                  <c:v>-19.065408249678001</c:v>
                </c:pt>
                <c:pt idx="711">
                  <c:v>-19.075794225883982</c:v>
                </c:pt>
                <c:pt idx="712">
                  <c:v>-19.086127419981011</c:v>
                </c:pt>
                <c:pt idx="713">
                  <c:v>-19.096408015304007</c:v>
                </c:pt>
                <c:pt idx="714">
                  <c:v>-19.106636194456001</c:v>
                </c:pt>
                <c:pt idx="715">
                  <c:v>-19.116812139292989</c:v>
                </c:pt>
                <c:pt idx="716">
                  <c:v>-19.126936030944989</c:v>
                </c:pt>
                <c:pt idx="717">
                  <c:v>-19.137008049809992</c:v>
                </c:pt>
                <c:pt idx="718">
                  <c:v>-19.147028375556999</c:v>
                </c:pt>
                <c:pt idx="719">
                  <c:v>-19.156997187138984</c:v>
                </c:pt>
                <c:pt idx="720">
                  <c:v>-19.166914662785985</c:v>
                </c:pt>
                <c:pt idx="721">
                  <c:v>-19.177483121266988</c:v>
                </c:pt>
                <c:pt idx="722">
                  <c:v>-19.188000598140007</c:v>
                </c:pt>
                <c:pt idx="723">
                  <c:v>-19.198467269508001</c:v>
                </c:pt>
                <c:pt idx="724">
                  <c:v>-19.208883310769011</c:v>
                </c:pt>
                <c:pt idx="725">
                  <c:v>-19.219248896623981</c:v>
                </c:pt>
                <c:pt idx="726">
                  <c:v>-19.229564201074993</c:v>
                </c:pt>
                <c:pt idx="727">
                  <c:v>-19.239829397438001</c:v>
                </c:pt>
                <c:pt idx="728">
                  <c:v>-19.250044658334986</c:v>
                </c:pt>
                <c:pt idx="729">
                  <c:v>-19.260210155706005</c:v>
                </c:pt>
                <c:pt idx="730">
                  <c:v>-19.270326060811982</c:v>
                </c:pt>
                <c:pt idx="731">
                  <c:v>-19.280392544232996</c:v>
                </c:pt>
                <c:pt idx="732">
                  <c:v>-19.290409775876981</c:v>
                </c:pt>
                <c:pt idx="733">
                  <c:v>-19.300377924982001</c:v>
                </c:pt>
                <c:pt idx="734">
                  <c:v>-19.310297160118012</c:v>
                </c:pt>
                <c:pt idx="735">
                  <c:v>-19.320167649193991</c:v>
                </c:pt>
                <c:pt idx="736">
                  <c:v>-19.329989559455015</c:v>
                </c:pt>
                <c:pt idx="737">
                  <c:v>-19.339763057491979</c:v>
                </c:pt>
                <c:pt idx="738">
                  <c:v>-19.349488309241991</c:v>
                </c:pt>
                <c:pt idx="739">
                  <c:v>-19.359165479994004</c:v>
                </c:pt>
                <c:pt idx="740">
                  <c:v>-19.368794734386</c:v>
                </c:pt>
                <c:pt idx="741">
                  <c:v>-19.378376236418006</c:v>
                </c:pt>
                <c:pt idx="742">
                  <c:v>-19.387910149446981</c:v>
                </c:pt>
                <c:pt idx="743">
                  <c:v>-19.397396636192013</c:v>
                </c:pt>
                <c:pt idx="744">
                  <c:v>-19.406835858741999</c:v>
                </c:pt>
                <c:pt idx="745">
                  <c:v>-19.416227978552996</c:v>
                </c:pt>
                <c:pt idx="746">
                  <c:v>-19.425573156456011</c:v>
                </c:pt>
                <c:pt idx="747">
                  <c:v>-19.434871552655977</c:v>
                </c:pt>
                <c:pt idx="748">
                  <c:v>-19.444123326738008</c:v>
                </c:pt>
                <c:pt idx="749">
                  <c:v>-19.453328637671007</c:v>
                </c:pt>
                <c:pt idx="750">
                  <c:v>-19.462487643805986</c:v>
                </c:pt>
                <c:pt idx="751">
                  <c:v>-19.472198604223991</c:v>
                </c:pt>
                <c:pt idx="752">
                  <c:v>-19.481863574719995</c:v>
                </c:pt>
                <c:pt idx="753">
                  <c:v>-19.491482711819998</c:v>
                </c:pt>
                <c:pt idx="754">
                  <c:v>-19.501056171450017</c:v>
                </c:pt>
                <c:pt idx="755">
                  <c:v>-19.510584108935006</c:v>
                </c:pt>
                <c:pt idx="756">
                  <c:v>-19.520066679004003</c:v>
                </c:pt>
                <c:pt idx="757">
                  <c:v>-19.529504035793991</c:v>
                </c:pt>
                <c:pt idx="758">
                  <c:v>-19.538896332849987</c:v>
                </c:pt>
                <c:pt idx="759">
                  <c:v>-19.548243723128991</c:v>
                </c:pt>
                <c:pt idx="760">
                  <c:v>-19.557546359003993</c:v>
                </c:pt>
                <c:pt idx="761">
                  <c:v>-19.566804392266988</c:v>
                </c:pt>
                <c:pt idx="762">
                  <c:v>-19.576017974129002</c:v>
                </c:pt>
                <c:pt idx="763">
                  <c:v>-19.585187255226003</c:v>
                </c:pt>
                <c:pt idx="764">
                  <c:v>-19.594312385620015</c:v>
                </c:pt>
                <c:pt idx="765">
                  <c:v>-19.603393514804992</c:v>
                </c:pt>
                <c:pt idx="766">
                  <c:v>-19.612430791701996</c:v>
                </c:pt>
                <c:pt idx="767">
                  <c:v>-19.621424364671014</c:v>
                </c:pt>
                <c:pt idx="768">
                  <c:v>-19.63037438151099</c:v>
                </c:pt>
                <c:pt idx="769">
                  <c:v>-19.639280989456978</c:v>
                </c:pt>
                <c:pt idx="770">
                  <c:v>-19.648144335188988</c:v>
                </c:pt>
                <c:pt idx="771">
                  <c:v>-19.656964564834993</c:v>
                </c:pt>
                <c:pt idx="772">
                  <c:v>-19.665741823967011</c:v>
                </c:pt>
                <c:pt idx="773">
                  <c:v>-19.674476257614003</c:v>
                </c:pt>
                <c:pt idx="774">
                  <c:v>-19.683168010250995</c:v>
                </c:pt>
                <c:pt idx="775">
                  <c:v>-19.691817225817999</c:v>
                </c:pt>
                <c:pt idx="776">
                  <c:v>-19.700424047707003</c:v>
                </c:pt>
                <c:pt idx="777">
                  <c:v>-19.708988618776004</c:v>
                </c:pt>
                <c:pt idx="778">
                  <c:v>-19.717511081343019</c:v>
                </c:pt>
                <c:pt idx="779">
                  <c:v>-19.725991577196993</c:v>
                </c:pt>
                <c:pt idx="780">
                  <c:v>-19.734430247593991</c:v>
                </c:pt>
                <c:pt idx="781">
                  <c:v>-19.74333923260798</c:v>
                </c:pt>
                <c:pt idx="782">
                  <c:v>-19.752206673095003</c:v>
                </c:pt>
                <c:pt idx="783">
                  <c:v>-19.761032708732017</c:v>
                </c:pt>
                <c:pt idx="784">
                  <c:v>-19.769817478679016</c:v>
                </c:pt>
                <c:pt idx="785">
                  <c:v>-19.778561121572011</c:v>
                </c:pt>
                <c:pt idx="786">
                  <c:v>-19.787263775538008</c:v>
                </c:pt>
                <c:pt idx="787">
                  <c:v>-19.795925578183017</c:v>
                </c:pt>
                <c:pt idx="788">
                  <c:v>-19.804546666609014</c:v>
                </c:pt>
                <c:pt idx="789">
                  <c:v>-19.813127177403999</c:v>
                </c:pt>
                <c:pt idx="790">
                  <c:v>-19.821667246649014</c:v>
                </c:pt>
                <c:pt idx="791">
                  <c:v>-19.83016700992701</c:v>
                </c:pt>
                <c:pt idx="792">
                  <c:v>-19.83862660231199</c:v>
                </c:pt>
                <c:pt idx="793">
                  <c:v>-19.847046158383989</c:v>
                </c:pt>
                <c:pt idx="794">
                  <c:v>-19.855425812221995</c:v>
                </c:pt>
                <c:pt idx="795">
                  <c:v>-19.863765697413982</c:v>
                </c:pt>
                <c:pt idx="796">
                  <c:v>-19.872065947050999</c:v>
                </c:pt>
                <c:pt idx="797">
                  <c:v>-19.880326693737999</c:v>
                </c:pt>
                <c:pt idx="798">
                  <c:v>-19.888548069587983</c:v>
                </c:pt>
                <c:pt idx="799">
                  <c:v>-19.896730206231979</c:v>
                </c:pt>
                <c:pt idx="800">
                  <c:v>-19.904873234815</c:v>
                </c:pt>
                <c:pt idx="801">
                  <c:v>-19.912977285998977</c:v>
                </c:pt>
                <c:pt idx="802">
                  <c:v>-19.921042489971001</c:v>
                </c:pt>
                <c:pt idx="803">
                  <c:v>-19.929068976439027</c:v>
                </c:pt>
                <c:pt idx="804">
                  <c:v>-19.937056874635005</c:v>
                </c:pt>
                <c:pt idx="805">
                  <c:v>-19.945006313318999</c:v>
                </c:pt>
                <c:pt idx="806">
                  <c:v>-19.952917420782995</c:v>
                </c:pt>
                <c:pt idx="807">
                  <c:v>-19.960790324846016</c:v>
                </c:pt>
                <c:pt idx="808">
                  <c:v>-19.968625152864007</c:v>
                </c:pt>
                <c:pt idx="809">
                  <c:v>-19.976422031726003</c:v>
                </c:pt>
                <c:pt idx="810">
                  <c:v>-19.984181087862993</c:v>
                </c:pt>
                <c:pt idx="811">
                  <c:v>-19.992341669906011</c:v>
                </c:pt>
                <c:pt idx="812">
                  <c:v>-20.000464680701015</c:v>
                </c:pt>
                <c:pt idx="813">
                  <c:v>-20.008550245304008</c:v>
                </c:pt>
                <c:pt idx="814">
                  <c:v>-20.016598488314003</c:v>
                </c:pt>
                <c:pt idx="815">
                  <c:v>-20.02460953388001</c:v>
                </c:pt>
                <c:pt idx="816">
                  <c:v>-20.032583505702007</c:v>
                </c:pt>
                <c:pt idx="817">
                  <c:v>-20.040520527030026</c:v>
                </c:pt>
                <c:pt idx="818">
                  <c:v>-20.04842072066802</c:v>
                </c:pt>
                <c:pt idx="819">
                  <c:v>-20.056284208977985</c:v>
                </c:pt>
                <c:pt idx="820">
                  <c:v>-20.064111113877004</c:v>
                </c:pt>
                <c:pt idx="821">
                  <c:v>-20.071901556846996</c:v>
                </c:pt>
                <c:pt idx="822">
                  <c:v>-20.079655658925986</c:v>
                </c:pt>
                <c:pt idx="823">
                  <c:v>-20.087373540719994</c:v>
                </c:pt>
                <c:pt idx="824">
                  <c:v>-20.095055322398991</c:v>
                </c:pt>
                <c:pt idx="825">
                  <c:v>-20.102701123700001</c:v>
                </c:pt>
                <c:pt idx="826">
                  <c:v>-20.110311063930993</c:v>
                </c:pt>
                <c:pt idx="827">
                  <c:v>-20.117885261970997</c:v>
                </c:pt>
                <c:pt idx="828">
                  <c:v>-20.125423836272006</c:v>
                </c:pt>
                <c:pt idx="829">
                  <c:v>-20.132926904860994</c:v>
                </c:pt>
                <c:pt idx="830">
                  <c:v>-20.140394585341994</c:v>
                </c:pt>
                <c:pt idx="831">
                  <c:v>-20.14782699489902</c:v>
                </c:pt>
                <c:pt idx="832">
                  <c:v>-20.155224250293998</c:v>
                </c:pt>
                <c:pt idx="833">
                  <c:v>-20.162586467873012</c:v>
                </c:pt>
                <c:pt idx="834">
                  <c:v>-20.169913763568019</c:v>
                </c:pt>
                <c:pt idx="835">
                  <c:v>-20.177206252893995</c:v>
                </c:pt>
                <c:pt idx="836">
                  <c:v>-20.184464050955995</c:v>
                </c:pt>
                <c:pt idx="837">
                  <c:v>-20.191687272446984</c:v>
                </c:pt>
                <c:pt idx="838">
                  <c:v>-20.198876031651992</c:v>
                </c:pt>
                <c:pt idx="839">
                  <c:v>-20.206030442448991</c:v>
                </c:pt>
                <c:pt idx="840">
                  <c:v>-20.213150618309982</c:v>
                </c:pt>
                <c:pt idx="841">
                  <c:v>-20.220614393548004</c:v>
                </c:pt>
                <c:pt idx="842">
                  <c:v>-20.22804415958899</c:v>
                </c:pt>
                <c:pt idx="843">
                  <c:v>-20.235440028699003</c:v>
                </c:pt>
                <c:pt idx="844">
                  <c:v>-20.24280211274899</c:v>
                </c:pt>
                <c:pt idx="845">
                  <c:v>-20.250130523211993</c:v>
                </c:pt>
                <c:pt idx="846">
                  <c:v>-20.257425371164999</c:v>
                </c:pt>
                <c:pt idx="847">
                  <c:v>-20.264686767293995</c:v>
                </c:pt>
                <c:pt idx="848">
                  <c:v>-20.271914821891983</c:v>
                </c:pt>
                <c:pt idx="849">
                  <c:v>-20.27910964486</c:v>
                </c:pt>
                <c:pt idx="850">
                  <c:v>-20.286271345715988</c:v>
                </c:pt>
                <c:pt idx="851">
                  <c:v>-20.293400033584987</c:v>
                </c:pt>
                <c:pt idx="852">
                  <c:v>-20.300495817213005</c:v>
                </c:pt>
                <c:pt idx="853">
                  <c:v>-20.307558804956983</c:v>
                </c:pt>
                <c:pt idx="854">
                  <c:v>-20.314589104796994</c:v>
                </c:pt>
                <c:pt idx="855">
                  <c:v>-20.321586824328989</c:v>
                </c:pt>
                <c:pt idx="856">
                  <c:v>-20.328552070771991</c:v>
                </c:pt>
                <c:pt idx="857">
                  <c:v>-20.335484950969004</c:v>
                </c:pt>
                <c:pt idx="858">
                  <c:v>-20.342385571384995</c:v>
                </c:pt>
                <c:pt idx="859">
                  <c:v>-20.349254038113003</c:v>
                </c:pt>
                <c:pt idx="860">
                  <c:v>-20.356090456873005</c:v>
                </c:pt>
                <c:pt idx="861">
                  <c:v>-20.36289493301399</c:v>
                </c:pt>
                <c:pt idx="862">
                  <c:v>-20.369667571516004</c:v>
                </c:pt>
                <c:pt idx="863">
                  <c:v>-20.376408476990008</c:v>
                </c:pt>
                <c:pt idx="864">
                  <c:v>-20.383117753682995</c:v>
                </c:pt>
                <c:pt idx="865">
                  <c:v>-20.389795505475007</c:v>
                </c:pt>
                <c:pt idx="866">
                  <c:v>-20.396441835883991</c:v>
                </c:pt>
                <c:pt idx="867">
                  <c:v>-20.40305684806799</c:v>
                </c:pt>
                <c:pt idx="868">
                  <c:v>-20.409640644819007</c:v>
                </c:pt>
                <c:pt idx="869">
                  <c:v>-20.416193328574991</c:v>
                </c:pt>
                <c:pt idx="870">
                  <c:v>-20.422715001416009</c:v>
                </c:pt>
                <c:pt idx="871">
                  <c:v>-20.42953274763201</c:v>
                </c:pt>
                <c:pt idx="872">
                  <c:v>-20.436319686025001</c:v>
                </c:pt>
                <c:pt idx="873">
                  <c:v>-20.443075917611992</c:v>
                </c:pt>
                <c:pt idx="874">
                  <c:v>-20.449801543056992</c:v>
                </c:pt>
                <c:pt idx="875">
                  <c:v>-20.456496662675022</c:v>
                </c:pt>
                <c:pt idx="876">
                  <c:v>-20.463161376432026</c:v>
                </c:pt>
                <c:pt idx="877">
                  <c:v>-20.469795783944988</c:v>
                </c:pt>
                <c:pt idx="878">
                  <c:v>-20.476399984488012</c:v>
                </c:pt>
                <c:pt idx="879">
                  <c:v>-20.482974076988</c:v>
                </c:pt>
                <c:pt idx="880">
                  <c:v>-20.489518160030002</c:v>
                </c:pt>
                <c:pt idx="881">
                  <c:v>-20.496032331858004</c:v>
                </c:pt>
                <c:pt idx="882">
                  <c:v>-20.502516690374023</c:v>
                </c:pt>
                <c:pt idx="883">
                  <c:v>-20.508971333144018</c:v>
                </c:pt>
                <c:pt idx="884">
                  <c:v>-20.515396357392007</c:v>
                </c:pt>
                <c:pt idx="885">
                  <c:v>-20.521791860007994</c:v>
                </c:pt>
                <c:pt idx="886">
                  <c:v>-20.528157937548002</c:v>
                </c:pt>
                <c:pt idx="887">
                  <c:v>-20.534494686233984</c:v>
                </c:pt>
                <c:pt idx="888">
                  <c:v>-20.540802201953994</c:v>
                </c:pt>
                <c:pt idx="889">
                  <c:v>-20.547080580267021</c:v>
                </c:pt>
                <c:pt idx="890">
                  <c:v>-20.553329916402021</c:v>
                </c:pt>
                <c:pt idx="891">
                  <c:v>-20.559550305258995</c:v>
                </c:pt>
                <c:pt idx="892">
                  <c:v>-20.565741841411011</c:v>
                </c:pt>
                <c:pt idx="893">
                  <c:v>-20.571904619106022</c:v>
                </c:pt>
                <c:pt idx="894">
                  <c:v>-20.578038732267999</c:v>
                </c:pt>
                <c:pt idx="895">
                  <c:v>-20.584144274496992</c:v>
                </c:pt>
                <c:pt idx="896">
                  <c:v>-20.590221339072997</c:v>
                </c:pt>
                <c:pt idx="897">
                  <c:v>-20.596270018950008</c:v>
                </c:pt>
                <c:pt idx="898">
                  <c:v>-20.602290406768986</c:v>
                </c:pt>
                <c:pt idx="899">
                  <c:v>-20.60828259485001</c:v>
                </c:pt>
                <c:pt idx="900">
                  <c:v>-20.614246675196</c:v>
                </c:pt>
                <c:pt idx="901">
                  <c:v>-20.620465646043982</c:v>
                </c:pt>
                <c:pt idx="902">
                  <c:v>-20.626656692218006</c:v>
                </c:pt>
                <c:pt idx="903">
                  <c:v>-20.632819904779979</c:v>
                </c:pt>
                <c:pt idx="904">
                  <c:v>-20.638955374479991</c:v>
                </c:pt>
                <c:pt idx="905">
                  <c:v>-20.645063191754019</c:v>
                </c:pt>
                <c:pt idx="906">
                  <c:v>-20.651143446733983</c:v>
                </c:pt>
                <c:pt idx="907">
                  <c:v>-20.657196229237002</c:v>
                </c:pt>
                <c:pt idx="908">
                  <c:v>-20.66322162877799</c:v>
                </c:pt>
                <c:pt idx="909">
                  <c:v>-20.66921973456499</c:v>
                </c:pt>
                <c:pt idx="910">
                  <c:v>-20.675190635500002</c:v>
                </c:pt>
                <c:pt idx="911">
                  <c:v>-20.681134420185003</c:v>
                </c:pt>
                <c:pt idx="912">
                  <c:v>-20.687051176913997</c:v>
                </c:pt>
                <c:pt idx="913">
                  <c:v>-20.692940993686022</c:v>
                </c:pt>
                <c:pt idx="914">
                  <c:v>-20.698803958194986</c:v>
                </c:pt>
                <c:pt idx="915">
                  <c:v>-20.704640157839009</c:v>
                </c:pt>
                <c:pt idx="916">
                  <c:v>-20.71044967972</c:v>
                </c:pt>
                <c:pt idx="917">
                  <c:v>-20.716232610638002</c:v>
                </c:pt>
                <c:pt idx="918">
                  <c:v>-20.721989037104009</c:v>
                </c:pt>
                <c:pt idx="919">
                  <c:v>-20.727719045328996</c:v>
                </c:pt>
                <c:pt idx="920">
                  <c:v>-20.733422721235002</c:v>
                </c:pt>
                <c:pt idx="921">
                  <c:v>-20.73910015045098</c:v>
                </c:pt>
                <c:pt idx="922">
                  <c:v>-20.744751418314991</c:v>
                </c:pt>
                <c:pt idx="923">
                  <c:v>-20.750376609874024</c:v>
                </c:pt>
                <c:pt idx="924">
                  <c:v>-20.755975809889009</c:v>
                </c:pt>
                <c:pt idx="925">
                  <c:v>-20.761549102830003</c:v>
                </c:pt>
                <c:pt idx="926">
                  <c:v>-20.767096572884981</c:v>
                </c:pt>
                <c:pt idx="927">
                  <c:v>-20.77261830395301</c:v>
                </c:pt>
                <c:pt idx="928">
                  <c:v>-20.778114379651015</c:v>
                </c:pt>
                <c:pt idx="929">
                  <c:v>-20.783584883309004</c:v>
                </c:pt>
                <c:pt idx="930">
                  <c:v>-20.789029897982005</c:v>
                </c:pt>
                <c:pt idx="931">
                  <c:v>-20.79469551212901</c:v>
                </c:pt>
                <c:pt idx="932">
                  <c:v>-20.800335802549</c:v>
                </c:pt>
                <c:pt idx="933">
                  <c:v>-20.805950851452025</c:v>
                </c:pt>
                <c:pt idx="934">
                  <c:v>-20.811540740773012</c:v>
                </c:pt>
                <c:pt idx="935">
                  <c:v>-20.817105552165998</c:v>
                </c:pt>
                <c:pt idx="936">
                  <c:v>-20.822645367013024</c:v>
                </c:pt>
                <c:pt idx="937">
                  <c:v>-20.82816026641899</c:v>
                </c:pt>
                <c:pt idx="938">
                  <c:v>-20.833650331217996</c:v>
                </c:pt>
                <c:pt idx="939">
                  <c:v>-20.839115641967993</c:v>
                </c:pt>
                <c:pt idx="940">
                  <c:v>-20.844556278956986</c:v>
                </c:pt>
                <c:pt idx="941">
                  <c:v>-20.849972322203996</c:v>
                </c:pt>
                <c:pt idx="942">
                  <c:v>-20.855363851454996</c:v>
                </c:pt>
                <c:pt idx="943">
                  <c:v>-20.860730946189989</c:v>
                </c:pt>
                <c:pt idx="944">
                  <c:v>-20.866073685620989</c:v>
                </c:pt>
                <c:pt idx="945">
                  <c:v>-20.871392148693985</c:v>
                </c:pt>
                <c:pt idx="946">
                  <c:v>-20.876686414087004</c:v>
                </c:pt>
                <c:pt idx="947">
                  <c:v>-20.881956560216992</c:v>
                </c:pt>
                <c:pt idx="948">
                  <c:v>-20.887202665233985</c:v>
                </c:pt>
                <c:pt idx="949">
                  <c:v>-20.892424807026998</c:v>
                </c:pt>
                <c:pt idx="950">
                  <c:v>-20.897623063222994</c:v>
                </c:pt>
                <c:pt idx="951">
                  <c:v>-20.902797511189988</c:v>
                </c:pt>
                <c:pt idx="952">
                  <c:v>-20.907948228034996</c:v>
                </c:pt>
                <c:pt idx="953">
                  <c:v>-20.913075290605008</c:v>
                </c:pt>
                <c:pt idx="954">
                  <c:v>-20.918178775491981</c:v>
                </c:pt>
                <c:pt idx="955">
                  <c:v>-20.923258759027988</c:v>
                </c:pt>
                <c:pt idx="956">
                  <c:v>-20.928315317291009</c:v>
                </c:pt>
                <c:pt idx="957">
                  <c:v>-20.933348526105988</c:v>
                </c:pt>
                <c:pt idx="958">
                  <c:v>-20.938358461039996</c:v>
                </c:pt>
                <c:pt idx="959">
                  <c:v>-20.943345197409997</c:v>
                </c:pt>
                <c:pt idx="960">
                  <c:v>-20.948308810279997</c:v>
                </c:pt>
                <c:pt idx="961">
                  <c:v>-20.953464116931997</c:v>
                </c:pt>
                <c:pt idx="962">
                  <c:v>-20.958596449456991</c:v>
                </c:pt>
                <c:pt idx="963">
                  <c:v>-20.963705882172007</c:v>
                </c:pt>
                <c:pt idx="964">
                  <c:v>-20.968792489138991</c:v>
                </c:pt>
                <c:pt idx="965">
                  <c:v>-20.973856344176994</c:v>
                </c:pt>
                <c:pt idx="966">
                  <c:v>-20.978897520854986</c:v>
                </c:pt>
                <c:pt idx="967">
                  <c:v>-20.983916092501005</c:v>
                </c:pt>
                <c:pt idx="968">
                  <c:v>-20.988912132191984</c:v>
                </c:pt>
                <c:pt idx="969">
                  <c:v>-20.993885712766996</c:v>
                </c:pt>
                <c:pt idx="970">
                  <c:v>-20.998836906817985</c:v>
                </c:pt>
                <c:pt idx="971">
                  <c:v>-21.003765786695993</c:v>
                </c:pt>
                <c:pt idx="972">
                  <c:v>-21.00867242451298</c:v>
                </c:pt>
                <c:pt idx="973">
                  <c:v>-21.01355689213699</c:v>
                </c:pt>
                <c:pt idx="974">
                  <c:v>-21.018419261199</c:v>
                </c:pt>
                <c:pt idx="975">
                  <c:v>-21.023259603091986</c:v>
                </c:pt>
                <c:pt idx="976">
                  <c:v>-21.028077988966004</c:v>
                </c:pt>
                <c:pt idx="977">
                  <c:v>-21.032874489742994</c:v>
                </c:pt>
                <c:pt idx="978">
                  <c:v>-21.037649176102008</c:v>
                </c:pt>
                <c:pt idx="979">
                  <c:v>-21.042402118490003</c:v>
                </c:pt>
                <c:pt idx="980">
                  <c:v>-21.04713338711602</c:v>
                </c:pt>
                <c:pt idx="981">
                  <c:v>-21.051843051960986</c:v>
                </c:pt>
                <c:pt idx="982">
                  <c:v>-21.056531182770016</c:v>
                </c:pt>
                <c:pt idx="983">
                  <c:v>-21.061197849056981</c:v>
                </c:pt>
                <c:pt idx="984">
                  <c:v>-21.065843120105995</c:v>
                </c:pt>
                <c:pt idx="985">
                  <c:v>-21.070467064966977</c:v>
                </c:pt>
                <c:pt idx="986">
                  <c:v>-21.075069752465993</c:v>
                </c:pt>
                <c:pt idx="987">
                  <c:v>-21.07965125119901</c:v>
                </c:pt>
                <c:pt idx="988">
                  <c:v>-21.084211629532007</c:v>
                </c:pt>
                <c:pt idx="989">
                  <c:v>-21.088750955606997</c:v>
                </c:pt>
                <c:pt idx="990">
                  <c:v>-21.093269297337002</c:v>
                </c:pt>
                <c:pt idx="991">
                  <c:v>-21.097954814265989</c:v>
                </c:pt>
                <c:pt idx="992">
                  <c:v>-21.102619482007015</c:v>
                </c:pt>
                <c:pt idx="993">
                  <c:v>-21.107263367802005</c:v>
                </c:pt>
                <c:pt idx="994">
                  <c:v>-21.111886538667989</c:v>
                </c:pt>
                <c:pt idx="995">
                  <c:v>-21.116489061404991</c:v>
                </c:pt>
                <c:pt idx="996">
                  <c:v>-21.121071002587001</c:v>
                </c:pt>
                <c:pt idx="997">
                  <c:v>-21.125632428571009</c:v>
                </c:pt>
                <c:pt idx="998">
                  <c:v>-21.130173405492997</c:v>
                </c:pt>
                <c:pt idx="999">
                  <c:v>-21.13469399926899</c:v>
                </c:pt>
                <c:pt idx="1000">
                  <c:v>-21.139194275599976</c:v>
                </c:pt>
                <c:pt idx="1001">
                  <c:v>-21.143674299967017</c:v>
                </c:pt>
                <c:pt idx="1002">
                  <c:v>-21.148134137635992</c:v>
                </c:pt>
                <c:pt idx="1003">
                  <c:v>-21.152573853657998</c:v>
                </c:pt>
                <c:pt idx="1004">
                  <c:v>-21.156993512866023</c:v>
                </c:pt>
                <c:pt idx="1005">
                  <c:v>-21.161393179881998</c:v>
                </c:pt>
                <c:pt idx="1006">
                  <c:v>-21.16577291911301</c:v>
                </c:pt>
                <c:pt idx="1007">
                  <c:v>-21.170132794753982</c:v>
                </c:pt>
                <c:pt idx="1008">
                  <c:v>-21.174472870788975</c:v>
                </c:pt>
                <c:pt idx="1009">
                  <c:v>-21.178793210988999</c:v>
                </c:pt>
                <c:pt idx="1010">
                  <c:v>-21.183093878915003</c:v>
                </c:pt>
                <c:pt idx="1011">
                  <c:v>-21.187374937919003</c:v>
                </c:pt>
                <c:pt idx="1012">
                  <c:v>-21.191636451145001</c:v>
                </c:pt>
                <c:pt idx="1013">
                  <c:v>-21.195878481527018</c:v>
                </c:pt>
                <c:pt idx="1014">
                  <c:v>-21.200101091794011</c:v>
                </c:pt>
                <c:pt idx="1015">
                  <c:v>-21.204304344462997</c:v>
                </c:pt>
                <c:pt idx="1016">
                  <c:v>-21.208488301851986</c:v>
                </c:pt>
                <c:pt idx="1017">
                  <c:v>-21.212653026069006</c:v>
                </c:pt>
                <c:pt idx="1018">
                  <c:v>-21.216798579020008</c:v>
                </c:pt>
                <c:pt idx="1019">
                  <c:v>-21.220925022404998</c:v>
                </c:pt>
                <c:pt idx="1020">
                  <c:v>-21.225032417722986</c:v>
                </c:pt>
                <c:pt idx="1021">
                  <c:v>-21.229286367600992</c:v>
                </c:pt>
                <c:pt idx="1022">
                  <c:v>-21.233521391799997</c:v>
                </c:pt>
                <c:pt idx="1023">
                  <c:v>-21.237737551217009</c:v>
                </c:pt>
                <c:pt idx="1024">
                  <c:v>-21.241934906542014</c:v>
                </c:pt>
                <c:pt idx="1025">
                  <c:v>-21.246113518268999</c:v>
                </c:pt>
                <c:pt idx="1026">
                  <c:v>-21.250273446693996</c:v>
                </c:pt>
                <c:pt idx="1027">
                  <c:v>-21.254414751913004</c:v>
                </c:pt>
                <c:pt idx="1028">
                  <c:v>-21.25853749382398</c:v>
                </c:pt>
                <c:pt idx="1029">
                  <c:v>-21.262641732130021</c:v>
                </c:pt>
                <c:pt idx="1030">
                  <c:v>-21.266727526337007</c:v>
                </c:pt>
                <c:pt idx="1031">
                  <c:v>-21.27079493575701</c:v>
                </c:pt>
                <c:pt idx="1032">
                  <c:v>-21.274844019504997</c:v>
                </c:pt>
                <c:pt idx="1033">
                  <c:v>-21.278874836503007</c:v>
                </c:pt>
                <c:pt idx="1034">
                  <c:v>-21.282887445482004</c:v>
                </c:pt>
                <c:pt idx="1035">
                  <c:v>-21.286881904975985</c:v>
                </c:pt>
                <c:pt idx="1036">
                  <c:v>-21.290858273328979</c:v>
                </c:pt>
                <c:pt idx="1037">
                  <c:v>-21.29481660869601</c:v>
                </c:pt>
                <c:pt idx="1038">
                  <c:v>-21.298756969037015</c:v>
                </c:pt>
                <c:pt idx="1039">
                  <c:v>-21.302679412126992</c:v>
                </c:pt>
                <c:pt idx="1040">
                  <c:v>-21.306583995546987</c:v>
                </c:pt>
                <c:pt idx="1041">
                  <c:v>-21.310470776690011</c:v>
                </c:pt>
                <c:pt idx="1042">
                  <c:v>-21.314339812764985</c:v>
                </c:pt>
                <c:pt idx="1043">
                  <c:v>-21.318191160790008</c:v>
                </c:pt>
                <c:pt idx="1044">
                  <c:v>-21.322024877596021</c:v>
                </c:pt>
                <c:pt idx="1045">
                  <c:v>-21.325841019831017</c:v>
                </c:pt>
                <c:pt idx="1046">
                  <c:v>-21.329639643953016</c:v>
                </c:pt>
                <c:pt idx="1047">
                  <c:v>-21.333420806242003</c:v>
                </c:pt>
                <c:pt idx="1048">
                  <c:v>-21.337184562786007</c:v>
                </c:pt>
                <c:pt idx="1049">
                  <c:v>-21.340930969493996</c:v>
                </c:pt>
                <c:pt idx="1050">
                  <c:v>-21.344660082093981</c:v>
                </c:pt>
                <c:pt idx="1051">
                  <c:v>-21.348517509493007</c:v>
                </c:pt>
                <c:pt idx="1052">
                  <c:v>-21.352357753688011</c:v>
                </c:pt>
                <c:pt idx="1053">
                  <c:v>-21.356180869859003</c:v>
                </c:pt>
                <c:pt idx="1054">
                  <c:v>-21.359986913004008</c:v>
                </c:pt>
                <c:pt idx="1055">
                  <c:v>-21.363775937946002</c:v>
                </c:pt>
                <c:pt idx="1056">
                  <c:v>-21.367547999324984</c:v>
                </c:pt>
                <c:pt idx="1057">
                  <c:v>-21.371303151605019</c:v>
                </c:pt>
                <c:pt idx="1058">
                  <c:v>-21.375041449070977</c:v>
                </c:pt>
                <c:pt idx="1059">
                  <c:v>-21.378762945827987</c:v>
                </c:pt>
                <c:pt idx="1060">
                  <c:v>-21.382467695811016</c:v>
                </c:pt>
                <c:pt idx="1061">
                  <c:v>-21.386155752772993</c:v>
                </c:pt>
                <c:pt idx="1062">
                  <c:v>-21.389827170292989</c:v>
                </c:pt>
                <c:pt idx="1063">
                  <c:v>-21.393482001777016</c:v>
                </c:pt>
                <c:pt idx="1064">
                  <c:v>-21.397120300453992</c:v>
                </c:pt>
                <c:pt idx="1065">
                  <c:v>-21.400742119382016</c:v>
                </c:pt>
                <c:pt idx="1066">
                  <c:v>-21.404347511446019</c:v>
                </c:pt>
                <c:pt idx="1067">
                  <c:v>-21.407936529354004</c:v>
                </c:pt>
                <c:pt idx="1068">
                  <c:v>-21.411509225648018</c:v>
                </c:pt>
                <c:pt idx="1069">
                  <c:v>-21.415065652695006</c:v>
                </c:pt>
                <c:pt idx="1070">
                  <c:v>-21.418605862693994</c:v>
                </c:pt>
                <c:pt idx="1071">
                  <c:v>-21.422129907671007</c:v>
                </c:pt>
                <c:pt idx="1072">
                  <c:v>-21.425637839482988</c:v>
                </c:pt>
                <c:pt idx="1073">
                  <c:v>-21.429129709821012</c:v>
                </c:pt>
                <c:pt idx="1074">
                  <c:v>-21.432605570203975</c:v>
                </c:pt>
                <c:pt idx="1075">
                  <c:v>-21.436065471984989</c:v>
                </c:pt>
                <c:pt idx="1076">
                  <c:v>-21.439509466350017</c:v>
                </c:pt>
                <c:pt idx="1077">
                  <c:v>-21.44293760431799</c:v>
                </c:pt>
                <c:pt idx="1078">
                  <c:v>-21.446349936741001</c:v>
                </c:pt>
                <c:pt idx="1079">
                  <c:v>-21.449746514305019</c:v>
                </c:pt>
                <c:pt idx="1080">
                  <c:v>-21.453127387536</c:v>
                </c:pt>
                <c:pt idx="1081">
                  <c:v>-21.456621759776993</c:v>
                </c:pt>
                <c:pt idx="1082">
                  <c:v>-21.460100528233994</c:v>
                </c:pt>
                <c:pt idx="1083">
                  <c:v>-21.463563742939016</c:v>
                </c:pt>
                <c:pt idx="1084">
                  <c:v>-21.467011453759</c:v>
                </c:pt>
                <c:pt idx="1085">
                  <c:v>-21.470443710400019</c:v>
                </c:pt>
                <c:pt idx="1086">
                  <c:v>-21.473860562408021</c:v>
                </c:pt>
                <c:pt idx="1087">
                  <c:v>-21.477262059164019</c:v>
                </c:pt>
                <c:pt idx="1088">
                  <c:v>-21.480648249889981</c:v>
                </c:pt>
                <c:pt idx="1089">
                  <c:v>-21.484019183650986</c:v>
                </c:pt>
                <c:pt idx="1090">
                  <c:v>-21.487374909348006</c:v>
                </c:pt>
                <c:pt idx="1091">
                  <c:v>-21.490715475727995</c:v>
                </c:pt>
                <c:pt idx="1092">
                  <c:v>-21.494040931374002</c:v>
                </c:pt>
                <c:pt idx="1093">
                  <c:v>-21.497351324715993</c:v>
                </c:pt>
                <c:pt idx="1094">
                  <c:v>-21.500646704025996</c:v>
                </c:pt>
                <c:pt idx="1095">
                  <c:v>-21.503927117415003</c:v>
                </c:pt>
                <c:pt idx="1096">
                  <c:v>-21.507192612842005</c:v>
                </c:pt>
                <c:pt idx="1097">
                  <c:v>-21.510443238111009</c:v>
                </c:pt>
                <c:pt idx="1098">
                  <c:v>-21.513679040865981</c:v>
                </c:pt>
                <c:pt idx="1099">
                  <c:v>-21.516900068601984</c:v>
                </c:pt>
                <c:pt idx="1100">
                  <c:v>-21.520106368655007</c:v>
                </c:pt>
                <c:pt idx="1101">
                  <c:v>-21.523297988211993</c:v>
                </c:pt>
                <c:pt idx="1102">
                  <c:v>-21.526474974302999</c:v>
                </c:pt>
                <c:pt idx="1103">
                  <c:v>-21.529637373807986</c:v>
                </c:pt>
                <c:pt idx="1104">
                  <c:v>-21.532785233452017</c:v>
                </c:pt>
                <c:pt idx="1105">
                  <c:v>-21.535918599812021</c:v>
                </c:pt>
                <c:pt idx="1106">
                  <c:v>-21.539037519312018</c:v>
                </c:pt>
                <c:pt idx="1107">
                  <c:v>-21.542142038225023</c:v>
                </c:pt>
                <c:pt idx="1108">
                  <c:v>-21.545232202676999</c:v>
                </c:pt>
                <c:pt idx="1109">
                  <c:v>-21.548308058640004</c:v>
                </c:pt>
                <c:pt idx="1110">
                  <c:v>-21.551369651940007</c:v>
                </c:pt>
                <c:pt idx="1111">
                  <c:v>-21.554531318399</c:v>
                </c:pt>
                <c:pt idx="1112">
                  <c:v>-21.557678813400997</c:v>
                </c:pt>
                <c:pt idx="1113">
                  <c:v>-21.560812182326003</c:v>
                </c:pt>
                <c:pt idx="1114">
                  <c:v>-21.563931470410012</c:v>
                </c:pt>
                <c:pt idx="1115">
                  <c:v>-21.567036722739999</c:v>
                </c:pt>
                <c:pt idx="1116">
                  <c:v>-21.570127984256999</c:v>
                </c:pt>
                <c:pt idx="1117">
                  <c:v>-21.573205299758001</c:v>
                </c:pt>
                <c:pt idx="1118">
                  <c:v>-21.576268713893995</c:v>
                </c:pt>
                <c:pt idx="1119">
                  <c:v>-21.579318271172014</c:v>
                </c:pt>
                <c:pt idx="1120">
                  <c:v>-21.582354015952006</c:v>
                </c:pt>
                <c:pt idx="1121">
                  <c:v>-21.585375992456022</c:v>
                </c:pt>
                <c:pt idx="1122">
                  <c:v>-21.588384244758998</c:v>
                </c:pt>
                <c:pt idx="1123">
                  <c:v>-21.591378816792997</c:v>
                </c:pt>
                <c:pt idx="1124">
                  <c:v>-21.594359752348993</c:v>
                </c:pt>
                <c:pt idx="1125">
                  <c:v>-21.597327095076992</c:v>
                </c:pt>
                <c:pt idx="1126">
                  <c:v>-21.600280888485997</c:v>
                </c:pt>
                <c:pt idx="1127">
                  <c:v>-21.603221175940007</c:v>
                </c:pt>
                <c:pt idx="1128">
                  <c:v>-21.606148000670004</c:v>
                </c:pt>
                <c:pt idx="1129">
                  <c:v>-21.609061405760997</c:v>
                </c:pt>
                <c:pt idx="1130">
                  <c:v>-21.611961434160008</c:v>
                </c:pt>
                <c:pt idx="1131">
                  <c:v>-21.614848128679</c:v>
                </c:pt>
                <c:pt idx="1132">
                  <c:v>-21.617721531986007</c:v>
                </c:pt>
                <c:pt idx="1133">
                  <c:v>-21.620581686615992</c:v>
                </c:pt>
                <c:pt idx="1134">
                  <c:v>-21.623428634960987</c:v>
                </c:pt>
                <c:pt idx="1135">
                  <c:v>-21.626262419282995</c:v>
                </c:pt>
                <c:pt idx="1136">
                  <c:v>-21.629083081700998</c:v>
                </c:pt>
                <c:pt idx="1137">
                  <c:v>-21.6318906642</c:v>
                </c:pt>
                <c:pt idx="1138">
                  <c:v>-21.634685208633016</c:v>
                </c:pt>
                <c:pt idx="1139">
                  <c:v>-21.637466756712001</c:v>
                </c:pt>
                <c:pt idx="1140">
                  <c:v>-21.640235350018997</c:v>
                </c:pt>
                <c:pt idx="1141">
                  <c:v>-21.643093532367999</c:v>
                </c:pt>
                <c:pt idx="1142">
                  <c:v>-21.645938842703004</c:v>
                </c:pt>
                <c:pt idx="1143">
                  <c:v>-21.648771322198002</c:v>
                </c:pt>
                <c:pt idx="1144">
                  <c:v>-21.651591011903008</c:v>
                </c:pt>
                <c:pt idx="1145">
                  <c:v>-21.65439795272701</c:v>
                </c:pt>
                <c:pt idx="1146">
                  <c:v>-21.657192185453994</c:v>
                </c:pt>
                <c:pt idx="1147">
                  <c:v>-21.659973750730018</c:v>
                </c:pt>
                <c:pt idx="1148">
                  <c:v>-21.662742689075003</c:v>
                </c:pt>
                <c:pt idx="1149">
                  <c:v>-21.66549904087401</c:v>
                </c:pt>
                <c:pt idx="1150">
                  <c:v>-21.668242846387017</c:v>
                </c:pt>
                <c:pt idx="1151">
                  <c:v>-21.670974145738001</c:v>
                </c:pt>
                <c:pt idx="1152">
                  <c:v>-21.673692978925999</c:v>
                </c:pt>
                <c:pt idx="1153">
                  <c:v>-21.676399385818002</c:v>
                </c:pt>
                <c:pt idx="1154">
                  <c:v>-21.679093406155999</c:v>
                </c:pt>
                <c:pt idx="1155">
                  <c:v>-21.681775079548004</c:v>
                </c:pt>
                <c:pt idx="1156">
                  <c:v>-21.684444445481006</c:v>
                </c:pt>
                <c:pt idx="1157">
                  <c:v>-21.687101543309012</c:v>
                </c:pt>
                <c:pt idx="1158">
                  <c:v>-21.689746412264014</c:v>
                </c:pt>
                <c:pt idx="1159">
                  <c:v>-21.692379091447009</c:v>
                </c:pt>
                <c:pt idx="1160">
                  <c:v>-21.694999619836011</c:v>
                </c:pt>
                <c:pt idx="1161">
                  <c:v>-21.697608036280002</c:v>
                </c:pt>
                <c:pt idx="1162">
                  <c:v>-21.700204379509017</c:v>
                </c:pt>
                <c:pt idx="1163">
                  <c:v>-21.702788688120023</c:v>
                </c:pt>
                <c:pt idx="1164">
                  <c:v>-21.705361000593001</c:v>
                </c:pt>
                <c:pt idx="1165">
                  <c:v>-21.707921355279012</c:v>
                </c:pt>
                <c:pt idx="1166">
                  <c:v>-21.710469790407018</c:v>
                </c:pt>
                <c:pt idx="1167">
                  <c:v>-21.713006344083993</c:v>
                </c:pt>
                <c:pt idx="1168">
                  <c:v>-21.715531054291006</c:v>
                </c:pt>
                <c:pt idx="1169">
                  <c:v>-21.718043958891997</c:v>
                </c:pt>
                <c:pt idx="1170">
                  <c:v>-21.720545095622015</c:v>
                </c:pt>
                <c:pt idx="1171">
                  <c:v>-21.723125729212995</c:v>
                </c:pt>
                <c:pt idx="1172">
                  <c:v>-21.725694670047005</c:v>
                </c:pt>
                <c:pt idx="1173">
                  <c:v>-21.728251955501008</c:v>
                </c:pt>
                <c:pt idx="1174">
                  <c:v>-21.730797622829016</c:v>
                </c:pt>
                <c:pt idx="1175">
                  <c:v>-21.733331709166009</c:v>
                </c:pt>
                <c:pt idx="1176">
                  <c:v>-21.73585425152902</c:v>
                </c:pt>
                <c:pt idx="1177">
                  <c:v>-21.738365286811018</c:v>
                </c:pt>
                <c:pt idx="1178">
                  <c:v>-21.740864851791997</c:v>
                </c:pt>
                <c:pt idx="1179">
                  <c:v>-21.743352983129</c:v>
                </c:pt>
                <c:pt idx="1180">
                  <c:v>-21.745829717365012</c:v>
                </c:pt>
                <c:pt idx="1181">
                  <c:v>-21.748295090921999</c:v>
                </c:pt>
                <c:pt idx="1182">
                  <c:v>-21.750749140106024</c:v>
                </c:pt>
                <c:pt idx="1183">
                  <c:v>-21.753191901106021</c:v>
                </c:pt>
                <c:pt idx="1184">
                  <c:v>-21.755623409996019</c:v>
                </c:pt>
                <c:pt idx="1185">
                  <c:v>-21.758043702731015</c:v>
                </c:pt>
                <c:pt idx="1186">
                  <c:v>-21.760452815153997</c:v>
                </c:pt>
                <c:pt idx="1187">
                  <c:v>-21.762850782988011</c:v>
                </c:pt>
                <c:pt idx="1188">
                  <c:v>-21.765237641847023</c:v>
                </c:pt>
                <c:pt idx="1189">
                  <c:v>-21.767613427224006</c:v>
                </c:pt>
                <c:pt idx="1190">
                  <c:v>-21.769978174503024</c:v>
                </c:pt>
                <c:pt idx="1191">
                  <c:v>-21.772331918950016</c:v>
                </c:pt>
                <c:pt idx="1192">
                  <c:v>-21.774674695722013</c:v>
                </c:pt>
                <c:pt idx="1193">
                  <c:v>-21.777006539859002</c:v>
                </c:pt>
                <c:pt idx="1194">
                  <c:v>-21.779327486292004</c:v>
                </c:pt>
                <c:pt idx="1195">
                  <c:v>-21.781637569834999</c:v>
                </c:pt>
                <c:pt idx="1196">
                  <c:v>-21.783936825195013</c:v>
                </c:pt>
                <c:pt idx="1197">
                  <c:v>-21.786225286963003</c:v>
                </c:pt>
                <c:pt idx="1198">
                  <c:v>-21.788502989622003</c:v>
                </c:pt>
                <c:pt idx="1199">
                  <c:v>-21.790769967543014</c:v>
                </c:pt>
                <c:pt idx="1200">
                  <c:v>-21.793026254985989</c:v>
                </c:pt>
                <c:pt idx="1201">
                  <c:v>-21.795353887998999</c:v>
                </c:pt>
                <c:pt idx="1202">
                  <c:v>-21.797670898726011</c:v>
                </c:pt>
                <c:pt idx="1203">
                  <c:v>-21.799977321097003</c:v>
                </c:pt>
                <c:pt idx="1204">
                  <c:v>-21.802273188935004</c:v>
                </c:pt>
                <c:pt idx="1205">
                  <c:v>-21.804558535952992</c:v>
                </c:pt>
                <c:pt idx="1206">
                  <c:v>-21.806833395756001</c:v>
                </c:pt>
                <c:pt idx="1207">
                  <c:v>-21.809097801842</c:v>
                </c:pt>
                <c:pt idx="1208">
                  <c:v>-21.811351787599023</c:v>
                </c:pt>
                <c:pt idx="1209">
                  <c:v>-21.813595386309999</c:v>
                </c:pt>
                <c:pt idx="1210">
                  <c:v>-21.815828631149998</c:v>
                </c:pt>
                <c:pt idx="1211">
                  <c:v>-21.818051555189015</c:v>
                </c:pt>
                <c:pt idx="1212">
                  <c:v>-21.820264191387992</c:v>
                </c:pt>
                <c:pt idx="1213">
                  <c:v>-21.822466572603986</c:v>
                </c:pt>
                <c:pt idx="1214">
                  <c:v>-21.824658731588983</c:v>
                </c:pt>
                <c:pt idx="1215">
                  <c:v>-21.826840700986992</c:v>
                </c:pt>
                <c:pt idx="1216">
                  <c:v>-21.82901251333999</c:v>
                </c:pt>
                <c:pt idx="1217">
                  <c:v>-21.83117420108502</c:v>
                </c:pt>
                <c:pt idx="1218">
                  <c:v>-21.833325796554021</c:v>
                </c:pt>
                <c:pt idx="1219">
                  <c:v>-21.83546733197602</c:v>
                </c:pt>
                <c:pt idx="1220">
                  <c:v>-21.837598839476016</c:v>
                </c:pt>
                <c:pt idx="1221">
                  <c:v>-21.839720351074988</c:v>
                </c:pt>
                <c:pt idx="1222">
                  <c:v>-21.841831898692988</c:v>
                </c:pt>
                <c:pt idx="1223">
                  <c:v>-21.843933514145988</c:v>
                </c:pt>
                <c:pt idx="1224">
                  <c:v>-21.846025229149973</c:v>
                </c:pt>
                <c:pt idx="1225">
                  <c:v>-21.848107075316022</c:v>
                </c:pt>
                <c:pt idx="1226">
                  <c:v>-21.850179084155997</c:v>
                </c:pt>
                <c:pt idx="1227">
                  <c:v>-21.852241287081</c:v>
                </c:pt>
                <c:pt idx="1228">
                  <c:v>-21.854293715398001</c:v>
                </c:pt>
                <c:pt idx="1229">
                  <c:v>-21.856336400317986</c:v>
                </c:pt>
                <c:pt idx="1230">
                  <c:v>-21.858369372948999</c:v>
                </c:pt>
                <c:pt idx="1231">
                  <c:v>-21.860466466006983</c:v>
                </c:pt>
                <c:pt idx="1232">
                  <c:v>-21.862553908694991</c:v>
                </c:pt>
                <c:pt idx="1233">
                  <c:v>-21.86463173182301</c:v>
                </c:pt>
                <c:pt idx="1234">
                  <c:v>-21.866699966100015</c:v>
                </c:pt>
                <c:pt idx="1235">
                  <c:v>-21.868758642141017</c:v>
                </c:pt>
                <c:pt idx="1236">
                  <c:v>-21.870807790459992</c:v>
                </c:pt>
                <c:pt idx="1237">
                  <c:v>-21.872847441473994</c:v>
                </c:pt>
                <c:pt idx="1238">
                  <c:v>-21.874877625501995</c:v>
                </c:pt>
                <c:pt idx="1239">
                  <c:v>-21.876898372765993</c:v>
                </c:pt>
                <c:pt idx="1240">
                  <c:v>-21.878909713390982</c:v>
                </c:pt>
                <c:pt idx="1241">
                  <c:v>-21.88091167740501</c:v>
                </c:pt>
                <c:pt idx="1242">
                  <c:v>-21.882904294739006</c:v>
                </c:pt>
                <c:pt idx="1243">
                  <c:v>-21.884887595232016</c:v>
                </c:pt>
                <c:pt idx="1244">
                  <c:v>-21.88686160862099</c:v>
                </c:pt>
                <c:pt idx="1245">
                  <c:v>-21.888826364553012</c:v>
                </c:pt>
                <c:pt idx="1246">
                  <c:v>-21.890781892577991</c:v>
                </c:pt>
                <c:pt idx="1247">
                  <c:v>-21.892728222149998</c:v>
                </c:pt>
                <c:pt idx="1248">
                  <c:v>-21.89466538263099</c:v>
                </c:pt>
                <c:pt idx="1249">
                  <c:v>-21.896593403288023</c:v>
                </c:pt>
                <c:pt idx="1250">
                  <c:v>-21.898512313291008</c:v>
                </c:pt>
                <c:pt idx="1251">
                  <c:v>-21.900422141722004</c:v>
                </c:pt>
                <c:pt idx="1252">
                  <c:v>-21.902322917565016</c:v>
                </c:pt>
                <c:pt idx="1253">
                  <c:v>-21.904214669715998</c:v>
                </c:pt>
                <c:pt idx="1254">
                  <c:v>-21.906097426972991</c:v>
                </c:pt>
                <c:pt idx="1255">
                  <c:v>-21.907971218043997</c:v>
                </c:pt>
                <c:pt idx="1256">
                  <c:v>-21.909836071548</c:v>
                </c:pt>
                <c:pt idx="1257">
                  <c:v>-21.911692016007009</c:v>
                </c:pt>
                <c:pt idx="1258">
                  <c:v>-21.913539079854019</c:v>
                </c:pt>
                <c:pt idx="1259">
                  <c:v>-21.915377291433003</c:v>
                </c:pt>
                <c:pt idx="1260">
                  <c:v>-21.917206678992017</c:v>
                </c:pt>
                <c:pt idx="1261">
                  <c:v>-21.919093384725016</c:v>
                </c:pt>
                <c:pt idx="1262">
                  <c:v>-21.920971322669999</c:v>
                </c:pt>
                <c:pt idx="1263">
                  <c:v>-21.922840520809018</c:v>
                </c:pt>
                <c:pt idx="1264">
                  <c:v>-21.924701007031018</c:v>
                </c:pt>
                <c:pt idx="1265">
                  <c:v>-21.92655280914002</c:v>
                </c:pt>
                <c:pt idx="1266">
                  <c:v>-21.928395954845001</c:v>
                </c:pt>
                <c:pt idx="1267">
                  <c:v>-21.930230471773001</c:v>
                </c:pt>
                <c:pt idx="1268">
                  <c:v>-21.932056387455987</c:v>
                </c:pt>
                <c:pt idx="1269">
                  <c:v>-21.933873729342992</c:v>
                </c:pt>
                <c:pt idx="1270">
                  <c:v>-21.935682524791986</c:v>
                </c:pt>
                <c:pt idx="1271">
                  <c:v>-21.937482801074992</c:v>
                </c:pt>
                <c:pt idx="1272">
                  <c:v>-21.939274585375017</c:v>
                </c:pt>
                <c:pt idx="1273">
                  <c:v>-21.94105790479</c:v>
                </c:pt>
                <c:pt idx="1274">
                  <c:v>-21.942832786330001</c:v>
                </c:pt>
                <c:pt idx="1275">
                  <c:v>-21.944599256917996</c:v>
                </c:pt>
                <c:pt idx="1276">
                  <c:v>-21.946357343391014</c:v>
                </c:pt>
                <c:pt idx="1277">
                  <c:v>-21.948107072502012</c:v>
                </c:pt>
                <c:pt idx="1278">
                  <c:v>-21.949848470914986</c:v>
                </c:pt>
                <c:pt idx="1279">
                  <c:v>-21.95158156521299</c:v>
                </c:pt>
                <c:pt idx="1280">
                  <c:v>-21.953306381887984</c:v>
                </c:pt>
                <c:pt idx="1281">
                  <c:v>-21.955022947353001</c:v>
                </c:pt>
                <c:pt idx="1282">
                  <c:v>-21.956731287932996</c:v>
                </c:pt>
                <c:pt idx="1283">
                  <c:v>-21.958431429869989</c:v>
                </c:pt>
                <c:pt idx="1284">
                  <c:v>-21.960123399319997</c:v>
                </c:pt>
                <c:pt idx="1285">
                  <c:v>-21.961807222359994</c:v>
                </c:pt>
                <c:pt idx="1286">
                  <c:v>-21.963482924977001</c:v>
                </c:pt>
                <c:pt idx="1287">
                  <c:v>-21.965150533081015</c:v>
                </c:pt>
                <c:pt idx="1288">
                  <c:v>-21.96681007249299</c:v>
                </c:pt>
                <c:pt idx="1289">
                  <c:v>-21.968461568958986</c:v>
                </c:pt>
                <c:pt idx="1290">
                  <c:v>-21.970105048134002</c:v>
                </c:pt>
                <c:pt idx="1291">
                  <c:v>-21.971801011997002</c:v>
                </c:pt>
                <c:pt idx="1292">
                  <c:v>-21.973489009643998</c:v>
                </c:pt>
                <c:pt idx="1293">
                  <c:v>-21.975169066486984</c:v>
                </c:pt>
                <c:pt idx="1294">
                  <c:v>-21.976841207858001</c:v>
                </c:pt>
                <c:pt idx="1295">
                  <c:v>-21.978505459010989</c:v>
                </c:pt>
                <c:pt idx="1296">
                  <c:v>-21.980161845113997</c:v>
                </c:pt>
                <c:pt idx="1297">
                  <c:v>-21.981810391257994</c:v>
                </c:pt>
                <c:pt idx="1298">
                  <c:v>-21.983451122451982</c:v>
                </c:pt>
                <c:pt idx="1299">
                  <c:v>-21.985084063624981</c:v>
                </c:pt>
                <c:pt idx="1300">
                  <c:v>-21.986709239627999</c:v>
                </c:pt>
                <c:pt idx="1301">
                  <c:v>-21.988326675229985</c:v>
                </c:pt>
                <c:pt idx="1302">
                  <c:v>-21.98993639512301</c:v>
                </c:pt>
                <c:pt idx="1303">
                  <c:v>-21.991538423919991</c:v>
                </c:pt>
                <c:pt idx="1304">
                  <c:v>-21.993132786151989</c:v>
                </c:pt>
                <c:pt idx="1305">
                  <c:v>-21.994719506275004</c:v>
                </c:pt>
                <c:pt idx="1306">
                  <c:v>-21.996298608665001</c:v>
                </c:pt>
                <c:pt idx="1307">
                  <c:v>-21.997870117622</c:v>
                </c:pt>
                <c:pt idx="1308">
                  <c:v>-21.999434057363999</c:v>
                </c:pt>
                <c:pt idx="1309">
                  <c:v>-22.000990452037001</c:v>
                </c:pt>
                <c:pt idx="1310">
                  <c:v>-22.00253932570601</c:v>
                </c:pt>
                <c:pt idx="1311">
                  <c:v>-22.004080702360994</c:v>
                </c:pt>
                <c:pt idx="1312">
                  <c:v>-22.005614605912996</c:v>
                </c:pt>
                <c:pt idx="1313">
                  <c:v>-22.00714106019899</c:v>
                </c:pt>
                <c:pt idx="1314">
                  <c:v>-22.008660088978985</c:v>
                </c:pt>
                <c:pt idx="1315">
                  <c:v>-22.010171715934007</c:v>
                </c:pt>
                <c:pt idx="1316">
                  <c:v>-22.011675964675987</c:v>
                </c:pt>
                <c:pt idx="1317">
                  <c:v>-22.013172858735004</c:v>
                </c:pt>
                <c:pt idx="1318">
                  <c:v>-22.014662421569</c:v>
                </c:pt>
                <c:pt idx="1319">
                  <c:v>-22.016144676559009</c:v>
                </c:pt>
                <c:pt idx="1320">
                  <c:v>-22.017619647013987</c:v>
                </c:pt>
                <c:pt idx="1321">
                  <c:v>-22.019141682423026</c:v>
                </c:pt>
                <c:pt idx="1322">
                  <c:v>-22.020656479686011</c:v>
                </c:pt>
                <c:pt idx="1323">
                  <c:v>-22.022164061890976</c:v>
                </c:pt>
                <c:pt idx="1324">
                  <c:v>-22.023664452047001</c:v>
                </c:pt>
                <c:pt idx="1325">
                  <c:v>-22.025157673089979</c:v>
                </c:pt>
                <c:pt idx="1326">
                  <c:v>-22.026643747885998</c:v>
                </c:pt>
                <c:pt idx="1327">
                  <c:v>-22.028122699223985</c:v>
                </c:pt>
                <c:pt idx="1328">
                  <c:v>-22.029594549822008</c:v>
                </c:pt>
                <c:pt idx="1329">
                  <c:v>-22.031059322326001</c:v>
                </c:pt>
                <c:pt idx="1330">
                  <c:v>-22.032517039308999</c:v>
                </c:pt>
                <c:pt idx="1331">
                  <c:v>-22.033967723269996</c:v>
                </c:pt>
                <c:pt idx="1332">
                  <c:v>-22.035411396638011</c:v>
                </c:pt>
                <c:pt idx="1333">
                  <c:v>-22.036848081772007</c:v>
                </c:pt>
                <c:pt idx="1334">
                  <c:v>-22.038277800956024</c:v>
                </c:pt>
                <c:pt idx="1335">
                  <c:v>-22.039700576403987</c:v>
                </c:pt>
                <c:pt idx="1336">
                  <c:v>-22.041116430261013</c:v>
                </c:pt>
                <c:pt idx="1337">
                  <c:v>-22.042525384598008</c:v>
                </c:pt>
                <c:pt idx="1338">
                  <c:v>-22.043927461417013</c:v>
                </c:pt>
                <c:pt idx="1339">
                  <c:v>-22.045322682648987</c:v>
                </c:pt>
                <c:pt idx="1340">
                  <c:v>-22.046711070158011</c:v>
                </c:pt>
                <c:pt idx="1341">
                  <c:v>-22.048092645732993</c:v>
                </c:pt>
                <c:pt idx="1342">
                  <c:v>-22.049467431096986</c:v>
                </c:pt>
                <c:pt idx="1343">
                  <c:v>-22.050835447903012</c:v>
                </c:pt>
                <c:pt idx="1344">
                  <c:v>-22.052196717735001</c:v>
                </c:pt>
                <c:pt idx="1345">
                  <c:v>-22.053551262105003</c:v>
                </c:pt>
                <c:pt idx="1346">
                  <c:v>-22.054899102460979</c:v>
                </c:pt>
                <c:pt idx="1347">
                  <c:v>-22.056240260180004</c:v>
                </c:pt>
                <c:pt idx="1348">
                  <c:v>-22.057574756568982</c:v>
                </c:pt>
                <c:pt idx="1349">
                  <c:v>-22.058902612870014</c:v>
                </c:pt>
                <c:pt idx="1350">
                  <c:v>-22.060223850255994</c:v>
                </c:pt>
                <c:pt idx="1351">
                  <c:v>-22.061588203480994</c:v>
                </c:pt>
                <c:pt idx="1352">
                  <c:v>-22.062945979934995</c:v>
                </c:pt>
                <c:pt idx="1353">
                  <c:v>-22.064297200587021</c:v>
                </c:pt>
                <c:pt idx="1354">
                  <c:v>-22.065641886339023</c:v>
                </c:pt>
                <c:pt idx="1355">
                  <c:v>-22.066980058030026</c:v>
                </c:pt>
                <c:pt idx="1356">
                  <c:v>-22.068311736430019</c:v>
                </c:pt>
                <c:pt idx="1357">
                  <c:v>-22.069636942242994</c:v>
                </c:pt>
                <c:pt idx="1358">
                  <c:v>-22.070955696104022</c:v>
                </c:pt>
                <c:pt idx="1359">
                  <c:v>-22.07226801858701</c:v>
                </c:pt>
                <c:pt idx="1360">
                  <c:v>-22.073573930197995</c:v>
                </c:pt>
                <c:pt idx="1361">
                  <c:v>-22.074873451378011</c:v>
                </c:pt>
                <c:pt idx="1362">
                  <c:v>-22.076166602499995</c:v>
                </c:pt>
                <c:pt idx="1363">
                  <c:v>-22.077453403875012</c:v>
                </c:pt>
                <c:pt idx="1364">
                  <c:v>-22.078733875750004</c:v>
                </c:pt>
                <c:pt idx="1365">
                  <c:v>-22.080008038302992</c:v>
                </c:pt>
                <c:pt idx="1366">
                  <c:v>-22.081275911651005</c:v>
                </c:pt>
                <c:pt idx="1367">
                  <c:v>-22.08253751584499</c:v>
                </c:pt>
                <c:pt idx="1368">
                  <c:v>-22.083792870875982</c:v>
                </c:pt>
                <c:pt idx="1369">
                  <c:v>-22.085041996663989</c:v>
                </c:pt>
                <c:pt idx="1370">
                  <c:v>-22.086284913069989</c:v>
                </c:pt>
                <c:pt idx="1371">
                  <c:v>-22.087521639892998</c:v>
                </c:pt>
                <c:pt idx="1372">
                  <c:v>-22.088752196864988</c:v>
                </c:pt>
                <c:pt idx="1373">
                  <c:v>-22.089976603656993</c:v>
                </c:pt>
                <c:pt idx="1374">
                  <c:v>-22.091194879875985</c:v>
                </c:pt>
                <c:pt idx="1375">
                  <c:v>-22.092407045068001</c:v>
                </c:pt>
                <c:pt idx="1376">
                  <c:v>-22.093613118714984</c:v>
                </c:pt>
                <c:pt idx="1377">
                  <c:v>-22.094813120237973</c:v>
                </c:pt>
                <c:pt idx="1378">
                  <c:v>-22.096007068994993</c:v>
                </c:pt>
                <c:pt idx="1379">
                  <c:v>-22.097194984284016</c:v>
                </c:pt>
                <c:pt idx="1380">
                  <c:v>-22.098376885338013</c:v>
                </c:pt>
                <c:pt idx="1381">
                  <c:v>-22.09959840488699</c:v>
                </c:pt>
                <c:pt idx="1382">
                  <c:v>-22.100813948487001</c:v>
                </c:pt>
                <c:pt idx="1383">
                  <c:v>-22.102023535190995</c:v>
                </c:pt>
                <c:pt idx="1384">
                  <c:v>-22.10322718398902</c:v>
                </c:pt>
                <c:pt idx="1385">
                  <c:v>-22.104424913808998</c:v>
                </c:pt>
                <c:pt idx="1386">
                  <c:v>-22.105616743523001</c:v>
                </c:pt>
                <c:pt idx="1387">
                  <c:v>-22.106802691938981</c:v>
                </c:pt>
                <c:pt idx="1388">
                  <c:v>-22.107982777806001</c:v>
                </c:pt>
                <c:pt idx="1389">
                  <c:v>-22.109157019811988</c:v>
                </c:pt>
                <c:pt idx="1390">
                  <c:v>-22.110325436588994</c:v>
                </c:pt>
                <c:pt idx="1391">
                  <c:v>-22.111488046706</c:v>
                </c:pt>
                <c:pt idx="1392">
                  <c:v>-22.112644868671993</c:v>
                </c:pt>
                <c:pt idx="1393">
                  <c:v>-22.113795920941016</c:v>
                </c:pt>
                <c:pt idx="1394">
                  <c:v>-22.114941221904985</c:v>
                </c:pt>
                <c:pt idx="1395">
                  <c:v>-22.116080789898007</c:v>
                </c:pt>
                <c:pt idx="1396">
                  <c:v>-22.117214643194984</c:v>
                </c:pt>
                <c:pt idx="1397">
                  <c:v>-22.118342800014005</c:v>
                </c:pt>
                <c:pt idx="1398">
                  <c:v>-22.11946527851299</c:v>
                </c:pt>
                <c:pt idx="1399">
                  <c:v>-22.12058209679401</c:v>
                </c:pt>
                <c:pt idx="1400">
                  <c:v>-22.121693272898995</c:v>
                </c:pt>
                <c:pt idx="1401">
                  <c:v>-22.122798824814993</c:v>
                </c:pt>
                <c:pt idx="1402">
                  <c:v>-22.123898770468998</c:v>
                </c:pt>
                <c:pt idx="1403">
                  <c:v>-22.124993127732012</c:v>
                </c:pt>
                <c:pt idx="1404">
                  <c:v>-22.12608191441899</c:v>
                </c:pt>
                <c:pt idx="1405">
                  <c:v>-22.127165148285997</c:v>
                </c:pt>
                <c:pt idx="1406">
                  <c:v>-22.128242847034016</c:v>
                </c:pt>
                <c:pt idx="1407">
                  <c:v>-22.129315028305996</c:v>
                </c:pt>
                <c:pt idx="1408">
                  <c:v>-22.130381709691022</c:v>
                </c:pt>
                <c:pt idx="1409">
                  <c:v>-22.131442908718981</c:v>
                </c:pt>
                <c:pt idx="1410">
                  <c:v>-22.132498642865016</c:v>
                </c:pt>
                <c:pt idx="1411">
                  <c:v>-22.133589930499994</c:v>
                </c:pt>
                <c:pt idx="1412">
                  <c:v>-22.134675788035992</c:v>
                </c:pt>
                <c:pt idx="1413">
                  <c:v>-22.135756232784985</c:v>
                </c:pt>
                <c:pt idx="1414">
                  <c:v>-22.13683128199699</c:v>
                </c:pt>
                <c:pt idx="1415">
                  <c:v>-22.137900952872997</c:v>
                </c:pt>
                <c:pt idx="1416">
                  <c:v>-22.13896526255499</c:v>
                </c:pt>
                <c:pt idx="1417">
                  <c:v>-22.140024228132006</c:v>
                </c:pt>
                <c:pt idx="1418">
                  <c:v>-22.141077866638</c:v>
                </c:pt>
                <c:pt idx="1419">
                  <c:v>-22.142126195053009</c:v>
                </c:pt>
                <c:pt idx="1420">
                  <c:v>-22.143169230302021</c:v>
                </c:pt>
                <c:pt idx="1421">
                  <c:v>-22.144206989258009</c:v>
                </c:pt>
                <c:pt idx="1422">
                  <c:v>-22.145239488736991</c:v>
                </c:pt>
                <c:pt idx="1423">
                  <c:v>-22.146266745504988</c:v>
                </c:pt>
                <c:pt idx="1424">
                  <c:v>-22.147288776270983</c:v>
                </c:pt>
                <c:pt idx="1425">
                  <c:v>-22.148305597692996</c:v>
                </c:pt>
                <c:pt idx="1426">
                  <c:v>-22.149317226373</c:v>
                </c:pt>
                <c:pt idx="1427">
                  <c:v>-22.150323678866016</c:v>
                </c:pt>
                <c:pt idx="1428">
                  <c:v>-22.151324971667009</c:v>
                </c:pt>
                <c:pt idx="1429">
                  <c:v>-22.152321121222997</c:v>
                </c:pt>
                <c:pt idx="1430">
                  <c:v>-22.153312143926001</c:v>
                </c:pt>
                <c:pt idx="1431">
                  <c:v>-22.154298056118989</c:v>
                </c:pt>
                <c:pt idx="1432">
                  <c:v>-22.155278874087998</c:v>
                </c:pt>
                <c:pt idx="1433">
                  <c:v>-22.156254614071997</c:v>
                </c:pt>
                <c:pt idx="1434">
                  <c:v>-22.157225292254992</c:v>
                </c:pt>
                <c:pt idx="1435">
                  <c:v>-22.158190924769002</c:v>
                </c:pt>
                <c:pt idx="1436">
                  <c:v>-22.159151527697986</c:v>
                </c:pt>
                <c:pt idx="1437">
                  <c:v>-22.160107117071021</c:v>
                </c:pt>
                <c:pt idx="1438">
                  <c:v>-22.161057708868015</c:v>
                </c:pt>
                <c:pt idx="1439">
                  <c:v>-22.162003319016009</c:v>
                </c:pt>
                <c:pt idx="1440">
                  <c:v>-22.162943963394014</c:v>
                </c:pt>
                <c:pt idx="1441">
                  <c:v>-22.163918096217998</c:v>
                </c:pt>
                <c:pt idx="1442">
                  <c:v>-22.164887294873978</c:v>
                </c:pt>
                <c:pt idx="1443">
                  <c:v>-22.165851575087999</c:v>
                </c:pt>
                <c:pt idx="1444">
                  <c:v>-22.166810952536991</c:v>
                </c:pt>
                <c:pt idx="1445">
                  <c:v>-22.167765442846985</c:v>
                </c:pt>
                <c:pt idx="1446">
                  <c:v>-22.168715061591996</c:v>
                </c:pt>
                <c:pt idx="1447">
                  <c:v>-22.169659824299998</c:v>
                </c:pt>
                <c:pt idx="1448">
                  <c:v>-22.170599746446015</c:v>
                </c:pt>
                <c:pt idx="1449">
                  <c:v>-22.171534843459995</c:v>
                </c:pt>
                <c:pt idx="1450">
                  <c:v>-22.172465130716006</c:v>
                </c:pt>
                <c:pt idx="1451">
                  <c:v>-22.173390623547022</c:v>
                </c:pt>
                <c:pt idx="1452">
                  <c:v>-22.174311337232012</c:v>
                </c:pt>
                <c:pt idx="1453">
                  <c:v>-22.175227287002002</c:v>
                </c:pt>
                <c:pt idx="1454">
                  <c:v>-22.176138488038987</c:v>
                </c:pt>
                <c:pt idx="1455">
                  <c:v>-22.177044955479005</c:v>
                </c:pt>
                <c:pt idx="1456">
                  <c:v>-22.177946704406992</c:v>
                </c:pt>
                <c:pt idx="1457">
                  <c:v>-22.178843749861983</c:v>
                </c:pt>
                <c:pt idx="1458">
                  <c:v>-22.179736106831001</c:v>
                </c:pt>
                <c:pt idx="1459">
                  <c:v>-22.18062379026</c:v>
                </c:pt>
                <c:pt idx="1460">
                  <c:v>-22.181506815042013</c:v>
                </c:pt>
                <c:pt idx="1461">
                  <c:v>-22.182385196024001</c:v>
                </c:pt>
                <c:pt idx="1462">
                  <c:v>-22.183258948004976</c:v>
                </c:pt>
                <c:pt idx="1463">
                  <c:v>-22.184128085738024</c:v>
                </c:pt>
                <c:pt idx="1464">
                  <c:v>-22.184992623927997</c:v>
                </c:pt>
                <c:pt idx="1465">
                  <c:v>-22.185852577233987</c:v>
                </c:pt>
                <c:pt idx="1466">
                  <c:v>-22.186707960267</c:v>
                </c:pt>
                <c:pt idx="1467">
                  <c:v>-22.187558787593019</c:v>
                </c:pt>
                <c:pt idx="1468">
                  <c:v>-22.188405073729996</c:v>
                </c:pt>
                <c:pt idx="1469">
                  <c:v>-22.189246833150008</c:v>
                </c:pt>
                <c:pt idx="1470">
                  <c:v>-22.190084080278979</c:v>
                </c:pt>
                <c:pt idx="1471">
                  <c:v>-22.190951167793003</c:v>
                </c:pt>
                <c:pt idx="1472">
                  <c:v>-22.191813771731006</c:v>
                </c:pt>
                <c:pt idx="1473">
                  <c:v>-22.192671906379985</c:v>
                </c:pt>
                <c:pt idx="1474">
                  <c:v>-22.193525585986009</c:v>
                </c:pt>
                <c:pt idx="1475">
                  <c:v>-22.194374824743988</c:v>
                </c:pt>
                <c:pt idx="1476">
                  <c:v>-22.195219636806996</c:v>
                </c:pt>
                <c:pt idx="1477">
                  <c:v>-22.196060036282006</c:v>
                </c:pt>
                <c:pt idx="1478">
                  <c:v>-22.196896037231994</c:v>
                </c:pt>
                <c:pt idx="1479">
                  <c:v>-22.197727653672985</c:v>
                </c:pt>
                <c:pt idx="1480">
                  <c:v>-22.198554899578994</c:v>
                </c:pt>
                <c:pt idx="1481">
                  <c:v>-22.199377788876006</c:v>
                </c:pt>
                <c:pt idx="1482">
                  <c:v>-22.200196335449021</c:v>
                </c:pt>
                <c:pt idx="1483">
                  <c:v>-22.201010553136996</c:v>
                </c:pt>
                <c:pt idx="1484">
                  <c:v>-22.201820455735003</c:v>
                </c:pt>
                <c:pt idx="1485">
                  <c:v>-22.202626056994006</c:v>
                </c:pt>
                <c:pt idx="1486">
                  <c:v>-22.203427370621995</c:v>
                </c:pt>
                <c:pt idx="1487">
                  <c:v>-22.204224410281</c:v>
                </c:pt>
                <c:pt idx="1488">
                  <c:v>-22.205017189592013</c:v>
                </c:pt>
                <c:pt idx="1489">
                  <c:v>-22.205805722132993</c:v>
                </c:pt>
                <c:pt idx="1490">
                  <c:v>-22.206590021435005</c:v>
                </c:pt>
                <c:pt idx="1491">
                  <c:v>-22.20737010098901</c:v>
                </c:pt>
                <c:pt idx="1492">
                  <c:v>-22.208145974242001</c:v>
                </c:pt>
                <c:pt idx="1493">
                  <c:v>-22.208917654598991</c:v>
                </c:pt>
                <c:pt idx="1494">
                  <c:v>-22.20968515541901</c:v>
                </c:pt>
                <c:pt idx="1495">
                  <c:v>-22.210448490023992</c:v>
                </c:pt>
                <c:pt idx="1496">
                  <c:v>-22.211207671687987</c:v>
                </c:pt>
                <c:pt idx="1497">
                  <c:v>-22.211962713646017</c:v>
                </c:pt>
                <c:pt idx="1498">
                  <c:v>-22.212713629088995</c:v>
                </c:pt>
                <c:pt idx="1499">
                  <c:v>-22.213460431169011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C42-40C7-9899-6EF73B18D33F}"/>
            </c:ext>
          </c:extLst>
        </c:ser>
        <c:ser>
          <c:idx val="1"/>
          <c:order val="1"/>
          <c:tx>
            <c:strRef>
              <c:f>'RC-Model'!$S$1</c:f>
              <c:strCache>
                <c:ptCount val="1"/>
                <c:pt idx="0">
                  <c:v>T_err_SS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'RC-Model'!$K$2:$K$15001</c:f>
              <c:numCache>
                <c:formatCode>General</c:formatCode>
                <c:ptCount val="1500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</c:numCache>
            </c:numRef>
          </c:xVal>
          <c:yVal>
            <c:numRef>
              <c:f>'RC-Model'!$S$2:$S$15001</c:f>
              <c:numCache>
                <c:formatCode>General</c:formatCode>
                <c:ptCount val="15000"/>
                <c:pt idx="0">
                  <c:v>0.57500424957990504</c:v>
                </c:pt>
                <c:pt idx="1">
                  <c:v>1.0029725542303964</c:v>
                </c:pt>
                <c:pt idx="2">
                  <c:v>1.3208523877749911</c:v>
                </c:pt>
                <c:pt idx="3">
                  <c:v>1.5523972834851918</c:v>
                </c:pt>
                <c:pt idx="4">
                  <c:v>1.716063432619606</c:v>
                </c:pt>
                <c:pt idx="5">
                  <c:v>1.6201446957969949</c:v>
                </c:pt>
                <c:pt idx="6">
                  <c:v>1.5716437795491061</c:v>
                </c:pt>
                <c:pt idx="7">
                  <c:v>1.5671785188003042</c:v>
                </c:pt>
                <c:pt idx="8">
                  <c:v>1.6036153930429009</c:v>
                </c:pt>
                <c:pt idx="9">
                  <c:v>1.4931260332273979</c:v>
                </c:pt>
                <c:pt idx="10">
                  <c:v>1.4179457578556907</c:v>
                </c:pt>
                <c:pt idx="11">
                  <c:v>1.3755823421482063</c:v>
                </c:pt>
                <c:pt idx="12">
                  <c:v>1.3637266246536939</c:v>
                </c:pt>
                <c:pt idx="13">
                  <c:v>1.2534980380312106</c:v>
                </c:pt>
                <c:pt idx="14">
                  <c:v>1.1696550523833054</c:v>
                </c:pt>
                <c:pt idx="15">
                  <c:v>1.110360662172809</c:v>
                </c:pt>
                <c:pt idx="16">
                  <c:v>1.0739126445191971</c:v>
                </c:pt>
                <c:pt idx="17">
                  <c:v>0.96843992945051127</c:v>
                </c:pt>
                <c:pt idx="18">
                  <c:v>0.88277449695389976</c:v>
                </c:pt>
                <c:pt idx="19">
                  <c:v>0.81556175982419177</c:v>
                </c:pt>
                <c:pt idx="20">
                  <c:v>0.76554636938530507</c:v>
                </c:pt>
                <c:pt idx="21">
                  <c:v>0.60844366782750114</c:v>
                </c:pt>
                <c:pt idx="22">
                  <c:v>0.46629662516710368</c:v>
                </c:pt>
                <c:pt idx="23">
                  <c:v>0.33810585675080063</c:v>
                </c:pt>
                <c:pt idx="24">
                  <c:v>0.22294504886990296</c:v>
                </c:pt>
                <c:pt idx="25">
                  <c:v>0.11995557622400099</c:v>
                </c:pt>
                <c:pt idx="26">
                  <c:v>2.8341516104006814E-2</c:v>
                </c:pt>
                <c:pt idx="27">
                  <c:v>-5.2634969947789045E-2</c:v>
                </c:pt>
                <c:pt idx="28">
                  <c:v>-0.12365791408780069</c:v>
                </c:pt>
                <c:pt idx="29">
                  <c:v>-0.18536150481818936</c:v>
                </c:pt>
                <c:pt idx="30">
                  <c:v>-0.23833375757389774</c:v>
                </c:pt>
                <c:pt idx="31">
                  <c:v>-0.20070185768250326</c:v>
                </c:pt>
                <c:pt idx="32">
                  <c:v>-0.1553894811031995</c:v>
                </c:pt>
                <c:pt idx="33">
                  <c:v>-0.10286554048349217</c:v>
                </c:pt>
                <c:pt idx="34">
                  <c:v>-4.3564944576004905E-2</c:v>
                </c:pt>
                <c:pt idx="35">
                  <c:v>2.2108898603903526E-2</c:v>
                </c:pt>
                <c:pt idx="36">
                  <c:v>9.3781763104587412E-2</c:v>
                </c:pt>
                <c:pt idx="37">
                  <c:v>0.17110645725369977</c:v>
                </c:pt>
                <c:pt idx="38">
                  <c:v>0.25376083416280437</c:v>
                </c:pt>
                <c:pt idx="39">
                  <c:v>0.34144594885819401</c:v>
                </c:pt>
                <c:pt idx="40">
                  <c:v>0.43388435122800217</c:v>
                </c:pt>
                <c:pt idx="41">
                  <c:v>0.49312966393239321</c:v>
                </c:pt>
                <c:pt idx="42">
                  <c:v>0.55663164021738964</c:v>
                </c:pt>
                <c:pt idx="43">
                  <c:v>0.62416828461769569</c:v>
                </c:pt>
                <c:pt idx="44">
                  <c:v>0.69553343701740289</c:v>
                </c:pt>
                <c:pt idx="45">
                  <c:v>0.77053560848570157</c:v>
                </c:pt>
                <c:pt idx="46">
                  <c:v>0.84899690290329488</c:v>
                </c:pt>
                <c:pt idx="47">
                  <c:v>0.93075201805760344</c:v>
                </c:pt>
                <c:pt idx="48">
                  <c:v>1.0156473203479948</c:v>
                </c:pt>
                <c:pt idx="49">
                  <c:v>1.1035399876749921</c:v>
                </c:pt>
                <c:pt idx="50">
                  <c:v>1.1942972154901099</c:v>
                </c:pt>
                <c:pt idx="51">
                  <c:v>1.2500628207423006</c:v>
                </c:pt>
                <c:pt idx="52">
                  <c:v>1.3084545424410976</c:v>
                </c:pt>
                <c:pt idx="53">
                  <c:v>1.3693654287819896</c:v>
                </c:pt>
                <c:pt idx="54">
                  <c:v>1.4326959131876009</c:v>
                </c:pt>
                <c:pt idx="55">
                  <c:v>1.498353272823806</c:v>
                </c:pt>
                <c:pt idx="56">
                  <c:v>1.5662511270026016</c:v>
                </c:pt>
                <c:pt idx="57">
                  <c:v>1.6363089725450095</c:v>
                </c:pt>
                <c:pt idx="58">
                  <c:v>1.7084517533679957</c:v>
                </c:pt>
                <c:pt idx="59">
                  <c:v>1.7826094617969943</c:v>
                </c:pt>
                <c:pt idx="60">
                  <c:v>1.8587167692279962</c:v>
                </c:pt>
                <c:pt idx="61">
                  <c:v>1.864689648702992</c:v>
                </c:pt>
                <c:pt idx="62">
                  <c:v>1.8724941639150074</c:v>
                </c:pt>
                <c:pt idx="63">
                  <c:v>1.8820770697110021</c:v>
                </c:pt>
                <c:pt idx="64">
                  <c:v>1.893388575435992</c:v>
                </c:pt>
                <c:pt idx="65">
                  <c:v>1.906382093024007</c:v>
                </c:pt>
                <c:pt idx="66">
                  <c:v>1.9210140036209964</c:v>
                </c:pt>
                <c:pt idx="67">
                  <c:v>1.9372434414010087</c:v>
                </c:pt>
                <c:pt idx="68">
                  <c:v>1.9550320933019947</c:v>
                </c:pt>
                <c:pt idx="69">
                  <c:v>1.9743440135110006</c:v>
                </c:pt>
                <c:pt idx="70">
                  <c:v>1.9951454515979918</c:v>
                </c:pt>
                <c:pt idx="71">
                  <c:v>2.0174046933140062</c:v>
                </c:pt>
                <c:pt idx="72">
                  <c:v>2.041091913100999</c:v>
                </c:pt>
                <c:pt idx="73">
                  <c:v>2.0661790374609978</c:v>
                </c:pt>
                <c:pt idx="74">
                  <c:v>2.0926396183819946</c:v>
                </c:pt>
                <c:pt idx="75">
                  <c:v>2.1204487160759982</c:v>
                </c:pt>
                <c:pt idx="76">
                  <c:v>2.149582790349001</c:v>
                </c:pt>
                <c:pt idx="77">
                  <c:v>2.1800195999590102</c:v>
                </c:pt>
                <c:pt idx="78">
                  <c:v>2.211738109382992</c:v>
                </c:pt>
                <c:pt idx="79">
                  <c:v>2.244718402436007</c:v>
                </c:pt>
                <c:pt idx="80">
                  <c:v>2.2789416022479969</c:v>
                </c:pt>
                <c:pt idx="81">
                  <c:v>2.3143897971220042</c:v>
                </c:pt>
                <c:pt idx="82">
                  <c:v>2.3510459718420122</c:v>
                </c:pt>
                <c:pt idx="83">
                  <c:v>2.3888939440289931</c:v>
                </c:pt>
                <c:pt idx="84">
                  <c:v>2.4279183051850026</c:v>
                </c:pt>
                <c:pt idx="85">
                  <c:v>2.4681043660509943</c:v>
                </c:pt>
                <c:pt idx="86">
                  <c:v>2.5094381059910091</c:v>
                </c:pt>
                <c:pt idx="87">
                  <c:v>2.5519061260930016</c:v>
                </c:pt>
                <c:pt idx="88">
                  <c:v>2.595495605703988</c:v>
                </c:pt>
                <c:pt idx="89">
                  <c:v>2.6401942621670003</c:v>
                </c:pt>
                <c:pt idx="90">
                  <c:v>2.6859903135009944</c:v>
                </c:pt>
                <c:pt idx="91">
                  <c:v>2.6827946538159892</c:v>
                </c:pt>
                <c:pt idx="92">
                  <c:v>2.6806741913040071</c:v>
                </c:pt>
                <c:pt idx="93">
                  <c:v>2.679618448512997</c:v>
                </c:pt>
                <c:pt idx="94">
                  <c:v>2.6796173248309998</c:v>
                </c:pt>
                <c:pt idx="95">
                  <c:v>2.680661070998994</c:v>
                </c:pt>
                <c:pt idx="96">
                  <c:v>2.6827402654569994</c:v>
                </c:pt>
                <c:pt idx="97">
                  <c:v>2.6858457924490011</c:v>
                </c:pt>
                <c:pt idx="98">
                  <c:v>2.6899688217120001</c:v>
                </c:pt>
                <c:pt idx="99">
                  <c:v>2.6951007896569905</c:v>
                </c:pt>
                <c:pt idx="100">
                  <c:v>2.7012333819219947</c:v>
                </c:pt>
                <c:pt idx="101">
                  <c:v>2.7083585171949949</c:v>
                </c:pt>
                <c:pt idx="102">
                  <c:v>2.7164683322209981</c:v>
                </c:pt>
                <c:pt idx="103">
                  <c:v>2.7255551679070038</c:v>
                </c:pt>
                <c:pt idx="104">
                  <c:v>2.735611556419002</c:v>
                </c:pt>
                <c:pt idx="105">
                  <c:v>2.7466302092459927</c:v>
                </c:pt>
                <c:pt idx="106">
                  <c:v>2.7586040061050028</c:v>
                </c:pt>
                <c:pt idx="107">
                  <c:v>2.7715259846650042</c:v>
                </c:pt>
                <c:pt idx="108">
                  <c:v>2.7853893310190045</c:v>
                </c:pt>
                <c:pt idx="109">
                  <c:v>2.8001873708369942</c:v>
                </c:pt>
                <c:pt idx="110">
                  <c:v>2.8159135611630006</c:v>
                </c:pt>
                <c:pt idx="111">
                  <c:v>2.8325614828070087</c:v>
                </c:pt>
                <c:pt idx="112">
                  <c:v>2.8501248332819955</c:v>
                </c:pt>
                <c:pt idx="113">
                  <c:v>2.8685974202520015</c:v>
                </c:pt>
                <c:pt idx="114">
                  <c:v>2.8879731554510073</c:v>
                </c:pt>
                <c:pt idx="115">
                  <c:v>2.9082460490379987</c:v>
                </c:pt>
                <c:pt idx="116">
                  <c:v>2.9294102043559889</c:v>
                </c:pt>
                <c:pt idx="117">
                  <c:v>2.9514598130679985</c:v>
                </c:pt>
                <c:pt idx="118">
                  <c:v>2.9743891506349911</c:v>
                </c:pt>
                <c:pt idx="119">
                  <c:v>2.998192572120999</c:v>
                </c:pt>
                <c:pt idx="120">
                  <c:v>3.0228645082990084</c:v>
                </c:pt>
                <c:pt idx="121">
                  <c:v>3.0124767370400036</c:v>
                </c:pt>
                <c:pt idx="122">
                  <c:v>3.0029465548849998</c:v>
                </c:pt>
                <c:pt idx="123">
                  <c:v>2.9942685989819893</c:v>
                </c:pt>
                <c:pt idx="124">
                  <c:v>2.9864375691520024</c:v>
                </c:pt>
                <c:pt idx="125">
                  <c:v>2.9794482251819971</c:v>
                </c:pt>
                <c:pt idx="126">
                  <c:v>2.9732953843070078</c:v>
                </c:pt>
                <c:pt idx="127">
                  <c:v>2.9679739188659937</c:v>
                </c:pt>
                <c:pt idx="128">
                  <c:v>2.9634787541169914</c:v>
                </c:pt>
                <c:pt idx="129">
                  <c:v>2.9598048662120107</c:v>
                </c:pt>
                <c:pt idx="130">
                  <c:v>2.9569472802970012</c:v>
                </c:pt>
                <c:pt idx="131">
                  <c:v>2.9549010687509991</c:v>
                </c:pt>
                <c:pt idx="132">
                  <c:v>2.9536613495409938</c:v>
                </c:pt>
                <c:pt idx="133">
                  <c:v>2.9532232846900115</c:v>
                </c:pt>
                <c:pt idx="134">
                  <c:v>2.953582078840995</c:v>
                </c:pt>
                <c:pt idx="135">
                  <c:v>2.9547329779269944</c:v>
                </c:pt>
                <c:pt idx="136">
                  <c:v>2.9566712679139897</c:v>
                </c:pt>
                <c:pt idx="137">
                  <c:v>2.9593922736429903</c:v>
                </c:pt>
                <c:pt idx="138">
                  <c:v>2.9628913577359981</c:v>
                </c:pt>
                <c:pt idx="139">
                  <c:v>2.9671639195720019</c:v>
                </c:pt>
                <c:pt idx="140">
                  <c:v>2.9722053943389994</c:v>
                </c:pt>
                <c:pt idx="141">
                  <c:v>2.9780112521289936</c:v>
                </c:pt>
                <c:pt idx="142">
                  <c:v>2.9845769971079932</c:v>
                </c:pt>
                <c:pt idx="143">
                  <c:v>2.9918981667230042</c:v>
                </c:pt>
                <c:pt idx="144">
                  <c:v>2.9999703309670025</c:v>
                </c:pt>
                <c:pt idx="145">
                  <c:v>3.0087890916759932</c:v>
                </c:pt>
                <c:pt idx="146">
                  <c:v>3.0183500818870073</c:v>
                </c:pt>
                <c:pt idx="147">
                  <c:v>3.0286489652170019</c:v>
                </c:pt>
                <c:pt idx="148">
                  <c:v>3.0396814352830006</c:v>
                </c:pt>
                <c:pt idx="149">
                  <c:v>3.051443215159992</c:v>
                </c:pt>
                <c:pt idx="150">
                  <c:v>3.0639300568589931</c:v>
                </c:pt>
                <c:pt idx="151">
                  <c:v>3.0507830997729997</c:v>
                </c:pt>
                <c:pt idx="152">
                  <c:v>3.0383527934360046</c:v>
                </c:pt>
                <c:pt idx="153">
                  <c:v>3.0266349738669902</c:v>
                </c:pt>
                <c:pt idx="154">
                  <c:v>3.0156255042229958</c:v>
                </c:pt>
                <c:pt idx="155">
                  <c:v>3.0053202744170022</c:v>
                </c:pt>
                <c:pt idx="156">
                  <c:v>2.9957152007380046</c:v>
                </c:pt>
                <c:pt idx="157">
                  <c:v>2.9868062255030026</c:v>
                </c:pt>
                <c:pt idx="158">
                  <c:v>2.9785893167119895</c:v>
                </c:pt>
                <c:pt idx="159">
                  <c:v>2.9710604677350005</c:v>
                </c:pt>
                <c:pt idx="160">
                  <c:v>2.9642156970019897</c:v>
                </c:pt>
                <c:pt idx="161">
                  <c:v>2.9580510477060074</c:v>
                </c:pt>
                <c:pt idx="162">
                  <c:v>2.9525625875270123</c:v>
                </c:pt>
                <c:pt idx="163">
                  <c:v>2.9477464083639973</c:v>
                </c:pt>
                <c:pt idx="164">
                  <c:v>2.9435986260729976</c:v>
                </c:pt>
                <c:pt idx="165">
                  <c:v>2.9401153802240003</c:v>
                </c:pt>
                <c:pt idx="166">
                  <c:v>2.9372928338579953</c:v>
                </c:pt>
                <c:pt idx="167">
                  <c:v>2.9351271732629982</c:v>
                </c:pt>
                <c:pt idx="168">
                  <c:v>2.9336146077519913</c:v>
                </c:pt>
                <c:pt idx="169">
                  <c:v>2.9327513694450005</c:v>
                </c:pt>
                <c:pt idx="170">
                  <c:v>2.9325337130710096</c:v>
                </c:pt>
                <c:pt idx="171">
                  <c:v>2.9329579157599994</c:v>
                </c:pt>
                <c:pt idx="172">
                  <c:v>2.9340202768590018</c:v>
                </c:pt>
                <c:pt idx="173">
                  <c:v>2.9357171177369992</c:v>
                </c:pt>
                <c:pt idx="174">
                  <c:v>2.9380447816070046</c:v>
                </c:pt>
                <c:pt idx="175">
                  <c:v>2.9409996333500033</c:v>
                </c:pt>
                <c:pt idx="176">
                  <c:v>2.9445780593409978</c:v>
                </c:pt>
                <c:pt idx="177">
                  <c:v>2.9487764672829968</c:v>
                </c:pt>
                <c:pt idx="178">
                  <c:v>2.9535912860429931</c:v>
                </c:pt>
                <c:pt idx="179">
                  <c:v>2.959018965496</c:v>
                </c:pt>
                <c:pt idx="180">
                  <c:v>2.9650559763610005</c:v>
                </c:pt>
                <c:pt idx="181">
                  <c:v>2.9515119929520068</c:v>
                </c:pt>
                <c:pt idx="182">
                  <c:v>2.9385703443439866</c:v>
                </c:pt>
                <c:pt idx="183">
                  <c:v>2.9262275629079966</c:v>
                </c:pt>
                <c:pt idx="184">
                  <c:v>2.9144802012749977</c:v>
                </c:pt>
                <c:pt idx="185">
                  <c:v>2.9033248321970007</c:v>
                </c:pt>
                <c:pt idx="186">
                  <c:v>2.8927580484059945</c:v>
                </c:pt>
                <c:pt idx="187">
                  <c:v>2.8827764624820134</c:v>
                </c:pt>
                <c:pt idx="188">
                  <c:v>2.8733767067160016</c:v>
                </c:pt>
                <c:pt idx="189">
                  <c:v>2.8645554329870038</c:v>
                </c:pt>
                <c:pt idx="190">
                  <c:v>2.8563093126240062</c:v>
                </c:pt>
                <c:pt idx="191">
                  <c:v>2.8486350362850033</c:v>
                </c:pt>
                <c:pt idx="192">
                  <c:v>2.8415293138289996</c:v>
                </c:pt>
                <c:pt idx="193">
                  <c:v>2.8349888741960001</c:v>
                </c:pt>
                <c:pt idx="194">
                  <c:v>2.829010465282991</c:v>
                </c:pt>
                <c:pt idx="195">
                  <c:v>2.8235908538230063</c:v>
                </c:pt>
                <c:pt idx="196">
                  <c:v>2.8187268252680013</c:v>
                </c:pt>
                <c:pt idx="197">
                  <c:v>2.8144151836740008</c:v>
                </c:pt>
                <c:pt idx="198">
                  <c:v>2.8106527515810029</c:v>
                </c:pt>
                <c:pt idx="199">
                  <c:v>2.8074363699009979</c:v>
                </c:pt>
                <c:pt idx="200">
                  <c:v>2.8047628978050057</c:v>
                </c:pt>
                <c:pt idx="201">
                  <c:v>2.8026292126090055</c:v>
                </c:pt>
                <c:pt idx="202">
                  <c:v>2.8010322096669995</c:v>
                </c:pt>
                <c:pt idx="203">
                  <c:v>2.7999688022580074</c:v>
                </c:pt>
                <c:pt idx="204">
                  <c:v>2.7994359214790023</c:v>
                </c:pt>
                <c:pt idx="205">
                  <c:v>2.7994305161330004</c:v>
                </c:pt>
                <c:pt idx="206">
                  <c:v>2.7999495526329952</c:v>
                </c:pt>
                <c:pt idx="207">
                  <c:v>2.8009900148839932</c:v>
                </c:pt>
                <c:pt idx="208">
                  <c:v>2.8025489041880007</c:v>
                </c:pt>
                <c:pt idx="209">
                  <c:v>2.804623239131999</c:v>
                </c:pt>
                <c:pt idx="210">
                  <c:v>2.807210055492007</c:v>
                </c:pt>
                <c:pt idx="211">
                  <c:v>2.7944195635199947</c:v>
                </c:pt>
                <c:pt idx="212">
                  <c:v>2.7821356756659981</c:v>
                </c:pt>
                <c:pt idx="213">
                  <c:v>2.7703554786569953</c:v>
                </c:pt>
                <c:pt idx="214">
                  <c:v>2.7590760760010085</c:v>
                </c:pt>
                <c:pt idx="215">
                  <c:v>2.7482945878899869</c:v>
                </c:pt>
                <c:pt idx="216">
                  <c:v>2.7380081511000043</c:v>
                </c:pt>
                <c:pt idx="217">
                  <c:v>2.728213918902</c:v>
                </c:pt>
                <c:pt idx="218">
                  <c:v>2.718909060951006</c:v>
                </c:pt>
                <c:pt idx="219">
                  <c:v>2.7100907632029987</c:v>
                </c:pt>
                <c:pt idx="220">
                  <c:v>2.7017562278110034</c:v>
                </c:pt>
                <c:pt idx="221">
                  <c:v>2.6939026730370017</c:v>
                </c:pt>
                <c:pt idx="222">
                  <c:v>2.6865273331520001</c:v>
                </c:pt>
                <c:pt idx="223">
                  <c:v>2.6796274583469994</c:v>
                </c:pt>
                <c:pt idx="224">
                  <c:v>2.6732003146379952</c:v>
                </c:pt>
                <c:pt idx="225">
                  <c:v>2.6672431837760087</c:v>
                </c:pt>
                <c:pt idx="226">
                  <c:v>2.6617533631520018</c:v>
                </c:pt>
                <c:pt idx="227">
                  <c:v>2.6567281657100068</c:v>
                </c:pt>
                <c:pt idx="228">
                  <c:v>2.6521649198540018</c:v>
                </c:pt>
                <c:pt idx="229">
                  <c:v>2.6480609693590083</c:v>
                </c:pt>
                <c:pt idx="230">
                  <c:v>2.6444136732829975</c:v>
                </c:pt>
                <c:pt idx="231">
                  <c:v>2.6412204058759983</c:v>
                </c:pt>
                <c:pt idx="232">
                  <c:v>2.6384785564969917</c:v>
                </c:pt>
                <c:pt idx="233">
                  <c:v>2.6361855295180021</c:v>
                </c:pt>
                <c:pt idx="234">
                  <c:v>2.6343387442459942</c:v>
                </c:pt>
                <c:pt idx="235">
                  <c:v>2.632935634831</c:v>
                </c:pt>
                <c:pt idx="236">
                  <c:v>2.6319736501820046</c:v>
                </c:pt>
                <c:pt idx="237">
                  <c:v>2.6314502538839974</c:v>
                </c:pt>
                <c:pt idx="238">
                  <c:v>2.6313629241059999</c:v>
                </c:pt>
                <c:pt idx="239">
                  <c:v>2.6317091535260033</c:v>
                </c:pt>
                <c:pt idx="240">
                  <c:v>2.632486449242009</c:v>
                </c:pt>
                <c:pt idx="241">
                  <c:v>2.6208895301910076</c:v>
                </c:pt>
                <c:pt idx="242">
                  <c:v>2.6097187345589958</c:v>
                </c:pt>
                <c:pt idx="243">
                  <c:v>2.5989716122100077</c:v>
                </c:pt>
                <c:pt idx="244">
                  <c:v>2.5886457270979975</c:v>
                </c:pt>
                <c:pt idx="245">
                  <c:v>2.5787386571840045</c:v>
                </c:pt>
                <c:pt idx="246">
                  <c:v>2.5692479943610067</c:v>
                </c:pt>
                <c:pt idx="247">
                  <c:v>2.5601713443680012</c:v>
                </c:pt>
                <c:pt idx="248">
                  <c:v>2.5515063267159945</c:v>
                </c:pt>
                <c:pt idx="249">
                  <c:v>2.5432505746029932</c:v>
                </c:pt>
                <c:pt idx="250">
                  <c:v>2.5354017348370093</c:v>
                </c:pt>
                <c:pt idx="251">
                  <c:v>2.5279574677599896</c:v>
                </c:pt>
                <c:pt idx="252">
                  <c:v>2.520915447166999</c:v>
                </c:pt>
                <c:pt idx="253">
                  <c:v>2.5142733602299927</c:v>
                </c:pt>
                <c:pt idx="254">
                  <c:v>2.5080289074209929</c:v>
                </c:pt>
                <c:pt idx="255">
                  <c:v>2.5021798024340001</c:v>
                </c:pt>
                <c:pt idx="256">
                  <c:v>2.496723772110002</c:v>
                </c:pt>
                <c:pt idx="257">
                  <c:v>2.4916585563640012</c:v>
                </c:pt>
                <c:pt idx="258">
                  <c:v>2.4869819081030187</c:v>
                </c:pt>
                <c:pt idx="259">
                  <c:v>2.4826915931580089</c:v>
                </c:pt>
                <c:pt idx="260">
                  <c:v>2.4787853902039956</c:v>
                </c:pt>
                <c:pt idx="261">
                  <c:v>2.4752610906929959</c:v>
                </c:pt>
                <c:pt idx="262">
                  <c:v>2.4721164987729907</c:v>
                </c:pt>
                <c:pt idx="263">
                  <c:v>2.4693494312199959</c:v>
                </c:pt>
                <c:pt idx="264">
                  <c:v>2.466957717362007</c:v>
                </c:pt>
                <c:pt idx="265">
                  <c:v>2.464939199012008</c:v>
                </c:pt>
                <c:pt idx="266">
                  <c:v>2.463291730387013</c:v>
                </c:pt>
                <c:pt idx="267">
                  <c:v>2.4620131780480108</c:v>
                </c:pt>
                <c:pt idx="268">
                  <c:v>2.4611014208170161</c:v>
                </c:pt>
                <c:pt idx="269">
                  <c:v>2.4605543497199847</c:v>
                </c:pt>
                <c:pt idx="270">
                  <c:v>2.4603698679039923</c:v>
                </c:pt>
                <c:pt idx="271">
                  <c:v>2.4501395935299968</c:v>
                </c:pt>
                <c:pt idx="272">
                  <c:v>2.440267750834991</c:v>
                </c:pt>
                <c:pt idx="273">
                  <c:v>2.4307522789309957</c:v>
                </c:pt>
                <c:pt idx="274">
                  <c:v>2.4215911287789993</c:v>
                </c:pt>
                <c:pt idx="275">
                  <c:v>2.4127822631200075</c:v>
                </c:pt>
                <c:pt idx="276">
                  <c:v>2.4043236564130126</c:v>
                </c:pt>
                <c:pt idx="277">
                  <c:v>2.3962132947620063</c:v>
                </c:pt>
                <c:pt idx="278">
                  <c:v>2.3884491758469863</c:v>
                </c:pt>
                <c:pt idx="279">
                  <c:v>2.3810293088649956</c:v>
                </c:pt>
                <c:pt idx="280">
                  <c:v>2.3739517144599915</c:v>
                </c:pt>
                <c:pt idx="281">
                  <c:v>2.3672144246550033</c:v>
                </c:pt>
                <c:pt idx="282">
                  <c:v>2.3608154827890075</c:v>
                </c:pt>
                <c:pt idx="283">
                  <c:v>2.3547529434510039</c:v>
                </c:pt>
                <c:pt idx="284">
                  <c:v>2.3490248724170186</c:v>
                </c:pt>
                <c:pt idx="285">
                  <c:v>2.3436293465860132</c:v>
                </c:pt>
                <c:pt idx="286">
                  <c:v>2.3385644539079919</c:v>
                </c:pt>
                <c:pt idx="287">
                  <c:v>2.3338282933329992</c:v>
                </c:pt>
                <c:pt idx="288">
                  <c:v>2.3294189747419978</c:v>
                </c:pt>
                <c:pt idx="289">
                  <c:v>2.3253346188769939</c:v>
                </c:pt>
                <c:pt idx="290">
                  <c:v>2.3215733572930048</c:v>
                </c:pt>
                <c:pt idx="291">
                  <c:v>2.3181333322840061</c:v>
                </c:pt>
                <c:pt idx="292">
                  <c:v>2.3150126968270115</c:v>
                </c:pt>
                <c:pt idx="293">
                  <c:v>2.3122096145170161</c:v>
                </c:pt>
                <c:pt idx="294">
                  <c:v>2.3097222595089875</c:v>
                </c:pt>
                <c:pt idx="295">
                  <c:v>2.3075488164579951</c:v>
                </c:pt>
                <c:pt idx="296">
                  <c:v>2.305687480456001</c:v>
                </c:pt>
                <c:pt idx="297">
                  <c:v>2.3041364569679956</c:v>
                </c:pt>
                <c:pt idx="298">
                  <c:v>2.3028939617850028</c:v>
                </c:pt>
                <c:pt idx="299">
                  <c:v>2.3019582209510077</c:v>
                </c:pt>
                <c:pt idx="300">
                  <c:v>2.3013274707110156</c:v>
                </c:pt>
                <c:pt idx="301">
                  <c:v>2.2924789352829862</c:v>
                </c:pt>
                <c:pt idx="302">
                  <c:v>2.283931893306999</c:v>
                </c:pt>
                <c:pt idx="303">
                  <c:v>2.2756846112760059</c:v>
                </c:pt>
                <c:pt idx="304">
                  <c:v>2.267735365651987</c:v>
                </c:pt>
                <c:pt idx="305">
                  <c:v>2.2600824428079989</c:v>
                </c:pt>
                <c:pt idx="306">
                  <c:v>2.2527241389680057</c:v>
                </c:pt>
                <c:pt idx="307">
                  <c:v>2.2456587601519971</c:v>
                </c:pt>
                <c:pt idx="308">
                  <c:v>2.2388846221220149</c:v>
                </c:pt>
                <c:pt idx="309">
                  <c:v>2.2324000503209902</c:v>
                </c:pt>
                <c:pt idx="310">
                  <c:v>2.2262033798229766</c:v>
                </c:pt>
                <c:pt idx="311">
                  <c:v>2.2202929552740045</c:v>
                </c:pt>
                <c:pt idx="312">
                  <c:v>2.214667130837995</c:v>
                </c:pt>
                <c:pt idx="313">
                  <c:v>2.2093242701399731</c:v>
                </c:pt>
                <c:pt idx="314">
                  <c:v>2.2042627462170117</c:v>
                </c:pt>
                <c:pt idx="315">
                  <c:v>2.1994809414590009</c:v>
                </c:pt>
                <c:pt idx="316">
                  <c:v>2.1949772475570057</c:v>
                </c:pt>
                <c:pt idx="317">
                  <c:v>2.1907500654500041</c:v>
                </c:pt>
                <c:pt idx="318">
                  <c:v>2.1867978052689807</c:v>
                </c:pt>
                <c:pt idx="319">
                  <c:v>2.1831188862890087</c:v>
                </c:pt>
                <c:pt idx="320">
                  <c:v>2.179711736872008</c:v>
                </c:pt>
                <c:pt idx="321">
                  <c:v>2.1765747944170073</c:v>
                </c:pt>
                <c:pt idx="322">
                  <c:v>2.1737065053079903</c:v>
                </c:pt>
                <c:pt idx="323">
                  <c:v>2.1711053248599796</c:v>
                </c:pt>
                <c:pt idx="324">
                  <c:v>2.1687697172740172</c:v>
                </c:pt>
                <c:pt idx="325">
                  <c:v>2.1666981555760003</c:v>
                </c:pt>
                <c:pt idx="326">
                  <c:v>2.164889121574987</c:v>
                </c:pt>
                <c:pt idx="327">
                  <c:v>2.1633411058080014</c:v>
                </c:pt>
                <c:pt idx="328">
                  <c:v>2.162052607491006</c:v>
                </c:pt>
                <c:pt idx="329">
                  <c:v>2.1610221344709828</c:v>
                </c:pt>
                <c:pt idx="330">
                  <c:v>2.160248203170994</c:v>
                </c:pt>
                <c:pt idx="331">
                  <c:v>2.1527115136610178</c:v>
                </c:pt>
                <c:pt idx="332">
                  <c:v>2.1454284242619792</c:v>
                </c:pt>
                <c:pt idx="333">
                  <c:v>2.1383974768439771</c:v>
                </c:pt>
                <c:pt idx="334">
                  <c:v>2.1316172216579901</c:v>
                </c:pt>
                <c:pt idx="335">
                  <c:v>2.1250862172940117</c:v>
                </c:pt>
                <c:pt idx="336">
                  <c:v>2.1188030306269923</c:v>
                </c:pt>
                <c:pt idx="337">
                  <c:v>2.1127662367720177</c:v>
                </c:pt>
                <c:pt idx="338">
                  <c:v>2.106974419038977</c:v>
                </c:pt>
                <c:pt idx="339">
                  <c:v>2.1014261688810052</c:v>
                </c:pt>
                <c:pt idx="340">
                  <c:v>2.0961200858509983</c:v>
                </c:pt>
                <c:pt idx="341">
                  <c:v>2.0910547775540067</c:v>
                </c:pt>
                <c:pt idx="342">
                  <c:v>2.0862288596020164</c:v>
                </c:pt>
                <c:pt idx="343">
                  <c:v>2.0816409555650068</c:v>
                </c:pt>
                <c:pt idx="344">
                  <c:v>2.0772896969280055</c:v>
                </c:pt>
                <c:pt idx="345">
                  <c:v>2.0731737230439933</c:v>
                </c:pt>
                <c:pt idx="346">
                  <c:v>2.0692916810909878</c:v>
                </c:pt>
                <c:pt idx="347">
                  <c:v>2.0656422260240106</c:v>
                </c:pt>
                <c:pt idx="348">
                  <c:v>2.0622240205300102</c:v>
                </c:pt>
                <c:pt idx="349">
                  <c:v>2.0590357349900046</c:v>
                </c:pt>
                <c:pt idx="350">
                  <c:v>2.0560760474259894</c:v>
                </c:pt>
                <c:pt idx="351">
                  <c:v>2.0533436434609769</c:v>
                </c:pt>
                <c:pt idx="352">
                  <c:v>2.050837216275994</c:v>
                </c:pt>
                <c:pt idx="353">
                  <c:v>2.0485554665679899</c:v>
                </c:pt>
                <c:pt idx="354">
                  <c:v>2.046497102502002</c:v>
                </c:pt>
                <c:pt idx="355">
                  <c:v>2.0446608396710246</c:v>
                </c:pt>
                <c:pt idx="356">
                  <c:v>2.0430454010540018</c:v>
                </c:pt>
                <c:pt idx="357">
                  <c:v>2.0416495169729956</c:v>
                </c:pt>
                <c:pt idx="358">
                  <c:v>2.0404719250479957</c:v>
                </c:pt>
                <c:pt idx="359">
                  <c:v>2.0395113701570153</c:v>
                </c:pt>
                <c:pt idx="360">
                  <c:v>2.0387666043999957</c:v>
                </c:pt>
                <c:pt idx="361">
                  <c:v>2.032440390432015</c:v>
                </c:pt>
                <c:pt idx="362">
                  <c:v>2.0263274912720135</c:v>
                </c:pt>
                <c:pt idx="363">
                  <c:v>2.020426680419007</c:v>
                </c:pt>
                <c:pt idx="364">
                  <c:v>2.0147367384240056</c:v>
                </c:pt>
                <c:pt idx="365">
                  <c:v>2.0092564528459889</c:v>
                </c:pt>
                <c:pt idx="366">
                  <c:v>2.0039846182199881</c:v>
                </c:pt>
                <c:pt idx="367">
                  <c:v>1.9989200360089967</c:v>
                </c:pt>
                <c:pt idx="368">
                  <c:v>1.9940615145700065</c:v>
                </c:pt>
                <c:pt idx="369">
                  <c:v>1.9894078691079926</c:v>
                </c:pt>
                <c:pt idx="370">
                  <c:v>1.9849579216409836</c:v>
                </c:pt>
                <c:pt idx="371">
                  <c:v>1.980710500963994</c:v>
                </c:pt>
                <c:pt idx="372">
                  <c:v>1.9766644426019866</c:v>
                </c:pt>
                <c:pt idx="373">
                  <c:v>1.9728185887749987</c:v>
                </c:pt>
                <c:pt idx="374">
                  <c:v>1.9691717883639797</c:v>
                </c:pt>
                <c:pt idx="375">
                  <c:v>1.9657228968639799</c:v>
                </c:pt>
                <c:pt idx="376">
                  <c:v>1.9624707763549907</c:v>
                </c:pt>
                <c:pt idx="377">
                  <c:v>1.9594142954560141</c:v>
                </c:pt>
                <c:pt idx="378">
                  <c:v>1.9565523292919806</c:v>
                </c:pt>
                <c:pt idx="379">
                  <c:v>1.9538837594590177</c:v>
                </c:pt>
                <c:pt idx="380">
                  <c:v>1.951407473979998</c:v>
                </c:pt>
                <c:pt idx="381">
                  <c:v>1.9491223672690126</c:v>
                </c:pt>
                <c:pt idx="382">
                  <c:v>1.9470273401049951</c:v>
                </c:pt>
                <c:pt idx="383">
                  <c:v>1.9451212995799949</c:v>
                </c:pt>
                <c:pt idx="384">
                  <c:v>1.9434031590730001</c:v>
                </c:pt>
                <c:pt idx="385">
                  <c:v>1.9418718382100053</c:v>
                </c:pt>
                <c:pt idx="386">
                  <c:v>1.9405262628280013</c:v>
                </c:pt>
                <c:pt idx="387">
                  <c:v>1.9393653649439955</c:v>
                </c:pt>
                <c:pt idx="388">
                  <c:v>1.9383880827109863</c:v>
                </c:pt>
                <c:pt idx="389">
                  <c:v>1.9375933603870124</c:v>
                </c:pt>
                <c:pt idx="390">
                  <c:v>1.9369801483069864</c:v>
                </c:pt>
                <c:pt idx="391">
                  <c:v>1.9317461917359822</c:v>
                </c:pt>
                <c:pt idx="392">
                  <c:v>1.9266916641390139</c:v>
                </c:pt>
                <c:pt idx="393">
                  <c:v>1.9218155338480187</c:v>
                </c:pt>
                <c:pt idx="394">
                  <c:v>1.9171167751269991</c:v>
                </c:pt>
                <c:pt idx="395">
                  <c:v>1.9125943681379738</c:v>
                </c:pt>
                <c:pt idx="396">
                  <c:v>1.9082472989060193</c:v>
                </c:pt>
                <c:pt idx="397">
                  <c:v>1.904074559287011</c:v>
                </c:pt>
                <c:pt idx="398">
                  <c:v>1.9000751469340003</c:v>
                </c:pt>
                <c:pt idx="399">
                  <c:v>1.8962480652620002</c:v>
                </c:pt>
                <c:pt idx="400">
                  <c:v>1.8925923234170057</c:v>
                </c:pt>
                <c:pt idx="401">
                  <c:v>1.8891069362410065</c:v>
                </c:pt>
                <c:pt idx="402">
                  <c:v>1.8857909242420021</c:v>
                </c:pt>
                <c:pt idx="403">
                  <c:v>1.882643313559015</c:v>
                </c:pt>
                <c:pt idx="404">
                  <c:v>1.8796631359300022</c:v>
                </c:pt>
                <c:pt idx="405">
                  <c:v>1.8768494286589998</c:v>
                </c:pt>
                <c:pt idx="406">
                  <c:v>1.8742012345900037</c:v>
                </c:pt>
                <c:pt idx="407">
                  <c:v>1.8717176020649902</c:v>
                </c:pt>
                <c:pt idx="408">
                  <c:v>1.8693975849010087</c:v>
                </c:pt>
                <c:pt idx="409">
                  <c:v>1.8672402423540007</c:v>
                </c:pt>
                <c:pt idx="410">
                  <c:v>1.8652446390900081</c:v>
                </c:pt>
                <c:pt idx="411">
                  <c:v>1.863409845152006</c:v>
                </c:pt>
                <c:pt idx="412">
                  <c:v>1.8617349359290074</c:v>
                </c:pt>
                <c:pt idx="413">
                  <c:v>1.8602189921290062</c:v>
                </c:pt>
                <c:pt idx="414">
                  <c:v>1.8588610997429953</c:v>
                </c:pt>
                <c:pt idx="415">
                  <c:v>1.8576603500190174</c:v>
                </c:pt>
                <c:pt idx="416">
                  <c:v>1.856615839431015</c:v>
                </c:pt>
                <c:pt idx="417">
                  <c:v>1.8557266696450085</c:v>
                </c:pt>
                <c:pt idx="418">
                  <c:v>1.8549919474949945</c:v>
                </c:pt>
                <c:pt idx="419">
                  <c:v>1.8544107849470208</c:v>
                </c:pt>
                <c:pt idx="420">
                  <c:v>1.8539822990769892</c:v>
                </c:pt>
                <c:pt idx="421">
                  <c:v>1.8497203198179761</c:v>
                </c:pt>
                <c:pt idx="422">
                  <c:v>1.8456092665869903</c:v>
                </c:pt>
                <c:pt idx="423">
                  <c:v>1.841648271598018</c:v>
                </c:pt>
                <c:pt idx="424">
                  <c:v>1.8378364720589957</c:v>
                </c:pt>
                <c:pt idx="425">
                  <c:v>1.8341730101359985</c:v>
                </c:pt>
                <c:pt idx="426">
                  <c:v>1.8306570329270073</c:v>
                </c:pt>
                <c:pt idx="427">
                  <c:v>1.8272876924369825</c:v>
                </c:pt>
                <c:pt idx="428">
                  <c:v>1.8240641455450088</c:v>
                </c:pt>
                <c:pt idx="429">
                  <c:v>1.8209855539760156</c:v>
                </c:pt>
                <c:pt idx="430">
                  <c:v>1.8180510842779825</c:v>
                </c:pt>
                <c:pt idx="431">
                  <c:v>1.8152599077889988</c:v>
                </c:pt>
                <c:pt idx="432">
                  <c:v>1.812611200611002</c:v>
                </c:pt>
                <c:pt idx="433">
                  <c:v>1.8101041435859884</c:v>
                </c:pt>
                <c:pt idx="434">
                  <c:v>1.8077379222640104</c:v>
                </c:pt>
                <c:pt idx="435">
                  <c:v>1.8055117268770005</c:v>
                </c:pt>
                <c:pt idx="436">
                  <c:v>1.80342475231501</c:v>
                </c:pt>
                <c:pt idx="437">
                  <c:v>1.8014761980980154</c:v>
                </c:pt>
                <c:pt idx="438">
                  <c:v>1.7996652683429772</c:v>
                </c:pt>
                <c:pt idx="439">
                  <c:v>1.7979911717499988</c:v>
                </c:pt>
                <c:pt idx="440">
                  <c:v>1.7964531215630188</c:v>
                </c:pt>
                <c:pt idx="441">
                  <c:v>1.7950503355549756</c:v>
                </c:pt>
                <c:pt idx="442">
                  <c:v>1.7937820359929901</c:v>
                </c:pt>
                <c:pt idx="443">
                  <c:v>1.7926474496150036</c:v>
                </c:pt>
                <c:pt idx="444">
                  <c:v>1.7916458076090009</c:v>
                </c:pt>
                <c:pt idx="445">
                  <c:v>1.7907763455799852</c:v>
                </c:pt>
                <c:pt idx="446">
                  <c:v>1.790038303529002</c:v>
                </c:pt>
                <c:pt idx="447">
                  <c:v>1.7894309258279861</c:v>
                </c:pt>
                <c:pt idx="448">
                  <c:v>1.7889534611919942</c:v>
                </c:pt>
                <c:pt idx="449">
                  <c:v>1.7886051626560118</c:v>
                </c:pt>
                <c:pt idx="450">
                  <c:v>1.7883852875509945</c:v>
                </c:pt>
                <c:pt idx="451">
                  <c:v>1.7849766332359991</c:v>
                </c:pt>
                <c:pt idx="452">
                  <c:v>1.7816949297979932</c:v>
                </c:pt>
                <c:pt idx="453">
                  <c:v>1.7785394473040128</c:v>
                </c:pt>
                <c:pt idx="454">
                  <c:v>1.7755094600170196</c:v>
                </c:pt>
                <c:pt idx="455">
                  <c:v>1.7726042463750105</c:v>
                </c:pt>
                <c:pt idx="456">
                  <c:v>1.7698230889630224</c:v>
                </c:pt>
                <c:pt idx="457">
                  <c:v>1.76716527449301</c:v>
                </c:pt>
                <c:pt idx="458">
                  <c:v>1.764630093774997</c:v>
                </c:pt>
                <c:pt idx="459">
                  <c:v>1.7622168416990007</c:v>
                </c:pt>
                <c:pt idx="460">
                  <c:v>1.7599248172089972</c:v>
                </c:pt>
                <c:pt idx="461">
                  <c:v>1.7577533232779956</c:v>
                </c:pt>
                <c:pt idx="462">
                  <c:v>1.7557016668899905</c:v>
                </c:pt>
                <c:pt idx="463">
                  <c:v>1.7537691590110001</c:v>
                </c:pt>
                <c:pt idx="464">
                  <c:v>1.751955114569995</c:v>
                </c:pt>
                <c:pt idx="465">
                  <c:v>1.7502588524340013</c:v>
                </c:pt>
                <c:pt idx="466">
                  <c:v>1.748679695385988</c:v>
                </c:pt>
                <c:pt idx="467">
                  <c:v>1.7472169701060238</c:v>
                </c:pt>
                <c:pt idx="468">
                  <c:v>1.7458700071410078</c:v>
                </c:pt>
                <c:pt idx="469">
                  <c:v>1.7446381408909986</c:v>
                </c:pt>
                <c:pt idx="470">
                  <c:v>1.7435207095809915</c:v>
                </c:pt>
                <c:pt idx="471">
                  <c:v>1.7425170552390057</c:v>
                </c:pt>
                <c:pt idx="472">
                  <c:v>1.741626523680992</c:v>
                </c:pt>
                <c:pt idx="473">
                  <c:v>1.740848464481985</c:v>
                </c:pt>
                <c:pt idx="474">
                  <c:v>1.7401822309559805</c:v>
                </c:pt>
                <c:pt idx="475">
                  <c:v>1.7396271801349883</c:v>
                </c:pt>
                <c:pt idx="476">
                  <c:v>1.7391826727499904</c:v>
                </c:pt>
                <c:pt idx="477">
                  <c:v>1.7388480732039966</c:v>
                </c:pt>
                <c:pt idx="478">
                  <c:v>1.7386227495610171</c:v>
                </c:pt>
                <c:pt idx="479">
                  <c:v>1.7385060735110187</c:v>
                </c:pt>
                <c:pt idx="480">
                  <c:v>1.7384974203619947</c:v>
                </c:pt>
                <c:pt idx="481">
                  <c:v>1.7358311675299944</c:v>
                </c:pt>
                <c:pt idx="482">
                  <c:v>1.7332716989660071</c:v>
                </c:pt>
                <c:pt idx="483">
                  <c:v>1.7308184006879799</c:v>
                </c:pt>
                <c:pt idx="484">
                  <c:v>1.7284706622469912</c:v>
                </c:pt>
                <c:pt idx="485">
                  <c:v>1.7262278767010173</c:v>
                </c:pt>
                <c:pt idx="486">
                  <c:v>1.7240894406020004</c:v>
                </c:pt>
                <c:pt idx="487">
                  <c:v>1.7220547539670008</c:v>
                </c:pt>
                <c:pt idx="488">
                  <c:v>1.7201232202660037</c:v>
                </c:pt>
                <c:pt idx="489">
                  <c:v>1.7182942463969937</c:v>
                </c:pt>
                <c:pt idx="490">
                  <c:v>1.7165672426699814</c:v>
                </c:pt>
                <c:pt idx="491">
                  <c:v>1.7149416227840106</c:v>
                </c:pt>
                <c:pt idx="492">
                  <c:v>1.7134168038090252</c:v>
                </c:pt>
                <c:pt idx="493">
                  <c:v>1.7119922061689863</c:v>
                </c:pt>
                <c:pt idx="494">
                  <c:v>1.710667253616009</c:v>
                </c:pt>
                <c:pt idx="495">
                  <c:v>1.7094413732199882</c:v>
                </c:pt>
                <c:pt idx="496">
                  <c:v>1.7083139953440138</c:v>
                </c:pt>
                <c:pt idx="497">
                  <c:v>1.7072845536220029</c:v>
                </c:pt>
                <c:pt idx="498">
                  <c:v>1.7063524849500027</c:v>
                </c:pt>
                <c:pt idx="499">
                  <c:v>1.7055172294610088</c:v>
                </c:pt>
                <c:pt idx="500">
                  <c:v>1.7047782305020007</c:v>
                </c:pt>
                <c:pt idx="501">
                  <c:v>1.7041349346270067</c:v>
                </c:pt>
                <c:pt idx="502">
                  <c:v>1.7035867915689948</c:v>
                </c:pt>
                <c:pt idx="503">
                  <c:v>1.7031332542240136</c:v>
                </c:pt>
                <c:pt idx="504">
                  <c:v>1.7027737786369812</c:v>
                </c:pt>
                <c:pt idx="505">
                  <c:v>1.7025078239770153</c:v>
                </c:pt>
                <c:pt idx="506">
                  <c:v>1.7023348525239896</c:v>
                </c:pt>
                <c:pt idx="507">
                  <c:v>1.702254329650998</c:v>
                </c:pt>
                <c:pt idx="508">
                  <c:v>1.7022657238030092</c:v>
                </c:pt>
                <c:pt idx="509">
                  <c:v>1.7023685064829976</c:v>
                </c:pt>
                <c:pt idx="510">
                  <c:v>1.7025621522309962</c:v>
                </c:pt>
                <c:pt idx="511">
                  <c:v>1.7005362476620007</c:v>
                </c:pt>
                <c:pt idx="512">
                  <c:v>1.6986001642879955</c:v>
                </c:pt>
                <c:pt idx="513">
                  <c:v>1.6967533856640102</c:v>
                </c:pt>
                <c:pt idx="514">
                  <c:v>1.6949953983109936</c:v>
                </c:pt>
                <c:pt idx="515">
                  <c:v>1.6933256917049846</c:v>
                </c:pt>
                <c:pt idx="516">
                  <c:v>1.6917437582529828</c:v>
                </c:pt>
                <c:pt idx="517">
                  <c:v>1.6902490932860132</c:v>
                </c:pt>
                <c:pt idx="518">
                  <c:v>1.6888411950330067</c:v>
                </c:pt>
                <c:pt idx="519">
                  <c:v>1.6875195646089765</c:v>
                </c:pt>
                <c:pt idx="520">
                  <c:v>1.6862837059969991</c:v>
                </c:pt>
                <c:pt idx="521">
                  <c:v>1.6851331260340032</c:v>
                </c:pt>
                <c:pt idx="522">
                  <c:v>1.6840673343889989</c:v>
                </c:pt>
                <c:pt idx="523">
                  <c:v>1.6830858435540108</c:v>
                </c:pt>
                <c:pt idx="524">
                  <c:v>1.6821881688209999</c:v>
                </c:pt>
                <c:pt idx="525">
                  <c:v>1.6813738282729958</c:v>
                </c:pt>
                <c:pt idx="526">
                  <c:v>1.6806423427569825</c:v>
                </c:pt>
                <c:pt idx="527">
                  <c:v>1.6799932358830176</c:v>
                </c:pt>
                <c:pt idx="528">
                  <c:v>1.679426033993991</c:v>
                </c:pt>
                <c:pt idx="529">
                  <c:v>1.6789402661599979</c:v>
                </c:pt>
                <c:pt idx="530">
                  <c:v>1.6785354641549759</c:v>
                </c:pt>
                <c:pt idx="531">
                  <c:v>1.6782111624520155</c:v>
                </c:pt>
                <c:pt idx="532">
                  <c:v>1.6779668981909879</c:v>
                </c:pt>
                <c:pt idx="533">
                  <c:v>1.6778022111829785</c:v>
                </c:pt>
                <c:pt idx="534">
                  <c:v>1.677716643878</c:v>
                </c:pt>
                <c:pt idx="535">
                  <c:v>1.6777097413610136</c:v>
                </c:pt>
                <c:pt idx="536">
                  <c:v>1.6777810513279974</c:v>
                </c:pt>
                <c:pt idx="537">
                  <c:v>1.6779301240820246</c:v>
                </c:pt>
                <c:pt idx="538">
                  <c:v>1.6781565125060069</c:v>
                </c:pt>
                <c:pt idx="539">
                  <c:v>1.6784597720580052</c:v>
                </c:pt>
                <c:pt idx="540">
                  <c:v>1.6788394607469854</c:v>
                </c:pt>
                <c:pt idx="541">
                  <c:v>1.677360919373001</c:v>
                </c:pt>
                <c:pt idx="542">
                  <c:v>1.6759579307700108</c:v>
                </c:pt>
                <c:pt idx="543">
                  <c:v>1.6746300605310012</c:v>
                </c:pt>
                <c:pt idx="544">
                  <c:v>1.6733768767469996</c:v>
                </c:pt>
                <c:pt idx="545">
                  <c:v>1.6721979499889983</c:v>
                </c:pt>
                <c:pt idx="546">
                  <c:v>1.6710928533020137</c:v>
                </c:pt>
                <c:pt idx="547">
                  <c:v>1.6700611621809855</c:v>
                </c:pt>
                <c:pt idx="548">
                  <c:v>1.6691024545660014</c:v>
                </c:pt>
                <c:pt idx="549">
                  <c:v>1.6682163108199859</c:v>
                </c:pt>
                <c:pt idx="550">
                  <c:v>1.6674023137229881</c:v>
                </c:pt>
                <c:pt idx="551">
                  <c:v>1.6666600484480227</c:v>
                </c:pt>
                <c:pt idx="552">
                  <c:v>1.6659891025589957</c:v>
                </c:pt>
                <c:pt idx="553">
                  <c:v>1.6653890659880233</c:v>
                </c:pt>
                <c:pt idx="554">
                  <c:v>1.6648595310259964</c:v>
                </c:pt>
                <c:pt idx="555">
                  <c:v>1.6644000923090232</c:v>
                </c:pt>
                <c:pt idx="556">
                  <c:v>1.6640103468010068</c:v>
                </c:pt>
                <c:pt idx="557">
                  <c:v>1.6636898937859996</c:v>
                </c:pt>
                <c:pt idx="558">
                  <c:v>1.66343833485098</c:v>
                </c:pt>
                <c:pt idx="559">
                  <c:v>1.6632552738749951</c:v>
                </c:pt>
                <c:pt idx="560">
                  <c:v>1.6631403170109991</c:v>
                </c:pt>
                <c:pt idx="561">
                  <c:v>1.6630930726809936</c:v>
                </c:pt>
                <c:pt idx="562">
                  <c:v>1.6631131515549953</c:v>
                </c:pt>
                <c:pt idx="563">
                  <c:v>1.6632001665439873</c:v>
                </c:pt>
                <c:pt idx="564">
                  <c:v>1.6633537327830084</c:v>
                </c:pt>
                <c:pt idx="565">
                  <c:v>1.6635734676200116</c:v>
                </c:pt>
                <c:pt idx="566">
                  <c:v>1.6638589906050072</c:v>
                </c:pt>
                <c:pt idx="567">
                  <c:v>1.6642099234730097</c:v>
                </c:pt>
                <c:pt idx="568">
                  <c:v>1.6646258901370174</c:v>
                </c:pt>
                <c:pt idx="569">
                  <c:v>1.665106516666981</c:v>
                </c:pt>
                <c:pt idx="570">
                  <c:v>1.6656514312890067</c:v>
                </c:pt>
                <c:pt idx="571">
                  <c:v>1.6646366267929977</c:v>
                </c:pt>
                <c:pt idx="572">
                  <c:v>1.6636853732359782</c:v>
                </c:pt>
                <c:pt idx="573">
                  <c:v>1.6627973052179925</c:v>
                </c:pt>
                <c:pt idx="574">
                  <c:v>1.6619720594370051</c:v>
                </c:pt>
                <c:pt idx="575">
                  <c:v>1.6612092746839835</c:v>
                </c:pt>
                <c:pt idx="576">
                  <c:v>1.6605085918250211</c:v>
                </c:pt>
                <c:pt idx="577">
                  <c:v>1.6598696537909916</c:v>
                </c:pt>
                <c:pt idx="578">
                  <c:v>1.6592921055659815</c:v>
                </c:pt>
                <c:pt idx="579">
                  <c:v>1.6587755941749833</c:v>
                </c:pt>
                <c:pt idx="580">
                  <c:v>1.658319768674005</c:v>
                </c:pt>
                <c:pt idx="581">
                  <c:v>1.6579242801340115</c:v>
                </c:pt>
                <c:pt idx="582">
                  <c:v>1.6575887816359796</c:v>
                </c:pt>
                <c:pt idx="583">
                  <c:v>1.6573129282519972</c:v>
                </c:pt>
                <c:pt idx="584">
                  <c:v>1.6570963770390108</c:v>
                </c:pt>
                <c:pt idx="585">
                  <c:v>1.656938787027002</c:v>
                </c:pt>
                <c:pt idx="586">
                  <c:v>1.6568398192040092</c:v>
                </c:pt>
                <c:pt idx="587">
                  <c:v>1.656799136507999</c:v>
                </c:pt>
                <c:pt idx="588">
                  <c:v>1.6568164038170039</c:v>
                </c:pt>
                <c:pt idx="589">
                  <c:v>1.6568912879329787</c:v>
                </c:pt>
                <c:pt idx="590">
                  <c:v>1.6570234575760026</c:v>
                </c:pt>
                <c:pt idx="591">
                  <c:v>1.6572125833679934</c:v>
                </c:pt>
                <c:pt idx="592">
                  <c:v>1.6574583378289844</c:v>
                </c:pt>
                <c:pt idx="593">
                  <c:v>1.6577603953590199</c:v>
                </c:pt>
                <c:pt idx="594">
                  <c:v>1.6581184322299976</c:v>
                </c:pt>
                <c:pt idx="595">
                  <c:v>1.6585321265760058</c:v>
                </c:pt>
                <c:pt idx="596">
                  <c:v>1.6590011583830062</c:v>
                </c:pt>
                <c:pt idx="597">
                  <c:v>1.6595252094739976</c:v>
                </c:pt>
                <c:pt idx="598">
                  <c:v>1.6601039635039854</c:v>
                </c:pt>
                <c:pt idx="599">
                  <c:v>1.6607371059459979</c:v>
                </c:pt>
                <c:pt idx="600">
                  <c:v>1.6614243240830149</c:v>
                </c:pt>
                <c:pt idx="601">
                  <c:v>1.6607999753979925</c:v>
                </c:pt>
                <c:pt idx="602">
                  <c:v>1.6602290823550163</c:v>
                </c:pt>
                <c:pt idx="603">
                  <c:v>1.6597113375959793</c:v>
                </c:pt>
                <c:pt idx="604">
                  <c:v>1.6592464355339871</c:v>
                </c:pt>
                <c:pt idx="605">
                  <c:v>1.6588340723369868</c:v>
                </c:pt>
                <c:pt idx="606">
                  <c:v>1.6584739459229922</c:v>
                </c:pt>
                <c:pt idx="607">
                  <c:v>1.658165755942008</c:v>
                </c:pt>
                <c:pt idx="608">
                  <c:v>1.6579092037749774</c:v>
                </c:pt>
                <c:pt idx="609">
                  <c:v>1.6577039925190036</c:v>
                </c:pt>
                <c:pt idx="610">
                  <c:v>1.6575498269779985</c:v>
                </c:pt>
                <c:pt idx="611">
                  <c:v>1.6574464136510016</c:v>
                </c:pt>
                <c:pt idx="612">
                  <c:v>1.6573934607300203</c:v>
                </c:pt>
                <c:pt idx="613">
                  <c:v>1.6573906780780021</c:v>
                </c:pt>
                <c:pt idx="614">
                  <c:v>1.657437777232019</c:v>
                </c:pt>
                <c:pt idx="615">
                  <c:v>1.6575344713839968</c:v>
                </c:pt>
                <c:pt idx="616">
                  <c:v>1.657680475376992</c:v>
                </c:pt>
                <c:pt idx="617">
                  <c:v>1.6578755056919761</c:v>
                </c:pt>
                <c:pt idx="618">
                  <c:v>1.6581192804420084</c:v>
                </c:pt>
                <c:pt idx="619">
                  <c:v>1.6584115193590208</c:v>
                </c:pt>
                <c:pt idx="620">
                  <c:v>1.6587519437889853</c:v>
                </c:pt>
                <c:pt idx="621">
                  <c:v>1.6591402766750036</c:v>
                </c:pt>
                <c:pt idx="622">
                  <c:v>1.6595762425609735</c:v>
                </c:pt>
                <c:pt idx="623">
                  <c:v>1.6600595675660088</c:v>
                </c:pt>
                <c:pt idx="624">
                  <c:v>1.6605899793910055</c:v>
                </c:pt>
                <c:pt idx="625">
                  <c:v>1.6611672072969839</c:v>
                </c:pt>
                <c:pt idx="626">
                  <c:v>1.6617909821080161</c:v>
                </c:pt>
                <c:pt idx="627">
                  <c:v>1.6624610361880059</c:v>
                </c:pt>
                <c:pt idx="628">
                  <c:v>1.663177103446003</c:v>
                </c:pt>
                <c:pt idx="629">
                  <c:v>1.6639389193179852</c:v>
                </c:pt>
                <c:pt idx="630">
                  <c:v>1.6647462207629928</c:v>
                </c:pt>
                <c:pt idx="631">
                  <c:v>1.6644471321029926</c:v>
                </c:pt>
                <c:pt idx="632">
                  <c:v>1.6641930074599998</c:v>
                </c:pt>
                <c:pt idx="633">
                  <c:v>1.6639835883029832</c:v>
                </c:pt>
                <c:pt idx="634">
                  <c:v>1.6638186175879923</c:v>
                </c:pt>
                <c:pt idx="635">
                  <c:v>1.6636978397469875</c:v>
                </c:pt>
                <c:pt idx="636">
                  <c:v>1.6636210006849979</c:v>
                </c:pt>
                <c:pt idx="637">
                  <c:v>1.663587847765001</c:v>
                </c:pt>
                <c:pt idx="638">
                  <c:v>1.663598129805024</c:v>
                </c:pt>
                <c:pt idx="639">
                  <c:v>1.6636515970629944</c:v>
                </c:pt>
                <c:pt idx="640">
                  <c:v>1.6637480012390142</c:v>
                </c:pt>
                <c:pt idx="641">
                  <c:v>1.66388709545501</c:v>
                </c:pt>
                <c:pt idx="642">
                  <c:v>1.6640686342559832</c:v>
                </c:pt>
                <c:pt idx="643">
                  <c:v>1.6642923735980162</c:v>
                </c:pt>
                <c:pt idx="644">
                  <c:v>1.6645580708370176</c:v>
                </c:pt>
                <c:pt idx="645">
                  <c:v>1.6648654847290061</c:v>
                </c:pt>
                <c:pt idx="646">
                  <c:v>1.6652143754139956</c:v>
                </c:pt>
                <c:pt idx="647">
                  <c:v>1.6656045044099983</c:v>
                </c:pt>
                <c:pt idx="648">
                  <c:v>1.6660356346109779</c:v>
                </c:pt>
                <c:pt idx="649">
                  <c:v>1.6665075302690013</c:v>
                </c:pt>
                <c:pt idx="650">
                  <c:v>1.667019956994011</c:v>
                </c:pt>
                <c:pt idx="651">
                  <c:v>1.6675726817439909</c:v>
                </c:pt>
                <c:pt idx="652">
                  <c:v>1.6681654728159856</c:v>
                </c:pt>
                <c:pt idx="653">
                  <c:v>1.6687980998410126</c:v>
                </c:pt>
                <c:pt idx="654">
                  <c:v>1.6694703337709882</c:v>
                </c:pt>
                <c:pt idx="655">
                  <c:v>1.6701819468779888</c:v>
                </c:pt>
                <c:pt idx="656">
                  <c:v>1.6709327127420011</c:v>
                </c:pt>
                <c:pt idx="657">
                  <c:v>1.6717224062459763</c:v>
                </c:pt>
                <c:pt idx="658">
                  <c:v>1.6725508035669918</c:v>
                </c:pt>
                <c:pt idx="659">
                  <c:v>1.673417682168008</c:v>
                </c:pt>
                <c:pt idx="660">
                  <c:v>1.6743228207929803</c:v>
                </c:pt>
                <c:pt idx="661">
                  <c:v>1.6742927394359981</c:v>
                </c:pt>
                <c:pt idx="662">
                  <c:v>1.6743004793960097</c:v>
                </c:pt>
                <c:pt idx="663">
                  <c:v>1.6743458232139972</c:v>
                </c:pt>
                <c:pt idx="664">
                  <c:v>1.6744285546759841</c:v>
                </c:pt>
                <c:pt idx="665">
                  <c:v>1.6745484588140016</c:v>
                </c:pt>
                <c:pt idx="666">
                  <c:v>1.6747053218950043</c:v>
                </c:pt>
                <c:pt idx="667">
                  <c:v>1.6748989314160099</c:v>
                </c:pt>
                <c:pt idx="668">
                  <c:v>1.6751290760929862</c:v>
                </c:pt>
                <c:pt idx="669">
                  <c:v>1.6753955458609937</c:v>
                </c:pt>
                <c:pt idx="670">
                  <c:v>1.6756981318590078</c:v>
                </c:pt>
                <c:pt idx="671">
                  <c:v>1.6760366264299762</c:v>
                </c:pt>
                <c:pt idx="672">
                  <c:v>1.6764108231080002</c:v>
                </c:pt>
                <c:pt idx="673">
                  <c:v>1.6768205166169992</c:v>
                </c:pt>
                <c:pt idx="674">
                  <c:v>1.6772655028590009</c:v>
                </c:pt>
                <c:pt idx="675">
                  <c:v>1.6777455789109865</c:v>
                </c:pt>
                <c:pt idx="676">
                  <c:v>1.6782605430149999</c:v>
                </c:pt>
                <c:pt idx="677">
                  <c:v>1.6788101945760161</c:v>
                </c:pt>
                <c:pt idx="678">
                  <c:v>1.6793943341489808</c:v>
                </c:pt>
                <c:pt idx="679">
                  <c:v>1.680012763438981</c:v>
                </c:pt>
                <c:pt idx="680">
                  <c:v>1.6806652852870059</c:v>
                </c:pt>
                <c:pt idx="681">
                  <c:v>1.6813517036730161</c:v>
                </c:pt>
                <c:pt idx="682">
                  <c:v>1.6820718236990047</c:v>
                </c:pt>
                <c:pt idx="683">
                  <c:v>1.6828254515920094</c:v>
                </c:pt>
                <c:pt idx="684">
                  <c:v>1.6836123946870032</c:v>
                </c:pt>
                <c:pt idx="685">
                  <c:v>1.6844324614350228</c:v>
                </c:pt>
                <c:pt idx="686">
                  <c:v>1.6852854613809995</c:v>
                </c:pt>
                <c:pt idx="687">
                  <c:v>1.6861712051710072</c:v>
                </c:pt>
                <c:pt idx="688">
                  <c:v>1.6870895045330201</c:v>
                </c:pt>
                <c:pt idx="689">
                  <c:v>1.6880401722849854</c:v>
                </c:pt>
                <c:pt idx="690">
                  <c:v>1.6890230223149842</c:v>
                </c:pt>
                <c:pt idx="691">
                  <c:v>1.6892122129810048</c:v>
                </c:pt>
                <c:pt idx="692">
                  <c:v>1.6894332169090092</c:v>
                </c:pt>
                <c:pt idx="693">
                  <c:v>1.6896858511859989</c:v>
                </c:pt>
                <c:pt idx="694">
                  <c:v>1.6899699339429901</c:v>
                </c:pt>
                <c:pt idx="695">
                  <c:v>1.6902852843599874</c:v>
                </c:pt>
                <c:pt idx="696">
                  <c:v>1.6906317226579972</c:v>
                </c:pt>
                <c:pt idx="697">
                  <c:v>1.6910090700890237</c:v>
                </c:pt>
                <c:pt idx="698">
                  <c:v>1.6914171489349883</c:v>
                </c:pt>
                <c:pt idx="699">
                  <c:v>1.6918557824969866</c:v>
                </c:pt>
                <c:pt idx="700">
                  <c:v>1.6923247950950042</c:v>
                </c:pt>
                <c:pt idx="701">
                  <c:v>1.6928240120579972</c:v>
                </c:pt>
                <c:pt idx="702">
                  <c:v>1.6933532597179806</c:v>
                </c:pt>
                <c:pt idx="703">
                  <c:v>1.6939123654089769</c:v>
                </c:pt>
                <c:pt idx="704">
                  <c:v>1.6945011574520095</c:v>
                </c:pt>
                <c:pt idx="705">
                  <c:v>1.6951194651610137</c:v>
                </c:pt>
                <c:pt idx="706">
                  <c:v>1.6957671188300196</c:v>
                </c:pt>
                <c:pt idx="707">
                  <c:v>1.6964439497239994</c:v>
                </c:pt>
                <c:pt idx="708">
                  <c:v>1.6971497900860015</c:v>
                </c:pt>
                <c:pt idx="709">
                  <c:v>1.6978844731160052</c:v>
                </c:pt>
                <c:pt idx="710">
                  <c:v>1.698647832977997</c:v>
                </c:pt>
                <c:pt idx="711">
                  <c:v>1.6994397047890004</c:v>
                </c:pt>
                <c:pt idx="712">
                  <c:v>1.7002599246119985</c:v>
                </c:pt>
                <c:pt idx="713">
                  <c:v>1.7011083294540015</c:v>
                </c:pt>
                <c:pt idx="714">
                  <c:v>1.7019847572580034</c:v>
                </c:pt>
                <c:pt idx="715">
                  <c:v>1.7028890469020155</c:v>
                </c:pt>
                <c:pt idx="716">
                  <c:v>1.7038210381850263</c:v>
                </c:pt>
                <c:pt idx="717">
                  <c:v>1.7047805718309803</c:v>
                </c:pt>
                <c:pt idx="718">
                  <c:v>1.7057674894809907</c:v>
                </c:pt>
                <c:pt idx="719">
                  <c:v>1.706781633681004</c:v>
                </c:pt>
                <c:pt idx="720">
                  <c:v>1.7078228478900144</c:v>
                </c:pt>
                <c:pt idx="721">
                  <c:v>1.70818883521099</c:v>
                </c:pt>
                <c:pt idx="722">
                  <c:v>1.708581582143978</c:v>
                </c:pt>
                <c:pt idx="723">
                  <c:v>1.7090009348289925</c:v>
                </c:pt>
                <c:pt idx="724">
                  <c:v>1.7094467402880014</c:v>
                </c:pt>
                <c:pt idx="725">
                  <c:v>1.7099188464250119</c:v>
                </c:pt>
                <c:pt idx="726">
                  <c:v>1.7104171020209833</c:v>
                </c:pt>
                <c:pt idx="727">
                  <c:v>1.7109413567199852</c:v>
                </c:pt>
                <c:pt idx="728">
                  <c:v>1.7114914610370136</c:v>
                </c:pt>
                <c:pt idx="729">
                  <c:v>1.7120672663429843</c:v>
                </c:pt>
                <c:pt idx="730">
                  <c:v>1.7126686248629994</c:v>
                </c:pt>
                <c:pt idx="731">
                  <c:v>1.7132953896750109</c:v>
                </c:pt>
                <c:pt idx="732">
                  <c:v>1.713947414699021</c:v>
                </c:pt>
                <c:pt idx="733">
                  <c:v>1.7146245546940122</c:v>
                </c:pt>
                <c:pt idx="734">
                  <c:v>1.7153266652599939</c:v>
                </c:pt>
                <c:pt idx="735">
                  <c:v>1.7160536028179934</c:v>
                </c:pt>
                <c:pt idx="736">
                  <c:v>1.7168052246219929</c:v>
                </c:pt>
                <c:pt idx="737">
                  <c:v>1.7175813887459981</c:v>
                </c:pt>
                <c:pt idx="738">
                  <c:v>1.7183819540749994</c:v>
                </c:pt>
                <c:pt idx="739">
                  <c:v>1.7192067803100031</c:v>
                </c:pt>
                <c:pt idx="740">
                  <c:v>1.720055727958993</c:v>
                </c:pt>
                <c:pt idx="741">
                  <c:v>1.7209286583290009</c:v>
                </c:pt>
                <c:pt idx="742">
                  <c:v>1.7218254335250265</c:v>
                </c:pt>
                <c:pt idx="743">
                  <c:v>1.7227459164489858</c:v>
                </c:pt>
                <c:pt idx="744">
                  <c:v>1.7236899707839939</c:v>
                </c:pt>
                <c:pt idx="745">
                  <c:v>1.724657461004</c:v>
                </c:pt>
                <c:pt idx="746">
                  <c:v>1.7256482523559953</c:v>
                </c:pt>
                <c:pt idx="747">
                  <c:v>1.7266622108670049</c:v>
                </c:pt>
                <c:pt idx="748">
                  <c:v>1.7276992033330032</c:v>
                </c:pt>
                <c:pt idx="749">
                  <c:v>1.7287590973129738</c:v>
                </c:pt>
                <c:pt idx="750">
                  <c:v>1.7298417611300181</c:v>
                </c:pt>
                <c:pt idx="751">
                  <c:v>1.7303489625249995</c:v>
                </c:pt>
                <c:pt idx="752">
                  <c:v>1.7308786726700021</c:v>
                </c:pt>
                <c:pt idx="753">
                  <c:v>1.7314307621439866</c:v>
                </c:pt>
                <c:pt idx="754">
                  <c:v>1.732005102273007</c:v>
                </c:pt>
                <c:pt idx="755">
                  <c:v>1.7326015651229909</c:v>
                </c:pt>
                <c:pt idx="756">
                  <c:v>1.733220023493999</c:v>
                </c:pt>
                <c:pt idx="757">
                  <c:v>1.733860350916018</c:v>
                </c:pt>
                <c:pt idx="758">
                  <c:v>1.734522421649018</c:v>
                </c:pt>
                <c:pt idx="759">
                  <c:v>1.7352061106760175</c:v>
                </c:pt>
                <c:pt idx="760">
                  <c:v>1.7359112936960059</c:v>
                </c:pt>
                <c:pt idx="761">
                  <c:v>1.7366378471240012</c:v>
                </c:pt>
                <c:pt idx="762">
                  <c:v>1.7373856480890026</c:v>
                </c:pt>
                <c:pt idx="763">
                  <c:v>1.738154574421003</c:v>
                </c:pt>
                <c:pt idx="764">
                  <c:v>1.7389445046549952</c:v>
                </c:pt>
                <c:pt idx="765">
                  <c:v>1.7397553180239811</c:v>
                </c:pt>
                <c:pt idx="766">
                  <c:v>1.740586894458005</c:v>
                </c:pt>
                <c:pt idx="767">
                  <c:v>1.7414391145729837</c:v>
                </c:pt>
                <c:pt idx="768">
                  <c:v>1.7423118596740039</c:v>
                </c:pt>
                <c:pt idx="769">
                  <c:v>1.7432050117470226</c:v>
                </c:pt>
                <c:pt idx="770">
                  <c:v>1.7441184534590093</c:v>
                </c:pt>
                <c:pt idx="771">
                  <c:v>1.7450520681500166</c:v>
                </c:pt>
                <c:pt idx="772">
                  <c:v>1.7460057398299966</c:v>
                </c:pt>
                <c:pt idx="773">
                  <c:v>1.746979353176016</c:v>
                </c:pt>
                <c:pt idx="774">
                  <c:v>1.7479727935310052</c:v>
                </c:pt>
                <c:pt idx="775">
                  <c:v>1.7489859468939812</c:v>
                </c:pt>
                <c:pt idx="776">
                  <c:v>1.7500186999199911</c:v>
                </c:pt>
                <c:pt idx="777">
                  <c:v>1.7510709399169855</c:v>
                </c:pt>
                <c:pt idx="778">
                  <c:v>1.7521425548409866</c:v>
                </c:pt>
                <c:pt idx="779">
                  <c:v>1.7532334332910011</c:v>
                </c:pt>
                <c:pt idx="780">
                  <c:v>1.7543434645050127</c:v>
                </c:pt>
                <c:pt idx="781">
                  <c:v>1.7549605390160252</c:v>
                </c:pt>
                <c:pt idx="782">
                  <c:v>1.7555965466779924</c:v>
                </c:pt>
                <c:pt idx="783">
                  <c:v>1.7562513786339764</c:v>
                </c:pt>
                <c:pt idx="784">
                  <c:v>1.7569249266449845</c:v>
                </c:pt>
                <c:pt idx="785">
                  <c:v>1.7576170831029856</c:v>
                </c:pt>
                <c:pt idx="786">
                  <c:v>1.758327741011982</c:v>
                </c:pt>
                <c:pt idx="787">
                  <c:v>1.7590567939950006</c:v>
                </c:pt>
                <c:pt idx="788">
                  <c:v>1.7598041362840036</c:v>
                </c:pt>
                <c:pt idx="789">
                  <c:v>1.7605696627209966</c:v>
                </c:pt>
                <c:pt idx="790">
                  <c:v>1.761353268753993</c:v>
                </c:pt>
                <c:pt idx="791">
                  <c:v>1.7621548504270095</c:v>
                </c:pt>
                <c:pt idx="792">
                  <c:v>1.7629743043879955</c:v>
                </c:pt>
                <c:pt idx="793">
                  <c:v>1.7638115278739974</c:v>
                </c:pt>
                <c:pt idx="794">
                  <c:v>1.7646664187170131</c:v>
                </c:pt>
                <c:pt idx="795">
                  <c:v>1.7655388753319983</c:v>
                </c:pt>
                <c:pt idx="796">
                  <c:v>1.7664287967230052</c:v>
                </c:pt>
                <c:pt idx="797">
                  <c:v>1.7673360824710187</c:v>
                </c:pt>
                <c:pt idx="798">
                  <c:v>1.7682606327369967</c:v>
                </c:pt>
                <c:pt idx="799">
                  <c:v>1.7692023482520085</c:v>
                </c:pt>
                <c:pt idx="800">
                  <c:v>1.7701611303230038</c:v>
                </c:pt>
                <c:pt idx="801">
                  <c:v>1.7711368808220129</c:v>
                </c:pt>
                <c:pt idx="802">
                  <c:v>1.7721295021839865</c:v>
                </c:pt>
                <c:pt idx="803">
                  <c:v>1.7731388974069944</c:v>
                </c:pt>
                <c:pt idx="804">
                  <c:v>1.7741649700439837</c:v>
                </c:pt>
                <c:pt idx="805">
                  <c:v>1.7752076242079795</c:v>
                </c:pt>
                <c:pt idx="806">
                  <c:v>1.7762667645559986</c:v>
                </c:pt>
                <c:pt idx="807">
                  <c:v>1.7773422962989969</c:v>
                </c:pt>
                <c:pt idx="808">
                  <c:v>1.7784341251899889</c:v>
                </c:pt>
                <c:pt idx="809">
                  <c:v>1.7795421575259809</c:v>
                </c:pt>
                <c:pt idx="810">
                  <c:v>1.7806663001410072</c:v>
                </c:pt>
                <c:pt idx="811">
                  <c:v>1.7813672377409944</c:v>
                </c:pt>
                <c:pt idx="812">
                  <c:v>1.7820841008939965</c:v>
                </c:pt>
                <c:pt idx="813">
                  <c:v>1.782816798031007</c:v>
                </c:pt>
                <c:pt idx="814">
                  <c:v>1.7835652381129989</c:v>
                </c:pt>
                <c:pt idx="815">
                  <c:v>1.7843293306199826</c:v>
                </c:pt>
                <c:pt idx="816">
                  <c:v>1.7851089855549844</c:v>
                </c:pt>
                <c:pt idx="817">
                  <c:v>1.7859041134389884</c:v>
                </c:pt>
                <c:pt idx="818">
                  <c:v>1.7867146253069848</c:v>
                </c:pt>
                <c:pt idx="819">
                  <c:v>1.7875404327050148</c:v>
                </c:pt>
                <c:pt idx="820">
                  <c:v>1.7883814476890052</c:v>
                </c:pt>
                <c:pt idx="821">
                  <c:v>1.7892375828170088</c:v>
                </c:pt>
                <c:pt idx="822">
                  <c:v>1.7901087511540084</c:v>
                </c:pt>
                <c:pt idx="823">
                  <c:v>1.7909948662629915</c:v>
                </c:pt>
                <c:pt idx="824">
                  <c:v>1.7918958422040134</c:v>
                </c:pt>
                <c:pt idx="825">
                  <c:v>1.7928115935310132</c:v>
                </c:pt>
                <c:pt idx="826">
                  <c:v>1.7937420352899949</c:v>
                </c:pt>
                <c:pt idx="827">
                  <c:v>1.7946870830159867</c:v>
                </c:pt>
                <c:pt idx="828">
                  <c:v>1.795646652725992</c:v>
                </c:pt>
                <c:pt idx="829">
                  <c:v>1.7966206609249866</c:v>
                </c:pt>
                <c:pt idx="830">
                  <c:v>1.7976090245939815</c:v>
                </c:pt>
                <c:pt idx="831">
                  <c:v>1.798611661194002</c:v>
                </c:pt>
                <c:pt idx="832">
                  <c:v>1.799628488658982</c:v>
                </c:pt>
                <c:pt idx="833">
                  <c:v>1.8006594253969865</c:v>
                </c:pt>
                <c:pt idx="834">
                  <c:v>1.8017043902809746</c:v>
                </c:pt>
                <c:pt idx="835">
                  <c:v>1.8027633026540002</c:v>
                </c:pt>
                <c:pt idx="836">
                  <c:v>1.8038360823220216</c:v>
                </c:pt>
                <c:pt idx="837">
                  <c:v>1.8049226495520259</c:v>
                </c:pt>
                <c:pt idx="838">
                  <c:v>1.8060229250690156</c:v>
                </c:pt>
                <c:pt idx="839">
                  <c:v>1.80713683005402</c:v>
                </c:pt>
                <c:pt idx="840">
                  <c:v>1.8082642861419913</c:v>
                </c:pt>
                <c:pt idx="841">
                  <c:v>1.8090274941770019</c:v>
                </c:pt>
                <c:pt idx="842">
                  <c:v>1.8098040979310213</c:v>
                </c:pt>
                <c:pt idx="843">
                  <c:v>1.8105940203840021</c:v>
                </c:pt>
                <c:pt idx="844">
                  <c:v>1.8113971849560073</c:v>
                </c:pt>
                <c:pt idx="845">
                  <c:v>1.8122135155099954</c:v>
                </c:pt>
                <c:pt idx="846">
                  <c:v>1.8130429363430096</c:v>
                </c:pt>
                <c:pt idx="847">
                  <c:v>1.8138853721910095</c:v>
                </c:pt>
                <c:pt idx="848">
                  <c:v>1.8147407482209985</c:v>
                </c:pt>
                <c:pt idx="849">
                  <c:v>1.8156089900300003</c:v>
                </c:pt>
                <c:pt idx="850">
                  <c:v>1.8164900236440076</c:v>
                </c:pt>
                <c:pt idx="851">
                  <c:v>1.817383775513008</c:v>
                </c:pt>
                <c:pt idx="852">
                  <c:v>1.8182901725110128</c:v>
                </c:pt>
                <c:pt idx="853">
                  <c:v>1.8192091419309975</c:v>
                </c:pt>
                <c:pt idx="854">
                  <c:v>1.8201406114860106</c:v>
                </c:pt>
                <c:pt idx="855">
                  <c:v>1.8210845093030059</c:v>
                </c:pt>
                <c:pt idx="856">
                  <c:v>1.8220407639240079</c:v>
                </c:pt>
                <c:pt idx="857">
                  <c:v>1.8230093042990063</c:v>
                </c:pt>
                <c:pt idx="858">
                  <c:v>1.8239900597889971</c:v>
                </c:pt>
                <c:pt idx="859">
                  <c:v>1.8249829601610088</c:v>
                </c:pt>
                <c:pt idx="860">
                  <c:v>1.8259879355850046</c:v>
                </c:pt>
                <c:pt idx="861">
                  <c:v>1.8270049166330011</c:v>
                </c:pt>
                <c:pt idx="862">
                  <c:v>1.8280338342750042</c:v>
                </c:pt>
                <c:pt idx="863">
                  <c:v>1.8290746198790089</c:v>
                </c:pt>
                <c:pt idx="864">
                  <c:v>1.8301272052090098</c:v>
                </c:pt>
                <c:pt idx="865">
                  <c:v>1.8311915224180098</c:v>
                </c:pt>
                <c:pt idx="866">
                  <c:v>1.8322675040510035</c:v>
                </c:pt>
                <c:pt idx="867">
                  <c:v>1.833355083040999</c:v>
                </c:pt>
                <c:pt idx="868">
                  <c:v>1.8344541927069997</c:v>
                </c:pt>
                <c:pt idx="869">
                  <c:v>1.8355647667509913</c:v>
                </c:pt>
                <c:pt idx="870">
                  <c:v>1.8366867392550148</c:v>
                </c:pt>
                <c:pt idx="871">
                  <c:v>1.8374930621149872</c:v>
                </c:pt>
                <c:pt idx="872">
                  <c:v>1.8383106527369932</c:v>
                </c:pt>
                <c:pt idx="873">
                  <c:v>1.8391394463330073</c:v>
                </c:pt>
                <c:pt idx="874">
                  <c:v>1.8399793784899998</c:v>
                </c:pt>
                <c:pt idx="875">
                  <c:v>1.8408303851630023</c:v>
                </c:pt>
                <c:pt idx="876">
                  <c:v>1.8416924026769834</c:v>
                </c:pt>
                <c:pt idx="877">
                  <c:v>1.8425653677240064</c:v>
                </c:pt>
                <c:pt idx="878">
                  <c:v>1.843449217357005</c:v>
                </c:pt>
                <c:pt idx="879">
                  <c:v>1.8443438889939898</c:v>
                </c:pt>
                <c:pt idx="880">
                  <c:v>1.8452493204109999</c:v>
                </c:pt>
                <c:pt idx="881">
                  <c:v>1.8461654497409938</c:v>
                </c:pt>
                <c:pt idx="882">
                  <c:v>1.8470922154759819</c:v>
                </c:pt>
                <c:pt idx="883">
                  <c:v>1.8480295564569929</c:v>
                </c:pt>
                <c:pt idx="884">
                  <c:v>1.8489774118810089</c:v>
                </c:pt>
                <c:pt idx="885">
                  <c:v>1.8499357212930079</c:v>
                </c:pt>
                <c:pt idx="886">
                  <c:v>1.8509044245849964</c:v>
                </c:pt>
                <c:pt idx="887">
                  <c:v>1.8518834619950155</c:v>
                </c:pt>
                <c:pt idx="888">
                  <c:v>1.8528727741050091</c:v>
                </c:pt>
                <c:pt idx="889">
                  <c:v>1.8538723018369865</c:v>
                </c:pt>
                <c:pt idx="890">
                  <c:v>1.8548819864539894</c:v>
                </c:pt>
                <c:pt idx="891">
                  <c:v>1.8559017695590114</c:v>
                </c:pt>
                <c:pt idx="892">
                  <c:v>1.8569315930859887</c:v>
                </c:pt>
                <c:pt idx="893">
                  <c:v>1.8579713993069902</c:v>
                </c:pt>
                <c:pt idx="894">
                  <c:v>1.8590211308240043</c:v>
                </c:pt>
                <c:pt idx="895">
                  <c:v>1.8600807305680007</c:v>
                </c:pt>
                <c:pt idx="896">
                  <c:v>1.8611501417989871</c:v>
                </c:pt>
                <c:pt idx="897">
                  <c:v>1.8622293081059809</c:v>
                </c:pt>
                <c:pt idx="898">
                  <c:v>1.8633181733990227</c:v>
                </c:pt>
                <c:pt idx="899">
                  <c:v>1.8644166819109955</c:v>
                </c:pt>
                <c:pt idx="900">
                  <c:v>1.865524778196999</c:v>
                </c:pt>
                <c:pt idx="901">
                  <c:v>1.8663595005810123</c:v>
                </c:pt>
                <c:pt idx="902">
                  <c:v>1.8672037008030031</c:v>
                </c:pt>
                <c:pt idx="903">
                  <c:v>1.8680573243660206</c:v>
                </c:pt>
                <c:pt idx="904">
                  <c:v>1.8689203170879978</c:v>
                </c:pt>
                <c:pt idx="905">
                  <c:v>1.8697926250999899</c:v>
                </c:pt>
                <c:pt idx="906">
                  <c:v>1.8706741948400065</c:v>
                </c:pt>
                <c:pt idx="907">
                  <c:v>1.8715649730579855</c:v>
                </c:pt>
                <c:pt idx="908">
                  <c:v>1.872464906806016</c:v>
                </c:pt>
                <c:pt idx="909">
                  <c:v>1.8733739434420045</c:v>
                </c:pt>
                <c:pt idx="910">
                  <c:v>1.8742920306279984</c:v>
                </c:pt>
                <c:pt idx="911">
                  <c:v>1.8752191163250131</c:v>
                </c:pt>
                <c:pt idx="912">
                  <c:v>1.876155148794993</c:v>
                </c:pt>
                <c:pt idx="913">
                  <c:v>1.8771000765939903</c:v>
                </c:pt>
                <c:pt idx="914">
                  <c:v>1.8780538485800093</c:v>
                </c:pt>
                <c:pt idx="915">
                  <c:v>1.8790164138999899</c:v>
                </c:pt>
                <c:pt idx="916">
                  <c:v>1.8799877219920234</c:v>
                </c:pt>
                <c:pt idx="917">
                  <c:v>1.8809677225910093</c:v>
                </c:pt>
                <c:pt idx="918">
                  <c:v>1.8819563657149843</c:v>
                </c:pt>
                <c:pt idx="919">
                  <c:v>1.8829536016739894</c:v>
                </c:pt>
                <c:pt idx="920">
                  <c:v>1.8839593810609756</c:v>
                </c:pt>
                <c:pt idx="921">
                  <c:v>1.8849736547520024</c:v>
                </c:pt>
                <c:pt idx="922">
                  <c:v>1.8859963739080001</c:v>
                </c:pt>
                <c:pt idx="923">
                  <c:v>1.887027489969995</c:v>
                </c:pt>
                <c:pt idx="924">
                  <c:v>1.8880669546589957</c:v>
                </c:pt>
                <c:pt idx="925">
                  <c:v>1.8891147199719853</c:v>
                </c:pt>
                <c:pt idx="926">
                  <c:v>1.8901707381810127</c:v>
                </c:pt>
                <c:pt idx="927">
                  <c:v>1.8912349618370001</c:v>
                </c:pt>
                <c:pt idx="928">
                  <c:v>1.8923073437579774</c:v>
                </c:pt>
                <c:pt idx="929">
                  <c:v>1.8933878370390005</c:v>
                </c:pt>
                <c:pt idx="930">
                  <c:v>1.8944763950399874</c:v>
                </c:pt>
                <c:pt idx="931">
                  <c:v>1.8953269656999794</c:v>
                </c:pt>
                <c:pt idx="932">
                  <c:v>1.8961855086059813</c:v>
                </c:pt>
                <c:pt idx="933">
                  <c:v>1.8970519779219899</c:v>
                </c:pt>
                <c:pt idx="934">
                  <c:v>1.8979263280720033</c:v>
                </c:pt>
                <c:pt idx="935">
                  <c:v>1.8988085137440009</c:v>
                </c:pt>
                <c:pt idx="936">
                  <c:v>1.8996984898849973</c:v>
                </c:pt>
                <c:pt idx="937">
                  <c:v>1.9005962117040269</c:v>
                </c:pt>
                <c:pt idx="938">
                  <c:v>1.9015016346630205</c:v>
                </c:pt>
                <c:pt idx="939">
                  <c:v>1.902414714483001</c:v>
                </c:pt>
                <c:pt idx="940">
                  <c:v>1.9033354071400197</c:v>
                </c:pt>
                <c:pt idx="941">
                  <c:v>1.9042636688620007</c:v>
                </c:pt>
                <c:pt idx="942">
                  <c:v>1.9051994561290257</c:v>
                </c:pt>
                <c:pt idx="943">
                  <c:v>1.9061427256719981</c:v>
                </c:pt>
                <c:pt idx="944">
                  <c:v>1.9070934344690045</c:v>
                </c:pt>
                <c:pt idx="945">
                  <c:v>1.9080515397450029</c:v>
                </c:pt>
                <c:pt idx="946">
                  <c:v>1.9090169989740104</c:v>
                </c:pt>
                <c:pt idx="947">
                  <c:v>1.9099897698730217</c:v>
                </c:pt>
                <c:pt idx="948">
                  <c:v>1.9109698104000188</c:v>
                </c:pt>
                <c:pt idx="949">
                  <c:v>1.9119570787590021</c:v>
                </c:pt>
                <c:pt idx="950">
                  <c:v>1.912951533392004</c:v>
                </c:pt>
                <c:pt idx="951">
                  <c:v>1.9139531329770136</c:v>
                </c:pt>
                <c:pt idx="952">
                  <c:v>1.9149618364340029</c:v>
                </c:pt>
                <c:pt idx="953">
                  <c:v>1.9159776029190141</c:v>
                </c:pt>
                <c:pt idx="954">
                  <c:v>1.9170003918200109</c:v>
                </c:pt>
                <c:pt idx="955">
                  <c:v>1.9180301627600045</c:v>
                </c:pt>
                <c:pt idx="956">
                  <c:v>1.9190668755960019</c:v>
                </c:pt>
                <c:pt idx="957">
                  <c:v>1.9201104904109911</c:v>
                </c:pt>
                <c:pt idx="958">
                  <c:v>1.9211609675230079</c:v>
                </c:pt>
                <c:pt idx="959">
                  <c:v>1.922218267473994</c:v>
                </c:pt>
                <c:pt idx="960">
                  <c:v>1.9232823510359935</c:v>
                </c:pt>
                <c:pt idx="961">
                  <c:v>1.9241384367349781</c:v>
                </c:pt>
                <c:pt idx="962">
                  <c:v>1.9250012282620048</c:v>
                </c:pt>
                <c:pt idx="963">
                  <c:v>1.9258706870569995</c:v>
                </c:pt>
                <c:pt idx="964">
                  <c:v>1.9267467747880005</c:v>
                </c:pt>
                <c:pt idx="965">
                  <c:v>1.9276294533399891</c:v>
                </c:pt>
                <c:pt idx="966">
                  <c:v>1.9285186848169928</c:v>
                </c:pt>
                <c:pt idx="967">
                  <c:v>1.9294144315419999</c:v>
                </c:pt>
                <c:pt idx="968">
                  <c:v>1.930316656052014</c:v>
                </c:pt>
                <c:pt idx="969">
                  <c:v>1.9312253211049892</c:v>
                </c:pt>
                <c:pt idx="970">
                  <c:v>1.9321403896660172</c:v>
                </c:pt>
                <c:pt idx="971">
                  <c:v>1.9330618249209977</c:v>
                </c:pt>
                <c:pt idx="972">
                  <c:v>1.9339895902590172</c:v>
                </c:pt>
                <c:pt idx="973">
                  <c:v>1.9349236492849968</c:v>
                </c:pt>
                <c:pt idx="974">
                  <c:v>1.9358639658129846</c:v>
                </c:pt>
                <c:pt idx="975">
                  <c:v>1.9368105038630006</c:v>
                </c:pt>
                <c:pt idx="976">
                  <c:v>1.9377632276639929</c:v>
                </c:pt>
                <c:pt idx="977">
                  <c:v>1.9387221016490059</c:v>
                </c:pt>
                <c:pt idx="978">
                  <c:v>1.9396870904560046</c:v>
                </c:pt>
                <c:pt idx="979">
                  <c:v>1.9406581589259986</c:v>
                </c:pt>
                <c:pt idx="980">
                  <c:v>1.9416352721050032</c:v>
                </c:pt>
                <c:pt idx="981">
                  <c:v>1.9426183952340068</c:v>
                </c:pt>
                <c:pt idx="982">
                  <c:v>1.9436074937599983</c:v>
                </c:pt>
                <c:pt idx="983">
                  <c:v>1.9446025333250248</c:v>
                </c:pt>
                <c:pt idx="984">
                  <c:v>1.9456034797690052</c:v>
                </c:pt>
                <c:pt idx="985">
                  <c:v>1.9466102991320042</c:v>
                </c:pt>
                <c:pt idx="986">
                  <c:v>1.9476229576440005</c:v>
                </c:pt>
                <c:pt idx="987">
                  <c:v>1.9486414217309971</c:v>
                </c:pt>
                <c:pt idx="988">
                  <c:v>1.9496656580130036</c:v>
                </c:pt>
                <c:pt idx="989">
                  <c:v>1.95069563330199</c:v>
                </c:pt>
                <c:pt idx="990">
                  <c:v>1.9517313146010054</c:v>
                </c:pt>
                <c:pt idx="991">
                  <c:v>1.9525845772480181</c:v>
                </c:pt>
                <c:pt idx="992">
                  <c:v>1.9534434804759826</c:v>
                </c:pt>
                <c:pt idx="993">
                  <c:v>1.9543079918549893</c:v>
                </c:pt>
                <c:pt idx="994">
                  <c:v>1.9551780791390172</c:v>
                </c:pt>
                <c:pt idx="995">
                  <c:v>1.9560537102670139</c:v>
                </c:pt>
                <c:pt idx="996">
                  <c:v>1.9569348533639754</c:v>
                </c:pt>
                <c:pt idx="997">
                  <c:v>1.9578214767379905</c:v>
                </c:pt>
                <c:pt idx="998">
                  <c:v>1.9587135488789897</c:v>
                </c:pt>
                <c:pt idx="999">
                  <c:v>1.9596110384570125</c:v>
                </c:pt>
                <c:pt idx="1000">
                  <c:v>1.9605139143240251</c:v>
                </c:pt>
                <c:pt idx="1001">
                  <c:v>1.9614221455099994</c:v>
                </c:pt>
                <c:pt idx="1002">
                  <c:v>1.9623357012249869</c:v>
                </c:pt>
                <c:pt idx="1003">
                  <c:v>1.9632545508510191</c:v>
                </c:pt>
                <c:pt idx="1004">
                  <c:v>1.9641786639519978</c:v>
                </c:pt>
                <c:pt idx="1005">
                  <c:v>1.9651080102649985</c:v>
                </c:pt>
                <c:pt idx="1006">
                  <c:v>1.966042559698991</c:v>
                </c:pt>
                <c:pt idx="1007">
                  <c:v>1.9669822823379945</c:v>
                </c:pt>
                <c:pt idx="1008">
                  <c:v>1.9679271484370133</c:v>
                </c:pt>
                <c:pt idx="1009">
                  <c:v>1.9688771284230029</c:v>
                </c:pt>
                <c:pt idx="1010">
                  <c:v>1.9698321928919995</c:v>
                </c:pt>
                <c:pt idx="1011">
                  <c:v>1.9707923126109961</c:v>
                </c:pt>
                <c:pt idx="1012">
                  <c:v>1.9717574585120019</c:v>
                </c:pt>
                <c:pt idx="1013">
                  <c:v>1.9727276016969881</c:v>
                </c:pt>
                <c:pt idx="1014">
                  <c:v>1.9737027134310097</c:v>
                </c:pt>
                <c:pt idx="1015">
                  <c:v>1.974682765148998</c:v>
                </c:pt>
                <c:pt idx="1016">
                  <c:v>1.9756677284460125</c:v>
                </c:pt>
                <c:pt idx="1017">
                  <c:v>1.9766575750819868</c:v>
                </c:pt>
                <c:pt idx="1018">
                  <c:v>1.9776522769790006</c:v>
                </c:pt>
                <c:pt idx="1019">
                  <c:v>1.978651806220995</c:v>
                </c:pt>
                <c:pt idx="1020">
                  <c:v>1.979656135051016</c:v>
                </c:pt>
                <c:pt idx="1021">
                  <c:v>1.9804996945430275</c:v>
                </c:pt>
                <c:pt idx="1022">
                  <c:v>1.9813479985910192</c:v>
                </c:pt>
                <c:pt idx="1023">
                  <c:v>1.9822010199119973</c:v>
                </c:pt>
                <c:pt idx="1024">
                  <c:v>1.9830587313859951</c:v>
                </c:pt>
                <c:pt idx="1025">
                  <c:v>1.9839211060439936</c:v>
                </c:pt>
                <c:pt idx="1026">
                  <c:v>1.9847881170749986</c:v>
                </c:pt>
                <c:pt idx="1027">
                  <c:v>1.9856597378210097</c:v>
                </c:pt>
                <c:pt idx="1028">
                  <c:v>1.9865359417770208</c:v>
                </c:pt>
                <c:pt idx="1029">
                  <c:v>1.9874167025909912</c:v>
                </c:pt>
                <c:pt idx="1030">
                  <c:v>1.9883019940629936</c:v>
                </c:pt>
                <c:pt idx="1031">
                  <c:v>1.9891917901410068</c:v>
                </c:pt>
                <c:pt idx="1032">
                  <c:v>1.9900860649260039</c:v>
                </c:pt>
                <c:pt idx="1033">
                  <c:v>1.9909847926680015</c:v>
                </c:pt>
                <c:pt idx="1034">
                  <c:v>1.9918879477610005</c:v>
                </c:pt>
                <c:pt idx="1035">
                  <c:v>1.9927955047500063</c:v>
                </c:pt>
                <c:pt idx="1036">
                  <c:v>1.9937074383270215</c:v>
                </c:pt>
                <c:pt idx="1037">
                  <c:v>1.9946237233249917</c:v>
                </c:pt>
                <c:pt idx="1038">
                  <c:v>1.9955443347279811</c:v>
                </c:pt>
                <c:pt idx="1039">
                  <c:v>1.9964692476559946</c:v>
                </c:pt>
                <c:pt idx="1040">
                  <c:v>1.9973984373800135</c:v>
                </c:pt>
                <c:pt idx="1041">
                  <c:v>1.9983318793080116</c:v>
                </c:pt>
                <c:pt idx="1042">
                  <c:v>1.9992695489910091</c:v>
                </c:pt>
                <c:pt idx="1043">
                  <c:v>2.0002114221209979</c:v>
                </c:pt>
                <c:pt idx="1044">
                  <c:v>2.0011574745299754</c:v>
                </c:pt>
                <c:pt idx="1045">
                  <c:v>2.0021076821859936</c:v>
                </c:pt>
                <c:pt idx="1046">
                  <c:v>2.0030620211999803</c:v>
                </c:pt>
                <c:pt idx="1047">
                  <c:v>2.004020467815991</c:v>
                </c:pt>
                <c:pt idx="1048">
                  <c:v>2.004982998417006</c:v>
                </c:pt>
                <c:pt idx="1049">
                  <c:v>2.0059495895220039</c:v>
                </c:pt>
                <c:pt idx="1050">
                  <c:v>2.006920217783005</c:v>
                </c:pt>
                <c:pt idx="1051">
                  <c:v>2.0077493066210081</c:v>
                </c:pt>
                <c:pt idx="1052">
                  <c:v>2.0085823863229848</c:v>
                </c:pt>
                <c:pt idx="1053">
                  <c:v>2.0094194339430089</c:v>
                </c:pt>
                <c:pt idx="1054">
                  <c:v>2.0102604266689923</c:v>
                </c:pt>
                <c:pt idx="1055">
                  <c:v>2.0111053418139875</c:v>
                </c:pt>
                <c:pt idx="1056">
                  <c:v>2.0119541568280113</c:v>
                </c:pt>
                <c:pt idx="1057">
                  <c:v>2.0128068492859938</c:v>
                </c:pt>
                <c:pt idx="1058">
                  <c:v>2.0136633968950264</c:v>
                </c:pt>
                <c:pt idx="1059">
                  <c:v>2.0145237774879945</c:v>
                </c:pt>
                <c:pt idx="1060">
                  <c:v>2.0153879690269889</c:v>
                </c:pt>
                <c:pt idx="1061">
                  <c:v>2.0162559496000085</c:v>
                </c:pt>
                <c:pt idx="1062">
                  <c:v>2.017127697422012</c:v>
                </c:pt>
                <c:pt idx="1063">
                  <c:v>2.0180031908300009</c:v>
                </c:pt>
                <c:pt idx="1064">
                  <c:v>2.018882408291006</c:v>
                </c:pt>
                <c:pt idx="1065">
                  <c:v>2.0197653283889849</c:v>
                </c:pt>
                <c:pt idx="1066">
                  <c:v>2.0206519298379817</c:v>
                </c:pt>
                <c:pt idx="1067">
                  <c:v>2.0215421914699903</c:v>
                </c:pt>
                <c:pt idx="1068">
                  <c:v>2.0224360922399853</c:v>
                </c:pt>
                <c:pt idx="1069">
                  <c:v>2.0233336112240181</c:v>
                </c:pt>
                <c:pt idx="1070">
                  <c:v>2.0242347276179942</c:v>
                </c:pt>
                <c:pt idx="1071">
                  <c:v>2.025139420737986</c:v>
                </c:pt>
                <c:pt idx="1072">
                  <c:v>2.0260476700190111</c:v>
                </c:pt>
                <c:pt idx="1073">
                  <c:v>2.0269594550140084</c:v>
                </c:pt>
                <c:pt idx="1074">
                  <c:v>2.0278747553950041</c:v>
                </c:pt>
                <c:pt idx="1075">
                  <c:v>2.0287935509460056</c:v>
                </c:pt>
                <c:pt idx="1076">
                  <c:v>2.0297158215740012</c:v>
                </c:pt>
                <c:pt idx="1077">
                  <c:v>2.0306415472959998</c:v>
                </c:pt>
                <c:pt idx="1078">
                  <c:v>2.0315707082480117</c:v>
                </c:pt>
                <c:pt idx="1079">
                  <c:v>2.0325032846780005</c:v>
                </c:pt>
                <c:pt idx="1080">
                  <c:v>2.0334392569459965</c:v>
                </c:pt>
                <c:pt idx="1081">
                  <c:v>2.0342494525409904</c:v>
                </c:pt>
                <c:pt idx="1082">
                  <c:v>2.0350630050369887</c:v>
                </c:pt>
                <c:pt idx="1083">
                  <c:v>2.035879895134002</c:v>
                </c:pt>
                <c:pt idx="1084">
                  <c:v>2.036700103639987</c:v>
                </c:pt>
                <c:pt idx="1085">
                  <c:v>2.0375236114769848</c:v>
                </c:pt>
                <c:pt idx="1086">
                  <c:v>2.038350399671998</c:v>
                </c:pt>
                <c:pt idx="1087">
                  <c:v>2.0391804493669952</c:v>
                </c:pt>
                <c:pt idx="1088">
                  <c:v>2.0400137418070017</c:v>
                </c:pt>
                <c:pt idx="1089">
                  <c:v>2.0408502583480015</c:v>
                </c:pt>
                <c:pt idx="1090">
                  <c:v>2.0416899804530146</c:v>
                </c:pt>
                <c:pt idx="1091">
                  <c:v>2.0425328896889994</c:v>
                </c:pt>
                <c:pt idx="1092">
                  <c:v>2.0433789677329912</c:v>
                </c:pt>
                <c:pt idx="1093">
                  <c:v>2.0442281963640028</c:v>
                </c:pt>
                <c:pt idx="1094">
                  <c:v>2.045080557466008</c:v>
                </c:pt>
                <c:pt idx="1095">
                  <c:v>2.0459360330299887</c:v>
                </c:pt>
                <c:pt idx="1096">
                  <c:v>2.0467946051479942</c:v>
                </c:pt>
                <c:pt idx="1097">
                  <c:v>2.0476562560159834</c:v>
                </c:pt>
                <c:pt idx="1098">
                  <c:v>2.0485209679320064</c:v>
                </c:pt>
                <c:pt idx="1099">
                  <c:v>2.0493887232950101</c:v>
                </c:pt>
                <c:pt idx="1100">
                  <c:v>2.0502595046069985</c:v>
                </c:pt>
                <c:pt idx="1101">
                  <c:v>2.0511332944680021</c:v>
                </c:pt>
                <c:pt idx="1102">
                  <c:v>2.0520100755819897</c:v>
                </c:pt>
                <c:pt idx="1103">
                  <c:v>2.0528898307470058</c:v>
                </c:pt>
                <c:pt idx="1104">
                  <c:v>2.0537725428669944</c:v>
                </c:pt>
                <c:pt idx="1105">
                  <c:v>2.0546581949369909</c:v>
                </c:pt>
                <c:pt idx="1106">
                  <c:v>2.0555467700550025</c:v>
                </c:pt>
                <c:pt idx="1107">
                  <c:v>2.0564382514139936</c:v>
                </c:pt>
                <c:pt idx="1108">
                  <c:v>2.0573326223030222</c:v>
                </c:pt>
                <c:pt idx="1109">
                  <c:v>2.0582298661080074</c:v>
                </c:pt>
                <c:pt idx="1110">
                  <c:v>2.0591299663120139</c:v>
                </c:pt>
                <c:pt idx="1111">
                  <c:v>2.0599186163449872</c:v>
                </c:pt>
                <c:pt idx="1112">
                  <c:v>2.060710090023008</c:v>
                </c:pt>
                <c:pt idx="1113">
                  <c:v>2.0615043711129886</c:v>
                </c:pt>
                <c:pt idx="1114">
                  <c:v>2.0623014434699769</c:v>
                </c:pt>
                <c:pt idx="1115">
                  <c:v>2.0631012910459958</c:v>
                </c:pt>
                <c:pt idx="1116">
                  <c:v>2.0639038978860071</c:v>
                </c:pt>
                <c:pt idx="1117">
                  <c:v>2.0647092481229947</c:v>
                </c:pt>
                <c:pt idx="1118">
                  <c:v>2.0655173259839898</c:v>
                </c:pt>
                <c:pt idx="1119">
                  <c:v>2.0663281157849838</c:v>
                </c:pt>
                <c:pt idx="1120">
                  <c:v>2.067141601934992</c:v>
                </c:pt>
                <c:pt idx="1121">
                  <c:v>2.0679577689279824</c:v>
                </c:pt>
                <c:pt idx="1122">
                  <c:v>2.068776601351999</c:v>
                </c:pt>
                <c:pt idx="1123">
                  <c:v>2.0695980838810044</c:v>
                </c:pt>
                <c:pt idx="1124">
                  <c:v>2.0704222012780065</c:v>
                </c:pt>
                <c:pt idx="1125">
                  <c:v>2.0712489383930119</c:v>
                </c:pt>
                <c:pt idx="1126">
                  <c:v>2.0720782801620032</c:v>
                </c:pt>
                <c:pt idx="1127">
                  <c:v>2.0729102116110028</c:v>
                </c:pt>
                <c:pt idx="1128">
                  <c:v>2.0737447178489958</c:v>
                </c:pt>
                <c:pt idx="1129">
                  <c:v>2.0745817840710004</c:v>
                </c:pt>
                <c:pt idx="1130">
                  <c:v>2.0754213955590046</c:v>
                </c:pt>
                <c:pt idx="1131">
                  <c:v>2.0762635376779883</c:v>
                </c:pt>
                <c:pt idx="1132">
                  <c:v>2.0771081958770026</c:v>
                </c:pt>
                <c:pt idx="1133">
                  <c:v>2.0779553556899941</c:v>
                </c:pt>
                <c:pt idx="1134">
                  <c:v>2.0788050027340148</c:v>
                </c:pt>
                <c:pt idx="1135">
                  <c:v>2.0796571227070046</c:v>
                </c:pt>
                <c:pt idx="1136">
                  <c:v>2.0805117013899803</c:v>
                </c:pt>
                <c:pt idx="1137">
                  <c:v>2.0813687246470067</c:v>
                </c:pt>
                <c:pt idx="1138">
                  <c:v>2.0822281784219854</c:v>
                </c:pt>
                <c:pt idx="1139">
                  <c:v>2.0830900487400186</c:v>
                </c:pt>
                <c:pt idx="1140">
                  <c:v>2.0839543217070116</c:v>
                </c:pt>
                <c:pt idx="1141">
                  <c:v>2.0847184811370028</c:v>
                </c:pt>
                <c:pt idx="1142">
                  <c:v>2.0854850156650002</c:v>
                </c:pt>
                <c:pt idx="1143">
                  <c:v>2.0862539116359926</c:v>
                </c:pt>
                <c:pt idx="1144">
                  <c:v>2.0870251554729862</c:v>
                </c:pt>
                <c:pt idx="1145">
                  <c:v>2.0877987336749868</c:v>
                </c:pt>
                <c:pt idx="1146">
                  <c:v>2.0885746328210075</c:v>
                </c:pt>
                <c:pt idx="1147">
                  <c:v>2.0893528395660041</c:v>
                </c:pt>
                <c:pt idx="1148">
                  <c:v>2.090133340640989</c:v>
                </c:pt>
                <c:pt idx="1149">
                  <c:v>2.0909161228559867</c:v>
                </c:pt>
                <c:pt idx="1150">
                  <c:v>2.0917011730929858</c:v>
                </c:pt>
                <c:pt idx="1151">
                  <c:v>2.0924884783139817</c:v>
                </c:pt>
                <c:pt idx="1152">
                  <c:v>2.0932780255510011</c:v>
                </c:pt>
                <c:pt idx="1153">
                  <c:v>2.0940698019149977</c:v>
                </c:pt>
                <c:pt idx="1154">
                  <c:v>2.0948637945869848</c:v>
                </c:pt>
                <c:pt idx="1155">
                  <c:v>2.095659990826988</c:v>
                </c:pt>
                <c:pt idx="1156">
                  <c:v>2.0964583779609995</c:v>
                </c:pt>
                <c:pt idx="1157">
                  <c:v>2.0972589433959854</c:v>
                </c:pt>
                <c:pt idx="1158">
                  <c:v>2.0980616746039971</c:v>
                </c:pt>
                <c:pt idx="1159">
                  <c:v>2.0988665591339952</c:v>
                </c:pt>
                <c:pt idx="1160">
                  <c:v>2.0996735846050001</c:v>
                </c:pt>
                <c:pt idx="1161">
                  <c:v>2.1004827387079956</c:v>
                </c:pt>
                <c:pt idx="1162">
                  <c:v>2.1012940092009842</c:v>
                </c:pt>
                <c:pt idx="1163">
                  <c:v>2.102107383918991</c:v>
                </c:pt>
                <c:pt idx="1164">
                  <c:v>2.1029228507609901</c:v>
                </c:pt>
                <c:pt idx="1165">
                  <c:v>2.1037403976980045</c:v>
                </c:pt>
                <c:pt idx="1166">
                  <c:v>2.1045600127710031</c:v>
                </c:pt>
                <c:pt idx="1167">
                  <c:v>2.1053816840880017</c:v>
                </c:pt>
                <c:pt idx="1168">
                  <c:v>2.1062053998269903</c:v>
                </c:pt>
                <c:pt idx="1169">
                  <c:v>2.1070311482309876</c:v>
                </c:pt>
                <c:pt idx="1170">
                  <c:v>2.1078589176159994</c:v>
                </c:pt>
                <c:pt idx="1171">
                  <c:v>2.1085974692479965</c:v>
                </c:pt>
                <c:pt idx="1172">
                  <c:v>2.1093380186869979</c:v>
                </c:pt>
                <c:pt idx="1173">
                  <c:v>2.1100805544429875</c:v>
                </c:pt>
                <c:pt idx="1174">
                  <c:v>2.1108250650999878</c:v>
                </c:pt>
                <c:pt idx="1175">
                  <c:v>2.1115715392989785</c:v>
                </c:pt>
                <c:pt idx="1176">
                  <c:v>2.1123199657509986</c:v>
                </c:pt>
                <c:pt idx="1177">
                  <c:v>2.113070333231974</c:v>
                </c:pt>
                <c:pt idx="1178">
                  <c:v>2.113822630579989</c:v>
                </c:pt>
                <c:pt idx="1179">
                  <c:v>2.1145768466999755</c:v>
                </c:pt>
                <c:pt idx="1180">
                  <c:v>2.1153329705599901</c:v>
                </c:pt>
                <c:pt idx="1181">
                  <c:v>2.1160909911899921</c:v>
                </c:pt>
                <c:pt idx="1182">
                  <c:v>2.116850897684003</c:v>
                </c:pt>
                <c:pt idx="1183">
                  <c:v>2.1176126792009882</c:v>
                </c:pt>
                <c:pt idx="1184">
                  <c:v>2.1183763249559888</c:v>
                </c:pt>
                <c:pt idx="1185">
                  <c:v>2.1191418242349869</c:v>
                </c:pt>
                <c:pt idx="1186">
                  <c:v>2.1199091663760044</c:v>
                </c:pt>
                <c:pt idx="1187">
                  <c:v>2.1206783407869807</c:v>
                </c:pt>
                <c:pt idx="1188">
                  <c:v>2.1214493369299987</c:v>
                </c:pt>
                <c:pt idx="1189">
                  <c:v>2.1222221443329943</c:v>
                </c:pt>
                <c:pt idx="1190">
                  <c:v>2.1229967525799793</c:v>
                </c:pt>
                <c:pt idx="1191">
                  <c:v>2.1237731513179767</c:v>
                </c:pt>
                <c:pt idx="1192">
                  <c:v>2.1245513302500001</c:v>
                </c:pt>
                <c:pt idx="1193">
                  <c:v>2.1253312791429835</c:v>
                </c:pt>
                <c:pt idx="1194">
                  <c:v>2.1261129878180043</c:v>
                </c:pt>
                <c:pt idx="1195">
                  <c:v>2.1268964461579856</c:v>
                </c:pt>
                <c:pt idx="1196">
                  <c:v>2.1276816441019832</c:v>
                </c:pt>
                <c:pt idx="1197">
                  <c:v>2.1284685716499894</c:v>
                </c:pt>
                <c:pt idx="1198">
                  <c:v>2.1292572188539793</c:v>
                </c:pt>
                <c:pt idx="1199">
                  <c:v>2.1300475758289963</c:v>
                </c:pt>
                <c:pt idx="1200">
                  <c:v>2.1308396327440278</c:v>
                </c:pt>
                <c:pt idx="1201">
                  <c:v>2.1315513779249784</c:v>
                </c:pt>
                <c:pt idx="1202">
                  <c:v>2.1322648035539942</c:v>
                </c:pt>
                <c:pt idx="1203">
                  <c:v>2.1329798999680065</c:v>
                </c:pt>
                <c:pt idx="1204">
                  <c:v>2.1336966575599945</c:v>
                </c:pt>
                <c:pt idx="1205">
                  <c:v>2.1344150667790132</c:v>
                </c:pt>
                <c:pt idx="1206">
                  <c:v>2.1351351181299947</c:v>
                </c:pt>
                <c:pt idx="1207">
                  <c:v>2.1358568021690019</c:v>
                </c:pt>
                <c:pt idx="1208">
                  <c:v>2.1365801095089978</c:v>
                </c:pt>
                <c:pt idx="1209">
                  <c:v>2.1373050308179984</c:v>
                </c:pt>
                <c:pt idx="1210">
                  <c:v>2.1380315568139849</c:v>
                </c:pt>
                <c:pt idx="1211">
                  <c:v>2.1387596782720095</c:v>
                </c:pt>
                <c:pt idx="1212">
                  <c:v>2.1394893860179991</c:v>
                </c:pt>
                <c:pt idx="1213">
                  <c:v>2.1402206709310008</c:v>
                </c:pt>
                <c:pt idx="1214">
                  <c:v>2.1409535239440061</c:v>
                </c:pt>
                <c:pt idx="1215">
                  <c:v>2.1416879360390055</c:v>
                </c:pt>
                <c:pt idx="1216">
                  <c:v>2.1424238982540089</c:v>
                </c:pt>
                <c:pt idx="1217">
                  <c:v>2.1431614016729839</c:v>
                </c:pt>
                <c:pt idx="1218">
                  <c:v>2.1439004374369972</c:v>
                </c:pt>
                <c:pt idx="1219">
                  <c:v>2.1446409967350064</c:v>
                </c:pt>
                <c:pt idx="1220">
                  <c:v>2.1453830708059911</c:v>
                </c:pt>
                <c:pt idx="1221">
                  <c:v>2.1461266509419943</c:v>
                </c:pt>
                <c:pt idx="1222">
                  <c:v>2.1468717284830063</c:v>
                </c:pt>
                <c:pt idx="1223">
                  <c:v>2.1476182948190115</c:v>
                </c:pt>
                <c:pt idx="1224">
                  <c:v>2.1483663413890213</c:v>
                </c:pt>
                <c:pt idx="1225">
                  <c:v>2.1491158596840023</c:v>
                </c:pt>
                <c:pt idx="1226">
                  <c:v>2.1498668412409927</c:v>
                </c:pt>
                <c:pt idx="1227">
                  <c:v>2.1506192776469959</c:v>
                </c:pt>
                <c:pt idx="1228">
                  <c:v>2.1513731605359965</c:v>
                </c:pt>
                <c:pt idx="1229">
                  <c:v>2.152128481592996</c:v>
                </c:pt>
                <c:pt idx="1230">
                  <c:v>2.1528852325470211</c:v>
                </c:pt>
                <c:pt idx="1231">
                  <c:v>2.1535696034700038</c:v>
                </c:pt>
                <c:pt idx="1232">
                  <c:v>2.1542553878940112</c:v>
                </c:pt>
                <c:pt idx="1233">
                  <c:v>2.1549425776929922</c:v>
                </c:pt>
                <c:pt idx="1234">
                  <c:v>2.1556311647869961</c:v>
                </c:pt>
                <c:pt idx="1235">
                  <c:v>2.1563211411410066</c:v>
                </c:pt>
                <c:pt idx="1236">
                  <c:v>2.1570124987669885</c:v>
                </c:pt>
                <c:pt idx="1237">
                  <c:v>2.1577052297230068</c:v>
                </c:pt>
                <c:pt idx="1238">
                  <c:v>2.158399326112999</c:v>
                </c:pt>
                <c:pt idx="1239">
                  <c:v>2.1590947800879974</c:v>
                </c:pt>
                <c:pt idx="1240">
                  <c:v>2.1597915838380004</c:v>
                </c:pt>
                <c:pt idx="1241">
                  <c:v>2.1604897296059846</c:v>
                </c:pt>
                <c:pt idx="1242">
                  <c:v>2.1611892096750012</c:v>
                </c:pt>
                <c:pt idx="1243">
                  <c:v>2.1618900163709895</c:v>
                </c:pt>
                <c:pt idx="1244">
                  <c:v>2.162592142069002</c:v>
                </c:pt>
                <c:pt idx="1245">
                  <c:v>2.163295579183</c:v>
                </c:pt>
                <c:pt idx="1246">
                  <c:v>2.1640003201730167</c:v>
                </c:pt>
                <c:pt idx="1247">
                  <c:v>2.1647063575450147</c:v>
                </c:pt>
                <c:pt idx="1248">
                  <c:v>2.1654136838410238</c:v>
                </c:pt>
                <c:pt idx="1249">
                  <c:v>2.1661222916509928</c:v>
                </c:pt>
                <c:pt idx="1250">
                  <c:v>2.166832173610004</c:v>
                </c:pt>
                <c:pt idx="1251">
                  <c:v>2.167543322387985</c:v>
                </c:pt>
                <c:pt idx="1252">
                  <c:v>2.1682557307030095</c:v>
                </c:pt>
                <c:pt idx="1253">
                  <c:v>2.1689693913120038</c:v>
                </c:pt>
                <c:pt idx="1254">
                  <c:v>2.1696842970160048</c:v>
                </c:pt>
                <c:pt idx="1255">
                  <c:v>2.1704004406560102</c:v>
                </c:pt>
                <c:pt idx="1256">
                  <c:v>2.1711178151120123</c:v>
                </c:pt>
                <c:pt idx="1257">
                  <c:v>2.1718364133089949</c:v>
                </c:pt>
                <c:pt idx="1258">
                  <c:v>2.1725562282109934</c:v>
                </c:pt>
                <c:pt idx="1259">
                  <c:v>2.1732772528220039</c:v>
                </c:pt>
                <c:pt idx="1260">
                  <c:v>2.1739994801859837</c:v>
                </c:pt>
                <c:pt idx="1261">
                  <c:v>2.1746567893580107</c:v>
                </c:pt>
                <c:pt idx="1262">
                  <c:v>2.1753152874919977</c:v>
                </c:pt>
                <c:pt idx="1263">
                  <c:v>2.1759749677509888</c:v>
                </c:pt>
                <c:pt idx="1264">
                  <c:v>2.1766358233399785</c:v>
                </c:pt>
                <c:pt idx="1265">
                  <c:v>2.1772978475000002</c:v>
                </c:pt>
                <c:pt idx="1266">
                  <c:v>2.1779610335120196</c:v>
                </c:pt>
                <c:pt idx="1267">
                  <c:v>2.1786253746950024</c:v>
                </c:pt>
                <c:pt idx="1268">
                  <c:v>2.1792908644090119</c:v>
                </c:pt>
                <c:pt idx="1269">
                  <c:v>2.1799574960490133</c:v>
                </c:pt>
                <c:pt idx="1270">
                  <c:v>2.1806252630489951</c:v>
                </c:pt>
                <c:pt idx="1271">
                  <c:v>2.181294158881002</c:v>
                </c:pt>
                <c:pt idx="1272">
                  <c:v>2.1819641770559883</c:v>
                </c:pt>
                <c:pt idx="1273">
                  <c:v>2.182635311118986</c:v>
                </c:pt>
                <c:pt idx="1274">
                  <c:v>2.1833075546549878</c:v>
                </c:pt>
                <c:pt idx="1275">
                  <c:v>2.1839809012840021</c:v>
                </c:pt>
                <c:pt idx="1276">
                  <c:v>2.184655344664975</c:v>
                </c:pt>
                <c:pt idx="1277">
                  <c:v>2.1853308784899923</c:v>
                </c:pt>
                <c:pt idx="1278">
                  <c:v>2.1860074964920102</c:v>
                </c:pt>
                <c:pt idx="1279">
                  <c:v>2.1866851924339983</c:v>
                </c:pt>
                <c:pt idx="1280">
                  <c:v>2.1873639601199955</c:v>
                </c:pt>
                <c:pt idx="1281">
                  <c:v>2.1880437933870098</c:v>
                </c:pt>
                <c:pt idx="1282">
                  <c:v>2.1887246861099925</c:v>
                </c:pt>
                <c:pt idx="1283">
                  <c:v>2.1894066321939931</c:v>
                </c:pt>
                <c:pt idx="1284">
                  <c:v>2.1900896255859834</c:v>
                </c:pt>
                <c:pt idx="1285">
                  <c:v>2.1907736602619821</c:v>
                </c:pt>
                <c:pt idx="1286">
                  <c:v>2.1914587302370023</c:v>
                </c:pt>
                <c:pt idx="1287">
                  <c:v>2.1921448295559856</c:v>
                </c:pt>
                <c:pt idx="1288">
                  <c:v>2.192831952302015</c:v>
                </c:pt>
                <c:pt idx="1289">
                  <c:v>2.1935200925890115</c:v>
                </c:pt>
                <c:pt idx="1290">
                  <c:v>2.1942092445690093</c:v>
                </c:pt>
                <c:pt idx="1291">
                  <c:v>2.1948389260230101</c:v>
                </c:pt>
                <c:pt idx="1292">
                  <c:v>2.1954696075690094</c:v>
                </c:pt>
                <c:pt idx="1293">
                  <c:v>2.1961012834550218</c:v>
                </c:pt>
                <c:pt idx="1294">
                  <c:v>2.1967339479660097</c:v>
                </c:pt>
                <c:pt idx="1295">
                  <c:v>2.1973675954160115</c:v>
                </c:pt>
                <c:pt idx="1296">
                  <c:v>2.1980022201530005</c:v>
                </c:pt>
                <c:pt idx="1297">
                  <c:v>2.1986378165580049</c:v>
                </c:pt>
                <c:pt idx="1298">
                  <c:v>2.1992743790460167</c:v>
                </c:pt>
                <c:pt idx="1299">
                  <c:v>2.1999119020599949</c:v>
                </c:pt>
                <c:pt idx="1300">
                  <c:v>2.2005503800790223</c:v>
                </c:pt>
                <c:pt idx="1301">
                  <c:v>2.2011898076119962</c:v>
                </c:pt>
                <c:pt idx="1302">
                  <c:v>2.2018301791970032</c:v>
                </c:pt>
                <c:pt idx="1303">
                  <c:v>2.2024714894089925</c:v>
                </c:pt>
                <c:pt idx="1304">
                  <c:v>2.2031137328490047</c:v>
                </c:pt>
                <c:pt idx="1305">
                  <c:v>2.2037569041530105</c:v>
                </c:pt>
                <c:pt idx="1306">
                  <c:v>2.2044009979840098</c:v>
                </c:pt>
                <c:pt idx="1307">
                  <c:v>2.2050460090400179</c:v>
                </c:pt>
                <c:pt idx="1308">
                  <c:v>2.205691932045994</c:v>
                </c:pt>
                <c:pt idx="1309">
                  <c:v>2.2063387617579906</c:v>
                </c:pt>
                <c:pt idx="1310">
                  <c:v>2.2069864929640062</c:v>
                </c:pt>
                <c:pt idx="1311">
                  <c:v>2.2076351204790114</c:v>
                </c:pt>
                <c:pt idx="1312">
                  <c:v>2.2082846391510031</c:v>
                </c:pt>
                <c:pt idx="1313">
                  <c:v>2.2089350438550071</c:v>
                </c:pt>
                <c:pt idx="1314">
                  <c:v>2.2095863294970002</c:v>
                </c:pt>
                <c:pt idx="1315">
                  <c:v>2.2102384910130013</c:v>
                </c:pt>
                <c:pt idx="1316">
                  <c:v>2.2108915233650066</c:v>
                </c:pt>
                <c:pt idx="1317">
                  <c:v>2.2115454215469867</c:v>
                </c:pt>
                <c:pt idx="1318">
                  <c:v>2.212200180580993</c:v>
                </c:pt>
                <c:pt idx="1319">
                  <c:v>2.212855795515992</c:v>
                </c:pt>
                <c:pt idx="1320">
                  <c:v>2.2135122614320153</c:v>
                </c:pt>
                <c:pt idx="1321">
                  <c:v>2.2141152471780003</c:v>
                </c:pt>
                <c:pt idx="1322">
                  <c:v>2.2147190741490022</c:v>
                </c:pt>
                <c:pt idx="1323">
                  <c:v>2.2153237375050026</c:v>
                </c:pt>
                <c:pt idx="1324">
                  <c:v>2.2159292324379862</c:v>
                </c:pt>
                <c:pt idx="1325">
                  <c:v>2.2165355541660006</c:v>
                </c:pt>
                <c:pt idx="1326">
                  <c:v>2.2171426979369926</c:v>
                </c:pt>
                <c:pt idx="1327">
                  <c:v>2.2177506590230109</c:v>
                </c:pt>
                <c:pt idx="1328">
                  <c:v>2.2183594327260039</c:v>
                </c:pt>
                <c:pt idx="1329">
                  <c:v>2.2189690143720213</c:v>
                </c:pt>
                <c:pt idx="1330">
                  <c:v>2.2195793993159896</c:v>
                </c:pt>
                <c:pt idx="1331">
                  <c:v>2.2201905829410009</c:v>
                </c:pt>
                <c:pt idx="1332">
                  <c:v>2.2208025606529986</c:v>
                </c:pt>
                <c:pt idx="1333">
                  <c:v>2.2214153278860067</c:v>
                </c:pt>
                <c:pt idx="1334">
                  <c:v>2.2220288801009929</c:v>
                </c:pt>
                <c:pt idx="1335">
                  <c:v>2.222643212785016</c:v>
                </c:pt>
                <c:pt idx="1336">
                  <c:v>2.2232583214499755</c:v>
                </c:pt>
                <c:pt idx="1337">
                  <c:v>2.2238742016349988</c:v>
                </c:pt>
                <c:pt idx="1338">
                  <c:v>2.2244908489030024</c:v>
                </c:pt>
                <c:pt idx="1339">
                  <c:v>2.225108258844017</c:v>
                </c:pt>
                <c:pt idx="1340">
                  <c:v>2.2257264270729991</c:v>
                </c:pt>
                <c:pt idx="1341">
                  <c:v>2.2263453492290068</c:v>
                </c:pt>
                <c:pt idx="1342">
                  <c:v>2.2269650209800034</c:v>
                </c:pt>
                <c:pt idx="1343">
                  <c:v>2.2275854380129942</c:v>
                </c:pt>
                <c:pt idx="1344">
                  <c:v>2.2282065960430089</c:v>
                </c:pt>
                <c:pt idx="1345">
                  <c:v>2.2288284908109972</c:v>
                </c:pt>
                <c:pt idx="1346">
                  <c:v>2.2294511180800214</c:v>
                </c:pt>
                <c:pt idx="1347">
                  <c:v>2.2300744736379841</c:v>
                </c:pt>
                <c:pt idx="1348">
                  <c:v>2.2306985532990211</c:v>
                </c:pt>
                <c:pt idx="1349">
                  <c:v>2.2313233528979879</c:v>
                </c:pt>
                <c:pt idx="1350">
                  <c:v>2.2319488682970245</c:v>
                </c:pt>
                <c:pt idx="1351">
                  <c:v>2.2325253817290047</c:v>
                </c:pt>
                <c:pt idx="1352">
                  <c:v>2.2331026027530072</c:v>
                </c:pt>
                <c:pt idx="1353">
                  <c:v>2.2336805272989864</c:v>
                </c:pt>
                <c:pt idx="1354">
                  <c:v>2.2342591513249772</c:v>
                </c:pt>
                <c:pt idx="1355">
                  <c:v>2.2348384708059825</c:v>
                </c:pt>
                <c:pt idx="1356">
                  <c:v>2.2354184817450005</c:v>
                </c:pt>
                <c:pt idx="1357">
                  <c:v>2.2359991801649812</c:v>
                </c:pt>
                <c:pt idx="1358">
                  <c:v>2.2365805621149946</c:v>
                </c:pt>
                <c:pt idx="1359">
                  <c:v>2.2371626236650002</c:v>
                </c:pt>
                <c:pt idx="1360">
                  <c:v>2.2377453609049951</c:v>
                </c:pt>
                <c:pt idx="1361">
                  <c:v>2.2383287699509822</c:v>
                </c:pt>
                <c:pt idx="1362">
                  <c:v>2.2389128469419859</c:v>
                </c:pt>
                <c:pt idx="1363">
                  <c:v>2.239497588035988</c:v>
                </c:pt>
                <c:pt idx="1364">
                  <c:v>2.2400829894139918</c:v>
                </c:pt>
                <c:pt idx="1365">
                  <c:v>2.2406690472809885</c:v>
                </c:pt>
                <c:pt idx="1366">
                  <c:v>2.2412557578620067</c:v>
                </c:pt>
                <c:pt idx="1367">
                  <c:v>2.2418431174039881</c:v>
                </c:pt>
                <c:pt idx="1368">
                  <c:v>2.242431122173997</c:v>
                </c:pt>
                <c:pt idx="1369">
                  <c:v>2.2430197684650182</c:v>
                </c:pt>
                <c:pt idx="1370">
                  <c:v>2.2436090525860095</c:v>
                </c:pt>
                <c:pt idx="1371">
                  <c:v>2.2441989708719916</c:v>
                </c:pt>
                <c:pt idx="1372">
                  <c:v>2.2447895196740149</c:v>
                </c:pt>
                <c:pt idx="1373">
                  <c:v>2.2453806953679987</c:v>
                </c:pt>
                <c:pt idx="1374">
                  <c:v>2.2459724943510082</c:v>
                </c:pt>
                <c:pt idx="1375">
                  <c:v>2.2465649130360248</c:v>
                </c:pt>
                <c:pt idx="1376">
                  <c:v>2.2471579478640251</c:v>
                </c:pt>
                <c:pt idx="1377">
                  <c:v>2.247751595289003</c:v>
                </c:pt>
                <c:pt idx="1378">
                  <c:v>2.2483458517900203</c:v>
                </c:pt>
                <c:pt idx="1379">
                  <c:v>2.2489407138639876</c:v>
                </c:pt>
                <c:pt idx="1380">
                  <c:v>2.2495361780309793</c:v>
                </c:pt>
                <c:pt idx="1381">
                  <c:v>2.2500866272719975</c:v>
                </c:pt>
                <c:pt idx="1382">
                  <c:v>2.2506376717019805</c:v>
                </c:pt>
                <c:pt idx="1383">
                  <c:v>2.2511893078969933</c:v>
                </c:pt>
                <c:pt idx="1384">
                  <c:v>2.2517415324559806</c:v>
                </c:pt>
                <c:pt idx="1385">
                  <c:v>2.2522943419959915</c:v>
                </c:pt>
                <c:pt idx="1386">
                  <c:v>2.2528477331519809</c:v>
                </c:pt>
                <c:pt idx="1387">
                  <c:v>2.2534017025810158</c:v>
                </c:pt>
                <c:pt idx="1388">
                  <c:v>2.2539562469580119</c:v>
                </c:pt>
                <c:pt idx="1389">
                  <c:v>2.2545113629780076</c:v>
                </c:pt>
                <c:pt idx="1390">
                  <c:v>2.255067047353009</c:v>
                </c:pt>
                <c:pt idx="1391">
                  <c:v>2.2556232968149743</c:v>
                </c:pt>
                <c:pt idx="1392">
                  <c:v>2.2561801081170074</c:v>
                </c:pt>
                <c:pt idx="1393">
                  <c:v>2.2567374780249736</c:v>
                </c:pt>
                <c:pt idx="1394">
                  <c:v>2.257295403330005</c:v>
                </c:pt>
                <c:pt idx="1395">
                  <c:v>2.2578538808379847</c:v>
                </c:pt>
                <c:pt idx="1396">
                  <c:v>2.2584129073740087</c:v>
                </c:pt>
                <c:pt idx="1397">
                  <c:v>2.2589724797799988</c:v>
                </c:pt>
                <c:pt idx="1398">
                  <c:v>2.2595325949190226</c:v>
                </c:pt>
                <c:pt idx="1399">
                  <c:v>2.2600932496700068</c:v>
                </c:pt>
                <c:pt idx="1400">
                  <c:v>2.2606544409310061</c:v>
                </c:pt>
                <c:pt idx="1401">
                  <c:v>2.2612161656149965</c:v>
                </c:pt>
                <c:pt idx="1402">
                  <c:v>2.2617784206570093</c:v>
                </c:pt>
                <c:pt idx="1403">
                  <c:v>2.2623412030079919</c:v>
                </c:pt>
                <c:pt idx="1404">
                  <c:v>2.2629045096330174</c:v>
                </c:pt>
                <c:pt idx="1405">
                  <c:v>2.2634683375210045</c:v>
                </c:pt>
                <c:pt idx="1406">
                  <c:v>2.2640326836729798</c:v>
                </c:pt>
                <c:pt idx="1407">
                  <c:v>2.2645975451110019</c:v>
                </c:pt>
                <c:pt idx="1408">
                  <c:v>2.265162918868981</c:v>
                </c:pt>
                <c:pt idx="1409">
                  <c:v>2.2657288020040198</c:v>
                </c:pt>
                <c:pt idx="1410">
                  <c:v>2.2662951915880001</c:v>
                </c:pt>
                <c:pt idx="1411">
                  <c:v>2.2668210837559855</c:v>
                </c:pt>
                <c:pt idx="1412">
                  <c:v>2.2673474765669823</c:v>
                </c:pt>
                <c:pt idx="1413">
                  <c:v>2.2678743671380062</c:v>
                </c:pt>
                <c:pt idx="1414">
                  <c:v>2.2684017526090088</c:v>
                </c:pt>
                <c:pt idx="1415">
                  <c:v>2.2689296301340107</c:v>
                </c:pt>
                <c:pt idx="1416">
                  <c:v>2.2694579968849951</c:v>
                </c:pt>
                <c:pt idx="1417">
                  <c:v>2.2699868500469904</c:v>
                </c:pt>
                <c:pt idx="1418">
                  <c:v>2.2705161868260006</c:v>
                </c:pt>
                <c:pt idx="1419">
                  <c:v>2.2710460044380056</c:v>
                </c:pt>
                <c:pt idx="1420">
                  <c:v>2.2715763001220068</c:v>
                </c:pt>
                <c:pt idx="1421">
                  <c:v>2.2721070711249922</c:v>
                </c:pt>
                <c:pt idx="1422">
                  <c:v>2.2726383147189892</c:v>
                </c:pt>
                <c:pt idx="1423">
                  <c:v>2.273170028181994</c:v>
                </c:pt>
                <c:pt idx="1424">
                  <c:v>2.2737022088149956</c:v>
                </c:pt>
                <c:pt idx="1425">
                  <c:v>2.2742348539310058</c:v>
                </c:pt>
                <c:pt idx="1426">
                  <c:v>2.2747679608609985</c:v>
                </c:pt>
                <c:pt idx="1427">
                  <c:v>2.2753015269469756</c:v>
                </c:pt>
                <c:pt idx="1428">
                  <c:v>2.2758355495519993</c:v>
                </c:pt>
                <c:pt idx="1429">
                  <c:v>2.2763700260479993</c:v>
                </c:pt>
                <c:pt idx="1430">
                  <c:v>2.2769049538279944</c:v>
                </c:pt>
                <c:pt idx="1431">
                  <c:v>2.2774403302950077</c:v>
                </c:pt>
                <c:pt idx="1432">
                  <c:v>2.2779761528709912</c:v>
                </c:pt>
                <c:pt idx="1433">
                  <c:v>2.2785124189900046</c:v>
                </c:pt>
                <c:pt idx="1434">
                  <c:v>2.2790491261010004</c:v>
                </c:pt>
                <c:pt idx="1435">
                  <c:v>2.2795862716710076</c:v>
                </c:pt>
                <c:pt idx="1436">
                  <c:v>2.2801238531760077</c:v>
                </c:pt>
                <c:pt idx="1437">
                  <c:v>2.2806618681109967</c:v>
                </c:pt>
                <c:pt idx="1438">
                  <c:v>2.2812003139839874</c:v>
                </c:pt>
                <c:pt idx="1439">
                  <c:v>2.2817391883170046</c:v>
                </c:pt>
                <c:pt idx="1440">
                  <c:v>2.2822784886459999</c:v>
                </c:pt>
                <c:pt idx="1441">
                  <c:v>2.2827797741330187</c:v>
                </c:pt>
                <c:pt idx="1442">
                  <c:v>2.2832814807310058</c:v>
                </c:pt>
                <c:pt idx="1443">
                  <c:v>2.2837836060209895</c:v>
                </c:pt>
                <c:pt idx="1444">
                  <c:v>2.2842861475940026</c:v>
                </c:pt>
                <c:pt idx="1445">
                  <c:v>2.2847891030559992</c:v>
                </c:pt>
                <c:pt idx="1446">
                  <c:v>2.2852924700270023</c:v>
                </c:pt>
                <c:pt idx="1447">
                  <c:v>2.2857962461429793</c:v>
                </c:pt>
                <c:pt idx="1448">
                  <c:v>2.2863004290499873</c:v>
                </c:pt>
                <c:pt idx="1449">
                  <c:v>2.286805016409005</c:v>
                </c:pt>
                <c:pt idx="1450">
                  <c:v>2.2873100058970124</c:v>
                </c:pt>
                <c:pt idx="1451">
                  <c:v>2.2878153951979812</c:v>
                </c:pt>
                <c:pt idx="1452">
                  <c:v>2.2883211820149825</c:v>
                </c:pt>
                <c:pt idx="1453">
                  <c:v>2.2888273640620014</c:v>
                </c:pt>
                <c:pt idx="1454">
                  <c:v>2.2893339390670064</c:v>
                </c:pt>
                <c:pt idx="1455">
                  <c:v>2.2898409047709833</c:v>
                </c:pt>
                <c:pt idx="1456">
                  <c:v>2.290348258926997</c:v>
                </c:pt>
                <c:pt idx="1457">
                  <c:v>2.2908559993010158</c:v>
                </c:pt>
                <c:pt idx="1458">
                  <c:v>2.2913641236750095</c:v>
                </c:pt>
                <c:pt idx="1459">
                  <c:v>2.2918726298369734</c:v>
                </c:pt>
                <c:pt idx="1460">
                  <c:v>2.2923815155940019</c:v>
                </c:pt>
                <c:pt idx="1461">
                  <c:v>2.2928907787639901</c:v>
                </c:pt>
                <c:pt idx="1462">
                  <c:v>2.2934004171760023</c:v>
                </c:pt>
                <c:pt idx="1463">
                  <c:v>2.2939104286719783</c:v>
                </c:pt>
                <c:pt idx="1464">
                  <c:v>2.2944208111079831</c:v>
                </c:pt>
                <c:pt idx="1465">
                  <c:v>2.2949315623519908</c:v>
                </c:pt>
                <c:pt idx="1466">
                  <c:v>2.295442680282008</c:v>
                </c:pt>
                <c:pt idx="1467">
                  <c:v>2.2959541627889735</c:v>
                </c:pt>
                <c:pt idx="1468">
                  <c:v>2.2964660077780081</c:v>
                </c:pt>
                <c:pt idx="1469">
                  <c:v>2.2969782131640102</c:v>
                </c:pt>
                <c:pt idx="1470">
                  <c:v>2.2974907768760033</c:v>
                </c:pt>
                <c:pt idx="1471">
                  <c:v>2.2979693585589871</c:v>
                </c:pt>
                <c:pt idx="1472">
                  <c:v>2.2984482944569891</c:v>
                </c:pt>
                <c:pt idx="1473">
                  <c:v>2.2989275825360096</c:v>
                </c:pt>
                <c:pt idx="1474">
                  <c:v>2.2994072207700071</c:v>
                </c:pt>
                <c:pt idx="1475">
                  <c:v>2.2998872071460141</c:v>
                </c:pt>
                <c:pt idx="1476">
                  <c:v>2.3003675396610106</c:v>
                </c:pt>
                <c:pt idx="1477">
                  <c:v>2.3008482163269832</c:v>
                </c:pt>
                <c:pt idx="1478">
                  <c:v>2.3013292351629957</c:v>
                </c:pt>
                <c:pt idx="1479">
                  <c:v>2.3018105942039995</c:v>
                </c:pt>
                <c:pt idx="1480">
                  <c:v>2.3022922914919945</c:v>
                </c:pt>
                <c:pt idx="1481">
                  <c:v>2.3027743250829928</c:v>
                </c:pt>
                <c:pt idx="1482">
                  <c:v>2.3032566930419875</c:v>
                </c:pt>
                <c:pt idx="1483">
                  <c:v>2.3037393934490069</c:v>
                </c:pt>
                <c:pt idx="1484">
                  <c:v>2.3042224243900193</c:v>
                </c:pt>
                <c:pt idx="1485">
                  <c:v>2.3047057839659999</c:v>
                </c:pt>
                <c:pt idx="1486">
                  <c:v>2.3051894702869902</c:v>
                </c:pt>
                <c:pt idx="1487">
                  <c:v>2.3056734814740025</c:v>
                </c:pt>
                <c:pt idx="1488">
                  <c:v>2.3061578156609812</c:v>
                </c:pt>
                <c:pt idx="1489">
                  <c:v>2.3066424709870148</c:v>
                </c:pt>
                <c:pt idx="1490">
                  <c:v>2.307127445610007</c:v>
                </c:pt>
                <c:pt idx="1491">
                  <c:v>2.3076127376899933</c:v>
                </c:pt>
                <c:pt idx="1492">
                  <c:v>2.3080983454059947</c:v>
                </c:pt>
                <c:pt idx="1493">
                  <c:v>2.3085842669390217</c:v>
                </c:pt>
                <c:pt idx="1494">
                  <c:v>2.309070500486996</c:v>
                </c:pt>
                <c:pt idx="1495">
                  <c:v>2.3095570442550013</c:v>
                </c:pt>
                <c:pt idx="1496">
                  <c:v>2.3100438964610248</c:v>
                </c:pt>
                <c:pt idx="1497">
                  <c:v>2.3105310553289939</c:v>
                </c:pt>
                <c:pt idx="1498">
                  <c:v>2.311018519099008</c:v>
                </c:pt>
                <c:pt idx="1499">
                  <c:v>2.3115062860139801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C42-40C7-9899-6EF73B18D3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96751"/>
        <c:axId val="164995791"/>
      </c:scatterChart>
      <c:valAx>
        <c:axId val="164996751"/>
        <c:scaling>
          <c:orientation val="minMax"/>
          <c:max val="1500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4995791"/>
        <c:crosses val="autoZero"/>
        <c:crossBetween val="midCat"/>
        <c:majorUnit val="250"/>
      </c:valAx>
      <c:valAx>
        <c:axId val="1649957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000" b="0" i="0" u="none" strike="noStrike" kern="1200" baseline="0" dirty="0">
                    <a:solidFill>
                      <a:schemeClr val="tx1"/>
                    </a:solidFill>
                  </a:rPr>
                  <a:t>Temperature [K]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64996751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'DL-Model'!$B$1</c:f>
              <c:strCache>
                <c:ptCount val="1"/>
                <c:pt idx="0">
                  <c:v>T_sw_true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'DL-Model'!$B$2:$B$7272</c:f>
              <c:numCache>
                <c:formatCode>General</c:formatCode>
                <c:ptCount val="7271"/>
                <c:pt idx="0">
                  <c:v>38.895034790039098</c:v>
                </c:pt>
                <c:pt idx="1">
                  <c:v>38.907047271728501</c:v>
                </c:pt>
                <c:pt idx="2">
                  <c:v>38.928535461425803</c:v>
                </c:pt>
                <c:pt idx="3">
                  <c:v>38.931137084960902</c:v>
                </c:pt>
                <c:pt idx="4">
                  <c:v>38.897544860839801</c:v>
                </c:pt>
                <c:pt idx="5">
                  <c:v>38.886775970458999</c:v>
                </c:pt>
                <c:pt idx="6">
                  <c:v>38.835586547851598</c:v>
                </c:pt>
                <c:pt idx="7">
                  <c:v>38.839466094970703</c:v>
                </c:pt>
                <c:pt idx="8">
                  <c:v>38.804042816162102</c:v>
                </c:pt>
                <c:pt idx="9">
                  <c:v>38.864063262939503</c:v>
                </c:pt>
                <c:pt idx="10">
                  <c:v>38.960189819335902</c:v>
                </c:pt>
                <c:pt idx="11">
                  <c:v>39.0046195983887</c:v>
                </c:pt>
                <c:pt idx="12">
                  <c:v>39.067573547363303</c:v>
                </c:pt>
                <c:pt idx="13">
                  <c:v>39.109119415283203</c:v>
                </c:pt>
                <c:pt idx="14">
                  <c:v>39.204200744628899</c:v>
                </c:pt>
                <c:pt idx="15">
                  <c:v>39.275627136230497</c:v>
                </c:pt>
                <c:pt idx="16">
                  <c:v>39.257431030273402</c:v>
                </c:pt>
                <c:pt idx="17">
                  <c:v>39.319553375244098</c:v>
                </c:pt>
                <c:pt idx="18">
                  <c:v>39.373046875</c:v>
                </c:pt>
                <c:pt idx="19">
                  <c:v>39.391769409179702</c:v>
                </c:pt>
                <c:pt idx="20">
                  <c:v>39.417060852050803</c:v>
                </c:pt>
                <c:pt idx="21">
                  <c:v>39.431571960449197</c:v>
                </c:pt>
                <c:pt idx="22">
                  <c:v>39.436798095703097</c:v>
                </c:pt>
                <c:pt idx="23">
                  <c:v>39.436595916748097</c:v>
                </c:pt>
                <c:pt idx="24">
                  <c:v>39.442272186279297</c:v>
                </c:pt>
                <c:pt idx="25">
                  <c:v>39.445552825927699</c:v>
                </c:pt>
                <c:pt idx="26">
                  <c:v>39.447109222412102</c:v>
                </c:pt>
                <c:pt idx="27">
                  <c:v>39.448150634765597</c:v>
                </c:pt>
                <c:pt idx="28">
                  <c:v>39.448570251464801</c:v>
                </c:pt>
                <c:pt idx="29">
                  <c:v>39.440071105957003</c:v>
                </c:pt>
                <c:pt idx="30">
                  <c:v>39.442832946777301</c:v>
                </c:pt>
                <c:pt idx="31">
                  <c:v>39.442653656005902</c:v>
                </c:pt>
                <c:pt idx="32">
                  <c:v>39.43701171875</c:v>
                </c:pt>
                <c:pt idx="33">
                  <c:v>39.4437065124512</c:v>
                </c:pt>
                <c:pt idx="34">
                  <c:v>39.447879791259801</c:v>
                </c:pt>
                <c:pt idx="35">
                  <c:v>39.447635650634801</c:v>
                </c:pt>
                <c:pt idx="36">
                  <c:v>39.449535369873097</c:v>
                </c:pt>
                <c:pt idx="37">
                  <c:v>39.450077056884801</c:v>
                </c:pt>
                <c:pt idx="38">
                  <c:v>39.4510307312012</c:v>
                </c:pt>
                <c:pt idx="39">
                  <c:v>39.4516410827637</c:v>
                </c:pt>
                <c:pt idx="40">
                  <c:v>39.450477600097699</c:v>
                </c:pt>
                <c:pt idx="41">
                  <c:v>39.450618743896499</c:v>
                </c:pt>
                <c:pt idx="42">
                  <c:v>39.451431274414098</c:v>
                </c:pt>
                <c:pt idx="43">
                  <c:v>39.450309753417997</c:v>
                </c:pt>
                <c:pt idx="44">
                  <c:v>39.4511528015137</c:v>
                </c:pt>
                <c:pt idx="45">
                  <c:v>39.451705932617202</c:v>
                </c:pt>
                <c:pt idx="46">
                  <c:v>39.451988220214801</c:v>
                </c:pt>
                <c:pt idx="47">
                  <c:v>39.452133178710902</c:v>
                </c:pt>
                <c:pt idx="48">
                  <c:v>39.4522094726563</c:v>
                </c:pt>
                <c:pt idx="49">
                  <c:v>39.452247619628899</c:v>
                </c:pt>
                <c:pt idx="50">
                  <c:v>39.452266693115199</c:v>
                </c:pt>
                <c:pt idx="51">
                  <c:v>39.452274322509801</c:v>
                </c:pt>
                <c:pt idx="52">
                  <c:v>39.452281951904297</c:v>
                </c:pt>
                <c:pt idx="53">
                  <c:v>39.452281951904297</c:v>
                </c:pt>
                <c:pt idx="54">
                  <c:v>39.452285766601598</c:v>
                </c:pt>
                <c:pt idx="55">
                  <c:v>39.452285766601598</c:v>
                </c:pt>
                <c:pt idx="56">
                  <c:v>39.452285766601598</c:v>
                </c:pt>
                <c:pt idx="57">
                  <c:v>39.452285766601598</c:v>
                </c:pt>
                <c:pt idx="58">
                  <c:v>39.452285766601598</c:v>
                </c:pt>
                <c:pt idx="59">
                  <c:v>39.475929260253899</c:v>
                </c:pt>
                <c:pt idx="60">
                  <c:v>39.515403747558601</c:v>
                </c:pt>
                <c:pt idx="61">
                  <c:v>39.539688110351598</c:v>
                </c:pt>
                <c:pt idx="62">
                  <c:v>39.620918273925803</c:v>
                </c:pt>
                <c:pt idx="63">
                  <c:v>39.6213569641113</c:v>
                </c:pt>
                <c:pt idx="64">
                  <c:v>39.611869812011697</c:v>
                </c:pt>
                <c:pt idx="65">
                  <c:v>39.638187408447301</c:v>
                </c:pt>
                <c:pt idx="66">
                  <c:v>39.633918762207003</c:v>
                </c:pt>
                <c:pt idx="67">
                  <c:v>39.8236083984375</c:v>
                </c:pt>
                <c:pt idx="68">
                  <c:v>39.953239440917997</c:v>
                </c:pt>
                <c:pt idx="69">
                  <c:v>40.2606391906738</c:v>
                </c:pt>
                <c:pt idx="70">
                  <c:v>40.165611267089801</c:v>
                </c:pt>
                <c:pt idx="71">
                  <c:v>40.174179077148402</c:v>
                </c:pt>
                <c:pt idx="72">
                  <c:v>40.380016326904297</c:v>
                </c:pt>
                <c:pt idx="73">
                  <c:v>40.6438179016113</c:v>
                </c:pt>
                <c:pt idx="74">
                  <c:v>40.878646850585902</c:v>
                </c:pt>
                <c:pt idx="75">
                  <c:v>40.992671966552699</c:v>
                </c:pt>
                <c:pt idx="76">
                  <c:v>40.944412231445298</c:v>
                </c:pt>
                <c:pt idx="77">
                  <c:v>41.085277557373097</c:v>
                </c:pt>
                <c:pt idx="78">
                  <c:v>41.222625732421903</c:v>
                </c:pt>
                <c:pt idx="79">
                  <c:v>41.408535003662102</c:v>
                </c:pt>
                <c:pt idx="80">
                  <c:v>41.588592529296903</c:v>
                </c:pt>
                <c:pt idx="81">
                  <c:v>41.732173919677699</c:v>
                </c:pt>
                <c:pt idx="82">
                  <c:v>41.861865997314503</c:v>
                </c:pt>
                <c:pt idx="83">
                  <c:v>41.947269439697301</c:v>
                </c:pt>
                <c:pt idx="84">
                  <c:v>41.927528381347699</c:v>
                </c:pt>
                <c:pt idx="85">
                  <c:v>41.894542694091797</c:v>
                </c:pt>
                <c:pt idx="86">
                  <c:v>42.046546936035199</c:v>
                </c:pt>
                <c:pt idx="87">
                  <c:v>42.0582275390625</c:v>
                </c:pt>
                <c:pt idx="88">
                  <c:v>42.074066162109403</c:v>
                </c:pt>
                <c:pt idx="89">
                  <c:v>42.200645446777301</c:v>
                </c:pt>
                <c:pt idx="90">
                  <c:v>42.472915649414098</c:v>
                </c:pt>
                <c:pt idx="91">
                  <c:v>42.596992492675803</c:v>
                </c:pt>
                <c:pt idx="92">
                  <c:v>42.646141052246101</c:v>
                </c:pt>
                <c:pt idx="93">
                  <c:v>42.727455139160199</c:v>
                </c:pt>
                <c:pt idx="94">
                  <c:v>42.828182220458999</c:v>
                </c:pt>
                <c:pt idx="95">
                  <c:v>42.934597015380902</c:v>
                </c:pt>
                <c:pt idx="96">
                  <c:v>42.933799743652301</c:v>
                </c:pt>
                <c:pt idx="97">
                  <c:v>42.966548919677699</c:v>
                </c:pt>
                <c:pt idx="98">
                  <c:v>43.052608489990199</c:v>
                </c:pt>
                <c:pt idx="99">
                  <c:v>43.215633392333999</c:v>
                </c:pt>
                <c:pt idx="100">
                  <c:v>43.349857330322301</c:v>
                </c:pt>
                <c:pt idx="101">
                  <c:v>43.438758850097699</c:v>
                </c:pt>
                <c:pt idx="102">
                  <c:v>43.474609375</c:v>
                </c:pt>
                <c:pt idx="103">
                  <c:v>43.504013061523402</c:v>
                </c:pt>
                <c:pt idx="104">
                  <c:v>43.528968811035199</c:v>
                </c:pt>
                <c:pt idx="105">
                  <c:v>43.633895874023402</c:v>
                </c:pt>
                <c:pt idx="106">
                  <c:v>43.592010498046903</c:v>
                </c:pt>
                <c:pt idx="107">
                  <c:v>43.612823486328097</c:v>
                </c:pt>
                <c:pt idx="108">
                  <c:v>43.642471313476598</c:v>
                </c:pt>
                <c:pt idx="109">
                  <c:v>43.599189758300803</c:v>
                </c:pt>
                <c:pt idx="110">
                  <c:v>43.5774536132813</c:v>
                </c:pt>
                <c:pt idx="111">
                  <c:v>43.576648712158203</c:v>
                </c:pt>
                <c:pt idx="112">
                  <c:v>43.571296691894503</c:v>
                </c:pt>
                <c:pt idx="113">
                  <c:v>43.565902709960902</c:v>
                </c:pt>
                <c:pt idx="114">
                  <c:v>43.664016723632798</c:v>
                </c:pt>
                <c:pt idx="115">
                  <c:v>43.794429779052699</c:v>
                </c:pt>
                <c:pt idx="116">
                  <c:v>43.751197814941399</c:v>
                </c:pt>
                <c:pt idx="117">
                  <c:v>43.953170776367202</c:v>
                </c:pt>
                <c:pt idx="118">
                  <c:v>44.095565795898402</c:v>
                </c:pt>
                <c:pt idx="119">
                  <c:v>44.2189331054688</c:v>
                </c:pt>
                <c:pt idx="120">
                  <c:v>44.291538238525398</c:v>
                </c:pt>
                <c:pt idx="121">
                  <c:v>44.344844818115199</c:v>
                </c:pt>
                <c:pt idx="122">
                  <c:v>44.236339569091797</c:v>
                </c:pt>
                <c:pt idx="123">
                  <c:v>44.171794891357401</c:v>
                </c:pt>
                <c:pt idx="124">
                  <c:v>44.310226440429702</c:v>
                </c:pt>
                <c:pt idx="125">
                  <c:v>44.448654174804702</c:v>
                </c:pt>
                <c:pt idx="126">
                  <c:v>44.5461616516113</c:v>
                </c:pt>
                <c:pt idx="127">
                  <c:v>44.584232330322301</c:v>
                </c:pt>
                <c:pt idx="128">
                  <c:v>44.720626831054702</c:v>
                </c:pt>
                <c:pt idx="129">
                  <c:v>44.861404418945298</c:v>
                </c:pt>
                <c:pt idx="130">
                  <c:v>45.076099395752003</c:v>
                </c:pt>
                <c:pt idx="131">
                  <c:v>45.338298797607401</c:v>
                </c:pt>
                <c:pt idx="132">
                  <c:v>45.359550476074197</c:v>
                </c:pt>
                <c:pt idx="133">
                  <c:v>45.580612182617202</c:v>
                </c:pt>
                <c:pt idx="134">
                  <c:v>45.753536224365199</c:v>
                </c:pt>
                <c:pt idx="135">
                  <c:v>45.859920501708999</c:v>
                </c:pt>
                <c:pt idx="136">
                  <c:v>45.896251678466797</c:v>
                </c:pt>
                <c:pt idx="137">
                  <c:v>45.9397583007813</c:v>
                </c:pt>
                <c:pt idx="138">
                  <c:v>45.962345123291001</c:v>
                </c:pt>
                <c:pt idx="139">
                  <c:v>46.1476860046387</c:v>
                </c:pt>
                <c:pt idx="140">
                  <c:v>46.855648040771499</c:v>
                </c:pt>
                <c:pt idx="141">
                  <c:v>47.682826995849602</c:v>
                </c:pt>
                <c:pt idx="142">
                  <c:v>48.402210235595703</c:v>
                </c:pt>
                <c:pt idx="143">
                  <c:v>48.790885925292997</c:v>
                </c:pt>
                <c:pt idx="144">
                  <c:v>49.028003692627003</c:v>
                </c:pt>
                <c:pt idx="145">
                  <c:v>49.415729522705099</c:v>
                </c:pt>
                <c:pt idx="146">
                  <c:v>49.961219787597699</c:v>
                </c:pt>
                <c:pt idx="147">
                  <c:v>50.381683349609403</c:v>
                </c:pt>
                <c:pt idx="148">
                  <c:v>50.868080139160199</c:v>
                </c:pt>
                <c:pt idx="149">
                  <c:v>51.371006011962898</c:v>
                </c:pt>
                <c:pt idx="150">
                  <c:v>51.869915008544901</c:v>
                </c:pt>
                <c:pt idx="151">
                  <c:v>52.308887481689503</c:v>
                </c:pt>
                <c:pt idx="152">
                  <c:v>52.667045593261697</c:v>
                </c:pt>
                <c:pt idx="153">
                  <c:v>53.109405517578097</c:v>
                </c:pt>
                <c:pt idx="154">
                  <c:v>53.532375335693402</c:v>
                </c:pt>
                <c:pt idx="155">
                  <c:v>53.854785919189503</c:v>
                </c:pt>
                <c:pt idx="156">
                  <c:v>54.366184234619098</c:v>
                </c:pt>
                <c:pt idx="157">
                  <c:v>54.807014465332003</c:v>
                </c:pt>
                <c:pt idx="158">
                  <c:v>55.2845268249512</c:v>
                </c:pt>
                <c:pt idx="159">
                  <c:v>55.584339141845703</c:v>
                </c:pt>
                <c:pt idx="160">
                  <c:v>55.820259094238303</c:v>
                </c:pt>
                <c:pt idx="161">
                  <c:v>56.048408508300803</c:v>
                </c:pt>
                <c:pt idx="162">
                  <c:v>56.250720977783203</c:v>
                </c:pt>
                <c:pt idx="163">
                  <c:v>56.453834533691399</c:v>
                </c:pt>
                <c:pt idx="164">
                  <c:v>56.600021362304702</c:v>
                </c:pt>
                <c:pt idx="165">
                  <c:v>56.764125823974602</c:v>
                </c:pt>
                <c:pt idx="166">
                  <c:v>57.0853080749512</c:v>
                </c:pt>
                <c:pt idx="167">
                  <c:v>57.207897186279297</c:v>
                </c:pt>
                <c:pt idx="168">
                  <c:v>57.314151763916001</c:v>
                </c:pt>
                <c:pt idx="169">
                  <c:v>57.385063171386697</c:v>
                </c:pt>
                <c:pt idx="170">
                  <c:v>57.4268608093262</c:v>
                </c:pt>
                <c:pt idx="171">
                  <c:v>57.498405456542997</c:v>
                </c:pt>
                <c:pt idx="172">
                  <c:v>57.496730804443402</c:v>
                </c:pt>
                <c:pt idx="173">
                  <c:v>57.538063049316399</c:v>
                </c:pt>
                <c:pt idx="174">
                  <c:v>57.6376762390137</c:v>
                </c:pt>
                <c:pt idx="175">
                  <c:v>57.700870513916001</c:v>
                </c:pt>
                <c:pt idx="176">
                  <c:v>57.843227386474602</c:v>
                </c:pt>
                <c:pt idx="177">
                  <c:v>57.933807373046903</c:v>
                </c:pt>
                <c:pt idx="178">
                  <c:v>58.010013580322301</c:v>
                </c:pt>
                <c:pt idx="179">
                  <c:v>57.986679077148402</c:v>
                </c:pt>
                <c:pt idx="180">
                  <c:v>58.064205169677699</c:v>
                </c:pt>
                <c:pt idx="181">
                  <c:v>58.180816650390597</c:v>
                </c:pt>
                <c:pt idx="182">
                  <c:v>58.253574371337898</c:v>
                </c:pt>
                <c:pt idx="183">
                  <c:v>58.186100006103501</c:v>
                </c:pt>
                <c:pt idx="184">
                  <c:v>58.118366241455099</c:v>
                </c:pt>
                <c:pt idx="185">
                  <c:v>58.008975982666001</c:v>
                </c:pt>
                <c:pt idx="186">
                  <c:v>58.087497711181598</c:v>
                </c:pt>
                <c:pt idx="187">
                  <c:v>58.1802368164063</c:v>
                </c:pt>
                <c:pt idx="188">
                  <c:v>58.243724822998097</c:v>
                </c:pt>
                <c:pt idx="189">
                  <c:v>58.263046264648402</c:v>
                </c:pt>
                <c:pt idx="190">
                  <c:v>58.297164916992202</c:v>
                </c:pt>
                <c:pt idx="191">
                  <c:v>58.090114593505902</c:v>
                </c:pt>
                <c:pt idx="192">
                  <c:v>57.998207092285199</c:v>
                </c:pt>
                <c:pt idx="193">
                  <c:v>57.871295928955099</c:v>
                </c:pt>
                <c:pt idx="194">
                  <c:v>57.956222534179702</c:v>
                </c:pt>
                <c:pt idx="195">
                  <c:v>57.922985076904297</c:v>
                </c:pt>
                <c:pt idx="196">
                  <c:v>57.925716400146499</c:v>
                </c:pt>
                <c:pt idx="197">
                  <c:v>58.0260620117188</c:v>
                </c:pt>
                <c:pt idx="198">
                  <c:v>57.9630737304688</c:v>
                </c:pt>
                <c:pt idx="199">
                  <c:v>58.194911956787102</c:v>
                </c:pt>
                <c:pt idx="200">
                  <c:v>58.339954376220703</c:v>
                </c:pt>
                <c:pt idx="201">
                  <c:v>58.426673889160199</c:v>
                </c:pt>
                <c:pt idx="202">
                  <c:v>58.553310394287102</c:v>
                </c:pt>
                <c:pt idx="203">
                  <c:v>58.769218444824197</c:v>
                </c:pt>
                <c:pt idx="204">
                  <c:v>59.019729614257798</c:v>
                </c:pt>
                <c:pt idx="205">
                  <c:v>59.582714080810597</c:v>
                </c:pt>
                <c:pt idx="206">
                  <c:v>59.902626037597699</c:v>
                </c:pt>
                <c:pt idx="207">
                  <c:v>60.056396484375</c:v>
                </c:pt>
                <c:pt idx="208">
                  <c:v>60.334873199462898</c:v>
                </c:pt>
                <c:pt idx="209">
                  <c:v>60.500343322753899</c:v>
                </c:pt>
                <c:pt idx="210">
                  <c:v>60.600208282470703</c:v>
                </c:pt>
                <c:pt idx="211">
                  <c:v>60.829898834228501</c:v>
                </c:pt>
                <c:pt idx="212">
                  <c:v>61.213539123535199</c:v>
                </c:pt>
                <c:pt idx="213">
                  <c:v>61.615779876708999</c:v>
                </c:pt>
                <c:pt idx="214">
                  <c:v>61.6769828796387</c:v>
                </c:pt>
                <c:pt idx="215">
                  <c:v>61.96923828125</c:v>
                </c:pt>
                <c:pt idx="216">
                  <c:v>62.178874969482401</c:v>
                </c:pt>
                <c:pt idx="217">
                  <c:v>62.322723388671903</c:v>
                </c:pt>
                <c:pt idx="218">
                  <c:v>62.505233764648402</c:v>
                </c:pt>
                <c:pt idx="219">
                  <c:v>62.726348876953097</c:v>
                </c:pt>
                <c:pt idx="220">
                  <c:v>62.938510894775398</c:v>
                </c:pt>
                <c:pt idx="221">
                  <c:v>63.353206634521499</c:v>
                </c:pt>
                <c:pt idx="222">
                  <c:v>63.557918548583999</c:v>
                </c:pt>
                <c:pt idx="223">
                  <c:v>63.540458679199197</c:v>
                </c:pt>
                <c:pt idx="224">
                  <c:v>63.754554748535199</c:v>
                </c:pt>
                <c:pt idx="225">
                  <c:v>63.871158599853501</c:v>
                </c:pt>
                <c:pt idx="226">
                  <c:v>63.897796630859403</c:v>
                </c:pt>
                <c:pt idx="227">
                  <c:v>63.952667236328097</c:v>
                </c:pt>
                <c:pt idx="228">
                  <c:v>63.980339050292997</c:v>
                </c:pt>
                <c:pt idx="229">
                  <c:v>63.989566802978501</c:v>
                </c:pt>
                <c:pt idx="230">
                  <c:v>63.971683502197301</c:v>
                </c:pt>
                <c:pt idx="231">
                  <c:v>63.9452934265137</c:v>
                </c:pt>
                <c:pt idx="232">
                  <c:v>63.793697357177699</c:v>
                </c:pt>
                <c:pt idx="233">
                  <c:v>63.770927429199197</c:v>
                </c:pt>
                <c:pt idx="234">
                  <c:v>63.692234039306598</c:v>
                </c:pt>
                <c:pt idx="235">
                  <c:v>63.6017456054688</c:v>
                </c:pt>
                <c:pt idx="236">
                  <c:v>63.491497039794901</c:v>
                </c:pt>
                <c:pt idx="237">
                  <c:v>63.528148651123097</c:v>
                </c:pt>
                <c:pt idx="238">
                  <c:v>63.3724174499512</c:v>
                </c:pt>
                <c:pt idx="239">
                  <c:v>63.185680389404297</c:v>
                </c:pt>
                <c:pt idx="240">
                  <c:v>63.0633354187012</c:v>
                </c:pt>
                <c:pt idx="241">
                  <c:v>62.9957885742188</c:v>
                </c:pt>
                <c:pt idx="242">
                  <c:v>62.879108428955099</c:v>
                </c:pt>
                <c:pt idx="243">
                  <c:v>62.747467041015597</c:v>
                </c:pt>
                <c:pt idx="244">
                  <c:v>62.6434936523438</c:v>
                </c:pt>
                <c:pt idx="245">
                  <c:v>62.560272216796903</c:v>
                </c:pt>
                <c:pt idx="246">
                  <c:v>62.461360931396499</c:v>
                </c:pt>
                <c:pt idx="247">
                  <c:v>62.327262878417997</c:v>
                </c:pt>
                <c:pt idx="248">
                  <c:v>62.257389068603501</c:v>
                </c:pt>
                <c:pt idx="249">
                  <c:v>62.220954895019503</c:v>
                </c:pt>
                <c:pt idx="250">
                  <c:v>62.165416717529297</c:v>
                </c:pt>
                <c:pt idx="251">
                  <c:v>62.100013732910199</c:v>
                </c:pt>
                <c:pt idx="252">
                  <c:v>62.137042999267599</c:v>
                </c:pt>
                <c:pt idx="253">
                  <c:v>62.097476959228501</c:v>
                </c:pt>
                <c:pt idx="254">
                  <c:v>61.947635650634801</c:v>
                </c:pt>
                <c:pt idx="255">
                  <c:v>61.822196960449197</c:v>
                </c:pt>
                <c:pt idx="256">
                  <c:v>61.720809936523402</c:v>
                </c:pt>
                <c:pt idx="257">
                  <c:v>61.685337066650398</c:v>
                </c:pt>
                <c:pt idx="258">
                  <c:v>61.5789794921875</c:v>
                </c:pt>
                <c:pt idx="259">
                  <c:v>61.482696533203097</c:v>
                </c:pt>
                <c:pt idx="260">
                  <c:v>61.402641296386697</c:v>
                </c:pt>
                <c:pt idx="261">
                  <c:v>61.403675079345703</c:v>
                </c:pt>
                <c:pt idx="262">
                  <c:v>61.285308837890597</c:v>
                </c:pt>
                <c:pt idx="263">
                  <c:v>61.169853210449197</c:v>
                </c:pt>
                <c:pt idx="264">
                  <c:v>61.079833984375</c:v>
                </c:pt>
                <c:pt idx="265">
                  <c:v>60.957324981689503</c:v>
                </c:pt>
                <c:pt idx="266">
                  <c:v>60.940322875976598</c:v>
                </c:pt>
                <c:pt idx="267">
                  <c:v>60.882881164550803</c:v>
                </c:pt>
                <c:pt idx="268">
                  <c:v>60.743721008300803</c:v>
                </c:pt>
                <c:pt idx="269">
                  <c:v>60.700099945068402</c:v>
                </c:pt>
                <c:pt idx="270">
                  <c:v>60.686122894287102</c:v>
                </c:pt>
                <c:pt idx="271">
                  <c:v>60.702407836914098</c:v>
                </c:pt>
                <c:pt idx="272">
                  <c:v>60.687503814697301</c:v>
                </c:pt>
                <c:pt idx="273">
                  <c:v>60.705432891845703</c:v>
                </c:pt>
                <c:pt idx="274">
                  <c:v>60.714073181152301</c:v>
                </c:pt>
                <c:pt idx="275">
                  <c:v>60.749832153320298</c:v>
                </c:pt>
                <c:pt idx="276">
                  <c:v>60.738239288330099</c:v>
                </c:pt>
                <c:pt idx="277">
                  <c:v>60.741626739502003</c:v>
                </c:pt>
                <c:pt idx="278">
                  <c:v>60.867424011230497</c:v>
                </c:pt>
                <c:pt idx="279">
                  <c:v>60.786891937255902</c:v>
                </c:pt>
                <c:pt idx="280">
                  <c:v>60.922210693359403</c:v>
                </c:pt>
                <c:pt idx="281">
                  <c:v>60.995937347412102</c:v>
                </c:pt>
                <c:pt idx="282">
                  <c:v>60.909557342529297</c:v>
                </c:pt>
                <c:pt idx="283">
                  <c:v>61.152145385742202</c:v>
                </c:pt>
                <c:pt idx="284">
                  <c:v>61.292892456054702</c:v>
                </c:pt>
                <c:pt idx="285">
                  <c:v>61.636428833007798</c:v>
                </c:pt>
                <c:pt idx="286">
                  <c:v>61.704761505127003</c:v>
                </c:pt>
                <c:pt idx="287">
                  <c:v>61.861114501953097</c:v>
                </c:pt>
                <c:pt idx="288">
                  <c:v>62.121017456054702</c:v>
                </c:pt>
                <c:pt idx="289">
                  <c:v>62.359546661377003</c:v>
                </c:pt>
                <c:pt idx="290">
                  <c:v>62.742378234863303</c:v>
                </c:pt>
                <c:pt idx="291">
                  <c:v>63.235198974609403</c:v>
                </c:pt>
                <c:pt idx="292">
                  <c:v>63.5554008483887</c:v>
                </c:pt>
                <c:pt idx="293">
                  <c:v>63.836765289306598</c:v>
                </c:pt>
                <c:pt idx="294">
                  <c:v>64.026687622070298</c:v>
                </c:pt>
                <c:pt idx="295">
                  <c:v>64.512977600097699</c:v>
                </c:pt>
                <c:pt idx="296">
                  <c:v>64.870635986328097</c:v>
                </c:pt>
                <c:pt idx="297">
                  <c:v>65.128257751464801</c:v>
                </c:pt>
                <c:pt idx="298">
                  <c:v>65.327323913574205</c:v>
                </c:pt>
                <c:pt idx="299">
                  <c:v>65.427200317382798</c:v>
                </c:pt>
                <c:pt idx="300">
                  <c:v>65.500511169433594</c:v>
                </c:pt>
                <c:pt idx="301">
                  <c:v>65.543006896972699</c:v>
                </c:pt>
                <c:pt idx="302">
                  <c:v>65.563980102539105</c:v>
                </c:pt>
                <c:pt idx="303">
                  <c:v>65.575592041015597</c:v>
                </c:pt>
                <c:pt idx="304">
                  <c:v>65.581550598144503</c:v>
                </c:pt>
                <c:pt idx="305">
                  <c:v>65.583770751953097</c:v>
                </c:pt>
                <c:pt idx="306">
                  <c:v>65.58447265625</c:v>
                </c:pt>
                <c:pt idx="307">
                  <c:v>65.581146240234403</c:v>
                </c:pt>
                <c:pt idx="308">
                  <c:v>65.559074401855497</c:v>
                </c:pt>
                <c:pt idx="309">
                  <c:v>65.538581848144503</c:v>
                </c:pt>
                <c:pt idx="310">
                  <c:v>65.464302062988295</c:v>
                </c:pt>
                <c:pt idx="311">
                  <c:v>65.358901977539105</c:v>
                </c:pt>
                <c:pt idx="312">
                  <c:v>65.238677978515597</c:v>
                </c:pt>
                <c:pt idx="313">
                  <c:v>65.093971252441406</c:v>
                </c:pt>
                <c:pt idx="314">
                  <c:v>64.962097167968807</c:v>
                </c:pt>
                <c:pt idx="315">
                  <c:v>64.827941894531307</c:v>
                </c:pt>
                <c:pt idx="316">
                  <c:v>64.684509277343807</c:v>
                </c:pt>
                <c:pt idx="317">
                  <c:v>64.524497985839801</c:v>
                </c:pt>
                <c:pt idx="318">
                  <c:v>64.408103942871094</c:v>
                </c:pt>
                <c:pt idx="319">
                  <c:v>64.260795593261705</c:v>
                </c:pt>
                <c:pt idx="320">
                  <c:v>64.163162231445298</c:v>
                </c:pt>
                <c:pt idx="321">
                  <c:v>64.093490600585895</c:v>
                </c:pt>
                <c:pt idx="322">
                  <c:v>63.978500366210902</c:v>
                </c:pt>
                <c:pt idx="323">
                  <c:v>63.765144348144503</c:v>
                </c:pt>
                <c:pt idx="324">
                  <c:v>63.570747375488303</c:v>
                </c:pt>
                <c:pt idx="325">
                  <c:v>63.378849029541001</c:v>
                </c:pt>
                <c:pt idx="326">
                  <c:v>63.212043762207003</c:v>
                </c:pt>
                <c:pt idx="327">
                  <c:v>63.081745147705099</c:v>
                </c:pt>
                <c:pt idx="328">
                  <c:v>62.9301948547363</c:v>
                </c:pt>
                <c:pt idx="329">
                  <c:v>62.783123016357401</c:v>
                </c:pt>
                <c:pt idx="330">
                  <c:v>62.652084350585902</c:v>
                </c:pt>
                <c:pt idx="331">
                  <c:v>62.560684204101598</c:v>
                </c:pt>
                <c:pt idx="332">
                  <c:v>62.497463226318402</c:v>
                </c:pt>
                <c:pt idx="333">
                  <c:v>62.384971618652301</c:v>
                </c:pt>
                <c:pt idx="334">
                  <c:v>62.314792633056598</c:v>
                </c:pt>
                <c:pt idx="335">
                  <c:v>62.259559631347699</c:v>
                </c:pt>
                <c:pt idx="336">
                  <c:v>62.100421905517599</c:v>
                </c:pt>
                <c:pt idx="337">
                  <c:v>61.939910888671903</c:v>
                </c:pt>
                <c:pt idx="338">
                  <c:v>61.821979522705099</c:v>
                </c:pt>
                <c:pt idx="339">
                  <c:v>61.7512016296387</c:v>
                </c:pt>
                <c:pt idx="340">
                  <c:v>61.587741851806598</c:v>
                </c:pt>
                <c:pt idx="341">
                  <c:v>61.404487609863303</c:v>
                </c:pt>
                <c:pt idx="342">
                  <c:v>61.297061920166001</c:v>
                </c:pt>
                <c:pt idx="343">
                  <c:v>61.278984069824197</c:v>
                </c:pt>
                <c:pt idx="344">
                  <c:v>61.268802642822301</c:v>
                </c:pt>
                <c:pt idx="345">
                  <c:v>61.106807708740199</c:v>
                </c:pt>
                <c:pt idx="346">
                  <c:v>60.921890258789098</c:v>
                </c:pt>
                <c:pt idx="347">
                  <c:v>60.887786865234403</c:v>
                </c:pt>
                <c:pt idx="348">
                  <c:v>60.801826477050803</c:v>
                </c:pt>
                <c:pt idx="349">
                  <c:v>60.812831878662102</c:v>
                </c:pt>
                <c:pt idx="350">
                  <c:v>60.680229187011697</c:v>
                </c:pt>
                <c:pt idx="351">
                  <c:v>60.625724792480497</c:v>
                </c:pt>
                <c:pt idx="352">
                  <c:v>60.889446258544901</c:v>
                </c:pt>
                <c:pt idx="353">
                  <c:v>61.0758247375488</c:v>
                </c:pt>
                <c:pt idx="354">
                  <c:v>61.280574798583999</c:v>
                </c:pt>
                <c:pt idx="355">
                  <c:v>61.6090698242188</c:v>
                </c:pt>
                <c:pt idx="356">
                  <c:v>61.958877563476598</c:v>
                </c:pt>
                <c:pt idx="357">
                  <c:v>62.196018218994098</c:v>
                </c:pt>
                <c:pt idx="358">
                  <c:v>62.445682525634801</c:v>
                </c:pt>
                <c:pt idx="359">
                  <c:v>62.744155883789098</c:v>
                </c:pt>
                <c:pt idx="360">
                  <c:v>63.032135009765597</c:v>
                </c:pt>
                <c:pt idx="361">
                  <c:v>63.266063690185597</c:v>
                </c:pt>
                <c:pt idx="362">
                  <c:v>63.322811126708999</c:v>
                </c:pt>
                <c:pt idx="363">
                  <c:v>63.527809143066399</c:v>
                </c:pt>
                <c:pt idx="364">
                  <c:v>63.81591796875</c:v>
                </c:pt>
                <c:pt idx="365">
                  <c:v>63.919181823730497</c:v>
                </c:pt>
                <c:pt idx="366">
                  <c:v>64.016731262207003</c:v>
                </c:pt>
                <c:pt idx="367">
                  <c:v>64.173355102539105</c:v>
                </c:pt>
                <c:pt idx="368">
                  <c:v>64.299484252929702</c:v>
                </c:pt>
                <c:pt idx="369">
                  <c:v>64.322998046875</c:v>
                </c:pt>
                <c:pt idx="370">
                  <c:v>64.56982421875</c:v>
                </c:pt>
                <c:pt idx="371">
                  <c:v>64.755897521972699</c:v>
                </c:pt>
                <c:pt idx="372">
                  <c:v>65.019447326660199</c:v>
                </c:pt>
                <c:pt idx="373">
                  <c:v>65.291709899902301</c:v>
                </c:pt>
                <c:pt idx="374">
                  <c:v>65.438407897949205</c:v>
                </c:pt>
                <c:pt idx="375">
                  <c:v>65.519668579101605</c:v>
                </c:pt>
                <c:pt idx="376">
                  <c:v>65.556350708007798</c:v>
                </c:pt>
                <c:pt idx="377">
                  <c:v>65.646011352539105</c:v>
                </c:pt>
                <c:pt idx="378">
                  <c:v>65.7642822265625</c:v>
                </c:pt>
                <c:pt idx="379">
                  <c:v>65.989097595214801</c:v>
                </c:pt>
                <c:pt idx="380">
                  <c:v>66.264266967773395</c:v>
                </c:pt>
                <c:pt idx="381">
                  <c:v>66.331886291503906</c:v>
                </c:pt>
                <c:pt idx="382">
                  <c:v>66.728019714355497</c:v>
                </c:pt>
                <c:pt idx="383">
                  <c:v>67.047828674316406</c:v>
                </c:pt>
                <c:pt idx="384">
                  <c:v>67.252967834472699</c:v>
                </c:pt>
                <c:pt idx="385">
                  <c:v>67.558326721191406</c:v>
                </c:pt>
                <c:pt idx="386">
                  <c:v>67.722251892089801</c:v>
                </c:pt>
                <c:pt idx="387">
                  <c:v>68.022254943847699</c:v>
                </c:pt>
                <c:pt idx="388">
                  <c:v>68.212013244628906</c:v>
                </c:pt>
                <c:pt idx="389">
                  <c:v>68.596168518066406</c:v>
                </c:pt>
                <c:pt idx="390">
                  <c:v>68.817893981933594</c:v>
                </c:pt>
                <c:pt idx="391">
                  <c:v>68.890731811523395</c:v>
                </c:pt>
                <c:pt idx="392">
                  <c:v>68.999763488769503</c:v>
                </c:pt>
                <c:pt idx="393">
                  <c:v>69.066764831542997</c:v>
                </c:pt>
                <c:pt idx="394">
                  <c:v>69.142768859863295</c:v>
                </c:pt>
                <c:pt idx="395">
                  <c:v>69.127525329589801</c:v>
                </c:pt>
                <c:pt idx="396">
                  <c:v>69.120651245117202</c:v>
                </c:pt>
                <c:pt idx="397">
                  <c:v>69.156524658203097</c:v>
                </c:pt>
                <c:pt idx="398">
                  <c:v>69.250602722167997</c:v>
                </c:pt>
                <c:pt idx="399">
                  <c:v>69.318710327148395</c:v>
                </c:pt>
                <c:pt idx="400">
                  <c:v>69.391311645507798</c:v>
                </c:pt>
                <c:pt idx="401">
                  <c:v>69.408432006835895</c:v>
                </c:pt>
                <c:pt idx="402">
                  <c:v>69.379501342773395</c:v>
                </c:pt>
                <c:pt idx="403">
                  <c:v>69.498954772949205</c:v>
                </c:pt>
                <c:pt idx="404">
                  <c:v>69.464584350585895</c:v>
                </c:pt>
                <c:pt idx="405">
                  <c:v>69.549598693847699</c:v>
                </c:pt>
                <c:pt idx="406">
                  <c:v>69.534065246582003</c:v>
                </c:pt>
                <c:pt idx="407">
                  <c:v>69.355331420898395</c:v>
                </c:pt>
                <c:pt idx="408">
                  <c:v>69.260490417480497</c:v>
                </c:pt>
                <c:pt idx="409">
                  <c:v>69.210693359375</c:v>
                </c:pt>
                <c:pt idx="410">
                  <c:v>69.183235168457003</c:v>
                </c:pt>
                <c:pt idx="411">
                  <c:v>69.160308837890597</c:v>
                </c:pt>
                <c:pt idx="412">
                  <c:v>69.068786621093807</c:v>
                </c:pt>
                <c:pt idx="413">
                  <c:v>69.080787658691406</c:v>
                </c:pt>
                <c:pt idx="414">
                  <c:v>69.067413330078097</c:v>
                </c:pt>
                <c:pt idx="415">
                  <c:v>69.200843811035199</c:v>
                </c:pt>
                <c:pt idx="416">
                  <c:v>69.229560852050795</c:v>
                </c:pt>
                <c:pt idx="417">
                  <c:v>69.540390014648395</c:v>
                </c:pt>
                <c:pt idx="418">
                  <c:v>69.844169616699205</c:v>
                </c:pt>
                <c:pt idx="419">
                  <c:v>70.103492736816406</c:v>
                </c:pt>
                <c:pt idx="420">
                  <c:v>70.348030090332003</c:v>
                </c:pt>
                <c:pt idx="421">
                  <c:v>70.552070617675795</c:v>
                </c:pt>
                <c:pt idx="422">
                  <c:v>70.827087402343807</c:v>
                </c:pt>
                <c:pt idx="423">
                  <c:v>71.036216735839801</c:v>
                </c:pt>
                <c:pt idx="424">
                  <c:v>71.144302368164105</c:v>
                </c:pt>
                <c:pt idx="425">
                  <c:v>71.314064025878906</c:v>
                </c:pt>
                <c:pt idx="426">
                  <c:v>71.398727416992202</c:v>
                </c:pt>
                <c:pt idx="427">
                  <c:v>71.493324279785199</c:v>
                </c:pt>
                <c:pt idx="428">
                  <c:v>71.595062255859403</c:v>
                </c:pt>
                <c:pt idx="429">
                  <c:v>71.623603820800795</c:v>
                </c:pt>
                <c:pt idx="430">
                  <c:v>71.526260375976605</c:v>
                </c:pt>
                <c:pt idx="431">
                  <c:v>71.471031188964801</c:v>
                </c:pt>
                <c:pt idx="432">
                  <c:v>71.405105590820298</c:v>
                </c:pt>
                <c:pt idx="433">
                  <c:v>71.352577209472699</c:v>
                </c:pt>
                <c:pt idx="434">
                  <c:v>71.225433349609403</c:v>
                </c:pt>
                <c:pt idx="435">
                  <c:v>71.005783081054702</c:v>
                </c:pt>
                <c:pt idx="436">
                  <c:v>70.826240539550795</c:v>
                </c:pt>
                <c:pt idx="437">
                  <c:v>70.738990783691406</c:v>
                </c:pt>
                <c:pt idx="438">
                  <c:v>70.643424987792997</c:v>
                </c:pt>
                <c:pt idx="439">
                  <c:v>70.589035034179702</c:v>
                </c:pt>
                <c:pt idx="440">
                  <c:v>70.515396118164105</c:v>
                </c:pt>
                <c:pt idx="441">
                  <c:v>70.310310363769503</c:v>
                </c:pt>
                <c:pt idx="442">
                  <c:v>70.038909912109403</c:v>
                </c:pt>
                <c:pt idx="443">
                  <c:v>69.8349609375</c:v>
                </c:pt>
                <c:pt idx="444">
                  <c:v>69.614120483398395</c:v>
                </c:pt>
                <c:pt idx="445">
                  <c:v>69.461463928222699</c:v>
                </c:pt>
                <c:pt idx="446">
                  <c:v>69.279296875</c:v>
                </c:pt>
                <c:pt idx="447">
                  <c:v>69.153343200683594</c:v>
                </c:pt>
                <c:pt idx="448">
                  <c:v>69.061660766601605</c:v>
                </c:pt>
                <c:pt idx="449">
                  <c:v>69.008628845214801</c:v>
                </c:pt>
                <c:pt idx="450">
                  <c:v>68.956771850585895</c:v>
                </c:pt>
                <c:pt idx="451">
                  <c:v>68.917938232421903</c:v>
                </c:pt>
                <c:pt idx="452">
                  <c:v>68.832122802734403</c:v>
                </c:pt>
                <c:pt idx="453">
                  <c:v>68.632987976074205</c:v>
                </c:pt>
                <c:pt idx="454">
                  <c:v>68.386474609375</c:v>
                </c:pt>
                <c:pt idx="455">
                  <c:v>68.200752258300795</c:v>
                </c:pt>
                <c:pt idx="456">
                  <c:v>68.339340209960895</c:v>
                </c:pt>
                <c:pt idx="457">
                  <c:v>68.255233764648395</c:v>
                </c:pt>
                <c:pt idx="458">
                  <c:v>67.877899169921903</c:v>
                </c:pt>
                <c:pt idx="459">
                  <c:v>67.783744812011705</c:v>
                </c:pt>
                <c:pt idx="460">
                  <c:v>67.790763854980497</c:v>
                </c:pt>
                <c:pt idx="461">
                  <c:v>67.737045288085895</c:v>
                </c:pt>
                <c:pt idx="462">
                  <c:v>67.991256713867202</c:v>
                </c:pt>
                <c:pt idx="463">
                  <c:v>68.131919860839801</c:v>
                </c:pt>
                <c:pt idx="464">
                  <c:v>68.246551513671903</c:v>
                </c:pt>
                <c:pt idx="465">
                  <c:v>68.196884155273395</c:v>
                </c:pt>
                <c:pt idx="466">
                  <c:v>68.161338806152301</c:v>
                </c:pt>
                <c:pt idx="467">
                  <c:v>68.254455566406307</c:v>
                </c:pt>
                <c:pt idx="468">
                  <c:v>68.455863952636705</c:v>
                </c:pt>
                <c:pt idx="469">
                  <c:v>68.727645874023395</c:v>
                </c:pt>
                <c:pt idx="470">
                  <c:v>68.831443786621094</c:v>
                </c:pt>
                <c:pt idx="471">
                  <c:v>68.908119201660199</c:v>
                </c:pt>
                <c:pt idx="472">
                  <c:v>69.113250732421903</c:v>
                </c:pt>
                <c:pt idx="473">
                  <c:v>69.280838012695298</c:v>
                </c:pt>
                <c:pt idx="474">
                  <c:v>69.422683715820298</c:v>
                </c:pt>
                <c:pt idx="475">
                  <c:v>69.883399963378906</c:v>
                </c:pt>
                <c:pt idx="476">
                  <c:v>70.068656921386705</c:v>
                </c:pt>
                <c:pt idx="477">
                  <c:v>70.177688598632798</c:v>
                </c:pt>
                <c:pt idx="478">
                  <c:v>70.3212890625</c:v>
                </c:pt>
                <c:pt idx="479">
                  <c:v>70.304412841796903</c:v>
                </c:pt>
                <c:pt idx="480">
                  <c:v>70.094985961914105</c:v>
                </c:pt>
                <c:pt idx="481">
                  <c:v>69.908363342285199</c:v>
                </c:pt>
                <c:pt idx="482">
                  <c:v>69.787879943847699</c:v>
                </c:pt>
                <c:pt idx="483">
                  <c:v>69.702308654785199</c:v>
                </c:pt>
                <c:pt idx="484">
                  <c:v>69.651863098144503</c:v>
                </c:pt>
                <c:pt idx="485">
                  <c:v>69.485092163085895</c:v>
                </c:pt>
                <c:pt idx="486">
                  <c:v>69.480987548828097</c:v>
                </c:pt>
                <c:pt idx="487">
                  <c:v>69.279396057128906</c:v>
                </c:pt>
                <c:pt idx="488">
                  <c:v>69.327651977539105</c:v>
                </c:pt>
                <c:pt idx="489">
                  <c:v>69.366378784179702</c:v>
                </c:pt>
                <c:pt idx="490">
                  <c:v>69.386573791503906</c:v>
                </c:pt>
                <c:pt idx="491">
                  <c:v>69.438613891601605</c:v>
                </c:pt>
                <c:pt idx="492">
                  <c:v>69.497871398925795</c:v>
                </c:pt>
                <c:pt idx="493">
                  <c:v>69.819633483886705</c:v>
                </c:pt>
                <c:pt idx="494">
                  <c:v>70.162788391113295</c:v>
                </c:pt>
                <c:pt idx="495">
                  <c:v>70.376136779785199</c:v>
                </c:pt>
                <c:pt idx="496">
                  <c:v>70.477058410644503</c:v>
                </c:pt>
                <c:pt idx="497">
                  <c:v>70.562065124511705</c:v>
                </c:pt>
                <c:pt idx="498">
                  <c:v>70.754524230957003</c:v>
                </c:pt>
                <c:pt idx="499">
                  <c:v>71.042640686035199</c:v>
                </c:pt>
                <c:pt idx="500">
                  <c:v>71.3939208984375</c:v>
                </c:pt>
                <c:pt idx="501">
                  <c:v>71.386077880859403</c:v>
                </c:pt>
                <c:pt idx="502">
                  <c:v>71.573326110839801</c:v>
                </c:pt>
                <c:pt idx="503">
                  <c:v>71.763000488281307</c:v>
                </c:pt>
                <c:pt idx="504">
                  <c:v>71.892616271972699</c:v>
                </c:pt>
                <c:pt idx="505">
                  <c:v>71.989585876464801</c:v>
                </c:pt>
                <c:pt idx="506">
                  <c:v>72.053886413574205</c:v>
                </c:pt>
                <c:pt idx="507">
                  <c:v>72.086898803710895</c:v>
                </c:pt>
                <c:pt idx="508">
                  <c:v>72.103843688964801</c:v>
                </c:pt>
                <c:pt idx="509">
                  <c:v>72.112548828125</c:v>
                </c:pt>
                <c:pt idx="510">
                  <c:v>72.117019653320298</c:v>
                </c:pt>
                <c:pt idx="511">
                  <c:v>72.119308471679702</c:v>
                </c:pt>
                <c:pt idx="512">
                  <c:v>72.120491027832003</c:v>
                </c:pt>
                <c:pt idx="513">
                  <c:v>72.12109375</c:v>
                </c:pt>
                <c:pt idx="514">
                  <c:v>72.121406555175795</c:v>
                </c:pt>
                <c:pt idx="515">
                  <c:v>72.121559143066406</c:v>
                </c:pt>
                <c:pt idx="516">
                  <c:v>72.121643066406307</c:v>
                </c:pt>
                <c:pt idx="517">
                  <c:v>72.121688842773395</c:v>
                </c:pt>
                <c:pt idx="518">
                  <c:v>72.1217041015625</c:v>
                </c:pt>
                <c:pt idx="519">
                  <c:v>72.121719360351605</c:v>
                </c:pt>
                <c:pt idx="520">
                  <c:v>72.121726989746094</c:v>
                </c:pt>
                <c:pt idx="521">
                  <c:v>72.121726989746094</c:v>
                </c:pt>
                <c:pt idx="522">
                  <c:v>72.087516784667997</c:v>
                </c:pt>
                <c:pt idx="523">
                  <c:v>71.991340637207003</c:v>
                </c:pt>
                <c:pt idx="524">
                  <c:v>72.023551940917997</c:v>
                </c:pt>
                <c:pt idx="525">
                  <c:v>72.034248352050795</c:v>
                </c:pt>
                <c:pt idx="526">
                  <c:v>71.944374084472699</c:v>
                </c:pt>
                <c:pt idx="527">
                  <c:v>71.831047058105497</c:v>
                </c:pt>
                <c:pt idx="528">
                  <c:v>71.805488586425795</c:v>
                </c:pt>
                <c:pt idx="529">
                  <c:v>71.831863403320298</c:v>
                </c:pt>
                <c:pt idx="530">
                  <c:v>71.617218017578097</c:v>
                </c:pt>
                <c:pt idx="531">
                  <c:v>71.492851257324205</c:v>
                </c:pt>
                <c:pt idx="532">
                  <c:v>71.466873168945298</c:v>
                </c:pt>
                <c:pt idx="533">
                  <c:v>71.383827209472699</c:v>
                </c:pt>
                <c:pt idx="534">
                  <c:v>71.268592834472699</c:v>
                </c:pt>
                <c:pt idx="535">
                  <c:v>71.304695129394503</c:v>
                </c:pt>
                <c:pt idx="536">
                  <c:v>71.137596130371094</c:v>
                </c:pt>
                <c:pt idx="537">
                  <c:v>71.0614013671875</c:v>
                </c:pt>
                <c:pt idx="538">
                  <c:v>70.946220397949205</c:v>
                </c:pt>
                <c:pt idx="539">
                  <c:v>70.928955078125</c:v>
                </c:pt>
                <c:pt idx="540">
                  <c:v>70.924819946289105</c:v>
                </c:pt>
                <c:pt idx="541">
                  <c:v>70.810089111328097</c:v>
                </c:pt>
                <c:pt idx="542">
                  <c:v>70.686622619628906</c:v>
                </c:pt>
                <c:pt idx="543">
                  <c:v>70.609588623046903</c:v>
                </c:pt>
                <c:pt idx="544">
                  <c:v>70.578010559082003</c:v>
                </c:pt>
                <c:pt idx="545">
                  <c:v>70.565254211425795</c:v>
                </c:pt>
                <c:pt idx="546">
                  <c:v>70.520217895507798</c:v>
                </c:pt>
                <c:pt idx="547">
                  <c:v>70.395500183105497</c:v>
                </c:pt>
                <c:pt idx="548">
                  <c:v>70.320549011230497</c:v>
                </c:pt>
                <c:pt idx="549">
                  <c:v>70.0494384765625</c:v>
                </c:pt>
                <c:pt idx="550">
                  <c:v>69.8638916015625</c:v>
                </c:pt>
                <c:pt idx="551">
                  <c:v>69.583625793457003</c:v>
                </c:pt>
                <c:pt idx="552">
                  <c:v>69.411720275878906</c:v>
                </c:pt>
                <c:pt idx="553">
                  <c:v>69.319259643554702</c:v>
                </c:pt>
                <c:pt idx="554">
                  <c:v>69.230072021484403</c:v>
                </c:pt>
                <c:pt idx="555">
                  <c:v>69.141174316406307</c:v>
                </c:pt>
                <c:pt idx="556">
                  <c:v>69.066833496093807</c:v>
                </c:pt>
                <c:pt idx="557">
                  <c:v>68.992912292480497</c:v>
                </c:pt>
                <c:pt idx="558">
                  <c:v>68.950538635253906</c:v>
                </c:pt>
                <c:pt idx="559">
                  <c:v>68.929481506347699</c:v>
                </c:pt>
                <c:pt idx="560">
                  <c:v>68.863952636718807</c:v>
                </c:pt>
                <c:pt idx="561">
                  <c:v>68.677192687988295</c:v>
                </c:pt>
                <c:pt idx="562">
                  <c:v>68.487785339355497</c:v>
                </c:pt>
                <c:pt idx="563">
                  <c:v>68.246826171875</c:v>
                </c:pt>
                <c:pt idx="564">
                  <c:v>68.049545288085895</c:v>
                </c:pt>
                <c:pt idx="565">
                  <c:v>67.881271362304702</c:v>
                </c:pt>
                <c:pt idx="566">
                  <c:v>67.599792480468807</c:v>
                </c:pt>
                <c:pt idx="567">
                  <c:v>67.426689147949205</c:v>
                </c:pt>
                <c:pt idx="568">
                  <c:v>67.291030883789105</c:v>
                </c:pt>
                <c:pt idx="569">
                  <c:v>67.220115661621094</c:v>
                </c:pt>
                <c:pt idx="570">
                  <c:v>67.106712341308594</c:v>
                </c:pt>
                <c:pt idx="571">
                  <c:v>66.7818603515625</c:v>
                </c:pt>
                <c:pt idx="572">
                  <c:v>66.710784912109403</c:v>
                </c:pt>
                <c:pt idx="573">
                  <c:v>66.481765747070298</c:v>
                </c:pt>
                <c:pt idx="574">
                  <c:v>66.121902465820298</c:v>
                </c:pt>
                <c:pt idx="575">
                  <c:v>65.912727355957003</c:v>
                </c:pt>
                <c:pt idx="576">
                  <c:v>65.797691345214801</c:v>
                </c:pt>
                <c:pt idx="577">
                  <c:v>65.695587158203097</c:v>
                </c:pt>
                <c:pt idx="578">
                  <c:v>65.643157958984403</c:v>
                </c:pt>
                <c:pt idx="579">
                  <c:v>65.615280151367202</c:v>
                </c:pt>
                <c:pt idx="580">
                  <c:v>65.597381591796903</c:v>
                </c:pt>
                <c:pt idx="581">
                  <c:v>65.579635620117202</c:v>
                </c:pt>
                <c:pt idx="582">
                  <c:v>65.572166442871094</c:v>
                </c:pt>
                <c:pt idx="583">
                  <c:v>65.563232421875</c:v>
                </c:pt>
                <c:pt idx="584">
                  <c:v>65.409751892089801</c:v>
                </c:pt>
                <c:pt idx="585">
                  <c:v>65.293395996093807</c:v>
                </c:pt>
                <c:pt idx="586">
                  <c:v>65.215904235839801</c:v>
                </c:pt>
                <c:pt idx="587">
                  <c:v>65.117790222167997</c:v>
                </c:pt>
                <c:pt idx="588">
                  <c:v>64.969291687011705</c:v>
                </c:pt>
                <c:pt idx="589">
                  <c:v>64.882675170898395</c:v>
                </c:pt>
                <c:pt idx="590">
                  <c:v>64.674537658691406</c:v>
                </c:pt>
                <c:pt idx="591">
                  <c:v>64.556228637695298</c:v>
                </c:pt>
                <c:pt idx="592">
                  <c:v>64.3968505859375</c:v>
                </c:pt>
                <c:pt idx="593">
                  <c:v>64.237030029296903</c:v>
                </c:pt>
                <c:pt idx="594">
                  <c:v>64.166419982910199</c:v>
                </c:pt>
                <c:pt idx="595">
                  <c:v>64.097320556640597</c:v>
                </c:pt>
                <c:pt idx="596">
                  <c:v>64.069564819335895</c:v>
                </c:pt>
                <c:pt idx="597">
                  <c:v>64.044006347656307</c:v>
                </c:pt>
                <c:pt idx="598">
                  <c:v>64.008674621582003</c:v>
                </c:pt>
                <c:pt idx="599">
                  <c:v>64.002952575683594</c:v>
                </c:pt>
                <c:pt idx="600">
                  <c:v>64.025100708007798</c:v>
                </c:pt>
                <c:pt idx="601">
                  <c:v>63.999137878417997</c:v>
                </c:pt>
                <c:pt idx="602">
                  <c:v>64.006149291992202</c:v>
                </c:pt>
                <c:pt idx="603">
                  <c:v>63.993350982666001</c:v>
                </c:pt>
                <c:pt idx="604">
                  <c:v>64.110275268554702</c:v>
                </c:pt>
                <c:pt idx="605">
                  <c:v>64.231887817382798</c:v>
                </c:pt>
                <c:pt idx="606">
                  <c:v>64.365028381347699</c:v>
                </c:pt>
                <c:pt idx="607">
                  <c:v>64.684646606445298</c:v>
                </c:pt>
                <c:pt idx="608">
                  <c:v>64.844619750976605</c:v>
                </c:pt>
                <c:pt idx="609">
                  <c:v>64.814025878906307</c:v>
                </c:pt>
                <c:pt idx="610">
                  <c:v>64.967323303222699</c:v>
                </c:pt>
                <c:pt idx="611">
                  <c:v>65.072738647460895</c:v>
                </c:pt>
                <c:pt idx="612">
                  <c:v>65.126716613769503</c:v>
                </c:pt>
                <c:pt idx="613">
                  <c:v>65.137481689453097</c:v>
                </c:pt>
                <c:pt idx="614">
                  <c:v>65.339065551757798</c:v>
                </c:pt>
                <c:pt idx="615">
                  <c:v>65.448814392089801</c:v>
                </c:pt>
                <c:pt idx="616">
                  <c:v>65.496315002441406</c:v>
                </c:pt>
                <c:pt idx="617">
                  <c:v>65.443153381347699</c:v>
                </c:pt>
                <c:pt idx="618">
                  <c:v>65.501564025878906</c:v>
                </c:pt>
                <c:pt idx="619">
                  <c:v>65.542579650878906</c:v>
                </c:pt>
                <c:pt idx="620">
                  <c:v>65.851379394531307</c:v>
                </c:pt>
                <c:pt idx="621">
                  <c:v>66.191757202148395</c:v>
                </c:pt>
                <c:pt idx="622">
                  <c:v>66.403289794921903</c:v>
                </c:pt>
                <c:pt idx="623">
                  <c:v>66.979545593261705</c:v>
                </c:pt>
                <c:pt idx="624">
                  <c:v>67.314102172851605</c:v>
                </c:pt>
                <c:pt idx="625">
                  <c:v>67.432312011718807</c:v>
                </c:pt>
                <c:pt idx="626">
                  <c:v>68.073257446289105</c:v>
                </c:pt>
                <c:pt idx="627">
                  <c:v>68.376480102539105</c:v>
                </c:pt>
                <c:pt idx="628">
                  <c:v>68.646049499511705</c:v>
                </c:pt>
                <c:pt idx="629">
                  <c:v>68.837738037109403</c:v>
                </c:pt>
                <c:pt idx="630">
                  <c:v>69.092491149902301</c:v>
                </c:pt>
                <c:pt idx="631">
                  <c:v>69.2020263671875</c:v>
                </c:pt>
                <c:pt idx="632">
                  <c:v>69.473533630371094</c:v>
                </c:pt>
                <c:pt idx="633">
                  <c:v>69.547821044921903</c:v>
                </c:pt>
                <c:pt idx="634">
                  <c:v>69.814300537109403</c:v>
                </c:pt>
                <c:pt idx="635">
                  <c:v>69.897377014160199</c:v>
                </c:pt>
                <c:pt idx="636">
                  <c:v>69.895912170410199</c:v>
                </c:pt>
                <c:pt idx="637">
                  <c:v>70.235466003417997</c:v>
                </c:pt>
                <c:pt idx="638">
                  <c:v>70.366424560546903</c:v>
                </c:pt>
                <c:pt idx="639">
                  <c:v>70.487503051757798</c:v>
                </c:pt>
                <c:pt idx="640">
                  <c:v>70.621742248535199</c:v>
                </c:pt>
                <c:pt idx="641">
                  <c:v>70.947967529296903</c:v>
                </c:pt>
                <c:pt idx="642">
                  <c:v>71.019340515136705</c:v>
                </c:pt>
                <c:pt idx="643">
                  <c:v>71.153335571289105</c:v>
                </c:pt>
                <c:pt idx="644">
                  <c:v>71.528182983398395</c:v>
                </c:pt>
                <c:pt idx="645">
                  <c:v>71.774543762207003</c:v>
                </c:pt>
                <c:pt idx="646">
                  <c:v>71.937362670898395</c:v>
                </c:pt>
                <c:pt idx="647">
                  <c:v>72.025474548339801</c:v>
                </c:pt>
                <c:pt idx="648">
                  <c:v>72.072074890136705</c:v>
                </c:pt>
                <c:pt idx="649">
                  <c:v>72.096237182617202</c:v>
                </c:pt>
                <c:pt idx="650">
                  <c:v>72.108642578125</c:v>
                </c:pt>
                <c:pt idx="651">
                  <c:v>72.164146423339801</c:v>
                </c:pt>
                <c:pt idx="652">
                  <c:v>72.147361755371094</c:v>
                </c:pt>
                <c:pt idx="653">
                  <c:v>72.160377502441406</c:v>
                </c:pt>
                <c:pt idx="654">
                  <c:v>72.271774291992202</c:v>
                </c:pt>
                <c:pt idx="655">
                  <c:v>72.198768615722699</c:v>
                </c:pt>
                <c:pt idx="656">
                  <c:v>72.285408020019503</c:v>
                </c:pt>
                <c:pt idx="657">
                  <c:v>72.205764770507798</c:v>
                </c:pt>
                <c:pt idx="658">
                  <c:v>72.496788024902301</c:v>
                </c:pt>
                <c:pt idx="659">
                  <c:v>73.381912231445298</c:v>
                </c:pt>
                <c:pt idx="660">
                  <c:v>73.939216613769503</c:v>
                </c:pt>
                <c:pt idx="661">
                  <c:v>74.595031738281307</c:v>
                </c:pt>
                <c:pt idx="662">
                  <c:v>75.0206298828125</c:v>
                </c:pt>
                <c:pt idx="663">
                  <c:v>75.406951904296903</c:v>
                </c:pt>
                <c:pt idx="664">
                  <c:v>75.666145324707003</c:v>
                </c:pt>
                <c:pt idx="665">
                  <c:v>76.198715209960895</c:v>
                </c:pt>
                <c:pt idx="666">
                  <c:v>76.844207763671903</c:v>
                </c:pt>
                <c:pt idx="667">
                  <c:v>77.484565734863295</c:v>
                </c:pt>
                <c:pt idx="668">
                  <c:v>77.979843139648395</c:v>
                </c:pt>
                <c:pt idx="669">
                  <c:v>78.221572875976605</c:v>
                </c:pt>
                <c:pt idx="670">
                  <c:v>78.44482421875</c:v>
                </c:pt>
                <c:pt idx="671">
                  <c:v>78.584541320800795</c:v>
                </c:pt>
                <c:pt idx="672">
                  <c:v>78.651916503906307</c:v>
                </c:pt>
                <c:pt idx="673">
                  <c:v>78.768386840820298</c:v>
                </c:pt>
                <c:pt idx="674">
                  <c:v>78.972282409667997</c:v>
                </c:pt>
                <c:pt idx="675">
                  <c:v>79.354804992675795</c:v>
                </c:pt>
                <c:pt idx="676">
                  <c:v>79.580833435058594</c:v>
                </c:pt>
                <c:pt idx="677">
                  <c:v>80.149208068847699</c:v>
                </c:pt>
                <c:pt idx="678">
                  <c:v>80.385993957519503</c:v>
                </c:pt>
                <c:pt idx="679">
                  <c:v>80.532867431640597</c:v>
                </c:pt>
                <c:pt idx="680">
                  <c:v>81.032646179199205</c:v>
                </c:pt>
                <c:pt idx="681">
                  <c:v>81.428123474121094</c:v>
                </c:pt>
                <c:pt idx="682">
                  <c:v>81.612663269042997</c:v>
                </c:pt>
                <c:pt idx="683">
                  <c:v>81.839012145996094</c:v>
                </c:pt>
                <c:pt idx="684">
                  <c:v>82.01708984375</c:v>
                </c:pt>
                <c:pt idx="685">
                  <c:v>82.031867980957003</c:v>
                </c:pt>
                <c:pt idx="686">
                  <c:v>82.201377868652301</c:v>
                </c:pt>
                <c:pt idx="687">
                  <c:v>82.507858276367202</c:v>
                </c:pt>
                <c:pt idx="688">
                  <c:v>82.637313842773395</c:v>
                </c:pt>
                <c:pt idx="689">
                  <c:v>82.768264770507798</c:v>
                </c:pt>
                <c:pt idx="690">
                  <c:v>83.012191772460895</c:v>
                </c:pt>
                <c:pt idx="691">
                  <c:v>83.294090270996094</c:v>
                </c:pt>
                <c:pt idx="692">
                  <c:v>83.311393737792997</c:v>
                </c:pt>
                <c:pt idx="693">
                  <c:v>83.421379089355497</c:v>
                </c:pt>
                <c:pt idx="694">
                  <c:v>83.520965576171903</c:v>
                </c:pt>
                <c:pt idx="695">
                  <c:v>83.573791503906307</c:v>
                </c:pt>
                <c:pt idx="696">
                  <c:v>83.584762573242202</c:v>
                </c:pt>
                <c:pt idx="697">
                  <c:v>83.400497436523395</c:v>
                </c:pt>
                <c:pt idx="698">
                  <c:v>83.500198364257798</c:v>
                </c:pt>
                <c:pt idx="699">
                  <c:v>83.568061828613295</c:v>
                </c:pt>
                <c:pt idx="700">
                  <c:v>83.587966918945298</c:v>
                </c:pt>
                <c:pt idx="701">
                  <c:v>83.583717346191406</c:v>
                </c:pt>
                <c:pt idx="702">
                  <c:v>83.909606933593807</c:v>
                </c:pt>
                <c:pt idx="703">
                  <c:v>83.854637145996094</c:v>
                </c:pt>
                <c:pt idx="704">
                  <c:v>83.981582641601605</c:v>
                </c:pt>
                <c:pt idx="705">
                  <c:v>83.949645996093807</c:v>
                </c:pt>
                <c:pt idx="706">
                  <c:v>84.049446105957003</c:v>
                </c:pt>
                <c:pt idx="707">
                  <c:v>84.099685668945298</c:v>
                </c:pt>
                <c:pt idx="708">
                  <c:v>84.081069946289105</c:v>
                </c:pt>
                <c:pt idx="709">
                  <c:v>84.095382690429702</c:v>
                </c:pt>
                <c:pt idx="710">
                  <c:v>84.145988464355497</c:v>
                </c:pt>
                <c:pt idx="711">
                  <c:v>84.162010192871094</c:v>
                </c:pt>
                <c:pt idx="712">
                  <c:v>84.093391418457003</c:v>
                </c:pt>
                <c:pt idx="713">
                  <c:v>83.965957641601605</c:v>
                </c:pt>
                <c:pt idx="714">
                  <c:v>83.83544921875</c:v>
                </c:pt>
                <c:pt idx="715">
                  <c:v>83.890838623046903</c:v>
                </c:pt>
                <c:pt idx="716">
                  <c:v>83.786720275878906</c:v>
                </c:pt>
                <c:pt idx="717">
                  <c:v>83.726371765136705</c:v>
                </c:pt>
                <c:pt idx="718">
                  <c:v>83.630805969238295</c:v>
                </c:pt>
                <c:pt idx="719">
                  <c:v>83.372177124023395</c:v>
                </c:pt>
                <c:pt idx="720">
                  <c:v>83.097145080566406</c:v>
                </c:pt>
                <c:pt idx="721">
                  <c:v>82.978332519531307</c:v>
                </c:pt>
                <c:pt idx="722">
                  <c:v>82.847808837890597</c:v>
                </c:pt>
                <c:pt idx="723">
                  <c:v>82.673675537109403</c:v>
                </c:pt>
                <c:pt idx="724">
                  <c:v>82.491165161132798</c:v>
                </c:pt>
                <c:pt idx="725">
                  <c:v>82.2794189453125</c:v>
                </c:pt>
                <c:pt idx="726">
                  <c:v>82.220359802246094</c:v>
                </c:pt>
                <c:pt idx="727">
                  <c:v>82.173973083496094</c:v>
                </c:pt>
                <c:pt idx="728">
                  <c:v>82.189521789550795</c:v>
                </c:pt>
                <c:pt idx="729">
                  <c:v>82.240386962890597</c:v>
                </c:pt>
                <c:pt idx="730">
                  <c:v>82.211090087890597</c:v>
                </c:pt>
                <c:pt idx="731">
                  <c:v>82.153236389160199</c:v>
                </c:pt>
                <c:pt idx="732">
                  <c:v>82.097702026367202</c:v>
                </c:pt>
                <c:pt idx="733">
                  <c:v>81.876182556152301</c:v>
                </c:pt>
                <c:pt idx="734">
                  <c:v>81.861404418945298</c:v>
                </c:pt>
                <c:pt idx="735">
                  <c:v>81.8045654296875</c:v>
                </c:pt>
                <c:pt idx="736">
                  <c:v>81.668540954589801</c:v>
                </c:pt>
                <c:pt idx="737">
                  <c:v>81.415931701660199</c:v>
                </c:pt>
                <c:pt idx="738">
                  <c:v>81.316719055175795</c:v>
                </c:pt>
                <c:pt idx="739">
                  <c:v>81.196891784667997</c:v>
                </c:pt>
                <c:pt idx="740">
                  <c:v>81.142967224121094</c:v>
                </c:pt>
                <c:pt idx="741">
                  <c:v>80.973945617675795</c:v>
                </c:pt>
                <c:pt idx="742">
                  <c:v>80.8577880859375</c:v>
                </c:pt>
                <c:pt idx="743">
                  <c:v>80.672943115234403</c:v>
                </c:pt>
                <c:pt idx="744">
                  <c:v>80.513832092285199</c:v>
                </c:pt>
                <c:pt idx="745">
                  <c:v>80.415176391601605</c:v>
                </c:pt>
                <c:pt idx="746">
                  <c:v>80.353347778320298</c:v>
                </c:pt>
                <c:pt idx="747">
                  <c:v>80.212501525878906</c:v>
                </c:pt>
                <c:pt idx="748">
                  <c:v>79.954528808593807</c:v>
                </c:pt>
                <c:pt idx="749">
                  <c:v>79.791213989257798</c:v>
                </c:pt>
                <c:pt idx="750">
                  <c:v>79.621887207031307</c:v>
                </c:pt>
                <c:pt idx="751">
                  <c:v>79.438858032226605</c:v>
                </c:pt>
                <c:pt idx="752">
                  <c:v>79.301826477050795</c:v>
                </c:pt>
                <c:pt idx="753">
                  <c:v>79.089111328125</c:v>
                </c:pt>
                <c:pt idx="754">
                  <c:v>78.915420532226605</c:v>
                </c:pt>
                <c:pt idx="755">
                  <c:v>78.814758300781307</c:v>
                </c:pt>
                <c:pt idx="756">
                  <c:v>78.762283325195298</c:v>
                </c:pt>
                <c:pt idx="757">
                  <c:v>78.735221862792997</c:v>
                </c:pt>
                <c:pt idx="758">
                  <c:v>78.721328735351605</c:v>
                </c:pt>
                <c:pt idx="759">
                  <c:v>78.688705444335895</c:v>
                </c:pt>
                <c:pt idx="760">
                  <c:v>78.550369262695298</c:v>
                </c:pt>
                <c:pt idx="761">
                  <c:v>78.025283813476605</c:v>
                </c:pt>
                <c:pt idx="762">
                  <c:v>77.568870544433594</c:v>
                </c:pt>
                <c:pt idx="763">
                  <c:v>77.054985046386705</c:v>
                </c:pt>
                <c:pt idx="764">
                  <c:v>76.676834106445298</c:v>
                </c:pt>
                <c:pt idx="765">
                  <c:v>76.321220397949205</c:v>
                </c:pt>
                <c:pt idx="766">
                  <c:v>76.026863098144503</c:v>
                </c:pt>
                <c:pt idx="767">
                  <c:v>75.829254150390597</c:v>
                </c:pt>
                <c:pt idx="768">
                  <c:v>75.666854858398395</c:v>
                </c:pt>
                <c:pt idx="769">
                  <c:v>75.559654235839801</c:v>
                </c:pt>
                <c:pt idx="770">
                  <c:v>75.501296997070298</c:v>
                </c:pt>
                <c:pt idx="771">
                  <c:v>75.301696777343807</c:v>
                </c:pt>
                <c:pt idx="772">
                  <c:v>75.056533813476605</c:v>
                </c:pt>
                <c:pt idx="773">
                  <c:v>74.717681884765597</c:v>
                </c:pt>
                <c:pt idx="774">
                  <c:v>74.330352783203097</c:v>
                </c:pt>
                <c:pt idx="775">
                  <c:v>73.714851379394503</c:v>
                </c:pt>
                <c:pt idx="776">
                  <c:v>72.985755920410199</c:v>
                </c:pt>
                <c:pt idx="777">
                  <c:v>72.569190979003906</c:v>
                </c:pt>
                <c:pt idx="778">
                  <c:v>72.351463317871094</c:v>
                </c:pt>
                <c:pt idx="779">
                  <c:v>72.239677429199205</c:v>
                </c:pt>
                <c:pt idx="780">
                  <c:v>72.182289123535199</c:v>
                </c:pt>
                <c:pt idx="781">
                  <c:v>72.152824401855497</c:v>
                </c:pt>
                <c:pt idx="782">
                  <c:v>72.1376953125</c:v>
                </c:pt>
                <c:pt idx="783">
                  <c:v>72.128334045410199</c:v>
                </c:pt>
                <c:pt idx="784">
                  <c:v>72.115318298339801</c:v>
                </c:pt>
                <c:pt idx="785">
                  <c:v>72.061721801757798</c:v>
                </c:pt>
                <c:pt idx="786">
                  <c:v>72.007171630859403</c:v>
                </c:pt>
                <c:pt idx="787">
                  <c:v>71.899848937988295</c:v>
                </c:pt>
                <c:pt idx="788">
                  <c:v>71.766494750976605</c:v>
                </c:pt>
                <c:pt idx="789">
                  <c:v>71.554336547851605</c:v>
                </c:pt>
                <c:pt idx="790">
                  <c:v>71.425514221191406</c:v>
                </c:pt>
                <c:pt idx="791">
                  <c:v>71.350265502929702</c:v>
                </c:pt>
                <c:pt idx="792">
                  <c:v>71.244865417480497</c:v>
                </c:pt>
                <c:pt idx="793">
                  <c:v>71.041915893554702</c:v>
                </c:pt>
                <c:pt idx="794">
                  <c:v>70.865783691406307</c:v>
                </c:pt>
                <c:pt idx="795">
                  <c:v>70.727378845214801</c:v>
                </c:pt>
                <c:pt idx="796">
                  <c:v>70.644096374511705</c:v>
                </c:pt>
                <c:pt idx="797">
                  <c:v>70.593109130859403</c:v>
                </c:pt>
                <c:pt idx="798">
                  <c:v>70.4901123046875</c:v>
                </c:pt>
                <c:pt idx="799">
                  <c:v>70.2589111328125</c:v>
                </c:pt>
                <c:pt idx="800">
                  <c:v>70.074317932128906</c:v>
                </c:pt>
                <c:pt idx="801">
                  <c:v>69.798995971679702</c:v>
                </c:pt>
                <c:pt idx="802">
                  <c:v>69.561676025390597</c:v>
                </c:pt>
                <c:pt idx="803">
                  <c:v>69.389923095703097</c:v>
                </c:pt>
                <c:pt idx="804">
                  <c:v>69.239967346191406</c:v>
                </c:pt>
                <c:pt idx="805">
                  <c:v>69.127357482910199</c:v>
                </c:pt>
                <c:pt idx="806">
                  <c:v>69.041175842285199</c:v>
                </c:pt>
                <c:pt idx="807">
                  <c:v>68.980209350585895</c:v>
                </c:pt>
                <c:pt idx="808">
                  <c:v>68.944831848144503</c:v>
                </c:pt>
                <c:pt idx="809">
                  <c:v>68.911437988281307</c:v>
                </c:pt>
                <c:pt idx="810">
                  <c:v>68.726753234863295</c:v>
                </c:pt>
                <c:pt idx="811">
                  <c:v>68.553321838378906</c:v>
                </c:pt>
                <c:pt idx="812">
                  <c:v>68.329414367675795</c:v>
                </c:pt>
                <c:pt idx="813">
                  <c:v>68.148658752441406</c:v>
                </c:pt>
                <c:pt idx="814">
                  <c:v>67.989662170410199</c:v>
                </c:pt>
                <c:pt idx="815">
                  <c:v>67.766578674316406</c:v>
                </c:pt>
                <c:pt idx="816">
                  <c:v>67.540832519531307</c:v>
                </c:pt>
                <c:pt idx="817">
                  <c:v>67.416481018066406</c:v>
                </c:pt>
                <c:pt idx="818">
                  <c:v>67.313179016113295</c:v>
                </c:pt>
                <c:pt idx="819">
                  <c:v>67.252845764160199</c:v>
                </c:pt>
                <c:pt idx="820">
                  <c:v>67.179656982421903</c:v>
                </c:pt>
                <c:pt idx="821">
                  <c:v>67.019737243652301</c:v>
                </c:pt>
                <c:pt idx="822">
                  <c:v>66.879623413085895</c:v>
                </c:pt>
                <c:pt idx="823">
                  <c:v>66.668624877929702</c:v>
                </c:pt>
                <c:pt idx="824">
                  <c:v>66.522361755371094</c:v>
                </c:pt>
                <c:pt idx="825">
                  <c:v>66.331970214843807</c:v>
                </c:pt>
                <c:pt idx="826">
                  <c:v>66.164329528808594</c:v>
                </c:pt>
                <c:pt idx="827">
                  <c:v>66.398757934570298</c:v>
                </c:pt>
                <c:pt idx="828">
                  <c:v>66.443679809570298</c:v>
                </c:pt>
                <c:pt idx="829">
                  <c:v>66.479476928710895</c:v>
                </c:pt>
                <c:pt idx="830">
                  <c:v>66.661712646484403</c:v>
                </c:pt>
                <c:pt idx="831">
                  <c:v>66.598648071289105</c:v>
                </c:pt>
                <c:pt idx="832">
                  <c:v>66.450492858886705</c:v>
                </c:pt>
                <c:pt idx="833">
                  <c:v>66.256614685058594</c:v>
                </c:pt>
                <c:pt idx="834">
                  <c:v>66.179763793945298</c:v>
                </c:pt>
                <c:pt idx="835">
                  <c:v>66.167869567871094</c:v>
                </c:pt>
                <c:pt idx="836">
                  <c:v>65.988082885742202</c:v>
                </c:pt>
                <c:pt idx="837">
                  <c:v>65.8330078125</c:v>
                </c:pt>
                <c:pt idx="838">
                  <c:v>65.749496459960895</c:v>
                </c:pt>
                <c:pt idx="839">
                  <c:v>65.677024841308594</c:v>
                </c:pt>
                <c:pt idx="840">
                  <c:v>65.675041198730497</c:v>
                </c:pt>
                <c:pt idx="841">
                  <c:v>65.659065246582003</c:v>
                </c:pt>
                <c:pt idx="842">
                  <c:v>65.624404907226605</c:v>
                </c:pt>
                <c:pt idx="843">
                  <c:v>65.606613159179702</c:v>
                </c:pt>
                <c:pt idx="844">
                  <c:v>65.597480773925795</c:v>
                </c:pt>
                <c:pt idx="845">
                  <c:v>65.592788696289105</c:v>
                </c:pt>
                <c:pt idx="846">
                  <c:v>65.587852478027301</c:v>
                </c:pt>
                <c:pt idx="847">
                  <c:v>65.585723876953097</c:v>
                </c:pt>
                <c:pt idx="848">
                  <c:v>65.584815979003906</c:v>
                </c:pt>
                <c:pt idx="849">
                  <c:v>65.582908630371094</c:v>
                </c:pt>
                <c:pt idx="850">
                  <c:v>65.580718994140597</c:v>
                </c:pt>
                <c:pt idx="851">
                  <c:v>65.5810546875</c:v>
                </c:pt>
                <c:pt idx="852">
                  <c:v>65.575500488281307</c:v>
                </c:pt>
                <c:pt idx="853">
                  <c:v>65.536605834960895</c:v>
                </c:pt>
                <c:pt idx="854">
                  <c:v>65.505622863769503</c:v>
                </c:pt>
                <c:pt idx="855">
                  <c:v>65.460014343261705</c:v>
                </c:pt>
                <c:pt idx="856">
                  <c:v>65.356697082519503</c:v>
                </c:pt>
                <c:pt idx="857">
                  <c:v>65.257408142089801</c:v>
                </c:pt>
                <c:pt idx="858">
                  <c:v>65.093231201171903</c:v>
                </c:pt>
                <c:pt idx="859">
                  <c:v>64.9888916015625</c:v>
                </c:pt>
                <c:pt idx="860">
                  <c:v>64.916786193847699</c:v>
                </c:pt>
                <c:pt idx="861">
                  <c:v>64.854766845703097</c:v>
                </c:pt>
                <c:pt idx="862">
                  <c:v>64.726341247558594</c:v>
                </c:pt>
                <c:pt idx="863">
                  <c:v>64.5584716796875</c:v>
                </c:pt>
                <c:pt idx="864">
                  <c:v>64.431297302246094</c:v>
                </c:pt>
                <c:pt idx="865">
                  <c:v>64.313293457031307</c:v>
                </c:pt>
                <c:pt idx="866">
                  <c:v>64.209068298339801</c:v>
                </c:pt>
                <c:pt idx="867">
                  <c:v>64.137458801269503</c:v>
                </c:pt>
                <c:pt idx="868">
                  <c:v>64.083976745605497</c:v>
                </c:pt>
                <c:pt idx="869">
                  <c:v>64.042236328125</c:v>
                </c:pt>
                <c:pt idx="870">
                  <c:v>64.017082214355497</c:v>
                </c:pt>
                <c:pt idx="871">
                  <c:v>64.002899169921903</c:v>
                </c:pt>
                <c:pt idx="872">
                  <c:v>63.974876403808601</c:v>
                </c:pt>
                <c:pt idx="873">
                  <c:v>63.778400421142599</c:v>
                </c:pt>
                <c:pt idx="874">
                  <c:v>63.518199920654297</c:v>
                </c:pt>
                <c:pt idx="875">
                  <c:v>63.370449066162102</c:v>
                </c:pt>
                <c:pt idx="876">
                  <c:v>63.286094665527301</c:v>
                </c:pt>
                <c:pt idx="877">
                  <c:v>63.158973693847699</c:v>
                </c:pt>
                <c:pt idx="878">
                  <c:v>63.021190643310597</c:v>
                </c:pt>
                <c:pt idx="879">
                  <c:v>62.935634613037102</c:v>
                </c:pt>
                <c:pt idx="880">
                  <c:v>62.783126831054702</c:v>
                </c:pt>
                <c:pt idx="881">
                  <c:v>62.668601989746101</c:v>
                </c:pt>
                <c:pt idx="882">
                  <c:v>62.603996276855497</c:v>
                </c:pt>
                <c:pt idx="883">
                  <c:v>62.552146911621101</c:v>
                </c:pt>
                <c:pt idx="884">
                  <c:v>62.499771118164098</c:v>
                </c:pt>
                <c:pt idx="885">
                  <c:v>62.469799041748097</c:v>
                </c:pt>
                <c:pt idx="886">
                  <c:v>62.4647407531738</c:v>
                </c:pt>
                <c:pt idx="887">
                  <c:v>62.463897705078097</c:v>
                </c:pt>
                <c:pt idx="888">
                  <c:v>62.459014892578097</c:v>
                </c:pt>
                <c:pt idx="889">
                  <c:v>62.4536323547363</c:v>
                </c:pt>
                <c:pt idx="890">
                  <c:v>62.440723419189503</c:v>
                </c:pt>
                <c:pt idx="891">
                  <c:v>62.459049224853501</c:v>
                </c:pt>
                <c:pt idx="892">
                  <c:v>62.445262908935597</c:v>
                </c:pt>
                <c:pt idx="893">
                  <c:v>62.378757476806598</c:v>
                </c:pt>
                <c:pt idx="894">
                  <c:v>62.322017669677699</c:v>
                </c:pt>
                <c:pt idx="895">
                  <c:v>62.461345672607401</c:v>
                </c:pt>
                <c:pt idx="896">
                  <c:v>62.514110565185597</c:v>
                </c:pt>
                <c:pt idx="897">
                  <c:v>62.573051452636697</c:v>
                </c:pt>
                <c:pt idx="898">
                  <c:v>62.653575897216797</c:v>
                </c:pt>
                <c:pt idx="899">
                  <c:v>62.805698394775398</c:v>
                </c:pt>
                <c:pt idx="900">
                  <c:v>62.992301940917997</c:v>
                </c:pt>
                <c:pt idx="901">
                  <c:v>63.157466888427699</c:v>
                </c:pt>
                <c:pt idx="902">
                  <c:v>63.486522674560597</c:v>
                </c:pt>
                <c:pt idx="903">
                  <c:v>63.873218536377003</c:v>
                </c:pt>
                <c:pt idx="904">
                  <c:v>64.163833618164105</c:v>
                </c:pt>
                <c:pt idx="905">
                  <c:v>64.467185974121094</c:v>
                </c:pt>
                <c:pt idx="906">
                  <c:v>64.700134277343807</c:v>
                </c:pt>
                <c:pt idx="907">
                  <c:v>64.940139770507798</c:v>
                </c:pt>
                <c:pt idx="908">
                  <c:v>65.054519653320298</c:v>
                </c:pt>
                <c:pt idx="909">
                  <c:v>65.259056091308594</c:v>
                </c:pt>
                <c:pt idx="910">
                  <c:v>65.418647766113295</c:v>
                </c:pt>
                <c:pt idx="911">
                  <c:v>65.497154235839801</c:v>
                </c:pt>
                <c:pt idx="912">
                  <c:v>65.531005859375</c:v>
                </c:pt>
                <c:pt idx="913">
                  <c:v>65.553245544433594</c:v>
                </c:pt>
                <c:pt idx="914">
                  <c:v>65.569229125976605</c:v>
                </c:pt>
                <c:pt idx="915">
                  <c:v>65.5775146484375</c:v>
                </c:pt>
                <c:pt idx="916">
                  <c:v>65.582115173339801</c:v>
                </c:pt>
                <c:pt idx="917">
                  <c:v>65.583244323730497</c:v>
                </c:pt>
                <c:pt idx="918">
                  <c:v>65.584251403808594</c:v>
                </c:pt>
                <c:pt idx="919">
                  <c:v>65.585998535156307</c:v>
                </c:pt>
                <c:pt idx="920">
                  <c:v>65.586051940917997</c:v>
                </c:pt>
                <c:pt idx="921">
                  <c:v>65.584381103515597</c:v>
                </c:pt>
                <c:pt idx="922">
                  <c:v>65.582740783691406</c:v>
                </c:pt>
                <c:pt idx="923">
                  <c:v>65.572319030761705</c:v>
                </c:pt>
                <c:pt idx="924">
                  <c:v>65.541694641113295</c:v>
                </c:pt>
                <c:pt idx="925">
                  <c:v>65.436851501464801</c:v>
                </c:pt>
                <c:pt idx="926">
                  <c:v>65.393836975097699</c:v>
                </c:pt>
                <c:pt idx="927">
                  <c:v>65.325401306152301</c:v>
                </c:pt>
                <c:pt idx="928">
                  <c:v>65.180290222167997</c:v>
                </c:pt>
                <c:pt idx="929">
                  <c:v>65.088996887207003</c:v>
                </c:pt>
                <c:pt idx="930">
                  <c:v>64.981643676757798</c:v>
                </c:pt>
                <c:pt idx="931">
                  <c:v>64.9630126953125</c:v>
                </c:pt>
                <c:pt idx="932">
                  <c:v>64.924865722656307</c:v>
                </c:pt>
                <c:pt idx="933">
                  <c:v>64.914054870605497</c:v>
                </c:pt>
                <c:pt idx="934">
                  <c:v>64.790985107421903</c:v>
                </c:pt>
                <c:pt idx="935">
                  <c:v>64.775177001953097</c:v>
                </c:pt>
                <c:pt idx="936">
                  <c:v>64.831642150878906</c:v>
                </c:pt>
                <c:pt idx="937">
                  <c:v>64.767654418945298</c:v>
                </c:pt>
                <c:pt idx="938">
                  <c:v>64.6832275390625</c:v>
                </c:pt>
                <c:pt idx="939">
                  <c:v>64.630714416503906</c:v>
                </c:pt>
                <c:pt idx="940">
                  <c:v>64.550811767578097</c:v>
                </c:pt>
                <c:pt idx="941">
                  <c:v>64.398254394531307</c:v>
                </c:pt>
                <c:pt idx="942">
                  <c:v>64.316238403320298</c:v>
                </c:pt>
                <c:pt idx="943">
                  <c:v>64.217742919921903</c:v>
                </c:pt>
                <c:pt idx="944">
                  <c:v>64.168266296386705</c:v>
                </c:pt>
                <c:pt idx="945">
                  <c:v>64.093292236328097</c:v>
                </c:pt>
                <c:pt idx="946">
                  <c:v>64.020240783691406</c:v>
                </c:pt>
                <c:pt idx="947">
                  <c:v>63.832931518554702</c:v>
                </c:pt>
                <c:pt idx="948">
                  <c:v>63.675876617431598</c:v>
                </c:pt>
                <c:pt idx="949">
                  <c:v>63.482376098632798</c:v>
                </c:pt>
                <c:pt idx="950">
                  <c:v>63.328041076660199</c:v>
                </c:pt>
                <c:pt idx="951">
                  <c:v>63.306015014648402</c:v>
                </c:pt>
                <c:pt idx="952">
                  <c:v>63.168498992919901</c:v>
                </c:pt>
                <c:pt idx="953">
                  <c:v>63.026531219482401</c:v>
                </c:pt>
                <c:pt idx="954">
                  <c:v>62.946884155273402</c:v>
                </c:pt>
                <c:pt idx="955">
                  <c:v>62.820369720458999</c:v>
                </c:pt>
                <c:pt idx="956">
                  <c:v>62.702033996582003</c:v>
                </c:pt>
                <c:pt idx="957">
                  <c:v>62.602092742919901</c:v>
                </c:pt>
                <c:pt idx="958">
                  <c:v>62.498275756835902</c:v>
                </c:pt>
                <c:pt idx="959">
                  <c:v>62.423976898193402</c:v>
                </c:pt>
                <c:pt idx="960">
                  <c:v>62.395957946777301</c:v>
                </c:pt>
                <c:pt idx="961">
                  <c:v>62.288246154785199</c:v>
                </c:pt>
                <c:pt idx="962">
                  <c:v>62.271183013916001</c:v>
                </c:pt>
                <c:pt idx="963">
                  <c:v>62.220954895019503</c:v>
                </c:pt>
                <c:pt idx="964">
                  <c:v>62.108432769775398</c:v>
                </c:pt>
                <c:pt idx="965">
                  <c:v>62.001010894775398</c:v>
                </c:pt>
                <c:pt idx="966">
                  <c:v>62.002754211425803</c:v>
                </c:pt>
                <c:pt idx="967">
                  <c:v>61.9635009765625</c:v>
                </c:pt>
                <c:pt idx="968">
                  <c:v>61.902755737304702</c:v>
                </c:pt>
                <c:pt idx="969">
                  <c:v>61.761940002441399</c:v>
                </c:pt>
                <c:pt idx="970">
                  <c:v>61.736396789550803</c:v>
                </c:pt>
                <c:pt idx="971">
                  <c:v>61.648239135742202</c:v>
                </c:pt>
                <c:pt idx="972">
                  <c:v>61.599498748779297</c:v>
                </c:pt>
                <c:pt idx="973">
                  <c:v>61.595794677734403</c:v>
                </c:pt>
                <c:pt idx="974">
                  <c:v>61.550083160400398</c:v>
                </c:pt>
                <c:pt idx="975">
                  <c:v>61.4986381530762</c:v>
                </c:pt>
                <c:pt idx="976">
                  <c:v>61.496173858642599</c:v>
                </c:pt>
                <c:pt idx="977">
                  <c:v>61.507705688476598</c:v>
                </c:pt>
                <c:pt idx="978">
                  <c:v>61.357257843017599</c:v>
                </c:pt>
                <c:pt idx="979">
                  <c:v>61.224704742431598</c:v>
                </c:pt>
                <c:pt idx="980">
                  <c:v>61.117942810058601</c:v>
                </c:pt>
                <c:pt idx="981">
                  <c:v>61.011756896972699</c:v>
                </c:pt>
                <c:pt idx="982">
                  <c:v>60.870700836181598</c:v>
                </c:pt>
                <c:pt idx="983">
                  <c:v>60.778308868408203</c:v>
                </c:pt>
                <c:pt idx="984">
                  <c:v>60.716831207275398</c:v>
                </c:pt>
                <c:pt idx="985">
                  <c:v>60.653564453125</c:v>
                </c:pt>
                <c:pt idx="986">
                  <c:v>60.605228424072301</c:v>
                </c:pt>
                <c:pt idx="987">
                  <c:v>60.554004669189503</c:v>
                </c:pt>
                <c:pt idx="988">
                  <c:v>60.416328430175803</c:v>
                </c:pt>
                <c:pt idx="989">
                  <c:v>60.308944702148402</c:v>
                </c:pt>
                <c:pt idx="990">
                  <c:v>60.139015197753899</c:v>
                </c:pt>
                <c:pt idx="991">
                  <c:v>60.033054351806598</c:v>
                </c:pt>
                <c:pt idx="992">
                  <c:v>59.618415832519503</c:v>
                </c:pt>
                <c:pt idx="993">
                  <c:v>59.763660430908203</c:v>
                </c:pt>
                <c:pt idx="994">
                  <c:v>59.820068359375</c:v>
                </c:pt>
                <c:pt idx="995">
                  <c:v>59.768314361572301</c:v>
                </c:pt>
                <c:pt idx="996">
                  <c:v>59.659915924072301</c:v>
                </c:pt>
                <c:pt idx="997">
                  <c:v>59.576282501220703</c:v>
                </c:pt>
                <c:pt idx="998">
                  <c:v>59.5147514343262</c:v>
                </c:pt>
                <c:pt idx="999">
                  <c:v>59.489566802978501</c:v>
                </c:pt>
                <c:pt idx="1000">
                  <c:v>59.473495483398402</c:v>
                </c:pt>
                <c:pt idx="1001">
                  <c:v>59.351776123046903</c:v>
                </c:pt>
                <c:pt idx="1002">
                  <c:v>59.176212310791001</c:v>
                </c:pt>
                <c:pt idx="1003">
                  <c:v>59.134487152099602</c:v>
                </c:pt>
                <c:pt idx="1004">
                  <c:v>59.084766387939503</c:v>
                </c:pt>
                <c:pt idx="1005">
                  <c:v>59.060829162597699</c:v>
                </c:pt>
                <c:pt idx="1006">
                  <c:v>59.107986450195298</c:v>
                </c:pt>
                <c:pt idx="1007">
                  <c:v>59.095462799072301</c:v>
                </c:pt>
                <c:pt idx="1008">
                  <c:v>59.072971343994098</c:v>
                </c:pt>
                <c:pt idx="1009">
                  <c:v>59.087989807128899</c:v>
                </c:pt>
                <c:pt idx="1010">
                  <c:v>59.181797027587898</c:v>
                </c:pt>
                <c:pt idx="1011">
                  <c:v>59.230995178222699</c:v>
                </c:pt>
                <c:pt idx="1012">
                  <c:v>59.256832122802699</c:v>
                </c:pt>
                <c:pt idx="1013">
                  <c:v>59.223476409912102</c:v>
                </c:pt>
                <c:pt idx="1014">
                  <c:v>59.2532348632813</c:v>
                </c:pt>
                <c:pt idx="1015">
                  <c:v>59.192417144775398</c:v>
                </c:pt>
                <c:pt idx="1016">
                  <c:v>59.1645698547363</c:v>
                </c:pt>
                <c:pt idx="1017">
                  <c:v>59.119693756103501</c:v>
                </c:pt>
                <c:pt idx="1018">
                  <c:v>59.086490631103501</c:v>
                </c:pt>
                <c:pt idx="1019">
                  <c:v>59.061100006103501</c:v>
                </c:pt>
                <c:pt idx="1020">
                  <c:v>59.006820678710902</c:v>
                </c:pt>
                <c:pt idx="1021">
                  <c:v>58.951930999755902</c:v>
                </c:pt>
                <c:pt idx="1022">
                  <c:v>58.956905364990199</c:v>
                </c:pt>
                <c:pt idx="1023">
                  <c:v>58.906558990478501</c:v>
                </c:pt>
                <c:pt idx="1024">
                  <c:v>58.858402252197301</c:v>
                </c:pt>
                <c:pt idx="1025">
                  <c:v>58.819400787353501</c:v>
                </c:pt>
                <c:pt idx="1026">
                  <c:v>58.803310394287102</c:v>
                </c:pt>
                <c:pt idx="1027">
                  <c:v>58.798145294189503</c:v>
                </c:pt>
                <c:pt idx="1028">
                  <c:v>58.750247955322301</c:v>
                </c:pt>
                <c:pt idx="1029">
                  <c:v>58.672767639160199</c:v>
                </c:pt>
                <c:pt idx="1030">
                  <c:v>58.6069526672363</c:v>
                </c:pt>
                <c:pt idx="1031">
                  <c:v>58.539039611816399</c:v>
                </c:pt>
                <c:pt idx="1032">
                  <c:v>58.494251251220703</c:v>
                </c:pt>
                <c:pt idx="1033">
                  <c:v>58.482723236083999</c:v>
                </c:pt>
                <c:pt idx="1034">
                  <c:v>58.403644561767599</c:v>
                </c:pt>
                <c:pt idx="1035">
                  <c:v>58.336536407470703</c:v>
                </c:pt>
                <c:pt idx="1036">
                  <c:v>58.300037384033203</c:v>
                </c:pt>
                <c:pt idx="1037">
                  <c:v>58.248802185058601</c:v>
                </c:pt>
                <c:pt idx="1038">
                  <c:v>58.216281890869098</c:v>
                </c:pt>
                <c:pt idx="1039">
                  <c:v>58.195041656494098</c:v>
                </c:pt>
                <c:pt idx="1040">
                  <c:v>58.088432312011697</c:v>
                </c:pt>
                <c:pt idx="1041">
                  <c:v>58.006092071533203</c:v>
                </c:pt>
                <c:pt idx="1042">
                  <c:v>57.9293823242188</c:v>
                </c:pt>
                <c:pt idx="1043">
                  <c:v>57.842849731445298</c:v>
                </c:pt>
                <c:pt idx="1044">
                  <c:v>57.761486053466797</c:v>
                </c:pt>
                <c:pt idx="1045">
                  <c:v>57.6926460266113</c:v>
                </c:pt>
                <c:pt idx="1046">
                  <c:v>57.627098083496101</c:v>
                </c:pt>
                <c:pt idx="1047">
                  <c:v>57.564544677734403</c:v>
                </c:pt>
                <c:pt idx="1048">
                  <c:v>57.561923980712898</c:v>
                </c:pt>
                <c:pt idx="1049">
                  <c:v>57.558109283447301</c:v>
                </c:pt>
                <c:pt idx="1050">
                  <c:v>57.542484283447301</c:v>
                </c:pt>
                <c:pt idx="1051">
                  <c:v>57.512126922607401</c:v>
                </c:pt>
                <c:pt idx="1052">
                  <c:v>57.502517700195298</c:v>
                </c:pt>
                <c:pt idx="1053">
                  <c:v>57.495193481445298</c:v>
                </c:pt>
                <c:pt idx="1054">
                  <c:v>57.502006530761697</c:v>
                </c:pt>
                <c:pt idx="1055">
                  <c:v>57.494644165039098</c:v>
                </c:pt>
                <c:pt idx="1056">
                  <c:v>57.493568420410199</c:v>
                </c:pt>
                <c:pt idx="1057">
                  <c:v>57.494953155517599</c:v>
                </c:pt>
                <c:pt idx="1058">
                  <c:v>57.491683959960902</c:v>
                </c:pt>
                <c:pt idx="1059">
                  <c:v>57.460739135742202</c:v>
                </c:pt>
                <c:pt idx="1060">
                  <c:v>57.444534301757798</c:v>
                </c:pt>
                <c:pt idx="1061">
                  <c:v>57.459030151367202</c:v>
                </c:pt>
                <c:pt idx="1062">
                  <c:v>57.4629936218262</c:v>
                </c:pt>
                <c:pt idx="1063">
                  <c:v>57.504962921142599</c:v>
                </c:pt>
                <c:pt idx="1064">
                  <c:v>57.558021545410199</c:v>
                </c:pt>
                <c:pt idx="1065">
                  <c:v>57.562629699707003</c:v>
                </c:pt>
                <c:pt idx="1066">
                  <c:v>57.581951141357401</c:v>
                </c:pt>
                <c:pt idx="1067">
                  <c:v>57.582496643066399</c:v>
                </c:pt>
                <c:pt idx="1068">
                  <c:v>57.585922241210902</c:v>
                </c:pt>
                <c:pt idx="1069">
                  <c:v>57.600715637207003</c:v>
                </c:pt>
                <c:pt idx="1070">
                  <c:v>57.587490081787102</c:v>
                </c:pt>
                <c:pt idx="1071">
                  <c:v>57.574520111083999</c:v>
                </c:pt>
                <c:pt idx="1072">
                  <c:v>57.548423767089801</c:v>
                </c:pt>
                <c:pt idx="1073">
                  <c:v>57.529911041259801</c:v>
                </c:pt>
                <c:pt idx="1074">
                  <c:v>57.524669647216797</c:v>
                </c:pt>
                <c:pt idx="1075">
                  <c:v>57.5228271484375</c:v>
                </c:pt>
                <c:pt idx="1076">
                  <c:v>57.512622833252003</c:v>
                </c:pt>
                <c:pt idx="1077">
                  <c:v>57.504909515380902</c:v>
                </c:pt>
                <c:pt idx="1078">
                  <c:v>57.4886665344238</c:v>
                </c:pt>
                <c:pt idx="1079">
                  <c:v>57.463047027587898</c:v>
                </c:pt>
                <c:pt idx="1080">
                  <c:v>57.438831329345703</c:v>
                </c:pt>
                <c:pt idx="1081">
                  <c:v>57.445064544677699</c:v>
                </c:pt>
                <c:pt idx="1082">
                  <c:v>57.395694732666001</c:v>
                </c:pt>
                <c:pt idx="1083">
                  <c:v>57.325393676757798</c:v>
                </c:pt>
                <c:pt idx="1084">
                  <c:v>57.287887573242202</c:v>
                </c:pt>
                <c:pt idx="1085">
                  <c:v>57.212703704833999</c:v>
                </c:pt>
                <c:pt idx="1086">
                  <c:v>56.982688903808601</c:v>
                </c:pt>
                <c:pt idx="1087">
                  <c:v>56.9293212890625</c:v>
                </c:pt>
                <c:pt idx="1088">
                  <c:v>56.866600036621101</c:v>
                </c:pt>
                <c:pt idx="1089">
                  <c:v>56.746818542480497</c:v>
                </c:pt>
                <c:pt idx="1090">
                  <c:v>56.682170867919901</c:v>
                </c:pt>
                <c:pt idx="1091">
                  <c:v>56.670616149902301</c:v>
                </c:pt>
                <c:pt idx="1092">
                  <c:v>56.674293518066399</c:v>
                </c:pt>
                <c:pt idx="1093">
                  <c:v>56.518146514892599</c:v>
                </c:pt>
                <c:pt idx="1094">
                  <c:v>56.398872375488303</c:v>
                </c:pt>
                <c:pt idx="1095">
                  <c:v>56.332973480224602</c:v>
                </c:pt>
                <c:pt idx="1096">
                  <c:v>56.270198822021499</c:v>
                </c:pt>
                <c:pt idx="1097">
                  <c:v>56.3043022155762</c:v>
                </c:pt>
                <c:pt idx="1098">
                  <c:v>56.254066467285199</c:v>
                </c:pt>
                <c:pt idx="1099">
                  <c:v>56.242454528808601</c:v>
                </c:pt>
                <c:pt idx="1100">
                  <c:v>56.2264595031738</c:v>
                </c:pt>
                <c:pt idx="1101">
                  <c:v>56.172157287597699</c:v>
                </c:pt>
                <c:pt idx="1102">
                  <c:v>56.148120880127003</c:v>
                </c:pt>
                <c:pt idx="1103">
                  <c:v>56.0825004577637</c:v>
                </c:pt>
                <c:pt idx="1104">
                  <c:v>56.066844940185597</c:v>
                </c:pt>
                <c:pt idx="1105">
                  <c:v>56.045181274414098</c:v>
                </c:pt>
                <c:pt idx="1106">
                  <c:v>56.074760437011697</c:v>
                </c:pt>
                <c:pt idx="1107">
                  <c:v>56.1119384765625</c:v>
                </c:pt>
                <c:pt idx="1108">
                  <c:v>56.129341125488303</c:v>
                </c:pt>
                <c:pt idx="1109">
                  <c:v>56.195198059082003</c:v>
                </c:pt>
                <c:pt idx="1110">
                  <c:v>56.208690643310597</c:v>
                </c:pt>
                <c:pt idx="1111">
                  <c:v>56.250492095947301</c:v>
                </c:pt>
                <c:pt idx="1112">
                  <c:v>56.254589080810597</c:v>
                </c:pt>
                <c:pt idx="1113">
                  <c:v>56.260852813720703</c:v>
                </c:pt>
                <c:pt idx="1114">
                  <c:v>56.241996765136697</c:v>
                </c:pt>
                <c:pt idx="1115">
                  <c:v>56.217655181884801</c:v>
                </c:pt>
                <c:pt idx="1116">
                  <c:v>56.296142578125</c:v>
                </c:pt>
                <c:pt idx="1117">
                  <c:v>56.304519653320298</c:v>
                </c:pt>
                <c:pt idx="1118">
                  <c:v>56.277072906494098</c:v>
                </c:pt>
                <c:pt idx="1119">
                  <c:v>56.221134185791001</c:v>
                </c:pt>
                <c:pt idx="1120">
                  <c:v>56.238807678222699</c:v>
                </c:pt>
                <c:pt idx="1121">
                  <c:v>56.223190307617202</c:v>
                </c:pt>
                <c:pt idx="1122">
                  <c:v>56.221954345703097</c:v>
                </c:pt>
                <c:pt idx="1123">
                  <c:v>56.295372009277301</c:v>
                </c:pt>
                <c:pt idx="1124">
                  <c:v>56.276809692382798</c:v>
                </c:pt>
                <c:pt idx="1125">
                  <c:v>56.23291015625</c:v>
                </c:pt>
                <c:pt idx="1126">
                  <c:v>56.218406677246101</c:v>
                </c:pt>
                <c:pt idx="1127">
                  <c:v>56.192298889160199</c:v>
                </c:pt>
                <c:pt idx="1128">
                  <c:v>56.182350158691399</c:v>
                </c:pt>
                <c:pt idx="1129">
                  <c:v>56.188686370849602</c:v>
                </c:pt>
                <c:pt idx="1130">
                  <c:v>56.186702728271499</c:v>
                </c:pt>
                <c:pt idx="1131">
                  <c:v>56.1928520202637</c:v>
                </c:pt>
                <c:pt idx="1132">
                  <c:v>56.190769195556598</c:v>
                </c:pt>
                <c:pt idx="1133">
                  <c:v>56.171485900878899</c:v>
                </c:pt>
                <c:pt idx="1134">
                  <c:v>56.171115875244098</c:v>
                </c:pt>
                <c:pt idx="1135">
                  <c:v>56.103179931640597</c:v>
                </c:pt>
                <c:pt idx="1136">
                  <c:v>56.056423187255902</c:v>
                </c:pt>
                <c:pt idx="1137">
                  <c:v>56.051433563232401</c:v>
                </c:pt>
                <c:pt idx="1138">
                  <c:v>56.099399566650398</c:v>
                </c:pt>
                <c:pt idx="1139">
                  <c:v>56.063678741455099</c:v>
                </c:pt>
                <c:pt idx="1140">
                  <c:v>56.095161437988303</c:v>
                </c:pt>
                <c:pt idx="1141">
                  <c:v>56.138393402099602</c:v>
                </c:pt>
                <c:pt idx="1142">
                  <c:v>56.078968048095703</c:v>
                </c:pt>
                <c:pt idx="1143">
                  <c:v>56.017078399658203</c:v>
                </c:pt>
                <c:pt idx="1144">
                  <c:v>56.132328033447301</c:v>
                </c:pt>
                <c:pt idx="1145">
                  <c:v>56.140323638916001</c:v>
                </c:pt>
                <c:pt idx="1146">
                  <c:v>56.341510772705099</c:v>
                </c:pt>
                <c:pt idx="1147">
                  <c:v>56.290031433105497</c:v>
                </c:pt>
                <c:pt idx="1148">
                  <c:v>56.253818511962898</c:v>
                </c:pt>
                <c:pt idx="1149">
                  <c:v>56.339744567871101</c:v>
                </c:pt>
                <c:pt idx="1150">
                  <c:v>56.665023803710902</c:v>
                </c:pt>
                <c:pt idx="1151">
                  <c:v>56.883518218994098</c:v>
                </c:pt>
                <c:pt idx="1152">
                  <c:v>57.082897186279297</c:v>
                </c:pt>
                <c:pt idx="1153">
                  <c:v>56.983997344970703</c:v>
                </c:pt>
                <c:pt idx="1154">
                  <c:v>57.5015258789063</c:v>
                </c:pt>
                <c:pt idx="1155">
                  <c:v>58.041114807128899</c:v>
                </c:pt>
                <c:pt idx="1156">
                  <c:v>57.970584869384801</c:v>
                </c:pt>
                <c:pt idx="1157">
                  <c:v>58.365261077880902</c:v>
                </c:pt>
                <c:pt idx="1158">
                  <c:v>58.888111114502003</c:v>
                </c:pt>
                <c:pt idx="1159">
                  <c:v>59.162590026855497</c:v>
                </c:pt>
                <c:pt idx="1160">
                  <c:v>59.350978851318402</c:v>
                </c:pt>
                <c:pt idx="1161">
                  <c:v>59.875980377197301</c:v>
                </c:pt>
                <c:pt idx="1162">
                  <c:v>60.261009216308601</c:v>
                </c:pt>
                <c:pt idx="1163">
                  <c:v>60.922477722167997</c:v>
                </c:pt>
                <c:pt idx="1164">
                  <c:v>61.200313568115199</c:v>
                </c:pt>
                <c:pt idx="1165">
                  <c:v>61.5642280578613</c:v>
                </c:pt>
                <c:pt idx="1166">
                  <c:v>62.446369171142599</c:v>
                </c:pt>
                <c:pt idx="1167">
                  <c:v>63.027309417724602</c:v>
                </c:pt>
                <c:pt idx="1168">
                  <c:v>63.706348419189503</c:v>
                </c:pt>
                <c:pt idx="1169">
                  <c:v>64.188697814941406</c:v>
                </c:pt>
                <c:pt idx="1170">
                  <c:v>64.708770751953097</c:v>
                </c:pt>
                <c:pt idx="1171">
                  <c:v>64.897537231445298</c:v>
                </c:pt>
                <c:pt idx="1172">
                  <c:v>65.167762756347699</c:v>
                </c:pt>
                <c:pt idx="1173">
                  <c:v>65.315246582031307</c:v>
                </c:pt>
                <c:pt idx="1174">
                  <c:v>65.447891235351605</c:v>
                </c:pt>
                <c:pt idx="1175">
                  <c:v>65.531425476074205</c:v>
                </c:pt>
                <c:pt idx="1176">
                  <c:v>65.725837707519503</c:v>
                </c:pt>
                <c:pt idx="1177">
                  <c:v>66.581565856933594</c:v>
                </c:pt>
                <c:pt idx="1178">
                  <c:v>67.209129333496094</c:v>
                </c:pt>
                <c:pt idx="1179">
                  <c:v>67.6153564453125</c:v>
                </c:pt>
                <c:pt idx="1180">
                  <c:v>68.158035278320298</c:v>
                </c:pt>
                <c:pt idx="1181">
                  <c:v>68.894340515136705</c:v>
                </c:pt>
                <c:pt idx="1182">
                  <c:v>69.476020812988295</c:v>
                </c:pt>
                <c:pt idx="1183">
                  <c:v>69.871643066406307</c:v>
                </c:pt>
                <c:pt idx="1184">
                  <c:v>70.268394470214801</c:v>
                </c:pt>
                <c:pt idx="1185">
                  <c:v>70.454666137695298</c:v>
                </c:pt>
                <c:pt idx="1186">
                  <c:v>70.647888183593807</c:v>
                </c:pt>
                <c:pt idx="1187">
                  <c:v>70.987495422363295</c:v>
                </c:pt>
                <c:pt idx="1188">
                  <c:v>71.191131591796903</c:v>
                </c:pt>
                <c:pt idx="1189">
                  <c:v>71.302528381347699</c:v>
                </c:pt>
                <c:pt idx="1190">
                  <c:v>71.358406066894503</c:v>
                </c:pt>
                <c:pt idx="1191">
                  <c:v>71.422569274902301</c:v>
                </c:pt>
                <c:pt idx="1192">
                  <c:v>71.48974609375</c:v>
                </c:pt>
                <c:pt idx="1193">
                  <c:v>71.479476928710895</c:v>
                </c:pt>
                <c:pt idx="1194">
                  <c:v>71.500282287597699</c:v>
                </c:pt>
                <c:pt idx="1195">
                  <c:v>71.468452453613295</c:v>
                </c:pt>
                <c:pt idx="1196">
                  <c:v>71.459716796875</c:v>
                </c:pt>
                <c:pt idx="1197">
                  <c:v>71.424461364746094</c:v>
                </c:pt>
                <c:pt idx="1198">
                  <c:v>71.390220642089801</c:v>
                </c:pt>
                <c:pt idx="1199">
                  <c:v>71.381462097167997</c:v>
                </c:pt>
                <c:pt idx="1200">
                  <c:v>71.273063659667997</c:v>
                </c:pt>
                <c:pt idx="1201">
                  <c:v>71.1865234375</c:v>
                </c:pt>
                <c:pt idx="1202">
                  <c:v>71.185043334960895</c:v>
                </c:pt>
                <c:pt idx="1203">
                  <c:v>71.151947021484403</c:v>
                </c:pt>
                <c:pt idx="1204">
                  <c:v>71.085960388183594</c:v>
                </c:pt>
                <c:pt idx="1205">
                  <c:v>71.077735900878906</c:v>
                </c:pt>
                <c:pt idx="1206">
                  <c:v>71.074600219726605</c:v>
                </c:pt>
                <c:pt idx="1207">
                  <c:v>71.082382202148395</c:v>
                </c:pt>
                <c:pt idx="1208">
                  <c:v>71.262031555175795</c:v>
                </c:pt>
                <c:pt idx="1209">
                  <c:v>71.560165405273395</c:v>
                </c:pt>
                <c:pt idx="1210">
                  <c:v>71.619522094726605</c:v>
                </c:pt>
                <c:pt idx="1211">
                  <c:v>71.725898742675795</c:v>
                </c:pt>
                <c:pt idx="1212">
                  <c:v>71.802566528320298</c:v>
                </c:pt>
                <c:pt idx="1213">
                  <c:v>71.904815673828097</c:v>
                </c:pt>
                <c:pt idx="1214">
                  <c:v>71.920600891113295</c:v>
                </c:pt>
                <c:pt idx="1215">
                  <c:v>71.961830139160199</c:v>
                </c:pt>
                <c:pt idx="1216">
                  <c:v>71.968719482421903</c:v>
                </c:pt>
                <c:pt idx="1217">
                  <c:v>71.965362548828097</c:v>
                </c:pt>
                <c:pt idx="1218">
                  <c:v>71.975059509277301</c:v>
                </c:pt>
                <c:pt idx="1219">
                  <c:v>72.024955749511705</c:v>
                </c:pt>
                <c:pt idx="1220">
                  <c:v>72.056221008300795</c:v>
                </c:pt>
                <c:pt idx="1221">
                  <c:v>72.084861755371094</c:v>
                </c:pt>
                <c:pt idx="1222">
                  <c:v>72.088584899902301</c:v>
                </c:pt>
                <c:pt idx="1223">
                  <c:v>72.075912475585895</c:v>
                </c:pt>
                <c:pt idx="1224">
                  <c:v>72.0938720703125</c:v>
                </c:pt>
                <c:pt idx="1225">
                  <c:v>72.038024902343807</c:v>
                </c:pt>
                <c:pt idx="1226">
                  <c:v>72.016288757324205</c:v>
                </c:pt>
                <c:pt idx="1227">
                  <c:v>71.949127197265597</c:v>
                </c:pt>
                <c:pt idx="1228">
                  <c:v>72.001739501953097</c:v>
                </c:pt>
                <c:pt idx="1229">
                  <c:v>72.059265136718807</c:v>
                </c:pt>
                <c:pt idx="1230">
                  <c:v>72.089660644531307</c:v>
                </c:pt>
                <c:pt idx="1231">
                  <c:v>72.105262756347699</c:v>
                </c:pt>
                <c:pt idx="1232">
                  <c:v>72.378532409667997</c:v>
                </c:pt>
                <c:pt idx="1233">
                  <c:v>73.139305114746094</c:v>
                </c:pt>
                <c:pt idx="1234">
                  <c:v>73.874725341796903</c:v>
                </c:pt>
                <c:pt idx="1235">
                  <c:v>74.520675659179702</c:v>
                </c:pt>
                <c:pt idx="1236">
                  <c:v>74.779045104980497</c:v>
                </c:pt>
                <c:pt idx="1237">
                  <c:v>75.0416259765625</c:v>
                </c:pt>
                <c:pt idx="1238">
                  <c:v>75.244285583496094</c:v>
                </c:pt>
                <c:pt idx="1239">
                  <c:v>75.404312133789105</c:v>
                </c:pt>
                <c:pt idx="1240">
                  <c:v>75.476600646972699</c:v>
                </c:pt>
                <c:pt idx="1241">
                  <c:v>75.648933410644503</c:v>
                </c:pt>
                <c:pt idx="1242">
                  <c:v>75.821762084960895</c:v>
                </c:pt>
                <c:pt idx="1243">
                  <c:v>75.814628601074205</c:v>
                </c:pt>
                <c:pt idx="1244">
                  <c:v>75.938362121582003</c:v>
                </c:pt>
                <c:pt idx="1245">
                  <c:v>76.005966186523395</c:v>
                </c:pt>
                <c:pt idx="1246">
                  <c:v>76.092247009277301</c:v>
                </c:pt>
                <c:pt idx="1247">
                  <c:v>76.205894470214801</c:v>
                </c:pt>
                <c:pt idx="1248">
                  <c:v>76.196418762207003</c:v>
                </c:pt>
                <c:pt idx="1249">
                  <c:v>76.261543273925795</c:v>
                </c:pt>
                <c:pt idx="1250">
                  <c:v>76.375404357910199</c:v>
                </c:pt>
                <c:pt idx="1251">
                  <c:v>76.365280151367202</c:v>
                </c:pt>
                <c:pt idx="1252">
                  <c:v>76.657272338867202</c:v>
                </c:pt>
                <c:pt idx="1253">
                  <c:v>76.880043029785199</c:v>
                </c:pt>
                <c:pt idx="1254">
                  <c:v>77.120597839355497</c:v>
                </c:pt>
                <c:pt idx="1255">
                  <c:v>77.833053588867202</c:v>
                </c:pt>
                <c:pt idx="1256">
                  <c:v>78.258140563964801</c:v>
                </c:pt>
                <c:pt idx="1257">
                  <c:v>78.476387023925795</c:v>
                </c:pt>
                <c:pt idx="1258">
                  <c:v>78.588432312011705</c:v>
                </c:pt>
                <c:pt idx="1259">
                  <c:v>78.645965576171903</c:v>
                </c:pt>
                <c:pt idx="1260">
                  <c:v>78.684478759765597</c:v>
                </c:pt>
                <c:pt idx="1261">
                  <c:v>78.702400207519503</c:v>
                </c:pt>
                <c:pt idx="1262">
                  <c:v>78.723106384277301</c:v>
                </c:pt>
                <c:pt idx="1263">
                  <c:v>78.772987365722699</c:v>
                </c:pt>
                <c:pt idx="1264">
                  <c:v>78.895782470703097</c:v>
                </c:pt>
                <c:pt idx="1265">
                  <c:v>78.980476379394503</c:v>
                </c:pt>
                <c:pt idx="1266">
                  <c:v>79.162986755371094</c:v>
                </c:pt>
                <c:pt idx="1267">
                  <c:v>79.224800109863295</c:v>
                </c:pt>
                <c:pt idx="1268">
                  <c:v>79.2373046875</c:v>
                </c:pt>
                <c:pt idx="1269">
                  <c:v>79.276542663574205</c:v>
                </c:pt>
                <c:pt idx="1270">
                  <c:v>79.382545471191406</c:v>
                </c:pt>
                <c:pt idx="1271">
                  <c:v>79.451202392578097</c:v>
                </c:pt>
                <c:pt idx="1272">
                  <c:v>79.488693237304702</c:v>
                </c:pt>
                <c:pt idx="1273">
                  <c:v>79.469261169433594</c:v>
                </c:pt>
                <c:pt idx="1274">
                  <c:v>79.381370544433594</c:v>
                </c:pt>
                <c:pt idx="1275">
                  <c:v>79.335433959960895</c:v>
                </c:pt>
                <c:pt idx="1276">
                  <c:v>79.638565063476605</c:v>
                </c:pt>
                <c:pt idx="1277">
                  <c:v>79.823562622070298</c:v>
                </c:pt>
                <c:pt idx="1278">
                  <c:v>80.001670837402301</c:v>
                </c:pt>
                <c:pt idx="1279">
                  <c:v>80.131568908691406</c:v>
                </c:pt>
                <c:pt idx="1280">
                  <c:v>80.193367004394503</c:v>
                </c:pt>
                <c:pt idx="1281">
                  <c:v>80.232620239257798</c:v>
                </c:pt>
                <c:pt idx="1282">
                  <c:v>80.273414611816406</c:v>
                </c:pt>
                <c:pt idx="1283">
                  <c:v>80.281044006347699</c:v>
                </c:pt>
                <c:pt idx="1284">
                  <c:v>80.288719177246094</c:v>
                </c:pt>
                <c:pt idx="1285">
                  <c:v>80.307479858398395</c:v>
                </c:pt>
                <c:pt idx="1286">
                  <c:v>80.307189941406307</c:v>
                </c:pt>
                <c:pt idx="1287">
                  <c:v>80.291091918945298</c:v>
                </c:pt>
                <c:pt idx="1288">
                  <c:v>80.331428527832003</c:v>
                </c:pt>
                <c:pt idx="1289">
                  <c:v>80.3160400390625</c:v>
                </c:pt>
                <c:pt idx="1290">
                  <c:v>80.2769775390625</c:v>
                </c:pt>
                <c:pt idx="1291">
                  <c:v>80.261550903320298</c:v>
                </c:pt>
                <c:pt idx="1292">
                  <c:v>80.273750305175795</c:v>
                </c:pt>
                <c:pt idx="1293">
                  <c:v>80.280578613281307</c:v>
                </c:pt>
                <c:pt idx="1294">
                  <c:v>80.301551818847699</c:v>
                </c:pt>
                <c:pt idx="1295">
                  <c:v>80.344497680664105</c:v>
                </c:pt>
                <c:pt idx="1296">
                  <c:v>80.469909667968807</c:v>
                </c:pt>
                <c:pt idx="1297">
                  <c:v>80.671249389648395</c:v>
                </c:pt>
                <c:pt idx="1298">
                  <c:v>80.843101501464801</c:v>
                </c:pt>
                <c:pt idx="1299">
                  <c:v>80.854026794433594</c:v>
                </c:pt>
                <c:pt idx="1300">
                  <c:v>80.960197448730497</c:v>
                </c:pt>
                <c:pt idx="1301">
                  <c:v>80.798820495605497</c:v>
                </c:pt>
                <c:pt idx="1302">
                  <c:v>80.609535217285199</c:v>
                </c:pt>
                <c:pt idx="1303">
                  <c:v>80.704765319824205</c:v>
                </c:pt>
                <c:pt idx="1304">
                  <c:v>80.562995910644503</c:v>
                </c:pt>
                <c:pt idx="1305">
                  <c:v>80.477432250976605</c:v>
                </c:pt>
                <c:pt idx="1306">
                  <c:v>80.547370910644503</c:v>
                </c:pt>
                <c:pt idx="1307">
                  <c:v>80.608856201171903</c:v>
                </c:pt>
                <c:pt idx="1308">
                  <c:v>80.568611145019503</c:v>
                </c:pt>
                <c:pt idx="1309">
                  <c:v>80.655296325683594</c:v>
                </c:pt>
                <c:pt idx="1310">
                  <c:v>80.673202514648395</c:v>
                </c:pt>
                <c:pt idx="1311">
                  <c:v>80.557067871093807</c:v>
                </c:pt>
                <c:pt idx="1312">
                  <c:v>80.662414550781307</c:v>
                </c:pt>
                <c:pt idx="1313">
                  <c:v>80.642356872558594</c:v>
                </c:pt>
                <c:pt idx="1314">
                  <c:v>80.679130554199205</c:v>
                </c:pt>
                <c:pt idx="1315">
                  <c:v>80.615242004394503</c:v>
                </c:pt>
                <c:pt idx="1316">
                  <c:v>80.755363464355497</c:v>
                </c:pt>
                <c:pt idx="1317">
                  <c:v>80.919265747070298</c:v>
                </c:pt>
                <c:pt idx="1318">
                  <c:v>80.958587646484403</c:v>
                </c:pt>
                <c:pt idx="1319">
                  <c:v>81.24658203125</c:v>
                </c:pt>
                <c:pt idx="1320">
                  <c:v>81.541999816894503</c:v>
                </c:pt>
                <c:pt idx="1321">
                  <c:v>81.594009399414105</c:v>
                </c:pt>
                <c:pt idx="1322">
                  <c:v>81.945762634277301</c:v>
                </c:pt>
                <c:pt idx="1323">
                  <c:v>82.277633666992202</c:v>
                </c:pt>
                <c:pt idx="1324">
                  <c:v>82.760932922363295</c:v>
                </c:pt>
                <c:pt idx="1325">
                  <c:v>83.162345886230497</c:v>
                </c:pt>
                <c:pt idx="1326">
                  <c:v>83.339714050292997</c:v>
                </c:pt>
                <c:pt idx="1327">
                  <c:v>83.496566772460895</c:v>
                </c:pt>
                <c:pt idx="1328">
                  <c:v>83.625160217285199</c:v>
                </c:pt>
                <c:pt idx="1329">
                  <c:v>83.878562927246094</c:v>
                </c:pt>
                <c:pt idx="1330">
                  <c:v>84.126319885253906</c:v>
                </c:pt>
                <c:pt idx="1331">
                  <c:v>84.236930847167997</c:v>
                </c:pt>
                <c:pt idx="1332">
                  <c:v>84.369277954101605</c:v>
                </c:pt>
                <c:pt idx="1333">
                  <c:v>84.569549560546903</c:v>
                </c:pt>
                <c:pt idx="1334">
                  <c:v>84.889823913574205</c:v>
                </c:pt>
                <c:pt idx="1335">
                  <c:v>85.078552246093807</c:v>
                </c:pt>
                <c:pt idx="1336">
                  <c:v>85.334388732910199</c:v>
                </c:pt>
                <c:pt idx="1337">
                  <c:v>85.594619750976605</c:v>
                </c:pt>
                <c:pt idx="1338">
                  <c:v>85.842941284179702</c:v>
                </c:pt>
                <c:pt idx="1339">
                  <c:v>86.359130859375</c:v>
                </c:pt>
                <c:pt idx="1340">
                  <c:v>86.728187561035199</c:v>
                </c:pt>
                <c:pt idx="1341">
                  <c:v>86.957168579101605</c:v>
                </c:pt>
                <c:pt idx="1342">
                  <c:v>87.331703186035199</c:v>
                </c:pt>
                <c:pt idx="1343">
                  <c:v>87.866241455078097</c:v>
                </c:pt>
                <c:pt idx="1344">
                  <c:v>88.219146728515597</c:v>
                </c:pt>
                <c:pt idx="1345">
                  <c:v>88.377632141113295</c:v>
                </c:pt>
                <c:pt idx="1346">
                  <c:v>88.602058410644503</c:v>
                </c:pt>
                <c:pt idx="1347">
                  <c:v>88.830284118652301</c:v>
                </c:pt>
                <c:pt idx="1348">
                  <c:v>89.132255554199205</c:v>
                </c:pt>
                <c:pt idx="1349">
                  <c:v>89.383346557617202</c:v>
                </c:pt>
                <c:pt idx="1350">
                  <c:v>89.776550292968807</c:v>
                </c:pt>
                <c:pt idx="1351">
                  <c:v>90.334503173828097</c:v>
                </c:pt>
                <c:pt idx="1352">
                  <c:v>90.776649475097699</c:v>
                </c:pt>
                <c:pt idx="1353">
                  <c:v>91.167045593261705</c:v>
                </c:pt>
                <c:pt idx="1354">
                  <c:v>91.219085693359403</c:v>
                </c:pt>
                <c:pt idx="1355">
                  <c:v>91.485588073730497</c:v>
                </c:pt>
                <c:pt idx="1356">
                  <c:v>91.606376647949205</c:v>
                </c:pt>
                <c:pt idx="1357">
                  <c:v>91.786674499511705</c:v>
                </c:pt>
                <c:pt idx="1358">
                  <c:v>92.014060974121094</c:v>
                </c:pt>
                <c:pt idx="1359">
                  <c:v>92.184249877929702</c:v>
                </c:pt>
                <c:pt idx="1360">
                  <c:v>92.200645446777301</c:v>
                </c:pt>
                <c:pt idx="1361">
                  <c:v>92.228401184082003</c:v>
                </c:pt>
                <c:pt idx="1362">
                  <c:v>92.425376892089801</c:v>
                </c:pt>
                <c:pt idx="1363">
                  <c:v>92.726509094238295</c:v>
                </c:pt>
                <c:pt idx="1364">
                  <c:v>92.869918823242202</c:v>
                </c:pt>
                <c:pt idx="1365">
                  <c:v>92.960060119628906</c:v>
                </c:pt>
                <c:pt idx="1366">
                  <c:v>92.792205810546903</c:v>
                </c:pt>
                <c:pt idx="1367">
                  <c:v>92.792999267578097</c:v>
                </c:pt>
                <c:pt idx="1368">
                  <c:v>92.840591430664105</c:v>
                </c:pt>
                <c:pt idx="1369">
                  <c:v>92.748374938964801</c:v>
                </c:pt>
                <c:pt idx="1370">
                  <c:v>92.645812988281307</c:v>
                </c:pt>
                <c:pt idx="1371">
                  <c:v>92.563911437988295</c:v>
                </c:pt>
                <c:pt idx="1372">
                  <c:v>92.560157775878906</c:v>
                </c:pt>
                <c:pt idx="1373">
                  <c:v>92.519477844238295</c:v>
                </c:pt>
                <c:pt idx="1374">
                  <c:v>92.340072631835895</c:v>
                </c:pt>
                <c:pt idx="1375">
                  <c:v>92.231765747070298</c:v>
                </c:pt>
                <c:pt idx="1376">
                  <c:v>92.124015808105497</c:v>
                </c:pt>
                <c:pt idx="1377">
                  <c:v>92.059753417968807</c:v>
                </c:pt>
                <c:pt idx="1378">
                  <c:v>91.931457519531307</c:v>
                </c:pt>
                <c:pt idx="1379">
                  <c:v>91.8414306640625</c:v>
                </c:pt>
                <c:pt idx="1380">
                  <c:v>91.8236083984375</c:v>
                </c:pt>
                <c:pt idx="1381">
                  <c:v>91.806823730468807</c:v>
                </c:pt>
                <c:pt idx="1382">
                  <c:v>91.751708984375</c:v>
                </c:pt>
                <c:pt idx="1383">
                  <c:v>91.669967651367202</c:v>
                </c:pt>
                <c:pt idx="1384">
                  <c:v>91.63330078125</c:v>
                </c:pt>
                <c:pt idx="1385">
                  <c:v>91.602333068847699</c:v>
                </c:pt>
                <c:pt idx="1386">
                  <c:v>91.601776123046903</c:v>
                </c:pt>
                <c:pt idx="1387">
                  <c:v>91.638519287109403</c:v>
                </c:pt>
                <c:pt idx="1388">
                  <c:v>91.563781738281307</c:v>
                </c:pt>
                <c:pt idx="1389">
                  <c:v>91.458702087402301</c:v>
                </c:pt>
                <c:pt idx="1390">
                  <c:v>91.370384216308594</c:v>
                </c:pt>
                <c:pt idx="1391">
                  <c:v>91.214866638183594</c:v>
                </c:pt>
                <c:pt idx="1392">
                  <c:v>91.172500610351605</c:v>
                </c:pt>
                <c:pt idx="1393">
                  <c:v>91.137466430664105</c:v>
                </c:pt>
                <c:pt idx="1394">
                  <c:v>91.084548950195298</c:v>
                </c:pt>
                <c:pt idx="1395">
                  <c:v>90.961677551269503</c:v>
                </c:pt>
                <c:pt idx="1396">
                  <c:v>90.944419860839801</c:v>
                </c:pt>
                <c:pt idx="1397">
                  <c:v>90.9090576171875</c:v>
                </c:pt>
                <c:pt idx="1398">
                  <c:v>90.738594055175795</c:v>
                </c:pt>
                <c:pt idx="1399">
                  <c:v>90.651550292968807</c:v>
                </c:pt>
                <c:pt idx="1400">
                  <c:v>90.549781799316406</c:v>
                </c:pt>
                <c:pt idx="1401">
                  <c:v>90.720367431640597</c:v>
                </c:pt>
                <c:pt idx="1402">
                  <c:v>90.932891845703097</c:v>
                </c:pt>
                <c:pt idx="1403">
                  <c:v>91.164756774902301</c:v>
                </c:pt>
                <c:pt idx="1404">
                  <c:v>91.327537536621094</c:v>
                </c:pt>
                <c:pt idx="1405">
                  <c:v>91.605415344238295</c:v>
                </c:pt>
                <c:pt idx="1406">
                  <c:v>91.793441772460895</c:v>
                </c:pt>
                <c:pt idx="1407">
                  <c:v>91.993988037109403</c:v>
                </c:pt>
                <c:pt idx="1408">
                  <c:v>92.271614074707003</c:v>
                </c:pt>
                <c:pt idx="1409">
                  <c:v>92.535324096679702</c:v>
                </c:pt>
                <c:pt idx="1410">
                  <c:v>92.739227294921903</c:v>
                </c:pt>
                <c:pt idx="1411">
                  <c:v>92.777900695800795</c:v>
                </c:pt>
                <c:pt idx="1412">
                  <c:v>92.985763549804702</c:v>
                </c:pt>
                <c:pt idx="1413">
                  <c:v>93.195465087890597</c:v>
                </c:pt>
                <c:pt idx="1414">
                  <c:v>93.258468627929702</c:v>
                </c:pt>
                <c:pt idx="1415">
                  <c:v>93.319267272949205</c:v>
                </c:pt>
                <c:pt idx="1416">
                  <c:v>93.643524169921903</c:v>
                </c:pt>
                <c:pt idx="1417">
                  <c:v>94.056953430175795</c:v>
                </c:pt>
                <c:pt idx="1418">
                  <c:v>94.274177551269503</c:v>
                </c:pt>
                <c:pt idx="1419">
                  <c:v>94.382728576660199</c:v>
                </c:pt>
                <c:pt idx="1420">
                  <c:v>94.649429321289105</c:v>
                </c:pt>
                <c:pt idx="1421">
                  <c:v>94.857971191406307</c:v>
                </c:pt>
                <c:pt idx="1422">
                  <c:v>94.949066162109403</c:v>
                </c:pt>
                <c:pt idx="1423">
                  <c:v>95.000190734863295</c:v>
                </c:pt>
                <c:pt idx="1424">
                  <c:v>95.028518676757798</c:v>
                </c:pt>
                <c:pt idx="1425">
                  <c:v>95.117591857910199</c:v>
                </c:pt>
                <c:pt idx="1426">
                  <c:v>95.285636901855497</c:v>
                </c:pt>
                <c:pt idx="1427">
                  <c:v>95.486709594726605</c:v>
                </c:pt>
                <c:pt idx="1428">
                  <c:v>95.527099609375</c:v>
                </c:pt>
                <c:pt idx="1429">
                  <c:v>95.589408874511705</c:v>
                </c:pt>
                <c:pt idx="1430">
                  <c:v>95.595878601074205</c:v>
                </c:pt>
                <c:pt idx="1431">
                  <c:v>95.530212402343807</c:v>
                </c:pt>
                <c:pt idx="1432">
                  <c:v>95.541595458984403</c:v>
                </c:pt>
                <c:pt idx="1433">
                  <c:v>95.688774108886705</c:v>
                </c:pt>
                <c:pt idx="1434">
                  <c:v>95.890396118164105</c:v>
                </c:pt>
                <c:pt idx="1435">
                  <c:v>95.813369750976605</c:v>
                </c:pt>
                <c:pt idx="1436">
                  <c:v>95.865539550781307</c:v>
                </c:pt>
                <c:pt idx="1437">
                  <c:v>95.915336608886705</c:v>
                </c:pt>
                <c:pt idx="1438">
                  <c:v>95.749526977539105</c:v>
                </c:pt>
                <c:pt idx="1439">
                  <c:v>95.717918395996094</c:v>
                </c:pt>
                <c:pt idx="1440">
                  <c:v>95.866943359375</c:v>
                </c:pt>
                <c:pt idx="1441">
                  <c:v>96.108367919921903</c:v>
                </c:pt>
                <c:pt idx="1442">
                  <c:v>95.998115539550795</c:v>
                </c:pt>
                <c:pt idx="1443">
                  <c:v>95.926918029785199</c:v>
                </c:pt>
                <c:pt idx="1444">
                  <c:v>95.937652587890597</c:v>
                </c:pt>
                <c:pt idx="1445">
                  <c:v>95.852233886718807</c:v>
                </c:pt>
                <c:pt idx="1446">
                  <c:v>95.794990539550795</c:v>
                </c:pt>
                <c:pt idx="1447">
                  <c:v>95.732795715332003</c:v>
                </c:pt>
                <c:pt idx="1448">
                  <c:v>95.620933532714801</c:v>
                </c:pt>
                <c:pt idx="1449">
                  <c:v>95.458831787109403</c:v>
                </c:pt>
                <c:pt idx="1450">
                  <c:v>95.336921691894503</c:v>
                </c:pt>
                <c:pt idx="1451">
                  <c:v>95.256866455078097</c:v>
                </c:pt>
                <c:pt idx="1452">
                  <c:v>95.176795959472699</c:v>
                </c:pt>
                <c:pt idx="1453">
                  <c:v>95.124870300292997</c:v>
                </c:pt>
                <c:pt idx="1454">
                  <c:v>95.085479736328097</c:v>
                </c:pt>
                <c:pt idx="1455">
                  <c:v>95.052185058593807</c:v>
                </c:pt>
                <c:pt idx="1456">
                  <c:v>94.9083251953125</c:v>
                </c:pt>
                <c:pt idx="1457">
                  <c:v>94.774894714355497</c:v>
                </c:pt>
                <c:pt idx="1458">
                  <c:v>94.512825012207003</c:v>
                </c:pt>
                <c:pt idx="1459">
                  <c:v>94.425811767578097</c:v>
                </c:pt>
                <c:pt idx="1460">
                  <c:v>94.194183349609403</c:v>
                </c:pt>
                <c:pt idx="1461">
                  <c:v>93.993110656738295</c:v>
                </c:pt>
                <c:pt idx="1462">
                  <c:v>93.785362243652301</c:v>
                </c:pt>
                <c:pt idx="1463">
                  <c:v>93.578636169433594</c:v>
                </c:pt>
                <c:pt idx="1464">
                  <c:v>93.444366455078097</c:v>
                </c:pt>
                <c:pt idx="1465">
                  <c:v>93.330924987792997</c:v>
                </c:pt>
                <c:pt idx="1466">
                  <c:v>93.268379211425795</c:v>
                </c:pt>
                <c:pt idx="1467">
                  <c:v>93.003532409667997</c:v>
                </c:pt>
                <c:pt idx="1468">
                  <c:v>92.789154052734403</c:v>
                </c:pt>
                <c:pt idx="1469">
                  <c:v>92.668518066406307</c:v>
                </c:pt>
                <c:pt idx="1470">
                  <c:v>92.612365722656307</c:v>
                </c:pt>
                <c:pt idx="1471">
                  <c:v>92.570182800292997</c:v>
                </c:pt>
                <c:pt idx="1472">
                  <c:v>92.512016296386705</c:v>
                </c:pt>
                <c:pt idx="1473">
                  <c:v>92.472831726074205</c:v>
                </c:pt>
                <c:pt idx="1474">
                  <c:v>92.340873718261705</c:v>
                </c:pt>
                <c:pt idx="1475">
                  <c:v>92.209465026855497</c:v>
                </c:pt>
                <c:pt idx="1476">
                  <c:v>92.090774536132798</c:v>
                </c:pt>
                <c:pt idx="1477">
                  <c:v>91.976303100585895</c:v>
                </c:pt>
                <c:pt idx="1478">
                  <c:v>91.887496948242202</c:v>
                </c:pt>
                <c:pt idx="1479">
                  <c:v>91.835601806640597</c:v>
                </c:pt>
                <c:pt idx="1480">
                  <c:v>91.782302856445298</c:v>
                </c:pt>
                <c:pt idx="1481">
                  <c:v>91.721031188964801</c:v>
                </c:pt>
                <c:pt idx="1482">
                  <c:v>91.602958679199205</c:v>
                </c:pt>
                <c:pt idx="1483">
                  <c:v>91.440742492675795</c:v>
                </c:pt>
                <c:pt idx="1484">
                  <c:v>91.215423583984403</c:v>
                </c:pt>
                <c:pt idx="1485">
                  <c:v>91.081451416015597</c:v>
                </c:pt>
                <c:pt idx="1486">
                  <c:v>91.055358886718807</c:v>
                </c:pt>
                <c:pt idx="1487">
                  <c:v>90.915229797363295</c:v>
                </c:pt>
                <c:pt idx="1488">
                  <c:v>90.890640258789105</c:v>
                </c:pt>
                <c:pt idx="1489">
                  <c:v>90.904685974121094</c:v>
                </c:pt>
                <c:pt idx="1490">
                  <c:v>90.879577636718807</c:v>
                </c:pt>
                <c:pt idx="1491">
                  <c:v>90.754928588867202</c:v>
                </c:pt>
                <c:pt idx="1492">
                  <c:v>90.615180969238295</c:v>
                </c:pt>
                <c:pt idx="1493">
                  <c:v>90.486190795898395</c:v>
                </c:pt>
                <c:pt idx="1494">
                  <c:v>90.397476196289105</c:v>
                </c:pt>
                <c:pt idx="1495">
                  <c:v>90.313369750976605</c:v>
                </c:pt>
                <c:pt idx="1496">
                  <c:v>90.237159729003906</c:v>
                </c:pt>
                <c:pt idx="1497">
                  <c:v>90.197692871093807</c:v>
                </c:pt>
                <c:pt idx="1498">
                  <c:v>90.1474609375</c:v>
                </c:pt>
                <c:pt idx="1499">
                  <c:v>90.090011596679702</c:v>
                </c:pt>
                <c:pt idx="1500">
                  <c:v>89.981689453125</c:v>
                </c:pt>
                <c:pt idx="1501">
                  <c:v>89.842964172363295</c:v>
                </c:pt>
                <c:pt idx="1502">
                  <c:v>89.659568786621094</c:v>
                </c:pt>
                <c:pt idx="1503">
                  <c:v>89.510551452636705</c:v>
                </c:pt>
                <c:pt idx="1504">
                  <c:v>89.413841247558594</c:v>
                </c:pt>
                <c:pt idx="1505">
                  <c:v>89.321258544921903</c:v>
                </c:pt>
                <c:pt idx="1506">
                  <c:v>89.213432312011705</c:v>
                </c:pt>
                <c:pt idx="1507">
                  <c:v>89.062461853027301</c:v>
                </c:pt>
                <c:pt idx="1508">
                  <c:v>88.899726867675795</c:v>
                </c:pt>
                <c:pt idx="1509">
                  <c:v>88.818305969238295</c:v>
                </c:pt>
                <c:pt idx="1510">
                  <c:v>88.719375610351605</c:v>
                </c:pt>
                <c:pt idx="1511">
                  <c:v>88.671089172363295</c:v>
                </c:pt>
                <c:pt idx="1512">
                  <c:v>88.603157043457003</c:v>
                </c:pt>
                <c:pt idx="1513">
                  <c:v>88.591339111328097</c:v>
                </c:pt>
                <c:pt idx="1514">
                  <c:v>88.530952453613295</c:v>
                </c:pt>
                <c:pt idx="1515">
                  <c:v>88.409614562988295</c:v>
                </c:pt>
                <c:pt idx="1516">
                  <c:v>88.368400573730497</c:v>
                </c:pt>
                <c:pt idx="1517">
                  <c:v>88.427543640136705</c:v>
                </c:pt>
                <c:pt idx="1518">
                  <c:v>88.319595336914105</c:v>
                </c:pt>
                <c:pt idx="1519">
                  <c:v>88.2064208984375</c:v>
                </c:pt>
                <c:pt idx="1520">
                  <c:v>88.196525573730497</c:v>
                </c:pt>
                <c:pt idx="1521">
                  <c:v>88.141731262207003</c:v>
                </c:pt>
                <c:pt idx="1522">
                  <c:v>88.141929626464801</c:v>
                </c:pt>
                <c:pt idx="1523">
                  <c:v>88.042083740234403</c:v>
                </c:pt>
                <c:pt idx="1524">
                  <c:v>88.0633544921875</c:v>
                </c:pt>
                <c:pt idx="1525">
                  <c:v>88.075065612792997</c:v>
                </c:pt>
                <c:pt idx="1526">
                  <c:v>87.953109741210895</c:v>
                </c:pt>
                <c:pt idx="1527">
                  <c:v>87.846443176269503</c:v>
                </c:pt>
                <c:pt idx="1528">
                  <c:v>87.945495605468807</c:v>
                </c:pt>
                <c:pt idx="1529">
                  <c:v>88.169380187988295</c:v>
                </c:pt>
                <c:pt idx="1530">
                  <c:v>88.332145690917997</c:v>
                </c:pt>
                <c:pt idx="1531">
                  <c:v>88.317214965820298</c:v>
                </c:pt>
                <c:pt idx="1532">
                  <c:v>88.415626525878906</c:v>
                </c:pt>
                <c:pt idx="1533">
                  <c:v>88.481697082519503</c:v>
                </c:pt>
                <c:pt idx="1534">
                  <c:v>88.523178100585895</c:v>
                </c:pt>
                <c:pt idx="1535">
                  <c:v>88.618499755859403</c:v>
                </c:pt>
                <c:pt idx="1536">
                  <c:v>88.627731323242202</c:v>
                </c:pt>
                <c:pt idx="1537">
                  <c:v>88.622665405273395</c:v>
                </c:pt>
                <c:pt idx="1538">
                  <c:v>88.760017395019503</c:v>
                </c:pt>
                <c:pt idx="1539">
                  <c:v>88.738853454589801</c:v>
                </c:pt>
                <c:pt idx="1540">
                  <c:v>88.742538452148395</c:v>
                </c:pt>
                <c:pt idx="1541">
                  <c:v>88.841697692871094</c:v>
                </c:pt>
                <c:pt idx="1542">
                  <c:v>88.9339599609375</c:v>
                </c:pt>
                <c:pt idx="1543">
                  <c:v>89.016914367675795</c:v>
                </c:pt>
                <c:pt idx="1544">
                  <c:v>89.153869628906307</c:v>
                </c:pt>
                <c:pt idx="1545">
                  <c:v>89.207008361816406</c:v>
                </c:pt>
                <c:pt idx="1546">
                  <c:v>89.2305908203125</c:v>
                </c:pt>
                <c:pt idx="1547">
                  <c:v>89.327217102050795</c:v>
                </c:pt>
                <c:pt idx="1548">
                  <c:v>89.5838623046875</c:v>
                </c:pt>
                <c:pt idx="1549">
                  <c:v>89.879096984863295</c:v>
                </c:pt>
                <c:pt idx="1550">
                  <c:v>90.169784545898395</c:v>
                </c:pt>
                <c:pt idx="1551">
                  <c:v>90.310699462890597</c:v>
                </c:pt>
                <c:pt idx="1552">
                  <c:v>90.729667663574205</c:v>
                </c:pt>
                <c:pt idx="1553">
                  <c:v>90.881912231445298</c:v>
                </c:pt>
                <c:pt idx="1554">
                  <c:v>90.868362426757798</c:v>
                </c:pt>
                <c:pt idx="1555">
                  <c:v>91.2000732421875</c:v>
                </c:pt>
                <c:pt idx="1556">
                  <c:v>91.437965393066406</c:v>
                </c:pt>
                <c:pt idx="1557">
                  <c:v>91.564018249511705</c:v>
                </c:pt>
                <c:pt idx="1558">
                  <c:v>91.885894775390597</c:v>
                </c:pt>
                <c:pt idx="1559">
                  <c:v>92.100395202636705</c:v>
                </c:pt>
                <c:pt idx="1560">
                  <c:v>92.223167419433594</c:v>
                </c:pt>
                <c:pt idx="1561">
                  <c:v>92.352951049804702</c:v>
                </c:pt>
                <c:pt idx="1562">
                  <c:v>92.616325378417997</c:v>
                </c:pt>
                <c:pt idx="1563">
                  <c:v>92.844566345214801</c:v>
                </c:pt>
                <c:pt idx="1564">
                  <c:v>93.283279418945298</c:v>
                </c:pt>
                <c:pt idx="1565">
                  <c:v>93.557174682617202</c:v>
                </c:pt>
                <c:pt idx="1566">
                  <c:v>94.053039550781307</c:v>
                </c:pt>
                <c:pt idx="1567">
                  <c:v>94.520446777343807</c:v>
                </c:pt>
                <c:pt idx="1568">
                  <c:v>94.775627136230497</c:v>
                </c:pt>
                <c:pt idx="1569">
                  <c:v>94.977912902832003</c:v>
                </c:pt>
                <c:pt idx="1570">
                  <c:v>95.119689941406307</c:v>
                </c:pt>
                <c:pt idx="1571">
                  <c:v>95.3038330078125</c:v>
                </c:pt>
                <c:pt idx="1572">
                  <c:v>95.455001831054702</c:v>
                </c:pt>
                <c:pt idx="1573">
                  <c:v>95.509735107421903</c:v>
                </c:pt>
                <c:pt idx="1574">
                  <c:v>95.654060363769503</c:v>
                </c:pt>
                <c:pt idx="1575">
                  <c:v>95.784088134765597</c:v>
                </c:pt>
                <c:pt idx="1576">
                  <c:v>95.792503356933594</c:v>
                </c:pt>
                <c:pt idx="1577">
                  <c:v>95.668434143066406</c:v>
                </c:pt>
                <c:pt idx="1578">
                  <c:v>95.602508544921903</c:v>
                </c:pt>
                <c:pt idx="1579">
                  <c:v>95.771011352539105</c:v>
                </c:pt>
                <c:pt idx="1580">
                  <c:v>95.963516235351605</c:v>
                </c:pt>
                <c:pt idx="1581">
                  <c:v>96.011604309082003</c:v>
                </c:pt>
                <c:pt idx="1582">
                  <c:v>95.976661682128906</c:v>
                </c:pt>
                <c:pt idx="1583">
                  <c:v>95.697479248046903</c:v>
                </c:pt>
                <c:pt idx="1584">
                  <c:v>95.563537597656307</c:v>
                </c:pt>
                <c:pt idx="1585">
                  <c:v>95.460342407226605</c:v>
                </c:pt>
                <c:pt idx="1586">
                  <c:v>95.513633728027301</c:v>
                </c:pt>
                <c:pt idx="1587">
                  <c:v>95.556465148925795</c:v>
                </c:pt>
                <c:pt idx="1588">
                  <c:v>95.422546386718807</c:v>
                </c:pt>
                <c:pt idx="1589">
                  <c:v>95.3701171875</c:v>
                </c:pt>
                <c:pt idx="1590">
                  <c:v>95.253028869628906</c:v>
                </c:pt>
                <c:pt idx="1591">
                  <c:v>95.20751953125</c:v>
                </c:pt>
                <c:pt idx="1592">
                  <c:v>95.122535705566406</c:v>
                </c:pt>
                <c:pt idx="1593">
                  <c:v>95.092330932617202</c:v>
                </c:pt>
                <c:pt idx="1594">
                  <c:v>95.172859191894503</c:v>
                </c:pt>
                <c:pt idx="1595">
                  <c:v>95.151008605957003</c:v>
                </c:pt>
                <c:pt idx="1596">
                  <c:v>95.122238159179702</c:v>
                </c:pt>
                <c:pt idx="1597">
                  <c:v>95.090187072753906</c:v>
                </c:pt>
                <c:pt idx="1598">
                  <c:v>95.183624267578097</c:v>
                </c:pt>
                <c:pt idx="1599">
                  <c:v>95.225776672363295</c:v>
                </c:pt>
                <c:pt idx="1600">
                  <c:v>95.1593017578125</c:v>
                </c:pt>
                <c:pt idx="1601">
                  <c:v>95.259956359863295</c:v>
                </c:pt>
                <c:pt idx="1602">
                  <c:v>95.379264831542997</c:v>
                </c:pt>
                <c:pt idx="1603">
                  <c:v>95.291099548339801</c:v>
                </c:pt>
                <c:pt idx="1604">
                  <c:v>95.175460815429702</c:v>
                </c:pt>
                <c:pt idx="1605">
                  <c:v>95.283660888671903</c:v>
                </c:pt>
                <c:pt idx="1606">
                  <c:v>95.724311828613295</c:v>
                </c:pt>
                <c:pt idx="1607">
                  <c:v>95.531455993652301</c:v>
                </c:pt>
                <c:pt idx="1608">
                  <c:v>95.342803955078097</c:v>
                </c:pt>
                <c:pt idx="1609">
                  <c:v>95.438484191894503</c:v>
                </c:pt>
                <c:pt idx="1610">
                  <c:v>95.565200805664105</c:v>
                </c:pt>
                <c:pt idx="1611">
                  <c:v>96.192672729492202</c:v>
                </c:pt>
                <c:pt idx="1612">
                  <c:v>96.595062255859403</c:v>
                </c:pt>
                <c:pt idx="1613">
                  <c:v>96.969467163085895</c:v>
                </c:pt>
                <c:pt idx="1614">
                  <c:v>97.197341918945298</c:v>
                </c:pt>
                <c:pt idx="1615">
                  <c:v>97.162193298339801</c:v>
                </c:pt>
                <c:pt idx="1616">
                  <c:v>97.418701171875</c:v>
                </c:pt>
                <c:pt idx="1617">
                  <c:v>97.742637634277301</c:v>
                </c:pt>
                <c:pt idx="1618">
                  <c:v>97.992286682128906</c:v>
                </c:pt>
                <c:pt idx="1619">
                  <c:v>98.121231079101605</c:v>
                </c:pt>
                <c:pt idx="1620">
                  <c:v>98.187431335449205</c:v>
                </c:pt>
                <c:pt idx="1621">
                  <c:v>98.377174377441406</c:v>
                </c:pt>
                <c:pt idx="1622">
                  <c:v>98.916595458984403</c:v>
                </c:pt>
                <c:pt idx="1623">
                  <c:v>99.325851440429702</c:v>
                </c:pt>
                <c:pt idx="1624">
                  <c:v>99.466499328613295</c:v>
                </c:pt>
                <c:pt idx="1625">
                  <c:v>99.589492797851605</c:v>
                </c:pt>
                <c:pt idx="1626">
                  <c:v>99.962562561035199</c:v>
                </c:pt>
                <c:pt idx="1627">
                  <c:v>100.591720581055</c:v>
                </c:pt>
                <c:pt idx="1628">
                  <c:v>100.746040344238</c:v>
                </c:pt>
                <c:pt idx="1629">
                  <c:v>100.89963531494099</c:v>
                </c:pt>
                <c:pt idx="1630">
                  <c:v>101.194282531738</c:v>
                </c:pt>
                <c:pt idx="1631">
                  <c:v>101.602249145508</c:v>
                </c:pt>
                <c:pt idx="1632">
                  <c:v>101.94997406005901</c:v>
                </c:pt>
                <c:pt idx="1633">
                  <c:v>102.20922088623</c:v>
                </c:pt>
                <c:pt idx="1634">
                  <c:v>102.730278015137</c:v>
                </c:pt>
                <c:pt idx="1635">
                  <c:v>103.006797790527</c:v>
                </c:pt>
                <c:pt idx="1636">
                  <c:v>103.258491516113</c:v>
                </c:pt>
                <c:pt idx="1637">
                  <c:v>103.505981445313</c:v>
                </c:pt>
                <c:pt idx="1638">
                  <c:v>103.84714508056599</c:v>
                </c:pt>
                <c:pt idx="1639">
                  <c:v>104.11590576171901</c:v>
                </c:pt>
                <c:pt idx="1640">
                  <c:v>104.32837677002</c:v>
                </c:pt>
                <c:pt idx="1641">
                  <c:v>104.386474609375</c:v>
                </c:pt>
                <c:pt idx="1642">
                  <c:v>104.56313323974599</c:v>
                </c:pt>
                <c:pt idx="1643">
                  <c:v>104.668754577637</c:v>
                </c:pt>
                <c:pt idx="1644">
                  <c:v>104.728324890137</c:v>
                </c:pt>
                <c:pt idx="1645">
                  <c:v>104.758903503418</c:v>
                </c:pt>
                <c:pt idx="1646">
                  <c:v>104.774604797363</c:v>
                </c:pt>
                <c:pt idx="1647">
                  <c:v>104.782669067383</c:v>
                </c:pt>
                <c:pt idx="1648">
                  <c:v>104.78680419921901</c:v>
                </c:pt>
                <c:pt idx="1649">
                  <c:v>104.788932800293</c:v>
                </c:pt>
                <c:pt idx="1650">
                  <c:v>104.79002380371099</c:v>
                </c:pt>
                <c:pt idx="1651">
                  <c:v>104.790580749512</c:v>
                </c:pt>
                <c:pt idx="1652">
                  <c:v>104.79087066650401</c:v>
                </c:pt>
                <c:pt idx="1653">
                  <c:v>104.791015625</c:v>
                </c:pt>
                <c:pt idx="1654">
                  <c:v>105.283615112305</c:v>
                </c:pt>
                <c:pt idx="1655">
                  <c:v>106.848007202148</c:v>
                </c:pt>
                <c:pt idx="1656">
                  <c:v>108.36221313476599</c:v>
                </c:pt>
                <c:pt idx="1657">
                  <c:v>109.630805969238</c:v>
                </c:pt>
                <c:pt idx="1658">
                  <c:v>110.130531311035</c:v>
                </c:pt>
                <c:pt idx="1659">
                  <c:v>110.48649597168</c:v>
                </c:pt>
                <c:pt idx="1660">
                  <c:v>110.829376220703</c:v>
                </c:pt>
                <c:pt idx="1661">
                  <c:v>111.246528625488</c:v>
                </c:pt>
                <c:pt idx="1662">
                  <c:v>111.436805725098</c:v>
                </c:pt>
                <c:pt idx="1663">
                  <c:v>111.780326843262</c:v>
                </c:pt>
                <c:pt idx="1664">
                  <c:v>111.981010437012</c:v>
                </c:pt>
                <c:pt idx="1665">
                  <c:v>112.08674621582</c:v>
                </c:pt>
                <c:pt idx="1666">
                  <c:v>112.479057312012</c:v>
                </c:pt>
                <c:pt idx="1667">
                  <c:v>112.852210998535</c:v>
                </c:pt>
                <c:pt idx="1668">
                  <c:v>112.91152191162099</c:v>
                </c:pt>
                <c:pt idx="1669">
                  <c:v>112.90689086914099</c:v>
                </c:pt>
                <c:pt idx="1670">
                  <c:v>112.905410766602</c:v>
                </c:pt>
                <c:pt idx="1671">
                  <c:v>113.002960205078</c:v>
                </c:pt>
                <c:pt idx="1672">
                  <c:v>113.176727294922</c:v>
                </c:pt>
                <c:pt idx="1673">
                  <c:v>113.23224639892599</c:v>
                </c:pt>
                <c:pt idx="1674">
                  <c:v>113.32748413085901</c:v>
                </c:pt>
                <c:pt idx="1675">
                  <c:v>113.14882659912099</c:v>
                </c:pt>
                <c:pt idx="1676">
                  <c:v>113.066413879395</c:v>
                </c:pt>
                <c:pt idx="1677">
                  <c:v>113.085639953613</c:v>
                </c:pt>
                <c:pt idx="1678">
                  <c:v>113.07625579834</c:v>
                </c:pt>
                <c:pt idx="1679">
                  <c:v>113.064735412598</c:v>
                </c:pt>
                <c:pt idx="1680">
                  <c:v>113.005401611328</c:v>
                </c:pt>
                <c:pt idx="1681">
                  <c:v>112.931030273438</c:v>
                </c:pt>
                <c:pt idx="1682">
                  <c:v>112.87705230712901</c:v>
                </c:pt>
                <c:pt idx="1683">
                  <c:v>112.83225250244099</c:v>
                </c:pt>
                <c:pt idx="1684">
                  <c:v>112.81583404541</c:v>
                </c:pt>
                <c:pt idx="1685">
                  <c:v>112.866691589355</c:v>
                </c:pt>
                <c:pt idx="1686">
                  <c:v>112.614738464355</c:v>
                </c:pt>
                <c:pt idx="1687">
                  <c:v>112.499351501465</c:v>
                </c:pt>
                <c:pt idx="1688">
                  <c:v>112.360710144043</c:v>
                </c:pt>
                <c:pt idx="1689">
                  <c:v>112.54850769043</c:v>
                </c:pt>
                <c:pt idx="1690">
                  <c:v>112.691078186035</c:v>
                </c:pt>
                <c:pt idx="1691">
                  <c:v>112.299194335938</c:v>
                </c:pt>
                <c:pt idx="1692">
                  <c:v>112.39918518066401</c:v>
                </c:pt>
                <c:pt idx="1693">
                  <c:v>112.365730285645</c:v>
                </c:pt>
                <c:pt idx="1694">
                  <c:v>112.14028167724599</c:v>
                </c:pt>
                <c:pt idx="1695">
                  <c:v>112.048797607422</c:v>
                </c:pt>
                <c:pt idx="1696">
                  <c:v>111.930458068848</c:v>
                </c:pt>
                <c:pt idx="1697">
                  <c:v>111.899620056152</c:v>
                </c:pt>
                <c:pt idx="1698">
                  <c:v>112.152069091797</c:v>
                </c:pt>
                <c:pt idx="1699">
                  <c:v>112.218864440918</c:v>
                </c:pt>
                <c:pt idx="1700">
                  <c:v>112.486976623535</c:v>
                </c:pt>
                <c:pt idx="1701">
                  <c:v>112.68815612793</c:v>
                </c:pt>
                <c:pt idx="1702">
                  <c:v>112.67262268066401</c:v>
                </c:pt>
                <c:pt idx="1703">
                  <c:v>112.803230285645</c:v>
                </c:pt>
                <c:pt idx="1704">
                  <c:v>112.82990264892599</c:v>
                </c:pt>
                <c:pt idx="1705">
                  <c:v>112.85285186767599</c:v>
                </c:pt>
                <c:pt idx="1706">
                  <c:v>113.255813598633</c:v>
                </c:pt>
                <c:pt idx="1707">
                  <c:v>113.456977844238</c:v>
                </c:pt>
                <c:pt idx="1708">
                  <c:v>113.34405517578099</c:v>
                </c:pt>
                <c:pt idx="1709">
                  <c:v>113.145866394043</c:v>
                </c:pt>
                <c:pt idx="1710">
                  <c:v>113.043342590332</c:v>
                </c:pt>
                <c:pt idx="1711">
                  <c:v>113.00220489502</c:v>
                </c:pt>
                <c:pt idx="1712">
                  <c:v>112.97972869873</c:v>
                </c:pt>
                <c:pt idx="1713">
                  <c:v>112.929191589355</c:v>
                </c:pt>
                <c:pt idx="1714">
                  <c:v>112.64299774169901</c:v>
                </c:pt>
                <c:pt idx="1715">
                  <c:v>112.448783874512</c:v>
                </c:pt>
                <c:pt idx="1716">
                  <c:v>112.26553344726599</c:v>
                </c:pt>
                <c:pt idx="1717">
                  <c:v>112.050827026367</c:v>
                </c:pt>
                <c:pt idx="1718">
                  <c:v>111.87109375</c:v>
                </c:pt>
                <c:pt idx="1719">
                  <c:v>111.66439819335901</c:v>
                </c:pt>
                <c:pt idx="1720">
                  <c:v>111.587287902832</c:v>
                </c:pt>
                <c:pt idx="1721">
                  <c:v>111.45457458496099</c:v>
                </c:pt>
                <c:pt idx="1722">
                  <c:v>111.254432678223</c:v>
                </c:pt>
                <c:pt idx="1723">
                  <c:v>111.00421905517599</c:v>
                </c:pt>
                <c:pt idx="1724">
                  <c:v>110.87229156494099</c:v>
                </c:pt>
                <c:pt idx="1725">
                  <c:v>110.725311279297</c:v>
                </c:pt>
                <c:pt idx="1726">
                  <c:v>110.499565124512</c:v>
                </c:pt>
                <c:pt idx="1727">
                  <c:v>110.258178710938</c:v>
                </c:pt>
                <c:pt idx="1728">
                  <c:v>110.029678344727</c:v>
                </c:pt>
                <c:pt idx="1729">
                  <c:v>109.871658325195</c:v>
                </c:pt>
                <c:pt idx="1730">
                  <c:v>109.70697021484401</c:v>
                </c:pt>
                <c:pt idx="1731">
                  <c:v>109.05548858642599</c:v>
                </c:pt>
                <c:pt idx="1732">
                  <c:v>107.36930847168</c:v>
                </c:pt>
                <c:pt idx="1733">
                  <c:v>106.15754699707</c:v>
                </c:pt>
                <c:pt idx="1734">
                  <c:v>105.49269104003901</c:v>
                </c:pt>
                <c:pt idx="1735">
                  <c:v>105.15134429931599</c:v>
                </c:pt>
                <c:pt idx="1736">
                  <c:v>104.97608947753901</c:v>
                </c:pt>
                <c:pt idx="1737">
                  <c:v>104.886116027832</c:v>
                </c:pt>
                <c:pt idx="1738">
                  <c:v>104.839920043945</c:v>
                </c:pt>
                <c:pt idx="1739">
                  <c:v>104.816200256348</c:v>
                </c:pt>
                <c:pt idx="1740">
                  <c:v>104.80402374267599</c:v>
                </c:pt>
                <c:pt idx="1741">
                  <c:v>104.79776763916</c:v>
                </c:pt>
                <c:pt idx="1742">
                  <c:v>104.794563293457</c:v>
                </c:pt>
                <c:pt idx="1743">
                  <c:v>104.792915344238</c:v>
                </c:pt>
                <c:pt idx="1744">
                  <c:v>104.792068481445</c:v>
                </c:pt>
                <c:pt idx="1745">
                  <c:v>104.791633605957</c:v>
                </c:pt>
                <c:pt idx="1746">
                  <c:v>104.79141235351599</c:v>
                </c:pt>
                <c:pt idx="1747">
                  <c:v>104.790176391602</c:v>
                </c:pt>
                <c:pt idx="1748">
                  <c:v>104.7578125</c:v>
                </c:pt>
                <c:pt idx="1749">
                  <c:v>104.710243225098</c:v>
                </c:pt>
                <c:pt idx="1750">
                  <c:v>104.60125732421901</c:v>
                </c:pt>
                <c:pt idx="1751">
                  <c:v>104.422203063965</c:v>
                </c:pt>
                <c:pt idx="1752">
                  <c:v>104.199745178223</c:v>
                </c:pt>
                <c:pt idx="1753">
                  <c:v>103.921592712402</c:v>
                </c:pt>
                <c:pt idx="1754">
                  <c:v>103.702392578125</c:v>
                </c:pt>
                <c:pt idx="1755">
                  <c:v>103.50457000732401</c:v>
                </c:pt>
                <c:pt idx="1756">
                  <c:v>103.36708831787099</c:v>
                </c:pt>
                <c:pt idx="1757">
                  <c:v>103.17977905273401</c:v>
                </c:pt>
                <c:pt idx="1758">
                  <c:v>102.81906890869099</c:v>
                </c:pt>
                <c:pt idx="1759">
                  <c:v>102.574676513672</c:v>
                </c:pt>
                <c:pt idx="1760">
                  <c:v>102.326858520508</c:v>
                </c:pt>
                <c:pt idx="1761">
                  <c:v>102.19277191162099</c:v>
                </c:pt>
                <c:pt idx="1762">
                  <c:v>102.07209014892599</c:v>
                </c:pt>
                <c:pt idx="1763">
                  <c:v>101.903800964355</c:v>
                </c:pt>
                <c:pt idx="1764">
                  <c:v>101.80249786377</c:v>
                </c:pt>
                <c:pt idx="1765">
                  <c:v>101.69025421142599</c:v>
                </c:pt>
                <c:pt idx="1766">
                  <c:v>101.60336303710901</c:v>
                </c:pt>
                <c:pt idx="1767">
                  <c:v>101.32236480712901</c:v>
                </c:pt>
                <c:pt idx="1768">
                  <c:v>101.091064453125</c:v>
                </c:pt>
                <c:pt idx="1769">
                  <c:v>100.89176940918</c:v>
                </c:pt>
                <c:pt idx="1770">
                  <c:v>100.64479827880901</c:v>
                </c:pt>
                <c:pt idx="1771">
                  <c:v>100.385604858398</c:v>
                </c:pt>
                <c:pt idx="1772">
                  <c:v>100.17234039306599</c:v>
                </c:pt>
                <c:pt idx="1773">
                  <c:v>100.045700073242</c:v>
                </c:pt>
                <c:pt idx="1774">
                  <c:v>99.86865234375</c:v>
                </c:pt>
                <c:pt idx="1775">
                  <c:v>99.589042663574205</c:v>
                </c:pt>
                <c:pt idx="1776">
                  <c:v>99.178390502929702</c:v>
                </c:pt>
                <c:pt idx="1777">
                  <c:v>98.777053833007798</c:v>
                </c:pt>
                <c:pt idx="1778">
                  <c:v>98.576522827148395</c:v>
                </c:pt>
                <c:pt idx="1779">
                  <c:v>98.484336853027301</c:v>
                </c:pt>
                <c:pt idx="1780">
                  <c:v>98.373855590820298</c:v>
                </c:pt>
                <c:pt idx="1781">
                  <c:v>98.316230773925795</c:v>
                </c:pt>
                <c:pt idx="1782">
                  <c:v>98.282821655273395</c:v>
                </c:pt>
                <c:pt idx="1783">
                  <c:v>98.269859313964801</c:v>
                </c:pt>
                <c:pt idx="1784">
                  <c:v>98.257957458496094</c:v>
                </c:pt>
                <c:pt idx="1785">
                  <c:v>98.245071411132798</c:v>
                </c:pt>
                <c:pt idx="1786">
                  <c:v>98.223442077636705</c:v>
                </c:pt>
                <c:pt idx="1787">
                  <c:v>98.119247436523395</c:v>
                </c:pt>
                <c:pt idx="1788">
                  <c:v>98.019172668457003</c:v>
                </c:pt>
                <c:pt idx="1789">
                  <c:v>97.797248840332003</c:v>
                </c:pt>
                <c:pt idx="1790">
                  <c:v>97.667297363281307</c:v>
                </c:pt>
                <c:pt idx="1791">
                  <c:v>97.545852661132798</c:v>
                </c:pt>
                <c:pt idx="1792">
                  <c:v>97.414932250976605</c:v>
                </c:pt>
                <c:pt idx="1793">
                  <c:v>97.231117248535199</c:v>
                </c:pt>
                <c:pt idx="1794">
                  <c:v>97.085922241210895</c:v>
                </c:pt>
                <c:pt idx="1795">
                  <c:v>96.936660766601605</c:v>
                </c:pt>
                <c:pt idx="1796">
                  <c:v>96.873855590820298</c:v>
                </c:pt>
                <c:pt idx="1797">
                  <c:v>96.752235412597699</c:v>
                </c:pt>
                <c:pt idx="1798">
                  <c:v>96.732208251953097</c:v>
                </c:pt>
                <c:pt idx="1799">
                  <c:v>96.705589294433594</c:v>
                </c:pt>
                <c:pt idx="1800">
                  <c:v>96.694908142089801</c:v>
                </c:pt>
                <c:pt idx="1801">
                  <c:v>96.594474792480497</c:v>
                </c:pt>
                <c:pt idx="1802">
                  <c:v>96.315704345703097</c:v>
                </c:pt>
                <c:pt idx="1803">
                  <c:v>96.108116149902301</c:v>
                </c:pt>
                <c:pt idx="1804">
                  <c:v>96.097709655761705</c:v>
                </c:pt>
                <c:pt idx="1805">
                  <c:v>95.888313293457003</c:v>
                </c:pt>
                <c:pt idx="1806">
                  <c:v>95.836532592773395</c:v>
                </c:pt>
                <c:pt idx="1807">
                  <c:v>95.711090087890597</c:v>
                </c:pt>
                <c:pt idx="1808">
                  <c:v>95.504447937011705</c:v>
                </c:pt>
                <c:pt idx="1809">
                  <c:v>95.4033203125</c:v>
                </c:pt>
                <c:pt idx="1810">
                  <c:v>95.319938659667997</c:v>
                </c:pt>
                <c:pt idx="1811">
                  <c:v>95.237548828125</c:v>
                </c:pt>
                <c:pt idx="1812">
                  <c:v>95.147209167480497</c:v>
                </c:pt>
                <c:pt idx="1813">
                  <c:v>95.098068237304702</c:v>
                </c:pt>
                <c:pt idx="1814">
                  <c:v>95.070487976074205</c:v>
                </c:pt>
                <c:pt idx="1815">
                  <c:v>94.756668090820298</c:v>
                </c:pt>
                <c:pt idx="1816">
                  <c:v>94.824005126953097</c:v>
                </c:pt>
                <c:pt idx="1817">
                  <c:v>94.9029541015625</c:v>
                </c:pt>
                <c:pt idx="1818">
                  <c:v>95.020523071289105</c:v>
                </c:pt>
                <c:pt idx="1819">
                  <c:v>95.022956848144503</c:v>
                </c:pt>
                <c:pt idx="1820">
                  <c:v>94.796791076660199</c:v>
                </c:pt>
                <c:pt idx="1821">
                  <c:v>94.9385986328125</c:v>
                </c:pt>
                <c:pt idx="1822">
                  <c:v>95.080818176269503</c:v>
                </c:pt>
                <c:pt idx="1823">
                  <c:v>95.090644836425795</c:v>
                </c:pt>
                <c:pt idx="1824">
                  <c:v>95.605712890625</c:v>
                </c:pt>
                <c:pt idx="1825">
                  <c:v>96.144271850585895</c:v>
                </c:pt>
                <c:pt idx="1826">
                  <c:v>96.777084350585895</c:v>
                </c:pt>
                <c:pt idx="1827">
                  <c:v>97.039619445800795</c:v>
                </c:pt>
                <c:pt idx="1828">
                  <c:v>97.416542053222699</c:v>
                </c:pt>
                <c:pt idx="1829">
                  <c:v>97.675025939941406</c:v>
                </c:pt>
                <c:pt idx="1830">
                  <c:v>98.034553527832003</c:v>
                </c:pt>
                <c:pt idx="1831">
                  <c:v>98.196571350097699</c:v>
                </c:pt>
                <c:pt idx="1832">
                  <c:v>98.738822937011705</c:v>
                </c:pt>
                <c:pt idx="1833">
                  <c:v>99.268486022949205</c:v>
                </c:pt>
                <c:pt idx="1834">
                  <c:v>99.742416381835895</c:v>
                </c:pt>
                <c:pt idx="1835">
                  <c:v>99.861152648925795</c:v>
                </c:pt>
                <c:pt idx="1836">
                  <c:v>100.23609924316401</c:v>
                </c:pt>
                <c:pt idx="1837">
                  <c:v>100.48602294921901</c:v>
                </c:pt>
                <c:pt idx="1838">
                  <c:v>100.556587219238</c:v>
                </c:pt>
                <c:pt idx="1839">
                  <c:v>100.753051757813</c:v>
                </c:pt>
                <c:pt idx="1840">
                  <c:v>100.760581970215</c:v>
                </c:pt>
                <c:pt idx="1841">
                  <c:v>100.91607666015599</c:v>
                </c:pt>
                <c:pt idx="1842">
                  <c:v>101.181045532227</c:v>
                </c:pt>
                <c:pt idx="1843">
                  <c:v>101.295570373535</c:v>
                </c:pt>
                <c:pt idx="1844">
                  <c:v>101.44911956787099</c:v>
                </c:pt>
                <c:pt idx="1845">
                  <c:v>101.52016448974599</c:v>
                </c:pt>
                <c:pt idx="1846">
                  <c:v>101.63027954101599</c:v>
                </c:pt>
                <c:pt idx="1847">
                  <c:v>101.62947845459</c:v>
                </c:pt>
                <c:pt idx="1848">
                  <c:v>101.620239257813</c:v>
                </c:pt>
                <c:pt idx="1849">
                  <c:v>101.680015563965</c:v>
                </c:pt>
                <c:pt idx="1850">
                  <c:v>101.69057464599599</c:v>
                </c:pt>
                <c:pt idx="1851">
                  <c:v>101.745079040527</c:v>
                </c:pt>
                <c:pt idx="1852">
                  <c:v>101.675994873047</c:v>
                </c:pt>
                <c:pt idx="1853">
                  <c:v>101.636924743652</c:v>
                </c:pt>
                <c:pt idx="1854">
                  <c:v>101.51735687255901</c:v>
                </c:pt>
                <c:pt idx="1855">
                  <c:v>101.231155395508</c:v>
                </c:pt>
                <c:pt idx="1856">
                  <c:v>101.307266235352</c:v>
                </c:pt>
                <c:pt idx="1857">
                  <c:v>101.18913269043</c:v>
                </c:pt>
                <c:pt idx="1858">
                  <c:v>100.877250671387</c:v>
                </c:pt>
                <c:pt idx="1859">
                  <c:v>100.771186828613</c:v>
                </c:pt>
                <c:pt idx="1860">
                  <c:v>100.792488098145</c:v>
                </c:pt>
                <c:pt idx="1861">
                  <c:v>100.80881500244099</c:v>
                </c:pt>
                <c:pt idx="1862">
                  <c:v>100.779251098633</c:v>
                </c:pt>
                <c:pt idx="1863">
                  <c:v>100.813278198242</c:v>
                </c:pt>
                <c:pt idx="1864">
                  <c:v>100.63185882568401</c:v>
                </c:pt>
                <c:pt idx="1865">
                  <c:v>100.683563232422</c:v>
                </c:pt>
                <c:pt idx="1866">
                  <c:v>100.48023223877</c:v>
                </c:pt>
                <c:pt idx="1867">
                  <c:v>100.343719482422</c:v>
                </c:pt>
                <c:pt idx="1868">
                  <c:v>100.173858642578</c:v>
                </c:pt>
                <c:pt idx="1869">
                  <c:v>100.173141479492</c:v>
                </c:pt>
                <c:pt idx="1870">
                  <c:v>100.08937835693401</c:v>
                </c:pt>
                <c:pt idx="1871">
                  <c:v>99.983779907226605</c:v>
                </c:pt>
                <c:pt idx="1872">
                  <c:v>99.956733703613295</c:v>
                </c:pt>
                <c:pt idx="1873">
                  <c:v>99.884918212890597</c:v>
                </c:pt>
                <c:pt idx="1874">
                  <c:v>99.763931274414105</c:v>
                </c:pt>
                <c:pt idx="1875">
                  <c:v>100.035942077637</c:v>
                </c:pt>
                <c:pt idx="1876">
                  <c:v>100.175590515137</c:v>
                </c:pt>
                <c:pt idx="1877">
                  <c:v>100.133293151855</c:v>
                </c:pt>
                <c:pt idx="1878">
                  <c:v>100.208625793457</c:v>
                </c:pt>
                <c:pt idx="1879">
                  <c:v>100.71213531494099</c:v>
                </c:pt>
                <c:pt idx="1880">
                  <c:v>101.107284545898</c:v>
                </c:pt>
                <c:pt idx="1881">
                  <c:v>101.354988098145</c:v>
                </c:pt>
                <c:pt idx="1882">
                  <c:v>101.45294952392599</c:v>
                </c:pt>
                <c:pt idx="1883">
                  <c:v>101.69490814209</c:v>
                </c:pt>
                <c:pt idx="1884">
                  <c:v>102.029136657715</c:v>
                </c:pt>
                <c:pt idx="1885">
                  <c:v>101.97369384765599</c:v>
                </c:pt>
                <c:pt idx="1886">
                  <c:v>102.29817199707</c:v>
                </c:pt>
                <c:pt idx="1887">
                  <c:v>102.798446655273</c:v>
                </c:pt>
                <c:pt idx="1888">
                  <c:v>103.055213928223</c:v>
                </c:pt>
                <c:pt idx="1889">
                  <c:v>103.370765686035</c:v>
                </c:pt>
                <c:pt idx="1890">
                  <c:v>103.65029144287099</c:v>
                </c:pt>
                <c:pt idx="1891">
                  <c:v>103.979461669922</c:v>
                </c:pt>
                <c:pt idx="1892">
                  <c:v>104.295768737793</c:v>
                </c:pt>
                <c:pt idx="1893">
                  <c:v>104.417694091797</c:v>
                </c:pt>
                <c:pt idx="1894">
                  <c:v>104.58699798584</c:v>
                </c:pt>
                <c:pt idx="1895">
                  <c:v>104.67943572998</c:v>
                </c:pt>
                <c:pt idx="1896">
                  <c:v>104.728965759277</c:v>
                </c:pt>
                <c:pt idx="1897">
                  <c:v>104.759239196777</c:v>
                </c:pt>
                <c:pt idx="1898">
                  <c:v>104.774772644043</c:v>
                </c:pt>
                <c:pt idx="1899">
                  <c:v>104.782752990723</c:v>
                </c:pt>
                <c:pt idx="1900">
                  <c:v>104.78684997558599</c:v>
                </c:pt>
                <c:pt idx="1901">
                  <c:v>104.788955688477</c:v>
                </c:pt>
                <c:pt idx="1902">
                  <c:v>104.790031433105</c:v>
                </c:pt>
                <c:pt idx="1903">
                  <c:v>104.79058837890599</c:v>
                </c:pt>
                <c:pt idx="1904">
                  <c:v>104.79087066650401</c:v>
                </c:pt>
                <c:pt idx="1905">
                  <c:v>104.791023254395</c:v>
                </c:pt>
                <c:pt idx="1906">
                  <c:v>104.791091918945</c:v>
                </c:pt>
                <c:pt idx="1907">
                  <c:v>104.791130065918</c:v>
                </c:pt>
                <c:pt idx="1908">
                  <c:v>104.791152954102</c:v>
                </c:pt>
                <c:pt idx="1909">
                  <c:v>104.79116058349599</c:v>
                </c:pt>
                <c:pt idx="1910">
                  <c:v>104.79116821289099</c:v>
                </c:pt>
                <c:pt idx="1911">
                  <c:v>104.79116821289099</c:v>
                </c:pt>
                <c:pt idx="1912">
                  <c:v>104.791175842285</c:v>
                </c:pt>
                <c:pt idx="1913">
                  <c:v>104.791175842285</c:v>
                </c:pt>
                <c:pt idx="1914">
                  <c:v>104.791175842285</c:v>
                </c:pt>
                <c:pt idx="1915">
                  <c:v>104.791175842285</c:v>
                </c:pt>
                <c:pt idx="1916">
                  <c:v>104.791175842285</c:v>
                </c:pt>
                <c:pt idx="1917">
                  <c:v>104.791175842285</c:v>
                </c:pt>
                <c:pt idx="1918">
                  <c:v>104.791175842285</c:v>
                </c:pt>
                <c:pt idx="1919">
                  <c:v>104.791175842285</c:v>
                </c:pt>
                <c:pt idx="1920">
                  <c:v>104.791175842285</c:v>
                </c:pt>
                <c:pt idx="1921">
                  <c:v>104.791175842285</c:v>
                </c:pt>
                <c:pt idx="1922">
                  <c:v>104.791175842285</c:v>
                </c:pt>
                <c:pt idx="1923">
                  <c:v>104.791175842285</c:v>
                </c:pt>
                <c:pt idx="1924">
                  <c:v>104.791175842285</c:v>
                </c:pt>
                <c:pt idx="1925">
                  <c:v>104.791175842285</c:v>
                </c:pt>
                <c:pt idx="1926">
                  <c:v>104.791175842285</c:v>
                </c:pt>
                <c:pt idx="1927">
                  <c:v>104.791175842285</c:v>
                </c:pt>
                <c:pt idx="1928">
                  <c:v>104.791175842285</c:v>
                </c:pt>
                <c:pt idx="1929">
                  <c:v>104.791175842285</c:v>
                </c:pt>
                <c:pt idx="1930">
                  <c:v>104.791175842285</c:v>
                </c:pt>
                <c:pt idx="1931">
                  <c:v>104.78400421142599</c:v>
                </c:pt>
                <c:pt idx="1932">
                  <c:v>104.78419494628901</c:v>
                </c:pt>
                <c:pt idx="1933">
                  <c:v>104.70327758789099</c:v>
                </c:pt>
                <c:pt idx="1934">
                  <c:v>104.71883392334</c:v>
                </c:pt>
                <c:pt idx="1935">
                  <c:v>104.68547821044901</c:v>
                </c:pt>
                <c:pt idx="1936">
                  <c:v>104.65870666503901</c:v>
                </c:pt>
                <c:pt idx="1937">
                  <c:v>104.66477966308599</c:v>
                </c:pt>
                <c:pt idx="1938">
                  <c:v>104.721183776855</c:v>
                </c:pt>
                <c:pt idx="1939">
                  <c:v>104.75511932373</c:v>
                </c:pt>
                <c:pt idx="1940">
                  <c:v>104.772666931152</c:v>
                </c:pt>
                <c:pt idx="1941">
                  <c:v>104.780876159668</c:v>
                </c:pt>
                <c:pt idx="1942">
                  <c:v>104.785766601563</c:v>
                </c:pt>
                <c:pt idx="1943">
                  <c:v>104.78839874267599</c:v>
                </c:pt>
                <c:pt idx="1944">
                  <c:v>104.789749145508</c:v>
                </c:pt>
                <c:pt idx="1945">
                  <c:v>104.79044342041</c:v>
                </c:pt>
                <c:pt idx="1946">
                  <c:v>104.790802001953</c:v>
                </c:pt>
                <c:pt idx="1947">
                  <c:v>104.790977478027</c:v>
                </c:pt>
                <c:pt idx="1948">
                  <c:v>104.79107666015599</c:v>
                </c:pt>
                <c:pt idx="1949">
                  <c:v>104.791122436523</c:v>
                </c:pt>
                <c:pt idx="1950">
                  <c:v>104.791145324707</c:v>
                </c:pt>
                <c:pt idx="1951">
                  <c:v>104.79116058349599</c:v>
                </c:pt>
                <c:pt idx="1952">
                  <c:v>104.79116821289099</c:v>
                </c:pt>
                <c:pt idx="1953">
                  <c:v>104.79116821289099</c:v>
                </c:pt>
                <c:pt idx="1954">
                  <c:v>104.791175842285</c:v>
                </c:pt>
                <c:pt idx="1955">
                  <c:v>104.791175842285</c:v>
                </c:pt>
                <c:pt idx="1956">
                  <c:v>104.791175842285</c:v>
                </c:pt>
                <c:pt idx="1957">
                  <c:v>105.735832214355</c:v>
                </c:pt>
                <c:pt idx="1958">
                  <c:v>107.50254058837901</c:v>
                </c:pt>
                <c:pt idx="1959">
                  <c:v>106.883918762207</c:v>
                </c:pt>
                <c:pt idx="1960">
                  <c:v>107.61277770996099</c:v>
                </c:pt>
                <c:pt idx="1961">
                  <c:v>108.66860198974599</c:v>
                </c:pt>
                <c:pt idx="1962">
                  <c:v>109.25315856933599</c:v>
                </c:pt>
                <c:pt idx="1963">
                  <c:v>109.516479492188</c:v>
                </c:pt>
                <c:pt idx="1964">
                  <c:v>109.796356201172</c:v>
                </c:pt>
                <c:pt idx="1965">
                  <c:v>109.98495483398401</c:v>
                </c:pt>
                <c:pt idx="1966">
                  <c:v>110.22866821289099</c:v>
                </c:pt>
                <c:pt idx="1967">
                  <c:v>110.442413330078</c:v>
                </c:pt>
                <c:pt idx="1968">
                  <c:v>110.546493530273</c:v>
                </c:pt>
                <c:pt idx="1969">
                  <c:v>110.631675720215</c:v>
                </c:pt>
                <c:pt idx="1970">
                  <c:v>110.66925811767599</c:v>
                </c:pt>
                <c:pt idx="1971">
                  <c:v>110.70973968505901</c:v>
                </c:pt>
                <c:pt idx="1972">
                  <c:v>110.911674499512</c:v>
                </c:pt>
                <c:pt idx="1973">
                  <c:v>111.145614624023</c:v>
                </c:pt>
                <c:pt idx="1974">
                  <c:v>111.52011871337901</c:v>
                </c:pt>
                <c:pt idx="1975">
                  <c:v>111.82275390625</c:v>
                </c:pt>
                <c:pt idx="1976">
                  <c:v>111.805335998535</c:v>
                </c:pt>
                <c:pt idx="1977">
                  <c:v>111.743522644043</c:v>
                </c:pt>
                <c:pt idx="1978">
                  <c:v>111.90187072753901</c:v>
                </c:pt>
                <c:pt idx="1979">
                  <c:v>112.105392456055</c:v>
                </c:pt>
                <c:pt idx="1980">
                  <c:v>112.05991363525401</c:v>
                </c:pt>
                <c:pt idx="1981">
                  <c:v>111.98040008544901</c:v>
                </c:pt>
                <c:pt idx="1982">
                  <c:v>112.02938079834</c:v>
                </c:pt>
                <c:pt idx="1983">
                  <c:v>112.11785888671901</c:v>
                </c:pt>
                <c:pt idx="1984">
                  <c:v>112.20728302002</c:v>
                </c:pt>
                <c:pt idx="1985">
                  <c:v>112.48533630371099</c:v>
                </c:pt>
                <c:pt idx="1986">
                  <c:v>112.65323638916</c:v>
                </c:pt>
                <c:pt idx="1987">
                  <c:v>112.851280212402</c:v>
                </c:pt>
                <c:pt idx="1988">
                  <c:v>113.00381469726599</c:v>
                </c:pt>
                <c:pt idx="1989">
                  <c:v>112.985275268555</c:v>
                </c:pt>
                <c:pt idx="1990">
                  <c:v>113.02109527587901</c:v>
                </c:pt>
                <c:pt idx="1991">
                  <c:v>112.985229492188</c:v>
                </c:pt>
                <c:pt idx="1992">
                  <c:v>112.940353393555</c:v>
                </c:pt>
                <c:pt idx="1993">
                  <c:v>112.97723388671901</c:v>
                </c:pt>
                <c:pt idx="1994">
                  <c:v>112.903038024902</c:v>
                </c:pt>
                <c:pt idx="1995">
                  <c:v>112.681358337402</c:v>
                </c:pt>
                <c:pt idx="1996">
                  <c:v>112.52027893066401</c:v>
                </c:pt>
                <c:pt idx="1997">
                  <c:v>112.34316253662099</c:v>
                </c:pt>
                <c:pt idx="1998">
                  <c:v>112.24542236328099</c:v>
                </c:pt>
                <c:pt idx="1999">
                  <c:v>112.093269348145</c:v>
                </c:pt>
                <c:pt idx="2000">
                  <c:v>111.90415191650401</c:v>
                </c:pt>
                <c:pt idx="2001">
                  <c:v>111.71257019043</c:v>
                </c:pt>
                <c:pt idx="2002">
                  <c:v>111.45803070068401</c:v>
                </c:pt>
                <c:pt idx="2003">
                  <c:v>111.23801422119099</c:v>
                </c:pt>
                <c:pt idx="2004">
                  <c:v>111.046577453613</c:v>
                </c:pt>
                <c:pt idx="2005">
                  <c:v>110.85841369628901</c:v>
                </c:pt>
                <c:pt idx="2006">
                  <c:v>110.704711914063</c:v>
                </c:pt>
                <c:pt idx="2007">
                  <c:v>110.41542816162099</c:v>
                </c:pt>
                <c:pt idx="2008">
                  <c:v>110.19955444335901</c:v>
                </c:pt>
                <c:pt idx="2009">
                  <c:v>110.040977478027</c:v>
                </c:pt>
                <c:pt idx="2010">
                  <c:v>109.81976318359401</c:v>
                </c:pt>
                <c:pt idx="2011">
                  <c:v>109.513374328613</c:v>
                </c:pt>
                <c:pt idx="2012">
                  <c:v>108.334754943848</c:v>
                </c:pt>
                <c:pt idx="2013">
                  <c:v>107.216346740723</c:v>
                </c:pt>
                <c:pt idx="2014">
                  <c:v>106.25160980224599</c:v>
                </c:pt>
                <c:pt idx="2015">
                  <c:v>105.540985107422</c:v>
                </c:pt>
                <c:pt idx="2016">
                  <c:v>105.176139831543</c:v>
                </c:pt>
                <c:pt idx="2017">
                  <c:v>104.988822937012</c:v>
                </c:pt>
                <c:pt idx="2018">
                  <c:v>104.89264678955099</c:v>
                </c:pt>
                <c:pt idx="2019">
                  <c:v>104.84327697753901</c:v>
                </c:pt>
                <c:pt idx="2020">
                  <c:v>104.817924499512</c:v>
                </c:pt>
                <c:pt idx="2021">
                  <c:v>104.80490875244099</c:v>
                </c:pt>
                <c:pt idx="2022">
                  <c:v>104.798225402832</c:v>
                </c:pt>
                <c:pt idx="2023">
                  <c:v>104.794792175293</c:v>
                </c:pt>
                <c:pt idx="2024">
                  <c:v>104.79302978515599</c:v>
                </c:pt>
                <c:pt idx="2025">
                  <c:v>104.792129516602</c:v>
                </c:pt>
                <c:pt idx="2026">
                  <c:v>104.791664123535</c:v>
                </c:pt>
                <c:pt idx="2027">
                  <c:v>104.791427612305</c:v>
                </c:pt>
                <c:pt idx="2028">
                  <c:v>104.791305541992</c:v>
                </c:pt>
                <c:pt idx="2029">
                  <c:v>104.79123687744099</c:v>
                </c:pt>
                <c:pt idx="2030">
                  <c:v>104.791206359863</c:v>
                </c:pt>
                <c:pt idx="2031">
                  <c:v>104.854736328125</c:v>
                </c:pt>
                <c:pt idx="2032">
                  <c:v>104.823806762695</c:v>
                </c:pt>
                <c:pt idx="2033">
                  <c:v>104.80792999267599</c:v>
                </c:pt>
                <c:pt idx="2034">
                  <c:v>104.799774169922</c:v>
                </c:pt>
                <c:pt idx="2035">
                  <c:v>104.79559326171901</c:v>
                </c:pt>
                <c:pt idx="2036">
                  <c:v>104.79344177246099</c:v>
                </c:pt>
                <c:pt idx="2037">
                  <c:v>104.79233551025401</c:v>
                </c:pt>
                <c:pt idx="2038">
                  <c:v>104.79177093505901</c:v>
                </c:pt>
                <c:pt idx="2039">
                  <c:v>104.79148101806599</c:v>
                </c:pt>
                <c:pt idx="2040">
                  <c:v>104.79132843017599</c:v>
                </c:pt>
                <c:pt idx="2041">
                  <c:v>104.79125213623</c:v>
                </c:pt>
                <c:pt idx="2042">
                  <c:v>104.791213989258</c:v>
                </c:pt>
                <c:pt idx="2043">
                  <c:v>104.79119873046901</c:v>
                </c:pt>
                <c:pt idx="2044">
                  <c:v>104.79118347168</c:v>
                </c:pt>
                <c:pt idx="2045">
                  <c:v>104.79118347168</c:v>
                </c:pt>
                <c:pt idx="2046">
                  <c:v>104.791175842285</c:v>
                </c:pt>
                <c:pt idx="2047">
                  <c:v>104.791175842285</c:v>
                </c:pt>
                <c:pt idx="2048">
                  <c:v>104.791175842285</c:v>
                </c:pt>
                <c:pt idx="2049">
                  <c:v>104.791175842285</c:v>
                </c:pt>
                <c:pt idx="2050">
                  <c:v>104.791175842285</c:v>
                </c:pt>
                <c:pt idx="2051">
                  <c:v>104.791175842285</c:v>
                </c:pt>
                <c:pt idx="2052">
                  <c:v>104.791175842285</c:v>
                </c:pt>
                <c:pt idx="2053">
                  <c:v>104.791175842285</c:v>
                </c:pt>
                <c:pt idx="2054">
                  <c:v>104.791175842285</c:v>
                </c:pt>
                <c:pt idx="2055">
                  <c:v>104.791175842285</c:v>
                </c:pt>
                <c:pt idx="2056">
                  <c:v>104.791175842285</c:v>
                </c:pt>
                <c:pt idx="2057">
                  <c:v>104.791175842285</c:v>
                </c:pt>
                <c:pt idx="2058">
                  <c:v>104.791175842285</c:v>
                </c:pt>
                <c:pt idx="2059">
                  <c:v>104.786743164063</c:v>
                </c:pt>
                <c:pt idx="2060">
                  <c:v>104.78889465332</c:v>
                </c:pt>
                <c:pt idx="2061">
                  <c:v>104.790008544922</c:v>
                </c:pt>
                <c:pt idx="2062">
                  <c:v>104.78977966308599</c:v>
                </c:pt>
                <c:pt idx="2063">
                  <c:v>104.78874206543</c:v>
                </c:pt>
                <c:pt idx="2064">
                  <c:v>104.78035736084</c:v>
                </c:pt>
                <c:pt idx="2065">
                  <c:v>104.70554351806599</c:v>
                </c:pt>
                <c:pt idx="2066">
                  <c:v>104.66586303710901</c:v>
                </c:pt>
                <c:pt idx="2067">
                  <c:v>104.622764587402</c:v>
                </c:pt>
                <c:pt idx="2068">
                  <c:v>104.52902984619099</c:v>
                </c:pt>
                <c:pt idx="2069">
                  <c:v>104.32732391357401</c:v>
                </c:pt>
                <c:pt idx="2070">
                  <c:v>104.172439575195</c:v>
                </c:pt>
                <c:pt idx="2071">
                  <c:v>103.984985351563</c:v>
                </c:pt>
                <c:pt idx="2072">
                  <c:v>103.86737060546901</c:v>
                </c:pt>
                <c:pt idx="2073">
                  <c:v>103.748161315918</c:v>
                </c:pt>
                <c:pt idx="2074">
                  <c:v>103.650680541992</c:v>
                </c:pt>
                <c:pt idx="2075">
                  <c:v>103.53875732421901</c:v>
                </c:pt>
                <c:pt idx="2076">
                  <c:v>103.410507202148</c:v>
                </c:pt>
                <c:pt idx="2077">
                  <c:v>103.31989288330099</c:v>
                </c:pt>
                <c:pt idx="2078">
                  <c:v>103.25131988525401</c:v>
                </c:pt>
                <c:pt idx="2079">
                  <c:v>103.178009033203</c:v>
                </c:pt>
                <c:pt idx="2080">
                  <c:v>103.04069519043</c:v>
                </c:pt>
                <c:pt idx="2081">
                  <c:v>102.85052490234401</c:v>
                </c:pt>
                <c:pt idx="2082">
                  <c:v>102.642372131348</c:v>
                </c:pt>
                <c:pt idx="2083">
                  <c:v>102.47354125976599</c:v>
                </c:pt>
                <c:pt idx="2084">
                  <c:v>102.32691192627</c:v>
                </c:pt>
                <c:pt idx="2085">
                  <c:v>102.270431518555</c:v>
                </c:pt>
                <c:pt idx="2086">
                  <c:v>102.196739196777</c:v>
                </c:pt>
                <c:pt idx="2087">
                  <c:v>102.058380126953</c:v>
                </c:pt>
                <c:pt idx="2088">
                  <c:v>101.99651336669901</c:v>
                </c:pt>
                <c:pt idx="2089">
                  <c:v>101.911102294922</c:v>
                </c:pt>
                <c:pt idx="2090">
                  <c:v>101.780235290527</c:v>
                </c:pt>
                <c:pt idx="2091">
                  <c:v>101.69352722168</c:v>
                </c:pt>
                <c:pt idx="2092">
                  <c:v>101.64177703857401</c:v>
                </c:pt>
                <c:pt idx="2093">
                  <c:v>101.615394592285</c:v>
                </c:pt>
                <c:pt idx="2094">
                  <c:v>101.59462738037099</c:v>
                </c:pt>
                <c:pt idx="2095">
                  <c:v>101.60929107666</c:v>
                </c:pt>
                <c:pt idx="2096">
                  <c:v>101.607070922852</c:v>
                </c:pt>
                <c:pt idx="2097">
                  <c:v>101.59880828857401</c:v>
                </c:pt>
                <c:pt idx="2098">
                  <c:v>101.58376312255901</c:v>
                </c:pt>
                <c:pt idx="2099">
                  <c:v>101.58651733398401</c:v>
                </c:pt>
                <c:pt idx="2100">
                  <c:v>101.58303070068401</c:v>
                </c:pt>
                <c:pt idx="2101">
                  <c:v>101.502059936523</c:v>
                </c:pt>
                <c:pt idx="2102">
                  <c:v>101.52215576171901</c:v>
                </c:pt>
                <c:pt idx="2103">
                  <c:v>101.551620483398</c:v>
                </c:pt>
                <c:pt idx="2104">
                  <c:v>101.569816589355</c:v>
                </c:pt>
                <c:pt idx="2105">
                  <c:v>101.322303771973</c:v>
                </c:pt>
                <c:pt idx="2106">
                  <c:v>101.342979431152</c:v>
                </c:pt>
                <c:pt idx="2107">
                  <c:v>101.326362609863</c:v>
                </c:pt>
                <c:pt idx="2108">
                  <c:v>101.20189666748</c:v>
                </c:pt>
                <c:pt idx="2109">
                  <c:v>101.18080902099599</c:v>
                </c:pt>
                <c:pt idx="2110">
                  <c:v>101.173469543457</c:v>
                </c:pt>
                <c:pt idx="2111">
                  <c:v>101.27857208252</c:v>
                </c:pt>
                <c:pt idx="2112">
                  <c:v>101.33771514892599</c:v>
                </c:pt>
                <c:pt idx="2113">
                  <c:v>101.265586853027</c:v>
                </c:pt>
                <c:pt idx="2114">
                  <c:v>101.14234161377</c:v>
                </c:pt>
                <c:pt idx="2115">
                  <c:v>101.1220703125</c:v>
                </c:pt>
                <c:pt idx="2116">
                  <c:v>100.99098205566401</c:v>
                </c:pt>
                <c:pt idx="2117">
                  <c:v>100.898483276367</c:v>
                </c:pt>
                <c:pt idx="2118">
                  <c:v>100.84756469726599</c:v>
                </c:pt>
                <c:pt idx="2119">
                  <c:v>100.69252777099599</c:v>
                </c:pt>
                <c:pt idx="2120">
                  <c:v>100.61644744873</c:v>
                </c:pt>
                <c:pt idx="2121">
                  <c:v>100.43186950683599</c:v>
                </c:pt>
                <c:pt idx="2122">
                  <c:v>100.22402954101599</c:v>
                </c:pt>
                <c:pt idx="2123">
                  <c:v>100.12229156494099</c:v>
                </c:pt>
                <c:pt idx="2124">
                  <c:v>99.968307495117202</c:v>
                </c:pt>
                <c:pt idx="2125">
                  <c:v>99.914131164550795</c:v>
                </c:pt>
                <c:pt idx="2126">
                  <c:v>99.797294616699205</c:v>
                </c:pt>
                <c:pt idx="2127">
                  <c:v>99.670600891113295</c:v>
                </c:pt>
                <c:pt idx="2128">
                  <c:v>99.539093017578097</c:v>
                </c:pt>
                <c:pt idx="2129">
                  <c:v>99.389114379882798</c:v>
                </c:pt>
                <c:pt idx="2130">
                  <c:v>98.892715454101605</c:v>
                </c:pt>
                <c:pt idx="2131">
                  <c:v>98.655082702636705</c:v>
                </c:pt>
                <c:pt idx="2132">
                  <c:v>98.582046508789105</c:v>
                </c:pt>
                <c:pt idx="2133">
                  <c:v>98.424018859863295</c:v>
                </c:pt>
                <c:pt idx="2134">
                  <c:v>98.375274658203097</c:v>
                </c:pt>
                <c:pt idx="2135">
                  <c:v>98.673316955566406</c:v>
                </c:pt>
                <c:pt idx="2136">
                  <c:v>99.124443054199205</c:v>
                </c:pt>
                <c:pt idx="2137">
                  <c:v>98.830528259277301</c:v>
                </c:pt>
                <c:pt idx="2138">
                  <c:v>98.835113525390597</c:v>
                </c:pt>
                <c:pt idx="2139">
                  <c:v>98.896881103515597</c:v>
                </c:pt>
                <c:pt idx="2140">
                  <c:v>98.887199401855497</c:v>
                </c:pt>
                <c:pt idx="2141">
                  <c:v>99.177749633789105</c:v>
                </c:pt>
                <c:pt idx="2142">
                  <c:v>99.494934082031307</c:v>
                </c:pt>
                <c:pt idx="2143">
                  <c:v>99.627265930175795</c:v>
                </c:pt>
                <c:pt idx="2144">
                  <c:v>99.739318847656307</c:v>
                </c:pt>
                <c:pt idx="2145">
                  <c:v>99.829856872558594</c:v>
                </c:pt>
                <c:pt idx="2146">
                  <c:v>99.977844238281307</c:v>
                </c:pt>
                <c:pt idx="2147">
                  <c:v>100.075691223145</c:v>
                </c:pt>
                <c:pt idx="2148">
                  <c:v>100.273147583008</c:v>
                </c:pt>
                <c:pt idx="2149">
                  <c:v>100.487632751465</c:v>
                </c:pt>
                <c:pt idx="2150">
                  <c:v>100.74755859375</c:v>
                </c:pt>
                <c:pt idx="2151">
                  <c:v>100.788932800293</c:v>
                </c:pt>
                <c:pt idx="2152">
                  <c:v>100.86058044433599</c:v>
                </c:pt>
                <c:pt idx="2153">
                  <c:v>100.81890869140599</c:v>
                </c:pt>
                <c:pt idx="2154">
                  <c:v>100.990768432617</c:v>
                </c:pt>
                <c:pt idx="2155">
                  <c:v>101.071174621582</c:v>
                </c:pt>
                <c:pt idx="2156">
                  <c:v>101.268447875977</c:v>
                </c:pt>
                <c:pt idx="2157">
                  <c:v>101.45041656494099</c:v>
                </c:pt>
                <c:pt idx="2158">
                  <c:v>101.542671203613</c:v>
                </c:pt>
                <c:pt idx="2159">
                  <c:v>101.61187744140599</c:v>
                </c:pt>
                <c:pt idx="2160">
                  <c:v>101.70126342773401</c:v>
                </c:pt>
                <c:pt idx="2161">
                  <c:v>101.884574890137</c:v>
                </c:pt>
                <c:pt idx="2162">
                  <c:v>102.094284057617</c:v>
                </c:pt>
                <c:pt idx="2163">
                  <c:v>102.10825347900401</c:v>
                </c:pt>
                <c:pt idx="2164">
                  <c:v>102.43284606933599</c:v>
                </c:pt>
                <c:pt idx="2165">
                  <c:v>102.48405456543</c:v>
                </c:pt>
                <c:pt idx="2166">
                  <c:v>102.335563659668</c:v>
                </c:pt>
                <c:pt idx="2167">
                  <c:v>102.528022766113</c:v>
                </c:pt>
                <c:pt idx="2168">
                  <c:v>102.88729858398401</c:v>
                </c:pt>
                <c:pt idx="2169">
                  <c:v>103.30939483642599</c:v>
                </c:pt>
                <c:pt idx="2170">
                  <c:v>103.56957244873</c:v>
                </c:pt>
                <c:pt idx="2171">
                  <c:v>103.918411254883</c:v>
                </c:pt>
                <c:pt idx="2172">
                  <c:v>104.09088134765599</c:v>
                </c:pt>
                <c:pt idx="2173">
                  <c:v>104.35402679443401</c:v>
                </c:pt>
                <c:pt idx="2174">
                  <c:v>104.554718017578</c:v>
                </c:pt>
                <c:pt idx="2175">
                  <c:v>104.65202331543</c:v>
                </c:pt>
                <c:pt idx="2176">
                  <c:v>104.719734191895</c:v>
                </c:pt>
                <c:pt idx="2177">
                  <c:v>104.75449371337901</c:v>
                </c:pt>
                <c:pt idx="2178">
                  <c:v>104.772338867188</c:v>
                </c:pt>
                <c:pt idx="2179">
                  <c:v>104.78150939941401</c:v>
                </c:pt>
                <c:pt idx="2180">
                  <c:v>104.786209106445</c:v>
                </c:pt>
                <c:pt idx="2181">
                  <c:v>104.788627624512</c:v>
                </c:pt>
                <c:pt idx="2182">
                  <c:v>104.78986358642599</c:v>
                </c:pt>
                <c:pt idx="2183">
                  <c:v>104.79050445556599</c:v>
                </c:pt>
                <c:pt idx="2184">
                  <c:v>104.79083251953099</c:v>
                </c:pt>
                <c:pt idx="2185">
                  <c:v>104.79100036621099</c:v>
                </c:pt>
                <c:pt idx="2186">
                  <c:v>104.85427093505901</c:v>
                </c:pt>
                <c:pt idx="2187">
                  <c:v>104.87477111816401</c:v>
                </c:pt>
                <c:pt idx="2188">
                  <c:v>106.261367797852</c:v>
                </c:pt>
                <c:pt idx="2189">
                  <c:v>107.61434173584</c:v>
                </c:pt>
                <c:pt idx="2190">
                  <c:v>108.70140838623</c:v>
                </c:pt>
                <c:pt idx="2191">
                  <c:v>109.35097503662099</c:v>
                </c:pt>
                <c:pt idx="2192">
                  <c:v>109.68402099609401</c:v>
                </c:pt>
                <c:pt idx="2193">
                  <c:v>109.90048217773401</c:v>
                </c:pt>
                <c:pt idx="2194">
                  <c:v>110.12760925293</c:v>
                </c:pt>
                <c:pt idx="2195">
                  <c:v>110.29248046875</c:v>
                </c:pt>
                <c:pt idx="2196">
                  <c:v>110.355712890625</c:v>
                </c:pt>
                <c:pt idx="2197">
                  <c:v>110.601928710938</c:v>
                </c:pt>
                <c:pt idx="2198">
                  <c:v>110.84243011474599</c:v>
                </c:pt>
                <c:pt idx="2199">
                  <c:v>111.072647094727</c:v>
                </c:pt>
                <c:pt idx="2200">
                  <c:v>111.178764343262</c:v>
                </c:pt>
                <c:pt idx="2201">
                  <c:v>111.30418395996099</c:v>
                </c:pt>
                <c:pt idx="2202">
                  <c:v>111.318962097168</c:v>
                </c:pt>
                <c:pt idx="2203">
                  <c:v>111.34405517578099</c:v>
                </c:pt>
                <c:pt idx="2204">
                  <c:v>111.41179656982401</c:v>
                </c:pt>
                <c:pt idx="2205">
                  <c:v>111.36589050293</c:v>
                </c:pt>
                <c:pt idx="2206">
                  <c:v>111.298210144043</c:v>
                </c:pt>
                <c:pt idx="2207">
                  <c:v>111.28867340087901</c:v>
                </c:pt>
                <c:pt idx="2208">
                  <c:v>111.32492828369099</c:v>
                </c:pt>
                <c:pt idx="2209">
                  <c:v>111.44402313232401</c:v>
                </c:pt>
                <c:pt idx="2210">
                  <c:v>111.365928649902</c:v>
                </c:pt>
                <c:pt idx="2211">
                  <c:v>111.28070068359401</c:v>
                </c:pt>
                <c:pt idx="2212">
                  <c:v>111.30271911621099</c:v>
                </c:pt>
                <c:pt idx="2213">
                  <c:v>111.58283233642599</c:v>
                </c:pt>
                <c:pt idx="2214">
                  <c:v>111.714553833008</c:v>
                </c:pt>
                <c:pt idx="2215">
                  <c:v>111.69382476806599</c:v>
                </c:pt>
                <c:pt idx="2216">
                  <c:v>111.82960510253901</c:v>
                </c:pt>
                <c:pt idx="2217">
                  <c:v>111.974990844727</c:v>
                </c:pt>
                <c:pt idx="2218">
                  <c:v>112.190956115723</c:v>
                </c:pt>
                <c:pt idx="2219">
                  <c:v>112.35676574707</c:v>
                </c:pt>
                <c:pt idx="2220">
                  <c:v>112.40030670166</c:v>
                </c:pt>
                <c:pt idx="2221">
                  <c:v>112.48600769043</c:v>
                </c:pt>
                <c:pt idx="2222">
                  <c:v>112.688339233398</c:v>
                </c:pt>
                <c:pt idx="2223">
                  <c:v>112.70257568359401</c:v>
                </c:pt>
                <c:pt idx="2224">
                  <c:v>112.764373779297</c:v>
                </c:pt>
                <c:pt idx="2225">
                  <c:v>112.93178558349599</c:v>
                </c:pt>
                <c:pt idx="2226">
                  <c:v>113.06813812255901</c:v>
                </c:pt>
                <c:pt idx="2227">
                  <c:v>113.00203704834</c:v>
                </c:pt>
                <c:pt idx="2228">
                  <c:v>113.12680816650401</c:v>
                </c:pt>
                <c:pt idx="2229">
                  <c:v>113.11497497558599</c:v>
                </c:pt>
                <c:pt idx="2230">
                  <c:v>113.255508422852</c:v>
                </c:pt>
                <c:pt idx="2231">
                  <c:v>113.461669921875</c:v>
                </c:pt>
                <c:pt idx="2232">
                  <c:v>113.74909210205099</c:v>
                </c:pt>
                <c:pt idx="2233">
                  <c:v>113.991989135742</c:v>
                </c:pt>
                <c:pt idx="2234">
                  <c:v>114.15592956543</c:v>
                </c:pt>
                <c:pt idx="2235">
                  <c:v>114.42911529541</c:v>
                </c:pt>
                <c:pt idx="2236">
                  <c:v>114.68743896484401</c:v>
                </c:pt>
                <c:pt idx="2237">
                  <c:v>114.693161010742</c:v>
                </c:pt>
                <c:pt idx="2238">
                  <c:v>114.74520874023401</c:v>
                </c:pt>
                <c:pt idx="2239">
                  <c:v>114.848587036133</c:v>
                </c:pt>
                <c:pt idx="2240">
                  <c:v>114.93384552002</c:v>
                </c:pt>
                <c:pt idx="2241">
                  <c:v>114.995155334473</c:v>
                </c:pt>
                <c:pt idx="2242">
                  <c:v>115.13132476806599</c:v>
                </c:pt>
                <c:pt idx="2243">
                  <c:v>115.19484710693401</c:v>
                </c:pt>
                <c:pt idx="2244">
                  <c:v>115.37205505371099</c:v>
                </c:pt>
                <c:pt idx="2245">
                  <c:v>115.609100341797</c:v>
                </c:pt>
                <c:pt idx="2246">
                  <c:v>115.64679718017599</c:v>
                </c:pt>
                <c:pt idx="2247">
                  <c:v>115.64898681640599</c:v>
                </c:pt>
                <c:pt idx="2248">
                  <c:v>115.699920654297</c:v>
                </c:pt>
                <c:pt idx="2249">
                  <c:v>115.91407775878901</c:v>
                </c:pt>
                <c:pt idx="2250">
                  <c:v>116.06712341308599</c:v>
                </c:pt>
                <c:pt idx="2251">
                  <c:v>116.273849487305</c:v>
                </c:pt>
                <c:pt idx="2252">
                  <c:v>116.360137939453</c:v>
                </c:pt>
                <c:pt idx="2253">
                  <c:v>116.117553710938</c:v>
                </c:pt>
                <c:pt idx="2254">
                  <c:v>116.131546020508</c:v>
                </c:pt>
                <c:pt idx="2255">
                  <c:v>116.300003051758</c:v>
                </c:pt>
                <c:pt idx="2256">
                  <c:v>116.28677368164099</c:v>
                </c:pt>
                <c:pt idx="2257">
                  <c:v>116.506629943848</c:v>
                </c:pt>
                <c:pt idx="2258">
                  <c:v>116.63714599609401</c:v>
                </c:pt>
                <c:pt idx="2259">
                  <c:v>116.639266967773</c:v>
                </c:pt>
                <c:pt idx="2260">
                  <c:v>116.72744750976599</c:v>
                </c:pt>
                <c:pt idx="2261">
                  <c:v>117.021842956543</c:v>
                </c:pt>
                <c:pt idx="2262">
                  <c:v>117.22560119628901</c:v>
                </c:pt>
                <c:pt idx="2263">
                  <c:v>117.317031860352</c:v>
                </c:pt>
                <c:pt idx="2264">
                  <c:v>117.44960784912099</c:v>
                </c:pt>
                <c:pt idx="2265">
                  <c:v>117.570442199707</c:v>
                </c:pt>
                <c:pt idx="2266">
                  <c:v>117.61841583252</c:v>
                </c:pt>
                <c:pt idx="2267">
                  <c:v>117.722053527832</c:v>
                </c:pt>
                <c:pt idx="2268">
                  <c:v>117.77902984619099</c:v>
                </c:pt>
                <c:pt idx="2269">
                  <c:v>117.798377990723</c:v>
                </c:pt>
                <c:pt idx="2270">
                  <c:v>117.79486083984401</c:v>
                </c:pt>
                <c:pt idx="2271">
                  <c:v>117.808319091797</c:v>
                </c:pt>
                <c:pt idx="2272">
                  <c:v>117.832954406738</c:v>
                </c:pt>
                <c:pt idx="2273">
                  <c:v>117.84560394287099</c:v>
                </c:pt>
                <c:pt idx="2274">
                  <c:v>117.852096557617</c:v>
                </c:pt>
                <c:pt idx="2275">
                  <c:v>117.869911193848</c:v>
                </c:pt>
                <c:pt idx="2276">
                  <c:v>117.917129516602</c:v>
                </c:pt>
                <c:pt idx="2277">
                  <c:v>118.016899108887</c:v>
                </c:pt>
                <c:pt idx="2278">
                  <c:v>117.932655334473</c:v>
                </c:pt>
                <c:pt idx="2279">
                  <c:v>117.916297912598</c:v>
                </c:pt>
                <c:pt idx="2280">
                  <c:v>118.15329742431599</c:v>
                </c:pt>
                <c:pt idx="2281">
                  <c:v>118.02740478515599</c:v>
                </c:pt>
                <c:pt idx="2282">
                  <c:v>118.04143524169901</c:v>
                </c:pt>
                <c:pt idx="2283">
                  <c:v>118.28855895996099</c:v>
                </c:pt>
                <c:pt idx="2284">
                  <c:v>118.21401214599599</c:v>
                </c:pt>
                <c:pt idx="2285">
                  <c:v>118.092391967773</c:v>
                </c:pt>
                <c:pt idx="2286">
                  <c:v>118.247192382813</c:v>
                </c:pt>
                <c:pt idx="2287">
                  <c:v>118.324272155762</c:v>
                </c:pt>
                <c:pt idx="2288">
                  <c:v>118.42746734619099</c:v>
                </c:pt>
                <c:pt idx="2289">
                  <c:v>118.486404418945</c:v>
                </c:pt>
                <c:pt idx="2290">
                  <c:v>119.03741455078099</c:v>
                </c:pt>
                <c:pt idx="2291">
                  <c:v>119.27703857421901</c:v>
                </c:pt>
                <c:pt idx="2292">
                  <c:v>119.75399017334</c:v>
                </c:pt>
                <c:pt idx="2293">
                  <c:v>120.150337219238</c:v>
                </c:pt>
                <c:pt idx="2294">
                  <c:v>120.24969482421901</c:v>
                </c:pt>
                <c:pt idx="2295">
                  <c:v>120.29638671875</c:v>
                </c:pt>
                <c:pt idx="2296">
                  <c:v>120.675788879395</c:v>
                </c:pt>
                <c:pt idx="2297">
                  <c:v>120.996543884277</c:v>
                </c:pt>
                <c:pt idx="2298">
                  <c:v>121.2412109375</c:v>
                </c:pt>
                <c:pt idx="2299">
                  <c:v>121.62180328369099</c:v>
                </c:pt>
                <c:pt idx="2300">
                  <c:v>121.83843994140599</c:v>
                </c:pt>
                <c:pt idx="2301">
                  <c:v>122.235313415527</c:v>
                </c:pt>
                <c:pt idx="2302">
                  <c:v>122.516891479492</c:v>
                </c:pt>
                <c:pt idx="2303">
                  <c:v>122.949409484863</c:v>
                </c:pt>
                <c:pt idx="2304">
                  <c:v>123.246391296387</c:v>
                </c:pt>
                <c:pt idx="2305">
                  <c:v>123.450576782227</c:v>
                </c:pt>
                <c:pt idx="2306">
                  <c:v>123.626747131348</c:v>
                </c:pt>
                <c:pt idx="2307">
                  <c:v>123.77288818359401</c:v>
                </c:pt>
                <c:pt idx="2308">
                  <c:v>123.902137756348</c:v>
                </c:pt>
                <c:pt idx="2309">
                  <c:v>124.11964416503901</c:v>
                </c:pt>
                <c:pt idx="2310">
                  <c:v>124.251792907715</c:v>
                </c:pt>
                <c:pt idx="2311">
                  <c:v>124.32004547119099</c:v>
                </c:pt>
                <c:pt idx="2312">
                  <c:v>124.355461120605</c:v>
                </c:pt>
                <c:pt idx="2313">
                  <c:v>124.37322235107401</c:v>
                </c:pt>
                <c:pt idx="2314">
                  <c:v>124.38238525390599</c:v>
                </c:pt>
                <c:pt idx="2315">
                  <c:v>124.387046813965</c:v>
                </c:pt>
                <c:pt idx="2316">
                  <c:v>124.402221679688</c:v>
                </c:pt>
                <c:pt idx="2317">
                  <c:v>124.422004699707</c:v>
                </c:pt>
                <c:pt idx="2318">
                  <c:v>124.59154510498</c:v>
                </c:pt>
                <c:pt idx="2319">
                  <c:v>124.64263916015599</c:v>
                </c:pt>
                <c:pt idx="2320">
                  <c:v>125.03133392334</c:v>
                </c:pt>
                <c:pt idx="2321">
                  <c:v>125.333358764648</c:v>
                </c:pt>
                <c:pt idx="2322">
                  <c:v>125.60947418212901</c:v>
                </c:pt>
                <c:pt idx="2323">
                  <c:v>125.90151977539099</c:v>
                </c:pt>
                <c:pt idx="2324">
                  <c:v>126.21541595459</c:v>
                </c:pt>
                <c:pt idx="2325">
                  <c:v>126.001502990723</c:v>
                </c:pt>
                <c:pt idx="2326">
                  <c:v>125.89447021484401</c:v>
                </c:pt>
                <c:pt idx="2327">
                  <c:v>125.98934936523401</c:v>
                </c:pt>
                <c:pt idx="2328">
                  <c:v>126.22898101806599</c:v>
                </c:pt>
                <c:pt idx="2329">
                  <c:v>126.25180053710901</c:v>
                </c:pt>
                <c:pt idx="2330">
                  <c:v>126.780471801758</c:v>
                </c:pt>
                <c:pt idx="2331">
                  <c:v>127.16558837890599</c:v>
                </c:pt>
                <c:pt idx="2332">
                  <c:v>127.438117980957</c:v>
                </c:pt>
                <c:pt idx="2333">
                  <c:v>127.46750640869099</c:v>
                </c:pt>
                <c:pt idx="2334">
                  <c:v>127.550003051758</c:v>
                </c:pt>
                <c:pt idx="2335">
                  <c:v>127.70484161377</c:v>
                </c:pt>
                <c:pt idx="2336">
                  <c:v>127.84832000732401</c:v>
                </c:pt>
                <c:pt idx="2337">
                  <c:v>127.993530273438</c:v>
                </c:pt>
                <c:pt idx="2338">
                  <c:v>128.13681030273401</c:v>
                </c:pt>
                <c:pt idx="2339">
                  <c:v>128.20419311523401</c:v>
                </c:pt>
                <c:pt idx="2340">
                  <c:v>128.17759704589801</c:v>
                </c:pt>
                <c:pt idx="2341">
                  <c:v>128.37503051757801</c:v>
                </c:pt>
                <c:pt idx="2342">
                  <c:v>128.24327087402301</c:v>
                </c:pt>
                <c:pt idx="2343">
                  <c:v>128.28228759765599</c:v>
                </c:pt>
                <c:pt idx="2344">
                  <c:v>128.51126098632801</c:v>
                </c:pt>
                <c:pt idx="2345">
                  <c:v>128.52178955078099</c:v>
                </c:pt>
                <c:pt idx="2346">
                  <c:v>128.48724365234401</c:v>
                </c:pt>
                <c:pt idx="2347">
                  <c:v>128.63052368164099</c:v>
                </c:pt>
                <c:pt idx="2348">
                  <c:v>128.68466186523401</c:v>
                </c:pt>
                <c:pt idx="2349">
                  <c:v>128.93028259277301</c:v>
                </c:pt>
                <c:pt idx="2350">
                  <c:v>128.89300537109401</c:v>
                </c:pt>
                <c:pt idx="2351">
                  <c:v>128.598220825195</c:v>
                </c:pt>
                <c:pt idx="2352">
                  <c:v>128.49888610839801</c:v>
                </c:pt>
                <c:pt idx="2353">
                  <c:v>128.57998657226599</c:v>
                </c:pt>
                <c:pt idx="2354">
                  <c:v>128.50193786621099</c:v>
                </c:pt>
                <c:pt idx="2355">
                  <c:v>128.72593688964801</c:v>
                </c:pt>
                <c:pt idx="2356">
                  <c:v>128.76760864257801</c:v>
                </c:pt>
                <c:pt idx="2357">
                  <c:v>128.71728515625</c:v>
                </c:pt>
                <c:pt idx="2358">
                  <c:v>128.56706237793</c:v>
                </c:pt>
                <c:pt idx="2359">
                  <c:v>128.57386779785199</c:v>
                </c:pt>
                <c:pt idx="2360">
                  <c:v>128.419357299805</c:v>
                </c:pt>
                <c:pt idx="2361">
                  <c:v>128.43634033203099</c:v>
                </c:pt>
                <c:pt idx="2362">
                  <c:v>128.33926391601599</c:v>
                </c:pt>
                <c:pt idx="2363">
                  <c:v>128.43736267089801</c:v>
                </c:pt>
                <c:pt idx="2364">
                  <c:v>128.19190979003901</c:v>
                </c:pt>
                <c:pt idx="2365">
                  <c:v>128.07041931152301</c:v>
                </c:pt>
                <c:pt idx="2366">
                  <c:v>128.02233886718801</c:v>
                </c:pt>
                <c:pt idx="2367">
                  <c:v>127.89493560791</c:v>
                </c:pt>
                <c:pt idx="2368">
                  <c:v>127.80133056640599</c:v>
                </c:pt>
                <c:pt idx="2369">
                  <c:v>127.76743316650401</c:v>
                </c:pt>
                <c:pt idx="2370">
                  <c:v>127.839065551758</c:v>
                </c:pt>
                <c:pt idx="2371">
                  <c:v>127.819129943848</c:v>
                </c:pt>
                <c:pt idx="2372">
                  <c:v>127.71369171142599</c:v>
                </c:pt>
                <c:pt idx="2373">
                  <c:v>127.57942199707</c:v>
                </c:pt>
                <c:pt idx="2374">
                  <c:v>127.55190277099599</c:v>
                </c:pt>
                <c:pt idx="2375">
                  <c:v>127.298149108887</c:v>
                </c:pt>
                <c:pt idx="2376">
                  <c:v>127.087196350098</c:v>
                </c:pt>
                <c:pt idx="2377">
                  <c:v>127.01327514648401</c:v>
                </c:pt>
                <c:pt idx="2378">
                  <c:v>126.937225341797</c:v>
                </c:pt>
                <c:pt idx="2379">
                  <c:v>126.80763244628901</c:v>
                </c:pt>
                <c:pt idx="2380">
                  <c:v>126.44107055664099</c:v>
                </c:pt>
                <c:pt idx="2381">
                  <c:v>126.16123199462901</c:v>
                </c:pt>
                <c:pt idx="2382">
                  <c:v>125.50269317627</c:v>
                </c:pt>
                <c:pt idx="2383">
                  <c:v>125.00673675537099</c:v>
                </c:pt>
                <c:pt idx="2384">
                  <c:v>124.70806884765599</c:v>
                </c:pt>
                <c:pt idx="2385">
                  <c:v>124.55471038818401</c:v>
                </c:pt>
                <c:pt idx="2386">
                  <c:v>124.475936889648</c:v>
                </c:pt>
                <c:pt idx="2387">
                  <c:v>124.40598297119099</c:v>
                </c:pt>
                <c:pt idx="2388">
                  <c:v>124.36814880371099</c:v>
                </c:pt>
                <c:pt idx="2389">
                  <c:v>124.18784332275401</c:v>
                </c:pt>
                <c:pt idx="2390">
                  <c:v>124.096405029297</c:v>
                </c:pt>
                <c:pt idx="2391">
                  <c:v>123.901481628418</c:v>
                </c:pt>
                <c:pt idx="2392">
                  <c:v>123.658500671387</c:v>
                </c:pt>
                <c:pt idx="2393">
                  <c:v>123.633628845215</c:v>
                </c:pt>
                <c:pt idx="2394">
                  <c:v>123.490966796875</c:v>
                </c:pt>
                <c:pt idx="2395">
                  <c:v>123.24405670166</c:v>
                </c:pt>
                <c:pt idx="2396">
                  <c:v>123.040405273438</c:v>
                </c:pt>
                <c:pt idx="2397">
                  <c:v>122.95530700683599</c:v>
                </c:pt>
                <c:pt idx="2398">
                  <c:v>122.915534973145</c:v>
                </c:pt>
                <c:pt idx="2399">
                  <c:v>122.78273010253901</c:v>
                </c:pt>
                <c:pt idx="2400">
                  <c:v>122.796195983887</c:v>
                </c:pt>
                <c:pt idx="2401">
                  <c:v>122.596382141113</c:v>
                </c:pt>
                <c:pt idx="2402">
                  <c:v>122.68008422851599</c:v>
                </c:pt>
                <c:pt idx="2403">
                  <c:v>122.47727203369099</c:v>
                </c:pt>
                <c:pt idx="2404">
                  <c:v>122.332466125488</c:v>
                </c:pt>
                <c:pt idx="2405">
                  <c:v>122.19612121582</c:v>
                </c:pt>
                <c:pt idx="2406">
                  <c:v>122.09683227539099</c:v>
                </c:pt>
                <c:pt idx="2407">
                  <c:v>121.971817016602</c:v>
                </c:pt>
                <c:pt idx="2408">
                  <c:v>121.997436523438</c:v>
                </c:pt>
                <c:pt idx="2409">
                  <c:v>121.94003295898401</c:v>
                </c:pt>
                <c:pt idx="2410">
                  <c:v>121.97292327880901</c:v>
                </c:pt>
                <c:pt idx="2411">
                  <c:v>121.927772521973</c:v>
                </c:pt>
                <c:pt idx="2412">
                  <c:v>121.889457702637</c:v>
                </c:pt>
                <c:pt idx="2413">
                  <c:v>121.75821685791</c:v>
                </c:pt>
                <c:pt idx="2414">
                  <c:v>121.64495849609401</c:v>
                </c:pt>
                <c:pt idx="2415">
                  <c:v>121.61627960205099</c:v>
                </c:pt>
                <c:pt idx="2416">
                  <c:v>121.52498626709</c:v>
                </c:pt>
                <c:pt idx="2417">
                  <c:v>121.39939880371099</c:v>
                </c:pt>
                <c:pt idx="2418">
                  <c:v>121.38719177246099</c:v>
                </c:pt>
                <c:pt idx="2419">
                  <c:v>121.339302062988</c:v>
                </c:pt>
                <c:pt idx="2420">
                  <c:v>121.27418518066401</c:v>
                </c:pt>
                <c:pt idx="2421">
                  <c:v>121.228477478027</c:v>
                </c:pt>
                <c:pt idx="2422">
                  <c:v>121.200546264648</c:v>
                </c:pt>
                <c:pt idx="2423">
                  <c:v>121.117065429688</c:v>
                </c:pt>
                <c:pt idx="2424">
                  <c:v>120.750816345215</c:v>
                </c:pt>
                <c:pt idx="2425">
                  <c:v>120.441734313965</c:v>
                </c:pt>
                <c:pt idx="2426">
                  <c:v>120.100379943848</c:v>
                </c:pt>
                <c:pt idx="2427">
                  <c:v>119.807777404785</c:v>
                </c:pt>
                <c:pt idx="2428">
                  <c:v>119.610717773438</c:v>
                </c:pt>
                <c:pt idx="2429">
                  <c:v>119.29557800293</c:v>
                </c:pt>
                <c:pt idx="2430">
                  <c:v>118.95230102539099</c:v>
                </c:pt>
                <c:pt idx="2431">
                  <c:v>118.57253265380901</c:v>
                </c:pt>
                <c:pt idx="2432">
                  <c:v>118.225143432617</c:v>
                </c:pt>
                <c:pt idx="2433">
                  <c:v>118.04400634765599</c:v>
                </c:pt>
                <c:pt idx="2434">
                  <c:v>117.92561340332</c:v>
                </c:pt>
                <c:pt idx="2435">
                  <c:v>117.715942382813</c:v>
                </c:pt>
                <c:pt idx="2436">
                  <c:v>117.502067565918</c:v>
                </c:pt>
                <c:pt idx="2437">
                  <c:v>117.26141357421901</c:v>
                </c:pt>
                <c:pt idx="2438">
                  <c:v>117.03334808349599</c:v>
                </c:pt>
                <c:pt idx="2439">
                  <c:v>116.80005645752</c:v>
                </c:pt>
                <c:pt idx="2440">
                  <c:v>116.61270141601599</c:v>
                </c:pt>
                <c:pt idx="2441">
                  <c:v>116.430229187012</c:v>
                </c:pt>
                <c:pt idx="2442">
                  <c:v>116.18075561523401</c:v>
                </c:pt>
                <c:pt idx="2443">
                  <c:v>115.934677124023</c:v>
                </c:pt>
                <c:pt idx="2444">
                  <c:v>115.672233581543</c:v>
                </c:pt>
                <c:pt idx="2445">
                  <c:v>115.468872070313</c:v>
                </c:pt>
                <c:pt idx="2446">
                  <c:v>115.247398376465</c:v>
                </c:pt>
                <c:pt idx="2447">
                  <c:v>115.162956237793</c:v>
                </c:pt>
                <c:pt idx="2448">
                  <c:v>114.983528137207</c:v>
                </c:pt>
                <c:pt idx="2449">
                  <c:v>114.82642364502</c:v>
                </c:pt>
                <c:pt idx="2450">
                  <c:v>114.710693359375</c:v>
                </c:pt>
                <c:pt idx="2451">
                  <c:v>114.638565063477</c:v>
                </c:pt>
                <c:pt idx="2452">
                  <c:v>114.62526702880901</c:v>
                </c:pt>
                <c:pt idx="2453">
                  <c:v>114.504257202148</c:v>
                </c:pt>
                <c:pt idx="2454">
                  <c:v>114.42098236084</c:v>
                </c:pt>
                <c:pt idx="2455">
                  <c:v>114.38402557373</c:v>
                </c:pt>
                <c:pt idx="2456">
                  <c:v>114.38360595703099</c:v>
                </c:pt>
                <c:pt idx="2457">
                  <c:v>114.407989501953</c:v>
                </c:pt>
                <c:pt idx="2458">
                  <c:v>114.43804931640599</c:v>
                </c:pt>
                <c:pt idx="2459">
                  <c:v>114.37567138671901</c:v>
                </c:pt>
                <c:pt idx="2460">
                  <c:v>114.50766754150401</c:v>
                </c:pt>
                <c:pt idx="2461">
                  <c:v>114.727165222168</c:v>
                </c:pt>
                <c:pt idx="2462">
                  <c:v>114.85446929931599</c:v>
                </c:pt>
                <c:pt idx="2463">
                  <c:v>115.17433166503901</c:v>
                </c:pt>
                <c:pt idx="2464">
                  <c:v>115.28639984130901</c:v>
                </c:pt>
                <c:pt idx="2465">
                  <c:v>115.171920776367</c:v>
                </c:pt>
                <c:pt idx="2466">
                  <c:v>115.25417327880901</c:v>
                </c:pt>
                <c:pt idx="2467">
                  <c:v>115.45701599121099</c:v>
                </c:pt>
                <c:pt idx="2468">
                  <c:v>115.748573303223</c:v>
                </c:pt>
                <c:pt idx="2469">
                  <c:v>115.77309417724599</c:v>
                </c:pt>
                <c:pt idx="2470">
                  <c:v>115.94651794433599</c:v>
                </c:pt>
                <c:pt idx="2471">
                  <c:v>116.03278350830099</c:v>
                </c:pt>
                <c:pt idx="2472">
                  <c:v>116.139320373535</c:v>
                </c:pt>
                <c:pt idx="2473">
                  <c:v>116.295600891113</c:v>
                </c:pt>
                <c:pt idx="2474">
                  <c:v>116.26455688476599</c:v>
                </c:pt>
                <c:pt idx="2475">
                  <c:v>116.264770507813</c:v>
                </c:pt>
                <c:pt idx="2476">
                  <c:v>116.253425598145</c:v>
                </c:pt>
                <c:pt idx="2477">
                  <c:v>116.255088806152</c:v>
                </c:pt>
                <c:pt idx="2478">
                  <c:v>116.256546020508</c:v>
                </c:pt>
                <c:pt idx="2479">
                  <c:v>116.22442626953099</c:v>
                </c:pt>
                <c:pt idx="2480">
                  <c:v>115.94708251953099</c:v>
                </c:pt>
                <c:pt idx="2481">
                  <c:v>115.76015472412099</c:v>
                </c:pt>
                <c:pt idx="2482">
                  <c:v>115.604789733887</c:v>
                </c:pt>
                <c:pt idx="2483">
                  <c:v>115.458908081055</c:v>
                </c:pt>
                <c:pt idx="2484">
                  <c:v>115.350425720215</c:v>
                </c:pt>
                <c:pt idx="2485">
                  <c:v>115.284797668457</c:v>
                </c:pt>
                <c:pt idx="2486">
                  <c:v>115.08074188232401</c:v>
                </c:pt>
                <c:pt idx="2487">
                  <c:v>115.005081176758</c:v>
                </c:pt>
                <c:pt idx="2488">
                  <c:v>114.848037719727</c:v>
                </c:pt>
                <c:pt idx="2489">
                  <c:v>114.65232849121099</c:v>
                </c:pt>
                <c:pt idx="2490">
                  <c:v>114.47103881835901</c:v>
                </c:pt>
                <c:pt idx="2491">
                  <c:v>114.255813598633</c:v>
                </c:pt>
                <c:pt idx="2492">
                  <c:v>114.061317443848</c:v>
                </c:pt>
                <c:pt idx="2493">
                  <c:v>113.88256072998</c:v>
                </c:pt>
                <c:pt idx="2494">
                  <c:v>113.749954223633</c:v>
                </c:pt>
                <c:pt idx="2495">
                  <c:v>113.54824066162099</c:v>
                </c:pt>
                <c:pt idx="2496">
                  <c:v>113.40518188476599</c:v>
                </c:pt>
                <c:pt idx="2497">
                  <c:v>113.25089263916</c:v>
                </c:pt>
                <c:pt idx="2498">
                  <c:v>113.08806610107401</c:v>
                </c:pt>
                <c:pt idx="2499">
                  <c:v>112.97373199462901</c:v>
                </c:pt>
                <c:pt idx="2500">
                  <c:v>112.82423400878901</c:v>
                </c:pt>
                <c:pt idx="2501">
                  <c:v>112.66570281982401</c:v>
                </c:pt>
                <c:pt idx="2502">
                  <c:v>112.491912841797</c:v>
                </c:pt>
                <c:pt idx="2503">
                  <c:v>112.45566558837901</c:v>
                </c:pt>
                <c:pt idx="2504">
                  <c:v>112.283073425293</c:v>
                </c:pt>
                <c:pt idx="2505">
                  <c:v>112.083213806152</c:v>
                </c:pt>
                <c:pt idx="2506">
                  <c:v>112.032272338867</c:v>
                </c:pt>
                <c:pt idx="2507">
                  <c:v>111.786819458008</c:v>
                </c:pt>
                <c:pt idx="2508">
                  <c:v>111.697708129883</c:v>
                </c:pt>
                <c:pt idx="2509">
                  <c:v>111.621444702148</c:v>
                </c:pt>
                <c:pt idx="2510">
                  <c:v>111.55517578125</c:v>
                </c:pt>
                <c:pt idx="2511">
                  <c:v>111.47478485107401</c:v>
                </c:pt>
                <c:pt idx="2512">
                  <c:v>111.31990814209</c:v>
                </c:pt>
                <c:pt idx="2513">
                  <c:v>111.109016418457</c:v>
                </c:pt>
                <c:pt idx="2514">
                  <c:v>110.98891448974599</c:v>
                </c:pt>
                <c:pt idx="2515">
                  <c:v>110.905731201172</c:v>
                </c:pt>
                <c:pt idx="2516">
                  <c:v>110.834907531738</c:v>
                </c:pt>
                <c:pt idx="2517">
                  <c:v>110.70986938476599</c:v>
                </c:pt>
                <c:pt idx="2518">
                  <c:v>110.622528076172</c:v>
                </c:pt>
                <c:pt idx="2519">
                  <c:v>110.466430664063</c:v>
                </c:pt>
                <c:pt idx="2520">
                  <c:v>110.27507781982401</c:v>
                </c:pt>
                <c:pt idx="2521">
                  <c:v>110.07102966308599</c:v>
                </c:pt>
                <c:pt idx="2522">
                  <c:v>109.92642211914099</c:v>
                </c:pt>
                <c:pt idx="2523">
                  <c:v>109.84636688232401</c:v>
                </c:pt>
                <c:pt idx="2524">
                  <c:v>109.799758911133</c:v>
                </c:pt>
                <c:pt idx="2525">
                  <c:v>109.615226745605</c:v>
                </c:pt>
                <c:pt idx="2526">
                  <c:v>108.122833251953</c:v>
                </c:pt>
                <c:pt idx="2527">
                  <c:v>107.59860992431599</c:v>
                </c:pt>
                <c:pt idx="2528">
                  <c:v>106.826385498047</c:v>
                </c:pt>
                <c:pt idx="2529">
                  <c:v>105.836288452148</c:v>
                </c:pt>
                <c:pt idx="2530">
                  <c:v>105.32765197753901</c:v>
                </c:pt>
                <c:pt idx="2531">
                  <c:v>105.14377593994099</c:v>
                </c:pt>
                <c:pt idx="2532">
                  <c:v>105.027503967285</c:v>
                </c:pt>
                <c:pt idx="2533">
                  <c:v>104.91253662109401</c:v>
                </c:pt>
                <c:pt idx="2534">
                  <c:v>104.853469848633</c:v>
                </c:pt>
                <c:pt idx="2535">
                  <c:v>104.82315063476599</c:v>
                </c:pt>
                <c:pt idx="2536">
                  <c:v>104.80759429931599</c:v>
                </c:pt>
                <c:pt idx="2537">
                  <c:v>104.799606323242</c:v>
                </c:pt>
                <c:pt idx="2538">
                  <c:v>104.79550170898401</c:v>
                </c:pt>
                <c:pt idx="2539">
                  <c:v>104.79339599609401</c:v>
                </c:pt>
                <c:pt idx="2540">
                  <c:v>105.295867919922</c:v>
                </c:pt>
                <c:pt idx="2541">
                  <c:v>105.22679138183599</c:v>
                </c:pt>
                <c:pt idx="2542">
                  <c:v>106.05573272705099</c:v>
                </c:pt>
                <c:pt idx="2543">
                  <c:v>107.78150177002</c:v>
                </c:pt>
                <c:pt idx="2544">
                  <c:v>108.756591796875</c:v>
                </c:pt>
                <c:pt idx="2545">
                  <c:v>109.25203704834</c:v>
                </c:pt>
                <c:pt idx="2546">
                  <c:v>109.596839904785</c:v>
                </c:pt>
                <c:pt idx="2547">
                  <c:v>109.873649597168</c:v>
                </c:pt>
                <c:pt idx="2548">
                  <c:v>110.08715057373</c:v>
                </c:pt>
                <c:pt idx="2549">
                  <c:v>110.298965454102</c:v>
                </c:pt>
                <c:pt idx="2550">
                  <c:v>110.60041809082</c:v>
                </c:pt>
                <c:pt idx="2551">
                  <c:v>110.81097412109401</c:v>
                </c:pt>
                <c:pt idx="2552">
                  <c:v>111.001113891602</c:v>
                </c:pt>
                <c:pt idx="2553">
                  <c:v>111.146209716797</c:v>
                </c:pt>
                <c:pt idx="2554">
                  <c:v>111.48329925537099</c:v>
                </c:pt>
                <c:pt idx="2555">
                  <c:v>111.81576538085901</c:v>
                </c:pt>
                <c:pt idx="2556">
                  <c:v>111.98210144043</c:v>
                </c:pt>
                <c:pt idx="2557">
                  <c:v>112.196235656738</c:v>
                </c:pt>
                <c:pt idx="2558">
                  <c:v>112.429145812988</c:v>
                </c:pt>
                <c:pt idx="2559">
                  <c:v>112.465927124023</c:v>
                </c:pt>
                <c:pt idx="2560">
                  <c:v>112.64764404296901</c:v>
                </c:pt>
                <c:pt idx="2561">
                  <c:v>112.722732543945</c:v>
                </c:pt>
                <c:pt idx="2562">
                  <c:v>113.04929351806599</c:v>
                </c:pt>
                <c:pt idx="2563">
                  <c:v>113.23187255859401</c:v>
                </c:pt>
                <c:pt idx="2564">
                  <c:v>113.407272338867</c:v>
                </c:pt>
                <c:pt idx="2565">
                  <c:v>113.50335693359401</c:v>
                </c:pt>
                <c:pt idx="2566">
                  <c:v>113.574165344238</c:v>
                </c:pt>
                <c:pt idx="2567">
                  <c:v>113.62735748291</c:v>
                </c:pt>
                <c:pt idx="2568">
                  <c:v>113.46786499023401</c:v>
                </c:pt>
                <c:pt idx="2569">
                  <c:v>113.339645385742</c:v>
                </c:pt>
                <c:pt idx="2570">
                  <c:v>113.67398071289099</c:v>
                </c:pt>
                <c:pt idx="2571">
                  <c:v>113.840034484863</c:v>
                </c:pt>
                <c:pt idx="2572">
                  <c:v>113.89461517334</c:v>
                </c:pt>
                <c:pt idx="2573">
                  <c:v>113.540885925293</c:v>
                </c:pt>
                <c:pt idx="2574">
                  <c:v>113.64495086669901</c:v>
                </c:pt>
                <c:pt idx="2575">
                  <c:v>113.760360717773</c:v>
                </c:pt>
                <c:pt idx="2576">
                  <c:v>113.889518737793</c:v>
                </c:pt>
                <c:pt idx="2577">
                  <c:v>113.999351501465</c:v>
                </c:pt>
                <c:pt idx="2578">
                  <c:v>114.06063079834</c:v>
                </c:pt>
                <c:pt idx="2579">
                  <c:v>114.11167144775401</c:v>
                </c:pt>
                <c:pt idx="2580">
                  <c:v>114.004402160645</c:v>
                </c:pt>
                <c:pt idx="2581">
                  <c:v>113.95458984375</c:v>
                </c:pt>
                <c:pt idx="2582">
                  <c:v>114.084022521973</c:v>
                </c:pt>
                <c:pt idx="2583">
                  <c:v>114.072952270508</c:v>
                </c:pt>
                <c:pt idx="2584">
                  <c:v>114.06435394287099</c:v>
                </c:pt>
                <c:pt idx="2585">
                  <c:v>113.93605804443401</c:v>
                </c:pt>
                <c:pt idx="2586">
                  <c:v>113.97975158691401</c:v>
                </c:pt>
                <c:pt idx="2587">
                  <c:v>113.91024780273401</c:v>
                </c:pt>
                <c:pt idx="2588">
                  <c:v>113.93788909912099</c:v>
                </c:pt>
                <c:pt idx="2589">
                  <c:v>113.910751342773</c:v>
                </c:pt>
                <c:pt idx="2590">
                  <c:v>113.90940856933599</c:v>
                </c:pt>
                <c:pt idx="2591">
                  <c:v>113.70223999023401</c:v>
                </c:pt>
                <c:pt idx="2592">
                  <c:v>113.494987487793</c:v>
                </c:pt>
                <c:pt idx="2593">
                  <c:v>113.27571105957</c:v>
                </c:pt>
                <c:pt idx="2594">
                  <c:v>113.378852844238</c:v>
                </c:pt>
                <c:pt idx="2595">
                  <c:v>113.202583312988</c:v>
                </c:pt>
                <c:pt idx="2596">
                  <c:v>113.08579254150401</c:v>
                </c:pt>
                <c:pt idx="2597">
                  <c:v>113.029418945313</c:v>
                </c:pt>
                <c:pt idx="2598">
                  <c:v>113.017654418945</c:v>
                </c:pt>
                <c:pt idx="2599">
                  <c:v>112.99591064453099</c:v>
                </c:pt>
                <c:pt idx="2600">
                  <c:v>112.96809387207</c:v>
                </c:pt>
                <c:pt idx="2601">
                  <c:v>112.927047729492</c:v>
                </c:pt>
                <c:pt idx="2602">
                  <c:v>112.73121643066401</c:v>
                </c:pt>
                <c:pt idx="2603">
                  <c:v>112.72653961181599</c:v>
                </c:pt>
                <c:pt idx="2604">
                  <c:v>112.707061767578</c:v>
                </c:pt>
                <c:pt idx="2605">
                  <c:v>112.77938842773401</c:v>
                </c:pt>
                <c:pt idx="2606">
                  <c:v>112.59080505371099</c:v>
                </c:pt>
                <c:pt idx="2607">
                  <c:v>112.39549255371099</c:v>
                </c:pt>
                <c:pt idx="2608">
                  <c:v>112.41782379150401</c:v>
                </c:pt>
                <c:pt idx="2609">
                  <c:v>112.40615844726599</c:v>
                </c:pt>
                <c:pt idx="2610">
                  <c:v>112.354118347168</c:v>
                </c:pt>
                <c:pt idx="2611">
                  <c:v>112.272323608398</c:v>
                </c:pt>
                <c:pt idx="2612">
                  <c:v>112.33961486816401</c:v>
                </c:pt>
                <c:pt idx="2613">
                  <c:v>112.30874633789099</c:v>
                </c:pt>
                <c:pt idx="2614">
                  <c:v>112.29539489746099</c:v>
                </c:pt>
                <c:pt idx="2615">
                  <c:v>112.22751617431599</c:v>
                </c:pt>
                <c:pt idx="2616">
                  <c:v>112.20871734619099</c:v>
                </c:pt>
                <c:pt idx="2617">
                  <c:v>112.14841461181599</c:v>
                </c:pt>
                <c:pt idx="2618">
                  <c:v>112.111434936523</c:v>
                </c:pt>
                <c:pt idx="2619">
                  <c:v>112.03400421142599</c:v>
                </c:pt>
                <c:pt idx="2620">
                  <c:v>112.06989288330099</c:v>
                </c:pt>
                <c:pt idx="2621">
                  <c:v>112.23194885253901</c:v>
                </c:pt>
                <c:pt idx="2622">
                  <c:v>112.18350219726599</c:v>
                </c:pt>
                <c:pt idx="2623">
                  <c:v>112.30633544921901</c:v>
                </c:pt>
                <c:pt idx="2624">
                  <c:v>112.584884643555</c:v>
                </c:pt>
                <c:pt idx="2625">
                  <c:v>112.67137145996099</c:v>
                </c:pt>
                <c:pt idx="2626">
                  <c:v>112.597625732422</c:v>
                </c:pt>
                <c:pt idx="2627">
                  <c:v>112.742218017578</c:v>
                </c:pt>
                <c:pt idx="2628">
                  <c:v>112.78509521484401</c:v>
                </c:pt>
                <c:pt idx="2629">
                  <c:v>112.564781188965</c:v>
                </c:pt>
                <c:pt idx="2630">
                  <c:v>112.37628936767599</c:v>
                </c:pt>
                <c:pt idx="2631">
                  <c:v>112.281463623047</c:v>
                </c:pt>
                <c:pt idx="2632">
                  <c:v>112.211051940918</c:v>
                </c:pt>
                <c:pt idx="2633">
                  <c:v>112.08229064941401</c:v>
                </c:pt>
                <c:pt idx="2634">
                  <c:v>111.88729095459</c:v>
                </c:pt>
                <c:pt idx="2635">
                  <c:v>111.722366333008</c:v>
                </c:pt>
                <c:pt idx="2636">
                  <c:v>111.562576293945</c:v>
                </c:pt>
                <c:pt idx="2637">
                  <c:v>111.425621032715</c:v>
                </c:pt>
                <c:pt idx="2638">
                  <c:v>111.21752166748</c:v>
                </c:pt>
                <c:pt idx="2639">
                  <c:v>110.998207092285</c:v>
                </c:pt>
                <c:pt idx="2640">
                  <c:v>110.827880859375</c:v>
                </c:pt>
                <c:pt idx="2641">
                  <c:v>110.645469665527</c:v>
                </c:pt>
                <c:pt idx="2642">
                  <c:v>110.460906982422</c:v>
                </c:pt>
                <c:pt idx="2643">
                  <c:v>110.26507568359401</c:v>
                </c:pt>
                <c:pt idx="2644">
                  <c:v>110.041999816895</c:v>
                </c:pt>
                <c:pt idx="2645">
                  <c:v>109.82501220703099</c:v>
                </c:pt>
                <c:pt idx="2646">
                  <c:v>109.75547027587901</c:v>
                </c:pt>
                <c:pt idx="2647">
                  <c:v>109.42726898193401</c:v>
                </c:pt>
                <c:pt idx="2648">
                  <c:v>108.51361083984401</c:v>
                </c:pt>
                <c:pt idx="2649">
                  <c:v>107.76300048828099</c:v>
                </c:pt>
                <c:pt idx="2650">
                  <c:v>106.55516052246099</c:v>
                </c:pt>
                <c:pt idx="2651">
                  <c:v>105.706825256348</c:v>
                </c:pt>
                <c:pt idx="2652">
                  <c:v>105.261352539063</c:v>
                </c:pt>
                <c:pt idx="2653">
                  <c:v>105.03261566162099</c:v>
                </c:pt>
                <c:pt idx="2654">
                  <c:v>104.91510772705099</c:v>
                </c:pt>
                <c:pt idx="2655">
                  <c:v>104.85479736328099</c:v>
                </c:pt>
                <c:pt idx="2656">
                  <c:v>104.823844909668</c:v>
                </c:pt>
                <c:pt idx="2657">
                  <c:v>104.807945251465</c:v>
                </c:pt>
                <c:pt idx="2658">
                  <c:v>104.79978942871099</c:v>
                </c:pt>
                <c:pt idx="2659">
                  <c:v>104.79559326171901</c:v>
                </c:pt>
                <c:pt idx="2660">
                  <c:v>104.79344177246099</c:v>
                </c:pt>
                <c:pt idx="2661">
                  <c:v>104.792343139648</c:v>
                </c:pt>
                <c:pt idx="2662">
                  <c:v>104.79177093505901</c:v>
                </c:pt>
                <c:pt idx="2663">
                  <c:v>104.79148101806599</c:v>
                </c:pt>
                <c:pt idx="2664">
                  <c:v>104.79132843017599</c:v>
                </c:pt>
                <c:pt idx="2665">
                  <c:v>104.79125213623</c:v>
                </c:pt>
                <c:pt idx="2666">
                  <c:v>104.791213989258</c:v>
                </c:pt>
                <c:pt idx="2667">
                  <c:v>104.79119873046901</c:v>
                </c:pt>
                <c:pt idx="2668">
                  <c:v>104.79118347168</c:v>
                </c:pt>
                <c:pt idx="2669">
                  <c:v>104.79118347168</c:v>
                </c:pt>
                <c:pt idx="2670">
                  <c:v>104.791175842285</c:v>
                </c:pt>
                <c:pt idx="2671">
                  <c:v>104.791175842285</c:v>
                </c:pt>
                <c:pt idx="2672">
                  <c:v>104.791175842285</c:v>
                </c:pt>
                <c:pt idx="2673">
                  <c:v>104.791175842285</c:v>
                </c:pt>
                <c:pt idx="2674">
                  <c:v>104.791175842285</c:v>
                </c:pt>
                <c:pt idx="2675">
                  <c:v>104.791175842285</c:v>
                </c:pt>
                <c:pt idx="2676">
                  <c:v>104.791175842285</c:v>
                </c:pt>
                <c:pt idx="2677">
                  <c:v>104.791175842285</c:v>
                </c:pt>
                <c:pt idx="2678">
                  <c:v>104.791175842285</c:v>
                </c:pt>
                <c:pt idx="2679">
                  <c:v>104.791175842285</c:v>
                </c:pt>
                <c:pt idx="2680">
                  <c:v>104.791175842285</c:v>
                </c:pt>
                <c:pt idx="2681">
                  <c:v>104.791175842285</c:v>
                </c:pt>
                <c:pt idx="2682">
                  <c:v>104.791175842285</c:v>
                </c:pt>
                <c:pt idx="2683">
                  <c:v>104.791175842285</c:v>
                </c:pt>
                <c:pt idx="2684">
                  <c:v>104.791175842285</c:v>
                </c:pt>
                <c:pt idx="2685">
                  <c:v>104.791175842285</c:v>
                </c:pt>
                <c:pt idx="2686">
                  <c:v>104.791175842285</c:v>
                </c:pt>
                <c:pt idx="2687">
                  <c:v>104.791175842285</c:v>
                </c:pt>
                <c:pt idx="2688">
                  <c:v>104.791175842285</c:v>
                </c:pt>
                <c:pt idx="2689">
                  <c:v>104.791175842285</c:v>
                </c:pt>
                <c:pt idx="2690">
                  <c:v>104.791175842285</c:v>
                </c:pt>
                <c:pt idx="2691">
                  <c:v>104.791175842285</c:v>
                </c:pt>
                <c:pt idx="2692">
                  <c:v>104.791175842285</c:v>
                </c:pt>
                <c:pt idx="2693">
                  <c:v>104.791175842285</c:v>
                </c:pt>
                <c:pt idx="2694">
                  <c:v>104.791175842285</c:v>
                </c:pt>
                <c:pt idx="2695">
                  <c:v>104.791175842285</c:v>
                </c:pt>
                <c:pt idx="2696">
                  <c:v>104.791175842285</c:v>
                </c:pt>
                <c:pt idx="2697">
                  <c:v>104.791175842285</c:v>
                </c:pt>
                <c:pt idx="2698">
                  <c:v>104.791175842285</c:v>
                </c:pt>
                <c:pt idx="2699">
                  <c:v>104.791175842285</c:v>
                </c:pt>
                <c:pt idx="2700">
                  <c:v>104.791175842285</c:v>
                </c:pt>
                <c:pt idx="2701">
                  <c:v>104.791175842285</c:v>
                </c:pt>
                <c:pt idx="2702">
                  <c:v>104.791175842285</c:v>
                </c:pt>
                <c:pt idx="2703">
                  <c:v>104.791175842285</c:v>
                </c:pt>
                <c:pt idx="2704">
                  <c:v>104.791175842285</c:v>
                </c:pt>
                <c:pt idx="2705">
                  <c:v>104.791175842285</c:v>
                </c:pt>
                <c:pt idx="2706">
                  <c:v>104.791175842285</c:v>
                </c:pt>
                <c:pt idx="2707">
                  <c:v>104.791175842285</c:v>
                </c:pt>
                <c:pt idx="2708">
                  <c:v>104.791175842285</c:v>
                </c:pt>
                <c:pt idx="2709">
                  <c:v>104.791175842285</c:v>
                </c:pt>
                <c:pt idx="2710">
                  <c:v>104.791175842285</c:v>
                </c:pt>
                <c:pt idx="2711">
                  <c:v>104.791175842285</c:v>
                </c:pt>
                <c:pt idx="2712">
                  <c:v>104.791175842285</c:v>
                </c:pt>
                <c:pt idx="2713">
                  <c:v>104.791175842285</c:v>
                </c:pt>
                <c:pt idx="2714">
                  <c:v>104.791175842285</c:v>
                </c:pt>
                <c:pt idx="2715">
                  <c:v>104.791175842285</c:v>
                </c:pt>
                <c:pt idx="2716">
                  <c:v>104.791175842285</c:v>
                </c:pt>
                <c:pt idx="2717">
                  <c:v>104.791175842285</c:v>
                </c:pt>
                <c:pt idx="2718">
                  <c:v>104.791175842285</c:v>
                </c:pt>
                <c:pt idx="2719">
                  <c:v>104.791175842285</c:v>
                </c:pt>
                <c:pt idx="2720">
                  <c:v>104.791175842285</c:v>
                </c:pt>
                <c:pt idx="2721">
                  <c:v>104.791175842285</c:v>
                </c:pt>
                <c:pt idx="2722">
                  <c:v>104.791175842285</c:v>
                </c:pt>
                <c:pt idx="2723">
                  <c:v>104.78091430664099</c:v>
                </c:pt>
                <c:pt idx="2724">
                  <c:v>104.694229125977</c:v>
                </c:pt>
                <c:pt idx="2725">
                  <c:v>104.61810302734401</c:v>
                </c:pt>
                <c:pt idx="2726">
                  <c:v>104.45061492919901</c:v>
                </c:pt>
                <c:pt idx="2727">
                  <c:v>104.27214813232401</c:v>
                </c:pt>
                <c:pt idx="2728">
                  <c:v>104.11262512207</c:v>
                </c:pt>
                <c:pt idx="2729">
                  <c:v>103.840225219727</c:v>
                </c:pt>
                <c:pt idx="2730">
                  <c:v>103.65940856933599</c:v>
                </c:pt>
                <c:pt idx="2731">
                  <c:v>103.453559875488</c:v>
                </c:pt>
                <c:pt idx="2732">
                  <c:v>103.29542541503901</c:v>
                </c:pt>
                <c:pt idx="2733">
                  <c:v>103.086906433105</c:v>
                </c:pt>
                <c:pt idx="2734">
                  <c:v>102.95077514648401</c:v>
                </c:pt>
                <c:pt idx="2735">
                  <c:v>102.678192138672</c:v>
                </c:pt>
                <c:pt idx="2736">
                  <c:v>102.34865570068401</c:v>
                </c:pt>
                <c:pt idx="2737">
                  <c:v>102.10765838623</c:v>
                </c:pt>
                <c:pt idx="2738">
                  <c:v>101.88981628418</c:v>
                </c:pt>
                <c:pt idx="2739">
                  <c:v>101.73911285400401</c:v>
                </c:pt>
                <c:pt idx="2740">
                  <c:v>101.651573181152</c:v>
                </c:pt>
                <c:pt idx="2741">
                  <c:v>101.50552368164099</c:v>
                </c:pt>
                <c:pt idx="2742">
                  <c:v>101.20928955078099</c:v>
                </c:pt>
                <c:pt idx="2743">
                  <c:v>101.019248962402</c:v>
                </c:pt>
                <c:pt idx="2744">
                  <c:v>100.78752899169901</c:v>
                </c:pt>
                <c:pt idx="2745">
                  <c:v>100.579971313477</c:v>
                </c:pt>
                <c:pt idx="2746">
                  <c:v>100.33684539794901</c:v>
                </c:pt>
                <c:pt idx="2747">
                  <c:v>100.143936157227</c:v>
                </c:pt>
                <c:pt idx="2748">
                  <c:v>99.978935241699205</c:v>
                </c:pt>
                <c:pt idx="2749">
                  <c:v>99.811347961425795</c:v>
                </c:pt>
                <c:pt idx="2750">
                  <c:v>99.247329711914105</c:v>
                </c:pt>
                <c:pt idx="2751">
                  <c:v>98.770698547363295</c:v>
                </c:pt>
                <c:pt idx="2752">
                  <c:v>98.520919799804702</c:v>
                </c:pt>
                <c:pt idx="2753">
                  <c:v>98.405403137207003</c:v>
                </c:pt>
                <c:pt idx="2754">
                  <c:v>98.335250854492202</c:v>
                </c:pt>
                <c:pt idx="2755">
                  <c:v>98.297302246093807</c:v>
                </c:pt>
                <c:pt idx="2756">
                  <c:v>98.276359558105497</c:v>
                </c:pt>
                <c:pt idx="2757">
                  <c:v>98.238594055175795</c:v>
                </c:pt>
                <c:pt idx="2758">
                  <c:v>98.161727905273395</c:v>
                </c:pt>
                <c:pt idx="2759">
                  <c:v>98.0599365234375</c:v>
                </c:pt>
                <c:pt idx="2760">
                  <c:v>97.959289550781307</c:v>
                </c:pt>
                <c:pt idx="2761">
                  <c:v>97.787513732910199</c:v>
                </c:pt>
                <c:pt idx="2762">
                  <c:v>97.661964416503906</c:v>
                </c:pt>
                <c:pt idx="2763">
                  <c:v>97.540107727050795</c:v>
                </c:pt>
                <c:pt idx="2764">
                  <c:v>97.374046325683594</c:v>
                </c:pt>
                <c:pt idx="2765">
                  <c:v>97.169692993164105</c:v>
                </c:pt>
                <c:pt idx="2766">
                  <c:v>97.014427185058594</c:v>
                </c:pt>
                <c:pt idx="2767">
                  <c:v>96.900619506835895</c:v>
                </c:pt>
                <c:pt idx="2768">
                  <c:v>96.827888488769503</c:v>
                </c:pt>
                <c:pt idx="2769">
                  <c:v>96.747856140136705</c:v>
                </c:pt>
                <c:pt idx="2770">
                  <c:v>96.669975280761705</c:v>
                </c:pt>
                <c:pt idx="2771">
                  <c:v>96.461135864257798</c:v>
                </c:pt>
                <c:pt idx="2772">
                  <c:v>96.286964416503906</c:v>
                </c:pt>
                <c:pt idx="2773">
                  <c:v>96.110954284667997</c:v>
                </c:pt>
                <c:pt idx="2774">
                  <c:v>95.902305603027301</c:v>
                </c:pt>
                <c:pt idx="2775">
                  <c:v>95.680755615234403</c:v>
                </c:pt>
                <c:pt idx="2776">
                  <c:v>95.516700744628906</c:v>
                </c:pt>
                <c:pt idx="2777">
                  <c:v>95.343978881835895</c:v>
                </c:pt>
                <c:pt idx="2778">
                  <c:v>95.232177734375</c:v>
                </c:pt>
                <c:pt idx="2779">
                  <c:v>95.146530151367202</c:v>
                </c:pt>
                <c:pt idx="2780">
                  <c:v>95.100532531738295</c:v>
                </c:pt>
                <c:pt idx="2781">
                  <c:v>95.071762084960895</c:v>
                </c:pt>
                <c:pt idx="2782">
                  <c:v>95.056976318359403</c:v>
                </c:pt>
                <c:pt idx="2783">
                  <c:v>95.001930236816406</c:v>
                </c:pt>
                <c:pt idx="2784">
                  <c:v>94.985458374023395</c:v>
                </c:pt>
                <c:pt idx="2785">
                  <c:v>94.748855590820298</c:v>
                </c:pt>
                <c:pt idx="2786">
                  <c:v>94.464691162109403</c:v>
                </c:pt>
                <c:pt idx="2787">
                  <c:v>94.254981994628906</c:v>
                </c:pt>
                <c:pt idx="2788">
                  <c:v>94.000022888183594</c:v>
                </c:pt>
                <c:pt idx="2789">
                  <c:v>93.771514892578097</c:v>
                </c:pt>
                <c:pt idx="2790">
                  <c:v>93.600547790527301</c:v>
                </c:pt>
                <c:pt idx="2791">
                  <c:v>93.493476867675795</c:v>
                </c:pt>
                <c:pt idx="2792">
                  <c:v>93.410064697265597</c:v>
                </c:pt>
                <c:pt idx="2793">
                  <c:v>93.333053588867202</c:v>
                </c:pt>
                <c:pt idx="2794">
                  <c:v>93.199966430664105</c:v>
                </c:pt>
                <c:pt idx="2795">
                  <c:v>92.978019714355497</c:v>
                </c:pt>
                <c:pt idx="2796">
                  <c:v>92.845611572265597</c:v>
                </c:pt>
                <c:pt idx="2797">
                  <c:v>92.693870544433594</c:v>
                </c:pt>
                <c:pt idx="2798">
                  <c:v>92.597122192382798</c:v>
                </c:pt>
                <c:pt idx="2799">
                  <c:v>92.506950378417997</c:v>
                </c:pt>
                <c:pt idx="2800">
                  <c:v>92.393074035644503</c:v>
                </c:pt>
                <c:pt idx="2801">
                  <c:v>92.284866333007798</c:v>
                </c:pt>
                <c:pt idx="2802">
                  <c:v>92.203598022460895</c:v>
                </c:pt>
                <c:pt idx="2803">
                  <c:v>92.123489379882798</c:v>
                </c:pt>
                <c:pt idx="2804">
                  <c:v>92.004737854003906</c:v>
                </c:pt>
                <c:pt idx="2805">
                  <c:v>91.915359497070298</c:v>
                </c:pt>
                <c:pt idx="2806">
                  <c:v>91.848274230957003</c:v>
                </c:pt>
                <c:pt idx="2807">
                  <c:v>91.774971008300795</c:v>
                </c:pt>
                <c:pt idx="2808">
                  <c:v>91.700721740722699</c:v>
                </c:pt>
                <c:pt idx="2809">
                  <c:v>91.623985290527301</c:v>
                </c:pt>
                <c:pt idx="2810">
                  <c:v>91.464920043945298</c:v>
                </c:pt>
                <c:pt idx="2811">
                  <c:v>91.298919677734403</c:v>
                </c:pt>
                <c:pt idx="2812">
                  <c:v>91.179328918457003</c:v>
                </c:pt>
                <c:pt idx="2813">
                  <c:v>91.071083068847699</c:v>
                </c:pt>
                <c:pt idx="2814">
                  <c:v>90.958732604980497</c:v>
                </c:pt>
                <c:pt idx="2815">
                  <c:v>90.836357116699205</c:v>
                </c:pt>
                <c:pt idx="2816">
                  <c:v>90.764625549316406</c:v>
                </c:pt>
                <c:pt idx="2817">
                  <c:v>90.684959411621094</c:v>
                </c:pt>
                <c:pt idx="2818">
                  <c:v>90.521751403808594</c:v>
                </c:pt>
                <c:pt idx="2819">
                  <c:v>90.401931762695298</c:v>
                </c:pt>
                <c:pt idx="2820">
                  <c:v>90.2911376953125</c:v>
                </c:pt>
                <c:pt idx="2821">
                  <c:v>90.225685119628906</c:v>
                </c:pt>
                <c:pt idx="2822">
                  <c:v>90.184173583984403</c:v>
                </c:pt>
                <c:pt idx="2823">
                  <c:v>90.109016418457003</c:v>
                </c:pt>
                <c:pt idx="2824">
                  <c:v>90.034187316894503</c:v>
                </c:pt>
                <c:pt idx="2825">
                  <c:v>89.934783935546903</c:v>
                </c:pt>
                <c:pt idx="2826">
                  <c:v>89.738067626953097</c:v>
                </c:pt>
                <c:pt idx="2827">
                  <c:v>89.580741882324205</c:v>
                </c:pt>
                <c:pt idx="2828">
                  <c:v>89.433807373046903</c:v>
                </c:pt>
                <c:pt idx="2829">
                  <c:v>89.301261901855497</c:v>
                </c:pt>
                <c:pt idx="2830">
                  <c:v>89.217681884765597</c:v>
                </c:pt>
                <c:pt idx="2831">
                  <c:v>89.128196716308594</c:v>
                </c:pt>
                <c:pt idx="2832">
                  <c:v>89.022903442382798</c:v>
                </c:pt>
                <c:pt idx="2833">
                  <c:v>88.900939941406307</c:v>
                </c:pt>
                <c:pt idx="2834">
                  <c:v>88.788185119628906</c:v>
                </c:pt>
                <c:pt idx="2835">
                  <c:v>88.689353942871094</c:v>
                </c:pt>
                <c:pt idx="2836">
                  <c:v>88.625778198242202</c:v>
                </c:pt>
                <c:pt idx="2837">
                  <c:v>88.573181152343807</c:v>
                </c:pt>
                <c:pt idx="2838">
                  <c:v>88.545082092285199</c:v>
                </c:pt>
                <c:pt idx="2839">
                  <c:v>88.527565002441406</c:v>
                </c:pt>
                <c:pt idx="2840">
                  <c:v>88.457893371582003</c:v>
                </c:pt>
                <c:pt idx="2841">
                  <c:v>88.330253601074205</c:v>
                </c:pt>
                <c:pt idx="2842">
                  <c:v>88.251708984375</c:v>
                </c:pt>
                <c:pt idx="2843">
                  <c:v>88.138839721679702</c:v>
                </c:pt>
                <c:pt idx="2844">
                  <c:v>88.005767822265597</c:v>
                </c:pt>
                <c:pt idx="2845">
                  <c:v>87.861747741699205</c:v>
                </c:pt>
                <c:pt idx="2846">
                  <c:v>87.788116455078097</c:v>
                </c:pt>
                <c:pt idx="2847">
                  <c:v>87.721450805664105</c:v>
                </c:pt>
                <c:pt idx="2848">
                  <c:v>87.614204406738295</c:v>
                </c:pt>
                <c:pt idx="2849">
                  <c:v>87.483985900878906</c:v>
                </c:pt>
                <c:pt idx="2850">
                  <c:v>87.319938659667997</c:v>
                </c:pt>
                <c:pt idx="2851">
                  <c:v>87.117698669433594</c:v>
                </c:pt>
                <c:pt idx="2852">
                  <c:v>86.977508544921903</c:v>
                </c:pt>
                <c:pt idx="2853">
                  <c:v>86.905418395996094</c:v>
                </c:pt>
                <c:pt idx="2854">
                  <c:v>86.866172790527301</c:v>
                </c:pt>
                <c:pt idx="2855">
                  <c:v>86.832328796386705</c:v>
                </c:pt>
                <c:pt idx="2856">
                  <c:v>86.808982849121094</c:v>
                </c:pt>
                <c:pt idx="2857">
                  <c:v>86.689880371093807</c:v>
                </c:pt>
                <c:pt idx="2858">
                  <c:v>86.553092956542997</c:v>
                </c:pt>
                <c:pt idx="2859">
                  <c:v>86.468444824218807</c:v>
                </c:pt>
                <c:pt idx="2860">
                  <c:v>86.4356689453125</c:v>
                </c:pt>
                <c:pt idx="2861">
                  <c:v>86.258674621582003</c:v>
                </c:pt>
                <c:pt idx="2862">
                  <c:v>86.135406494140597</c:v>
                </c:pt>
                <c:pt idx="2863">
                  <c:v>86.059295654296903</c:v>
                </c:pt>
                <c:pt idx="2864">
                  <c:v>86.033241271972699</c:v>
                </c:pt>
                <c:pt idx="2865">
                  <c:v>85.995872497558594</c:v>
                </c:pt>
                <c:pt idx="2866">
                  <c:v>85.902320861816406</c:v>
                </c:pt>
                <c:pt idx="2867">
                  <c:v>85.715576171875</c:v>
                </c:pt>
                <c:pt idx="2868">
                  <c:v>85.541267395019503</c:v>
                </c:pt>
                <c:pt idx="2869">
                  <c:v>85.408584594726605</c:v>
                </c:pt>
                <c:pt idx="2870">
                  <c:v>85.350242614746094</c:v>
                </c:pt>
                <c:pt idx="2871">
                  <c:v>85.278625488281307</c:v>
                </c:pt>
                <c:pt idx="2872">
                  <c:v>85.234405517578097</c:v>
                </c:pt>
                <c:pt idx="2873">
                  <c:v>85.215652465820298</c:v>
                </c:pt>
                <c:pt idx="2874">
                  <c:v>85.202674865722699</c:v>
                </c:pt>
                <c:pt idx="2875">
                  <c:v>85.165328979492202</c:v>
                </c:pt>
                <c:pt idx="2876">
                  <c:v>85.090492248535199</c:v>
                </c:pt>
                <c:pt idx="2877">
                  <c:v>85.104415893554702</c:v>
                </c:pt>
                <c:pt idx="2878">
                  <c:v>85.104393005371094</c:v>
                </c:pt>
                <c:pt idx="2879">
                  <c:v>85.039627075195298</c:v>
                </c:pt>
                <c:pt idx="2880">
                  <c:v>84.997283935546903</c:v>
                </c:pt>
                <c:pt idx="2881">
                  <c:v>84.905364990234403</c:v>
                </c:pt>
                <c:pt idx="2882">
                  <c:v>84.856887817382798</c:v>
                </c:pt>
                <c:pt idx="2883">
                  <c:v>84.806175231933594</c:v>
                </c:pt>
                <c:pt idx="2884">
                  <c:v>84.703826904296903</c:v>
                </c:pt>
                <c:pt idx="2885">
                  <c:v>84.650688171386705</c:v>
                </c:pt>
                <c:pt idx="2886">
                  <c:v>84.605918884277301</c:v>
                </c:pt>
                <c:pt idx="2887">
                  <c:v>84.528976440429702</c:v>
                </c:pt>
                <c:pt idx="2888">
                  <c:v>84.482490539550795</c:v>
                </c:pt>
                <c:pt idx="2889">
                  <c:v>84.421859741210895</c:v>
                </c:pt>
                <c:pt idx="2890">
                  <c:v>84.328086853027301</c:v>
                </c:pt>
                <c:pt idx="2891">
                  <c:v>84.202285766601605</c:v>
                </c:pt>
                <c:pt idx="2892">
                  <c:v>84.079391479492202</c:v>
                </c:pt>
                <c:pt idx="2893">
                  <c:v>84.047264099121094</c:v>
                </c:pt>
                <c:pt idx="2894">
                  <c:v>83.981384277343807</c:v>
                </c:pt>
                <c:pt idx="2895">
                  <c:v>83.899330139160199</c:v>
                </c:pt>
                <c:pt idx="2896">
                  <c:v>83.811134338378906</c:v>
                </c:pt>
                <c:pt idx="2897">
                  <c:v>83.742538452148395</c:v>
                </c:pt>
                <c:pt idx="2898">
                  <c:v>83.688148498535199</c:v>
                </c:pt>
                <c:pt idx="2899">
                  <c:v>83.661994934082003</c:v>
                </c:pt>
                <c:pt idx="2900">
                  <c:v>83.643539428710895</c:v>
                </c:pt>
                <c:pt idx="2901">
                  <c:v>83.626296997070298</c:v>
                </c:pt>
                <c:pt idx="2902">
                  <c:v>83.582077026367202</c:v>
                </c:pt>
                <c:pt idx="2903">
                  <c:v>83.560043334960895</c:v>
                </c:pt>
                <c:pt idx="2904">
                  <c:v>83.501495361328097</c:v>
                </c:pt>
                <c:pt idx="2905">
                  <c:v>83.419105529785199</c:v>
                </c:pt>
                <c:pt idx="2906">
                  <c:v>83.239547729492202</c:v>
                </c:pt>
                <c:pt idx="2907">
                  <c:v>83.185317993164105</c:v>
                </c:pt>
                <c:pt idx="2908">
                  <c:v>83.047897338867202</c:v>
                </c:pt>
                <c:pt idx="2909">
                  <c:v>82.940338134765597</c:v>
                </c:pt>
                <c:pt idx="2910">
                  <c:v>82.905052185058594</c:v>
                </c:pt>
                <c:pt idx="2911">
                  <c:v>82.846458435058594</c:v>
                </c:pt>
                <c:pt idx="2912">
                  <c:v>82.783866882324205</c:v>
                </c:pt>
                <c:pt idx="2913">
                  <c:v>82.755638122558594</c:v>
                </c:pt>
                <c:pt idx="2914">
                  <c:v>82.616592407226605</c:v>
                </c:pt>
                <c:pt idx="2915">
                  <c:v>82.501571655273395</c:v>
                </c:pt>
                <c:pt idx="2916">
                  <c:v>82.441429138183594</c:v>
                </c:pt>
                <c:pt idx="2917">
                  <c:v>82.373779296875</c:v>
                </c:pt>
                <c:pt idx="2918">
                  <c:v>82.313591003417997</c:v>
                </c:pt>
                <c:pt idx="2919">
                  <c:v>82.269058227539105</c:v>
                </c:pt>
                <c:pt idx="2920">
                  <c:v>82.200592041015597</c:v>
                </c:pt>
                <c:pt idx="2921">
                  <c:v>82.143722534179702</c:v>
                </c:pt>
                <c:pt idx="2922">
                  <c:v>82.115341186523395</c:v>
                </c:pt>
                <c:pt idx="2923">
                  <c:v>82.076156616210895</c:v>
                </c:pt>
                <c:pt idx="2924">
                  <c:v>82.013519287109403</c:v>
                </c:pt>
                <c:pt idx="2925">
                  <c:v>81.984664916992202</c:v>
                </c:pt>
                <c:pt idx="2926">
                  <c:v>81.963470458984403</c:v>
                </c:pt>
                <c:pt idx="2927">
                  <c:v>81.938568115234403</c:v>
                </c:pt>
                <c:pt idx="2928">
                  <c:v>81.921478271484403</c:v>
                </c:pt>
                <c:pt idx="2929">
                  <c:v>81.850669860839801</c:v>
                </c:pt>
                <c:pt idx="2930">
                  <c:v>81.723480224609403</c:v>
                </c:pt>
                <c:pt idx="2931">
                  <c:v>81.657852172851605</c:v>
                </c:pt>
                <c:pt idx="2932">
                  <c:v>81.56884765625</c:v>
                </c:pt>
                <c:pt idx="2933">
                  <c:v>81.504890441894503</c:v>
                </c:pt>
                <c:pt idx="2934">
                  <c:v>81.462791442871094</c:v>
                </c:pt>
                <c:pt idx="2935">
                  <c:v>81.428794860839801</c:v>
                </c:pt>
                <c:pt idx="2936">
                  <c:v>81.331398010253906</c:v>
                </c:pt>
                <c:pt idx="2937">
                  <c:v>81.275436401367202</c:v>
                </c:pt>
                <c:pt idx="2938">
                  <c:v>81.226104736328097</c:v>
                </c:pt>
                <c:pt idx="2939">
                  <c:v>81.140556335449205</c:v>
                </c:pt>
                <c:pt idx="2940">
                  <c:v>81.080886840820298</c:v>
                </c:pt>
                <c:pt idx="2941">
                  <c:v>81.045349121093807</c:v>
                </c:pt>
                <c:pt idx="2942">
                  <c:v>80.993721008300795</c:v>
                </c:pt>
                <c:pt idx="2943">
                  <c:v>80.8118896484375</c:v>
                </c:pt>
                <c:pt idx="2944">
                  <c:v>80.747131347656307</c:v>
                </c:pt>
                <c:pt idx="2945">
                  <c:v>80.644538879394503</c:v>
                </c:pt>
                <c:pt idx="2946">
                  <c:v>80.48046875</c:v>
                </c:pt>
                <c:pt idx="2947">
                  <c:v>80.411430358886705</c:v>
                </c:pt>
                <c:pt idx="2948">
                  <c:v>80.389083862304702</c:v>
                </c:pt>
                <c:pt idx="2949">
                  <c:v>80.340438842773395</c:v>
                </c:pt>
                <c:pt idx="2950">
                  <c:v>80.314178466796903</c:v>
                </c:pt>
                <c:pt idx="2951">
                  <c:v>80.29443359375</c:v>
                </c:pt>
                <c:pt idx="2952">
                  <c:v>80.260993957519503</c:v>
                </c:pt>
                <c:pt idx="2953">
                  <c:v>80.236663818359403</c:v>
                </c:pt>
                <c:pt idx="2954">
                  <c:v>80.223175048828097</c:v>
                </c:pt>
                <c:pt idx="2955">
                  <c:v>80.207328796386705</c:v>
                </c:pt>
                <c:pt idx="2956">
                  <c:v>80.188133239746094</c:v>
                </c:pt>
                <c:pt idx="2957">
                  <c:v>80.1590576171875</c:v>
                </c:pt>
                <c:pt idx="2958">
                  <c:v>80.124214172363295</c:v>
                </c:pt>
                <c:pt idx="2959">
                  <c:v>80.073074340820298</c:v>
                </c:pt>
                <c:pt idx="2960">
                  <c:v>79.914207458496094</c:v>
                </c:pt>
                <c:pt idx="2961">
                  <c:v>79.819808959960895</c:v>
                </c:pt>
                <c:pt idx="2962">
                  <c:v>79.701652526855497</c:v>
                </c:pt>
                <c:pt idx="2963">
                  <c:v>79.600395202636705</c:v>
                </c:pt>
                <c:pt idx="2964">
                  <c:v>79.553421020507798</c:v>
                </c:pt>
                <c:pt idx="2965">
                  <c:v>79.525939941406307</c:v>
                </c:pt>
                <c:pt idx="2966">
                  <c:v>79.510040283203097</c:v>
                </c:pt>
                <c:pt idx="2967">
                  <c:v>79.479240417480497</c:v>
                </c:pt>
                <c:pt idx="2968">
                  <c:v>79.456985473632798</c:v>
                </c:pt>
                <c:pt idx="2969">
                  <c:v>79.468025207519503</c:v>
                </c:pt>
                <c:pt idx="2970">
                  <c:v>79.456077575683594</c:v>
                </c:pt>
                <c:pt idx="2971">
                  <c:v>79.447814941406307</c:v>
                </c:pt>
                <c:pt idx="2972">
                  <c:v>79.400833129882798</c:v>
                </c:pt>
                <c:pt idx="2973">
                  <c:v>79.322204589843807</c:v>
                </c:pt>
                <c:pt idx="2974">
                  <c:v>79.231895446777301</c:v>
                </c:pt>
                <c:pt idx="2975">
                  <c:v>79.136634826660199</c:v>
                </c:pt>
                <c:pt idx="2976">
                  <c:v>79.076393127441406</c:v>
                </c:pt>
                <c:pt idx="2977">
                  <c:v>79.046241760253906</c:v>
                </c:pt>
                <c:pt idx="2978">
                  <c:v>79.014297485351605</c:v>
                </c:pt>
                <c:pt idx="2979">
                  <c:v>79.009017944335895</c:v>
                </c:pt>
                <c:pt idx="2980">
                  <c:v>78.944175720214801</c:v>
                </c:pt>
                <c:pt idx="2981">
                  <c:v>78.901657104492202</c:v>
                </c:pt>
                <c:pt idx="2982">
                  <c:v>78.865493774414105</c:v>
                </c:pt>
                <c:pt idx="2983">
                  <c:v>78.806976318359403</c:v>
                </c:pt>
                <c:pt idx="2984">
                  <c:v>78.775604248046903</c:v>
                </c:pt>
                <c:pt idx="2985">
                  <c:v>78.766288757324205</c:v>
                </c:pt>
                <c:pt idx="2986">
                  <c:v>78.757583618164105</c:v>
                </c:pt>
                <c:pt idx="2987">
                  <c:v>78.736862182617202</c:v>
                </c:pt>
                <c:pt idx="2988">
                  <c:v>78.725013732910199</c:v>
                </c:pt>
                <c:pt idx="2989">
                  <c:v>78.716087341308594</c:v>
                </c:pt>
                <c:pt idx="2990">
                  <c:v>78.714881896972699</c:v>
                </c:pt>
                <c:pt idx="2991">
                  <c:v>78.711730957031307</c:v>
                </c:pt>
                <c:pt idx="2992">
                  <c:v>78.710037231445298</c:v>
                </c:pt>
                <c:pt idx="2993">
                  <c:v>78.712203979492202</c:v>
                </c:pt>
                <c:pt idx="2994">
                  <c:v>78.711097717285199</c:v>
                </c:pt>
                <c:pt idx="2995">
                  <c:v>78.710166931152301</c:v>
                </c:pt>
                <c:pt idx="2996">
                  <c:v>78.708465576171903</c:v>
                </c:pt>
                <c:pt idx="2997">
                  <c:v>78.707588195800795</c:v>
                </c:pt>
                <c:pt idx="2998">
                  <c:v>78.707138061523395</c:v>
                </c:pt>
                <c:pt idx="2999">
                  <c:v>78.707336425781307</c:v>
                </c:pt>
                <c:pt idx="3000">
                  <c:v>78.7073974609375</c:v>
                </c:pt>
                <c:pt idx="3001">
                  <c:v>78.707038879394503</c:v>
                </c:pt>
                <c:pt idx="3002">
                  <c:v>78.706855773925795</c:v>
                </c:pt>
                <c:pt idx="3003">
                  <c:v>78.706764221191406</c:v>
                </c:pt>
                <c:pt idx="3004">
                  <c:v>78.706718444824205</c:v>
                </c:pt>
                <c:pt idx="3005">
                  <c:v>78.706687927246094</c:v>
                </c:pt>
                <c:pt idx="3006">
                  <c:v>78.706680297851605</c:v>
                </c:pt>
                <c:pt idx="3007">
                  <c:v>78.706672668457003</c:v>
                </c:pt>
                <c:pt idx="3008">
                  <c:v>78.7066650390625</c:v>
                </c:pt>
                <c:pt idx="3009">
                  <c:v>78.7066650390625</c:v>
                </c:pt>
                <c:pt idx="3010">
                  <c:v>78.7066650390625</c:v>
                </c:pt>
                <c:pt idx="3011">
                  <c:v>78.7066650390625</c:v>
                </c:pt>
                <c:pt idx="3012">
                  <c:v>78.7066650390625</c:v>
                </c:pt>
                <c:pt idx="3013">
                  <c:v>78.7066650390625</c:v>
                </c:pt>
                <c:pt idx="3014">
                  <c:v>78.666053771972699</c:v>
                </c:pt>
                <c:pt idx="3015">
                  <c:v>78.632827758789105</c:v>
                </c:pt>
                <c:pt idx="3016">
                  <c:v>78.642784118652301</c:v>
                </c:pt>
                <c:pt idx="3017">
                  <c:v>78.621315002441406</c:v>
                </c:pt>
                <c:pt idx="3018">
                  <c:v>78.584320068359403</c:v>
                </c:pt>
                <c:pt idx="3019">
                  <c:v>78.512275695800795</c:v>
                </c:pt>
                <c:pt idx="3020">
                  <c:v>78.448333740234403</c:v>
                </c:pt>
                <c:pt idx="3021">
                  <c:v>78.254859924316406</c:v>
                </c:pt>
                <c:pt idx="3022">
                  <c:v>78.165489196777301</c:v>
                </c:pt>
                <c:pt idx="3023">
                  <c:v>78.081047058105497</c:v>
                </c:pt>
                <c:pt idx="3024">
                  <c:v>77.685165405273395</c:v>
                </c:pt>
                <c:pt idx="3025">
                  <c:v>77.497329711914105</c:v>
                </c:pt>
                <c:pt idx="3026">
                  <c:v>77.507766723632798</c:v>
                </c:pt>
                <c:pt idx="3027">
                  <c:v>77.488334655761705</c:v>
                </c:pt>
                <c:pt idx="3028">
                  <c:v>77.283340454101605</c:v>
                </c:pt>
                <c:pt idx="3029">
                  <c:v>77.208282470703097</c:v>
                </c:pt>
                <c:pt idx="3030">
                  <c:v>77.256034851074205</c:v>
                </c:pt>
                <c:pt idx="3031">
                  <c:v>77.220039367675795</c:v>
                </c:pt>
                <c:pt idx="3032">
                  <c:v>77.152526855468807</c:v>
                </c:pt>
                <c:pt idx="3033">
                  <c:v>77.113937377929702</c:v>
                </c:pt>
                <c:pt idx="3034">
                  <c:v>77.094108581542997</c:v>
                </c:pt>
                <c:pt idx="3035">
                  <c:v>77.074150085449205</c:v>
                </c:pt>
                <c:pt idx="3036">
                  <c:v>77.055450439453097</c:v>
                </c:pt>
                <c:pt idx="3037">
                  <c:v>76.999221801757798</c:v>
                </c:pt>
                <c:pt idx="3038">
                  <c:v>76.909263610839801</c:v>
                </c:pt>
                <c:pt idx="3039">
                  <c:v>76.866523742675795</c:v>
                </c:pt>
                <c:pt idx="3040">
                  <c:v>76.858573913574205</c:v>
                </c:pt>
                <c:pt idx="3041">
                  <c:v>76.815124511718807</c:v>
                </c:pt>
                <c:pt idx="3042">
                  <c:v>76.763816833496094</c:v>
                </c:pt>
                <c:pt idx="3043">
                  <c:v>76.708389282226605</c:v>
                </c:pt>
                <c:pt idx="3044">
                  <c:v>76.580886840820298</c:v>
                </c:pt>
                <c:pt idx="3045">
                  <c:v>76.482360839843807</c:v>
                </c:pt>
                <c:pt idx="3046">
                  <c:v>76.449638366699205</c:v>
                </c:pt>
                <c:pt idx="3047">
                  <c:v>76.388839721679702</c:v>
                </c:pt>
                <c:pt idx="3048">
                  <c:v>76.301284790039105</c:v>
                </c:pt>
                <c:pt idx="3049">
                  <c:v>76.241531372070298</c:v>
                </c:pt>
                <c:pt idx="3050">
                  <c:v>76.218841552734403</c:v>
                </c:pt>
                <c:pt idx="3051">
                  <c:v>76.206550598144503</c:v>
                </c:pt>
                <c:pt idx="3052">
                  <c:v>76.178756713867202</c:v>
                </c:pt>
                <c:pt idx="3053">
                  <c:v>76.1881103515625</c:v>
                </c:pt>
                <c:pt idx="3054">
                  <c:v>76.173530578613295</c:v>
                </c:pt>
                <c:pt idx="3055">
                  <c:v>76.060127258300795</c:v>
                </c:pt>
                <c:pt idx="3056">
                  <c:v>76.006622314453097</c:v>
                </c:pt>
                <c:pt idx="3057">
                  <c:v>75.981826782226605</c:v>
                </c:pt>
                <c:pt idx="3058">
                  <c:v>75.939880371093807</c:v>
                </c:pt>
                <c:pt idx="3059">
                  <c:v>75.884429931640597</c:v>
                </c:pt>
                <c:pt idx="3060">
                  <c:v>75.835632324218807</c:v>
                </c:pt>
                <c:pt idx="3061">
                  <c:v>75.796875</c:v>
                </c:pt>
                <c:pt idx="3062">
                  <c:v>75.792778015136705</c:v>
                </c:pt>
                <c:pt idx="3063">
                  <c:v>75.787521362304702</c:v>
                </c:pt>
                <c:pt idx="3064">
                  <c:v>75.777633666992202</c:v>
                </c:pt>
                <c:pt idx="3065">
                  <c:v>75.754913330078097</c:v>
                </c:pt>
                <c:pt idx="3066">
                  <c:v>75.732604980468807</c:v>
                </c:pt>
                <c:pt idx="3067">
                  <c:v>75.739715576171903</c:v>
                </c:pt>
                <c:pt idx="3068">
                  <c:v>75.688377380371094</c:v>
                </c:pt>
                <c:pt idx="3069">
                  <c:v>75.629692077636705</c:v>
                </c:pt>
                <c:pt idx="3070">
                  <c:v>75.596023559570298</c:v>
                </c:pt>
                <c:pt idx="3071">
                  <c:v>75.570289611816406</c:v>
                </c:pt>
                <c:pt idx="3072">
                  <c:v>75.567962646484403</c:v>
                </c:pt>
                <c:pt idx="3073">
                  <c:v>75.521636962890597</c:v>
                </c:pt>
                <c:pt idx="3074">
                  <c:v>75.494964599609403</c:v>
                </c:pt>
                <c:pt idx="3075">
                  <c:v>75.483627319335895</c:v>
                </c:pt>
                <c:pt idx="3076">
                  <c:v>75.476272583007798</c:v>
                </c:pt>
                <c:pt idx="3077">
                  <c:v>75.463699340820298</c:v>
                </c:pt>
                <c:pt idx="3078">
                  <c:v>75.452033996582003</c:v>
                </c:pt>
                <c:pt idx="3079">
                  <c:v>75.446037292480497</c:v>
                </c:pt>
                <c:pt idx="3080">
                  <c:v>75.442962646484403</c:v>
                </c:pt>
                <c:pt idx="3081">
                  <c:v>75.441383361816406</c:v>
                </c:pt>
                <c:pt idx="3082">
                  <c:v>75.441230773925795</c:v>
                </c:pt>
                <c:pt idx="3083">
                  <c:v>75.445465087890597</c:v>
                </c:pt>
                <c:pt idx="3084">
                  <c:v>75.446975708007798</c:v>
                </c:pt>
                <c:pt idx="3085">
                  <c:v>75.443664550781307</c:v>
                </c:pt>
                <c:pt idx="3086">
                  <c:v>75.430549621582003</c:v>
                </c:pt>
                <c:pt idx="3087">
                  <c:v>75.435012817382798</c:v>
                </c:pt>
                <c:pt idx="3088">
                  <c:v>75.437301635742202</c:v>
                </c:pt>
                <c:pt idx="3089">
                  <c:v>75.419486999511705</c:v>
                </c:pt>
                <c:pt idx="3090">
                  <c:v>75.410774230957003</c:v>
                </c:pt>
                <c:pt idx="3091">
                  <c:v>75.393020629882798</c:v>
                </c:pt>
                <c:pt idx="3092">
                  <c:v>75.4100341796875</c:v>
                </c:pt>
                <c:pt idx="3093">
                  <c:v>75.407516479492202</c:v>
                </c:pt>
                <c:pt idx="3094">
                  <c:v>75.369712829589801</c:v>
                </c:pt>
                <c:pt idx="3095">
                  <c:v>75.363563537597699</c:v>
                </c:pt>
                <c:pt idx="3096">
                  <c:v>75.310363769531307</c:v>
                </c:pt>
                <c:pt idx="3097">
                  <c:v>75.195983886718807</c:v>
                </c:pt>
                <c:pt idx="3098">
                  <c:v>75.139945983886705</c:v>
                </c:pt>
                <c:pt idx="3099">
                  <c:v>74.955574035644503</c:v>
                </c:pt>
                <c:pt idx="3100">
                  <c:v>74.871162414550795</c:v>
                </c:pt>
                <c:pt idx="3101">
                  <c:v>74.836860656738295</c:v>
                </c:pt>
                <c:pt idx="3102">
                  <c:v>74.830650329589801</c:v>
                </c:pt>
                <c:pt idx="3103">
                  <c:v>74.830085754394503</c:v>
                </c:pt>
                <c:pt idx="3104">
                  <c:v>74.848411560058594</c:v>
                </c:pt>
                <c:pt idx="3105">
                  <c:v>74.751693725585895</c:v>
                </c:pt>
                <c:pt idx="3106">
                  <c:v>74.735008239746094</c:v>
                </c:pt>
                <c:pt idx="3107">
                  <c:v>74.6883544921875</c:v>
                </c:pt>
                <c:pt idx="3108">
                  <c:v>74.659027099609403</c:v>
                </c:pt>
                <c:pt idx="3109">
                  <c:v>74.606163024902301</c:v>
                </c:pt>
                <c:pt idx="3110">
                  <c:v>74.552833557128906</c:v>
                </c:pt>
                <c:pt idx="3111">
                  <c:v>74.452507019042997</c:v>
                </c:pt>
                <c:pt idx="3112">
                  <c:v>74.329559326171903</c:v>
                </c:pt>
                <c:pt idx="3113">
                  <c:v>74.290847778320298</c:v>
                </c:pt>
                <c:pt idx="3114">
                  <c:v>74.304969787597699</c:v>
                </c:pt>
                <c:pt idx="3115">
                  <c:v>74.279144287109403</c:v>
                </c:pt>
                <c:pt idx="3116">
                  <c:v>74.322013854980497</c:v>
                </c:pt>
                <c:pt idx="3117">
                  <c:v>74.314422607421903</c:v>
                </c:pt>
                <c:pt idx="3118">
                  <c:v>74.234016418457003</c:v>
                </c:pt>
                <c:pt idx="3119">
                  <c:v>74.289093017578097</c:v>
                </c:pt>
                <c:pt idx="3120">
                  <c:v>74.180953979492202</c:v>
                </c:pt>
                <c:pt idx="3121">
                  <c:v>74.014442443847699</c:v>
                </c:pt>
                <c:pt idx="3122">
                  <c:v>73.891914367675795</c:v>
                </c:pt>
                <c:pt idx="3123">
                  <c:v>73.7537841796875</c:v>
                </c:pt>
                <c:pt idx="3124">
                  <c:v>73.451263427734403</c:v>
                </c:pt>
                <c:pt idx="3125">
                  <c:v>73.259414672851605</c:v>
                </c:pt>
                <c:pt idx="3126">
                  <c:v>73.377372741699205</c:v>
                </c:pt>
                <c:pt idx="3127">
                  <c:v>73.053352355957003</c:v>
                </c:pt>
                <c:pt idx="3128">
                  <c:v>72.735137939453097</c:v>
                </c:pt>
                <c:pt idx="3129">
                  <c:v>72.501548767089801</c:v>
                </c:pt>
                <c:pt idx="3130">
                  <c:v>72.491432189941406</c:v>
                </c:pt>
                <c:pt idx="3131">
                  <c:v>72.457939147949205</c:v>
                </c:pt>
                <c:pt idx="3132">
                  <c:v>72.491744995117202</c:v>
                </c:pt>
                <c:pt idx="3133">
                  <c:v>72.443557739257798</c:v>
                </c:pt>
                <c:pt idx="3134">
                  <c:v>72.443168640136705</c:v>
                </c:pt>
                <c:pt idx="3135">
                  <c:v>72.453544616699205</c:v>
                </c:pt>
                <c:pt idx="3136">
                  <c:v>72.2921142578125</c:v>
                </c:pt>
                <c:pt idx="3137">
                  <c:v>72.216247558593807</c:v>
                </c:pt>
                <c:pt idx="3138">
                  <c:v>72.201385498046903</c:v>
                </c:pt>
                <c:pt idx="3139">
                  <c:v>72.225662231445298</c:v>
                </c:pt>
                <c:pt idx="3140">
                  <c:v>72.175094604492202</c:v>
                </c:pt>
                <c:pt idx="3141">
                  <c:v>72.178001403808594</c:v>
                </c:pt>
                <c:pt idx="3142">
                  <c:v>72.150627136230497</c:v>
                </c:pt>
                <c:pt idx="3143">
                  <c:v>72.136566162109403</c:v>
                </c:pt>
                <c:pt idx="3144">
                  <c:v>72.129348754882798</c:v>
                </c:pt>
                <c:pt idx="3145">
                  <c:v>72.125640869140597</c:v>
                </c:pt>
                <c:pt idx="3146">
                  <c:v>72.152618408203097</c:v>
                </c:pt>
                <c:pt idx="3147">
                  <c:v>72.137588500976605</c:v>
                </c:pt>
                <c:pt idx="3148">
                  <c:v>72.129875183105497</c:v>
                </c:pt>
                <c:pt idx="3149">
                  <c:v>72.125907897949205</c:v>
                </c:pt>
                <c:pt idx="3150">
                  <c:v>72.123878479003906</c:v>
                </c:pt>
                <c:pt idx="3151">
                  <c:v>72.122833251953097</c:v>
                </c:pt>
                <c:pt idx="3152">
                  <c:v>72.122299194335895</c:v>
                </c:pt>
                <c:pt idx="3153">
                  <c:v>72.122024536132798</c:v>
                </c:pt>
                <c:pt idx="3154">
                  <c:v>72.121879577636705</c:v>
                </c:pt>
                <c:pt idx="3155">
                  <c:v>72.121803283691406</c:v>
                </c:pt>
                <c:pt idx="3156">
                  <c:v>72.121772766113295</c:v>
                </c:pt>
                <c:pt idx="3157">
                  <c:v>72.121749877929702</c:v>
                </c:pt>
                <c:pt idx="3158">
                  <c:v>72.128761291503906</c:v>
                </c:pt>
                <c:pt idx="3159">
                  <c:v>72.142425537109403</c:v>
                </c:pt>
                <c:pt idx="3160">
                  <c:v>72.132354736328097</c:v>
                </c:pt>
                <c:pt idx="3161">
                  <c:v>72.127189636230497</c:v>
                </c:pt>
                <c:pt idx="3162">
                  <c:v>72.124534606933594</c:v>
                </c:pt>
                <c:pt idx="3163">
                  <c:v>72.1231689453125</c:v>
                </c:pt>
                <c:pt idx="3164">
                  <c:v>72.122467041015597</c:v>
                </c:pt>
                <c:pt idx="3165">
                  <c:v>72.122108459472699</c:v>
                </c:pt>
                <c:pt idx="3166">
                  <c:v>72.121925354003906</c:v>
                </c:pt>
                <c:pt idx="3167">
                  <c:v>72.121833801269503</c:v>
                </c:pt>
                <c:pt idx="3168">
                  <c:v>72.121780395507798</c:v>
                </c:pt>
                <c:pt idx="3169">
                  <c:v>72.121757507324205</c:v>
                </c:pt>
                <c:pt idx="3170">
                  <c:v>72.121742248535199</c:v>
                </c:pt>
                <c:pt idx="3171">
                  <c:v>72.121734619140597</c:v>
                </c:pt>
                <c:pt idx="3172">
                  <c:v>72.121734619140597</c:v>
                </c:pt>
                <c:pt idx="3173">
                  <c:v>72.121734619140597</c:v>
                </c:pt>
                <c:pt idx="3174">
                  <c:v>72.121734619140597</c:v>
                </c:pt>
                <c:pt idx="3175">
                  <c:v>72.121734619140597</c:v>
                </c:pt>
                <c:pt idx="3176">
                  <c:v>72.121726989746094</c:v>
                </c:pt>
                <c:pt idx="3177">
                  <c:v>72.121726989746094</c:v>
                </c:pt>
                <c:pt idx="3178">
                  <c:v>72.121726989746094</c:v>
                </c:pt>
                <c:pt idx="3179">
                  <c:v>72.121726989746094</c:v>
                </c:pt>
                <c:pt idx="3180">
                  <c:v>72.121726989746094</c:v>
                </c:pt>
                <c:pt idx="3181">
                  <c:v>72.121726989746094</c:v>
                </c:pt>
                <c:pt idx="3182">
                  <c:v>72.121726989746094</c:v>
                </c:pt>
                <c:pt idx="3183">
                  <c:v>72.121726989746094</c:v>
                </c:pt>
                <c:pt idx="3184">
                  <c:v>72.121726989746094</c:v>
                </c:pt>
                <c:pt idx="3185">
                  <c:v>72.121726989746094</c:v>
                </c:pt>
                <c:pt idx="3186">
                  <c:v>72.121726989746094</c:v>
                </c:pt>
                <c:pt idx="3187">
                  <c:v>72.121726989746094</c:v>
                </c:pt>
                <c:pt idx="3188">
                  <c:v>72.121726989746094</c:v>
                </c:pt>
                <c:pt idx="3189">
                  <c:v>72.121726989746094</c:v>
                </c:pt>
                <c:pt idx="3190">
                  <c:v>72.121726989746094</c:v>
                </c:pt>
                <c:pt idx="3191">
                  <c:v>72.121726989746094</c:v>
                </c:pt>
                <c:pt idx="3192">
                  <c:v>72.121726989746094</c:v>
                </c:pt>
                <c:pt idx="3193">
                  <c:v>72.121726989746094</c:v>
                </c:pt>
                <c:pt idx="3194">
                  <c:v>72.121726989746094</c:v>
                </c:pt>
                <c:pt idx="3195">
                  <c:v>72.121726989746094</c:v>
                </c:pt>
                <c:pt idx="3196">
                  <c:v>72.121726989746094</c:v>
                </c:pt>
                <c:pt idx="3197">
                  <c:v>72.119926452636705</c:v>
                </c:pt>
                <c:pt idx="3198">
                  <c:v>72.120803833007798</c:v>
                </c:pt>
                <c:pt idx="3199">
                  <c:v>72.120353698730497</c:v>
                </c:pt>
                <c:pt idx="3200">
                  <c:v>72.121025085449205</c:v>
                </c:pt>
                <c:pt idx="3201">
                  <c:v>72.120491027832003</c:v>
                </c:pt>
                <c:pt idx="3202">
                  <c:v>72.118957519531307</c:v>
                </c:pt>
                <c:pt idx="3203">
                  <c:v>72.120307922363295</c:v>
                </c:pt>
                <c:pt idx="3204">
                  <c:v>72.121002197265597</c:v>
                </c:pt>
                <c:pt idx="3205">
                  <c:v>72.121353149414105</c:v>
                </c:pt>
                <c:pt idx="3206">
                  <c:v>72.121315002441406</c:v>
                </c:pt>
                <c:pt idx="3207">
                  <c:v>72.120079040527301</c:v>
                </c:pt>
                <c:pt idx="3208">
                  <c:v>72.119346618652301</c:v>
                </c:pt>
                <c:pt idx="3209">
                  <c:v>72.116767883300795</c:v>
                </c:pt>
                <c:pt idx="3210">
                  <c:v>72.112434387207003</c:v>
                </c:pt>
                <c:pt idx="3211">
                  <c:v>72.1136474609375</c:v>
                </c:pt>
                <c:pt idx="3212">
                  <c:v>72.102821350097699</c:v>
                </c:pt>
                <c:pt idx="3213">
                  <c:v>72.106361389160199</c:v>
                </c:pt>
                <c:pt idx="3214">
                  <c:v>72.106254577636705</c:v>
                </c:pt>
                <c:pt idx="3215">
                  <c:v>72.107032775878906</c:v>
                </c:pt>
                <c:pt idx="3216">
                  <c:v>72.084136962890597</c:v>
                </c:pt>
                <c:pt idx="3217">
                  <c:v>72.083106994628906</c:v>
                </c:pt>
                <c:pt idx="3218">
                  <c:v>72.092384338378906</c:v>
                </c:pt>
                <c:pt idx="3219">
                  <c:v>72.090522766113295</c:v>
                </c:pt>
                <c:pt idx="3220">
                  <c:v>72.064430236816406</c:v>
                </c:pt>
                <c:pt idx="3221">
                  <c:v>72.032157897949205</c:v>
                </c:pt>
                <c:pt idx="3222">
                  <c:v>72.007301330566406</c:v>
                </c:pt>
                <c:pt idx="3223">
                  <c:v>71.988319396972699</c:v>
                </c:pt>
                <c:pt idx="3224">
                  <c:v>71.995010375976605</c:v>
                </c:pt>
                <c:pt idx="3225">
                  <c:v>71.983795166015597</c:v>
                </c:pt>
                <c:pt idx="3226">
                  <c:v>71.984947204589801</c:v>
                </c:pt>
                <c:pt idx="3227">
                  <c:v>71.977844238281307</c:v>
                </c:pt>
                <c:pt idx="3228">
                  <c:v>71.980369567871094</c:v>
                </c:pt>
                <c:pt idx="3229">
                  <c:v>71.972160339355497</c:v>
                </c:pt>
                <c:pt idx="3230">
                  <c:v>71.981582641601605</c:v>
                </c:pt>
                <c:pt idx="3231">
                  <c:v>71.980224609375</c:v>
                </c:pt>
                <c:pt idx="3232">
                  <c:v>71.953330993652301</c:v>
                </c:pt>
                <c:pt idx="3233">
                  <c:v>71.907798767089801</c:v>
                </c:pt>
                <c:pt idx="3234">
                  <c:v>71.869354248046903</c:v>
                </c:pt>
                <c:pt idx="3235">
                  <c:v>71.883705139160199</c:v>
                </c:pt>
                <c:pt idx="3236">
                  <c:v>71.875076293945298</c:v>
                </c:pt>
                <c:pt idx="3237">
                  <c:v>71.845672607421903</c:v>
                </c:pt>
                <c:pt idx="3238">
                  <c:v>71.830123901367202</c:v>
                </c:pt>
                <c:pt idx="3239">
                  <c:v>71.817604064941406</c:v>
                </c:pt>
                <c:pt idx="3240">
                  <c:v>71.815322875976605</c:v>
                </c:pt>
                <c:pt idx="3241">
                  <c:v>71.819366455078097</c:v>
                </c:pt>
                <c:pt idx="3242">
                  <c:v>71.806968688964801</c:v>
                </c:pt>
                <c:pt idx="3243">
                  <c:v>71.799942016601605</c:v>
                </c:pt>
                <c:pt idx="3244">
                  <c:v>71.800155639648395</c:v>
                </c:pt>
                <c:pt idx="3245">
                  <c:v>71.804435729980497</c:v>
                </c:pt>
                <c:pt idx="3246">
                  <c:v>71.797790527343807</c:v>
                </c:pt>
                <c:pt idx="3247">
                  <c:v>71.781715393066406</c:v>
                </c:pt>
                <c:pt idx="3248">
                  <c:v>71.755920410156307</c:v>
                </c:pt>
                <c:pt idx="3249">
                  <c:v>71.746803283691406</c:v>
                </c:pt>
                <c:pt idx="3250">
                  <c:v>71.754112243652301</c:v>
                </c:pt>
                <c:pt idx="3251">
                  <c:v>71.742004394531307</c:v>
                </c:pt>
                <c:pt idx="3252">
                  <c:v>71.731941223144503</c:v>
                </c:pt>
                <c:pt idx="3253">
                  <c:v>71.731704711914105</c:v>
                </c:pt>
                <c:pt idx="3254">
                  <c:v>71.72900390625</c:v>
                </c:pt>
                <c:pt idx="3255">
                  <c:v>71.719337463378906</c:v>
                </c:pt>
                <c:pt idx="3256">
                  <c:v>71.697952270507798</c:v>
                </c:pt>
                <c:pt idx="3257">
                  <c:v>71.712615966796903</c:v>
                </c:pt>
                <c:pt idx="3258">
                  <c:v>71.715728759765597</c:v>
                </c:pt>
                <c:pt idx="3259">
                  <c:v>71.671424865722699</c:v>
                </c:pt>
                <c:pt idx="3260">
                  <c:v>71.6861572265625</c:v>
                </c:pt>
                <c:pt idx="3261">
                  <c:v>71.660537719726605</c:v>
                </c:pt>
                <c:pt idx="3262">
                  <c:v>71.657676696777301</c:v>
                </c:pt>
                <c:pt idx="3263">
                  <c:v>71.626983642578097</c:v>
                </c:pt>
                <c:pt idx="3264">
                  <c:v>71.552009582519503</c:v>
                </c:pt>
                <c:pt idx="3265">
                  <c:v>71.529769897460895</c:v>
                </c:pt>
                <c:pt idx="3266">
                  <c:v>71.521408081054702</c:v>
                </c:pt>
                <c:pt idx="3267">
                  <c:v>71.502777099609403</c:v>
                </c:pt>
                <c:pt idx="3268">
                  <c:v>71.508682250976605</c:v>
                </c:pt>
                <c:pt idx="3269">
                  <c:v>71.474449157714801</c:v>
                </c:pt>
                <c:pt idx="3270">
                  <c:v>71.482246398925795</c:v>
                </c:pt>
                <c:pt idx="3271">
                  <c:v>71.485565185546903</c:v>
                </c:pt>
                <c:pt idx="3272">
                  <c:v>71.439682006835895</c:v>
                </c:pt>
                <c:pt idx="3273">
                  <c:v>71.421875</c:v>
                </c:pt>
                <c:pt idx="3274">
                  <c:v>71.422958374023395</c:v>
                </c:pt>
                <c:pt idx="3275">
                  <c:v>71.401435852050795</c:v>
                </c:pt>
                <c:pt idx="3276">
                  <c:v>71.373420715332003</c:v>
                </c:pt>
                <c:pt idx="3277">
                  <c:v>71.372146606445298</c:v>
                </c:pt>
                <c:pt idx="3278">
                  <c:v>71.375900268554702</c:v>
                </c:pt>
                <c:pt idx="3279">
                  <c:v>71.373970031738295</c:v>
                </c:pt>
                <c:pt idx="3280">
                  <c:v>71.357528686523395</c:v>
                </c:pt>
                <c:pt idx="3281">
                  <c:v>71.3443603515625</c:v>
                </c:pt>
                <c:pt idx="3282">
                  <c:v>71.349365234375</c:v>
                </c:pt>
                <c:pt idx="3283">
                  <c:v>71.361839294433594</c:v>
                </c:pt>
                <c:pt idx="3284">
                  <c:v>71.375038146972699</c:v>
                </c:pt>
                <c:pt idx="3285">
                  <c:v>71.380828857421903</c:v>
                </c:pt>
                <c:pt idx="3286">
                  <c:v>71.363235473632798</c:v>
                </c:pt>
                <c:pt idx="3287">
                  <c:v>71.377128601074205</c:v>
                </c:pt>
                <c:pt idx="3288">
                  <c:v>71.348281860351605</c:v>
                </c:pt>
                <c:pt idx="3289">
                  <c:v>71.339591979980497</c:v>
                </c:pt>
                <c:pt idx="3290">
                  <c:v>71.261207580566406</c:v>
                </c:pt>
                <c:pt idx="3291">
                  <c:v>71.272666931152301</c:v>
                </c:pt>
                <c:pt idx="3292">
                  <c:v>71.265815734863295</c:v>
                </c:pt>
                <c:pt idx="3293">
                  <c:v>71.221870422363295</c:v>
                </c:pt>
                <c:pt idx="3294">
                  <c:v>71.239196777343807</c:v>
                </c:pt>
                <c:pt idx="3295">
                  <c:v>71.206405639648395</c:v>
                </c:pt>
                <c:pt idx="3296">
                  <c:v>71.188980102539105</c:v>
                </c:pt>
                <c:pt idx="3297">
                  <c:v>71.168304443359403</c:v>
                </c:pt>
                <c:pt idx="3298">
                  <c:v>71.156196594238295</c:v>
                </c:pt>
                <c:pt idx="3299">
                  <c:v>71.154335021972699</c:v>
                </c:pt>
                <c:pt idx="3300">
                  <c:v>71.155227661132798</c:v>
                </c:pt>
                <c:pt idx="3301">
                  <c:v>71.081581115722699</c:v>
                </c:pt>
                <c:pt idx="3302">
                  <c:v>71.077827453613295</c:v>
                </c:pt>
                <c:pt idx="3303">
                  <c:v>71.054405212402301</c:v>
                </c:pt>
                <c:pt idx="3304">
                  <c:v>70.966323852539105</c:v>
                </c:pt>
                <c:pt idx="3305">
                  <c:v>70.982261657714801</c:v>
                </c:pt>
                <c:pt idx="3306">
                  <c:v>70.957420349121094</c:v>
                </c:pt>
                <c:pt idx="3307">
                  <c:v>70.924697875976605</c:v>
                </c:pt>
                <c:pt idx="3308">
                  <c:v>70.931846618652301</c:v>
                </c:pt>
                <c:pt idx="3309">
                  <c:v>70.918968200683594</c:v>
                </c:pt>
                <c:pt idx="3310">
                  <c:v>70.904624938964801</c:v>
                </c:pt>
                <c:pt idx="3311">
                  <c:v>70.919784545898395</c:v>
                </c:pt>
                <c:pt idx="3312">
                  <c:v>70.942306518554702</c:v>
                </c:pt>
                <c:pt idx="3313">
                  <c:v>70.899124145507798</c:v>
                </c:pt>
                <c:pt idx="3314">
                  <c:v>70.887161254882798</c:v>
                </c:pt>
                <c:pt idx="3315">
                  <c:v>70.904479980468807</c:v>
                </c:pt>
                <c:pt idx="3316">
                  <c:v>70.902030944824205</c:v>
                </c:pt>
                <c:pt idx="3317">
                  <c:v>70.879241943359403</c:v>
                </c:pt>
                <c:pt idx="3318">
                  <c:v>70.886993408203097</c:v>
                </c:pt>
                <c:pt idx="3319">
                  <c:v>70.887115478515597</c:v>
                </c:pt>
                <c:pt idx="3320">
                  <c:v>70.903594970703097</c:v>
                </c:pt>
                <c:pt idx="3321">
                  <c:v>70.899696350097699</c:v>
                </c:pt>
                <c:pt idx="3322">
                  <c:v>70.894081115722699</c:v>
                </c:pt>
                <c:pt idx="3323">
                  <c:v>70.853546142578097</c:v>
                </c:pt>
                <c:pt idx="3324">
                  <c:v>70.845832824707003</c:v>
                </c:pt>
                <c:pt idx="3325">
                  <c:v>70.840850830078097</c:v>
                </c:pt>
                <c:pt idx="3326">
                  <c:v>70.8779296875</c:v>
                </c:pt>
                <c:pt idx="3327">
                  <c:v>70.802543640136705</c:v>
                </c:pt>
                <c:pt idx="3328">
                  <c:v>70.761245727539105</c:v>
                </c:pt>
                <c:pt idx="3329">
                  <c:v>70.768127441406307</c:v>
                </c:pt>
                <c:pt idx="3330">
                  <c:v>70.739570617675795</c:v>
                </c:pt>
                <c:pt idx="3331">
                  <c:v>70.7232666015625</c:v>
                </c:pt>
                <c:pt idx="3332">
                  <c:v>70.711578369140597</c:v>
                </c:pt>
                <c:pt idx="3333">
                  <c:v>70.697868347167997</c:v>
                </c:pt>
                <c:pt idx="3334">
                  <c:v>70.705307006835895</c:v>
                </c:pt>
                <c:pt idx="3335">
                  <c:v>70.698074340820298</c:v>
                </c:pt>
                <c:pt idx="3336">
                  <c:v>70.690467834472699</c:v>
                </c:pt>
                <c:pt idx="3337">
                  <c:v>70.670616149902301</c:v>
                </c:pt>
                <c:pt idx="3338">
                  <c:v>70.678352355957003</c:v>
                </c:pt>
                <c:pt idx="3339">
                  <c:v>70.658424377441406</c:v>
                </c:pt>
                <c:pt idx="3340">
                  <c:v>70.609443664550795</c:v>
                </c:pt>
                <c:pt idx="3341">
                  <c:v>70.590225219726605</c:v>
                </c:pt>
                <c:pt idx="3342">
                  <c:v>70.619255065917997</c:v>
                </c:pt>
                <c:pt idx="3343">
                  <c:v>70.595405578613295</c:v>
                </c:pt>
                <c:pt idx="3344">
                  <c:v>70.584251403808594</c:v>
                </c:pt>
                <c:pt idx="3345">
                  <c:v>70.581001281738295</c:v>
                </c:pt>
                <c:pt idx="3346">
                  <c:v>70.583892822265597</c:v>
                </c:pt>
                <c:pt idx="3347">
                  <c:v>70.587570190429702</c:v>
                </c:pt>
                <c:pt idx="3348">
                  <c:v>70.592376708984403</c:v>
                </c:pt>
                <c:pt idx="3349">
                  <c:v>70.590255737304702</c:v>
                </c:pt>
                <c:pt idx="3350">
                  <c:v>70.594276428222699</c:v>
                </c:pt>
                <c:pt idx="3351">
                  <c:v>70.583396911621094</c:v>
                </c:pt>
                <c:pt idx="3352">
                  <c:v>70.579299926757798</c:v>
                </c:pt>
                <c:pt idx="3353">
                  <c:v>70.578170776367202</c:v>
                </c:pt>
                <c:pt idx="3354">
                  <c:v>70.576919555664105</c:v>
                </c:pt>
                <c:pt idx="3355">
                  <c:v>70.570625305175795</c:v>
                </c:pt>
                <c:pt idx="3356">
                  <c:v>70.579376220703097</c:v>
                </c:pt>
                <c:pt idx="3357">
                  <c:v>70.579139709472699</c:v>
                </c:pt>
                <c:pt idx="3358">
                  <c:v>70.584320068359403</c:v>
                </c:pt>
                <c:pt idx="3359">
                  <c:v>70.582283020019503</c:v>
                </c:pt>
                <c:pt idx="3360">
                  <c:v>70.585105895996094</c:v>
                </c:pt>
                <c:pt idx="3361">
                  <c:v>70.578559875488295</c:v>
                </c:pt>
                <c:pt idx="3362">
                  <c:v>70.562263488769503</c:v>
                </c:pt>
                <c:pt idx="3363">
                  <c:v>70.558708190917997</c:v>
                </c:pt>
                <c:pt idx="3364">
                  <c:v>70.562034606933594</c:v>
                </c:pt>
                <c:pt idx="3365">
                  <c:v>70.545516967773395</c:v>
                </c:pt>
                <c:pt idx="3366">
                  <c:v>70.559486389160199</c:v>
                </c:pt>
                <c:pt idx="3367">
                  <c:v>70.550384521484403</c:v>
                </c:pt>
                <c:pt idx="3368">
                  <c:v>70.552841186523395</c:v>
                </c:pt>
                <c:pt idx="3369">
                  <c:v>70.556434631347699</c:v>
                </c:pt>
                <c:pt idx="3370">
                  <c:v>70.541481018066406</c:v>
                </c:pt>
                <c:pt idx="3371">
                  <c:v>70.544265747070298</c:v>
                </c:pt>
                <c:pt idx="3372">
                  <c:v>70.544364929199205</c:v>
                </c:pt>
                <c:pt idx="3373">
                  <c:v>70.544242858886705</c:v>
                </c:pt>
                <c:pt idx="3374">
                  <c:v>70.536102294921903</c:v>
                </c:pt>
                <c:pt idx="3375">
                  <c:v>70.533859252929702</c:v>
                </c:pt>
                <c:pt idx="3376">
                  <c:v>70.518661499023395</c:v>
                </c:pt>
                <c:pt idx="3377">
                  <c:v>70.527381896972699</c:v>
                </c:pt>
                <c:pt idx="3378">
                  <c:v>70.531242370605497</c:v>
                </c:pt>
                <c:pt idx="3379">
                  <c:v>70.534202575683594</c:v>
                </c:pt>
                <c:pt idx="3380">
                  <c:v>70.536682128906307</c:v>
                </c:pt>
                <c:pt idx="3381">
                  <c:v>70.517272949218807</c:v>
                </c:pt>
                <c:pt idx="3382">
                  <c:v>70.527992248535199</c:v>
                </c:pt>
                <c:pt idx="3383">
                  <c:v>70.533493041992202</c:v>
                </c:pt>
                <c:pt idx="3384">
                  <c:v>70.538536071777301</c:v>
                </c:pt>
                <c:pt idx="3385">
                  <c:v>70.529304504394503</c:v>
                </c:pt>
                <c:pt idx="3386">
                  <c:v>70.537864685058594</c:v>
                </c:pt>
                <c:pt idx="3387">
                  <c:v>70.528961181640597</c:v>
                </c:pt>
                <c:pt idx="3388">
                  <c:v>70.533996582031307</c:v>
                </c:pt>
                <c:pt idx="3389">
                  <c:v>70.526969909667997</c:v>
                </c:pt>
                <c:pt idx="3390">
                  <c:v>70.524108886718807</c:v>
                </c:pt>
                <c:pt idx="3391">
                  <c:v>70.514610290527301</c:v>
                </c:pt>
                <c:pt idx="3392">
                  <c:v>70.502151489257798</c:v>
                </c:pt>
                <c:pt idx="3393">
                  <c:v>70.509422302246094</c:v>
                </c:pt>
                <c:pt idx="3394">
                  <c:v>70.512290954589801</c:v>
                </c:pt>
                <c:pt idx="3395">
                  <c:v>70.505477905273395</c:v>
                </c:pt>
                <c:pt idx="3396">
                  <c:v>70.510025024414105</c:v>
                </c:pt>
                <c:pt idx="3397">
                  <c:v>70.517623901367202</c:v>
                </c:pt>
                <c:pt idx="3398">
                  <c:v>70.511169433593807</c:v>
                </c:pt>
                <c:pt idx="3399">
                  <c:v>70.526985168457003</c:v>
                </c:pt>
                <c:pt idx="3400">
                  <c:v>70.513023376464801</c:v>
                </c:pt>
                <c:pt idx="3401">
                  <c:v>70.524246215820298</c:v>
                </c:pt>
                <c:pt idx="3402">
                  <c:v>70.524925231933594</c:v>
                </c:pt>
                <c:pt idx="3403">
                  <c:v>70.481048583984403</c:v>
                </c:pt>
                <c:pt idx="3404">
                  <c:v>70.510284423828097</c:v>
                </c:pt>
                <c:pt idx="3405">
                  <c:v>70.52587890625</c:v>
                </c:pt>
                <c:pt idx="3406">
                  <c:v>70.523651123046903</c:v>
                </c:pt>
                <c:pt idx="3407">
                  <c:v>70.506034851074205</c:v>
                </c:pt>
                <c:pt idx="3408">
                  <c:v>70.500885009765597</c:v>
                </c:pt>
                <c:pt idx="3409">
                  <c:v>70.509963989257798</c:v>
                </c:pt>
                <c:pt idx="3410">
                  <c:v>70.503532409667997</c:v>
                </c:pt>
                <c:pt idx="3411">
                  <c:v>70.508949279785199</c:v>
                </c:pt>
                <c:pt idx="3412">
                  <c:v>70.505393981933594</c:v>
                </c:pt>
                <c:pt idx="3413">
                  <c:v>70.492843627929702</c:v>
                </c:pt>
                <c:pt idx="3414">
                  <c:v>70.457489013671903</c:v>
                </c:pt>
                <c:pt idx="3415">
                  <c:v>70.455093383789105</c:v>
                </c:pt>
                <c:pt idx="3416">
                  <c:v>70.4647216796875</c:v>
                </c:pt>
                <c:pt idx="3417">
                  <c:v>70.489990234375</c:v>
                </c:pt>
                <c:pt idx="3418">
                  <c:v>70.456657409667997</c:v>
                </c:pt>
                <c:pt idx="3419">
                  <c:v>70.472961425781307</c:v>
                </c:pt>
                <c:pt idx="3420">
                  <c:v>70.483955383300795</c:v>
                </c:pt>
                <c:pt idx="3421">
                  <c:v>70.498970031738295</c:v>
                </c:pt>
                <c:pt idx="3422">
                  <c:v>70.501708984375</c:v>
                </c:pt>
                <c:pt idx="3423">
                  <c:v>70.476310729980497</c:v>
                </c:pt>
                <c:pt idx="3424">
                  <c:v>70.452949523925795</c:v>
                </c:pt>
                <c:pt idx="3425">
                  <c:v>70.411735534667997</c:v>
                </c:pt>
                <c:pt idx="3426">
                  <c:v>70.455284118652301</c:v>
                </c:pt>
                <c:pt idx="3427">
                  <c:v>70.409523010253906</c:v>
                </c:pt>
                <c:pt idx="3428">
                  <c:v>70.307189941406307</c:v>
                </c:pt>
                <c:pt idx="3429">
                  <c:v>70.241226196289105</c:v>
                </c:pt>
                <c:pt idx="3430">
                  <c:v>70.313781738281307</c:v>
                </c:pt>
                <c:pt idx="3431">
                  <c:v>70.259193420410199</c:v>
                </c:pt>
                <c:pt idx="3432">
                  <c:v>70.295646667480497</c:v>
                </c:pt>
                <c:pt idx="3433">
                  <c:v>70.220069885253906</c:v>
                </c:pt>
                <c:pt idx="3434">
                  <c:v>70.261177062988295</c:v>
                </c:pt>
                <c:pt idx="3435">
                  <c:v>70.161735534667997</c:v>
                </c:pt>
                <c:pt idx="3436">
                  <c:v>70.041397094726605</c:v>
                </c:pt>
                <c:pt idx="3437">
                  <c:v>70.009117126464801</c:v>
                </c:pt>
                <c:pt idx="3438">
                  <c:v>69.977104187011705</c:v>
                </c:pt>
                <c:pt idx="3439">
                  <c:v>70.057266235351605</c:v>
                </c:pt>
                <c:pt idx="3440">
                  <c:v>70.007835388183594</c:v>
                </c:pt>
                <c:pt idx="3441">
                  <c:v>69.984130859375</c:v>
                </c:pt>
                <c:pt idx="3442">
                  <c:v>69.933151245117202</c:v>
                </c:pt>
                <c:pt idx="3443">
                  <c:v>69.891868591308594</c:v>
                </c:pt>
                <c:pt idx="3444">
                  <c:v>69.854988098144503</c:v>
                </c:pt>
                <c:pt idx="3445">
                  <c:v>69.923324584960895</c:v>
                </c:pt>
                <c:pt idx="3446">
                  <c:v>69.873359680175795</c:v>
                </c:pt>
                <c:pt idx="3447">
                  <c:v>69.843338012695298</c:v>
                </c:pt>
                <c:pt idx="3448">
                  <c:v>69.810653686523395</c:v>
                </c:pt>
                <c:pt idx="3449">
                  <c:v>69.803718566894503</c:v>
                </c:pt>
                <c:pt idx="3450">
                  <c:v>69.851692199707003</c:v>
                </c:pt>
                <c:pt idx="3451">
                  <c:v>69.8994140625</c:v>
                </c:pt>
                <c:pt idx="3452">
                  <c:v>69.926177978515597</c:v>
                </c:pt>
                <c:pt idx="3453">
                  <c:v>69.969055175781307</c:v>
                </c:pt>
                <c:pt idx="3454">
                  <c:v>69.926368713378906</c:v>
                </c:pt>
                <c:pt idx="3455">
                  <c:v>69.962310791015597</c:v>
                </c:pt>
                <c:pt idx="3456">
                  <c:v>69.979736328125</c:v>
                </c:pt>
                <c:pt idx="3457">
                  <c:v>69.876121520996094</c:v>
                </c:pt>
                <c:pt idx="3458">
                  <c:v>69.836883544921903</c:v>
                </c:pt>
                <c:pt idx="3459">
                  <c:v>69.837982177734403</c:v>
                </c:pt>
                <c:pt idx="3460">
                  <c:v>69.773979187011705</c:v>
                </c:pt>
                <c:pt idx="3461">
                  <c:v>69.761222839355497</c:v>
                </c:pt>
                <c:pt idx="3462">
                  <c:v>69.752021789550795</c:v>
                </c:pt>
                <c:pt idx="3463">
                  <c:v>69.779716491699205</c:v>
                </c:pt>
                <c:pt idx="3464">
                  <c:v>69.776596069335895</c:v>
                </c:pt>
                <c:pt idx="3465">
                  <c:v>69.735153198242202</c:v>
                </c:pt>
                <c:pt idx="3466">
                  <c:v>69.728164672851605</c:v>
                </c:pt>
                <c:pt idx="3467">
                  <c:v>69.790107727050795</c:v>
                </c:pt>
                <c:pt idx="3468">
                  <c:v>69.810638427734403</c:v>
                </c:pt>
                <c:pt idx="3469">
                  <c:v>69.800254821777301</c:v>
                </c:pt>
                <c:pt idx="3470">
                  <c:v>69.739967346191406</c:v>
                </c:pt>
                <c:pt idx="3471">
                  <c:v>69.722694396972699</c:v>
                </c:pt>
                <c:pt idx="3472">
                  <c:v>69.716697692871094</c:v>
                </c:pt>
                <c:pt idx="3473">
                  <c:v>69.697128295898395</c:v>
                </c:pt>
                <c:pt idx="3474">
                  <c:v>69.704040527343807</c:v>
                </c:pt>
                <c:pt idx="3475">
                  <c:v>69.704841613769503</c:v>
                </c:pt>
                <c:pt idx="3476">
                  <c:v>69.674217224121094</c:v>
                </c:pt>
                <c:pt idx="3477">
                  <c:v>69.674552917480497</c:v>
                </c:pt>
                <c:pt idx="3478">
                  <c:v>69.679252624511705</c:v>
                </c:pt>
                <c:pt idx="3479">
                  <c:v>69.680046081542997</c:v>
                </c:pt>
                <c:pt idx="3480">
                  <c:v>69.685325622558594</c:v>
                </c:pt>
                <c:pt idx="3481">
                  <c:v>69.686630249023395</c:v>
                </c:pt>
                <c:pt idx="3482">
                  <c:v>69.655334472656307</c:v>
                </c:pt>
                <c:pt idx="3483">
                  <c:v>69.6783447265625</c:v>
                </c:pt>
                <c:pt idx="3484">
                  <c:v>69.702316284179702</c:v>
                </c:pt>
                <c:pt idx="3485">
                  <c:v>69.683860778808594</c:v>
                </c:pt>
                <c:pt idx="3486">
                  <c:v>69.670753479003906</c:v>
                </c:pt>
                <c:pt idx="3487">
                  <c:v>69.692916870117202</c:v>
                </c:pt>
                <c:pt idx="3488">
                  <c:v>69.709190368652301</c:v>
                </c:pt>
                <c:pt idx="3489">
                  <c:v>69.690216064453097</c:v>
                </c:pt>
                <c:pt idx="3490">
                  <c:v>69.665603637695298</c:v>
                </c:pt>
                <c:pt idx="3491">
                  <c:v>69.689918518066406</c:v>
                </c:pt>
                <c:pt idx="3492">
                  <c:v>69.67041015625</c:v>
                </c:pt>
                <c:pt idx="3493">
                  <c:v>69.695465087890597</c:v>
                </c:pt>
                <c:pt idx="3494">
                  <c:v>69.662574768066406</c:v>
                </c:pt>
                <c:pt idx="3495">
                  <c:v>69.630355834960895</c:v>
                </c:pt>
                <c:pt idx="3496">
                  <c:v>69.603584289550795</c:v>
                </c:pt>
                <c:pt idx="3497">
                  <c:v>69.6087646484375</c:v>
                </c:pt>
                <c:pt idx="3498">
                  <c:v>69.616188049316406</c:v>
                </c:pt>
                <c:pt idx="3499">
                  <c:v>69.590835571289105</c:v>
                </c:pt>
                <c:pt idx="3500">
                  <c:v>69.516220092773395</c:v>
                </c:pt>
                <c:pt idx="3501">
                  <c:v>69.511871337890597</c:v>
                </c:pt>
                <c:pt idx="3502">
                  <c:v>69.530464172363295</c:v>
                </c:pt>
                <c:pt idx="3503">
                  <c:v>69.494117736816406</c:v>
                </c:pt>
                <c:pt idx="3504">
                  <c:v>69.485092163085895</c:v>
                </c:pt>
                <c:pt idx="3505">
                  <c:v>69.477783203125</c:v>
                </c:pt>
                <c:pt idx="3506">
                  <c:v>69.477233886718807</c:v>
                </c:pt>
                <c:pt idx="3507">
                  <c:v>69.4765625</c:v>
                </c:pt>
                <c:pt idx="3508">
                  <c:v>69.479705810546903</c:v>
                </c:pt>
                <c:pt idx="3509">
                  <c:v>69.505844116210895</c:v>
                </c:pt>
                <c:pt idx="3510">
                  <c:v>69.503952026367202</c:v>
                </c:pt>
                <c:pt idx="3511">
                  <c:v>69.498802185058594</c:v>
                </c:pt>
                <c:pt idx="3512">
                  <c:v>69.483421325683594</c:v>
                </c:pt>
                <c:pt idx="3513">
                  <c:v>69.476547241210895</c:v>
                </c:pt>
                <c:pt idx="3514">
                  <c:v>69.483871459960895</c:v>
                </c:pt>
                <c:pt idx="3515">
                  <c:v>69.488029479980497</c:v>
                </c:pt>
                <c:pt idx="3516">
                  <c:v>69.464813232421903</c:v>
                </c:pt>
                <c:pt idx="3517">
                  <c:v>69.454475402832003</c:v>
                </c:pt>
                <c:pt idx="3518">
                  <c:v>69.459213256835895</c:v>
                </c:pt>
                <c:pt idx="3519">
                  <c:v>69.476493835449205</c:v>
                </c:pt>
                <c:pt idx="3520">
                  <c:v>69.496162414550795</c:v>
                </c:pt>
                <c:pt idx="3521">
                  <c:v>69.478034973144503</c:v>
                </c:pt>
                <c:pt idx="3522">
                  <c:v>69.469429016113295</c:v>
                </c:pt>
                <c:pt idx="3523">
                  <c:v>69.455734252929702</c:v>
                </c:pt>
                <c:pt idx="3524">
                  <c:v>69.479461669921903</c:v>
                </c:pt>
                <c:pt idx="3525">
                  <c:v>69.473899841308594</c:v>
                </c:pt>
                <c:pt idx="3526">
                  <c:v>69.457725524902301</c:v>
                </c:pt>
                <c:pt idx="3527">
                  <c:v>69.470436096191406</c:v>
                </c:pt>
                <c:pt idx="3528">
                  <c:v>69.453727722167997</c:v>
                </c:pt>
                <c:pt idx="3529">
                  <c:v>69.442436218261705</c:v>
                </c:pt>
                <c:pt idx="3530">
                  <c:v>69.4498291015625</c:v>
                </c:pt>
                <c:pt idx="3531">
                  <c:v>69.439720153808594</c:v>
                </c:pt>
                <c:pt idx="3532">
                  <c:v>69.504478454589801</c:v>
                </c:pt>
                <c:pt idx="3533">
                  <c:v>69.504570007324205</c:v>
                </c:pt>
                <c:pt idx="3534">
                  <c:v>69.4661865234375</c:v>
                </c:pt>
                <c:pt idx="3535">
                  <c:v>69.436271667480497</c:v>
                </c:pt>
                <c:pt idx="3536">
                  <c:v>69.400047302246094</c:v>
                </c:pt>
                <c:pt idx="3537">
                  <c:v>69.429328918457003</c:v>
                </c:pt>
                <c:pt idx="3538">
                  <c:v>69.432731628417997</c:v>
                </c:pt>
                <c:pt idx="3539">
                  <c:v>69.377769470214801</c:v>
                </c:pt>
                <c:pt idx="3540">
                  <c:v>69.338241577148395</c:v>
                </c:pt>
                <c:pt idx="3541">
                  <c:v>69.359840393066406</c:v>
                </c:pt>
                <c:pt idx="3542">
                  <c:v>69.308700561523395</c:v>
                </c:pt>
                <c:pt idx="3543">
                  <c:v>69.371452331542997</c:v>
                </c:pt>
                <c:pt idx="3544">
                  <c:v>69.367668151855497</c:v>
                </c:pt>
                <c:pt idx="3545">
                  <c:v>69.335853576660199</c:v>
                </c:pt>
                <c:pt idx="3546">
                  <c:v>69.344039916992202</c:v>
                </c:pt>
                <c:pt idx="3547">
                  <c:v>69.386283874511705</c:v>
                </c:pt>
                <c:pt idx="3548">
                  <c:v>69.325645446777301</c:v>
                </c:pt>
                <c:pt idx="3549">
                  <c:v>69.319938659667997</c:v>
                </c:pt>
                <c:pt idx="3550">
                  <c:v>69.296066284179702</c:v>
                </c:pt>
                <c:pt idx="3551">
                  <c:v>69.274597167968807</c:v>
                </c:pt>
                <c:pt idx="3552">
                  <c:v>69.269050598144503</c:v>
                </c:pt>
                <c:pt idx="3553">
                  <c:v>69.273628234863295</c:v>
                </c:pt>
                <c:pt idx="3554">
                  <c:v>69.295104980468807</c:v>
                </c:pt>
                <c:pt idx="3555">
                  <c:v>69.277275085449205</c:v>
                </c:pt>
                <c:pt idx="3556">
                  <c:v>69.272903442382798</c:v>
                </c:pt>
                <c:pt idx="3557">
                  <c:v>69.264289855957003</c:v>
                </c:pt>
                <c:pt idx="3558">
                  <c:v>69.264221191406307</c:v>
                </c:pt>
                <c:pt idx="3559">
                  <c:v>69.288658142089801</c:v>
                </c:pt>
                <c:pt idx="3560">
                  <c:v>69.276397705078097</c:v>
                </c:pt>
                <c:pt idx="3561">
                  <c:v>69.268234252929702</c:v>
                </c:pt>
                <c:pt idx="3562">
                  <c:v>69.266540527343807</c:v>
                </c:pt>
                <c:pt idx="3563">
                  <c:v>69.247131347656307</c:v>
                </c:pt>
                <c:pt idx="3564">
                  <c:v>69.241004943847699</c:v>
                </c:pt>
                <c:pt idx="3565">
                  <c:v>69.244941711425795</c:v>
                </c:pt>
                <c:pt idx="3566">
                  <c:v>69.236267089843807</c:v>
                </c:pt>
                <c:pt idx="3567">
                  <c:v>69.236579895019503</c:v>
                </c:pt>
                <c:pt idx="3568">
                  <c:v>69.250053405761705</c:v>
                </c:pt>
                <c:pt idx="3569">
                  <c:v>69.2540283203125</c:v>
                </c:pt>
                <c:pt idx="3570">
                  <c:v>69.255569458007798</c:v>
                </c:pt>
                <c:pt idx="3571">
                  <c:v>69.246009826660199</c:v>
                </c:pt>
                <c:pt idx="3572">
                  <c:v>69.254211425781307</c:v>
                </c:pt>
                <c:pt idx="3573">
                  <c:v>69.2454833984375</c:v>
                </c:pt>
                <c:pt idx="3574">
                  <c:v>69.231132507324205</c:v>
                </c:pt>
                <c:pt idx="3575">
                  <c:v>69.182418823242202</c:v>
                </c:pt>
                <c:pt idx="3576">
                  <c:v>69.175201416015597</c:v>
                </c:pt>
                <c:pt idx="3577">
                  <c:v>69.192680358886705</c:v>
                </c:pt>
                <c:pt idx="3578">
                  <c:v>69.198112487792997</c:v>
                </c:pt>
                <c:pt idx="3579">
                  <c:v>69.184341430664105</c:v>
                </c:pt>
                <c:pt idx="3580">
                  <c:v>69.161880493164105</c:v>
                </c:pt>
                <c:pt idx="3581">
                  <c:v>69.133544921875</c:v>
                </c:pt>
                <c:pt idx="3582">
                  <c:v>69.133018493652301</c:v>
                </c:pt>
                <c:pt idx="3583">
                  <c:v>69.116966247558594</c:v>
                </c:pt>
                <c:pt idx="3584">
                  <c:v>69.133575439453097</c:v>
                </c:pt>
                <c:pt idx="3585">
                  <c:v>69.166725158691406</c:v>
                </c:pt>
                <c:pt idx="3586">
                  <c:v>69.128211975097699</c:v>
                </c:pt>
                <c:pt idx="3587">
                  <c:v>69.103523254394503</c:v>
                </c:pt>
                <c:pt idx="3588">
                  <c:v>69.079643249511705</c:v>
                </c:pt>
                <c:pt idx="3589">
                  <c:v>69.120132446289105</c:v>
                </c:pt>
                <c:pt idx="3590">
                  <c:v>69.0927734375</c:v>
                </c:pt>
                <c:pt idx="3591">
                  <c:v>69.083000183105497</c:v>
                </c:pt>
                <c:pt idx="3592">
                  <c:v>69.085281372070298</c:v>
                </c:pt>
                <c:pt idx="3593">
                  <c:v>69.087638854980497</c:v>
                </c:pt>
                <c:pt idx="3594">
                  <c:v>69.108657836914105</c:v>
                </c:pt>
                <c:pt idx="3595">
                  <c:v>69.108428955078097</c:v>
                </c:pt>
                <c:pt idx="3596">
                  <c:v>69.108085632324205</c:v>
                </c:pt>
                <c:pt idx="3597">
                  <c:v>69.080986022949205</c:v>
                </c:pt>
                <c:pt idx="3598">
                  <c:v>69.069587707519503</c:v>
                </c:pt>
                <c:pt idx="3599">
                  <c:v>69.071319580078097</c:v>
                </c:pt>
                <c:pt idx="3600">
                  <c:v>69.059349060058594</c:v>
                </c:pt>
                <c:pt idx="3601">
                  <c:v>69.075424194335895</c:v>
                </c:pt>
                <c:pt idx="3602">
                  <c:v>69.101066589355497</c:v>
                </c:pt>
                <c:pt idx="3603">
                  <c:v>69.085769653320298</c:v>
                </c:pt>
                <c:pt idx="3604">
                  <c:v>69.069854736328097</c:v>
                </c:pt>
                <c:pt idx="3605">
                  <c:v>69.067077636718807</c:v>
                </c:pt>
                <c:pt idx="3606">
                  <c:v>69.083541870117202</c:v>
                </c:pt>
                <c:pt idx="3607">
                  <c:v>69.074836730957003</c:v>
                </c:pt>
                <c:pt idx="3608">
                  <c:v>69.0736083984375</c:v>
                </c:pt>
                <c:pt idx="3609">
                  <c:v>69.067108154296903</c:v>
                </c:pt>
                <c:pt idx="3610">
                  <c:v>69.064537048339801</c:v>
                </c:pt>
                <c:pt idx="3611">
                  <c:v>69.052742004394503</c:v>
                </c:pt>
                <c:pt idx="3612">
                  <c:v>69.0711669921875</c:v>
                </c:pt>
                <c:pt idx="3613">
                  <c:v>69.079742431640597</c:v>
                </c:pt>
                <c:pt idx="3614">
                  <c:v>69.086708068847699</c:v>
                </c:pt>
                <c:pt idx="3615">
                  <c:v>69.097961425781307</c:v>
                </c:pt>
                <c:pt idx="3616">
                  <c:v>69.093055725097699</c:v>
                </c:pt>
                <c:pt idx="3617">
                  <c:v>69.079025268554702</c:v>
                </c:pt>
                <c:pt idx="3618">
                  <c:v>69.069496154785199</c:v>
                </c:pt>
                <c:pt idx="3619">
                  <c:v>69.065788269042997</c:v>
                </c:pt>
                <c:pt idx="3620">
                  <c:v>69.075866699218807</c:v>
                </c:pt>
                <c:pt idx="3621">
                  <c:v>69.068138122558594</c:v>
                </c:pt>
                <c:pt idx="3622">
                  <c:v>69.0771484375</c:v>
                </c:pt>
                <c:pt idx="3623">
                  <c:v>69.080108642578097</c:v>
                </c:pt>
                <c:pt idx="3624">
                  <c:v>69.064788818359403</c:v>
                </c:pt>
                <c:pt idx="3625">
                  <c:v>69.074325561523395</c:v>
                </c:pt>
                <c:pt idx="3626">
                  <c:v>69.072410583496094</c:v>
                </c:pt>
                <c:pt idx="3627">
                  <c:v>69.072708129882798</c:v>
                </c:pt>
                <c:pt idx="3628">
                  <c:v>69.071372985839801</c:v>
                </c:pt>
                <c:pt idx="3629">
                  <c:v>69.084312438964801</c:v>
                </c:pt>
                <c:pt idx="3630">
                  <c:v>69.093200683593807</c:v>
                </c:pt>
                <c:pt idx="3631">
                  <c:v>69.081573486328097</c:v>
                </c:pt>
                <c:pt idx="3632">
                  <c:v>69.076484680175795</c:v>
                </c:pt>
                <c:pt idx="3633">
                  <c:v>69.074287414550795</c:v>
                </c:pt>
                <c:pt idx="3634">
                  <c:v>69.073211669921903</c:v>
                </c:pt>
                <c:pt idx="3635">
                  <c:v>69.078834533691406</c:v>
                </c:pt>
                <c:pt idx="3636">
                  <c:v>69.073425292968807</c:v>
                </c:pt>
                <c:pt idx="3637">
                  <c:v>69.042335510253906</c:v>
                </c:pt>
                <c:pt idx="3638">
                  <c:v>69.042411804199205</c:v>
                </c:pt>
                <c:pt idx="3639">
                  <c:v>69.048179626464801</c:v>
                </c:pt>
                <c:pt idx="3640">
                  <c:v>69.055313110351605</c:v>
                </c:pt>
                <c:pt idx="3641">
                  <c:v>69.050743103027301</c:v>
                </c:pt>
                <c:pt idx="3642">
                  <c:v>69.069091796875</c:v>
                </c:pt>
                <c:pt idx="3643">
                  <c:v>69.056785583496094</c:v>
                </c:pt>
                <c:pt idx="3644">
                  <c:v>69.043319702148395</c:v>
                </c:pt>
                <c:pt idx="3645">
                  <c:v>69.008605957031307</c:v>
                </c:pt>
                <c:pt idx="3646">
                  <c:v>69.015068054199205</c:v>
                </c:pt>
                <c:pt idx="3647">
                  <c:v>68.991729736328097</c:v>
                </c:pt>
                <c:pt idx="3648">
                  <c:v>68.973625183105497</c:v>
                </c:pt>
                <c:pt idx="3649">
                  <c:v>68.985183715820298</c:v>
                </c:pt>
                <c:pt idx="3650">
                  <c:v>68.998550415039105</c:v>
                </c:pt>
                <c:pt idx="3651">
                  <c:v>69.024848937988295</c:v>
                </c:pt>
                <c:pt idx="3652">
                  <c:v>69.017295837402301</c:v>
                </c:pt>
                <c:pt idx="3653">
                  <c:v>68.990341186523395</c:v>
                </c:pt>
                <c:pt idx="3654">
                  <c:v>68.962821960449205</c:v>
                </c:pt>
                <c:pt idx="3655">
                  <c:v>68.987228393554702</c:v>
                </c:pt>
                <c:pt idx="3656">
                  <c:v>68.996505737304702</c:v>
                </c:pt>
                <c:pt idx="3657">
                  <c:v>68.974784851074205</c:v>
                </c:pt>
                <c:pt idx="3658">
                  <c:v>68.972267150878906</c:v>
                </c:pt>
                <c:pt idx="3659">
                  <c:v>68.956024169921903</c:v>
                </c:pt>
                <c:pt idx="3660">
                  <c:v>68.947570800781307</c:v>
                </c:pt>
                <c:pt idx="3661">
                  <c:v>68.943038940429702</c:v>
                </c:pt>
                <c:pt idx="3662">
                  <c:v>68.945587158203097</c:v>
                </c:pt>
                <c:pt idx="3663">
                  <c:v>68.939971923828097</c:v>
                </c:pt>
                <c:pt idx="3664">
                  <c:v>68.943809509277301</c:v>
                </c:pt>
                <c:pt idx="3665">
                  <c:v>68.939353942871094</c:v>
                </c:pt>
                <c:pt idx="3666">
                  <c:v>68.933738708496094</c:v>
                </c:pt>
                <c:pt idx="3667">
                  <c:v>68.939262390136705</c:v>
                </c:pt>
                <c:pt idx="3668">
                  <c:v>68.937637329101605</c:v>
                </c:pt>
                <c:pt idx="3669">
                  <c:v>68.950920104980497</c:v>
                </c:pt>
                <c:pt idx="3670">
                  <c:v>68.970382690429702</c:v>
                </c:pt>
                <c:pt idx="3671">
                  <c:v>68.968269348144503</c:v>
                </c:pt>
                <c:pt idx="3672">
                  <c:v>68.954734802246094</c:v>
                </c:pt>
                <c:pt idx="3673">
                  <c:v>68.952224731445298</c:v>
                </c:pt>
                <c:pt idx="3674">
                  <c:v>68.952995300292997</c:v>
                </c:pt>
                <c:pt idx="3675">
                  <c:v>68.953277587890597</c:v>
                </c:pt>
                <c:pt idx="3676">
                  <c:v>68.950248718261705</c:v>
                </c:pt>
                <c:pt idx="3677">
                  <c:v>68.947509765625</c:v>
                </c:pt>
                <c:pt idx="3678">
                  <c:v>68.947067260742202</c:v>
                </c:pt>
                <c:pt idx="3679">
                  <c:v>68.944885253906307</c:v>
                </c:pt>
                <c:pt idx="3680">
                  <c:v>68.944976806640597</c:v>
                </c:pt>
                <c:pt idx="3681">
                  <c:v>68.948303222656307</c:v>
                </c:pt>
                <c:pt idx="3682">
                  <c:v>68.939826965332003</c:v>
                </c:pt>
                <c:pt idx="3683">
                  <c:v>68.941978454589801</c:v>
                </c:pt>
                <c:pt idx="3684">
                  <c:v>68.942726135253906</c:v>
                </c:pt>
                <c:pt idx="3685">
                  <c:v>68.950614929199205</c:v>
                </c:pt>
                <c:pt idx="3686">
                  <c:v>68.950889587402301</c:v>
                </c:pt>
                <c:pt idx="3687">
                  <c:v>68.942245483398395</c:v>
                </c:pt>
                <c:pt idx="3688">
                  <c:v>68.928260803222699</c:v>
                </c:pt>
                <c:pt idx="3689">
                  <c:v>68.936256408691406</c:v>
                </c:pt>
                <c:pt idx="3690">
                  <c:v>68.943321228027301</c:v>
                </c:pt>
                <c:pt idx="3691">
                  <c:v>68.940567016601605</c:v>
                </c:pt>
                <c:pt idx="3692">
                  <c:v>68.938835144042997</c:v>
                </c:pt>
                <c:pt idx="3693">
                  <c:v>68.939590454101605</c:v>
                </c:pt>
                <c:pt idx="3694">
                  <c:v>68.943710327148395</c:v>
                </c:pt>
                <c:pt idx="3695">
                  <c:v>68.950531005859403</c:v>
                </c:pt>
                <c:pt idx="3696">
                  <c:v>68.945953369140597</c:v>
                </c:pt>
                <c:pt idx="3697">
                  <c:v>68.935043334960895</c:v>
                </c:pt>
                <c:pt idx="3698">
                  <c:v>68.930549621582003</c:v>
                </c:pt>
                <c:pt idx="3699">
                  <c:v>68.928764343261705</c:v>
                </c:pt>
                <c:pt idx="3700">
                  <c:v>68.9373779296875</c:v>
                </c:pt>
                <c:pt idx="3701">
                  <c:v>68.930305480957003</c:v>
                </c:pt>
                <c:pt idx="3702">
                  <c:v>68.928916931152301</c:v>
                </c:pt>
                <c:pt idx="3703">
                  <c:v>68.923446655273395</c:v>
                </c:pt>
                <c:pt idx="3704">
                  <c:v>68.9205322265625</c:v>
                </c:pt>
                <c:pt idx="3705">
                  <c:v>68.931617736816406</c:v>
                </c:pt>
                <c:pt idx="3706">
                  <c:v>68.927299499511705</c:v>
                </c:pt>
                <c:pt idx="3707">
                  <c:v>68.921691894531307</c:v>
                </c:pt>
                <c:pt idx="3708">
                  <c:v>68.916900634765597</c:v>
                </c:pt>
                <c:pt idx="3709">
                  <c:v>68.916046142578097</c:v>
                </c:pt>
                <c:pt idx="3710">
                  <c:v>68.920005798339801</c:v>
                </c:pt>
                <c:pt idx="3711">
                  <c:v>68.921562194824205</c:v>
                </c:pt>
                <c:pt idx="3712">
                  <c:v>68.920196533203097</c:v>
                </c:pt>
                <c:pt idx="3713">
                  <c:v>68.920028686523395</c:v>
                </c:pt>
                <c:pt idx="3714">
                  <c:v>68.922172546386705</c:v>
                </c:pt>
                <c:pt idx="3715">
                  <c:v>68.924911499023395</c:v>
                </c:pt>
                <c:pt idx="3716">
                  <c:v>68.930313110351605</c:v>
                </c:pt>
                <c:pt idx="3717">
                  <c:v>68.938697814941406</c:v>
                </c:pt>
                <c:pt idx="3718">
                  <c:v>68.937950134277301</c:v>
                </c:pt>
                <c:pt idx="3719">
                  <c:v>68.924278259277301</c:v>
                </c:pt>
                <c:pt idx="3720">
                  <c:v>68.915229797363295</c:v>
                </c:pt>
                <c:pt idx="3721">
                  <c:v>68.914558410644503</c:v>
                </c:pt>
                <c:pt idx="3722">
                  <c:v>68.920013427734403</c:v>
                </c:pt>
                <c:pt idx="3723">
                  <c:v>68.919685363769503</c:v>
                </c:pt>
                <c:pt idx="3724">
                  <c:v>68.919349670410199</c:v>
                </c:pt>
                <c:pt idx="3725">
                  <c:v>68.917678833007798</c:v>
                </c:pt>
                <c:pt idx="3726">
                  <c:v>68.926933288574205</c:v>
                </c:pt>
                <c:pt idx="3727">
                  <c:v>68.927734375</c:v>
                </c:pt>
                <c:pt idx="3728">
                  <c:v>68.921485900878906</c:v>
                </c:pt>
                <c:pt idx="3729">
                  <c:v>68.921218872070298</c:v>
                </c:pt>
                <c:pt idx="3730">
                  <c:v>68.920654296875</c:v>
                </c:pt>
                <c:pt idx="3731">
                  <c:v>68.919754028320298</c:v>
                </c:pt>
                <c:pt idx="3732">
                  <c:v>68.914924621582003</c:v>
                </c:pt>
                <c:pt idx="3733">
                  <c:v>68.915344238281307</c:v>
                </c:pt>
                <c:pt idx="3734">
                  <c:v>68.908523559570298</c:v>
                </c:pt>
                <c:pt idx="3735">
                  <c:v>68.901924133300795</c:v>
                </c:pt>
                <c:pt idx="3736">
                  <c:v>68.899551391601605</c:v>
                </c:pt>
                <c:pt idx="3737">
                  <c:v>68.902610778808594</c:v>
                </c:pt>
                <c:pt idx="3738">
                  <c:v>68.891540527343807</c:v>
                </c:pt>
                <c:pt idx="3739">
                  <c:v>68.895195007324205</c:v>
                </c:pt>
                <c:pt idx="3740">
                  <c:v>68.889953613281307</c:v>
                </c:pt>
                <c:pt idx="3741">
                  <c:v>68.892021179199205</c:v>
                </c:pt>
                <c:pt idx="3742">
                  <c:v>68.874374389648395</c:v>
                </c:pt>
                <c:pt idx="3743">
                  <c:v>68.806449890136705</c:v>
                </c:pt>
                <c:pt idx="3744">
                  <c:v>68.591476440429702</c:v>
                </c:pt>
                <c:pt idx="3745">
                  <c:v>68.475646972656307</c:v>
                </c:pt>
                <c:pt idx="3746">
                  <c:v>68.398155212402301</c:v>
                </c:pt>
                <c:pt idx="3747">
                  <c:v>68.343574523925795</c:v>
                </c:pt>
                <c:pt idx="3748">
                  <c:v>68.262062072753906</c:v>
                </c:pt>
                <c:pt idx="3749">
                  <c:v>68.239356994628906</c:v>
                </c:pt>
                <c:pt idx="3750">
                  <c:v>68.177772521972699</c:v>
                </c:pt>
                <c:pt idx="3751">
                  <c:v>68.173133850097699</c:v>
                </c:pt>
                <c:pt idx="3752">
                  <c:v>68.138053894042997</c:v>
                </c:pt>
                <c:pt idx="3753">
                  <c:v>68.069297790527301</c:v>
                </c:pt>
                <c:pt idx="3754">
                  <c:v>68.001960754394503</c:v>
                </c:pt>
                <c:pt idx="3755">
                  <c:v>67.863250732421903</c:v>
                </c:pt>
                <c:pt idx="3756">
                  <c:v>67.743217468261705</c:v>
                </c:pt>
                <c:pt idx="3757">
                  <c:v>67.700363159179702</c:v>
                </c:pt>
                <c:pt idx="3758">
                  <c:v>67.628631591796903</c:v>
                </c:pt>
                <c:pt idx="3759">
                  <c:v>67.552032470703097</c:v>
                </c:pt>
                <c:pt idx="3760">
                  <c:v>67.408470153808594</c:v>
                </c:pt>
                <c:pt idx="3761">
                  <c:v>67.322006225585895</c:v>
                </c:pt>
                <c:pt idx="3762">
                  <c:v>67.275497436523395</c:v>
                </c:pt>
                <c:pt idx="3763">
                  <c:v>67.244552612304702</c:v>
                </c:pt>
                <c:pt idx="3764">
                  <c:v>67.214096069335895</c:v>
                </c:pt>
                <c:pt idx="3765">
                  <c:v>67.186828613281307</c:v>
                </c:pt>
                <c:pt idx="3766">
                  <c:v>67.134651184082003</c:v>
                </c:pt>
                <c:pt idx="3767">
                  <c:v>67.079681396484403</c:v>
                </c:pt>
                <c:pt idx="3768">
                  <c:v>67.062728881835895</c:v>
                </c:pt>
                <c:pt idx="3769">
                  <c:v>67.005813598632798</c:v>
                </c:pt>
                <c:pt idx="3770">
                  <c:v>66.875518798828097</c:v>
                </c:pt>
                <c:pt idx="3771">
                  <c:v>66.609031677246094</c:v>
                </c:pt>
                <c:pt idx="3772">
                  <c:v>66.233291625976605</c:v>
                </c:pt>
                <c:pt idx="3773">
                  <c:v>65.965919494628906</c:v>
                </c:pt>
                <c:pt idx="3774">
                  <c:v>65.828010559082003</c:v>
                </c:pt>
                <c:pt idx="3775">
                  <c:v>65.788513183593807</c:v>
                </c:pt>
                <c:pt idx="3776">
                  <c:v>65.719177246093807</c:v>
                </c:pt>
                <c:pt idx="3777">
                  <c:v>65.655288696289105</c:v>
                </c:pt>
                <c:pt idx="3778">
                  <c:v>65.622459411621094</c:v>
                </c:pt>
                <c:pt idx="3779">
                  <c:v>65.605613708496094</c:v>
                </c:pt>
                <c:pt idx="3780">
                  <c:v>65.596969604492202</c:v>
                </c:pt>
                <c:pt idx="3781">
                  <c:v>65.592529296875</c:v>
                </c:pt>
                <c:pt idx="3782">
                  <c:v>65.590248107910199</c:v>
                </c:pt>
                <c:pt idx="3783">
                  <c:v>65.588386535644503</c:v>
                </c:pt>
                <c:pt idx="3784">
                  <c:v>65.585502624511705</c:v>
                </c:pt>
                <c:pt idx="3785">
                  <c:v>65.585945129394503</c:v>
                </c:pt>
                <c:pt idx="3786">
                  <c:v>65.572097778320298</c:v>
                </c:pt>
                <c:pt idx="3787">
                  <c:v>65.565933227539105</c:v>
                </c:pt>
                <c:pt idx="3788">
                  <c:v>65.508018493652301</c:v>
                </c:pt>
                <c:pt idx="3789">
                  <c:v>65.455795288085895</c:v>
                </c:pt>
                <c:pt idx="3790">
                  <c:v>65.379440307617202</c:v>
                </c:pt>
                <c:pt idx="3791">
                  <c:v>65.300888061523395</c:v>
                </c:pt>
                <c:pt idx="3792">
                  <c:v>65.214820861816406</c:v>
                </c:pt>
                <c:pt idx="3793">
                  <c:v>65.161201477050795</c:v>
                </c:pt>
                <c:pt idx="3794">
                  <c:v>65.011833190917997</c:v>
                </c:pt>
                <c:pt idx="3795">
                  <c:v>64.950576782226605</c:v>
                </c:pt>
                <c:pt idx="3796">
                  <c:v>64.877082824707003</c:v>
                </c:pt>
                <c:pt idx="3797">
                  <c:v>64.840972900390597</c:v>
                </c:pt>
                <c:pt idx="3798">
                  <c:v>64.841743469238295</c:v>
                </c:pt>
                <c:pt idx="3799">
                  <c:v>64.753997802734403</c:v>
                </c:pt>
                <c:pt idx="3800">
                  <c:v>64.643112182617202</c:v>
                </c:pt>
                <c:pt idx="3801">
                  <c:v>64.507423400878906</c:v>
                </c:pt>
                <c:pt idx="3802">
                  <c:v>64.422332763671903</c:v>
                </c:pt>
                <c:pt idx="3803">
                  <c:v>64.307632446289105</c:v>
                </c:pt>
                <c:pt idx="3804">
                  <c:v>64.200347900390597</c:v>
                </c:pt>
                <c:pt idx="3805">
                  <c:v>64.135459899902301</c:v>
                </c:pt>
                <c:pt idx="3806">
                  <c:v>64.086402893066406</c:v>
                </c:pt>
                <c:pt idx="3807">
                  <c:v>64.042724609375</c:v>
                </c:pt>
                <c:pt idx="3808">
                  <c:v>63.940345764160199</c:v>
                </c:pt>
                <c:pt idx="3809">
                  <c:v>63.833538055419901</c:v>
                </c:pt>
                <c:pt idx="3810">
                  <c:v>63.772083282470703</c:v>
                </c:pt>
                <c:pt idx="3811">
                  <c:v>63.647045135498097</c:v>
                </c:pt>
                <c:pt idx="3812">
                  <c:v>63.5228462219238</c:v>
                </c:pt>
                <c:pt idx="3813">
                  <c:v>63.342071533203097</c:v>
                </c:pt>
                <c:pt idx="3814">
                  <c:v>63.285629272460902</c:v>
                </c:pt>
                <c:pt idx="3815">
                  <c:v>63.168891906738303</c:v>
                </c:pt>
                <c:pt idx="3816">
                  <c:v>63.040489196777301</c:v>
                </c:pt>
                <c:pt idx="3817">
                  <c:v>62.907276153564503</c:v>
                </c:pt>
                <c:pt idx="3818">
                  <c:v>62.809745788574197</c:v>
                </c:pt>
                <c:pt idx="3819">
                  <c:v>62.733890533447301</c:v>
                </c:pt>
                <c:pt idx="3820">
                  <c:v>62.629711151123097</c:v>
                </c:pt>
                <c:pt idx="3821">
                  <c:v>62.5546684265137</c:v>
                </c:pt>
                <c:pt idx="3822">
                  <c:v>62.489219665527301</c:v>
                </c:pt>
                <c:pt idx="3823">
                  <c:v>62.413898468017599</c:v>
                </c:pt>
                <c:pt idx="3824">
                  <c:v>62.2905883789063</c:v>
                </c:pt>
                <c:pt idx="3825">
                  <c:v>62.183803558349602</c:v>
                </c:pt>
                <c:pt idx="3826">
                  <c:v>62.1063232421875</c:v>
                </c:pt>
                <c:pt idx="3827">
                  <c:v>62.029281616210902</c:v>
                </c:pt>
                <c:pt idx="3828">
                  <c:v>61.929031372070298</c:v>
                </c:pt>
                <c:pt idx="3829">
                  <c:v>61.847232818603501</c:v>
                </c:pt>
                <c:pt idx="3830">
                  <c:v>61.747402191162102</c:v>
                </c:pt>
                <c:pt idx="3831">
                  <c:v>61.685298919677699</c:v>
                </c:pt>
                <c:pt idx="3832">
                  <c:v>61.522670745849602</c:v>
                </c:pt>
                <c:pt idx="3833">
                  <c:v>61.408565521240199</c:v>
                </c:pt>
                <c:pt idx="3834">
                  <c:v>61.244960784912102</c:v>
                </c:pt>
                <c:pt idx="3835">
                  <c:v>61.083793640136697</c:v>
                </c:pt>
                <c:pt idx="3836">
                  <c:v>60.896480560302699</c:v>
                </c:pt>
                <c:pt idx="3837">
                  <c:v>60.810096740722699</c:v>
                </c:pt>
                <c:pt idx="3838">
                  <c:v>60.748741149902301</c:v>
                </c:pt>
                <c:pt idx="3839">
                  <c:v>60.703319549560597</c:v>
                </c:pt>
                <c:pt idx="3840">
                  <c:v>60.656970977783203</c:v>
                </c:pt>
                <c:pt idx="3841">
                  <c:v>60.504070281982401</c:v>
                </c:pt>
                <c:pt idx="3842">
                  <c:v>60.406154632568402</c:v>
                </c:pt>
                <c:pt idx="3843">
                  <c:v>60.172908782958999</c:v>
                </c:pt>
                <c:pt idx="3844">
                  <c:v>60.0355224609375</c:v>
                </c:pt>
                <c:pt idx="3845">
                  <c:v>59.9633178710938</c:v>
                </c:pt>
                <c:pt idx="3846">
                  <c:v>59.899509429931598</c:v>
                </c:pt>
                <c:pt idx="3847">
                  <c:v>59.851833343505902</c:v>
                </c:pt>
                <c:pt idx="3848">
                  <c:v>59.789867401123097</c:v>
                </c:pt>
                <c:pt idx="3849">
                  <c:v>59.671909332275398</c:v>
                </c:pt>
                <c:pt idx="3850">
                  <c:v>59.541202545166001</c:v>
                </c:pt>
                <c:pt idx="3851">
                  <c:v>59.456836700439503</c:v>
                </c:pt>
                <c:pt idx="3852">
                  <c:v>59.291072845458999</c:v>
                </c:pt>
                <c:pt idx="3853">
                  <c:v>59.164859771728501</c:v>
                </c:pt>
                <c:pt idx="3854">
                  <c:v>59.086471557617202</c:v>
                </c:pt>
                <c:pt idx="3855">
                  <c:v>58.975547790527301</c:v>
                </c:pt>
                <c:pt idx="3856">
                  <c:v>58.944156646728501</c:v>
                </c:pt>
                <c:pt idx="3857">
                  <c:v>58.838150024414098</c:v>
                </c:pt>
                <c:pt idx="3858">
                  <c:v>58.748306274414098</c:v>
                </c:pt>
                <c:pt idx="3859">
                  <c:v>58.630035400390597</c:v>
                </c:pt>
                <c:pt idx="3860">
                  <c:v>58.531364440917997</c:v>
                </c:pt>
                <c:pt idx="3861">
                  <c:v>58.467750549316399</c:v>
                </c:pt>
                <c:pt idx="3862">
                  <c:v>58.389003753662102</c:v>
                </c:pt>
                <c:pt idx="3863">
                  <c:v>58.306217193603501</c:v>
                </c:pt>
                <c:pt idx="3864">
                  <c:v>58.204875946044901</c:v>
                </c:pt>
                <c:pt idx="3865">
                  <c:v>58.061004638671903</c:v>
                </c:pt>
                <c:pt idx="3866">
                  <c:v>57.915500640869098</c:v>
                </c:pt>
                <c:pt idx="3867">
                  <c:v>57.797336578369098</c:v>
                </c:pt>
                <c:pt idx="3868">
                  <c:v>57.679943084716797</c:v>
                </c:pt>
                <c:pt idx="3869">
                  <c:v>57.605335235595703</c:v>
                </c:pt>
                <c:pt idx="3870">
                  <c:v>57.549747467041001</c:v>
                </c:pt>
                <c:pt idx="3871">
                  <c:v>57.496242523193402</c:v>
                </c:pt>
                <c:pt idx="3872">
                  <c:v>57.475234985351598</c:v>
                </c:pt>
                <c:pt idx="3873">
                  <c:v>57.473430633544901</c:v>
                </c:pt>
                <c:pt idx="3874">
                  <c:v>57.247344970703097</c:v>
                </c:pt>
                <c:pt idx="3875">
                  <c:v>57.015281677246101</c:v>
                </c:pt>
                <c:pt idx="3876">
                  <c:v>56.874149322509801</c:v>
                </c:pt>
                <c:pt idx="3877">
                  <c:v>56.720367431640597</c:v>
                </c:pt>
                <c:pt idx="3878">
                  <c:v>56.580615997314503</c:v>
                </c:pt>
                <c:pt idx="3879">
                  <c:v>56.5059814453125</c:v>
                </c:pt>
                <c:pt idx="3880">
                  <c:v>56.363418579101598</c:v>
                </c:pt>
                <c:pt idx="3881">
                  <c:v>56.252887725830099</c:v>
                </c:pt>
                <c:pt idx="3882">
                  <c:v>56.1342163085938</c:v>
                </c:pt>
                <c:pt idx="3883">
                  <c:v>56.044075012207003</c:v>
                </c:pt>
                <c:pt idx="3884">
                  <c:v>55.964557647705099</c:v>
                </c:pt>
                <c:pt idx="3885">
                  <c:v>55.906471252441399</c:v>
                </c:pt>
                <c:pt idx="3886">
                  <c:v>55.874832153320298</c:v>
                </c:pt>
                <c:pt idx="3887">
                  <c:v>55.851406097412102</c:v>
                </c:pt>
                <c:pt idx="3888">
                  <c:v>55.829475402832003</c:v>
                </c:pt>
                <c:pt idx="3889">
                  <c:v>55.743560791015597</c:v>
                </c:pt>
                <c:pt idx="3890">
                  <c:v>55.739852905273402</c:v>
                </c:pt>
                <c:pt idx="3891">
                  <c:v>55.445201873779297</c:v>
                </c:pt>
                <c:pt idx="3892">
                  <c:v>55.232017517089801</c:v>
                </c:pt>
                <c:pt idx="3893">
                  <c:v>55.045284271240199</c:v>
                </c:pt>
                <c:pt idx="3894">
                  <c:v>54.900913238525398</c:v>
                </c:pt>
                <c:pt idx="3895">
                  <c:v>54.801059722900398</c:v>
                </c:pt>
                <c:pt idx="3896">
                  <c:v>54.657737731933601</c:v>
                </c:pt>
                <c:pt idx="3897">
                  <c:v>54.486351013183601</c:v>
                </c:pt>
                <c:pt idx="3898">
                  <c:v>54.332504272460902</c:v>
                </c:pt>
                <c:pt idx="3899">
                  <c:v>54.255382537841797</c:v>
                </c:pt>
                <c:pt idx="3900">
                  <c:v>54.193553924560597</c:v>
                </c:pt>
                <c:pt idx="3901">
                  <c:v>54.127239227294901</c:v>
                </c:pt>
                <c:pt idx="3902">
                  <c:v>54.030220031738303</c:v>
                </c:pt>
                <c:pt idx="3903">
                  <c:v>53.926265716552699</c:v>
                </c:pt>
                <c:pt idx="3904">
                  <c:v>53.811969757080099</c:v>
                </c:pt>
                <c:pt idx="3905">
                  <c:v>53.655162811279297</c:v>
                </c:pt>
                <c:pt idx="3906">
                  <c:v>53.524658203125</c:v>
                </c:pt>
                <c:pt idx="3907">
                  <c:v>53.420387268066399</c:v>
                </c:pt>
                <c:pt idx="3908">
                  <c:v>53.339035034179702</c:v>
                </c:pt>
                <c:pt idx="3909">
                  <c:v>53.2178955078125</c:v>
                </c:pt>
                <c:pt idx="3910">
                  <c:v>53.075111389160199</c:v>
                </c:pt>
                <c:pt idx="3911">
                  <c:v>53.017261505127003</c:v>
                </c:pt>
                <c:pt idx="3912">
                  <c:v>52.9314575195313</c:v>
                </c:pt>
                <c:pt idx="3913">
                  <c:v>52.828197479248097</c:v>
                </c:pt>
                <c:pt idx="3914">
                  <c:v>52.7596626281738</c:v>
                </c:pt>
                <c:pt idx="3915">
                  <c:v>52.681842803955099</c:v>
                </c:pt>
                <c:pt idx="3916">
                  <c:v>52.639156341552699</c:v>
                </c:pt>
                <c:pt idx="3917">
                  <c:v>52.610202789306598</c:v>
                </c:pt>
                <c:pt idx="3918">
                  <c:v>52.592830657958999</c:v>
                </c:pt>
                <c:pt idx="3919">
                  <c:v>52.5822563171387</c:v>
                </c:pt>
                <c:pt idx="3920">
                  <c:v>52.5664672851563</c:v>
                </c:pt>
                <c:pt idx="3921">
                  <c:v>52.553298950195298</c:v>
                </c:pt>
                <c:pt idx="3922">
                  <c:v>52.5465278625488</c:v>
                </c:pt>
                <c:pt idx="3923">
                  <c:v>52.4794311523438</c:v>
                </c:pt>
                <c:pt idx="3924">
                  <c:v>52.4942436218262</c:v>
                </c:pt>
                <c:pt idx="3925">
                  <c:v>52.099037170410199</c:v>
                </c:pt>
                <c:pt idx="3926">
                  <c:v>51.9067192077637</c:v>
                </c:pt>
                <c:pt idx="3927">
                  <c:v>51.619663238525398</c:v>
                </c:pt>
                <c:pt idx="3928">
                  <c:v>51.4126167297363</c:v>
                </c:pt>
                <c:pt idx="3929">
                  <c:v>51.234088897705099</c:v>
                </c:pt>
                <c:pt idx="3930">
                  <c:v>51.152069091796903</c:v>
                </c:pt>
                <c:pt idx="3931">
                  <c:v>51.088600158691399</c:v>
                </c:pt>
                <c:pt idx="3932">
                  <c:v>51.0187377929688</c:v>
                </c:pt>
                <c:pt idx="3933">
                  <c:v>50.9870796203613</c:v>
                </c:pt>
                <c:pt idx="3934">
                  <c:v>50.971065521240199</c:v>
                </c:pt>
                <c:pt idx="3935">
                  <c:v>50.933074951171903</c:v>
                </c:pt>
                <c:pt idx="3936">
                  <c:v>50.849029541015597</c:v>
                </c:pt>
                <c:pt idx="3937">
                  <c:v>50.670215606689503</c:v>
                </c:pt>
                <c:pt idx="3938">
                  <c:v>50.544147491455099</c:v>
                </c:pt>
                <c:pt idx="3939">
                  <c:v>50.335685729980497</c:v>
                </c:pt>
                <c:pt idx="3940">
                  <c:v>50.177242279052699</c:v>
                </c:pt>
                <c:pt idx="3941">
                  <c:v>50.042591094970703</c:v>
                </c:pt>
                <c:pt idx="3942">
                  <c:v>49.902206420898402</c:v>
                </c:pt>
                <c:pt idx="3943">
                  <c:v>49.775188446044901</c:v>
                </c:pt>
                <c:pt idx="3944">
                  <c:v>49.664024353027301</c:v>
                </c:pt>
                <c:pt idx="3945">
                  <c:v>49.578258514404297</c:v>
                </c:pt>
                <c:pt idx="3946">
                  <c:v>49.520912170410199</c:v>
                </c:pt>
                <c:pt idx="3947">
                  <c:v>49.462661743164098</c:v>
                </c:pt>
                <c:pt idx="3948">
                  <c:v>49.405490875244098</c:v>
                </c:pt>
                <c:pt idx="3949">
                  <c:v>49.366626739502003</c:v>
                </c:pt>
                <c:pt idx="3950">
                  <c:v>49.346927642822301</c:v>
                </c:pt>
                <c:pt idx="3951">
                  <c:v>49.328575134277301</c:v>
                </c:pt>
                <c:pt idx="3952">
                  <c:v>49.280853271484403</c:v>
                </c:pt>
                <c:pt idx="3953">
                  <c:v>49.288249969482401</c:v>
                </c:pt>
                <c:pt idx="3954">
                  <c:v>49.273693084716797</c:v>
                </c:pt>
                <c:pt idx="3955">
                  <c:v>49.182094573974602</c:v>
                </c:pt>
                <c:pt idx="3956">
                  <c:v>48.966884613037102</c:v>
                </c:pt>
                <c:pt idx="3957">
                  <c:v>48.756336212158203</c:v>
                </c:pt>
                <c:pt idx="3958">
                  <c:v>48.605869293212898</c:v>
                </c:pt>
                <c:pt idx="3959">
                  <c:v>48.4329643249512</c:v>
                </c:pt>
                <c:pt idx="3960">
                  <c:v>48.2310981750488</c:v>
                </c:pt>
                <c:pt idx="3961">
                  <c:v>48.152732849121101</c:v>
                </c:pt>
                <c:pt idx="3962">
                  <c:v>48.000755310058601</c:v>
                </c:pt>
                <c:pt idx="3963">
                  <c:v>47.738109588623097</c:v>
                </c:pt>
                <c:pt idx="3964">
                  <c:v>47.427215576171903</c:v>
                </c:pt>
                <c:pt idx="3965">
                  <c:v>46.7964057922363</c:v>
                </c:pt>
                <c:pt idx="3966">
                  <c:v>46.460788726806598</c:v>
                </c:pt>
                <c:pt idx="3967">
                  <c:v>46.261173248291001</c:v>
                </c:pt>
                <c:pt idx="3968">
                  <c:v>46.176513671875</c:v>
                </c:pt>
                <c:pt idx="3969">
                  <c:v>46.111415863037102</c:v>
                </c:pt>
                <c:pt idx="3970">
                  <c:v>46.050464630127003</c:v>
                </c:pt>
                <c:pt idx="3971">
                  <c:v>46.019180297851598</c:v>
                </c:pt>
                <c:pt idx="3972">
                  <c:v>46.003120422363303</c:v>
                </c:pt>
                <c:pt idx="3973">
                  <c:v>45.994876861572301</c:v>
                </c:pt>
                <c:pt idx="3974">
                  <c:v>45.990642547607401</c:v>
                </c:pt>
                <c:pt idx="3975">
                  <c:v>45.988468170166001</c:v>
                </c:pt>
                <c:pt idx="3976">
                  <c:v>45.987354278564503</c:v>
                </c:pt>
                <c:pt idx="3977">
                  <c:v>45.986778259277301</c:v>
                </c:pt>
                <c:pt idx="3978">
                  <c:v>45.986484527587898</c:v>
                </c:pt>
                <c:pt idx="3979">
                  <c:v>45.986335754394503</c:v>
                </c:pt>
                <c:pt idx="3980">
                  <c:v>45.986255645752003</c:v>
                </c:pt>
                <c:pt idx="3981">
                  <c:v>45.986217498779297</c:v>
                </c:pt>
                <c:pt idx="3982">
                  <c:v>45.982501983642599</c:v>
                </c:pt>
                <c:pt idx="3983">
                  <c:v>45.979682922363303</c:v>
                </c:pt>
                <c:pt idx="3984">
                  <c:v>45.980945587158203</c:v>
                </c:pt>
                <c:pt idx="3985">
                  <c:v>45.964664459228501</c:v>
                </c:pt>
                <c:pt idx="3986">
                  <c:v>45.902370452880902</c:v>
                </c:pt>
                <c:pt idx="3987">
                  <c:v>45.8300590515137</c:v>
                </c:pt>
                <c:pt idx="3988">
                  <c:v>45.799289703369098</c:v>
                </c:pt>
                <c:pt idx="3989">
                  <c:v>45.716587066650398</c:v>
                </c:pt>
                <c:pt idx="3990">
                  <c:v>45.633190155029297</c:v>
                </c:pt>
                <c:pt idx="3991">
                  <c:v>45.514156341552699</c:v>
                </c:pt>
                <c:pt idx="3992">
                  <c:v>45.444664001464801</c:v>
                </c:pt>
                <c:pt idx="3993">
                  <c:v>45.394821166992202</c:v>
                </c:pt>
                <c:pt idx="3994">
                  <c:v>45.329647064208999</c:v>
                </c:pt>
                <c:pt idx="3995">
                  <c:v>45.262504577636697</c:v>
                </c:pt>
                <c:pt idx="3996">
                  <c:v>45.231761932373097</c:v>
                </c:pt>
                <c:pt idx="3997">
                  <c:v>45.186275482177699</c:v>
                </c:pt>
                <c:pt idx="3998">
                  <c:v>45.1238822937012</c:v>
                </c:pt>
                <c:pt idx="3999">
                  <c:v>45.040714263916001</c:v>
                </c:pt>
                <c:pt idx="4000">
                  <c:v>44.937366485595703</c:v>
                </c:pt>
                <c:pt idx="4001">
                  <c:v>44.806957244873097</c:v>
                </c:pt>
                <c:pt idx="4002">
                  <c:v>44.758934020996101</c:v>
                </c:pt>
                <c:pt idx="4003">
                  <c:v>44.693046569824197</c:v>
                </c:pt>
                <c:pt idx="4004">
                  <c:v>44.6392211914063</c:v>
                </c:pt>
                <c:pt idx="4005">
                  <c:v>44.532909393310597</c:v>
                </c:pt>
                <c:pt idx="4006">
                  <c:v>44.472446441650398</c:v>
                </c:pt>
                <c:pt idx="4007">
                  <c:v>44.439926147460902</c:v>
                </c:pt>
                <c:pt idx="4008">
                  <c:v>44.415233612060597</c:v>
                </c:pt>
                <c:pt idx="4009">
                  <c:v>44.393287658691399</c:v>
                </c:pt>
                <c:pt idx="4010">
                  <c:v>44.363185882568402</c:v>
                </c:pt>
                <c:pt idx="4011">
                  <c:v>44.298774719238303</c:v>
                </c:pt>
                <c:pt idx="4012">
                  <c:v>44.163898468017599</c:v>
                </c:pt>
                <c:pt idx="4013">
                  <c:v>44.0338325500488</c:v>
                </c:pt>
                <c:pt idx="4014">
                  <c:v>43.877628326416001</c:v>
                </c:pt>
                <c:pt idx="4015">
                  <c:v>43.712318420410199</c:v>
                </c:pt>
                <c:pt idx="4016">
                  <c:v>43.622463226318402</c:v>
                </c:pt>
                <c:pt idx="4017">
                  <c:v>43.540592193603501</c:v>
                </c:pt>
                <c:pt idx="4018">
                  <c:v>43.412094116210902</c:v>
                </c:pt>
                <c:pt idx="4019">
                  <c:v>43.307621002197301</c:v>
                </c:pt>
                <c:pt idx="4020">
                  <c:v>43.201126098632798</c:v>
                </c:pt>
                <c:pt idx="4021">
                  <c:v>43.139156341552699</c:v>
                </c:pt>
                <c:pt idx="4022">
                  <c:v>43.087615966796903</c:v>
                </c:pt>
                <c:pt idx="4023">
                  <c:v>43.045093536377003</c:v>
                </c:pt>
                <c:pt idx="4024">
                  <c:v>42.972454071044901</c:v>
                </c:pt>
                <c:pt idx="4025">
                  <c:v>42.884452819824197</c:v>
                </c:pt>
                <c:pt idx="4026">
                  <c:v>42.838638305664098</c:v>
                </c:pt>
                <c:pt idx="4027">
                  <c:v>42.812473297119098</c:v>
                </c:pt>
                <c:pt idx="4028">
                  <c:v>42.7926635742188</c:v>
                </c:pt>
                <c:pt idx="4029">
                  <c:v>42.781776428222699</c:v>
                </c:pt>
                <c:pt idx="4030">
                  <c:v>42.779872894287102</c:v>
                </c:pt>
                <c:pt idx="4031">
                  <c:v>42.7670707702637</c:v>
                </c:pt>
                <c:pt idx="4032">
                  <c:v>42.750209808349602</c:v>
                </c:pt>
                <c:pt idx="4033">
                  <c:v>42.7585258483887</c:v>
                </c:pt>
                <c:pt idx="4034">
                  <c:v>42.736366271972699</c:v>
                </c:pt>
                <c:pt idx="4035">
                  <c:v>42.618114471435597</c:v>
                </c:pt>
                <c:pt idx="4036">
                  <c:v>42.441051483154297</c:v>
                </c:pt>
                <c:pt idx="4037">
                  <c:v>42.251083374023402</c:v>
                </c:pt>
                <c:pt idx="4038">
                  <c:v>42.194107055664098</c:v>
                </c:pt>
                <c:pt idx="4039">
                  <c:v>42.059474945068402</c:v>
                </c:pt>
                <c:pt idx="4040">
                  <c:v>41.9718017578125</c:v>
                </c:pt>
                <c:pt idx="4041">
                  <c:v>41.919647216796903</c:v>
                </c:pt>
                <c:pt idx="4042">
                  <c:v>41.788818359375</c:v>
                </c:pt>
                <c:pt idx="4043">
                  <c:v>41.702346801757798</c:v>
                </c:pt>
                <c:pt idx="4044">
                  <c:v>41.647037506103501</c:v>
                </c:pt>
                <c:pt idx="4045">
                  <c:v>41.466129302978501</c:v>
                </c:pt>
                <c:pt idx="4046">
                  <c:v>41.285789489746101</c:v>
                </c:pt>
                <c:pt idx="4047">
                  <c:v>41.209976196289098</c:v>
                </c:pt>
                <c:pt idx="4048">
                  <c:v>41.178924560546903</c:v>
                </c:pt>
                <c:pt idx="4049">
                  <c:v>41.152439117431598</c:v>
                </c:pt>
                <c:pt idx="4050">
                  <c:v>41.090400695800803</c:v>
                </c:pt>
                <c:pt idx="4051">
                  <c:v>41.053321838378899</c:v>
                </c:pt>
                <c:pt idx="4052">
                  <c:v>40.767368316650398</c:v>
                </c:pt>
                <c:pt idx="4053">
                  <c:v>40.7923774719238</c:v>
                </c:pt>
                <c:pt idx="4054">
                  <c:v>40.262344360351598</c:v>
                </c:pt>
                <c:pt idx="4055">
                  <c:v>39.94580078125</c:v>
                </c:pt>
                <c:pt idx="4056">
                  <c:v>39.713287353515597</c:v>
                </c:pt>
                <c:pt idx="4057">
                  <c:v>39.586315155029297</c:v>
                </c:pt>
                <c:pt idx="4058">
                  <c:v>39.521083831787102</c:v>
                </c:pt>
                <c:pt idx="4059">
                  <c:v>39.487606048583999</c:v>
                </c:pt>
                <c:pt idx="4060">
                  <c:v>39.470420837402301</c:v>
                </c:pt>
                <c:pt idx="4061">
                  <c:v>39.461597442627003</c:v>
                </c:pt>
                <c:pt idx="4062">
                  <c:v>39.457065582275398</c:v>
                </c:pt>
                <c:pt idx="4063">
                  <c:v>39.454742431640597</c:v>
                </c:pt>
                <c:pt idx="4064">
                  <c:v>39.453548431396499</c:v>
                </c:pt>
                <c:pt idx="4065">
                  <c:v>39.452934265136697</c:v>
                </c:pt>
                <c:pt idx="4066">
                  <c:v>39.4526176452637</c:v>
                </c:pt>
                <c:pt idx="4067">
                  <c:v>39.452457427978501</c:v>
                </c:pt>
                <c:pt idx="4068">
                  <c:v>39.4523735046387</c:v>
                </c:pt>
                <c:pt idx="4069">
                  <c:v>39.4523315429688</c:v>
                </c:pt>
                <c:pt idx="4070">
                  <c:v>39.452308654785199</c:v>
                </c:pt>
                <c:pt idx="4071">
                  <c:v>39.452297210693402</c:v>
                </c:pt>
                <c:pt idx="4072">
                  <c:v>39.452293395996101</c:v>
                </c:pt>
                <c:pt idx="4073">
                  <c:v>39.449203491210902</c:v>
                </c:pt>
                <c:pt idx="4074">
                  <c:v>39.4486694335938</c:v>
                </c:pt>
                <c:pt idx="4075">
                  <c:v>39.448848724365199</c:v>
                </c:pt>
                <c:pt idx="4076">
                  <c:v>39.443931579589801</c:v>
                </c:pt>
                <c:pt idx="4077">
                  <c:v>39.437309265136697</c:v>
                </c:pt>
                <c:pt idx="4078">
                  <c:v>39.430870056152301</c:v>
                </c:pt>
                <c:pt idx="4079">
                  <c:v>39.429122924804702</c:v>
                </c:pt>
                <c:pt idx="4080">
                  <c:v>39.360469818115199</c:v>
                </c:pt>
                <c:pt idx="4081">
                  <c:v>39.3356323242188</c:v>
                </c:pt>
                <c:pt idx="4082">
                  <c:v>39.307056427002003</c:v>
                </c:pt>
                <c:pt idx="4083">
                  <c:v>39.301429748535199</c:v>
                </c:pt>
                <c:pt idx="4084">
                  <c:v>39.238441467285199</c:v>
                </c:pt>
                <c:pt idx="4085">
                  <c:v>39.181888580322301</c:v>
                </c:pt>
                <c:pt idx="4086">
                  <c:v>39.15283203125</c:v>
                </c:pt>
                <c:pt idx="4087">
                  <c:v>39.1027221679688</c:v>
                </c:pt>
                <c:pt idx="4088">
                  <c:v>39.0601196289063</c:v>
                </c:pt>
                <c:pt idx="4089">
                  <c:v>39.043113708496101</c:v>
                </c:pt>
                <c:pt idx="4090">
                  <c:v>39.033882141113303</c:v>
                </c:pt>
                <c:pt idx="4091">
                  <c:v>38.964260101318402</c:v>
                </c:pt>
                <c:pt idx="4092">
                  <c:v>38.885993957519503</c:v>
                </c:pt>
                <c:pt idx="4093">
                  <c:v>38.853786468505902</c:v>
                </c:pt>
                <c:pt idx="4094">
                  <c:v>38.843460083007798</c:v>
                </c:pt>
                <c:pt idx="4095">
                  <c:v>38.771923065185597</c:v>
                </c:pt>
                <c:pt idx="4096">
                  <c:v>38.720897674560597</c:v>
                </c:pt>
                <c:pt idx="4097">
                  <c:v>38.694293975830099</c:v>
                </c:pt>
                <c:pt idx="4098">
                  <c:v>38.688591003417997</c:v>
                </c:pt>
                <c:pt idx="4099">
                  <c:v>38.619571685791001</c:v>
                </c:pt>
                <c:pt idx="4100">
                  <c:v>38.588485717773402</c:v>
                </c:pt>
                <c:pt idx="4101">
                  <c:v>38.510086059570298</c:v>
                </c:pt>
                <c:pt idx="4102">
                  <c:v>38.407119750976598</c:v>
                </c:pt>
                <c:pt idx="4103">
                  <c:v>38.327728271484403</c:v>
                </c:pt>
                <c:pt idx="4104">
                  <c:v>38.268604278564503</c:v>
                </c:pt>
                <c:pt idx="4105">
                  <c:v>38.229873657226598</c:v>
                </c:pt>
                <c:pt idx="4106">
                  <c:v>38.199203491210902</c:v>
                </c:pt>
                <c:pt idx="4107">
                  <c:v>38.157756805419901</c:v>
                </c:pt>
                <c:pt idx="4108">
                  <c:v>38.090385437011697</c:v>
                </c:pt>
                <c:pt idx="4109">
                  <c:v>38.044998168945298</c:v>
                </c:pt>
                <c:pt idx="4110">
                  <c:v>38.009857177734403</c:v>
                </c:pt>
                <c:pt idx="4111">
                  <c:v>37.974662780761697</c:v>
                </c:pt>
                <c:pt idx="4112">
                  <c:v>37.946102142333999</c:v>
                </c:pt>
                <c:pt idx="4113">
                  <c:v>37.9124946594238</c:v>
                </c:pt>
                <c:pt idx="4114">
                  <c:v>37.902633666992202</c:v>
                </c:pt>
                <c:pt idx="4115">
                  <c:v>37.896091461181598</c:v>
                </c:pt>
                <c:pt idx="4116">
                  <c:v>37.888439178466797</c:v>
                </c:pt>
                <c:pt idx="4117">
                  <c:v>37.879398345947301</c:v>
                </c:pt>
                <c:pt idx="4118">
                  <c:v>37.852672576904297</c:v>
                </c:pt>
                <c:pt idx="4119">
                  <c:v>37.795658111572301</c:v>
                </c:pt>
                <c:pt idx="4120">
                  <c:v>37.708065032958999</c:v>
                </c:pt>
                <c:pt idx="4121">
                  <c:v>37.634201049804702</c:v>
                </c:pt>
                <c:pt idx="4122">
                  <c:v>37.624759674072301</c:v>
                </c:pt>
                <c:pt idx="4123">
                  <c:v>37.581455230712898</c:v>
                </c:pt>
                <c:pt idx="4124">
                  <c:v>37.460357666015597</c:v>
                </c:pt>
                <c:pt idx="4125">
                  <c:v>37.371753692627003</c:v>
                </c:pt>
                <c:pt idx="4126">
                  <c:v>37.270923614502003</c:v>
                </c:pt>
                <c:pt idx="4127">
                  <c:v>37.193954467773402</c:v>
                </c:pt>
                <c:pt idx="4128">
                  <c:v>37.107208251953097</c:v>
                </c:pt>
                <c:pt idx="4129">
                  <c:v>37.056159973144503</c:v>
                </c:pt>
                <c:pt idx="4130">
                  <c:v>37.022087097167997</c:v>
                </c:pt>
                <c:pt idx="4131">
                  <c:v>37.0060424804688</c:v>
                </c:pt>
                <c:pt idx="4132">
                  <c:v>37.012359619140597</c:v>
                </c:pt>
                <c:pt idx="4133">
                  <c:v>36.985103607177699</c:v>
                </c:pt>
                <c:pt idx="4134">
                  <c:v>36.938163757324197</c:v>
                </c:pt>
                <c:pt idx="4135">
                  <c:v>36.837879180908203</c:v>
                </c:pt>
                <c:pt idx="4136">
                  <c:v>36.761375427246101</c:v>
                </c:pt>
                <c:pt idx="4137">
                  <c:v>36.691352844238303</c:v>
                </c:pt>
                <c:pt idx="4138">
                  <c:v>36.634902954101598</c:v>
                </c:pt>
                <c:pt idx="4139">
                  <c:v>36.621803283691399</c:v>
                </c:pt>
                <c:pt idx="4140">
                  <c:v>36.615234375</c:v>
                </c:pt>
                <c:pt idx="4141">
                  <c:v>36.629524230957003</c:v>
                </c:pt>
                <c:pt idx="4142">
                  <c:v>36.594486236572301</c:v>
                </c:pt>
                <c:pt idx="4143">
                  <c:v>36.540573120117202</c:v>
                </c:pt>
                <c:pt idx="4144">
                  <c:v>36.511791229248097</c:v>
                </c:pt>
                <c:pt idx="4145">
                  <c:v>36.4820556640625</c:v>
                </c:pt>
                <c:pt idx="4146">
                  <c:v>36.432052612304702</c:v>
                </c:pt>
                <c:pt idx="4147">
                  <c:v>36.395256042480497</c:v>
                </c:pt>
                <c:pt idx="4148">
                  <c:v>36.363689422607401</c:v>
                </c:pt>
                <c:pt idx="4149">
                  <c:v>36.334205627441399</c:v>
                </c:pt>
                <c:pt idx="4150">
                  <c:v>36.323177337646499</c:v>
                </c:pt>
                <c:pt idx="4151">
                  <c:v>36.324615478515597</c:v>
                </c:pt>
                <c:pt idx="4152">
                  <c:v>36.318302154541001</c:v>
                </c:pt>
                <c:pt idx="4153">
                  <c:v>36.2813529968262</c:v>
                </c:pt>
                <c:pt idx="4154">
                  <c:v>36.258846282958999</c:v>
                </c:pt>
                <c:pt idx="4155">
                  <c:v>36.243339538574197</c:v>
                </c:pt>
                <c:pt idx="4156">
                  <c:v>36.231307983398402</c:v>
                </c:pt>
                <c:pt idx="4157">
                  <c:v>36.139060974121101</c:v>
                </c:pt>
                <c:pt idx="4158">
                  <c:v>36.081153869628899</c:v>
                </c:pt>
                <c:pt idx="4159">
                  <c:v>36.075759887695298</c:v>
                </c:pt>
                <c:pt idx="4160">
                  <c:v>36.045738220214801</c:v>
                </c:pt>
                <c:pt idx="4161">
                  <c:v>36.036491394042997</c:v>
                </c:pt>
                <c:pt idx="4162">
                  <c:v>36.0391235351563</c:v>
                </c:pt>
                <c:pt idx="4163">
                  <c:v>35.988246917724602</c:v>
                </c:pt>
                <c:pt idx="4164">
                  <c:v>35.901786804199197</c:v>
                </c:pt>
                <c:pt idx="4165">
                  <c:v>35.851261138916001</c:v>
                </c:pt>
                <c:pt idx="4166">
                  <c:v>35.831657409667997</c:v>
                </c:pt>
                <c:pt idx="4167">
                  <c:v>35.725433349609403</c:v>
                </c:pt>
                <c:pt idx="4168">
                  <c:v>35.726600646972699</c:v>
                </c:pt>
                <c:pt idx="4169">
                  <c:v>35.645389556884801</c:v>
                </c:pt>
                <c:pt idx="4170">
                  <c:v>35.595829010009801</c:v>
                </c:pt>
                <c:pt idx="4171">
                  <c:v>35.557662963867202</c:v>
                </c:pt>
                <c:pt idx="4172">
                  <c:v>35.550559997558601</c:v>
                </c:pt>
                <c:pt idx="4173">
                  <c:v>35.540046691894503</c:v>
                </c:pt>
                <c:pt idx="4174">
                  <c:v>35.525234222412102</c:v>
                </c:pt>
                <c:pt idx="4175">
                  <c:v>35.511730194091797</c:v>
                </c:pt>
                <c:pt idx="4176">
                  <c:v>35.482627868652301</c:v>
                </c:pt>
                <c:pt idx="4177">
                  <c:v>35.407749176025398</c:v>
                </c:pt>
                <c:pt idx="4178">
                  <c:v>35.359085083007798</c:v>
                </c:pt>
                <c:pt idx="4179">
                  <c:v>35.286930084228501</c:v>
                </c:pt>
                <c:pt idx="4180">
                  <c:v>35.240383148193402</c:v>
                </c:pt>
                <c:pt idx="4181">
                  <c:v>35.199752807617202</c:v>
                </c:pt>
                <c:pt idx="4182">
                  <c:v>35.180633544921903</c:v>
                </c:pt>
                <c:pt idx="4183">
                  <c:v>35.177162170410199</c:v>
                </c:pt>
                <c:pt idx="4184">
                  <c:v>35.1661567687988</c:v>
                </c:pt>
                <c:pt idx="4185">
                  <c:v>35.128978729248097</c:v>
                </c:pt>
                <c:pt idx="4186">
                  <c:v>35.139015197753899</c:v>
                </c:pt>
                <c:pt idx="4187">
                  <c:v>35.062656402587898</c:v>
                </c:pt>
                <c:pt idx="4188">
                  <c:v>34.892204284667997</c:v>
                </c:pt>
                <c:pt idx="4189">
                  <c:v>34.7822456359863</c:v>
                </c:pt>
                <c:pt idx="4190">
                  <c:v>34.712131500244098</c:v>
                </c:pt>
                <c:pt idx="4191">
                  <c:v>34.676509857177699</c:v>
                </c:pt>
                <c:pt idx="4192">
                  <c:v>34.619113922119098</c:v>
                </c:pt>
                <c:pt idx="4193">
                  <c:v>34.616691589355497</c:v>
                </c:pt>
                <c:pt idx="4194">
                  <c:v>34.616550445556598</c:v>
                </c:pt>
                <c:pt idx="4195">
                  <c:v>34.588699340820298</c:v>
                </c:pt>
                <c:pt idx="4196">
                  <c:v>34.585170745849602</c:v>
                </c:pt>
                <c:pt idx="4197">
                  <c:v>34.590164184570298</c:v>
                </c:pt>
                <c:pt idx="4198">
                  <c:v>34.586860656738303</c:v>
                </c:pt>
                <c:pt idx="4199">
                  <c:v>34.581008911132798</c:v>
                </c:pt>
                <c:pt idx="4200">
                  <c:v>34.567520141601598</c:v>
                </c:pt>
                <c:pt idx="4201">
                  <c:v>34.554588317871101</c:v>
                </c:pt>
                <c:pt idx="4202">
                  <c:v>34.548263549804702</c:v>
                </c:pt>
                <c:pt idx="4203">
                  <c:v>34.552528381347699</c:v>
                </c:pt>
                <c:pt idx="4204">
                  <c:v>34.541938781738303</c:v>
                </c:pt>
                <c:pt idx="4205">
                  <c:v>34.512485504150398</c:v>
                </c:pt>
                <c:pt idx="4206">
                  <c:v>34.495719909667997</c:v>
                </c:pt>
                <c:pt idx="4207">
                  <c:v>34.483009338378899</c:v>
                </c:pt>
                <c:pt idx="4208">
                  <c:v>34.456470489502003</c:v>
                </c:pt>
                <c:pt idx="4209">
                  <c:v>34.455646514892599</c:v>
                </c:pt>
                <c:pt idx="4210">
                  <c:v>34.432464599609403</c:v>
                </c:pt>
                <c:pt idx="4211">
                  <c:v>34.443840026855497</c:v>
                </c:pt>
                <c:pt idx="4212">
                  <c:v>34.4205513000488</c:v>
                </c:pt>
                <c:pt idx="4213">
                  <c:v>34.377365112304702</c:v>
                </c:pt>
                <c:pt idx="4214">
                  <c:v>34.293575286865199</c:v>
                </c:pt>
                <c:pt idx="4215">
                  <c:v>34.236507415771499</c:v>
                </c:pt>
                <c:pt idx="4216">
                  <c:v>34.235435485839801</c:v>
                </c:pt>
                <c:pt idx="4217">
                  <c:v>34.223957061767599</c:v>
                </c:pt>
                <c:pt idx="4218">
                  <c:v>34.069534301757798</c:v>
                </c:pt>
                <c:pt idx="4219">
                  <c:v>33.959850311279297</c:v>
                </c:pt>
                <c:pt idx="4220">
                  <c:v>33.864177703857401</c:v>
                </c:pt>
                <c:pt idx="4221">
                  <c:v>33.857261657714801</c:v>
                </c:pt>
                <c:pt idx="4222">
                  <c:v>33.844139099121101</c:v>
                </c:pt>
                <c:pt idx="4223">
                  <c:v>33.821292877197301</c:v>
                </c:pt>
                <c:pt idx="4224">
                  <c:v>33.815444946289098</c:v>
                </c:pt>
                <c:pt idx="4225">
                  <c:v>33.801437377929702</c:v>
                </c:pt>
                <c:pt idx="4226">
                  <c:v>33.776866912841797</c:v>
                </c:pt>
                <c:pt idx="4227">
                  <c:v>33.758773803710902</c:v>
                </c:pt>
                <c:pt idx="4228">
                  <c:v>33.742641448974602</c:v>
                </c:pt>
                <c:pt idx="4229">
                  <c:v>33.773479461669901</c:v>
                </c:pt>
                <c:pt idx="4230">
                  <c:v>33.7824897766113</c:v>
                </c:pt>
                <c:pt idx="4231">
                  <c:v>33.771392822265597</c:v>
                </c:pt>
                <c:pt idx="4232">
                  <c:v>33.769496917724602</c:v>
                </c:pt>
                <c:pt idx="4233">
                  <c:v>33.753726959228501</c:v>
                </c:pt>
                <c:pt idx="4234">
                  <c:v>33.740005493164098</c:v>
                </c:pt>
                <c:pt idx="4235">
                  <c:v>33.712226867675803</c:v>
                </c:pt>
                <c:pt idx="4236">
                  <c:v>33.724025726318402</c:v>
                </c:pt>
                <c:pt idx="4237">
                  <c:v>33.705966949462898</c:v>
                </c:pt>
                <c:pt idx="4238">
                  <c:v>33.695259094238303</c:v>
                </c:pt>
                <c:pt idx="4239">
                  <c:v>33.698150634765597</c:v>
                </c:pt>
                <c:pt idx="4240">
                  <c:v>33.684181213378899</c:v>
                </c:pt>
                <c:pt idx="4241">
                  <c:v>33.681934356689503</c:v>
                </c:pt>
                <c:pt idx="4242">
                  <c:v>33.688709259033203</c:v>
                </c:pt>
                <c:pt idx="4243">
                  <c:v>33.664886474609403</c:v>
                </c:pt>
                <c:pt idx="4244">
                  <c:v>33.585582733154297</c:v>
                </c:pt>
                <c:pt idx="4245">
                  <c:v>33.5335502624512</c:v>
                </c:pt>
                <c:pt idx="4246">
                  <c:v>33.508907318115199</c:v>
                </c:pt>
                <c:pt idx="4247">
                  <c:v>33.495883941650398</c:v>
                </c:pt>
                <c:pt idx="4248">
                  <c:v>33.503715515136697</c:v>
                </c:pt>
                <c:pt idx="4249">
                  <c:v>33.447822570800803</c:v>
                </c:pt>
                <c:pt idx="4250">
                  <c:v>33.399906158447301</c:v>
                </c:pt>
                <c:pt idx="4251">
                  <c:v>33.367477416992202</c:v>
                </c:pt>
                <c:pt idx="4252">
                  <c:v>33.324081420898402</c:v>
                </c:pt>
                <c:pt idx="4253">
                  <c:v>33.309181213378899</c:v>
                </c:pt>
                <c:pt idx="4254">
                  <c:v>33.309230804443402</c:v>
                </c:pt>
                <c:pt idx="4255">
                  <c:v>33.306686401367202</c:v>
                </c:pt>
                <c:pt idx="4256">
                  <c:v>33.280559539794901</c:v>
                </c:pt>
                <c:pt idx="4257">
                  <c:v>33.275447845458999</c:v>
                </c:pt>
                <c:pt idx="4258">
                  <c:v>33.285865783691399</c:v>
                </c:pt>
                <c:pt idx="4259">
                  <c:v>33.235073089599602</c:v>
                </c:pt>
                <c:pt idx="4260">
                  <c:v>33.190052032470703</c:v>
                </c:pt>
                <c:pt idx="4261">
                  <c:v>33.166465759277301</c:v>
                </c:pt>
                <c:pt idx="4262">
                  <c:v>33.154468536377003</c:v>
                </c:pt>
                <c:pt idx="4263">
                  <c:v>33.127490997314503</c:v>
                </c:pt>
                <c:pt idx="4264">
                  <c:v>33.088710784912102</c:v>
                </c:pt>
                <c:pt idx="4265">
                  <c:v>33.079734802246101</c:v>
                </c:pt>
                <c:pt idx="4266">
                  <c:v>33.023113250732401</c:v>
                </c:pt>
                <c:pt idx="4267">
                  <c:v>32.986476898193402</c:v>
                </c:pt>
                <c:pt idx="4268">
                  <c:v>32.951568603515597</c:v>
                </c:pt>
                <c:pt idx="4269">
                  <c:v>32.937038421630902</c:v>
                </c:pt>
                <c:pt idx="4270">
                  <c:v>32.940284729003899</c:v>
                </c:pt>
                <c:pt idx="4271">
                  <c:v>32.945636749267599</c:v>
                </c:pt>
                <c:pt idx="4272">
                  <c:v>32.931125640869098</c:v>
                </c:pt>
                <c:pt idx="4273">
                  <c:v>32.926902770996101</c:v>
                </c:pt>
                <c:pt idx="4274">
                  <c:v>32.923137664794901</c:v>
                </c:pt>
                <c:pt idx="4275">
                  <c:v>32.908351898193402</c:v>
                </c:pt>
                <c:pt idx="4276">
                  <c:v>32.883152008056598</c:v>
                </c:pt>
                <c:pt idx="4277">
                  <c:v>32.878879547119098</c:v>
                </c:pt>
                <c:pt idx="4278">
                  <c:v>32.799732208252003</c:v>
                </c:pt>
                <c:pt idx="4279">
                  <c:v>32.742969512939503</c:v>
                </c:pt>
                <c:pt idx="4280">
                  <c:v>32.731487274169901</c:v>
                </c:pt>
                <c:pt idx="4281">
                  <c:v>32.710586547851598</c:v>
                </c:pt>
                <c:pt idx="4282">
                  <c:v>32.673175811767599</c:v>
                </c:pt>
                <c:pt idx="4283">
                  <c:v>32.677970886230497</c:v>
                </c:pt>
                <c:pt idx="4284">
                  <c:v>32.639041900634801</c:v>
                </c:pt>
                <c:pt idx="4285">
                  <c:v>32.592979431152301</c:v>
                </c:pt>
                <c:pt idx="4286">
                  <c:v>32.575332641601598</c:v>
                </c:pt>
                <c:pt idx="4287">
                  <c:v>32.535190582275398</c:v>
                </c:pt>
                <c:pt idx="4288">
                  <c:v>32.5283203125</c:v>
                </c:pt>
                <c:pt idx="4289">
                  <c:v>32.52001953125</c:v>
                </c:pt>
                <c:pt idx="4290">
                  <c:v>32.508296966552699</c:v>
                </c:pt>
                <c:pt idx="4291">
                  <c:v>32.494480133056598</c:v>
                </c:pt>
                <c:pt idx="4292">
                  <c:v>32.449871063232401</c:v>
                </c:pt>
                <c:pt idx="4293">
                  <c:v>32.389350891113303</c:v>
                </c:pt>
                <c:pt idx="4294">
                  <c:v>32.352149963378899</c:v>
                </c:pt>
                <c:pt idx="4295">
                  <c:v>32.330211639404297</c:v>
                </c:pt>
                <c:pt idx="4296">
                  <c:v>32.328582763671903</c:v>
                </c:pt>
                <c:pt idx="4297">
                  <c:v>32.277801513671903</c:v>
                </c:pt>
                <c:pt idx="4298">
                  <c:v>32.217655181884801</c:v>
                </c:pt>
                <c:pt idx="4299">
                  <c:v>32.191261291503899</c:v>
                </c:pt>
                <c:pt idx="4300">
                  <c:v>32.172904968261697</c:v>
                </c:pt>
                <c:pt idx="4301">
                  <c:v>32.175933837890597</c:v>
                </c:pt>
                <c:pt idx="4302">
                  <c:v>32.158115386962898</c:v>
                </c:pt>
                <c:pt idx="4303">
                  <c:v>32.156448364257798</c:v>
                </c:pt>
                <c:pt idx="4304">
                  <c:v>32.1633491516113</c:v>
                </c:pt>
                <c:pt idx="4305">
                  <c:v>32.160274505615199</c:v>
                </c:pt>
                <c:pt idx="4306">
                  <c:v>32.146053314208999</c:v>
                </c:pt>
                <c:pt idx="4307">
                  <c:v>32.117916107177699</c:v>
                </c:pt>
                <c:pt idx="4308">
                  <c:v>32.124362945556598</c:v>
                </c:pt>
                <c:pt idx="4309">
                  <c:v>32.142742156982401</c:v>
                </c:pt>
                <c:pt idx="4310">
                  <c:v>32.117340087890597</c:v>
                </c:pt>
                <c:pt idx="4311">
                  <c:v>32.097480773925803</c:v>
                </c:pt>
                <c:pt idx="4312">
                  <c:v>32.095077514648402</c:v>
                </c:pt>
                <c:pt idx="4313">
                  <c:v>32.010974884033203</c:v>
                </c:pt>
                <c:pt idx="4314">
                  <c:v>31.970277786254901</c:v>
                </c:pt>
                <c:pt idx="4315">
                  <c:v>31.965692520141602</c:v>
                </c:pt>
                <c:pt idx="4316">
                  <c:v>31.922431945800799</c:v>
                </c:pt>
                <c:pt idx="4317">
                  <c:v>31.912796020507798</c:v>
                </c:pt>
                <c:pt idx="4318">
                  <c:v>31.804632186889702</c:v>
                </c:pt>
                <c:pt idx="4319">
                  <c:v>31.741477966308601</c:v>
                </c:pt>
                <c:pt idx="4320">
                  <c:v>31.721603393554702</c:v>
                </c:pt>
                <c:pt idx="4321">
                  <c:v>31.697034835815401</c:v>
                </c:pt>
                <c:pt idx="4322">
                  <c:v>31.707370758056602</c:v>
                </c:pt>
                <c:pt idx="4323">
                  <c:v>31.685419082641602</c:v>
                </c:pt>
                <c:pt idx="4324">
                  <c:v>31.649744033813501</c:v>
                </c:pt>
                <c:pt idx="4325">
                  <c:v>31.6352214813232</c:v>
                </c:pt>
                <c:pt idx="4326">
                  <c:v>31.659399032592798</c:v>
                </c:pt>
                <c:pt idx="4327">
                  <c:v>31.690689086914102</c:v>
                </c:pt>
                <c:pt idx="4328">
                  <c:v>31.697998046875</c:v>
                </c:pt>
                <c:pt idx="4329">
                  <c:v>31.705873489379901</c:v>
                </c:pt>
                <c:pt idx="4330">
                  <c:v>31.668052673339801</c:v>
                </c:pt>
                <c:pt idx="4331">
                  <c:v>31.630683898925799</c:v>
                </c:pt>
                <c:pt idx="4332">
                  <c:v>31.648208618164102</c:v>
                </c:pt>
                <c:pt idx="4333">
                  <c:v>31.580154418945298</c:v>
                </c:pt>
                <c:pt idx="4334">
                  <c:v>31.5831184387207</c:v>
                </c:pt>
                <c:pt idx="4335">
                  <c:v>31.562395095825199</c:v>
                </c:pt>
                <c:pt idx="4336">
                  <c:v>31.535902023315401</c:v>
                </c:pt>
                <c:pt idx="4337">
                  <c:v>31.525463104248001</c:v>
                </c:pt>
                <c:pt idx="4338">
                  <c:v>31.492322921752901</c:v>
                </c:pt>
                <c:pt idx="4339">
                  <c:v>31.4647121429443</c:v>
                </c:pt>
                <c:pt idx="4340">
                  <c:v>31.465713500976602</c:v>
                </c:pt>
                <c:pt idx="4341">
                  <c:v>31.4416694641113</c:v>
                </c:pt>
                <c:pt idx="4342">
                  <c:v>31.412061691284201</c:v>
                </c:pt>
                <c:pt idx="4343">
                  <c:v>31.4132785797119</c:v>
                </c:pt>
                <c:pt idx="4344">
                  <c:v>31.4164714813232</c:v>
                </c:pt>
                <c:pt idx="4345">
                  <c:v>31.3982849121094</c:v>
                </c:pt>
                <c:pt idx="4346">
                  <c:v>31.3842067718506</c:v>
                </c:pt>
                <c:pt idx="4347">
                  <c:v>31.376886367797901</c:v>
                </c:pt>
                <c:pt idx="4348">
                  <c:v>31.3835144042969</c:v>
                </c:pt>
                <c:pt idx="4349">
                  <c:v>31.3892936706543</c:v>
                </c:pt>
                <c:pt idx="4350">
                  <c:v>31.3702087402344</c:v>
                </c:pt>
                <c:pt idx="4351">
                  <c:v>31.362907409668001</c:v>
                </c:pt>
                <c:pt idx="4352">
                  <c:v>31.3651828765869</c:v>
                </c:pt>
                <c:pt idx="4353">
                  <c:v>31.366289138793899</c:v>
                </c:pt>
                <c:pt idx="4354">
                  <c:v>31.352071762085</c:v>
                </c:pt>
                <c:pt idx="4355">
                  <c:v>31.345335006713899</c:v>
                </c:pt>
                <c:pt idx="4356">
                  <c:v>31.334424972534201</c:v>
                </c:pt>
                <c:pt idx="4357">
                  <c:v>31.328859329223601</c:v>
                </c:pt>
                <c:pt idx="4358">
                  <c:v>31.332759857177699</c:v>
                </c:pt>
                <c:pt idx="4359">
                  <c:v>31.323657989501999</c:v>
                </c:pt>
                <c:pt idx="4360">
                  <c:v>31.329648971557599</c:v>
                </c:pt>
                <c:pt idx="4361">
                  <c:v>31.343311309814499</c:v>
                </c:pt>
                <c:pt idx="4362">
                  <c:v>31.335023880004901</c:v>
                </c:pt>
                <c:pt idx="4363">
                  <c:v>31.335779190063501</c:v>
                </c:pt>
                <c:pt idx="4364">
                  <c:v>31.327146530151399</c:v>
                </c:pt>
                <c:pt idx="4365">
                  <c:v>31.290962219238299</c:v>
                </c:pt>
                <c:pt idx="4366">
                  <c:v>31.295995712280298</c:v>
                </c:pt>
                <c:pt idx="4367">
                  <c:v>31.300861358642599</c:v>
                </c:pt>
                <c:pt idx="4368">
                  <c:v>31.297077178955099</c:v>
                </c:pt>
                <c:pt idx="4369">
                  <c:v>31.310956954956101</c:v>
                </c:pt>
                <c:pt idx="4370">
                  <c:v>31.3017673492432</c:v>
                </c:pt>
                <c:pt idx="4371">
                  <c:v>31.305543899536101</c:v>
                </c:pt>
                <c:pt idx="4372">
                  <c:v>31.277469635009801</c:v>
                </c:pt>
                <c:pt idx="4373">
                  <c:v>31.265090942382798</c:v>
                </c:pt>
                <c:pt idx="4374">
                  <c:v>31.281953811645501</c:v>
                </c:pt>
                <c:pt idx="4375">
                  <c:v>31.276044845581101</c:v>
                </c:pt>
                <c:pt idx="4376">
                  <c:v>31.281055450439499</c:v>
                </c:pt>
                <c:pt idx="4377">
                  <c:v>31.238811492919901</c:v>
                </c:pt>
                <c:pt idx="4378">
                  <c:v>31.172977447509801</c:v>
                </c:pt>
                <c:pt idx="4379">
                  <c:v>31.1743469238281</c:v>
                </c:pt>
                <c:pt idx="4380">
                  <c:v>31.1523628234863</c:v>
                </c:pt>
                <c:pt idx="4381">
                  <c:v>31.128757476806602</c:v>
                </c:pt>
                <c:pt idx="4382">
                  <c:v>31.0203647613525</c:v>
                </c:pt>
                <c:pt idx="4383">
                  <c:v>30.939273834228501</c:v>
                </c:pt>
                <c:pt idx="4384">
                  <c:v>30.877386093139702</c:v>
                </c:pt>
                <c:pt idx="4385">
                  <c:v>30.873350143432599</c:v>
                </c:pt>
                <c:pt idx="4386">
                  <c:v>30.851701736450199</c:v>
                </c:pt>
                <c:pt idx="4387">
                  <c:v>30.8406791687012</c:v>
                </c:pt>
                <c:pt idx="4388">
                  <c:v>30.828973770141602</c:v>
                </c:pt>
                <c:pt idx="4389">
                  <c:v>30.8162441253662</c:v>
                </c:pt>
                <c:pt idx="4390">
                  <c:v>30.812450408935501</c:v>
                </c:pt>
                <c:pt idx="4391">
                  <c:v>30.821752548217798</c:v>
                </c:pt>
                <c:pt idx="4392">
                  <c:v>30.839147567748999</c:v>
                </c:pt>
                <c:pt idx="4393">
                  <c:v>30.707086563110401</c:v>
                </c:pt>
                <c:pt idx="4394">
                  <c:v>30.616798400878899</c:v>
                </c:pt>
                <c:pt idx="4395">
                  <c:v>30.568689346313501</c:v>
                </c:pt>
                <c:pt idx="4396">
                  <c:v>30.541660308837901</c:v>
                </c:pt>
                <c:pt idx="4397">
                  <c:v>30.521951675415</c:v>
                </c:pt>
                <c:pt idx="4398">
                  <c:v>30.506961822509801</c:v>
                </c:pt>
                <c:pt idx="4399">
                  <c:v>30.49582862854</c:v>
                </c:pt>
                <c:pt idx="4400">
                  <c:v>30.503105163574201</c:v>
                </c:pt>
                <c:pt idx="4401">
                  <c:v>30.457965850830099</c:v>
                </c:pt>
                <c:pt idx="4402">
                  <c:v>30.479667663574201</c:v>
                </c:pt>
                <c:pt idx="4403">
                  <c:v>30.489997863769499</c:v>
                </c:pt>
                <c:pt idx="4404">
                  <c:v>30.478469848632798</c:v>
                </c:pt>
                <c:pt idx="4405">
                  <c:v>30.4857273101807</c:v>
                </c:pt>
                <c:pt idx="4406">
                  <c:v>30.4685363769531</c:v>
                </c:pt>
                <c:pt idx="4407">
                  <c:v>30.481494903564499</c:v>
                </c:pt>
                <c:pt idx="4408">
                  <c:v>30.440523147583001</c:v>
                </c:pt>
                <c:pt idx="4409">
                  <c:v>30.431657791137699</c:v>
                </c:pt>
                <c:pt idx="4410">
                  <c:v>30.4310817718506</c:v>
                </c:pt>
                <c:pt idx="4411">
                  <c:v>30.4252834320068</c:v>
                </c:pt>
                <c:pt idx="4412">
                  <c:v>30.388685226440401</c:v>
                </c:pt>
                <c:pt idx="4413">
                  <c:v>30.3657341003418</c:v>
                </c:pt>
                <c:pt idx="4414">
                  <c:v>30.350734710693398</c:v>
                </c:pt>
                <c:pt idx="4415">
                  <c:v>30.351263046264702</c:v>
                </c:pt>
                <c:pt idx="4416">
                  <c:v>30.354164123535199</c:v>
                </c:pt>
                <c:pt idx="4417">
                  <c:v>30.3296222686768</c:v>
                </c:pt>
                <c:pt idx="4418">
                  <c:v>30.322410583496101</c:v>
                </c:pt>
                <c:pt idx="4419">
                  <c:v>30.3503303527832</c:v>
                </c:pt>
                <c:pt idx="4420">
                  <c:v>30.3483486175537</c:v>
                </c:pt>
                <c:pt idx="4421">
                  <c:v>30.297327041626001</c:v>
                </c:pt>
                <c:pt idx="4422">
                  <c:v>30.231897354126001</c:v>
                </c:pt>
                <c:pt idx="4423">
                  <c:v>30.200874328613299</c:v>
                </c:pt>
                <c:pt idx="4424">
                  <c:v>30.139080047607401</c:v>
                </c:pt>
                <c:pt idx="4425">
                  <c:v>30.1140041351318</c:v>
                </c:pt>
                <c:pt idx="4426">
                  <c:v>30.096603393554702</c:v>
                </c:pt>
                <c:pt idx="4427">
                  <c:v>30.103134155273398</c:v>
                </c:pt>
                <c:pt idx="4428">
                  <c:v>30.085454940795898</c:v>
                </c:pt>
                <c:pt idx="4429">
                  <c:v>30.092735290527301</c:v>
                </c:pt>
                <c:pt idx="4430">
                  <c:v>30.087022781372099</c:v>
                </c:pt>
                <c:pt idx="4431">
                  <c:v>30.07594871521</c:v>
                </c:pt>
                <c:pt idx="4432">
                  <c:v>30.075031280517599</c:v>
                </c:pt>
                <c:pt idx="4433">
                  <c:v>30.070121765136701</c:v>
                </c:pt>
                <c:pt idx="4434">
                  <c:v>30.063510894775401</c:v>
                </c:pt>
                <c:pt idx="4435">
                  <c:v>30.0431423187256</c:v>
                </c:pt>
                <c:pt idx="4436">
                  <c:v>30.0761909484863</c:v>
                </c:pt>
                <c:pt idx="4437">
                  <c:v>30.072660446166999</c:v>
                </c:pt>
                <c:pt idx="4438">
                  <c:v>30.073135375976602</c:v>
                </c:pt>
                <c:pt idx="4439">
                  <c:v>30.046043395996101</c:v>
                </c:pt>
                <c:pt idx="4440">
                  <c:v>30.046390533447301</c:v>
                </c:pt>
                <c:pt idx="4441">
                  <c:v>30.034255981445298</c:v>
                </c:pt>
                <c:pt idx="4442">
                  <c:v>30.051773071289102</c:v>
                </c:pt>
                <c:pt idx="4443">
                  <c:v>29.981868743896499</c:v>
                </c:pt>
                <c:pt idx="4444">
                  <c:v>29.943090438842798</c:v>
                </c:pt>
                <c:pt idx="4445">
                  <c:v>29.952247619628899</c:v>
                </c:pt>
                <c:pt idx="4446">
                  <c:v>29.914278030395501</c:v>
                </c:pt>
                <c:pt idx="4447">
                  <c:v>29.892328262329102</c:v>
                </c:pt>
                <c:pt idx="4448">
                  <c:v>29.918809890747099</c:v>
                </c:pt>
                <c:pt idx="4449">
                  <c:v>29.913364410400401</c:v>
                </c:pt>
                <c:pt idx="4450">
                  <c:v>29.905252456665</c:v>
                </c:pt>
                <c:pt idx="4451">
                  <c:v>29.9112033843994</c:v>
                </c:pt>
                <c:pt idx="4452">
                  <c:v>29.898887634277301</c:v>
                </c:pt>
                <c:pt idx="4453">
                  <c:v>29.885524749755898</c:v>
                </c:pt>
                <c:pt idx="4454">
                  <c:v>29.871013641357401</c:v>
                </c:pt>
                <c:pt idx="4455">
                  <c:v>29.887092590331999</c:v>
                </c:pt>
                <c:pt idx="4456">
                  <c:v>29.887393951416001</c:v>
                </c:pt>
                <c:pt idx="4457">
                  <c:v>29.897577285766602</c:v>
                </c:pt>
                <c:pt idx="4458">
                  <c:v>29.857124328613299</c:v>
                </c:pt>
                <c:pt idx="4459">
                  <c:v>29.8315734863281</c:v>
                </c:pt>
                <c:pt idx="4460">
                  <c:v>29.835809707641602</c:v>
                </c:pt>
                <c:pt idx="4461">
                  <c:v>29.837120056152301</c:v>
                </c:pt>
                <c:pt idx="4462">
                  <c:v>29.797971725463899</c:v>
                </c:pt>
                <c:pt idx="4463">
                  <c:v>29.7769584655762</c:v>
                </c:pt>
                <c:pt idx="4464">
                  <c:v>29.7652473449707</c:v>
                </c:pt>
                <c:pt idx="4465">
                  <c:v>29.777494430541999</c:v>
                </c:pt>
                <c:pt idx="4466">
                  <c:v>29.760480880737301</c:v>
                </c:pt>
                <c:pt idx="4467">
                  <c:v>29.750104904174801</c:v>
                </c:pt>
                <c:pt idx="4468">
                  <c:v>29.729640960693398</c:v>
                </c:pt>
                <c:pt idx="4469">
                  <c:v>29.744585037231399</c:v>
                </c:pt>
                <c:pt idx="4470">
                  <c:v>29.739671707153299</c:v>
                </c:pt>
                <c:pt idx="4471">
                  <c:v>29.734169006347699</c:v>
                </c:pt>
                <c:pt idx="4472">
                  <c:v>29.740562438964801</c:v>
                </c:pt>
                <c:pt idx="4473">
                  <c:v>29.742448806762699</c:v>
                </c:pt>
                <c:pt idx="4474">
                  <c:v>29.7307224273682</c:v>
                </c:pt>
                <c:pt idx="4475">
                  <c:v>29.724445343017599</c:v>
                </c:pt>
                <c:pt idx="4476">
                  <c:v>29.7209072113037</c:v>
                </c:pt>
                <c:pt idx="4477">
                  <c:v>29.705650329589801</c:v>
                </c:pt>
                <c:pt idx="4478">
                  <c:v>29.715795516967798</c:v>
                </c:pt>
                <c:pt idx="4479">
                  <c:v>29.739000320434599</c:v>
                </c:pt>
                <c:pt idx="4480">
                  <c:v>29.721843719482401</c:v>
                </c:pt>
                <c:pt idx="4481">
                  <c:v>29.7150993347168</c:v>
                </c:pt>
                <c:pt idx="4482">
                  <c:v>29.725263595581101</c:v>
                </c:pt>
                <c:pt idx="4483">
                  <c:v>29.701366424560501</c:v>
                </c:pt>
                <c:pt idx="4484">
                  <c:v>29.6994228363037</c:v>
                </c:pt>
                <c:pt idx="4485">
                  <c:v>29.671850204467798</c:v>
                </c:pt>
                <c:pt idx="4486">
                  <c:v>29.7668552398682</c:v>
                </c:pt>
                <c:pt idx="4487">
                  <c:v>29.888034820556602</c:v>
                </c:pt>
                <c:pt idx="4488">
                  <c:v>29.8838214874268</c:v>
                </c:pt>
                <c:pt idx="4489">
                  <c:v>29.969120025634801</c:v>
                </c:pt>
                <c:pt idx="4490">
                  <c:v>30.0339469909668</c:v>
                </c:pt>
                <c:pt idx="4491">
                  <c:v>30.085283279418899</c:v>
                </c:pt>
                <c:pt idx="4492">
                  <c:v>30.091108322143601</c:v>
                </c:pt>
                <c:pt idx="4493">
                  <c:v>30.185111999511701</c:v>
                </c:pt>
                <c:pt idx="4494">
                  <c:v>30.306179046630898</c:v>
                </c:pt>
                <c:pt idx="4495">
                  <c:v>30.3418979644775</c:v>
                </c:pt>
                <c:pt idx="4496">
                  <c:v>30.3609428405762</c:v>
                </c:pt>
                <c:pt idx="4497">
                  <c:v>30.557567596435501</c:v>
                </c:pt>
                <c:pt idx="4498">
                  <c:v>30.571851730346701</c:v>
                </c:pt>
                <c:pt idx="4499">
                  <c:v>30.579124450683601</c:v>
                </c:pt>
                <c:pt idx="4500">
                  <c:v>30.699853897094702</c:v>
                </c:pt>
                <c:pt idx="4501">
                  <c:v>30.968725204467798</c:v>
                </c:pt>
                <c:pt idx="4502">
                  <c:v>31.01926612854</c:v>
                </c:pt>
                <c:pt idx="4503">
                  <c:v>31.119083404541001</c:v>
                </c:pt>
                <c:pt idx="4504">
                  <c:v>31.126661300659201</c:v>
                </c:pt>
                <c:pt idx="4505">
                  <c:v>31.228507995605501</c:v>
                </c:pt>
                <c:pt idx="4506">
                  <c:v>31.251075744628899</c:v>
                </c:pt>
                <c:pt idx="4507">
                  <c:v>31.292385101318398</c:v>
                </c:pt>
                <c:pt idx="4508">
                  <c:v>31.304607391357401</c:v>
                </c:pt>
                <c:pt idx="4509">
                  <c:v>31.285467147827202</c:v>
                </c:pt>
                <c:pt idx="4510">
                  <c:v>31.286859512329102</c:v>
                </c:pt>
                <c:pt idx="4511">
                  <c:v>31.312829971313501</c:v>
                </c:pt>
                <c:pt idx="4512">
                  <c:v>31.313478469848601</c:v>
                </c:pt>
                <c:pt idx="4513">
                  <c:v>31.289810180664102</c:v>
                </c:pt>
                <c:pt idx="4514">
                  <c:v>31.312271118164102</c:v>
                </c:pt>
                <c:pt idx="4515">
                  <c:v>31.329317092895501</c:v>
                </c:pt>
                <c:pt idx="4516">
                  <c:v>31.312442779541001</c:v>
                </c:pt>
                <c:pt idx="4517">
                  <c:v>31.314905166626001</c:v>
                </c:pt>
                <c:pt idx="4518">
                  <c:v>31.3166179656982</c:v>
                </c:pt>
                <c:pt idx="4519">
                  <c:v>31.274908065795898</c:v>
                </c:pt>
                <c:pt idx="4520">
                  <c:v>31.2712001800537</c:v>
                </c:pt>
                <c:pt idx="4521">
                  <c:v>31.2825717926025</c:v>
                </c:pt>
                <c:pt idx="4522">
                  <c:v>31.309246063232401</c:v>
                </c:pt>
                <c:pt idx="4523">
                  <c:v>31.334388732910199</c:v>
                </c:pt>
                <c:pt idx="4524">
                  <c:v>31.341638565063501</c:v>
                </c:pt>
                <c:pt idx="4525">
                  <c:v>31.349796295166001</c:v>
                </c:pt>
                <c:pt idx="4526">
                  <c:v>31.346927642822301</c:v>
                </c:pt>
                <c:pt idx="4527">
                  <c:v>31.354570388793899</c:v>
                </c:pt>
                <c:pt idx="4528">
                  <c:v>31.360149383544901</c:v>
                </c:pt>
                <c:pt idx="4529">
                  <c:v>31.362596511840799</c:v>
                </c:pt>
                <c:pt idx="4530">
                  <c:v>31.379575729370099</c:v>
                </c:pt>
                <c:pt idx="4531">
                  <c:v>31.380592346191399</c:v>
                </c:pt>
                <c:pt idx="4532">
                  <c:v>31.378189086914102</c:v>
                </c:pt>
                <c:pt idx="4533">
                  <c:v>31.387998580932599</c:v>
                </c:pt>
                <c:pt idx="4534">
                  <c:v>31.407566070556602</c:v>
                </c:pt>
                <c:pt idx="4535">
                  <c:v>31.383628845214801</c:v>
                </c:pt>
                <c:pt idx="4536">
                  <c:v>31.440628051757798</c:v>
                </c:pt>
                <c:pt idx="4537">
                  <c:v>31.514198303222699</c:v>
                </c:pt>
                <c:pt idx="4538">
                  <c:v>31.461847305297901</c:v>
                </c:pt>
                <c:pt idx="4539">
                  <c:v>31.506126403808601</c:v>
                </c:pt>
                <c:pt idx="4540">
                  <c:v>31.467220306396499</c:v>
                </c:pt>
                <c:pt idx="4541">
                  <c:v>31.454689025878899</c:v>
                </c:pt>
                <c:pt idx="4542">
                  <c:v>31.518812179565401</c:v>
                </c:pt>
                <c:pt idx="4543">
                  <c:v>31.5846157073975</c:v>
                </c:pt>
                <c:pt idx="4544">
                  <c:v>31.6909790039063</c:v>
                </c:pt>
                <c:pt idx="4545">
                  <c:v>31.773683547973601</c:v>
                </c:pt>
                <c:pt idx="4546">
                  <c:v>31.822776794433601</c:v>
                </c:pt>
                <c:pt idx="4547">
                  <c:v>31.919267654418899</c:v>
                </c:pt>
                <c:pt idx="4548">
                  <c:v>31.935083389282202</c:v>
                </c:pt>
                <c:pt idx="4549">
                  <c:v>32.022296905517599</c:v>
                </c:pt>
                <c:pt idx="4550">
                  <c:v>32.044757843017599</c:v>
                </c:pt>
                <c:pt idx="4551">
                  <c:v>32.087089538574197</c:v>
                </c:pt>
                <c:pt idx="4552">
                  <c:v>32.127876281738303</c:v>
                </c:pt>
                <c:pt idx="4553">
                  <c:v>32.119556427002003</c:v>
                </c:pt>
                <c:pt idx="4554">
                  <c:v>32.126327514648402</c:v>
                </c:pt>
                <c:pt idx="4555">
                  <c:v>32.136241912841797</c:v>
                </c:pt>
                <c:pt idx="4556">
                  <c:v>32.222164154052699</c:v>
                </c:pt>
                <c:pt idx="4557">
                  <c:v>32.214229583740199</c:v>
                </c:pt>
                <c:pt idx="4558">
                  <c:v>32.354225158691399</c:v>
                </c:pt>
                <c:pt idx="4559">
                  <c:v>32.526657104492202</c:v>
                </c:pt>
                <c:pt idx="4560">
                  <c:v>32.581748962402301</c:v>
                </c:pt>
                <c:pt idx="4561">
                  <c:v>32.536914825439503</c:v>
                </c:pt>
                <c:pt idx="4562">
                  <c:v>32.559768676757798</c:v>
                </c:pt>
                <c:pt idx="4563">
                  <c:v>32.675350189208999</c:v>
                </c:pt>
                <c:pt idx="4564">
                  <c:v>32.785129547119098</c:v>
                </c:pt>
                <c:pt idx="4565">
                  <c:v>32.853286743164098</c:v>
                </c:pt>
                <c:pt idx="4566">
                  <c:v>32.881671905517599</c:v>
                </c:pt>
                <c:pt idx="4567">
                  <c:v>32.982078552246101</c:v>
                </c:pt>
                <c:pt idx="4568">
                  <c:v>33.130504608154297</c:v>
                </c:pt>
                <c:pt idx="4569">
                  <c:v>33.204719543457003</c:v>
                </c:pt>
                <c:pt idx="4570">
                  <c:v>33.310970306396499</c:v>
                </c:pt>
                <c:pt idx="4571">
                  <c:v>33.321445465087898</c:v>
                </c:pt>
                <c:pt idx="4572">
                  <c:v>33.405261993408203</c:v>
                </c:pt>
                <c:pt idx="4573">
                  <c:v>33.385280609130902</c:v>
                </c:pt>
                <c:pt idx="4574">
                  <c:v>33.360553741455099</c:v>
                </c:pt>
                <c:pt idx="4575">
                  <c:v>33.413795471191399</c:v>
                </c:pt>
                <c:pt idx="4576">
                  <c:v>33.600498199462898</c:v>
                </c:pt>
                <c:pt idx="4577">
                  <c:v>33.717082977294901</c:v>
                </c:pt>
                <c:pt idx="4578">
                  <c:v>33.743148803710902</c:v>
                </c:pt>
                <c:pt idx="4579">
                  <c:v>33.872425079345703</c:v>
                </c:pt>
                <c:pt idx="4580">
                  <c:v>34.055831909179702</c:v>
                </c:pt>
                <c:pt idx="4581">
                  <c:v>34.183540344238303</c:v>
                </c:pt>
                <c:pt idx="4582">
                  <c:v>34.297683715820298</c:v>
                </c:pt>
                <c:pt idx="4583">
                  <c:v>34.380729675292997</c:v>
                </c:pt>
                <c:pt idx="4584">
                  <c:v>34.640613555908203</c:v>
                </c:pt>
                <c:pt idx="4585">
                  <c:v>34.704357147216797</c:v>
                </c:pt>
                <c:pt idx="4586">
                  <c:v>34.789138793945298</c:v>
                </c:pt>
                <c:pt idx="4587">
                  <c:v>34.890228271484403</c:v>
                </c:pt>
                <c:pt idx="4588">
                  <c:v>34.9984741210938</c:v>
                </c:pt>
                <c:pt idx="4589">
                  <c:v>35.0062866210938</c:v>
                </c:pt>
                <c:pt idx="4590">
                  <c:v>34.941799163818402</c:v>
                </c:pt>
                <c:pt idx="4591">
                  <c:v>35.046318054199197</c:v>
                </c:pt>
                <c:pt idx="4592">
                  <c:v>35.160083770752003</c:v>
                </c:pt>
                <c:pt idx="4593">
                  <c:v>35.165088653564503</c:v>
                </c:pt>
                <c:pt idx="4594">
                  <c:v>35.225128173828097</c:v>
                </c:pt>
                <c:pt idx="4595">
                  <c:v>35.208580017089801</c:v>
                </c:pt>
                <c:pt idx="4596">
                  <c:v>35.223262786865199</c:v>
                </c:pt>
                <c:pt idx="4597">
                  <c:v>35.224945068359403</c:v>
                </c:pt>
                <c:pt idx="4598">
                  <c:v>35.1559448242188</c:v>
                </c:pt>
                <c:pt idx="4599">
                  <c:v>35.139621734619098</c:v>
                </c:pt>
                <c:pt idx="4600">
                  <c:v>35.288936614990199</c:v>
                </c:pt>
                <c:pt idx="4601">
                  <c:v>35.307785034179702</c:v>
                </c:pt>
                <c:pt idx="4602">
                  <c:v>35.2284965515137</c:v>
                </c:pt>
                <c:pt idx="4603">
                  <c:v>35.248992919921903</c:v>
                </c:pt>
                <c:pt idx="4604">
                  <c:v>35.359748840332003</c:v>
                </c:pt>
                <c:pt idx="4605">
                  <c:v>35.438156127929702</c:v>
                </c:pt>
                <c:pt idx="4606">
                  <c:v>35.549217224121101</c:v>
                </c:pt>
                <c:pt idx="4607">
                  <c:v>35.528709411621101</c:v>
                </c:pt>
                <c:pt idx="4608">
                  <c:v>35.540641784667997</c:v>
                </c:pt>
                <c:pt idx="4609">
                  <c:v>35.591648101806598</c:v>
                </c:pt>
                <c:pt idx="4610">
                  <c:v>35.813438415527301</c:v>
                </c:pt>
                <c:pt idx="4611">
                  <c:v>35.949440002441399</c:v>
                </c:pt>
                <c:pt idx="4612">
                  <c:v>36.1689643859863</c:v>
                </c:pt>
                <c:pt idx="4613">
                  <c:v>36.336376190185597</c:v>
                </c:pt>
                <c:pt idx="4614">
                  <c:v>36.493339538574197</c:v>
                </c:pt>
                <c:pt idx="4615">
                  <c:v>36.632156372070298</c:v>
                </c:pt>
                <c:pt idx="4616">
                  <c:v>36.876735687255902</c:v>
                </c:pt>
                <c:pt idx="4617">
                  <c:v>37.191127777099602</c:v>
                </c:pt>
                <c:pt idx="4618">
                  <c:v>37.194984436035199</c:v>
                </c:pt>
                <c:pt idx="4619">
                  <c:v>37.545421600341797</c:v>
                </c:pt>
                <c:pt idx="4620">
                  <c:v>37.7972412109375</c:v>
                </c:pt>
                <c:pt idx="4621">
                  <c:v>37.941719055175803</c:v>
                </c:pt>
                <c:pt idx="4622">
                  <c:v>38.270885467529297</c:v>
                </c:pt>
                <c:pt idx="4623">
                  <c:v>38.441082000732401</c:v>
                </c:pt>
                <c:pt idx="4624">
                  <c:v>38.576824188232401</c:v>
                </c:pt>
                <c:pt idx="4625">
                  <c:v>38.841384887695298</c:v>
                </c:pt>
                <c:pt idx="4626">
                  <c:v>39.131771087646499</c:v>
                </c:pt>
                <c:pt idx="4627">
                  <c:v>39.275230407714801</c:v>
                </c:pt>
                <c:pt idx="4628">
                  <c:v>39.356544494628899</c:v>
                </c:pt>
                <c:pt idx="4629">
                  <c:v>39.717838287353501</c:v>
                </c:pt>
                <c:pt idx="4630">
                  <c:v>40.046302795410199</c:v>
                </c:pt>
                <c:pt idx="4631">
                  <c:v>40.795276641845703</c:v>
                </c:pt>
                <c:pt idx="4632">
                  <c:v>41.683975219726598</c:v>
                </c:pt>
                <c:pt idx="4633">
                  <c:v>42.395153045654297</c:v>
                </c:pt>
                <c:pt idx="4634">
                  <c:v>43.042041778564503</c:v>
                </c:pt>
                <c:pt idx="4635">
                  <c:v>43.645511627197301</c:v>
                </c:pt>
                <c:pt idx="4636">
                  <c:v>44.052192687988303</c:v>
                </c:pt>
                <c:pt idx="4637">
                  <c:v>44.386425018310597</c:v>
                </c:pt>
                <c:pt idx="4638">
                  <c:v>44.805271148681598</c:v>
                </c:pt>
                <c:pt idx="4639">
                  <c:v>45.0499076843262</c:v>
                </c:pt>
                <c:pt idx="4640">
                  <c:v>45.48291015625</c:v>
                </c:pt>
                <c:pt idx="4641">
                  <c:v>45.725276947021499</c:v>
                </c:pt>
                <c:pt idx="4642">
                  <c:v>45.848072052002003</c:v>
                </c:pt>
                <c:pt idx="4643">
                  <c:v>45.914695739746101</c:v>
                </c:pt>
                <c:pt idx="4644">
                  <c:v>45.974964141845703</c:v>
                </c:pt>
                <c:pt idx="4645">
                  <c:v>46.1102485656738</c:v>
                </c:pt>
                <c:pt idx="4646">
                  <c:v>46.852573394775398</c:v>
                </c:pt>
                <c:pt idx="4647">
                  <c:v>47.620185852050803</c:v>
                </c:pt>
                <c:pt idx="4648">
                  <c:v>47.9489936828613</c:v>
                </c:pt>
                <c:pt idx="4649">
                  <c:v>48.497753143310597</c:v>
                </c:pt>
                <c:pt idx="4650">
                  <c:v>48.856460571289098</c:v>
                </c:pt>
                <c:pt idx="4651">
                  <c:v>49.071865081787102</c:v>
                </c:pt>
                <c:pt idx="4652">
                  <c:v>49.195648193359403</c:v>
                </c:pt>
                <c:pt idx="4653">
                  <c:v>49.244110107421903</c:v>
                </c:pt>
                <c:pt idx="4654">
                  <c:v>49.273983001708999</c:v>
                </c:pt>
                <c:pt idx="4655">
                  <c:v>49.268707275390597</c:v>
                </c:pt>
                <c:pt idx="4656">
                  <c:v>49.276313781738303</c:v>
                </c:pt>
                <c:pt idx="4657">
                  <c:v>49.377384185791001</c:v>
                </c:pt>
                <c:pt idx="4658">
                  <c:v>49.360862731933601</c:v>
                </c:pt>
                <c:pt idx="4659">
                  <c:v>49.416175842285199</c:v>
                </c:pt>
                <c:pt idx="4660">
                  <c:v>49.525848388671903</c:v>
                </c:pt>
                <c:pt idx="4661">
                  <c:v>49.576904296875</c:v>
                </c:pt>
                <c:pt idx="4662">
                  <c:v>49.790771484375</c:v>
                </c:pt>
                <c:pt idx="4663">
                  <c:v>49.935722351074197</c:v>
                </c:pt>
                <c:pt idx="4664">
                  <c:v>49.992069244384801</c:v>
                </c:pt>
                <c:pt idx="4665">
                  <c:v>50.115894317627003</c:v>
                </c:pt>
                <c:pt idx="4666">
                  <c:v>50.403182983398402</c:v>
                </c:pt>
                <c:pt idx="4667">
                  <c:v>50.510929107666001</c:v>
                </c:pt>
                <c:pt idx="4668">
                  <c:v>50.419094085693402</c:v>
                </c:pt>
                <c:pt idx="4669">
                  <c:v>50.327842712402301</c:v>
                </c:pt>
                <c:pt idx="4670">
                  <c:v>50.276042938232401</c:v>
                </c:pt>
                <c:pt idx="4671">
                  <c:v>50.3286743164063</c:v>
                </c:pt>
                <c:pt idx="4672">
                  <c:v>50.332481384277301</c:v>
                </c:pt>
                <c:pt idx="4673">
                  <c:v>50.459758758544901</c:v>
                </c:pt>
                <c:pt idx="4674">
                  <c:v>50.583980560302699</c:v>
                </c:pt>
                <c:pt idx="4675">
                  <c:v>50.629791259765597</c:v>
                </c:pt>
                <c:pt idx="4676">
                  <c:v>50.442287445068402</c:v>
                </c:pt>
                <c:pt idx="4677">
                  <c:v>50.492809295654297</c:v>
                </c:pt>
                <c:pt idx="4678">
                  <c:v>50.455101013183601</c:v>
                </c:pt>
                <c:pt idx="4679">
                  <c:v>50.314693450927699</c:v>
                </c:pt>
                <c:pt idx="4680">
                  <c:v>50.201236724853501</c:v>
                </c:pt>
                <c:pt idx="4681">
                  <c:v>50.132152557373097</c:v>
                </c:pt>
                <c:pt idx="4682">
                  <c:v>50.118732452392599</c:v>
                </c:pt>
                <c:pt idx="4683">
                  <c:v>50.293888092041001</c:v>
                </c:pt>
                <c:pt idx="4684">
                  <c:v>50.317108154296903</c:v>
                </c:pt>
                <c:pt idx="4685">
                  <c:v>50.595882415771499</c:v>
                </c:pt>
                <c:pt idx="4686">
                  <c:v>50.596359252929702</c:v>
                </c:pt>
                <c:pt idx="4687">
                  <c:v>50.738239288330099</c:v>
                </c:pt>
                <c:pt idx="4688">
                  <c:v>51.3215141296387</c:v>
                </c:pt>
                <c:pt idx="4689">
                  <c:v>51.261100769042997</c:v>
                </c:pt>
                <c:pt idx="4690">
                  <c:v>51.695274353027301</c:v>
                </c:pt>
                <c:pt idx="4691">
                  <c:v>52.122329711914098</c:v>
                </c:pt>
                <c:pt idx="4692">
                  <c:v>52.349910736083999</c:v>
                </c:pt>
                <c:pt idx="4693">
                  <c:v>52.538291931152301</c:v>
                </c:pt>
                <c:pt idx="4694">
                  <c:v>52.652976989746101</c:v>
                </c:pt>
                <c:pt idx="4695">
                  <c:v>52.862701416015597</c:v>
                </c:pt>
                <c:pt idx="4696">
                  <c:v>53.077095031738303</c:v>
                </c:pt>
                <c:pt idx="4697">
                  <c:v>53.527877807617202</c:v>
                </c:pt>
                <c:pt idx="4698">
                  <c:v>53.835479736328097</c:v>
                </c:pt>
                <c:pt idx="4699">
                  <c:v>53.718479156494098</c:v>
                </c:pt>
                <c:pt idx="4700">
                  <c:v>53.855152130127003</c:v>
                </c:pt>
                <c:pt idx="4701">
                  <c:v>54.196659088134801</c:v>
                </c:pt>
                <c:pt idx="4702">
                  <c:v>54.501846313476598</c:v>
                </c:pt>
                <c:pt idx="4703">
                  <c:v>54.868606567382798</c:v>
                </c:pt>
                <c:pt idx="4704">
                  <c:v>55.215888977050803</c:v>
                </c:pt>
                <c:pt idx="4705">
                  <c:v>55.523178100585902</c:v>
                </c:pt>
                <c:pt idx="4706">
                  <c:v>55.740211486816399</c:v>
                </c:pt>
                <c:pt idx="4707">
                  <c:v>55.925632476806598</c:v>
                </c:pt>
                <c:pt idx="4708">
                  <c:v>55.917274475097699</c:v>
                </c:pt>
                <c:pt idx="4709">
                  <c:v>56.080101013183601</c:v>
                </c:pt>
                <c:pt idx="4710">
                  <c:v>56.278354644775398</c:v>
                </c:pt>
                <c:pt idx="4711">
                  <c:v>56.387367248535199</c:v>
                </c:pt>
                <c:pt idx="4712">
                  <c:v>56.432094573974602</c:v>
                </c:pt>
                <c:pt idx="4713">
                  <c:v>56.440986633300803</c:v>
                </c:pt>
                <c:pt idx="4714">
                  <c:v>56.354629516601598</c:v>
                </c:pt>
                <c:pt idx="4715">
                  <c:v>56.275405883789098</c:v>
                </c:pt>
                <c:pt idx="4716">
                  <c:v>56.343551635742202</c:v>
                </c:pt>
                <c:pt idx="4717">
                  <c:v>56.355361938476598</c:v>
                </c:pt>
                <c:pt idx="4718">
                  <c:v>56.302722930908203</c:v>
                </c:pt>
                <c:pt idx="4719">
                  <c:v>56.192737579345703</c:v>
                </c:pt>
                <c:pt idx="4720">
                  <c:v>56.117713928222699</c:v>
                </c:pt>
                <c:pt idx="4721">
                  <c:v>56.065513610839801</c:v>
                </c:pt>
                <c:pt idx="4722">
                  <c:v>56.001262664794901</c:v>
                </c:pt>
                <c:pt idx="4723">
                  <c:v>55.926773071289098</c:v>
                </c:pt>
                <c:pt idx="4724">
                  <c:v>55.826854705810597</c:v>
                </c:pt>
                <c:pt idx="4725">
                  <c:v>55.790935516357401</c:v>
                </c:pt>
                <c:pt idx="4726">
                  <c:v>55.811912536621101</c:v>
                </c:pt>
                <c:pt idx="4727">
                  <c:v>55.796684265136697</c:v>
                </c:pt>
                <c:pt idx="4728">
                  <c:v>55.806697845458999</c:v>
                </c:pt>
                <c:pt idx="4729">
                  <c:v>55.790870666503899</c:v>
                </c:pt>
                <c:pt idx="4730">
                  <c:v>55.609420776367202</c:v>
                </c:pt>
                <c:pt idx="4731">
                  <c:v>55.558994293212898</c:v>
                </c:pt>
                <c:pt idx="4732">
                  <c:v>55.432582855224602</c:v>
                </c:pt>
                <c:pt idx="4733">
                  <c:v>55.225215911865199</c:v>
                </c:pt>
                <c:pt idx="4734">
                  <c:v>55.133838653564503</c:v>
                </c:pt>
                <c:pt idx="4735">
                  <c:v>55.001720428466797</c:v>
                </c:pt>
                <c:pt idx="4736">
                  <c:v>54.775348663330099</c:v>
                </c:pt>
                <c:pt idx="4737">
                  <c:v>54.679351806640597</c:v>
                </c:pt>
                <c:pt idx="4738">
                  <c:v>54.674983978271499</c:v>
                </c:pt>
                <c:pt idx="4739">
                  <c:v>54.642791748046903</c:v>
                </c:pt>
                <c:pt idx="4740">
                  <c:v>54.483806610107401</c:v>
                </c:pt>
                <c:pt idx="4741">
                  <c:v>54.361686706542997</c:v>
                </c:pt>
                <c:pt idx="4742">
                  <c:v>54.266689300537102</c:v>
                </c:pt>
                <c:pt idx="4743">
                  <c:v>54.254055023193402</c:v>
                </c:pt>
                <c:pt idx="4744">
                  <c:v>54.200107574462898</c:v>
                </c:pt>
                <c:pt idx="4745">
                  <c:v>54.160514831542997</c:v>
                </c:pt>
                <c:pt idx="4746">
                  <c:v>54.148715972900398</c:v>
                </c:pt>
                <c:pt idx="4747">
                  <c:v>54.124458312988303</c:v>
                </c:pt>
                <c:pt idx="4748">
                  <c:v>54.0411186218262</c:v>
                </c:pt>
                <c:pt idx="4749">
                  <c:v>54.060234069824197</c:v>
                </c:pt>
                <c:pt idx="4750">
                  <c:v>54.105316162109403</c:v>
                </c:pt>
                <c:pt idx="4751">
                  <c:v>54.000064849853501</c:v>
                </c:pt>
                <c:pt idx="4752">
                  <c:v>53.866153717041001</c:v>
                </c:pt>
                <c:pt idx="4753">
                  <c:v>53.582443237304702</c:v>
                </c:pt>
                <c:pt idx="4754">
                  <c:v>53.471874237060597</c:v>
                </c:pt>
                <c:pt idx="4755">
                  <c:v>53.465583801269503</c:v>
                </c:pt>
                <c:pt idx="4756">
                  <c:v>53.394119262695298</c:v>
                </c:pt>
                <c:pt idx="4757">
                  <c:v>53.3468017578125</c:v>
                </c:pt>
                <c:pt idx="4758">
                  <c:v>53.306365966796903</c:v>
                </c:pt>
                <c:pt idx="4759">
                  <c:v>53.289566040039098</c:v>
                </c:pt>
                <c:pt idx="4760">
                  <c:v>53.344661712646499</c:v>
                </c:pt>
                <c:pt idx="4761">
                  <c:v>53.398796081542997</c:v>
                </c:pt>
                <c:pt idx="4762">
                  <c:v>53.450790405273402</c:v>
                </c:pt>
                <c:pt idx="4763">
                  <c:v>53.545639038085902</c:v>
                </c:pt>
                <c:pt idx="4764">
                  <c:v>53.707035064697301</c:v>
                </c:pt>
                <c:pt idx="4765">
                  <c:v>53.533519744873097</c:v>
                </c:pt>
                <c:pt idx="4766">
                  <c:v>53.585464477539098</c:v>
                </c:pt>
                <c:pt idx="4767">
                  <c:v>53.6085205078125</c:v>
                </c:pt>
                <c:pt idx="4768">
                  <c:v>53.615184783935597</c:v>
                </c:pt>
                <c:pt idx="4769">
                  <c:v>53.862640380859403</c:v>
                </c:pt>
                <c:pt idx="4770">
                  <c:v>54.009243011474602</c:v>
                </c:pt>
                <c:pt idx="4771">
                  <c:v>54.315250396728501</c:v>
                </c:pt>
                <c:pt idx="4772">
                  <c:v>54.510593414306598</c:v>
                </c:pt>
                <c:pt idx="4773">
                  <c:v>54.366283416748097</c:v>
                </c:pt>
                <c:pt idx="4774">
                  <c:v>54.741497039794901</c:v>
                </c:pt>
                <c:pt idx="4775">
                  <c:v>55.249435424804702</c:v>
                </c:pt>
                <c:pt idx="4776">
                  <c:v>55.5690727233887</c:v>
                </c:pt>
                <c:pt idx="4777">
                  <c:v>55.763221740722699</c:v>
                </c:pt>
                <c:pt idx="4778">
                  <c:v>55.970870971679702</c:v>
                </c:pt>
                <c:pt idx="4779">
                  <c:v>56.2301216125488</c:v>
                </c:pt>
                <c:pt idx="4780">
                  <c:v>56.458972930908203</c:v>
                </c:pt>
                <c:pt idx="4781">
                  <c:v>56.864170074462898</c:v>
                </c:pt>
                <c:pt idx="4782">
                  <c:v>57.296768188476598</c:v>
                </c:pt>
                <c:pt idx="4783">
                  <c:v>57.845577239990199</c:v>
                </c:pt>
                <c:pt idx="4784">
                  <c:v>58.171890258789098</c:v>
                </c:pt>
                <c:pt idx="4785">
                  <c:v>58.4278755187988</c:v>
                </c:pt>
                <c:pt idx="4786">
                  <c:v>58.564643859863303</c:v>
                </c:pt>
                <c:pt idx="4787">
                  <c:v>58.691558837890597</c:v>
                </c:pt>
                <c:pt idx="4788">
                  <c:v>58.715389251708999</c:v>
                </c:pt>
                <c:pt idx="4789">
                  <c:v>58.776241302490199</c:v>
                </c:pt>
                <c:pt idx="4790">
                  <c:v>58.788284301757798</c:v>
                </c:pt>
                <c:pt idx="4791">
                  <c:v>58.759513854980497</c:v>
                </c:pt>
                <c:pt idx="4792">
                  <c:v>58.703113555908203</c:v>
                </c:pt>
                <c:pt idx="4793">
                  <c:v>58.613914489746101</c:v>
                </c:pt>
                <c:pt idx="4794">
                  <c:v>58.5351753234863</c:v>
                </c:pt>
                <c:pt idx="4795">
                  <c:v>58.410423278808601</c:v>
                </c:pt>
                <c:pt idx="4796">
                  <c:v>58.256443023681598</c:v>
                </c:pt>
                <c:pt idx="4797">
                  <c:v>58.124500274658203</c:v>
                </c:pt>
                <c:pt idx="4798">
                  <c:v>57.9944877624512</c:v>
                </c:pt>
                <c:pt idx="4799">
                  <c:v>57.892845153808601</c:v>
                </c:pt>
                <c:pt idx="4800">
                  <c:v>57.761932373046903</c:v>
                </c:pt>
                <c:pt idx="4801">
                  <c:v>57.667510986328097</c:v>
                </c:pt>
                <c:pt idx="4802">
                  <c:v>57.577545166015597</c:v>
                </c:pt>
                <c:pt idx="4803">
                  <c:v>57.4945259094238</c:v>
                </c:pt>
                <c:pt idx="4804">
                  <c:v>57.267894744873097</c:v>
                </c:pt>
                <c:pt idx="4805">
                  <c:v>56.993820190429702</c:v>
                </c:pt>
                <c:pt idx="4806">
                  <c:v>56.8033256530762</c:v>
                </c:pt>
                <c:pt idx="4807">
                  <c:v>56.633460998535199</c:v>
                </c:pt>
                <c:pt idx="4808">
                  <c:v>56.430343627929702</c:v>
                </c:pt>
                <c:pt idx="4809">
                  <c:v>56.316471099853501</c:v>
                </c:pt>
                <c:pt idx="4810">
                  <c:v>56.226173400878899</c:v>
                </c:pt>
                <c:pt idx="4811">
                  <c:v>56.130374908447301</c:v>
                </c:pt>
                <c:pt idx="4812">
                  <c:v>56.021369934082003</c:v>
                </c:pt>
                <c:pt idx="4813">
                  <c:v>55.934165954589801</c:v>
                </c:pt>
                <c:pt idx="4814">
                  <c:v>55.879959106445298</c:v>
                </c:pt>
                <c:pt idx="4815">
                  <c:v>55.825004577636697</c:v>
                </c:pt>
                <c:pt idx="4816">
                  <c:v>55.814701080322301</c:v>
                </c:pt>
                <c:pt idx="4817">
                  <c:v>55.748043060302699</c:v>
                </c:pt>
                <c:pt idx="4818">
                  <c:v>55.550426483154297</c:v>
                </c:pt>
                <c:pt idx="4819">
                  <c:v>55.2946586608887</c:v>
                </c:pt>
                <c:pt idx="4820">
                  <c:v>55.149063110351598</c:v>
                </c:pt>
                <c:pt idx="4821">
                  <c:v>54.936782836914098</c:v>
                </c:pt>
                <c:pt idx="4822">
                  <c:v>54.655834197998097</c:v>
                </c:pt>
                <c:pt idx="4823">
                  <c:v>54.449371337890597</c:v>
                </c:pt>
                <c:pt idx="4824">
                  <c:v>54.360057830810597</c:v>
                </c:pt>
                <c:pt idx="4825">
                  <c:v>54.258205413818402</c:v>
                </c:pt>
                <c:pt idx="4826">
                  <c:v>54.189987182617202</c:v>
                </c:pt>
                <c:pt idx="4827">
                  <c:v>54.139049530029297</c:v>
                </c:pt>
                <c:pt idx="4828">
                  <c:v>54.149135589599602</c:v>
                </c:pt>
                <c:pt idx="4829">
                  <c:v>54.039215087890597</c:v>
                </c:pt>
                <c:pt idx="4830">
                  <c:v>53.948291778564503</c:v>
                </c:pt>
                <c:pt idx="4831">
                  <c:v>53.713142395019503</c:v>
                </c:pt>
                <c:pt idx="4832">
                  <c:v>53.619789123535199</c:v>
                </c:pt>
                <c:pt idx="4833">
                  <c:v>53.758762359619098</c:v>
                </c:pt>
                <c:pt idx="4834">
                  <c:v>53.742504119873097</c:v>
                </c:pt>
                <c:pt idx="4835">
                  <c:v>53.551841735839801</c:v>
                </c:pt>
                <c:pt idx="4836">
                  <c:v>53.658943176269503</c:v>
                </c:pt>
                <c:pt idx="4837">
                  <c:v>53.5009155273438</c:v>
                </c:pt>
                <c:pt idx="4838">
                  <c:v>53.630672454833999</c:v>
                </c:pt>
                <c:pt idx="4839">
                  <c:v>53.850254058837898</c:v>
                </c:pt>
                <c:pt idx="4840">
                  <c:v>54.026542663574197</c:v>
                </c:pt>
                <c:pt idx="4841">
                  <c:v>54.269527435302699</c:v>
                </c:pt>
                <c:pt idx="4842">
                  <c:v>54.773128509521499</c:v>
                </c:pt>
                <c:pt idx="4843">
                  <c:v>54.8903198242188</c:v>
                </c:pt>
                <c:pt idx="4844">
                  <c:v>55.222126007080099</c:v>
                </c:pt>
                <c:pt idx="4845">
                  <c:v>55.521827697753899</c:v>
                </c:pt>
                <c:pt idx="4846">
                  <c:v>55.734565734863303</c:v>
                </c:pt>
                <c:pt idx="4847">
                  <c:v>55.861286163330099</c:v>
                </c:pt>
                <c:pt idx="4848">
                  <c:v>56.035568237304702</c:v>
                </c:pt>
                <c:pt idx="4849">
                  <c:v>56.249359130859403</c:v>
                </c:pt>
                <c:pt idx="4850">
                  <c:v>56.3974609375</c:v>
                </c:pt>
                <c:pt idx="4851">
                  <c:v>56.398712158203097</c:v>
                </c:pt>
                <c:pt idx="4852">
                  <c:v>56.612430572509801</c:v>
                </c:pt>
                <c:pt idx="4853">
                  <c:v>56.670413970947301</c:v>
                </c:pt>
                <c:pt idx="4854">
                  <c:v>56.620021820068402</c:v>
                </c:pt>
                <c:pt idx="4855">
                  <c:v>56.810489654541001</c:v>
                </c:pt>
                <c:pt idx="4856">
                  <c:v>57.044548034667997</c:v>
                </c:pt>
                <c:pt idx="4857">
                  <c:v>57.243785858154297</c:v>
                </c:pt>
                <c:pt idx="4858">
                  <c:v>57.566192626953097</c:v>
                </c:pt>
                <c:pt idx="4859">
                  <c:v>58.040054321289098</c:v>
                </c:pt>
                <c:pt idx="4860">
                  <c:v>58.306247711181598</c:v>
                </c:pt>
                <c:pt idx="4861">
                  <c:v>58.388309478759801</c:v>
                </c:pt>
                <c:pt idx="4862">
                  <c:v>58.497367858886697</c:v>
                </c:pt>
                <c:pt idx="4863">
                  <c:v>58.781547546386697</c:v>
                </c:pt>
                <c:pt idx="4864">
                  <c:v>58.905372619628899</c:v>
                </c:pt>
                <c:pt idx="4865">
                  <c:v>58.808269500732401</c:v>
                </c:pt>
                <c:pt idx="4866">
                  <c:v>58.939765930175803</c:v>
                </c:pt>
                <c:pt idx="4867">
                  <c:v>59.336654663085902</c:v>
                </c:pt>
                <c:pt idx="4868">
                  <c:v>59.441242218017599</c:v>
                </c:pt>
                <c:pt idx="4869">
                  <c:v>59.772499084472699</c:v>
                </c:pt>
                <c:pt idx="4870">
                  <c:v>59.985675811767599</c:v>
                </c:pt>
                <c:pt idx="4871">
                  <c:v>60.090408325195298</c:v>
                </c:pt>
                <c:pt idx="4872">
                  <c:v>60.6060180664063</c:v>
                </c:pt>
                <c:pt idx="4873">
                  <c:v>60.903633117675803</c:v>
                </c:pt>
                <c:pt idx="4874">
                  <c:v>61.2169189453125</c:v>
                </c:pt>
                <c:pt idx="4875">
                  <c:v>61.332912445068402</c:v>
                </c:pt>
                <c:pt idx="4876">
                  <c:v>61.247604370117202</c:v>
                </c:pt>
                <c:pt idx="4877">
                  <c:v>61.345851898193402</c:v>
                </c:pt>
                <c:pt idx="4878">
                  <c:v>61.529212951660199</c:v>
                </c:pt>
                <c:pt idx="4879">
                  <c:v>61.646568298339801</c:v>
                </c:pt>
                <c:pt idx="4880">
                  <c:v>61.635707855224602</c:v>
                </c:pt>
                <c:pt idx="4881">
                  <c:v>61.769611358642599</c:v>
                </c:pt>
                <c:pt idx="4882">
                  <c:v>61.8355522155762</c:v>
                </c:pt>
                <c:pt idx="4883">
                  <c:v>61.711704254150398</c:v>
                </c:pt>
                <c:pt idx="4884">
                  <c:v>61.704811096191399</c:v>
                </c:pt>
                <c:pt idx="4885">
                  <c:v>61.66455078125</c:v>
                </c:pt>
                <c:pt idx="4886">
                  <c:v>61.727863311767599</c:v>
                </c:pt>
                <c:pt idx="4887">
                  <c:v>61.875820159912102</c:v>
                </c:pt>
                <c:pt idx="4888">
                  <c:v>61.844123840332003</c:v>
                </c:pt>
                <c:pt idx="4889">
                  <c:v>61.893932342529297</c:v>
                </c:pt>
                <c:pt idx="4890">
                  <c:v>61.965793609619098</c:v>
                </c:pt>
                <c:pt idx="4891">
                  <c:v>61.981815338134801</c:v>
                </c:pt>
                <c:pt idx="4892">
                  <c:v>61.927967071533203</c:v>
                </c:pt>
                <c:pt idx="4893">
                  <c:v>61.891777038574197</c:v>
                </c:pt>
                <c:pt idx="4894">
                  <c:v>61.898601531982401</c:v>
                </c:pt>
                <c:pt idx="4895">
                  <c:v>61.818897247314503</c:v>
                </c:pt>
                <c:pt idx="4896">
                  <c:v>61.770072937011697</c:v>
                </c:pt>
                <c:pt idx="4897">
                  <c:v>61.737747192382798</c:v>
                </c:pt>
                <c:pt idx="4898">
                  <c:v>61.5907173156738</c:v>
                </c:pt>
                <c:pt idx="4899">
                  <c:v>61.473453521728501</c:v>
                </c:pt>
                <c:pt idx="4900">
                  <c:v>61.380992889404297</c:v>
                </c:pt>
                <c:pt idx="4901">
                  <c:v>61.549953460693402</c:v>
                </c:pt>
                <c:pt idx="4902">
                  <c:v>61.660064697265597</c:v>
                </c:pt>
                <c:pt idx="4903">
                  <c:v>61.941947937011697</c:v>
                </c:pt>
                <c:pt idx="4904">
                  <c:v>62.247962951660199</c:v>
                </c:pt>
                <c:pt idx="4905">
                  <c:v>62.558513641357401</c:v>
                </c:pt>
                <c:pt idx="4906">
                  <c:v>62.723472595214801</c:v>
                </c:pt>
                <c:pt idx="4907">
                  <c:v>62.959598541259801</c:v>
                </c:pt>
                <c:pt idx="4908">
                  <c:v>63.324935913085902</c:v>
                </c:pt>
                <c:pt idx="4909">
                  <c:v>63.6708793640137</c:v>
                </c:pt>
                <c:pt idx="4910">
                  <c:v>63.845691680908203</c:v>
                </c:pt>
                <c:pt idx="4911">
                  <c:v>64.021781921386705</c:v>
                </c:pt>
                <c:pt idx="4912">
                  <c:v>64.112663269042997</c:v>
                </c:pt>
                <c:pt idx="4913">
                  <c:v>64.156433105468807</c:v>
                </c:pt>
                <c:pt idx="4914">
                  <c:v>64.135955810546903</c:v>
                </c:pt>
                <c:pt idx="4915">
                  <c:v>64.118347167968807</c:v>
                </c:pt>
                <c:pt idx="4916">
                  <c:v>64.084655761718807</c:v>
                </c:pt>
                <c:pt idx="4917">
                  <c:v>64.091941833496094</c:v>
                </c:pt>
                <c:pt idx="4918">
                  <c:v>64.046897888183594</c:v>
                </c:pt>
                <c:pt idx="4919">
                  <c:v>63.946453094482401</c:v>
                </c:pt>
                <c:pt idx="4920">
                  <c:v>63.833305358886697</c:v>
                </c:pt>
                <c:pt idx="4921">
                  <c:v>63.6378784179688</c:v>
                </c:pt>
                <c:pt idx="4922">
                  <c:v>63.400642395019503</c:v>
                </c:pt>
                <c:pt idx="4923">
                  <c:v>63.268379211425803</c:v>
                </c:pt>
                <c:pt idx="4924">
                  <c:v>63.125785827636697</c:v>
                </c:pt>
                <c:pt idx="4925">
                  <c:v>62.952163696289098</c:v>
                </c:pt>
                <c:pt idx="4926">
                  <c:v>62.810127258300803</c:v>
                </c:pt>
                <c:pt idx="4927">
                  <c:v>62.654819488525398</c:v>
                </c:pt>
                <c:pt idx="4928">
                  <c:v>62.500495910644503</c:v>
                </c:pt>
                <c:pt idx="4929">
                  <c:v>62.324756622314503</c:v>
                </c:pt>
                <c:pt idx="4930">
                  <c:v>62.155101776123097</c:v>
                </c:pt>
                <c:pt idx="4931">
                  <c:v>61.991291046142599</c:v>
                </c:pt>
                <c:pt idx="4932">
                  <c:v>61.847164154052699</c:v>
                </c:pt>
                <c:pt idx="4933">
                  <c:v>61.706462860107401</c:v>
                </c:pt>
                <c:pt idx="4934">
                  <c:v>61.569793701171903</c:v>
                </c:pt>
                <c:pt idx="4935">
                  <c:v>61.301540374755902</c:v>
                </c:pt>
                <c:pt idx="4936">
                  <c:v>61.083080291748097</c:v>
                </c:pt>
                <c:pt idx="4937">
                  <c:v>61.007869720458999</c:v>
                </c:pt>
                <c:pt idx="4938">
                  <c:v>60.840576171875</c:v>
                </c:pt>
                <c:pt idx="4939">
                  <c:v>60.7471923828125</c:v>
                </c:pt>
                <c:pt idx="4940">
                  <c:v>60.661537170410199</c:v>
                </c:pt>
                <c:pt idx="4941">
                  <c:v>60.545921325683601</c:v>
                </c:pt>
                <c:pt idx="4942">
                  <c:v>60.425224304199197</c:v>
                </c:pt>
                <c:pt idx="4943">
                  <c:v>60.190383911132798</c:v>
                </c:pt>
                <c:pt idx="4944">
                  <c:v>60.118202209472699</c:v>
                </c:pt>
                <c:pt idx="4945">
                  <c:v>60.258586883544901</c:v>
                </c:pt>
                <c:pt idx="4946">
                  <c:v>60.3706245422363</c:v>
                </c:pt>
                <c:pt idx="4947">
                  <c:v>60.4052734375</c:v>
                </c:pt>
                <c:pt idx="4948">
                  <c:v>60.283634185791001</c:v>
                </c:pt>
                <c:pt idx="4949">
                  <c:v>60.211193084716797</c:v>
                </c:pt>
                <c:pt idx="4950">
                  <c:v>60.245742797851598</c:v>
                </c:pt>
                <c:pt idx="4951">
                  <c:v>60.357864379882798</c:v>
                </c:pt>
                <c:pt idx="4952">
                  <c:v>60.501922607421903</c:v>
                </c:pt>
                <c:pt idx="4953">
                  <c:v>60.545825958252003</c:v>
                </c:pt>
                <c:pt idx="4954">
                  <c:v>60.698451995849602</c:v>
                </c:pt>
                <c:pt idx="4955">
                  <c:v>60.946979522705099</c:v>
                </c:pt>
                <c:pt idx="4956">
                  <c:v>61.130298614502003</c:v>
                </c:pt>
                <c:pt idx="4957">
                  <c:v>61.508590698242202</c:v>
                </c:pt>
                <c:pt idx="4958">
                  <c:v>61.683860778808601</c:v>
                </c:pt>
                <c:pt idx="4959">
                  <c:v>61.872230529785199</c:v>
                </c:pt>
                <c:pt idx="4960">
                  <c:v>61.930046081542997</c:v>
                </c:pt>
                <c:pt idx="4961">
                  <c:v>62.078739166259801</c:v>
                </c:pt>
                <c:pt idx="4962">
                  <c:v>62.210407257080099</c:v>
                </c:pt>
                <c:pt idx="4963">
                  <c:v>62.330417633056598</c:v>
                </c:pt>
                <c:pt idx="4964">
                  <c:v>62.385906219482401</c:v>
                </c:pt>
                <c:pt idx="4965">
                  <c:v>62.4085884094238</c:v>
                </c:pt>
                <c:pt idx="4966">
                  <c:v>62.395645141601598</c:v>
                </c:pt>
                <c:pt idx="4967">
                  <c:v>62.280830383300803</c:v>
                </c:pt>
                <c:pt idx="4968">
                  <c:v>62.189208984375</c:v>
                </c:pt>
                <c:pt idx="4969">
                  <c:v>62.069576263427699</c:v>
                </c:pt>
                <c:pt idx="4970">
                  <c:v>61.927532196044901</c:v>
                </c:pt>
                <c:pt idx="4971">
                  <c:v>61.825145721435597</c:v>
                </c:pt>
                <c:pt idx="4972">
                  <c:v>61.761905670166001</c:v>
                </c:pt>
                <c:pt idx="4973">
                  <c:v>61.775886535644503</c:v>
                </c:pt>
                <c:pt idx="4974">
                  <c:v>61.767875671386697</c:v>
                </c:pt>
                <c:pt idx="4975">
                  <c:v>61.853588104248097</c:v>
                </c:pt>
                <c:pt idx="4976">
                  <c:v>61.748374938964801</c:v>
                </c:pt>
                <c:pt idx="4977">
                  <c:v>61.722103118896499</c:v>
                </c:pt>
                <c:pt idx="4978">
                  <c:v>61.937801361083999</c:v>
                </c:pt>
                <c:pt idx="4979">
                  <c:v>62.1830444335938</c:v>
                </c:pt>
                <c:pt idx="4980">
                  <c:v>62.326389312744098</c:v>
                </c:pt>
                <c:pt idx="4981">
                  <c:v>62.484146118164098</c:v>
                </c:pt>
                <c:pt idx="4982">
                  <c:v>62.613124847412102</c:v>
                </c:pt>
                <c:pt idx="4983">
                  <c:v>62.732418060302699</c:v>
                </c:pt>
                <c:pt idx="4984">
                  <c:v>63.2051811218262</c:v>
                </c:pt>
                <c:pt idx="4985">
                  <c:v>63.573623657226598</c:v>
                </c:pt>
                <c:pt idx="4986">
                  <c:v>63.6793823242188</c:v>
                </c:pt>
                <c:pt idx="4987">
                  <c:v>63.693687438964801</c:v>
                </c:pt>
                <c:pt idx="4988">
                  <c:v>63.894054412841797</c:v>
                </c:pt>
                <c:pt idx="4989">
                  <c:v>64.142044067382798</c:v>
                </c:pt>
                <c:pt idx="4990">
                  <c:v>64.362731933593807</c:v>
                </c:pt>
                <c:pt idx="4991">
                  <c:v>64.622489929199205</c:v>
                </c:pt>
                <c:pt idx="4992">
                  <c:v>64.919914245605497</c:v>
                </c:pt>
                <c:pt idx="4993">
                  <c:v>65.128829956054702</c:v>
                </c:pt>
                <c:pt idx="4994">
                  <c:v>65.261589050292997</c:v>
                </c:pt>
                <c:pt idx="4995">
                  <c:v>65.388763427734403</c:v>
                </c:pt>
                <c:pt idx="4996">
                  <c:v>65.439773559570298</c:v>
                </c:pt>
                <c:pt idx="4997">
                  <c:v>65.424789428710895</c:v>
                </c:pt>
                <c:pt idx="4998">
                  <c:v>65.411346435546903</c:v>
                </c:pt>
                <c:pt idx="4999">
                  <c:v>65.386863708496094</c:v>
                </c:pt>
                <c:pt idx="5000">
                  <c:v>65.360046386718807</c:v>
                </c:pt>
                <c:pt idx="5001">
                  <c:v>65.312309265136705</c:v>
                </c:pt>
                <c:pt idx="5002">
                  <c:v>65.269706726074205</c:v>
                </c:pt>
                <c:pt idx="5003">
                  <c:v>65.145324707031307</c:v>
                </c:pt>
                <c:pt idx="5004">
                  <c:v>65.004264831542997</c:v>
                </c:pt>
                <c:pt idx="5005">
                  <c:v>64.946868896484403</c:v>
                </c:pt>
                <c:pt idx="5006">
                  <c:v>64.919540405273395</c:v>
                </c:pt>
                <c:pt idx="5007">
                  <c:v>64.808395385742202</c:v>
                </c:pt>
                <c:pt idx="5008">
                  <c:v>64.639762878417997</c:v>
                </c:pt>
                <c:pt idx="5009">
                  <c:v>64.535118103027301</c:v>
                </c:pt>
                <c:pt idx="5010">
                  <c:v>64.533172607421903</c:v>
                </c:pt>
                <c:pt idx="5011">
                  <c:v>64.400253295898395</c:v>
                </c:pt>
                <c:pt idx="5012">
                  <c:v>64.370880126953097</c:v>
                </c:pt>
                <c:pt idx="5013">
                  <c:v>64.330146789550795</c:v>
                </c:pt>
                <c:pt idx="5014">
                  <c:v>64.226631164550795</c:v>
                </c:pt>
                <c:pt idx="5015">
                  <c:v>64.107986450195298</c:v>
                </c:pt>
                <c:pt idx="5016">
                  <c:v>64.045219421386705</c:v>
                </c:pt>
                <c:pt idx="5017">
                  <c:v>63.9131469726563</c:v>
                </c:pt>
                <c:pt idx="5018">
                  <c:v>63.894893646240199</c:v>
                </c:pt>
                <c:pt idx="5019">
                  <c:v>63.790351867675803</c:v>
                </c:pt>
                <c:pt idx="5020">
                  <c:v>63.707191467285199</c:v>
                </c:pt>
                <c:pt idx="5021">
                  <c:v>63.640048980712898</c:v>
                </c:pt>
                <c:pt idx="5022">
                  <c:v>63.617866516113303</c:v>
                </c:pt>
                <c:pt idx="5023">
                  <c:v>63.433078765869098</c:v>
                </c:pt>
                <c:pt idx="5024">
                  <c:v>63.366722106933601</c:v>
                </c:pt>
                <c:pt idx="5025">
                  <c:v>63.220241546630902</c:v>
                </c:pt>
                <c:pt idx="5026">
                  <c:v>63.075038909912102</c:v>
                </c:pt>
                <c:pt idx="5027">
                  <c:v>63.003185272216797</c:v>
                </c:pt>
                <c:pt idx="5028">
                  <c:v>62.873176574707003</c:v>
                </c:pt>
                <c:pt idx="5029">
                  <c:v>62.808895111083999</c:v>
                </c:pt>
                <c:pt idx="5030">
                  <c:v>62.670013427734403</c:v>
                </c:pt>
                <c:pt idx="5031">
                  <c:v>62.542564392089801</c:v>
                </c:pt>
                <c:pt idx="5032">
                  <c:v>62.478096008300803</c:v>
                </c:pt>
                <c:pt idx="5033">
                  <c:v>62.388992309570298</c:v>
                </c:pt>
                <c:pt idx="5034">
                  <c:v>62.233974456787102</c:v>
                </c:pt>
                <c:pt idx="5035">
                  <c:v>62.086013793945298</c:v>
                </c:pt>
                <c:pt idx="5036">
                  <c:v>61.931606292724602</c:v>
                </c:pt>
                <c:pt idx="5037">
                  <c:v>61.779060363769503</c:v>
                </c:pt>
                <c:pt idx="5038">
                  <c:v>61.659507751464801</c:v>
                </c:pt>
                <c:pt idx="5039">
                  <c:v>61.576225280761697</c:v>
                </c:pt>
                <c:pt idx="5040">
                  <c:v>61.523521423339801</c:v>
                </c:pt>
                <c:pt idx="5041">
                  <c:v>61.406982421875</c:v>
                </c:pt>
                <c:pt idx="5042">
                  <c:v>61.276031494140597</c:v>
                </c:pt>
                <c:pt idx="5043">
                  <c:v>61.0170288085938</c:v>
                </c:pt>
                <c:pt idx="5044">
                  <c:v>60.880935668945298</c:v>
                </c:pt>
                <c:pt idx="5045">
                  <c:v>60.773017883300803</c:v>
                </c:pt>
                <c:pt idx="5046">
                  <c:v>60.697513580322301</c:v>
                </c:pt>
                <c:pt idx="5047">
                  <c:v>60.558994293212898</c:v>
                </c:pt>
                <c:pt idx="5048">
                  <c:v>60.298469543457003</c:v>
                </c:pt>
                <c:pt idx="5049">
                  <c:v>60.119426727294901</c:v>
                </c:pt>
                <c:pt idx="5050">
                  <c:v>60.0310668945313</c:v>
                </c:pt>
                <c:pt idx="5051">
                  <c:v>59.949298858642599</c:v>
                </c:pt>
                <c:pt idx="5052">
                  <c:v>59.780941009521499</c:v>
                </c:pt>
                <c:pt idx="5053">
                  <c:v>59.644645690917997</c:v>
                </c:pt>
                <c:pt idx="5054">
                  <c:v>59.479446411132798</c:v>
                </c:pt>
                <c:pt idx="5055">
                  <c:v>59.390445709228501</c:v>
                </c:pt>
                <c:pt idx="5056">
                  <c:v>59.265357971191399</c:v>
                </c:pt>
                <c:pt idx="5057">
                  <c:v>59.116046905517599</c:v>
                </c:pt>
                <c:pt idx="5058">
                  <c:v>58.964942932128899</c:v>
                </c:pt>
                <c:pt idx="5059">
                  <c:v>58.867397308349602</c:v>
                </c:pt>
                <c:pt idx="5060">
                  <c:v>58.762531280517599</c:v>
                </c:pt>
                <c:pt idx="5061">
                  <c:v>58.620105743408203</c:v>
                </c:pt>
                <c:pt idx="5062">
                  <c:v>58.476764678955099</c:v>
                </c:pt>
                <c:pt idx="5063">
                  <c:v>58.399276733398402</c:v>
                </c:pt>
                <c:pt idx="5064">
                  <c:v>58.246143341064503</c:v>
                </c:pt>
                <c:pt idx="5065">
                  <c:v>58.122714996337898</c:v>
                </c:pt>
                <c:pt idx="5066">
                  <c:v>57.9996147155762</c:v>
                </c:pt>
                <c:pt idx="5067">
                  <c:v>57.918663024902301</c:v>
                </c:pt>
                <c:pt idx="5068">
                  <c:v>57.776954650878899</c:v>
                </c:pt>
                <c:pt idx="5069">
                  <c:v>57.692169189453097</c:v>
                </c:pt>
                <c:pt idx="5070">
                  <c:v>57.587448120117202</c:v>
                </c:pt>
                <c:pt idx="5071">
                  <c:v>57.531059265136697</c:v>
                </c:pt>
                <c:pt idx="5072">
                  <c:v>57.390682220458999</c:v>
                </c:pt>
                <c:pt idx="5073">
                  <c:v>57.145088195800803</c:v>
                </c:pt>
                <c:pt idx="5074">
                  <c:v>57.003726959228501</c:v>
                </c:pt>
                <c:pt idx="5075">
                  <c:v>56.847213745117202</c:v>
                </c:pt>
                <c:pt idx="5076">
                  <c:v>56.643539428710902</c:v>
                </c:pt>
                <c:pt idx="5077">
                  <c:v>56.464530944824197</c:v>
                </c:pt>
                <c:pt idx="5078">
                  <c:v>56.293510437011697</c:v>
                </c:pt>
                <c:pt idx="5079">
                  <c:v>56.173904418945298</c:v>
                </c:pt>
                <c:pt idx="5080">
                  <c:v>56.095272064208999</c:v>
                </c:pt>
                <c:pt idx="5081">
                  <c:v>56.0436820983887</c:v>
                </c:pt>
                <c:pt idx="5082">
                  <c:v>56.025814056396499</c:v>
                </c:pt>
                <c:pt idx="5083">
                  <c:v>56.006725311279297</c:v>
                </c:pt>
                <c:pt idx="5084">
                  <c:v>55.970352172851598</c:v>
                </c:pt>
                <c:pt idx="5085">
                  <c:v>55.942451477050803</c:v>
                </c:pt>
                <c:pt idx="5086">
                  <c:v>55.934402465820298</c:v>
                </c:pt>
                <c:pt idx="5087">
                  <c:v>55.953262329101598</c:v>
                </c:pt>
                <c:pt idx="5088">
                  <c:v>55.980537414550803</c:v>
                </c:pt>
                <c:pt idx="5089">
                  <c:v>55.947639465332003</c:v>
                </c:pt>
                <c:pt idx="5090">
                  <c:v>55.966915130615199</c:v>
                </c:pt>
                <c:pt idx="5091">
                  <c:v>56.115299224853501</c:v>
                </c:pt>
                <c:pt idx="5092">
                  <c:v>56.436622619628899</c:v>
                </c:pt>
                <c:pt idx="5093">
                  <c:v>56.651744842529297</c:v>
                </c:pt>
                <c:pt idx="5094">
                  <c:v>56.672214508056598</c:v>
                </c:pt>
                <c:pt idx="5095">
                  <c:v>56.84326171875</c:v>
                </c:pt>
                <c:pt idx="5096">
                  <c:v>56.979385375976598</c:v>
                </c:pt>
                <c:pt idx="5097">
                  <c:v>57.1881294250488</c:v>
                </c:pt>
                <c:pt idx="5098">
                  <c:v>57.2905464172363</c:v>
                </c:pt>
                <c:pt idx="5099">
                  <c:v>57.396984100341797</c:v>
                </c:pt>
                <c:pt idx="5100">
                  <c:v>57.508773803710902</c:v>
                </c:pt>
                <c:pt idx="5101">
                  <c:v>57.506195068359403</c:v>
                </c:pt>
                <c:pt idx="5102">
                  <c:v>57.672859191894503</c:v>
                </c:pt>
                <c:pt idx="5103">
                  <c:v>57.992988586425803</c:v>
                </c:pt>
                <c:pt idx="5104">
                  <c:v>57.988723754882798</c:v>
                </c:pt>
                <c:pt idx="5105">
                  <c:v>58.187934875488303</c:v>
                </c:pt>
                <c:pt idx="5106">
                  <c:v>58.402286529541001</c:v>
                </c:pt>
                <c:pt idx="5107">
                  <c:v>58.405551910400398</c:v>
                </c:pt>
                <c:pt idx="5108">
                  <c:v>58.6842651367188</c:v>
                </c:pt>
                <c:pt idx="5109">
                  <c:v>58.812911987304702</c:v>
                </c:pt>
                <c:pt idx="5110">
                  <c:v>59.080417633056598</c:v>
                </c:pt>
                <c:pt idx="5111">
                  <c:v>59.34375</c:v>
                </c:pt>
                <c:pt idx="5112">
                  <c:v>59.434722900390597</c:v>
                </c:pt>
                <c:pt idx="5113">
                  <c:v>59.760536193847699</c:v>
                </c:pt>
                <c:pt idx="5114">
                  <c:v>59.947200775146499</c:v>
                </c:pt>
                <c:pt idx="5115">
                  <c:v>60.245288848877003</c:v>
                </c:pt>
                <c:pt idx="5116">
                  <c:v>60.463287353515597</c:v>
                </c:pt>
                <c:pt idx="5117">
                  <c:v>60.511440277099602</c:v>
                </c:pt>
                <c:pt idx="5118">
                  <c:v>60.610984802246101</c:v>
                </c:pt>
                <c:pt idx="5119">
                  <c:v>60.916248321533203</c:v>
                </c:pt>
                <c:pt idx="5120">
                  <c:v>60.817466735839801</c:v>
                </c:pt>
                <c:pt idx="5121">
                  <c:v>61.1052856445313</c:v>
                </c:pt>
                <c:pt idx="5122">
                  <c:v>61.3872680664063</c:v>
                </c:pt>
                <c:pt idx="5123">
                  <c:v>61.413436889648402</c:v>
                </c:pt>
                <c:pt idx="5124">
                  <c:v>61.618354797363303</c:v>
                </c:pt>
                <c:pt idx="5125">
                  <c:v>61.758693695068402</c:v>
                </c:pt>
                <c:pt idx="5126">
                  <c:v>61.9971733093262</c:v>
                </c:pt>
                <c:pt idx="5127">
                  <c:v>62.3521537780762</c:v>
                </c:pt>
                <c:pt idx="5128">
                  <c:v>62.705635070800803</c:v>
                </c:pt>
                <c:pt idx="5129">
                  <c:v>62.9798583984375</c:v>
                </c:pt>
                <c:pt idx="5130">
                  <c:v>63.3839111328125</c:v>
                </c:pt>
                <c:pt idx="5131">
                  <c:v>63.523014068603501</c:v>
                </c:pt>
                <c:pt idx="5132">
                  <c:v>63.546829223632798</c:v>
                </c:pt>
                <c:pt idx="5133">
                  <c:v>63.648727416992202</c:v>
                </c:pt>
                <c:pt idx="5134">
                  <c:v>63.789714813232401</c:v>
                </c:pt>
                <c:pt idx="5135">
                  <c:v>63.957084655761697</c:v>
                </c:pt>
                <c:pt idx="5136">
                  <c:v>64.129188537597699</c:v>
                </c:pt>
                <c:pt idx="5137">
                  <c:v>64.226127624511705</c:v>
                </c:pt>
                <c:pt idx="5138">
                  <c:v>64.149154663085895</c:v>
                </c:pt>
                <c:pt idx="5139">
                  <c:v>64.355339050292997</c:v>
                </c:pt>
                <c:pt idx="5140">
                  <c:v>64.558631896972699</c:v>
                </c:pt>
                <c:pt idx="5141">
                  <c:v>64.645111083984403</c:v>
                </c:pt>
                <c:pt idx="5142">
                  <c:v>64.882553100585895</c:v>
                </c:pt>
                <c:pt idx="5143">
                  <c:v>65.002868652343807</c:v>
                </c:pt>
                <c:pt idx="5144">
                  <c:v>65.273666381835895</c:v>
                </c:pt>
                <c:pt idx="5145">
                  <c:v>65.462120056152301</c:v>
                </c:pt>
                <c:pt idx="5146">
                  <c:v>65.498695373535199</c:v>
                </c:pt>
                <c:pt idx="5147">
                  <c:v>65.657608032226605</c:v>
                </c:pt>
                <c:pt idx="5148">
                  <c:v>65.714080810546903</c:v>
                </c:pt>
                <c:pt idx="5149">
                  <c:v>66.372726440429702</c:v>
                </c:pt>
                <c:pt idx="5150">
                  <c:v>66.693489074707003</c:v>
                </c:pt>
                <c:pt idx="5151">
                  <c:v>67.115028381347699</c:v>
                </c:pt>
                <c:pt idx="5152">
                  <c:v>67.284469604492202</c:v>
                </c:pt>
                <c:pt idx="5153">
                  <c:v>67.611839294433594</c:v>
                </c:pt>
                <c:pt idx="5154">
                  <c:v>68.061050415039105</c:v>
                </c:pt>
                <c:pt idx="5155">
                  <c:v>68.532089233398395</c:v>
                </c:pt>
                <c:pt idx="5156">
                  <c:v>68.918525695800795</c:v>
                </c:pt>
                <c:pt idx="5157">
                  <c:v>68.928428649902301</c:v>
                </c:pt>
                <c:pt idx="5158">
                  <c:v>69.087692260742202</c:v>
                </c:pt>
                <c:pt idx="5159">
                  <c:v>69.473014831542997</c:v>
                </c:pt>
                <c:pt idx="5160">
                  <c:v>69.998420715332003</c:v>
                </c:pt>
                <c:pt idx="5161">
                  <c:v>70.567886352539105</c:v>
                </c:pt>
                <c:pt idx="5162">
                  <c:v>70.859580993652301</c:v>
                </c:pt>
                <c:pt idx="5163">
                  <c:v>71.152542114257798</c:v>
                </c:pt>
                <c:pt idx="5164">
                  <c:v>71.495162963867202</c:v>
                </c:pt>
                <c:pt idx="5165">
                  <c:v>71.720405578613295</c:v>
                </c:pt>
                <c:pt idx="5166">
                  <c:v>71.84228515625</c:v>
                </c:pt>
                <c:pt idx="5167">
                  <c:v>71.977684020996094</c:v>
                </c:pt>
                <c:pt idx="5168">
                  <c:v>72.047775268554702</c:v>
                </c:pt>
                <c:pt idx="5169">
                  <c:v>72.083763122558594</c:v>
                </c:pt>
                <c:pt idx="5170">
                  <c:v>72.109245300292997</c:v>
                </c:pt>
                <c:pt idx="5171">
                  <c:v>72.132415771484403</c:v>
                </c:pt>
                <c:pt idx="5172">
                  <c:v>72.143020629882798</c:v>
                </c:pt>
                <c:pt idx="5173">
                  <c:v>72.171104431152301</c:v>
                </c:pt>
                <c:pt idx="5174">
                  <c:v>72.162948608398395</c:v>
                </c:pt>
                <c:pt idx="5175">
                  <c:v>72.324905395507798</c:v>
                </c:pt>
                <c:pt idx="5176">
                  <c:v>72.455734252929702</c:v>
                </c:pt>
                <c:pt idx="5177">
                  <c:v>72.326103210449205</c:v>
                </c:pt>
                <c:pt idx="5178">
                  <c:v>72.358146667480497</c:v>
                </c:pt>
                <c:pt idx="5179">
                  <c:v>72.532546997070298</c:v>
                </c:pt>
                <c:pt idx="5180">
                  <c:v>73.058547973632798</c:v>
                </c:pt>
                <c:pt idx="5181">
                  <c:v>73.1107177734375</c:v>
                </c:pt>
                <c:pt idx="5182">
                  <c:v>72.944869995117202</c:v>
                </c:pt>
                <c:pt idx="5183">
                  <c:v>73.300483703613295</c:v>
                </c:pt>
                <c:pt idx="5184">
                  <c:v>73.308883666992202</c:v>
                </c:pt>
                <c:pt idx="5185">
                  <c:v>73.697265625</c:v>
                </c:pt>
                <c:pt idx="5186">
                  <c:v>73.227561950683594</c:v>
                </c:pt>
                <c:pt idx="5187">
                  <c:v>73.697830200195298</c:v>
                </c:pt>
                <c:pt idx="5188">
                  <c:v>74.026679992675795</c:v>
                </c:pt>
                <c:pt idx="5189">
                  <c:v>73.992912292480497</c:v>
                </c:pt>
                <c:pt idx="5190">
                  <c:v>74.441421508789105</c:v>
                </c:pt>
                <c:pt idx="5191">
                  <c:v>74.369277954101605</c:v>
                </c:pt>
                <c:pt idx="5192">
                  <c:v>74.4849853515625</c:v>
                </c:pt>
                <c:pt idx="5193">
                  <c:v>74.780197143554702</c:v>
                </c:pt>
                <c:pt idx="5194">
                  <c:v>74.745925903320298</c:v>
                </c:pt>
                <c:pt idx="5195">
                  <c:v>74.684585571289105</c:v>
                </c:pt>
                <c:pt idx="5196">
                  <c:v>74.622688293457003</c:v>
                </c:pt>
                <c:pt idx="5197">
                  <c:v>74.636322021484403</c:v>
                </c:pt>
                <c:pt idx="5198">
                  <c:v>74.229629516601605</c:v>
                </c:pt>
                <c:pt idx="5199">
                  <c:v>73.781494140625</c:v>
                </c:pt>
                <c:pt idx="5200">
                  <c:v>73.712348937988295</c:v>
                </c:pt>
                <c:pt idx="5201">
                  <c:v>73.111747741699205</c:v>
                </c:pt>
                <c:pt idx="5202">
                  <c:v>73.001533508300795</c:v>
                </c:pt>
                <c:pt idx="5203">
                  <c:v>72.777496337890597</c:v>
                </c:pt>
                <c:pt idx="5204">
                  <c:v>72.458412170410199</c:v>
                </c:pt>
                <c:pt idx="5205">
                  <c:v>72.294586181640597</c:v>
                </c:pt>
                <c:pt idx="5206">
                  <c:v>72.210456848144503</c:v>
                </c:pt>
                <c:pt idx="5207">
                  <c:v>72.167297363281307</c:v>
                </c:pt>
                <c:pt idx="5208">
                  <c:v>72.145126342773395</c:v>
                </c:pt>
                <c:pt idx="5209">
                  <c:v>72.133743286132798</c:v>
                </c:pt>
                <c:pt idx="5210">
                  <c:v>72.127899169921903</c:v>
                </c:pt>
                <c:pt idx="5211">
                  <c:v>72.106842041015597</c:v>
                </c:pt>
                <c:pt idx="5212">
                  <c:v>72.114082336425795</c:v>
                </c:pt>
                <c:pt idx="5213">
                  <c:v>72.087295532226605</c:v>
                </c:pt>
                <c:pt idx="5214">
                  <c:v>72.104049682617202</c:v>
                </c:pt>
                <c:pt idx="5215">
                  <c:v>72.109886169433594</c:v>
                </c:pt>
                <c:pt idx="5216">
                  <c:v>72.084831237792997</c:v>
                </c:pt>
                <c:pt idx="5217">
                  <c:v>72.075088500976605</c:v>
                </c:pt>
                <c:pt idx="5218">
                  <c:v>72.083587646484403</c:v>
                </c:pt>
                <c:pt idx="5219">
                  <c:v>71.980880737304702</c:v>
                </c:pt>
                <c:pt idx="5220">
                  <c:v>71.919036865234403</c:v>
                </c:pt>
                <c:pt idx="5221">
                  <c:v>71.905426025390597</c:v>
                </c:pt>
                <c:pt idx="5222">
                  <c:v>71.802749633789105</c:v>
                </c:pt>
                <c:pt idx="5223">
                  <c:v>71.645523071289105</c:v>
                </c:pt>
                <c:pt idx="5224">
                  <c:v>71.529388427734403</c:v>
                </c:pt>
                <c:pt idx="5225">
                  <c:v>71.534660339355497</c:v>
                </c:pt>
                <c:pt idx="5226">
                  <c:v>71.515121459960895</c:v>
                </c:pt>
                <c:pt idx="5227">
                  <c:v>71.405471801757798</c:v>
                </c:pt>
                <c:pt idx="5228">
                  <c:v>71.224761962890597</c:v>
                </c:pt>
                <c:pt idx="5229">
                  <c:v>71.027862548828097</c:v>
                </c:pt>
                <c:pt idx="5230">
                  <c:v>70.958869934082003</c:v>
                </c:pt>
                <c:pt idx="5231">
                  <c:v>70.797828674316406</c:v>
                </c:pt>
                <c:pt idx="5232">
                  <c:v>70.675621032714801</c:v>
                </c:pt>
                <c:pt idx="5233">
                  <c:v>70.613296508789105</c:v>
                </c:pt>
                <c:pt idx="5234">
                  <c:v>70.505027770996094</c:v>
                </c:pt>
                <c:pt idx="5235">
                  <c:v>70.376655578613295</c:v>
                </c:pt>
                <c:pt idx="5236">
                  <c:v>70.179229736328097</c:v>
                </c:pt>
                <c:pt idx="5237">
                  <c:v>69.9124755859375</c:v>
                </c:pt>
                <c:pt idx="5238">
                  <c:v>69.579734802246094</c:v>
                </c:pt>
                <c:pt idx="5239">
                  <c:v>69.321182250976605</c:v>
                </c:pt>
                <c:pt idx="5240">
                  <c:v>69.132759094238295</c:v>
                </c:pt>
                <c:pt idx="5241">
                  <c:v>69.012840270996094</c:v>
                </c:pt>
                <c:pt idx="5242">
                  <c:v>68.887702941894503</c:v>
                </c:pt>
                <c:pt idx="5243">
                  <c:v>68.580619812011705</c:v>
                </c:pt>
                <c:pt idx="5244">
                  <c:v>68.391128540039105</c:v>
                </c:pt>
                <c:pt idx="5245">
                  <c:v>68.049880981445298</c:v>
                </c:pt>
                <c:pt idx="5246">
                  <c:v>67.692878723144503</c:v>
                </c:pt>
                <c:pt idx="5247">
                  <c:v>67.420585632324205</c:v>
                </c:pt>
                <c:pt idx="5248">
                  <c:v>67.224060058593807</c:v>
                </c:pt>
                <c:pt idx="5249">
                  <c:v>66.739494323730497</c:v>
                </c:pt>
                <c:pt idx="5250">
                  <c:v>66.287101745605497</c:v>
                </c:pt>
                <c:pt idx="5251">
                  <c:v>65.988151550292997</c:v>
                </c:pt>
                <c:pt idx="5252">
                  <c:v>65.793365478515597</c:v>
                </c:pt>
                <c:pt idx="5253">
                  <c:v>65.693359375</c:v>
                </c:pt>
                <c:pt idx="5254">
                  <c:v>65.615936279296903</c:v>
                </c:pt>
                <c:pt idx="5255">
                  <c:v>65.516349792480497</c:v>
                </c:pt>
                <c:pt idx="5256">
                  <c:v>65.377700805664105</c:v>
                </c:pt>
                <c:pt idx="5257">
                  <c:v>65.259895324707003</c:v>
                </c:pt>
                <c:pt idx="5258">
                  <c:v>65.0732421875</c:v>
                </c:pt>
                <c:pt idx="5259">
                  <c:v>64.946052551269503</c:v>
                </c:pt>
                <c:pt idx="5260">
                  <c:v>64.715576171875</c:v>
                </c:pt>
                <c:pt idx="5261">
                  <c:v>64.504455566406307</c:v>
                </c:pt>
                <c:pt idx="5262">
                  <c:v>64.288040161132798</c:v>
                </c:pt>
                <c:pt idx="5263">
                  <c:v>64.119674682617202</c:v>
                </c:pt>
                <c:pt idx="5264">
                  <c:v>63.934261322021499</c:v>
                </c:pt>
                <c:pt idx="5265">
                  <c:v>63.734287261962898</c:v>
                </c:pt>
                <c:pt idx="5266">
                  <c:v>63.4591064453125</c:v>
                </c:pt>
                <c:pt idx="5267">
                  <c:v>63.222789764404297</c:v>
                </c:pt>
                <c:pt idx="5268">
                  <c:v>62.999496459960902</c:v>
                </c:pt>
                <c:pt idx="5269">
                  <c:v>62.7983589172363</c:v>
                </c:pt>
                <c:pt idx="5270">
                  <c:v>62.649051666259801</c:v>
                </c:pt>
                <c:pt idx="5271">
                  <c:v>62.5348091125488</c:v>
                </c:pt>
                <c:pt idx="5272">
                  <c:v>62.379596710205099</c:v>
                </c:pt>
                <c:pt idx="5273">
                  <c:v>62.213211059570298</c:v>
                </c:pt>
                <c:pt idx="5274">
                  <c:v>62.027179718017599</c:v>
                </c:pt>
                <c:pt idx="5275">
                  <c:v>61.893947601318402</c:v>
                </c:pt>
                <c:pt idx="5276">
                  <c:v>61.756885528564503</c:v>
                </c:pt>
                <c:pt idx="5277">
                  <c:v>61.594303131103501</c:v>
                </c:pt>
                <c:pt idx="5278">
                  <c:v>61.385635375976598</c:v>
                </c:pt>
                <c:pt idx="5279">
                  <c:v>61.122074127197301</c:v>
                </c:pt>
                <c:pt idx="5280">
                  <c:v>60.910755157470703</c:v>
                </c:pt>
                <c:pt idx="5281">
                  <c:v>60.792022705078097</c:v>
                </c:pt>
                <c:pt idx="5282">
                  <c:v>60.636119842529297</c:v>
                </c:pt>
                <c:pt idx="5283">
                  <c:v>60.433097839355497</c:v>
                </c:pt>
                <c:pt idx="5284">
                  <c:v>60.295455932617202</c:v>
                </c:pt>
                <c:pt idx="5285">
                  <c:v>60.104957580566399</c:v>
                </c:pt>
                <c:pt idx="5286">
                  <c:v>60.005821228027301</c:v>
                </c:pt>
                <c:pt idx="5287">
                  <c:v>59.934417724609403</c:v>
                </c:pt>
                <c:pt idx="5288">
                  <c:v>59.864662170410199</c:v>
                </c:pt>
                <c:pt idx="5289">
                  <c:v>59.673294067382798</c:v>
                </c:pt>
                <c:pt idx="5290">
                  <c:v>59.573509216308601</c:v>
                </c:pt>
                <c:pt idx="5291">
                  <c:v>59.401901245117202</c:v>
                </c:pt>
                <c:pt idx="5292">
                  <c:v>59.217994689941399</c:v>
                </c:pt>
                <c:pt idx="5293">
                  <c:v>59.1162300109863</c:v>
                </c:pt>
                <c:pt idx="5294">
                  <c:v>59.011680603027301</c:v>
                </c:pt>
                <c:pt idx="5295">
                  <c:v>58.850173950195298</c:v>
                </c:pt>
                <c:pt idx="5296">
                  <c:v>58.695640563964801</c:v>
                </c:pt>
                <c:pt idx="5297">
                  <c:v>58.608936309814503</c:v>
                </c:pt>
                <c:pt idx="5298">
                  <c:v>58.500968933105497</c:v>
                </c:pt>
                <c:pt idx="5299">
                  <c:v>58.371963500976598</c:v>
                </c:pt>
                <c:pt idx="5300">
                  <c:v>58.206855773925803</c:v>
                </c:pt>
                <c:pt idx="5301">
                  <c:v>58.086151123046903</c:v>
                </c:pt>
                <c:pt idx="5302">
                  <c:v>57.938743591308601</c:v>
                </c:pt>
                <c:pt idx="5303">
                  <c:v>57.7987060546875</c:v>
                </c:pt>
                <c:pt idx="5304">
                  <c:v>57.648475646972699</c:v>
                </c:pt>
                <c:pt idx="5305">
                  <c:v>57.666103363037102</c:v>
                </c:pt>
                <c:pt idx="5306">
                  <c:v>57.5640678405762</c:v>
                </c:pt>
                <c:pt idx="5307">
                  <c:v>57.4785766601563</c:v>
                </c:pt>
                <c:pt idx="5308">
                  <c:v>57.475147247314503</c:v>
                </c:pt>
                <c:pt idx="5309">
                  <c:v>57.473384857177699</c:v>
                </c:pt>
                <c:pt idx="5310">
                  <c:v>57.484088897705099</c:v>
                </c:pt>
                <c:pt idx="5311">
                  <c:v>57.488204956054702</c:v>
                </c:pt>
                <c:pt idx="5312">
                  <c:v>57.420677185058601</c:v>
                </c:pt>
                <c:pt idx="5313">
                  <c:v>57.438636779785199</c:v>
                </c:pt>
                <c:pt idx="5314">
                  <c:v>57.475059509277301</c:v>
                </c:pt>
                <c:pt idx="5315">
                  <c:v>57.473346710205099</c:v>
                </c:pt>
                <c:pt idx="5316">
                  <c:v>57.436222076416001</c:v>
                </c:pt>
                <c:pt idx="5317">
                  <c:v>57.392131805419901</c:v>
                </c:pt>
                <c:pt idx="5318">
                  <c:v>57.180950164794901</c:v>
                </c:pt>
                <c:pt idx="5319">
                  <c:v>57.236541748046903</c:v>
                </c:pt>
                <c:pt idx="5320">
                  <c:v>57.1693115234375</c:v>
                </c:pt>
                <c:pt idx="5321">
                  <c:v>57.258453369140597</c:v>
                </c:pt>
                <c:pt idx="5322">
                  <c:v>57.100101470947301</c:v>
                </c:pt>
                <c:pt idx="5323">
                  <c:v>57.053302764892599</c:v>
                </c:pt>
                <c:pt idx="5324">
                  <c:v>56.887886047363303</c:v>
                </c:pt>
                <c:pt idx="5325">
                  <c:v>56.792510986328097</c:v>
                </c:pt>
                <c:pt idx="5326">
                  <c:v>56.712547302246101</c:v>
                </c:pt>
                <c:pt idx="5327">
                  <c:v>56.577613830566399</c:v>
                </c:pt>
                <c:pt idx="5328">
                  <c:v>56.418262481689503</c:v>
                </c:pt>
                <c:pt idx="5329">
                  <c:v>56.315498352050803</c:v>
                </c:pt>
                <c:pt idx="5330">
                  <c:v>56.286506652832003</c:v>
                </c:pt>
                <c:pt idx="5331">
                  <c:v>56.2752876281738</c:v>
                </c:pt>
                <c:pt idx="5332">
                  <c:v>56.202770233154297</c:v>
                </c:pt>
                <c:pt idx="5333">
                  <c:v>56.128963470458999</c:v>
                </c:pt>
                <c:pt idx="5334">
                  <c:v>56.064701080322301</c:v>
                </c:pt>
                <c:pt idx="5335">
                  <c:v>56.054298400878899</c:v>
                </c:pt>
                <c:pt idx="5336">
                  <c:v>56.1156005859375</c:v>
                </c:pt>
                <c:pt idx="5337">
                  <c:v>56.030788421630902</c:v>
                </c:pt>
                <c:pt idx="5338">
                  <c:v>55.962295532226598</c:v>
                </c:pt>
                <c:pt idx="5339">
                  <c:v>55.911617279052699</c:v>
                </c:pt>
                <c:pt idx="5340">
                  <c:v>55.884246826171903</c:v>
                </c:pt>
                <c:pt idx="5341">
                  <c:v>55.861770629882798</c:v>
                </c:pt>
                <c:pt idx="5342">
                  <c:v>55.841228485107401</c:v>
                </c:pt>
                <c:pt idx="5343">
                  <c:v>55.799144744873097</c:v>
                </c:pt>
                <c:pt idx="5344">
                  <c:v>55.762760162353501</c:v>
                </c:pt>
                <c:pt idx="5345">
                  <c:v>55.544673919677699</c:v>
                </c:pt>
                <c:pt idx="5346">
                  <c:v>55.296047210693402</c:v>
                </c:pt>
                <c:pt idx="5347">
                  <c:v>55.117221832275398</c:v>
                </c:pt>
                <c:pt idx="5348">
                  <c:v>54.903373718261697</c:v>
                </c:pt>
                <c:pt idx="5349">
                  <c:v>54.758014678955099</c:v>
                </c:pt>
                <c:pt idx="5350">
                  <c:v>54.638412475585902</c:v>
                </c:pt>
                <c:pt idx="5351">
                  <c:v>54.493980407714801</c:v>
                </c:pt>
                <c:pt idx="5352">
                  <c:v>54.352317810058601</c:v>
                </c:pt>
                <c:pt idx="5353">
                  <c:v>54.260875701904297</c:v>
                </c:pt>
                <c:pt idx="5354">
                  <c:v>54.204845428466797</c:v>
                </c:pt>
                <c:pt idx="5355">
                  <c:v>54.170005798339801</c:v>
                </c:pt>
                <c:pt idx="5356">
                  <c:v>54.140045166015597</c:v>
                </c:pt>
                <c:pt idx="5357">
                  <c:v>54.081478118896499</c:v>
                </c:pt>
                <c:pt idx="5358">
                  <c:v>54.006210327148402</c:v>
                </c:pt>
                <c:pt idx="5359">
                  <c:v>53.816616058349602</c:v>
                </c:pt>
                <c:pt idx="5360">
                  <c:v>53.626235961914098</c:v>
                </c:pt>
                <c:pt idx="5361">
                  <c:v>53.474079132080099</c:v>
                </c:pt>
                <c:pt idx="5362">
                  <c:v>53.394577026367202</c:v>
                </c:pt>
                <c:pt idx="5363">
                  <c:v>53.3621635437012</c:v>
                </c:pt>
                <c:pt idx="5364">
                  <c:v>53.314254760742202</c:v>
                </c:pt>
                <c:pt idx="5365">
                  <c:v>53.2246704101563</c:v>
                </c:pt>
                <c:pt idx="5366">
                  <c:v>53.115200042724602</c:v>
                </c:pt>
                <c:pt idx="5367">
                  <c:v>53.034652709960902</c:v>
                </c:pt>
                <c:pt idx="5368">
                  <c:v>52.983890533447301</c:v>
                </c:pt>
                <c:pt idx="5369">
                  <c:v>52.961158752441399</c:v>
                </c:pt>
                <c:pt idx="5370">
                  <c:v>52.914710998535199</c:v>
                </c:pt>
                <c:pt idx="5371">
                  <c:v>52.914863586425803</c:v>
                </c:pt>
                <c:pt idx="5372">
                  <c:v>52.860721588134801</c:v>
                </c:pt>
                <c:pt idx="5373">
                  <c:v>52.831104278564503</c:v>
                </c:pt>
                <c:pt idx="5374">
                  <c:v>52.755699157714801</c:v>
                </c:pt>
                <c:pt idx="5375">
                  <c:v>52.747203826904297</c:v>
                </c:pt>
                <c:pt idx="5376">
                  <c:v>52.693534851074197</c:v>
                </c:pt>
                <c:pt idx="5377">
                  <c:v>52.723812103271499</c:v>
                </c:pt>
                <c:pt idx="5378">
                  <c:v>52.750259399414098</c:v>
                </c:pt>
                <c:pt idx="5379">
                  <c:v>52.779323577880902</c:v>
                </c:pt>
                <c:pt idx="5380">
                  <c:v>52.810390472412102</c:v>
                </c:pt>
                <c:pt idx="5381">
                  <c:v>52.732841491699197</c:v>
                </c:pt>
                <c:pt idx="5382">
                  <c:v>52.761093139648402</c:v>
                </c:pt>
                <c:pt idx="5383">
                  <c:v>52.938156127929702</c:v>
                </c:pt>
                <c:pt idx="5384">
                  <c:v>53.123668670654297</c:v>
                </c:pt>
                <c:pt idx="5385">
                  <c:v>53.272842407226598</c:v>
                </c:pt>
                <c:pt idx="5386">
                  <c:v>53.405109405517599</c:v>
                </c:pt>
                <c:pt idx="5387">
                  <c:v>53.704658508300803</c:v>
                </c:pt>
                <c:pt idx="5388">
                  <c:v>53.869476318359403</c:v>
                </c:pt>
                <c:pt idx="5389">
                  <c:v>54.0097465515137</c:v>
                </c:pt>
                <c:pt idx="5390">
                  <c:v>54.210597991943402</c:v>
                </c:pt>
                <c:pt idx="5391">
                  <c:v>54.558681488037102</c:v>
                </c:pt>
                <c:pt idx="5392">
                  <c:v>54.833782196044901</c:v>
                </c:pt>
                <c:pt idx="5393">
                  <c:v>55.258148193359403</c:v>
                </c:pt>
                <c:pt idx="5394">
                  <c:v>55.547027587890597</c:v>
                </c:pt>
                <c:pt idx="5395">
                  <c:v>55.702194213867202</c:v>
                </c:pt>
                <c:pt idx="5396">
                  <c:v>55.907684326171903</c:v>
                </c:pt>
                <c:pt idx="5397">
                  <c:v>55.980503082275398</c:v>
                </c:pt>
                <c:pt idx="5398">
                  <c:v>56.165725708007798</c:v>
                </c:pt>
                <c:pt idx="5399">
                  <c:v>56.316390991210902</c:v>
                </c:pt>
                <c:pt idx="5400">
                  <c:v>56.426647186279297</c:v>
                </c:pt>
                <c:pt idx="5401">
                  <c:v>56.467880249023402</c:v>
                </c:pt>
                <c:pt idx="5402">
                  <c:v>56.506935119628899</c:v>
                </c:pt>
                <c:pt idx="5403">
                  <c:v>56.5323486328125</c:v>
                </c:pt>
                <c:pt idx="5404">
                  <c:v>56.536361694335902</c:v>
                </c:pt>
                <c:pt idx="5405">
                  <c:v>56.5042915344238</c:v>
                </c:pt>
                <c:pt idx="5406">
                  <c:v>56.464191436767599</c:v>
                </c:pt>
                <c:pt idx="5407">
                  <c:v>56.376480102539098</c:v>
                </c:pt>
                <c:pt idx="5408">
                  <c:v>56.242866516113303</c:v>
                </c:pt>
                <c:pt idx="5409">
                  <c:v>56.190685272216797</c:v>
                </c:pt>
                <c:pt idx="5410">
                  <c:v>56.133174896240199</c:v>
                </c:pt>
                <c:pt idx="5411">
                  <c:v>56.037502288818402</c:v>
                </c:pt>
                <c:pt idx="5412">
                  <c:v>55.951839447021499</c:v>
                </c:pt>
                <c:pt idx="5413">
                  <c:v>55.900070190429702</c:v>
                </c:pt>
                <c:pt idx="5414">
                  <c:v>55.870246887207003</c:v>
                </c:pt>
                <c:pt idx="5415">
                  <c:v>55.857601165771499</c:v>
                </c:pt>
                <c:pt idx="5416">
                  <c:v>55.839401245117202</c:v>
                </c:pt>
                <c:pt idx="5417">
                  <c:v>55.7217826843262</c:v>
                </c:pt>
                <c:pt idx="5418">
                  <c:v>55.545833587646499</c:v>
                </c:pt>
                <c:pt idx="5419">
                  <c:v>55.549087524414098</c:v>
                </c:pt>
                <c:pt idx="5420">
                  <c:v>55.485149383544901</c:v>
                </c:pt>
                <c:pt idx="5421">
                  <c:v>55.449832916259801</c:v>
                </c:pt>
                <c:pt idx="5422">
                  <c:v>55.287837982177699</c:v>
                </c:pt>
                <c:pt idx="5423">
                  <c:v>55.224830627441399</c:v>
                </c:pt>
                <c:pt idx="5424">
                  <c:v>55.122676849365199</c:v>
                </c:pt>
                <c:pt idx="5425">
                  <c:v>55.042518615722699</c:v>
                </c:pt>
                <c:pt idx="5426">
                  <c:v>54.967243194580099</c:v>
                </c:pt>
                <c:pt idx="5427">
                  <c:v>54.903648376464801</c:v>
                </c:pt>
                <c:pt idx="5428">
                  <c:v>54.843029022216797</c:v>
                </c:pt>
                <c:pt idx="5429">
                  <c:v>54.723445892333999</c:v>
                </c:pt>
                <c:pt idx="5430">
                  <c:v>54.519229888916001</c:v>
                </c:pt>
                <c:pt idx="5431">
                  <c:v>54.405815124511697</c:v>
                </c:pt>
                <c:pt idx="5432">
                  <c:v>54.319797515869098</c:v>
                </c:pt>
                <c:pt idx="5433">
                  <c:v>54.245365142822301</c:v>
                </c:pt>
                <c:pt idx="5434">
                  <c:v>54.156013488769503</c:v>
                </c:pt>
                <c:pt idx="5435">
                  <c:v>54.082283020019503</c:v>
                </c:pt>
                <c:pt idx="5436">
                  <c:v>53.984172821044901</c:v>
                </c:pt>
                <c:pt idx="5437">
                  <c:v>53.887477874755902</c:v>
                </c:pt>
                <c:pt idx="5438">
                  <c:v>53.701362609863303</c:v>
                </c:pt>
                <c:pt idx="5439">
                  <c:v>53.539398193359403</c:v>
                </c:pt>
                <c:pt idx="5440">
                  <c:v>53.440845489502003</c:v>
                </c:pt>
                <c:pt idx="5441">
                  <c:v>53.3726196289063</c:v>
                </c:pt>
                <c:pt idx="5442">
                  <c:v>53.254016876220703</c:v>
                </c:pt>
                <c:pt idx="5443">
                  <c:v>53.120723724365199</c:v>
                </c:pt>
                <c:pt idx="5444">
                  <c:v>53.054908752441399</c:v>
                </c:pt>
                <c:pt idx="5445">
                  <c:v>52.9855346679688</c:v>
                </c:pt>
                <c:pt idx="5446">
                  <c:v>52.887481689453097</c:v>
                </c:pt>
                <c:pt idx="5447">
                  <c:v>52.845848083496101</c:v>
                </c:pt>
                <c:pt idx="5448">
                  <c:v>52.765590667724602</c:v>
                </c:pt>
                <c:pt idx="5449">
                  <c:v>52.691570281982401</c:v>
                </c:pt>
                <c:pt idx="5450">
                  <c:v>52.683498382568402</c:v>
                </c:pt>
                <c:pt idx="5451">
                  <c:v>52.654853820800803</c:v>
                </c:pt>
                <c:pt idx="5452">
                  <c:v>52.615188598632798</c:v>
                </c:pt>
                <c:pt idx="5453">
                  <c:v>52.599765777587898</c:v>
                </c:pt>
                <c:pt idx="5454">
                  <c:v>52.588394165039098</c:v>
                </c:pt>
                <c:pt idx="5455">
                  <c:v>52.581024169921903</c:v>
                </c:pt>
                <c:pt idx="5456">
                  <c:v>52.577854156494098</c:v>
                </c:pt>
                <c:pt idx="5457">
                  <c:v>52.5770263671875</c:v>
                </c:pt>
                <c:pt idx="5458">
                  <c:v>52.574386596679702</c:v>
                </c:pt>
                <c:pt idx="5459">
                  <c:v>52.572792053222699</c:v>
                </c:pt>
                <c:pt idx="5460">
                  <c:v>52.571975708007798</c:v>
                </c:pt>
                <c:pt idx="5461">
                  <c:v>52.5715522766113</c:v>
                </c:pt>
                <c:pt idx="5462">
                  <c:v>52.571323394775398</c:v>
                </c:pt>
                <c:pt idx="5463">
                  <c:v>52.554973602294901</c:v>
                </c:pt>
                <c:pt idx="5464">
                  <c:v>52.516357421875</c:v>
                </c:pt>
                <c:pt idx="5465">
                  <c:v>52.450920104980497</c:v>
                </c:pt>
                <c:pt idx="5466">
                  <c:v>52.2542114257813</c:v>
                </c:pt>
                <c:pt idx="5467">
                  <c:v>52.093578338623097</c:v>
                </c:pt>
                <c:pt idx="5468">
                  <c:v>51.8263549804688</c:v>
                </c:pt>
                <c:pt idx="5469">
                  <c:v>51.533409118652301</c:v>
                </c:pt>
                <c:pt idx="5470">
                  <c:v>51.348537445068402</c:v>
                </c:pt>
                <c:pt idx="5471">
                  <c:v>51.239322662353501</c:v>
                </c:pt>
                <c:pt idx="5472">
                  <c:v>51.171630859375</c:v>
                </c:pt>
                <c:pt idx="5473">
                  <c:v>51.083103179931598</c:v>
                </c:pt>
                <c:pt idx="5474">
                  <c:v>51.037467956542997</c:v>
                </c:pt>
                <c:pt idx="5475">
                  <c:v>50.99169921875</c:v>
                </c:pt>
                <c:pt idx="5476">
                  <c:v>50.9653930664063</c:v>
                </c:pt>
                <c:pt idx="5477">
                  <c:v>50.943923950195298</c:v>
                </c:pt>
                <c:pt idx="5478">
                  <c:v>50.894474029541001</c:v>
                </c:pt>
                <c:pt idx="5479">
                  <c:v>50.843330383300803</c:v>
                </c:pt>
                <c:pt idx="5480">
                  <c:v>50.800094604492202</c:v>
                </c:pt>
                <c:pt idx="5481">
                  <c:v>50.652824401855497</c:v>
                </c:pt>
                <c:pt idx="5482">
                  <c:v>50.478794097900398</c:v>
                </c:pt>
                <c:pt idx="5483">
                  <c:v>50.343803405761697</c:v>
                </c:pt>
                <c:pt idx="5484">
                  <c:v>50.240852355957003</c:v>
                </c:pt>
                <c:pt idx="5485">
                  <c:v>50.142181396484403</c:v>
                </c:pt>
                <c:pt idx="5486">
                  <c:v>49.957801818847699</c:v>
                </c:pt>
                <c:pt idx="5487">
                  <c:v>49.820560455322301</c:v>
                </c:pt>
                <c:pt idx="5488">
                  <c:v>49.8180961608887</c:v>
                </c:pt>
                <c:pt idx="5489">
                  <c:v>49.874752044677699</c:v>
                </c:pt>
                <c:pt idx="5490">
                  <c:v>49.8404350280762</c:v>
                </c:pt>
                <c:pt idx="5491">
                  <c:v>49.907890319824197</c:v>
                </c:pt>
                <c:pt idx="5492">
                  <c:v>49.8568305969238</c:v>
                </c:pt>
                <c:pt idx="5493">
                  <c:v>49.760257720947301</c:v>
                </c:pt>
                <c:pt idx="5494">
                  <c:v>49.618373870849602</c:v>
                </c:pt>
                <c:pt idx="5495">
                  <c:v>49.648250579833999</c:v>
                </c:pt>
                <c:pt idx="5496">
                  <c:v>49.671043395996101</c:v>
                </c:pt>
                <c:pt idx="5497">
                  <c:v>49.650074005127003</c:v>
                </c:pt>
                <c:pt idx="5498">
                  <c:v>49.670436859130902</c:v>
                </c:pt>
                <c:pt idx="5499">
                  <c:v>49.7161674499512</c:v>
                </c:pt>
                <c:pt idx="5500">
                  <c:v>49.80029296875</c:v>
                </c:pt>
                <c:pt idx="5501">
                  <c:v>49.796016693115199</c:v>
                </c:pt>
                <c:pt idx="5502">
                  <c:v>49.711704254150398</c:v>
                </c:pt>
                <c:pt idx="5503">
                  <c:v>49.6767768859863</c:v>
                </c:pt>
                <c:pt idx="5504">
                  <c:v>49.6458549499512</c:v>
                </c:pt>
                <c:pt idx="5505">
                  <c:v>49.645984649658203</c:v>
                </c:pt>
                <c:pt idx="5506">
                  <c:v>49.641937255859403</c:v>
                </c:pt>
                <c:pt idx="5507">
                  <c:v>49.595462799072301</c:v>
                </c:pt>
                <c:pt idx="5508">
                  <c:v>49.5390014648438</c:v>
                </c:pt>
                <c:pt idx="5509">
                  <c:v>49.5120239257813</c:v>
                </c:pt>
                <c:pt idx="5510">
                  <c:v>49.462848663330099</c:v>
                </c:pt>
                <c:pt idx="5511">
                  <c:v>49.407474517822301</c:v>
                </c:pt>
                <c:pt idx="5512">
                  <c:v>49.377758026123097</c:v>
                </c:pt>
                <c:pt idx="5513">
                  <c:v>49.359222412109403</c:v>
                </c:pt>
                <c:pt idx="5514">
                  <c:v>49.335475921630902</c:v>
                </c:pt>
                <c:pt idx="5515">
                  <c:v>49.3130073547363</c:v>
                </c:pt>
                <c:pt idx="5516">
                  <c:v>49.28515625</c:v>
                </c:pt>
                <c:pt idx="5517">
                  <c:v>49.291282653808601</c:v>
                </c:pt>
                <c:pt idx="5518">
                  <c:v>49.279499053955099</c:v>
                </c:pt>
                <c:pt idx="5519">
                  <c:v>49.1908988952637</c:v>
                </c:pt>
                <c:pt idx="5520">
                  <c:v>49.0761528015137</c:v>
                </c:pt>
                <c:pt idx="5521">
                  <c:v>49.032356262207003</c:v>
                </c:pt>
                <c:pt idx="5522">
                  <c:v>48.982357025146499</c:v>
                </c:pt>
                <c:pt idx="5523">
                  <c:v>49.0115966796875</c:v>
                </c:pt>
                <c:pt idx="5524">
                  <c:v>48.838172912597699</c:v>
                </c:pt>
                <c:pt idx="5525">
                  <c:v>48.760536193847699</c:v>
                </c:pt>
                <c:pt idx="5526">
                  <c:v>48.688720703125</c:v>
                </c:pt>
                <c:pt idx="5527">
                  <c:v>48.607551574707003</c:v>
                </c:pt>
                <c:pt idx="5528">
                  <c:v>48.525508880615199</c:v>
                </c:pt>
                <c:pt idx="5529">
                  <c:v>48.344268798828097</c:v>
                </c:pt>
                <c:pt idx="5530">
                  <c:v>48.173831939697301</c:v>
                </c:pt>
                <c:pt idx="5531">
                  <c:v>48.084693908691399</c:v>
                </c:pt>
                <c:pt idx="5532">
                  <c:v>48.015754699707003</c:v>
                </c:pt>
                <c:pt idx="5533">
                  <c:v>47.570480346679702</c:v>
                </c:pt>
                <c:pt idx="5534">
                  <c:v>47.149734497070298</c:v>
                </c:pt>
                <c:pt idx="5535">
                  <c:v>46.836463928222699</c:v>
                </c:pt>
                <c:pt idx="5536">
                  <c:v>46.440670013427699</c:v>
                </c:pt>
                <c:pt idx="5537">
                  <c:v>46.264533996582003</c:v>
                </c:pt>
                <c:pt idx="5538">
                  <c:v>46.187656402587898</c:v>
                </c:pt>
                <c:pt idx="5539">
                  <c:v>46.208034515380902</c:v>
                </c:pt>
                <c:pt idx="5540">
                  <c:v>46.515174865722699</c:v>
                </c:pt>
                <c:pt idx="5541">
                  <c:v>46.375003814697301</c:v>
                </c:pt>
                <c:pt idx="5542">
                  <c:v>46.599357604980497</c:v>
                </c:pt>
                <c:pt idx="5543">
                  <c:v>46.596446990966797</c:v>
                </c:pt>
                <c:pt idx="5544">
                  <c:v>46.816135406494098</c:v>
                </c:pt>
                <c:pt idx="5545">
                  <c:v>47.042953491210902</c:v>
                </c:pt>
                <c:pt idx="5546">
                  <c:v>46.811031341552699</c:v>
                </c:pt>
                <c:pt idx="5547">
                  <c:v>46.757633209228501</c:v>
                </c:pt>
                <c:pt idx="5548">
                  <c:v>47.018314361572301</c:v>
                </c:pt>
                <c:pt idx="5549">
                  <c:v>46.6794242858887</c:v>
                </c:pt>
                <c:pt idx="5550">
                  <c:v>46.441795349121101</c:v>
                </c:pt>
                <c:pt idx="5551">
                  <c:v>46.459396362304702</c:v>
                </c:pt>
                <c:pt idx="5552">
                  <c:v>46.625339508056598</c:v>
                </c:pt>
                <c:pt idx="5553">
                  <c:v>46.647251129150398</c:v>
                </c:pt>
                <c:pt idx="5554">
                  <c:v>46.672027587890597</c:v>
                </c:pt>
                <c:pt idx="5555">
                  <c:v>46.932853698730497</c:v>
                </c:pt>
                <c:pt idx="5556">
                  <c:v>47.055717468261697</c:v>
                </c:pt>
                <c:pt idx="5557">
                  <c:v>46.874965667724602</c:v>
                </c:pt>
                <c:pt idx="5558">
                  <c:v>46.692104339599602</c:v>
                </c:pt>
                <c:pt idx="5559">
                  <c:v>46.534954071044901</c:v>
                </c:pt>
                <c:pt idx="5560">
                  <c:v>46.329227447509801</c:v>
                </c:pt>
                <c:pt idx="5561">
                  <c:v>46.195552825927699</c:v>
                </c:pt>
                <c:pt idx="5562">
                  <c:v>46.093715667724602</c:v>
                </c:pt>
                <c:pt idx="5563">
                  <c:v>46.041366577148402</c:v>
                </c:pt>
                <c:pt idx="5564">
                  <c:v>46.046104431152301</c:v>
                </c:pt>
                <c:pt idx="5565">
                  <c:v>46.016944885253899</c:v>
                </c:pt>
                <c:pt idx="5566">
                  <c:v>46.001968383789098</c:v>
                </c:pt>
                <c:pt idx="5567">
                  <c:v>45.994285583496101</c:v>
                </c:pt>
                <c:pt idx="5568">
                  <c:v>45.990341186523402</c:v>
                </c:pt>
                <c:pt idx="5569">
                  <c:v>45.988311767578097</c:v>
                </c:pt>
                <c:pt idx="5570">
                  <c:v>45.987274169921903</c:v>
                </c:pt>
                <c:pt idx="5571">
                  <c:v>45.986740112304702</c:v>
                </c:pt>
                <c:pt idx="5572">
                  <c:v>45.986465454101598</c:v>
                </c:pt>
                <c:pt idx="5573">
                  <c:v>45.986324310302699</c:v>
                </c:pt>
                <c:pt idx="5574">
                  <c:v>45.986251831054702</c:v>
                </c:pt>
                <c:pt idx="5575">
                  <c:v>45.986213684082003</c:v>
                </c:pt>
                <c:pt idx="5576">
                  <c:v>45.986194610595703</c:v>
                </c:pt>
                <c:pt idx="5577">
                  <c:v>45.9861869812012</c:v>
                </c:pt>
                <c:pt idx="5578">
                  <c:v>45.986179351806598</c:v>
                </c:pt>
                <c:pt idx="5579">
                  <c:v>45.986179351806598</c:v>
                </c:pt>
                <c:pt idx="5580">
                  <c:v>45.986175537109403</c:v>
                </c:pt>
                <c:pt idx="5581">
                  <c:v>45.984596252441399</c:v>
                </c:pt>
                <c:pt idx="5582">
                  <c:v>45.985363006591797</c:v>
                </c:pt>
                <c:pt idx="5583">
                  <c:v>45.983291625976598</c:v>
                </c:pt>
                <c:pt idx="5584">
                  <c:v>45.983699798583999</c:v>
                </c:pt>
                <c:pt idx="5585">
                  <c:v>45.984287261962898</c:v>
                </c:pt>
                <c:pt idx="5586">
                  <c:v>45.977828979492202</c:v>
                </c:pt>
                <c:pt idx="5587">
                  <c:v>45.967159271240199</c:v>
                </c:pt>
                <c:pt idx="5588">
                  <c:v>45.968292236328097</c:v>
                </c:pt>
                <c:pt idx="5589">
                  <c:v>45.941764831542997</c:v>
                </c:pt>
                <c:pt idx="5590">
                  <c:v>45.914714813232401</c:v>
                </c:pt>
                <c:pt idx="5591">
                  <c:v>45.860286712646499</c:v>
                </c:pt>
                <c:pt idx="5592">
                  <c:v>45.812900543212898</c:v>
                </c:pt>
                <c:pt idx="5593">
                  <c:v>45.828208923339801</c:v>
                </c:pt>
                <c:pt idx="5594">
                  <c:v>45.851505279541001</c:v>
                </c:pt>
                <c:pt idx="5595">
                  <c:v>45.856163024902301</c:v>
                </c:pt>
                <c:pt idx="5596">
                  <c:v>45.867256164550803</c:v>
                </c:pt>
                <c:pt idx="5597">
                  <c:v>45.840030670166001</c:v>
                </c:pt>
                <c:pt idx="5598">
                  <c:v>45.834514617919901</c:v>
                </c:pt>
                <c:pt idx="5599">
                  <c:v>45.8210639953613</c:v>
                </c:pt>
                <c:pt idx="5600">
                  <c:v>45.798828125</c:v>
                </c:pt>
                <c:pt idx="5601">
                  <c:v>45.763832092285199</c:v>
                </c:pt>
                <c:pt idx="5602">
                  <c:v>45.715343475341797</c:v>
                </c:pt>
                <c:pt idx="5603">
                  <c:v>45.672069549560597</c:v>
                </c:pt>
                <c:pt idx="5604">
                  <c:v>45.608444213867202</c:v>
                </c:pt>
                <c:pt idx="5605">
                  <c:v>45.620449066162102</c:v>
                </c:pt>
                <c:pt idx="5606">
                  <c:v>45.602001190185597</c:v>
                </c:pt>
                <c:pt idx="5607">
                  <c:v>45.572952270507798</c:v>
                </c:pt>
                <c:pt idx="5608">
                  <c:v>45.497184753417997</c:v>
                </c:pt>
                <c:pt idx="5609">
                  <c:v>45.437896728515597</c:v>
                </c:pt>
                <c:pt idx="5610">
                  <c:v>45.4161186218262</c:v>
                </c:pt>
                <c:pt idx="5611">
                  <c:v>45.3937797546387</c:v>
                </c:pt>
                <c:pt idx="5612">
                  <c:v>45.380985260009801</c:v>
                </c:pt>
                <c:pt idx="5613">
                  <c:v>45.334743499755902</c:v>
                </c:pt>
                <c:pt idx="5614">
                  <c:v>45.334743499755902</c:v>
                </c:pt>
                <c:pt idx="5615">
                  <c:v>45.284431457519503</c:v>
                </c:pt>
                <c:pt idx="5616">
                  <c:v>45.231376647949197</c:v>
                </c:pt>
                <c:pt idx="5617">
                  <c:v>45.224407196044901</c:v>
                </c:pt>
                <c:pt idx="5618">
                  <c:v>45.226875305175803</c:v>
                </c:pt>
                <c:pt idx="5619">
                  <c:v>45.180770874023402</c:v>
                </c:pt>
                <c:pt idx="5620">
                  <c:v>45.141021728515597</c:v>
                </c:pt>
                <c:pt idx="5621">
                  <c:v>45.0872802734375</c:v>
                </c:pt>
                <c:pt idx="5622">
                  <c:v>44.968116760253899</c:v>
                </c:pt>
                <c:pt idx="5623">
                  <c:v>44.875988006591797</c:v>
                </c:pt>
                <c:pt idx="5624">
                  <c:v>44.843059539794901</c:v>
                </c:pt>
                <c:pt idx="5625">
                  <c:v>44.808475494384801</c:v>
                </c:pt>
                <c:pt idx="5626">
                  <c:v>44.7747993469238</c:v>
                </c:pt>
                <c:pt idx="5627">
                  <c:v>44.678173065185597</c:v>
                </c:pt>
                <c:pt idx="5628">
                  <c:v>44.648166656494098</c:v>
                </c:pt>
                <c:pt idx="5629">
                  <c:v>44.676727294921903</c:v>
                </c:pt>
                <c:pt idx="5630">
                  <c:v>44.684688568115199</c:v>
                </c:pt>
                <c:pt idx="5631">
                  <c:v>44.647556304931598</c:v>
                </c:pt>
                <c:pt idx="5632">
                  <c:v>44.580345153808601</c:v>
                </c:pt>
                <c:pt idx="5633">
                  <c:v>44.544113159179702</c:v>
                </c:pt>
                <c:pt idx="5634">
                  <c:v>44.476226806640597</c:v>
                </c:pt>
                <c:pt idx="5635">
                  <c:v>44.525894165039098</c:v>
                </c:pt>
                <c:pt idx="5636">
                  <c:v>44.732143402099602</c:v>
                </c:pt>
                <c:pt idx="5637">
                  <c:v>44.958911895752003</c:v>
                </c:pt>
                <c:pt idx="5638">
                  <c:v>45.152458190917997</c:v>
                </c:pt>
                <c:pt idx="5639">
                  <c:v>45.300918579101598</c:v>
                </c:pt>
                <c:pt idx="5640">
                  <c:v>45.554786682128899</c:v>
                </c:pt>
                <c:pt idx="5641">
                  <c:v>45.758064270019503</c:v>
                </c:pt>
                <c:pt idx="5642">
                  <c:v>45.866691589355497</c:v>
                </c:pt>
                <c:pt idx="5643">
                  <c:v>45.924854278564503</c:v>
                </c:pt>
                <c:pt idx="5644">
                  <c:v>45.9546928405762</c:v>
                </c:pt>
                <c:pt idx="5645">
                  <c:v>45.987003326416001</c:v>
                </c:pt>
                <c:pt idx="5646">
                  <c:v>46.432113647460902</c:v>
                </c:pt>
                <c:pt idx="5647">
                  <c:v>46.821952819824197</c:v>
                </c:pt>
                <c:pt idx="5648">
                  <c:v>47.678646087646499</c:v>
                </c:pt>
                <c:pt idx="5649">
                  <c:v>48.343406677246101</c:v>
                </c:pt>
                <c:pt idx="5650">
                  <c:v>48.8692626953125</c:v>
                </c:pt>
                <c:pt idx="5651">
                  <c:v>49.4520263671875</c:v>
                </c:pt>
                <c:pt idx="5652">
                  <c:v>49.938503265380902</c:v>
                </c:pt>
                <c:pt idx="5653">
                  <c:v>50.316257476806598</c:v>
                </c:pt>
                <c:pt idx="5654">
                  <c:v>50.726276397705099</c:v>
                </c:pt>
                <c:pt idx="5655">
                  <c:v>51.338138580322301</c:v>
                </c:pt>
                <c:pt idx="5656">
                  <c:v>51.7892456054688</c:v>
                </c:pt>
                <c:pt idx="5657">
                  <c:v>51.887466430664098</c:v>
                </c:pt>
                <c:pt idx="5658">
                  <c:v>52.247493743896499</c:v>
                </c:pt>
                <c:pt idx="5659">
                  <c:v>52.488376617431598</c:v>
                </c:pt>
                <c:pt idx="5660">
                  <c:v>52.760204315185597</c:v>
                </c:pt>
                <c:pt idx="5661">
                  <c:v>52.911510467529297</c:v>
                </c:pt>
                <c:pt idx="5662">
                  <c:v>53.196994781494098</c:v>
                </c:pt>
                <c:pt idx="5663">
                  <c:v>53.547874450683601</c:v>
                </c:pt>
                <c:pt idx="5664">
                  <c:v>53.898990631103501</c:v>
                </c:pt>
                <c:pt idx="5665">
                  <c:v>54.669147491455099</c:v>
                </c:pt>
                <c:pt idx="5666">
                  <c:v>55.285133361816399</c:v>
                </c:pt>
                <c:pt idx="5667">
                  <c:v>55.784252166748097</c:v>
                </c:pt>
                <c:pt idx="5668">
                  <c:v>56.010211944580099</c:v>
                </c:pt>
                <c:pt idx="5669">
                  <c:v>56.213191986083999</c:v>
                </c:pt>
                <c:pt idx="5670">
                  <c:v>56.6633911132813</c:v>
                </c:pt>
                <c:pt idx="5671">
                  <c:v>57.069217681884801</c:v>
                </c:pt>
                <c:pt idx="5672">
                  <c:v>57.346351623535199</c:v>
                </c:pt>
                <c:pt idx="5673">
                  <c:v>57.488025665283203</c:v>
                </c:pt>
                <c:pt idx="5674">
                  <c:v>57.651390075683601</c:v>
                </c:pt>
                <c:pt idx="5675">
                  <c:v>57.752147674560597</c:v>
                </c:pt>
                <c:pt idx="5676">
                  <c:v>57.792098999023402</c:v>
                </c:pt>
                <c:pt idx="5677">
                  <c:v>57.777538299560597</c:v>
                </c:pt>
                <c:pt idx="5678">
                  <c:v>57.724147796630902</c:v>
                </c:pt>
                <c:pt idx="5679">
                  <c:v>57.731101989746101</c:v>
                </c:pt>
                <c:pt idx="5680">
                  <c:v>57.671157836914098</c:v>
                </c:pt>
                <c:pt idx="5681">
                  <c:v>57.604457855224602</c:v>
                </c:pt>
                <c:pt idx="5682">
                  <c:v>57.549396514892599</c:v>
                </c:pt>
                <c:pt idx="5683">
                  <c:v>57.5258178710938</c:v>
                </c:pt>
                <c:pt idx="5684">
                  <c:v>57.502712249755902</c:v>
                </c:pt>
                <c:pt idx="5685">
                  <c:v>57.459148406982401</c:v>
                </c:pt>
                <c:pt idx="5686">
                  <c:v>57.169303894042997</c:v>
                </c:pt>
                <c:pt idx="5687">
                  <c:v>57.111644744873097</c:v>
                </c:pt>
                <c:pt idx="5688">
                  <c:v>56.962005615234403</c:v>
                </c:pt>
                <c:pt idx="5689">
                  <c:v>56.804286956787102</c:v>
                </c:pt>
                <c:pt idx="5690">
                  <c:v>56.638877868652301</c:v>
                </c:pt>
                <c:pt idx="5691">
                  <c:v>56.476062774658203</c:v>
                </c:pt>
                <c:pt idx="5692">
                  <c:v>56.486198425292997</c:v>
                </c:pt>
                <c:pt idx="5693">
                  <c:v>56.673145294189503</c:v>
                </c:pt>
                <c:pt idx="5694">
                  <c:v>56.807361602783203</c:v>
                </c:pt>
                <c:pt idx="5695">
                  <c:v>56.968990325927699</c:v>
                </c:pt>
                <c:pt idx="5696">
                  <c:v>56.856945037841797</c:v>
                </c:pt>
                <c:pt idx="5697">
                  <c:v>56.979824066162102</c:v>
                </c:pt>
                <c:pt idx="5698">
                  <c:v>57.1036987304688</c:v>
                </c:pt>
                <c:pt idx="5699">
                  <c:v>57.219211578369098</c:v>
                </c:pt>
                <c:pt idx="5700">
                  <c:v>57.266925811767599</c:v>
                </c:pt>
                <c:pt idx="5701">
                  <c:v>57.261184692382798</c:v>
                </c:pt>
                <c:pt idx="5702">
                  <c:v>57.184104919433601</c:v>
                </c:pt>
                <c:pt idx="5703">
                  <c:v>57.2794799804688</c:v>
                </c:pt>
                <c:pt idx="5704">
                  <c:v>57.264785766601598</c:v>
                </c:pt>
                <c:pt idx="5705">
                  <c:v>56.978488922119098</c:v>
                </c:pt>
                <c:pt idx="5706">
                  <c:v>56.825733184814503</c:v>
                </c:pt>
                <c:pt idx="5707">
                  <c:v>56.773849487304702</c:v>
                </c:pt>
                <c:pt idx="5708">
                  <c:v>56.608821868896499</c:v>
                </c:pt>
                <c:pt idx="5709">
                  <c:v>56.681880950927699</c:v>
                </c:pt>
                <c:pt idx="5710">
                  <c:v>56.586845397949197</c:v>
                </c:pt>
                <c:pt idx="5711">
                  <c:v>56.719364166259801</c:v>
                </c:pt>
                <c:pt idx="5712">
                  <c:v>56.601520538330099</c:v>
                </c:pt>
                <c:pt idx="5713">
                  <c:v>56.788661956787102</c:v>
                </c:pt>
                <c:pt idx="5714">
                  <c:v>56.548042297363303</c:v>
                </c:pt>
                <c:pt idx="5715">
                  <c:v>56.848659515380902</c:v>
                </c:pt>
                <c:pt idx="5716">
                  <c:v>57.162368774414098</c:v>
                </c:pt>
                <c:pt idx="5717">
                  <c:v>57.448135375976598</c:v>
                </c:pt>
                <c:pt idx="5718">
                  <c:v>57.761398315429702</c:v>
                </c:pt>
                <c:pt idx="5719">
                  <c:v>58.039352416992202</c:v>
                </c:pt>
                <c:pt idx="5720">
                  <c:v>58.120399475097699</c:v>
                </c:pt>
                <c:pt idx="5721">
                  <c:v>58.287075042724602</c:v>
                </c:pt>
                <c:pt idx="5722">
                  <c:v>58.520256042480497</c:v>
                </c:pt>
                <c:pt idx="5723">
                  <c:v>58.725395202636697</c:v>
                </c:pt>
                <c:pt idx="5724">
                  <c:v>58.834312438964801</c:v>
                </c:pt>
                <c:pt idx="5725">
                  <c:v>58.953693389892599</c:v>
                </c:pt>
                <c:pt idx="5726">
                  <c:v>59.143943786621101</c:v>
                </c:pt>
                <c:pt idx="5727">
                  <c:v>59.140892028808601</c:v>
                </c:pt>
                <c:pt idx="5728">
                  <c:v>59.076549530029297</c:v>
                </c:pt>
                <c:pt idx="5729">
                  <c:v>59.067966461181598</c:v>
                </c:pt>
                <c:pt idx="5730">
                  <c:v>59.192298889160199</c:v>
                </c:pt>
                <c:pt idx="5731">
                  <c:v>59.210910797119098</c:v>
                </c:pt>
                <c:pt idx="5732">
                  <c:v>59.261241912841797</c:v>
                </c:pt>
                <c:pt idx="5733">
                  <c:v>59.389900207519503</c:v>
                </c:pt>
                <c:pt idx="5734">
                  <c:v>59.344684600830099</c:v>
                </c:pt>
                <c:pt idx="5735">
                  <c:v>59.318229675292997</c:v>
                </c:pt>
                <c:pt idx="5736">
                  <c:v>59.326980590820298</c:v>
                </c:pt>
                <c:pt idx="5737">
                  <c:v>59.459598541259801</c:v>
                </c:pt>
                <c:pt idx="5738">
                  <c:v>59.504611968994098</c:v>
                </c:pt>
                <c:pt idx="5739">
                  <c:v>59.5349311828613</c:v>
                </c:pt>
                <c:pt idx="5740">
                  <c:v>59.497955322265597</c:v>
                </c:pt>
                <c:pt idx="5741">
                  <c:v>59.620307922363303</c:v>
                </c:pt>
                <c:pt idx="5742">
                  <c:v>59.801467895507798</c:v>
                </c:pt>
                <c:pt idx="5743">
                  <c:v>59.9116401672363</c:v>
                </c:pt>
                <c:pt idx="5744">
                  <c:v>60.056343078613303</c:v>
                </c:pt>
                <c:pt idx="5745">
                  <c:v>60.325912475585902</c:v>
                </c:pt>
                <c:pt idx="5746">
                  <c:v>60.447788238525398</c:v>
                </c:pt>
                <c:pt idx="5747">
                  <c:v>60.598133087158203</c:v>
                </c:pt>
                <c:pt idx="5748">
                  <c:v>60.949710845947301</c:v>
                </c:pt>
                <c:pt idx="5749">
                  <c:v>61.1830444335938</c:v>
                </c:pt>
                <c:pt idx="5750">
                  <c:v>61.257148742675803</c:v>
                </c:pt>
                <c:pt idx="5751">
                  <c:v>61.354034423828097</c:v>
                </c:pt>
                <c:pt idx="5752">
                  <c:v>61.463748931884801</c:v>
                </c:pt>
                <c:pt idx="5753">
                  <c:v>61.515762329101598</c:v>
                </c:pt>
                <c:pt idx="5754">
                  <c:v>61.541908264160199</c:v>
                </c:pt>
                <c:pt idx="5755">
                  <c:v>61.551399230957003</c:v>
                </c:pt>
                <c:pt idx="5756">
                  <c:v>61.505542755127003</c:v>
                </c:pt>
                <c:pt idx="5757">
                  <c:v>61.513881683349602</c:v>
                </c:pt>
                <c:pt idx="5758">
                  <c:v>61.4743041992188</c:v>
                </c:pt>
                <c:pt idx="5759">
                  <c:v>61.326507568359403</c:v>
                </c:pt>
                <c:pt idx="5760">
                  <c:v>61.118309020996101</c:v>
                </c:pt>
                <c:pt idx="5761">
                  <c:v>61.230796813964801</c:v>
                </c:pt>
                <c:pt idx="5762">
                  <c:v>61.351253509521499</c:v>
                </c:pt>
                <c:pt idx="5763">
                  <c:v>61.352893829345703</c:v>
                </c:pt>
                <c:pt idx="5764">
                  <c:v>61.454883575439503</c:v>
                </c:pt>
                <c:pt idx="5765">
                  <c:v>61.606025695800803</c:v>
                </c:pt>
                <c:pt idx="5766">
                  <c:v>61.743007659912102</c:v>
                </c:pt>
                <c:pt idx="5767">
                  <c:v>61.707473754882798</c:v>
                </c:pt>
                <c:pt idx="5768">
                  <c:v>61.687953948974602</c:v>
                </c:pt>
                <c:pt idx="5769">
                  <c:v>61.650497436523402</c:v>
                </c:pt>
                <c:pt idx="5770">
                  <c:v>61.610279083252003</c:v>
                </c:pt>
                <c:pt idx="5771">
                  <c:v>61.6238822937012</c:v>
                </c:pt>
                <c:pt idx="5772">
                  <c:v>61.528621673583999</c:v>
                </c:pt>
                <c:pt idx="5773">
                  <c:v>61.376747131347699</c:v>
                </c:pt>
                <c:pt idx="5774">
                  <c:v>61.336082458496101</c:v>
                </c:pt>
                <c:pt idx="5775">
                  <c:v>61.25</c:v>
                </c:pt>
                <c:pt idx="5776">
                  <c:v>61.024700164794901</c:v>
                </c:pt>
                <c:pt idx="5777">
                  <c:v>60.960830688476598</c:v>
                </c:pt>
                <c:pt idx="5778">
                  <c:v>60.853752136230497</c:v>
                </c:pt>
                <c:pt idx="5779">
                  <c:v>60.799324035644503</c:v>
                </c:pt>
                <c:pt idx="5780">
                  <c:v>60.9178657531738</c:v>
                </c:pt>
                <c:pt idx="5781">
                  <c:v>60.801017761230497</c:v>
                </c:pt>
                <c:pt idx="5782">
                  <c:v>60.720218658447301</c:v>
                </c:pt>
                <c:pt idx="5783">
                  <c:v>60.761966705322301</c:v>
                </c:pt>
                <c:pt idx="5784">
                  <c:v>60.746047973632798</c:v>
                </c:pt>
                <c:pt idx="5785">
                  <c:v>60.739875793457003</c:v>
                </c:pt>
                <c:pt idx="5786">
                  <c:v>60.720344543457003</c:v>
                </c:pt>
                <c:pt idx="5787">
                  <c:v>60.720798492431598</c:v>
                </c:pt>
                <c:pt idx="5788">
                  <c:v>60.7132377624512</c:v>
                </c:pt>
                <c:pt idx="5789">
                  <c:v>60.700252532958999</c:v>
                </c:pt>
                <c:pt idx="5790">
                  <c:v>60.679981231689503</c:v>
                </c:pt>
                <c:pt idx="5791">
                  <c:v>60.663928985595703</c:v>
                </c:pt>
                <c:pt idx="5792">
                  <c:v>60.56103515625</c:v>
                </c:pt>
                <c:pt idx="5793">
                  <c:v>60.483650207519503</c:v>
                </c:pt>
                <c:pt idx="5794">
                  <c:v>60.380165100097699</c:v>
                </c:pt>
                <c:pt idx="5795">
                  <c:v>60.128864288330099</c:v>
                </c:pt>
                <c:pt idx="5796">
                  <c:v>60.025928497314503</c:v>
                </c:pt>
                <c:pt idx="5797">
                  <c:v>59.956798553466797</c:v>
                </c:pt>
                <c:pt idx="5798">
                  <c:v>59.891117095947301</c:v>
                </c:pt>
                <c:pt idx="5799">
                  <c:v>59.857845306396499</c:v>
                </c:pt>
                <c:pt idx="5800">
                  <c:v>59.845001220703097</c:v>
                </c:pt>
                <c:pt idx="5801">
                  <c:v>59.7952690124512</c:v>
                </c:pt>
                <c:pt idx="5802">
                  <c:v>59.805408477783203</c:v>
                </c:pt>
                <c:pt idx="5803">
                  <c:v>59.848403930664098</c:v>
                </c:pt>
                <c:pt idx="5804">
                  <c:v>59.8729057312012</c:v>
                </c:pt>
                <c:pt idx="5805">
                  <c:v>59.882415771484403</c:v>
                </c:pt>
                <c:pt idx="5806">
                  <c:v>60.0798530578613</c:v>
                </c:pt>
                <c:pt idx="5807">
                  <c:v>60.332870483398402</c:v>
                </c:pt>
                <c:pt idx="5808">
                  <c:v>60.626785278320298</c:v>
                </c:pt>
                <c:pt idx="5809">
                  <c:v>61.047130584716797</c:v>
                </c:pt>
                <c:pt idx="5810">
                  <c:v>61.301967620849602</c:v>
                </c:pt>
                <c:pt idx="5811">
                  <c:v>61.534130096435597</c:v>
                </c:pt>
                <c:pt idx="5812">
                  <c:v>61.692802429199197</c:v>
                </c:pt>
                <c:pt idx="5813">
                  <c:v>61.906425476074197</c:v>
                </c:pt>
                <c:pt idx="5814">
                  <c:v>62.057029724121101</c:v>
                </c:pt>
                <c:pt idx="5815">
                  <c:v>62.275779724121101</c:v>
                </c:pt>
                <c:pt idx="5816">
                  <c:v>62.425743103027301</c:v>
                </c:pt>
                <c:pt idx="5817">
                  <c:v>62.528659820556598</c:v>
                </c:pt>
                <c:pt idx="5818">
                  <c:v>62.612987518310597</c:v>
                </c:pt>
                <c:pt idx="5819">
                  <c:v>62.8219184875488</c:v>
                </c:pt>
                <c:pt idx="5820">
                  <c:v>62.963703155517599</c:v>
                </c:pt>
                <c:pt idx="5821">
                  <c:v>63.306568145752003</c:v>
                </c:pt>
                <c:pt idx="5822">
                  <c:v>63.629344940185597</c:v>
                </c:pt>
                <c:pt idx="5823">
                  <c:v>63.831325531005902</c:v>
                </c:pt>
                <c:pt idx="5824">
                  <c:v>64.1195068359375</c:v>
                </c:pt>
                <c:pt idx="5825">
                  <c:v>64.260803222656307</c:v>
                </c:pt>
                <c:pt idx="5826">
                  <c:v>64.415298461914105</c:v>
                </c:pt>
                <c:pt idx="5827">
                  <c:v>64.609329223632798</c:v>
                </c:pt>
                <c:pt idx="5828">
                  <c:v>64.847846984863295</c:v>
                </c:pt>
                <c:pt idx="5829">
                  <c:v>64.979347229003906</c:v>
                </c:pt>
                <c:pt idx="5830">
                  <c:v>65.156921386718807</c:v>
                </c:pt>
                <c:pt idx="5831">
                  <c:v>65.346076965332003</c:v>
                </c:pt>
                <c:pt idx="5832">
                  <c:v>65.477157592773395</c:v>
                </c:pt>
                <c:pt idx="5833">
                  <c:v>65.654304504394503</c:v>
                </c:pt>
                <c:pt idx="5834">
                  <c:v>65.719497680664105</c:v>
                </c:pt>
                <c:pt idx="5835">
                  <c:v>66.073234558105497</c:v>
                </c:pt>
                <c:pt idx="5836">
                  <c:v>66.693634033203097</c:v>
                </c:pt>
                <c:pt idx="5837">
                  <c:v>67.021324157714801</c:v>
                </c:pt>
                <c:pt idx="5838">
                  <c:v>67.4720458984375</c:v>
                </c:pt>
                <c:pt idx="5839">
                  <c:v>68.011756896972699</c:v>
                </c:pt>
                <c:pt idx="5840">
                  <c:v>68.121345520019503</c:v>
                </c:pt>
                <c:pt idx="5841">
                  <c:v>68.334991455078097</c:v>
                </c:pt>
                <c:pt idx="5842">
                  <c:v>68.621192932128906</c:v>
                </c:pt>
                <c:pt idx="5843">
                  <c:v>68.812767028808594</c:v>
                </c:pt>
                <c:pt idx="5844">
                  <c:v>69.028785705566406</c:v>
                </c:pt>
                <c:pt idx="5845">
                  <c:v>69.032897949218807</c:v>
                </c:pt>
                <c:pt idx="5846">
                  <c:v>69.125633239746094</c:v>
                </c:pt>
                <c:pt idx="5847">
                  <c:v>69.169807434082003</c:v>
                </c:pt>
                <c:pt idx="5848">
                  <c:v>69.311676025390597</c:v>
                </c:pt>
                <c:pt idx="5849">
                  <c:v>69.477073669433594</c:v>
                </c:pt>
                <c:pt idx="5850">
                  <c:v>69.600914001464801</c:v>
                </c:pt>
                <c:pt idx="5851">
                  <c:v>69.6307373046875</c:v>
                </c:pt>
                <c:pt idx="5852">
                  <c:v>69.603729248046903</c:v>
                </c:pt>
                <c:pt idx="5853">
                  <c:v>69.495628356933594</c:v>
                </c:pt>
                <c:pt idx="5854">
                  <c:v>69.401176452636705</c:v>
                </c:pt>
                <c:pt idx="5855">
                  <c:v>69.266685485839801</c:v>
                </c:pt>
                <c:pt idx="5856">
                  <c:v>69.138816833496094</c:v>
                </c:pt>
                <c:pt idx="5857">
                  <c:v>69.035614013671903</c:v>
                </c:pt>
                <c:pt idx="5858">
                  <c:v>68.966888427734403</c:v>
                </c:pt>
                <c:pt idx="5859">
                  <c:v>68.727096557617202</c:v>
                </c:pt>
                <c:pt idx="5860">
                  <c:v>68.651962280273395</c:v>
                </c:pt>
                <c:pt idx="5861">
                  <c:v>68.404121398925795</c:v>
                </c:pt>
                <c:pt idx="5862">
                  <c:v>68.2884521484375</c:v>
                </c:pt>
                <c:pt idx="5863">
                  <c:v>68.046791076660199</c:v>
                </c:pt>
                <c:pt idx="5864">
                  <c:v>67.722648620605497</c:v>
                </c:pt>
                <c:pt idx="5865">
                  <c:v>67.463935852050795</c:v>
                </c:pt>
                <c:pt idx="5866">
                  <c:v>67.335716247558594</c:v>
                </c:pt>
                <c:pt idx="5867">
                  <c:v>67.268341064453097</c:v>
                </c:pt>
                <c:pt idx="5868">
                  <c:v>67.1766357421875</c:v>
                </c:pt>
                <c:pt idx="5869">
                  <c:v>67.093551635742202</c:v>
                </c:pt>
                <c:pt idx="5870">
                  <c:v>67.042297363281307</c:v>
                </c:pt>
                <c:pt idx="5871">
                  <c:v>67.0126953125</c:v>
                </c:pt>
                <c:pt idx="5872">
                  <c:v>66.878196716308594</c:v>
                </c:pt>
                <c:pt idx="5873">
                  <c:v>66.603706359863295</c:v>
                </c:pt>
                <c:pt idx="5874">
                  <c:v>66.248573303222699</c:v>
                </c:pt>
                <c:pt idx="5875">
                  <c:v>66.023994445800795</c:v>
                </c:pt>
                <c:pt idx="5876">
                  <c:v>65.850608825683594</c:v>
                </c:pt>
                <c:pt idx="5877">
                  <c:v>65.744186401367202</c:v>
                </c:pt>
                <c:pt idx="5878">
                  <c:v>65.714042663574205</c:v>
                </c:pt>
                <c:pt idx="5879">
                  <c:v>65.652656555175795</c:v>
                </c:pt>
                <c:pt idx="5880">
                  <c:v>65.620216369628906</c:v>
                </c:pt>
                <c:pt idx="5881">
                  <c:v>65.604461669921903</c:v>
                </c:pt>
                <c:pt idx="5882">
                  <c:v>65.5927734375</c:v>
                </c:pt>
                <c:pt idx="5883">
                  <c:v>65.536514282226605</c:v>
                </c:pt>
                <c:pt idx="5884">
                  <c:v>65.530029296875</c:v>
                </c:pt>
                <c:pt idx="5885">
                  <c:v>65.449836730957003</c:v>
                </c:pt>
                <c:pt idx="5886">
                  <c:v>65.385879516601605</c:v>
                </c:pt>
                <c:pt idx="5887">
                  <c:v>65.352890014648395</c:v>
                </c:pt>
                <c:pt idx="5888">
                  <c:v>65.434684753417997</c:v>
                </c:pt>
                <c:pt idx="5889">
                  <c:v>65.470382690429702</c:v>
                </c:pt>
                <c:pt idx="5890">
                  <c:v>65.526077270507798</c:v>
                </c:pt>
                <c:pt idx="5891">
                  <c:v>65.566680908203097</c:v>
                </c:pt>
                <c:pt idx="5892">
                  <c:v>65.765632629394503</c:v>
                </c:pt>
                <c:pt idx="5893">
                  <c:v>66.052947998046903</c:v>
                </c:pt>
                <c:pt idx="5894">
                  <c:v>66.557502746582003</c:v>
                </c:pt>
                <c:pt idx="5895">
                  <c:v>66.901252746582003</c:v>
                </c:pt>
                <c:pt idx="5896">
                  <c:v>67.081611633300795</c:v>
                </c:pt>
                <c:pt idx="5897">
                  <c:v>67.438316345214801</c:v>
                </c:pt>
                <c:pt idx="5898">
                  <c:v>67.687873840332003</c:v>
                </c:pt>
                <c:pt idx="5899">
                  <c:v>67.833557128906307</c:v>
                </c:pt>
                <c:pt idx="5900">
                  <c:v>68.032302856445298</c:v>
                </c:pt>
                <c:pt idx="5901">
                  <c:v>68.279876708984403</c:v>
                </c:pt>
                <c:pt idx="5902">
                  <c:v>68.481674194335895</c:v>
                </c:pt>
                <c:pt idx="5903">
                  <c:v>68.433532714843807</c:v>
                </c:pt>
                <c:pt idx="5904">
                  <c:v>68.642868041992202</c:v>
                </c:pt>
                <c:pt idx="5905">
                  <c:v>68.731353759765597</c:v>
                </c:pt>
                <c:pt idx="5906">
                  <c:v>68.825180053710895</c:v>
                </c:pt>
                <c:pt idx="5907">
                  <c:v>68.968254089355497</c:v>
                </c:pt>
                <c:pt idx="5908">
                  <c:v>69.016845703125</c:v>
                </c:pt>
                <c:pt idx="5909">
                  <c:v>69.091407775878906</c:v>
                </c:pt>
                <c:pt idx="5910">
                  <c:v>69.1707763671875</c:v>
                </c:pt>
                <c:pt idx="5911">
                  <c:v>69.396690368652301</c:v>
                </c:pt>
                <c:pt idx="5912">
                  <c:v>69.379669189453097</c:v>
                </c:pt>
                <c:pt idx="5913">
                  <c:v>69.456581115722699</c:v>
                </c:pt>
                <c:pt idx="5914">
                  <c:v>69.482582092285199</c:v>
                </c:pt>
                <c:pt idx="5915">
                  <c:v>69.490585327148395</c:v>
                </c:pt>
                <c:pt idx="5916">
                  <c:v>69.578475952148395</c:v>
                </c:pt>
                <c:pt idx="5917">
                  <c:v>69.630729675292997</c:v>
                </c:pt>
                <c:pt idx="5918">
                  <c:v>69.534011840820298</c:v>
                </c:pt>
                <c:pt idx="5919">
                  <c:v>69.336112976074205</c:v>
                </c:pt>
                <c:pt idx="5920">
                  <c:v>69.300498962402301</c:v>
                </c:pt>
                <c:pt idx="5921">
                  <c:v>69.180130004882798</c:v>
                </c:pt>
                <c:pt idx="5922">
                  <c:v>69.287483215332003</c:v>
                </c:pt>
                <c:pt idx="5923">
                  <c:v>69.330322265625</c:v>
                </c:pt>
                <c:pt idx="5924">
                  <c:v>69.268112182617202</c:v>
                </c:pt>
                <c:pt idx="5925">
                  <c:v>69.194496154785199</c:v>
                </c:pt>
                <c:pt idx="5926">
                  <c:v>69.241737365722699</c:v>
                </c:pt>
                <c:pt idx="5927">
                  <c:v>69.259895324707003</c:v>
                </c:pt>
                <c:pt idx="5928">
                  <c:v>69.193183898925795</c:v>
                </c:pt>
                <c:pt idx="5929">
                  <c:v>69.151847839355497</c:v>
                </c:pt>
                <c:pt idx="5930">
                  <c:v>69.083969116210895</c:v>
                </c:pt>
                <c:pt idx="5931">
                  <c:v>69.025657653808594</c:v>
                </c:pt>
                <c:pt idx="5932">
                  <c:v>68.973571777343807</c:v>
                </c:pt>
                <c:pt idx="5933">
                  <c:v>68.916496276855497</c:v>
                </c:pt>
                <c:pt idx="5934">
                  <c:v>68.781822204589801</c:v>
                </c:pt>
                <c:pt idx="5935">
                  <c:v>68.700218200683594</c:v>
                </c:pt>
                <c:pt idx="5936">
                  <c:v>68.592422485351605</c:v>
                </c:pt>
                <c:pt idx="5937">
                  <c:v>68.432830810546903</c:v>
                </c:pt>
                <c:pt idx="5938">
                  <c:v>68.156929016113295</c:v>
                </c:pt>
                <c:pt idx="5939">
                  <c:v>68.027809143066406</c:v>
                </c:pt>
                <c:pt idx="5940">
                  <c:v>67.648628234863295</c:v>
                </c:pt>
                <c:pt idx="5941">
                  <c:v>67.423469543457003</c:v>
                </c:pt>
                <c:pt idx="5942">
                  <c:v>67.183242797851605</c:v>
                </c:pt>
                <c:pt idx="5943">
                  <c:v>67.004768371582003</c:v>
                </c:pt>
                <c:pt idx="5944">
                  <c:v>66.593788146972699</c:v>
                </c:pt>
                <c:pt idx="5945">
                  <c:v>66.126426696777301</c:v>
                </c:pt>
                <c:pt idx="5946">
                  <c:v>65.864471435546903</c:v>
                </c:pt>
                <c:pt idx="5947">
                  <c:v>65.729812622070298</c:v>
                </c:pt>
                <c:pt idx="5948">
                  <c:v>65.660728454589801</c:v>
                </c:pt>
                <c:pt idx="5949">
                  <c:v>65.620437622070298</c:v>
                </c:pt>
                <c:pt idx="5950">
                  <c:v>65.591300964355497</c:v>
                </c:pt>
                <c:pt idx="5951">
                  <c:v>65.540374755859403</c:v>
                </c:pt>
                <c:pt idx="5952">
                  <c:v>65.520126342773395</c:v>
                </c:pt>
                <c:pt idx="5953">
                  <c:v>65.415008544921903</c:v>
                </c:pt>
                <c:pt idx="5954">
                  <c:v>65.264793395996094</c:v>
                </c:pt>
                <c:pt idx="5955">
                  <c:v>65.087867736816406</c:v>
                </c:pt>
                <c:pt idx="5956">
                  <c:v>64.980522155761705</c:v>
                </c:pt>
                <c:pt idx="5957">
                  <c:v>64.847122192382798</c:v>
                </c:pt>
                <c:pt idx="5958">
                  <c:v>64.667045593261705</c:v>
                </c:pt>
                <c:pt idx="5959">
                  <c:v>64.489830017089801</c:v>
                </c:pt>
                <c:pt idx="5960">
                  <c:v>64.353401184082003</c:v>
                </c:pt>
                <c:pt idx="5961">
                  <c:v>64.243156433105497</c:v>
                </c:pt>
                <c:pt idx="5962">
                  <c:v>64.087211608886705</c:v>
                </c:pt>
                <c:pt idx="5963">
                  <c:v>64.026420593261705</c:v>
                </c:pt>
                <c:pt idx="5964">
                  <c:v>63.902732849121101</c:v>
                </c:pt>
                <c:pt idx="5965">
                  <c:v>63.589717864990199</c:v>
                </c:pt>
                <c:pt idx="5966">
                  <c:v>63.384609222412102</c:v>
                </c:pt>
                <c:pt idx="5967">
                  <c:v>63.231540679931598</c:v>
                </c:pt>
                <c:pt idx="5968">
                  <c:v>63.046352386474602</c:v>
                </c:pt>
                <c:pt idx="5969">
                  <c:v>62.984790802002003</c:v>
                </c:pt>
                <c:pt idx="5970">
                  <c:v>62.796543121337898</c:v>
                </c:pt>
                <c:pt idx="5971">
                  <c:v>62.589019775390597</c:v>
                </c:pt>
                <c:pt idx="5972">
                  <c:v>62.456787109375</c:v>
                </c:pt>
                <c:pt idx="5973">
                  <c:v>62.426822662353501</c:v>
                </c:pt>
                <c:pt idx="5974">
                  <c:v>62.282569885253899</c:v>
                </c:pt>
                <c:pt idx="5975">
                  <c:v>62.141330718994098</c:v>
                </c:pt>
                <c:pt idx="5976">
                  <c:v>61.985755920410199</c:v>
                </c:pt>
                <c:pt idx="5977">
                  <c:v>61.905158996582003</c:v>
                </c:pt>
                <c:pt idx="5978">
                  <c:v>61.838768005371101</c:v>
                </c:pt>
                <c:pt idx="5979">
                  <c:v>61.683704376220703</c:v>
                </c:pt>
                <c:pt idx="5980">
                  <c:v>61.573577880859403</c:v>
                </c:pt>
                <c:pt idx="5981">
                  <c:v>61.4742431640625</c:v>
                </c:pt>
                <c:pt idx="5982">
                  <c:v>61.273143768310597</c:v>
                </c:pt>
                <c:pt idx="5983">
                  <c:v>61.039997100830099</c:v>
                </c:pt>
                <c:pt idx="5984">
                  <c:v>60.894660949707003</c:v>
                </c:pt>
                <c:pt idx="5985">
                  <c:v>60.7938232421875</c:v>
                </c:pt>
                <c:pt idx="5986">
                  <c:v>60.723297119140597</c:v>
                </c:pt>
                <c:pt idx="5987">
                  <c:v>60.656314849853501</c:v>
                </c:pt>
                <c:pt idx="5988">
                  <c:v>60.587001800537102</c:v>
                </c:pt>
                <c:pt idx="5989">
                  <c:v>60.403778076171903</c:v>
                </c:pt>
                <c:pt idx="5990">
                  <c:v>60.19384765625</c:v>
                </c:pt>
                <c:pt idx="5991">
                  <c:v>60.065101623535199</c:v>
                </c:pt>
                <c:pt idx="5992">
                  <c:v>59.9863090515137</c:v>
                </c:pt>
                <c:pt idx="5993">
                  <c:v>59.891941070556598</c:v>
                </c:pt>
                <c:pt idx="5994">
                  <c:v>59.846279144287102</c:v>
                </c:pt>
                <c:pt idx="5995">
                  <c:v>59.682010650634801</c:v>
                </c:pt>
                <c:pt idx="5996">
                  <c:v>59.521450042724602</c:v>
                </c:pt>
                <c:pt idx="5997">
                  <c:v>59.358097076416001</c:v>
                </c:pt>
                <c:pt idx="5998">
                  <c:v>59.233364105224602</c:v>
                </c:pt>
                <c:pt idx="5999">
                  <c:v>59.079658508300803</c:v>
                </c:pt>
                <c:pt idx="6000">
                  <c:v>58.997978210449197</c:v>
                </c:pt>
                <c:pt idx="6001">
                  <c:v>58.9547309875488</c:v>
                </c:pt>
                <c:pt idx="6002">
                  <c:v>58.818992614746101</c:v>
                </c:pt>
                <c:pt idx="6003">
                  <c:v>58.691890716552699</c:v>
                </c:pt>
                <c:pt idx="6004">
                  <c:v>58.637866973877003</c:v>
                </c:pt>
                <c:pt idx="6005">
                  <c:v>58.556465148925803</c:v>
                </c:pt>
                <c:pt idx="6006">
                  <c:v>58.484912872314503</c:v>
                </c:pt>
                <c:pt idx="6007">
                  <c:v>58.39599609375</c:v>
                </c:pt>
                <c:pt idx="6008">
                  <c:v>58.3717231750488</c:v>
                </c:pt>
                <c:pt idx="6009">
                  <c:v>58.2325439453125</c:v>
                </c:pt>
                <c:pt idx="6010">
                  <c:v>58.135734558105497</c:v>
                </c:pt>
                <c:pt idx="6011">
                  <c:v>58.032859802246101</c:v>
                </c:pt>
                <c:pt idx="6012">
                  <c:v>58.128910064697301</c:v>
                </c:pt>
                <c:pt idx="6013">
                  <c:v>58.179924011230497</c:v>
                </c:pt>
                <c:pt idx="6014">
                  <c:v>58.228836059570298</c:v>
                </c:pt>
                <c:pt idx="6015">
                  <c:v>58.2658882141113</c:v>
                </c:pt>
                <c:pt idx="6016">
                  <c:v>58.458381652832003</c:v>
                </c:pt>
                <c:pt idx="6017">
                  <c:v>58.477024078369098</c:v>
                </c:pt>
                <c:pt idx="6018">
                  <c:v>58.570079803466797</c:v>
                </c:pt>
                <c:pt idx="6019">
                  <c:v>58.514453887939503</c:v>
                </c:pt>
                <c:pt idx="6020">
                  <c:v>58.6533203125</c:v>
                </c:pt>
                <c:pt idx="6021">
                  <c:v>58.668342590332003</c:v>
                </c:pt>
                <c:pt idx="6022">
                  <c:v>58.567256927490199</c:v>
                </c:pt>
                <c:pt idx="6023">
                  <c:v>58.653636932373097</c:v>
                </c:pt>
                <c:pt idx="6024">
                  <c:v>58.616123199462898</c:v>
                </c:pt>
                <c:pt idx="6025">
                  <c:v>58.6668891906738</c:v>
                </c:pt>
                <c:pt idx="6026">
                  <c:v>58.629264831542997</c:v>
                </c:pt>
                <c:pt idx="6027">
                  <c:v>58.706539154052699</c:v>
                </c:pt>
                <c:pt idx="6028">
                  <c:v>58.756565093994098</c:v>
                </c:pt>
                <c:pt idx="6029">
                  <c:v>58.782360076904297</c:v>
                </c:pt>
                <c:pt idx="6030">
                  <c:v>58.854606628417997</c:v>
                </c:pt>
                <c:pt idx="6031">
                  <c:v>59.015995025634801</c:v>
                </c:pt>
                <c:pt idx="6032">
                  <c:v>59.111598968505902</c:v>
                </c:pt>
                <c:pt idx="6033">
                  <c:v>59.181396484375</c:v>
                </c:pt>
                <c:pt idx="6034">
                  <c:v>59.322113037109403</c:v>
                </c:pt>
                <c:pt idx="6035">
                  <c:v>59.659042358398402</c:v>
                </c:pt>
                <c:pt idx="6036">
                  <c:v>59.752635955810597</c:v>
                </c:pt>
                <c:pt idx="6037">
                  <c:v>59.899951934814503</c:v>
                </c:pt>
                <c:pt idx="6038">
                  <c:v>60.289180755615199</c:v>
                </c:pt>
                <c:pt idx="6039">
                  <c:v>60.441696166992202</c:v>
                </c:pt>
                <c:pt idx="6040">
                  <c:v>60.464706420898402</c:v>
                </c:pt>
                <c:pt idx="6041">
                  <c:v>60.527366638183601</c:v>
                </c:pt>
                <c:pt idx="6042">
                  <c:v>61.078498840332003</c:v>
                </c:pt>
                <c:pt idx="6043">
                  <c:v>61.267066955566399</c:v>
                </c:pt>
                <c:pt idx="6044">
                  <c:v>61.532222747802699</c:v>
                </c:pt>
                <c:pt idx="6045">
                  <c:v>61.608932495117202</c:v>
                </c:pt>
                <c:pt idx="6046">
                  <c:v>61.916759490966797</c:v>
                </c:pt>
                <c:pt idx="6047">
                  <c:v>62.241481781005902</c:v>
                </c:pt>
                <c:pt idx="6048">
                  <c:v>62.517642974853501</c:v>
                </c:pt>
                <c:pt idx="6049">
                  <c:v>62.684238433837898</c:v>
                </c:pt>
                <c:pt idx="6050">
                  <c:v>62.620449066162102</c:v>
                </c:pt>
                <c:pt idx="6051">
                  <c:v>63.209877014160199</c:v>
                </c:pt>
                <c:pt idx="6052">
                  <c:v>63.352626800537102</c:v>
                </c:pt>
                <c:pt idx="6053">
                  <c:v>63.752696990966797</c:v>
                </c:pt>
                <c:pt idx="6054">
                  <c:v>63.954063415527301</c:v>
                </c:pt>
                <c:pt idx="6055">
                  <c:v>63.980697631835902</c:v>
                </c:pt>
                <c:pt idx="6056">
                  <c:v>64.062271118164105</c:v>
                </c:pt>
                <c:pt idx="6057">
                  <c:v>64.405357360839801</c:v>
                </c:pt>
                <c:pt idx="6058">
                  <c:v>64.674285888671903</c:v>
                </c:pt>
                <c:pt idx="6059">
                  <c:v>64.882072448730497</c:v>
                </c:pt>
                <c:pt idx="6060">
                  <c:v>64.768943786621094</c:v>
                </c:pt>
                <c:pt idx="6061">
                  <c:v>64.942207336425795</c:v>
                </c:pt>
                <c:pt idx="6062">
                  <c:v>64.888092041015597</c:v>
                </c:pt>
                <c:pt idx="6063">
                  <c:v>64.818679809570298</c:v>
                </c:pt>
                <c:pt idx="6064">
                  <c:v>64.831008911132798</c:v>
                </c:pt>
                <c:pt idx="6065">
                  <c:v>64.844772338867202</c:v>
                </c:pt>
                <c:pt idx="6066">
                  <c:v>64.831924438476605</c:v>
                </c:pt>
                <c:pt idx="6067">
                  <c:v>64.803260803222699</c:v>
                </c:pt>
                <c:pt idx="6068">
                  <c:v>64.742874145507798</c:v>
                </c:pt>
                <c:pt idx="6069">
                  <c:v>64.6949462890625</c:v>
                </c:pt>
                <c:pt idx="6070">
                  <c:v>64.705902099609403</c:v>
                </c:pt>
                <c:pt idx="6071">
                  <c:v>64.521980285644503</c:v>
                </c:pt>
                <c:pt idx="6072">
                  <c:v>64.435501098632798</c:v>
                </c:pt>
                <c:pt idx="6073">
                  <c:v>64.306076049804702</c:v>
                </c:pt>
                <c:pt idx="6074">
                  <c:v>64.242057800292997</c:v>
                </c:pt>
                <c:pt idx="6075">
                  <c:v>64.143264770507798</c:v>
                </c:pt>
                <c:pt idx="6076">
                  <c:v>64.101875305175795</c:v>
                </c:pt>
                <c:pt idx="6077">
                  <c:v>64.130455017089801</c:v>
                </c:pt>
                <c:pt idx="6078">
                  <c:v>64.0897216796875</c:v>
                </c:pt>
                <c:pt idx="6079">
                  <c:v>64.030075073242202</c:v>
                </c:pt>
                <c:pt idx="6080">
                  <c:v>63.830814361572301</c:v>
                </c:pt>
                <c:pt idx="6081">
                  <c:v>63.871391296386697</c:v>
                </c:pt>
                <c:pt idx="6082">
                  <c:v>63.891410827636697</c:v>
                </c:pt>
                <c:pt idx="6083">
                  <c:v>63.913982391357401</c:v>
                </c:pt>
                <c:pt idx="6084">
                  <c:v>63.9118041992188</c:v>
                </c:pt>
                <c:pt idx="6085">
                  <c:v>63.642929077148402</c:v>
                </c:pt>
                <c:pt idx="6086">
                  <c:v>63.696628570556598</c:v>
                </c:pt>
                <c:pt idx="6087">
                  <c:v>63.754581451416001</c:v>
                </c:pt>
                <c:pt idx="6088">
                  <c:v>63.852210998535199</c:v>
                </c:pt>
                <c:pt idx="6089">
                  <c:v>63.953460693359403</c:v>
                </c:pt>
                <c:pt idx="6090">
                  <c:v>63.866016387939503</c:v>
                </c:pt>
                <c:pt idx="6091">
                  <c:v>64.013954162597699</c:v>
                </c:pt>
                <c:pt idx="6092">
                  <c:v>63.804454803466797</c:v>
                </c:pt>
                <c:pt idx="6093">
                  <c:v>63.928989410400398</c:v>
                </c:pt>
                <c:pt idx="6094">
                  <c:v>63.997501373291001</c:v>
                </c:pt>
                <c:pt idx="6095">
                  <c:v>64.198562622070298</c:v>
                </c:pt>
                <c:pt idx="6096">
                  <c:v>64.277381896972699</c:v>
                </c:pt>
                <c:pt idx="6097">
                  <c:v>64.658172607421903</c:v>
                </c:pt>
                <c:pt idx="6098">
                  <c:v>64.655281066894503</c:v>
                </c:pt>
                <c:pt idx="6099">
                  <c:v>64.973037719726605</c:v>
                </c:pt>
                <c:pt idx="6100">
                  <c:v>65.180572509765597</c:v>
                </c:pt>
                <c:pt idx="6101">
                  <c:v>65.277320861816406</c:v>
                </c:pt>
                <c:pt idx="6102">
                  <c:v>65.374153137207003</c:v>
                </c:pt>
                <c:pt idx="6103">
                  <c:v>65.49072265625</c:v>
                </c:pt>
                <c:pt idx="6104">
                  <c:v>65.539909362792997</c:v>
                </c:pt>
                <c:pt idx="6105">
                  <c:v>65.994308471679702</c:v>
                </c:pt>
                <c:pt idx="6106">
                  <c:v>66.575721740722699</c:v>
                </c:pt>
                <c:pt idx="6107">
                  <c:v>66.839942932128906</c:v>
                </c:pt>
                <c:pt idx="6108">
                  <c:v>67.073356628417997</c:v>
                </c:pt>
                <c:pt idx="6109">
                  <c:v>67.194869995117202</c:v>
                </c:pt>
                <c:pt idx="6110">
                  <c:v>67.599029541015597</c:v>
                </c:pt>
                <c:pt idx="6111">
                  <c:v>67.977149963378906</c:v>
                </c:pt>
                <c:pt idx="6112">
                  <c:v>68.303192138671903</c:v>
                </c:pt>
                <c:pt idx="6113">
                  <c:v>68.587242126464801</c:v>
                </c:pt>
                <c:pt idx="6114">
                  <c:v>68.733444213867202</c:v>
                </c:pt>
                <c:pt idx="6115">
                  <c:v>68.968803405761705</c:v>
                </c:pt>
                <c:pt idx="6116">
                  <c:v>69.500617980957003</c:v>
                </c:pt>
                <c:pt idx="6117">
                  <c:v>69.787658691406307</c:v>
                </c:pt>
                <c:pt idx="6118">
                  <c:v>69.760780334472699</c:v>
                </c:pt>
                <c:pt idx="6119">
                  <c:v>69.870361328125</c:v>
                </c:pt>
                <c:pt idx="6120">
                  <c:v>70.216316223144503</c:v>
                </c:pt>
                <c:pt idx="6121">
                  <c:v>70.374435424804702</c:v>
                </c:pt>
                <c:pt idx="6122">
                  <c:v>70.703872680664105</c:v>
                </c:pt>
                <c:pt idx="6123">
                  <c:v>70.999237060546903</c:v>
                </c:pt>
                <c:pt idx="6124">
                  <c:v>71.334167480468807</c:v>
                </c:pt>
                <c:pt idx="6125">
                  <c:v>71.278388977050795</c:v>
                </c:pt>
                <c:pt idx="6126">
                  <c:v>71.331604003906307</c:v>
                </c:pt>
                <c:pt idx="6127">
                  <c:v>71.550437927246094</c:v>
                </c:pt>
                <c:pt idx="6128">
                  <c:v>71.781631469726605</c:v>
                </c:pt>
                <c:pt idx="6129">
                  <c:v>71.946037292480497</c:v>
                </c:pt>
                <c:pt idx="6130">
                  <c:v>72.031486511230497</c:v>
                </c:pt>
                <c:pt idx="6131">
                  <c:v>72.075416564941406</c:v>
                </c:pt>
                <c:pt idx="6132">
                  <c:v>72.097953796386705</c:v>
                </c:pt>
                <c:pt idx="6133">
                  <c:v>72.310493469238295</c:v>
                </c:pt>
                <c:pt idx="6134">
                  <c:v>72.487487792968807</c:v>
                </c:pt>
                <c:pt idx="6135">
                  <c:v>72.3095703125</c:v>
                </c:pt>
                <c:pt idx="6136">
                  <c:v>72.374298095703097</c:v>
                </c:pt>
                <c:pt idx="6137">
                  <c:v>73.697219848632798</c:v>
                </c:pt>
                <c:pt idx="6138">
                  <c:v>74.308853149414105</c:v>
                </c:pt>
                <c:pt idx="6139">
                  <c:v>74.649230957031307</c:v>
                </c:pt>
                <c:pt idx="6140">
                  <c:v>75.147956848144503</c:v>
                </c:pt>
                <c:pt idx="6141">
                  <c:v>75.391700744628906</c:v>
                </c:pt>
                <c:pt idx="6142">
                  <c:v>75.565254211425795</c:v>
                </c:pt>
                <c:pt idx="6143">
                  <c:v>76.425285339355497</c:v>
                </c:pt>
                <c:pt idx="6144">
                  <c:v>77.4876708984375</c:v>
                </c:pt>
                <c:pt idx="6145">
                  <c:v>78.077079772949205</c:v>
                </c:pt>
                <c:pt idx="6146">
                  <c:v>78.38330078125</c:v>
                </c:pt>
                <c:pt idx="6147">
                  <c:v>78.540710449218807</c:v>
                </c:pt>
                <c:pt idx="6148">
                  <c:v>78.649963378906307</c:v>
                </c:pt>
                <c:pt idx="6149">
                  <c:v>78.85693359375</c:v>
                </c:pt>
                <c:pt idx="6150">
                  <c:v>78.874473571777301</c:v>
                </c:pt>
                <c:pt idx="6151">
                  <c:v>78.798049926757798</c:v>
                </c:pt>
                <c:pt idx="6152">
                  <c:v>78.965835571289105</c:v>
                </c:pt>
                <c:pt idx="6153">
                  <c:v>79.037971496582003</c:v>
                </c:pt>
                <c:pt idx="6154">
                  <c:v>79.148124694824205</c:v>
                </c:pt>
                <c:pt idx="6155">
                  <c:v>79.404075622558594</c:v>
                </c:pt>
                <c:pt idx="6156">
                  <c:v>79.519096374511705</c:v>
                </c:pt>
                <c:pt idx="6157">
                  <c:v>79.349967956542997</c:v>
                </c:pt>
                <c:pt idx="6158">
                  <c:v>79.209037780761705</c:v>
                </c:pt>
                <c:pt idx="6159">
                  <c:v>79.347251892089801</c:v>
                </c:pt>
                <c:pt idx="6160">
                  <c:v>79.329338073730497</c:v>
                </c:pt>
                <c:pt idx="6161">
                  <c:v>79.310615539550795</c:v>
                </c:pt>
                <c:pt idx="6162">
                  <c:v>79.234062194824205</c:v>
                </c:pt>
                <c:pt idx="6163">
                  <c:v>79.213356018066406</c:v>
                </c:pt>
                <c:pt idx="6164">
                  <c:v>79.188995361328097</c:v>
                </c:pt>
                <c:pt idx="6165">
                  <c:v>79.064949035644503</c:v>
                </c:pt>
                <c:pt idx="6166">
                  <c:v>78.983383178710895</c:v>
                </c:pt>
                <c:pt idx="6167">
                  <c:v>78.852478027343807</c:v>
                </c:pt>
                <c:pt idx="6168">
                  <c:v>78.826568603515597</c:v>
                </c:pt>
                <c:pt idx="6169">
                  <c:v>78.873039245605497</c:v>
                </c:pt>
                <c:pt idx="6170">
                  <c:v>78.807243347167997</c:v>
                </c:pt>
                <c:pt idx="6171">
                  <c:v>78.799163818359403</c:v>
                </c:pt>
                <c:pt idx="6172">
                  <c:v>78.804039001464801</c:v>
                </c:pt>
                <c:pt idx="6173">
                  <c:v>78.760032653808594</c:v>
                </c:pt>
                <c:pt idx="6174">
                  <c:v>78.734054565429702</c:v>
                </c:pt>
                <c:pt idx="6175">
                  <c:v>78.721473693847699</c:v>
                </c:pt>
                <c:pt idx="6176">
                  <c:v>78.754096984863295</c:v>
                </c:pt>
                <c:pt idx="6177">
                  <c:v>78.754768371582003</c:v>
                </c:pt>
                <c:pt idx="6178">
                  <c:v>78.735069274902301</c:v>
                </c:pt>
                <c:pt idx="6179">
                  <c:v>78.721244812011705</c:v>
                </c:pt>
                <c:pt idx="6180">
                  <c:v>78.714889526367202</c:v>
                </c:pt>
                <c:pt idx="6181">
                  <c:v>78.711685180664105</c:v>
                </c:pt>
                <c:pt idx="6182">
                  <c:v>78.685729980468807</c:v>
                </c:pt>
                <c:pt idx="6183">
                  <c:v>78.701316833496094</c:v>
                </c:pt>
                <c:pt idx="6184">
                  <c:v>78.707351684570298</c:v>
                </c:pt>
                <c:pt idx="6185">
                  <c:v>78.708610534667997</c:v>
                </c:pt>
                <c:pt idx="6186">
                  <c:v>78.762191772460895</c:v>
                </c:pt>
                <c:pt idx="6187">
                  <c:v>78.759178161621094</c:v>
                </c:pt>
                <c:pt idx="6188">
                  <c:v>78.7384033203125</c:v>
                </c:pt>
                <c:pt idx="6189">
                  <c:v>78.7252197265625</c:v>
                </c:pt>
                <c:pt idx="6190">
                  <c:v>78.718704223632798</c:v>
                </c:pt>
                <c:pt idx="6191">
                  <c:v>78.720886230468807</c:v>
                </c:pt>
                <c:pt idx="6192">
                  <c:v>78.761085510253906</c:v>
                </c:pt>
                <c:pt idx="6193">
                  <c:v>78.750015258789105</c:v>
                </c:pt>
                <c:pt idx="6194">
                  <c:v>78.768386840820298</c:v>
                </c:pt>
                <c:pt idx="6195">
                  <c:v>78.787994384765597</c:v>
                </c:pt>
                <c:pt idx="6196">
                  <c:v>78.761787414550795</c:v>
                </c:pt>
                <c:pt idx="6197">
                  <c:v>78.739196777343807</c:v>
                </c:pt>
                <c:pt idx="6198">
                  <c:v>78.723480224609403</c:v>
                </c:pt>
                <c:pt idx="6199">
                  <c:v>78.715301513671903</c:v>
                </c:pt>
                <c:pt idx="6200">
                  <c:v>78.711097717285199</c:v>
                </c:pt>
                <c:pt idx="6201">
                  <c:v>78.708938598632798</c:v>
                </c:pt>
                <c:pt idx="6202">
                  <c:v>78.682365417480497</c:v>
                </c:pt>
                <c:pt idx="6203">
                  <c:v>78.690322875976605</c:v>
                </c:pt>
                <c:pt idx="6204">
                  <c:v>78.412254333496094</c:v>
                </c:pt>
                <c:pt idx="6205">
                  <c:v>77.787063598632798</c:v>
                </c:pt>
                <c:pt idx="6206">
                  <c:v>77.232818603515597</c:v>
                </c:pt>
                <c:pt idx="6207">
                  <c:v>77.050033569335895</c:v>
                </c:pt>
                <c:pt idx="6208">
                  <c:v>76.685211181640597</c:v>
                </c:pt>
                <c:pt idx="6209">
                  <c:v>76.368553161621094</c:v>
                </c:pt>
                <c:pt idx="6210">
                  <c:v>76.125816345214801</c:v>
                </c:pt>
                <c:pt idx="6211">
                  <c:v>75.884498596191406</c:v>
                </c:pt>
                <c:pt idx="6212">
                  <c:v>75.677131652832003</c:v>
                </c:pt>
                <c:pt idx="6213">
                  <c:v>75.566345214843807</c:v>
                </c:pt>
                <c:pt idx="6214">
                  <c:v>75.424659729003906</c:v>
                </c:pt>
                <c:pt idx="6215">
                  <c:v>75.231910705566406</c:v>
                </c:pt>
                <c:pt idx="6216">
                  <c:v>74.924179077148395</c:v>
                </c:pt>
                <c:pt idx="6217">
                  <c:v>74.2835693359375</c:v>
                </c:pt>
                <c:pt idx="6218">
                  <c:v>73.587020874023395</c:v>
                </c:pt>
                <c:pt idx="6219">
                  <c:v>72.889801025390597</c:v>
                </c:pt>
                <c:pt idx="6220">
                  <c:v>72.541343688964801</c:v>
                </c:pt>
                <c:pt idx="6221">
                  <c:v>72.337165832519503</c:v>
                </c:pt>
                <c:pt idx="6222">
                  <c:v>72.232307434082003</c:v>
                </c:pt>
                <c:pt idx="6223">
                  <c:v>72.178520202636705</c:v>
                </c:pt>
                <c:pt idx="6224">
                  <c:v>72.150886535644503</c:v>
                </c:pt>
                <c:pt idx="6225">
                  <c:v>72.1085205078125</c:v>
                </c:pt>
                <c:pt idx="6226">
                  <c:v>72.015129089355497</c:v>
                </c:pt>
                <c:pt idx="6227">
                  <c:v>71.829650878906307</c:v>
                </c:pt>
                <c:pt idx="6228">
                  <c:v>71.608619689941406</c:v>
                </c:pt>
                <c:pt idx="6229">
                  <c:v>71.456977844238295</c:v>
                </c:pt>
                <c:pt idx="6230">
                  <c:v>71.174530029296903</c:v>
                </c:pt>
                <c:pt idx="6231">
                  <c:v>70.924568176269503</c:v>
                </c:pt>
                <c:pt idx="6232">
                  <c:v>70.748634338378906</c:v>
                </c:pt>
                <c:pt idx="6233">
                  <c:v>70.649024963378906</c:v>
                </c:pt>
                <c:pt idx="6234">
                  <c:v>70.419212341308594</c:v>
                </c:pt>
                <c:pt idx="6235">
                  <c:v>70.093452453613295</c:v>
                </c:pt>
                <c:pt idx="6236">
                  <c:v>69.818031311035199</c:v>
                </c:pt>
                <c:pt idx="6237">
                  <c:v>69.557319641113295</c:v>
                </c:pt>
                <c:pt idx="6238">
                  <c:v>69.303527832031307</c:v>
                </c:pt>
                <c:pt idx="6239">
                  <c:v>69.118896484375</c:v>
                </c:pt>
                <c:pt idx="6240">
                  <c:v>69.009704589843807</c:v>
                </c:pt>
                <c:pt idx="6241">
                  <c:v>68.891067504882798</c:v>
                </c:pt>
                <c:pt idx="6242">
                  <c:v>68.662925720214801</c:v>
                </c:pt>
                <c:pt idx="6243">
                  <c:v>68.379592895507798</c:v>
                </c:pt>
                <c:pt idx="6244">
                  <c:v>68.022071838378906</c:v>
                </c:pt>
                <c:pt idx="6245">
                  <c:v>67.727478027343807</c:v>
                </c:pt>
                <c:pt idx="6246">
                  <c:v>67.499778747558594</c:v>
                </c:pt>
                <c:pt idx="6247">
                  <c:v>67.346969604492202</c:v>
                </c:pt>
                <c:pt idx="6248">
                  <c:v>67.246406555175795</c:v>
                </c:pt>
                <c:pt idx="6249">
                  <c:v>67.084014892578097</c:v>
                </c:pt>
                <c:pt idx="6250">
                  <c:v>66.628517150878906</c:v>
                </c:pt>
                <c:pt idx="6251">
                  <c:v>66.202018737792997</c:v>
                </c:pt>
                <c:pt idx="6252">
                  <c:v>65.936866760253906</c:v>
                </c:pt>
                <c:pt idx="6253">
                  <c:v>65.775009155273395</c:v>
                </c:pt>
                <c:pt idx="6254">
                  <c:v>65.683914184570298</c:v>
                </c:pt>
                <c:pt idx="6255">
                  <c:v>65.637176513671903</c:v>
                </c:pt>
                <c:pt idx="6256">
                  <c:v>65.607620239257798</c:v>
                </c:pt>
                <c:pt idx="6257">
                  <c:v>65.564285278320298</c:v>
                </c:pt>
                <c:pt idx="6258">
                  <c:v>65.551055908203097</c:v>
                </c:pt>
                <c:pt idx="6259">
                  <c:v>65.505783081054702</c:v>
                </c:pt>
                <c:pt idx="6260">
                  <c:v>65.408424377441406</c:v>
                </c:pt>
                <c:pt idx="6261">
                  <c:v>65.328353881835895</c:v>
                </c:pt>
                <c:pt idx="6262">
                  <c:v>65.2222900390625</c:v>
                </c:pt>
                <c:pt idx="6263">
                  <c:v>65.08154296875</c:v>
                </c:pt>
                <c:pt idx="6264">
                  <c:v>64.999687194824205</c:v>
                </c:pt>
                <c:pt idx="6265">
                  <c:v>64.806617736816406</c:v>
                </c:pt>
                <c:pt idx="6266">
                  <c:v>64.632629394531307</c:v>
                </c:pt>
                <c:pt idx="6267">
                  <c:v>64.501953125</c:v>
                </c:pt>
                <c:pt idx="6268">
                  <c:v>64.309799194335895</c:v>
                </c:pt>
                <c:pt idx="6269">
                  <c:v>64.183746337890597</c:v>
                </c:pt>
                <c:pt idx="6270">
                  <c:v>64.106544494628906</c:v>
                </c:pt>
                <c:pt idx="6271">
                  <c:v>64.076515197753906</c:v>
                </c:pt>
                <c:pt idx="6272">
                  <c:v>64.045295715332003</c:v>
                </c:pt>
                <c:pt idx="6273">
                  <c:v>63.9580688476563</c:v>
                </c:pt>
                <c:pt idx="6274">
                  <c:v>63.816009521484403</c:v>
                </c:pt>
                <c:pt idx="6275">
                  <c:v>63.634639739990199</c:v>
                </c:pt>
                <c:pt idx="6276">
                  <c:v>63.484588623046903</c:v>
                </c:pt>
                <c:pt idx="6277">
                  <c:v>63.3176078796387</c:v>
                </c:pt>
                <c:pt idx="6278">
                  <c:v>63.256721496582003</c:v>
                </c:pt>
                <c:pt idx="6279">
                  <c:v>63.118721008300803</c:v>
                </c:pt>
                <c:pt idx="6280">
                  <c:v>62.985176086425803</c:v>
                </c:pt>
                <c:pt idx="6281">
                  <c:v>62.820583343505902</c:v>
                </c:pt>
                <c:pt idx="6282">
                  <c:v>62.670528411865199</c:v>
                </c:pt>
                <c:pt idx="6283">
                  <c:v>62.581813812255902</c:v>
                </c:pt>
                <c:pt idx="6284">
                  <c:v>62.471755981445298</c:v>
                </c:pt>
                <c:pt idx="6285">
                  <c:v>62.378864288330099</c:v>
                </c:pt>
                <c:pt idx="6286">
                  <c:v>62.344486236572301</c:v>
                </c:pt>
                <c:pt idx="6287">
                  <c:v>62.314098358154297</c:v>
                </c:pt>
                <c:pt idx="6288">
                  <c:v>62.287120819091797</c:v>
                </c:pt>
                <c:pt idx="6289">
                  <c:v>62.210647583007798</c:v>
                </c:pt>
                <c:pt idx="6290">
                  <c:v>62.154708862304702</c:v>
                </c:pt>
                <c:pt idx="6291">
                  <c:v>62.111526489257798</c:v>
                </c:pt>
                <c:pt idx="6292">
                  <c:v>62.045017242431598</c:v>
                </c:pt>
                <c:pt idx="6293">
                  <c:v>61.983470916748097</c:v>
                </c:pt>
                <c:pt idx="6294">
                  <c:v>61.874954223632798</c:v>
                </c:pt>
                <c:pt idx="6295">
                  <c:v>61.7785034179688</c:v>
                </c:pt>
                <c:pt idx="6296">
                  <c:v>61.649726867675803</c:v>
                </c:pt>
                <c:pt idx="6297">
                  <c:v>61.528469085693402</c:v>
                </c:pt>
                <c:pt idx="6298">
                  <c:v>61.3741264343262</c:v>
                </c:pt>
                <c:pt idx="6299">
                  <c:v>61.215583801269503</c:v>
                </c:pt>
                <c:pt idx="6300">
                  <c:v>61.0771675109863</c:v>
                </c:pt>
                <c:pt idx="6301">
                  <c:v>60.933753967285199</c:v>
                </c:pt>
                <c:pt idx="6302">
                  <c:v>60.811080932617202</c:v>
                </c:pt>
                <c:pt idx="6303">
                  <c:v>60.824325561523402</c:v>
                </c:pt>
                <c:pt idx="6304">
                  <c:v>60.5814018249512</c:v>
                </c:pt>
                <c:pt idx="6305">
                  <c:v>60.640064239502003</c:v>
                </c:pt>
                <c:pt idx="6306">
                  <c:v>60.880523681640597</c:v>
                </c:pt>
                <c:pt idx="6307">
                  <c:v>61.171131134033203</c:v>
                </c:pt>
                <c:pt idx="6308">
                  <c:v>61.607551574707003</c:v>
                </c:pt>
                <c:pt idx="6309">
                  <c:v>61.980880737304702</c:v>
                </c:pt>
                <c:pt idx="6310">
                  <c:v>62.266925811767599</c:v>
                </c:pt>
                <c:pt idx="6311">
                  <c:v>63.074275970458999</c:v>
                </c:pt>
                <c:pt idx="6312">
                  <c:v>63.406742095947301</c:v>
                </c:pt>
                <c:pt idx="6313">
                  <c:v>63.825237274169901</c:v>
                </c:pt>
                <c:pt idx="6314">
                  <c:v>64.025123596191406</c:v>
                </c:pt>
                <c:pt idx="6315">
                  <c:v>64.425796508789105</c:v>
                </c:pt>
                <c:pt idx="6316">
                  <c:v>64.847602844238295</c:v>
                </c:pt>
                <c:pt idx="6317">
                  <c:v>65.131660461425795</c:v>
                </c:pt>
                <c:pt idx="6318">
                  <c:v>65.607902526855497</c:v>
                </c:pt>
                <c:pt idx="6319">
                  <c:v>65.878356933593807</c:v>
                </c:pt>
                <c:pt idx="6320">
                  <c:v>66.479843139648395</c:v>
                </c:pt>
                <c:pt idx="6321">
                  <c:v>66.587905883789105</c:v>
                </c:pt>
                <c:pt idx="6322">
                  <c:v>66.913772583007798</c:v>
                </c:pt>
                <c:pt idx="6323">
                  <c:v>67.121437072753906</c:v>
                </c:pt>
                <c:pt idx="6324">
                  <c:v>67.547210693359403</c:v>
                </c:pt>
                <c:pt idx="6325">
                  <c:v>67.961265563964801</c:v>
                </c:pt>
                <c:pt idx="6326">
                  <c:v>68.274879455566406</c:v>
                </c:pt>
                <c:pt idx="6327">
                  <c:v>68.523178100585895</c:v>
                </c:pt>
                <c:pt idx="6328">
                  <c:v>68.390769958496094</c:v>
                </c:pt>
                <c:pt idx="6329">
                  <c:v>68.546371459960895</c:v>
                </c:pt>
                <c:pt idx="6330">
                  <c:v>68.767784118652301</c:v>
                </c:pt>
                <c:pt idx="6331">
                  <c:v>68.869171142578097</c:v>
                </c:pt>
                <c:pt idx="6332">
                  <c:v>68.895462036132798</c:v>
                </c:pt>
                <c:pt idx="6333">
                  <c:v>68.924819946289105</c:v>
                </c:pt>
                <c:pt idx="6334">
                  <c:v>68.979820251464801</c:v>
                </c:pt>
                <c:pt idx="6335">
                  <c:v>69.043312072753906</c:v>
                </c:pt>
                <c:pt idx="6336">
                  <c:v>69.180763244628906</c:v>
                </c:pt>
                <c:pt idx="6337">
                  <c:v>69.172149658203097</c:v>
                </c:pt>
                <c:pt idx="6338">
                  <c:v>69.122169494628906</c:v>
                </c:pt>
                <c:pt idx="6339">
                  <c:v>69.0947265625</c:v>
                </c:pt>
                <c:pt idx="6340">
                  <c:v>69.028030395507798</c:v>
                </c:pt>
                <c:pt idx="6341">
                  <c:v>68.964889526367202</c:v>
                </c:pt>
                <c:pt idx="6342">
                  <c:v>68.951591491699205</c:v>
                </c:pt>
                <c:pt idx="6343">
                  <c:v>68.876480102539105</c:v>
                </c:pt>
                <c:pt idx="6344">
                  <c:v>68.856643676757798</c:v>
                </c:pt>
                <c:pt idx="6345">
                  <c:v>68.812049865722699</c:v>
                </c:pt>
                <c:pt idx="6346">
                  <c:v>68.825759887695298</c:v>
                </c:pt>
                <c:pt idx="6347">
                  <c:v>68.857925415039105</c:v>
                </c:pt>
                <c:pt idx="6348">
                  <c:v>68.860809326171903</c:v>
                </c:pt>
                <c:pt idx="6349">
                  <c:v>68.843399047851605</c:v>
                </c:pt>
                <c:pt idx="6350">
                  <c:v>68.868644714355497</c:v>
                </c:pt>
                <c:pt idx="6351">
                  <c:v>68.881690979003906</c:v>
                </c:pt>
                <c:pt idx="6352">
                  <c:v>68.842445373535199</c:v>
                </c:pt>
                <c:pt idx="6353">
                  <c:v>68.851379394531307</c:v>
                </c:pt>
                <c:pt idx="6354">
                  <c:v>68.849433898925795</c:v>
                </c:pt>
                <c:pt idx="6355">
                  <c:v>68.897872924804702</c:v>
                </c:pt>
                <c:pt idx="6356">
                  <c:v>68.888748168945298</c:v>
                </c:pt>
                <c:pt idx="6357">
                  <c:v>68.852195739746094</c:v>
                </c:pt>
                <c:pt idx="6358">
                  <c:v>68.879020690917997</c:v>
                </c:pt>
                <c:pt idx="6359">
                  <c:v>68.897552490234403</c:v>
                </c:pt>
                <c:pt idx="6360">
                  <c:v>68.867218017578097</c:v>
                </c:pt>
                <c:pt idx="6361">
                  <c:v>68.948837280273395</c:v>
                </c:pt>
                <c:pt idx="6362">
                  <c:v>69.056747436523395</c:v>
                </c:pt>
                <c:pt idx="6363">
                  <c:v>69.09619140625</c:v>
                </c:pt>
                <c:pt idx="6364">
                  <c:v>69.439048767089801</c:v>
                </c:pt>
                <c:pt idx="6365">
                  <c:v>69.986602783203097</c:v>
                </c:pt>
                <c:pt idx="6366">
                  <c:v>70.245750427246094</c:v>
                </c:pt>
                <c:pt idx="6367">
                  <c:v>70.332069396972699</c:v>
                </c:pt>
                <c:pt idx="6368">
                  <c:v>70.533210754394503</c:v>
                </c:pt>
                <c:pt idx="6369">
                  <c:v>70.641731262207003</c:v>
                </c:pt>
                <c:pt idx="6370">
                  <c:v>70.867881774902301</c:v>
                </c:pt>
                <c:pt idx="6371">
                  <c:v>71.242500305175795</c:v>
                </c:pt>
                <c:pt idx="6372">
                  <c:v>71.670318603515597</c:v>
                </c:pt>
                <c:pt idx="6373">
                  <c:v>71.889968872070298</c:v>
                </c:pt>
                <c:pt idx="6374">
                  <c:v>72.009819030761705</c:v>
                </c:pt>
                <c:pt idx="6375">
                  <c:v>72.081329345703097</c:v>
                </c:pt>
                <c:pt idx="6376">
                  <c:v>72.769187927246094</c:v>
                </c:pt>
                <c:pt idx="6377">
                  <c:v>73.514404296875</c:v>
                </c:pt>
                <c:pt idx="6378">
                  <c:v>73.984931945800795</c:v>
                </c:pt>
                <c:pt idx="6379">
                  <c:v>74.5042724609375</c:v>
                </c:pt>
                <c:pt idx="6380">
                  <c:v>74.964660644531307</c:v>
                </c:pt>
                <c:pt idx="6381">
                  <c:v>75.193275451660199</c:v>
                </c:pt>
                <c:pt idx="6382">
                  <c:v>75.306427001953097</c:v>
                </c:pt>
                <c:pt idx="6383">
                  <c:v>75.453636169433594</c:v>
                </c:pt>
                <c:pt idx="6384">
                  <c:v>75.603080749511705</c:v>
                </c:pt>
                <c:pt idx="6385">
                  <c:v>75.938812255859403</c:v>
                </c:pt>
                <c:pt idx="6386">
                  <c:v>76.296340942382798</c:v>
                </c:pt>
                <c:pt idx="6387">
                  <c:v>77.094062805175795</c:v>
                </c:pt>
                <c:pt idx="6388">
                  <c:v>77.788314819335895</c:v>
                </c:pt>
                <c:pt idx="6389">
                  <c:v>78.219146728515597</c:v>
                </c:pt>
                <c:pt idx="6390">
                  <c:v>78.456436157226605</c:v>
                </c:pt>
                <c:pt idx="6391">
                  <c:v>78.578155517578097</c:v>
                </c:pt>
                <c:pt idx="6392">
                  <c:v>78.640686035156307</c:v>
                </c:pt>
                <c:pt idx="6393">
                  <c:v>78.672790527343807</c:v>
                </c:pt>
                <c:pt idx="6394">
                  <c:v>78.689262390136705</c:v>
                </c:pt>
                <c:pt idx="6395">
                  <c:v>78.697738647460895</c:v>
                </c:pt>
                <c:pt idx="6396">
                  <c:v>78.702079772949205</c:v>
                </c:pt>
                <c:pt idx="6397">
                  <c:v>78.704315185546903</c:v>
                </c:pt>
                <c:pt idx="6398">
                  <c:v>78.705459594726605</c:v>
                </c:pt>
                <c:pt idx="6399">
                  <c:v>78.706047058105497</c:v>
                </c:pt>
                <c:pt idx="6400">
                  <c:v>78.706344604492202</c:v>
                </c:pt>
                <c:pt idx="6401">
                  <c:v>78.706504821777301</c:v>
                </c:pt>
                <c:pt idx="6402">
                  <c:v>78.706581115722699</c:v>
                </c:pt>
                <c:pt idx="6403">
                  <c:v>78.706619262695298</c:v>
                </c:pt>
                <c:pt idx="6404">
                  <c:v>78.706642150878906</c:v>
                </c:pt>
                <c:pt idx="6405">
                  <c:v>78.706657409667997</c:v>
                </c:pt>
                <c:pt idx="6406">
                  <c:v>78.706657409667997</c:v>
                </c:pt>
                <c:pt idx="6407">
                  <c:v>78.7066650390625</c:v>
                </c:pt>
                <c:pt idx="6408">
                  <c:v>78.7066650390625</c:v>
                </c:pt>
                <c:pt idx="6409">
                  <c:v>78.7066650390625</c:v>
                </c:pt>
                <c:pt idx="6410">
                  <c:v>78.7066650390625</c:v>
                </c:pt>
                <c:pt idx="6411">
                  <c:v>78.7066650390625</c:v>
                </c:pt>
                <c:pt idx="6412">
                  <c:v>78.7066650390625</c:v>
                </c:pt>
                <c:pt idx="6413">
                  <c:v>78.7066650390625</c:v>
                </c:pt>
                <c:pt idx="6414">
                  <c:v>78.7066650390625</c:v>
                </c:pt>
                <c:pt idx="6415">
                  <c:v>78.7066650390625</c:v>
                </c:pt>
                <c:pt idx="6416">
                  <c:v>78.7066650390625</c:v>
                </c:pt>
                <c:pt idx="6417">
                  <c:v>78.7066650390625</c:v>
                </c:pt>
                <c:pt idx="6418">
                  <c:v>78.706886291503906</c:v>
                </c:pt>
                <c:pt idx="6419">
                  <c:v>78.707313537597699</c:v>
                </c:pt>
                <c:pt idx="6420">
                  <c:v>78.707000732421903</c:v>
                </c:pt>
                <c:pt idx="6421">
                  <c:v>78.707275390625</c:v>
                </c:pt>
                <c:pt idx="6422">
                  <c:v>78.709587097167997</c:v>
                </c:pt>
                <c:pt idx="6423">
                  <c:v>78.711898803710895</c:v>
                </c:pt>
                <c:pt idx="6424">
                  <c:v>78.714622497558594</c:v>
                </c:pt>
                <c:pt idx="6425">
                  <c:v>78.741073608398395</c:v>
                </c:pt>
                <c:pt idx="6426">
                  <c:v>78.8681640625</c:v>
                </c:pt>
                <c:pt idx="6427">
                  <c:v>78.980911254882798</c:v>
                </c:pt>
                <c:pt idx="6428">
                  <c:v>79.110084533691406</c:v>
                </c:pt>
                <c:pt idx="6429">
                  <c:v>79.534202575683594</c:v>
                </c:pt>
                <c:pt idx="6430">
                  <c:v>79.615638732910199</c:v>
                </c:pt>
                <c:pt idx="6431">
                  <c:v>79.794189453125</c:v>
                </c:pt>
                <c:pt idx="6432">
                  <c:v>79.966384887695298</c:v>
                </c:pt>
                <c:pt idx="6433">
                  <c:v>80.3275146484375</c:v>
                </c:pt>
                <c:pt idx="6434">
                  <c:v>80.913055419921903</c:v>
                </c:pt>
                <c:pt idx="6435">
                  <c:v>81.364601135253906</c:v>
                </c:pt>
                <c:pt idx="6436">
                  <c:v>81.743034362792997</c:v>
                </c:pt>
                <c:pt idx="6437">
                  <c:v>82.002693176269503</c:v>
                </c:pt>
                <c:pt idx="6438">
                  <c:v>82.200851440429702</c:v>
                </c:pt>
                <c:pt idx="6439">
                  <c:v>82.619140625</c:v>
                </c:pt>
                <c:pt idx="6440">
                  <c:v>83.088294982910199</c:v>
                </c:pt>
                <c:pt idx="6441">
                  <c:v>83.335350036621094</c:v>
                </c:pt>
                <c:pt idx="6442">
                  <c:v>83.544754028320298</c:v>
                </c:pt>
                <c:pt idx="6443">
                  <c:v>83.722328186035199</c:v>
                </c:pt>
                <c:pt idx="6444">
                  <c:v>83.967224121093807</c:v>
                </c:pt>
                <c:pt idx="6445">
                  <c:v>84.216903686523395</c:v>
                </c:pt>
                <c:pt idx="6446">
                  <c:v>84.454429626464801</c:v>
                </c:pt>
                <c:pt idx="6447">
                  <c:v>84.717193603515597</c:v>
                </c:pt>
                <c:pt idx="6448">
                  <c:v>84.943054199218807</c:v>
                </c:pt>
                <c:pt idx="6449">
                  <c:v>85.130577087402301</c:v>
                </c:pt>
                <c:pt idx="6450">
                  <c:v>85.299545288085895</c:v>
                </c:pt>
                <c:pt idx="6451">
                  <c:v>85.365333557128906</c:v>
                </c:pt>
                <c:pt idx="6452">
                  <c:v>85.815780639648395</c:v>
                </c:pt>
                <c:pt idx="6453">
                  <c:v>85.956695556640597</c:v>
                </c:pt>
                <c:pt idx="6454">
                  <c:v>86.170509338378906</c:v>
                </c:pt>
                <c:pt idx="6455">
                  <c:v>86.425613403320298</c:v>
                </c:pt>
                <c:pt idx="6456">
                  <c:v>86.6932373046875</c:v>
                </c:pt>
                <c:pt idx="6457">
                  <c:v>87.005966186523395</c:v>
                </c:pt>
                <c:pt idx="6458">
                  <c:v>87.395545959472699</c:v>
                </c:pt>
                <c:pt idx="6459">
                  <c:v>87.635894775390597</c:v>
                </c:pt>
                <c:pt idx="6460">
                  <c:v>88.073585510253906</c:v>
                </c:pt>
                <c:pt idx="6461">
                  <c:v>88.304298400878906</c:v>
                </c:pt>
                <c:pt idx="6462">
                  <c:v>88.500167846679702</c:v>
                </c:pt>
                <c:pt idx="6463">
                  <c:v>88.846008300781307</c:v>
                </c:pt>
                <c:pt idx="6464">
                  <c:v>89.0452880859375</c:v>
                </c:pt>
                <c:pt idx="6465">
                  <c:v>89.037437438964801</c:v>
                </c:pt>
                <c:pt idx="6466">
                  <c:v>89.080131530761705</c:v>
                </c:pt>
                <c:pt idx="6467">
                  <c:v>89.241371154785199</c:v>
                </c:pt>
                <c:pt idx="6468">
                  <c:v>89.606330871582003</c:v>
                </c:pt>
                <c:pt idx="6469">
                  <c:v>89.839179992675795</c:v>
                </c:pt>
                <c:pt idx="6470">
                  <c:v>89.962814331054702</c:v>
                </c:pt>
                <c:pt idx="6471">
                  <c:v>90.200180053710895</c:v>
                </c:pt>
                <c:pt idx="6472">
                  <c:v>90.276329040527301</c:v>
                </c:pt>
                <c:pt idx="6473">
                  <c:v>90.611953735351605</c:v>
                </c:pt>
                <c:pt idx="6474">
                  <c:v>90.882751464843807</c:v>
                </c:pt>
                <c:pt idx="6475">
                  <c:v>91.036888122558594</c:v>
                </c:pt>
                <c:pt idx="6476">
                  <c:v>91.103050231933594</c:v>
                </c:pt>
                <c:pt idx="6477">
                  <c:v>91.251243591308594</c:v>
                </c:pt>
                <c:pt idx="6478">
                  <c:v>91.256790161132798</c:v>
                </c:pt>
                <c:pt idx="6479">
                  <c:v>91.219177246093807</c:v>
                </c:pt>
                <c:pt idx="6480">
                  <c:v>91.275520324707003</c:v>
                </c:pt>
                <c:pt idx="6481">
                  <c:v>91.335823059082003</c:v>
                </c:pt>
                <c:pt idx="6482">
                  <c:v>91.319717407226605</c:v>
                </c:pt>
                <c:pt idx="6483">
                  <c:v>91.164855957031307</c:v>
                </c:pt>
                <c:pt idx="6484">
                  <c:v>91.009094238281307</c:v>
                </c:pt>
                <c:pt idx="6485">
                  <c:v>90.882240295410199</c:v>
                </c:pt>
                <c:pt idx="6486">
                  <c:v>90.717071533203097</c:v>
                </c:pt>
                <c:pt idx="6487">
                  <c:v>90.622520446777301</c:v>
                </c:pt>
                <c:pt idx="6488">
                  <c:v>90.494285583496094</c:v>
                </c:pt>
                <c:pt idx="6489">
                  <c:v>90.415100097656307</c:v>
                </c:pt>
                <c:pt idx="6490">
                  <c:v>90.266075134277301</c:v>
                </c:pt>
                <c:pt idx="6491">
                  <c:v>90.146171569824205</c:v>
                </c:pt>
                <c:pt idx="6492">
                  <c:v>89.848960876464801</c:v>
                </c:pt>
                <c:pt idx="6493">
                  <c:v>89.694084167480497</c:v>
                </c:pt>
                <c:pt idx="6494">
                  <c:v>89.632438659667997</c:v>
                </c:pt>
                <c:pt idx="6495">
                  <c:v>89.270103454589801</c:v>
                </c:pt>
                <c:pt idx="6496">
                  <c:v>89.093765258789105</c:v>
                </c:pt>
                <c:pt idx="6497">
                  <c:v>88.950691223144503</c:v>
                </c:pt>
                <c:pt idx="6498">
                  <c:v>88.891761779785199</c:v>
                </c:pt>
                <c:pt idx="6499">
                  <c:v>88.738578796386705</c:v>
                </c:pt>
                <c:pt idx="6500">
                  <c:v>88.712570190429702</c:v>
                </c:pt>
                <c:pt idx="6501">
                  <c:v>88.675712585449205</c:v>
                </c:pt>
                <c:pt idx="6502">
                  <c:v>88.709739685058594</c:v>
                </c:pt>
                <c:pt idx="6503">
                  <c:v>88.675476074218807</c:v>
                </c:pt>
                <c:pt idx="6504">
                  <c:v>88.618095397949205</c:v>
                </c:pt>
                <c:pt idx="6505">
                  <c:v>88.553939819335895</c:v>
                </c:pt>
                <c:pt idx="6506">
                  <c:v>88.524436950683594</c:v>
                </c:pt>
                <c:pt idx="6507">
                  <c:v>88.517814636230497</c:v>
                </c:pt>
                <c:pt idx="6508">
                  <c:v>88.549354553222699</c:v>
                </c:pt>
                <c:pt idx="6509">
                  <c:v>88.486724853515597</c:v>
                </c:pt>
                <c:pt idx="6510">
                  <c:v>88.488822937011705</c:v>
                </c:pt>
                <c:pt idx="6511">
                  <c:v>88.5450439453125</c:v>
                </c:pt>
                <c:pt idx="6512">
                  <c:v>88.601188659667997</c:v>
                </c:pt>
                <c:pt idx="6513">
                  <c:v>88.679313659667997</c:v>
                </c:pt>
                <c:pt idx="6514">
                  <c:v>88.764404296875</c:v>
                </c:pt>
                <c:pt idx="6515">
                  <c:v>88.992500305175795</c:v>
                </c:pt>
                <c:pt idx="6516">
                  <c:v>89.164619445800795</c:v>
                </c:pt>
                <c:pt idx="6517">
                  <c:v>89.257186889648395</c:v>
                </c:pt>
                <c:pt idx="6518">
                  <c:v>89.454261779785199</c:v>
                </c:pt>
                <c:pt idx="6519">
                  <c:v>89.781929016113295</c:v>
                </c:pt>
                <c:pt idx="6520">
                  <c:v>89.981468200683594</c:v>
                </c:pt>
                <c:pt idx="6521">
                  <c:v>90.065299987792997</c:v>
                </c:pt>
                <c:pt idx="6522">
                  <c:v>90.094398498535199</c:v>
                </c:pt>
                <c:pt idx="6523">
                  <c:v>90.069038391113295</c:v>
                </c:pt>
                <c:pt idx="6524">
                  <c:v>90.101135253906307</c:v>
                </c:pt>
                <c:pt idx="6525">
                  <c:v>90.023994445800795</c:v>
                </c:pt>
                <c:pt idx="6526">
                  <c:v>90.032135009765597</c:v>
                </c:pt>
                <c:pt idx="6527">
                  <c:v>89.803459167480497</c:v>
                </c:pt>
                <c:pt idx="6528">
                  <c:v>89.680854797363295</c:v>
                </c:pt>
                <c:pt idx="6529">
                  <c:v>89.571105957031307</c:v>
                </c:pt>
                <c:pt idx="6530">
                  <c:v>89.437774658203097</c:v>
                </c:pt>
                <c:pt idx="6531">
                  <c:v>89.280426025390597</c:v>
                </c:pt>
                <c:pt idx="6532">
                  <c:v>89.164123535156307</c:v>
                </c:pt>
                <c:pt idx="6533">
                  <c:v>89.034996032714801</c:v>
                </c:pt>
                <c:pt idx="6534">
                  <c:v>89.011978149414105</c:v>
                </c:pt>
                <c:pt idx="6535">
                  <c:v>88.890586853027301</c:v>
                </c:pt>
                <c:pt idx="6536">
                  <c:v>88.840370178222699</c:v>
                </c:pt>
                <c:pt idx="6537">
                  <c:v>88.844787597656307</c:v>
                </c:pt>
                <c:pt idx="6538">
                  <c:v>88.769195556640597</c:v>
                </c:pt>
                <c:pt idx="6539">
                  <c:v>88.754798889160199</c:v>
                </c:pt>
                <c:pt idx="6540">
                  <c:v>88.732116699218807</c:v>
                </c:pt>
                <c:pt idx="6541">
                  <c:v>88.646995544433594</c:v>
                </c:pt>
                <c:pt idx="6542">
                  <c:v>88.678970336914105</c:v>
                </c:pt>
                <c:pt idx="6543">
                  <c:v>88.679718017578097</c:v>
                </c:pt>
                <c:pt idx="6544">
                  <c:v>88.689727783203097</c:v>
                </c:pt>
                <c:pt idx="6545">
                  <c:v>88.767868041992202</c:v>
                </c:pt>
                <c:pt idx="6546">
                  <c:v>88.811584472656307</c:v>
                </c:pt>
                <c:pt idx="6547">
                  <c:v>88.718978881835895</c:v>
                </c:pt>
                <c:pt idx="6548">
                  <c:v>88.701881408691406</c:v>
                </c:pt>
                <c:pt idx="6549">
                  <c:v>88.703079223632798</c:v>
                </c:pt>
                <c:pt idx="6550">
                  <c:v>88.715217590332003</c:v>
                </c:pt>
                <c:pt idx="6551">
                  <c:v>88.705184936523395</c:v>
                </c:pt>
                <c:pt idx="6552">
                  <c:v>88.728218078613295</c:v>
                </c:pt>
                <c:pt idx="6553">
                  <c:v>88.700302124023395</c:v>
                </c:pt>
                <c:pt idx="6554">
                  <c:v>88.619789123535199</c:v>
                </c:pt>
                <c:pt idx="6555">
                  <c:v>88.586799621582003</c:v>
                </c:pt>
                <c:pt idx="6556">
                  <c:v>88.568489074707003</c:v>
                </c:pt>
                <c:pt idx="6557">
                  <c:v>88.544326782226605</c:v>
                </c:pt>
                <c:pt idx="6558">
                  <c:v>88.518615722656307</c:v>
                </c:pt>
                <c:pt idx="6559">
                  <c:v>88.324546813964801</c:v>
                </c:pt>
                <c:pt idx="6560">
                  <c:v>88.387336730957003</c:v>
                </c:pt>
                <c:pt idx="6561">
                  <c:v>88.159339904785199</c:v>
                </c:pt>
                <c:pt idx="6562">
                  <c:v>88.190658569335895</c:v>
                </c:pt>
                <c:pt idx="6563">
                  <c:v>87.979965209960895</c:v>
                </c:pt>
                <c:pt idx="6564">
                  <c:v>87.881904602050795</c:v>
                </c:pt>
                <c:pt idx="6565">
                  <c:v>87.959022521972699</c:v>
                </c:pt>
                <c:pt idx="6566">
                  <c:v>87.931503295898395</c:v>
                </c:pt>
                <c:pt idx="6567">
                  <c:v>87.878799438476605</c:v>
                </c:pt>
                <c:pt idx="6568">
                  <c:v>87.779891967773395</c:v>
                </c:pt>
                <c:pt idx="6569">
                  <c:v>87.643379211425795</c:v>
                </c:pt>
                <c:pt idx="6570">
                  <c:v>87.358062744140597</c:v>
                </c:pt>
                <c:pt idx="6571">
                  <c:v>87.358337402343807</c:v>
                </c:pt>
                <c:pt idx="6572">
                  <c:v>87.391784667968807</c:v>
                </c:pt>
                <c:pt idx="6573">
                  <c:v>87.326599121093807</c:v>
                </c:pt>
                <c:pt idx="6574">
                  <c:v>87.075294494628906</c:v>
                </c:pt>
                <c:pt idx="6575">
                  <c:v>86.989807128906307</c:v>
                </c:pt>
                <c:pt idx="6576">
                  <c:v>87.089347839355497</c:v>
                </c:pt>
                <c:pt idx="6577">
                  <c:v>87.028968811035199</c:v>
                </c:pt>
                <c:pt idx="6578">
                  <c:v>87.0289306640625</c:v>
                </c:pt>
                <c:pt idx="6579">
                  <c:v>87.236869812011705</c:v>
                </c:pt>
                <c:pt idx="6580">
                  <c:v>87.216552734375</c:v>
                </c:pt>
                <c:pt idx="6581">
                  <c:v>87.167137145996094</c:v>
                </c:pt>
                <c:pt idx="6582">
                  <c:v>87.049392700195298</c:v>
                </c:pt>
                <c:pt idx="6583">
                  <c:v>87.148765563964801</c:v>
                </c:pt>
                <c:pt idx="6584">
                  <c:v>87.304527282714801</c:v>
                </c:pt>
                <c:pt idx="6585">
                  <c:v>87.284881591796903</c:v>
                </c:pt>
                <c:pt idx="6586">
                  <c:v>87.409461975097699</c:v>
                </c:pt>
                <c:pt idx="6587">
                  <c:v>87.389579772949205</c:v>
                </c:pt>
                <c:pt idx="6588">
                  <c:v>87.507987976074205</c:v>
                </c:pt>
                <c:pt idx="6589">
                  <c:v>87.607711791992202</c:v>
                </c:pt>
                <c:pt idx="6590">
                  <c:v>87.707527160644503</c:v>
                </c:pt>
                <c:pt idx="6591">
                  <c:v>87.810821533203097</c:v>
                </c:pt>
                <c:pt idx="6592">
                  <c:v>87.962608337402301</c:v>
                </c:pt>
                <c:pt idx="6593">
                  <c:v>87.797904968261705</c:v>
                </c:pt>
                <c:pt idx="6594">
                  <c:v>87.834510803222699</c:v>
                </c:pt>
                <c:pt idx="6595">
                  <c:v>87.807403564453097</c:v>
                </c:pt>
                <c:pt idx="6596">
                  <c:v>87.950569152832003</c:v>
                </c:pt>
                <c:pt idx="6597">
                  <c:v>87.927345275878906</c:v>
                </c:pt>
                <c:pt idx="6598">
                  <c:v>87.884971618652301</c:v>
                </c:pt>
                <c:pt idx="6599">
                  <c:v>87.931373596191406</c:v>
                </c:pt>
                <c:pt idx="6600">
                  <c:v>88.058326721191406</c:v>
                </c:pt>
                <c:pt idx="6601">
                  <c:v>88.013603210449205</c:v>
                </c:pt>
                <c:pt idx="6602">
                  <c:v>87.941207885742202</c:v>
                </c:pt>
                <c:pt idx="6603">
                  <c:v>88.017890930175795</c:v>
                </c:pt>
                <c:pt idx="6604">
                  <c:v>87.873733520507798</c:v>
                </c:pt>
                <c:pt idx="6605">
                  <c:v>87.814811706542997</c:v>
                </c:pt>
                <c:pt idx="6606">
                  <c:v>87.799827575683594</c:v>
                </c:pt>
                <c:pt idx="6607">
                  <c:v>87.747177124023395</c:v>
                </c:pt>
                <c:pt idx="6608">
                  <c:v>87.701271057128906</c:v>
                </c:pt>
                <c:pt idx="6609">
                  <c:v>87.543952941894503</c:v>
                </c:pt>
                <c:pt idx="6610">
                  <c:v>87.616317749023395</c:v>
                </c:pt>
                <c:pt idx="6611">
                  <c:v>87.494209289550795</c:v>
                </c:pt>
                <c:pt idx="6612">
                  <c:v>87.360610961914105</c:v>
                </c:pt>
                <c:pt idx="6613">
                  <c:v>87.282173156738295</c:v>
                </c:pt>
                <c:pt idx="6614">
                  <c:v>87.358833312988295</c:v>
                </c:pt>
                <c:pt idx="6615">
                  <c:v>87.191795349121094</c:v>
                </c:pt>
                <c:pt idx="6616">
                  <c:v>87.010681152343807</c:v>
                </c:pt>
                <c:pt idx="6617">
                  <c:v>87.073371887207003</c:v>
                </c:pt>
                <c:pt idx="6618">
                  <c:v>87.193771362304702</c:v>
                </c:pt>
                <c:pt idx="6619">
                  <c:v>87.132583618164105</c:v>
                </c:pt>
                <c:pt idx="6620">
                  <c:v>87.046569824218807</c:v>
                </c:pt>
                <c:pt idx="6621">
                  <c:v>87.013381958007798</c:v>
                </c:pt>
                <c:pt idx="6622">
                  <c:v>87.183349609375</c:v>
                </c:pt>
                <c:pt idx="6623">
                  <c:v>87.416358947753906</c:v>
                </c:pt>
                <c:pt idx="6624">
                  <c:v>87.616752624511705</c:v>
                </c:pt>
                <c:pt idx="6625">
                  <c:v>87.627601623535199</c:v>
                </c:pt>
                <c:pt idx="6626">
                  <c:v>87.706642150878906</c:v>
                </c:pt>
                <c:pt idx="6627">
                  <c:v>87.682449340820298</c:v>
                </c:pt>
                <c:pt idx="6628">
                  <c:v>87.958984375</c:v>
                </c:pt>
                <c:pt idx="6629">
                  <c:v>88.160552978515597</c:v>
                </c:pt>
                <c:pt idx="6630">
                  <c:v>88.252708435058594</c:v>
                </c:pt>
                <c:pt idx="6631">
                  <c:v>88.472076416015597</c:v>
                </c:pt>
                <c:pt idx="6632">
                  <c:v>88.600509643554702</c:v>
                </c:pt>
                <c:pt idx="6633">
                  <c:v>88.658668518066406</c:v>
                </c:pt>
                <c:pt idx="6634">
                  <c:v>88.888603210449205</c:v>
                </c:pt>
                <c:pt idx="6635">
                  <c:v>88.946212768554702</c:v>
                </c:pt>
                <c:pt idx="6636">
                  <c:v>88.947685241699205</c:v>
                </c:pt>
                <c:pt idx="6637">
                  <c:v>89.186332702636705</c:v>
                </c:pt>
                <c:pt idx="6638">
                  <c:v>89.356826782226605</c:v>
                </c:pt>
                <c:pt idx="6639">
                  <c:v>89.475273132324205</c:v>
                </c:pt>
                <c:pt idx="6640">
                  <c:v>89.843315124511705</c:v>
                </c:pt>
                <c:pt idx="6641">
                  <c:v>89.910430908203097</c:v>
                </c:pt>
                <c:pt idx="6642">
                  <c:v>90.024475097656307</c:v>
                </c:pt>
                <c:pt idx="6643">
                  <c:v>90.273773193359403</c:v>
                </c:pt>
                <c:pt idx="6644">
                  <c:v>90.410804748535199</c:v>
                </c:pt>
                <c:pt idx="6645">
                  <c:v>90.538810729980497</c:v>
                </c:pt>
                <c:pt idx="6646">
                  <c:v>90.826667785644503</c:v>
                </c:pt>
                <c:pt idx="6647">
                  <c:v>90.961891174316406</c:v>
                </c:pt>
                <c:pt idx="6648">
                  <c:v>90.809532165527301</c:v>
                </c:pt>
                <c:pt idx="6649">
                  <c:v>91.184638977050795</c:v>
                </c:pt>
                <c:pt idx="6650">
                  <c:v>91.4755859375</c:v>
                </c:pt>
                <c:pt idx="6651">
                  <c:v>91.732612609863295</c:v>
                </c:pt>
                <c:pt idx="6652">
                  <c:v>92.012733459472699</c:v>
                </c:pt>
                <c:pt idx="6653">
                  <c:v>92.188514709472699</c:v>
                </c:pt>
                <c:pt idx="6654">
                  <c:v>92.278282165527301</c:v>
                </c:pt>
                <c:pt idx="6655">
                  <c:v>92.410087585449205</c:v>
                </c:pt>
                <c:pt idx="6656">
                  <c:v>92.777870178222699</c:v>
                </c:pt>
                <c:pt idx="6657">
                  <c:v>93.120010375976605</c:v>
                </c:pt>
                <c:pt idx="6658">
                  <c:v>93.327629089355497</c:v>
                </c:pt>
                <c:pt idx="6659">
                  <c:v>93.781410217285199</c:v>
                </c:pt>
                <c:pt idx="6660">
                  <c:v>94.138160705566406</c:v>
                </c:pt>
                <c:pt idx="6661">
                  <c:v>94.565742492675795</c:v>
                </c:pt>
                <c:pt idx="6662">
                  <c:v>94.835395812988295</c:v>
                </c:pt>
                <c:pt idx="6663">
                  <c:v>95.116691589355497</c:v>
                </c:pt>
                <c:pt idx="6664">
                  <c:v>95.165725708007798</c:v>
                </c:pt>
                <c:pt idx="6665">
                  <c:v>95.531440734863295</c:v>
                </c:pt>
                <c:pt idx="6666">
                  <c:v>95.927062988281307</c:v>
                </c:pt>
                <c:pt idx="6667">
                  <c:v>96.375068664550795</c:v>
                </c:pt>
                <c:pt idx="6668">
                  <c:v>96.520103454589801</c:v>
                </c:pt>
                <c:pt idx="6669">
                  <c:v>96.695571899414105</c:v>
                </c:pt>
                <c:pt idx="6670">
                  <c:v>96.988258361816406</c:v>
                </c:pt>
                <c:pt idx="6671">
                  <c:v>97.193634033203097</c:v>
                </c:pt>
                <c:pt idx="6672">
                  <c:v>97.508850097656307</c:v>
                </c:pt>
                <c:pt idx="6673">
                  <c:v>97.800346374511705</c:v>
                </c:pt>
                <c:pt idx="6674">
                  <c:v>98.064598083496094</c:v>
                </c:pt>
                <c:pt idx="6675">
                  <c:v>98.325279235839801</c:v>
                </c:pt>
                <c:pt idx="6676">
                  <c:v>98.595878601074205</c:v>
                </c:pt>
                <c:pt idx="6677">
                  <c:v>98.857048034667997</c:v>
                </c:pt>
                <c:pt idx="6678">
                  <c:v>99.340843200683594</c:v>
                </c:pt>
                <c:pt idx="6679">
                  <c:v>99.75244140625</c:v>
                </c:pt>
                <c:pt idx="6680">
                  <c:v>100.23122406005901</c:v>
                </c:pt>
                <c:pt idx="6681">
                  <c:v>100.548583984375</c:v>
                </c:pt>
                <c:pt idx="6682">
                  <c:v>100.542854309082</c:v>
                </c:pt>
                <c:pt idx="6683">
                  <c:v>100.697128295898</c:v>
                </c:pt>
                <c:pt idx="6684">
                  <c:v>100.983352661133</c:v>
                </c:pt>
                <c:pt idx="6685">
                  <c:v>101.260200500488</c:v>
                </c:pt>
                <c:pt idx="6686">
                  <c:v>101.49584197998</c:v>
                </c:pt>
                <c:pt idx="6687">
                  <c:v>101.63169097900401</c:v>
                </c:pt>
                <c:pt idx="6688">
                  <c:v>101.674613952637</c:v>
                </c:pt>
                <c:pt idx="6689">
                  <c:v>101.712860107422</c:v>
                </c:pt>
                <c:pt idx="6690">
                  <c:v>101.76319885253901</c:v>
                </c:pt>
                <c:pt idx="6691">
                  <c:v>101.765190124512</c:v>
                </c:pt>
                <c:pt idx="6692">
                  <c:v>101.726287841797</c:v>
                </c:pt>
                <c:pt idx="6693">
                  <c:v>101.80680847168</c:v>
                </c:pt>
                <c:pt idx="6694">
                  <c:v>101.92071533203099</c:v>
                </c:pt>
                <c:pt idx="6695">
                  <c:v>101.95794677734401</c:v>
                </c:pt>
                <c:pt idx="6696">
                  <c:v>101.84691619873</c:v>
                </c:pt>
                <c:pt idx="6697">
                  <c:v>102.01519775390599</c:v>
                </c:pt>
                <c:pt idx="6698">
                  <c:v>102.23770141601599</c:v>
                </c:pt>
                <c:pt idx="6699">
                  <c:v>102.19034576416</c:v>
                </c:pt>
                <c:pt idx="6700">
                  <c:v>102.40470123291</c:v>
                </c:pt>
                <c:pt idx="6701">
                  <c:v>102.66521453857401</c:v>
                </c:pt>
                <c:pt idx="6702">
                  <c:v>102.946166992188</c:v>
                </c:pt>
                <c:pt idx="6703">
                  <c:v>102.991806030273</c:v>
                </c:pt>
                <c:pt idx="6704">
                  <c:v>103.196044921875</c:v>
                </c:pt>
                <c:pt idx="6705">
                  <c:v>103.326705932617</c:v>
                </c:pt>
                <c:pt idx="6706">
                  <c:v>103.594047546387</c:v>
                </c:pt>
                <c:pt idx="6707">
                  <c:v>103.772590637207</c:v>
                </c:pt>
                <c:pt idx="6708">
                  <c:v>103.980438232422</c:v>
                </c:pt>
                <c:pt idx="6709">
                  <c:v>104.04833984375</c:v>
                </c:pt>
                <c:pt idx="6710">
                  <c:v>104.06761932373</c:v>
                </c:pt>
                <c:pt idx="6711">
                  <c:v>104.026580810547</c:v>
                </c:pt>
                <c:pt idx="6712">
                  <c:v>104.124618530273</c:v>
                </c:pt>
                <c:pt idx="6713">
                  <c:v>104.288619995117</c:v>
                </c:pt>
                <c:pt idx="6714">
                  <c:v>104.43717956543</c:v>
                </c:pt>
                <c:pt idx="6715">
                  <c:v>104.50066375732401</c:v>
                </c:pt>
                <c:pt idx="6716">
                  <c:v>104.555229187012</c:v>
                </c:pt>
                <c:pt idx="6717">
                  <c:v>104.65969085693401</c:v>
                </c:pt>
                <c:pt idx="6718">
                  <c:v>104.72288513183599</c:v>
                </c:pt>
                <c:pt idx="6719">
                  <c:v>104.755989074707</c:v>
                </c:pt>
                <c:pt idx="6720">
                  <c:v>104.773109436035</c:v>
                </c:pt>
                <c:pt idx="6721">
                  <c:v>104.781898498535</c:v>
                </c:pt>
                <c:pt idx="6722">
                  <c:v>104.786415100098</c:v>
                </c:pt>
                <c:pt idx="6723">
                  <c:v>104.78872680664099</c:v>
                </c:pt>
                <c:pt idx="6724">
                  <c:v>104.789916992188</c:v>
                </c:pt>
                <c:pt idx="6725">
                  <c:v>104.79052734375</c:v>
                </c:pt>
                <c:pt idx="6726">
                  <c:v>104.79084014892599</c:v>
                </c:pt>
                <c:pt idx="6727">
                  <c:v>104.791007995605</c:v>
                </c:pt>
                <c:pt idx="6728">
                  <c:v>104.79108428955099</c:v>
                </c:pt>
                <c:pt idx="6729">
                  <c:v>104.791130065918</c:v>
                </c:pt>
                <c:pt idx="6730">
                  <c:v>104.791152954102</c:v>
                </c:pt>
                <c:pt idx="6731">
                  <c:v>104.79116058349599</c:v>
                </c:pt>
                <c:pt idx="6732">
                  <c:v>104.79116821289099</c:v>
                </c:pt>
                <c:pt idx="6733">
                  <c:v>104.79116821289099</c:v>
                </c:pt>
                <c:pt idx="6734">
                  <c:v>104.791175842285</c:v>
                </c:pt>
                <c:pt idx="6735">
                  <c:v>104.791175842285</c:v>
                </c:pt>
                <c:pt idx="6736">
                  <c:v>104.791175842285</c:v>
                </c:pt>
                <c:pt idx="6737">
                  <c:v>104.791175842285</c:v>
                </c:pt>
                <c:pt idx="6738">
                  <c:v>104.791175842285</c:v>
                </c:pt>
                <c:pt idx="6739">
                  <c:v>104.791175842285</c:v>
                </c:pt>
                <c:pt idx="6740">
                  <c:v>104.791175842285</c:v>
                </c:pt>
                <c:pt idx="6741">
                  <c:v>104.791175842285</c:v>
                </c:pt>
                <c:pt idx="6742">
                  <c:v>104.791175842285</c:v>
                </c:pt>
                <c:pt idx="6743">
                  <c:v>104.791175842285</c:v>
                </c:pt>
                <c:pt idx="6744">
                  <c:v>105.65134429931599</c:v>
                </c:pt>
                <c:pt idx="6745">
                  <c:v>105.44814300537099</c:v>
                </c:pt>
                <c:pt idx="6746">
                  <c:v>105.707138061523</c:v>
                </c:pt>
                <c:pt idx="6747">
                  <c:v>107.421798706055</c:v>
                </c:pt>
                <c:pt idx="6748">
                  <c:v>108.124885559082</c:v>
                </c:pt>
                <c:pt idx="6749">
                  <c:v>108.542114257813</c:v>
                </c:pt>
                <c:pt idx="6750">
                  <c:v>109.151489257813</c:v>
                </c:pt>
                <c:pt idx="6751">
                  <c:v>109.505912780762</c:v>
                </c:pt>
                <c:pt idx="6752">
                  <c:v>109.694213867188</c:v>
                </c:pt>
                <c:pt idx="6753">
                  <c:v>109.80361175537099</c:v>
                </c:pt>
                <c:pt idx="6754">
                  <c:v>109.839950561523</c:v>
                </c:pt>
                <c:pt idx="6755">
                  <c:v>109.927627563477</c:v>
                </c:pt>
                <c:pt idx="6756">
                  <c:v>109.90867614746099</c:v>
                </c:pt>
                <c:pt idx="6757">
                  <c:v>109.98950958252</c:v>
                </c:pt>
                <c:pt idx="6758">
                  <c:v>110.114151000977</c:v>
                </c:pt>
                <c:pt idx="6759">
                  <c:v>110.26792144775401</c:v>
                </c:pt>
                <c:pt idx="6760">
                  <c:v>110.35733795166</c:v>
                </c:pt>
                <c:pt idx="6761">
                  <c:v>110.309051513672</c:v>
                </c:pt>
                <c:pt idx="6762">
                  <c:v>110.417854309082</c:v>
                </c:pt>
                <c:pt idx="6763">
                  <c:v>110.41227722168</c:v>
                </c:pt>
                <c:pt idx="6764">
                  <c:v>110.49740600585901</c:v>
                </c:pt>
                <c:pt idx="6765">
                  <c:v>110.526779174805</c:v>
                </c:pt>
                <c:pt idx="6766">
                  <c:v>110.598770141602</c:v>
                </c:pt>
                <c:pt idx="6767">
                  <c:v>110.866325378418</c:v>
                </c:pt>
                <c:pt idx="6768">
                  <c:v>111.060188293457</c:v>
                </c:pt>
                <c:pt idx="6769">
                  <c:v>111.084228515625</c:v>
                </c:pt>
                <c:pt idx="6770">
                  <c:v>111.133262634277</c:v>
                </c:pt>
                <c:pt idx="6771">
                  <c:v>111.257049560547</c:v>
                </c:pt>
                <c:pt idx="6772">
                  <c:v>111.187057495117</c:v>
                </c:pt>
                <c:pt idx="6773">
                  <c:v>111.229858398438</c:v>
                </c:pt>
                <c:pt idx="6774">
                  <c:v>111.338081359863</c:v>
                </c:pt>
                <c:pt idx="6775">
                  <c:v>111.411026000977</c:v>
                </c:pt>
                <c:pt idx="6776">
                  <c:v>111.62001800537099</c:v>
                </c:pt>
                <c:pt idx="6777">
                  <c:v>111.914680480957</c:v>
                </c:pt>
                <c:pt idx="6778">
                  <c:v>112.30770874023401</c:v>
                </c:pt>
                <c:pt idx="6779">
                  <c:v>112.78289794921901</c:v>
                </c:pt>
                <c:pt idx="6780">
                  <c:v>112.76326751709</c:v>
                </c:pt>
                <c:pt idx="6781">
                  <c:v>112.83374786377</c:v>
                </c:pt>
                <c:pt idx="6782">
                  <c:v>113.13507843017599</c:v>
                </c:pt>
                <c:pt idx="6783">
                  <c:v>113.69940185546901</c:v>
                </c:pt>
                <c:pt idx="6784">
                  <c:v>114.121391296387</c:v>
                </c:pt>
                <c:pt idx="6785">
                  <c:v>114.575401306152</c:v>
                </c:pt>
                <c:pt idx="6786">
                  <c:v>114.657279968262</c:v>
                </c:pt>
                <c:pt idx="6787">
                  <c:v>114.84255218505901</c:v>
                </c:pt>
                <c:pt idx="6788">
                  <c:v>115.030281066895</c:v>
                </c:pt>
                <c:pt idx="6789">
                  <c:v>115.187149047852</c:v>
                </c:pt>
                <c:pt idx="6790">
                  <c:v>115.645942687988</c:v>
                </c:pt>
                <c:pt idx="6791">
                  <c:v>116.00757598877</c:v>
                </c:pt>
                <c:pt idx="6792">
                  <c:v>116.22135925293</c:v>
                </c:pt>
                <c:pt idx="6793">
                  <c:v>116.357208251953</c:v>
                </c:pt>
                <c:pt idx="6794">
                  <c:v>116.68190002441401</c:v>
                </c:pt>
                <c:pt idx="6795">
                  <c:v>116.793907165527</c:v>
                </c:pt>
                <c:pt idx="6796">
                  <c:v>116.929008483887</c:v>
                </c:pt>
                <c:pt idx="6797">
                  <c:v>117.12490081787099</c:v>
                </c:pt>
                <c:pt idx="6798">
                  <c:v>117.312858581543</c:v>
                </c:pt>
                <c:pt idx="6799">
                  <c:v>117.46360778808599</c:v>
                </c:pt>
                <c:pt idx="6800">
                  <c:v>117.63687133789099</c:v>
                </c:pt>
                <c:pt idx="6801">
                  <c:v>117.727378845215</c:v>
                </c:pt>
                <c:pt idx="6802">
                  <c:v>117.92385101318401</c:v>
                </c:pt>
                <c:pt idx="6803">
                  <c:v>118.096298217773</c:v>
                </c:pt>
                <c:pt idx="6804">
                  <c:v>118.129913330078</c:v>
                </c:pt>
                <c:pt idx="6805">
                  <c:v>118.338836669922</c:v>
                </c:pt>
                <c:pt idx="6806">
                  <c:v>118.62908935546901</c:v>
                </c:pt>
                <c:pt idx="6807">
                  <c:v>118.88677978515599</c:v>
                </c:pt>
                <c:pt idx="6808">
                  <c:v>118.97771453857401</c:v>
                </c:pt>
                <c:pt idx="6809">
                  <c:v>119.13046264648401</c:v>
                </c:pt>
                <c:pt idx="6810">
                  <c:v>119.32138061523401</c:v>
                </c:pt>
                <c:pt idx="6811">
                  <c:v>119.551872253418</c:v>
                </c:pt>
                <c:pt idx="6812">
                  <c:v>119.62582397460901</c:v>
                </c:pt>
                <c:pt idx="6813">
                  <c:v>119.480018615723</c:v>
                </c:pt>
                <c:pt idx="6814">
                  <c:v>119.47080230712901</c:v>
                </c:pt>
                <c:pt idx="6815">
                  <c:v>119.62255859375</c:v>
                </c:pt>
                <c:pt idx="6816">
                  <c:v>120.197715759277</c:v>
                </c:pt>
                <c:pt idx="6817">
                  <c:v>120.657501220703</c:v>
                </c:pt>
                <c:pt idx="6818">
                  <c:v>120.66813659668</c:v>
                </c:pt>
                <c:pt idx="6819">
                  <c:v>120.857040405273</c:v>
                </c:pt>
                <c:pt idx="6820">
                  <c:v>121.018844604492</c:v>
                </c:pt>
                <c:pt idx="6821">
                  <c:v>121.13825225830099</c:v>
                </c:pt>
                <c:pt idx="6822">
                  <c:v>121.209358215332</c:v>
                </c:pt>
                <c:pt idx="6823">
                  <c:v>121.24244689941401</c:v>
                </c:pt>
                <c:pt idx="6824">
                  <c:v>121.58156585693401</c:v>
                </c:pt>
                <c:pt idx="6825">
                  <c:v>121.62393951416</c:v>
                </c:pt>
                <c:pt idx="6826">
                  <c:v>121.72087860107401</c:v>
                </c:pt>
                <c:pt idx="6827">
                  <c:v>121.737739562988</c:v>
                </c:pt>
                <c:pt idx="6828">
                  <c:v>121.810684204102</c:v>
                </c:pt>
                <c:pt idx="6829">
                  <c:v>122.00836944580099</c:v>
                </c:pt>
                <c:pt idx="6830">
                  <c:v>122.29719543457</c:v>
                </c:pt>
                <c:pt idx="6831">
                  <c:v>122.38646697998</c:v>
                </c:pt>
                <c:pt idx="6832">
                  <c:v>122.283813476563</c:v>
                </c:pt>
                <c:pt idx="6833">
                  <c:v>122.40842437744099</c:v>
                </c:pt>
                <c:pt idx="6834">
                  <c:v>122.538864135742</c:v>
                </c:pt>
                <c:pt idx="6835">
                  <c:v>122.68051910400401</c:v>
                </c:pt>
                <c:pt idx="6836">
                  <c:v>122.735877990723</c:v>
                </c:pt>
                <c:pt idx="6837">
                  <c:v>122.808952331543</c:v>
                </c:pt>
                <c:pt idx="6838">
                  <c:v>122.87172698974599</c:v>
                </c:pt>
                <c:pt idx="6839">
                  <c:v>122.789512634277</c:v>
                </c:pt>
                <c:pt idx="6840">
                  <c:v>122.85374450683599</c:v>
                </c:pt>
                <c:pt idx="6841">
                  <c:v>122.75888824462901</c:v>
                </c:pt>
                <c:pt idx="6842">
                  <c:v>122.80910491943401</c:v>
                </c:pt>
                <c:pt idx="6843">
                  <c:v>122.88510894775401</c:v>
                </c:pt>
                <c:pt idx="6844">
                  <c:v>123.135177612305</c:v>
                </c:pt>
                <c:pt idx="6845">
                  <c:v>123.17001342773401</c:v>
                </c:pt>
                <c:pt idx="6846">
                  <c:v>123.12376403808599</c:v>
                </c:pt>
                <c:pt idx="6847">
                  <c:v>123.105094909668</c:v>
                </c:pt>
                <c:pt idx="6848">
                  <c:v>123.287971496582</c:v>
                </c:pt>
                <c:pt idx="6849">
                  <c:v>123.263427734375</c:v>
                </c:pt>
                <c:pt idx="6850">
                  <c:v>123.24762725830099</c:v>
                </c:pt>
                <c:pt idx="6851">
                  <c:v>123.340545654297</c:v>
                </c:pt>
                <c:pt idx="6852">
                  <c:v>123.41926574707</c:v>
                </c:pt>
                <c:pt idx="6853">
                  <c:v>123.30487060546901</c:v>
                </c:pt>
                <c:pt idx="6854">
                  <c:v>123.38933563232401</c:v>
                </c:pt>
                <c:pt idx="6855">
                  <c:v>123.534591674805</c:v>
                </c:pt>
                <c:pt idx="6856">
                  <c:v>123.512664794922</c:v>
                </c:pt>
                <c:pt idx="6857">
                  <c:v>123.63742828369099</c:v>
                </c:pt>
                <c:pt idx="6858">
                  <c:v>123.501182556152</c:v>
                </c:pt>
                <c:pt idx="6859">
                  <c:v>123.490928649902</c:v>
                </c:pt>
                <c:pt idx="6860">
                  <c:v>123.504989624023</c:v>
                </c:pt>
                <c:pt idx="6861">
                  <c:v>123.58404541015599</c:v>
                </c:pt>
                <c:pt idx="6862">
                  <c:v>123.60604095459</c:v>
                </c:pt>
                <c:pt idx="6863">
                  <c:v>123.57794952392599</c:v>
                </c:pt>
                <c:pt idx="6864">
                  <c:v>123.47443389892599</c:v>
                </c:pt>
                <c:pt idx="6865">
                  <c:v>123.249885559082</c:v>
                </c:pt>
                <c:pt idx="6866">
                  <c:v>123.144744873047</c:v>
                </c:pt>
                <c:pt idx="6867">
                  <c:v>123.00820159912099</c:v>
                </c:pt>
                <c:pt idx="6868">
                  <c:v>122.902221679688</c:v>
                </c:pt>
                <c:pt idx="6869">
                  <c:v>122.855682373047</c:v>
                </c:pt>
                <c:pt idx="6870">
                  <c:v>122.741050720215</c:v>
                </c:pt>
                <c:pt idx="6871">
                  <c:v>122.49819946289099</c:v>
                </c:pt>
                <c:pt idx="6872">
                  <c:v>122.154327392578</c:v>
                </c:pt>
                <c:pt idx="6873">
                  <c:v>121.88575744628901</c:v>
                </c:pt>
                <c:pt idx="6874">
                  <c:v>121.712837219238</c:v>
                </c:pt>
                <c:pt idx="6875">
                  <c:v>121.53190612793</c:v>
                </c:pt>
                <c:pt idx="6876">
                  <c:v>121.373397827148</c:v>
                </c:pt>
                <c:pt idx="6877">
                  <c:v>121.27780914306599</c:v>
                </c:pt>
                <c:pt idx="6878">
                  <c:v>121.13079071044901</c:v>
                </c:pt>
                <c:pt idx="6879">
                  <c:v>120.988807678223</c:v>
                </c:pt>
                <c:pt idx="6880">
                  <c:v>120.969482421875</c:v>
                </c:pt>
                <c:pt idx="6881">
                  <c:v>120.62589263916</c:v>
                </c:pt>
                <c:pt idx="6882">
                  <c:v>120.24730682373</c:v>
                </c:pt>
                <c:pt idx="6883">
                  <c:v>119.983390808105</c:v>
                </c:pt>
                <c:pt idx="6884">
                  <c:v>119.78150939941401</c:v>
                </c:pt>
                <c:pt idx="6885">
                  <c:v>119.898231506348</c:v>
                </c:pt>
                <c:pt idx="6886">
                  <c:v>119.894325256348</c:v>
                </c:pt>
                <c:pt idx="6887">
                  <c:v>119.813125610352</c:v>
                </c:pt>
                <c:pt idx="6888">
                  <c:v>119.964218139648</c:v>
                </c:pt>
                <c:pt idx="6889">
                  <c:v>119.82611083984401</c:v>
                </c:pt>
                <c:pt idx="6890">
                  <c:v>119.804801940918</c:v>
                </c:pt>
                <c:pt idx="6891">
                  <c:v>119.661979675293</c:v>
                </c:pt>
                <c:pt idx="6892">
                  <c:v>119.532516479492</c:v>
                </c:pt>
                <c:pt idx="6893">
                  <c:v>119.672233581543</c:v>
                </c:pt>
                <c:pt idx="6894">
                  <c:v>119.855949401855</c:v>
                </c:pt>
                <c:pt idx="6895">
                  <c:v>119.736785888672</c:v>
                </c:pt>
                <c:pt idx="6896">
                  <c:v>119.725051879883</c:v>
                </c:pt>
                <c:pt idx="6897">
                  <c:v>119.719192504883</c:v>
                </c:pt>
                <c:pt idx="6898">
                  <c:v>119.703453063965</c:v>
                </c:pt>
                <c:pt idx="6899">
                  <c:v>119.527885437012</c:v>
                </c:pt>
                <c:pt idx="6900">
                  <c:v>119.463790893555</c:v>
                </c:pt>
                <c:pt idx="6901">
                  <c:v>119.448043823242</c:v>
                </c:pt>
                <c:pt idx="6902">
                  <c:v>119.484268188477</c:v>
                </c:pt>
                <c:pt idx="6903">
                  <c:v>119.50563049316401</c:v>
                </c:pt>
                <c:pt idx="6904">
                  <c:v>119.40773010253901</c:v>
                </c:pt>
                <c:pt idx="6905">
                  <c:v>119.42018127441401</c:v>
                </c:pt>
                <c:pt idx="6906">
                  <c:v>119.37135314941401</c:v>
                </c:pt>
                <c:pt idx="6907">
                  <c:v>119.30573272705099</c:v>
                </c:pt>
                <c:pt idx="6908">
                  <c:v>119.10129547119099</c:v>
                </c:pt>
                <c:pt idx="6909">
                  <c:v>118.93479919433599</c:v>
                </c:pt>
                <c:pt idx="6910">
                  <c:v>118.70263671875</c:v>
                </c:pt>
                <c:pt idx="6911">
                  <c:v>118.32981109619099</c:v>
                </c:pt>
                <c:pt idx="6912">
                  <c:v>118.112663269043</c:v>
                </c:pt>
                <c:pt idx="6913">
                  <c:v>117.98471832275401</c:v>
                </c:pt>
                <c:pt idx="6914">
                  <c:v>117.883422851563</c:v>
                </c:pt>
                <c:pt idx="6915">
                  <c:v>117.780632019043</c:v>
                </c:pt>
                <c:pt idx="6916">
                  <c:v>117.63632965087901</c:v>
                </c:pt>
                <c:pt idx="6917">
                  <c:v>117.481567382813</c:v>
                </c:pt>
                <c:pt idx="6918">
                  <c:v>117.322372436523</c:v>
                </c:pt>
                <c:pt idx="6919">
                  <c:v>117.130821228027</c:v>
                </c:pt>
                <c:pt idx="6920">
                  <c:v>116.896072387695</c:v>
                </c:pt>
                <c:pt idx="6921">
                  <c:v>116.665573120117</c:v>
                </c:pt>
                <c:pt idx="6922">
                  <c:v>116.518997192383</c:v>
                </c:pt>
                <c:pt idx="6923">
                  <c:v>116.360389709473</c:v>
                </c:pt>
                <c:pt idx="6924">
                  <c:v>116.181365966797</c:v>
                </c:pt>
                <c:pt idx="6925">
                  <c:v>115.89902496337901</c:v>
                </c:pt>
                <c:pt idx="6926">
                  <c:v>115.70758056640599</c:v>
                </c:pt>
                <c:pt idx="6927">
                  <c:v>115.527961730957</c:v>
                </c:pt>
                <c:pt idx="6928">
                  <c:v>115.310829162598</c:v>
                </c:pt>
                <c:pt idx="6929">
                  <c:v>115.11468505859401</c:v>
                </c:pt>
                <c:pt idx="6930">
                  <c:v>114.93913269043</c:v>
                </c:pt>
                <c:pt idx="6931">
                  <c:v>114.82307434082</c:v>
                </c:pt>
                <c:pt idx="6932">
                  <c:v>114.760604858398</c:v>
                </c:pt>
                <c:pt idx="6933">
                  <c:v>114.684646606445</c:v>
                </c:pt>
                <c:pt idx="6934">
                  <c:v>114.634895324707</c:v>
                </c:pt>
                <c:pt idx="6935">
                  <c:v>114.50772857666</c:v>
                </c:pt>
                <c:pt idx="6936">
                  <c:v>114.467559814453</c:v>
                </c:pt>
                <c:pt idx="6937">
                  <c:v>114.386428833008</c:v>
                </c:pt>
                <c:pt idx="6938">
                  <c:v>114.36447906494099</c:v>
                </c:pt>
                <c:pt idx="6939">
                  <c:v>114.38376617431599</c:v>
                </c:pt>
                <c:pt idx="6940">
                  <c:v>114.368927001953</c:v>
                </c:pt>
                <c:pt idx="6941">
                  <c:v>114.387496948242</c:v>
                </c:pt>
                <c:pt idx="6942">
                  <c:v>114.29254913330099</c:v>
                </c:pt>
                <c:pt idx="6943">
                  <c:v>114.32460784912099</c:v>
                </c:pt>
                <c:pt idx="6944">
                  <c:v>114.34405517578099</c:v>
                </c:pt>
                <c:pt idx="6945">
                  <c:v>114.40266418457</c:v>
                </c:pt>
                <c:pt idx="6946">
                  <c:v>114.48052978515599</c:v>
                </c:pt>
                <c:pt idx="6947">
                  <c:v>114.773796081543</c:v>
                </c:pt>
                <c:pt idx="6948">
                  <c:v>114.954055786133</c:v>
                </c:pt>
                <c:pt idx="6949">
                  <c:v>115.34278869628901</c:v>
                </c:pt>
                <c:pt idx="6950">
                  <c:v>115.71759796142599</c:v>
                </c:pt>
                <c:pt idx="6951">
                  <c:v>115.84455871582</c:v>
                </c:pt>
                <c:pt idx="6952">
                  <c:v>116.027351379395</c:v>
                </c:pt>
                <c:pt idx="6953">
                  <c:v>116.01278686523401</c:v>
                </c:pt>
                <c:pt idx="6954">
                  <c:v>116.105422973633</c:v>
                </c:pt>
                <c:pt idx="6955">
                  <c:v>116.320419311523</c:v>
                </c:pt>
                <c:pt idx="6956">
                  <c:v>116.410034179688</c:v>
                </c:pt>
                <c:pt idx="6957">
                  <c:v>116.653770446777</c:v>
                </c:pt>
                <c:pt idx="6958">
                  <c:v>116.893516540527</c:v>
                </c:pt>
                <c:pt idx="6959">
                  <c:v>117.029487609863</c:v>
                </c:pt>
                <c:pt idx="6960">
                  <c:v>117.10546875</c:v>
                </c:pt>
                <c:pt idx="6961">
                  <c:v>117.19760894775401</c:v>
                </c:pt>
                <c:pt idx="6962">
                  <c:v>117.218139648438</c:v>
                </c:pt>
                <c:pt idx="6963">
                  <c:v>117.219291687012</c:v>
                </c:pt>
                <c:pt idx="6964">
                  <c:v>117.22560882568401</c:v>
                </c:pt>
                <c:pt idx="6965">
                  <c:v>117.16787719726599</c:v>
                </c:pt>
                <c:pt idx="6966">
                  <c:v>117.13159942627</c:v>
                </c:pt>
                <c:pt idx="6967">
                  <c:v>117.042449951172</c:v>
                </c:pt>
                <c:pt idx="6968">
                  <c:v>116.94709014892599</c:v>
                </c:pt>
                <c:pt idx="6969">
                  <c:v>116.839401245117</c:v>
                </c:pt>
                <c:pt idx="6970">
                  <c:v>116.629257202148</c:v>
                </c:pt>
                <c:pt idx="6971">
                  <c:v>116.48748779296901</c:v>
                </c:pt>
                <c:pt idx="6972">
                  <c:v>116.491401672363</c:v>
                </c:pt>
                <c:pt idx="6973">
                  <c:v>116.426635742188</c:v>
                </c:pt>
                <c:pt idx="6974">
                  <c:v>116.368217468262</c:v>
                </c:pt>
                <c:pt idx="6975">
                  <c:v>116.32342529296901</c:v>
                </c:pt>
                <c:pt idx="6976">
                  <c:v>116.22768402099599</c:v>
                </c:pt>
                <c:pt idx="6977">
                  <c:v>116.22201538085901</c:v>
                </c:pt>
                <c:pt idx="6978">
                  <c:v>116.235832214355</c:v>
                </c:pt>
                <c:pt idx="6979">
                  <c:v>116.215301513672</c:v>
                </c:pt>
                <c:pt idx="6980">
                  <c:v>116.193145751953</c:v>
                </c:pt>
                <c:pt idx="6981">
                  <c:v>116.057693481445</c:v>
                </c:pt>
                <c:pt idx="6982">
                  <c:v>115.741561889648</c:v>
                </c:pt>
                <c:pt idx="6983">
                  <c:v>115.472862243652</c:v>
                </c:pt>
                <c:pt idx="6984">
                  <c:v>115.261352539063</c:v>
                </c:pt>
                <c:pt idx="6985">
                  <c:v>115.19613647460901</c:v>
                </c:pt>
                <c:pt idx="6986">
                  <c:v>115.19782257080099</c:v>
                </c:pt>
                <c:pt idx="6987">
                  <c:v>115.15048980712901</c:v>
                </c:pt>
                <c:pt idx="6988">
                  <c:v>115.09497833252</c:v>
                </c:pt>
                <c:pt idx="6989">
                  <c:v>115.052047729492</c:v>
                </c:pt>
                <c:pt idx="6990">
                  <c:v>114.974662780762</c:v>
                </c:pt>
                <c:pt idx="6991">
                  <c:v>114.890464782715</c:v>
                </c:pt>
                <c:pt idx="6992">
                  <c:v>114.79608154296901</c:v>
                </c:pt>
                <c:pt idx="6993">
                  <c:v>114.71998596191401</c:v>
                </c:pt>
                <c:pt idx="6994">
                  <c:v>114.68416595459</c:v>
                </c:pt>
                <c:pt idx="6995">
                  <c:v>114.555946350098</c:v>
                </c:pt>
                <c:pt idx="6996">
                  <c:v>114.502319335938</c:v>
                </c:pt>
                <c:pt idx="6997">
                  <c:v>114.501091003418</c:v>
                </c:pt>
                <c:pt idx="6998">
                  <c:v>114.47853851318401</c:v>
                </c:pt>
                <c:pt idx="6999">
                  <c:v>114.441780090332</c:v>
                </c:pt>
                <c:pt idx="7000">
                  <c:v>114.340217590332</c:v>
                </c:pt>
                <c:pt idx="7001">
                  <c:v>114.227264404297</c:v>
                </c:pt>
                <c:pt idx="7002">
                  <c:v>114.189178466797</c:v>
                </c:pt>
                <c:pt idx="7003">
                  <c:v>114.01181793212901</c:v>
                </c:pt>
                <c:pt idx="7004">
                  <c:v>113.85422515869099</c:v>
                </c:pt>
                <c:pt idx="7005">
                  <c:v>113.91005706787099</c:v>
                </c:pt>
                <c:pt idx="7006">
                  <c:v>113.85311126709</c:v>
                </c:pt>
                <c:pt idx="7007">
                  <c:v>113.505088806152</c:v>
                </c:pt>
                <c:pt idx="7008">
                  <c:v>113.32341766357401</c:v>
                </c:pt>
                <c:pt idx="7009">
                  <c:v>113.21233367919901</c:v>
                </c:pt>
                <c:pt idx="7010">
                  <c:v>113.185600280762</c:v>
                </c:pt>
                <c:pt idx="7011">
                  <c:v>113.233840942383</c:v>
                </c:pt>
                <c:pt idx="7012">
                  <c:v>113.12477874755901</c:v>
                </c:pt>
                <c:pt idx="7013">
                  <c:v>113.032096862793</c:v>
                </c:pt>
                <c:pt idx="7014">
                  <c:v>112.973106384277</c:v>
                </c:pt>
                <c:pt idx="7015">
                  <c:v>112.916007995605</c:v>
                </c:pt>
                <c:pt idx="7016">
                  <c:v>112.827919006348</c:v>
                </c:pt>
                <c:pt idx="7017">
                  <c:v>112.660186767578</c:v>
                </c:pt>
                <c:pt idx="7018">
                  <c:v>112.553062438965</c:v>
                </c:pt>
                <c:pt idx="7019">
                  <c:v>112.495239257813</c:v>
                </c:pt>
                <c:pt idx="7020">
                  <c:v>112.424560546875</c:v>
                </c:pt>
                <c:pt idx="7021">
                  <c:v>112.492240905762</c:v>
                </c:pt>
                <c:pt idx="7022">
                  <c:v>112.61337280273401</c:v>
                </c:pt>
                <c:pt idx="7023">
                  <c:v>112.798881530762</c:v>
                </c:pt>
                <c:pt idx="7024">
                  <c:v>112.851570129395</c:v>
                </c:pt>
                <c:pt idx="7025">
                  <c:v>112.92970275878901</c:v>
                </c:pt>
                <c:pt idx="7026">
                  <c:v>113.087898254395</c:v>
                </c:pt>
                <c:pt idx="7027">
                  <c:v>113.156204223633</c:v>
                </c:pt>
                <c:pt idx="7028">
                  <c:v>113.55486297607401</c:v>
                </c:pt>
                <c:pt idx="7029">
                  <c:v>113.90355682373</c:v>
                </c:pt>
                <c:pt idx="7030">
                  <c:v>114.18782043457</c:v>
                </c:pt>
                <c:pt idx="7031">
                  <c:v>114.34799957275401</c:v>
                </c:pt>
                <c:pt idx="7032">
                  <c:v>114.51540374755901</c:v>
                </c:pt>
                <c:pt idx="7033">
                  <c:v>114.90878295898401</c:v>
                </c:pt>
                <c:pt idx="7034">
                  <c:v>115.413040161133</c:v>
                </c:pt>
                <c:pt idx="7035">
                  <c:v>115.774200439453</c:v>
                </c:pt>
                <c:pt idx="7036">
                  <c:v>115.99928283691401</c:v>
                </c:pt>
                <c:pt idx="7037">
                  <c:v>116.209365844727</c:v>
                </c:pt>
                <c:pt idx="7038">
                  <c:v>116.300827026367</c:v>
                </c:pt>
                <c:pt idx="7039">
                  <c:v>116.589981079102</c:v>
                </c:pt>
                <c:pt idx="7040">
                  <c:v>117.072784423828</c:v>
                </c:pt>
                <c:pt idx="7041">
                  <c:v>117.401557922363</c:v>
                </c:pt>
                <c:pt idx="7042">
                  <c:v>117.59555816650401</c:v>
                </c:pt>
                <c:pt idx="7043">
                  <c:v>117.706840515137</c:v>
                </c:pt>
                <c:pt idx="7044">
                  <c:v>117.787651062012</c:v>
                </c:pt>
                <c:pt idx="7045">
                  <c:v>118.004928588867</c:v>
                </c:pt>
                <c:pt idx="7046">
                  <c:v>118.136962890625</c:v>
                </c:pt>
                <c:pt idx="7047">
                  <c:v>118.333381652832</c:v>
                </c:pt>
                <c:pt idx="7048">
                  <c:v>118.58620452880901</c:v>
                </c:pt>
                <c:pt idx="7049">
                  <c:v>118.87481689453099</c:v>
                </c:pt>
                <c:pt idx="7050">
                  <c:v>118.971473693848</c:v>
                </c:pt>
                <c:pt idx="7051">
                  <c:v>119.101264953613</c:v>
                </c:pt>
                <c:pt idx="7052">
                  <c:v>119.25080108642599</c:v>
                </c:pt>
                <c:pt idx="7053">
                  <c:v>119.37637329101599</c:v>
                </c:pt>
                <c:pt idx="7054">
                  <c:v>119.471717834473</c:v>
                </c:pt>
                <c:pt idx="7055">
                  <c:v>119.675399780273</c:v>
                </c:pt>
                <c:pt idx="7056">
                  <c:v>119.864128112793</c:v>
                </c:pt>
                <c:pt idx="7057">
                  <c:v>119.990196228027</c:v>
                </c:pt>
                <c:pt idx="7058">
                  <c:v>120.32146453857401</c:v>
                </c:pt>
                <c:pt idx="7059">
                  <c:v>120.562309265137</c:v>
                </c:pt>
                <c:pt idx="7060">
                  <c:v>120.163246154785</c:v>
                </c:pt>
                <c:pt idx="7061">
                  <c:v>120.35500335693401</c:v>
                </c:pt>
                <c:pt idx="7062">
                  <c:v>120.439399719238</c:v>
                </c:pt>
                <c:pt idx="7063">
                  <c:v>120.74764251709</c:v>
                </c:pt>
                <c:pt idx="7064">
                  <c:v>120.940299987793</c:v>
                </c:pt>
                <c:pt idx="7065">
                  <c:v>121.06369781494099</c:v>
                </c:pt>
                <c:pt idx="7066">
                  <c:v>121.118774414063</c:v>
                </c:pt>
                <c:pt idx="7067">
                  <c:v>121.01914215087901</c:v>
                </c:pt>
                <c:pt idx="7068">
                  <c:v>121.019569396973</c:v>
                </c:pt>
                <c:pt idx="7069">
                  <c:v>121.077270507813</c:v>
                </c:pt>
                <c:pt idx="7070">
                  <c:v>121.08324432373</c:v>
                </c:pt>
                <c:pt idx="7071">
                  <c:v>121.132888793945</c:v>
                </c:pt>
                <c:pt idx="7072">
                  <c:v>121.158164978027</c:v>
                </c:pt>
                <c:pt idx="7073">
                  <c:v>121.15176391601599</c:v>
                </c:pt>
                <c:pt idx="7074">
                  <c:v>121.153457641602</c:v>
                </c:pt>
                <c:pt idx="7075">
                  <c:v>121.138633728027</c:v>
                </c:pt>
                <c:pt idx="7076">
                  <c:v>121.013381958008</c:v>
                </c:pt>
                <c:pt idx="7077">
                  <c:v>120.881423950195</c:v>
                </c:pt>
                <c:pt idx="7078">
                  <c:v>120.645706176758</c:v>
                </c:pt>
                <c:pt idx="7079">
                  <c:v>120.47679138183599</c:v>
                </c:pt>
                <c:pt idx="7080">
                  <c:v>120.36750793457</c:v>
                </c:pt>
                <c:pt idx="7081">
                  <c:v>120.523193359375</c:v>
                </c:pt>
                <c:pt idx="7082">
                  <c:v>120.61286163330099</c:v>
                </c:pt>
                <c:pt idx="7083">
                  <c:v>120.47454071044901</c:v>
                </c:pt>
                <c:pt idx="7084">
                  <c:v>120.264038085938</c:v>
                </c:pt>
                <c:pt idx="7085">
                  <c:v>120.282600402832</c:v>
                </c:pt>
                <c:pt idx="7086">
                  <c:v>120.23370361328099</c:v>
                </c:pt>
                <c:pt idx="7087">
                  <c:v>120.24998474121099</c:v>
                </c:pt>
                <c:pt idx="7088">
                  <c:v>120.20792388916</c:v>
                </c:pt>
                <c:pt idx="7089">
                  <c:v>120.158660888672</c:v>
                </c:pt>
                <c:pt idx="7090">
                  <c:v>120.05889892578099</c:v>
                </c:pt>
                <c:pt idx="7091">
                  <c:v>120.23126983642599</c:v>
                </c:pt>
                <c:pt idx="7092">
                  <c:v>120.32762145996099</c:v>
                </c:pt>
                <c:pt idx="7093">
                  <c:v>120.341926574707</c:v>
                </c:pt>
                <c:pt idx="7094">
                  <c:v>120.60430908203099</c:v>
                </c:pt>
                <c:pt idx="7095">
                  <c:v>120.51311492919901</c:v>
                </c:pt>
                <c:pt idx="7096">
                  <c:v>120.545135498047</c:v>
                </c:pt>
                <c:pt idx="7097">
                  <c:v>120.438339233398</c:v>
                </c:pt>
                <c:pt idx="7098">
                  <c:v>120.325546264648</c:v>
                </c:pt>
                <c:pt idx="7099">
                  <c:v>120.36733245849599</c:v>
                </c:pt>
                <c:pt idx="7100">
                  <c:v>120.41579437255901</c:v>
                </c:pt>
                <c:pt idx="7101">
                  <c:v>120.48235321044901</c:v>
                </c:pt>
                <c:pt idx="7102">
                  <c:v>120.246955871582</c:v>
                </c:pt>
                <c:pt idx="7103">
                  <c:v>120.349731445313</c:v>
                </c:pt>
                <c:pt idx="7104">
                  <c:v>120.13656616210901</c:v>
                </c:pt>
                <c:pt idx="7105">
                  <c:v>119.939292907715</c:v>
                </c:pt>
                <c:pt idx="7106">
                  <c:v>120.14364624023401</c:v>
                </c:pt>
                <c:pt idx="7107">
                  <c:v>120.609092712402</c:v>
                </c:pt>
                <c:pt idx="7108">
                  <c:v>120.88232421875</c:v>
                </c:pt>
                <c:pt idx="7109">
                  <c:v>120.937774658203</c:v>
                </c:pt>
                <c:pt idx="7110">
                  <c:v>120.986297607422</c:v>
                </c:pt>
                <c:pt idx="7111">
                  <c:v>121.08010101318401</c:v>
                </c:pt>
                <c:pt idx="7112">
                  <c:v>121.12722015380901</c:v>
                </c:pt>
                <c:pt idx="7113">
                  <c:v>121.154777526855</c:v>
                </c:pt>
                <c:pt idx="7114">
                  <c:v>121.16716766357401</c:v>
                </c:pt>
                <c:pt idx="7115">
                  <c:v>121.171920776367</c:v>
                </c:pt>
                <c:pt idx="7116">
                  <c:v>121.17458343505901</c:v>
                </c:pt>
                <c:pt idx="7117">
                  <c:v>121.170120239258</c:v>
                </c:pt>
                <c:pt idx="7118">
                  <c:v>121.13885498046901</c:v>
                </c:pt>
                <c:pt idx="7119">
                  <c:v>120.882850646973</c:v>
                </c:pt>
                <c:pt idx="7120">
                  <c:v>120.5849609375</c:v>
                </c:pt>
                <c:pt idx="7121">
                  <c:v>120.304763793945</c:v>
                </c:pt>
                <c:pt idx="7122">
                  <c:v>120.145095825195</c:v>
                </c:pt>
                <c:pt idx="7123">
                  <c:v>119.97747039794901</c:v>
                </c:pt>
                <c:pt idx="7124">
                  <c:v>119.74509429931599</c:v>
                </c:pt>
                <c:pt idx="7125">
                  <c:v>119.57379150390599</c:v>
                </c:pt>
                <c:pt idx="7126">
                  <c:v>119.41854095459</c:v>
                </c:pt>
                <c:pt idx="7127">
                  <c:v>119.146476745605</c:v>
                </c:pt>
                <c:pt idx="7128">
                  <c:v>118.94931793212901</c:v>
                </c:pt>
                <c:pt idx="7129">
                  <c:v>118.56307983398401</c:v>
                </c:pt>
                <c:pt idx="7130">
                  <c:v>118.29852294921901</c:v>
                </c:pt>
                <c:pt idx="7131">
                  <c:v>118.15618133544901</c:v>
                </c:pt>
                <c:pt idx="7132">
                  <c:v>118.01155090332</c:v>
                </c:pt>
                <c:pt idx="7133">
                  <c:v>117.93685913085901</c:v>
                </c:pt>
                <c:pt idx="7134">
                  <c:v>117.896110534668</c:v>
                </c:pt>
                <c:pt idx="7135">
                  <c:v>117.866134643555</c:v>
                </c:pt>
                <c:pt idx="7136">
                  <c:v>117.753875732422</c:v>
                </c:pt>
                <c:pt idx="7137">
                  <c:v>117.649383544922</c:v>
                </c:pt>
                <c:pt idx="7138">
                  <c:v>117.43357086181599</c:v>
                </c:pt>
                <c:pt idx="7139">
                  <c:v>117.341361999512</c:v>
                </c:pt>
                <c:pt idx="7140">
                  <c:v>117.26829528808599</c:v>
                </c:pt>
                <c:pt idx="7141">
                  <c:v>117.20376586914099</c:v>
                </c:pt>
                <c:pt idx="7142">
                  <c:v>117.20794677734401</c:v>
                </c:pt>
                <c:pt idx="7143">
                  <c:v>117.132125854492</c:v>
                </c:pt>
                <c:pt idx="7144">
                  <c:v>116.99927520752</c:v>
                </c:pt>
                <c:pt idx="7145">
                  <c:v>116.840576171875</c:v>
                </c:pt>
                <c:pt idx="7146">
                  <c:v>116.817260742188</c:v>
                </c:pt>
                <c:pt idx="7147">
                  <c:v>116.75351715087901</c:v>
                </c:pt>
                <c:pt idx="7148">
                  <c:v>116.545516967773</c:v>
                </c:pt>
                <c:pt idx="7149">
                  <c:v>116.41656494140599</c:v>
                </c:pt>
                <c:pt idx="7150">
                  <c:v>116.359367370605</c:v>
                </c:pt>
                <c:pt idx="7151">
                  <c:v>116.30418395996099</c:v>
                </c:pt>
                <c:pt idx="7152">
                  <c:v>116.287673950195</c:v>
                </c:pt>
                <c:pt idx="7153">
                  <c:v>116.26976013183599</c:v>
                </c:pt>
                <c:pt idx="7154">
                  <c:v>116.26645660400401</c:v>
                </c:pt>
                <c:pt idx="7155">
                  <c:v>116.138221740723</c:v>
                </c:pt>
                <c:pt idx="7156">
                  <c:v>116.16885375976599</c:v>
                </c:pt>
                <c:pt idx="7157">
                  <c:v>116.11498260498</c:v>
                </c:pt>
                <c:pt idx="7158">
                  <c:v>116.064254760742</c:v>
                </c:pt>
                <c:pt idx="7159">
                  <c:v>116.04958343505901</c:v>
                </c:pt>
                <c:pt idx="7160">
                  <c:v>115.92128753662099</c:v>
                </c:pt>
                <c:pt idx="7161">
                  <c:v>115.78948211669901</c:v>
                </c:pt>
                <c:pt idx="7162">
                  <c:v>115.85222625732401</c:v>
                </c:pt>
                <c:pt idx="7163">
                  <c:v>115.90306854248</c:v>
                </c:pt>
                <c:pt idx="7164">
                  <c:v>116.06600189209</c:v>
                </c:pt>
                <c:pt idx="7165">
                  <c:v>116.133338928223</c:v>
                </c:pt>
                <c:pt idx="7166">
                  <c:v>116.09544372558599</c:v>
                </c:pt>
                <c:pt idx="7167">
                  <c:v>116.175575256348</c:v>
                </c:pt>
                <c:pt idx="7168">
                  <c:v>116.238807678223</c:v>
                </c:pt>
                <c:pt idx="7169">
                  <c:v>116.303298950195</c:v>
                </c:pt>
                <c:pt idx="7170">
                  <c:v>116.30630493164099</c:v>
                </c:pt>
                <c:pt idx="7171">
                  <c:v>116.352737426758</c:v>
                </c:pt>
                <c:pt idx="7172">
                  <c:v>116.417915344238</c:v>
                </c:pt>
                <c:pt idx="7173">
                  <c:v>116.52385711669901</c:v>
                </c:pt>
                <c:pt idx="7174">
                  <c:v>116.625450134277</c:v>
                </c:pt>
                <c:pt idx="7175">
                  <c:v>116.646522521973</c:v>
                </c:pt>
                <c:pt idx="7176">
                  <c:v>116.59287261962901</c:v>
                </c:pt>
                <c:pt idx="7177">
                  <c:v>116.578605651855</c:v>
                </c:pt>
                <c:pt idx="7178">
                  <c:v>116.56557464599599</c:v>
                </c:pt>
                <c:pt idx="7179">
                  <c:v>116.48268890380901</c:v>
                </c:pt>
                <c:pt idx="7180">
                  <c:v>116.50119781494099</c:v>
                </c:pt>
                <c:pt idx="7181">
                  <c:v>116.472358703613</c:v>
                </c:pt>
                <c:pt idx="7182">
                  <c:v>116.542915344238</c:v>
                </c:pt>
                <c:pt idx="7183">
                  <c:v>116.513290405273</c:v>
                </c:pt>
                <c:pt idx="7184">
                  <c:v>116.46524047851599</c:v>
                </c:pt>
                <c:pt idx="7185">
                  <c:v>116.52776336669901</c:v>
                </c:pt>
                <c:pt idx="7186">
                  <c:v>116.543869018555</c:v>
                </c:pt>
                <c:pt idx="7187">
                  <c:v>116.50112915039099</c:v>
                </c:pt>
                <c:pt idx="7188">
                  <c:v>116.508949279785</c:v>
                </c:pt>
                <c:pt idx="7189">
                  <c:v>116.41937255859401</c:v>
                </c:pt>
                <c:pt idx="7190">
                  <c:v>116.406356811523</c:v>
                </c:pt>
                <c:pt idx="7191">
                  <c:v>116.515266418457</c:v>
                </c:pt>
                <c:pt idx="7192">
                  <c:v>116.51979827880901</c:v>
                </c:pt>
                <c:pt idx="7193">
                  <c:v>116.594444274902</c:v>
                </c:pt>
                <c:pt idx="7194">
                  <c:v>116.734413146973</c:v>
                </c:pt>
                <c:pt idx="7195">
                  <c:v>116.863250732422</c:v>
                </c:pt>
                <c:pt idx="7196">
                  <c:v>116.894050598145</c:v>
                </c:pt>
                <c:pt idx="7197">
                  <c:v>116.90936279296901</c:v>
                </c:pt>
                <c:pt idx="7198">
                  <c:v>116.985023498535</c:v>
                </c:pt>
                <c:pt idx="7199">
                  <c:v>117.07009124755901</c:v>
                </c:pt>
                <c:pt idx="7200">
                  <c:v>117.122077941895</c:v>
                </c:pt>
                <c:pt idx="7201">
                  <c:v>117.21565246582</c:v>
                </c:pt>
                <c:pt idx="7202">
                  <c:v>117.321640014648</c:v>
                </c:pt>
                <c:pt idx="7203">
                  <c:v>117.325202941895</c:v>
                </c:pt>
                <c:pt idx="7204">
                  <c:v>117.462837219238</c:v>
                </c:pt>
                <c:pt idx="7205">
                  <c:v>117.558319091797</c:v>
                </c:pt>
                <c:pt idx="7206">
                  <c:v>117.517532348633</c:v>
                </c:pt>
                <c:pt idx="7207">
                  <c:v>117.622360229492</c:v>
                </c:pt>
                <c:pt idx="7208">
                  <c:v>117.710975646973</c:v>
                </c:pt>
                <c:pt idx="7209">
                  <c:v>117.78035736084</c:v>
                </c:pt>
                <c:pt idx="7210">
                  <c:v>117.81789398193401</c:v>
                </c:pt>
                <c:pt idx="7211">
                  <c:v>117.837882995605</c:v>
                </c:pt>
                <c:pt idx="7212">
                  <c:v>117.845092773438</c:v>
                </c:pt>
                <c:pt idx="7213">
                  <c:v>117.848526000977</c:v>
                </c:pt>
                <c:pt idx="7214">
                  <c:v>117.853645324707</c:v>
                </c:pt>
                <c:pt idx="7215">
                  <c:v>118.05916595459</c:v>
                </c:pt>
                <c:pt idx="7216">
                  <c:v>118.114265441895</c:v>
                </c:pt>
                <c:pt idx="7217">
                  <c:v>118.120193481445</c:v>
                </c:pt>
                <c:pt idx="7218">
                  <c:v>118.09235382080099</c:v>
                </c:pt>
                <c:pt idx="7219">
                  <c:v>118.221153259277</c:v>
                </c:pt>
                <c:pt idx="7220">
                  <c:v>118.33634185791</c:v>
                </c:pt>
                <c:pt idx="7221">
                  <c:v>118.48275756835901</c:v>
                </c:pt>
                <c:pt idx="7222">
                  <c:v>118.605575561523</c:v>
                </c:pt>
                <c:pt idx="7223">
                  <c:v>118.88914489746099</c:v>
                </c:pt>
                <c:pt idx="7224">
                  <c:v>119.07266235351599</c:v>
                </c:pt>
                <c:pt idx="7225">
                  <c:v>119.05020904541</c:v>
                </c:pt>
                <c:pt idx="7226">
                  <c:v>119.04680633544901</c:v>
                </c:pt>
                <c:pt idx="7227">
                  <c:v>119.13995361328099</c:v>
                </c:pt>
                <c:pt idx="7228">
                  <c:v>119.04713439941401</c:v>
                </c:pt>
                <c:pt idx="7229">
                  <c:v>119.09952545166</c:v>
                </c:pt>
                <c:pt idx="7230">
                  <c:v>119.241050720215</c:v>
                </c:pt>
                <c:pt idx="7231">
                  <c:v>119.32700347900401</c:v>
                </c:pt>
                <c:pt idx="7232">
                  <c:v>119.42209625244099</c:v>
                </c:pt>
                <c:pt idx="7233">
                  <c:v>119.478515625</c:v>
                </c:pt>
                <c:pt idx="7234">
                  <c:v>119.478805541992</c:v>
                </c:pt>
                <c:pt idx="7235">
                  <c:v>119.481285095215</c:v>
                </c:pt>
                <c:pt idx="7236">
                  <c:v>119.607620239258</c:v>
                </c:pt>
                <c:pt idx="7237">
                  <c:v>119.80152893066401</c:v>
                </c:pt>
                <c:pt idx="7238">
                  <c:v>119.854705810547</c:v>
                </c:pt>
                <c:pt idx="7239">
                  <c:v>119.86410522460901</c:v>
                </c:pt>
                <c:pt idx="7240">
                  <c:v>119.87297821044901</c:v>
                </c:pt>
                <c:pt idx="7241">
                  <c:v>119.906379699707</c:v>
                </c:pt>
                <c:pt idx="7242">
                  <c:v>119.998008728027</c:v>
                </c:pt>
                <c:pt idx="7243">
                  <c:v>120.092697143555</c:v>
                </c:pt>
                <c:pt idx="7244">
                  <c:v>120.165405273438</c:v>
                </c:pt>
                <c:pt idx="7245">
                  <c:v>120.235054016113</c:v>
                </c:pt>
                <c:pt idx="7246">
                  <c:v>120.30222320556599</c:v>
                </c:pt>
                <c:pt idx="7247">
                  <c:v>120.558311462402</c:v>
                </c:pt>
                <c:pt idx="7248">
                  <c:v>120.55323791503901</c:v>
                </c:pt>
                <c:pt idx="7249">
                  <c:v>120.53328704834</c:v>
                </c:pt>
                <c:pt idx="7250">
                  <c:v>120.741249084473</c:v>
                </c:pt>
                <c:pt idx="7251">
                  <c:v>120.79571533203099</c:v>
                </c:pt>
                <c:pt idx="7252">
                  <c:v>120.841194152832</c:v>
                </c:pt>
                <c:pt idx="7253">
                  <c:v>120.95343780517599</c:v>
                </c:pt>
                <c:pt idx="7254">
                  <c:v>121.043563842773</c:v>
                </c:pt>
                <c:pt idx="7255">
                  <c:v>121.108444213867</c:v>
                </c:pt>
                <c:pt idx="7256">
                  <c:v>121.143844604492</c:v>
                </c:pt>
                <c:pt idx="7257">
                  <c:v>121.159950256348</c:v>
                </c:pt>
                <c:pt idx="7258">
                  <c:v>121.16917419433599</c:v>
                </c:pt>
                <c:pt idx="7259">
                  <c:v>121.181365966797</c:v>
                </c:pt>
                <c:pt idx="7260">
                  <c:v>121.188316345215</c:v>
                </c:pt>
                <c:pt idx="7261">
                  <c:v>121.20168304443401</c:v>
                </c:pt>
                <c:pt idx="7262">
                  <c:v>121.20124053955099</c:v>
                </c:pt>
                <c:pt idx="7263">
                  <c:v>121.197151184082</c:v>
                </c:pt>
                <c:pt idx="7264">
                  <c:v>121.22443389892599</c:v>
                </c:pt>
                <c:pt idx="7265">
                  <c:v>121.225631713867</c:v>
                </c:pt>
                <c:pt idx="7266">
                  <c:v>121.266227722168</c:v>
                </c:pt>
                <c:pt idx="7267">
                  <c:v>121.313926696777</c:v>
                </c:pt>
                <c:pt idx="7268">
                  <c:v>121.32048797607401</c:v>
                </c:pt>
                <c:pt idx="7269">
                  <c:v>121.341743469238</c:v>
                </c:pt>
                <c:pt idx="7270">
                  <c:v>121.298530578613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95A-48CE-B4BE-D687D5F749D6}"/>
            </c:ext>
          </c:extLst>
        </c:ser>
        <c:ser>
          <c:idx val="1"/>
          <c:order val="1"/>
          <c:tx>
            <c:strRef>
              <c:f>'DL-Model'!$C$1</c:f>
              <c:strCache>
                <c:ptCount val="1"/>
                <c:pt idx="0">
                  <c:v>T_st_true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'DL-Model'!$C$2:$C$7272</c:f>
              <c:numCache>
                <c:formatCode>General</c:formatCode>
                <c:ptCount val="7271"/>
                <c:pt idx="0">
                  <c:v>37.866298675537102</c:v>
                </c:pt>
                <c:pt idx="1">
                  <c:v>37.864936828613303</c:v>
                </c:pt>
                <c:pt idx="2">
                  <c:v>37.863933563232401</c:v>
                </c:pt>
                <c:pt idx="3">
                  <c:v>37.864574432373097</c:v>
                </c:pt>
                <c:pt idx="4">
                  <c:v>37.8645210266113</c:v>
                </c:pt>
                <c:pt idx="5">
                  <c:v>37.864025115966797</c:v>
                </c:pt>
                <c:pt idx="6">
                  <c:v>37.866863250732401</c:v>
                </c:pt>
                <c:pt idx="7">
                  <c:v>37.868320465087898</c:v>
                </c:pt>
                <c:pt idx="8">
                  <c:v>37.865673065185597</c:v>
                </c:pt>
                <c:pt idx="9">
                  <c:v>37.861259460449197</c:v>
                </c:pt>
                <c:pt idx="10">
                  <c:v>37.8765678405762</c:v>
                </c:pt>
                <c:pt idx="11">
                  <c:v>37.876998901367202</c:v>
                </c:pt>
                <c:pt idx="12">
                  <c:v>37.888801574707003</c:v>
                </c:pt>
                <c:pt idx="13">
                  <c:v>37.915714263916001</c:v>
                </c:pt>
                <c:pt idx="14">
                  <c:v>37.908927917480497</c:v>
                </c:pt>
                <c:pt idx="15">
                  <c:v>37.898155212402301</c:v>
                </c:pt>
                <c:pt idx="16">
                  <c:v>37.902870178222699</c:v>
                </c:pt>
                <c:pt idx="17">
                  <c:v>37.908657073974602</c:v>
                </c:pt>
                <c:pt idx="18">
                  <c:v>37.941600799560597</c:v>
                </c:pt>
                <c:pt idx="19">
                  <c:v>37.9648246765137</c:v>
                </c:pt>
                <c:pt idx="20">
                  <c:v>37.970268249511697</c:v>
                </c:pt>
                <c:pt idx="21">
                  <c:v>37.981971740722699</c:v>
                </c:pt>
                <c:pt idx="22">
                  <c:v>37.989173889160199</c:v>
                </c:pt>
                <c:pt idx="23">
                  <c:v>37.996719360351598</c:v>
                </c:pt>
                <c:pt idx="24">
                  <c:v>38.021942138671903</c:v>
                </c:pt>
                <c:pt idx="25">
                  <c:v>38.01123046875</c:v>
                </c:pt>
                <c:pt idx="26">
                  <c:v>38.017986297607401</c:v>
                </c:pt>
                <c:pt idx="27">
                  <c:v>38.056095123291001</c:v>
                </c:pt>
                <c:pt idx="28">
                  <c:v>38.099094390869098</c:v>
                </c:pt>
                <c:pt idx="29">
                  <c:v>38.1213989257813</c:v>
                </c:pt>
                <c:pt idx="30">
                  <c:v>38.115493774414098</c:v>
                </c:pt>
                <c:pt idx="31">
                  <c:v>38.135700225830099</c:v>
                </c:pt>
                <c:pt idx="32">
                  <c:v>38.129013061523402</c:v>
                </c:pt>
                <c:pt idx="33">
                  <c:v>38.139942169189503</c:v>
                </c:pt>
                <c:pt idx="34">
                  <c:v>38.196910858154297</c:v>
                </c:pt>
                <c:pt idx="35">
                  <c:v>38.221969604492202</c:v>
                </c:pt>
                <c:pt idx="36">
                  <c:v>38.244880676269503</c:v>
                </c:pt>
                <c:pt idx="37">
                  <c:v>38.296623229980497</c:v>
                </c:pt>
                <c:pt idx="38">
                  <c:v>38.359146118164098</c:v>
                </c:pt>
                <c:pt idx="39">
                  <c:v>38.367885589599602</c:v>
                </c:pt>
                <c:pt idx="40">
                  <c:v>38.384654998779297</c:v>
                </c:pt>
                <c:pt idx="41">
                  <c:v>38.462181091308601</c:v>
                </c:pt>
                <c:pt idx="42">
                  <c:v>38.525211334228501</c:v>
                </c:pt>
                <c:pt idx="43">
                  <c:v>38.546195983886697</c:v>
                </c:pt>
                <c:pt idx="44">
                  <c:v>38.6011962890625</c:v>
                </c:pt>
                <c:pt idx="45">
                  <c:v>38.649372100830099</c:v>
                </c:pt>
                <c:pt idx="46">
                  <c:v>38.684658050537102</c:v>
                </c:pt>
                <c:pt idx="47">
                  <c:v>38.683837890625</c:v>
                </c:pt>
                <c:pt idx="48">
                  <c:v>38.705562591552699</c:v>
                </c:pt>
                <c:pt idx="49">
                  <c:v>38.742557525634801</c:v>
                </c:pt>
                <c:pt idx="50">
                  <c:v>38.774810791015597</c:v>
                </c:pt>
                <c:pt idx="51">
                  <c:v>38.826816558837898</c:v>
                </c:pt>
                <c:pt idx="52">
                  <c:v>38.839725494384801</c:v>
                </c:pt>
                <c:pt idx="53">
                  <c:v>38.895046234130902</c:v>
                </c:pt>
                <c:pt idx="54">
                  <c:v>38.954391479492202</c:v>
                </c:pt>
                <c:pt idx="55">
                  <c:v>38.999919891357401</c:v>
                </c:pt>
                <c:pt idx="56">
                  <c:v>39.106204986572301</c:v>
                </c:pt>
                <c:pt idx="57">
                  <c:v>39.162002563476598</c:v>
                </c:pt>
                <c:pt idx="58">
                  <c:v>39.190650939941399</c:v>
                </c:pt>
                <c:pt idx="59">
                  <c:v>39.226722717285199</c:v>
                </c:pt>
                <c:pt idx="60">
                  <c:v>39.246631622314503</c:v>
                </c:pt>
                <c:pt idx="61">
                  <c:v>39.263469696044901</c:v>
                </c:pt>
                <c:pt idx="62">
                  <c:v>39.3368530273438</c:v>
                </c:pt>
                <c:pt idx="63">
                  <c:v>39.377536773681598</c:v>
                </c:pt>
                <c:pt idx="64">
                  <c:v>39.407787322998097</c:v>
                </c:pt>
                <c:pt idx="65">
                  <c:v>39.4201469421387</c:v>
                </c:pt>
                <c:pt idx="66">
                  <c:v>39.433650970458999</c:v>
                </c:pt>
                <c:pt idx="67">
                  <c:v>39.441814422607401</c:v>
                </c:pt>
                <c:pt idx="68">
                  <c:v>39.446910858154297</c:v>
                </c:pt>
                <c:pt idx="69">
                  <c:v>39.449527740478501</c:v>
                </c:pt>
                <c:pt idx="70">
                  <c:v>39.450870513916001</c:v>
                </c:pt>
                <c:pt idx="71">
                  <c:v>39.4515571594238</c:v>
                </c:pt>
                <c:pt idx="72">
                  <c:v>39.451911926269503</c:v>
                </c:pt>
                <c:pt idx="73">
                  <c:v>39.452095031738303</c:v>
                </c:pt>
                <c:pt idx="74">
                  <c:v>39.452186584472699</c:v>
                </c:pt>
                <c:pt idx="75">
                  <c:v>39.452236175537102</c:v>
                </c:pt>
                <c:pt idx="76">
                  <c:v>39.452259063720703</c:v>
                </c:pt>
                <c:pt idx="77">
                  <c:v>39.452274322509801</c:v>
                </c:pt>
                <c:pt idx="78">
                  <c:v>39.452278137207003</c:v>
                </c:pt>
                <c:pt idx="79">
                  <c:v>39.452281951904297</c:v>
                </c:pt>
                <c:pt idx="80">
                  <c:v>39.452285766601598</c:v>
                </c:pt>
                <c:pt idx="81">
                  <c:v>39.452285766601598</c:v>
                </c:pt>
                <c:pt idx="82">
                  <c:v>39.452285766601598</c:v>
                </c:pt>
                <c:pt idx="83">
                  <c:v>39.452285766601598</c:v>
                </c:pt>
                <c:pt idx="84">
                  <c:v>39.452285766601598</c:v>
                </c:pt>
                <c:pt idx="85">
                  <c:v>39.452285766601598</c:v>
                </c:pt>
                <c:pt idx="86">
                  <c:v>39.452285766601598</c:v>
                </c:pt>
                <c:pt idx="87">
                  <c:v>39.452285766601598</c:v>
                </c:pt>
                <c:pt idx="88">
                  <c:v>39.452285766601598</c:v>
                </c:pt>
                <c:pt idx="89">
                  <c:v>39.452285766601598</c:v>
                </c:pt>
                <c:pt idx="90">
                  <c:v>39.481163024902301</c:v>
                </c:pt>
                <c:pt idx="91">
                  <c:v>39.647407531738303</c:v>
                </c:pt>
                <c:pt idx="92">
                  <c:v>39.641353607177699</c:v>
                </c:pt>
                <c:pt idx="93">
                  <c:v>39.6553344726563</c:v>
                </c:pt>
                <c:pt idx="94">
                  <c:v>39.662509918212898</c:v>
                </c:pt>
                <c:pt idx="95">
                  <c:v>39.666194915771499</c:v>
                </c:pt>
                <c:pt idx="96">
                  <c:v>40.284412384033203</c:v>
                </c:pt>
                <c:pt idx="97">
                  <c:v>40.889926910400398</c:v>
                </c:pt>
                <c:pt idx="98">
                  <c:v>41.2571830749512</c:v>
                </c:pt>
                <c:pt idx="99">
                  <c:v>41.490573883056598</c:v>
                </c:pt>
                <c:pt idx="100">
                  <c:v>41.6595458984375</c:v>
                </c:pt>
                <c:pt idx="101">
                  <c:v>41.763687133789098</c:v>
                </c:pt>
                <c:pt idx="102">
                  <c:v>41.849700927734403</c:v>
                </c:pt>
                <c:pt idx="103">
                  <c:v>41.893524169921903</c:v>
                </c:pt>
                <c:pt idx="104">
                  <c:v>41.927696228027301</c:v>
                </c:pt>
                <c:pt idx="105">
                  <c:v>42.001014709472699</c:v>
                </c:pt>
                <c:pt idx="106">
                  <c:v>42.187999725341797</c:v>
                </c:pt>
                <c:pt idx="107">
                  <c:v>42.3257865905762</c:v>
                </c:pt>
                <c:pt idx="108">
                  <c:v>42.414665222167997</c:v>
                </c:pt>
                <c:pt idx="109">
                  <c:v>42.528388977050803</c:v>
                </c:pt>
                <c:pt idx="110">
                  <c:v>42.638076782226598</c:v>
                </c:pt>
                <c:pt idx="111">
                  <c:v>42.699550628662102</c:v>
                </c:pt>
                <c:pt idx="112">
                  <c:v>42.727024078369098</c:v>
                </c:pt>
                <c:pt idx="113">
                  <c:v>42.748069763183601</c:v>
                </c:pt>
                <c:pt idx="114">
                  <c:v>42.758876800537102</c:v>
                </c:pt>
                <c:pt idx="115">
                  <c:v>42.7644233703613</c:v>
                </c:pt>
                <c:pt idx="116">
                  <c:v>42.767490386962898</c:v>
                </c:pt>
                <c:pt idx="117">
                  <c:v>42.769599914550803</c:v>
                </c:pt>
                <c:pt idx="118">
                  <c:v>42.770900726318402</c:v>
                </c:pt>
                <c:pt idx="119">
                  <c:v>42.778152465820298</c:v>
                </c:pt>
                <c:pt idx="120">
                  <c:v>42.797321319580099</c:v>
                </c:pt>
                <c:pt idx="121">
                  <c:v>42.798908233642599</c:v>
                </c:pt>
                <c:pt idx="122">
                  <c:v>42.814083099365199</c:v>
                </c:pt>
                <c:pt idx="123">
                  <c:v>42.822574615478501</c:v>
                </c:pt>
                <c:pt idx="124">
                  <c:v>42.832370758056598</c:v>
                </c:pt>
                <c:pt idx="125">
                  <c:v>42.846218109130902</c:v>
                </c:pt>
                <c:pt idx="126">
                  <c:v>42.843761444091797</c:v>
                </c:pt>
                <c:pt idx="127">
                  <c:v>42.882164001464801</c:v>
                </c:pt>
                <c:pt idx="128">
                  <c:v>42.887535095214801</c:v>
                </c:pt>
                <c:pt idx="129">
                  <c:v>42.927539825439503</c:v>
                </c:pt>
                <c:pt idx="130">
                  <c:v>43.017246246337898</c:v>
                </c:pt>
                <c:pt idx="131">
                  <c:v>43.099552154541001</c:v>
                </c:pt>
                <c:pt idx="132">
                  <c:v>43.1233520507813</c:v>
                </c:pt>
                <c:pt idx="133">
                  <c:v>43.1583251953125</c:v>
                </c:pt>
                <c:pt idx="134">
                  <c:v>43.240257263183601</c:v>
                </c:pt>
                <c:pt idx="135">
                  <c:v>43.3648872375488</c:v>
                </c:pt>
                <c:pt idx="136">
                  <c:v>43.452720642089801</c:v>
                </c:pt>
                <c:pt idx="137">
                  <c:v>43.565109252929702</c:v>
                </c:pt>
                <c:pt idx="138">
                  <c:v>43.864669799804702</c:v>
                </c:pt>
                <c:pt idx="139">
                  <c:v>44.051105499267599</c:v>
                </c:pt>
                <c:pt idx="140">
                  <c:v>44.222694396972699</c:v>
                </c:pt>
                <c:pt idx="141">
                  <c:v>44.310791015625</c:v>
                </c:pt>
                <c:pt idx="142">
                  <c:v>44.356025695800803</c:v>
                </c:pt>
                <c:pt idx="143">
                  <c:v>44.381683349609403</c:v>
                </c:pt>
                <c:pt idx="144">
                  <c:v>44.420886993408203</c:v>
                </c:pt>
                <c:pt idx="145">
                  <c:v>44.488021850585902</c:v>
                </c:pt>
                <c:pt idx="146">
                  <c:v>44.618824005127003</c:v>
                </c:pt>
                <c:pt idx="147">
                  <c:v>44.790046691894503</c:v>
                </c:pt>
                <c:pt idx="148">
                  <c:v>45.0184516906738</c:v>
                </c:pt>
                <c:pt idx="149">
                  <c:v>45.161342620849602</c:v>
                </c:pt>
                <c:pt idx="150">
                  <c:v>45.298805236816399</c:v>
                </c:pt>
                <c:pt idx="151">
                  <c:v>45.442794799804702</c:v>
                </c:pt>
                <c:pt idx="152">
                  <c:v>45.5804252624512</c:v>
                </c:pt>
                <c:pt idx="153">
                  <c:v>45.713657379150398</c:v>
                </c:pt>
                <c:pt idx="154">
                  <c:v>45.841987609863303</c:v>
                </c:pt>
                <c:pt idx="155">
                  <c:v>45.912147521972699</c:v>
                </c:pt>
                <c:pt idx="156">
                  <c:v>45.948169708252003</c:v>
                </c:pt>
                <c:pt idx="157">
                  <c:v>45.966663360595703</c:v>
                </c:pt>
                <c:pt idx="158">
                  <c:v>45.976158142089801</c:v>
                </c:pt>
                <c:pt idx="159">
                  <c:v>45.981033325195298</c:v>
                </c:pt>
                <c:pt idx="160">
                  <c:v>45.983535766601598</c:v>
                </c:pt>
                <c:pt idx="161">
                  <c:v>45.984821319580099</c:v>
                </c:pt>
                <c:pt idx="162">
                  <c:v>45.985477447509801</c:v>
                </c:pt>
                <c:pt idx="163">
                  <c:v>46.0560493469238</c:v>
                </c:pt>
                <c:pt idx="164">
                  <c:v>46.628524780273402</c:v>
                </c:pt>
                <c:pt idx="165">
                  <c:v>47.423748016357401</c:v>
                </c:pt>
                <c:pt idx="166">
                  <c:v>47.981246948242202</c:v>
                </c:pt>
                <c:pt idx="167">
                  <c:v>48.338489532470703</c:v>
                </c:pt>
                <c:pt idx="168">
                  <c:v>48.537925720214801</c:v>
                </c:pt>
                <c:pt idx="169">
                  <c:v>48.842784881591797</c:v>
                </c:pt>
                <c:pt idx="170">
                  <c:v>49.0457572937012</c:v>
                </c:pt>
                <c:pt idx="171">
                  <c:v>49.153480529785199</c:v>
                </c:pt>
                <c:pt idx="172">
                  <c:v>49.233280181884801</c:v>
                </c:pt>
                <c:pt idx="173">
                  <c:v>49.286830902099602</c:v>
                </c:pt>
                <c:pt idx="174">
                  <c:v>49.369495391845703</c:v>
                </c:pt>
                <c:pt idx="175">
                  <c:v>49.453140258789098</c:v>
                </c:pt>
                <c:pt idx="176">
                  <c:v>49.536693572998097</c:v>
                </c:pt>
                <c:pt idx="177">
                  <c:v>49.603614807128899</c:v>
                </c:pt>
                <c:pt idx="178">
                  <c:v>49.732170104980497</c:v>
                </c:pt>
                <c:pt idx="179">
                  <c:v>49.905193328857401</c:v>
                </c:pt>
                <c:pt idx="180">
                  <c:v>49.976058959960902</c:v>
                </c:pt>
                <c:pt idx="181">
                  <c:v>50.104034423828097</c:v>
                </c:pt>
                <c:pt idx="182">
                  <c:v>50.2776489257813</c:v>
                </c:pt>
                <c:pt idx="183">
                  <c:v>50.493808746337898</c:v>
                </c:pt>
                <c:pt idx="184">
                  <c:v>50.637966156005902</c:v>
                </c:pt>
                <c:pt idx="185">
                  <c:v>50.749607086181598</c:v>
                </c:pt>
                <c:pt idx="186">
                  <c:v>50.841098785400398</c:v>
                </c:pt>
                <c:pt idx="187">
                  <c:v>50.888072967529297</c:v>
                </c:pt>
                <c:pt idx="188">
                  <c:v>50.912189483642599</c:v>
                </c:pt>
                <c:pt idx="189">
                  <c:v>50.924571990966797</c:v>
                </c:pt>
                <c:pt idx="190">
                  <c:v>50.934539794921903</c:v>
                </c:pt>
                <c:pt idx="191">
                  <c:v>50.936485290527301</c:v>
                </c:pt>
                <c:pt idx="192">
                  <c:v>50.948162078857401</c:v>
                </c:pt>
                <c:pt idx="193">
                  <c:v>50.987583160400398</c:v>
                </c:pt>
                <c:pt idx="194">
                  <c:v>51.022445678710902</c:v>
                </c:pt>
                <c:pt idx="195">
                  <c:v>51.0119819641113</c:v>
                </c:pt>
                <c:pt idx="196">
                  <c:v>51.031978607177699</c:v>
                </c:pt>
                <c:pt idx="197">
                  <c:v>51.0452270507813</c:v>
                </c:pt>
                <c:pt idx="198">
                  <c:v>51.095043182373097</c:v>
                </c:pt>
                <c:pt idx="199">
                  <c:v>51.114120483398402</c:v>
                </c:pt>
                <c:pt idx="200">
                  <c:v>51.134742736816399</c:v>
                </c:pt>
                <c:pt idx="201">
                  <c:v>51.564064025878899</c:v>
                </c:pt>
                <c:pt idx="202">
                  <c:v>51.856056213378899</c:v>
                </c:pt>
                <c:pt idx="203">
                  <c:v>52.106868743896499</c:v>
                </c:pt>
                <c:pt idx="204">
                  <c:v>52.2957954406738</c:v>
                </c:pt>
                <c:pt idx="205">
                  <c:v>52.414554595947301</c:v>
                </c:pt>
                <c:pt idx="206">
                  <c:v>52.490730285644503</c:v>
                </c:pt>
                <c:pt idx="207">
                  <c:v>52.529842376708999</c:v>
                </c:pt>
                <c:pt idx="208">
                  <c:v>52.549922943115199</c:v>
                </c:pt>
                <c:pt idx="209">
                  <c:v>52.560230255127003</c:v>
                </c:pt>
                <c:pt idx="210">
                  <c:v>52.565525054931598</c:v>
                </c:pt>
                <c:pt idx="211">
                  <c:v>52.568241119384801</c:v>
                </c:pt>
                <c:pt idx="212">
                  <c:v>52.569637298583999</c:v>
                </c:pt>
                <c:pt idx="213">
                  <c:v>52.570354461669901</c:v>
                </c:pt>
                <c:pt idx="214">
                  <c:v>52.615272521972699</c:v>
                </c:pt>
                <c:pt idx="215">
                  <c:v>52.612819671630902</c:v>
                </c:pt>
                <c:pt idx="216">
                  <c:v>52.646492004394503</c:v>
                </c:pt>
                <c:pt idx="217">
                  <c:v>52.777053833007798</c:v>
                </c:pt>
                <c:pt idx="218">
                  <c:v>52.897891998291001</c:v>
                </c:pt>
                <c:pt idx="219">
                  <c:v>53.007228851318402</c:v>
                </c:pt>
                <c:pt idx="220">
                  <c:v>53.095218658447301</c:v>
                </c:pt>
                <c:pt idx="221">
                  <c:v>53.128318786621101</c:v>
                </c:pt>
                <c:pt idx="222">
                  <c:v>53.224796295166001</c:v>
                </c:pt>
                <c:pt idx="223">
                  <c:v>53.2900199890137</c:v>
                </c:pt>
                <c:pt idx="224">
                  <c:v>53.378711700439503</c:v>
                </c:pt>
                <c:pt idx="225">
                  <c:v>53.612663269042997</c:v>
                </c:pt>
                <c:pt idx="226">
                  <c:v>53.746768951416001</c:v>
                </c:pt>
                <c:pt idx="227">
                  <c:v>53.857898712158203</c:v>
                </c:pt>
                <c:pt idx="228">
                  <c:v>53.917026519775398</c:v>
                </c:pt>
                <c:pt idx="229">
                  <c:v>53.964778900146499</c:v>
                </c:pt>
                <c:pt idx="230">
                  <c:v>54.005294799804702</c:v>
                </c:pt>
                <c:pt idx="231">
                  <c:v>54.056186676025398</c:v>
                </c:pt>
                <c:pt idx="232">
                  <c:v>54.095130920410199</c:v>
                </c:pt>
                <c:pt idx="233">
                  <c:v>54.121475219726598</c:v>
                </c:pt>
                <c:pt idx="234">
                  <c:v>54.133621215820298</c:v>
                </c:pt>
                <c:pt idx="235">
                  <c:v>54.140689849853501</c:v>
                </c:pt>
                <c:pt idx="236">
                  <c:v>54.221237182617202</c:v>
                </c:pt>
                <c:pt idx="237">
                  <c:v>54.1882934570313</c:v>
                </c:pt>
                <c:pt idx="238">
                  <c:v>54.359127044677699</c:v>
                </c:pt>
                <c:pt idx="239">
                  <c:v>54.336860656738303</c:v>
                </c:pt>
                <c:pt idx="240">
                  <c:v>54.345939636230497</c:v>
                </c:pt>
                <c:pt idx="241">
                  <c:v>54.451282501220703</c:v>
                </c:pt>
                <c:pt idx="242">
                  <c:v>54.498615264892599</c:v>
                </c:pt>
                <c:pt idx="243">
                  <c:v>54.5364379882813</c:v>
                </c:pt>
                <c:pt idx="244">
                  <c:v>54.553955078125</c:v>
                </c:pt>
                <c:pt idx="245">
                  <c:v>54.571071624755902</c:v>
                </c:pt>
                <c:pt idx="246">
                  <c:v>54.579856872558601</c:v>
                </c:pt>
                <c:pt idx="247">
                  <c:v>54.501922607421903</c:v>
                </c:pt>
                <c:pt idx="248">
                  <c:v>54.526241302490199</c:v>
                </c:pt>
                <c:pt idx="249">
                  <c:v>54.535026550292997</c:v>
                </c:pt>
                <c:pt idx="250">
                  <c:v>54.612045288085902</c:v>
                </c:pt>
                <c:pt idx="251">
                  <c:v>54.661342620849602</c:v>
                </c:pt>
                <c:pt idx="252">
                  <c:v>54.563850402832003</c:v>
                </c:pt>
                <c:pt idx="253">
                  <c:v>54.569915771484403</c:v>
                </c:pt>
                <c:pt idx="254">
                  <c:v>54.594036102294901</c:v>
                </c:pt>
                <c:pt idx="255">
                  <c:v>54.551132202148402</c:v>
                </c:pt>
                <c:pt idx="256">
                  <c:v>54.517005920410199</c:v>
                </c:pt>
                <c:pt idx="257">
                  <c:v>54.552196502685597</c:v>
                </c:pt>
                <c:pt idx="258">
                  <c:v>54.542495727539098</c:v>
                </c:pt>
                <c:pt idx="259">
                  <c:v>54.541328430175803</c:v>
                </c:pt>
                <c:pt idx="260">
                  <c:v>54.566242218017599</c:v>
                </c:pt>
                <c:pt idx="261">
                  <c:v>54.579036712646499</c:v>
                </c:pt>
                <c:pt idx="262">
                  <c:v>54.491466522216797</c:v>
                </c:pt>
                <c:pt idx="263">
                  <c:v>54.515819549560597</c:v>
                </c:pt>
                <c:pt idx="264">
                  <c:v>54.551361083984403</c:v>
                </c:pt>
                <c:pt idx="265">
                  <c:v>54.5792427062988</c:v>
                </c:pt>
                <c:pt idx="266">
                  <c:v>54.593540191650398</c:v>
                </c:pt>
                <c:pt idx="267">
                  <c:v>54.523075103759801</c:v>
                </c:pt>
                <c:pt idx="268">
                  <c:v>54.382087707519503</c:v>
                </c:pt>
                <c:pt idx="269">
                  <c:v>54.336215972900398</c:v>
                </c:pt>
                <c:pt idx="270">
                  <c:v>54.299282073974602</c:v>
                </c:pt>
                <c:pt idx="271">
                  <c:v>54.228363037109403</c:v>
                </c:pt>
                <c:pt idx="272">
                  <c:v>54.233654022216797</c:v>
                </c:pt>
                <c:pt idx="273">
                  <c:v>54.194671630859403</c:v>
                </c:pt>
                <c:pt idx="274">
                  <c:v>54.216468811035199</c:v>
                </c:pt>
                <c:pt idx="275">
                  <c:v>54.353092193603501</c:v>
                </c:pt>
                <c:pt idx="276">
                  <c:v>54.333518981933601</c:v>
                </c:pt>
                <c:pt idx="277">
                  <c:v>54.251472473144503</c:v>
                </c:pt>
                <c:pt idx="278">
                  <c:v>54.219253540039098</c:v>
                </c:pt>
                <c:pt idx="279">
                  <c:v>54.2333374023438</c:v>
                </c:pt>
                <c:pt idx="280">
                  <c:v>54.264926910400398</c:v>
                </c:pt>
                <c:pt idx="281">
                  <c:v>54.309986114502003</c:v>
                </c:pt>
                <c:pt idx="282">
                  <c:v>54.338638305664098</c:v>
                </c:pt>
                <c:pt idx="283">
                  <c:v>54.368976593017599</c:v>
                </c:pt>
                <c:pt idx="284">
                  <c:v>54.282119750976598</c:v>
                </c:pt>
                <c:pt idx="285">
                  <c:v>54.256992340087898</c:v>
                </c:pt>
                <c:pt idx="286">
                  <c:v>54.264274597167997</c:v>
                </c:pt>
                <c:pt idx="287">
                  <c:v>54.312347412109403</c:v>
                </c:pt>
                <c:pt idx="288">
                  <c:v>54.451164245605497</c:v>
                </c:pt>
                <c:pt idx="289">
                  <c:v>54.545684814453097</c:v>
                </c:pt>
                <c:pt idx="290">
                  <c:v>54.602653503417997</c:v>
                </c:pt>
                <c:pt idx="291">
                  <c:v>54.763416290283203</c:v>
                </c:pt>
                <c:pt idx="292">
                  <c:v>54.958454132080099</c:v>
                </c:pt>
                <c:pt idx="293">
                  <c:v>55.239170074462898</c:v>
                </c:pt>
                <c:pt idx="294">
                  <c:v>55.457202911377003</c:v>
                </c:pt>
                <c:pt idx="295">
                  <c:v>55.566349029541001</c:v>
                </c:pt>
                <c:pt idx="296">
                  <c:v>55.6696166992188</c:v>
                </c:pt>
                <c:pt idx="297">
                  <c:v>55.752540588378899</c:v>
                </c:pt>
                <c:pt idx="298">
                  <c:v>55.794841766357401</c:v>
                </c:pt>
                <c:pt idx="299">
                  <c:v>55.818214416503899</c:v>
                </c:pt>
                <c:pt idx="300">
                  <c:v>55.844429016113303</c:v>
                </c:pt>
                <c:pt idx="301">
                  <c:v>55.866565704345703</c:v>
                </c:pt>
                <c:pt idx="302">
                  <c:v>55.902469635009801</c:v>
                </c:pt>
                <c:pt idx="303">
                  <c:v>55.902587890625</c:v>
                </c:pt>
                <c:pt idx="304">
                  <c:v>55.950973510742202</c:v>
                </c:pt>
                <c:pt idx="305">
                  <c:v>56.006683349609403</c:v>
                </c:pt>
                <c:pt idx="306">
                  <c:v>56.041782379150398</c:v>
                </c:pt>
                <c:pt idx="307">
                  <c:v>56.090812683105497</c:v>
                </c:pt>
                <c:pt idx="308">
                  <c:v>56.126083374023402</c:v>
                </c:pt>
                <c:pt idx="309">
                  <c:v>56.184074401855497</c:v>
                </c:pt>
                <c:pt idx="310">
                  <c:v>56.227760314941399</c:v>
                </c:pt>
                <c:pt idx="311">
                  <c:v>56.358699798583999</c:v>
                </c:pt>
                <c:pt idx="312">
                  <c:v>56.426326751708999</c:v>
                </c:pt>
                <c:pt idx="313">
                  <c:v>56.358448028564503</c:v>
                </c:pt>
                <c:pt idx="314">
                  <c:v>56.4282417297363</c:v>
                </c:pt>
                <c:pt idx="315">
                  <c:v>56.449058532714801</c:v>
                </c:pt>
                <c:pt idx="316">
                  <c:v>56.474937438964801</c:v>
                </c:pt>
                <c:pt idx="317">
                  <c:v>56.479240417480497</c:v>
                </c:pt>
                <c:pt idx="318">
                  <c:v>56.498264312744098</c:v>
                </c:pt>
                <c:pt idx="319">
                  <c:v>56.438644409179702</c:v>
                </c:pt>
                <c:pt idx="320">
                  <c:v>56.334358215332003</c:v>
                </c:pt>
                <c:pt idx="321">
                  <c:v>56.321807861328097</c:v>
                </c:pt>
                <c:pt idx="322">
                  <c:v>56.276287078857401</c:v>
                </c:pt>
                <c:pt idx="323">
                  <c:v>56.255275726318402</c:v>
                </c:pt>
                <c:pt idx="324">
                  <c:v>56.244216918945298</c:v>
                </c:pt>
                <c:pt idx="325">
                  <c:v>56.235626220703097</c:v>
                </c:pt>
                <c:pt idx="326">
                  <c:v>56.222679138183601</c:v>
                </c:pt>
                <c:pt idx="327">
                  <c:v>56.206081390380902</c:v>
                </c:pt>
                <c:pt idx="328">
                  <c:v>56.204315185546903</c:v>
                </c:pt>
                <c:pt idx="329">
                  <c:v>56.192665100097699</c:v>
                </c:pt>
                <c:pt idx="330">
                  <c:v>56.185562133789098</c:v>
                </c:pt>
                <c:pt idx="331">
                  <c:v>56.185371398925803</c:v>
                </c:pt>
                <c:pt idx="332">
                  <c:v>56.175899505615199</c:v>
                </c:pt>
                <c:pt idx="333">
                  <c:v>56.113414764404297</c:v>
                </c:pt>
                <c:pt idx="334">
                  <c:v>56.057384490966797</c:v>
                </c:pt>
                <c:pt idx="335">
                  <c:v>55.995082855224602</c:v>
                </c:pt>
                <c:pt idx="336">
                  <c:v>55.969429016113303</c:v>
                </c:pt>
                <c:pt idx="337">
                  <c:v>55.930084228515597</c:v>
                </c:pt>
                <c:pt idx="338">
                  <c:v>55.906829833984403</c:v>
                </c:pt>
                <c:pt idx="339">
                  <c:v>55.879440307617202</c:v>
                </c:pt>
                <c:pt idx="340">
                  <c:v>55.862068176269503</c:v>
                </c:pt>
                <c:pt idx="341">
                  <c:v>55.852039337158203</c:v>
                </c:pt>
                <c:pt idx="342">
                  <c:v>55.845924377441399</c:v>
                </c:pt>
                <c:pt idx="343">
                  <c:v>55.842094421386697</c:v>
                </c:pt>
                <c:pt idx="344">
                  <c:v>55.844406127929702</c:v>
                </c:pt>
                <c:pt idx="345">
                  <c:v>55.841316223144503</c:v>
                </c:pt>
                <c:pt idx="346">
                  <c:v>55.839729309082003</c:v>
                </c:pt>
                <c:pt idx="347">
                  <c:v>55.838912963867202</c:v>
                </c:pt>
                <c:pt idx="348">
                  <c:v>55.838497161865199</c:v>
                </c:pt>
                <c:pt idx="349">
                  <c:v>55.838279724121101</c:v>
                </c:pt>
                <c:pt idx="350">
                  <c:v>55.838169097900398</c:v>
                </c:pt>
                <c:pt idx="351">
                  <c:v>55.8381156921387</c:v>
                </c:pt>
                <c:pt idx="352">
                  <c:v>55.838085174560597</c:v>
                </c:pt>
                <c:pt idx="353">
                  <c:v>55.838069915771499</c:v>
                </c:pt>
                <c:pt idx="354">
                  <c:v>55.740928649902301</c:v>
                </c:pt>
                <c:pt idx="355">
                  <c:v>55.716804504394503</c:v>
                </c:pt>
                <c:pt idx="356">
                  <c:v>55.740570068359403</c:v>
                </c:pt>
                <c:pt idx="357">
                  <c:v>55.788005828857401</c:v>
                </c:pt>
                <c:pt idx="358">
                  <c:v>55.8123588562012</c:v>
                </c:pt>
                <c:pt idx="359">
                  <c:v>55.824859619140597</c:v>
                </c:pt>
                <c:pt idx="360">
                  <c:v>55.832077026367202</c:v>
                </c:pt>
                <c:pt idx="361">
                  <c:v>55.836700439453097</c:v>
                </c:pt>
                <c:pt idx="362">
                  <c:v>55.848461151123097</c:v>
                </c:pt>
                <c:pt idx="363">
                  <c:v>55.845958709716797</c:v>
                </c:pt>
                <c:pt idx="364">
                  <c:v>55.843708038330099</c:v>
                </c:pt>
                <c:pt idx="365">
                  <c:v>55.848251342773402</c:v>
                </c:pt>
                <c:pt idx="366">
                  <c:v>55.880058288574197</c:v>
                </c:pt>
                <c:pt idx="367">
                  <c:v>55.888336181640597</c:v>
                </c:pt>
                <c:pt idx="368">
                  <c:v>55.902839660644503</c:v>
                </c:pt>
                <c:pt idx="369">
                  <c:v>55.8751411437988</c:v>
                </c:pt>
                <c:pt idx="370">
                  <c:v>55.915447235107401</c:v>
                </c:pt>
                <c:pt idx="371">
                  <c:v>56.0126342773438</c:v>
                </c:pt>
                <c:pt idx="372">
                  <c:v>56.065250396728501</c:v>
                </c:pt>
                <c:pt idx="373">
                  <c:v>56.231620788574197</c:v>
                </c:pt>
                <c:pt idx="374">
                  <c:v>56.253005981445298</c:v>
                </c:pt>
                <c:pt idx="375">
                  <c:v>56.268436431884801</c:v>
                </c:pt>
                <c:pt idx="376">
                  <c:v>56.345878601074197</c:v>
                </c:pt>
                <c:pt idx="377">
                  <c:v>56.460842132568402</c:v>
                </c:pt>
                <c:pt idx="378">
                  <c:v>56.578891754150398</c:v>
                </c:pt>
                <c:pt idx="379">
                  <c:v>56.676528930664098</c:v>
                </c:pt>
                <c:pt idx="380">
                  <c:v>56.746173858642599</c:v>
                </c:pt>
                <c:pt idx="381">
                  <c:v>56.9804878234863</c:v>
                </c:pt>
                <c:pt idx="382">
                  <c:v>57.119575500488303</c:v>
                </c:pt>
                <c:pt idx="383">
                  <c:v>57.224662780761697</c:v>
                </c:pt>
                <c:pt idx="384">
                  <c:v>57.344783782958999</c:v>
                </c:pt>
                <c:pt idx="385">
                  <c:v>57.406452178955099</c:v>
                </c:pt>
                <c:pt idx="386">
                  <c:v>57.4530220031738</c:v>
                </c:pt>
                <c:pt idx="387">
                  <c:v>57.478897094726598</c:v>
                </c:pt>
                <c:pt idx="388">
                  <c:v>57.480518341064503</c:v>
                </c:pt>
                <c:pt idx="389">
                  <c:v>57.479576110839801</c:v>
                </c:pt>
                <c:pt idx="390">
                  <c:v>57.499553680419901</c:v>
                </c:pt>
                <c:pt idx="391">
                  <c:v>57.533546447753899</c:v>
                </c:pt>
                <c:pt idx="392">
                  <c:v>57.623302459716797</c:v>
                </c:pt>
                <c:pt idx="393">
                  <c:v>57.759628295898402</c:v>
                </c:pt>
                <c:pt idx="394">
                  <c:v>57.880306243896499</c:v>
                </c:pt>
                <c:pt idx="395">
                  <c:v>57.957862854003899</c:v>
                </c:pt>
                <c:pt idx="396">
                  <c:v>58.029087066650398</c:v>
                </c:pt>
                <c:pt idx="397">
                  <c:v>58.0591850280762</c:v>
                </c:pt>
                <c:pt idx="398">
                  <c:v>58.109703063964801</c:v>
                </c:pt>
                <c:pt idx="399">
                  <c:v>58.205680847167997</c:v>
                </c:pt>
                <c:pt idx="400">
                  <c:v>58.263763427734403</c:v>
                </c:pt>
                <c:pt idx="401">
                  <c:v>58.350757598877003</c:v>
                </c:pt>
                <c:pt idx="402">
                  <c:v>58.392868041992202</c:v>
                </c:pt>
                <c:pt idx="403">
                  <c:v>58.420871734619098</c:v>
                </c:pt>
                <c:pt idx="404">
                  <c:v>58.472286224365199</c:v>
                </c:pt>
                <c:pt idx="405">
                  <c:v>58.493247985839801</c:v>
                </c:pt>
                <c:pt idx="406">
                  <c:v>58.5169486999512</c:v>
                </c:pt>
                <c:pt idx="407">
                  <c:v>58.499607086181598</c:v>
                </c:pt>
                <c:pt idx="408">
                  <c:v>58.543006896972699</c:v>
                </c:pt>
                <c:pt idx="409">
                  <c:v>58.551727294921903</c:v>
                </c:pt>
                <c:pt idx="410">
                  <c:v>58.650459289550803</c:v>
                </c:pt>
                <c:pt idx="411">
                  <c:v>58.699939727783203</c:v>
                </c:pt>
                <c:pt idx="412">
                  <c:v>58.67626953125</c:v>
                </c:pt>
                <c:pt idx="413">
                  <c:v>58.667961120605497</c:v>
                </c:pt>
                <c:pt idx="414">
                  <c:v>58.704818725585902</c:v>
                </c:pt>
                <c:pt idx="415">
                  <c:v>58.767086029052699</c:v>
                </c:pt>
                <c:pt idx="416">
                  <c:v>58.818698883056598</c:v>
                </c:pt>
                <c:pt idx="417">
                  <c:v>58.851718902587898</c:v>
                </c:pt>
                <c:pt idx="418">
                  <c:v>58.903194427490199</c:v>
                </c:pt>
                <c:pt idx="419">
                  <c:v>58.910320281982401</c:v>
                </c:pt>
                <c:pt idx="420">
                  <c:v>58.939113616943402</c:v>
                </c:pt>
                <c:pt idx="421">
                  <c:v>59.090812683105497</c:v>
                </c:pt>
                <c:pt idx="422">
                  <c:v>59.172805786132798</c:v>
                </c:pt>
                <c:pt idx="423">
                  <c:v>59.226692199707003</c:v>
                </c:pt>
                <c:pt idx="424">
                  <c:v>59.2643852233887</c:v>
                </c:pt>
                <c:pt idx="425">
                  <c:v>59.282768249511697</c:v>
                </c:pt>
                <c:pt idx="426">
                  <c:v>59.3460502624512</c:v>
                </c:pt>
                <c:pt idx="427">
                  <c:v>59.382755279541001</c:v>
                </c:pt>
                <c:pt idx="428">
                  <c:v>59.427989959716797</c:v>
                </c:pt>
                <c:pt idx="429">
                  <c:v>59.491798400878899</c:v>
                </c:pt>
                <c:pt idx="430">
                  <c:v>59.541591644287102</c:v>
                </c:pt>
                <c:pt idx="431">
                  <c:v>59.633659362792997</c:v>
                </c:pt>
                <c:pt idx="432">
                  <c:v>59.701168060302699</c:v>
                </c:pt>
                <c:pt idx="433">
                  <c:v>59.762458801269503</c:v>
                </c:pt>
                <c:pt idx="434">
                  <c:v>59.807533264160199</c:v>
                </c:pt>
                <c:pt idx="435">
                  <c:v>59.830047607421903</c:v>
                </c:pt>
                <c:pt idx="436">
                  <c:v>59.842277526855497</c:v>
                </c:pt>
                <c:pt idx="437">
                  <c:v>59.853466033935597</c:v>
                </c:pt>
                <c:pt idx="438">
                  <c:v>59.8502388000488</c:v>
                </c:pt>
                <c:pt idx="439">
                  <c:v>59.853145599365199</c:v>
                </c:pt>
                <c:pt idx="440">
                  <c:v>59.855792999267599</c:v>
                </c:pt>
                <c:pt idx="441">
                  <c:v>59.860527038574197</c:v>
                </c:pt>
                <c:pt idx="442">
                  <c:v>59.835426330566399</c:v>
                </c:pt>
                <c:pt idx="443">
                  <c:v>59.833942413330099</c:v>
                </c:pt>
                <c:pt idx="444">
                  <c:v>59.839797973632798</c:v>
                </c:pt>
                <c:pt idx="445">
                  <c:v>59.826824188232401</c:v>
                </c:pt>
                <c:pt idx="446">
                  <c:v>59.8182182312012</c:v>
                </c:pt>
                <c:pt idx="447">
                  <c:v>59.764614105224602</c:v>
                </c:pt>
                <c:pt idx="448">
                  <c:v>59.750526428222699</c:v>
                </c:pt>
                <c:pt idx="449">
                  <c:v>59.718833923339801</c:v>
                </c:pt>
                <c:pt idx="450">
                  <c:v>59.703567504882798</c:v>
                </c:pt>
                <c:pt idx="451">
                  <c:v>59.673389434814503</c:v>
                </c:pt>
                <c:pt idx="452">
                  <c:v>59.673709869384801</c:v>
                </c:pt>
                <c:pt idx="453">
                  <c:v>59.6407470703125</c:v>
                </c:pt>
                <c:pt idx="454">
                  <c:v>59.613834381103501</c:v>
                </c:pt>
                <c:pt idx="455">
                  <c:v>59.612236022949197</c:v>
                </c:pt>
                <c:pt idx="456">
                  <c:v>59.586532592773402</c:v>
                </c:pt>
                <c:pt idx="457">
                  <c:v>59.585319519042997</c:v>
                </c:pt>
                <c:pt idx="458">
                  <c:v>59.5314331054688</c:v>
                </c:pt>
                <c:pt idx="459">
                  <c:v>59.475624084472699</c:v>
                </c:pt>
                <c:pt idx="460">
                  <c:v>59.425052642822301</c:v>
                </c:pt>
                <c:pt idx="461">
                  <c:v>59.410675048828097</c:v>
                </c:pt>
                <c:pt idx="462">
                  <c:v>59.423305511474602</c:v>
                </c:pt>
                <c:pt idx="463">
                  <c:v>59.434131622314503</c:v>
                </c:pt>
                <c:pt idx="464">
                  <c:v>59.4263725280762</c:v>
                </c:pt>
                <c:pt idx="465">
                  <c:v>59.4189643859863</c:v>
                </c:pt>
                <c:pt idx="466">
                  <c:v>59.505931854248097</c:v>
                </c:pt>
                <c:pt idx="467">
                  <c:v>59.514579772949197</c:v>
                </c:pt>
                <c:pt idx="468">
                  <c:v>59.481864929199197</c:v>
                </c:pt>
                <c:pt idx="469">
                  <c:v>59.4998588562012</c:v>
                </c:pt>
                <c:pt idx="470">
                  <c:v>59.502834320068402</c:v>
                </c:pt>
                <c:pt idx="471">
                  <c:v>59.383857727050803</c:v>
                </c:pt>
                <c:pt idx="472">
                  <c:v>59.446498870849602</c:v>
                </c:pt>
                <c:pt idx="473">
                  <c:v>59.493110656738303</c:v>
                </c:pt>
                <c:pt idx="474">
                  <c:v>59.561267852783203</c:v>
                </c:pt>
                <c:pt idx="475">
                  <c:v>59.615489959716797</c:v>
                </c:pt>
                <c:pt idx="476">
                  <c:v>59.707305908203097</c:v>
                </c:pt>
                <c:pt idx="477">
                  <c:v>59.783493041992202</c:v>
                </c:pt>
                <c:pt idx="478">
                  <c:v>59.809425354003899</c:v>
                </c:pt>
                <c:pt idx="479">
                  <c:v>59.833152770996101</c:v>
                </c:pt>
                <c:pt idx="480">
                  <c:v>59.8418998718262</c:v>
                </c:pt>
                <c:pt idx="481">
                  <c:v>59.847629547119098</c:v>
                </c:pt>
                <c:pt idx="482">
                  <c:v>59.849208831787102</c:v>
                </c:pt>
                <c:pt idx="483">
                  <c:v>59.856967926025398</c:v>
                </c:pt>
                <c:pt idx="484">
                  <c:v>59.8634033203125</c:v>
                </c:pt>
                <c:pt idx="485">
                  <c:v>59.864673614502003</c:v>
                </c:pt>
                <c:pt idx="486">
                  <c:v>59.873172760009801</c:v>
                </c:pt>
                <c:pt idx="487">
                  <c:v>59.863269805908203</c:v>
                </c:pt>
                <c:pt idx="488">
                  <c:v>59.837898254394503</c:v>
                </c:pt>
                <c:pt idx="489">
                  <c:v>59.814853668212898</c:v>
                </c:pt>
                <c:pt idx="490">
                  <c:v>59.859035491943402</c:v>
                </c:pt>
                <c:pt idx="491">
                  <c:v>59.852943420410199</c:v>
                </c:pt>
                <c:pt idx="492">
                  <c:v>59.782321929931598</c:v>
                </c:pt>
                <c:pt idx="493">
                  <c:v>59.801651000976598</c:v>
                </c:pt>
                <c:pt idx="494">
                  <c:v>59.907608032226598</c:v>
                </c:pt>
                <c:pt idx="495">
                  <c:v>59.907173156738303</c:v>
                </c:pt>
                <c:pt idx="496">
                  <c:v>59.889419555664098</c:v>
                </c:pt>
                <c:pt idx="497">
                  <c:v>59.913497924804702</c:v>
                </c:pt>
                <c:pt idx="498">
                  <c:v>59.872585296630902</c:v>
                </c:pt>
                <c:pt idx="499">
                  <c:v>59.9857368469238</c:v>
                </c:pt>
                <c:pt idx="500">
                  <c:v>60.187221527099602</c:v>
                </c:pt>
                <c:pt idx="501">
                  <c:v>60.354747772216797</c:v>
                </c:pt>
                <c:pt idx="502">
                  <c:v>60.511665344238303</c:v>
                </c:pt>
                <c:pt idx="503">
                  <c:v>60.572673797607401</c:v>
                </c:pt>
                <c:pt idx="504">
                  <c:v>60.602073669433601</c:v>
                </c:pt>
                <c:pt idx="505">
                  <c:v>60.643264770507798</c:v>
                </c:pt>
                <c:pt idx="506">
                  <c:v>60.670597076416001</c:v>
                </c:pt>
                <c:pt idx="507">
                  <c:v>60.673568725585902</c:v>
                </c:pt>
                <c:pt idx="508">
                  <c:v>60.684497833252003</c:v>
                </c:pt>
                <c:pt idx="509">
                  <c:v>60.798557281494098</c:v>
                </c:pt>
                <c:pt idx="510">
                  <c:v>60.790073394775398</c:v>
                </c:pt>
                <c:pt idx="511">
                  <c:v>60.844448089599602</c:v>
                </c:pt>
                <c:pt idx="512">
                  <c:v>60.954174041748097</c:v>
                </c:pt>
                <c:pt idx="513">
                  <c:v>61.116901397705099</c:v>
                </c:pt>
                <c:pt idx="514">
                  <c:v>61.265937805175803</c:v>
                </c:pt>
                <c:pt idx="515">
                  <c:v>61.319351196289098</c:v>
                </c:pt>
                <c:pt idx="516">
                  <c:v>61.3893432617188</c:v>
                </c:pt>
                <c:pt idx="517">
                  <c:v>61.416950225830099</c:v>
                </c:pt>
                <c:pt idx="518">
                  <c:v>61.411819458007798</c:v>
                </c:pt>
                <c:pt idx="519">
                  <c:v>61.366374969482401</c:v>
                </c:pt>
                <c:pt idx="520">
                  <c:v>61.367160797119098</c:v>
                </c:pt>
                <c:pt idx="521">
                  <c:v>61.401821136474602</c:v>
                </c:pt>
                <c:pt idx="522">
                  <c:v>61.435966491699197</c:v>
                </c:pt>
                <c:pt idx="523">
                  <c:v>61.470668792724602</c:v>
                </c:pt>
                <c:pt idx="524">
                  <c:v>61.525691986083999</c:v>
                </c:pt>
                <c:pt idx="525">
                  <c:v>61.511238098144503</c:v>
                </c:pt>
                <c:pt idx="526">
                  <c:v>61.415615081787102</c:v>
                </c:pt>
                <c:pt idx="527">
                  <c:v>61.3755493164063</c:v>
                </c:pt>
                <c:pt idx="528">
                  <c:v>61.371505737304702</c:v>
                </c:pt>
                <c:pt idx="529">
                  <c:v>61.431785583496101</c:v>
                </c:pt>
                <c:pt idx="530">
                  <c:v>61.357002258300803</c:v>
                </c:pt>
                <c:pt idx="531">
                  <c:v>61.336494445800803</c:v>
                </c:pt>
                <c:pt idx="532">
                  <c:v>61.340003967285199</c:v>
                </c:pt>
                <c:pt idx="533">
                  <c:v>61.316146850585902</c:v>
                </c:pt>
                <c:pt idx="534">
                  <c:v>61.281093597412102</c:v>
                </c:pt>
                <c:pt idx="535">
                  <c:v>61.102779388427699</c:v>
                </c:pt>
                <c:pt idx="536">
                  <c:v>61.090366363525398</c:v>
                </c:pt>
                <c:pt idx="537">
                  <c:v>61.1318550109863</c:v>
                </c:pt>
                <c:pt idx="538">
                  <c:v>61.137619018554702</c:v>
                </c:pt>
                <c:pt idx="539">
                  <c:v>61.165004730224602</c:v>
                </c:pt>
                <c:pt idx="540">
                  <c:v>61.128795623779297</c:v>
                </c:pt>
                <c:pt idx="541">
                  <c:v>61.070915222167997</c:v>
                </c:pt>
                <c:pt idx="542">
                  <c:v>61.030529022216797</c:v>
                </c:pt>
                <c:pt idx="543">
                  <c:v>60.970676422119098</c:v>
                </c:pt>
                <c:pt idx="544">
                  <c:v>60.885841369628899</c:v>
                </c:pt>
                <c:pt idx="545">
                  <c:v>60.800548553466797</c:v>
                </c:pt>
                <c:pt idx="546">
                  <c:v>60.7474975585938</c:v>
                </c:pt>
                <c:pt idx="547">
                  <c:v>60.717479705810597</c:v>
                </c:pt>
                <c:pt idx="548">
                  <c:v>60.714107513427699</c:v>
                </c:pt>
                <c:pt idx="549">
                  <c:v>60.709438323974602</c:v>
                </c:pt>
                <c:pt idx="550">
                  <c:v>60.698726654052699</c:v>
                </c:pt>
                <c:pt idx="551">
                  <c:v>60.688835144042997</c:v>
                </c:pt>
                <c:pt idx="552">
                  <c:v>60.683601379394503</c:v>
                </c:pt>
                <c:pt idx="553">
                  <c:v>60.683849334716797</c:v>
                </c:pt>
                <c:pt idx="554">
                  <c:v>60.680057525634801</c:v>
                </c:pt>
                <c:pt idx="555">
                  <c:v>60.677928924560597</c:v>
                </c:pt>
                <c:pt idx="556">
                  <c:v>60.636936187744098</c:v>
                </c:pt>
                <c:pt idx="557">
                  <c:v>60.608612060546903</c:v>
                </c:pt>
                <c:pt idx="558">
                  <c:v>60.5968017578125</c:v>
                </c:pt>
                <c:pt idx="559">
                  <c:v>60.586254119873097</c:v>
                </c:pt>
                <c:pt idx="560">
                  <c:v>60.497154235839801</c:v>
                </c:pt>
                <c:pt idx="561">
                  <c:v>60.441158294677699</c:v>
                </c:pt>
                <c:pt idx="562">
                  <c:v>60.371959686279297</c:v>
                </c:pt>
                <c:pt idx="563">
                  <c:v>60.341732025146499</c:v>
                </c:pt>
                <c:pt idx="564">
                  <c:v>60.172893524169901</c:v>
                </c:pt>
                <c:pt idx="565">
                  <c:v>60.0325736999512</c:v>
                </c:pt>
                <c:pt idx="566">
                  <c:v>59.951953887939503</c:v>
                </c:pt>
                <c:pt idx="567">
                  <c:v>59.9058647155762</c:v>
                </c:pt>
                <c:pt idx="568">
                  <c:v>59.883163452148402</c:v>
                </c:pt>
                <c:pt idx="569">
                  <c:v>59.851249694824197</c:v>
                </c:pt>
                <c:pt idx="570">
                  <c:v>59.779247283935597</c:v>
                </c:pt>
                <c:pt idx="571">
                  <c:v>59.710594177246101</c:v>
                </c:pt>
                <c:pt idx="572">
                  <c:v>59.646087646484403</c:v>
                </c:pt>
                <c:pt idx="573">
                  <c:v>59.603122711181598</c:v>
                </c:pt>
                <c:pt idx="574">
                  <c:v>59.527919769287102</c:v>
                </c:pt>
                <c:pt idx="575">
                  <c:v>59.460334777832003</c:v>
                </c:pt>
                <c:pt idx="576">
                  <c:v>59.419010162353501</c:v>
                </c:pt>
                <c:pt idx="577">
                  <c:v>59.364177703857401</c:v>
                </c:pt>
                <c:pt idx="578">
                  <c:v>59.261966705322301</c:v>
                </c:pt>
                <c:pt idx="579">
                  <c:v>59.216464996337898</c:v>
                </c:pt>
                <c:pt idx="580">
                  <c:v>59.161415100097699</c:v>
                </c:pt>
                <c:pt idx="581">
                  <c:v>59.051578521728501</c:v>
                </c:pt>
                <c:pt idx="582">
                  <c:v>58.982147216796903</c:v>
                </c:pt>
                <c:pt idx="583">
                  <c:v>58.904975891113303</c:v>
                </c:pt>
                <c:pt idx="584">
                  <c:v>58.861949920654297</c:v>
                </c:pt>
                <c:pt idx="585">
                  <c:v>58.800605773925803</c:v>
                </c:pt>
                <c:pt idx="586">
                  <c:v>58.725631713867202</c:v>
                </c:pt>
                <c:pt idx="587">
                  <c:v>58.666397094726598</c:v>
                </c:pt>
                <c:pt idx="588">
                  <c:v>58.558109283447301</c:v>
                </c:pt>
                <c:pt idx="589">
                  <c:v>58.455608367919901</c:v>
                </c:pt>
                <c:pt idx="590">
                  <c:v>58.424728393554702</c:v>
                </c:pt>
                <c:pt idx="591">
                  <c:v>58.3975830078125</c:v>
                </c:pt>
                <c:pt idx="592">
                  <c:v>58.363662719726598</c:v>
                </c:pt>
                <c:pt idx="593">
                  <c:v>58.324043273925803</c:v>
                </c:pt>
                <c:pt idx="594">
                  <c:v>58.291816711425803</c:v>
                </c:pt>
                <c:pt idx="595">
                  <c:v>58.267978668212898</c:v>
                </c:pt>
                <c:pt idx="596">
                  <c:v>58.180271148681598</c:v>
                </c:pt>
                <c:pt idx="597">
                  <c:v>58.1327095031738</c:v>
                </c:pt>
                <c:pt idx="598">
                  <c:v>58.084823608398402</c:v>
                </c:pt>
                <c:pt idx="599">
                  <c:v>57.997806549072301</c:v>
                </c:pt>
                <c:pt idx="600">
                  <c:v>57.868408203125</c:v>
                </c:pt>
                <c:pt idx="601">
                  <c:v>57.775051116943402</c:v>
                </c:pt>
                <c:pt idx="602">
                  <c:v>57.728370666503899</c:v>
                </c:pt>
                <c:pt idx="603">
                  <c:v>57.700084686279297</c:v>
                </c:pt>
                <c:pt idx="604">
                  <c:v>57.620616912841797</c:v>
                </c:pt>
                <c:pt idx="605">
                  <c:v>57.622531890869098</c:v>
                </c:pt>
                <c:pt idx="606">
                  <c:v>57.663913726806598</c:v>
                </c:pt>
                <c:pt idx="607">
                  <c:v>57.660411834716797</c:v>
                </c:pt>
                <c:pt idx="608">
                  <c:v>57.714942932128899</c:v>
                </c:pt>
                <c:pt idx="609">
                  <c:v>57.706897735595703</c:v>
                </c:pt>
                <c:pt idx="610">
                  <c:v>57.692207336425803</c:v>
                </c:pt>
                <c:pt idx="611">
                  <c:v>57.707233428955099</c:v>
                </c:pt>
                <c:pt idx="612">
                  <c:v>57.700557708740199</c:v>
                </c:pt>
                <c:pt idx="613">
                  <c:v>57.767250061035199</c:v>
                </c:pt>
                <c:pt idx="614">
                  <c:v>57.724258422851598</c:v>
                </c:pt>
                <c:pt idx="615">
                  <c:v>57.679264068603501</c:v>
                </c:pt>
                <c:pt idx="616">
                  <c:v>57.735065460205099</c:v>
                </c:pt>
                <c:pt idx="617">
                  <c:v>57.728694915771499</c:v>
                </c:pt>
                <c:pt idx="618">
                  <c:v>57.7675170898438</c:v>
                </c:pt>
                <c:pt idx="619">
                  <c:v>57.681159973144503</c:v>
                </c:pt>
                <c:pt idx="620">
                  <c:v>57.646266937255902</c:v>
                </c:pt>
                <c:pt idx="621">
                  <c:v>57.5931587219238</c:v>
                </c:pt>
                <c:pt idx="622">
                  <c:v>57.573024749755902</c:v>
                </c:pt>
                <c:pt idx="623">
                  <c:v>57.701950073242202</c:v>
                </c:pt>
                <c:pt idx="624">
                  <c:v>57.803050994873097</c:v>
                </c:pt>
                <c:pt idx="625">
                  <c:v>57.748104095458999</c:v>
                </c:pt>
                <c:pt idx="626">
                  <c:v>57.697963714599602</c:v>
                </c:pt>
                <c:pt idx="627">
                  <c:v>57.680351257324197</c:v>
                </c:pt>
                <c:pt idx="628">
                  <c:v>57.7326049804688</c:v>
                </c:pt>
                <c:pt idx="629">
                  <c:v>57.868965148925803</c:v>
                </c:pt>
                <c:pt idx="630">
                  <c:v>57.985008239746101</c:v>
                </c:pt>
                <c:pt idx="631">
                  <c:v>58.009799957275398</c:v>
                </c:pt>
                <c:pt idx="632">
                  <c:v>57.996898651123097</c:v>
                </c:pt>
                <c:pt idx="633">
                  <c:v>58.033542633056598</c:v>
                </c:pt>
                <c:pt idx="634">
                  <c:v>58.123783111572301</c:v>
                </c:pt>
                <c:pt idx="635">
                  <c:v>58.064857482910199</c:v>
                </c:pt>
                <c:pt idx="636">
                  <c:v>58.035945892333999</c:v>
                </c:pt>
                <c:pt idx="637">
                  <c:v>57.953407287597699</c:v>
                </c:pt>
                <c:pt idx="638">
                  <c:v>58.070625305175803</c:v>
                </c:pt>
                <c:pt idx="639">
                  <c:v>58.123104095458999</c:v>
                </c:pt>
                <c:pt idx="640">
                  <c:v>58.201812744140597</c:v>
                </c:pt>
                <c:pt idx="641">
                  <c:v>58.378124237060597</c:v>
                </c:pt>
                <c:pt idx="642">
                  <c:v>58.478134155273402</c:v>
                </c:pt>
                <c:pt idx="643">
                  <c:v>58.4344673156738</c:v>
                </c:pt>
                <c:pt idx="644">
                  <c:v>58.478649139404297</c:v>
                </c:pt>
                <c:pt idx="645">
                  <c:v>58.490100860595703</c:v>
                </c:pt>
                <c:pt idx="646">
                  <c:v>58.447380065917997</c:v>
                </c:pt>
                <c:pt idx="647">
                  <c:v>58.4046440124512</c:v>
                </c:pt>
                <c:pt idx="648">
                  <c:v>58.407550811767599</c:v>
                </c:pt>
                <c:pt idx="649">
                  <c:v>58.533969879150398</c:v>
                </c:pt>
                <c:pt idx="650">
                  <c:v>58.673141479492202</c:v>
                </c:pt>
                <c:pt idx="651">
                  <c:v>58.836555480957003</c:v>
                </c:pt>
                <c:pt idx="652">
                  <c:v>58.880157470703097</c:v>
                </c:pt>
                <c:pt idx="653">
                  <c:v>58.896312713623097</c:v>
                </c:pt>
                <c:pt idx="654">
                  <c:v>58.934547424316399</c:v>
                </c:pt>
                <c:pt idx="655">
                  <c:v>58.990531921386697</c:v>
                </c:pt>
                <c:pt idx="656">
                  <c:v>59.038825988769503</c:v>
                </c:pt>
                <c:pt idx="657">
                  <c:v>59.102569580078097</c:v>
                </c:pt>
                <c:pt idx="658">
                  <c:v>59.228084564208999</c:v>
                </c:pt>
                <c:pt idx="659">
                  <c:v>59.186618804931598</c:v>
                </c:pt>
                <c:pt idx="660">
                  <c:v>59.297885894775398</c:v>
                </c:pt>
                <c:pt idx="661">
                  <c:v>59.352859497070298</c:v>
                </c:pt>
                <c:pt idx="662">
                  <c:v>59.490386962890597</c:v>
                </c:pt>
                <c:pt idx="663">
                  <c:v>59.541805267333999</c:v>
                </c:pt>
                <c:pt idx="664">
                  <c:v>59.548133850097699</c:v>
                </c:pt>
                <c:pt idx="665">
                  <c:v>59.548862457275398</c:v>
                </c:pt>
                <c:pt idx="666">
                  <c:v>59.642135620117202</c:v>
                </c:pt>
                <c:pt idx="667">
                  <c:v>59.775825500488303</c:v>
                </c:pt>
                <c:pt idx="668">
                  <c:v>59.906452178955099</c:v>
                </c:pt>
                <c:pt idx="669">
                  <c:v>60.054782867431598</c:v>
                </c:pt>
                <c:pt idx="670">
                  <c:v>60.197372436523402</c:v>
                </c:pt>
                <c:pt idx="671">
                  <c:v>60.353271484375</c:v>
                </c:pt>
                <c:pt idx="672">
                  <c:v>60.4238471984863</c:v>
                </c:pt>
                <c:pt idx="673">
                  <c:v>60.577404022216797</c:v>
                </c:pt>
                <c:pt idx="674">
                  <c:v>60.716266632080099</c:v>
                </c:pt>
                <c:pt idx="675">
                  <c:v>60.722442626953097</c:v>
                </c:pt>
                <c:pt idx="676">
                  <c:v>60.852569580078097</c:v>
                </c:pt>
                <c:pt idx="677">
                  <c:v>61.072826385498097</c:v>
                </c:pt>
                <c:pt idx="678">
                  <c:v>61.076393127441399</c:v>
                </c:pt>
                <c:pt idx="679">
                  <c:v>61.176937103271499</c:v>
                </c:pt>
                <c:pt idx="680">
                  <c:v>61.438743591308601</c:v>
                </c:pt>
                <c:pt idx="681">
                  <c:v>61.6677436828613</c:v>
                </c:pt>
                <c:pt idx="682">
                  <c:v>61.727718353271499</c:v>
                </c:pt>
                <c:pt idx="683">
                  <c:v>61.832618713378899</c:v>
                </c:pt>
                <c:pt idx="684">
                  <c:v>61.995845794677699</c:v>
                </c:pt>
                <c:pt idx="685">
                  <c:v>62.078071594238303</c:v>
                </c:pt>
                <c:pt idx="686">
                  <c:v>62.165187835693402</c:v>
                </c:pt>
                <c:pt idx="687">
                  <c:v>62.312587738037102</c:v>
                </c:pt>
                <c:pt idx="688">
                  <c:v>62.451118469238303</c:v>
                </c:pt>
                <c:pt idx="689">
                  <c:v>62.618824005127003</c:v>
                </c:pt>
                <c:pt idx="690">
                  <c:v>62.656135559082003</c:v>
                </c:pt>
                <c:pt idx="691">
                  <c:v>62.6900634765625</c:v>
                </c:pt>
                <c:pt idx="692">
                  <c:v>62.758033752441399</c:v>
                </c:pt>
                <c:pt idx="693">
                  <c:v>62.939426422119098</c:v>
                </c:pt>
                <c:pt idx="694">
                  <c:v>63.032558441162102</c:v>
                </c:pt>
                <c:pt idx="695">
                  <c:v>63.406517028808601</c:v>
                </c:pt>
                <c:pt idx="696">
                  <c:v>63.673805236816399</c:v>
                </c:pt>
                <c:pt idx="697">
                  <c:v>63.815338134765597</c:v>
                </c:pt>
                <c:pt idx="698">
                  <c:v>63.9076957702637</c:v>
                </c:pt>
                <c:pt idx="699">
                  <c:v>63.976726531982401</c:v>
                </c:pt>
                <c:pt idx="700">
                  <c:v>64.006813049316406</c:v>
                </c:pt>
                <c:pt idx="701">
                  <c:v>64.038558959960895</c:v>
                </c:pt>
                <c:pt idx="702">
                  <c:v>64.125518798828097</c:v>
                </c:pt>
                <c:pt idx="703">
                  <c:v>64.149978637695298</c:v>
                </c:pt>
                <c:pt idx="704">
                  <c:v>64.233695983886705</c:v>
                </c:pt>
                <c:pt idx="705">
                  <c:v>64.336639404296903</c:v>
                </c:pt>
                <c:pt idx="706">
                  <c:v>64.494369506835895</c:v>
                </c:pt>
                <c:pt idx="707">
                  <c:v>64.493217468261705</c:v>
                </c:pt>
                <c:pt idx="708">
                  <c:v>64.648452758789105</c:v>
                </c:pt>
                <c:pt idx="709">
                  <c:v>64.763381958007798</c:v>
                </c:pt>
                <c:pt idx="710">
                  <c:v>64.809013366699205</c:v>
                </c:pt>
                <c:pt idx="711">
                  <c:v>64.835556030273395</c:v>
                </c:pt>
                <c:pt idx="712">
                  <c:v>64.919525146484403</c:v>
                </c:pt>
                <c:pt idx="713">
                  <c:v>64.9478759765625</c:v>
                </c:pt>
                <c:pt idx="714">
                  <c:v>65.010459899902301</c:v>
                </c:pt>
                <c:pt idx="715">
                  <c:v>65.123855590820298</c:v>
                </c:pt>
                <c:pt idx="716">
                  <c:v>65.220726013183594</c:v>
                </c:pt>
                <c:pt idx="717">
                  <c:v>65.275444030761705</c:v>
                </c:pt>
                <c:pt idx="718">
                  <c:v>65.316108703613295</c:v>
                </c:pt>
                <c:pt idx="719">
                  <c:v>65.375053405761705</c:v>
                </c:pt>
                <c:pt idx="720">
                  <c:v>65.3858642578125</c:v>
                </c:pt>
                <c:pt idx="721">
                  <c:v>65.389717102050795</c:v>
                </c:pt>
                <c:pt idx="722">
                  <c:v>65.391845703125</c:v>
                </c:pt>
                <c:pt idx="723">
                  <c:v>65.402969360351605</c:v>
                </c:pt>
                <c:pt idx="724">
                  <c:v>65.411460876464801</c:v>
                </c:pt>
                <c:pt idx="725">
                  <c:v>65.450538635253906</c:v>
                </c:pt>
                <c:pt idx="726">
                  <c:v>65.473358154296903</c:v>
                </c:pt>
                <c:pt idx="727">
                  <c:v>65.428482055664105</c:v>
                </c:pt>
                <c:pt idx="728">
                  <c:v>65.441650390625</c:v>
                </c:pt>
                <c:pt idx="729">
                  <c:v>65.434410095214801</c:v>
                </c:pt>
                <c:pt idx="730">
                  <c:v>65.483459472656307</c:v>
                </c:pt>
                <c:pt idx="731">
                  <c:v>65.520698547363295</c:v>
                </c:pt>
                <c:pt idx="732">
                  <c:v>65.505348205566406</c:v>
                </c:pt>
                <c:pt idx="733">
                  <c:v>65.523269653320298</c:v>
                </c:pt>
                <c:pt idx="734">
                  <c:v>65.530517578125</c:v>
                </c:pt>
                <c:pt idx="735">
                  <c:v>65.528518676757798</c:v>
                </c:pt>
                <c:pt idx="736">
                  <c:v>65.538795471191406</c:v>
                </c:pt>
                <c:pt idx="737">
                  <c:v>65.560340881347699</c:v>
                </c:pt>
                <c:pt idx="738">
                  <c:v>65.5728759765625</c:v>
                </c:pt>
                <c:pt idx="739">
                  <c:v>65.562881469726605</c:v>
                </c:pt>
                <c:pt idx="740">
                  <c:v>65.566192626953097</c:v>
                </c:pt>
                <c:pt idx="741">
                  <c:v>65.567970275878906</c:v>
                </c:pt>
                <c:pt idx="742">
                  <c:v>65.564537048339801</c:v>
                </c:pt>
                <c:pt idx="743">
                  <c:v>65.573944091796903</c:v>
                </c:pt>
                <c:pt idx="744">
                  <c:v>65.577735900878906</c:v>
                </c:pt>
                <c:pt idx="745">
                  <c:v>65.580718994140597</c:v>
                </c:pt>
                <c:pt idx="746">
                  <c:v>65.584182739257798</c:v>
                </c:pt>
                <c:pt idx="747">
                  <c:v>65.584266662597699</c:v>
                </c:pt>
                <c:pt idx="748">
                  <c:v>65.581077575683594</c:v>
                </c:pt>
                <c:pt idx="749">
                  <c:v>65.582672119140597</c:v>
                </c:pt>
                <c:pt idx="750">
                  <c:v>65.578559875488295</c:v>
                </c:pt>
                <c:pt idx="751">
                  <c:v>65.576454162597699</c:v>
                </c:pt>
                <c:pt idx="752">
                  <c:v>65.562683105468807</c:v>
                </c:pt>
                <c:pt idx="753">
                  <c:v>65.555976867675795</c:v>
                </c:pt>
                <c:pt idx="754">
                  <c:v>65.512550354003906</c:v>
                </c:pt>
                <c:pt idx="755">
                  <c:v>65.4864501953125</c:v>
                </c:pt>
                <c:pt idx="756">
                  <c:v>65.418235778808594</c:v>
                </c:pt>
                <c:pt idx="757">
                  <c:v>65.394760131835895</c:v>
                </c:pt>
                <c:pt idx="758">
                  <c:v>65.362831115722699</c:v>
                </c:pt>
                <c:pt idx="759">
                  <c:v>65.345588684082003</c:v>
                </c:pt>
                <c:pt idx="760">
                  <c:v>65.318199157714801</c:v>
                </c:pt>
                <c:pt idx="761">
                  <c:v>65.291915893554702</c:v>
                </c:pt>
                <c:pt idx="762">
                  <c:v>65.198188781738295</c:v>
                </c:pt>
                <c:pt idx="763">
                  <c:v>65.088630676269503</c:v>
                </c:pt>
                <c:pt idx="764">
                  <c:v>65.006988525390597</c:v>
                </c:pt>
                <c:pt idx="765">
                  <c:v>64.965057373046903</c:v>
                </c:pt>
                <c:pt idx="766">
                  <c:v>64.931846618652301</c:v>
                </c:pt>
                <c:pt idx="767">
                  <c:v>64.866226196289105</c:v>
                </c:pt>
                <c:pt idx="768">
                  <c:v>64.733657836914105</c:v>
                </c:pt>
                <c:pt idx="769">
                  <c:v>64.644683837890597</c:v>
                </c:pt>
                <c:pt idx="770">
                  <c:v>64.603492736816406</c:v>
                </c:pt>
                <c:pt idx="771">
                  <c:v>64.518882751464801</c:v>
                </c:pt>
                <c:pt idx="772">
                  <c:v>64.402359008789105</c:v>
                </c:pt>
                <c:pt idx="773">
                  <c:v>64.339950561523395</c:v>
                </c:pt>
                <c:pt idx="774">
                  <c:v>64.296127319335895</c:v>
                </c:pt>
                <c:pt idx="775">
                  <c:v>64.246299743652301</c:v>
                </c:pt>
                <c:pt idx="776">
                  <c:v>64.203727722167997</c:v>
                </c:pt>
                <c:pt idx="777">
                  <c:v>64.143531799316406</c:v>
                </c:pt>
                <c:pt idx="778">
                  <c:v>64.094451904296903</c:v>
                </c:pt>
                <c:pt idx="779">
                  <c:v>64.061943054199205</c:v>
                </c:pt>
                <c:pt idx="780">
                  <c:v>64.037147521972699</c:v>
                </c:pt>
                <c:pt idx="781">
                  <c:v>64.009391784667997</c:v>
                </c:pt>
                <c:pt idx="782">
                  <c:v>63.969997406005902</c:v>
                </c:pt>
                <c:pt idx="783">
                  <c:v>63.933181762695298</c:v>
                </c:pt>
                <c:pt idx="784">
                  <c:v>63.8135375976563</c:v>
                </c:pt>
                <c:pt idx="785">
                  <c:v>63.675632476806598</c:v>
                </c:pt>
                <c:pt idx="786">
                  <c:v>63.553615570068402</c:v>
                </c:pt>
                <c:pt idx="787">
                  <c:v>63.482162475585902</c:v>
                </c:pt>
                <c:pt idx="788">
                  <c:v>63.364337921142599</c:v>
                </c:pt>
                <c:pt idx="789">
                  <c:v>63.244152069091797</c:v>
                </c:pt>
                <c:pt idx="790">
                  <c:v>63.1522216796875</c:v>
                </c:pt>
                <c:pt idx="791">
                  <c:v>63.079593658447301</c:v>
                </c:pt>
                <c:pt idx="792">
                  <c:v>63.032356262207003</c:v>
                </c:pt>
                <c:pt idx="793">
                  <c:v>62.965724945068402</c:v>
                </c:pt>
                <c:pt idx="794">
                  <c:v>62.938430786132798</c:v>
                </c:pt>
                <c:pt idx="795">
                  <c:v>62.862678527832003</c:v>
                </c:pt>
                <c:pt idx="796">
                  <c:v>62.7704467773438</c:v>
                </c:pt>
                <c:pt idx="797">
                  <c:v>62.695907592773402</c:v>
                </c:pt>
                <c:pt idx="798">
                  <c:v>62.603557586669901</c:v>
                </c:pt>
                <c:pt idx="799">
                  <c:v>62.547847747802699</c:v>
                </c:pt>
                <c:pt idx="800">
                  <c:v>62.478038787841797</c:v>
                </c:pt>
                <c:pt idx="801">
                  <c:v>62.384212493896499</c:v>
                </c:pt>
                <c:pt idx="802">
                  <c:v>62.353504180908203</c:v>
                </c:pt>
                <c:pt idx="803">
                  <c:v>62.321079254150398</c:v>
                </c:pt>
                <c:pt idx="804">
                  <c:v>62.243583679199197</c:v>
                </c:pt>
                <c:pt idx="805">
                  <c:v>62.157344818115199</c:v>
                </c:pt>
                <c:pt idx="806">
                  <c:v>62.0693969726563</c:v>
                </c:pt>
                <c:pt idx="807">
                  <c:v>62.003433227539098</c:v>
                </c:pt>
                <c:pt idx="808">
                  <c:v>61.9553413391113</c:v>
                </c:pt>
                <c:pt idx="809">
                  <c:v>61.860572814941399</c:v>
                </c:pt>
                <c:pt idx="810">
                  <c:v>61.806373596191399</c:v>
                </c:pt>
                <c:pt idx="811">
                  <c:v>61.692180633544901</c:v>
                </c:pt>
                <c:pt idx="812">
                  <c:v>61.629405975341797</c:v>
                </c:pt>
                <c:pt idx="813">
                  <c:v>61.566806793212898</c:v>
                </c:pt>
                <c:pt idx="814">
                  <c:v>61.53466796875</c:v>
                </c:pt>
                <c:pt idx="815">
                  <c:v>61.378284454345703</c:v>
                </c:pt>
                <c:pt idx="816">
                  <c:v>61.173843383789098</c:v>
                </c:pt>
                <c:pt idx="817">
                  <c:v>61.076717376708999</c:v>
                </c:pt>
                <c:pt idx="818">
                  <c:v>61.018222808837898</c:v>
                </c:pt>
                <c:pt idx="819">
                  <c:v>60.9222221374512</c:v>
                </c:pt>
                <c:pt idx="820">
                  <c:v>60.832279205322301</c:v>
                </c:pt>
                <c:pt idx="821">
                  <c:v>60.7695121765137</c:v>
                </c:pt>
                <c:pt idx="822">
                  <c:v>60.735099792480497</c:v>
                </c:pt>
                <c:pt idx="823">
                  <c:v>60.7061157226563</c:v>
                </c:pt>
                <c:pt idx="824">
                  <c:v>60.657310485839801</c:v>
                </c:pt>
                <c:pt idx="825">
                  <c:v>60.662284851074197</c:v>
                </c:pt>
                <c:pt idx="826">
                  <c:v>60.6513671875</c:v>
                </c:pt>
                <c:pt idx="827">
                  <c:v>60.643077850341797</c:v>
                </c:pt>
                <c:pt idx="828">
                  <c:v>60.603519439697301</c:v>
                </c:pt>
                <c:pt idx="829">
                  <c:v>60.552742004394503</c:v>
                </c:pt>
                <c:pt idx="830">
                  <c:v>60.505260467529297</c:v>
                </c:pt>
                <c:pt idx="831">
                  <c:v>60.505687713623097</c:v>
                </c:pt>
                <c:pt idx="832">
                  <c:v>60.419422149658203</c:v>
                </c:pt>
                <c:pt idx="833">
                  <c:v>60.431571960449197</c:v>
                </c:pt>
                <c:pt idx="834">
                  <c:v>60.358711242675803</c:v>
                </c:pt>
                <c:pt idx="835">
                  <c:v>60.237159729003899</c:v>
                </c:pt>
                <c:pt idx="836">
                  <c:v>60.117835998535199</c:v>
                </c:pt>
                <c:pt idx="837">
                  <c:v>60.0807914733887</c:v>
                </c:pt>
                <c:pt idx="838">
                  <c:v>60.031723022460902</c:v>
                </c:pt>
                <c:pt idx="839">
                  <c:v>60.051063537597699</c:v>
                </c:pt>
                <c:pt idx="840">
                  <c:v>60.060993194580099</c:v>
                </c:pt>
                <c:pt idx="841">
                  <c:v>59.966464996337898</c:v>
                </c:pt>
                <c:pt idx="842">
                  <c:v>59.918479919433601</c:v>
                </c:pt>
                <c:pt idx="843">
                  <c:v>59.8861274719238</c:v>
                </c:pt>
                <c:pt idx="844">
                  <c:v>59.867023468017599</c:v>
                </c:pt>
                <c:pt idx="845">
                  <c:v>59.838871002197301</c:v>
                </c:pt>
                <c:pt idx="846">
                  <c:v>59.819580078125</c:v>
                </c:pt>
                <c:pt idx="847">
                  <c:v>59.809677124023402</c:v>
                </c:pt>
                <c:pt idx="848">
                  <c:v>59.687469482421903</c:v>
                </c:pt>
                <c:pt idx="849">
                  <c:v>59.6828002929688</c:v>
                </c:pt>
                <c:pt idx="850">
                  <c:v>59.683006286621101</c:v>
                </c:pt>
                <c:pt idx="851">
                  <c:v>59.6653442382813</c:v>
                </c:pt>
                <c:pt idx="852">
                  <c:v>59.5995903015137</c:v>
                </c:pt>
                <c:pt idx="853">
                  <c:v>59.550563812255902</c:v>
                </c:pt>
                <c:pt idx="854">
                  <c:v>59.543296813964801</c:v>
                </c:pt>
                <c:pt idx="855">
                  <c:v>59.502784729003899</c:v>
                </c:pt>
                <c:pt idx="856">
                  <c:v>59.473045349121101</c:v>
                </c:pt>
                <c:pt idx="857">
                  <c:v>59.440254211425803</c:v>
                </c:pt>
                <c:pt idx="858">
                  <c:v>59.404743194580099</c:v>
                </c:pt>
                <c:pt idx="859">
                  <c:v>59.348323822021499</c:v>
                </c:pt>
                <c:pt idx="860">
                  <c:v>59.337558746337898</c:v>
                </c:pt>
                <c:pt idx="861">
                  <c:v>59.189655303955099</c:v>
                </c:pt>
                <c:pt idx="862">
                  <c:v>59.102691650390597</c:v>
                </c:pt>
                <c:pt idx="863">
                  <c:v>59.019927978515597</c:v>
                </c:pt>
                <c:pt idx="864">
                  <c:v>58.9539794921875</c:v>
                </c:pt>
                <c:pt idx="865">
                  <c:v>58.9278373718262</c:v>
                </c:pt>
                <c:pt idx="866">
                  <c:v>58.8474731445313</c:v>
                </c:pt>
                <c:pt idx="867">
                  <c:v>58.811775207519503</c:v>
                </c:pt>
                <c:pt idx="868">
                  <c:v>58.765682220458999</c:v>
                </c:pt>
                <c:pt idx="869">
                  <c:v>58.746986389160199</c:v>
                </c:pt>
                <c:pt idx="870">
                  <c:v>58.623130798339801</c:v>
                </c:pt>
                <c:pt idx="871">
                  <c:v>58.558578491210902</c:v>
                </c:pt>
                <c:pt idx="872">
                  <c:v>58.504150390625</c:v>
                </c:pt>
                <c:pt idx="873">
                  <c:v>58.438873291015597</c:v>
                </c:pt>
                <c:pt idx="874">
                  <c:v>58.377326965332003</c:v>
                </c:pt>
                <c:pt idx="875">
                  <c:v>58.354263305664098</c:v>
                </c:pt>
                <c:pt idx="876">
                  <c:v>58.338996887207003</c:v>
                </c:pt>
                <c:pt idx="877">
                  <c:v>58.300613403320298</c:v>
                </c:pt>
                <c:pt idx="878">
                  <c:v>58.251583099365199</c:v>
                </c:pt>
                <c:pt idx="879">
                  <c:v>58.211746215820298</c:v>
                </c:pt>
                <c:pt idx="880">
                  <c:v>58.181087493896499</c:v>
                </c:pt>
                <c:pt idx="881">
                  <c:v>58.117454528808601</c:v>
                </c:pt>
                <c:pt idx="882">
                  <c:v>58.077083587646499</c:v>
                </c:pt>
                <c:pt idx="883">
                  <c:v>58.020359039306598</c:v>
                </c:pt>
                <c:pt idx="884">
                  <c:v>57.913742065429702</c:v>
                </c:pt>
                <c:pt idx="885">
                  <c:v>57.758899688720703</c:v>
                </c:pt>
                <c:pt idx="886">
                  <c:v>57.722957611083999</c:v>
                </c:pt>
                <c:pt idx="887">
                  <c:v>57.6995658874512</c:v>
                </c:pt>
                <c:pt idx="888">
                  <c:v>57.619937896728501</c:v>
                </c:pt>
                <c:pt idx="889">
                  <c:v>57.569248199462898</c:v>
                </c:pt>
                <c:pt idx="890">
                  <c:v>57.552871704101598</c:v>
                </c:pt>
                <c:pt idx="891">
                  <c:v>57.547214508056598</c:v>
                </c:pt>
                <c:pt idx="892">
                  <c:v>57.527923583984403</c:v>
                </c:pt>
                <c:pt idx="893">
                  <c:v>57.510417938232401</c:v>
                </c:pt>
                <c:pt idx="894">
                  <c:v>57.491493225097699</c:v>
                </c:pt>
                <c:pt idx="895">
                  <c:v>57.486743927002003</c:v>
                </c:pt>
                <c:pt idx="896">
                  <c:v>57.502956390380902</c:v>
                </c:pt>
                <c:pt idx="897">
                  <c:v>57.488353729248097</c:v>
                </c:pt>
                <c:pt idx="898">
                  <c:v>57.480167388916001</c:v>
                </c:pt>
                <c:pt idx="899">
                  <c:v>57.484241485595703</c:v>
                </c:pt>
                <c:pt idx="900">
                  <c:v>57.494613647460902</c:v>
                </c:pt>
                <c:pt idx="901">
                  <c:v>57.503795623779297</c:v>
                </c:pt>
                <c:pt idx="902">
                  <c:v>57.501228332519503</c:v>
                </c:pt>
                <c:pt idx="903">
                  <c:v>57.503173828125</c:v>
                </c:pt>
                <c:pt idx="904">
                  <c:v>57.494400024414098</c:v>
                </c:pt>
                <c:pt idx="905">
                  <c:v>57.492786407470703</c:v>
                </c:pt>
                <c:pt idx="906">
                  <c:v>57.525337219238303</c:v>
                </c:pt>
                <c:pt idx="907">
                  <c:v>57.551273345947301</c:v>
                </c:pt>
                <c:pt idx="908">
                  <c:v>57.621471405029297</c:v>
                </c:pt>
                <c:pt idx="909">
                  <c:v>57.664825439453097</c:v>
                </c:pt>
                <c:pt idx="910">
                  <c:v>57.701553344726598</c:v>
                </c:pt>
                <c:pt idx="911">
                  <c:v>57.860179901123097</c:v>
                </c:pt>
                <c:pt idx="912">
                  <c:v>57.988964080810597</c:v>
                </c:pt>
                <c:pt idx="913">
                  <c:v>58.036689758300803</c:v>
                </c:pt>
                <c:pt idx="914">
                  <c:v>58.0943603515625</c:v>
                </c:pt>
                <c:pt idx="915">
                  <c:v>58.165241241455099</c:v>
                </c:pt>
                <c:pt idx="916">
                  <c:v>58.198478698730497</c:v>
                </c:pt>
                <c:pt idx="917">
                  <c:v>58.179676055908203</c:v>
                </c:pt>
                <c:pt idx="918">
                  <c:v>58.2020454406738</c:v>
                </c:pt>
                <c:pt idx="919">
                  <c:v>58.252552032470703</c:v>
                </c:pt>
                <c:pt idx="920">
                  <c:v>58.270343780517599</c:v>
                </c:pt>
                <c:pt idx="921">
                  <c:v>58.283615112304702</c:v>
                </c:pt>
                <c:pt idx="922">
                  <c:v>58.279956817627003</c:v>
                </c:pt>
                <c:pt idx="923">
                  <c:v>58.298900604248097</c:v>
                </c:pt>
                <c:pt idx="924">
                  <c:v>58.312488555908203</c:v>
                </c:pt>
                <c:pt idx="925">
                  <c:v>58.320987701416001</c:v>
                </c:pt>
                <c:pt idx="926">
                  <c:v>58.3132133483887</c:v>
                </c:pt>
                <c:pt idx="927">
                  <c:v>58.323146820068402</c:v>
                </c:pt>
                <c:pt idx="928">
                  <c:v>58.304000854492202</c:v>
                </c:pt>
                <c:pt idx="929">
                  <c:v>58.282230377197301</c:v>
                </c:pt>
                <c:pt idx="930">
                  <c:v>58.278282165527301</c:v>
                </c:pt>
                <c:pt idx="931">
                  <c:v>58.231288909912102</c:v>
                </c:pt>
                <c:pt idx="932">
                  <c:v>58.206024169921903</c:v>
                </c:pt>
                <c:pt idx="933">
                  <c:v>58.181476593017599</c:v>
                </c:pt>
                <c:pt idx="934">
                  <c:v>58.205287933349602</c:v>
                </c:pt>
                <c:pt idx="935">
                  <c:v>58.195583343505902</c:v>
                </c:pt>
                <c:pt idx="936">
                  <c:v>58.212112426757798</c:v>
                </c:pt>
                <c:pt idx="937">
                  <c:v>58.192024230957003</c:v>
                </c:pt>
                <c:pt idx="938">
                  <c:v>58.202316284179702</c:v>
                </c:pt>
                <c:pt idx="939">
                  <c:v>58.1591987609863</c:v>
                </c:pt>
                <c:pt idx="940">
                  <c:v>58.051872253417997</c:v>
                </c:pt>
                <c:pt idx="941">
                  <c:v>58.028247833252003</c:v>
                </c:pt>
                <c:pt idx="942">
                  <c:v>57.990726470947301</c:v>
                </c:pt>
                <c:pt idx="943">
                  <c:v>57.949211120605497</c:v>
                </c:pt>
                <c:pt idx="944">
                  <c:v>57.927314758300803</c:v>
                </c:pt>
                <c:pt idx="945">
                  <c:v>57.824790954589801</c:v>
                </c:pt>
                <c:pt idx="946">
                  <c:v>57.7928276062012</c:v>
                </c:pt>
                <c:pt idx="947">
                  <c:v>57.746749877929702</c:v>
                </c:pt>
                <c:pt idx="948">
                  <c:v>57.717731475830099</c:v>
                </c:pt>
                <c:pt idx="949">
                  <c:v>57.7007865905762</c:v>
                </c:pt>
                <c:pt idx="950">
                  <c:v>57.661056518554702</c:v>
                </c:pt>
                <c:pt idx="951">
                  <c:v>57.666385650634801</c:v>
                </c:pt>
                <c:pt idx="952">
                  <c:v>57.624839782714801</c:v>
                </c:pt>
                <c:pt idx="953">
                  <c:v>57.568122863769503</c:v>
                </c:pt>
                <c:pt idx="954">
                  <c:v>57.549110412597699</c:v>
                </c:pt>
                <c:pt idx="955">
                  <c:v>57.521080017089801</c:v>
                </c:pt>
                <c:pt idx="956">
                  <c:v>57.5040092468262</c:v>
                </c:pt>
                <c:pt idx="957">
                  <c:v>57.495121002197301</c:v>
                </c:pt>
                <c:pt idx="958">
                  <c:v>57.490684509277301</c:v>
                </c:pt>
                <c:pt idx="959">
                  <c:v>57.487422943115199</c:v>
                </c:pt>
                <c:pt idx="960">
                  <c:v>57.487968444824197</c:v>
                </c:pt>
                <c:pt idx="961">
                  <c:v>57.482162475585902</c:v>
                </c:pt>
                <c:pt idx="962">
                  <c:v>57.4788208007813</c:v>
                </c:pt>
                <c:pt idx="963">
                  <c:v>57.475513458252003</c:v>
                </c:pt>
                <c:pt idx="964">
                  <c:v>57.4735717773438</c:v>
                </c:pt>
                <c:pt idx="965">
                  <c:v>57.4526176452637</c:v>
                </c:pt>
                <c:pt idx="966">
                  <c:v>57.450645446777301</c:v>
                </c:pt>
                <c:pt idx="967">
                  <c:v>57.413600921630902</c:v>
                </c:pt>
                <c:pt idx="968">
                  <c:v>57.416629791259801</c:v>
                </c:pt>
                <c:pt idx="969">
                  <c:v>57.358089447021499</c:v>
                </c:pt>
                <c:pt idx="970">
                  <c:v>57.290691375732401</c:v>
                </c:pt>
                <c:pt idx="971">
                  <c:v>57.141181945800803</c:v>
                </c:pt>
                <c:pt idx="972">
                  <c:v>56.996494293212898</c:v>
                </c:pt>
                <c:pt idx="973">
                  <c:v>56.888607025146499</c:v>
                </c:pt>
                <c:pt idx="974">
                  <c:v>56.851890563964801</c:v>
                </c:pt>
                <c:pt idx="975">
                  <c:v>56.860713958740199</c:v>
                </c:pt>
                <c:pt idx="976">
                  <c:v>56.835700988769503</c:v>
                </c:pt>
                <c:pt idx="977">
                  <c:v>56.760959625244098</c:v>
                </c:pt>
                <c:pt idx="978">
                  <c:v>56.679485321044901</c:v>
                </c:pt>
                <c:pt idx="979">
                  <c:v>56.637115478515597</c:v>
                </c:pt>
                <c:pt idx="980">
                  <c:v>56.606037139892599</c:v>
                </c:pt>
                <c:pt idx="981">
                  <c:v>56.526947021484403</c:v>
                </c:pt>
                <c:pt idx="982">
                  <c:v>56.435630798339801</c:v>
                </c:pt>
                <c:pt idx="983">
                  <c:v>56.420234680175803</c:v>
                </c:pt>
                <c:pt idx="984">
                  <c:v>56.362499237060597</c:v>
                </c:pt>
                <c:pt idx="985">
                  <c:v>56.311790466308601</c:v>
                </c:pt>
                <c:pt idx="986">
                  <c:v>56.290813446044901</c:v>
                </c:pt>
                <c:pt idx="987">
                  <c:v>56.273509979248097</c:v>
                </c:pt>
                <c:pt idx="988">
                  <c:v>56.2653198242188</c:v>
                </c:pt>
                <c:pt idx="989">
                  <c:v>56.235866546630902</c:v>
                </c:pt>
                <c:pt idx="990">
                  <c:v>56.176033020019503</c:v>
                </c:pt>
                <c:pt idx="991">
                  <c:v>56.098052978515597</c:v>
                </c:pt>
                <c:pt idx="992">
                  <c:v>56.071693420410199</c:v>
                </c:pt>
                <c:pt idx="993">
                  <c:v>56.042278289794901</c:v>
                </c:pt>
                <c:pt idx="994">
                  <c:v>56.025363922119098</c:v>
                </c:pt>
                <c:pt idx="995">
                  <c:v>55.9886283874512</c:v>
                </c:pt>
                <c:pt idx="996">
                  <c:v>55.945930480957003</c:v>
                </c:pt>
                <c:pt idx="997">
                  <c:v>55.922164916992202</c:v>
                </c:pt>
                <c:pt idx="998">
                  <c:v>55.892742156982401</c:v>
                </c:pt>
                <c:pt idx="999">
                  <c:v>55.876441955566399</c:v>
                </c:pt>
                <c:pt idx="1000">
                  <c:v>55.857765197753899</c:v>
                </c:pt>
                <c:pt idx="1001">
                  <c:v>55.848175048828097</c:v>
                </c:pt>
                <c:pt idx="1002">
                  <c:v>55.843250274658203</c:v>
                </c:pt>
                <c:pt idx="1003">
                  <c:v>55.840721130371101</c:v>
                </c:pt>
                <c:pt idx="1004">
                  <c:v>55.839424133300803</c:v>
                </c:pt>
                <c:pt idx="1005">
                  <c:v>55.838756561279297</c:v>
                </c:pt>
                <c:pt idx="1006">
                  <c:v>55.838417053222699</c:v>
                </c:pt>
                <c:pt idx="1007">
                  <c:v>55.838241577148402</c:v>
                </c:pt>
                <c:pt idx="1008">
                  <c:v>55.826999664306598</c:v>
                </c:pt>
                <c:pt idx="1009">
                  <c:v>55.809196472167997</c:v>
                </c:pt>
                <c:pt idx="1010">
                  <c:v>55.784481048583999</c:v>
                </c:pt>
                <c:pt idx="1011">
                  <c:v>55.6935844421387</c:v>
                </c:pt>
                <c:pt idx="1012">
                  <c:v>55.676807403564503</c:v>
                </c:pt>
                <c:pt idx="1013">
                  <c:v>55.634292602539098</c:v>
                </c:pt>
                <c:pt idx="1014">
                  <c:v>55.496227264404297</c:v>
                </c:pt>
                <c:pt idx="1015">
                  <c:v>55.483097076416001</c:v>
                </c:pt>
                <c:pt idx="1016">
                  <c:v>55.382476806640597</c:v>
                </c:pt>
                <c:pt idx="1017">
                  <c:v>55.347606658935597</c:v>
                </c:pt>
                <c:pt idx="1018">
                  <c:v>55.303142547607401</c:v>
                </c:pt>
                <c:pt idx="1019">
                  <c:v>55.309677124023402</c:v>
                </c:pt>
                <c:pt idx="1020">
                  <c:v>55.359901428222699</c:v>
                </c:pt>
                <c:pt idx="1021">
                  <c:v>55.257293701171903</c:v>
                </c:pt>
                <c:pt idx="1022">
                  <c:v>55.2722778320313</c:v>
                </c:pt>
                <c:pt idx="1023">
                  <c:v>55.266075134277301</c:v>
                </c:pt>
                <c:pt idx="1024">
                  <c:v>55.216831207275398</c:v>
                </c:pt>
                <c:pt idx="1025">
                  <c:v>55.114509582519503</c:v>
                </c:pt>
                <c:pt idx="1026">
                  <c:v>55.047843933105497</c:v>
                </c:pt>
                <c:pt idx="1027">
                  <c:v>55.0278930664063</c:v>
                </c:pt>
                <c:pt idx="1028">
                  <c:v>55.002349853515597</c:v>
                </c:pt>
                <c:pt idx="1029">
                  <c:v>54.972560882568402</c:v>
                </c:pt>
                <c:pt idx="1030">
                  <c:v>54.902679443359403</c:v>
                </c:pt>
                <c:pt idx="1031">
                  <c:v>54.812553405761697</c:v>
                </c:pt>
                <c:pt idx="1032">
                  <c:v>54.764671325683601</c:v>
                </c:pt>
                <c:pt idx="1033">
                  <c:v>54.753215789794901</c:v>
                </c:pt>
                <c:pt idx="1034">
                  <c:v>54.740169525146499</c:v>
                </c:pt>
                <c:pt idx="1035">
                  <c:v>54.728343963623097</c:v>
                </c:pt>
                <c:pt idx="1036">
                  <c:v>54.665081024169901</c:v>
                </c:pt>
                <c:pt idx="1037">
                  <c:v>54.670536041259801</c:v>
                </c:pt>
                <c:pt idx="1038">
                  <c:v>54.543621063232401</c:v>
                </c:pt>
                <c:pt idx="1039">
                  <c:v>54.441886901855497</c:v>
                </c:pt>
                <c:pt idx="1040">
                  <c:v>54.384166717529297</c:v>
                </c:pt>
                <c:pt idx="1041">
                  <c:v>54.364006042480497</c:v>
                </c:pt>
                <c:pt idx="1042">
                  <c:v>54.3823051452637</c:v>
                </c:pt>
                <c:pt idx="1043">
                  <c:v>54.325260162353501</c:v>
                </c:pt>
                <c:pt idx="1044">
                  <c:v>54.283172607421903</c:v>
                </c:pt>
                <c:pt idx="1045">
                  <c:v>54.247871398925803</c:v>
                </c:pt>
                <c:pt idx="1046">
                  <c:v>54.242214202880902</c:v>
                </c:pt>
                <c:pt idx="1047">
                  <c:v>54.206901550292997</c:v>
                </c:pt>
                <c:pt idx="1048">
                  <c:v>54.189697265625</c:v>
                </c:pt>
                <c:pt idx="1049">
                  <c:v>54.173427581787102</c:v>
                </c:pt>
                <c:pt idx="1050">
                  <c:v>54.163749694824197</c:v>
                </c:pt>
                <c:pt idx="1051">
                  <c:v>54.163894653320298</c:v>
                </c:pt>
                <c:pt idx="1052">
                  <c:v>54.142246246337898</c:v>
                </c:pt>
                <c:pt idx="1053">
                  <c:v>54.144870758056598</c:v>
                </c:pt>
                <c:pt idx="1054">
                  <c:v>54.145538330078097</c:v>
                </c:pt>
                <c:pt idx="1055">
                  <c:v>54.155319213867202</c:v>
                </c:pt>
                <c:pt idx="1056">
                  <c:v>54.143074035644503</c:v>
                </c:pt>
                <c:pt idx="1057">
                  <c:v>54.123367309570298</c:v>
                </c:pt>
                <c:pt idx="1058">
                  <c:v>54.130336761474602</c:v>
                </c:pt>
                <c:pt idx="1059">
                  <c:v>54.139846801757798</c:v>
                </c:pt>
                <c:pt idx="1060">
                  <c:v>54.113624572753899</c:v>
                </c:pt>
                <c:pt idx="1061">
                  <c:v>54.0780220031738</c:v>
                </c:pt>
                <c:pt idx="1062">
                  <c:v>54.080543518066399</c:v>
                </c:pt>
                <c:pt idx="1063">
                  <c:v>54.084312438964801</c:v>
                </c:pt>
                <c:pt idx="1064">
                  <c:v>54.104652404785199</c:v>
                </c:pt>
                <c:pt idx="1065">
                  <c:v>54.123867034912102</c:v>
                </c:pt>
                <c:pt idx="1066">
                  <c:v>54.103931427002003</c:v>
                </c:pt>
                <c:pt idx="1067">
                  <c:v>54.109016418457003</c:v>
                </c:pt>
                <c:pt idx="1068">
                  <c:v>54.104751586914098</c:v>
                </c:pt>
                <c:pt idx="1069">
                  <c:v>54.110527038574197</c:v>
                </c:pt>
                <c:pt idx="1070">
                  <c:v>54.112957000732401</c:v>
                </c:pt>
                <c:pt idx="1071">
                  <c:v>54.124298095703097</c:v>
                </c:pt>
                <c:pt idx="1072">
                  <c:v>54.1334419250488</c:v>
                </c:pt>
                <c:pt idx="1073">
                  <c:v>54.1276664733887</c:v>
                </c:pt>
                <c:pt idx="1074">
                  <c:v>54.139095306396499</c:v>
                </c:pt>
                <c:pt idx="1075">
                  <c:v>54.1279106140137</c:v>
                </c:pt>
                <c:pt idx="1076">
                  <c:v>54.132919311523402</c:v>
                </c:pt>
                <c:pt idx="1077">
                  <c:v>54.140621185302699</c:v>
                </c:pt>
                <c:pt idx="1078">
                  <c:v>54.143592834472699</c:v>
                </c:pt>
                <c:pt idx="1079">
                  <c:v>54.135108947753899</c:v>
                </c:pt>
                <c:pt idx="1080">
                  <c:v>54.139125823974602</c:v>
                </c:pt>
                <c:pt idx="1081">
                  <c:v>54.138099670410199</c:v>
                </c:pt>
                <c:pt idx="1082">
                  <c:v>54.138633728027301</c:v>
                </c:pt>
                <c:pt idx="1083">
                  <c:v>54.1402587890625</c:v>
                </c:pt>
                <c:pt idx="1084">
                  <c:v>54.140541076660199</c:v>
                </c:pt>
                <c:pt idx="1085">
                  <c:v>54.142318725585902</c:v>
                </c:pt>
                <c:pt idx="1086">
                  <c:v>54.1444091796875</c:v>
                </c:pt>
                <c:pt idx="1087">
                  <c:v>54.138980865478501</c:v>
                </c:pt>
                <c:pt idx="1088">
                  <c:v>54.135757446289098</c:v>
                </c:pt>
                <c:pt idx="1089">
                  <c:v>54.129875183105497</c:v>
                </c:pt>
                <c:pt idx="1090">
                  <c:v>54.1224555969238</c:v>
                </c:pt>
                <c:pt idx="1091">
                  <c:v>54.121086120605497</c:v>
                </c:pt>
                <c:pt idx="1092">
                  <c:v>54.126354217529297</c:v>
                </c:pt>
                <c:pt idx="1093">
                  <c:v>54.127674102783203</c:v>
                </c:pt>
                <c:pt idx="1094">
                  <c:v>54.108161926269503</c:v>
                </c:pt>
                <c:pt idx="1095">
                  <c:v>54.113704681396499</c:v>
                </c:pt>
                <c:pt idx="1096">
                  <c:v>54.128528594970703</c:v>
                </c:pt>
                <c:pt idx="1097">
                  <c:v>54.132892608642599</c:v>
                </c:pt>
                <c:pt idx="1098">
                  <c:v>54.140945434570298</c:v>
                </c:pt>
                <c:pt idx="1099">
                  <c:v>54.146282196044901</c:v>
                </c:pt>
                <c:pt idx="1100">
                  <c:v>54.1395454406738</c:v>
                </c:pt>
                <c:pt idx="1101">
                  <c:v>54.128116607666001</c:v>
                </c:pt>
                <c:pt idx="1102">
                  <c:v>54.127613067627003</c:v>
                </c:pt>
                <c:pt idx="1103">
                  <c:v>54.133560180664098</c:v>
                </c:pt>
                <c:pt idx="1104">
                  <c:v>54.134189605712898</c:v>
                </c:pt>
                <c:pt idx="1105">
                  <c:v>54.133266448974602</c:v>
                </c:pt>
                <c:pt idx="1106">
                  <c:v>54.146778106689503</c:v>
                </c:pt>
                <c:pt idx="1107">
                  <c:v>54.158378601074197</c:v>
                </c:pt>
                <c:pt idx="1108">
                  <c:v>54.156021118164098</c:v>
                </c:pt>
                <c:pt idx="1109">
                  <c:v>54.160514831542997</c:v>
                </c:pt>
                <c:pt idx="1110">
                  <c:v>54.154228210449197</c:v>
                </c:pt>
                <c:pt idx="1111">
                  <c:v>54.16064453125</c:v>
                </c:pt>
                <c:pt idx="1112">
                  <c:v>54.1738090515137</c:v>
                </c:pt>
                <c:pt idx="1113">
                  <c:v>54.180133819580099</c:v>
                </c:pt>
                <c:pt idx="1114">
                  <c:v>54.189983367919901</c:v>
                </c:pt>
                <c:pt idx="1115">
                  <c:v>54.189544677734403</c:v>
                </c:pt>
                <c:pt idx="1116">
                  <c:v>54.2084350585938</c:v>
                </c:pt>
                <c:pt idx="1117">
                  <c:v>54.187950134277301</c:v>
                </c:pt>
                <c:pt idx="1118">
                  <c:v>54.190944671630902</c:v>
                </c:pt>
                <c:pt idx="1119">
                  <c:v>54.2631225585938</c:v>
                </c:pt>
                <c:pt idx="1120">
                  <c:v>54.229774475097699</c:v>
                </c:pt>
                <c:pt idx="1121">
                  <c:v>54.226898193359403</c:v>
                </c:pt>
                <c:pt idx="1122">
                  <c:v>54.260749816894503</c:v>
                </c:pt>
                <c:pt idx="1123">
                  <c:v>54.262481689453097</c:v>
                </c:pt>
                <c:pt idx="1124">
                  <c:v>54.401321411132798</c:v>
                </c:pt>
                <c:pt idx="1125">
                  <c:v>54.500766754150398</c:v>
                </c:pt>
                <c:pt idx="1126">
                  <c:v>54.581302642822301</c:v>
                </c:pt>
                <c:pt idx="1127">
                  <c:v>54.570629119873097</c:v>
                </c:pt>
                <c:pt idx="1128">
                  <c:v>54.631038665771499</c:v>
                </c:pt>
                <c:pt idx="1129">
                  <c:v>54.676284790039098</c:v>
                </c:pt>
                <c:pt idx="1130">
                  <c:v>54.707313537597699</c:v>
                </c:pt>
                <c:pt idx="1131">
                  <c:v>54.7926216125488</c:v>
                </c:pt>
                <c:pt idx="1132">
                  <c:v>54.8075141906738</c:v>
                </c:pt>
                <c:pt idx="1133">
                  <c:v>54.793106079101598</c:v>
                </c:pt>
                <c:pt idx="1134">
                  <c:v>54.744373321533203</c:v>
                </c:pt>
                <c:pt idx="1135">
                  <c:v>54.715198516845703</c:v>
                </c:pt>
                <c:pt idx="1136">
                  <c:v>54.755123138427699</c:v>
                </c:pt>
                <c:pt idx="1137">
                  <c:v>54.868087768554702</c:v>
                </c:pt>
                <c:pt idx="1138">
                  <c:v>54.975391387939503</c:v>
                </c:pt>
                <c:pt idx="1139">
                  <c:v>54.9924125671387</c:v>
                </c:pt>
                <c:pt idx="1140">
                  <c:v>55.0150337219238</c:v>
                </c:pt>
                <c:pt idx="1141">
                  <c:v>55.033157348632798</c:v>
                </c:pt>
                <c:pt idx="1142">
                  <c:v>55.052436828613303</c:v>
                </c:pt>
                <c:pt idx="1143">
                  <c:v>55.072654724121101</c:v>
                </c:pt>
                <c:pt idx="1144">
                  <c:v>55.0833549499512</c:v>
                </c:pt>
                <c:pt idx="1145">
                  <c:v>55.352855682373097</c:v>
                </c:pt>
                <c:pt idx="1146">
                  <c:v>55.565761566162102</c:v>
                </c:pt>
                <c:pt idx="1147">
                  <c:v>55.619789123535199</c:v>
                </c:pt>
                <c:pt idx="1148">
                  <c:v>55.6965942382813</c:v>
                </c:pt>
                <c:pt idx="1149">
                  <c:v>55.676033020019503</c:v>
                </c:pt>
                <c:pt idx="1150">
                  <c:v>55.751380920410199</c:v>
                </c:pt>
                <c:pt idx="1151">
                  <c:v>55.793556213378899</c:v>
                </c:pt>
                <c:pt idx="1152">
                  <c:v>55.815208435058601</c:v>
                </c:pt>
                <c:pt idx="1153">
                  <c:v>55.826324462890597</c:v>
                </c:pt>
                <c:pt idx="1154">
                  <c:v>55.83203125</c:v>
                </c:pt>
                <c:pt idx="1155">
                  <c:v>55.849624633789098</c:v>
                </c:pt>
                <c:pt idx="1156">
                  <c:v>55.847576141357401</c:v>
                </c:pt>
                <c:pt idx="1157">
                  <c:v>55.874889373779297</c:v>
                </c:pt>
                <c:pt idx="1158">
                  <c:v>55.913673400878899</c:v>
                </c:pt>
                <c:pt idx="1159">
                  <c:v>55.925621032714801</c:v>
                </c:pt>
                <c:pt idx="1160">
                  <c:v>55.947593688964801</c:v>
                </c:pt>
                <c:pt idx="1161">
                  <c:v>56.146133422851598</c:v>
                </c:pt>
                <c:pt idx="1162">
                  <c:v>56.319782257080099</c:v>
                </c:pt>
                <c:pt idx="1163">
                  <c:v>56.411037445068402</c:v>
                </c:pt>
                <c:pt idx="1164">
                  <c:v>56.4981498718262</c:v>
                </c:pt>
                <c:pt idx="1165">
                  <c:v>56.886363983154297</c:v>
                </c:pt>
                <c:pt idx="1166">
                  <c:v>57.176029205322301</c:v>
                </c:pt>
                <c:pt idx="1167">
                  <c:v>57.326026916503899</c:v>
                </c:pt>
                <c:pt idx="1168">
                  <c:v>57.4425048828125</c:v>
                </c:pt>
                <c:pt idx="1169">
                  <c:v>57.583293914794901</c:v>
                </c:pt>
                <c:pt idx="1170">
                  <c:v>57.737709045410199</c:v>
                </c:pt>
                <c:pt idx="1171">
                  <c:v>57.9681587219238</c:v>
                </c:pt>
                <c:pt idx="1172">
                  <c:v>58.214210510253899</c:v>
                </c:pt>
                <c:pt idx="1173">
                  <c:v>58.418216705322301</c:v>
                </c:pt>
                <c:pt idx="1174">
                  <c:v>58.604072570800803</c:v>
                </c:pt>
                <c:pt idx="1175">
                  <c:v>58.742954254150398</c:v>
                </c:pt>
                <c:pt idx="1176">
                  <c:v>58.932537078857401</c:v>
                </c:pt>
                <c:pt idx="1177">
                  <c:v>59.044620513916001</c:v>
                </c:pt>
                <c:pt idx="1178">
                  <c:v>59.290138244628899</c:v>
                </c:pt>
                <c:pt idx="1179">
                  <c:v>59.493259429931598</c:v>
                </c:pt>
                <c:pt idx="1180">
                  <c:v>59.671943664550803</c:v>
                </c:pt>
                <c:pt idx="1181">
                  <c:v>59.783374786377003</c:v>
                </c:pt>
                <c:pt idx="1182">
                  <c:v>59.951835632324197</c:v>
                </c:pt>
                <c:pt idx="1183">
                  <c:v>60.272293090820298</c:v>
                </c:pt>
                <c:pt idx="1184">
                  <c:v>60.472633361816399</c:v>
                </c:pt>
                <c:pt idx="1185">
                  <c:v>60.674106597900398</c:v>
                </c:pt>
                <c:pt idx="1186">
                  <c:v>60.9747924804688</c:v>
                </c:pt>
                <c:pt idx="1187">
                  <c:v>61.274097442627003</c:v>
                </c:pt>
                <c:pt idx="1188">
                  <c:v>61.473274230957003</c:v>
                </c:pt>
                <c:pt idx="1189">
                  <c:v>61.681919097900398</c:v>
                </c:pt>
                <c:pt idx="1190">
                  <c:v>61.876758575439503</c:v>
                </c:pt>
                <c:pt idx="1191">
                  <c:v>62.026279449462898</c:v>
                </c:pt>
                <c:pt idx="1192">
                  <c:v>62.185230255127003</c:v>
                </c:pt>
                <c:pt idx="1193">
                  <c:v>62.332115173339801</c:v>
                </c:pt>
                <c:pt idx="1194">
                  <c:v>62.461154937744098</c:v>
                </c:pt>
                <c:pt idx="1195">
                  <c:v>62.604000091552699</c:v>
                </c:pt>
                <c:pt idx="1196">
                  <c:v>62.758529663085902</c:v>
                </c:pt>
                <c:pt idx="1197">
                  <c:v>62.905803680419901</c:v>
                </c:pt>
                <c:pt idx="1198">
                  <c:v>63.007175445556598</c:v>
                </c:pt>
                <c:pt idx="1199">
                  <c:v>63.069873809814503</c:v>
                </c:pt>
                <c:pt idx="1200">
                  <c:v>63.1055717468262</c:v>
                </c:pt>
                <c:pt idx="1201">
                  <c:v>63.293781280517599</c:v>
                </c:pt>
                <c:pt idx="1202">
                  <c:v>63.497322082519503</c:v>
                </c:pt>
                <c:pt idx="1203">
                  <c:v>63.660160064697301</c:v>
                </c:pt>
                <c:pt idx="1204">
                  <c:v>63.798740386962898</c:v>
                </c:pt>
                <c:pt idx="1205">
                  <c:v>63.916969299316399</c:v>
                </c:pt>
                <c:pt idx="1206">
                  <c:v>63.970123291015597</c:v>
                </c:pt>
                <c:pt idx="1207">
                  <c:v>64.004470825195298</c:v>
                </c:pt>
                <c:pt idx="1208">
                  <c:v>64.0645751953125</c:v>
                </c:pt>
                <c:pt idx="1209">
                  <c:v>64.115676879882798</c:v>
                </c:pt>
                <c:pt idx="1210">
                  <c:v>64.125770568847699</c:v>
                </c:pt>
                <c:pt idx="1211">
                  <c:v>64.233070373535199</c:v>
                </c:pt>
                <c:pt idx="1212">
                  <c:v>64.317893981933594</c:v>
                </c:pt>
                <c:pt idx="1213">
                  <c:v>64.477745056152301</c:v>
                </c:pt>
                <c:pt idx="1214">
                  <c:v>64.621200561523395</c:v>
                </c:pt>
                <c:pt idx="1215">
                  <c:v>64.723770141601605</c:v>
                </c:pt>
                <c:pt idx="1216">
                  <c:v>64.806846618652301</c:v>
                </c:pt>
                <c:pt idx="1217">
                  <c:v>64.8697509765625</c:v>
                </c:pt>
                <c:pt idx="1218">
                  <c:v>64.916046142578097</c:v>
                </c:pt>
                <c:pt idx="1219">
                  <c:v>65.002632141113295</c:v>
                </c:pt>
                <c:pt idx="1220">
                  <c:v>65.105056762695298</c:v>
                </c:pt>
                <c:pt idx="1221">
                  <c:v>65.153861999511705</c:v>
                </c:pt>
                <c:pt idx="1222">
                  <c:v>65.301078796386705</c:v>
                </c:pt>
                <c:pt idx="1223">
                  <c:v>65.363563537597699</c:v>
                </c:pt>
                <c:pt idx="1224">
                  <c:v>65.384117126464801</c:v>
                </c:pt>
                <c:pt idx="1225">
                  <c:v>65.422340393066406</c:v>
                </c:pt>
                <c:pt idx="1226">
                  <c:v>65.458503723144503</c:v>
                </c:pt>
                <c:pt idx="1227">
                  <c:v>65.518325805664105</c:v>
                </c:pt>
                <c:pt idx="1228">
                  <c:v>65.550567626953097</c:v>
                </c:pt>
                <c:pt idx="1229">
                  <c:v>65.568702697753906</c:v>
                </c:pt>
                <c:pt idx="1230">
                  <c:v>65.578018188476605</c:v>
                </c:pt>
                <c:pt idx="1231">
                  <c:v>65.582794189453097</c:v>
                </c:pt>
                <c:pt idx="1232">
                  <c:v>65.585250854492202</c:v>
                </c:pt>
                <c:pt idx="1233">
                  <c:v>65.606819152832003</c:v>
                </c:pt>
                <c:pt idx="1234">
                  <c:v>65.603775024414105</c:v>
                </c:pt>
                <c:pt idx="1235">
                  <c:v>65.712585449218807</c:v>
                </c:pt>
                <c:pt idx="1236">
                  <c:v>66.096748352050795</c:v>
                </c:pt>
                <c:pt idx="1237">
                  <c:v>66.477897644042997</c:v>
                </c:pt>
                <c:pt idx="1238">
                  <c:v>66.814392089843807</c:v>
                </c:pt>
                <c:pt idx="1239">
                  <c:v>66.9991455078125</c:v>
                </c:pt>
                <c:pt idx="1240">
                  <c:v>67.125816345214801</c:v>
                </c:pt>
                <c:pt idx="1241">
                  <c:v>67.325424194335895</c:v>
                </c:pt>
                <c:pt idx="1242">
                  <c:v>67.531623840332003</c:v>
                </c:pt>
                <c:pt idx="1243">
                  <c:v>67.735931396484403</c:v>
                </c:pt>
                <c:pt idx="1244">
                  <c:v>67.896499633789105</c:v>
                </c:pt>
                <c:pt idx="1245">
                  <c:v>68.053520202636705</c:v>
                </c:pt>
                <c:pt idx="1246">
                  <c:v>68.168060302734403</c:v>
                </c:pt>
                <c:pt idx="1247">
                  <c:v>68.292778015136705</c:v>
                </c:pt>
                <c:pt idx="1248">
                  <c:v>68.492202758789105</c:v>
                </c:pt>
                <c:pt idx="1249">
                  <c:v>68.677497863769503</c:v>
                </c:pt>
                <c:pt idx="1250">
                  <c:v>68.772598266601605</c:v>
                </c:pt>
                <c:pt idx="1251">
                  <c:v>68.838279724121094</c:v>
                </c:pt>
                <c:pt idx="1252">
                  <c:v>68.874038696289105</c:v>
                </c:pt>
                <c:pt idx="1253">
                  <c:v>68.894546508789105</c:v>
                </c:pt>
                <c:pt idx="1254">
                  <c:v>68.926246643066406</c:v>
                </c:pt>
                <c:pt idx="1255">
                  <c:v>69.006210327148395</c:v>
                </c:pt>
                <c:pt idx="1256">
                  <c:v>69.078636169433594</c:v>
                </c:pt>
                <c:pt idx="1257">
                  <c:v>69.180885314941406</c:v>
                </c:pt>
                <c:pt idx="1258">
                  <c:v>69.250724792480497</c:v>
                </c:pt>
                <c:pt idx="1259">
                  <c:v>69.304420471191406</c:v>
                </c:pt>
                <c:pt idx="1260">
                  <c:v>69.431976318359403</c:v>
                </c:pt>
                <c:pt idx="1261">
                  <c:v>69.613220214843807</c:v>
                </c:pt>
                <c:pt idx="1262">
                  <c:v>69.833755493164105</c:v>
                </c:pt>
                <c:pt idx="1263">
                  <c:v>70.124130249023395</c:v>
                </c:pt>
                <c:pt idx="1264">
                  <c:v>70.326148986816406</c:v>
                </c:pt>
                <c:pt idx="1265">
                  <c:v>70.429862976074205</c:v>
                </c:pt>
                <c:pt idx="1266">
                  <c:v>70.488204956054702</c:v>
                </c:pt>
                <c:pt idx="1267">
                  <c:v>70.538970947265597</c:v>
                </c:pt>
                <c:pt idx="1268">
                  <c:v>70.610008239746094</c:v>
                </c:pt>
                <c:pt idx="1269">
                  <c:v>70.689605712890597</c:v>
                </c:pt>
                <c:pt idx="1270">
                  <c:v>70.839637756347699</c:v>
                </c:pt>
                <c:pt idx="1271">
                  <c:v>71.049537658691406</c:v>
                </c:pt>
                <c:pt idx="1272">
                  <c:v>71.202239990234403</c:v>
                </c:pt>
                <c:pt idx="1273">
                  <c:v>71.295989990234403</c:v>
                </c:pt>
                <c:pt idx="1274">
                  <c:v>71.380119323730497</c:v>
                </c:pt>
                <c:pt idx="1275">
                  <c:v>71.408882141113295</c:v>
                </c:pt>
                <c:pt idx="1276">
                  <c:v>71.474624633789105</c:v>
                </c:pt>
                <c:pt idx="1277">
                  <c:v>71.587432861328097</c:v>
                </c:pt>
                <c:pt idx="1278">
                  <c:v>71.697921752929702</c:v>
                </c:pt>
                <c:pt idx="1279">
                  <c:v>71.805580139160199</c:v>
                </c:pt>
                <c:pt idx="1280">
                  <c:v>71.886062622070298</c:v>
                </c:pt>
                <c:pt idx="1281">
                  <c:v>71.974868774414105</c:v>
                </c:pt>
                <c:pt idx="1282">
                  <c:v>72.040199279785199</c:v>
                </c:pt>
                <c:pt idx="1283">
                  <c:v>72.078712463378906</c:v>
                </c:pt>
                <c:pt idx="1284">
                  <c:v>72.099639892578097</c:v>
                </c:pt>
                <c:pt idx="1285">
                  <c:v>72.110389709472699</c:v>
                </c:pt>
                <c:pt idx="1286">
                  <c:v>72.115905761718807</c:v>
                </c:pt>
                <c:pt idx="1287">
                  <c:v>72.118743896484403</c:v>
                </c:pt>
                <c:pt idx="1288">
                  <c:v>72.120193481445298</c:v>
                </c:pt>
                <c:pt idx="1289">
                  <c:v>72.120941162109403</c:v>
                </c:pt>
                <c:pt idx="1290">
                  <c:v>72.121322631835895</c:v>
                </c:pt>
                <c:pt idx="1291">
                  <c:v>72.121520996093807</c:v>
                </c:pt>
                <c:pt idx="1292">
                  <c:v>72.121620178222699</c:v>
                </c:pt>
                <c:pt idx="1293">
                  <c:v>72.121673583984403</c:v>
                </c:pt>
                <c:pt idx="1294">
                  <c:v>72.1217041015625</c:v>
                </c:pt>
                <c:pt idx="1295">
                  <c:v>72.121719360351605</c:v>
                </c:pt>
                <c:pt idx="1296">
                  <c:v>72.121719360351605</c:v>
                </c:pt>
                <c:pt idx="1297">
                  <c:v>72.121726989746094</c:v>
                </c:pt>
                <c:pt idx="1298">
                  <c:v>72.121726989746094</c:v>
                </c:pt>
                <c:pt idx="1299">
                  <c:v>72.121726989746094</c:v>
                </c:pt>
                <c:pt idx="1300">
                  <c:v>72.121726989746094</c:v>
                </c:pt>
                <c:pt idx="1301">
                  <c:v>72.121726989746094</c:v>
                </c:pt>
                <c:pt idx="1302">
                  <c:v>72.121726989746094</c:v>
                </c:pt>
                <c:pt idx="1303">
                  <c:v>72.121726989746094</c:v>
                </c:pt>
                <c:pt idx="1304">
                  <c:v>72.121726989746094</c:v>
                </c:pt>
                <c:pt idx="1305">
                  <c:v>72.121726989746094</c:v>
                </c:pt>
                <c:pt idx="1306">
                  <c:v>72.121726989746094</c:v>
                </c:pt>
                <c:pt idx="1307">
                  <c:v>72.148742675781307</c:v>
                </c:pt>
                <c:pt idx="1308">
                  <c:v>72.135597229003906</c:v>
                </c:pt>
                <c:pt idx="1309">
                  <c:v>72.128852844238295</c:v>
                </c:pt>
                <c:pt idx="1310">
                  <c:v>72.138977050781307</c:v>
                </c:pt>
                <c:pt idx="1311">
                  <c:v>72.326133728027301</c:v>
                </c:pt>
                <c:pt idx="1312">
                  <c:v>72.656349182128906</c:v>
                </c:pt>
                <c:pt idx="1313">
                  <c:v>73.032875061035199</c:v>
                </c:pt>
                <c:pt idx="1314">
                  <c:v>73.320625305175795</c:v>
                </c:pt>
                <c:pt idx="1315">
                  <c:v>73.597015380859403</c:v>
                </c:pt>
                <c:pt idx="1316">
                  <c:v>73.455017089843807</c:v>
                </c:pt>
                <c:pt idx="1317">
                  <c:v>73.917205810546903</c:v>
                </c:pt>
                <c:pt idx="1318">
                  <c:v>73.843856811523395</c:v>
                </c:pt>
                <c:pt idx="1319">
                  <c:v>74.0634765625</c:v>
                </c:pt>
                <c:pt idx="1320">
                  <c:v>74.424812316894503</c:v>
                </c:pt>
                <c:pt idx="1321">
                  <c:v>74.782295227050795</c:v>
                </c:pt>
                <c:pt idx="1322">
                  <c:v>74.9263916015625</c:v>
                </c:pt>
                <c:pt idx="1323">
                  <c:v>75.004684448242202</c:v>
                </c:pt>
                <c:pt idx="1324">
                  <c:v>75.139053344726605</c:v>
                </c:pt>
                <c:pt idx="1325">
                  <c:v>75.251724243164105</c:v>
                </c:pt>
                <c:pt idx="1326">
                  <c:v>75.343200683593807</c:v>
                </c:pt>
                <c:pt idx="1327">
                  <c:v>75.391433715820298</c:v>
                </c:pt>
                <c:pt idx="1328">
                  <c:v>75.416168212890597</c:v>
                </c:pt>
                <c:pt idx="1329">
                  <c:v>75.433059692382798</c:v>
                </c:pt>
                <c:pt idx="1330">
                  <c:v>75.471641540527301</c:v>
                </c:pt>
                <c:pt idx="1331">
                  <c:v>75.543128967285199</c:v>
                </c:pt>
                <c:pt idx="1332">
                  <c:v>75.656471252441406</c:v>
                </c:pt>
                <c:pt idx="1333">
                  <c:v>75.830604553222699</c:v>
                </c:pt>
                <c:pt idx="1334">
                  <c:v>75.969749450683594</c:v>
                </c:pt>
                <c:pt idx="1335">
                  <c:v>76.026573181152301</c:v>
                </c:pt>
                <c:pt idx="1336">
                  <c:v>76.152519226074205</c:v>
                </c:pt>
                <c:pt idx="1337">
                  <c:v>76.374549865722699</c:v>
                </c:pt>
                <c:pt idx="1338">
                  <c:v>76.569412231445298</c:v>
                </c:pt>
                <c:pt idx="1339">
                  <c:v>76.687477111816406</c:v>
                </c:pt>
                <c:pt idx="1340">
                  <c:v>76.872138977050795</c:v>
                </c:pt>
                <c:pt idx="1341">
                  <c:v>77.079292297363295</c:v>
                </c:pt>
                <c:pt idx="1342">
                  <c:v>77.655349731445298</c:v>
                </c:pt>
                <c:pt idx="1343">
                  <c:v>77.845230102539105</c:v>
                </c:pt>
                <c:pt idx="1344">
                  <c:v>78.1875</c:v>
                </c:pt>
                <c:pt idx="1345">
                  <c:v>78.370101928710895</c:v>
                </c:pt>
                <c:pt idx="1346">
                  <c:v>78.533866882324205</c:v>
                </c:pt>
                <c:pt idx="1347">
                  <c:v>78.617950439453097</c:v>
                </c:pt>
                <c:pt idx="1348">
                  <c:v>78.661117553710895</c:v>
                </c:pt>
                <c:pt idx="1349">
                  <c:v>78.683280944824205</c:v>
                </c:pt>
                <c:pt idx="1350">
                  <c:v>78.694656372070298</c:v>
                </c:pt>
                <c:pt idx="1351">
                  <c:v>78.700500488281307</c:v>
                </c:pt>
                <c:pt idx="1352">
                  <c:v>78.709869384765597</c:v>
                </c:pt>
                <c:pt idx="1353">
                  <c:v>78.725540161132798</c:v>
                </c:pt>
                <c:pt idx="1354">
                  <c:v>78.749015808105497</c:v>
                </c:pt>
                <c:pt idx="1355">
                  <c:v>78.837333679199205</c:v>
                </c:pt>
                <c:pt idx="1356">
                  <c:v>79.000160217285199</c:v>
                </c:pt>
                <c:pt idx="1357">
                  <c:v>79.142524719238295</c:v>
                </c:pt>
                <c:pt idx="1358">
                  <c:v>79.250457763671903</c:v>
                </c:pt>
                <c:pt idx="1359">
                  <c:v>79.298744201660199</c:v>
                </c:pt>
                <c:pt idx="1360">
                  <c:v>79.369781494140597</c:v>
                </c:pt>
                <c:pt idx="1361">
                  <c:v>79.470451354980497</c:v>
                </c:pt>
                <c:pt idx="1362">
                  <c:v>79.607414245605497</c:v>
                </c:pt>
                <c:pt idx="1363">
                  <c:v>79.796722412109403</c:v>
                </c:pt>
                <c:pt idx="1364">
                  <c:v>79.923698425292997</c:v>
                </c:pt>
                <c:pt idx="1365">
                  <c:v>80.062057495117202</c:v>
                </c:pt>
                <c:pt idx="1366">
                  <c:v>80.144378662109403</c:v>
                </c:pt>
                <c:pt idx="1367">
                  <c:v>80.207794189453097</c:v>
                </c:pt>
                <c:pt idx="1368">
                  <c:v>80.245697021484403</c:v>
                </c:pt>
                <c:pt idx="1369">
                  <c:v>80.266426086425795</c:v>
                </c:pt>
                <c:pt idx="1370">
                  <c:v>80.2855224609375</c:v>
                </c:pt>
                <c:pt idx="1371">
                  <c:v>80.457046508789105</c:v>
                </c:pt>
                <c:pt idx="1372">
                  <c:v>80.509872436523395</c:v>
                </c:pt>
                <c:pt idx="1373">
                  <c:v>80.557395935058594</c:v>
                </c:pt>
                <c:pt idx="1374">
                  <c:v>80.710433959960895</c:v>
                </c:pt>
                <c:pt idx="1375">
                  <c:v>80.770347595214801</c:v>
                </c:pt>
                <c:pt idx="1376">
                  <c:v>80.8968505859375</c:v>
                </c:pt>
                <c:pt idx="1377">
                  <c:v>81.013214111328097</c:v>
                </c:pt>
                <c:pt idx="1378">
                  <c:v>81.094062805175795</c:v>
                </c:pt>
                <c:pt idx="1379">
                  <c:v>81.081733703613295</c:v>
                </c:pt>
                <c:pt idx="1380">
                  <c:v>81.087944030761705</c:v>
                </c:pt>
                <c:pt idx="1381">
                  <c:v>81.078880310058594</c:v>
                </c:pt>
                <c:pt idx="1382">
                  <c:v>81.086273193359403</c:v>
                </c:pt>
                <c:pt idx="1383">
                  <c:v>81.145706176757798</c:v>
                </c:pt>
                <c:pt idx="1384">
                  <c:v>81.1451416015625</c:v>
                </c:pt>
                <c:pt idx="1385">
                  <c:v>81.149276733398395</c:v>
                </c:pt>
                <c:pt idx="1386">
                  <c:v>81.157966613769503</c:v>
                </c:pt>
                <c:pt idx="1387">
                  <c:v>81.190940856933594</c:v>
                </c:pt>
                <c:pt idx="1388">
                  <c:v>81.1961669921875</c:v>
                </c:pt>
                <c:pt idx="1389">
                  <c:v>81.155624389648395</c:v>
                </c:pt>
                <c:pt idx="1390">
                  <c:v>81.173667907714801</c:v>
                </c:pt>
                <c:pt idx="1391">
                  <c:v>81.146789550781307</c:v>
                </c:pt>
                <c:pt idx="1392">
                  <c:v>81.155860900878906</c:v>
                </c:pt>
                <c:pt idx="1393">
                  <c:v>81.174156188964801</c:v>
                </c:pt>
                <c:pt idx="1394">
                  <c:v>81.203453063964801</c:v>
                </c:pt>
                <c:pt idx="1395">
                  <c:v>81.169479370117202</c:v>
                </c:pt>
                <c:pt idx="1396">
                  <c:v>81.226325988769503</c:v>
                </c:pt>
                <c:pt idx="1397">
                  <c:v>81.273818969726605</c:v>
                </c:pt>
                <c:pt idx="1398">
                  <c:v>81.249870300292997</c:v>
                </c:pt>
                <c:pt idx="1399">
                  <c:v>81.156349182128906</c:v>
                </c:pt>
                <c:pt idx="1400">
                  <c:v>81.169853210449205</c:v>
                </c:pt>
                <c:pt idx="1401">
                  <c:v>81.167808532714801</c:v>
                </c:pt>
                <c:pt idx="1402">
                  <c:v>81.051101684570298</c:v>
                </c:pt>
                <c:pt idx="1403">
                  <c:v>81.08154296875</c:v>
                </c:pt>
                <c:pt idx="1404">
                  <c:v>81.195404052734403</c:v>
                </c:pt>
                <c:pt idx="1405">
                  <c:v>81.274528503417997</c:v>
                </c:pt>
                <c:pt idx="1406">
                  <c:v>81.380752563476605</c:v>
                </c:pt>
                <c:pt idx="1407">
                  <c:v>81.460998535156307</c:v>
                </c:pt>
                <c:pt idx="1408">
                  <c:v>81.488380432128906</c:v>
                </c:pt>
                <c:pt idx="1409">
                  <c:v>81.568901062011705</c:v>
                </c:pt>
                <c:pt idx="1410">
                  <c:v>81.702590942382798</c:v>
                </c:pt>
                <c:pt idx="1411">
                  <c:v>81.821647644042997</c:v>
                </c:pt>
                <c:pt idx="1412">
                  <c:v>81.901756286621094</c:v>
                </c:pt>
                <c:pt idx="1413">
                  <c:v>81.976463317871094</c:v>
                </c:pt>
                <c:pt idx="1414">
                  <c:v>82.011306762695298</c:v>
                </c:pt>
                <c:pt idx="1415">
                  <c:v>82.028617858886705</c:v>
                </c:pt>
                <c:pt idx="1416">
                  <c:v>82.078865051269503</c:v>
                </c:pt>
                <c:pt idx="1417">
                  <c:v>82.177406311035199</c:v>
                </c:pt>
                <c:pt idx="1418">
                  <c:v>82.236351013183594</c:v>
                </c:pt>
                <c:pt idx="1419">
                  <c:v>82.315490722656307</c:v>
                </c:pt>
                <c:pt idx="1420">
                  <c:v>82.435951232910199</c:v>
                </c:pt>
                <c:pt idx="1421">
                  <c:v>82.524078369140597</c:v>
                </c:pt>
                <c:pt idx="1422">
                  <c:v>82.522789001464801</c:v>
                </c:pt>
                <c:pt idx="1423">
                  <c:v>82.593360900878906</c:v>
                </c:pt>
                <c:pt idx="1424">
                  <c:v>82.744422912597699</c:v>
                </c:pt>
                <c:pt idx="1425">
                  <c:v>83.092460632324205</c:v>
                </c:pt>
                <c:pt idx="1426">
                  <c:v>83.266891479492202</c:v>
                </c:pt>
                <c:pt idx="1427">
                  <c:v>83.3336181640625</c:v>
                </c:pt>
                <c:pt idx="1428">
                  <c:v>83.446815490722699</c:v>
                </c:pt>
                <c:pt idx="1429">
                  <c:v>83.502189636230497</c:v>
                </c:pt>
                <c:pt idx="1430">
                  <c:v>83.546287536621094</c:v>
                </c:pt>
                <c:pt idx="1431">
                  <c:v>83.575866699218807</c:v>
                </c:pt>
                <c:pt idx="1432">
                  <c:v>83.594566345214801</c:v>
                </c:pt>
                <c:pt idx="1433">
                  <c:v>83.620422363281307</c:v>
                </c:pt>
                <c:pt idx="1434">
                  <c:v>83.630706787109403</c:v>
                </c:pt>
                <c:pt idx="1435">
                  <c:v>83.637428283691406</c:v>
                </c:pt>
                <c:pt idx="1436">
                  <c:v>83.658462524414105</c:v>
                </c:pt>
                <c:pt idx="1437">
                  <c:v>83.706375122070298</c:v>
                </c:pt>
                <c:pt idx="1438">
                  <c:v>83.666343688964801</c:v>
                </c:pt>
                <c:pt idx="1439">
                  <c:v>83.655006408691406</c:v>
                </c:pt>
                <c:pt idx="1440">
                  <c:v>83.722976684570298</c:v>
                </c:pt>
                <c:pt idx="1441">
                  <c:v>83.751472473144503</c:v>
                </c:pt>
                <c:pt idx="1442">
                  <c:v>83.765083312988295</c:v>
                </c:pt>
                <c:pt idx="1443">
                  <c:v>83.832603454589801</c:v>
                </c:pt>
                <c:pt idx="1444">
                  <c:v>83.901443481445298</c:v>
                </c:pt>
                <c:pt idx="1445">
                  <c:v>83.922569274902301</c:v>
                </c:pt>
                <c:pt idx="1446">
                  <c:v>83.948791503906307</c:v>
                </c:pt>
                <c:pt idx="1447">
                  <c:v>83.990890502929702</c:v>
                </c:pt>
                <c:pt idx="1448">
                  <c:v>84.006858825683594</c:v>
                </c:pt>
                <c:pt idx="1449">
                  <c:v>84.027770996093807</c:v>
                </c:pt>
                <c:pt idx="1450">
                  <c:v>84.033096313476605</c:v>
                </c:pt>
                <c:pt idx="1451">
                  <c:v>84.039360046386705</c:v>
                </c:pt>
                <c:pt idx="1452">
                  <c:v>84.026046752929702</c:v>
                </c:pt>
                <c:pt idx="1453">
                  <c:v>84.045783996582003</c:v>
                </c:pt>
                <c:pt idx="1454">
                  <c:v>84.044113159179702</c:v>
                </c:pt>
                <c:pt idx="1455">
                  <c:v>84.088439941406307</c:v>
                </c:pt>
                <c:pt idx="1456">
                  <c:v>84.136146545410199</c:v>
                </c:pt>
                <c:pt idx="1457">
                  <c:v>84.146537780761705</c:v>
                </c:pt>
                <c:pt idx="1458">
                  <c:v>84.170242309570298</c:v>
                </c:pt>
                <c:pt idx="1459">
                  <c:v>84.116867065429702</c:v>
                </c:pt>
                <c:pt idx="1460">
                  <c:v>84.063255310058594</c:v>
                </c:pt>
                <c:pt idx="1461">
                  <c:v>84.005218505859403</c:v>
                </c:pt>
                <c:pt idx="1462">
                  <c:v>84.010208129882798</c:v>
                </c:pt>
                <c:pt idx="1463">
                  <c:v>83.995193481445298</c:v>
                </c:pt>
                <c:pt idx="1464">
                  <c:v>83.933731079101605</c:v>
                </c:pt>
                <c:pt idx="1465">
                  <c:v>83.887786865234403</c:v>
                </c:pt>
                <c:pt idx="1466">
                  <c:v>83.813888549804702</c:v>
                </c:pt>
                <c:pt idx="1467">
                  <c:v>83.813194274902301</c:v>
                </c:pt>
                <c:pt idx="1468">
                  <c:v>83.846427917480497</c:v>
                </c:pt>
                <c:pt idx="1469">
                  <c:v>83.773521423339801</c:v>
                </c:pt>
                <c:pt idx="1470">
                  <c:v>83.738853454589801</c:v>
                </c:pt>
                <c:pt idx="1471">
                  <c:v>83.699440002441406</c:v>
                </c:pt>
                <c:pt idx="1472">
                  <c:v>83.659835815429702</c:v>
                </c:pt>
                <c:pt idx="1473">
                  <c:v>83.6416015625</c:v>
                </c:pt>
                <c:pt idx="1474">
                  <c:v>83.629570007324205</c:v>
                </c:pt>
                <c:pt idx="1475">
                  <c:v>83.624908447265597</c:v>
                </c:pt>
                <c:pt idx="1476">
                  <c:v>83.622848510742202</c:v>
                </c:pt>
                <c:pt idx="1477">
                  <c:v>83.615173339843807</c:v>
                </c:pt>
                <c:pt idx="1478">
                  <c:v>83.611236572265597</c:v>
                </c:pt>
                <c:pt idx="1479">
                  <c:v>83.606361389160199</c:v>
                </c:pt>
                <c:pt idx="1480">
                  <c:v>83.599769592285199</c:v>
                </c:pt>
                <c:pt idx="1481">
                  <c:v>83.591598510742202</c:v>
                </c:pt>
                <c:pt idx="1482">
                  <c:v>83.584548950195298</c:v>
                </c:pt>
                <c:pt idx="1483">
                  <c:v>83.564056396484403</c:v>
                </c:pt>
                <c:pt idx="1484">
                  <c:v>83.552490234375</c:v>
                </c:pt>
                <c:pt idx="1485">
                  <c:v>83.395904541015597</c:v>
                </c:pt>
                <c:pt idx="1486">
                  <c:v>83.285324096679702</c:v>
                </c:pt>
                <c:pt idx="1487">
                  <c:v>83.191886901855497</c:v>
                </c:pt>
                <c:pt idx="1488">
                  <c:v>83.079772949218807</c:v>
                </c:pt>
                <c:pt idx="1489">
                  <c:v>83.055961608886705</c:v>
                </c:pt>
                <c:pt idx="1490">
                  <c:v>83.109733581542997</c:v>
                </c:pt>
                <c:pt idx="1491">
                  <c:v>82.942146301269503</c:v>
                </c:pt>
                <c:pt idx="1492">
                  <c:v>82.842697143554702</c:v>
                </c:pt>
                <c:pt idx="1493">
                  <c:v>82.788909912109403</c:v>
                </c:pt>
                <c:pt idx="1494">
                  <c:v>82.751144409179702</c:v>
                </c:pt>
                <c:pt idx="1495">
                  <c:v>82.660728454589801</c:v>
                </c:pt>
                <c:pt idx="1496">
                  <c:v>82.575767517089801</c:v>
                </c:pt>
                <c:pt idx="1497">
                  <c:v>82.549415588378906</c:v>
                </c:pt>
                <c:pt idx="1498">
                  <c:v>82.491104125976605</c:v>
                </c:pt>
                <c:pt idx="1499">
                  <c:v>82.443611145019503</c:v>
                </c:pt>
                <c:pt idx="1500">
                  <c:v>82.401641845703097</c:v>
                </c:pt>
                <c:pt idx="1501">
                  <c:v>82.399253845214801</c:v>
                </c:pt>
                <c:pt idx="1502">
                  <c:v>82.390205383300795</c:v>
                </c:pt>
                <c:pt idx="1503">
                  <c:v>82.371498107910199</c:v>
                </c:pt>
                <c:pt idx="1504">
                  <c:v>82.316017150878906</c:v>
                </c:pt>
                <c:pt idx="1505">
                  <c:v>82.245674133300795</c:v>
                </c:pt>
                <c:pt idx="1506">
                  <c:v>82.206710815429702</c:v>
                </c:pt>
                <c:pt idx="1507">
                  <c:v>82.160865783691406</c:v>
                </c:pt>
                <c:pt idx="1508">
                  <c:v>82.119041442871094</c:v>
                </c:pt>
                <c:pt idx="1509">
                  <c:v>82.089347839355497</c:v>
                </c:pt>
                <c:pt idx="1510">
                  <c:v>82.073944091796903</c:v>
                </c:pt>
                <c:pt idx="1511">
                  <c:v>82.045082092285199</c:v>
                </c:pt>
                <c:pt idx="1512">
                  <c:v>82.013710021972699</c:v>
                </c:pt>
                <c:pt idx="1513">
                  <c:v>81.995323181152301</c:v>
                </c:pt>
                <c:pt idx="1514">
                  <c:v>81.985290527343807</c:v>
                </c:pt>
                <c:pt idx="1515">
                  <c:v>81.979606628417997</c:v>
                </c:pt>
                <c:pt idx="1516">
                  <c:v>81.974929809570298</c:v>
                </c:pt>
                <c:pt idx="1517">
                  <c:v>81.970016479492202</c:v>
                </c:pt>
                <c:pt idx="1518">
                  <c:v>81.971763610839801</c:v>
                </c:pt>
                <c:pt idx="1519">
                  <c:v>81.930519104003906</c:v>
                </c:pt>
                <c:pt idx="1520">
                  <c:v>81.865455627441406</c:v>
                </c:pt>
                <c:pt idx="1521">
                  <c:v>81.710090637207003</c:v>
                </c:pt>
                <c:pt idx="1522">
                  <c:v>81.671119689941406</c:v>
                </c:pt>
                <c:pt idx="1523">
                  <c:v>81.544891357421903</c:v>
                </c:pt>
                <c:pt idx="1524">
                  <c:v>81.445503234863295</c:v>
                </c:pt>
                <c:pt idx="1525">
                  <c:v>81.404411315917997</c:v>
                </c:pt>
                <c:pt idx="1526">
                  <c:v>81.471252441406307</c:v>
                </c:pt>
                <c:pt idx="1527">
                  <c:v>81.326560974121094</c:v>
                </c:pt>
                <c:pt idx="1528">
                  <c:v>81.323463439941406</c:v>
                </c:pt>
                <c:pt idx="1529">
                  <c:v>81.294410705566406</c:v>
                </c:pt>
                <c:pt idx="1530">
                  <c:v>81.225830078125</c:v>
                </c:pt>
                <c:pt idx="1531">
                  <c:v>81.251113891601605</c:v>
                </c:pt>
                <c:pt idx="1532">
                  <c:v>81.236991882324205</c:v>
                </c:pt>
                <c:pt idx="1533">
                  <c:v>81.209899902343807</c:v>
                </c:pt>
                <c:pt idx="1534">
                  <c:v>81.210594177246094</c:v>
                </c:pt>
                <c:pt idx="1535">
                  <c:v>81.177833557128906</c:v>
                </c:pt>
                <c:pt idx="1536">
                  <c:v>81.190353393554702</c:v>
                </c:pt>
                <c:pt idx="1537">
                  <c:v>81.171470642089801</c:v>
                </c:pt>
                <c:pt idx="1538">
                  <c:v>81.231620788574205</c:v>
                </c:pt>
                <c:pt idx="1539">
                  <c:v>81.332687377929702</c:v>
                </c:pt>
                <c:pt idx="1540">
                  <c:v>81.300559997558594</c:v>
                </c:pt>
                <c:pt idx="1541">
                  <c:v>81.271331787109403</c:v>
                </c:pt>
                <c:pt idx="1542">
                  <c:v>81.240234375</c:v>
                </c:pt>
                <c:pt idx="1543">
                  <c:v>81.297370910644503</c:v>
                </c:pt>
                <c:pt idx="1544">
                  <c:v>81.2745361328125</c:v>
                </c:pt>
                <c:pt idx="1545">
                  <c:v>81.472648620605497</c:v>
                </c:pt>
                <c:pt idx="1546">
                  <c:v>81.277488708496094</c:v>
                </c:pt>
                <c:pt idx="1547">
                  <c:v>81.221099853515597</c:v>
                </c:pt>
                <c:pt idx="1548">
                  <c:v>81.353172302246094</c:v>
                </c:pt>
                <c:pt idx="1549">
                  <c:v>81.381042480468807</c:v>
                </c:pt>
                <c:pt idx="1550">
                  <c:v>81.422889709472699</c:v>
                </c:pt>
                <c:pt idx="1551">
                  <c:v>81.564491271972699</c:v>
                </c:pt>
                <c:pt idx="1552">
                  <c:v>81.765213012695298</c:v>
                </c:pt>
                <c:pt idx="1553">
                  <c:v>81.832839965820298</c:v>
                </c:pt>
                <c:pt idx="1554">
                  <c:v>81.901336669921903</c:v>
                </c:pt>
                <c:pt idx="1555">
                  <c:v>81.923255920410199</c:v>
                </c:pt>
                <c:pt idx="1556">
                  <c:v>81.958801269531307</c:v>
                </c:pt>
                <c:pt idx="1557">
                  <c:v>81.909027099609403</c:v>
                </c:pt>
                <c:pt idx="1558">
                  <c:v>81.940505981445298</c:v>
                </c:pt>
                <c:pt idx="1559">
                  <c:v>81.975967407226605</c:v>
                </c:pt>
                <c:pt idx="1560">
                  <c:v>81.978134155273395</c:v>
                </c:pt>
                <c:pt idx="1561">
                  <c:v>82.002395629882798</c:v>
                </c:pt>
                <c:pt idx="1562">
                  <c:v>82.123405456542997</c:v>
                </c:pt>
                <c:pt idx="1563">
                  <c:v>82.243560791015597</c:v>
                </c:pt>
                <c:pt idx="1564">
                  <c:v>82.305946350097699</c:v>
                </c:pt>
                <c:pt idx="1565">
                  <c:v>82.460411071777301</c:v>
                </c:pt>
                <c:pt idx="1566">
                  <c:v>82.530197143554702</c:v>
                </c:pt>
                <c:pt idx="1567">
                  <c:v>82.535903930664105</c:v>
                </c:pt>
                <c:pt idx="1568">
                  <c:v>82.639114379882798</c:v>
                </c:pt>
                <c:pt idx="1569">
                  <c:v>82.772239685058594</c:v>
                </c:pt>
                <c:pt idx="1570">
                  <c:v>82.904830932617202</c:v>
                </c:pt>
                <c:pt idx="1571">
                  <c:v>82.935035705566406</c:v>
                </c:pt>
                <c:pt idx="1572">
                  <c:v>83.171394348144503</c:v>
                </c:pt>
                <c:pt idx="1573">
                  <c:v>83.383392333984403</c:v>
                </c:pt>
                <c:pt idx="1574">
                  <c:v>83.492233276367202</c:v>
                </c:pt>
                <c:pt idx="1575">
                  <c:v>83.526893615722699</c:v>
                </c:pt>
                <c:pt idx="1576">
                  <c:v>83.575851440429702</c:v>
                </c:pt>
                <c:pt idx="1577">
                  <c:v>83.598083496093807</c:v>
                </c:pt>
                <c:pt idx="1578">
                  <c:v>83.606742858886705</c:v>
                </c:pt>
                <c:pt idx="1579">
                  <c:v>83.611602783203097</c:v>
                </c:pt>
                <c:pt idx="1580">
                  <c:v>83.654754638671903</c:v>
                </c:pt>
                <c:pt idx="1581">
                  <c:v>83.782791137695298</c:v>
                </c:pt>
                <c:pt idx="1582">
                  <c:v>83.743301391601605</c:v>
                </c:pt>
                <c:pt idx="1583">
                  <c:v>83.739334106445298</c:v>
                </c:pt>
                <c:pt idx="1584">
                  <c:v>83.763854980468807</c:v>
                </c:pt>
                <c:pt idx="1585">
                  <c:v>83.851356506347699</c:v>
                </c:pt>
                <c:pt idx="1586">
                  <c:v>83.886238098144503</c:v>
                </c:pt>
                <c:pt idx="1587">
                  <c:v>83.952377319335895</c:v>
                </c:pt>
                <c:pt idx="1588">
                  <c:v>84.011215209960895</c:v>
                </c:pt>
                <c:pt idx="1589">
                  <c:v>83.971618652343807</c:v>
                </c:pt>
                <c:pt idx="1590">
                  <c:v>83.941612243652301</c:v>
                </c:pt>
                <c:pt idx="1591">
                  <c:v>83.927864074707003</c:v>
                </c:pt>
                <c:pt idx="1592">
                  <c:v>84.059387207031307</c:v>
                </c:pt>
                <c:pt idx="1593">
                  <c:v>84.076759338378906</c:v>
                </c:pt>
                <c:pt idx="1594">
                  <c:v>84.099746704101605</c:v>
                </c:pt>
                <c:pt idx="1595">
                  <c:v>84.063148498535199</c:v>
                </c:pt>
                <c:pt idx="1596">
                  <c:v>84.171844482421903</c:v>
                </c:pt>
                <c:pt idx="1597">
                  <c:v>84.064529418945298</c:v>
                </c:pt>
                <c:pt idx="1598">
                  <c:v>84.0787353515625</c:v>
                </c:pt>
                <c:pt idx="1599">
                  <c:v>84.232307434082003</c:v>
                </c:pt>
                <c:pt idx="1600">
                  <c:v>84.205337524414105</c:v>
                </c:pt>
                <c:pt idx="1601">
                  <c:v>84.174209594726605</c:v>
                </c:pt>
                <c:pt idx="1602">
                  <c:v>84.171730041503906</c:v>
                </c:pt>
                <c:pt idx="1603">
                  <c:v>84.332473754882798</c:v>
                </c:pt>
                <c:pt idx="1604">
                  <c:v>84.352302551269503</c:v>
                </c:pt>
                <c:pt idx="1605">
                  <c:v>84.317558288574205</c:v>
                </c:pt>
                <c:pt idx="1606">
                  <c:v>84.332435607910199</c:v>
                </c:pt>
                <c:pt idx="1607">
                  <c:v>84.405052185058594</c:v>
                </c:pt>
                <c:pt idx="1608">
                  <c:v>84.311515808105497</c:v>
                </c:pt>
                <c:pt idx="1609">
                  <c:v>84.463859558105497</c:v>
                </c:pt>
                <c:pt idx="1610">
                  <c:v>84.442718505859403</c:v>
                </c:pt>
                <c:pt idx="1611">
                  <c:v>84.519958496093807</c:v>
                </c:pt>
                <c:pt idx="1612">
                  <c:v>84.579299926757798</c:v>
                </c:pt>
                <c:pt idx="1613">
                  <c:v>84.564132690429702</c:v>
                </c:pt>
                <c:pt idx="1614">
                  <c:v>84.564353942871094</c:v>
                </c:pt>
                <c:pt idx="1615">
                  <c:v>84.546600341796903</c:v>
                </c:pt>
                <c:pt idx="1616">
                  <c:v>84.751708984375</c:v>
                </c:pt>
                <c:pt idx="1617">
                  <c:v>84.846717834472699</c:v>
                </c:pt>
                <c:pt idx="1618">
                  <c:v>84.922843933105497</c:v>
                </c:pt>
                <c:pt idx="1619">
                  <c:v>85.005210876464801</c:v>
                </c:pt>
                <c:pt idx="1620">
                  <c:v>85.102142333984403</c:v>
                </c:pt>
                <c:pt idx="1621">
                  <c:v>85.176673889160199</c:v>
                </c:pt>
                <c:pt idx="1622">
                  <c:v>85.285171508789105</c:v>
                </c:pt>
                <c:pt idx="1623">
                  <c:v>85.414146423339801</c:v>
                </c:pt>
                <c:pt idx="1624">
                  <c:v>85.357826232910199</c:v>
                </c:pt>
                <c:pt idx="1625">
                  <c:v>85.358718872070298</c:v>
                </c:pt>
                <c:pt idx="1626">
                  <c:v>85.6258544921875</c:v>
                </c:pt>
                <c:pt idx="1627">
                  <c:v>85.792732238769503</c:v>
                </c:pt>
                <c:pt idx="1628">
                  <c:v>85.888053894042997</c:v>
                </c:pt>
                <c:pt idx="1629">
                  <c:v>85.912445068359403</c:v>
                </c:pt>
                <c:pt idx="1630">
                  <c:v>85.954872131347699</c:v>
                </c:pt>
                <c:pt idx="1631">
                  <c:v>86.046104431152301</c:v>
                </c:pt>
                <c:pt idx="1632">
                  <c:v>86.082717895507798</c:v>
                </c:pt>
                <c:pt idx="1633">
                  <c:v>86.256988525390597</c:v>
                </c:pt>
                <c:pt idx="1634">
                  <c:v>86.39599609375</c:v>
                </c:pt>
                <c:pt idx="1635">
                  <c:v>86.506965637207003</c:v>
                </c:pt>
                <c:pt idx="1636">
                  <c:v>86.505111694335895</c:v>
                </c:pt>
                <c:pt idx="1637">
                  <c:v>86.660758972167997</c:v>
                </c:pt>
                <c:pt idx="1638">
                  <c:v>86.840148925781307</c:v>
                </c:pt>
                <c:pt idx="1639">
                  <c:v>86.981964111328097</c:v>
                </c:pt>
                <c:pt idx="1640">
                  <c:v>87.252220153808594</c:v>
                </c:pt>
                <c:pt idx="1641">
                  <c:v>87.31201171875</c:v>
                </c:pt>
                <c:pt idx="1642">
                  <c:v>87.412429809570298</c:v>
                </c:pt>
                <c:pt idx="1643">
                  <c:v>87.337562561035199</c:v>
                </c:pt>
                <c:pt idx="1644">
                  <c:v>87.485305786132798</c:v>
                </c:pt>
                <c:pt idx="1645">
                  <c:v>87.729225158691406</c:v>
                </c:pt>
                <c:pt idx="1646">
                  <c:v>87.768119812011705</c:v>
                </c:pt>
                <c:pt idx="1647">
                  <c:v>87.968048095703097</c:v>
                </c:pt>
                <c:pt idx="1648">
                  <c:v>88.205650329589801</c:v>
                </c:pt>
                <c:pt idx="1649">
                  <c:v>88.392929077148395</c:v>
                </c:pt>
                <c:pt idx="1650">
                  <c:v>88.374946594238295</c:v>
                </c:pt>
                <c:pt idx="1651">
                  <c:v>88.472671508789105</c:v>
                </c:pt>
                <c:pt idx="1652">
                  <c:v>88.657531738281307</c:v>
                </c:pt>
                <c:pt idx="1653">
                  <c:v>88.7845458984375</c:v>
                </c:pt>
                <c:pt idx="1654">
                  <c:v>88.982269287109403</c:v>
                </c:pt>
                <c:pt idx="1655">
                  <c:v>89.119247436523395</c:v>
                </c:pt>
                <c:pt idx="1656">
                  <c:v>89.202461242675795</c:v>
                </c:pt>
                <c:pt idx="1657">
                  <c:v>89.515487670898395</c:v>
                </c:pt>
                <c:pt idx="1658">
                  <c:v>89.687774658203097</c:v>
                </c:pt>
                <c:pt idx="1659">
                  <c:v>89.774406433105497</c:v>
                </c:pt>
                <c:pt idx="1660">
                  <c:v>89.916336059570298</c:v>
                </c:pt>
                <c:pt idx="1661">
                  <c:v>90.025642395019503</c:v>
                </c:pt>
                <c:pt idx="1662">
                  <c:v>90.096664428710895</c:v>
                </c:pt>
                <c:pt idx="1663">
                  <c:v>90.258506774902301</c:v>
                </c:pt>
                <c:pt idx="1664">
                  <c:v>90.303977966308594</c:v>
                </c:pt>
                <c:pt idx="1665">
                  <c:v>90.475914001464801</c:v>
                </c:pt>
                <c:pt idx="1666">
                  <c:v>90.660797119140597</c:v>
                </c:pt>
                <c:pt idx="1667">
                  <c:v>90.760559082031307</c:v>
                </c:pt>
                <c:pt idx="1668">
                  <c:v>90.845542907714801</c:v>
                </c:pt>
                <c:pt idx="1669">
                  <c:v>91.0269775390625</c:v>
                </c:pt>
                <c:pt idx="1670">
                  <c:v>91.218452453613295</c:v>
                </c:pt>
                <c:pt idx="1671">
                  <c:v>91.333885192871094</c:v>
                </c:pt>
                <c:pt idx="1672">
                  <c:v>91.429557800292997</c:v>
                </c:pt>
                <c:pt idx="1673">
                  <c:v>91.527458190917997</c:v>
                </c:pt>
                <c:pt idx="1674">
                  <c:v>91.629753112792997</c:v>
                </c:pt>
                <c:pt idx="1675">
                  <c:v>91.716987609863295</c:v>
                </c:pt>
                <c:pt idx="1676">
                  <c:v>91.797721862792997</c:v>
                </c:pt>
                <c:pt idx="1677">
                  <c:v>91.896553039550795</c:v>
                </c:pt>
                <c:pt idx="1678">
                  <c:v>92.003967285156307</c:v>
                </c:pt>
                <c:pt idx="1679">
                  <c:v>92.083580017089801</c:v>
                </c:pt>
                <c:pt idx="1680">
                  <c:v>92.249366760253906</c:v>
                </c:pt>
                <c:pt idx="1681">
                  <c:v>92.296691894531307</c:v>
                </c:pt>
                <c:pt idx="1682">
                  <c:v>92.305274963378906</c:v>
                </c:pt>
                <c:pt idx="1683">
                  <c:v>92.3746337890625</c:v>
                </c:pt>
                <c:pt idx="1684">
                  <c:v>92.450775146484403</c:v>
                </c:pt>
                <c:pt idx="1685">
                  <c:v>92.5574951171875</c:v>
                </c:pt>
                <c:pt idx="1686">
                  <c:v>92.562942504882798</c:v>
                </c:pt>
                <c:pt idx="1687">
                  <c:v>92.545791625976605</c:v>
                </c:pt>
                <c:pt idx="1688">
                  <c:v>92.582160949707003</c:v>
                </c:pt>
                <c:pt idx="1689">
                  <c:v>92.628227233886705</c:v>
                </c:pt>
                <c:pt idx="1690">
                  <c:v>92.680610656738295</c:v>
                </c:pt>
                <c:pt idx="1691">
                  <c:v>92.622871398925795</c:v>
                </c:pt>
                <c:pt idx="1692">
                  <c:v>92.826263427734403</c:v>
                </c:pt>
                <c:pt idx="1693">
                  <c:v>92.887626647949205</c:v>
                </c:pt>
                <c:pt idx="1694">
                  <c:v>92.856948852539105</c:v>
                </c:pt>
                <c:pt idx="1695">
                  <c:v>92.976921081542997</c:v>
                </c:pt>
                <c:pt idx="1696">
                  <c:v>93.119377136230497</c:v>
                </c:pt>
                <c:pt idx="1697">
                  <c:v>93.228195190429702</c:v>
                </c:pt>
                <c:pt idx="1698">
                  <c:v>93.203834533691406</c:v>
                </c:pt>
                <c:pt idx="1699">
                  <c:v>93.240684509277301</c:v>
                </c:pt>
                <c:pt idx="1700">
                  <c:v>93.306114196777301</c:v>
                </c:pt>
                <c:pt idx="1701">
                  <c:v>93.260246276855497</c:v>
                </c:pt>
                <c:pt idx="1702">
                  <c:v>93.187171936035199</c:v>
                </c:pt>
                <c:pt idx="1703">
                  <c:v>93.195510864257798</c:v>
                </c:pt>
                <c:pt idx="1704">
                  <c:v>93.247245788574205</c:v>
                </c:pt>
                <c:pt idx="1705">
                  <c:v>93.299110412597699</c:v>
                </c:pt>
                <c:pt idx="1706">
                  <c:v>93.332786560058594</c:v>
                </c:pt>
                <c:pt idx="1707">
                  <c:v>93.412910461425795</c:v>
                </c:pt>
                <c:pt idx="1708">
                  <c:v>93.451423645019503</c:v>
                </c:pt>
                <c:pt idx="1709">
                  <c:v>93.488922119140597</c:v>
                </c:pt>
                <c:pt idx="1710">
                  <c:v>93.624328613281307</c:v>
                </c:pt>
                <c:pt idx="1711">
                  <c:v>93.717414855957003</c:v>
                </c:pt>
                <c:pt idx="1712">
                  <c:v>93.780128479003906</c:v>
                </c:pt>
                <c:pt idx="1713">
                  <c:v>93.881141662597699</c:v>
                </c:pt>
                <c:pt idx="1714">
                  <c:v>93.937347412109403</c:v>
                </c:pt>
                <c:pt idx="1715">
                  <c:v>93.967948913574205</c:v>
                </c:pt>
                <c:pt idx="1716">
                  <c:v>93.995437622070298</c:v>
                </c:pt>
                <c:pt idx="1717">
                  <c:v>93.997619628906307</c:v>
                </c:pt>
                <c:pt idx="1718">
                  <c:v>94.017173767089801</c:v>
                </c:pt>
                <c:pt idx="1719">
                  <c:v>94.083969116210895</c:v>
                </c:pt>
                <c:pt idx="1720">
                  <c:v>94.111839294433594</c:v>
                </c:pt>
                <c:pt idx="1721">
                  <c:v>94.0626220703125</c:v>
                </c:pt>
                <c:pt idx="1722">
                  <c:v>94.004005432128906</c:v>
                </c:pt>
                <c:pt idx="1723">
                  <c:v>93.953659057617202</c:v>
                </c:pt>
                <c:pt idx="1724">
                  <c:v>93.927581787109403</c:v>
                </c:pt>
                <c:pt idx="1725">
                  <c:v>93.956039428710895</c:v>
                </c:pt>
                <c:pt idx="1726">
                  <c:v>93.963485717773395</c:v>
                </c:pt>
                <c:pt idx="1727">
                  <c:v>93.876350402832003</c:v>
                </c:pt>
                <c:pt idx="1728">
                  <c:v>93.83984375</c:v>
                </c:pt>
                <c:pt idx="1729">
                  <c:v>93.82470703125</c:v>
                </c:pt>
                <c:pt idx="1730">
                  <c:v>93.825134277343807</c:v>
                </c:pt>
                <c:pt idx="1731">
                  <c:v>93.686576843261705</c:v>
                </c:pt>
                <c:pt idx="1732">
                  <c:v>93.642662048339801</c:v>
                </c:pt>
                <c:pt idx="1733">
                  <c:v>93.579948425292997</c:v>
                </c:pt>
                <c:pt idx="1734">
                  <c:v>93.488616943359403</c:v>
                </c:pt>
                <c:pt idx="1735">
                  <c:v>93.4219970703125</c:v>
                </c:pt>
                <c:pt idx="1736">
                  <c:v>93.386260986328097</c:v>
                </c:pt>
                <c:pt idx="1737">
                  <c:v>93.367492675781307</c:v>
                </c:pt>
                <c:pt idx="1738">
                  <c:v>93.3311767578125</c:v>
                </c:pt>
                <c:pt idx="1739">
                  <c:v>93.310371398925795</c:v>
                </c:pt>
                <c:pt idx="1740">
                  <c:v>93.237899780273395</c:v>
                </c:pt>
                <c:pt idx="1741">
                  <c:v>93.151947021484403</c:v>
                </c:pt>
                <c:pt idx="1742">
                  <c:v>93.037521362304702</c:v>
                </c:pt>
                <c:pt idx="1743">
                  <c:v>92.926803588867202</c:v>
                </c:pt>
                <c:pt idx="1744">
                  <c:v>92.832824707031307</c:v>
                </c:pt>
                <c:pt idx="1745">
                  <c:v>92.695266723632798</c:v>
                </c:pt>
                <c:pt idx="1746">
                  <c:v>92.619659423828097</c:v>
                </c:pt>
                <c:pt idx="1747">
                  <c:v>92.580169677734403</c:v>
                </c:pt>
                <c:pt idx="1748">
                  <c:v>92.511436462402301</c:v>
                </c:pt>
                <c:pt idx="1749">
                  <c:v>92.448966979980497</c:v>
                </c:pt>
                <c:pt idx="1750">
                  <c:v>92.372825622558594</c:v>
                </c:pt>
                <c:pt idx="1751">
                  <c:v>92.291328430175795</c:v>
                </c:pt>
                <c:pt idx="1752">
                  <c:v>92.237716674804702</c:v>
                </c:pt>
                <c:pt idx="1753">
                  <c:v>92.121810913085895</c:v>
                </c:pt>
                <c:pt idx="1754">
                  <c:v>92.022232055664105</c:v>
                </c:pt>
                <c:pt idx="1755">
                  <c:v>91.976692199707003</c:v>
                </c:pt>
                <c:pt idx="1756">
                  <c:v>91.936637878417997</c:v>
                </c:pt>
                <c:pt idx="1757">
                  <c:v>91.900650024414105</c:v>
                </c:pt>
                <c:pt idx="1758">
                  <c:v>91.848037719726605</c:v>
                </c:pt>
                <c:pt idx="1759">
                  <c:v>91.7474365234375</c:v>
                </c:pt>
                <c:pt idx="1760">
                  <c:v>91.649826049804702</c:v>
                </c:pt>
                <c:pt idx="1761">
                  <c:v>91.6219482421875</c:v>
                </c:pt>
                <c:pt idx="1762">
                  <c:v>91.525032043457003</c:v>
                </c:pt>
                <c:pt idx="1763">
                  <c:v>91.416458129882798</c:v>
                </c:pt>
                <c:pt idx="1764">
                  <c:v>91.276443481445298</c:v>
                </c:pt>
                <c:pt idx="1765">
                  <c:v>91.173469543457003</c:v>
                </c:pt>
                <c:pt idx="1766">
                  <c:v>91.113555908203097</c:v>
                </c:pt>
                <c:pt idx="1767">
                  <c:v>91.046203613281307</c:v>
                </c:pt>
                <c:pt idx="1768">
                  <c:v>90.947731018066406</c:v>
                </c:pt>
                <c:pt idx="1769">
                  <c:v>90.846366882324205</c:v>
                </c:pt>
                <c:pt idx="1770">
                  <c:v>90.769203186035199</c:v>
                </c:pt>
                <c:pt idx="1771">
                  <c:v>90.655548095703097</c:v>
                </c:pt>
                <c:pt idx="1772">
                  <c:v>90.578063964843807</c:v>
                </c:pt>
                <c:pt idx="1773">
                  <c:v>90.487068176269503</c:v>
                </c:pt>
                <c:pt idx="1774">
                  <c:v>90.417900085449205</c:v>
                </c:pt>
                <c:pt idx="1775">
                  <c:v>90.343582153320298</c:v>
                </c:pt>
                <c:pt idx="1776">
                  <c:v>90.288803100585895</c:v>
                </c:pt>
                <c:pt idx="1777">
                  <c:v>90.243988037109403</c:v>
                </c:pt>
                <c:pt idx="1778">
                  <c:v>90.200843811035199</c:v>
                </c:pt>
                <c:pt idx="1779">
                  <c:v>90.175506591796903</c:v>
                </c:pt>
                <c:pt idx="1780">
                  <c:v>90.158943176269503</c:v>
                </c:pt>
                <c:pt idx="1781">
                  <c:v>90.104919433593807</c:v>
                </c:pt>
                <c:pt idx="1782">
                  <c:v>89.972465515136705</c:v>
                </c:pt>
                <c:pt idx="1783">
                  <c:v>89.780250549316406</c:v>
                </c:pt>
                <c:pt idx="1784">
                  <c:v>89.619132995605497</c:v>
                </c:pt>
                <c:pt idx="1785">
                  <c:v>89.459396362304702</c:v>
                </c:pt>
                <c:pt idx="1786">
                  <c:v>89.379570007324205</c:v>
                </c:pt>
                <c:pt idx="1787">
                  <c:v>89.290626525878906</c:v>
                </c:pt>
                <c:pt idx="1788">
                  <c:v>89.186576843261705</c:v>
                </c:pt>
                <c:pt idx="1789">
                  <c:v>89.047782897949205</c:v>
                </c:pt>
                <c:pt idx="1790">
                  <c:v>88.980491638183594</c:v>
                </c:pt>
                <c:pt idx="1791">
                  <c:v>88.903045654296903</c:v>
                </c:pt>
                <c:pt idx="1792">
                  <c:v>88.816230773925795</c:v>
                </c:pt>
                <c:pt idx="1793">
                  <c:v>88.751502990722699</c:v>
                </c:pt>
                <c:pt idx="1794">
                  <c:v>88.706726074218807</c:v>
                </c:pt>
                <c:pt idx="1795">
                  <c:v>88.636306762695298</c:v>
                </c:pt>
                <c:pt idx="1796">
                  <c:v>88.602676391601605</c:v>
                </c:pt>
                <c:pt idx="1797">
                  <c:v>88.555633544921903</c:v>
                </c:pt>
                <c:pt idx="1798">
                  <c:v>88.515655517578097</c:v>
                </c:pt>
                <c:pt idx="1799">
                  <c:v>88.420455932617202</c:v>
                </c:pt>
                <c:pt idx="1800">
                  <c:v>88.436920166015597</c:v>
                </c:pt>
                <c:pt idx="1801">
                  <c:v>88.345291137695298</c:v>
                </c:pt>
                <c:pt idx="1802">
                  <c:v>88.328178405761705</c:v>
                </c:pt>
                <c:pt idx="1803">
                  <c:v>88.231018066406307</c:v>
                </c:pt>
                <c:pt idx="1804">
                  <c:v>88.186706542968807</c:v>
                </c:pt>
                <c:pt idx="1805">
                  <c:v>88.035331726074205</c:v>
                </c:pt>
                <c:pt idx="1806">
                  <c:v>87.915718078613295</c:v>
                </c:pt>
                <c:pt idx="1807">
                  <c:v>87.827781677246094</c:v>
                </c:pt>
                <c:pt idx="1808">
                  <c:v>87.767280578613295</c:v>
                </c:pt>
                <c:pt idx="1809">
                  <c:v>87.731094360351605</c:v>
                </c:pt>
                <c:pt idx="1810">
                  <c:v>87.709815979003906</c:v>
                </c:pt>
                <c:pt idx="1811">
                  <c:v>87.554542541503906</c:v>
                </c:pt>
                <c:pt idx="1812">
                  <c:v>87.401794433593807</c:v>
                </c:pt>
                <c:pt idx="1813">
                  <c:v>87.282066345214801</c:v>
                </c:pt>
                <c:pt idx="1814">
                  <c:v>87.140022277832003</c:v>
                </c:pt>
                <c:pt idx="1815">
                  <c:v>87.061477661132798</c:v>
                </c:pt>
                <c:pt idx="1816">
                  <c:v>86.967987060546903</c:v>
                </c:pt>
                <c:pt idx="1817">
                  <c:v>86.893447875976605</c:v>
                </c:pt>
                <c:pt idx="1818">
                  <c:v>86.838661193847699</c:v>
                </c:pt>
                <c:pt idx="1819">
                  <c:v>86.777275085449205</c:v>
                </c:pt>
                <c:pt idx="1820">
                  <c:v>86.840385437011705</c:v>
                </c:pt>
                <c:pt idx="1821">
                  <c:v>86.862144470214801</c:v>
                </c:pt>
                <c:pt idx="1822">
                  <c:v>86.852775573730497</c:v>
                </c:pt>
                <c:pt idx="1823">
                  <c:v>86.836624145507798</c:v>
                </c:pt>
                <c:pt idx="1824">
                  <c:v>86.722007751464801</c:v>
                </c:pt>
                <c:pt idx="1825">
                  <c:v>86.714576721191406</c:v>
                </c:pt>
                <c:pt idx="1826">
                  <c:v>86.728263854980497</c:v>
                </c:pt>
                <c:pt idx="1827">
                  <c:v>86.768569946289105</c:v>
                </c:pt>
                <c:pt idx="1828">
                  <c:v>86.820121765136705</c:v>
                </c:pt>
                <c:pt idx="1829">
                  <c:v>86.813201904296903</c:v>
                </c:pt>
                <c:pt idx="1830">
                  <c:v>86.829681396484403</c:v>
                </c:pt>
                <c:pt idx="1831">
                  <c:v>86.853660583496094</c:v>
                </c:pt>
                <c:pt idx="1832">
                  <c:v>86.925712585449205</c:v>
                </c:pt>
                <c:pt idx="1833">
                  <c:v>86.9586181640625</c:v>
                </c:pt>
                <c:pt idx="1834">
                  <c:v>86.950576782226605</c:v>
                </c:pt>
                <c:pt idx="1835">
                  <c:v>86.946441650390597</c:v>
                </c:pt>
                <c:pt idx="1836">
                  <c:v>86.944320678710895</c:v>
                </c:pt>
                <c:pt idx="1837">
                  <c:v>87.086967468261705</c:v>
                </c:pt>
                <c:pt idx="1838">
                  <c:v>87.402290344238295</c:v>
                </c:pt>
                <c:pt idx="1839">
                  <c:v>87.557441711425795</c:v>
                </c:pt>
                <c:pt idx="1840">
                  <c:v>87.687782287597699</c:v>
                </c:pt>
                <c:pt idx="1841">
                  <c:v>87.879440307617202</c:v>
                </c:pt>
                <c:pt idx="1842">
                  <c:v>87.977699279785199</c:v>
                </c:pt>
                <c:pt idx="1843">
                  <c:v>88.068420410156307</c:v>
                </c:pt>
                <c:pt idx="1844">
                  <c:v>88.113914489746094</c:v>
                </c:pt>
                <c:pt idx="1845">
                  <c:v>88.232604980468807</c:v>
                </c:pt>
                <c:pt idx="1846">
                  <c:v>88.303939819335895</c:v>
                </c:pt>
                <c:pt idx="1847">
                  <c:v>88.379798889160199</c:v>
                </c:pt>
                <c:pt idx="1848">
                  <c:v>88.410812377929702</c:v>
                </c:pt>
                <c:pt idx="1849">
                  <c:v>88.434341430664105</c:v>
                </c:pt>
                <c:pt idx="1850">
                  <c:v>88.459335327148395</c:v>
                </c:pt>
                <c:pt idx="1851">
                  <c:v>88.47265625</c:v>
                </c:pt>
                <c:pt idx="1852">
                  <c:v>88.487548828125</c:v>
                </c:pt>
                <c:pt idx="1853">
                  <c:v>88.503715515136705</c:v>
                </c:pt>
                <c:pt idx="1854">
                  <c:v>88.515266418457003</c:v>
                </c:pt>
                <c:pt idx="1855">
                  <c:v>88.526390075683594</c:v>
                </c:pt>
                <c:pt idx="1856">
                  <c:v>88.533950805664105</c:v>
                </c:pt>
                <c:pt idx="1857">
                  <c:v>88.534530639648395</c:v>
                </c:pt>
                <c:pt idx="1858">
                  <c:v>88.553138732910199</c:v>
                </c:pt>
                <c:pt idx="1859">
                  <c:v>88.547897338867202</c:v>
                </c:pt>
                <c:pt idx="1860">
                  <c:v>88.533370971679702</c:v>
                </c:pt>
                <c:pt idx="1861">
                  <c:v>88.533836364746094</c:v>
                </c:pt>
                <c:pt idx="1862">
                  <c:v>88.532806396484403</c:v>
                </c:pt>
                <c:pt idx="1863">
                  <c:v>88.532585144042997</c:v>
                </c:pt>
                <c:pt idx="1864">
                  <c:v>88.517799377441406</c:v>
                </c:pt>
                <c:pt idx="1865">
                  <c:v>88.50341796875</c:v>
                </c:pt>
                <c:pt idx="1866">
                  <c:v>88.506301879882798</c:v>
                </c:pt>
                <c:pt idx="1867">
                  <c:v>88.490447998046903</c:v>
                </c:pt>
                <c:pt idx="1868">
                  <c:v>88.465835571289105</c:v>
                </c:pt>
                <c:pt idx="1869">
                  <c:v>88.467346191406307</c:v>
                </c:pt>
                <c:pt idx="1870">
                  <c:v>88.455192565917997</c:v>
                </c:pt>
                <c:pt idx="1871">
                  <c:v>88.475334167480497</c:v>
                </c:pt>
                <c:pt idx="1872">
                  <c:v>88.471435546875</c:v>
                </c:pt>
                <c:pt idx="1873">
                  <c:v>88.403816223144503</c:v>
                </c:pt>
                <c:pt idx="1874">
                  <c:v>88.395393371582003</c:v>
                </c:pt>
                <c:pt idx="1875">
                  <c:v>88.441955566406307</c:v>
                </c:pt>
                <c:pt idx="1876">
                  <c:v>88.424301147460895</c:v>
                </c:pt>
                <c:pt idx="1877">
                  <c:v>88.323158264160199</c:v>
                </c:pt>
                <c:pt idx="1878">
                  <c:v>88.306129455566406</c:v>
                </c:pt>
                <c:pt idx="1879">
                  <c:v>88.272544860839801</c:v>
                </c:pt>
                <c:pt idx="1880">
                  <c:v>88.331245422363295</c:v>
                </c:pt>
                <c:pt idx="1881">
                  <c:v>88.380508422851605</c:v>
                </c:pt>
                <c:pt idx="1882">
                  <c:v>88.406257629394503</c:v>
                </c:pt>
                <c:pt idx="1883">
                  <c:v>88.375984191894503</c:v>
                </c:pt>
                <c:pt idx="1884">
                  <c:v>88.372085571289105</c:v>
                </c:pt>
                <c:pt idx="1885">
                  <c:v>88.370086669921903</c:v>
                </c:pt>
                <c:pt idx="1886">
                  <c:v>88.400520324707003</c:v>
                </c:pt>
                <c:pt idx="1887">
                  <c:v>88.470809936523395</c:v>
                </c:pt>
                <c:pt idx="1888">
                  <c:v>88.572303771972699</c:v>
                </c:pt>
                <c:pt idx="1889">
                  <c:v>88.616378784179702</c:v>
                </c:pt>
                <c:pt idx="1890">
                  <c:v>88.685188293457003</c:v>
                </c:pt>
                <c:pt idx="1891">
                  <c:v>88.836654663085895</c:v>
                </c:pt>
                <c:pt idx="1892">
                  <c:v>88.990959167480497</c:v>
                </c:pt>
                <c:pt idx="1893">
                  <c:v>89.052688598632798</c:v>
                </c:pt>
                <c:pt idx="1894">
                  <c:v>89.060829162597699</c:v>
                </c:pt>
                <c:pt idx="1895">
                  <c:v>89.236251831054702</c:v>
                </c:pt>
                <c:pt idx="1896">
                  <c:v>89.538825988769503</c:v>
                </c:pt>
                <c:pt idx="1897">
                  <c:v>89.530235290527301</c:v>
                </c:pt>
                <c:pt idx="1898">
                  <c:v>89.606246948242202</c:v>
                </c:pt>
                <c:pt idx="1899">
                  <c:v>89.8343505859375</c:v>
                </c:pt>
                <c:pt idx="1900">
                  <c:v>89.984046936035199</c:v>
                </c:pt>
                <c:pt idx="1901">
                  <c:v>90.060401916503906</c:v>
                </c:pt>
                <c:pt idx="1902">
                  <c:v>90.157524108886705</c:v>
                </c:pt>
                <c:pt idx="1903">
                  <c:v>90.196693420410199</c:v>
                </c:pt>
                <c:pt idx="1904">
                  <c:v>90.283561706542997</c:v>
                </c:pt>
                <c:pt idx="1905">
                  <c:v>90.362136840820298</c:v>
                </c:pt>
                <c:pt idx="1906">
                  <c:v>90.435745239257798</c:v>
                </c:pt>
                <c:pt idx="1907">
                  <c:v>90.475051879882798</c:v>
                </c:pt>
                <c:pt idx="1908">
                  <c:v>90.511749267578097</c:v>
                </c:pt>
                <c:pt idx="1909">
                  <c:v>90.646942138671903</c:v>
                </c:pt>
                <c:pt idx="1910">
                  <c:v>90.7265625</c:v>
                </c:pt>
                <c:pt idx="1911">
                  <c:v>90.784202575683594</c:v>
                </c:pt>
                <c:pt idx="1912">
                  <c:v>90.819305419921903</c:v>
                </c:pt>
                <c:pt idx="1913">
                  <c:v>90.854042053222699</c:v>
                </c:pt>
                <c:pt idx="1914">
                  <c:v>90.882888793945298</c:v>
                </c:pt>
                <c:pt idx="1915">
                  <c:v>90.900009155273395</c:v>
                </c:pt>
                <c:pt idx="1916">
                  <c:v>90.909904479980497</c:v>
                </c:pt>
                <c:pt idx="1917">
                  <c:v>90.951072692871094</c:v>
                </c:pt>
                <c:pt idx="1918">
                  <c:v>90.962501525878906</c:v>
                </c:pt>
                <c:pt idx="1919">
                  <c:v>90.955757141113295</c:v>
                </c:pt>
                <c:pt idx="1920">
                  <c:v>90.972320556640597</c:v>
                </c:pt>
                <c:pt idx="1921">
                  <c:v>90.975296020507798</c:v>
                </c:pt>
                <c:pt idx="1922">
                  <c:v>90.981391906738295</c:v>
                </c:pt>
                <c:pt idx="1923">
                  <c:v>91.008834838867202</c:v>
                </c:pt>
                <c:pt idx="1924">
                  <c:v>91.018890380859403</c:v>
                </c:pt>
                <c:pt idx="1925">
                  <c:v>91.015525817871094</c:v>
                </c:pt>
                <c:pt idx="1926">
                  <c:v>91.031265258789105</c:v>
                </c:pt>
                <c:pt idx="1927">
                  <c:v>91.017745971679702</c:v>
                </c:pt>
                <c:pt idx="1928">
                  <c:v>91.020896911621094</c:v>
                </c:pt>
                <c:pt idx="1929">
                  <c:v>90.995147705078097</c:v>
                </c:pt>
                <c:pt idx="1930">
                  <c:v>90.996551513671903</c:v>
                </c:pt>
                <c:pt idx="1931">
                  <c:v>90.980194091796903</c:v>
                </c:pt>
                <c:pt idx="1932">
                  <c:v>90.929367065429702</c:v>
                </c:pt>
                <c:pt idx="1933">
                  <c:v>90.907897949218807</c:v>
                </c:pt>
                <c:pt idx="1934">
                  <c:v>90.923149108886705</c:v>
                </c:pt>
                <c:pt idx="1935">
                  <c:v>90.951469421386705</c:v>
                </c:pt>
                <c:pt idx="1936">
                  <c:v>90.990776062011705</c:v>
                </c:pt>
                <c:pt idx="1937">
                  <c:v>90.988487243652301</c:v>
                </c:pt>
                <c:pt idx="1938">
                  <c:v>90.900054931640597</c:v>
                </c:pt>
                <c:pt idx="1939">
                  <c:v>90.945617675781307</c:v>
                </c:pt>
                <c:pt idx="1940">
                  <c:v>90.975555419921903</c:v>
                </c:pt>
                <c:pt idx="1941">
                  <c:v>90.9630126953125</c:v>
                </c:pt>
                <c:pt idx="1942">
                  <c:v>90.972930908203097</c:v>
                </c:pt>
                <c:pt idx="1943">
                  <c:v>91.056137084960895</c:v>
                </c:pt>
                <c:pt idx="1944">
                  <c:v>91.067527770996094</c:v>
                </c:pt>
                <c:pt idx="1945">
                  <c:v>91.038864135742202</c:v>
                </c:pt>
                <c:pt idx="1946">
                  <c:v>91.108757019042997</c:v>
                </c:pt>
                <c:pt idx="1947">
                  <c:v>91.108154296875</c:v>
                </c:pt>
                <c:pt idx="1948">
                  <c:v>91.177932739257798</c:v>
                </c:pt>
                <c:pt idx="1949">
                  <c:v>91.211471557617202</c:v>
                </c:pt>
                <c:pt idx="1950">
                  <c:v>91.298942565917997</c:v>
                </c:pt>
                <c:pt idx="1951">
                  <c:v>91.358192443847699</c:v>
                </c:pt>
                <c:pt idx="1952">
                  <c:v>91.3602294921875</c:v>
                </c:pt>
                <c:pt idx="1953">
                  <c:v>91.419502258300795</c:v>
                </c:pt>
                <c:pt idx="1954">
                  <c:v>91.526786804199205</c:v>
                </c:pt>
                <c:pt idx="1955">
                  <c:v>91.654411315917997</c:v>
                </c:pt>
                <c:pt idx="1956">
                  <c:v>91.74609375</c:v>
                </c:pt>
                <c:pt idx="1957">
                  <c:v>91.83837890625</c:v>
                </c:pt>
                <c:pt idx="1958">
                  <c:v>91.923500061035199</c:v>
                </c:pt>
                <c:pt idx="1959">
                  <c:v>92.000450134277301</c:v>
                </c:pt>
                <c:pt idx="1960">
                  <c:v>92.048538208007798</c:v>
                </c:pt>
                <c:pt idx="1961">
                  <c:v>92.092864990234403</c:v>
                </c:pt>
                <c:pt idx="1962">
                  <c:v>92.205299377441406</c:v>
                </c:pt>
                <c:pt idx="1963">
                  <c:v>92.342781066894503</c:v>
                </c:pt>
                <c:pt idx="1964">
                  <c:v>92.403480529785199</c:v>
                </c:pt>
                <c:pt idx="1965">
                  <c:v>92.440170288085895</c:v>
                </c:pt>
                <c:pt idx="1966">
                  <c:v>92.486885070800795</c:v>
                </c:pt>
                <c:pt idx="1967">
                  <c:v>92.659034729003906</c:v>
                </c:pt>
                <c:pt idx="1968">
                  <c:v>92.848587036132798</c:v>
                </c:pt>
                <c:pt idx="1969">
                  <c:v>92.885223388671903</c:v>
                </c:pt>
                <c:pt idx="1970">
                  <c:v>92.763893127441406</c:v>
                </c:pt>
                <c:pt idx="1971">
                  <c:v>92.941383361816406</c:v>
                </c:pt>
                <c:pt idx="1972">
                  <c:v>93.105384826660199</c:v>
                </c:pt>
                <c:pt idx="1973">
                  <c:v>93.211257934570298</c:v>
                </c:pt>
                <c:pt idx="1974">
                  <c:v>93.265655517578097</c:v>
                </c:pt>
                <c:pt idx="1975">
                  <c:v>93.281181335449205</c:v>
                </c:pt>
                <c:pt idx="1976">
                  <c:v>93.310272216796903</c:v>
                </c:pt>
                <c:pt idx="1977">
                  <c:v>93.331672668457003</c:v>
                </c:pt>
                <c:pt idx="1978">
                  <c:v>93.439109802246094</c:v>
                </c:pt>
                <c:pt idx="1979">
                  <c:v>93.607940673828097</c:v>
                </c:pt>
                <c:pt idx="1980">
                  <c:v>93.691627502441406</c:v>
                </c:pt>
                <c:pt idx="1981">
                  <c:v>93.833480834960895</c:v>
                </c:pt>
                <c:pt idx="1982">
                  <c:v>94.038887023925795</c:v>
                </c:pt>
                <c:pt idx="1983">
                  <c:v>94.187469482421903</c:v>
                </c:pt>
                <c:pt idx="1984">
                  <c:v>94.275550842285199</c:v>
                </c:pt>
                <c:pt idx="1985">
                  <c:v>94.475418090820298</c:v>
                </c:pt>
                <c:pt idx="1986">
                  <c:v>94.646842956542997</c:v>
                </c:pt>
                <c:pt idx="1987">
                  <c:v>94.762252807617202</c:v>
                </c:pt>
                <c:pt idx="1988">
                  <c:v>94.874046325683594</c:v>
                </c:pt>
                <c:pt idx="1989">
                  <c:v>94.9315185546875</c:v>
                </c:pt>
                <c:pt idx="1990">
                  <c:v>94.979560852050795</c:v>
                </c:pt>
                <c:pt idx="1991">
                  <c:v>95.0096435546875</c:v>
                </c:pt>
                <c:pt idx="1992">
                  <c:v>95.025939941406307</c:v>
                </c:pt>
                <c:pt idx="1993">
                  <c:v>95.034233093261705</c:v>
                </c:pt>
                <c:pt idx="1994">
                  <c:v>95.037712097167997</c:v>
                </c:pt>
                <c:pt idx="1995">
                  <c:v>95.039497375488295</c:v>
                </c:pt>
                <c:pt idx="1996">
                  <c:v>95.040420532226605</c:v>
                </c:pt>
                <c:pt idx="1997">
                  <c:v>95.044715881347699</c:v>
                </c:pt>
                <c:pt idx="1998">
                  <c:v>95.057556152343807</c:v>
                </c:pt>
                <c:pt idx="1999">
                  <c:v>95.058067321777301</c:v>
                </c:pt>
                <c:pt idx="2000">
                  <c:v>95.054550170898395</c:v>
                </c:pt>
                <c:pt idx="2001">
                  <c:v>95.060501098632798</c:v>
                </c:pt>
                <c:pt idx="2002">
                  <c:v>95.056167602539105</c:v>
                </c:pt>
                <c:pt idx="2003">
                  <c:v>95.053520202636705</c:v>
                </c:pt>
                <c:pt idx="2004">
                  <c:v>95.049163818359403</c:v>
                </c:pt>
                <c:pt idx="2005">
                  <c:v>95.045379638671903</c:v>
                </c:pt>
                <c:pt idx="2006">
                  <c:v>95.044281005859403</c:v>
                </c:pt>
                <c:pt idx="2007">
                  <c:v>95.042869567871094</c:v>
                </c:pt>
                <c:pt idx="2008">
                  <c:v>95.042152404785199</c:v>
                </c:pt>
                <c:pt idx="2009">
                  <c:v>95.041778564453097</c:v>
                </c:pt>
                <c:pt idx="2010">
                  <c:v>95.041587829589801</c:v>
                </c:pt>
                <c:pt idx="2011">
                  <c:v>95.041488647460895</c:v>
                </c:pt>
                <c:pt idx="2012">
                  <c:v>95.041442871093807</c:v>
                </c:pt>
                <c:pt idx="2013">
                  <c:v>95.041412353515597</c:v>
                </c:pt>
                <c:pt idx="2014">
                  <c:v>94.987365722656307</c:v>
                </c:pt>
                <c:pt idx="2015">
                  <c:v>95.000907897949205</c:v>
                </c:pt>
                <c:pt idx="2016">
                  <c:v>94.983589172363295</c:v>
                </c:pt>
                <c:pt idx="2017">
                  <c:v>94.738037109375</c:v>
                </c:pt>
                <c:pt idx="2018">
                  <c:v>94.696701049804702</c:v>
                </c:pt>
                <c:pt idx="2019">
                  <c:v>94.673500061035199</c:v>
                </c:pt>
                <c:pt idx="2020">
                  <c:v>94.614494323730497</c:v>
                </c:pt>
                <c:pt idx="2021">
                  <c:v>94.485061645507798</c:v>
                </c:pt>
                <c:pt idx="2022">
                  <c:v>94.3741455078125</c:v>
                </c:pt>
                <c:pt idx="2023">
                  <c:v>94.258354187011705</c:v>
                </c:pt>
                <c:pt idx="2024">
                  <c:v>94.192062377929702</c:v>
                </c:pt>
                <c:pt idx="2025">
                  <c:v>94.116889953613295</c:v>
                </c:pt>
                <c:pt idx="2026">
                  <c:v>94.204338073730497</c:v>
                </c:pt>
                <c:pt idx="2027">
                  <c:v>94.175338745117202</c:v>
                </c:pt>
                <c:pt idx="2028">
                  <c:v>94.022674560546903</c:v>
                </c:pt>
                <c:pt idx="2029">
                  <c:v>93.965087890625</c:v>
                </c:pt>
                <c:pt idx="2030">
                  <c:v>94.040115356445298</c:v>
                </c:pt>
                <c:pt idx="2031">
                  <c:v>94.176506042480497</c:v>
                </c:pt>
                <c:pt idx="2032">
                  <c:v>94.119483947753906</c:v>
                </c:pt>
                <c:pt idx="2033">
                  <c:v>94.071105957031307</c:v>
                </c:pt>
                <c:pt idx="2034">
                  <c:v>94.035400390625</c:v>
                </c:pt>
                <c:pt idx="2035">
                  <c:v>94.065856933593807</c:v>
                </c:pt>
                <c:pt idx="2036">
                  <c:v>94.000053405761705</c:v>
                </c:pt>
                <c:pt idx="2037">
                  <c:v>93.976974487304702</c:v>
                </c:pt>
                <c:pt idx="2038">
                  <c:v>93.939682006835895</c:v>
                </c:pt>
                <c:pt idx="2039">
                  <c:v>93.960777282714801</c:v>
                </c:pt>
                <c:pt idx="2040">
                  <c:v>93.975425720214801</c:v>
                </c:pt>
                <c:pt idx="2041">
                  <c:v>93.944992065429702</c:v>
                </c:pt>
                <c:pt idx="2042">
                  <c:v>93.918930053710895</c:v>
                </c:pt>
                <c:pt idx="2043">
                  <c:v>93.903755187988295</c:v>
                </c:pt>
                <c:pt idx="2044">
                  <c:v>93.832489013671903</c:v>
                </c:pt>
                <c:pt idx="2045">
                  <c:v>93.808357238769503</c:v>
                </c:pt>
                <c:pt idx="2046">
                  <c:v>93.807235717773395</c:v>
                </c:pt>
                <c:pt idx="2047">
                  <c:v>93.651756286621094</c:v>
                </c:pt>
                <c:pt idx="2048">
                  <c:v>93.544548034667997</c:v>
                </c:pt>
                <c:pt idx="2049">
                  <c:v>93.513778686523395</c:v>
                </c:pt>
                <c:pt idx="2050">
                  <c:v>93.511962890625</c:v>
                </c:pt>
                <c:pt idx="2051">
                  <c:v>93.459327697753906</c:v>
                </c:pt>
                <c:pt idx="2052">
                  <c:v>93.451248168945298</c:v>
                </c:pt>
                <c:pt idx="2053">
                  <c:v>93.412956237792997</c:v>
                </c:pt>
                <c:pt idx="2054">
                  <c:v>93.380599975585895</c:v>
                </c:pt>
                <c:pt idx="2055">
                  <c:v>93.361923217773395</c:v>
                </c:pt>
                <c:pt idx="2056">
                  <c:v>93.363540649414105</c:v>
                </c:pt>
                <c:pt idx="2057">
                  <c:v>93.358253479003906</c:v>
                </c:pt>
                <c:pt idx="2058">
                  <c:v>93.347892761230497</c:v>
                </c:pt>
                <c:pt idx="2059">
                  <c:v>93.318984985351605</c:v>
                </c:pt>
                <c:pt idx="2060">
                  <c:v>93.297660827636705</c:v>
                </c:pt>
                <c:pt idx="2061">
                  <c:v>93.287033081054702</c:v>
                </c:pt>
                <c:pt idx="2062">
                  <c:v>93.267814636230497</c:v>
                </c:pt>
                <c:pt idx="2063">
                  <c:v>93.246871948242202</c:v>
                </c:pt>
                <c:pt idx="2064">
                  <c:v>93.227035522460895</c:v>
                </c:pt>
                <c:pt idx="2065">
                  <c:v>93.145606994628906</c:v>
                </c:pt>
                <c:pt idx="2066">
                  <c:v>93.016502380371094</c:v>
                </c:pt>
                <c:pt idx="2067">
                  <c:v>92.911468505859403</c:v>
                </c:pt>
                <c:pt idx="2068">
                  <c:v>92.861862182617202</c:v>
                </c:pt>
                <c:pt idx="2069">
                  <c:v>92.839088439941406</c:v>
                </c:pt>
                <c:pt idx="2070">
                  <c:v>92.786247253417997</c:v>
                </c:pt>
                <c:pt idx="2071">
                  <c:v>92.699234008789105</c:v>
                </c:pt>
                <c:pt idx="2072">
                  <c:v>92.620590209960895</c:v>
                </c:pt>
                <c:pt idx="2073">
                  <c:v>92.592857360839801</c:v>
                </c:pt>
                <c:pt idx="2074">
                  <c:v>92.563072204589801</c:v>
                </c:pt>
                <c:pt idx="2075">
                  <c:v>92.541549682617202</c:v>
                </c:pt>
                <c:pt idx="2076">
                  <c:v>92.533493041992202</c:v>
                </c:pt>
                <c:pt idx="2077">
                  <c:v>92.473518371582003</c:v>
                </c:pt>
                <c:pt idx="2078">
                  <c:v>92.381576538085895</c:v>
                </c:pt>
                <c:pt idx="2079">
                  <c:v>92.339019775390597</c:v>
                </c:pt>
                <c:pt idx="2080">
                  <c:v>92.248832702636705</c:v>
                </c:pt>
                <c:pt idx="2081">
                  <c:v>92.220962524414105</c:v>
                </c:pt>
                <c:pt idx="2082">
                  <c:v>92.185943603515597</c:v>
                </c:pt>
                <c:pt idx="2083">
                  <c:v>92.144607543945298</c:v>
                </c:pt>
                <c:pt idx="2084">
                  <c:v>92.095596313476605</c:v>
                </c:pt>
                <c:pt idx="2085">
                  <c:v>92.044563293457003</c:v>
                </c:pt>
                <c:pt idx="2086">
                  <c:v>91.984527587890597</c:v>
                </c:pt>
                <c:pt idx="2087">
                  <c:v>91.927925109863295</c:v>
                </c:pt>
                <c:pt idx="2088">
                  <c:v>91.875061035156307</c:v>
                </c:pt>
                <c:pt idx="2089">
                  <c:v>91.858474731445298</c:v>
                </c:pt>
                <c:pt idx="2090">
                  <c:v>91.764450073242202</c:v>
                </c:pt>
                <c:pt idx="2091">
                  <c:v>91.650177001953097</c:v>
                </c:pt>
                <c:pt idx="2092">
                  <c:v>91.666069030761705</c:v>
                </c:pt>
                <c:pt idx="2093">
                  <c:v>91.628517150878906</c:v>
                </c:pt>
                <c:pt idx="2094">
                  <c:v>91.631889343261705</c:v>
                </c:pt>
                <c:pt idx="2095">
                  <c:v>91.537277221679702</c:v>
                </c:pt>
                <c:pt idx="2096">
                  <c:v>91.439971923828097</c:v>
                </c:pt>
                <c:pt idx="2097">
                  <c:v>91.414520263671903</c:v>
                </c:pt>
                <c:pt idx="2098">
                  <c:v>91.395790100097699</c:v>
                </c:pt>
                <c:pt idx="2099">
                  <c:v>91.389755249023395</c:v>
                </c:pt>
                <c:pt idx="2100">
                  <c:v>91.346771240234403</c:v>
                </c:pt>
                <c:pt idx="2101">
                  <c:v>91.314552307128906</c:v>
                </c:pt>
                <c:pt idx="2102">
                  <c:v>91.264411926269503</c:v>
                </c:pt>
                <c:pt idx="2103">
                  <c:v>91.241004943847699</c:v>
                </c:pt>
                <c:pt idx="2104">
                  <c:v>91.233848571777301</c:v>
                </c:pt>
                <c:pt idx="2105">
                  <c:v>91.191390991210895</c:v>
                </c:pt>
                <c:pt idx="2106">
                  <c:v>91.144615173339801</c:v>
                </c:pt>
                <c:pt idx="2107">
                  <c:v>91.163848876953097</c:v>
                </c:pt>
                <c:pt idx="2108">
                  <c:v>91.113845825195298</c:v>
                </c:pt>
                <c:pt idx="2109">
                  <c:v>91.099258422851605</c:v>
                </c:pt>
                <c:pt idx="2110">
                  <c:v>91.112030029296903</c:v>
                </c:pt>
                <c:pt idx="2111">
                  <c:v>91.0457763671875</c:v>
                </c:pt>
                <c:pt idx="2112">
                  <c:v>91.0087890625</c:v>
                </c:pt>
                <c:pt idx="2113">
                  <c:v>90.991073608398395</c:v>
                </c:pt>
                <c:pt idx="2114">
                  <c:v>90.984405517578097</c:v>
                </c:pt>
                <c:pt idx="2115">
                  <c:v>90.961479187011705</c:v>
                </c:pt>
                <c:pt idx="2116">
                  <c:v>90.953636169433594</c:v>
                </c:pt>
                <c:pt idx="2117">
                  <c:v>90.941230773925795</c:v>
                </c:pt>
                <c:pt idx="2118">
                  <c:v>90.920463562011705</c:v>
                </c:pt>
                <c:pt idx="2119">
                  <c:v>90.891700744628906</c:v>
                </c:pt>
                <c:pt idx="2120">
                  <c:v>90.776687622070298</c:v>
                </c:pt>
                <c:pt idx="2121">
                  <c:v>90.674613952636705</c:v>
                </c:pt>
                <c:pt idx="2122">
                  <c:v>90.602813720703097</c:v>
                </c:pt>
                <c:pt idx="2123">
                  <c:v>90.587211608886705</c:v>
                </c:pt>
                <c:pt idx="2124">
                  <c:v>90.619369506835895</c:v>
                </c:pt>
                <c:pt idx="2125">
                  <c:v>90.556198120117202</c:v>
                </c:pt>
                <c:pt idx="2126">
                  <c:v>90.469825744628906</c:v>
                </c:pt>
                <c:pt idx="2127">
                  <c:v>90.398284912109403</c:v>
                </c:pt>
                <c:pt idx="2128">
                  <c:v>90.365097045898395</c:v>
                </c:pt>
                <c:pt idx="2129">
                  <c:v>90.351852416992202</c:v>
                </c:pt>
                <c:pt idx="2130">
                  <c:v>90.351470947265597</c:v>
                </c:pt>
                <c:pt idx="2131">
                  <c:v>90.318397521972699</c:v>
                </c:pt>
                <c:pt idx="2132">
                  <c:v>90.262443542480497</c:v>
                </c:pt>
                <c:pt idx="2133">
                  <c:v>90.228172302246094</c:v>
                </c:pt>
                <c:pt idx="2134">
                  <c:v>90.208602905273395</c:v>
                </c:pt>
                <c:pt idx="2135">
                  <c:v>90.186286926269503</c:v>
                </c:pt>
                <c:pt idx="2136">
                  <c:v>90.173553466796903</c:v>
                </c:pt>
                <c:pt idx="2137">
                  <c:v>90.157699584960895</c:v>
                </c:pt>
                <c:pt idx="2138">
                  <c:v>90.142341613769503</c:v>
                </c:pt>
                <c:pt idx="2139">
                  <c:v>90.152259826660199</c:v>
                </c:pt>
                <c:pt idx="2140">
                  <c:v>90.167266845703097</c:v>
                </c:pt>
                <c:pt idx="2141">
                  <c:v>90.175811767578097</c:v>
                </c:pt>
                <c:pt idx="2142">
                  <c:v>90.184715270996094</c:v>
                </c:pt>
                <c:pt idx="2143">
                  <c:v>90.165626525878906</c:v>
                </c:pt>
                <c:pt idx="2144">
                  <c:v>90.169036865234403</c:v>
                </c:pt>
                <c:pt idx="2145">
                  <c:v>90.165687561035199</c:v>
                </c:pt>
                <c:pt idx="2146">
                  <c:v>90.150947570800795</c:v>
                </c:pt>
                <c:pt idx="2147">
                  <c:v>90.129005432128906</c:v>
                </c:pt>
                <c:pt idx="2148">
                  <c:v>90.137924194335895</c:v>
                </c:pt>
                <c:pt idx="2149">
                  <c:v>90.154846191406307</c:v>
                </c:pt>
                <c:pt idx="2150">
                  <c:v>90.166725158691406</c:v>
                </c:pt>
                <c:pt idx="2151">
                  <c:v>90.191543579101605</c:v>
                </c:pt>
                <c:pt idx="2152">
                  <c:v>90.170005798339801</c:v>
                </c:pt>
                <c:pt idx="2153">
                  <c:v>90.184112548828097</c:v>
                </c:pt>
                <c:pt idx="2154">
                  <c:v>90.174339294433594</c:v>
                </c:pt>
                <c:pt idx="2155">
                  <c:v>90.163879394531307</c:v>
                </c:pt>
                <c:pt idx="2156">
                  <c:v>90.156044006347699</c:v>
                </c:pt>
                <c:pt idx="2157">
                  <c:v>90.151580810546903</c:v>
                </c:pt>
                <c:pt idx="2158">
                  <c:v>90.157829284667997</c:v>
                </c:pt>
                <c:pt idx="2159">
                  <c:v>90.177101135253906</c:v>
                </c:pt>
                <c:pt idx="2160">
                  <c:v>90.211448669433594</c:v>
                </c:pt>
                <c:pt idx="2161">
                  <c:v>90.198204040527301</c:v>
                </c:pt>
                <c:pt idx="2162">
                  <c:v>90.186592102050795</c:v>
                </c:pt>
                <c:pt idx="2163">
                  <c:v>90.188163757324205</c:v>
                </c:pt>
                <c:pt idx="2164">
                  <c:v>90.224090576171903</c:v>
                </c:pt>
                <c:pt idx="2165">
                  <c:v>90.2347412109375</c:v>
                </c:pt>
                <c:pt idx="2166">
                  <c:v>90.199668884277301</c:v>
                </c:pt>
                <c:pt idx="2167">
                  <c:v>90.215492248535199</c:v>
                </c:pt>
                <c:pt idx="2168">
                  <c:v>90.219505310058594</c:v>
                </c:pt>
                <c:pt idx="2169">
                  <c:v>90.221473693847699</c:v>
                </c:pt>
                <c:pt idx="2170">
                  <c:v>90.400932312011705</c:v>
                </c:pt>
                <c:pt idx="2171">
                  <c:v>90.654052734375</c:v>
                </c:pt>
                <c:pt idx="2172">
                  <c:v>90.706031799316406</c:v>
                </c:pt>
                <c:pt idx="2173">
                  <c:v>90.754196166992202</c:v>
                </c:pt>
                <c:pt idx="2174">
                  <c:v>90.775184631347699</c:v>
                </c:pt>
                <c:pt idx="2175">
                  <c:v>90.851394653320298</c:v>
                </c:pt>
                <c:pt idx="2176">
                  <c:v>90.848884582519503</c:v>
                </c:pt>
                <c:pt idx="2177">
                  <c:v>90.938125610351605</c:v>
                </c:pt>
                <c:pt idx="2178">
                  <c:v>91.043693542480497</c:v>
                </c:pt>
                <c:pt idx="2179">
                  <c:v>91.144332885742202</c:v>
                </c:pt>
                <c:pt idx="2180">
                  <c:v>91.159500122070298</c:v>
                </c:pt>
                <c:pt idx="2181">
                  <c:v>91.180458068847699</c:v>
                </c:pt>
                <c:pt idx="2182">
                  <c:v>91.301536560058594</c:v>
                </c:pt>
                <c:pt idx="2183">
                  <c:v>91.490638732910199</c:v>
                </c:pt>
                <c:pt idx="2184">
                  <c:v>91.526634216308594</c:v>
                </c:pt>
                <c:pt idx="2185">
                  <c:v>91.631072998046903</c:v>
                </c:pt>
                <c:pt idx="2186">
                  <c:v>91.783332824707003</c:v>
                </c:pt>
                <c:pt idx="2187">
                  <c:v>91.822059631347699</c:v>
                </c:pt>
                <c:pt idx="2188">
                  <c:v>91.930358886718807</c:v>
                </c:pt>
                <c:pt idx="2189">
                  <c:v>92.008987426757798</c:v>
                </c:pt>
                <c:pt idx="2190">
                  <c:v>92.201194763183594</c:v>
                </c:pt>
                <c:pt idx="2191">
                  <c:v>92.253364562988295</c:v>
                </c:pt>
                <c:pt idx="2192">
                  <c:v>92.321701049804702</c:v>
                </c:pt>
                <c:pt idx="2193">
                  <c:v>92.406951904296903</c:v>
                </c:pt>
                <c:pt idx="2194">
                  <c:v>92.535018920898395</c:v>
                </c:pt>
                <c:pt idx="2195">
                  <c:v>92.798088073730497</c:v>
                </c:pt>
                <c:pt idx="2196">
                  <c:v>92.906921386718807</c:v>
                </c:pt>
                <c:pt idx="2197">
                  <c:v>93.084953308105497</c:v>
                </c:pt>
                <c:pt idx="2198">
                  <c:v>93.212615966796903</c:v>
                </c:pt>
                <c:pt idx="2199">
                  <c:v>93.288703918457003</c:v>
                </c:pt>
                <c:pt idx="2200">
                  <c:v>93.363349914550795</c:v>
                </c:pt>
                <c:pt idx="2201">
                  <c:v>93.466270446777301</c:v>
                </c:pt>
                <c:pt idx="2202">
                  <c:v>93.609603881835895</c:v>
                </c:pt>
                <c:pt idx="2203">
                  <c:v>93.647476196289105</c:v>
                </c:pt>
                <c:pt idx="2204">
                  <c:v>93.844909667968807</c:v>
                </c:pt>
                <c:pt idx="2205">
                  <c:v>94.122367858886705</c:v>
                </c:pt>
                <c:pt idx="2206">
                  <c:v>94.258934020996094</c:v>
                </c:pt>
                <c:pt idx="2207">
                  <c:v>94.460411071777301</c:v>
                </c:pt>
                <c:pt idx="2208">
                  <c:v>94.498016357421903</c:v>
                </c:pt>
                <c:pt idx="2209">
                  <c:v>94.687690734863295</c:v>
                </c:pt>
                <c:pt idx="2210">
                  <c:v>94.673027038574205</c:v>
                </c:pt>
                <c:pt idx="2211">
                  <c:v>94.727012634277301</c:v>
                </c:pt>
                <c:pt idx="2212">
                  <c:v>94.817291259765597</c:v>
                </c:pt>
                <c:pt idx="2213">
                  <c:v>94.926330566406307</c:v>
                </c:pt>
                <c:pt idx="2214">
                  <c:v>94.991340637207003</c:v>
                </c:pt>
                <c:pt idx="2215">
                  <c:v>95.015693664550795</c:v>
                </c:pt>
                <c:pt idx="2216">
                  <c:v>95.029075622558594</c:v>
                </c:pt>
                <c:pt idx="2217">
                  <c:v>95.071983337402301</c:v>
                </c:pt>
                <c:pt idx="2218">
                  <c:v>95.101013183593807</c:v>
                </c:pt>
                <c:pt idx="2219">
                  <c:v>95.090324401855497</c:v>
                </c:pt>
                <c:pt idx="2220">
                  <c:v>95.111724853515597</c:v>
                </c:pt>
                <c:pt idx="2221">
                  <c:v>95.114372253417997</c:v>
                </c:pt>
                <c:pt idx="2222">
                  <c:v>95.173027038574205</c:v>
                </c:pt>
                <c:pt idx="2223">
                  <c:v>95.221893310546903</c:v>
                </c:pt>
                <c:pt idx="2224">
                  <c:v>95.264228820800795</c:v>
                </c:pt>
                <c:pt idx="2225">
                  <c:v>95.333068847656307</c:v>
                </c:pt>
                <c:pt idx="2226">
                  <c:v>95.402488708496094</c:v>
                </c:pt>
                <c:pt idx="2227">
                  <c:v>95.409980773925795</c:v>
                </c:pt>
                <c:pt idx="2228">
                  <c:v>95.415534973144503</c:v>
                </c:pt>
                <c:pt idx="2229">
                  <c:v>95.467575073242202</c:v>
                </c:pt>
                <c:pt idx="2230">
                  <c:v>95.618293762207003</c:v>
                </c:pt>
                <c:pt idx="2231">
                  <c:v>95.721595764160199</c:v>
                </c:pt>
                <c:pt idx="2232">
                  <c:v>95.973480224609403</c:v>
                </c:pt>
                <c:pt idx="2233">
                  <c:v>95.912384033203097</c:v>
                </c:pt>
                <c:pt idx="2234">
                  <c:v>95.918861389160199</c:v>
                </c:pt>
                <c:pt idx="2235">
                  <c:v>96.268264770507798</c:v>
                </c:pt>
                <c:pt idx="2236">
                  <c:v>96.464691162109403</c:v>
                </c:pt>
                <c:pt idx="2237">
                  <c:v>96.531257629394503</c:v>
                </c:pt>
                <c:pt idx="2238">
                  <c:v>96.4129638671875</c:v>
                </c:pt>
                <c:pt idx="2239">
                  <c:v>96.540397644042997</c:v>
                </c:pt>
                <c:pt idx="2240">
                  <c:v>96.621139526367202</c:v>
                </c:pt>
                <c:pt idx="2241">
                  <c:v>96.678634643554702</c:v>
                </c:pt>
                <c:pt idx="2242">
                  <c:v>96.680061340332003</c:v>
                </c:pt>
                <c:pt idx="2243">
                  <c:v>96.692550659179702</c:v>
                </c:pt>
                <c:pt idx="2244">
                  <c:v>96.696571350097699</c:v>
                </c:pt>
                <c:pt idx="2245">
                  <c:v>96.733840942382798</c:v>
                </c:pt>
                <c:pt idx="2246">
                  <c:v>96.833816528320298</c:v>
                </c:pt>
                <c:pt idx="2247">
                  <c:v>96.883628845214801</c:v>
                </c:pt>
                <c:pt idx="2248">
                  <c:v>96.876693725585895</c:v>
                </c:pt>
                <c:pt idx="2249">
                  <c:v>96.983665466308594</c:v>
                </c:pt>
                <c:pt idx="2250">
                  <c:v>97.102859497070298</c:v>
                </c:pt>
                <c:pt idx="2251">
                  <c:v>97.2742919921875</c:v>
                </c:pt>
                <c:pt idx="2252">
                  <c:v>97.322181701660199</c:v>
                </c:pt>
                <c:pt idx="2253">
                  <c:v>97.394500732421903</c:v>
                </c:pt>
                <c:pt idx="2254">
                  <c:v>97.420173645019503</c:v>
                </c:pt>
                <c:pt idx="2255">
                  <c:v>97.458236694335895</c:v>
                </c:pt>
                <c:pt idx="2256">
                  <c:v>97.467399597167997</c:v>
                </c:pt>
                <c:pt idx="2257">
                  <c:v>97.552993774414105</c:v>
                </c:pt>
                <c:pt idx="2258">
                  <c:v>97.551124572753906</c:v>
                </c:pt>
                <c:pt idx="2259">
                  <c:v>97.590133666992202</c:v>
                </c:pt>
                <c:pt idx="2260">
                  <c:v>97.639884948730497</c:v>
                </c:pt>
                <c:pt idx="2261">
                  <c:v>97.624443054199205</c:v>
                </c:pt>
                <c:pt idx="2262">
                  <c:v>97.655487060546903</c:v>
                </c:pt>
                <c:pt idx="2263">
                  <c:v>97.816329956054702</c:v>
                </c:pt>
                <c:pt idx="2264">
                  <c:v>97.894355773925795</c:v>
                </c:pt>
                <c:pt idx="2265">
                  <c:v>97.967323303222699</c:v>
                </c:pt>
                <c:pt idx="2266">
                  <c:v>97.984222412109403</c:v>
                </c:pt>
                <c:pt idx="2267">
                  <c:v>97.981307983398395</c:v>
                </c:pt>
                <c:pt idx="2268">
                  <c:v>98.060935974121094</c:v>
                </c:pt>
                <c:pt idx="2269">
                  <c:v>98.091934204101605</c:v>
                </c:pt>
                <c:pt idx="2270">
                  <c:v>98.1700439453125</c:v>
                </c:pt>
                <c:pt idx="2271">
                  <c:v>98.212493896484403</c:v>
                </c:pt>
                <c:pt idx="2272">
                  <c:v>98.234291076660199</c:v>
                </c:pt>
                <c:pt idx="2273">
                  <c:v>98.234992980957003</c:v>
                </c:pt>
                <c:pt idx="2274">
                  <c:v>98.245841979980497</c:v>
                </c:pt>
                <c:pt idx="2275">
                  <c:v>98.251411437988295</c:v>
                </c:pt>
                <c:pt idx="2276">
                  <c:v>98.2542724609375</c:v>
                </c:pt>
                <c:pt idx="2277">
                  <c:v>98.2557373046875</c:v>
                </c:pt>
                <c:pt idx="2278">
                  <c:v>98.256492614746094</c:v>
                </c:pt>
                <c:pt idx="2279">
                  <c:v>98.256874084472699</c:v>
                </c:pt>
                <c:pt idx="2280">
                  <c:v>98.257072448730497</c:v>
                </c:pt>
                <c:pt idx="2281">
                  <c:v>98.257179260253906</c:v>
                </c:pt>
                <c:pt idx="2282">
                  <c:v>98.257232666015597</c:v>
                </c:pt>
                <c:pt idx="2283">
                  <c:v>98.257255554199205</c:v>
                </c:pt>
                <c:pt idx="2284">
                  <c:v>98.257270812988295</c:v>
                </c:pt>
                <c:pt idx="2285">
                  <c:v>98.257278442382798</c:v>
                </c:pt>
                <c:pt idx="2286">
                  <c:v>98.257278442382798</c:v>
                </c:pt>
                <c:pt idx="2287">
                  <c:v>98.257286071777301</c:v>
                </c:pt>
                <c:pt idx="2288">
                  <c:v>98.257286071777301</c:v>
                </c:pt>
                <c:pt idx="2289">
                  <c:v>98.257286071777301</c:v>
                </c:pt>
                <c:pt idx="2290">
                  <c:v>98.257286071777301</c:v>
                </c:pt>
                <c:pt idx="2291">
                  <c:v>98.257286071777301</c:v>
                </c:pt>
                <c:pt idx="2292">
                  <c:v>98.257286071777301</c:v>
                </c:pt>
                <c:pt idx="2293">
                  <c:v>98.257286071777301</c:v>
                </c:pt>
                <c:pt idx="2294">
                  <c:v>98.257286071777301</c:v>
                </c:pt>
                <c:pt idx="2295">
                  <c:v>98.257286071777301</c:v>
                </c:pt>
                <c:pt idx="2296">
                  <c:v>98.257286071777301</c:v>
                </c:pt>
                <c:pt idx="2297">
                  <c:v>98.410667419433594</c:v>
                </c:pt>
                <c:pt idx="2298">
                  <c:v>98.676567077636705</c:v>
                </c:pt>
                <c:pt idx="2299">
                  <c:v>98.715858459472699</c:v>
                </c:pt>
                <c:pt idx="2300">
                  <c:v>98.801414489746094</c:v>
                </c:pt>
                <c:pt idx="2301">
                  <c:v>99.220878601074205</c:v>
                </c:pt>
                <c:pt idx="2302">
                  <c:v>99.372840881347699</c:v>
                </c:pt>
                <c:pt idx="2303">
                  <c:v>99.624847412109403</c:v>
                </c:pt>
                <c:pt idx="2304">
                  <c:v>99.809219360351605</c:v>
                </c:pt>
                <c:pt idx="2305">
                  <c:v>100.200874328613</c:v>
                </c:pt>
                <c:pt idx="2306">
                  <c:v>100.24452972412099</c:v>
                </c:pt>
                <c:pt idx="2307">
                  <c:v>100.22014617919901</c:v>
                </c:pt>
                <c:pt idx="2308">
                  <c:v>100.540725708008</c:v>
                </c:pt>
                <c:pt idx="2309">
                  <c:v>100.651527404785</c:v>
                </c:pt>
                <c:pt idx="2310">
                  <c:v>100.75595855712901</c:v>
                </c:pt>
                <c:pt idx="2311">
                  <c:v>101.142135620117</c:v>
                </c:pt>
                <c:pt idx="2312">
                  <c:v>101.30239868164099</c:v>
                </c:pt>
                <c:pt idx="2313">
                  <c:v>101.38713836669901</c:v>
                </c:pt>
                <c:pt idx="2314">
                  <c:v>101.441368103027</c:v>
                </c:pt>
                <c:pt idx="2315">
                  <c:v>101.42742156982401</c:v>
                </c:pt>
                <c:pt idx="2316">
                  <c:v>101.466186523438</c:v>
                </c:pt>
                <c:pt idx="2317">
                  <c:v>101.519256591797</c:v>
                </c:pt>
                <c:pt idx="2318">
                  <c:v>101.55149078369099</c:v>
                </c:pt>
                <c:pt idx="2319">
                  <c:v>101.569282531738</c:v>
                </c:pt>
                <c:pt idx="2320">
                  <c:v>101.57894897460901</c:v>
                </c:pt>
                <c:pt idx="2321">
                  <c:v>101.589721679688</c:v>
                </c:pt>
                <c:pt idx="2322">
                  <c:v>101.660568237305</c:v>
                </c:pt>
                <c:pt idx="2323">
                  <c:v>101.73468017578099</c:v>
                </c:pt>
                <c:pt idx="2324">
                  <c:v>101.841423034668</c:v>
                </c:pt>
                <c:pt idx="2325">
                  <c:v>101.858695983887</c:v>
                </c:pt>
                <c:pt idx="2326">
                  <c:v>101.891387939453</c:v>
                </c:pt>
                <c:pt idx="2327">
                  <c:v>101.982475280762</c:v>
                </c:pt>
                <c:pt idx="2328">
                  <c:v>101.957847595215</c:v>
                </c:pt>
                <c:pt idx="2329">
                  <c:v>102.081871032715</c:v>
                </c:pt>
                <c:pt idx="2330">
                  <c:v>102.18685913085901</c:v>
                </c:pt>
                <c:pt idx="2331">
                  <c:v>102.270545959473</c:v>
                </c:pt>
                <c:pt idx="2332">
                  <c:v>102.28656005859401</c:v>
                </c:pt>
                <c:pt idx="2333">
                  <c:v>102.657752990723</c:v>
                </c:pt>
                <c:pt idx="2334">
                  <c:v>102.724555969238</c:v>
                </c:pt>
                <c:pt idx="2335">
                  <c:v>102.65103149414099</c:v>
                </c:pt>
                <c:pt idx="2336">
                  <c:v>102.748039245605</c:v>
                </c:pt>
                <c:pt idx="2337">
                  <c:v>102.975059509277</c:v>
                </c:pt>
                <c:pt idx="2338">
                  <c:v>103.073371887207</c:v>
                </c:pt>
                <c:pt idx="2339">
                  <c:v>103.12474060058599</c:v>
                </c:pt>
                <c:pt idx="2340">
                  <c:v>103.158699035645</c:v>
                </c:pt>
                <c:pt idx="2341">
                  <c:v>103.195587158203</c:v>
                </c:pt>
                <c:pt idx="2342">
                  <c:v>103.20530700683599</c:v>
                </c:pt>
                <c:pt idx="2343">
                  <c:v>103.26904296875</c:v>
                </c:pt>
                <c:pt idx="2344">
                  <c:v>103.296005249023</c:v>
                </c:pt>
                <c:pt idx="2345">
                  <c:v>103.489364624023</c:v>
                </c:pt>
                <c:pt idx="2346">
                  <c:v>103.76059722900401</c:v>
                </c:pt>
                <c:pt idx="2347">
                  <c:v>103.73053741455099</c:v>
                </c:pt>
                <c:pt idx="2348">
                  <c:v>103.75624847412099</c:v>
                </c:pt>
                <c:pt idx="2349">
                  <c:v>103.89950561523401</c:v>
                </c:pt>
                <c:pt idx="2350">
                  <c:v>103.886192321777</c:v>
                </c:pt>
                <c:pt idx="2351">
                  <c:v>103.87575531005901</c:v>
                </c:pt>
                <c:pt idx="2352">
                  <c:v>103.940322875977</c:v>
                </c:pt>
                <c:pt idx="2353">
                  <c:v>103.98793792724599</c:v>
                </c:pt>
                <c:pt idx="2354">
                  <c:v>104.04270935058599</c:v>
                </c:pt>
                <c:pt idx="2355">
                  <c:v>104.126876831055</c:v>
                </c:pt>
                <c:pt idx="2356">
                  <c:v>104.25146484375</c:v>
                </c:pt>
                <c:pt idx="2357">
                  <c:v>104.237518310547</c:v>
                </c:pt>
                <c:pt idx="2358">
                  <c:v>104.189247131348</c:v>
                </c:pt>
                <c:pt idx="2359">
                  <c:v>104.184196472168</c:v>
                </c:pt>
                <c:pt idx="2360">
                  <c:v>104.28444671630901</c:v>
                </c:pt>
                <c:pt idx="2361">
                  <c:v>104.357307434082</c:v>
                </c:pt>
                <c:pt idx="2362">
                  <c:v>104.37133026123</c:v>
                </c:pt>
                <c:pt idx="2363">
                  <c:v>104.408447265625</c:v>
                </c:pt>
                <c:pt idx="2364">
                  <c:v>104.44295501709</c:v>
                </c:pt>
                <c:pt idx="2365">
                  <c:v>104.36115264892599</c:v>
                </c:pt>
                <c:pt idx="2366">
                  <c:v>104.452262878418</c:v>
                </c:pt>
                <c:pt idx="2367">
                  <c:v>104.557456970215</c:v>
                </c:pt>
                <c:pt idx="2368">
                  <c:v>104.59702301025401</c:v>
                </c:pt>
                <c:pt idx="2369">
                  <c:v>104.65739440918</c:v>
                </c:pt>
                <c:pt idx="2370">
                  <c:v>104.689094543457</c:v>
                </c:pt>
                <c:pt idx="2371">
                  <c:v>104.661239624023</c:v>
                </c:pt>
                <c:pt idx="2372">
                  <c:v>104.70955657959</c:v>
                </c:pt>
                <c:pt idx="2373">
                  <c:v>104.61472320556599</c:v>
                </c:pt>
                <c:pt idx="2374">
                  <c:v>104.64037322998</c:v>
                </c:pt>
                <c:pt idx="2375">
                  <c:v>104.698280334473</c:v>
                </c:pt>
                <c:pt idx="2376">
                  <c:v>104.67742156982401</c:v>
                </c:pt>
                <c:pt idx="2377">
                  <c:v>104.69841766357401</c:v>
                </c:pt>
                <c:pt idx="2378">
                  <c:v>104.655143737793</c:v>
                </c:pt>
                <c:pt idx="2379">
                  <c:v>104.57820892334</c:v>
                </c:pt>
                <c:pt idx="2380">
                  <c:v>104.488243103027</c:v>
                </c:pt>
                <c:pt idx="2381">
                  <c:v>104.51148223877</c:v>
                </c:pt>
                <c:pt idx="2382">
                  <c:v>104.577156066895</c:v>
                </c:pt>
                <c:pt idx="2383">
                  <c:v>104.54355621337901</c:v>
                </c:pt>
                <c:pt idx="2384">
                  <c:v>104.53823852539099</c:v>
                </c:pt>
                <c:pt idx="2385">
                  <c:v>104.452110290527</c:v>
                </c:pt>
                <c:pt idx="2386">
                  <c:v>104.36322021484401</c:v>
                </c:pt>
                <c:pt idx="2387">
                  <c:v>104.307022094727</c:v>
                </c:pt>
                <c:pt idx="2388">
                  <c:v>104.264450073242</c:v>
                </c:pt>
                <c:pt idx="2389">
                  <c:v>104.27182006835901</c:v>
                </c:pt>
                <c:pt idx="2390">
                  <c:v>104.13833618164099</c:v>
                </c:pt>
                <c:pt idx="2391">
                  <c:v>104.165031433105</c:v>
                </c:pt>
                <c:pt idx="2392">
                  <c:v>104.106399536133</c:v>
                </c:pt>
                <c:pt idx="2393">
                  <c:v>104.075439453125</c:v>
                </c:pt>
                <c:pt idx="2394">
                  <c:v>104.00266265869099</c:v>
                </c:pt>
                <c:pt idx="2395">
                  <c:v>104.025360107422</c:v>
                </c:pt>
                <c:pt idx="2396">
                  <c:v>104.02707672119099</c:v>
                </c:pt>
                <c:pt idx="2397">
                  <c:v>103.86929321289099</c:v>
                </c:pt>
                <c:pt idx="2398">
                  <c:v>103.768257141113</c:v>
                </c:pt>
                <c:pt idx="2399">
                  <c:v>103.68972015380901</c:v>
                </c:pt>
                <c:pt idx="2400">
                  <c:v>103.625</c:v>
                </c:pt>
                <c:pt idx="2401">
                  <c:v>103.66513824462901</c:v>
                </c:pt>
                <c:pt idx="2402">
                  <c:v>103.49591064453099</c:v>
                </c:pt>
                <c:pt idx="2403">
                  <c:v>103.43057250976599</c:v>
                </c:pt>
                <c:pt idx="2404">
                  <c:v>103.386222839355</c:v>
                </c:pt>
                <c:pt idx="2405">
                  <c:v>103.36442565918</c:v>
                </c:pt>
                <c:pt idx="2406">
                  <c:v>103.36879730224599</c:v>
                </c:pt>
                <c:pt idx="2407">
                  <c:v>103.295219421387</c:v>
                </c:pt>
                <c:pt idx="2408">
                  <c:v>103.28090667724599</c:v>
                </c:pt>
                <c:pt idx="2409">
                  <c:v>103.264854431152</c:v>
                </c:pt>
                <c:pt idx="2410">
                  <c:v>103.238876342773</c:v>
                </c:pt>
                <c:pt idx="2411">
                  <c:v>103.21461486816401</c:v>
                </c:pt>
                <c:pt idx="2412">
                  <c:v>103.22068023681599</c:v>
                </c:pt>
                <c:pt idx="2413">
                  <c:v>103.235702514648</c:v>
                </c:pt>
                <c:pt idx="2414">
                  <c:v>103.23032379150401</c:v>
                </c:pt>
                <c:pt idx="2415">
                  <c:v>103.18182373046901</c:v>
                </c:pt>
                <c:pt idx="2416">
                  <c:v>103.120414733887</c:v>
                </c:pt>
                <c:pt idx="2417">
                  <c:v>103.15558624267599</c:v>
                </c:pt>
                <c:pt idx="2418">
                  <c:v>103.081245422363</c:v>
                </c:pt>
                <c:pt idx="2419">
                  <c:v>103.007461547852</c:v>
                </c:pt>
                <c:pt idx="2420">
                  <c:v>102.94728851318401</c:v>
                </c:pt>
                <c:pt idx="2421">
                  <c:v>102.945747375488</c:v>
                </c:pt>
                <c:pt idx="2422">
                  <c:v>102.92592620849599</c:v>
                </c:pt>
                <c:pt idx="2423">
                  <c:v>102.843711853027</c:v>
                </c:pt>
                <c:pt idx="2424">
                  <c:v>102.74935913085901</c:v>
                </c:pt>
                <c:pt idx="2425">
                  <c:v>102.673347473145</c:v>
                </c:pt>
                <c:pt idx="2426">
                  <c:v>102.668510437012</c:v>
                </c:pt>
                <c:pt idx="2427">
                  <c:v>102.63356018066401</c:v>
                </c:pt>
                <c:pt idx="2428">
                  <c:v>102.589485168457</c:v>
                </c:pt>
                <c:pt idx="2429">
                  <c:v>102.518188476563</c:v>
                </c:pt>
                <c:pt idx="2430">
                  <c:v>102.454711914063</c:v>
                </c:pt>
                <c:pt idx="2431">
                  <c:v>102.383979797363</c:v>
                </c:pt>
                <c:pt idx="2432">
                  <c:v>102.339324951172</c:v>
                </c:pt>
                <c:pt idx="2433">
                  <c:v>102.31113433837901</c:v>
                </c:pt>
                <c:pt idx="2434">
                  <c:v>102.237663269043</c:v>
                </c:pt>
                <c:pt idx="2435">
                  <c:v>102.09763336181599</c:v>
                </c:pt>
                <c:pt idx="2436">
                  <c:v>101.99269866943401</c:v>
                </c:pt>
                <c:pt idx="2437">
                  <c:v>101.935195922852</c:v>
                </c:pt>
                <c:pt idx="2438">
                  <c:v>101.80500030517599</c:v>
                </c:pt>
                <c:pt idx="2439">
                  <c:v>101.697830200195</c:v>
                </c:pt>
                <c:pt idx="2440">
                  <c:v>101.643676757813</c:v>
                </c:pt>
                <c:pt idx="2441">
                  <c:v>101.61051940918</c:v>
                </c:pt>
                <c:pt idx="2442">
                  <c:v>101.593368530273</c:v>
                </c:pt>
                <c:pt idx="2443">
                  <c:v>101.58453369140599</c:v>
                </c:pt>
                <c:pt idx="2444">
                  <c:v>101.509841918945</c:v>
                </c:pt>
                <c:pt idx="2445">
                  <c:v>101.49723815918</c:v>
                </c:pt>
                <c:pt idx="2446">
                  <c:v>101.24977111816401</c:v>
                </c:pt>
                <c:pt idx="2447">
                  <c:v>101.101852416992</c:v>
                </c:pt>
                <c:pt idx="2448">
                  <c:v>100.967445373535</c:v>
                </c:pt>
                <c:pt idx="2449">
                  <c:v>100.848152160645</c:v>
                </c:pt>
                <c:pt idx="2450">
                  <c:v>100.768104553223</c:v>
                </c:pt>
                <c:pt idx="2451">
                  <c:v>100.693222045898</c:v>
                </c:pt>
                <c:pt idx="2452">
                  <c:v>100.55417633056599</c:v>
                </c:pt>
                <c:pt idx="2453">
                  <c:v>100.37712097168</c:v>
                </c:pt>
                <c:pt idx="2454">
                  <c:v>100.204795837402</c:v>
                </c:pt>
                <c:pt idx="2455">
                  <c:v>100.025604248047</c:v>
                </c:pt>
                <c:pt idx="2456">
                  <c:v>99.958343505859403</c:v>
                </c:pt>
                <c:pt idx="2457">
                  <c:v>99.925346374511705</c:v>
                </c:pt>
                <c:pt idx="2458">
                  <c:v>99.883018493652301</c:v>
                </c:pt>
                <c:pt idx="2459">
                  <c:v>99.629890441894503</c:v>
                </c:pt>
                <c:pt idx="2460">
                  <c:v>99.722129821777301</c:v>
                </c:pt>
                <c:pt idx="2461">
                  <c:v>99.4219970703125</c:v>
                </c:pt>
                <c:pt idx="2462">
                  <c:v>99.081405639648395</c:v>
                </c:pt>
                <c:pt idx="2463">
                  <c:v>99.251556396484403</c:v>
                </c:pt>
                <c:pt idx="2464">
                  <c:v>99.138366699218807</c:v>
                </c:pt>
                <c:pt idx="2465">
                  <c:v>99.287513732910199</c:v>
                </c:pt>
                <c:pt idx="2466">
                  <c:v>98.925010681152301</c:v>
                </c:pt>
                <c:pt idx="2467">
                  <c:v>98.993858337402301</c:v>
                </c:pt>
                <c:pt idx="2468">
                  <c:v>99.100936889648395</c:v>
                </c:pt>
                <c:pt idx="2469">
                  <c:v>99.073165893554702</c:v>
                </c:pt>
                <c:pt idx="2470">
                  <c:v>99.127822875976605</c:v>
                </c:pt>
                <c:pt idx="2471">
                  <c:v>99.302268981933594</c:v>
                </c:pt>
                <c:pt idx="2472">
                  <c:v>99.497230529785199</c:v>
                </c:pt>
                <c:pt idx="2473">
                  <c:v>99.572486877441406</c:v>
                </c:pt>
                <c:pt idx="2474">
                  <c:v>99.080429077148395</c:v>
                </c:pt>
                <c:pt idx="2475">
                  <c:v>98.7596435546875</c:v>
                </c:pt>
                <c:pt idx="2476">
                  <c:v>99.031929016113295</c:v>
                </c:pt>
                <c:pt idx="2477">
                  <c:v>99.085121154785199</c:v>
                </c:pt>
                <c:pt idx="2478">
                  <c:v>99.150932312011705</c:v>
                </c:pt>
                <c:pt idx="2479">
                  <c:v>99.196464538574205</c:v>
                </c:pt>
                <c:pt idx="2480">
                  <c:v>99.226387023925795</c:v>
                </c:pt>
                <c:pt idx="2481">
                  <c:v>99.011093139648395</c:v>
                </c:pt>
                <c:pt idx="2482">
                  <c:v>99.177360534667997</c:v>
                </c:pt>
                <c:pt idx="2483">
                  <c:v>98.927070617675795</c:v>
                </c:pt>
                <c:pt idx="2484">
                  <c:v>98.652191162109403</c:v>
                </c:pt>
                <c:pt idx="2485">
                  <c:v>98.518737792968807</c:v>
                </c:pt>
                <c:pt idx="2486">
                  <c:v>98.399223327636705</c:v>
                </c:pt>
                <c:pt idx="2487">
                  <c:v>98.330154418945298</c:v>
                </c:pt>
                <c:pt idx="2488">
                  <c:v>98.294700622558594</c:v>
                </c:pt>
                <c:pt idx="2489">
                  <c:v>98.276496887207003</c:v>
                </c:pt>
                <c:pt idx="2490">
                  <c:v>98.267150878906307</c:v>
                </c:pt>
                <c:pt idx="2491">
                  <c:v>98.262351989746094</c:v>
                </c:pt>
                <c:pt idx="2492">
                  <c:v>98.2598876953125</c:v>
                </c:pt>
                <c:pt idx="2493">
                  <c:v>98.258621215820298</c:v>
                </c:pt>
                <c:pt idx="2494">
                  <c:v>98.257972717285199</c:v>
                </c:pt>
                <c:pt idx="2495">
                  <c:v>98.257637023925795</c:v>
                </c:pt>
                <c:pt idx="2496">
                  <c:v>98.257469177246094</c:v>
                </c:pt>
                <c:pt idx="2497">
                  <c:v>98.257377624511705</c:v>
                </c:pt>
                <c:pt idx="2498">
                  <c:v>98.257331848144503</c:v>
                </c:pt>
                <c:pt idx="2499">
                  <c:v>98.257308959960895</c:v>
                </c:pt>
                <c:pt idx="2500">
                  <c:v>98.257301330566406</c:v>
                </c:pt>
                <c:pt idx="2501">
                  <c:v>98.257293701171903</c:v>
                </c:pt>
                <c:pt idx="2502">
                  <c:v>98.257286071777301</c:v>
                </c:pt>
                <c:pt idx="2503">
                  <c:v>98.257286071777301</c:v>
                </c:pt>
                <c:pt idx="2504">
                  <c:v>98.257286071777301</c:v>
                </c:pt>
                <c:pt idx="2505">
                  <c:v>98.257286071777301</c:v>
                </c:pt>
                <c:pt idx="2506">
                  <c:v>98.257286071777301</c:v>
                </c:pt>
                <c:pt idx="2507">
                  <c:v>98.255805969238295</c:v>
                </c:pt>
                <c:pt idx="2508">
                  <c:v>98.256523132324205</c:v>
                </c:pt>
                <c:pt idx="2509">
                  <c:v>98.256896972656307</c:v>
                </c:pt>
                <c:pt idx="2510">
                  <c:v>98.237121582031307</c:v>
                </c:pt>
                <c:pt idx="2511">
                  <c:v>98.216636657714801</c:v>
                </c:pt>
                <c:pt idx="2512">
                  <c:v>98.163223266601605</c:v>
                </c:pt>
                <c:pt idx="2513">
                  <c:v>98.111663818359403</c:v>
                </c:pt>
                <c:pt idx="2514">
                  <c:v>98.059158325195298</c:v>
                </c:pt>
                <c:pt idx="2515">
                  <c:v>98.037025451660199</c:v>
                </c:pt>
                <c:pt idx="2516">
                  <c:v>97.984474182128906</c:v>
                </c:pt>
                <c:pt idx="2517">
                  <c:v>97.913581848144503</c:v>
                </c:pt>
                <c:pt idx="2518">
                  <c:v>97.890899658203097</c:v>
                </c:pt>
                <c:pt idx="2519">
                  <c:v>97.860954284667997</c:v>
                </c:pt>
                <c:pt idx="2520">
                  <c:v>97.753044128417997</c:v>
                </c:pt>
                <c:pt idx="2521">
                  <c:v>97.679374694824205</c:v>
                </c:pt>
                <c:pt idx="2522">
                  <c:v>97.636291503906307</c:v>
                </c:pt>
                <c:pt idx="2523">
                  <c:v>97.565353393554702</c:v>
                </c:pt>
                <c:pt idx="2524">
                  <c:v>97.528709411621094</c:v>
                </c:pt>
                <c:pt idx="2525">
                  <c:v>97.480186462402301</c:v>
                </c:pt>
                <c:pt idx="2526">
                  <c:v>97.453514099121094</c:v>
                </c:pt>
                <c:pt idx="2527">
                  <c:v>97.3763427734375</c:v>
                </c:pt>
                <c:pt idx="2528">
                  <c:v>97.260002136230497</c:v>
                </c:pt>
                <c:pt idx="2529">
                  <c:v>97.17333984375</c:v>
                </c:pt>
                <c:pt idx="2530">
                  <c:v>97.01953125</c:v>
                </c:pt>
                <c:pt idx="2531">
                  <c:v>97.040412902832003</c:v>
                </c:pt>
                <c:pt idx="2532">
                  <c:v>96.942909240722699</c:v>
                </c:pt>
                <c:pt idx="2533">
                  <c:v>96.8709716796875</c:v>
                </c:pt>
                <c:pt idx="2534">
                  <c:v>96.787834167480497</c:v>
                </c:pt>
                <c:pt idx="2535">
                  <c:v>96.750282287597699</c:v>
                </c:pt>
                <c:pt idx="2536">
                  <c:v>96.745094299316406</c:v>
                </c:pt>
                <c:pt idx="2537">
                  <c:v>96.713005065917997</c:v>
                </c:pt>
                <c:pt idx="2538">
                  <c:v>96.697509765625</c:v>
                </c:pt>
                <c:pt idx="2539">
                  <c:v>96.676376342773395</c:v>
                </c:pt>
                <c:pt idx="2540">
                  <c:v>96.674072265625</c:v>
                </c:pt>
                <c:pt idx="2541">
                  <c:v>96.679061889648395</c:v>
                </c:pt>
                <c:pt idx="2542">
                  <c:v>96.677375793457003</c:v>
                </c:pt>
                <c:pt idx="2543">
                  <c:v>96.679222106933594</c:v>
                </c:pt>
                <c:pt idx="2544">
                  <c:v>96.677337646484403</c:v>
                </c:pt>
                <c:pt idx="2545">
                  <c:v>96.677726745605497</c:v>
                </c:pt>
                <c:pt idx="2546">
                  <c:v>96.679641723632798</c:v>
                </c:pt>
                <c:pt idx="2547">
                  <c:v>96.690475463867202</c:v>
                </c:pt>
                <c:pt idx="2548">
                  <c:v>96.690673828125</c:v>
                </c:pt>
                <c:pt idx="2549">
                  <c:v>96.717567443847699</c:v>
                </c:pt>
                <c:pt idx="2550">
                  <c:v>96.703926086425795</c:v>
                </c:pt>
                <c:pt idx="2551">
                  <c:v>96.704132080078097</c:v>
                </c:pt>
                <c:pt idx="2552">
                  <c:v>96.727859497070298</c:v>
                </c:pt>
                <c:pt idx="2553">
                  <c:v>96.752113342285199</c:v>
                </c:pt>
                <c:pt idx="2554">
                  <c:v>96.743049621582003</c:v>
                </c:pt>
                <c:pt idx="2555">
                  <c:v>96.746734619140597</c:v>
                </c:pt>
                <c:pt idx="2556">
                  <c:v>96.819328308105497</c:v>
                </c:pt>
                <c:pt idx="2557">
                  <c:v>96.8955078125</c:v>
                </c:pt>
                <c:pt idx="2558">
                  <c:v>96.888252258300795</c:v>
                </c:pt>
                <c:pt idx="2559">
                  <c:v>96.959632873535199</c:v>
                </c:pt>
                <c:pt idx="2560">
                  <c:v>96.930335998535199</c:v>
                </c:pt>
                <c:pt idx="2561">
                  <c:v>96.961555480957003</c:v>
                </c:pt>
                <c:pt idx="2562">
                  <c:v>97.067436218261705</c:v>
                </c:pt>
                <c:pt idx="2563">
                  <c:v>97.186141967773395</c:v>
                </c:pt>
                <c:pt idx="2564">
                  <c:v>97.272155761718807</c:v>
                </c:pt>
                <c:pt idx="2565">
                  <c:v>97.291938781738295</c:v>
                </c:pt>
                <c:pt idx="2566">
                  <c:v>97.359184265136705</c:v>
                </c:pt>
                <c:pt idx="2567">
                  <c:v>97.390510559082003</c:v>
                </c:pt>
                <c:pt idx="2568">
                  <c:v>97.445663452148395</c:v>
                </c:pt>
                <c:pt idx="2569">
                  <c:v>97.48779296875</c:v>
                </c:pt>
                <c:pt idx="2570">
                  <c:v>97.487808227539105</c:v>
                </c:pt>
                <c:pt idx="2571">
                  <c:v>97.526679992675795</c:v>
                </c:pt>
                <c:pt idx="2572">
                  <c:v>97.532974243164105</c:v>
                </c:pt>
                <c:pt idx="2573">
                  <c:v>97.573333740234403</c:v>
                </c:pt>
                <c:pt idx="2574">
                  <c:v>97.578628540039105</c:v>
                </c:pt>
                <c:pt idx="2575">
                  <c:v>97.7115478515625</c:v>
                </c:pt>
                <c:pt idx="2576">
                  <c:v>97.787239074707003</c:v>
                </c:pt>
                <c:pt idx="2577">
                  <c:v>97.788101196289105</c:v>
                </c:pt>
                <c:pt idx="2578">
                  <c:v>97.814216613769503</c:v>
                </c:pt>
                <c:pt idx="2579">
                  <c:v>97.873519897460895</c:v>
                </c:pt>
                <c:pt idx="2580">
                  <c:v>97.926689147949205</c:v>
                </c:pt>
                <c:pt idx="2581">
                  <c:v>97.924667358398395</c:v>
                </c:pt>
                <c:pt idx="2582">
                  <c:v>97.927261352539105</c:v>
                </c:pt>
                <c:pt idx="2583">
                  <c:v>97.943817138671903</c:v>
                </c:pt>
                <c:pt idx="2584">
                  <c:v>97.906707763671903</c:v>
                </c:pt>
                <c:pt idx="2585">
                  <c:v>97.931556701660199</c:v>
                </c:pt>
                <c:pt idx="2586">
                  <c:v>97.9632568359375</c:v>
                </c:pt>
                <c:pt idx="2587">
                  <c:v>97.975502014160199</c:v>
                </c:pt>
                <c:pt idx="2588">
                  <c:v>98.024543762207003</c:v>
                </c:pt>
                <c:pt idx="2589">
                  <c:v>97.988052368164105</c:v>
                </c:pt>
                <c:pt idx="2590">
                  <c:v>97.950653076171903</c:v>
                </c:pt>
                <c:pt idx="2591">
                  <c:v>97.9210205078125</c:v>
                </c:pt>
                <c:pt idx="2592">
                  <c:v>97.941322326660199</c:v>
                </c:pt>
                <c:pt idx="2593">
                  <c:v>97.956771850585895</c:v>
                </c:pt>
                <c:pt idx="2594">
                  <c:v>97.971046447753906</c:v>
                </c:pt>
                <c:pt idx="2595">
                  <c:v>98.009078979492202</c:v>
                </c:pt>
                <c:pt idx="2596">
                  <c:v>97.994094848632798</c:v>
                </c:pt>
                <c:pt idx="2597">
                  <c:v>97.914436340332003</c:v>
                </c:pt>
                <c:pt idx="2598">
                  <c:v>97.942581176757798</c:v>
                </c:pt>
                <c:pt idx="2599">
                  <c:v>97.948348999023395</c:v>
                </c:pt>
                <c:pt idx="2600">
                  <c:v>97.947982788085895</c:v>
                </c:pt>
                <c:pt idx="2601">
                  <c:v>97.905014038085895</c:v>
                </c:pt>
                <c:pt idx="2602">
                  <c:v>97.876968383789105</c:v>
                </c:pt>
                <c:pt idx="2603">
                  <c:v>97.853042602539105</c:v>
                </c:pt>
                <c:pt idx="2604">
                  <c:v>97.842758178710895</c:v>
                </c:pt>
                <c:pt idx="2605">
                  <c:v>97.804214477539105</c:v>
                </c:pt>
                <c:pt idx="2606">
                  <c:v>97.780586242675795</c:v>
                </c:pt>
                <c:pt idx="2607">
                  <c:v>97.747421264648395</c:v>
                </c:pt>
                <c:pt idx="2608">
                  <c:v>97.713386535644503</c:v>
                </c:pt>
                <c:pt idx="2609">
                  <c:v>97.625350952148395</c:v>
                </c:pt>
                <c:pt idx="2610">
                  <c:v>97.614753723144503</c:v>
                </c:pt>
                <c:pt idx="2611">
                  <c:v>97.644981384277301</c:v>
                </c:pt>
                <c:pt idx="2612">
                  <c:v>97.655448913574205</c:v>
                </c:pt>
                <c:pt idx="2613">
                  <c:v>97.606193542480497</c:v>
                </c:pt>
                <c:pt idx="2614">
                  <c:v>97.571952819824205</c:v>
                </c:pt>
                <c:pt idx="2615">
                  <c:v>97.610427856445298</c:v>
                </c:pt>
                <c:pt idx="2616">
                  <c:v>97.615966796875</c:v>
                </c:pt>
                <c:pt idx="2617">
                  <c:v>97.617324829101605</c:v>
                </c:pt>
                <c:pt idx="2618">
                  <c:v>97.636634826660199</c:v>
                </c:pt>
                <c:pt idx="2619">
                  <c:v>97.632270812988295</c:v>
                </c:pt>
                <c:pt idx="2620">
                  <c:v>97.691413879394503</c:v>
                </c:pt>
                <c:pt idx="2621">
                  <c:v>97.729957580566406</c:v>
                </c:pt>
                <c:pt idx="2622">
                  <c:v>97.640045166015597</c:v>
                </c:pt>
                <c:pt idx="2623">
                  <c:v>97.588005065917997</c:v>
                </c:pt>
                <c:pt idx="2624">
                  <c:v>97.590980529785199</c:v>
                </c:pt>
                <c:pt idx="2625">
                  <c:v>97.555320739746094</c:v>
                </c:pt>
                <c:pt idx="2626">
                  <c:v>97.606689453125</c:v>
                </c:pt>
                <c:pt idx="2627">
                  <c:v>97.641654968261705</c:v>
                </c:pt>
                <c:pt idx="2628">
                  <c:v>97.615562438964801</c:v>
                </c:pt>
                <c:pt idx="2629">
                  <c:v>97.610855102539105</c:v>
                </c:pt>
                <c:pt idx="2630">
                  <c:v>97.567405700683594</c:v>
                </c:pt>
                <c:pt idx="2631">
                  <c:v>97.548515319824205</c:v>
                </c:pt>
                <c:pt idx="2632">
                  <c:v>97.557479858398395</c:v>
                </c:pt>
                <c:pt idx="2633">
                  <c:v>97.538360595703097</c:v>
                </c:pt>
                <c:pt idx="2634">
                  <c:v>97.546173095703097</c:v>
                </c:pt>
                <c:pt idx="2635">
                  <c:v>97.531509399414105</c:v>
                </c:pt>
                <c:pt idx="2636">
                  <c:v>97.520980834960895</c:v>
                </c:pt>
                <c:pt idx="2637">
                  <c:v>97.510459899902301</c:v>
                </c:pt>
                <c:pt idx="2638">
                  <c:v>97.498504638671903</c:v>
                </c:pt>
                <c:pt idx="2639">
                  <c:v>97.448791503906307</c:v>
                </c:pt>
                <c:pt idx="2640">
                  <c:v>97.385711669921903</c:v>
                </c:pt>
                <c:pt idx="2641">
                  <c:v>97.353546142578097</c:v>
                </c:pt>
                <c:pt idx="2642">
                  <c:v>97.2708740234375</c:v>
                </c:pt>
                <c:pt idx="2643">
                  <c:v>97.1907958984375</c:v>
                </c:pt>
                <c:pt idx="2644">
                  <c:v>97.105545043945298</c:v>
                </c:pt>
                <c:pt idx="2645">
                  <c:v>97.007522583007798</c:v>
                </c:pt>
                <c:pt idx="2646">
                  <c:v>96.943717956542997</c:v>
                </c:pt>
                <c:pt idx="2647">
                  <c:v>96.855453491210895</c:v>
                </c:pt>
                <c:pt idx="2648">
                  <c:v>96.791267395019503</c:v>
                </c:pt>
                <c:pt idx="2649">
                  <c:v>96.763442993164105</c:v>
                </c:pt>
                <c:pt idx="2650">
                  <c:v>96.738517761230497</c:v>
                </c:pt>
                <c:pt idx="2651">
                  <c:v>96.708282470703097</c:v>
                </c:pt>
                <c:pt idx="2652">
                  <c:v>96.692024230957003</c:v>
                </c:pt>
                <c:pt idx="2653">
                  <c:v>96.6756591796875</c:v>
                </c:pt>
                <c:pt idx="2654">
                  <c:v>96.657814025878906</c:v>
                </c:pt>
                <c:pt idx="2655">
                  <c:v>96.618270874023395</c:v>
                </c:pt>
                <c:pt idx="2656">
                  <c:v>96.589508056640597</c:v>
                </c:pt>
                <c:pt idx="2657">
                  <c:v>96.409782409667997</c:v>
                </c:pt>
                <c:pt idx="2658">
                  <c:v>96.302169799804702</c:v>
                </c:pt>
                <c:pt idx="2659">
                  <c:v>96.216339111328097</c:v>
                </c:pt>
                <c:pt idx="2660">
                  <c:v>96.069610595703097</c:v>
                </c:pt>
                <c:pt idx="2661">
                  <c:v>95.945838928222699</c:v>
                </c:pt>
                <c:pt idx="2662">
                  <c:v>95.845108032226605</c:v>
                </c:pt>
                <c:pt idx="2663">
                  <c:v>95.841979980468807</c:v>
                </c:pt>
                <c:pt idx="2664">
                  <c:v>95.842903137207003</c:v>
                </c:pt>
                <c:pt idx="2665">
                  <c:v>95.837059020996094</c:v>
                </c:pt>
                <c:pt idx="2666">
                  <c:v>95.818023681640597</c:v>
                </c:pt>
                <c:pt idx="2667">
                  <c:v>95.698219299316406</c:v>
                </c:pt>
                <c:pt idx="2668">
                  <c:v>95.600822448730497</c:v>
                </c:pt>
                <c:pt idx="2669">
                  <c:v>95.475990295410199</c:v>
                </c:pt>
                <c:pt idx="2670">
                  <c:v>95.411933898925795</c:v>
                </c:pt>
                <c:pt idx="2671">
                  <c:v>95.336036682128906</c:v>
                </c:pt>
                <c:pt idx="2672">
                  <c:v>95.292022705078097</c:v>
                </c:pt>
                <c:pt idx="2673">
                  <c:v>95.215988159179702</c:v>
                </c:pt>
                <c:pt idx="2674">
                  <c:v>95.184425354003906</c:v>
                </c:pt>
                <c:pt idx="2675">
                  <c:v>95.164237976074205</c:v>
                </c:pt>
                <c:pt idx="2676">
                  <c:v>95.134872436523395</c:v>
                </c:pt>
                <c:pt idx="2677">
                  <c:v>95.104133605957003</c:v>
                </c:pt>
                <c:pt idx="2678">
                  <c:v>95.076385498046903</c:v>
                </c:pt>
                <c:pt idx="2679">
                  <c:v>95.059356689453097</c:v>
                </c:pt>
                <c:pt idx="2680">
                  <c:v>95.051841735839801</c:v>
                </c:pt>
                <c:pt idx="2681">
                  <c:v>95.047256469726605</c:v>
                </c:pt>
                <c:pt idx="2682">
                  <c:v>95.044403076171903</c:v>
                </c:pt>
                <c:pt idx="2683">
                  <c:v>95.042930603027301</c:v>
                </c:pt>
                <c:pt idx="2684">
                  <c:v>95.042182922363295</c:v>
                </c:pt>
                <c:pt idx="2685">
                  <c:v>95.041793823242202</c:v>
                </c:pt>
                <c:pt idx="2686">
                  <c:v>95.041595458984403</c:v>
                </c:pt>
                <c:pt idx="2687">
                  <c:v>95.041496276855497</c:v>
                </c:pt>
                <c:pt idx="2688">
                  <c:v>95.041442871093807</c:v>
                </c:pt>
                <c:pt idx="2689">
                  <c:v>95.041412353515597</c:v>
                </c:pt>
                <c:pt idx="2690">
                  <c:v>95.041404724121094</c:v>
                </c:pt>
                <c:pt idx="2691">
                  <c:v>95.041397094726605</c:v>
                </c:pt>
                <c:pt idx="2692">
                  <c:v>95.041389465332003</c:v>
                </c:pt>
                <c:pt idx="2693">
                  <c:v>95.041389465332003</c:v>
                </c:pt>
                <c:pt idx="2694">
                  <c:v>95.041389465332003</c:v>
                </c:pt>
                <c:pt idx="2695">
                  <c:v>95.041389465332003</c:v>
                </c:pt>
                <c:pt idx="2696">
                  <c:v>95.035438537597699</c:v>
                </c:pt>
                <c:pt idx="2697">
                  <c:v>95.032920837402301</c:v>
                </c:pt>
                <c:pt idx="2698">
                  <c:v>95.017578125</c:v>
                </c:pt>
                <c:pt idx="2699">
                  <c:v>94.995864868164105</c:v>
                </c:pt>
                <c:pt idx="2700">
                  <c:v>94.992134094238295</c:v>
                </c:pt>
                <c:pt idx="2701">
                  <c:v>94.995796203613295</c:v>
                </c:pt>
                <c:pt idx="2702">
                  <c:v>95.011787414550795</c:v>
                </c:pt>
                <c:pt idx="2703">
                  <c:v>94.928276062011705</c:v>
                </c:pt>
                <c:pt idx="2704">
                  <c:v>94.935729980468807</c:v>
                </c:pt>
                <c:pt idx="2705">
                  <c:v>94.783943176269503</c:v>
                </c:pt>
                <c:pt idx="2706">
                  <c:v>94.700553894042997</c:v>
                </c:pt>
                <c:pt idx="2707">
                  <c:v>94.615615844726605</c:v>
                </c:pt>
                <c:pt idx="2708">
                  <c:v>94.672500610351605</c:v>
                </c:pt>
                <c:pt idx="2709">
                  <c:v>94.781990051269503</c:v>
                </c:pt>
                <c:pt idx="2710">
                  <c:v>94.838844299316406</c:v>
                </c:pt>
                <c:pt idx="2711">
                  <c:v>94.803123474121094</c:v>
                </c:pt>
                <c:pt idx="2712">
                  <c:v>94.6446533203125</c:v>
                </c:pt>
                <c:pt idx="2713">
                  <c:v>94.594894409179702</c:v>
                </c:pt>
                <c:pt idx="2714">
                  <c:v>94.458122253417997</c:v>
                </c:pt>
                <c:pt idx="2715">
                  <c:v>94.357948303222699</c:v>
                </c:pt>
                <c:pt idx="2716">
                  <c:v>94.319183349609403</c:v>
                </c:pt>
                <c:pt idx="2717">
                  <c:v>94.283744812011705</c:v>
                </c:pt>
                <c:pt idx="2718">
                  <c:v>94.240730285644503</c:v>
                </c:pt>
                <c:pt idx="2719">
                  <c:v>94.209220886230497</c:v>
                </c:pt>
                <c:pt idx="2720">
                  <c:v>94.147918701171903</c:v>
                </c:pt>
                <c:pt idx="2721">
                  <c:v>94.124114990234403</c:v>
                </c:pt>
                <c:pt idx="2722">
                  <c:v>94.028022766113295</c:v>
                </c:pt>
                <c:pt idx="2723">
                  <c:v>93.925506591796903</c:v>
                </c:pt>
                <c:pt idx="2724">
                  <c:v>93.841850280761705</c:v>
                </c:pt>
                <c:pt idx="2725">
                  <c:v>93.832687377929702</c:v>
                </c:pt>
                <c:pt idx="2726">
                  <c:v>93.755294799804702</c:v>
                </c:pt>
                <c:pt idx="2727">
                  <c:v>93.620674133300795</c:v>
                </c:pt>
                <c:pt idx="2728">
                  <c:v>93.518669128417997</c:v>
                </c:pt>
                <c:pt idx="2729">
                  <c:v>93.437881469726605</c:v>
                </c:pt>
                <c:pt idx="2730">
                  <c:v>93.39208984375</c:v>
                </c:pt>
                <c:pt idx="2731">
                  <c:v>93.335586547851605</c:v>
                </c:pt>
                <c:pt idx="2732">
                  <c:v>93.303703308105497</c:v>
                </c:pt>
                <c:pt idx="2733">
                  <c:v>93.278907775878906</c:v>
                </c:pt>
                <c:pt idx="2734">
                  <c:v>93.217346191406307</c:v>
                </c:pt>
                <c:pt idx="2735">
                  <c:v>93.012504577636705</c:v>
                </c:pt>
                <c:pt idx="2736">
                  <c:v>92.827217102050795</c:v>
                </c:pt>
                <c:pt idx="2737">
                  <c:v>92.702156066894503</c:v>
                </c:pt>
                <c:pt idx="2738">
                  <c:v>92.6212158203125</c:v>
                </c:pt>
                <c:pt idx="2739">
                  <c:v>92.565841674804702</c:v>
                </c:pt>
                <c:pt idx="2740">
                  <c:v>92.534019470214801</c:v>
                </c:pt>
                <c:pt idx="2741">
                  <c:v>92.492668151855497</c:v>
                </c:pt>
                <c:pt idx="2742">
                  <c:v>92.407485961914105</c:v>
                </c:pt>
                <c:pt idx="2743">
                  <c:v>92.369613647460895</c:v>
                </c:pt>
                <c:pt idx="2744">
                  <c:v>92.267227172851605</c:v>
                </c:pt>
                <c:pt idx="2745">
                  <c:v>92.185157775878906</c:v>
                </c:pt>
                <c:pt idx="2746">
                  <c:v>92.085502624511705</c:v>
                </c:pt>
                <c:pt idx="2747">
                  <c:v>91.965766906738295</c:v>
                </c:pt>
                <c:pt idx="2748">
                  <c:v>91.893096923828097</c:v>
                </c:pt>
                <c:pt idx="2749">
                  <c:v>91.7882080078125</c:v>
                </c:pt>
                <c:pt idx="2750">
                  <c:v>91.67822265625</c:v>
                </c:pt>
                <c:pt idx="2751">
                  <c:v>91.600006103515597</c:v>
                </c:pt>
                <c:pt idx="2752">
                  <c:v>91.494041442871094</c:v>
                </c:pt>
                <c:pt idx="2753">
                  <c:v>91.350135803222699</c:v>
                </c:pt>
                <c:pt idx="2754">
                  <c:v>91.264533996582003</c:v>
                </c:pt>
                <c:pt idx="2755">
                  <c:v>91.199012756347699</c:v>
                </c:pt>
                <c:pt idx="2756">
                  <c:v>91.149017333984403</c:v>
                </c:pt>
                <c:pt idx="2757">
                  <c:v>91.043395996093807</c:v>
                </c:pt>
                <c:pt idx="2758">
                  <c:v>90.953437805175795</c:v>
                </c:pt>
                <c:pt idx="2759">
                  <c:v>90.895881652832003</c:v>
                </c:pt>
                <c:pt idx="2760">
                  <c:v>90.746185302734403</c:v>
                </c:pt>
                <c:pt idx="2761">
                  <c:v>90.601936340332003</c:v>
                </c:pt>
                <c:pt idx="2762">
                  <c:v>90.465110778808594</c:v>
                </c:pt>
                <c:pt idx="2763">
                  <c:v>90.362014770507798</c:v>
                </c:pt>
                <c:pt idx="2764">
                  <c:v>90.277801513671903</c:v>
                </c:pt>
                <c:pt idx="2765">
                  <c:v>90.220352172851605</c:v>
                </c:pt>
                <c:pt idx="2766">
                  <c:v>90.182884216308594</c:v>
                </c:pt>
                <c:pt idx="2767">
                  <c:v>90.121665954589801</c:v>
                </c:pt>
                <c:pt idx="2768">
                  <c:v>89.987739562988295</c:v>
                </c:pt>
                <c:pt idx="2769">
                  <c:v>89.821731567382798</c:v>
                </c:pt>
                <c:pt idx="2770">
                  <c:v>89.686225891113295</c:v>
                </c:pt>
                <c:pt idx="2771">
                  <c:v>89.479377746582003</c:v>
                </c:pt>
                <c:pt idx="2772">
                  <c:v>89.335479736328097</c:v>
                </c:pt>
                <c:pt idx="2773">
                  <c:v>89.271469116210895</c:v>
                </c:pt>
                <c:pt idx="2774">
                  <c:v>89.200569152832003</c:v>
                </c:pt>
                <c:pt idx="2775">
                  <c:v>89.048988342285199</c:v>
                </c:pt>
                <c:pt idx="2776">
                  <c:v>88.954338073730497</c:v>
                </c:pt>
                <c:pt idx="2777">
                  <c:v>88.864120483398395</c:v>
                </c:pt>
                <c:pt idx="2778">
                  <c:v>88.772010803222699</c:v>
                </c:pt>
                <c:pt idx="2779">
                  <c:v>88.67236328125</c:v>
                </c:pt>
                <c:pt idx="2780">
                  <c:v>88.619316101074205</c:v>
                </c:pt>
                <c:pt idx="2781">
                  <c:v>88.571113586425795</c:v>
                </c:pt>
                <c:pt idx="2782">
                  <c:v>88.495666503906307</c:v>
                </c:pt>
                <c:pt idx="2783">
                  <c:v>88.394493103027301</c:v>
                </c:pt>
                <c:pt idx="2784">
                  <c:v>88.258598327636705</c:v>
                </c:pt>
                <c:pt idx="2785">
                  <c:v>88.163673400878906</c:v>
                </c:pt>
                <c:pt idx="2786">
                  <c:v>88.038803100585895</c:v>
                </c:pt>
                <c:pt idx="2787">
                  <c:v>87.903068542480497</c:v>
                </c:pt>
                <c:pt idx="2788">
                  <c:v>87.823715209960895</c:v>
                </c:pt>
                <c:pt idx="2789">
                  <c:v>87.749855041503906</c:v>
                </c:pt>
                <c:pt idx="2790">
                  <c:v>87.620498657226605</c:v>
                </c:pt>
                <c:pt idx="2791">
                  <c:v>87.530471801757798</c:v>
                </c:pt>
                <c:pt idx="2792">
                  <c:v>87.3873291015625</c:v>
                </c:pt>
                <c:pt idx="2793">
                  <c:v>87.263313293457003</c:v>
                </c:pt>
                <c:pt idx="2794">
                  <c:v>87.103469848632798</c:v>
                </c:pt>
                <c:pt idx="2795">
                  <c:v>87.008605957031307</c:v>
                </c:pt>
                <c:pt idx="2796">
                  <c:v>86.970794677734403</c:v>
                </c:pt>
                <c:pt idx="2797">
                  <c:v>86.891281127929702</c:v>
                </c:pt>
                <c:pt idx="2798">
                  <c:v>86.831573486328097</c:v>
                </c:pt>
                <c:pt idx="2799">
                  <c:v>86.787834167480497</c:v>
                </c:pt>
                <c:pt idx="2800">
                  <c:v>86.679862976074205</c:v>
                </c:pt>
                <c:pt idx="2801">
                  <c:v>86.618705749511705</c:v>
                </c:pt>
                <c:pt idx="2802">
                  <c:v>86.421455383300795</c:v>
                </c:pt>
                <c:pt idx="2803">
                  <c:v>86.259765625</c:v>
                </c:pt>
                <c:pt idx="2804">
                  <c:v>86.139823913574205</c:v>
                </c:pt>
                <c:pt idx="2805">
                  <c:v>86.069419860839801</c:v>
                </c:pt>
                <c:pt idx="2806">
                  <c:v>85.9918212890625</c:v>
                </c:pt>
                <c:pt idx="2807">
                  <c:v>85.959037780761705</c:v>
                </c:pt>
                <c:pt idx="2808">
                  <c:v>85.900169372558594</c:v>
                </c:pt>
                <c:pt idx="2809">
                  <c:v>85.869514465332003</c:v>
                </c:pt>
                <c:pt idx="2810">
                  <c:v>85.756004333496094</c:v>
                </c:pt>
                <c:pt idx="2811">
                  <c:v>85.605552673339801</c:v>
                </c:pt>
                <c:pt idx="2812">
                  <c:v>85.436492919921903</c:v>
                </c:pt>
                <c:pt idx="2813">
                  <c:v>85.315200805664105</c:v>
                </c:pt>
                <c:pt idx="2814">
                  <c:v>85.241622924804702</c:v>
                </c:pt>
                <c:pt idx="2815">
                  <c:v>85.208023071289105</c:v>
                </c:pt>
                <c:pt idx="2816">
                  <c:v>85.161842346191406</c:v>
                </c:pt>
                <c:pt idx="2817">
                  <c:v>85.100997924804702</c:v>
                </c:pt>
                <c:pt idx="2818">
                  <c:v>85.037544250488295</c:v>
                </c:pt>
                <c:pt idx="2819">
                  <c:v>84.969177246093807</c:v>
                </c:pt>
                <c:pt idx="2820">
                  <c:v>84.911087036132798</c:v>
                </c:pt>
                <c:pt idx="2821">
                  <c:v>84.820121765136705</c:v>
                </c:pt>
                <c:pt idx="2822">
                  <c:v>84.751358032226605</c:v>
                </c:pt>
                <c:pt idx="2823">
                  <c:v>84.649765014648395</c:v>
                </c:pt>
                <c:pt idx="2824">
                  <c:v>84.564888000488295</c:v>
                </c:pt>
                <c:pt idx="2825">
                  <c:v>84.503700256347699</c:v>
                </c:pt>
                <c:pt idx="2826">
                  <c:v>84.421516418457003</c:v>
                </c:pt>
                <c:pt idx="2827">
                  <c:v>84.365158081054702</c:v>
                </c:pt>
                <c:pt idx="2828">
                  <c:v>84.232902526855497</c:v>
                </c:pt>
                <c:pt idx="2829">
                  <c:v>84.1341552734375</c:v>
                </c:pt>
                <c:pt idx="2830">
                  <c:v>84.029754638671903</c:v>
                </c:pt>
                <c:pt idx="2831">
                  <c:v>83.941078186035199</c:v>
                </c:pt>
                <c:pt idx="2832">
                  <c:v>83.861801147460895</c:v>
                </c:pt>
                <c:pt idx="2833">
                  <c:v>83.806594848632798</c:v>
                </c:pt>
                <c:pt idx="2834">
                  <c:v>83.767463684082003</c:v>
                </c:pt>
                <c:pt idx="2835">
                  <c:v>83.709281921386705</c:v>
                </c:pt>
                <c:pt idx="2836">
                  <c:v>83.662483215332003</c:v>
                </c:pt>
                <c:pt idx="2837">
                  <c:v>83.635528564453097</c:v>
                </c:pt>
                <c:pt idx="2838">
                  <c:v>83.621681213378906</c:v>
                </c:pt>
                <c:pt idx="2839">
                  <c:v>83.611717224121094</c:v>
                </c:pt>
                <c:pt idx="2840">
                  <c:v>83.587059020996094</c:v>
                </c:pt>
                <c:pt idx="2841">
                  <c:v>83.558441162109403</c:v>
                </c:pt>
                <c:pt idx="2842">
                  <c:v>83.449638366699205</c:v>
                </c:pt>
                <c:pt idx="2843">
                  <c:v>83.275619506835895</c:v>
                </c:pt>
                <c:pt idx="2844">
                  <c:v>83.048500061035199</c:v>
                </c:pt>
                <c:pt idx="2845">
                  <c:v>82.892868041992202</c:v>
                </c:pt>
                <c:pt idx="2846">
                  <c:v>82.791847229003906</c:v>
                </c:pt>
                <c:pt idx="2847">
                  <c:v>82.692001342773395</c:v>
                </c:pt>
                <c:pt idx="2848">
                  <c:v>82.613533020019503</c:v>
                </c:pt>
                <c:pt idx="2849">
                  <c:v>82.507377624511705</c:v>
                </c:pt>
                <c:pt idx="2850">
                  <c:v>82.419845581054702</c:v>
                </c:pt>
                <c:pt idx="2851">
                  <c:v>82.373695373535199</c:v>
                </c:pt>
                <c:pt idx="2852">
                  <c:v>82.319587707519503</c:v>
                </c:pt>
                <c:pt idx="2853">
                  <c:v>82.272491455078097</c:v>
                </c:pt>
                <c:pt idx="2854">
                  <c:v>82.250656127929702</c:v>
                </c:pt>
                <c:pt idx="2855">
                  <c:v>82.190925598144503</c:v>
                </c:pt>
                <c:pt idx="2856">
                  <c:v>82.115463256835895</c:v>
                </c:pt>
                <c:pt idx="2857">
                  <c:v>82.055953979492202</c:v>
                </c:pt>
                <c:pt idx="2858">
                  <c:v>82.020156860351605</c:v>
                </c:pt>
                <c:pt idx="2859">
                  <c:v>82.001113891601605</c:v>
                </c:pt>
                <c:pt idx="2860">
                  <c:v>81.987731933593807</c:v>
                </c:pt>
                <c:pt idx="2861">
                  <c:v>81.979103088378906</c:v>
                </c:pt>
                <c:pt idx="2862">
                  <c:v>81.897819519042997</c:v>
                </c:pt>
                <c:pt idx="2863">
                  <c:v>81.770973205566406</c:v>
                </c:pt>
                <c:pt idx="2864">
                  <c:v>81.685523986816406</c:v>
                </c:pt>
                <c:pt idx="2865">
                  <c:v>81.584999084472699</c:v>
                </c:pt>
                <c:pt idx="2866">
                  <c:v>81.462486267089801</c:v>
                </c:pt>
                <c:pt idx="2867">
                  <c:v>81.375137329101605</c:v>
                </c:pt>
                <c:pt idx="2868">
                  <c:v>81.296791076660199</c:v>
                </c:pt>
                <c:pt idx="2869">
                  <c:v>81.220008850097699</c:v>
                </c:pt>
                <c:pt idx="2870">
                  <c:v>81.174613952636705</c:v>
                </c:pt>
                <c:pt idx="2871">
                  <c:v>81.096794128417997</c:v>
                </c:pt>
                <c:pt idx="2872">
                  <c:v>80.975570678710895</c:v>
                </c:pt>
                <c:pt idx="2873">
                  <c:v>80.898979187011705</c:v>
                </c:pt>
                <c:pt idx="2874">
                  <c:v>80.707107543945298</c:v>
                </c:pt>
                <c:pt idx="2875">
                  <c:v>80.549568176269503</c:v>
                </c:pt>
                <c:pt idx="2876">
                  <c:v>80.456390380859403</c:v>
                </c:pt>
                <c:pt idx="2877">
                  <c:v>80.399971008300795</c:v>
                </c:pt>
                <c:pt idx="2878">
                  <c:v>80.352043151855497</c:v>
                </c:pt>
                <c:pt idx="2879">
                  <c:v>80.332679748535199</c:v>
                </c:pt>
                <c:pt idx="2880">
                  <c:v>80.310035705566406</c:v>
                </c:pt>
                <c:pt idx="2881">
                  <c:v>80.307067871093807</c:v>
                </c:pt>
                <c:pt idx="2882">
                  <c:v>80.296096801757798</c:v>
                </c:pt>
                <c:pt idx="2883">
                  <c:v>80.258285522460895</c:v>
                </c:pt>
                <c:pt idx="2884">
                  <c:v>80.223373413085895</c:v>
                </c:pt>
                <c:pt idx="2885">
                  <c:v>80.210350036621094</c:v>
                </c:pt>
                <c:pt idx="2886">
                  <c:v>80.110748291015597</c:v>
                </c:pt>
                <c:pt idx="2887">
                  <c:v>80.028831481933594</c:v>
                </c:pt>
                <c:pt idx="2888">
                  <c:v>79.974029541015597</c:v>
                </c:pt>
                <c:pt idx="2889">
                  <c:v>79.856475830078097</c:v>
                </c:pt>
                <c:pt idx="2890">
                  <c:v>79.765678405761705</c:v>
                </c:pt>
                <c:pt idx="2891">
                  <c:v>79.656051635742202</c:v>
                </c:pt>
                <c:pt idx="2892">
                  <c:v>79.577354431152301</c:v>
                </c:pt>
                <c:pt idx="2893">
                  <c:v>79.522911071777301</c:v>
                </c:pt>
                <c:pt idx="2894">
                  <c:v>79.494926452636705</c:v>
                </c:pt>
                <c:pt idx="2895">
                  <c:v>79.476081848144503</c:v>
                </c:pt>
                <c:pt idx="2896">
                  <c:v>79.426399230957003</c:v>
                </c:pt>
                <c:pt idx="2897">
                  <c:v>79.382476806640597</c:v>
                </c:pt>
                <c:pt idx="2898">
                  <c:v>79.380264282226605</c:v>
                </c:pt>
                <c:pt idx="2899">
                  <c:v>79.350044250488295</c:v>
                </c:pt>
                <c:pt idx="2900">
                  <c:v>79.236915588378906</c:v>
                </c:pt>
                <c:pt idx="2901">
                  <c:v>79.162605285644503</c:v>
                </c:pt>
                <c:pt idx="2902">
                  <c:v>79.129432678222699</c:v>
                </c:pt>
                <c:pt idx="2903">
                  <c:v>79.052848815917997</c:v>
                </c:pt>
                <c:pt idx="2904">
                  <c:v>79.014739990234403</c:v>
                </c:pt>
                <c:pt idx="2905">
                  <c:v>79.005157470703097</c:v>
                </c:pt>
                <c:pt idx="2906">
                  <c:v>78.965248107910199</c:v>
                </c:pt>
                <c:pt idx="2907">
                  <c:v>78.913146972656307</c:v>
                </c:pt>
                <c:pt idx="2908">
                  <c:v>78.882225036621094</c:v>
                </c:pt>
                <c:pt idx="2909">
                  <c:v>78.859085083007798</c:v>
                </c:pt>
                <c:pt idx="2910">
                  <c:v>78.810447692871094</c:v>
                </c:pt>
                <c:pt idx="2911">
                  <c:v>78.798034667968807</c:v>
                </c:pt>
                <c:pt idx="2912">
                  <c:v>78.774147033691406</c:v>
                </c:pt>
                <c:pt idx="2913">
                  <c:v>78.754249572753906</c:v>
                </c:pt>
                <c:pt idx="2914">
                  <c:v>78.731094360351605</c:v>
                </c:pt>
                <c:pt idx="2915">
                  <c:v>78.719207763671903</c:v>
                </c:pt>
                <c:pt idx="2916">
                  <c:v>78.713104248046903</c:v>
                </c:pt>
                <c:pt idx="2917">
                  <c:v>78.709968566894503</c:v>
                </c:pt>
                <c:pt idx="2918">
                  <c:v>78.708358764648395</c:v>
                </c:pt>
                <c:pt idx="2919">
                  <c:v>78.707534790039105</c:v>
                </c:pt>
                <c:pt idx="2920">
                  <c:v>78.707115173339801</c:v>
                </c:pt>
                <c:pt idx="2921">
                  <c:v>78.706893920898395</c:v>
                </c:pt>
                <c:pt idx="2922">
                  <c:v>78.706779479980497</c:v>
                </c:pt>
                <c:pt idx="2923">
                  <c:v>78.706726074218807</c:v>
                </c:pt>
                <c:pt idx="2924">
                  <c:v>78.706695556640597</c:v>
                </c:pt>
                <c:pt idx="2925">
                  <c:v>78.706680297851605</c:v>
                </c:pt>
                <c:pt idx="2926">
                  <c:v>78.706672668457003</c:v>
                </c:pt>
                <c:pt idx="2927">
                  <c:v>78.706672668457003</c:v>
                </c:pt>
                <c:pt idx="2928">
                  <c:v>78.7066650390625</c:v>
                </c:pt>
                <c:pt idx="2929">
                  <c:v>78.7066650390625</c:v>
                </c:pt>
                <c:pt idx="2930">
                  <c:v>78.7066650390625</c:v>
                </c:pt>
                <c:pt idx="2931">
                  <c:v>78.7066650390625</c:v>
                </c:pt>
                <c:pt idx="2932">
                  <c:v>78.7066650390625</c:v>
                </c:pt>
                <c:pt idx="2933">
                  <c:v>78.7066650390625</c:v>
                </c:pt>
                <c:pt idx="2934">
                  <c:v>78.7066650390625</c:v>
                </c:pt>
                <c:pt idx="2935">
                  <c:v>78.7066650390625</c:v>
                </c:pt>
                <c:pt idx="2936">
                  <c:v>78.7066650390625</c:v>
                </c:pt>
                <c:pt idx="2937">
                  <c:v>78.7066650390625</c:v>
                </c:pt>
                <c:pt idx="2938">
                  <c:v>78.7066650390625</c:v>
                </c:pt>
                <c:pt idx="2939">
                  <c:v>78.7066650390625</c:v>
                </c:pt>
                <c:pt idx="2940">
                  <c:v>78.7066650390625</c:v>
                </c:pt>
                <c:pt idx="2941">
                  <c:v>78.700080871582003</c:v>
                </c:pt>
                <c:pt idx="2942">
                  <c:v>78.572982788085895</c:v>
                </c:pt>
                <c:pt idx="2943">
                  <c:v>78.170852661132798</c:v>
                </c:pt>
                <c:pt idx="2944">
                  <c:v>77.875137329101605</c:v>
                </c:pt>
                <c:pt idx="2945">
                  <c:v>77.617240905761705</c:v>
                </c:pt>
                <c:pt idx="2946">
                  <c:v>77.357551574707003</c:v>
                </c:pt>
                <c:pt idx="2947">
                  <c:v>77.241233825683594</c:v>
                </c:pt>
                <c:pt idx="2948">
                  <c:v>77.237449645996094</c:v>
                </c:pt>
                <c:pt idx="2949">
                  <c:v>77.162399291992202</c:v>
                </c:pt>
                <c:pt idx="2950">
                  <c:v>77.119522094726605</c:v>
                </c:pt>
                <c:pt idx="2951">
                  <c:v>77.096977233886705</c:v>
                </c:pt>
                <c:pt idx="2952">
                  <c:v>77.085403442382798</c:v>
                </c:pt>
                <c:pt idx="2953">
                  <c:v>77.079460144042997</c:v>
                </c:pt>
                <c:pt idx="2954">
                  <c:v>77.076408386230497</c:v>
                </c:pt>
                <c:pt idx="2955">
                  <c:v>77.072647094726605</c:v>
                </c:pt>
                <c:pt idx="2956">
                  <c:v>77.067573547363295</c:v>
                </c:pt>
                <c:pt idx="2957">
                  <c:v>77.065696716308594</c:v>
                </c:pt>
                <c:pt idx="2958">
                  <c:v>77.029960632324205</c:v>
                </c:pt>
                <c:pt idx="2959">
                  <c:v>76.907157897949205</c:v>
                </c:pt>
                <c:pt idx="2960">
                  <c:v>76.854133605957003</c:v>
                </c:pt>
                <c:pt idx="2961">
                  <c:v>76.736557006835895</c:v>
                </c:pt>
                <c:pt idx="2962">
                  <c:v>76.599166870117202</c:v>
                </c:pt>
                <c:pt idx="2963">
                  <c:v>76.410858154296903</c:v>
                </c:pt>
                <c:pt idx="2964">
                  <c:v>76.317825317382798</c:v>
                </c:pt>
                <c:pt idx="2965">
                  <c:v>76.270469665527301</c:v>
                </c:pt>
                <c:pt idx="2966">
                  <c:v>76.252716064453097</c:v>
                </c:pt>
                <c:pt idx="2967">
                  <c:v>76.244392395019503</c:v>
                </c:pt>
                <c:pt idx="2968">
                  <c:v>76.225761413574205</c:v>
                </c:pt>
                <c:pt idx="2969">
                  <c:v>76.183074951171903</c:v>
                </c:pt>
                <c:pt idx="2970">
                  <c:v>76.149703979492202</c:v>
                </c:pt>
                <c:pt idx="2971">
                  <c:v>76.121284484863295</c:v>
                </c:pt>
                <c:pt idx="2972">
                  <c:v>76.041717529296903</c:v>
                </c:pt>
                <c:pt idx="2973">
                  <c:v>75.968124389648395</c:v>
                </c:pt>
                <c:pt idx="2974">
                  <c:v>75.892425537109403</c:v>
                </c:pt>
                <c:pt idx="2975">
                  <c:v>75.870994567871094</c:v>
                </c:pt>
                <c:pt idx="2976">
                  <c:v>75.848136901855497</c:v>
                </c:pt>
                <c:pt idx="2977">
                  <c:v>75.851425170898395</c:v>
                </c:pt>
                <c:pt idx="2978">
                  <c:v>75.836410522460895</c:v>
                </c:pt>
                <c:pt idx="2979">
                  <c:v>75.760437011718807</c:v>
                </c:pt>
                <c:pt idx="2980">
                  <c:v>75.713554382324205</c:v>
                </c:pt>
                <c:pt idx="2981">
                  <c:v>75.678039550781307</c:v>
                </c:pt>
                <c:pt idx="2982">
                  <c:v>75.645401000976605</c:v>
                </c:pt>
                <c:pt idx="2983">
                  <c:v>75.60546875</c:v>
                </c:pt>
                <c:pt idx="2984">
                  <c:v>75.597091674804702</c:v>
                </c:pt>
                <c:pt idx="2985">
                  <c:v>75.589790344238295</c:v>
                </c:pt>
                <c:pt idx="2986">
                  <c:v>75.584663391113295</c:v>
                </c:pt>
                <c:pt idx="2987">
                  <c:v>75.579536437988295</c:v>
                </c:pt>
                <c:pt idx="2988">
                  <c:v>75.574569702148395</c:v>
                </c:pt>
                <c:pt idx="2989">
                  <c:v>75.522087097167997</c:v>
                </c:pt>
                <c:pt idx="2990">
                  <c:v>75.4866943359375</c:v>
                </c:pt>
                <c:pt idx="2991">
                  <c:v>75.469078063964801</c:v>
                </c:pt>
                <c:pt idx="2992">
                  <c:v>75.464035034179702</c:v>
                </c:pt>
                <c:pt idx="2993">
                  <c:v>75.464904785156307</c:v>
                </c:pt>
                <c:pt idx="2994">
                  <c:v>75.458312988281307</c:v>
                </c:pt>
                <c:pt idx="2995">
                  <c:v>75.452156066894503</c:v>
                </c:pt>
                <c:pt idx="2996">
                  <c:v>75.446105957031307</c:v>
                </c:pt>
                <c:pt idx="2997">
                  <c:v>75.443000793457003</c:v>
                </c:pt>
                <c:pt idx="2998">
                  <c:v>75.44140625</c:v>
                </c:pt>
                <c:pt idx="2999">
                  <c:v>75.440582275390597</c:v>
                </c:pt>
                <c:pt idx="3000">
                  <c:v>75.440162658691406</c:v>
                </c:pt>
                <c:pt idx="3001">
                  <c:v>75.439949035644503</c:v>
                </c:pt>
                <c:pt idx="3002">
                  <c:v>75.439834594726605</c:v>
                </c:pt>
                <c:pt idx="3003">
                  <c:v>75.439781188964801</c:v>
                </c:pt>
                <c:pt idx="3004">
                  <c:v>75.439750671386705</c:v>
                </c:pt>
                <c:pt idx="3005">
                  <c:v>75.439735412597699</c:v>
                </c:pt>
                <c:pt idx="3006">
                  <c:v>75.3731689453125</c:v>
                </c:pt>
                <c:pt idx="3007">
                  <c:v>75.274017333984403</c:v>
                </c:pt>
                <c:pt idx="3008">
                  <c:v>75.211280822753906</c:v>
                </c:pt>
                <c:pt idx="3009">
                  <c:v>75.228050231933594</c:v>
                </c:pt>
                <c:pt idx="3010">
                  <c:v>75.111465454101605</c:v>
                </c:pt>
                <c:pt idx="3011">
                  <c:v>74.913497924804702</c:v>
                </c:pt>
                <c:pt idx="3012">
                  <c:v>74.837692260742202</c:v>
                </c:pt>
                <c:pt idx="3013">
                  <c:v>74.761856079101605</c:v>
                </c:pt>
                <c:pt idx="3014">
                  <c:v>74.696891784667997</c:v>
                </c:pt>
                <c:pt idx="3015">
                  <c:v>74.647682189941406</c:v>
                </c:pt>
                <c:pt idx="3016">
                  <c:v>74.648490905761705</c:v>
                </c:pt>
                <c:pt idx="3017">
                  <c:v>74.595993041992202</c:v>
                </c:pt>
                <c:pt idx="3018">
                  <c:v>74.518486022949205</c:v>
                </c:pt>
                <c:pt idx="3019">
                  <c:v>74.428581237792997</c:v>
                </c:pt>
                <c:pt idx="3020">
                  <c:v>74.391136169433594</c:v>
                </c:pt>
                <c:pt idx="3021">
                  <c:v>74.375755310058594</c:v>
                </c:pt>
                <c:pt idx="3022">
                  <c:v>74.358489990234403</c:v>
                </c:pt>
                <c:pt idx="3023">
                  <c:v>74.066307067871094</c:v>
                </c:pt>
                <c:pt idx="3024">
                  <c:v>74.108299255371094</c:v>
                </c:pt>
                <c:pt idx="3025">
                  <c:v>74.052406311035199</c:v>
                </c:pt>
                <c:pt idx="3026">
                  <c:v>73.902816772460895</c:v>
                </c:pt>
                <c:pt idx="3027">
                  <c:v>73.611114501953097</c:v>
                </c:pt>
                <c:pt idx="3028">
                  <c:v>73.568634033203097</c:v>
                </c:pt>
                <c:pt idx="3029">
                  <c:v>73.655296325683594</c:v>
                </c:pt>
                <c:pt idx="3030">
                  <c:v>73.485298156738295</c:v>
                </c:pt>
                <c:pt idx="3031">
                  <c:v>73.079124450683594</c:v>
                </c:pt>
                <c:pt idx="3032">
                  <c:v>72.867179870605497</c:v>
                </c:pt>
                <c:pt idx="3033">
                  <c:v>72.971992492675795</c:v>
                </c:pt>
                <c:pt idx="3034">
                  <c:v>72.852149963378906</c:v>
                </c:pt>
                <c:pt idx="3035">
                  <c:v>72.841224670410199</c:v>
                </c:pt>
                <c:pt idx="3036">
                  <c:v>72.748825073242202</c:v>
                </c:pt>
                <c:pt idx="3037">
                  <c:v>72.682151794433594</c:v>
                </c:pt>
                <c:pt idx="3038">
                  <c:v>72.437103271484403</c:v>
                </c:pt>
                <c:pt idx="3039">
                  <c:v>72.327850341796903</c:v>
                </c:pt>
                <c:pt idx="3040">
                  <c:v>72.227577209472699</c:v>
                </c:pt>
                <c:pt idx="3041">
                  <c:v>72.176078796386705</c:v>
                </c:pt>
                <c:pt idx="3042">
                  <c:v>72.149627685546903</c:v>
                </c:pt>
                <c:pt idx="3043">
                  <c:v>72.136054992675795</c:v>
                </c:pt>
                <c:pt idx="3044">
                  <c:v>72.129081726074205</c:v>
                </c:pt>
                <c:pt idx="3045">
                  <c:v>72.125503540039105</c:v>
                </c:pt>
                <c:pt idx="3046">
                  <c:v>72.123672485351605</c:v>
                </c:pt>
                <c:pt idx="3047">
                  <c:v>72.122726440429702</c:v>
                </c:pt>
                <c:pt idx="3048">
                  <c:v>72.122238159179702</c:v>
                </c:pt>
                <c:pt idx="3049">
                  <c:v>72.121994018554702</c:v>
                </c:pt>
                <c:pt idx="3050">
                  <c:v>72.121864318847699</c:v>
                </c:pt>
                <c:pt idx="3051">
                  <c:v>72.121803283691406</c:v>
                </c:pt>
                <c:pt idx="3052">
                  <c:v>72.121765136718807</c:v>
                </c:pt>
                <c:pt idx="3053">
                  <c:v>72.121749877929702</c:v>
                </c:pt>
                <c:pt idx="3054">
                  <c:v>72.121742248535199</c:v>
                </c:pt>
                <c:pt idx="3055">
                  <c:v>72.121734619140597</c:v>
                </c:pt>
                <c:pt idx="3056">
                  <c:v>72.121734619140597</c:v>
                </c:pt>
                <c:pt idx="3057">
                  <c:v>72.121734619140597</c:v>
                </c:pt>
                <c:pt idx="3058">
                  <c:v>72.121734619140597</c:v>
                </c:pt>
                <c:pt idx="3059">
                  <c:v>72.121726989746094</c:v>
                </c:pt>
                <c:pt idx="3060">
                  <c:v>72.121726989746094</c:v>
                </c:pt>
                <c:pt idx="3061">
                  <c:v>72.121726989746094</c:v>
                </c:pt>
                <c:pt idx="3062">
                  <c:v>72.121726989746094</c:v>
                </c:pt>
                <c:pt idx="3063">
                  <c:v>72.121726989746094</c:v>
                </c:pt>
                <c:pt idx="3064">
                  <c:v>72.121726989746094</c:v>
                </c:pt>
                <c:pt idx="3065">
                  <c:v>72.121726989746094</c:v>
                </c:pt>
                <c:pt idx="3066">
                  <c:v>72.121726989746094</c:v>
                </c:pt>
                <c:pt idx="3067">
                  <c:v>72.121726989746094</c:v>
                </c:pt>
                <c:pt idx="3068">
                  <c:v>72.121726989746094</c:v>
                </c:pt>
                <c:pt idx="3069">
                  <c:v>72.121726989746094</c:v>
                </c:pt>
                <c:pt idx="3070">
                  <c:v>72.121726989746094</c:v>
                </c:pt>
                <c:pt idx="3071">
                  <c:v>72.121726989746094</c:v>
                </c:pt>
                <c:pt idx="3072">
                  <c:v>72.121726989746094</c:v>
                </c:pt>
                <c:pt idx="3073">
                  <c:v>72.121726989746094</c:v>
                </c:pt>
                <c:pt idx="3074">
                  <c:v>72.121726989746094</c:v>
                </c:pt>
                <c:pt idx="3075">
                  <c:v>72.121726989746094</c:v>
                </c:pt>
                <c:pt idx="3076">
                  <c:v>72.121726989746094</c:v>
                </c:pt>
                <c:pt idx="3077">
                  <c:v>72.121726989746094</c:v>
                </c:pt>
                <c:pt idx="3078">
                  <c:v>72.121726989746094</c:v>
                </c:pt>
                <c:pt idx="3079">
                  <c:v>72.121726989746094</c:v>
                </c:pt>
                <c:pt idx="3080">
                  <c:v>72.121726989746094</c:v>
                </c:pt>
                <c:pt idx="3081">
                  <c:v>72.121726989746094</c:v>
                </c:pt>
                <c:pt idx="3082">
                  <c:v>72.121726989746094</c:v>
                </c:pt>
                <c:pt idx="3083">
                  <c:v>72.121726989746094</c:v>
                </c:pt>
                <c:pt idx="3084">
                  <c:v>72.121726989746094</c:v>
                </c:pt>
                <c:pt idx="3085">
                  <c:v>72.121726989746094</c:v>
                </c:pt>
                <c:pt idx="3086">
                  <c:v>72.121726989746094</c:v>
                </c:pt>
                <c:pt idx="3087">
                  <c:v>72.121726989746094</c:v>
                </c:pt>
                <c:pt idx="3088">
                  <c:v>72.121726989746094</c:v>
                </c:pt>
                <c:pt idx="3089">
                  <c:v>72.121726989746094</c:v>
                </c:pt>
                <c:pt idx="3090">
                  <c:v>72.121726989746094</c:v>
                </c:pt>
                <c:pt idx="3091">
                  <c:v>72.121726989746094</c:v>
                </c:pt>
                <c:pt idx="3092">
                  <c:v>72.121726989746094</c:v>
                </c:pt>
                <c:pt idx="3093">
                  <c:v>72.121726989746094</c:v>
                </c:pt>
                <c:pt idx="3094">
                  <c:v>72.121726989746094</c:v>
                </c:pt>
                <c:pt idx="3095">
                  <c:v>72.121726989746094</c:v>
                </c:pt>
                <c:pt idx="3096">
                  <c:v>72.121726989746094</c:v>
                </c:pt>
                <c:pt idx="3097">
                  <c:v>72.121726989746094</c:v>
                </c:pt>
                <c:pt idx="3098">
                  <c:v>72.121726989746094</c:v>
                </c:pt>
                <c:pt idx="3099">
                  <c:v>72.121726989746094</c:v>
                </c:pt>
                <c:pt idx="3100">
                  <c:v>72.120765686035199</c:v>
                </c:pt>
                <c:pt idx="3101">
                  <c:v>72.120269775390597</c:v>
                </c:pt>
                <c:pt idx="3102">
                  <c:v>72.116981506347699</c:v>
                </c:pt>
                <c:pt idx="3103">
                  <c:v>72.118324279785199</c:v>
                </c:pt>
                <c:pt idx="3104">
                  <c:v>72.117362976074205</c:v>
                </c:pt>
                <c:pt idx="3105">
                  <c:v>72.119483947753906</c:v>
                </c:pt>
                <c:pt idx="3106">
                  <c:v>72.118919372558594</c:v>
                </c:pt>
                <c:pt idx="3107">
                  <c:v>72.119598388671903</c:v>
                </c:pt>
                <c:pt idx="3108">
                  <c:v>72.115814208984403</c:v>
                </c:pt>
                <c:pt idx="3109">
                  <c:v>72.110832214355497</c:v>
                </c:pt>
                <c:pt idx="3110">
                  <c:v>72.108131408691406</c:v>
                </c:pt>
                <c:pt idx="3111">
                  <c:v>72.103973388671903</c:v>
                </c:pt>
                <c:pt idx="3112">
                  <c:v>72.098274230957003</c:v>
                </c:pt>
                <c:pt idx="3113">
                  <c:v>72.095603942871094</c:v>
                </c:pt>
                <c:pt idx="3114">
                  <c:v>72.103347778320298</c:v>
                </c:pt>
                <c:pt idx="3115">
                  <c:v>72.102355957031307</c:v>
                </c:pt>
                <c:pt idx="3116">
                  <c:v>72.101852416992202</c:v>
                </c:pt>
                <c:pt idx="3117">
                  <c:v>72.100898742675795</c:v>
                </c:pt>
                <c:pt idx="3118">
                  <c:v>72.07421875</c:v>
                </c:pt>
                <c:pt idx="3119">
                  <c:v>72.048896789550795</c:v>
                </c:pt>
                <c:pt idx="3120">
                  <c:v>72.0281982421875</c:v>
                </c:pt>
                <c:pt idx="3121">
                  <c:v>71.992156982421903</c:v>
                </c:pt>
                <c:pt idx="3122">
                  <c:v>71.977218627929702</c:v>
                </c:pt>
                <c:pt idx="3123">
                  <c:v>71.961860656738295</c:v>
                </c:pt>
                <c:pt idx="3124">
                  <c:v>71.965393066406307</c:v>
                </c:pt>
                <c:pt idx="3125">
                  <c:v>71.967643737792997</c:v>
                </c:pt>
                <c:pt idx="3126">
                  <c:v>71.96728515625</c:v>
                </c:pt>
                <c:pt idx="3127">
                  <c:v>71.885955810546903</c:v>
                </c:pt>
                <c:pt idx="3128">
                  <c:v>71.876335144042997</c:v>
                </c:pt>
                <c:pt idx="3129">
                  <c:v>71.861923217773395</c:v>
                </c:pt>
                <c:pt idx="3130">
                  <c:v>71.837783813476605</c:v>
                </c:pt>
                <c:pt idx="3131">
                  <c:v>71.8226318359375</c:v>
                </c:pt>
                <c:pt idx="3132">
                  <c:v>71.800865173339801</c:v>
                </c:pt>
                <c:pt idx="3133">
                  <c:v>71.790451049804702</c:v>
                </c:pt>
                <c:pt idx="3134">
                  <c:v>71.780448913574205</c:v>
                </c:pt>
                <c:pt idx="3135">
                  <c:v>71.781021118164105</c:v>
                </c:pt>
                <c:pt idx="3136">
                  <c:v>71.797256469726605</c:v>
                </c:pt>
                <c:pt idx="3137">
                  <c:v>71.777084350585895</c:v>
                </c:pt>
                <c:pt idx="3138">
                  <c:v>71.711555480957003</c:v>
                </c:pt>
                <c:pt idx="3139">
                  <c:v>71.723480224609403</c:v>
                </c:pt>
                <c:pt idx="3140">
                  <c:v>71.717193603515597</c:v>
                </c:pt>
                <c:pt idx="3141">
                  <c:v>71.643203735351605</c:v>
                </c:pt>
                <c:pt idx="3142">
                  <c:v>71.599479675292997</c:v>
                </c:pt>
                <c:pt idx="3143">
                  <c:v>71.584014892578097</c:v>
                </c:pt>
                <c:pt idx="3144">
                  <c:v>71.576736450195298</c:v>
                </c:pt>
                <c:pt idx="3145">
                  <c:v>71.586219787597699</c:v>
                </c:pt>
                <c:pt idx="3146">
                  <c:v>71.591461181640597</c:v>
                </c:pt>
                <c:pt idx="3147">
                  <c:v>71.567199707031307</c:v>
                </c:pt>
                <c:pt idx="3148">
                  <c:v>71.530693054199205</c:v>
                </c:pt>
                <c:pt idx="3149">
                  <c:v>71.491928100585895</c:v>
                </c:pt>
                <c:pt idx="3150">
                  <c:v>71.445732116699205</c:v>
                </c:pt>
                <c:pt idx="3151">
                  <c:v>71.417289733886705</c:v>
                </c:pt>
                <c:pt idx="3152">
                  <c:v>71.410186767578097</c:v>
                </c:pt>
                <c:pt idx="3153">
                  <c:v>71.403892517089801</c:v>
                </c:pt>
                <c:pt idx="3154">
                  <c:v>71.391143798828097</c:v>
                </c:pt>
                <c:pt idx="3155">
                  <c:v>71.394012451171903</c:v>
                </c:pt>
                <c:pt idx="3156">
                  <c:v>71.402580261230497</c:v>
                </c:pt>
                <c:pt idx="3157">
                  <c:v>71.401153564453097</c:v>
                </c:pt>
                <c:pt idx="3158">
                  <c:v>71.401664733886705</c:v>
                </c:pt>
                <c:pt idx="3159">
                  <c:v>71.407524108886705</c:v>
                </c:pt>
                <c:pt idx="3160">
                  <c:v>71.383163452148395</c:v>
                </c:pt>
                <c:pt idx="3161">
                  <c:v>71.379905700683594</c:v>
                </c:pt>
                <c:pt idx="3162">
                  <c:v>71.340843200683594</c:v>
                </c:pt>
                <c:pt idx="3163">
                  <c:v>71.282966613769503</c:v>
                </c:pt>
                <c:pt idx="3164">
                  <c:v>71.260452270507798</c:v>
                </c:pt>
                <c:pt idx="3165">
                  <c:v>71.273971557617202</c:v>
                </c:pt>
                <c:pt idx="3166">
                  <c:v>71.262649536132798</c:v>
                </c:pt>
                <c:pt idx="3167">
                  <c:v>71.255966186523395</c:v>
                </c:pt>
                <c:pt idx="3168">
                  <c:v>71.254058837890597</c:v>
                </c:pt>
                <c:pt idx="3169">
                  <c:v>71.264297485351605</c:v>
                </c:pt>
                <c:pt idx="3170">
                  <c:v>71.231033325195298</c:v>
                </c:pt>
                <c:pt idx="3171">
                  <c:v>71.157676696777301</c:v>
                </c:pt>
                <c:pt idx="3172">
                  <c:v>71.117973327636705</c:v>
                </c:pt>
                <c:pt idx="3173">
                  <c:v>71.057350158691406</c:v>
                </c:pt>
                <c:pt idx="3174">
                  <c:v>71.027160644531307</c:v>
                </c:pt>
                <c:pt idx="3175">
                  <c:v>70.9984130859375</c:v>
                </c:pt>
                <c:pt idx="3176">
                  <c:v>70.999153137207003</c:v>
                </c:pt>
                <c:pt idx="3177">
                  <c:v>70.991706848144503</c:v>
                </c:pt>
                <c:pt idx="3178">
                  <c:v>70.984825134277301</c:v>
                </c:pt>
                <c:pt idx="3179">
                  <c:v>70.969581604003906</c:v>
                </c:pt>
                <c:pt idx="3180">
                  <c:v>70.969810485839801</c:v>
                </c:pt>
                <c:pt idx="3181">
                  <c:v>70.987266540527301</c:v>
                </c:pt>
                <c:pt idx="3182">
                  <c:v>70.978591918945298</c:v>
                </c:pt>
                <c:pt idx="3183">
                  <c:v>70.966300964355497</c:v>
                </c:pt>
                <c:pt idx="3184">
                  <c:v>70.949440002441406</c:v>
                </c:pt>
                <c:pt idx="3185">
                  <c:v>70.947471618652301</c:v>
                </c:pt>
                <c:pt idx="3186">
                  <c:v>70.923484802246094</c:v>
                </c:pt>
                <c:pt idx="3187">
                  <c:v>70.908752441406307</c:v>
                </c:pt>
                <c:pt idx="3188">
                  <c:v>70.888008117675795</c:v>
                </c:pt>
                <c:pt idx="3189">
                  <c:v>70.878585815429702</c:v>
                </c:pt>
                <c:pt idx="3190">
                  <c:v>70.873107910156307</c:v>
                </c:pt>
                <c:pt idx="3191">
                  <c:v>70.868545532226605</c:v>
                </c:pt>
                <c:pt idx="3192">
                  <c:v>70.866081237792997</c:v>
                </c:pt>
                <c:pt idx="3193">
                  <c:v>70.869232177734403</c:v>
                </c:pt>
                <c:pt idx="3194">
                  <c:v>70.869895935058594</c:v>
                </c:pt>
                <c:pt idx="3195">
                  <c:v>70.880455017089801</c:v>
                </c:pt>
                <c:pt idx="3196">
                  <c:v>70.826255798339801</c:v>
                </c:pt>
                <c:pt idx="3197">
                  <c:v>70.824501037597699</c:v>
                </c:pt>
                <c:pt idx="3198">
                  <c:v>70.779800415039105</c:v>
                </c:pt>
                <c:pt idx="3199">
                  <c:v>70.750534057617202</c:v>
                </c:pt>
                <c:pt idx="3200">
                  <c:v>70.736312866210895</c:v>
                </c:pt>
                <c:pt idx="3201">
                  <c:v>70.710426330566406</c:v>
                </c:pt>
                <c:pt idx="3202">
                  <c:v>70.685356140136705</c:v>
                </c:pt>
                <c:pt idx="3203">
                  <c:v>70.683052062988295</c:v>
                </c:pt>
                <c:pt idx="3204">
                  <c:v>70.678901672363295</c:v>
                </c:pt>
                <c:pt idx="3205">
                  <c:v>70.673164367675795</c:v>
                </c:pt>
                <c:pt idx="3206">
                  <c:v>70.669235229492202</c:v>
                </c:pt>
                <c:pt idx="3207">
                  <c:v>70.667343139648395</c:v>
                </c:pt>
                <c:pt idx="3208">
                  <c:v>70.663063049316406</c:v>
                </c:pt>
                <c:pt idx="3209">
                  <c:v>70.659942626953097</c:v>
                </c:pt>
                <c:pt idx="3210">
                  <c:v>70.663856506347699</c:v>
                </c:pt>
                <c:pt idx="3211">
                  <c:v>70.671875</c:v>
                </c:pt>
                <c:pt idx="3212">
                  <c:v>70.663459777832003</c:v>
                </c:pt>
                <c:pt idx="3213">
                  <c:v>70.658660888671903</c:v>
                </c:pt>
                <c:pt idx="3214">
                  <c:v>70.615791320800795</c:v>
                </c:pt>
                <c:pt idx="3215">
                  <c:v>70.590156555175795</c:v>
                </c:pt>
                <c:pt idx="3216">
                  <c:v>70.569274902343807</c:v>
                </c:pt>
                <c:pt idx="3217">
                  <c:v>70.557937622070298</c:v>
                </c:pt>
                <c:pt idx="3218">
                  <c:v>70.552307128906307</c:v>
                </c:pt>
                <c:pt idx="3219">
                  <c:v>70.549293518066406</c:v>
                </c:pt>
                <c:pt idx="3220">
                  <c:v>70.552352905273395</c:v>
                </c:pt>
                <c:pt idx="3221">
                  <c:v>70.548934936523395</c:v>
                </c:pt>
                <c:pt idx="3222">
                  <c:v>70.547561645507798</c:v>
                </c:pt>
                <c:pt idx="3223">
                  <c:v>70.548446655273395</c:v>
                </c:pt>
                <c:pt idx="3224">
                  <c:v>70.550056457519503</c:v>
                </c:pt>
                <c:pt idx="3225">
                  <c:v>70.545669555664105</c:v>
                </c:pt>
                <c:pt idx="3226">
                  <c:v>70.543365478515597</c:v>
                </c:pt>
                <c:pt idx="3227">
                  <c:v>70.541511535644503</c:v>
                </c:pt>
                <c:pt idx="3228">
                  <c:v>70.540435791015597</c:v>
                </c:pt>
                <c:pt idx="3229">
                  <c:v>70.539886474609403</c:v>
                </c:pt>
                <c:pt idx="3230">
                  <c:v>70.539604187011705</c:v>
                </c:pt>
                <c:pt idx="3231">
                  <c:v>70.539459228515597</c:v>
                </c:pt>
                <c:pt idx="3232">
                  <c:v>70.539382934570298</c:v>
                </c:pt>
                <c:pt idx="3233">
                  <c:v>70.539344787597699</c:v>
                </c:pt>
                <c:pt idx="3234">
                  <c:v>70.541542053222699</c:v>
                </c:pt>
                <c:pt idx="3235">
                  <c:v>70.540451049804702</c:v>
                </c:pt>
                <c:pt idx="3236">
                  <c:v>70.539894104003906</c:v>
                </c:pt>
                <c:pt idx="3237">
                  <c:v>70.539604187011705</c:v>
                </c:pt>
                <c:pt idx="3238">
                  <c:v>70.539459228515597</c:v>
                </c:pt>
                <c:pt idx="3239">
                  <c:v>70.539382934570298</c:v>
                </c:pt>
                <c:pt idx="3240">
                  <c:v>70.539344787597699</c:v>
                </c:pt>
                <c:pt idx="3241">
                  <c:v>70.539321899414105</c:v>
                </c:pt>
                <c:pt idx="3242">
                  <c:v>70.539314270019503</c:v>
                </c:pt>
                <c:pt idx="3243">
                  <c:v>70.539306640625</c:v>
                </c:pt>
                <c:pt idx="3244">
                  <c:v>70.539306640625</c:v>
                </c:pt>
                <c:pt idx="3245">
                  <c:v>70.528961181640597</c:v>
                </c:pt>
                <c:pt idx="3246">
                  <c:v>70.494842529296903</c:v>
                </c:pt>
                <c:pt idx="3247">
                  <c:v>70.507026672363295</c:v>
                </c:pt>
                <c:pt idx="3248">
                  <c:v>70.501235961914105</c:v>
                </c:pt>
                <c:pt idx="3249">
                  <c:v>70.498962402343807</c:v>
                </c:pt>
                <c:pt idx="3250">
                  <c:v>70.503135681152301</c:v>
                </c:pt>
                <c:pt idx="3251">
                  <c:v>70.489669799804702</c:v>
                </c:pt>
                <c:pt idx="3252">
                  <c:v>70.491485595703097</c:v>
                </c:pt>
                <c:pt idx="3253">
                  <c:v>70.514747619628906</c:v>
                </c:pt>
                <c:pt idx="3254">
                  <c:v>70.526695251464801</c:v>
                </c:pt>
                <c:pt idx="3255">
                  <c:v>70.532829284667997</c:v>
                </c:pt>
                <c:pt idx="3256">
                  <c:v>70.535980224609403</c:v>
                </c:pt>
                <c:pt idx="3257">
                  <c:v>70.53759765625</c:v>
                </c:pt>
                <c:pt idx="3258">
                  <c:v>70.517715454101605</c:v>
                </c:pt>
                <c:pt idx="3259">
                  <c:v>70.525093078613295</c:v>
                </c:pt>
                <c:pt idx="3260">
                  <c:v>70.522399902343807</c:v>
                </c:pt>
                <c:pt idx="3261">
                  <c:v>70.512893676757798</c:v>
                </c:pt>
                <c:pt idx="3262">
                  <c:v>70.436286926269503</c:v>
                </c:pt>
                <c:pt idx="3263">
                  <c:v>70.375740051269503</c:v>
                </c:pt>
                <c:pt idx="3264">
                  <c:v>70.366737365722699</c:v>
                </c:pt>
                <c:pt idx="3265">
                  <c:v>70.388534545898395</c:v>
                </c:pt>
                <c:pt idx="3266">
                  <c:v>70.348037719726605</c:v>
                </c:pt>
                <c:pt idx="3267">
                  <c:v>70.319061279296903</c:v>
                </c:pt>
                <c:pt idx="3268">
                  <c:v>70.236358642578097</c:v>
                </c:pt>
                <c:pt idx="3269">
                  <c:v>70.280319213867202</c:v>
                </c:pt>
                <c:pt idx="3270">
                  <c:v>70.288200378417997</c:v>
                </c:pt>
                <c:pt idx="3271">
                  <c:v>70.351455688476605</c:v>
                </c:pt>
                <c:pt idx="3272">
                  <c:v>70.355308532714801</c:v>
                </c:pt>
                <c:pt idx="3273">
                  <c:v>70.314239501953097</c:v>
                </c:pt>
                <c:pt idx="3274">
                  <c:v>70.373550415039105</c:v>
                </c:pt>
                <c:pt idx="3275">
                  <c:v>70.3466796875</c:v>
                </c:pt>
                <c:pt idx="3276">
                  <c:v>70.282989501953097</c:v>
                </c:pt>
                <c:pt idx="3277">
                  <c:v>70.258750915527301</c:v>
                </c:pt>
                <c:pt idx="3278">
                  <c:v>70.097015380859403</c:v>
                </c:pt>
                <c:pt idx="3279">
                  <c:v>70.009529113769503</c:v>
                </c:pt>
                <c:pt idx="3280">
                  <c:v>69.873191833496094</c:v>
                </c:pt>
                <c:pt idx="3281">
                  <c:v>69.941116333007798</c:v>
                </c:pt>
                <c:pt idx="3282">
                  <c:v>69.870559692382798</c:v>
                </c:pt>
                <c:pt idx="3283">
                  <c:v>69.806663513183594</c:v>
                </c:pt>
                <c:pt idx="3284">
                  <c:v>69.758483886718807</c:v>
                </c:pt>
                <c:pt idx="3285">
                  <c:v>69.742256164550795</c:v>
                </c:pt>
                <c:pt idx="3286">
                  <c:v>69.731231689453097</c:v>
                </c:pt>
                <c:pt idx="3287">
                  <c:v>69.718086242675795</c:v>
                </c:pt>
                <c:pt idx="3288">
                  <c:v>69.727867126464801</c:v>
                </c:pt>
                <c:pt idx="3289">
                  <c:v>69.714866638183594</c:v>
                </c:pt>
                <c:pt idx="3290">
                  <c:v>69.688308715820298</c:v>
                </c:pt>
                <c:pt idx="3291">
                  <c:v>69.696449279785199</c:v>
                </c:pt>
                <c:pt idx="3292">
                  <c:v>69.709465026855497</c:v>
                </c:pt>
                <c:pt idx="3293">
                  <c:v>69.687561035156307</c:v>
                </c:pt>
                <c:pt idx="3294">
                  <c:v>69.682144165039105</c:v>
                </c:pt>
                <c:pt idx="3295">
                  <c:v>69.678848266601605</c:v>
                </c:pt>
                <c:pt idx="3296">
                  <c:v>69.679985046386705</c:v>
                </c:pt>
                <c:pt idx="3297">
                  <c:v>69.652626037597699</c:v>
                </c:pt>
                <c:pt idx="3298">
                  <c:v>69.602287292480497</c:v>
                </c:pt>
                <c:pt idx="3299">
                  <c:v>69.585868835449205</c:v>
                </c:pt>
                <c:pt idx="3300">
                  <c:v>69.589340209960895</c:v>
                </c:pt>
                <c:pt idx="3301">
                  <c:v>69.581108093261705</c:v>
                </c:pt>
                <c:pt idx="3302">
                  <c:v>69.567268371582003</c:v>
                </c:pt>
                <c:pt idx="3303">
                  <c:v>69.578681945800795</c:v>
                </c:pt>
                <c:pt idx="3304">
                  <c:v>69.577468872070298</c:v>
                </c:pt>
                <c:pt idx="3305">
                  <c:v>69.575607299804702</c:v>
                </c:pt>
                <c:pt idx="3306">
                  <c:v>69.577819824218807</c:v>
                </c:pt>
                <c:pt idx="3307">
                  <c:v>69.569717407226605</c:v>
                </c:pt>
                <c:pt idx="3308">
                  <c:v>69.561462402343807</c:v>
                </c:pt>
                <c:pt idx="3309">
                  <c:v>69.547058105468807</c:v>
                </c:pt>
                <c:pt idx="3310">
                  <c:v>69.553276062011705</c:v>
                </c:pt>
                <c:pt idx="3311">
                  <c:v>69.552185058593807</c:v>
                </c:pt>
                <c:pt idx="3312">
                  <c:v>69.572822570800795</c:v>
                </c:pt>
                <c:pt idx="3313">
                  <c:v>69.578865051269503</c:v>
                </c:pt>
                <c:pt idx="3314">
                  <c:v>69.499473571777301</c:v>
                </c:pt>
                <c:pt idx="3315">
                  <c:v>69.530158996582003</c:v>
                </c:pt>
                <c:pt idx="3316">
                  <c:v>69.556312561035199</c:v>
                </c:pt>
                <c:pt idx="3317">
                  <c:v>69.568977355957003</c:v>
                </c:pt>
                <c:pt idx="3318">
                  <c:v>69.547157287597699</c:v>
                </c:pt>
                <c:pt idx="3319">
                  <c:v>69.518653869628906</c:v>
                </c:pt>
                <c:pt idx="3320">
                  <c:v>69.466789245605497</c:v>
                </c:pt>
                <c:pt idx="3321">
                  <c:v>69.434898376464801</c:v>
                </c:pt>
                <c:pt idx="3322">
                  <c:v>69.415153503417997</c:v>
                </c:pt>
                <c:pt idx="3323">
                  <c:v>69.367202758789105</c:v>
                </c:pt>
                <c:pt idx="3324">
                  <c:v>69.346771240234403</c:v>
                </c:pt>
                <c:pt idx="3325">
                  <c:v>69.388488769531307</c:v>
                </c:pt>
                <c:pt idx="3326">
                  <c:v>69.350158691406307</c:v>
                </c:pt>
                <c:pt idx="3327">
                  <c:v>69.341667175292997</c:v>
                </c:pt>
                <c:pt idx="3328">
                  <c:v>69.314826965332003</c:v>
                </c:pt>
                <c:pt idx="3329">
                  <c:v>69.306945800781307</c:v>
                </c:pt>
                <c:pt idx="3330">
                  <c:v>69.305259704589801</c:v>
                </c:pt>
                <c:pt idx="3331">
                  <c:v>69.312568664550795</c:v>
                </c:pt>
                <c:pt idx="3332">
                  <c:v>69.326797485351605</c:v>
                </c:pt>
                <c:pt idx="3333">
                  <c:v>69.324478149414105</c:v>
                </c:pt>
                <c:pt idx="3334">
                  <c:v>69.334312438964801</c:v>
                </c:pt>
                <c:pt idx="3335">
                  <c:v>69.346046447753906</c:v>
                </c:pt>
                <c:pt idx="3336">
                  <c:v>69.308326721191406</c:v>
                </c:pt>
                <c:pt idx="3337">
                  <c:v>69.293273925781307</c:v>
                </c:pt>
                <c:pt idx="3338">
                  <c:v>69.297225952148395</c:v>
                </c:pt>
                <c:pt idx="3339">
                  <c:v>69.307373046875</c:v>
                </c:pt>
                <c:pt idx="3340">
                  <c:v>69.281494140625</c:v>
                </c:pt>
                <c:pt idx="3341">
                  <c:v>69.255699157714801</c:v>
                </c:pt>
                <c:pt idx="3342">
                  <c:v>69.244140625</c:v>
                </c:pt>
                <c:pt idx="3343">
                  <c:v>69.231201171875</c:v>
                </c:pt>
                <c:pt idx="3344">
                  <c:v>69.222579956054702</c:v>
                </c:pt>
                <c:pt idx="3345">
                  <c:v>69.261276245117202</c:v>
                </c:pt>
                <c:pt idx="3346">
                  <c:v>69.245544433593807</c:v>
                </c:pt>
                <c:pt idx="3347">
                  <c:v>69.186241149902301</c:v>
                </c:pt>
                <c:pt idx="3348">
                  <c:v>69.169219970703097</c:v>
                </c:pt>
                <c:pt idx="3349">
                  <c:v>69.173530578613295</c:v>
                </c:pt>
                <c:pt idx="3350">
                  <c:v>69.165870666503906</c:v>
                </c:pt>
                <c:pt idx="3351">
                  <c:v>69.160011291503906</c:v>
                </c:pt>
                <c:pt idx="3352">
                  <c:v>69.167945861816406</c:v>
                </c:pt>
                <c:pt idx="3353">
                  <c:v>69.153244018554702</c:v>
                </c:pt>
                <c:pt idx="3354">
                  <c:v>69.1561279296875</c:v>
                </c:pt>
                <c:pt idx="3355">
                  <c:v>69.1512451171875</c:v>
                </c:pt>
                <c:pt idx="3356">
                  <c:v>69.146217346191406</c:v>
                </c:pt>
                <c:pt idx="3357">
                  <c:v>69.142745971679702</c:v>
                </c:pt>
                <c:pt idx="3358">
                  <c:v>69.1387939453125</c:v>
                </c:pt>
                <c:pt idx="3359">
                  <c:v>69.139663696289105</c:v>
                </c:pt>
                <c:pt idx="3360">
                  <c:v>69.145950317382798</c:v>
                </c:pt>
                <c:pt idx="3361">
                  <c:v>69.120307922363295</c:v>
                </c:pt>
                <c:pt idx="3362">
                  <c:v>69.105804443359403</c:v>
                </c:pt>
                <c:pt idx="3363">
                  <c:v>69.131118774414105</c:v>
                </c:pt>
                <c:pt idx="3364">
                  <c:v>69.12255859375</c:v>
                </c:pt>
                <c:pt idx="3365">
                  <c:v>69.099861145019503</c:v>
                </c:pt>
                <c:pt idx="3366">
                  <c:v>69.062767028808594</c:v>
                </c:pt>
                <c:pt idx="3367">
                  <c:v>69.081817626953097</c:v>
                </c:pt>
                <c:pt idx="3368">
                  <c:v>69.108619689941406</c:v>
                </c:pt>
                <c:pt idx="3369">
                  <c:v>69.070182800292997</c:v>
                </c:pt>
                <c:pt idx="3370">
                  <c:v>69.038742065429702</c:v>
                </c:pt>
                <c:pt idx="3371">
                  <c:v>69.019393920898395</c:v>
                </c:pt>
                <c:pt idx="3372">
                  <c:v>69.003715515136705</c:v>
                </c:pt>
                <c:pt idx="3373">
                  <c:v>68.988456726074205</c:v>
                </c:pt>
                <c:pt idx="3374">
                  <c:v>68.986724853515597</c:v>
                </c:pt>
                <c:pt idx="3375">
                  <c:v>68.991981506347699</c:v>
                </c:pt>
                <c:pt idx="3376">
                  <c:v>68.985893249511705</c:v>
                </c:pt>
                <c:pt idx="3377">
                  <c:v>68.981300354003906</c:v>
                </c:pt>
                <c:pt idx="3378">
                  <c:v>68.976287841796903</c:v>
                </c:pt>
                <c:pt idx="3379">
                  <c:v>68.981910705566406</c:v>
                </c:pt>
                <c:pt idx="3380">
                  <c:v>68.987869262695298</c:v>
                </c:pt>
                <c:pt idx="3381">
                  <c:v>68.987518310546903</c:v>
                </c:pt>
                <c:pt idx="3382">
                  <c:v>68.985481262207003</c:v>
                </c:pt>
                <c:pt idx="3383">
                  <c:v>68.979187011718807</c:v>
                </c:pt>
                <c:pt idx="3384">
                  <c:v>68.9796142578125</c:v>
                </c:pt>
                <c:pt idx="3385">
                  <c:v>68.981086730957003</c:v>
                </c:pt>
                <c:pt idx="3386">
                  <c:v>68.986679077148395</c:v>
                </c:pt>
                <c:pt idx="3387">
                  <c:v>68.990989685058594</c:v>
                </c:pt>
                <c:pt idx="3388">
                  <c:v>68.999229431152301</c:v>
                </c:pt>
                <c:pt idx="3389">
                  <c:v>68.996429443359403</c:v>
                </c:pt>
                <c:pt idx="3390">
                  <c:v>68.993743896484403</c:v>
                </c:pt>
                <c:pt idx="3391">
                  <c:v>68.979698181152301</c:v>
                </c:pt>
                <c:pt idx="3392">
                  <c:v>68.964012145996094</c:v>
                </c:pt>
                <c:pt idx="3393">
                  <c:v>68.948638916015597</c:v>
                </c:pt>
                <c:pt idx="3394">
                  <c:v>68.943122863769503</c:v>
                </c:pt>
                <c:pt idx="3395">
                  <c:v>68.944694519042997</c:v>
                </c:pt>
                <c:pt idx="3396">
                  <c:v>68.942344665527301</c:v>
                </c:pt>
                <c:pt idx="3397">
                  <c:v>68.936470031738295</c:v>
                </c:pt>
                <c:pt idx="3398">
                  <c:v>68.940826416015597</c:v>
                </c:pt>
                <c:pt idx="3399">
                  <c:v>68.939491271972699</c:v>
                </c:pt>
                <c:pt idx="3400">
                  <c:v>68.936256408691406</c:v>
                </c:pt>
                <c:pt idx="3401">
                  <c:v>68.926918029785199</c:v>
                </c:pt>
                <c:pt idx="3402">
                  <c:v>68.927253723144503</c:v>
                </c:pt>
                <c:pt idx="3403">
                  <c:v>68.927978515625</c:v>
                </c:pt>
                <c:pt idx="3404">
                  <c:v>68.923629760742202</c:v>
                </c:pt>
                <c:pt idx="3405">
                  <c:v>68.925682067871094</c:v>
                </c:pt>
                <c:pt idx="3406">
                  <c:v>68.934890747070298</c:v>
                </c:pt>
                <c:pt idx="3407">
                  <c:v>68.933479309082003</c:v>
                </c:pt>
                <c:pt idx="3408">
                  <c:v>68.940963745117202</c:v>
                </c:pt>
                <c:pt idx="3409">
                  <c:v>68.933601379394503</c:v>
                </c:pt>
                <c:pt idx="3410">
                  <c:v>68.929260253906307</c:v>
                </c:pt>
                <c:pt idx="3411">
                  <c:v>68.927131652832003</c:v>
                </c:pt>
                <c:pt idx="3412">
                  <c:v>68.934898376464801</c:v>
                </c:pt>
                <c:pt idx="3413">
                  <c:v>68.937019348144503</c:v>
                </c:pt>
                <c:pt idx="3414">
                  <c:v>68.944648742675795</c:v>
                </c:pt>
                <c:pt idx="3415">
                  <c:v>68.944427490234403</c:v>
                </c:pt>
                <c:pt idx="3416">
                  <c:v>68.938591003417997</c:v>
                </c:pt>
                <c:pt idx="3417">
                  <c:v>68.934989929199205</c:v>
                </c:pt>
                <c:pt idx="3418">
                  <c:v>68.933532714843807</c:v>
                </c:pt>
                <c:pt idx="3419">
                  <c:v>68.932899475097699</c:v>
                </c:pt>
                <c:pt idx="3420">
                  <c:v>68.929664611816406</c:v>
                </c:pt>
                <c:pt idx="3421">
                  <c:v>68.926597595214801</c:v>
                </c:pt>
                <c:pt idx="3422">
                  <c:v>68.923538208007798</c:v>
                </c:pt>
                <c:pt idx="3423">
                  <c:v>68.921295166015597</c:v>
                </c:pt>
                <c:pt idx="3424">
                  <c:v>68.927162170410199</c:v>
                </c:pt>
                <c:pt idx="3425">
                  <c:v>68.921920776367202</c:v>
                </c:pt>
                <c:pt idx="3426">
                  <c:v>68.924209594726605</c:v>
                </c:pt>
                <c:pt idx="3427">
                  <c:v>68.920440673828097</c:v>
                </c:pt>
                <c:pt idx="3428">
                  <c:v>68.916717529296903</c:v>
                </c:pt>
                <c:pt idx="3429">
                  <c:v>68.923614501953097</c:v>
                </c:pt>
                <c:pt idx="3430">
                  <c:v>68.929862976074205</c:v>
                </c:pt>
                <c:pt idx="3431">
                  <c:v>68.929252624511705</c:v>
                </c:pt>
                <c:pt idx="3432">
                  <c:v>68.918701171875</c:v>
                </c:pt>
                <c:pt idx="3433">
                  <c:v>68.914123535156307</c:v>
                </c:pt>
                <c:pt idx="3434">
                  <c:v>68.910087585449205</c:v>
                </c:pt>
                <c:pt idx="3435">
                  <c:v>68.908020019531307</c:v>
                </c:pt>
                <c:pt idx="3436">
                  <c:v>68.906951904296903</c:v>
                </c:pt>
                <c:pt idx="3437">
                  <c:v>68.906410217285199</c:v>
                </c:pt>
                <c:pt idx="3438">
                  <c:v>68.907402038574205</c:v>
                </c:pt>
                <c:pt idx="3439">
                  <c:v>68.907798767089801</c:v>
                </c:pt>
                <c:pt idx="3440">
                  <c:v>68.906845092773395</c:v>
                </c:pt>
                <c:pt idx="3441">
                  <c:v>68.906349182128906</c:v>
                </c:pt>
                <c:pt idx="3442">
                  <c:v>68.906097412109403</c:v>
                </c:pt>
                <c:pt idx="3443">
                  <c:v>68.905967712402301</c:v>
                </c:pt>
                <c:pt idx="3444">
                  <c:v>68.9075927734375</c:v>
                </c:pt>
                <c:pt idx="3445">
                  <c:v>68.907508850097699</c:v>
                </c:pt>
                <c:pt idx="3446">
                  <c:v>68.908386230468807</c:v>
                </c:pt>
                <c:pt idx="3447">
                  <c:v>68.907142639160199</c:v>
                </c:pt>
                <c:pt idx="3448">
                  <c:v>68.906929016113295</c:v>
                </c:pt>
                <c:pt idx="3449">
                  <c:v>68.906784057617202</c:v>
                </c:pt>
                <c:pt idx="3450">
                  <c:v>68.906318664550795</c:v>
                </c:pt>
                <c:pt idx="3451">
                  <c:v>68.906082153320298</c:v>
                </c:pt>
                <c:pt idx="3452">
                  <c:v>68.905960083007798</c:v>
                </c:pt>
                <c:pt idx="3453">
                  <c:v>68.905899047851605</c:v>
                </c:pt>
                <c:pt idx="3454">
                  <c:v>68.905868530273395</c:v>
                </c:pt>
                <c:pt idx="3455">
                  <c:v>68.905845642089801</c:v>
                </c:pt>
                <c:pt idx="3456">
                  <c:v>68.905838012695298</c:v>
                </c:pt>
                <c:pt idx="3457">
                  <c:v>68.905838012695298</c:v>
                </c:pt>
                <c:pt idx="3458">
                  <c:v>68.899887084960895</c:v>
                </c:pt>
                <c:pt idx="3459">
                  <c:v>68.897361755371094</c:v>
                </c:pt>
                <c:pt idx="3460">
                  <c:v>68.901481628417997</c:v>
                </c:pt>
                <c:pt idx="3461">
                  <c:v>68.903602600097699</c:v>
                </c:pt>
                <c:pt idx="3462">
                  <c:v>68.904685974121094</c:v>
                </c:pt>
                <c:pt idx="3463">
                  <c:v>68.905242919921903</c:v>
                </c:pt>
                <c:pt idx="3464">
                  <c:v>68.905532836914105</c:v>
                </c:pt>
                <c:pt idx="3465">
                  <c:v>68.905677795410199</c:v>
                </c:pt>
                <c:pt idx="3466">
                  <c:v>68.905754089355497</c:v>
                </c:pt>
                <c:pt idx="3467">
                  <c:v>68.893974304199205</c:v>
                </c:pt>
                <c:pt idx="3468">
                  <c:v>68.899742126464801</c:v>
                </c:pt>
                <c:pt idx="3469">
                  <c:v>68.902702331542997</c:v>
                </c:pt>
                <c:pt idx="3470">
                  <c:v>68.904228210449205</c:v>
                </c:pt>
                <c:pt idx="3471">
                  <c:v>68.905006408691406</c:v>
                </c:pt>
                <c:pt idx="3472">
                  <c:v>68.905410766601605</c:v>
                </c:pt>
                <c:pt idx="3473">
                  <c:v>68.905616760253906</c:v>
                </c:pt>
                <c:pt idx="3474">
                  <c:v>68.905723571777301</c:v>
                </c:pt>
                <c:pt idx="3475">
                  <c:v>68.905776977539105</c:v>
                </c:pt>
                <c:pt idx="3476">
                  <c:v>68.905799865722699</c:v>
                </c:pt>
                <c:pt idx="3477">
                  <c:v>68.905815124511705</c:v>
                </c:pt>
                <c:pt idx="3478">
                  <c:v>68.905822753906307</c:v>
                </c:pt>
                <c:pt idx="3479">
                  <c:v>68.905830383300795</c:v>
                </c:pt>
                <c:pt idx="3480">
                  <c:v>68.905830383300795</c:v>
                </c:pt>
                <c:pt idx="3481">
                  <c:v>68.905830383300795</c:v>
                </c:pt>
                <c:pt idx="3482">
                  <c:v>68.905830383300795</c:v>
                </c:pt>
                <c:pt idx="3483">
                  <c:v>68.905830383300795</c:v>
                </c:pt>
                <c:pt idx="3484">
                  <c:v>68.905830383300795</c:v>
                </c:pt>
                <c:pt idx="3485">
                  <c:v>68.905830383300795</c:v>
                </c:pt>
                <c:pt idx="3486">
                  <c:v>68.905830383300795</c:v>
                </c:pt>
                <c:pt idx="3487">
                  <c:v>68.905830383300795</c:v>
                </c:pt>
                <c:pt idx="3488">
                  <c:v>68.905830383300795</c:v>
                </c:pt>
                <c:pt idx="3489">
                  <c:v>68.905830383300795</c:v>
                </c:pt>
                <c:pt idx="3490">
                  <c:v>68.905830383300795</c:v>
                </c:pt>
                <c:pt idx="3491">
                  <c:v>68.905830383300795</c:v>
                </c:pt>
                <c:pt idx="3492">
                  <c:v>68.905830383300795</c:v>
                </c:pt>
                <c:pt idx="3493">
                  <c:v>68.905830383300795</c:v>
                </c:pt>
                <c:pt idx="3494">
                  <c:v>68.905830383300795</c:v>
                </c:pt>
                <c:pt idx="3495">
                  <c:v>68.905830383300795</c:v>
                </c:pt>
                <c:pt idx="3496">
                  <c:v>68.899032592773395</c:v>
                </c:pt>
                <c:pt idx="3497">
                  <c:v>68.896156311035199</c:v>
                </c:pt>
                <c:pt idx="3498">
                  <c:v>68.900863647460895</c:v>
                </c:pt>
                <c:pt idx="3499">
                  <c:v>68.903282165527301</c:v>
                </c:pt>
                <c:pt idx="3500">
                  <c:v>68.904525756835895</c:v>
                </c:pt>
                <c:pt idx="3501">
                  <c:v>68.8570556640625</c:v>
                </c:pt>
                <c:pt idx="3502">
                  <c:v>68.880783081054702</c:v>
                </c:pt>
                <c:pt idx="3503">
                  <c:v>68.875205993652301</c:v>
                </c:pt>
                <c:pt idx="3504">
                  <c:v>68.866928100585895</c:v>
                </c:pt>
                <c:pt idx="3505">
                  <c:v>68.865242004394503</c:v>
                </c:pt>
                <c:pt idx="3506">
                  <c:v>68.866302490234403</c:v>
                </c:pt>
                <c:pt idx="3507">
                  <c:v>68.838333129882798</c:v>
                </c:pt>
                <c:pt idx="3508">
                  <c:v>68.753623962402301</c:v>
                </c:pt>
                <c:pt idx="3509">
                  <c:v>68.768852233886705</c:v>
                </c:pt>
                <c:pt idx="3510">
                  <c:v>68.717910766601605</c:v>
                </c:pt>
                <c:pt idx="3511">
                  <c:v>68.713249206542997</c:v>
                </c:pt>
                <c:pt idx="3512">
                  <c:v>68.729850769042997</c:v>
                </c:pt>
                <c:pt idx="3513">
                  <c:v>68.678329467773395</c:v>
                </c:pt>
                <c:pt idx="3514">
                  <c:v>68.725914001464801</c:v>
                </c:pt>
                <c:pt idx="3515">
                  <c:v>68.691604614257798</c:v>
                </c:pt>
                <c:pt idx="3516">
                  <c:v>68.733726501464801</c:v>
                </c:pt>
                <c:pt idx="3517">
                  <c:v>68.687355041503906</c:v>
                </c:pt>
                <c:pt idx="3518">
                  <c:v>68.719635009765597</c:v>
                </c:pt>
                <c:pt idx="3519">
                  <c:v>68.742523193359403</c:v>
                </c:pt>
                <c:pt idx="3520">
                  <c:v>68.768013000488295</c:v>
                </c:pt>
                <c:pt idx="3521">
                  <c:v>68.764221191406307</c:v>
                </c:pt>
                <c:pt idx="3522">
                  <c:v>68.746376037597699</c:v>
                </c:pt>
                <c:pt idx="3523">
                  <c:v>68.729576110839801</c:v>
                </c:pt>
                <c:pt idx="3524">
                  <c:v>68.699928283691406</c:v>
                </c:pt>
                <c:pt idx="3525">
                  <c:v>68.632347106933594</c:v>
                </c:pt>
                <c:pt idx="3526">
                  <c:v>68.616432189941406</c:v>
                </c:pt>
                <c:pt idx="3527">
                  <c:v>68.638702392578097</c:v>
                </c:pt>
                <c:pt idx="3528">
                  <c:v>68.689186096191406</c:v>
                </c:pt>
                <c:pt idx="3529">
                  <c:v>68.727127075195298</c:v>
                </c:pt>
                <c:pt idx="3530">
                  <c:v>68.745658874511705</c:v>
                </c:pt>
                <c:pt idx="3531">
                  <c:v>68.692070007324205</c:v>
                </c:pt>
                <c:pt idx="3532">
                  <c:v>68.699668884277301</c:v>
                </c:pt>
                <c:pt idx="3533">
                  <c:v>68.665000915527301</c:v>
                </c:pt>
                <c:pt idx="3534">
                  <c:v>68.625373840332003</c:v>
                </c:pt>
                <c:pt idx="3535">
                  <c:v>68.73828125</c:v>
                </c:pt>
                <c:pt idx="3536">
                  <c:v>68.778854370117202</c:v>
                </c:pt>
                <c:pt idx="3537">
                  <c:v>68.784065246582003</c:v>
                </c:pt>
                <c:pt idx="3538">
                  <c:v>68.759941101074205</c:v>
                </c:pt>
                <c:pt idx="3539">
                  <c:v>68.618789672851605</c:v>
                </c:pt>
                <c:pt idx="3540">
                  <c:v>68.510803222656307</c:v>
                </c:pt>
                <c:pt idx="3541">
                  <c:v>68.553489685058594</c:v>
                </c:pt>
                <c:pt idx="3542">
                  <c:v>68.460205078125</c:v>
                </c:pt>
                <c:pt idx="3543">
                  <c:v>68.389007568359403</c:v>
                </c:pt>
                <c:pt idx="3544">
                  <c:v>68.356216430664105</c:v>
                </c:pt>
                <c:pt idx="3545">
                  <c:v>68.258018493652301</c:v>
                </c:pt>
                <c:pt idx="3546">
                  <c:v>68.194023132324205</c:v>
                </c:pt>
                <c:pt idx="3547">
                  <c:v>68.174369812011705</c:v>
                </c:pt>
                <c:pt idx="3548">
                  <c:v>68.205642700195298</c:v>
                </c:pt>
                <c:pt idx="3549">
                  <c:v>68.223320007324205</c:v>
                </c:pt>
                <c:pt idx="3550">
                  <c:v>68.225814819335895</c:v>
                </c:pt>
                <c:pt idx="3551">
                  <c:v>68.215103149414105</c:v>
                </c:pt>
                <c:pt idx="3552">
                  <c:v>68.214149475097699</c:v>
                </c:pt>
                <c:pt idx="3553">
                  <c:v>68.212051391601605</c:v>
                </c:pt>
                <c:pt idx="3554">
                  <c:v>68.178924560546903</c:v>
                </c:pt>
                <c:pt idx="3555">
                  <c:v>68.150062561035199</c:v>
                </c:pt>
                <c:pt idx="3556">
                  <c:v>68.145523071289105</c:v>
                </c:pt>
                <c:pt idx="3557">
                  <c:v>68.169540405273395</c:v>
                </c:pt>
                <c:pt idx="3558">
                  <c:v>68.166763305664105</c:v>
                </c:pt>
                <c:pt idx="3559">
                  <c:v>68.154327392578097</c:v>
                </c:pt>
                <c:pt idx="3560">
                  <c:v>68.141426086425795</c:v>
                </c:pt>
                <c:pt idx="3561">
                  <c:v>68.130409240722699</c:v>
                </c:pt>
                <c:pt idx="3562">
                  <c:v>68.113456726074205</c:v>
                </c:pt>
                <c:pt idx="3563">
                  <c:v>68.1246337890625</c:v>
                </c:pt>
                <c:pt idx="3564">
                  <c:v>68.133087158203097</c:v>
                </c:pt>
                <c:pt idx="3565">
                  <c:v>68.136604309082003</c:v>
                </c:pt>
                <c:pt idx="3566">
                  <c:v>68.142898559570298</c:v>
                </c:pt>
                <c:pt idx="3567">
                  <c:v>68.166648864746094</c:v>
                </c:pt>
                <c:pt idx="3568">
                  <c:v>68.145095825195298</c:v>
                </c:pt>
                <c:pt idx="3569">
                  <c:v>68.173400878906307</c:v>
                </c:pt>
                <c:pt idx="3570">
                  <c:v>68.163726806640597</c:v>
                </c:pt>
                <c:pt idx="3571">
                  <c:v>68.205245971679702</c:v>
                </c:pt>
                <c:pt idx="3572">
                  <c:v>68.1956787109375</c:v>
                </c:pt>
                <c:pt idx="3573">
                  <c:v>68.162040710449205</c:v>
                </c:pt>
                <c:pt idx="3574">
                  <c:v>68.173469543457003</c:v>
                </c:pt>
                <c:pt idx="3575">
                  <c:v>68.168838500976605</c:v>
                </c:pt>
                <c:pt idx="3576">
                  <c:v>68.1488037109375</c:v>
                </c:pt>
                <c:pt idx="3577">
                  <c:v>68.187629699707003</c:v>
                </c:pt>
                <c:pt idx="3578">
                  <c:v>68.206619262695298</c:v>
                </c:pt>
                <c:pt idx="3579">
                  <c:v>68.184791564941406</c:v>
                </c:pt>
                <c:pt idx="3580">
                  <c:v>68.192008972167997</c:v>
                </c:pt>
                <c:pt idx="3581">
                  <c:v>68.159858703613295</c:v>
                </c:pt>
                <c:pt idx="3582">
                  <c:v>68.143272399902301</c:v>
                </c:pt>
                <c:pt idx="3583">
                  <c:v>68.164924621582003</c:v>
                </c:pt>
                <c:pt idx="3584">
                  <c:v>68.146247863769503</c:v>
                </c:pt>
                <c:pt idx="3585">
                  <c:v>68.181694030761705</c:v>
                </c:pt>
                <c:pt idx="3586">
                  <c:v>68.178939819335895</c:v>
                </c:pt>
                <c:pt idx="3587">
                  <c:v>68.173294067382798</c:v>
                </c:pt>
                <c:pt idx="3588">
                  <c:v>68.115776062011705</c:v>
                </c:pt>
                <c:pt idx="3589">
                  <c:v>68.122497558593807</c:v>
                </c:pt>
                <c:pt idx="3590">
                  <c:v>68.0975341796875</c:v>
                </c:pt>
                <c:pt idx="3591">
                  <c:v>68.145256042480497</c:v>
                </c:pt>
                <c:pt idx="3592">
                  <c:v>68.1632080078125</c:v>
                </c:pt>
                <c:pt idx="3593">
                  <c:v>68.184661865234403</c:v>
                </c:pt>
                <c:pt idx="3594">
                  <c:v>68.187728881835895</c:v>
                </c:pt>
                <c:pt idx="3595">
                  <c:v>68.149009704589801</c:v>
                </c:pt>
                <c:pt idx="3596">
                  <c:v>68.101104736328097</c:v>
                </c:pt>
                <c:pt idx="3597">
                  <c:v>68.044754028320298</c:v>
                </c:pt>
                <c:pt idx="3598">
                  <c:v>68.042396545410199</c:v>
                </c:pt>
                <c:pt idx="3599">
                  <c:v>68.078758239746094</c:v>
                </c:pt>
                <c:pt idx="3600">
                  <c:v>68.058952331542997</c:v>
                </c:pt>
                <c:pt idx="3601">
                  <c:v>68.063011169433594</c:v>
                </c:pt>
                <c:pt idx="3602">
                  <c:v>68.084770202636705</c:v>
                </c:pt>
                <c:pt idx="3603">
                  <c:v>68.039421081542997</c:v>
                </c:pt>
                <c:pt idx="3604">
                  <c:v>67.995429992675795</c:v>
                </c:pt>
                <c:pt idx="3605">
                  <c:v>67.978111267089801</c:v>
                </c:pt>
                <c:pt idx="3606">
                  <c:v>68.009666442871094</c:v>
                </c:pt>
                <c:pt idx="3607">
                  <c:v>67.9744873046875</c:v>
                </c:pt>
                <c:pt idx="3608">
                  <c:v>67.964019775390597</c:v>
                </c:pt>
                <c:pt idx="3609">
                  <c:v>67.940322875976605</c:v>
                </c:pt>
                <c:pt idx="3610">
                  <c:v>67.943000793457003</c:v>
                </c:pt>
                <c:pt idx="3611">
                  <c:v>67.927726745605497</c:v>
                </c:pt>
                <c:pt idx="3612">
                  <c:v>67.931716918945298</c:v>
                </c:pt>
                <c:pt idx="3613">
                  <c:v>67.910606384277301</c:v>
                </c:pt>
                <c:pt idx="3614">
                  <c:v>67.908195495605497</c:v>
                </c:pt>
                <c:pt idx="3615">
                  <c:v>67.929267883300795</c:v>
                </c:pt>
                <c:pt idx="3616">
                  <c:v>67.946746826171903</c:v>
                </c:pt>
                <c:pt idx="3617">
                  <c:v>67.931823730468807</c:v>
                </c:pt>
                <c:pt idx="3618">
                  <c:v>67.929428100585895</c:v>
                </c:pt>
                <c:pt idx="3619">
                  <c:v>67.922393798828097</c:v>
                </c:pt>
                <c:pt idx="3620">
                  <c:v>67.927337646484403</c:v>
                </c:pt>
                <c:pt idx="3621">
                  <c:v>67.92919921875</c:v>
                </c:pt>
                <c:pt idx="3622">
                  <c:v>67.928085327148395</c:v>
                </c:pt>
                <c:pt idx="3623">
                  <c:v>67.939773559570298</c:v>
                </c:pt>
                <c:pt idx="3624">
                  <c:v>67.941925048828097</c:v>
                </c:pt>
                <c:pt idx="3625">
                  <c:v>67.932563781738295</c:v>
                </c:pt>
                <c:pt idx="3626">
                  <c:v>67.927314758300795</c:v>
                </c:pt>
                <c:pt idx="3627">
                  <c:v>67.934280395507798</c:v>
                </c:pt>
                <c:pt idx="3628">
                  <c:v>67.942367553710895</c:v>
                </c:pt>
                <c:pt idx="3629">
                  <c:v>67.954010009765597</c:v>
                </c:pt>
                <c:pt idx="3630">
                  <c:v>67.944793701171903</c:v>
                </c:pt>
                <c:pt idx="3631">
                  <c:v>67.945465087890597</c:v>
                </c:pt>
                <c:pt idx="3632">
                  <c:v>67.969825744628906</c:v>
                </c:pt>
                <c:pt idx="3633">
                  <c:v>67.963684082031307</c:v>
                </c:pt>
                <c:pt idx="3634">
                  <c:v>67.951446533203097</c:v>
                </c:pt>
                <c:pt idx="3635">
                  <c:v>67.952453613281307</c:v>
                </c:pt>
                <c:pt idx="3636">
                  <c:v>67.996002197265597</c:v>
                </c:pt>
                <c:pt idx="3637">
                  <c:v>68.024734497070298</c:v>
                </c:pt>
                <c:pt idx="3638">
                  <c:v>68.042518615722699</c:v>
                </c:pt>
                <c:pt idx="3639">
                  <c:v>68.063018798828097</c:v>
                </c:pt>
                <c:pt idx="3640">
                  <c:v>68.076408386230497</c:v>
                </c:pt>
                <c:pt idx="3641">
                  <c:v>68.067153930664105</c:v>
                </c:pt>
                <c:pt idx="3642">
                  <c:v>68.063041687011705</c:v>
                </c:pt>
                <c:pt idx="3643">
                  <c:v>68.050590515136705</c:v>
                </c:pt>
                <c:pt idx="3644">
                  <c:v>68.031059265136705</c:v>
                </c:pt>
                <c:pt idx="3645">
                  <c:v>68.0394287109375</c:v>
                </c:pt>
                <c:pt idx="3646">
                  <c:v>68.012107849121094</c:v>
                </c:pt>
                <c:pt idx="3647">
                  <c:v>68.047935485839801</c:v>
                </c:pt>
                <c:pt idx="3648">
                  <c:v>68.045768737792997</c:v>
                </c:pt>
                <c:pt idx="3649">
                  <c:v>68.074874877929702</c:v>
                </c:pt>
                <c:pt idx="3650">
                  <c:v>68.027374267578097</c:v>
                </c:pt>
                <c:pt idx="3651">
                  <c:v>68.024742126464801</c:v>
                </c:pt>
                <c:pt idx="3652">
                  <c:v>67.990341186523395</c:v>
                </c:pt>
                <c:pt idx="3653">
                  <c:v>67.945747375488295</c:v>
                </c:pt>
                <c:pt idx="3654">
                  <c:v>67.923515319824205</c:v>
                </c:pt>
                <c:pt idx="3655">
                  <c:v>67.940292358398395</c:v>
                </c:pt>
                <c:pt idx="3656">
                  <c:v>67.994316101074205</c:v>
                </c:pt>
                <c:pt idx="3657">
                  <c:v>68.032295227050795</c:v>
                </c:pt>
                <c:pt idx="3658">
                  <c:v>68.041191101074205</c:v>
                </c:pt>
                <c:pt idx="3659">
                  <c:v>67.956855773925795</c:v>
                </c:pt>
                <c:pt idx="3660">
                  <c:v>67.901161193847699</c:v>
                </c:pt>
                <c:pt idx="3661">
                  <c:v>67.904846191406307</c:v>
                </c:pt>
                <c:pt idx="3662">
                  <c:v>67.862594604492202</c:v>
                </c:pt>
                <c:pt idx="3663">
                  <c:v>67.884574890136705</c:v>
                </c:pt>
                <c:pt idx="3664">
                  <c:v>67.937561035156307</c:v>
                </c:pt>
                <c:pt idx="3665">
                  <c:v>67.931175231933594</c:v>
                </c:pt>
                <c:pt idx="3666">
                  <c:v>67.897041320800795</c:v>
                </c:pt>
                <c:pt idx="3667">
                  <c:v>67.944282531738295</c:v>
                </c:pt>
                <c:pt idx="3668">
                  <c:v>67.8878173828125</c:v>
                </c:pt>
                <c:pt idx="3669">
                  <c:v>67.853294372558594</c:v>
                </c:pt>
                <c:pt idx="3670">
                  <c:v>67.823966979980497</c:v>
                </c:pt>
                <c:pt idx="3671">
                  <c:v>67.813728332519503</c:v>
                </c:pt>
                <c:pt idx="3672">
                  <c:v>67.828437805175795</c:v>
                </c:pt>
                <c:pt idx="3673">
                  <c:v>67.814521789550795</c:v>
                </c:pt>
                <c:pt idx="3674">
                  <c:v>67.808341979980497</c:v>
                </c:pt>
                <c:pt idx="3675">
                  <c:v>67.794281005859403</c:v>
                </c:pt>
                <c:pt idx="3676">
                  <c:v>67.804832458496094</c:v>
                </c:pt>
                <c:pt idx="3677">
                  <c:v>67.780334472656307</c:v>
                </c:pt>
                <c:pt idx="3678">
                  <c:v>67.779884338378906</c:v>
                </c:pt>
                <c:pt idx="3679">
                  <c:v>67.779655456542997</c:v>
                </c:pt>
                <c:pt idx="3680">
                  <c:v>67.779541015625</c:v>
                </c:pt>
                <c:pt idx="3681">
                  <c:v>67.796562194824205</c:v>
                </c:pt>
                <c:pt idx="3682">
                  <c:v>67.813362121582003</c:v>
                </c:pt>
                <c:pt idx="3683">
                  <c:v>67.831481933593807</c:v>
                </c:pt>
                <c:pt idx="3684">
                  <c:v>67.830451965332003</c:v>
                </c:pt>
                <c:pt idx="3685">
                  <c:v>67.816398620605497</c:v>
                </c:pt>
                <c:pt idx="3686">
                  <c:v>67.8310546875</c:v>
                </c:pt>
                <c:pt idx="3687">
                  <c:v>67.852722167968807</c:v>
                </c:pt>
                <c:pt idx="3688">
                  <c:v>67.814430236816406</c:v>
                </c:pt>
                <c:pt idx="3689">
                  <c:v>67.811874389648395</c:v>
                </c:pt>
                <c:pt idx="3690">
                  <c:v>67.824661254882798</c:v>
                </c:pt>
                <c:pt idx="3691">
                  <c:v>67.820289611816406</c:v>
                </c:pt>
                <c:pt idx="3692">
                  <c:v>67.803009033203097</c:v>
                </c:pt>
                <c:pt idx="3693">
                  <c:v>67.803138732910199</c:v>
                </c:pt>
                <c:pt idx="3694">
                  <c:v>67.804840087890597</c:v>
                </c:pt>
                <c:pt idx="3695">
                  <c:v>67.802658081054702</c:v>
                </c:pt>
                <c:pt idx="3696">
                  <c:v>67.806365966796903</c:v>
                </c:pt>
                <c:pt idx="3697">
                  <c:v>67.809814453125</c:v>
                </c:pt>
                <c:pt idx="3698">
                  <c:v>67.800003051757798</c:v>
                </c:pt>
                <c:pt idx="3699">
                  <c:v>67.792198181152301</c:v>
                </c:pt>
                <c:pt idx="3700">
                  <c:v>67.791755676269503</c:v>
                </c:pt>
                <c:pt idx="3701">
                  <c:v>67.790336608886705</c:v>
                </c:pt>
                <c:pt idx="3702">
                  <c:v>67.793296813964801</c:v>
                </c:pt>
                <c:pt idx="3703">
                  <c:v>67.811378479003906</c:v>
                </c:pt>
                <c:pt idx="3704">
                  <c:v>67.821220397949205</c:v>
                </c:pt>
                <c:pt idx="3705">
                  <c:v>67.824882507324205</c:v>
                </c:pt>
                <c:pt idx="3706">
                  <c:v>67.8046875</c:v>
                </c:pt>
                <c:pt idx="3707">
                  <c:v>67.794738769531307</c:v>
                </c:pt>
                <c:pt idx="3708">
                  <c:v>67.806045532226605</c:v>
                </c:pt>
                <c:pt idx="3709">
                  <c:v>67.794494628906307</c:v>
                </c:pt>
                <c:pt idx="3710">
                  <c:v>67.776527404785199</c:v>
                </c:pt>
                <c:pt idx="3711">
                  <c:v>67.785942077636705</c:v>
                </c:pt>
                <c:pt idx="3712">
                  <c:v>67.801773071289105</c:v>
                </c:pt>
                <c:pt idx="3713">
                  <c:v>67.799446105957003</c:v>
                </c:pt>
                <c:pt idx="3714">
                  <c:v>67.782402038574205</c:v>
                </c:pt>
                <c:pt idx="3715">
                  <c:v>67.788139343261705</c:v>
                </c:pt>
                <c:pt idx="3716">
                  <c:v>67.782920837402301</c:v>
                </c:pt>
                <c:pt idx="3717">
                  <c:v>67.799041748046903</c:v>
                </c:pt>
                <c:pt idx="3718">
                  <c:v>67.724952697753906</c:v>
                </c:pt>
                <c:pt idx="3719">
                  <c:v>67.704635620117202</c:v>
                </c:pt>
                <c:pt idx="3720">
                  <c:v>67.610763549804702</c:v>
                </c:pt>
                <c:pt idx="3721">
                  <c:v>67.523674011230497</c:v>
                </c:pt>
                <c:pt idx="3722">
                  <c:v>67.479438781738295</c:v>
                </c:pt>
                <c:pt idx="3723">
                  <c:v>67.441642761230497</c:v>
                </c:pt>
                <c:pt idx="3724">
                  <c:v>67.412773132324205</c:v>
                </c:pt>
                <c:pt idx="3725">
                  <c:v>67.395408630371094</c:v>
                </c:pt>
                <c:pt idx="3726">
                  <c:v>67.394989013671903</c:v>
                </c:pt>
                <c:pt idx="3727">
                  <c:v>67.313484191894503</c:v>
                </c:pt>
                <c:pt idx="3728">
                  <c:v>67.279724121093807</c:v>
                </c:pt>
                <c:pt idx="3729">
                  <c:v>67.251312255859403</c:v>
                </c:pt>
                <c:pt idx="3730">
                  <c:v>67.236709594726605</c:v>
                </c:pt>
                <c:pt idx="3731">
                  <c:v>67.255714416503906</c:v>
                </c:pt>
                <c:pt idx="3732">
                  <c:v>67.247627258300795</c:v>
                </c:pt>
                <c:pt idx="3733">
                  <c:v>67.230895996093807</c:v>
                </c:pt>
                <c:pt idx="3734">
                  <c:v>67.219108581542997</c:v>
                </c:pt>
                <c:pt idx="3735">
                  <c:v>67.153030395507798</c:v>
                </c:pt>
                <c:pt idx="3736">
                  <c:v>67.092063903808594</c:v>
                </c:pt>
                <c:pt idx="3737">
                  <c:v>67.047988891601605</c:v>
                </c:pt>
                <c:pt idx="3738">
                  <c:v>67.007461547851605</c:v>
                </c:pt>
                <c:pt idx="3739">
                  <c:v>66.958572387695298</c:v>
                </c:pt>
                <c:pt idx="3740">
                  <c:v>66.723159790039105</c:v>
                </c:pt>
                <c:pt idx="3741">
                  <c:v>66.339782714843807</c:v>
                </c:pt>
                <c:pt idx="3742">
                  <c:v>66.079193115234403</c:v>
                </c:pt>
                <c:pt idx="3743">
                  <c:v>65.915550231933594</c:v>
                </c:pt>
                <c:pt idx="3744">
                  <c:v>65.7767333984375</c:v>
                </c:pt>
                <c:pt idx="3745">
                  <c:v>65.684837341308594</c:v>
                </c:pt>
                <c:pt idx="3746">
                  <c:v>65.637634277343807</c:v>
                </c:pt>
                <c:pt idx="3747">
                  <c:v>65.6134033203125</c:v>
                </c:pt>
                <c:pt idx="3748">
                  <c:v>65.612785339355497</c:v>
                </c:pt>
                <c:pt idx="3749">
                  <c:v>65.600646972656307</c:v>
                </c:pt>
                <c:pt idx="3750">
                  <c:v>65.594413757324205</c:v>
                </c:pt>
                <c:pt idx="3751">
                  <c:v>65.589622497558594</c:v>
                </c:pt>
                <c:pt idx="3752">
                  <c:v>65.582374572753906</c:v>
                </c:pt>
                <c:pt idx="3753">
                  <c:v>65.579093933105497</c:v>
                </c:pt>
                <c:pt idx="3754">
                  <c:v>65.576431274414105</c:v>
                </c:pt>
                <c:pt idx="3755">
                  <c:v>65.564476013183594</c:v>
                </c:pt>
                <c:pt idx="3756">
                  <c:v>65.5206298828125</c:v>
                </c:pt>
                <c:pt idx="3757">
                  <c:v>65.464897155761705</c:v>
                </c:pt>
                <c:pt idx="3758">
                  <c:v>65.373992919921903</c:v>
                </c:pt>
                <c:pt idx="3759">
                  <c:v>65.259864807128906</c:v>
                </c:pt>
                <c:pt idx="3760">
                  <c:v>65.145332336425795</c:v>
                </c:pt>
                <c:pt idx="3761">
                  <c:v>65.04736328125</c:v>
                </c:pt>
                <c:pt idx="3762">
                  <c:v>64.952903747558594</c:v>
                </c:pt>
                <c:pt idx="3763">
                  <c:v>64.900077819824205</c:v>
                </c:pt>
                <c:pt idx="3764">
                  <c:v>64.724479675292997</c:v>
                </c:pt>
                <c:pt idx="3765">
                  <c:v>64.586608886718807</c:v>
                </c:pt>
                <c:pt idx="3766">
                  <c:v>64.494468688964801</c:v>
                </c:pt>
                <c:pt idx="3767">
                  <c:v>64.410209655761705</c:v>
                </c:pt>
                <c:pt idx="3768">
                  <c:v>64.298072814941406</c:v>
                </c:pt>
                <c:pt idx="3769">
                  <c:v>64.207664489746094</c:v>
                </c:pt>
                <c:pt idx="3770">
                  <c:v>64.151077270507798</c:v>
                </c:pt>
                <c:pt idx="3771">
                  <c:v>64.082359313964801</c:v>
                </c:pt>
                <c:pt idx="3772">
                  <c:v>64.044921875</c:v>
                </c:pt>
                <c:pt idx="3773">
                  <c:v>63.978729248046903</c:v>
                </c:pt>
                <c:pt idx="3774">
                  <c:v>63.866367340087898</c:v>
                </c:pt>
                <c:pt idx="3775">
                  <c:v>63.620689392089801</c:v>
                </c:pt>
                <c:pt idx="3776">
                  <c:v>63.4585571289063</c:v>
                </c:pt>
                <c:pt idx="3777">
                  <c:v>63.298229217529297</c:v>
                </c:pt>
                <c:pt idx="3778">
                  <c:v>63.17138671875</c:v>
                </c:pt>
                <c:pt idx="3779">
                  <c:v>63.029830932617202</c:v>
                </c:pt>
                <c:pt idx="3780">
                  <c:v>62.894908905029297</c:v>
                </c:pt>
                <c:pt idx="3781">
                  <c:v>62.775226593017599</c:v>
                </c:pt>
                <c:pt idx="3782">
                  <c:v>62.671852111816399</c:v>
                </c:pt>
                <c:pt idx="3783">
                  <c:v>62.561065673828097</c:v>
                </c:pt>
                <c:pt idx="3784">
                  <c:v>62.4638862609863</c:v>
                </c:pt>
                <c:pt idx="3785">
                  <c:v>62.374057769775398</c:v>
                </c:pt>
                <c:pt idx="3786">
                  <c:v>62.297134399414098</c:v>
                </c:pt>
                <c:pt idx="3787">
                  <c:v>62.197513580322301</c:v>
                </c:pt>
                <c:pt idx="3788">
                  <c:v>62.106887817382798</c:v>
                </c:pt>
                <c:pt idx="3789">
                  <c:v>62.013317108154297</c:v>
                </c:pt>
                <c:pt idx="3790">
                  <c:v>61.874244689941399</c:v>
                </c:pt>
                <c:pt idx="3791">
                  <c:v>61.739467620849602</c:v>
                </c:pt>
                <c:pt idx="3792">
                  <c:v>61.632072448730497</c:v>
                </c:pt>
                <c:pt idx="3793">
                  <c:v>61.516262054443402</c:v>
                </c:pt>
                <c:pt idx="3794">
                  <c:v>61.414314270019503</c:v>
                </c:pt>
                <c:pt idx="3795">
                  <c:v>61.185356140136697</c:v>
                </c:pt>
                <c:pt idx="3796">
                  <c:v>60.963455200195298</c:v>
                </c:pt>
                <c:pt idx="3797">
                  <c:v>60.830135345458999</c:v>
                </c:pt>
                <c:pt idx="3798">
                  <c:v>60.758350372314503</c:v>
                </c:pt>
                <c:pt idx="3799">
                  <c:v>60.711757659912102</c:v>
                </c:pt>
                <c:pt idx="3800">
                  <c:v>60.657684326171903</c:v>
                </c:pt>
                <c:pt idx="3801">
                  <c:v>60.501316070556598</c:v>
                </c:pt>
                <c:pt idx="3802">
                  <c:v>60.338890075683601</c:v>
                </c:pt>
                <c:pt idx="3803">
                  <c:v>60.135753631591797</c:v>
                </c:pt>
                <c:pt idx="3804">
                  <c:v>60.007381439208999</c:v>
                </c:pt>
                <c:pt idx="3805">
                  <c:v>59.9332084655762</c:v>
                </c:pt>
                <c:pt idx="3806">
                  <c:v>59.812084197998097</c:v>
                </c:pt>
                <c:pt idx="3807">
                  <c:v>59.679412841796903</c:v>
                </c:pt>
                <c:pt idx="3808">
                  <c:v>59.552989959716797</c:v>
                </c:pt>
                <c:pt idx="3809">
                  <c:v>59.438446044921903</c:v>
                </c:pt>
                <c:pt idx="3810">
                  <c:v>59.308059692382798</c:v>
                </c:pt>
                <c:pt idx="3811">
                  <c:v>59.175765991210902</c:v>
                </c:pt>
                <c:pt idx="3812">
                  <c:v>59.0342407226563</c:v>
                </c:pt>
                <c:pt idx="3813">
                  <c:v>58.952255249023402</c:v>
                </c:pt>
                <c:pt idx="3814">
                  <c:v>58.871994018554702</c:v>
                </c:pt>
                <c:pt idx="3815">
                  <c:v>58.761009216308601</c:v>
                </c:pt>
                <c:pt idx="3816">
                  <c:v>58.613430023193402</c:v>
                </c:pt>
                <c:pt idx="3817">
                  <c:v>58.510738372802699</c:v>
                </c:pt>
                <c:pt idx="3818">
                  <c:v>58.445320129394503</c:v>
                </c:pt>
                <c:pt idx="3819">
                  <c:v>58.346645355224602</c:v>
                </c:pt>
                <c:pt idx="3820">
                  <c:v>58.197055816650398</c:v>
                </c:pt>
                <c:pt idx="3821">
                  <c:v>58.050418853759801</c:v>
                </c:pt>
                <c:pt idx="3822">
                  <c:v>57.924369812011697</c:v>
                </c:pt>
                <c:pt idx="3823">
                  <c:v>57.782188415527301</c:v>
                </c:pt>
                <c:pt idx="3824">
                  <c:v>57.649082183837898</c:v>
                </c:pt>
                <c:pt idx="3825">
                  <c:v>57.567371368408203</c:v>
                </c:pt>
                <c:pt idx="3826">
                  <c:v>57.520969390869098</c:v>
                </c:pt>
                <c:pt idx="3827">
                  <c:v>57.496906280517599</c:v>
                </c:pt>
                <c:pt idx="3828">
                  <c:v>57.4845581054688</c:v>
                </c:pt>
                <c:pt idx="3829">
                  <c:v>57.423282623291001</c:v>
                </c:pt>
                <c:pt idx="3830">
                  <c:v>57.119674682617202</c:v>
                </c:pt>
                <c:pt idx="3831">
                  <c:v>56.908485412597699</c:v>
                </c:pt>
                <c:pt idx="3832">
                  <c:v>56.725700378417997</c:v>
                </c:pt>
                <c:pt idx="3833">
                  <c:v>56.603183746337898</c:v>
                </c:pt>
                <c:pt idx="3834">
                  <c:v>56.431209564208999</c:v>
                </c:pt>
                <c:pt idx="3835">
                  <c:v>56.313694000244098</c:v>
                </c:pt>
                <c:pt idx="3836">
                  <c:v>56.178173065185597</c:v>
                </c:pt>
                <c:pt idx="3837">
                  <c:v>56.0525512695313</c:v>
                </c:pt>
                <c:pt idx="3838">
                  <c:v>55.962677001953097</c:v>
                </c:pt>
                <c:pt idx="3839">
                  <c:v>55.904605865478501</c:v>
                </c:pt>
                <c:pt idx="3840">
                  <c:v>55.873023986816399</c:v>
                </c:pt>
                <c:pt idx="3841">
                  <c:v>55.856132507324197</c:v>
                </c:pt>
                <c:pt idx="3842">
                  <c:v>55.847335815429702</c:v>
                </c:pt>
                <c:pt idx="3843">
                  <c:v>55.820514678955099</c:v>
                </c:pt>
                <c:pt idx="3844">
                  <c:v>55.803371429443402</c:v>
                </c:pt>
                <c:pt idx="3845">
                  <c:v>55.607490539550803</c:v>
                </c:pt>
                <c:pt idx="3846">
                  <c:v>55.292152404785199</c:v>
                </c:pt>
                <c:pt idx="3847">
                  <c:v>55.001998901367202</c:v>
                </c:pt>
                <c:pt idx="3848">
                  <c:v>54.790718078613303</c:v>
                </c:pt>
                <c:pt idx="3849">
                  <c:v>54.501804351806598</c:v>
                </c:pt>
                <c:pt idx="3850">
                  <c:v>54.333274841308601</c:v>
                </c:pt>
                <c:pt idx="3851">
                  <c:v>54.245800018310597</c:v>
                </c:pt>
                <c:pt idx="3852">
                  <c:v>54.180953979492202</c:v>
                </c:pt>
                <c:pt idx="3853">
                  <c:v>54.096855163574197</c:v>
                </c:pt>
                <c:pt idx="3854">
                  <c:v>53.958446502685597</c:v>
                </c:pt>
                <c:pt idx="3855">
                  <c:v>53.842208862304702</c:v>
                </c:pt>
                <c:pt idx="3856">
                  <c:v>53.705741882324197</c:v>
                </c:pt>
                <c:pt idx="3857">
                  <c:v>53.539566040039098</c:v>
                </c:pt>
                <c:pt idx="3858">
                  <c:v>53.441173553466797</c:v>
                </c:pt>
                <c:pt idx="3859">
                  <c:v>53.384792327880902</c:v>
                </c:pt>
                <c:pt idx="3860">
                  <c:v>53.294914245605497</c:v>
                </c:pt>
                <c:pt idx="3861">
                  <c:v>53.175945281982401</c:v>
                </c:pt>
                <c:pt idx="3862">
                  <c:v>53.074356079101598</c:v>
                </c:pt>
                <c:pt idx="3863">
                  <c:v>52.975086212158203</c:v>
                </c:pt>
                <c:pt idx="3864">
                  <c:v>52.856552124023402</c:v>
                </c:pt>
                <c:pt idx="3865">
                  <c:v>52.767490386962898</c:v>
                </c:pt>
                <c:pt idx="3866">
                  <c:v>52.6856689453125</c:v>
                </c:pt>
                <c:pt idx="3867">
                  <c:v>52.638229370117202</c:v>
                </c:pt>
                <c:pt idx="3868">
                  <c:v>52.605575561523402</c:v>
                </c:pt>
                <c:pt idx="3869">
                  <c:v>52.588809967041001</c:v>
                </c:pt>
                <c:pt idx="3870">
                  <c:v>52.580196380615199</c:v>
                </c:pt>
                <c:pt idx="3871">
                  <c:v>52.575775146484403</c:v>
                </c:pt>
                <c:pt idx="3872">
                  <c:v>52.5735054016113</c:v>
                </c:pt>
                <c:pt idx="3873">
                  <c:v>52.572338104248097</c:v>
                </c:pt>
                <c:pt idx="3874">
                  <c:v>52.4962768554688</c:v>
                </c:pt>
                <c:pt idx="3875">
                  <c:v>52.403778076171903</c:v>
                </c:pt>
                <c:pt idx="3876">
                  <c:v>51.996223449707003</c:v>
                </c:pt>
                <c:pt idx="3877">
                  <c:v>51.657073974609403</c:v>
                </c:pt>
                <c:pt idx="3878">
                  <c:v>51.423728942871101</c:v>
                </c:pt>
                <c:pt idx="3879">
                  <c:v>51.235740661621101</c:v>
                </c:pt>
                <c:pt idx="3880">
                  <c:v>51.1027221679688</c:v>
                </c:pt>
                <c:pt idx="3881">
                  <c:v>51.025485992431598</c:v>
                </c:pt>
                <c:pt idx="3882">
                  <c:v>50.9765625</c:v>
                </c:pt>
                <c:pt idx="3883">
                  <c:v>50.888607025146499</c:v>
                </c:pt>
                <c:pt idx="3884">
                  <c:v>50.807342529296903</c:v>
                </c:pt>
                <c:pt idx="3885">
                  <c:v>50.629974365234403</c:v>
                </c:pt>
                <c:pt idx="3886">
                  <c:v>50.4596557617188</c:v>
                </c:pt>
                <c:pt idx="3887">
                  <c:v>50.370956420898402</c:v>
                </c:pt>
                <c:pt idx="3888">
                  <c:v>50.187820434570298</c:v>
                </c:pt>
                <c:pt idx="3889">
                  <c:v>50.015380859375</c:v>
                </c:pt>
                <c:pt idx="3890">
                  <c:v>49.899627685546903</c:v>
                </c:pt>
                <c:pt idx="3891">
                  <c:v>49.773288726806598</c:v>
                </c:pt>
                <c:pt idx="3892">
                  <c:v>49.689094543457003</c:v>
                </c:pt>
                <c:pt idx="3893">
                  <c:v>49.627368927002003</c:v>
                </c:pt>
                <c:pt idx="3894">
                  <c:v>49.541652679443402</c:v>
                </c:pt>
                <c:pt idx="3895">
                  <c:v>49.437381744384801</c:v>
                </c:pt>
                <c:pt idx="3896">
                  <c:v>49.3731880187988</c:v>
                </c:pt>
                <c:pt idx="3897">
                  <c:v>49.341266632080099</c:v>
                </c:pt>
                <c:pt idx="3898">
                  <c:v>49.323459625244098</c:v>
                </c:pt>
                <c:pt idx="3899">
                  <c:v>49.314041137695298</c:v>
                </c:pt>
                <c:pt idx="3900">
                  <c:v>49.1231079101563</c:v>
                </c:pt>
                <c:pt idx="3901">
                  <c:v>48.908519744873097</c:v>
                </c:pt>
                <c:pt idx="3902">
                  <c:v>48.754570007324197</c:v>
                </c:pt>
                <c:pt idx="3903">
                  <c:v>48.630970001220703</c:v>
                </c:pt>
                <c:pt idx="3904">
                  <c:v>48.522377014160199</c:v>
                </c:pt>
                <c:pt idx="3905">
                  <c:v>48.4428520202637</c:v>
                </c:pt>
                <c:pt idx="3906">
                  <c:v>48.221393585205099</c:v>
                </c:pt>
                <c:pt idx="3907">
                  <c:v>47.343753814697301</c:v>
                </c:pt>
                <c:pt idx="3908">
                  <c:v>46.707950592041001</c:v>
                </c:pt>
                <c:pt idx="3909">
                  <c:v>46.366786956787102</c:v>
                </c:pt>
                <c:pt idx="3910">
                  <c:v>46.181549072265597</c:v>
                </c:pt>
                <c:pt idx="3911">
                  <c:v>46.086467742919901</c:v>
                </c:pt>
                <c:pt idx="3912">
                  <c:v>46.037673950195298</c:v>
                </c:pt>
                <c:pt idx="3913">
                  <c:v>46.012619018554702</c:v>
                </c:pt>
                <c:pt idx="3914">
                  <c:v>45.999752044677699</c:v>
                </c:pt>
                <c:pt idx="3915">
                  <c:v>45.9931449890137</c:v>
                </c:pt>
                <c:pt idx="3916">
                  <c:v>45.989753723144503</c:v>
                </c:pt>
                <c:pt idx="3917">
                  <c:v>45.988014221191399</c:v>
                </c:pt>
                <c:pt idx="3918">
                  <c:v>45.987117767333999</c:v>
                </c:pt>
                <c:pt idx="3919">
                  <c:v>45.986660003662102</c:v>
                </c:pt>
                <c:pt idx="3920">
                  <c:v>45.986423492431598</c:v>
                </c:pt>
                <c:pt idx="3921">
                  <c:v>45.986301422119098</c:v>
                </c:pt>
                <c:pt idx="3922">
                  <c:v>45.986240386962898</c:v>
                </c:pt>
                <c:pt idx="3923">
                  <c:v>45.986209869384801</c:v>
                </c:pt>
                <c:pt idx="3924">
                  <c:v>45.986190795898402</c:v>
                </c:pt>
                <c:pt idx="3925">
                  <c:v>45.986183166503899</c:v>
                </c:pt>
                <c:pt idx="3926">
                  <c:v>45.985561370849602</c:v>
                </c:pt>
                <c:pt idx="3927">
                  <c:v>45.985607147216797</c:v>
                </c:pt>
                <c:pt idx="3928">
                  <c:v>45.967254638671903</c:v>
                </c:pt>
                <c:pt idx="3929">
                  <c:v>45.907478332519503</c:v>
                </c:pt>
                <c:pt idx="3930">
                  <c:v>45.8537406921387</c:v>
                </c:pt>
                <c:pt idx="3931">
                  <c:v>45.7681274414063</c:v>
                </c:pt>
                <c:pt idx="3932">
                  <c:v>45.671604156494098</c:v>
                </c:pt>
                <c:pt idx="3933">
                  <c:v>45.546993255615199</c:v>
                </c:pt>
                <c:pt idx="3934">
                  <c:v>45.460277557373097</c:v>
                </c:pt>
                <c:pt idx="3935">
                  <c:v>45.380992889404297</c:v>
                </c:pt>
                <c:pt idx="3936">
                  <c:v>45.331340789794901</c:v>
                </c:pt>
                <c:pt idx="3937">
                  <c:v>45.264442443847699</c:v>
                </c:pt>
                <c:pt idx="3938">
                  <c:v>45.1723823547363</c:v>
                </c:pt>
                <c:pt idx="3939">
                  <c:v>45.065219879150398</c:v>
                </c:pt>
                <c:pt idx="3940">
                  <c:v>44.9068794250488</c:v>
                </c:pt>
                <c:pt idx="3941">
                  <c:v>44.797340393066399</c:v>
                </c:pt>
                <c:pt idx="3942">
                  <c:v>44.669261932373097</c:v>
                </c:pt>
                <c:pt idx="3943">
                  <c:v>44.585258483886697</c:v>
                </c:pt>
                <c:pt idx="3944">
                  <c:v>44.5151977539063</c:v>
                </c:pt>
                <c:pt idx="3945">
                  <c:v>44.469680786132798</c:v>
                </c:pt>
                <c:pt idx="3946">
                  <c:v>44.444217681884801</c:v>
                </c:pt>
                <c:pt idx="3947">
                  <c:v>44.428676605224602</c:v>
                </c:pt>
                <c:pt idx="3948">
                  <c:v>44.416549682617202</c:v>
                </c:pt>
                <c:pt idx="3949">
                  <c:v>44.410320281982401</c:v>
                </c:pt>
                <c:pt idx="3950">
                  <c:v>44.348522186279297</c:v>
                </c:pt>
                <c:pt idx="3951">
                  <c:v>44.196441650390597</c:v>
                </c:pt>
                <c:pt idx="3952">
                  <c:v>43.990642547607401</c:v>
                </c:pt>
                <c:pt idx="3953">
                  <c:v>43.818157196044901</c:v>
                </c:pt>
                <c:pt idx="3954">
                  <c:v>43.696708679199197</c:v>
                </c:pt>
                <c:pt idx="3955">
                  <c:v>43.626575469970703</c:v>
                </c:pt>
                <c:pt idx="3956">
                  <c:v>43.521240234375</c:v>
                </c:pt>
                <c:pt idx="3957">
                  <c:v>43.409141540527301</c:v>
                </c:pt>
                <c:pt idx="3958">
                  <c:v>43.346847534179702</c:v>
                </c:pt>
                <c:pt idx="3959">
                  <c:v>43.284675598144503</c:v>
                </c:pt>
                <c:pt idx="3960">
                  <c:v>43.184093475341797</c:v>
                </c:pt>
                <c:pt idx="3961">
                  <c:v>43.090980529785199</c:v>
                </c:pt>
                <c:pt idx="3962">
                  <c:v>42.996662139892599</c:v>
                </c:pt>
                <c:pt idx="3963">
                  <c:v>42.932590484619098</c:v>
                </c:pt>
                <c:pt idx="3964">
                  <c:v>42.890327453613303</c:v>
                </c:pt>
                <c:pt idx="3965">
                  <c:v>42.8362426757813</c:v>
                </c:pt>
                <c:pt idx="3966">
                  <c:v>42.8041381835938</c:v>
                </c:pt>
                <c:pt idx="3967">
                  <c:v>42.7876586914063</c:v>
                </c:pt>
                <c:pt idx="3968">
                  <c:v>42.779201507568402</c:v>
                </c:pt>
                <c:pt idx="3969">
                  <c:v>42.758827209472699</c:v>
                </c:pt>
                <c:pt idx="3970">
                  <c:v>42.747650146484403</c:v>
                </c:pt>
                <c:pt idx="3971">
                  <c:v>42.734565734863303</c:v>
                </c:pt>
                <c:pt idx="3972">
                  <c:v>42.602291107177699</c:v>
                </c:pt>
                <c:pt idx="3973">
                  <c:v>42.585800170898402</c:v>
                </c:pt>
                <c:pt idx="3974">
                  <c:v>42.398941040039098</c:v>
                </c:pt>
                <c:pt idx="3975">
                  <c:v>42.176490783691399</c:v>
                </c:pt>
                <c:pt idx="3976">
                  <c:v>42.047580718994098</c:v>
                </c:pt>
                <c:pt idx="3977">
                  <c:v>41.980979919433601</c:v>
                </c:pt>
                <c:pt idx="3978">
                  <c:v>41.880466461181598</c:v>
                </c:pt>
                <c:pt idx="3979">
                  <c:v>41.788036346435597</c:v>
                </c:pt>
                <c:pt idx="3980">
                  <c:v>41.7197875976563</c:v>
                </c:pt>
                <c:pt idx="3981">
                  <c:v>41.601696014404297</c:v>
                </c:pt>
                <c:pt idx="3982">
                  <c:v>41.460811614990199</c:v>
                </c:pt>
                <c:pt idx="3983">
                  <c:v>41.389144897460902</c:v>
                </c:pt>
                <c:pt idx="3984">
                  <c:v>41.19482421875</c:v>
                </c:pt>
                <c:pt idx="3985">
                  <c:v>41.080810546875</c:v>
                </c:pt>
                <c:pt idx="3986">
                  <c:v>40.753860473632798</c:v>
                </c:pt>
                <c:pt idx="3987">
                  <c:v>40.1401977539063</c:v>
                </c:pt>
                <c:pt idx="3988">
                  <c:v>39.838760375976598</c:v>
                </c:pt>
                <c:pt idx="3989">
                  <c:v>39.650749206542997</c:v>
                </c:pt>
                <c:pt idx="3990">
                  <c:v>39.554161071777301</c:v>
                </c:pt>
                <c:pt idx="3991">
                  <c:v>39.504581451416001</c:v>
                </c:pt>
                <c:pt idx="3992">
                  <c:v>39.479141235351598</c:v>
                </c:pt>
                <c:pt idx="3993">
                  <c:v>39.466075897216797</c:v>
                </c:pt>
                <c:pt idx="3994">
                  <c:v>39.459365844726598</c:v>
                </c:pt>
                <c:pt idx="3995">
                  <c:v>39.455921173095703</c:v>
                </c:pt>
                <c:pt idx="3996">
                  <c:v>39.454151153564503</c:v>
                </c:pt>
                <c:pt idx="3997">
                  <c:v>39.453243255615199</c:v>
                </c:pt>
                <c:pt idx="3998">
                  <c:v>39.4527778625488</c:v>
                </c:pt>
                <c:pt idx="3999">
                  <c:v>39.452537536621101</c:v>
                </c:pt>
                <c:pt idx="4000">
                  <c:v>39.452415466308601</c:v>
                </c:pt>
                <c:pt idx="4001">
                  <c:v>39.452354431152301</c:v>
                </c:pt>
                <c:pt idx="4002">
                  <c:v>39.452320098877003</c:v>
                </c:pt>
                <c:pt idx="4003">
                  <c:v>39.452304840087898</c:v>
                </c:pt>
                <c:pt idx="4004">
                  <c:v>39.452297210693402</c:v>
                </c:pt>
                <c:pt idx="4005">
                  <c:v>39.4522895812988</c:v>
                </c:pt>
                <c:pt idx="4006">
                  <c:v>39.4522895812988</c:v>
                </c:pt>
                <c:pt idx="4007">
                  <c:v>39.4522895812988</c:v>
                </c:pt>
                <c:pt idx="4008">
                  <c:v>39.452285766601598</c:v>
                </c:pt>
                <c:pt idx="4009">
                  <c:v>39.448478698730497</c:v>
                </c:pt>
                <c:pt idx="4010">
                  <c:v>39.447052001953097</c:v>
                </c:pt>
                <c:pt idx="4011">
                  <c:v>39.448013305664098</c:v>
                </c:pt>
                <c:pt idx="4012">
                  <c:v>39.432342529296903</c:v>
                </c:pt>
                <c:pt idx="4013">
                  <c:v>39.393741607666001</c:v>
                </c:pt>
                <c:pt idx="4014">
                  <c:v>39.321136474609403</c:v>
                </c:pt>
                <c:pt idx="4015">
                  <c:v>39.275100708007798</c:v>
                </c:pt>
                <c:pt idx="4016">
                  <c:v>39.234981536865199</c:v>
                </c:pt>
                <c:pt idx="4017">
                  <c:v>39.1873779296875</c:v>
                </c:pt>
                <c:pt idx="4018">
                  <c:v>39.1279296875</c:v>
                </c:pt>
                <c:pt idx="4019">
                  <c:v>39.059738159179702</c:v>
                </c:pt>
                <c:pt idx="4020">
                  <c:v>38.99169921875</c:v>
                </c:pt>
                <c:pt idx="4021">
                  <c:v>38.928699493408203</c:v>
                </c:pt>
                <c:pt idx="4022">
                  <c:v>38.859275817871101</c:v>
                </c:pt>
                <c:pt idx="4023">
                  <c:v>38.8142280578613</c:v>
                </c:pt>
                <c:pt idx="4024">
                  <c:v>38.798492431640597</c:v>
                </c:pt>
                <c:pt idx="4025">
                  <c:v>38.776412963867202</c:v>
                </c:pt>
                <c:pt idx="4026">
                  <c:v>38.7246284484863</c:v>
                </c:pt>
                <c:pt idx="4027">
                  <c:v>38.690315246582003</c:v>
                </c:pt>
                <c:pt idx="4028">
                  <c:v>38.6373291015625</c:v>
                </c:pt>
                <c:pt idx="4029">
                  <c:v>38.529678344726598</c:v>
                </c:pt>
                <c:pt idx="4030">
                  <c:v>38.470455169677699</c:v>
                </c:pt>
                <c:pt idx="4031">
                  <c:v>38.425697326660199</c:v>
                </c:pt>
                <c:pt idx="4032">
                  <c:v>38.317798614502003</c:v>
                </c:pt>
                <c:pt idx="4033">
                  <c:v>38.250381469726598</c:v>
                </c:pt>
                <c:pt idx="4034">
                  <c:v>38.206722259521499</c:v>
                </c:pt>
                <c:pt idx="4035">
                  <c:v>38.173610687255902</c:v>
                </c:pt>
                <c:pt idx="4036">
                  <c:v>38.1292533874512</c:v>
                </c:pt>
                <c:pt idx="4037">
                  <c:v>38.1031684875488</c:v>
                </c:pt>
                <c:pt idx="4038">
                  <c:v>38.085624694824197</c:v>
                </c:pt>
                <c:pt idx="4039">
                  <c:v>38.052345275878899</c:v>
                </c:pt>
                <c:pt idx="4040">
                  <c:v>37.989585876464801</c:v>
                </c:pt>
                <c:pt idx="4041">
                  <c:v>37.94189453125</c:v>
                </c:pt>
                <c:pt idx="4042">
                  <c:v>37.910213470458999</c:v>
                </c:pt>
                <c:pt idx="4043">
                  <c:v>37.890575408935597</c:v>
                </c:pt>
                <c:pt idx="4044">
                  <c:v>37.880496978759801</c:v>
                </c:pt>
                <c:pt idx="4045">
                  <c:v>37.876171112060597</c:v>
                </c:pt>
                <c:pt idx="4046">
                  <c:v>37.854331970214801</c:v>
                </c:pt>
                <c:pt idx="4047">
                  <c:v>37.792934417724602</c:v>
                </c:pt>
                <c:pt idx="4048">
                  <c:v>37.784885406494098</c:v>
                </c:pt>
                <c:pt idx="4049">
                  <c:v>37.800491333007798</c:v>
                </c:pt>
                <c:pt idx="4050">
                  <c:v>37.612606048583999</c:v>
                </c:pt>
                <c:pt idx="4051">
                  <c:v>37.460498809814503</c:v>
                </c:pt>
                <c:pt idx="4052">
                  <c:v>37.416500091552699</c:v>
                </c:pt>
                <c:pt idx="4053">
                  <c:v>37.396999359130902</c:v>
                </c:pt>
                <c:pt idx="4054">
                  <c:v>37.312107086181598</c:v>
                </c:pt>
                <c:pt idx="4055">
                  <c:v>37.187305450439503</c:v>
                </c:pt>
                <c:pt idx="4056">
                  <c:v>37.103370666503899</c:v>
                </c:pt>
                <c:pt idx="4057">
                  <c:v>37.059650421142599</c:v>
                </c:pt>
                <c:pt idx="4058">
                  <c:v>36.991870880127003</c:v>
                </c:pt>
                <c:pt idx="4059">
                  <c:v>36.940395355224602</c:v>
                </c:pt>
                <c:pt idx="4060">
                  <c:v>36.920822143554702</c:v>
                </c:pt>
                <c:pt idx="4061">
                  <c:v>36.917221069335902</c:v>
                </c:pt>
                <c:pt idx="4062">
                  <c:v>36.882583618164098</c:v>
                </c:pt>
                <c:pt idx="4063">
                  <c:v>36.809211730957003</c:v>
                </c:pt>
                <c:pt idx="4064">
                  <c:v>36.7170600891113</c:v>
                </c:pt>
                <c:pt idx="4065">
                  <c:v>36.671012878417997</c:v>
                </c:pt>
                <c:pt idx="4066">
                  <c:v>36.630886077880902</c:v>
                </c:pt>
                <c:pt idx="4067">
                  <c:v>36.591300964355497</c:v>
                </c:pt>
                <c:pt idx="4068">
                  <c:v>36.524730682373097</c:v>
                </c:pt>
                <c:pt idx="4069">
                  <c:v>36.479450225830099</c:v>
                </c:pt>
                <c:pt idx="4070">
                  <c:v>36.4678764343262</c:v>
                </c:pt>
                <c:pt idx="4071">
                  <c:v>36.461318969726598</c:v>
                </c:pt>
                <c:pt idx="4072">
                  <c:v>36.387504577636697</c:v>
                </c:pt>
                <c:pt idx="4073">
                  <c:v>36.334705352783203</c:v>
                </c:pt>
                <c:pt idx="4074">
                  <c:v>36.316814422607401</c:v>
                </c:pt>
                <c:pt idx="4075">
                  <c:v>36.311611175537102</c:v>
                </c:pt>
                <c:pt idx="4076">
                  <c:v>36.269870758056598</c:v>
                </c:pt>
                <c:pt idx="4077">
                  <c:v>36.2047309875488</c:v>
                </c:pt>
                <c:pt idx="4078">
                  <c:v>36.172065734863303</c:v>
                </c:pt>
                <c:pt idx="4079">
                  <c:v>36.157493591308601</c:v>
                </c:pt>
                <c:pt idx="4080">
                  <c:v>36.145236968994098</c:v>
                </c:pt>
                <c:pt idx="4081">
                  <c:v>36.123695373535199</c:v>
                </c:pt>
                <c:pt idx="4082">
                  <c:v>36.086227416992202</c:v>
                </c:pt>
                <c:pt idx="4083">
                  <c:v>36.052173614502003</c:v>
                </c:pt>
                <c:pt idx="4084">
                  <c:v>36.045768737792997</c:v>
                </c:pt>
                <c:pt idx="4085">
                  <c:v>35.982830047607401</c:v>
                </c:pt>
                <c:pt idx="4086">
                  <c:v>35.918296813964801</c:v>
                </c:pt>
                <c:pt idx="4087">
                  <c:v>35.875511169433601</c:v>
                </c:pt>
                <c:pt idx="4088">
                  <c:v>35.8534126281738</c:v>
                </c:pt>
                <c:pt idx="4089">
                  <c:v>35.855155944824197</c:v>
                </c:pt>
                <c:pt idx="4090">
                  <c:v>35.861057281494098</c:v>
                </c:pt>
                <c:pt idx="4091">
                  <c:v>35.821884155273402</c:v>
                </c:pt>
                <c:pt idx="4092">
                  <c:v>35.728160858154297</c:v>
                </c:pt>
                <c:pt idx="4093">
                  <c:v>35.6711235046387</c:v>
                </c:pt>
                <c:pt idx="4094">
                  <c:v>35.646720886230497</c:v>
                </c:pt>
                <c:pt idx="4095">
                  <c:v>35.615478515625</c:v>
                </c:pt>
                <c:pt idx="4096">
                  <c:v>35.541057586669901</c:v>
                </c:pt>
                <c:pt idx="4097">
                  <c:v>35.483638763427699</c:v>
                </c:pt>
                <c:pt idx="4098">
                  <c:v>35.452907562255902</c:v>
                </c:pt>
                <c:pt idx="4099">
                  <c:v>35.4378051757813</c:v>
                </c:pt>
                <c:pt idx="4100">
                  <c:v>35.436286926269503</c:v>
                </c:pt>
                <c:pt idx="4101">
                  <c:v>35.421257019042997</c:v>
                </c:pt>
                <c:pt idx="4102">
                  <c:v>35.355155944824197</c:v>
                </c:pt>
                <c:pt idx="4103">
                  <c:v>35.285652160644503</c:v>
                </c:pt>
                <c:pt idx="4104">
                  <c:v>35.241641998291001</c:v>
                </c:pt>
                <c:pt idx="4105">
                  <c:v>35.237495422363303</c:v>
                </c:pt>
                <c:pt idx="4106">
                  <c:v>35.255340576171903</c:v>
                </c:pt>
                <c:pt idx="4107">
                  <c:v>35.152069091796903</c:v>
                </c:pt>
                <c:pt idx="4108">
                  <c:v>35.034091949462898</c:v>
                </c:pt>
                <c:pt idx="4109">
                  <c:v>34.964107513427699</c:v>
                </c:pt>
                <c:pt idx="4110">
                  <c:v>34.938117980957003</c:v>
                </c:pt>
                <c:pt idx="4111">
                  <c:v>34.902717590332003</c:v>
                </c:pt>
                <c:pt idx="4112">
                  <c:v>34.882537841796903</c:v>
                </c:pt>
                <c:pt idx="4113">
                  <c:v>34.761383056640597</c:v>
                </c:pt>
                <c:pt idx="4114">
                  <c:v>34.671695709228501</c:v>
                </c:pt>
                <c:pt idx="4115">
                  <c:v>34.622852325439503</c:v>
                </c:pt>
                <c:pt idx="4116">
                  <c:v>34.588314056396499</c:v>
                </c:pt>
                <c:pt idx="4117">
                  <c:v>34.570579528808601</c:v>
                </c:pt>
                <c:pt idx="4118">
                  <c:v>34.561477661132798</c:v>
                </c:pt>
                <c:pt idx="4119">
                  <c:v>34.554683685302699</c:v>
                </c:pt>
                <c:pt idx="4120">
                  <c:v>34.551303863525398</c:v>
                </c:pt>
                <c:pt idx="4121">
                  <c:v>34.548267364502003</c:v>
                </c:pt>
                <c:pt idx="4122">
                  <c:v>34.5450248718262</c:v>
                </c:pt>
                <c:pt idx="4123">
                  <c:v>34.545806884765597</c:v>
                </c:pt>
                <c:pt idx="4124">
                  <c:v>34.539253234863303</c:v>
                </c:pt>
                <c:pt idx="4125">
                  <c:v>34.516712188720703</c:v>
                </c:pt>
                <c:pt idx="4126">
                  <c:v>34.471065521240199</c:v>
                </c:pt>
                <c:pt idx="4127">
                  <c:v>34.467384338378899</c:v>
                </c:pt>
                <c:pt idx="4128">
                  <c:v>34.444545745849602</c:v>
                </c:pt>
                <c:pt idx="4129">
                  <c:v>34.419532775878899</c:v>
                </c:pt>
                <c:pt idx="4130">
                  <c:v>34.4209594726563</c:v>
                </c:pt>
                <c:pt idx="4131">
                  <c:v>34.419303894042997</c:v>
                </c:pt>
                <c:pt idx="4132">
                  <c:v>34.402732849121101</c:v>
                </c:pt>
                <c:pt idx="4133">
                  <c:v>34.313064575195298</c:v>
                </c:pt>
                <c:pt idx="4134">
                  <c:v>34.240276336669901</c:v>
                </c:pt>
                <c:pt idx="4135">
                  <c:v>34.201084136962898</c:v>
                </c:pt>
                <c:pt idx="4136">
                  <c:v>34.205413818359403</c:v>
                </c:pt>
                <c:pt idx="4137">
                  <c:v>34.188259124755902</c:v>
                </c:pt>
                <c:pt idx="4138">
                  <c:v>34.1174507141113</c:v>
                </c:pt>
                <c:pt idx="4139">
                  <c:v>34.167655944824197</c:v>
                </c:pt>
                <c:pt idx="4140">
                  <c:v>34.124332427978501</c:v>
                </c:pt>
                <c:pt idx="4141">
                  <c:v>33.949474334716797</c:v>
                </c:pt>
                <c:pt idx="4142">
                  <c:v>33.866794586181598</c:v>
                </c:pt>
                <c:pt idx="4143">
                  <c:v>33.834190368652301</c:v>
                </c:pt>
                <c:pt idx="4144">
                  <c:v>33.793342590332003</c:v>
                </c:pt>
                <c:pt idx="4145">
                  <c:v>33.765018463134801</c:v>
                </c:pt>
                <c:pt idx="4146">
                  <c:v>33.744132995605497</c:v>
                </c:pt>
                <c:pt idx="4147">
                  <c:v>33.736129760742202</c:v>
                </c:pt>
                <c:pt idx="4148">
                  <c:v>33.733112335205099</c:v>
                </c:pt>
                <c:pt idx="4149">
                  <c:v>33.733245849609403</c:v>
                </c:pt>
                <c:pt idx="4150">
                  <c:v>33.728321075439503</c:v>
                </c:pt>
                <c:pt idx="4151">
                  <c:v>33.727893829345703</c:v>
                </c:pt>
                <c:pt idx="4152">
                  <c:v>33.732433319091797</c:v>
                </c:pt>
                <c:pt idx="4153">
                  <c:v>33.729129791259801</c:v>
                </c:pt>
                <c:pt idx="4154">
                  <c:v>33.718658447265597</c:v>
                </c:pt>
                <c:pt idx="4155">
                  <c:v>33.711338043212898</c:v>
                </c:pt>
                <c:pt idx="4156">
                  <c:v>33.688247680664098</c:v>
                </c:pt>
                <c:pt idx="4157">
                  <c:v>33.689643859863303</c:v>
                </c:pt>
                <c:pt idx="4158">
                  <c:v>33.687637329101598</c:v>
                </c:pt>
                <c:pt idx="4159">
                  <c:v>33.634361267089801</c:v>
                </c:pt>
                <c:pt idx="4160">
                  <c:v>33.591651916503899</c:v>
                </c:pt>
                <c:pt idx="4161">
                  <c:v>33.562633514404297</c:v>
                </c:pt>
                <c:pt idx="4162">
                  <c:v>33.4890747070313</c:v>
                </c:pt>
                <c:pt idx="4163">
                  <c:v>33.448398590087898</c:v>
                </c:pt>
                <c:pt idx="4164">
                  <c:v>33.433872222900398</c:v>
                </c:pt>
                <c:pt idx="4165">
                  <c:v>33.435665130615199</c:v>
                </c:pt>
                <c:pt idx="4166">
                  <c:v>33.429859161377003</c:v>
                </c:pt>
                <c:pt idx="4167">
                  <c:v>33.400890350341797</c:v>
                </c:pt>
                <c:pt idx="4168">
                  <c:v>33.370124816894503</c:v>
                </c:pt>
                <c:pt idx="4169">
                  <c:v>33.325351715087898</c:v>
                </c:pt>
                <c:pt idx="4170">
                  <c:v>33.295646667480497</c:v>
                </c:pt>
                <c:pt idx="4171">
                  <c:v>33.281986236572301</c:v>
                </c:pt>
                <c:pt idx="4172">
                  <c:v>33.290729522705099</c:v>
                </c:pt>
                <c:pt idx="4173">
                  <c:v>33.294162750244098</c:v>
                </c:pt>
                <c:pt idx="4174">
                  <c:v>33.286678314208999</c:v>
                </c:pt>
                <c:pt idx="4175">
                  <c:v>33.276687622070298</c:v>
                </c:pt>
                <c:pt idx="4176">
                  <c:v>33.205142974853501</c:v>
                </c:pt>
                <c:pt idx="4177">
                  <c:v>33.180770874023402</c:v>
                </c:pt>
                <c:pt idx="4178">
                  <c:v>33.148410797119098</c:v>
                </c:pt>
                <c:pt idx="4179">
                  <c:v>33.1258544921875</c:v>
                </c:pt>
                <c:pt idx="4180">
                  <c:v>33.113330841064503</c:v>
                </c:pt>
                <c:pt idx="4181">
                  <c:v>33.113475799560597</c:v>
                </c:pt>
                <c:pt idx="4182">
                  <c:v>33.110458374023402</c:v>
                </c:pt>
                <c:pt idx="4183">
                  <c:v>33.096668243408203</c:v>
                </c:pt>
                <c:pt idx="4184">
                  <c:v>33.096843719482401</c:v>
                </c:pt>
                <c:pt idx="4185">
                  <c:v>33.091651916503899</c:v>
                </c:pt>
                <c:pt idx="4186">
                  <c:v>33.058837890625</c:v>
                </c:pt>
                <c:pt idx="4187">
                  <c:v>33.016975402832003</c:v>
                </c:pt>
                <c:pt idx="4188">
                  <c:v>32.996036529541001</c:v>
                </c:pt>
                <c:pt idx="4189">
                  <c:v>32.987045288085902</c:v>
                </c:pt>
                <c:pt idx="4190">
                  <c:v>32.978713989257798</c:v>
                </c:pt>
                <c:pt idx="4191">
                  <c:v>32.970775604248097</c:v>
                </c:pt>
                <c:pt idx="4192">
                  <c:v>32.972953796386697</c:v>
                </c:pt>
                <c:pt idx="4193">
                  <c:v>32.949066162109403</c:v>
                </c:pt>
                <c:pt idx="4194">
                  <c:v>32.862827301025398</c:v>
                </c:pt>
                <c:pt idx="4195">
                  <c:v>32.810062408447301</c:v>
                </c:pt>
                <c:pt idx="4196">
                  <c:v>32.777797698974602</c:v>
                </c:pt>
                <c:pt idx="4197">
                  <c:v>32.749309539794901</c:v>
                </c:pt>
                <c:pt idx="4198">
                  <c:v>32.7581787109375</c:v>
                </c:pt>
                <c:pt idx="4199">
                  <c:v>32.750198364257798</c:v>
                </c:pt>
                <c:pt idx="4200">
                  <c:v>32.743698120117202</c:v>
                </c:pt>
                <c:pt idx="4201">
                  <c:v>32.733730316162102</c:v>
                </c:pt>
                <c:pt idx="4202">
                  <c:v>32.703132629394503</c:v>
                </c:pt>
                <c:pt idx="4203">
                  <c:v>32.638011932373097</c:v>
                </c:pt>
                <c:pt idx="4204">
                  <c:v>32.631149291992202</c:v>
                </c:pt>
                <c:pt idx="4205">
                  <c:v>32.636795043945298</c:v>
                </c:pt>
                <c:pt idx="4206">
                  <c:v>32.611545562744098</c:v>
                </c:pt>
                <c:pt idx="4207">
                  <c:v>32.569362640380902</c:v>
                </c:pt>
                <c:pt idx="4208">
                  <c:v>32.559665679931598</c:v>
                </c:pt>
                <c:pt idx="4209">
                  <c:v>32.548660278320298</c:v>
                </c:pt>
                <c:pt idx="4210">
                  <c:v>32.523277282714801</c:v>
                </c:pt>
                <c:pt idx="4211">
                  <c:v>32.495899200439503</c:v>
                </c:pt>
                <c:pt idx="4212">
                  <c:v>32.461196899414098</c:v>
                </c:pt>
                <c:pt idx="4213">
                  <c:v>32.436744689941399</c:v>
                </c:pt>
                <c:pt idx="4214">
                  <c:v>32.375801086425803</c:v>
                </c:pt>
                <c:pt idx="4215">
                  <c:v>32.342861175537102</c:v>
                </c:pt>
                <c:pt idx="4216">
                  <c:v>32.331233978271499</c:v>
                </c:pt>
                <c:pt idx="4217">
                  <c:v>32.345375061035199</c:v>
                </c:pt>
                <c:pt idx="4218">
                  <c:v>32.334682464599602</c:v>
                </c:pt>
                <c:pt idx="4219">
                  <c:v>32.317287445068402</c:v>
                </c:pt>
                <c:pt idx="4220">
                  <c:v>32.3081665039063</c:v>
                </c:pt>
                <c:pt idx="4221">
                  <c:v>32.285511016845703</c:v>
                </c:pt>
                <c:pt idx="4222">
                  <c:v>32.284587860107401</c:v>
                </c:pt>
                <c:pt idx="4223">
                  <c:v>32.239986419677699</c:v>
                </c:pt>
                <c:pt idx="4224">
                  <c:v>32.222370147705099</c:v>
                </c:pt>
                <c:pt idx="4225">
                  <c:v>32.195976257324197</c:v>
                </c:pt>
                <c:pt idx="4226">
                  <c:v>32.179412841796903</c:v>
                </c:pt>
                <c:pt idx="4227">
                  <c:v>32.167854309082003</c:v>
                </c:pt>
                <c:pt idx="4228">
                  <c:v>32.168777465820298</c:v>
                </c:pt>
                <c:pt idx="4229">
                  <c:v>32.170688629150398</c:v>
                </c:pt>
                <c:pt idx="4230">
                  <c:v>32.160144805908203</c:v>
                </c:pt>
                <c:pt idx="4231">
                  <c:v>32.082046508789098</c:v>
                </c:pt>
                <c:pt idx="4232">
                  <c:v>32.0481147766113</c:v>
                </c:pt>
                <c:pt idx="4233">
                  <c:v>32.016231536865199</c:v>
                </c:pt>
                <c:pt idx="4234">
                  <c:v>31.980827331543001</c:v>
                </c:pt>
                <c:pt idx="4235">
                  <c:v>31.9574165344238</c:v>
                </c:pt>
                <c:pt idx="4236">
                  <c:v>31.941370010376001</c:v>
                </c:pt>
                <c:pt idx="4237">
                  <c:v>31.9346809387207</c:v>
                </c:pt>
                <c:pt idx="4238">
                  <c:v>31.942186355590799</c:v>
                </c:pt>
                <c:pt idx="4239">
                  <c:v>31.959800720214801</c:v>
                </c:pt>
                <c:pt idx="4240">
                  <c:v>31.969356536865199</c:v>
                </c:pt>
                <c:pt idx="4241">
                  <c:v>31.9549770355225</c:v>
                </c:pt>
                <c:pt idx="4242">
                  <c:v>31.9601154327393</c:v>
                </c:pt>
                <c:pt idx="4243">
                  <c:v>31.875</c:v>
                </c:pt>
                <c:pt idx="4244">
                  <c:v>31.854206085205099</c:v>
                </c:pt>
                <c:pt idx="4245">
                  <c:v>31.785484313964801</c:v>
                </c:pt>
                <c:pt idx="4246">
                  <c:v>31.718202590942401</c:v>
                </c:pt>
                <c:pt idx="4247">
                  <c:v>31.6976528167725</c:v>
                </c:pt>
                <c:pt idx="4248">
                  <c:v>31.702665328979499</c:v>
                </c:pt>
                <c:pt idx="4249">
                  <c:v>31.686332702636701</c:v>
                </c:pt>
                <c:pt idx="4250">
                  <c:v>31.693809509277301</c:v>
                </c:pt>
                <c:pt idx="4251">
                  <c:v>31.684268951416001</c:v>
                </c:pt>
                <c:pt idx="4252">
                  <c:v>31.683799743652301</c:v>
                </c:pt>
                <c:pt idx="4253">
                  <c:v>31.620130538940401</c:v>
                </c:pt>
                <c:pt idx="4254">
                  <c:v>31.577480316162099</c:v>
                </c:pt>
                <c:pt idx="4255">
                  <c:v>31.563848495483398</c:v>
                </c:pt>
                <c:pt idx="4256">
                  <c:v>31.571605682373001</c:v>
                </c:pt>
                <c:pt idx="4257">
                  <c:v>31.534481048583999</c:v>
                </c:pt>
                <c:pt idx="4258">
                  <c:v>31.5179634094238</c:v>
                </c:pt>
                <c:pt idx="4259">
                  <c:v>31.4889011383057</c:v>
                </c:pt>
                <c:pt idx="4260">
                  <c:v>31.491010665893601</c:v>
                </c:pt>
                <c:pt idx="4261">
                  <c:v>31.489866256713899</c:v>
                </c:pt>
                <c:pt idx="4262">
                  <c:v>31.4918422698975</c:v>
                </c:pt>
                <c:pt idx="4263">
                  <c:v>31.460100173950199</c:v>
                </c:pt>
                <c:pt idx="4264">
                  <c:v>31.4561061859131</c:v>
                </c:pt>
                <c:pt idx="4265">
                  <c:v>31.4672241210938</c:v>
                </c:pt>
                <c:pt idx="4266">
                  <c:v>31.4225463867188</c:v>
                </c:pt>
                <c:pt idx="4267">
                  <c:v>31.4074821472168</c:v>
                </c:pt>
                <c:pt idx="4268">
                  <c:v>31.42236328125</c:v>
                </c:pt>
                <c:pt idx="4269">
                  <c:v>31.4258327484131</c:v>
                </c:pt>
                <c:pt idx="4270">
                  <c:v>31.396053314208999</c:v>
                </c:pt>
                <c:pt idx="4271">
                  <c:v>31.382308959960898</c:v>
                </c:pt>
                <c:pt idx="4272">
                  <c:v>31.3691501617432</c:v>
                </c:pt>
                <c:pt idx="4273">
                  <c:v>31.3664150238037</c:v>
                </c:pt>
                <c:pt idx="4274">
                  <c:v>31.367403030395501</c:v>
                </c:pt>
                <c:pt idx="4275">
                  <c:v>31.353012084960898</c:v>
                </c:pt>
                <c:pt idx="4276">
                  <c:v>31.344720840454102</c:v>
                </c:pt>
                <c:pt idx="4277">
                  <c:v>31.3305358886719</c:v>
                </c:pt>
                <c:pt idx="4278">
                  <c:v>31.313327789306602</c:v>
                </c:pt>
                <c:pt idx="4279">
                  <c:v>31.324344635009801</c:v>
                </c:pt>
                <c:pt idx="4280">
                  <c:v>31.330001831054702</c:v>
                </c:pt>
                <c:pt idx="4281">
                  <c:v>31.3329067230225</c:v>
                </c:pt>
                <c:pt idx="4282">
                  <c:v>31.324470520019499</c:v>
                </c:pt>
                <c:pt idx="4283">
                  <c:v>31.3300666809082</c:v>
                </c:pt>
                <c:pt idx="4284">
                  <c:v>31.334062576293899</c:v>
                </c:pt>
                <c:pt idx="4285">
                  <c:v>31.336427688598601</c:v>
                </c:pt>
                <c:pt idx="4286">
                  <c:v>31.336206436157202</c:v>
                </c:pt>
                <c:pt idx="4287">
                  <c:v>31.336994171142599</c:v>
                </c:pt>
                <c:pt idx="4288">
                  <c:v>31.3364963531494</c:v>
                </c:pt>
                <c:pt idx="4289">
                  <c:v>31.336240768432599</c:v>
                </c:pt>
                <c:pt idx="4290">
                  <c:v>31.324378967285199</c:v>
                </c:pt>
                <c:pt idx="4291">
                  <c:v>31.330018997192401</c:v>
                </c:pt>
                <c:pt idx="4292">
                  <c:v>31.318330764770501</c:v>
                </c:pt>
                <c:pt idx="4293">
                  <c:v>31.3171195983887</c:v>
                </c:pt>
                <c:pt idx="4294">
                  <c:v>31.316936492919901</c:v>
                </c:pt>
                <c:pt idx="4295">
                  <c:v>31.305740356445298</c:v>
                </c:pt>
                <c:pt idx="4296">
                  <c:v>31.3011684417725</c:v>
                </c:pt>
                <c:pt idx="4297">
                  <c:v>31.2994499206543</c:v>
                </c:pt>
                <c:pt idx="4298">
                  <c:v>31.297937393188501</c:v>
                </c:pt>
                <c:pt idx="4299">
                  <c:v>31.240596771240199</c:v>
                </c:pt>
                <c:pt idx="4300">
                  <c:v>31.216382980346701</c:v>
                </c:pt>
                <c:pt idx="4301">
                  <c:v>31.076078414916999</c:v>
                </c:pt>
                <c:pt idx="4302">
                  <c:v>31.143693923950199</c:v>
                </c:pt>
                <c:pt idx="4303">
                  <c:v>30.969001770019499</c:v>
                </c:pt>
                <c:pt idx="4304">
                  <c:v>30.9753513336182</c:v>
                </c:pt>
                <c:pt idx="4305">
                  <c:v>30.837862014770501</c:v>
                </c:pt>
                <c:pt idx="4306">
                  <c:v>30.850234985351602</c:v>
                </c:pt>
                <c:pt idx="4307">
                  <c:v>30.796808242797901</c:v>
                </c:pt>
                <c:pt idx="4308">
                  <c:v>30.7693786621094</c:v>
                </c:pt>
                <c:pt idx="4309">
                  <c:v>30.7871284484863</c:v>
                </c:pt>
                <c:pt idx="4310">
                  <c:v>30.808555603027301</c:v>
                </c:pt>
                <c:pt idx="4311">
                  <c:v>30.819341659545898</c:v>
                </c:pt>
                <c:pt idx="4312">
                  <c:v>30.985813140869102</c:v>
                </c:pt>
                <c:pt idx="4313">
                  <c:v>31.0253791809082</c:v>
                </c:pt>
                <c:pt idx="4314">
                  <c:v>30.952661514282202</c:v>
                </c:pt>
                <c:pt idx="4315">
                  <c:v>30.910032272338899</c:v>
                </c:pt>
                <c:pt idx="4316">
                  <c:v>30.900367736816399</c:v>
                </c:pt>
                <c:pt idx="4317">
                  <c:v>30.8954048156738</c:v>
                </c:pt>
                <c:pt idx="4318">
                  <c:v>30.7388610839844</c:v>
                </c:pt>
                <c:pt idx="4319">
                  <c:v>30.650384902954102</c:v>
                </c:pt>
                <c:pt idx="4320">
                  <c:v>30.627965927123999</c:v>
                </c:pt>
                <c:pt idx="4321">
                  <c:v>30.596586227416999</c:v>
                </c:pt>
                <c:pt idx="4322">
                  <c:v>30.5655727386475</c:v>
                </c:pt>
                <c:pt idx="4323">
                  <c:v>30.582880020141602</c:v>
                </c:pt>
                <c:pt idx="4324">
                  <c:v>30.55539894104</c:v>
                </c:pt>
                <c:pt idx="4325">
                  <c:v>30.5442810058594</c:v>
                </c:pt>
                <c:pt idx="4326">
                  <c:v>30.562431335449201</c:v>
                </c:pt>
                <c:pt idx="4327">
                  <c:v>30.495756149291999</c:v>
                </c:pt>
                <c:pt idx="4328">
                  <c:v>30.482341766357401</c:v>
                </c:pt>
                <c:pt idx="4329">
                  <c:v>30.475843429565401</c:v>
                </c:pt>
                <c:pt idx="4330">
                  <c:v>30.474481582641602</c:v>
                </c:pt>
                <c:pt idx="4331">
                  <c:v>30.420087814331101</c:v>
                </c:pt>
                <c:pt idx="4332">
                  <c:v>30.4095554351807</c:v>
                </c:pt>
                <c:pt idx="4333">
                  <c:v>30.3951625823975</c:v>
                </c:pt>
                <c:pt idx="4334">
                  <c:v>30.399522781372099</c:v>
                </c:pt>
                <c:pt idx="4335">
                  <c:v>30.4016017913818</c:v>
                </c:pt>
                <c:pt idx="4336">
                  <c:v>30.4007568359375</c:v>
                </c:pt>
                <c:pt idx="4337">
                  <c:v>30.402379989623999</c:v>
                </c:pt>
                <c:pt idx="4338">
                  <c:v>30.4041633605957</c:v>
                </c:pt>
                <c:pt idx="4339">
                  <c:v>30.396154403686499</c:v>
                </c:pt>
                <c:pt idx="4340">
                  <c:v>30.382204055786101</c:v>
                </c:pt>
                <c:pt idx="4341">
                  <c:v>30.3869228363037</c:v>
                </c:pt>
                <c:pt idx="4342">
                  <c:v>30.395824432373001</c:v>
                </c:pt>
                <c:pt idx="4343">
                  <c:v>30.330028533935501</c:v>
                </c:pt>
                <c:pt idx="4344">
                  <c:v>30.308658599853501</c:v>
                </c:pt>
                <c:pt idx="4345">
                  <c:v>30.336606979370099</c:v>
                </c:pt>
                <c:pt idx="4346">
                  <c:v>30.331861495971701</c:v>
                </c:pt>
                <c:pt idx="4347">
                  <c:v>30.252494812011701</c:v>
                </c:pt>
                <c:pt idx="4348">
                  <c:v>30.202228546142599</c:v>
                </c:pt>
                <c:pt idx="4349">
                  <c:v>30.160957336425799</c:v>
                </c:pt>
                <c:pt idx="4350">
                  <c:v>30.136583328247099</c:v>
                </c:pt>
                <c:pt idx="4351">
                  <c:v>30.119247436523398</c:v>
                </c:pt>
                <c:pt idx="4352">
                  <c:v>30.123319625854499</c:v>
                </c:pt>
                <c:pt idx="4353">
                  <c:v>30.130348205566399</c:v>
                </c:pt>
                <c:pt idx="4354">
                  <c:v>30.146671295166001</c:v>
                </c:pt>
                <c:pt idx="4355">
                  <c:v>30.146659851074201</c:v>
                </c:pt>
                <c:pt idx="4356">
                  <c:v>30.114803314208999</c:v>
                </c:pt>
                <c:pt idx="4357">
                  <c:v>30.0861206054688</c:v>
                </c:pt>
                <c:pt idx="4358">
                  <c:v>30.070573806762699</c:v>
                </c:pt>
                <c:pt idx="4359">
                  <c:v>30.0599575042725</c:v>
                </c:pt>
                <c:pt idx="4360">
                  <c:v>30.021806716918899</c:v>
                </c:pt>
                <c:pt idx="4361">
                  <c:v>30.006769180297901</c:v>
                </c:pt>
                <c:pt idx="4362">
                  <c:v>30.0020866394043</c:v>
                </c:pt>
                <c:pt idx="4363">
                  <c:v>29.987672805786101</c:v>
                </c:pt>
                <c:pt idx="4364">
                  <c:v>29.974197387695298</c:v>
                </c:pt>
                <c:pt idx="4365">
                  <c:v>29.970157623291001</c:v>
                </c:pt>
                <c:pt idx="4366">
                  <c:v>29.975557327270501</c:v>
                </c:pt>
                <c:pt idx="4367">
                  <c:v>29.979841232299801</c:v>
                </c:pt>
                <c:pt idx="4368">
                  <c:v>29.992811203002901</c:v>
                </c:pt>
                <c:pt idx="4369">
                  <c:v>29.9754524230957</c:v>
                </c:pt>
                <c:pt idx="4370">
                  <c:v>29.9719562530518</c:v>
                </c:pt>
                <c:pt idx="4371">
                  <c:v>29.997056961059599</c:v>
                </c:pt>
                <c:pt idx="4372">
                  <c:v>29.999591827392599</c:v>
                </c:pt>
                <c:pt idx="4373">
                  <c:v>29.984319686889702</c:v>
                </c:pt>
                <c:pt idx="4374">
                  <c:v>29.943618774414102</c:v>
                </c:pt>
                <c:pt idx="4375">
                  <c:v>29.886854171752901</c:v>
                </c:pt>
                <c:pt idx="4376">
                  <c:v>29.9318237304688</c:v>
                </c:pt>
                <c:pt idx="4377">
                  <c:v>29.865364074706999</c:v>
                </c:pt>
                <c:pt idx="4378">
                  <c:v>29.8319187164307</c:v>
                </c:pt>
                <c:pt idx="4379">
                  <c:v>29.804683685302699</c:v>
                </c:pt>
                <c:pt idx="4380">
                  <c:v>29.7948322296143</c:v>
                </c:pt>
                <c:pt idx="4381">
                  <c:v>29.7931022644043</c:v>
                </c:pt>
                <c:pt idx="4382">
                  <c:v>29.795524597168001</c:v>
                </c:pt>
                <c:pt idx="4383">
                  <c:v>29.796207427978501</c:v>
                </c:pt>
                <c:pt idx="4384">
                  <c:v>29.785642623901399</c:v>
                </c:pt>
                <c:pt idx="4385">
                  <c:v>29.7777423858643</c:v>
                </c:pt>
                <c:pt idx="4386">
                  <c:v>29.777011871337901</c:v>
                </c:pt>
                <c:pt idx="4387">
                  <c:v>29.776767730712901</c:v>
                </c:pt>
                <c:pt idx="4388">
                  <c:v>29.784099578857401</c:v>
                </c:pt>
                <c:pt idx="4389">
                  <c:v>29.767576217651399</c:v>
                </c:pt>
                <c:pt idx="4390">
                  <c:v>29.7508144378662</c:v>
                </c:pt>
                <c:pt idx="4391">
                  <c:v>29.7553405761719</c:v>
                </c:pt>
                <c:pt idx="4392">
                  <c:v>29.744531631469702</c:v>
                </c:pt>
                <c:pt idx="4393">
                  <c:v>29.742841720581101</c:v>
                </c:pt>
                <c:pt idx="4394">
                  <c:v>29.724176406860401</c:v>
                </c:pt>
                <c:pt idx="4395">
                  <c:v>29.719142913818398</c:v>
                </c:pt>
                <c:pt idx="4396">
                  <c:v>29.7034721374512</c:v>
                </c:pt>
                <c:pt idx="4397">
                  <c:v>29.6974697113037</c:v>
                </c:pt>
                <c:pt idx="4398">
                  <c:v>29.699916839599599</c:v>
                </c:pt>
                <c:pt idx="4399">
                  <c:v>29.701173782348601</c:v>
                </c:pt>
                <c:pt idx="4400">
                  <c:v>29.7005805969238</c:v>
                </c:pt>
                <c:pt idx="4401">
                  <c:v>29.7039909362793</c:v>
                </c:pt>
                <c:pt idx="4402">
                  <c:v>29.7071228027344</c:v>
                </c:pt>
                <c:pt idx="4403">
                  <c:v>29.706529617309599</c:v>
                </c:pt>
                <c:pt idx="4404">
                  <c:v>29.7013854980469</c:v>
                </c:pt>
                <c:pt idx="4405">
                  <c:v>29.701927185058601</c:v>
                </c:pt>
                <c:pt idx="4406">
                  <c:v>29.703861236572301</c:v>
                </c:pt>
                <c:pt idx="4407">
                  <c:v>29.6990661621094</c:v>
                </c:pt>
                <c:pt idx="4408">
                  <c:v>29.692457199096701</c:v>
                </c:pt>
                <c:pt idx="4409">
                  <c:v>29.686443328857401</c:v>
                </c:pt>
                <c:pt idx="4410">
                  <c:v>29.687891006469702</c:v>
                </c:pt>
                <c:pt idx="4411">
                  <c:v>29.6848049163818</c:v>
                </c:pt>
                <c:pt idx="4412">
                  <c:v>29.695070266723601</c:v>
                </c:pt>
                <c:pt idx="4413">
                  <c:v>29.626981735229499</c:v>
                </c:pt>
                <c:pt idx="4414">
                  <c:v>29.6085510253906</c:v>
                </c:pt>
                <c:pt idx="4415">
                  <c:v>29.607164382934599</c:v>
                </c:pt>
                <c:pt idx="4416">
                  <c:v>29.600305557251001</c:v>
                </c:pt>
                <c:pt idx="4417">
                  <c:v>29.5764980316162</c:v>
                </c:pt>
                <c:pt idx="4418">
                  <c:v>29.554824829101602</c:v>
                </c:pt>
                <c:pt idx="4419">
                  <c:v>29.558790206909201</c:v>
                </c:pt>
                <c:pt idx="4420">
                  <c:v>29.528528213501001</c:v>
                </c:pt>
                <c:pt idx="4421">
                  <c:v>29.511350631713899</c:v>
                </c:pt>
                <c:pt idx="4422">
                  <c:v>29.462501525878899</c:v>
                </c:pt>
                <c:pt idx="4423">
                  <c:v>29.482002258300799</c:v>
                </c:pt>
                <c:pt idx="4424">
                  <c:v>29.473381042480501</c:v>
                </c:pt>
                <c:pt idx="4425">
                  <c:v>29.499824523925799</c:v>
                </c:pt>
                <c:pt idx="4426">
                  <c:v>29.518800735473601</c:v>
                </c:pt>
                <c:pt idx="4427">
                  <c:v>29.519861221313501</c:v>
                </c:pt>
                <c:pt idx="4428">
                  <c:v>29.535871505737301</c:v>
                </c:pt>
                <c:pt idx="4429">
                  <c:v>29.5385627746582</c:v>
                </c:pt>
                <c:pt idx="4430">
                  <c:v>29.459480285644499</c:v>
                </c:pt>
                <c:pt idx="4431">
                  <c:v>29.4264831542969</c:v>
                </c:pt>
                <c:pt idx="4432">
                  <c:v>29.4434108734131</c:v>
                </c:pt>
                <c:pt idx="4433">
                  <c:v>29.399614334106399</c:v>
                </c:pt>
                <c:pt idx="4434">
                  <c:v>29.382400512695298</c:v>
                </c:pt>
                <c:pt idx="4435">
                  <c:v>29.377292633056602</c:v>
                </c:pt>
                <c:pt idx="4436">
                  <c:v>29.316957473754901</c:v>
                </c:pt>
                <c:pt idx="4437">
                  <c:v>29.312473297119102</c:v>
                </c:pt>
                <c:pt idx="4438">
                  <c:v>29.2904167175293</c:v>
                </c:pt>
                <c:pt idx="4439">
                  <c:v>29.3085536956787</c:v>
                </c:pt>
                <c:pt idx="4440">
                  <c:v>29.281232833862301</c:v>
                </c:pt>
                <c:pt idx="4441">
                  <c:v>29.2676391601563</c:v>
                </c:pt>
                <c:pt idx="4442">
                  <c:v>29.2709140777588</c:v>
                </c:pt>
                <c:pt idx="4443">
                  <c:v>29.245780944824201</c:v>
                </c:pt>
                <c:pt idx="4444">
                  <c:v>29.2632160186768</c:v>
                </c:pt>
                <c:pt idx="4445">
                  <c:v>29.249691009521499</c:v>
                </c:pt>
                <c:pt idx="4446">
                  <c:v>29.247714996337901</c:v>
                </c:pt>
                <c:pt idx="4447">
                  <c:v>29.268196105956999</c:v>
                </c:pt>
                <c:pt idx="4448">
                  <c:v>29.275070190429702</c:v>
                </c:pt>
                <c:pt idx="4449">
                  <c:v>29.262504577636701</c:v>
                </c:pt>
                <c:pt idx="4450">
                  <c:v>29.252363204956101</c:v>
                </c:pt>
                <c:pt idx="4451">
                  <c:v>29.253419876098601</c:v>
                </c:pt>
                <c:pt idx="4452">
                  <c:v>29.249025344848601</c:v>
                </c:pt>
                <c:pt idx="4453">
                  <c:v>29.2596435546875</c:v>
                </c:pt>
                <c:pt idx="4454">
                  <c:v>29.250774383544901</c:v>
                </c:pt>
                <c:pt idx="4455">
                  <c:v>29.2591953277588</c:v>
                </c:pt>
                <c:pt idx="4456">
                  <c:v>29.261081695556602</c:v>
                </c:pt>
                <c:pt idx="4457">
                  <c:v>29.2521152496338</c:v>
                </c:pt>
                <c:pt idx="4458">
                  <c:v>29.2154026031494</c:v>
                </c:pt>
                <c:pt idx="4459">
                  <c:v>29.155353546142599</c:v>
                </c:pt>
                <c:pt idx="4460">
                  <c:v>29.103141784668001</c:v>
                </c:pt>
                <c:pt idx="4461">
                  <c:v>29.056907653808601</c:v>
                </c:pt>
                <c:pt idx="4462">
                  <c:v>29.033180236816399</c:v>
                </c:pt>
                <c:pt idx="4463">
                  <c:v>29.068006515502901</c:v>
                </c:pt>
                <c:pt idx="4464">
                  <c:v>29.054275512695298</c:v>
                </c:pt>
                <c:pt idx="4465">
                  <c:v>29.0343914031982</c:v>
                </c:pt>
                <c:pt idx="4466">
                  <c:v>29.014125823974599</c:v>
                </c:pt>
                <c:pt idx="4467">
                  <c:v>29.009256362915</c:v>
                </c:pt>
                <c:pt idx="4468">
                  <c:v>29.005550384521499</c:v>
                </c:pt>
                <c:pt idx="4469">
                  <c:v>29.0025424957275</c:v>
                </c:pt>
                <c:pt idx="4470">
                  <c:v>29.005918502807599</c:v>
                </c:pt>
                <c:pt idx="4471">
                  <c:v>29.004600524902301</c:v>
                </c:pt>
                <c:pt idx="4472">
                  <c:v>28.9951572418213</c:v>
                </c:pt>
                <c:pt idx="4473">
                  <c:v>29.000072479248001</c:v>
                </c:pt>
                <c:pt idx="4474">
                  <c:v>28.984920501708999</c:v>
                </c:pt>
                <c:pt idx="4475">
                  <c:v>28.959812164306602</c:v>
                </c:pt>
                <c:pt idx="4476">
                  <c:v>28.929094314575199</c:v>
                </c:pt>
                <c:pt idx="4477">
                  <c:v>28.954607009887699</c:v>
                </c:pt>
                <c:pt idx="4478">
                  <c:v>28.959821701049801</c:v>
                </c:pt>
                <c:pt idx="4479">
                  <c:v>28.928585052490199</c:v>
                </c:pt>
                <c:pt idx="4480">
                  <c:v>28.9466953277588</c:v>
                </c:pt>
                <c:pt idx="4481">
                  <c:v>28.909284591674801</c:v>
                </c:pt>
                <c:pt idx="4482">
                  <c:v>28.8839111328125</c:v>
                </c:pt>
                <c:pt idx="4483">
                  <c:v>28.928104400634801</c:v>
                </c:pt>
                <c:pt idx="4484">
                  <c:v>28.9224548339844</c:v>
                </c:pt>
                <c:pt idx="4485">
                  <c:v>28.958473205566399</c:v>
                </c:pt>
                <c:pt idx="4486">
                  <c:v>28.9824333190918</c:v>
                </c:pt>
                <c:pt idx="4487">
                  <c:v>28.992322921752901</c:v>
                </c:pt>
                <c:pt idx="4488">
                  <c:v>29.085077285766602</c:v>
                </c:pt>
                <c:pt idx="4489">
                  <c:v>29.155433654785199</c:v>
                </c:pt>
                <c:pt idx="4490">
                  <c:v>29.185024261474599</c:v>
                </c:pt>
                <c:pt idx="4491">
                  <c:v>29.237279891967798</c:v>
                </c:pt>
                <c:pt idx="4492">
                  <c:v>29.3980827331543</c:v>
                </c:pt>
                <c:pt idx="4493">
                  <c:v>29.5245571136475</c:v>
                </c:pt>
                <c:pt idx="4494">
                  <c:v>29.602048873901399</c:v>
                </c:pt>
                <c:pt idx="4495">
                  <c:v>29.650999069213899</c:v>
                </c:pt>
                <c:pt idx="4496">
                  <c:v>29.6761798858643</c:v>
                </c:pt>
                <c:pt idx="4497">
                  <c:v>29.697286605835</c:v>
                </c:pt>
                <c:pt idx="4498">
                  <c:v>29.735845565795898</c:v>
                </c:pt>
                <c:pt idx="4499">
                  <c:v>29.781759262085</c:v>
                </c:pt>
                <c:pt idx="4500">
                  <c:v>29.8624267578125</c:v>
                </c:pt>
                <c:pt idx="4501">
                  <c:v>29.916166305541999</c:v>
                </c:pt>
                <c:pt idx="4502">
                  <c:v>29.939817428588899</c:v>
                </c:pt>
                <c:pt idx="4503">
                  <c:v>29.984514236450199</c:v>
                </c:pt>
                <c:pt idx="4504">
                  <c:v>30.040840148925799</c:v>
                </c:pt>
                <c:pt idx="4505">
                  <c:v>30.095151901245099</c:v>
                </c:pt>
                <c:pt idx="4506">
                  <c:v>30.113468170166001</c:v>
                </c:pt>
                <c:pt idx="4507">
                  <c:v>30.131649017333999</c:v>
                </c:pt>
                <c:pt idx="4508">
                  <c:v>30.1115112304688</c:v>
                </c:pt>
                <c:pt idx="4509">
                  <c:v>30.136650085449201</c:v>
                </c:pt>
                <c:pt idx="4510">
                  <c:v>30.172498703002901</c:v>
                </c:pt>
                <c:pt idx="4511">
                  <c:v>30.248510360717798</c:v>
                </c:pt>
                <c:pt idx="4512">
                  <c:v>30.3297309875488</c:v>
                </c:pt>
                <c:pt idx="4513">
                  <c:v>30.312767028808601</c:v>
                </c:pt>
                <c:pt idx="4514">
                  <c:v>30.337192535400401</c:v>
                </c:pt>
                <c:pt idx="4515">
                  <c:v>30.3600749969482</c:v>
                </c:pt>
                <c:pt idx="4516">
                  <c:v>30.298933029174801</c:v>
                </c:pt>
                <c:pt idx="4517">
                  <c:v>30.353530883789102</c:v>
                </c:pt>
                <c:pt idx="4518">
                  <c:v>30.348850250244102</c:v>
                </c:pt>
                <c:pt idx="4519">
                  <c:v>30.380508422851602</c:v>
                </c:pt>
                <c:pt idx="4520">
                  <c:v>30.391710281372099</c:v>
                </c:pt>
                <c:pt idx="4521">
                  <c:v>30.419246673583999</c:v>
                </c:pt>
                <c:pt idx="4522">
                  <c:v>30.438407897949201</c:v>
                </c:pt>
                <c:pt idx="4523">
                  <c:v>30.446294784545898</c:v>
                </c:pt>
                <c:pt idx="4524">
                  <c:v>30.42578125</c:v>
                </c:pt>
                <c:pt idx="4525">
                  <c:v>30.422878265380898</c:v>
                </c:pt>
                <c:pt idx="4526">
                  <c:v>30.411436080932599</c:v>
                </c:pt>
                <c:pt idx="4527">
                  <c:v>30.465654373168899</c:v>
                </c:pt>
                <c:pt idx="4528">
                  <c:v>30.473110198974599</c:v>
                </c:pt>
                <c:pt idx="4529">
                  <c:v>30.512292861938501</c:v>
                </c:pt>
                <c:pt idx="4530">
                  <c:v>30.552944183349599</c:v>
                </c:pt>
                <c:pt idx="4531">
                  <c:v>30.7892246246338</c:v>
                </c:pt>
                <c:pt idx="4532">
                  <c:v>30.870506286621101</c:v>
                </c:pt>
                <c:pt idx="4533">
                  <c:v>31.001773834228501</c:v>
                </c:pt>
                <c:pt idx="4534">
                  <c:v>31.0809440612793</c:v>
                </c:pt>
                <c:pt idx="4535">
                  <c:v>31.147832870483398</c:v>
                </c:pt>
                <c:pt idx="4536">
                  <c:v>31.235523223876999</c:v>
                </c:pt>
                <c:pt idx="4537">
                  <c:v>31.270858764648398</c:v>
                </c:pt>
                <c:pt idx="4538">
                  <c:v>31.300493240356399</c:v>
                </c:pt>
                <c:pt idx="4539">
                  <c:v>31.317756652831999</c:v>
                </c:pt>
                <c:pt idx="4540">
                  <c:v>31.328212738037099</c:v>
                </c:pt>
                <c:pt idx="4541">
                  <c:v>31.338371276855501</c:v>
                </c:pt>
                <c:pt idx="4542">
                  <c:v>31.349403381347699</c:v>
                </c:pt>
                <c:pt idx="4543">
                  <c:v>31.414718627929702</c:v>
                </c:pt>
                <c:pt idx="4544">
                  <c:v>31.4582824707031</c:v>
                </c:pt>
                <c:pt idx="4545">
                  <c:v>31.494808197021499</c:v>
                </c:pt>
                <c:pt idx="4546">
                  <c:v>31.5892009735107</c:v>
                </c:pt>
                <c:pt idx="4547">
                  <c:v>31.662845611572301</c:v>
                </c:pt>
                <c:pt idx="4548">
                  <c:v>31.762809753418001</c:v>
                </c:pt>
                <c:pt idx="4549">
                  <c:v>31.857032775878899</c:v>
                </c:pt>
                <c:pt idx="4550">
                  <c:v>31.935052871704102</c:v>
                </c:pt>
                <c:pt idx="4551">
                  <c:v>32.036109924316399</c:v>
                </c:pt>
                <c:pt idx="4552">
                  <c:v>32.110324859619098</c:v>
                </c:pt>
                <c:pt idx="4553">
                  <c:v>32.176872253417997</c:v>
                </c:pt>
                <c:pt idx="4554">
                  <c:v>32.238483428955099</c:v>
                </c:pt>
                <c:pt idx="4555">
                  <c:v>32.345993041992202</c:v>
                </c:pt>
                <c:pt idx="4556">
                  <c:v>32.406299591064503</c:v>
                </c:pt>
                <c:pt idx="4557">
                  <c:v>32.482307434082003</c:v>
                </c:pt>
                <c:pt idx="4558">
                  <c:v>32.511112213134801</c:v>
                </c:pt>
                <c:pt idx="4559">
                  <c:v>32.542598724365199</c:v>
                </c:pt>
                <c:pt idx="4560">
                  <c:v>32.589939117431598</c:v>
                </c:pt>
                <c:pt idx="4561">
                  <c:v>32.635658264160199</c:v>
                </c:pt>
                <c:pt idx="4562">
                  <c:v>32.724941253662102</c:v>
                </c:pt>
                <c:pt idx="4563">
                  <c:v>32.829681396484403</c:v>
                </c:pt>
                <c:pt idx="4564">
                  <c:v>32.854305267333999</c:v>
                </c:pt>
                <c:pt idx="4565">
                  <c:v>32.948532104492202</c:v>
                </c:pt>
                <c:pt idx="4566">
                  <c:v>33.00341796875</c:v>
                </c:pt>
                <c:pt idx="4567">
                  <c:v>33.062301635742202</c:v>
                </c:pt>
                <c:pt idx="4568">
                  <c:v>33.179683685302699</c:v>
                </c:pt>
                <c:pt idx="4569">
                  <c:v>33.238803863525398</c:v>
                </c:pt>
                <c:pt idx="4570">
                  <c:v>33.280593872070298</c:v>
                </c:pt>
                <c:pt idx="4571">
                  <c:v>33.306251525878899</c:v>
                </c:pt>
                <c:pt idx="4572">
                  <c:v>33.441650390625</c:v>
                </c:pt>
                <c:pt idx="4573">
                  <c:v>33.547042846679702</c:v>
                </c:pt>
                <c:pt idx="4574">
                  <c:v>33.612037658691399</c:v>
                </c:pt>
                <c:pt idx="4575">
                  <c:v>33.691188812255902</c:v>
                </c:pt>
                <c:pt idx="4576">
                  <c:v>33.744033813476598</c:v>
                </c:pt>
                <c:pt idx="4577">
                  <c:v>33.841793060302699</c:v>
                </c:pt>
                <c:pt idx="4578">
                  <c:v>33.850898742675803</c:v>
                </c:pt>
                <c:pt idx="4579">
                  <c:v>33.9133110046387</c:v>
                </c:pt>
                <c:pt idx="4580">
                  <c:v>33.988739013671903</c:v>
                </c:pt>
                <c:pt idx="4581">
                  <c:v>34.173309326171903</c:v>
                </c:pt>
                <c:pt idx="4582">
                  <c:v>34.274223327636697</c:v>
                </c:pt>
                <c:pt idx="4583">
                  <c:v>34.382270812988303</c:v>
                </c:pt>
                <c:pt idx="4584">
                  <c:v>34.444797515869098</c:v>
                </c:pt>
                <c:pt idx="4585">
                  <c:v>34.4710693359375</c:v>
                </c:pt>
                <c:pt idx="4586">
                  <c:v>34.507598876953097</c:v>
                </c:pt>
                <c:pt idx="4587">
                  <c:v>34.535511016845703</c:v>
                </c:pt>
                <c:pt idx="4588">
                  <c:v>34.569465637207003</c:v>
                </c:pt>
                <c:pt idx="4589">
                  <c:v>34.563793182373097</c:v>
                </c:pt>
                <c:pt idx="4590">
                  <c:v>34.607379913330099</c:v>
                </c:pt>
                <c:pt idx="4591">
                  <c:v>34.692047119140597</c:v>
                </c:pt>
                <c:pt idx="4592">
                  <c:v>34.806182861328097</c:v>
                </c:pt>
                <c:pt idx="4593">
                  <c:v>34.936965942382798</c:v>
                </c:pt>
                <c:pt idx="4594">
                  <c:v>35.050956726074197</c:v>
                </c:pt>
                <c:pt idx="4595">
                  <c:v>35.1778755187988</c:v>
                </c:pt>
                <c:pt idx="4596">
                  <c:v>35.261093139648402</c:v>
                </c:pt>
                <c:pt idx="4597">
                  <c:v>35.324100494384801</c:v>
                </c:pt>
                <c:pt idx="4598">
                  <c:v>35.381309509277301</c:v>
                </c:pt>
                <c:pt idx="4599">
                  <c:v>35.463417053222699</c:v>
                </c:pt>
                <c:pt idx="4600">
                  <c:v>35.520641326904297</c:v>
                </c:pt>
                <c:pt idx="4601">
                  <c:v>35.595863342285199</c:v>
                </c:pt>
                <c:pt idx="4602">
                  <c:v>35.629592895507798</c:v>
                </c:pt>
                <c:pt idx="4603">
                  <c:v>35.617820739746101</c:v>
                </c:pt>
                <c:pt idx="4604">
                  <c:v>35.661689758300803</c:v>
                </c:pt>
                <c:pt idx="4605">
                  <c:v>35.716129302978501</c:v>
                </c:pt>
                <c:pt idx="4606">
                  <c:v>35.756191253662102</c:v>
                </c:pt>
                <c:pt idx="4607">
                  <c:v>35.826057434082003</c:v>
                </c:pt>
                <c:pt idx="4608">
                  <c:v>35.878345489502003</c:v>
                </c:pt>
                <c:pt idx="4609">
                  <c:v>35.943389892578097</c:v>
                </c:pt>
                <c:pt idx="4610">
                  <c:v>36.000190734863303</c:v>
                </c:pt>
                <c:pt idx="4611">
                  <c:v>36.072227478027301</c:v>
                </c:pt>
                <c:pt idx="4612">
                  <c:v>36.160686492919901</c:v>
                </c:pt>
                <c:pt idx="4613">
                  <c:v>36.247196197509801</c:v>
                </c:pt>
                <c:pt idx="4614">
                  <c:v>36.267528533935597</c:v>
                </c:pt>
                <c:pt idx="4615">
                  <c:v>36.268154144287102</c:v>
                </c:pt>
                <c:pt idx="4616">
                  <c:v>36.286956787109403</c:v>
                </c:pt>
                <c:pt idx="4617">
                  <c:v>36.318748474121101</c:v>
                </c:pt>
                <c:pt idx="4618">
                  <c:v>36.357540130615199</c:v>
                </c:pt>
                <c:pt idx="4619">
                  <c:v>36.452503204345703</c:v>
                </c:pt>
                <c:pt idx="4620">
                  <c:v>36.504219055175803</c:v>
                </c:pt>
                <c:pt idx="4621">
                  <c:v>36.538986206054702</c:v>
                </c:pt>
                <c:pt idx="4622">
                  <c:v>36.557369232177699</c:v>
                </c:pt>
                <c:pt idx="4623">
                  <c:v>36.6356811523438</c:v>
                </c:pt>
                <c:pt idx="4624">
                  <c:v>36.811904907226598</c:v>
                </c:pt>
                <c:pt idx="4625">
                  <c:v>36.9304809570313</c:v>
                </c:pt>
                <c:pt idx="4626">
                  <c:v>37.066390991210902</c:v>
                </c:pt>
                <c:pt idx="4627">
                  <c:v>37.127372741699197</c:v>
                </c:pt>
                <c:pt idx="4628">
                  <c:v>37.231269836425803</c:v>
                </c:pt>
                <c:pt idx="4629">
                  <c:v>37.475925445556598</c:v>
                </c:pt>
                <c:pt idx="4630">
                  <c:v>37.745174407958999</c:v>
                </c:pt>
                <c:pt idx="4631">
                  <c:v>37.911403656005902</c:v>
                </c:pt>
                <c:pt idx="4632">
                  <c:v>38.068195343017599</c:v>
                </c:pt>
                <c:pt idx="4633">
                  <c:v>38.227699279785199</c:v>
                </c:pt>
                <c:pt idx="4634">
                  <c:v>38.372707366943402</c:v>
                </c:pt>
                <c:pt idx="4635">
                  <c:v>38.478885650634801</c:v>
                </c:pt>
                <c:pt idx="4636">
                  <c:v>38.615177154541001</c:v>
                </c:pt>
                <c:pt idx="4637">
                  <c:v>38.878227233886697</c:v>
                </c:pt>
                <c:pt idx="4638">
                  <c:v>39.053958892822301</c:v>
                </c:pt>
                <c:pt idx="4639">
                  <c:v>39.207054138183601</c:v>
                </c:pt>
                <c:pt idx="4640">
                  <c:v>39.314788818359403</c:v>
                </c:pt>
                <c:pt idx="4641">
                  <c:v>39.379947662353501</c:v>
                </c:pt>
                <c:pt idx="4642">
                  <c:v>39.415130615234403</c:v>
                </c:pt>
                <c:pt idx="4643">
                  <c:v>39.433219909667997</c:v>
                </c:pt>
                <c:pt idx="4644">
                  <c:v>39.442497253417997</c:v>
                </c:pt>
                <c:pt idx="4645">
                  <c:v>39.447261810302699</c:v>
                </c:pt>
                <c:pt idx="4646">
                  <c:v>39.44970703125</c:v>
                </c:pt>
                <c:pt idx="4647">
                  <c:v>39.470703125</c:v>
                </c:pt>
                <c:pt idx="4648">
                  <c:v>39.874835968017599</c:v>
                </c:pt>
                <c:pt idx="4649">
                  <c:v>40.464031219482401</c:v>
                </c:pt>
                <c:pt idx="4650">
                  <c:v>41.0646362304688</c:v>
                </c:pt>
                <c:pt idx="4651">
                  <c:v>41.526065826416001</c:v>
                </c:pt>
                <c:pt idx="4652">
                  <c:v>41.961189270019503</c:v>
                </c:pt>
                <c:pt idx="4653">
                  <c:v>42.233322143554702</c:v>
                </c:pt>
                <c:pt idx="4654">
                  <c:v>42.469032287597699</c:v>
                </c:pt>
                <c:pt idx="4655">
                  <c:v>42.602882385253899</c:v>
                </c:pt>
                <c:pt idx="4656">
                  <c:v>42.688163757324197</c:v>
                </c:pt>
                <c:pt idx="4657">
                  <c:v>42.734916687011697</c:v>
                </c:pt>
                <c:pt idx="4658">
                  <c:v>42.793514251708999</c:v>
                </c:pt>
                <c:pt idx="4659">
                  <c:v>42.882198333740199</c:v>
                </c:pt>
                <c:pt idx="4660">
                  <c:v>43.014812469482401</c:v>
                </c:pt>
                <c:pt idx="4661">
                  <c:v>43.094997406005902</c:v>
                </c:pt>
                <c:pt idx="4662">
                  <c:v>43.193264007568402</c:v>
                </c:pt>
                <c:pt idx="4663">
                  <c:v>43.334049224853501</c:v>
                </c:pt>
                <c:pt idx="4664">
                  <c:v>43.437797546386697</c:v>
                </c:pt>
                <c:pt idx="4665">
                  <c:v>43.549491882324197</c:v>
                </c:pt>
                <c:pt idx="4666">
                  <c:v>43.830356597900398</c:v>
                </c:pt>
                <c:pt idx="4667">
                  <c:v>44.062393188476598</c:v>
                </c:pt>
                <c:pt idx="4668">
                  <c:v>44.222011566162102</c:v>
                </c:pt>
                <c:pt idx="4669">
                  <c:v>44.310440063476598</c:v>
                </c:pt>
                <c:pt idx="4670">
                  <c:v>44.3558540344238</c:v>
                </c:pt>
                <c:pt idx="4671">
                  <c:v>44.379154205322301</c:v>
                </c:pt>
                <c:pt idx="4672">
                  <c:v>44.391738891601598</c:v>
                </c:pt>
                <c:pt idx="4673">
                  <c:v>44.402767181396499</c:v>
                </c:pt>
                <c:pt idx="4674">
                  <c:v>44.413402557373097</c:v>
                </c:pt>
                <c:pt idx="4675">
                  <c:v>44.422756195068402</c:v>
                </c:pt>
                <c:pt idx="4676">
                  <c:v>44.4646606445313</c:v>
                </c:pt>
                <c:pt idx="4677">
                  <c:v>44.496257781982401</c:v>
                </c:pt>
                <c:pt idx="4678">
                  <c:v>44.515083312988303</c:v>
                </c:pt>
                <c:pt idx="4679">
                  <c:v>44.550159454345703</c:v>
                </c:pt>
                <c:pt idx="4680">
                  <c:v>44.594680786132798</c:v>
                </c:pt>
                <c:pt idx="4681">
                  <c:v>44.653942108154297</c:v>
                </c:pt>
                <c:pt idx="4682">
                  <c:v>44.701900482177699</c:v>
                </c:pt>
                <c:pt idx="4683">
                  <c:v>44.831733703613303</c:v>
                </c:pt>
                <c:pt idx="4684">
                  <c:v>44.954547882080099</c:v>
                </c:pt>
                <c:pt idx="4685">
                  <c:v>45.086952209472699</c:v>
                </c:pt>
                <c:pt idx="4686">
                  <c:v>45.0957221984863</c:v>
                </c:pt>
                <c:pt idx="4687">
                  <c:v>45.148193359375</c:v>
                </c:pt>
                <c:pt idx="4688">
                  <c:v>45.245765686035199</c:v>
                </c:pt>
                <c:pt idx="4689">
                  <c:v>45.233463287353501</c:v>
                </c:pt>
                <c:pt idx="4690">
                  <c:v>45.274009704589801</c:v>
                </c:pt>
                <c:pt idx="4691">
                  <c:v>45.281452178955099</c:v>
                </c:pt>
                <c:pt idx="4692">
                  <c:v>45.278278350830099</c:v>
                </c:pt>
                <c:pt idx="4693">
                  <c:v>45.367458343505902</c:v>
                </c:pt>
                <c:pt idx="4694">
                  <c:v>45.523166656494098</c:v>
                </c:pt>
                <c:pt idx="4695">
                  <c:v>45.568717956542997</c:v>
                </c:pt>
                <c:pt idx="4696">
                  <c:v>45.735420227050803</c:v>
                </c:pt>
                <c:pt idx="4697">
                  <c:v>45.854812622070298</c:v>
                </c:pt>
                <c:pt idx="4698">
                  <c:v>45.913700103759801</c:v>
                </c:pt>
                <c:pt idx="4699">
                  <c:v>45.945858001708999</c:v>
                </c:pt>
                <c:pt idx="4700">
                  <c:v>45.965476989746101</c:v>
                </c:pt>
                <c:pt idx="4701">
                  <c:v>45.975547790527301</c:v>
                </c:pt>
                <c:pt idx="4702">
                  <c:v>45.980720520019503</c:v>
                </c:pt>
                <c:pt idx="4703">
                  <c:v>45.983375549316399</c:v>
                </c:pt>
                <c:pt idx="4704">
                  <c:v>45.984737396240199</c:v>
                </c:pt>
                <c:pt idx="4705">
                  <c:v>45.985435485839801</c:v>
                </c:pt>
                <c:pt idx="4706">
                  <c:v>45.985797882080099</c:v>
                </c:pt>
                <c:pt idx="4707">
                  <c:v>45.9859809875488</c:v>
                </c:pt>
                <c:pt idx="4708">
                  <c:v>45.986076354980497</c:v>
                </c:pt>
                <c:pt idx="4709">
                  <c:v>45.986122131347699</c:v>
                </c:pt>
                <c:pt idx="4710">
                  <c:v>45.986148834228501</c:v>
                </c:pt>
                <c:pt idx="4711">
                  <c:v>45.986160278320298</c:v>
                </c:pt>
                <c:pt idx="4712">
                  <c:v>45.986167907714801</c:v>
                </c:pt>
                <c:pt idx="4713">
                  <c:v>45.986171722412102</c:v>
                </c:pt>
                <c:pt idx="4714">
                  <c:v>45.986171722412102</c:v>
                </c:pt>
                <c:pt idx="4715">
                  <c:v>45.986175537109403</c:v>
                </c:pt>
                <c:pt idx="4716">
                  <c:v>46.1395874023438</c:v>
                </c:pt>
                <c:pt idx="4717">
                  <c:v>46.192375183105497</c:v>
                </c:pt>
                <c:pt idx="4718">
                  <c:v>46.138912200927699</c:v>
                </c:pt>
                <c:pt idx="4719">
                  <c:v>46.780448913574197</c:v>
                </c:pt>
                <c:pt idx="4720">
                  <c:v>47.256679534912102</c:v>
                </c:pt>
                <c:pt idx="4721">
                  <c:v>47.565338134765597</c:v>
                </c:pt>
                <c:pt idx="4722">
                  <c:v>47.905998229980497</c:v>
                </c:pt>
                <c:pt idx="4723">
                  <c:v>48.094646453857401</c:v>
                </c:pt>
                <c:pt idx="4724">
                  <c:v>48.01513671875</c:v>
                </c:pt>
                <c:pt idx="4725">
                  <c:v>48.052013397216797</c:v>
                </c:pt>
                <c:pt idx="4726">
                  <c:v>48.090358734130902</c:v>
                </c:pt>
                <c:pt idx="4727">
                  <c:v>48.024372100830099</c:v>
                </c:pt>
                <c:pt idx="4728">
                  <c:v>48.113780975341797</c:v>
                </c:pt>
                <c:pt idx="4729">
                  <c:v>48.193599700927699</c:v>
                </c:pt>
                <c:pt idx="4730">
                  <c:v>48.252574920654297</c:v>
                </c:pt>
                <c:pt idx="4731">
                  <c:v>48.313514709472699</c:v>
                </c:pt>
                <c:pt idx="4732">
                  <c:v>48.3316650390625</c:v>
                </c:pt>
                <c:pt idx="4733">
                  <c:v>48.336456298828097</c:v>
                </c:pt>
                <c:pt idx="4734">
                  <c:v>48.371822357177699</c:v>
                </c:pt>
                <c:pt idx="4735">
                  <c:v>48.327869415283203</c:v>
                </c:pt>
                <c:pt idx="4736">
                  <c:v>48.225467681884801</c:v>
                </c:pt>
                <c:pt idx="4737">
                  <c:v>48.197410583496101</c:v>
                </c:pt>
                <c:pt idx="4738">
                  <c:v>48.183990478515597</c:v>
                </c:pt>
                <c:pt idx="4739">
                  <c:v>48.259521484375</c:v>
                </c:pt>
                <c:pt idx="4740">
                  <c:v>48.284702301025398</c:v>
                </c:pt>
                <c:pt idx="4741">
                  <c:v>48.311477661132798</c:v>
                </c:pt>
                <c:pt idx="4742">
                  <c:v>48.247360229492202</c:v>
                </c:pt>
                <c:pt idx="4743">
                  <c:v>48.156780242919901</c:v>
                </c:pt>
                <c:pt idx="4744">
                  <c:v>48.136180877685597</c:v>
                </c:pt>
                <c:pt idx="4745">
                  <c:v>48.147380828857401</c:v>
                </c:pt>
                <c:pt idx="4746">
                  <c:v>48.104358673095703</c:v>
                </c:pt>
                <c:pt idx="4747">
                  <c:v>48.188339233398402</c:v>
                </c:pt>
                <c:pt idx="4748">
                  <c:v>48.183029174804702</c:v>
                </c:pt>
                <c:pt idx="4749">
                  <c:v>48.025730133056598</c:v>
                </c:pt>
                <c:pt idx="4750">
                  <c:v>48.190402984619098</c:v>
                </c:pt>
                <c:pt idx="4751">
                  <c:v>47.888053894042997</c:v>
                </c:pt>
                <c:pt idx="4752">
                  <c:v>47.389854431152301</c:v>
                </c:pt>
                <c:pt idx="4753">
                  <c:v>47.372337341308601</c:v>
                </c:pt>
                <c:pt idx="4754">
                  <c:v>47.494213104248097</c:v>
                </c:pt>
                <c:pt idx="4755">
                  <c:v>47.512466430664098</c:v>
                </c:pt>
                <c:pt idx="4756">
                  <c:v>47.283702850341797</c:v>
                </c:pt>
                <c:pt idx="4757">
                  <c:v>47.044204711914098</c:v>
                </c:pt>
                <c:pt idx="4758">
                  <c:v>47.442234039306598</c:v>
                </c:pt>
                <c:pt idx="4759">
                  <c:v>47.180381774902301</c:v>
                </c:pt>
                <c:pt idx="4760">
                  <c:v>46.959880828857401</c:v>
                </c:pt>
                <c:pt idx="4761">
                  <c:v>46.608165740966797</c:v>
                </c:pt>
                <c:pt idx="4762">
                  <c:v>46.958953857421903</c:v>
                </c:pt>
                <c:pt idx="4763">
                  <c:v>46.859203338623097</c:v>
                </c:pt>
                <c:pt idx="4764">
                  <c:v>46.710838317871101</c:v>
                </c:pt>
                <c:pt idx="4765">
                  <c:v>46.358230590820298</c:v>
                </c:pt>
                <c:pt idx="4766">
                  <c:v>46.2809867858887</c:v>
                </c:pt>
                <c:pt idx="4767">
                  <c:v>46.239086151123097</c:v>
                </c:pt>
                <c:pt idx="4768">
                  <c:v>46.443637847900398</c:v>
                </c:pt>
                <c:pt idx="4769">
                  <c:v>46.513301849365199</c:v>
                </c:pt>
                <c:pt idx="4770">
                  <c:v>46.949577331542997</c:v>
                </c:pt>
                <c:pt idx="4771">
                  <c:v>47.0622749328613</c:v>
                </c:pt>
                <c:pt idx="4772">
                  <c:v>47.465969085693402</c:v>
                </c:pt>
                <c:pt idx="4773">
                  <c:v>47.730819702148402</c:v>
                </c:pt>
                <c:pt idx="4774">
                  <c:v>47.993179321289098</c:v>
                </c:pt>
                <c:pt idx="4775">
                  <c:v>47.646686553955099</c:v>
                </c:pt>
                <c:pt idx="4776">
                  <c:v>47.859485626220703</c:v>
                </c:pt>
                <c:pt idx="4777">
                  <c:v>47.913337707519503</c:v>
                </c:pt>
                <c:pt idx="4778">
                  <c:v>48.008289337158203</c:v>
                </c:pt>
                <c:pt idx="4779">
                  <c:v>48.400485992431598</c:v>
                </c:pt>
                <c:pt idx="4780">
                  <c:v>48.626453399658203</c:v>
                </c:pt>
                <c:pt idx="4781">
                  <c:v>48.688686370849602</c:v>
                </c:pt>
                <c:pt idx="4782">
                  <c:v>48.926467895507798</c:v>
                </c:pt>
                <c:pt idx="4783">
                  <c:v>49.104785919189503</c:v>
                </c:pt>
                <c:pt idx="4784">
                  <c:v>49.2018013000488</c:v>
                </c:pt>
                <c:pt idx="4785">
                  <c:v>49.251609802246101</c:v>
                </c:pt>
                <c:pt idx="4786">
                  <c:v>49.290721893310597</c:v>
                </c:pt>
                <c:pt idx="4787">
                  <c:v>49.315177917480497</c:v>
                </c:pt>
                <c:pt idx="4788">
                  <c:v>49.341472625732401</c:v>
                </c:pt>
                <c:pt idx="4789">
                  <c:v>49.430812835693402</c:v>
                </c:pt>
                <c:pt idx="4790">
                  <c:v>49.554534912109403</c:v>
                </c:pt>
                <c:pt idx="4791">
                  <c:v>49.6119194030762</c:v>
                </c:pt>
                <c:pt idx="4792">
                  <c:v>49.629447937011697</c:v>
                </c:pt>
                <c:pt idx="4793">
                  <c:v>49.638511657714801</c:v>
                </c:pt>
                <c:pt idx="4794">
                  <c:v>49.656715393066399</c:v>
                </c:pt>
                <c:pt idx="4795">
                  <c:v>49.692913055419901</c:v>
                </c:pt>
                <c:pt idx="4796">
                  <c:v>49.7071533203125</c:v>
                </c:pt>
                <c:pt idx="4797">
                  <c:v>49.722339630127003</c:v>
                </c:pt>
                <c:pt idx="4798">
                  <c:v>49.7254028320313</c:v>
                </c:pt>
                <c:pt idx="4799">
                  <c:v>49.720035552978501</c:v>
                </c:pt>
                <c:pt idx="4800">
                  <c:v>49.761054992675803</c:v>
                </c:pt>
                <c:pt idx="4801">
                  <c:v>49.798309326171903</c:v>
                </c:pt>
                <c:pt idx="4802">
                  <c:v>49.811222076416001</c:v>
                </c:pt>
                <c:pt idx="4803">
                  <c:v>49.811439514160199</c:v>
                </c:pt>
                <c:pt idx="4804">
                  <c:v>49.787986755371101</c:v>
                </c:pt>
                <c:pt idx="4805">
                  <c:v>49.749393463134801</c:v>
                </c:pt>
                <c:pt idx="4806">
                  <c:v>49.726520538330099</c:v>
                </c:pt>
                <c:pt idx="4807">
                  <c:v>49.726200103759801</c:v>
                </c:pt>
                <c:pt idx="4808">
                  <c:v>49.714324951171903</c:v>
                </c:pt>
                <c:pt idx="4809">
                  <c:v>49.698066711425803</c:v>
                </c:pt>
                <c:pt idx="4810">
                  <c:v>49.6951713562012</c:v>
                </c:pt>
                <c:pt idx="4811">
                  <c:v>49.675052642822301</c:v>
                </c:pt>
                <c:pt idx="4812">
                  <c:v>49.6409301757813</c:v>
                </c:pt>
                <c:pt idx="4813">
                  <c:v>49.577686309814503</c:v>
                </c:pt>
                <c:pt idx="4814">
                  <c:v>49.545597076416001</c:v>
                </c:pt>
                <c:pt idx="4815">
                  <c:v>49.530830383300803</c:v>
                </c:pt>
                <c:pt idx="4816">
                  <c:v>49.498550415039098</c:v>
                </c:pt>
                <c:pt idx="4817">
                  <c:v>49.467361450195298</c:v>
                </c:pt>
                <c:pt idx="4818">
                  <c:v>49.43798828125</c:v>
                </c:pt>
                <c:pt idx="4819">
                  <c:v>49.401088714599602</c:v>
                </c:pt>
                <c:pt idx="4820">
                  <c:v>49.359592437744098</c:v>
                </c:pt>
                <c:pt idx="4821">
                  <c:v>49.334278106689503</c:v>
                </c:pt>
                <c:pt idx="4822">
                  <c:v>49.320011138916001</c:v>
                </c:pt>
                <c:pt idx="4823">
                  <c:v>49.312301635742202</c:v>
                </c:pt>
                <c:pt idx="4824">
                  <c:v>49.308341979980497</c:v>
                </c:pt>
                <c:pt idx="4825">
                  <c:v>49.306308746337898</c:v>
                </c:pt>
                <c:pt idx="4826">
                  <c:v>49.305267333984403</c:v>
                </c:pt>
                <c:pt idx="4827">
                  <c:v>49.292911529541001</c:v>
                </c:pt>
                <c:pt idx="4828">
                  <c:v>49.298389434814503</c:v>
                </c:pt>
                <c:pt idx="4829">
                  <c:v>49.301200866699197</c:v>
                </c:pt>
                <c:pt idx="4830">
                  <c:v>49.302639007568402</c:v>
                </c:pt>
                <c:pt idx="4831">
                  <c:v>49.285617828369098</c:v>
                </c:pt>
                <c:pt idx="4832">
                  <c:v>49.1354789733887</c:v>
                </c:pt>
                <c:pt idx="4833">
                  <c:v>48.897975921630902</c:v>
                </c:pt>
                <c:pt idx="4834">
                  <c:v>48.793418884277301</c:v>
                </c:pt>
                <c:pt idx="4835">
                  <c:v>48.705482482910199</c:v>
                </c:pt>
                <c:pt idx="4836">
                  <c:v>48.681179046630902</c:v>
                </c:pt>
                <c:pt idx="4837">
                  <c:v>48.568187713623097</c:v>
                </c:pt>
                <c:pt idx="4838">
                  <c:v>48.5610542297363</c:v>
                </c:pt>
                <c:pt idx="4839">
                  <c:v>48.540977478027301</c:v>
                </c:pt>
                <c:pt idx="4840">
                  <c:v>48.497665405273402</c:v>
                </c:pt>
                <c:pt idx="4841">
                  <c:v>48.593654632568402</c:v>
                </c:pt>
                <c:pt idx="4842">
                  <c:v>48.672252655029297</c:v>
                </c:pt>
                <c:pt idx="4843">
                  <c:v>48.778659820556598</c:v>
                </c:pt>
                <c:pt idx="4844">
                  <c:v>48.829154968261697</c:v>
                </c:pt>
                <c:pt idx="4845">
                  <c:v>48.896713256835902</c:v>
                </c:pt>
                <c:pt idx="4846">
                  <c:v>48.969387054443402</c:v>
                </c:pt>
                <c:pt idx="4847">
                  <c:v>49.079128265380902</c:v>
                </c:pt>
                <c:pt idx="4848">
                  <c:v>49.188629150390597</c:v>
                </c:pt>
                <c:pt idx="4849">
                  <c:v>49.244846343994098</c:v>
                </c:pt>
                <c:pt idx="4850">
                  <c:v>49.239101409912102</c:v>
                </c:pt>
                <c:pt idx="4851">
                  <c:v>49.270759582519503</c:v>
                </c:pt>
                <c:pt idx="4852">
                  <c:v>49.287014007568402</c:v>
                </c:pt>
                <c:pt idx="4853">
                  <c:v>49.295360565185597</c:v>
                </c:pt>
                <c:pt idx="4854">
                  <c:v>49.304733276367202</c:v>
                </c:pt>
                <c:pt idx="4855">
                  <c:v>49.310085296630902</c:v>
                </c:pt>
                <c:pt idx="4856">
                  <c:v>49.325893402099602</c:v>
                </c:pt>
                <c:pt idx="4857">
                  <c:v>49.345005035400398</c:v>
                </c:pt>
                <c:pt idx="4858">
                  <c:v>49.392356872558601</c:v>
                </c:pt>
                <c:pt idx="4859">
                  <c:v>49.477405548095703</c:v>
                </c:pt>
                <c:pt idx="4860">
                  <c:v>49.534839630127003</c:v>
                </c:pt>
                <c:pt idx="4861">
                  <c:v>49.575603485107401</c:v>
                </c:pt>
                <c:pt idx="4862">
                  <c:v>49.580780029296903</c:v>
                </c:pt>
                <c:pt idx="4863">
                  <c:v>49.650447845458999</c:v>
                </c:pt>
                <c:pt idx="4864">
                  <c:v>49.781436920166001</c:v>
                </c:pt>
                <c:pt idx="4865">
                  <c:v>49.8766479492188</c:v>
                </c:pt>
                <c:pt idx="4866">
                  <c:v>49.910709381103501</c:v>
                </c:pt>
                <c:pt idx="4867">
                  <c:v>49.952762603759801</c:v>
                </c:pt>
                <c:pt idx="4868">
                  <c:v>49.936954498291001</c:v>
                </c:pt>
                <c:pt idx="4869">
                  <c:v>50.064544677734403</c:v>
                </c:pt>
                <c:pt idx="4870">
                  <c:v>50.169681549072301</c:v>
                </c:pt>
                <c:pt idx="4871">
                  <c:v>50.351222991943402</c:v>
                </c:pt>
                <c:pt idx="4872">
                  <c:v>50.314708709716797</c:v>
                </c:pt>
                <c:pt idx="4873">
                  <c:v>50.533908843994098</c:v>
                </c:pt>
                <c:pt idx="4874">
                  <c:v>50.721351623535199</c:v>
                </c:pt>
                <c:pt idx="4875">
                  <c:v>50.814788818359403</c:v>
                </c:pt>
                <c:pt idx="4876">
                  <c:v>50.879913330078097</c:v>
                </c:pt>
                <c:pt idx="4877">
                  <c:v>50.910076141357401</c:v>
                </c:pt>
                <c:pt idx="4878">
                  <c:v>50.931564331054702</c:v>
                </c:pt>
                <c:pt idx="4879">
                  <c:v>50.950832366943402</c:v>
                </c:pt>
                <c:pt idx="4880">
                  <c:v>50.987506866455099</c:v>
                </c:pt>
                <c:pt idx="4881">
                  <c:v>51.032546997070298</c:v>
                </c:pt>
                <c:pt idx="4882">
                  <c:v>51.164237976074197</c:v>
                </c:pt>
                <c:pt idx="4883">
                  <c:v>51.261123657226598</c:v>
                </c:pt>
                <c:pt idx="4884">
                  <c:v>51.419063568115199</c:v>
                </c:pt>
                <c:pt idx="4885">
                  <c:v>51.535480499267599</c:v>
                </c:pt>
                <c:pt idx="4886">
                  <c:v>51.694187164306598</c:v>
                </c:pt>
                <c:pt idx="4887">
                  <c:v>51.999763488769503</c:v>
                </c:pt>
                <c:pt idx="4888">
                  <c:v>52.193164825439503</c:v>
                </c:pt>
                <c:pt idx="4889">
                  <c:v>52.330108642578097</c:v>
                </c:pt>
                <c:pt idx="4890">
                  <c:v>52.4473266601563</c:v>
                </c:pt>
                <c:pt idx="4891">
                  <c:v>52.507583618164098</c:v>
                </c:pt>
                <c:pt idx="4892">
                  <c:v>52.517738342285199</c:v>
                </c:pt>
                <c:pt idx="4893">
                  <c:v>52.543708801269503</c:v>
                </c:pt>
                <c:pt idx="4894">
                  <c:v>52.557044982910199</c:v>
                </c:pt>
                <c:pt idx="4895">
                  <c:v>52.563888549804702</c:v>
                </c:pt>
                <c:pt idx="4896">
                  <c:v>52.5674018859863</c:v>
                </c:pt>
                <c:pt idx="4897">
                  <c:v>52.569206237792997</c:v>
                </c:pt>
                <c:pt idx="4898">
                  <c:v>52.570133209228501</c:v>
                </c:pt>
                <c:pt idx="4899">
                  <c:v>52.570610046386697</c:v>
                </c:pt>
                <c:pt idx="4900">
                  <c:v>52.570854187011697</c:v>
                </c:pt>
                <c:pt idx="4901">
                  <c:v>52.570976257324197</c:v>
                </c:pt>
                <c:pt idx="4902">
                  <c:v>52.571041107177699</c:v>
                </c:pt>
                <c:pt idx="4903">
                  <c:v>52.571075439453097</c:v>
                </c:pt>
                <c:pt idx="4904">
                  <c:v>52.571090698242202</c:v>
                </c:pt>
                <c:pt idx="4905">
                  <c:v>52.571102142333999</c:v>
                </c:pt>
                <c:pt idx="4906">
                  <c:v>52.5711059570313</c:v>
                </c:pt>
                <c:pt idx="4907">
                  <c:v>52.5711059570313</c:v>
                </c:pt>
                <c:pt idx="4908">
                  <c:v>52.571109771728501</c:v>
                </c:pt>
                <c:pt idx="4909">
                  <c:v>52.571109771728501</c:v>
                </c:pt>
                <c:pt idx="4910">
                  <c:v>52.571548461914098</c:v>
                </c:pt>
                <c:pt idx="4911">
                  <c:v>52.5757446289063</c:v>
                </c:pt>
                <c:pt idx="4912">
                  <c:v>52.592983245849602</c:v>
                </c:pt>
                <c:pt idx="4913">
                  <c:v>52.645931243896499</c:v>
                </c:pt>
                <c:pt idx="4914">
                  <c:v>52.676708221435597</c:v>
                </c:pt>
                <c:pt idx="4915">
                  <c:v>52.7777290344238</c:v>
                </c:pt>
                <c:pt idx="4916">
                  <c:v>52.833911895752003</c:v>
                </c:pt>
                <c:pt idx="4917">
                  <c:v>52.834983825683601</c:v>
                </c:pt>
                <c:pt idx="4918">
                  <c:v>52.867721557617202</c:v>
                </c:pt>
                <c:pt idx="4919">
                  <c:v>52.951259613037102</c:v>
                </c:pt>
                <c:pt idx="4920">
                  <c:v>52.939975738525398</c:v>
                </c:pt>
                <c:pt idx="4921">
                  <c:v>53.005661010742202</c:v>
                </c:pt>
                <c:pt idx="4922">
                  <c:v>53.036460876464801</c:v>
                </c:pt>
                <c:pt idx="4923">
                  <c:v>53.003189086914098</c:v>
                </c:pt>
                <c:pt idx="4924">
                  <c:v>53.010227203369098</c:v>
                </c:pt>
                <c:pt idx="4925">
                  <c:v>53.005355834960902</c:v>
                </c:pt>
                <c:pt idx="4926">
                  <c:v>52.9954223632813</c:v>
                </c:pt>
                <c:pt idx="4927">
                  <c:v>53.014862060546903</c:v>
                </c:pt>
                <c:pt idx="4928">
                  <c:v>53.045787811279297</c:v>
                </c:pt>
                <c:pt idx="4929">
                  <c:v>53.053108215332003</c:v>
                </c:pt>
                <c:pt idx="4930">
                  <c:v>53.055011749267599</c:v>
                </c:pt>
                <c:pt idx="4931">
                  <c:v>52.970142364502003</c:v>
                </c:pt>
                <c:pt idx="4932">
                  <c:v>52.965206146240199</c:v>
                </c:pt>
                <c:pt idx="4933">
                  <c:v>52.942878723144503</c:v>
                </c:pt>
                <c:pt idx="4934">
                  <c:v>52.924137115478501</c:v>
                </c:pt>
                <c:pt idx="4935">
                  <c:v>52.878795623779297</c:v>
                </c:pt>
                <c:pt idx="4936">
                  <c:v>52.867050170898402</c:v>
                </c:pt>
                <c:pt idx="4937">
                  <c:v>52.840877532958999</c:v>
                </c:pt>
                <c:pt idx="4938">
                  <c:v>52.787338256835902</c:v>
                </c:pt>
                <c:pt idx="4939">
                  <c:v>52.759780883789098</c:v>
                </c:pt>
                <c:pt idx="4940">
                  <c:v>52.743080139160199</c:v>
                </c:pt>
                <c:pt idx="4941">
                  <c:v>52.704158782958999</c:v>
                </c:pt>
                <c:pt idx="4942">
                  <c:v>52.667449951171903</c:v>
                </c:pt>
                <c:pt idx="4943">
                  <c:v>52.634944915771499</c:v>
                </c:pt>
                <c:pt idx="4944">
                  <c:v>52.6108589172363</c:v>
                </c:pt>
                <c:pt idx="4945">
                  <c:v>52.597362518310597</c:v>
                </c:pt>
                <c:pt idx="4946">
                  <c:v>52.595474243164098</c:v>
                </c:pt>
                <c:pt idx="4947">
                  <c:v>52.607147216796903</c:v>
                </c:pt>
                <c:pt idx="4948">
                  <c:v>52.595577239990199</c:v>
                </c:pt>
                <c:pt idx="4949">
                  <c:v>52.586009979248097</c:v>
                </c:pt>
                <c:pt idx="4950">
                  <c:v>52.578758239746101</c:v>
                </c:pt>
                <c:pt idx="4951">
                  <c:v>52.575038909912102</c:v>
                </c:pt>
                <c:pt idx="4952">
                  <c:v>52.593662261962898</c:v>
                </c:pt>
                <c:pt idx="4953">
                  <c:v>52.643398284912102</c:v>
                </c:pt>
                <c:pt idx="4954">
                  <c:v>52.6385688781738</c:v>
                </c:pt>
                <c:pt idx="4955">
                  <c:v>52.639118194580099</c:v>
                </c:pt>
                <c:pt idx="4956">
                  <c:v>52.612209320068402</c:v>
                </c:pt>
                <c:pt idx="4957">
                  <c:v>52.594402313232401</c:v>
                </c:pt>
                <c:pt idx="4958">
                  <c:v>52.609893798828097</c:v>
                </c:pt>
                <c:pt idx="4959">
                  <c:v>52.6078071594238</c:v>
                </c:pt>
                <c:pt idx="4960">
                  <c:v>52.669013977050803</c:v>
                </c:pt>
                <c:pt idx="4961">
                  <c:v>52.705211639404297</c:v>
                </c:pt>
                <c:pt idx="4962">
                  <c:v>52.761856079101598</c:v>
                </c:pt>
                <c:pt idx="4963">
                  <c:v>52.797962188720703</c:v>
                </c:pt>
                <c:pt idx="4964">
                  <c:v>52.842124938964801</c:v>
                </c:pt>
                <c:pt idx="4965">
                  <c:v>52.8661918640137</c:v>
                </c:pt>
                <c:pt idx="4966">
                  <c:v>52.877304077148402</c:v>
                </c:pt>
                <c:pt idx="4967">
                  <c:v>52.883033752441399</c:v>
                </c:pt>
                <c:pt idx="4968">
                  <c:v>52.895114898681598</c:v>
                </c:pt>
                <c:pt idx="4969">
                  <c:v>52.914207458496101</c:v>
                </c:pt>
                <c:pt idx="4970">
                  <c:v>52.898059844970703</c:v>
                </c:pt>
                <c:pt idx="4971">
                  <c:v>52.860992431640597</c:v>
                </c:pt>
                <c:pt idx="4972">
                  <c:v>52.913204193115199</c:v>
                </c:pt>
                <c:pt idx="4973">
                  <c:v>52.917575836181598</c:v>
                </c:pt>
                <c:pt idx="4974">
                  <c:v>52.894973754882798</c:v>
                </c:pt>
                <c:pt idx="4975">
                  <c:v>52.8807983398438</c:v>
                </c:pt>
                <c:pt idx="4976">
                  <c:v>52.8436889648438</c:v>
                </c:pt>
                <c:pt idx="4977">
                  <c:v>52.782878875732401</c:v>
                </c:pt>
                <c:pt idx="4978">
                  <c:v>52.842063903808601</c:v>
                </c:pt>
                <c:pt idx="4979">
                  <c:v>52.865303039550803</c:v>
                </c:pt>
                <c:pt idx="4980">
                  <c:v>52.906467437744098</c:v>
                </c:pt>
                <c:pt idx="4981">
                  <c:v>52.9586791992188</c:v>
                </c:pt>
                <c:pt idx="4982">
                  <c:v>53.034130096435597</c:v>
                </c:pt>
                <c:pt idx="4983">
                  <c:v>53.038997650146499</c:v>
                </c:pt>
                <c:pt idx="4984">
                  <c:v>53.041496276855497</c:v>
                </c:pt>
                <c:pt idx="4985">
                  <c:v>53.053756713867202</c:v>
                </c:pt>
                <c:pt idx="4986">
                  <c:v>53.139511108398402</c:v>
                </c:pt>
                <c:pt idx="4987">
                  <c:v>53.239166259765597</c:v>
                </c:pt>
                <c:pt idx="4988">
                  <c:v>53.298793792724602</c:v>
                </c:pt>
                <c:pt idx="4989">
                  <c:v>53.298995971679702</c:v>
                </c:pt>
                <c:pt idx="4990">
                  <c:v>53.345363616943402</c:v>
                </c:pt>
                <c:pt idx="4991">
                  <c:v>53.438838958740199</c:v>
                </c:pt>
                <c:pt idx="4992">
                  <c:v>53.471206665039098</c:v>
                </c:pt>
                <c:pt idx="4993">
                  <c:v>53.600273132324197</c:v>
                </c:pt>
                <c:pt idx="4994">
                  <c:v>53.6797485351563</c:v>
                </c:pt>
                <c:pt idx="4995">
                  <c:v>53.744258880615199</c:v>
                </c:pt>
                <c:pt idx="4996">
                  <c:v>53.869247436523402</c:v>
                </c:pt>
                <c:pt idx="4997">
                  <c:v>53.989334106445298</c:v>
                </c:pt>
                <c:pt idx="4998">
                  <c:v>54.056018829345703</c:v>
                </c:pt>
                <c:pt idx="4999">
                  <c:v>54.080577850341797</c:v>
                </c:pt>
                <c:pt idx="5000">
                  <c:v>54.108894348144503</c:v>
                </c:pt>
                <c:pt idx="5001">
                  <c:v>54.126834869384801</c:v>
                </c:pt>
                <c:pt idx="5002">
                  <c:v>54.142864227294901</c:v>
                </c:pt>
                <c:pt idx="5003">
                  <c:v>54.136482238769503</c:v>
                </c:pt>
                <c:pt idx="5004">
                  <c:v>54.133670806884801</c:v>
                </c:pt>
                <c:pt idx="5005">
                  <c:v>54.134578704833999</c:v>
                </c:pt>
                <c:pt idx="5006">
                  <c:v>54.131568908691399</c:v>
                </c:pt>
                <c:pt idx="5007">
                  <c:v>54.133232116699197</c:v>
                </c:pt>
                <c:pt idx="5008">
                  <c:v>54.120288848877003</c:v>
                </c:pt>
                <c:pt idx="5009">
                  <c:v>54.111942291259801</c:v>
                </c:pt>
                <c:pt idx="5010">
                  <c:v>54.126350402832003</c:v>
                </c:pt>
                <c:pt idx="5011">
                  <c:v>54.112632751464801</c:v>
                </c:pt>
                <c:pt idx="5012">
                  <c:v>54.0958442687988</c:v>
                </c:pt>
                <c:pt idx="5013">
                  <c:v>54.0929145812988</c:v>
                </c:pt>
                <c:pt idx="5014">
                  <c:v>54.034061431884801</c:v>
                </c:pt>
                <c:pt idx="5015">
                  <c:v>53.961963653564503</c:v>
                </c:pt>
                <c:pt idx="5016">
                  <c:v>53.925487518310597</c:v>
                </c:pt>
                <c:pt idx="5017">
                  <c:v>53.925876617431598</c:v>
                </c:pt>
                <c:pt idx="5018">
                  <c:v>53.912452697753899</c:v>
                </c:pt>
                <c:pt idx="5019">
                  <c:v>53.920566558837898</c:v>
                </c:pt>
                <c:pt idx="5020">
                  <c:v>53.839443206787102</c:v>
                </c:pt>
                <c:pt idx="5021">
                  <c:v>53.795555114746101</c:v>
                </c:pt>
                <c:pt idx="5022">
                  <c:v>53.671535491943402</c:v>
                </c:pt>
                <c:pt idx="5023">
                  <c:v>53.706214904785199</c:v>
                </c:pt>
                <c:pt idx="5024">
                  <c:v>53.784778594970703</c:v>
                </c:pt>
                <c:pt idx="5025">
                  <c:v>53.785511016845703</c:v>
                </c:pt>
                <c:pt idx="5026">
                  <c:v>53.644069671630902</c:v>
                </c:pt>
                <c:pt idx="5027">
                  <c:v>53.535556793212898</c:v>
                </c:pt>
                <c:pt idx="5028">
                  <c:v>53.4627685546875</c:v>
                </c:pt>
                <c:pt idx="5029">
                  <c:v>53.401473999023402</c:v>
                </c:pt>
                <c:pt idx="5030">
                  <c:v>53.396335601806598</c:v>
                </c:pt>
                <c:pt idx="5031">
                  <c:v>53.372177124023402</c:v>
                </c:pt>
                <c:pt idx="5032">
                  <c:v>53.353839874267599</c:v>
                </c:pt>
                <c:pt idx="5033">
                  <c:v>53.340854644775398</c:v>
                </c:pt>
                <c:pt idx="5034">
                  <c:v>53.337226867675803</c:v>
                </c:pt>
                <c:pt idx="5035">
                  <c:v>53.3320503234863</c:v>
                </c:pt>
                <c:pt idx="5036">
                  <c:v>53.327190399169901</c:v>
                </c:pt>
                <c:pt idx="5037">
                  <c:v>53.320419311523402</c:v>
                </c:pt>
                <c:pt idx="5038">
                  <c:v>53.314689636230497</c:v>
                </c:pt>
                <c:pt idx="5039">
                  <c:v>53.251895904541001</c:v>
                </c:pt>
                <c:pt idx="5040">
                  <c:v>53.221603393554702</c:v>
                </c:pt>
                <c:pt idx="5041">
                  <c:v>53.178302764892599</c:v>
                </c:pt>
                <c:pt idx="5042">
                  <c:v>53.129493713378899</c:v>
                </c:pt>
                <c:pt idx="5043">
                  <c:v>53.096641540527301</c:v>
                </c:pt>
                <c:pt idx="5044">
                  <c:v>53.040771484375</c:v>
                </c:pt>
                <c:pt idx="5045">
                  <c:v>52.982234954833999</c:v>
                </c:pt>
                <c:pt idx="5046">
                  <c:v>52.929550170898402</c:v>
                </c:pt>
                <c:pt idx="5047">
                  <c:v>52.899494171142599</c:v>
                </c:pt>
                <c:pt idx="5048">
                  <c:v>52.8241577148438</c:v>
                </c:pt>
                <c:pt idx="5049">
                  <c:v>52.774578094482401</c:v>
                </c:pt>
                <c:pt idx="5050">
                  <c:v>52.737422943115199</c:v>
                </c:pt>
                <c:pt idx="5051">
                  <c:v>52.689620971679702</c:v>
                </c:pt>
                <c:pt idx="5052">
                  <c:v>52.641891479492202</c:v>
                </c:pt>
                <c:pt idx="5053">
                  <c:v>52.608833312988303</c:v>
                </c:pt>
                <c:pt idx="5054">
                  <c:v>52.5904731750488</c:v>
                </c:pt>
                <c:pt idx="5055">
                  <c:v>52.5810546875</c:v>
                </c:pt>
                <c:pt idx="5056">
                  <c:v>52.576213836669901</c:v>
                </c:pt>
                <c:pt idx="5057">
                  <c:v>52.57373046875</c:v>
                </c:pt>
                <c:pt idx="5058">
                  <c:v>52.572456359863303</c:v>
                </c:pt>
                <c:pt idx="5059">
                  <c:v>52.571800231933601</c:v>
                </c:pt>
                <c:pt idx="5060">
                  <c:v>52.571464538574197</c:v>
                </c:pt>
                <c:pt idx="5061">
                  <c:v>52.571292877197301</c:v>
                </c:pt>
                <c:pt idx="5062">
                  <c:v>52.571182250976598</c:v>
                </c:pt>
                <c:pt idx="5063">
                  <c:v>52.507846832275398</c:v>
                </c:pt>
                <c:pt idx="5064">
                  <c:v>52.482025146484403</c:v>
                </c:pt>
                <c:pt idx="5065">
                  <c:v>52.408351898193402</c:v>
                </c:pt>
                <c:pt idx="5066">
                  <c:v>52.3206977844238</c:v>
                </c:pt>
                <c:pt idx="5067">
                  <c:v>52.014076232910199</c:v>
                </c:pt>
                <c:pt idx="5068">
                  <c:v>51.651912689208999</c:v>
                </c:pt>
                <c:pt idx="5069">
                  <c:v>51.484172821044901</c:v>
                </c:pt>
                <c:pt idx="5070">
                  <c:v>51.318984985351598</c:v>
                </c:pt>
                <c:pt idx="5071">
                  <c:v>51.188098907470703</c:v>
                </c:pt>
                <c:pt idx="5072">
                  <c:v>51.082672119140597</c:v>
                </c:pt>
                <c:pt idx="5073">
                  <c:v>51.016796112060597</c:v>
                </c:pt>
                <c:pt idx="5074">
                  <c:v>50.9789848327637</c:v>
                </c:pt>
                <c:pt idx="5075">
                  <c:v>50.960239410400398</c:v>
                </c:pt>
                <c:pt idx="5076">
                  <c:v>50.949241638183601</c:v>
                </c:pt>
                <c:pt idx="5077">
                  <c:v>50.890365600585902</c:v>
                </c:pt>
                <c:pt idx="5078">
                  <c:v>50.758522033691399</c:v>
                </c:pt>
                <c:pt idx="5079">
                  <c:v>50.518970489502003</c:v>
                </c:pt>
                <c:pt idx="5080">
                  <c:v>50.576969146728501</c:v>
                </c:pt>
                <c:pt idx="5081">
                  <c:v>50.355861663818402</c:v>
                </c:pt>
                <c:pt idx="5082">
                  <c:v>50.277992248535199</c:v>
                </c:pt>
                <c:pt idx="5083">
                  <c:v>50.1579399108887</c:v>
                </c:pt>
                <c:pt idx="5084">
                  <c:v>50.099052429199197</c:v>
                </c:pt>
                <c:pt idx="5085">
                  <c:v>50.022964477539098</c:v>
                </c:pt>
                <c:pt idx="5086">
                  <c:v>49.966011047363303</c:v>
                </c:pt>
                <c:pt idx="5087">
                  <c:v>49.831119537353501</c:v>
                </c:pt>
                <c:pt idx="5088">
                  <c:v>49.851539611816399</c:v>
                </c:pt>
                <c:pt idx="5089">
                  <c:v>49.862319946289098</c:v>
                </c:pt>
                <c:pt idx="5090">
                  <c:v>49.904533386230497</c:v>
                </c:pt>
                <c:pt idx="5091">
                  <c:v>49.968441009521499</c:v>
                </c:pt>
                <c:pt idx="5092">
                  <c:v>50.001228332519503</c:v>
                </c:pt>
                <c:pt idx="5093">
                  <c:v>49.889324188232401</c:v>
                </c:pt>
                <c:pt idx="5094">
                  <c:v>49.811634063720703</c:v>
                </c:pt>
                <c:pt idx="5095">
                  <c:v>49.885532379150398</c:v>
                </c:pt>
                <c:pt idx="5096">
                  <c:v>49.837554931640597</c:v>
                </c:pt>
                <c:pt idx="5097">
                  <c:v>49.8156127929688</c:v>
                </c:pt>
                <c:pt idx="5098">
                  <c:v>49.780166625976598</c:v>
                </c:pt>
                <c:pt idx="5099">
                  <c:v>49.749874114990199</c:v>
                </c:pt>
                <c:pt idx="5100">
                  <c:v>49.706981658935597</c:v>
                </c:pt>
                <c:pt idx="5101">
                  <c:v>49.713100433349602</c:v>
                </c:pt>
                <c:pt idx="5102">
                  <c:v>49.803359985351598</c:v>
                </c:pt>
                <c:pt idx="5103">
                  <c:v>49.798622131347699</c:v>
                </c:pt>
                <c:pt idx="5104">
                  <c:v>49.773017883300803</c:v>
                </c:pt>
                <c:pt idx="5105">
                  <c:v>49.775047302246101</c:v>
                </c:pt>
                <c:pt idx="5106">
                  <c:v>49.679817199707003</c:v>
                </c:pt>
                <c:pt idx="5107">
                  <c:v>49.667568206787102</c:v>
                </c:pt>
                <c:pt idx="5108">
                  <c:v>49.630428314208999</c:v>
                </c:pt>
                <c:pt idx="5109">
                  <c:v>49.539951324462898</c:v>
                </c:pt>
                <c:pt idx="5110">
                  <c:v>49.527496337890597</c:v>
                </c:pt>
                <c:pt idx="5111">
                  <c:v>49.5736694335938</c:v>
                </c:pt>
                <c:pt idx="5112">
                  <c:v>49.568561553955099</c:v>
                </c:pt>
                <c:pt idx="5113">
                  <c:v>49.617088317871101</c:v>
                </c:pt>
                <c:pt idx="5114">
                  <c:v>49.648616790771499</c:v>
                </c:pt>
                <c:pt idx="5115">
                  <c:v>49.668392181396499</c:v>
                </c:pt>
                <c:pt idx="5116">
                  <c:v>49.680595397949197</c:v>
                </c:pt>
                <c:pt idx="5117">
                  <c:v>49.686359405517599</c:v>
                </c:pt>
                <c:pt idx="5118">
                  <c:v>49.729789733886697</c:v>
                </c:pt>
                <c:pt idx="5119">
                  <c:v>49.7134399414063</c:v>
                </c:pt>
                <c:pt idx="5120">
                  <c:v>49.8134765625</c:v>
                </c:pt>
                <c:pt idx="5121">
                  <c:v>49.813877105712898</c:v>
                </c:pt>
                <c:pt idx="5122">
                  <c:v>49.8672065734863</c:v>
                </c:pt>
                <c:pt idx="5123">
                  <c:v>49.909713745117202</c:v>
                </c:pt>
                <c:pt idx="5124">
                  <c:v>49.8115425109863</c:v>
                </c:pt>
                <c:pt idx="5125">
                  <c:v>49.749465942382798</c:v>
                </c:pt>
                <c:pt idx="5126">
                  <c:v>49.8821411132813</c:v>
                </c:pt>
                <c:pt idx="5127">
                  <c:v>49.884956359863303</c:v>
                </c:pt>
                <c:pt idx="5128">
                  <c:v>49.876987457275398</c:v>
                </c:pt>
                <c:pt idx="5129">
                  <c:v>49.9526176452637</c:v>
                </c:pt>
                <c:pt idx="5130">
                  <c:v>49.987140655517599</c:v>
                </c:pt>
                <c:pt idx="5131">
                  <c:v>49.941436767578097</c:v>
                </c:pt>
                <c:pt idx="5132">
                  <c:v>49.96484375</c:v>
                </c:pt>
                <c:pt idx="5133">
                  <c:v>50.018886566162102</c:v>
                </c:pt>
                <c:pt idx="5134">
                  <c:v>50.139167785644503</c:v>
                </c:pt>
                <c:pt idx="5135">
                  <c:v>50.022754669189503</c:v>
                </c:pt>
                <c:pt idx="5136">
                  <c:v>50.012138366699197</c:v>
                </c:pt>
                <c:pt idx="5137">
                  <c:v>50.081111907958999</c:v>
                </c:pt>
                <c:pt idx="5138">
                  <c:v>50.345100402832003</c:v>
                </c:pt>
                <c:pt idx="5139">
                  <c:v>50.556735992431598</c:v>
                </c:pt>
                <c:pt idx="5140">
                  <c:v>50.407463073730497</c:v>
                </c:pt>
                <c:pt idx="5141">
                  <c:v>50.362640380859403</c:v>
                </c:pt>
                <c:pt idx="5142">
                  <c:v>50.490676879882798</c:v>
                </c:pt>
                <c:pt idx="5143">
                  <c:v>50.492385864257798</c:v>
                </c:pt>
                <c:pt idx="5144">
                  <c:v>50.430850982666001</c:v>
                </c:pt>
                <c:pt idx="5145">
                  <c:v>50.442348480224602</c:v>
                </c:pt>
                <c:pt idx="5146">
                  <c:v>50.660118103027301</c:v>
                </c:pt>
                <c:pt idx="5147">
                  <c:v>50.7750053405762</c:v>
                </c:pt>
                <c:pt idx="5148">
                  <c:v>50.854141235351598</c:v>
                </c:pt>
                <c:pt idx="5149">
                  <c:v>50.894767761230497</c:v>
                </c:pt>
                <c:pt idx="5150">
                  <c:v>50.944602966308601</c:v>
                </c:pt>
                <c:pt idx="5151">
                  <c:v>51.133655548095703</c:v>
                </c:pt>
                <c:pt idx="5152">
                  <c:v>51.453044891357401</c:v>
                </c:pt>
                <c:pt idx="5153">
                  <c:v>51.458900451660199</c:v>
                </c:pt>
                <c:pt idx="5154">
                  <c:v>51.263298034667997</c:v>
                </c:pt>
                <c:pt idx="5155">
                  <c:v>51.376937866210902</c:v>
                </c:pt>
                <c:pt idx="5156">
                  <c:v>51.794071197509801</c:v>
                </c:pt>
                <c:pt idx="5157">
                  <c:v>52.102283477783203</c:v>
                </c:pt>
                <c:pt idx="5158">
                  <c:v>52.261035919189503</c:v>
                </c:pt>
                <c:pt idx="5159">
                  <c:v>52.411869049072301</c:v>
                </c:pt>
                <c:pt idx="5160">
                  <c:v>52.489353179931598</c:v>
                </c:pt>
                <c:pt idx="5161">
                  <c:v>52.529132843017599</c:v>
                </c:pt>
                <c:pt idx="5162">
                  <c:v>52.549552917480497</c:v>
                </c:pt>
                <c:pt idx="5163">
                  <c:v>52.560047149658203</c:v>
                </c:pt>
                <c:pt idx="5164">
                  <c:v>52.5654296875</c:v>
                </c:pt>
                <c:pt idx="5165">
                  <c:v>52.568195343017599</c:v>
                </c:pt>
                <c:pt idx="5166">
                  <c:v>52.570613861083999</c:v>
                </c:pt>
                <c:pt idx="5167">
                  <c:v>52.627841949462898</c:v>
                </c:pt>
                <c:pt idx="5168">
                  <c:v>52.6098823547363</c:v>
                </c:pt>
                <c:pt idx="5169">
                  <c:v>52.605213165283203</c:v>
                </c:pt>
                <c:pt idx="5170">
                  <c:v>52.739250183105497</c:v>
                </c:pt>
                <c:pt idx="5171">
                  <c:v>52.809803009033203</c:v>
                </c:pt>
                <c:pt idx="5172">
                  <c:v>53.031974792480497</c:v>
                </c:pt>
                <c:pt idx="5173">
                  <c:v>53.173110961914098</c:v>
                </c:pt>
                <c:pt idx="5174">
                  <c:v>53.277835845947301</c:v>
                </c:pt>
                <c:pt idx="5175">
                  <c:v>53.556301116943402</c:v>
                </c:pt>
                <c:pt idx="5176">
                  <c:v>53.623409271240199</c:v>
                </c:pt>
                <c:pt idx="5177">
                  <c:v>53.580455780029297</c:v>
                </c:pt>
                <c:pt idx="5178">
                  <c:v>53.733123779296903</c:v>
                </c:pt>
                <c:pt idx="5179">
                  <c:v>53.897056579589801</c:v>
                </c:pt>
                <c:pt idx="5180">
                  <c:v>54.008106231689503</c:v>
                </c:pt>
                <c:pt idx="5181">
                  <c:v>53.996166229248097</c:v>
                </c:pt>
                <c:pt idx="5182">
                  <c:v>54.063308715820298</c:v>
                </c:pt>
                <c:pt idx="5183">
                  <c:v>54.154869079589801</c:v>
                </c:pt>
                <c:pt idx="5184">
                  <c:v>54.173973083496101</c:v>
                </c:pt>
                <c:pt idx="5185">
                  <c:v>54.354896545410199</c:v>
                </c:pt>
                <c:pt idx="5186">
                  <c:v>54.646442413330099</c:v>
                </c:pt>
                <c:pt idx="5187">
                  <c:v>54.953166961669901</c:v>
                </c:pt>
                <c:pt idx="5188">
                  <c:v>55.147418975830099</c:v>
                </c:pt>
                <c:pt idx="5189">
                  <c:v>55.086231231689503</c:v>
                </c:pt>
                <c:pt idx="5190">
                  <c:v>55.400810241699197</c:v>
                </c:pt>
                <c:pt idx="5191">
                  <c:v>55.476032257080099</c:v>
                </c:pt>
                <c:pt idx="5192">
                  <c:v>55.501502990722699</c:v>
                </c:pt>
                <c:pt idx="5193">
                  <c:v>55.654300689697301</c:v>
                </c:pt>
                <c:pt idx="5194">
                  <c:v>55.743675231933601</c:v>
                </c:pt>
                <c:pt idx="5195">
                  <c:v>55.789619445800803</c:v>
                </c:pt>
                <c:pt idx="5196">
                  <c:v>55.813186645507798</c:v>
                </c:pt>
                <c:pt idx="5197">
                  <c:v>55.825286865234403</c:v>
                </c:pt>
                <c:pt idx="5198">
                  <c:v>55.831501007080099</c:v>
                </c:pt>
                <c:pt idx="5199">
                  <c:v>55.834690093994098</c:v>
                </c:pt>
                <c:pt idx="5200">
                  <c:v>55.836326599121101</c:v>
                </c:pt>
                <c:pt idx="5201">
                  <c:v>55.846378326416001</c:v>
                </c:pt>
                <c:pt idx="5202">
                  <c:v>55.870109558105497</c:v>
                </c:pt>
                <c:pt idx="5203">
                  <c:v>55.907878875732401</c:v>
                </c:pt>
                <c:pt idx="5204">
                  <c:v>55.9119873046875</c:v>
                </c:pt>
                <c:pt idx="5205">
                  <c:v>55.902149200439503</c:v>
                </c:pt>
                <c:pt idx="5206">
                  <c:v>55.934585571289098</c:v>
                </c:pt>
                <c:pt idx="5207">
                  <c:v>55.988609313964801</c:v>
                </c:pt>
                <c:pt idx="5208">
                  <c:v>55.9892768859863</c:v>
                </c:pt>
                <c:pt idx="5209">
                  <c:v>55.9725151062012</c:v>
                </c:pt>
                <c:pt idx="5210">
                  <c:v>55.9677543640137</c:v>
                </c:pt>
                <c:pt idx="5211">
                  <c:v>55.974674224853501</c:v>
                </c:pt>
                <c:pt idx="5212">
                  <c:v>55.932403564453097</c:v>
                </c:pt>
                <c:pt idx="5213">
                  <c:v>55.913639068603501</c:v>
                </c:pt>
                <c:pt idx="5214">
                  <c:v>55.899791717529297</c:v>
                </c:pt>
                <c:pt idx="5215">
                  <c:v>55.926639556884801</c:v>
                </c:pt>
                <c:pt idx="5216">
                  <c:v>55.976856231689503</c:v>
                </c:pt>
                <c:pt idx="5217">
                  <c:v>55.942855834960902</c:v>
                </c:pt>
                <c:pt idx="5218">
                  <c:v>55.954303741455099</c:v>
                </c:pt>
                <c:pt idx="5219">
                  <c:v>55.990932464599602</c:v>
                </c:pt>
                <c:pt idx="5220">
                  <c:v>56.014347076416001</c:v>
                </c:pt>
                <c:pt idx="5221">
                  <c:v>56.046131134033203</c:v>
                </c:pt>
                <c:pt idx="5222">
                  <c:v>56.060890197753899</c:v>
                </c:pt>
                <c:pt idx="5223">
                  <c:v>56.017269134521499</c:v>
                </c:pt>
                <c:pt idx="5224">
                  <c:v>56.045330047607401</c:v>
                </c:pt>
                <c:pt idx="5225">
                  <c:v>56.035209655761697</c:v>
                </c:pt>
                <c:pt idx="5226">
                  <c:v>56.026889801025398</c:v>
                </c:pt>
                <c:pt idx="5227">
                  <c:v>56.068046569824197</c:v>
                </c:pt>
                <c:pt idx="5228">
                  <c:v>56.108322143554702</c:v>
                </c:pt>
                <c:pt idx="5229">
                  <c:v>56.111301422119098</c:v>
                </c:pt>
                <c:pt idx="5230">
                  <c:v>56.095615386962898</c:v>
                </c:pt>
                <c:pt idx="5231">
                  <c:v>56.107723236083999</c:v>
                </c:pt>
                <c:pt idx="5232">
                  <c:v>56.105697631835902</c:v>
                </c:pt>
                <c:pt idx="5233">
                  <c:v>56.1055908203125</c:v>
                </c:pt>
                <c:pt idx="5234">
                  <c:v>56.082103729248097</c:v>
                </c:pt>
                <c:pt idx="5235">
                  <c:v>56.072257995605497</c:v>
                </c:pt>
                <c:pt idx="5236">
                  <c:v>56.060630798339801</c:v>
                </c:pt>
                <c:pt idx="5237">
                  <c:v>56.0597114562988</c:v>
                </c:pt>
                <c:pt idx="5238">
                  <c:v>56.070159912109403</c:v>
                </c:pt>
                <c:pt idx="5239">
                  <c:v>56.051761627197301</c:v>
                </c:pt>
                <c:pt idx="5240">
                  <c:v>56.029628753662102</c:v>
                </c:pt>
                <c:pt idx="5241">
                  <c:v>56.030952453613303</c:v>
                </c:pt>
                <c:pt idx="5242">
                  <c:v>55.983238220214801</c:v>
                </c:pt>
                <c:pt idx="5243">
                  <c:v>55.956748962402301</c:v>
                </c:pt>
                <c:pt idx="5244">
                  <c:v>55.917274475097699</c:v>
                </c:pt>
                <c:pt idx="5245">
                  <c:v>55.899147033691399</c:v>
                </c:pt>
                <c:pt idx="5246">
                  <c:v>55.872848510742202</c:v>
                </c:pt>
                <c:pt idx="5247">
                  <c:v>55.855922698974602</c:v>
                </c:pt>
                <c:pt idx="5248">
                  <c:v>55.847969055175803</c:v>
                </c:pt>
                <c:pt idx="5249">
                  <c:v>55.843143463134801</c:v>
                </c:pt>
                <c:pt idx="5250">
                  <c:v>55.840667724609403</c:v>
                </c:pt>
                <c:pt idx="5251">
                  <c:v>55.839397430419901</c:v>
                </c:pt>
                <c:pt idx="5252">
                  <c:v>55.8387451171875</c:v>
                </c:pt>
                <c:pt idx="5253">
                  <c:v>55.838409423828097</c:v>
                </c:pt>
                <c:pt idx="5254">
                  <c:v>55.838214874267599</c:v>
                </c:pt>
                <c:pt idx="5255">
                  <c:v>55.795154571533203</c:v>
                </c:pt>
                <c:pt idx="5256">
                  <c:v>55.812656402587898</c:v>
                </c:pt>
                <c:pt idx="5257">
                  <c:v>55.8019828796387</c:v>
                </c:pt>
                <c:pt idx="5258">
                  <c:v>55.702388763427699</c:v>
                </c:pt>
                <c:pt idx="5259">
                  <c:v>55.396900177002003</c:v>
                </c:pt>
                <c:pt idx="5260">
                  <c:v>55.232826232910199</c:v>
                </c:pt>
                <c:pt idx="5261">
                  <c:v>55.127288818359403</c:v>
                </c:pt>
                <c:pt idx="5262">
                  <c:v>55.007633209228501</c:v>
                </c:pt>
                <c:pt idx="5263">
                  <c:v>54.926387786865199</c:v>
                </c:pt>
                <c:pt idx="5264">
                  <c:v>54.772502899169901</c:v>
                </c:pt>
                <c:pt idx="5265">
                  <c:v>54.667434692382798</c:v>
                </c:pt>
                <c:pt idx="5266">
                  <c:v>54.457218170166001</c:v>
                </c:pt>
                <c:pt idx="5267">
                  <c:v>54.335437774658203</c:v>
                </c:pt>
                <c:pt idx="5268">
                  <c:v>54.260173797607401</c:v>
                </c:pt>
                <c:pt idx="5269">
                  <c:v>54.212772369384801</c:v>
                </c:pt>
                <c:pt idx="5270">
                  <c:v>54.1798286437988</c:v>
                </c:pt>
                <c:pt idx="5271">
                  <c:v>54.163848876953097</c:v>
                </c:pt>
                <c:pt idx="5272">
                  <c:v>54.138282775878899</c:v>
                </c:pt>
                <c:pt idx="5273">
                  <c:v>54.095127105712898</c:v>
                </c:pt>
                <c:pt idx="5274">
                  <c:v>54.047874450683601</c:v>
                </c:pt>
                <c:pt idx="5275">
                  <c:v>53.9390258789063</c:v>
                </c:pt>
                <c:pt idx="5276">
                  <c:v>53.869049072265597</c:v>
                </c:pt>
                <c:pt idx="5277">
                  <c:v>53.840950012207003</c:v>
                </c:pt>
                <c:pt idx="5278">
                  <c:v>53.740638732910199</c:v>
                </c:pt>
                <c:pt idx="5279">
                  <c:v>53.610469818115199</c:v>
                </c:pt>
                <c:pt idx="5280">
                  <c:v>53.495185852050803</c:v>
                </c:pt>
                <c:pt idx="5281">
                  <c:v>53.418117523193402</c:v>
                </c:pt>
                <c:pt idx="5282">
                  <c:v>53.377769470214801</c:v>
                </c:pt>
                <c:pt idx="5283">
                  <c:v>53.316352844238303</c:v>
                </c:pt>
                <c:pt idx="5284">
                  <c:v>53.243637084960902</c:v>
                </c:pt>
                <c:pt idx="5285">
                  <c:v>53.197292327880902</c:v>
                </c:pt>
                <c:pt idx="5286">
                  <c:v>53.151851654052699</c:v>
                </c:pt>
                <c:pt idx="5287">
                  <c:v>53.084583282470703</c:v>
                </c:pt>
                <c:pt idx="5288">
                  <c:v>52.995956420898402</c:v>
                </c:pt>
                <c:pt idx="5289">
                  <c:v>52.914146423339801</c:v>
                </c:pt>
                <c:pt idx="5290">
                  <c:v>52.854820251464801</c:v>
                </c:pt>
                <c:pt idx="5291">
                  <c:v>52.79541015625</c:v>
                </c:pt>
                <c:pt idx="5292">
                  <c:v>52.739757537841797</c:v>
                </c:pt>
                <c:pt idx="5293">
                  <c:v>52.670711517333999</c:v>
                </c:pt>
                <c:pt idx="5294">
                  <c:v>52.627067565917997</c:v>
                </c:pt>
                <c:pt idx="5295">
                  <c:v>52.599967956542997</c:v>
                </c:pt>
                <c:pt idx="5296">
                  <c:v>52.585926055908203</c:v>
                </c:pt>
                <c:pt idx="5297">
                  <c:v>52.5787162780762</c:v>
                </c:pt>
                <c:pt idx="5298">
                  <c:v>52.575016021728501</c:v>
                </c:pt>
                <c:pt idx="5299">
                  <c:v>52.573116302490199</c:v>
                </c:pt>
                <c:pt idx="5300">
                  <c:v>52.572139739990199</c:v>
                </c:pt>
                <c:pt idx="5301">
                  <c:v>52.571640014648402</c:v>
                </c:pt>
                <c:pt idx="5302">
                  <c:v>52.571380615234403</c:v>
                </c:pt>
                <c:pt idx="5303">
                  <c:v>52.571250915527301</c:v>
                </c:pt>
                <c:pt idx="5304">
                  <c:v>52.571182250976598</c:v>
                </c:pt>
                <c:pt idx="5305">
                  <c:v>52.5711479187012</c:v>
                </c:pt>
                <c:pt idx="5306">
                  <c:v>52.518604278564503</c:v>
                </c:pt>
                <c:pt idx="5307">
                  <c:v>52.536178588867202</c:v>
                </c:pt>
                <c:pt idx="5308">
                  <c:v>52.519397735595703</c:v>
                </c:pt>
                <c:pt idx="5309">
                  <c:v>52.400177001953097</c:v>
                </c:pt>
                <c:pt idx="5310">
                  <c:v>52.126583099365199</c:v>
                </c:pt>
                <c:pt idx="5311">
                  <c:v>52.094936370849602</c:v>
                </c:pt>
                <c:pt idx="5312">
                  <c:v>52.1388549804688</c:v>
                </c:pt>
                <c:pt idx="5313">
                  <c:v>52.1077880859375</c:v>
                </c:pt>
                <c:pt idx="5314">
                  <c:v>51.845779418945298</c:v>
                </c:pt>
                <c:pt idx="5315">
                  <c:v>51.793582916259801</c:v>
                </c:pt>
                <c:pt idx="5316">
                  <c:v>51.860233306884801</c:v>
                </c:pt>
                <c:pt idx="5317">
                  <c:v>51.827903747558601</c:v>
                </c:pt>
                <c:pt idx="5318">
                  <c:v>51.495140075683601</c:v>
                </c:pt>
                <c:pt idx="5319">
                  <c:v>51.323654174804702</c:v>
                </c:pt>
                <c:pt idx="5320">
                  <c:v>51.223648071289098</c:v>
                </c:pt>
                <c:pt idx="5321">
                  <c:v>51.129688262939503</c:v>
                </c:pt>
                <c:pt idx="5322">
                  <c:v>51.055656433105497</c:v>
                </c:pt>
                <c:pt idx="5323">
                  <c:v>51.004695892333999</c:v>
                </c:pt>
                <c:pt idx="5324">
                  <c:v>50.978439331054702</c:v>
                </c:pt>
                <c:pt idx="5325">
                  <c:v>50.960784912109403</c:v>
                </c:pt>
                <c:pt idx="5326">
                  <c:v>50.952827453613303</c:v>
                </c:pt>
                <c:pt idx="5327">
                  <c:v>50.946727752685597</c:v>
                </c:pt>
                <c:pt idx="5328">
                  <c:v>50.944675445556598</c:v>
                </c:pt>
                <c:pt idx="5329">
                  <c:v>50.944408416748097</c:v>
                </c:pt>
                <c:pt idx="5330">
                  <c:v>50.941116333007798</c:v>
                </c:pt>
                <c:pt idx="5331">
                  <c:v>50.939422607421903</c:v>
                </c:pt>
                <c:pt idx="5332">
                  <c:v>50.931770324707003</c:v>
                </c:pt>
                <c:pt idx="5333">
                  <c:v>50.931884765625</c:v>
                </c:pt>
                <c:pt idx="5334">
                  <c:v>50.874172210693402</c:v>
                </c:pt>
                <c:pt idx="5335">
                  <c:v>50.823375701904297</c:v>
                </c:pt>
                <c:pt idx="5336">
                  <c:v>50.786331176757798</c:v>
                </c:pt>
                <c:pt idx="5337">
                  <c:v>50.735050201416001</c:v>
                </c:pt>
                <c:pt idx="5338">
                  <c:v>50.690773010253899</c:v>
                </c:pt>
                <c:pt idx="5339">
                  <c:v>50.465232849121101</c:v>
                </c:pt>
                <c:pt idx="5340">
                  <c:v>50.344596862792997</c:v>
                </c:pt>
                <c:pt idx="5341">
                  <c:v>50.3138618469238</c:v>
                </c:pt>
                <c:pt idx="5342">
                  <c:v>50.273273468017599</c:v>
                </c:pt>
                <c:pt idx="5343">
                  <c:v>50.181625366210902</c:v>
                </c:pt>
                <c:pt idx="5344">
                  <c:v>50.1072998046875</c:v>
                </c:pt>
                <c:pt idx="5345">
                  <c:v>50.075832366943402</c:v>
                </c:pt>
                <c:pt idx="5346">
                  <c:v>50.021724700927699</c:v>
                </c:pt>
                <c:pt idx="5347">
                  <c:v>49.932735443115199</c:v>
                </c:pt>
                <c:pt idx="5348">
                  <c:v>49.872734069824197</c:v>
                </c:pt>
                <c:pt idx="5349">
                  <c:v>49.829074859619098</c:v>
                </c:pt>
                <c:pt idx="5350">
                  <c:v>49.767795562744098</c:v>
                </c:pt>
                <c:pt idx="5351">
                  <c:v>49.719600677490199</c:v>
                </c:pt>
                <c:pt idx="5352">
                  <c:v>49.663352966308601</c:v>
                </c:pt>
                <c:pt idx="5353">
                  <c:v>49.626987457275398</c:v>
                </c:pt>
                <c:pt idx="5354">
                  <c:v>49.563152313232401</c:v>
                </c:pt>
                <c:pt idx="5355">
                  <c:v>49.473373413085902</c:v>
                </c:pt>
                <c:pt idx="5356">
                  <c:v>49.427200317382798</c:v>
                </c:pt>
                <c:pt idx="5357">
                  <c:v>49.384555816650398</c:v>
                </c:pt>
                <c:pt idx="5358">
                  <c:v>49.358287811279297</c:v>
                </c:pt>
                <c:pt idx="5359">
                  <c:v>49.341911315917997</c:v>
                </c:pt>
                <c:pt idx="5360">
                  <c:v>49.325698852539098</c:v>
                </c:pt>
                <c:pt idx="5361">
                  <c:v>49.315471649169901</c:v>
                </c:pt>
                <c:pt idx="5362">
                  <c:v>49.309974670410199</c:v>
                </c:pt>
                <c:pt idx="5363">
                  <c:v>49.307144165039098</c:v>
                </c:pt>
                <c:pt idx="5364">
                  <c:v>49.305694580078097</c:v>
                </c:pt>
                <c:pt idx="5365">
                  <c:v>49.3049507141113</c:v>
                </c:pt>
                <c:pt idx="5366">
                  <c:v>49.293495178222699</c:v>
                </c:pt>
                <c:pt idx="5367">
                  <c:v>49.268562316894503</c:v>
                </c:pt>
                <c:pt idx="5368">
                  <c:v>49.200660705566399</c:v>
                </c:pt>
                <c:pt idx="5369">
                  <c:v>49.139446258544901</c:v>
                </c:pt>
                <c:pt idx="5370">
                  <c:v>49.079170227050803</c:v>
                </c:pt>
                <c:pt idx="5371">
                  <c:v>48.883102416992202</c:v>
                </c:pt>
                <c:pt idx="5372">
                  <c:v>48.7048950195313</c:v>
                </c:pt>
                <c:pt idx="5373">
                  <c:v>48.623786926269503</c:v>
                </c:pt>
                <c:pt idx="5374">
                  <c:v>48.580898284912102</c:v>
                </c:pt>
                <c:pt idx="5375">
                  <c:v>48.548446655273402</c:v>
                </c:pt>
                <c:pt idx="5376">
                  <c:v>48.533885955810597</c:v>
                </c:pt>
                <c:pt idx="5377">
                  <c:v>48.536792755127003</c:v>
                </c:pt>
                <c:pt idx="5378">
                  <c:v>48.485160827636697</c:v>
                </c:pt>
                <c:pt idx="5379">
                  <c:v>48.446533203125</c:v>
                </c:pt>
                <c:pt idx="5380">
                  <c:v>48.414779663085902</c:v>
                </c:pt>
                <c:pt idx="5381">
                  <c:v>48.382034301757798</c:v>
                </c:pt>
                <c:pt idx="5382">
                  <c:v>48.2645454406738</c:v>
                </c:pt>
                <c:pt idx="5383">
                  <c:v>48.248100280761697</c:v>
                </c:pt>
                <c:pt idx="5384">
                  <c:v>48.276271820068402</c:v>
                </c:pt>
                <c:pt idx="5385">
                  <c:v>48.322620391845703</c:v>
                </c:pt>
                <c:pt idx="5386">
                  <c:v>48.2964897155762</c:v>
                </c:pt>
                <c:pt idx="5387">
                  <c:v>48.3768310546875</c:v>
                </c:pt>
                <c:pt idx="5388">
                  <c:v>48.439456939697301</c:v>
                </c:pt>
                <c:pt idx="5389">
                  <c:v>48.494453430175803</c:v>
                </c:pt>
                <c:pt idx="5390">
                  <c:v>48.478912353515597</c:v>
                </c:pt>
                <c:pt idx="5391">
                  <c:v>48.4743041992188</c:v>
                </c:pt>
                <c:pt idx="5392">
                  <c:v>48.653099060058601</c:v>
                </c:pt>
                <c:pt idx="5393">
                  <c:v>48.798072814941399</c:v>
                </c:pt>
                <c:pt idx="5394">
                  <c:v>49.007595062255902</c:v>
                </c:pt>
                <c:pt idx="5395">
                  <c:v>49.1271362304688</c:v>
                </c:pt>
                <c:pt idx="5396">
                  <c:v>49.204639434814503</c:v>
                </c:pt>
                <c:pt idx="5397">
                  <c:v>49.249580383300803</c:v>
                </c:pt>
                <c:pt idx="5398">
                  <c:v>49.276145935058601</c:v>
                </c:pt>
                <c:pt idx="5399">
                  <c:v>49.2897758483887</c:v>
                </c:pt>
                <c:pt idx="5400">
                  <c:v>49.296779632568402</c:v>
                </c:pt>
                <c:pt idx="5401">
                  <c:v>49.300373077392599</c:v>
                </c:pt>
                <c:pt idx="5402">
                  <c:v>49.302219390869098</c:v>
                </c:pt>
                <c:pt idx="5403">
                  <c:v>49.305015563964801</c:v>
                </c:pt>
                <c:pt idx="5404">
                  <c:v>49.332424163818402</c:v>
                </c:pt>
                <c:pt idx="5405">
                  <c:v>49.347366333007798</c:v>
                </c:pt>
                <c:pt idx="5406">
                  <c:v>49.362583160400398</c:v>
                </c:pt>
                <c:pt idx="5407">
                  <c:v>49.368507385253899</c:v>
                </c:pt>
                <c:pt idx="5408">
                  <c:v>49.367462158203097</c:v>
                </c:pt>
                <c:pt idx="5409">
                  <c:v>49.369808197021499</c:v>
                </c:pt>
                <c:pt idx="5410">
                  <c:v>49.378959655761697</c:v>
                </c:pt>
                <c:pt idx="5411">
                  <c:v>49.380069732666001</c:v>
                </c:pt>
                <c:pt idx="5412">
                  <c:v>49.381568908691399</c:v>
                </c:pt>
                <c:pt idx="5413">
                  <c:v>49.378406524658203</c:v>
                </c:pt>
                <c:pt idx="5414">
                  <c:v>49.380180358886697</c:v>
                </c:pt>
                <c:pt idx="5415">
                  <c:v>49.372970581054702</c:v>
                </c:pt>
                <c:pt idx="5416">
                  <c:v>49.357349395752003</c:v>
                </c:pt>
                <c:pt idx="5417">
                  <c:v>49.3403129577637</c:v>
                </c:pt>
                <c:pt idx="5418">
                  <c:v>49.329296112060597</c:v>
                </c:pt>
                <c:pt idx="5419">
                  <c:v>49.335636138916001</c:v>
                </c:pt>
                <c:pt idx="5420">
                  <c:v>49.342952728271499</c:v>
                </c:pt>
                <c:pt idx="5421">
                  <c:v>49.330974578857401</c:v>
                </c:pt>
                <c:pt idx="5422">
                  <c:v>49.321949005127003</c:v>
                </c:pt>
                <c:pt idx="5423">
                  <c:v>49.314952850341797</c:v>
                </c:pt>
                <c:pt idx="5424">
                  <c:v>49.310745239257798</c:v>
                </c:pt>
                <c:pt idx="5425">
                  <c:v>49.307544708252003</c:v>
                </c:pt>
                <c:pt idx="5426">
                  <c:v>49.305900573730497</c:v>
                </c:pt>
                <c:pt idx="5427">
                  <c:v>49.305057525634801</c:v>
                </c:pt>
                <c:pt idx="5428">
                  <c:v>49.304622650146499</c:v>
                </c:pt>
                <c:pt idx="5429">
                  <c:v>49.304401397705099</c:v>
                </c:pt>
                <c:pt idx="5430">
                  <c:v>49.304286956787102</c:v>
                </c:pt>
                <c:pt idx="5431">
                  <c:v>49.304225921630902</c:v>
                </c:pt>
                <c:pt idx="5432">
                  <c:v>49.295562744140597</c:v>
                </c:pt>
                <c:pt idx="5433">
                  <c:v>49.296260833740199</c:v>
                </c:pt>
                <c:pt idx="5434">
                  <c:v>49.300106048583999</c:v>
                </c:pt>
                <c:pt idx="5435">
                  <c:v>49.254058837890597</c:v>
                </c:pt>
                <c:pt idx="5436">
                  <c:v>49.237396240234403</c:v>
                </c:pt>
                <c:pt idx="5437">
                  <c:v>49.207065582275398</c:v>
                </c:pt>
                <c:pt idx="5438">
                  <c:v>49.130298614502003</c:v>
                </c:pt>
                <c:pt idx="5439">
                  <c:v>49.123779296875</c:v>
                </c:pt>
                <c:pt idx="5440">
                  <c:v>49.057750701904297</c:v>
                </c:pt>
                <c:pt idx="5441">
                  <c:v>48.848312377929702</c:v>
                </c:pt>
                <c:pt idx="5442">
                  <c:v>48.749256134033203</c:v>
                </c:pt>
                <c:pt idx="5443">
                  <c:v>48.660251617431598</c:v>
                </c:pt>
                <c:pt idx="5444">
                  <c:v>48.567218780517599</c:v>
                </c:pt>
                <c:pt idx="5445">
                  <c:v>48.505283355712898</c:v>
                </c:pt>
                <c:pt idx="5446">
                  <c:v>48.4767036437988</c:v>
                </c:pt>
                <c:pt idx="5447">
                  <c:v>48.426895141601598</c:v>
                </c:pt>
                <c:pt idx="5448">
                  <c:v>48.373737335205099</c:v>
                </c:pt>
                <c:pt idx="5449">
                  <c:v>48.337120056152301</c:v>
                </c:pt>
                <c:pt idx="5450">
                  <c:v>48.333980560302699</c:v>
                </c:pt>
                <c:pt idx="5451">
                  <c:v>48.285606384277301</c:v>
                </c:pt>
                <c:pt idx="5452">
                  <c:v>48.185737609863303</c:v>
                </c:pt>
                <c:pt idx="5453">
                  <c:v>48.052783966064503</c:v>
                </c:pt>
                <c:pt idx="5454">
                  <c:v>48.086753845214801</c:v>
                </c:pt>
                <c:pt idx="5455">
                  <c:v>47.814308166503899</c:v>
                </c:pt>
                <c:pt idx="5456">
                  <c:v>47.286197662353501</c:v>
                </c:pt>
                <c:pt idx="5457">
                  <c:v>47.310512542724602</c:v>
                </c:pt>
                <c:pt idx="5458">
                  <c:v>47.075275421142599</c:v>
                </c:pt>
                <c:pt idx="5459">
                  <c:v>46.749664306640597</c:v>
                </c:pt>
                <c:pt idx="5460">
                  <c:v>46.454433441162102</c:v>
                </c:pt>
                <c:pt idx="5461">
                  <c:v>46.2531127929688</c:v>
                </c:pt>
                <c:pt idx="5462">
                  <c:v>46.133926391601598</c:v>
                </c:pt>
                <c:pt idx="5463">
                  <c:v>46.096000671386697</c:v>
                </c:pt>
                <c:pt idx="5464">
                  <c:v>46.042560577392599</c:v>
                </c:pt>
                <c:pt idx="5465">
                  <c:v>46.015125274658203</c:v>
                </c:pt>
                <c:pt idx="5466">
                  <c:v>46.001045227050803</c:v>
                </c:pt>
                <c:pt idx="5467">
                  <c:v>45.993804931640597</c:v>
                </c:pt>
                <c:pt idx="5468">
                  <c:v>45.9900932312012</c:v>
                </c:pt>
                <c:pt idx="5469">
                  <c:v>45.988185882568402</c:v>
                </c:pt>
                <c:pt idx="5470">
                  <c:v>45.987209320068402</c:v>
                </c:pt>
                <c:pt idx="5471">
                  <c:v>45.986705780029297</c:v>
                </c:pt>
                <c:pt idx="5472">
                  <c:v>45.986446380615199</c:v>
                </c:pt>
                <c:pt idx="5473">
                  <c:v>45.986316680908203</c:v>
                </c:pt>
                <c:pt idx="5474">
                  <c:v>45.986248016357401</c:v>
                </c:pt>
                <c:pt idx="5475">
                  <c:v>45.986213684082003</c:v>
                </c:pt>
                <c:pt idx="5476">
                  <c:v>45.986194610595703</c:v>
                </c:pt>
                <c:pt idx="5477">
                  <c:v>45.986183166503899</c:v>
                </c:pt>
                <c:pt idx="5478">
                  <c:v>45.986179351806598</c:v>
                </c:pt>
                <c:pt idx="5479">
                  <c:v>45.986179351806598</c:v>
                </c:pt>
                <c:pt idx="5480">
                  <c:v>45.986175537109403</c:v>
                </c:pt>
                <c:pt idx="5481">
                  <c:v>45.986175537109403</c:v>
                </c:pt>
                <c:pt idx="5482">
                  <c:v>45.986175537109403</c:v>
                </c:pt>
                <c:pt idx="5483">
                  <c:v>45.986175537109403</c:v>
                </c:pt>
                <c:pt idx="5484">
                  <c:v>45.986175537109403</c:v>
                </c:pt>
                <c:pt idx="5485">
                  <c:v>45.986175537109403</c:v>
                </c:pt>
                <c:pt idx="5486">
                  <c:v>45.986175537109403</c:v>
                </c:pt>
                <c:pt idx="5487">
                  <c:v>45.986175537109403</c:v>
                </c:pt>
                <c:pt idx="5488">
                  <c:v>45.986175537109403</c:v>
                </c:pt>
                <c:pt idx="5489">
                  <c:v>45.986175537109403</c:v>
                </c:pt>
                <c:pt idx="5490">
                  <c:v>45.986175537109403</c:v>
                </c:pt>
                <c:pt idx="5491">
                  <c:v>45.986175537109403</c:v>
                </c:pt>
                <c:pt idx="5492">
                  <c:v>45.986175537109403</c:v>
                </c:pt>
                <c:pt idx="5493">
                  <c:v>45.986175537109403</c:v>
                </c:pt>
                <c:pt idx="5494">
                  <c:v>45.986175537109403</c:v>
                </c:pt>
                <c:pt idx="5495">
                  <c:v>45.985752105712898</c:v>
                </c:pt>
                <c:pt idx="5496">
                  <c:v>45.985569000244098</c:v>
                </c:pt>
                <c:pt idx="5497">
                  <c:v>45.985866546630902</c:v>
                </c:pt>
                <c:pt idx="5498">
                  <c:v>45.986015319824197</c:v>
                </c:pt>
                <c:pt idx="5499">
                  <c:v>45.986091613769503</c:v>
                </c:pt>
                <c:pt idx="5500">
                  <c:v>45.986133575439503</c:v>
                </c:pt>
                <c:pt idx="5501">
                  <c:v>45.986152648925803</c:v>
                </c:pt>
                <c:pt idx="5502">
                  <c:v>45.986164093017599</c:v>
                </c:pt>
                <c:pt idx="5503">
                  <c:v>45.986167907714801</c:v>
                </c:pt>
                <c:pt idx="5504">
                  <c:v>45.985748291015597</c:v>
                </c:pt>
                <c:pt idx="5505">
                  <c:v>45.984298706054702</c:v>
                </c:pt>
                <c:pt idx="5506">
                  <c:v>45.980182647705099</c:v>
                </c:pt>
                <c:pt idx="5507">
                  <c:v>45.980587005615199</c:v>
                </c:pt>
                <c:pt idx="5508">
                  <c:v>45.971202850341797</c:v>
                </c:pt>
                <c:pt idx="5509">
                  <c:v>45.962516784667997</c:v>
                </c:pt>
                <c:pt idx="5510">
                  <c:v>45.967296600341797</c:v>
                </c:pt>
                <c:pt idx="5511">
                  <c:v>45.963104248046903</c:v>
                </c:pt>
                <c:pt idx="5512">
                  <c:v>45.941562652587898</c:v>
                </c:pt>
                <c:pt idx="5513">
                  <c:v>45.936885833740199</c:v>
                </c:pt>
                <c:pt idx="5514">
                  <c:v>45.908981323242202</c:v>
                </c:pt>
                <c:pt idx="5515">
                  <c:v>45.899898529052699</c:v>
                </c:pt>
                <c:pt idx="5516">
                  <c:v>45.864505767822301</c:v>
                </c:pt>
                <c:pt idx="5517">
                  <c:v>45.821914672851598</c:v>
                </c:pt>
                <c:pt idx="5518">
                  <c:v>45.797958374023402</c:v>
                </c:pt>
                <c:pt idx="5519">
                  <c:v>45.782382965087898</c:v>
                </c:pt>
                <c:pt idx="5520">
                  <c:v>45.754283905029297</c:v>
                </c:pt>
                <c:pt idx="5521">
                  <c:v>45.720191955566399</c:v>
                </c:pt>
                <c:pt idx="5522">
                  <c:v>45.662296295166001</c:v>
                </c:pt>
                <c:pt idx="5523">
                  <c:v>45.629627227783203</c:v>
                </c:pt>
                <c:pt idx="5524">
                  <c:v>45.606346130371101</c:v>
                </c:pt>
                <c:pt idx="5525">
                  <c:v>45.595821380615199</c:v>
                </c:pt>
                <c:pt idx="5526">
                  <c:v>45.586032867431598</c:v>
                </c:pt>
                <c:pt idx="5527">
                  <c:v>45.540435791015597</c:v>
                </c:pt>
                <c:pt idx="5528">
                  <c:v>45.482448577880902</c:v>
                </c:pt>
                <c:pt idx="5529">
                  <c:v>45.475521087646499</c:v>
                </c:pt>
                <c:pt idx="5530">
                  <c:v>45.455715179443402</c:v>
                </c:pt>
                <c:pt idx="5531">
                  <c:v>45.429901123046903</c:v>
                </c:pt>
                <c:pt idx="5532">
                  <c:v>45.379718780517599</c:v>
                </c:pt>
                <c:pt idx="5533">
                  <c:v>45.3565483093262</c:v>
                </c:pt>
                <c:pt idx="5534">
                  <c:v>45.307163238525398</c:v>
                </c:pt>
                <c:pt idx="5535">
                  <c:v>45.282871246337898</c:v>
                </c:pt>
                <c:pt idx="5536">
                  <c:v>45.267997741699197</c:v>
                </c:pt>
                <c:pt idx="5537">
                  <c:v>45.268878936767599</c:v>
                </c:pt>
                <c:pt idx="5538">
                  <c:v>45.2503051757813</c:v>
                </c:pt>
                <c:pt idx="5539">
                  <c:v>45.220794677734403</c:v>
                </c:pt>
                <c:pt idx="5540">
                  <c:v>45.133766174316399</c:v>
                </c:pt>
                <c:pt idx="5541">
                  <c:v>45.122875213623097</c:v>
                </c:pt>
                <c:pt idx="5542">
                  <c:v>45.107681274414098</c:v>
                </c:pt>
                <c:pt idx="5543">
                  <c:v>45.102291107177699</c:v>
                </c:pt>
                <c:pt idx="5544">
                  <c:v>45.080001831054702</c:v>
                </c:pt>
                <c:pt idx="5545">
                  <c:v>45.033298492431598</c:v>
                </c:pt>
                <c:pt idx="5546">
                  <c:v>44.954631805419901</c:v>
                </c:pt>
                <c:pt idx="5547">
                  <c:v>44.853462219238303</c:v>
                </c:pt>
                <c:pt idx="5548">
                  <c:v>44.803855895996101</c:v>
                </c:pt>
                <c:pt idx="5549">
                  <c:v>44.798976898193402</c:v>
                </c:pt>
                <c:pt idx="5550">
                  <c:v>44.845329284667997</c:v>
                </c:pt>
                <c:pt idx="5551">
                  <c:v>44.791202545166001</c:v>
                </c:pt>
                <c:pt idx="5552">
                  <c:v>44.718116760253899</c:v>
                </c:pt>
                <c:pt idx="5553">
                  <c:v>44.742324829101598</c:v>
                </c:pt>
                <c:pt idx="5554">
                  <c:v>44.706680297851598</c:v>
                </c:pt>
                <c:pt idx="5555">
                  <c:v>44.708347320556598</c:v>
                </c:pt>
                <c:pt idx="5556">
                  <c:v>44.716213226318402</c:v>
                </c:pt>
                <c:pt idx="5557">
                  <c:v>44.659286499023402</c:v>
                </c:pt>
                <c:pt idx="5558">
                  <c:v>44.633754730224602</c:v>
                </c:pt>
                <c:pt idx="5559">
                  <c:v>44.676536560058601</c:v>
                </c:pt>
                <c:pt idx="5560">
                  <c:v>44.662528991699197</c:v>
                </c:pt>
                <c:pt idx="5561">
                  <c:v>44.633129119873097</c:v>
                </c:pt>
                <c:pt idx="5562">
                  <c:v>44.631687164306598</c:v>
                </c:pt>
                <c:pt idx="5563">
                  <c:v>44.618125915527301</c:v>
                </c:pt>
                <c:pt idx="5564">
                  <c:v>44.583160400390597</c:v>
                </c:pt>
                <c:pt idx="5565">
                  <c:v>44.554775238037102</c:v>
                </c:pt>
                <c:pt idx="5566">
                  <c:v>44.542076110839801</c:v>
                </c:pt>
                <c:pt idx="5567">
                  <c:v>44.531631469726598</c:v>
                </c:pt>
                <c:pt idx="5568">
                  <c:v>44.540904998779297</c:v>
                </c:pt>
                <c:pt idx="5569">
                  <c:v>44.505069732666001</c:v>
                </c:pt>
                <c:pt idx="5570">
                  <c:v>44.487152099609403</c:v>
                </c:pt>
                <c:pt idx="5571">
                  <c:v>44.468940734863303</c:v>
                </c:pt>
                <c:pt idx="5572">
                  <c:v>44.444297790527301</c:v>
                </c:pt>
                <c:pt idx="5573">
                  <c:v>44.425727844238303</c:v>
                </c:pt>
                <c:pt idx="5574">
                  <c:v>44.4175834655762</c:v>
                </c:pt>
                <c:pt idx="5575">
                  <c:v>44.415706634521499</c:v>
                </c:pt>
                <c:pt idx="5576">
                  <c:v>44.409889221191399</c:v>
                </c:pt>
                <c:pt idx="5577">
                  <c:v>44.406902313232401</c:v>
                </c:pt>
                <c:pt idx="5578">
                  <c:v>44.405368804931598</c:v>
                </c:pt>
                <c:pt idx="5579">
                  <c:v>44.404579162597699</c:v>
                </c:pt>
                <c:pt idx="5580">
                  <c:v>44.4041748046875</c:v>
                </c:pt>
                <c:pt idx="5581">
                  <c:v>44.403968811035199</c:v>
                </c:pt>
                <c:pt idx="5582">
                  <c:v>44.403861999511697</c:v>
                </c:pt>
                <c:pt idx="5583">
                  <c:v>44.40380859375</c:v>
                </c:pt>
                <c:pt idx="5584">
                  <c:v>44.403778076171903</c:v>
                </c:pt>
                <c:pt idx="5585">
                  <c:v>44.403762817382798</c:v>
                </c:pt>
                <c:pt idx="5586">
                  <c:v>44.393150329589801</c:v>
                </c:pt>
                <c:pt idx="5587">
                  <c:v>44.324291229248097</c:v>
                </c:pt>
                <c:pt idx="5588">
                  <c:v>44.268932342529297</c:v>
                </c:pt>
                <c:pt idx="5589">
                  <c:v>44.262001037597699</c:v>
                </c:pt>
                <c:pt idx="5590">
                  <c:v>44.290939331054702</c:v>
                </c:pt>
                <c:pt idx="5591">
                  <c:v>44.202720642089801</c:v>
                </c:pt>
                <c:pt idx="5592">
                  <c:v>44.064319610595703</c:v>
                </c:pt>
                <c:pt idx="5593">
                  <c:v>43.903438568115199</c:v>
                </c:pt>
                <c:pt idx="5594">
                  <c:v>43.758865356445298</c:v>
                </c:pt>
                <c:pt idx="5595">
                  <c:v>43.721965789794901</c:v>
                </c:pt>
                <c:pt idx="5596">
                  <c:v>43.660835266113303</c:v>
                </c:pt>
                <c:pt idx="5597">
                  <c:v>43.633449554443402</c:v>
                </c:pt>
                <c:pt idx="5598">
                  <c:v>43.6206245422363</c:v>
                </c:pt>
                <c:pt idx="5599">
                  <c:v>43.618663787841797</c:v>
                </c:pt>
                <c:pt idx="5600">
                  <c:v>43.619712829589801</c:v>
                </c:pt>
                <c:pt idx="5601">
                  <c:v>43.5995903015137</c:v>
                </c:pt>
                <c:pt idx="5602">
                  <c:v>43.553302764892599</c:v>
                </c:pt>
                <c:pt idx="5603">
                  <c:v>43.5374565124512</c:v>
                </c:pt>
                <c:pt idx="5604">
                  <c:v>43.500980377197301</c:v>
                </c:pt>
                <c:pt idx="5605">
                  <c:v>43.488632202148402</c:v>
                </c:pt>
                <c:pt idx="5606">
                  <c:v>43.488052368164098</c:v>
                </c:pt>
                <c:pt idx="5607">
                  <c:v>43.474681854248097</c:v>
                </c:pt>
                <c:pt idx="5608">
                  <c:v>43.3947143554688</c:v>
                </c:pt>
                <c:pt idx="5609">
                  <c:v>43.368400573730497</c:v>
                </c:pt>
                <c:pt idx="5610">
                  <c:v>43.280338287353501</c:v>
                </c:pt>
                <c:pt idx="5611">
                  <c:v>43.2349853515625</c:v>
                </c:pt>
                <c:pt idx="5612">
                  <c:v>43.209754943847699</c:v>
                </c:pt>
                <c:pt idx="5613">
                  <c:v>43.206378936767599</c:v>
                </c:pt>
                <c:pt idx="5614">
                  <c:v>43.187618255615199</c:v>
                </c:pt>
                <c:pt idx="5615">
                  <c:v>43.153377532958999</c:v>
                </c:pt>
                <c:pt idx="5616">
                  <c:v>43.151939392089801</c:v>
                </c:pt>
                <c:pt idx="5617">
                  <c:v>43.139247894287102</c:v>
                </c:pt>
                <c:pt idx="5618">
                  <c:v>43.0989799499512</c:v>
                </c:pt>
                <c:pt idx="5619">
                  <c:v>43.1268501281738</c:v>
                </c:pt>
                <c:pt idx="5620">
                  <c:v>43.107013702392599</c:v>
                </c:pt>
                <c:pt idx="5621">
                  <c:v>43.070667266845703</c:v>
                </c:pt>
                <c:pt idx="5622">
                  <c:v>43.063640594482401</c:v>
                </c:pt>
                <c:pt idx="5623">
                  <c:v>43.051380157470703</c:v>
                </c:pt>
                <c:pt idx="5624">
                  <c:v>43.021232604980497</c:v>
                </c:pt>
                <c:pt idx="5625">
                  <c:v>42.996555328369098</c:v>
                </c:pt>
                <c:pt idx="5626">
                  <c:v>42.929996490478501</c:v>
                </c:pt>
                <c:pt idx="5627">
                  <c:v>42.893760681152301</c:v>
                </c:pt>
                <c:pt idx="5628">
                  <c:v>42.8864936828613</c:v>
                </c:pt>
                <c:pt idx="5629">
                  <c:v>42.868030548095703</c:v>
                </c:pt>
                <c:pt idx="5630">
                  <c:v>42.851432800292997</c:v>
                </c:pt>
                <c:pt idx="5631">
                  <c:v>42.8231391906738</c:v>
                </c:pt>
                <c:pt idx="5632">
                  <c:v>42.832927703857401</c:v>
                </c:pt>
                <c:pt idx="5633">
                  <c:v>42.817657470703097</c:v>
                </c:pt>
                <c:pt idx="5634">
                  <c:v>42.811603546142599</c:v>
                </c:pt>
                <c:pt idx="5635">
                  <c:v>42.823898315429702</c:v>
                </c:pt>
                <c:pt idx="5636">
                  <c:v>42.816806793212898</c:v>
                </c:pt>
                <c:pt idx="5637">
                  <c:v>42.798110961914098</c:v>
                </c:pt>
                <c:pt idx="5638">
                  <c:v>42.802032470703097</c:v>
                </c:pt>
                <c:pt idx="5639">
                  <c:v>42.859077453613303</c:v>
                </c:pt>
                <c:pt idx="5640">
                  <c:v>42.963951110839801</c:v>
                </c:pt>
                <c:pt idx="5641">
                  <c:v>42.933155059814503</c:v>
                </c:pt>
                <c:pt idx="5642">
                  <c:v>42.872867584228501</c:v>
                </c:pt>
                <c:pt idx="5643">
                  <c:v>42.892501831054702</c:v>
                </c:pt>
                <c:pt idx="5644">
                  <c:v>42.915538787841797</c:v>
                </c:pt>
                <c:pt idx="5645">
                  <c:v>43.070018768310597</c:v>
                </c:pt>
                <c:pt idx="5646">
                  <c:v>43.1164360046387</c:v>
                </c:pt>
                <c:pt idx="5647">
                  <c:v>43.176315307617202</c:v>
                </c:pt>
                <c:pt idx="5648">
                  <c:v>43.239177703857401</c:v>
                </c:pt>
                <c:pt idx="5649">
                  <c:v>43.355003356933601</c:v>
                </c:pt>
                <c:pt idx="5650">
                  <c:v>43.468589782714801</c:v>
                </c:pt>
                <c:pt idx="5651">
                  <c:v>43.736988067627003</c:v>
                </c:pt>
                <c:pt idx="5652">
                  <c:v>44.018424987792997</c:v>
                </c:pt>
                <c:pt idx="5653">
                  <c:v>44.178150177002003</c:v>
                </c:pt>
                <c:pt idx="5654">
                  <c:v>44.287952423095703</c:v>
                </c:pt>
                <c:pt idx="5655">
                  <c:v>44.344284057617202</c:v>
                </c:pt>
                <c:pt idx="5656">
                  <c:v>44.373218536377003</c:v>
                </c:pt>
                <c:pt idx="5657">
                  <c:v>44.416389465332003</c:v>
                </c:pt>
                <c:pt idx="5658">
                  <c:v>44.521522521972699</c:v>
                </c:pt>
                <c:pt idx="5659">
                  <c:v>44.704685211181598</c:v>
                </c:pt>
                <c:pt idx="5660">
                  <c:v>44.910789489746101</c:v>
                </c:pt>
                <c:pt idx="5661">
                  <c:v>45.011760711669901</c:v>
                </c:pt>
                <c:pt idx="5662">
                  <c:v>45.158733367919901</c:v>
                </c:pt>
                <c:pt idx="5663">
                  <c:v>45.270557403564503</c:v>
                </c:pt>
                <c:pt idx="5664">
                  <c:v>45.379352569580099</c:v>
                </c:pt>
                <c:pt idx="5665">
                  <c:v>45.512420654296903</c:v>
                </c:pt>
                <c:pt idx="5666">
                  <c:v>45.650672912597699</c:v>
                </c:pt>
                <c:pt idx="5667">
                  <c:v>45.756744384765597</c:v>
                </c:pt>
                <c:pt idx="5668">
                  <c:v>45.8644828796387</c:v>
                </c:pt>
                <c:pt idx="5669">
                  <c:v>45.916679382324197</c:v>
                </c:pt>
                <c:pt idx="5670">
                  <c:v>45.950504302978501</c:v>
                </c:pt>
                <c:pt idx="5671">
                  <c:v>45.967857360839801</c:v>
                </c:pt>
                <c:pt idx="5672">
                  <c:v>45.976768493652301</c:v>
                </c:pt>
                <c:pt idx="5673">
                  <c:v>45.981346130371101</c:v>
                </c:pt>
                <c:pt idx="5674">
                  <c:v>45.983695983886697</c:v>
                </c:pt>
                <c:pt idx="5675">
                  <c:v>45.984901428222699</c:v>
                </c:pt>
                <c:pt idx="5676">
                  <c:v>45.985523223877003</c:v>
                </c:pt>
                <c:pt idx="5677">
                  <c:v>45.98583984375</c:v>
                </c:pt>
                <c:pt idx="5678">
                  <c:v>45.986003875732401</c:v>
                </c:pt>
                <c:pt idx="5679">
                  <c:v>45.986087799072301</c:v>
                </c:pt>
                <c:pt idx="5680">
                  <c:v>45.986129760742202</c:v>
                </c:pt>
                <c:pt idx="5681">
                  <c:v>45.986152648925803</c:v>
                </c:pt>
                <c:pt idx="5682">
                  <c:v>45.986164093017599</c:v>
                </c:pt>
                <c:pt idx="5683">
                  <c:v>45.986167907714801</c:v>
                </c:pt>
                <c:pt idx="5684">
                  <c:v>45.986171722412102</c:v>
                </c:pt>
                <c:pt idx="5685">
                  <c:v>46.049049377441399</c:v>
                </c:pt>
                <c:pt idx="5686">
                  <c:v>46.314552307128899</c:v>
                </c:pt>
                <c:pt idx="5687">
                  <c:v>46.251293182373097</c:v>
                </c:pt>
                <c:pt idx="5688">
                  <c:v>46.289714813232401</c:v>
                </c:pt>
                <c:pt idx="5689">
                  <c:v>46.479923248291001</c:v>
                </c:pt>
                <c:pt idx="5690">
                  <c:v>46.681381225585902</c:v>
                </c:pt>
                <c:pt idx="5691">
                  <c:v>47.265583038330099</c:v>
                </c:pt>
                <c:pt idx="5692">
                  <c:v>47.566795349121101</c:v>
                </c:pt>
                <c:pt idx="5693">
                  <c:v>47.408309936523402</c:v>
                </c:pt>
                <c:pt idx="5694">
                  <c:v>47.845760345458999</c:v>
                </c:pt>
                <c:pt idx="5695">
                  <c:v>48.023258209228501</c:v>
                </c:pt>
                <c:pt idx="5696">
                  <c:v>48.145999908447301</c:v>
                </c:pt>
                <c:pt idx="5697">
                  <c:v>48.247249603271499</c:v>
                </c:pt>
                <c:pt idx="5698">
                  <c:v>48.306346893310597</c:v>
                </c:pt>
                <c:pt idx="5699">
                  <c:v>48.370754241943402</c:v>
                </c:pt>
                <c:pt idx="5700">
                  <c:v>48.399929046630902</c:v>
                </c:pt>
                <c:pt idx="5701">
                  <c:v>48.494510650634801</c:v>
                </c:pt>
                <c:pt idx="5702">
                  <c:v>48.478157043457003</c:v>
                </c:pt>
                <c:pt idx="5703">
                  <c:v>48.484626770019503</c:v>
                </c:pt>
                <c:pt idx="5704">
                  <c:v>48.7176322937012</c:v>
                </c:pt>
                <c:pt idx="5705">
                  <c:v>48.743076324462898</c:v>
                </c:pt>
                <c:pt idx="5706">
                  <c:v>48.706962585449197</c:v>
                </c:pt>
                <c:pt idx="5707">
                  <c:v>48.742866516113303</c:v>
                </c:pt>
                <c:pt idx="5708">
                  <c:v>48.834457397460902</c:v>
                </c:pt>
                <c:pt idx="5709">
                  <c:v>48.899566650390597</c:v>
                </c:pt>
                <c:pt idx="5710">
                  <c:v>48.993232727050803</c:v>
                </c:pt>
                <c:pt idx="5711">
                  <c:v>49.044464111328097</c:v>
                </c:pt>
                <c:pt idx="5712">
                  <c:v>49.131050109863303</c:v>
                </c:pt>
                <c:pt idx="5713">
                  <c:v>49.1192436218262</c:v>
                </c:pt>
                <c:pt idx="5714">
                  <c:v>49.113185882568402</c:v>
                </c:pt>
                <c:pt idx="5715">
                  <c:v>49.052852630615199</c:v>
                </c:pt>
                <c:pt idx="5716">
                  <c:v>49.024940490722699</c:v>
                </c:pt>
                <c:pt idx="5717">
                  <c:v>49.105289459228501</c:v>
                </c:pt>
                <c:pt idx="5718">
                  <c:v>49.204792022705099</c:v>
                </c:pt>
                <c:pt idx="5719">
                  <c:v>49.256500244140597</c:v>
                </c:pt>
                <c:pt idx="5720">
                  <c:v>49.281295776367202</c:v>
                </c:pt>
                <c:pt idx="5721">
                  <c:v>49.292861938476598</c:v>
                </c:pt>
                <c:pt idx="5722">
                  <c:v>49.308616638183601</c:v>
                </c:pt>
                <c:pt idx="5723">
                  <c:v>49.338260650634801</c:v>
                </c:pt>
                <c:pt idx="5724">
                  <c:v>49.375930786132798</c:v>
                </c:pt>
                <c:pt idx="5725">
                  <c:v>49.385963439941399</c:v>
                </c:pt>
                <c:pt idx="5726">
                  <c:v>49.412124633789098</c:v>
                </c:pt>
                <c:pt idx="5727">
                  <c:v>49.447795867919901</c:v>
                </c:pt>
                <c:pt idx="5728">
                  <c:v>49.524585723877003</c:v>
                </c:pt>
                <c:pt idx="5729">
                  <c:v>49.603435516357401</c:v>
                </c:pt>
                <c:pt idx="5730">
                  <c:v>49.634994506835902</c:v>
                </c:pt>
                <c:pt idx="5731">
                  <c:v>49.675708770752003</c:v>
                </c:pt>
                <c:pt idx="5732">
                  <c:v>49.70654296875</c:v>
                </c:pt>
                <c:pt idx="5733">
                  <c:v>49.752464294433601</c:v>
                </c:pt>
                <c:pt idx="5734">
                  <c:v>49.7956352233887</c:v>
                </c:pt>
                <c:pt idx="5735">
                  <c:v>49.889251708984403</c:v>
                </c:pt>
                <c:pt idx="5736">
                  <c:v>49.948722839355497</c:v>
                </c:pt>
                <c:pt idx="5737">
                  <c:v>50.021152496337898</c:v>
                </c:pt>
                <c:pt idx="5738">
                  <c:v>50.073856353759801</c:v>
                </c:pt>
                <c:pt idx="5739">
                  <c:v>50.1613960266113</c:v>
                </c:pt>
                <c:pt idx="5740">
                  <c:v>50.226676940917997</c:v>
                </c:pt>
                <c:pt idx="5741">
                  <c:v>50.2340698242188</c:v>
                </c:pt>
                <c:pt idx="5742">
                  <c:v>50.410388946533203</c:v>
                </c:pt>
                <c:pt idx="5743">
                  <c:v>50.580646514892599</c:v>
                </c:pt>
                <c:pt idx="5744">
                  <c:v>50.682342529296903</c:v>
                </c:pt>
                <c:pt idx="5745">
                  <c:v>50.7413139343262</c:v>
                </c:pt>
                <c:pt idx="5746">
                  <c:v>50.791019439697301</c:v>
                </c:pt>
                <c:pt idx="5747">
                  <c:v>50.862373352050803</c:v>
                </c:pt>
                <c:pt idx="5748">
                  <c:v>50.900314331054702</c:v>
                </c:pt>
                <c:pt idx="5749">
                  <c:v>50.9331665039063</c:v>
                </c:pt>
                <c:pt idx="5750">
                  <c:v>50.941448211669901</c:v>
                </c:pt>
                <c:pt idx="5751">
                  <c:v>51.000572204589801</c:v>
                </c:pt>
                <c:pt idx="5752">
                  <c:v>51.043983459472699</c:v>
                </c:pt>
                <c:pt idx="5753">
                  <c:v>51.076065063476598</c:v>
                </c:pt>
                <c:pt idx="5754">
                  <c:v>51.144943237304702</c:v>
                </c:pt>
                <c:pt idx="5755">
                  <c:v>51.189647674560597</c:v>
                </c:pt>
                <c:pt idx="5756">
                  <c:v>51.270755767822301</c:v>
                </c:pt>
                <c:pt idx="5757">
                  <c:v>51.463459014892599</c:v>
                </c:pt>
                <c:pt idx="5758">
                  <c:v>51.807685852050803</c:v>
                </c:pt>
                <c:pt idx="5759">
                  <c:v>51.840572357177699</c:v>
                </c:pt>
                <c:pt idx="5760">
                  <c:v>51.757232666015597</c:v>
                </c:pt>
                <c:pt idx="5761">
                  <c:v>51.851783752441399</c:v>
                </c:pt>
                <c:pt idx="5762">
                  <c:v>51.985187530517599</c:v>
                </c:pt>
                <c:pt idx="5763">
                  <c:v>52.174602508544901</c:v>
                </c:pt>
                <c:pt idx="5764">
                  <c:v>52.294677734375</c:v>
                </c:pt>
                <c:pt idx="5765">
                  <c:v>52.314929962158203</c:v>
                </c:pt>
                <c:pt idx="5766">
                  <c:v>52.376197814941399</c:v>
                </c:pt>
                <c:pt idx="5767">
                  <c:v>52.446895599365199</c:v>
                </c:pt>
                <c:pt idx="5768">
                  <c:v>52.507335662841797</c:v>
                </c:pt>
                <c:pt idx="5769">
                  <c:v>52.538368225097699</c:v>
                </c:pt>
                <c:pt idx="5770">
                  <c:v>52.554290771484403</c:v>
                </c:pt>
                <c:pt idx="5771">
                  <c:v>52.5624809265137</c:v>
                </c:pt>
                <c:pt idx="5772">
                  <c:v>52.566677093505902</c:v>
                </c:pt>
                <c:pt idx="5773">
                  <c:v>52.568836212158203</c:v>
                </c:pt>
                <c:pt idx="5774">
                  <c:v>52.569942474365199</c:v>
                </c:pt>
                <c:pt idx="5775">
                  <c:v>52.570510864257798</c:v>
                </c:pt>
                <c:pt idx="5776">
                  <c:v>52.57080078125</c:v>
                </c:pt>
                <c:pt idx="5777">
                  <c:v>52.570953369140597</c:v>
                </c:pt>
                <c:pt idx="5778">
                  <c:v>52.571029663085902</c:v>
                </c:pt>
                <c:pt idx="5779">
                  <c:v>52.571067810058601</c:v>
                </c:pt>
                <c:pt idx="5780">
                  <c:v>52.571086883544901</c:v>
                </c:pt>
                <c:pt idx="5781">
                  <c:v>52.571098327636697</c:v>
                </c:pt>
                <c:pt idx="5782">
                  <c:v>52.5711059570313</c:v>
                </c:pt>
                <c:pt idx="5783">
                  <c:v>52.5711059570313</c:v>
                </c:pt>
                <c:pt idx="5784">
                  <c:v>52.571109771728501</c:v>
                </c:pt>
                <c:pt idx="5785">
                  <c:v>52.571109771728501</c:v>
                </c:pt>
                <c:pt idx="5786">
                  <c:v>52.571109771728501</c:v>
                </c:pt>
                <c:pt idx="5787">
                  <c:v>52.571109771728501</c:v>
                </c:pt>
                <c:pt idx="5788">
                  <c:v>52.571109771728501</c:v>
                </c:pt>
                <c:pt idx="5789">
                  <c:v>52.571109771728501</c:v>
                </c:pt>
                <c:pt idx="5790">
                  <c:v>52.571109771728501</c:v>
                </c:pt>
                <c:pt idx="5791">
                  <c:v>52.571109771728501</c:v>
                </c:pt>
                <c:pt idx="5792">
                  <c:v>52.571109771728501</c:v>
                </c:pt>
                <c:pt idx="5793">
                  <c:v>52.571109771728501</c:v>
                </c:pt>
                <c:pt idx="5794">
                  <c:v>52.571109771728501</c:v>
                </c:pt>
                <c:pt idx="5795">
                  <c:v>52.571109771728501</c:v>
                </c:pt>
                <c:pt idx="5796">
                  <c:v>52.571109771728501</c:v>
                </c:pt>
                <c:pt idx="5797">
                  <c:v>52.571109771728501</c:v>
                </c:pt>
                <c:pt idx="5798">
                  <c:v>52.571109771728501</c:v>
                </c:pt>
                <c:pt idx="5799">
                  <c:v>52.571109771728501</c:v>
                </c:pt>
                <c:pt idx="5800">
                  <c:v>52.555904388427699</c:v>
                </c:pt>
                <c:pt idx="5801">
                  <c:v>52.548095703125</c:v>
                </c:pt>
                <c:pt idx="5802">
                  <c:v>52.450046539306598</c:v>
                </c:pt>
                <c:pt idx="5803">
                  <c:v>52.508934020996101</c:v>
                </c:pt>
                <c:pt idx="5804">
                  <c:v>52.539188385009801</c:v>
                </c:pt>
                <c:pt idx="5805">
                  <c:v>52.554721832275398</c:v>
                </c:pt>
                <c:pt idx="5806">
                  <c:v>52.562698364257798</c:v>
                </c:pt>
                <c:pt idx="5807">
                  <c:v>52.5667915344238</c:v>
                </c:pt>
                <c:pt idx="5808">
                  <c:v>52.568893432617202</c:v>
                </c:pt>
                <c:pt idx="5809">
                  <c:v>52.569972991943402</c:v>
                </c:pt>
                <c:pt idx="5810">
                  <c:v>52.570526123046903</c:v>
                </c:pt>
                <c:pt idx="5811">
                  <c:v>52.570808410644503</c:v>
                </c:pt>
                <c:pt idx="5812">
                  <c:v>52.570957183837898</c:v>
                </c:pt>
                <c:pt idx="5813">
                  <c:v>52.571029663085902</c:v>
                </c:pt>
                <c:pt idx="5814">
                  <c:v>52.571067810058601</c:v>
                </c:pt>
                <c:pt idx="5815">
                  <c:v>52.571090698242202</c:v>
                </c:pt>
                <c:pt idx="5816">
                  <c:v>52.571098327636697</c:v>
                </c:pt>
                <c:pt idx="5817">
                  <c:v>52.572761535644503</c:v>
                </c:pt>
                <c:pt idx="5818">
                  <c:v>52.571956634521499</c:v>
                </c:pt>
                <c:pt idx="5819">
                  <c:v>52.572509765625</c:v>
                </c:pt>
                <c:pt idx="5820">
                  <c:v>52.571826934814503</c:v>
                </c:pt>
                <c:pt idx="5821">
                  <c:v>52.573410034179702</c:v>
                </c:pt>
                <c:pt idx="5822">
                  <c:v>52.5842895507813</c:v>
                </c:pt>
                <c:pt idx="5823">
                  <c:v>52.593193054199197</c:v>
                </c:pt>
                <c:pt idx="5824">
                  <c:v>52.667079925537102</c:v>
                </c:pt>
                <c:pt idx="5825">
                  <c:v>52.710605621337898</c:v>
                </c:pt>
                <c:pt idx="5826">
                  <c:v>52.759391784667997</c:v>
                </c:pt>
                <c:pt idx="5827">
                  <c:v>52.700122833252003</c:v>
                </c:pt>
                <c:pt idx="5828">
                  <c:v>52.767364501953097</c:v>
                </c:pt>
                <c:pt idx="5829">
                  <c:v>52.884044647216797</c:v>
                </c:pt>
                <c:pt idx="5830">
                  <c:v>53.008396148681598</c:v>
                </c:pt>
                <c:pt idx="5831">
                  <c:v>53.122261047363303</c:v>
                </c:pt>
                <c:pt idx="5832">
                  <c:v>53.149986267089801</c:v>
                </c:pt>
                <c:pt idx="5833">
                  <c:v>53.238815307617202</c:v>
                </c:pt>
                <c:pt idx="5834">
                  <c:v>53.286472320556598</c:v>
                </c:pt>
                <c:pt idx="5835">
                  <c:v>53.344894409179702</c:v>
                </c:pt>
                <c:pt idx="5836">
                  <c:v>53.468883514404297</c:v>
                </c:pt>
                <c:pt idx="5837">
                  <c:v>53.633125305175803</c:v>
                </c:pt>
                <c:pt idx="5838">
                  <c:v>53.716518402099602</c:v>
                </c:pt>
                <c:pt idx="5839">
                  <c:v>53.840999603271499</c:v>
                </c:pt>
                <c:pt idx="5840">
                  <c:v>53.982433319091797</c:v>
                </c:pt>
                <c:pt idx="5841">
                  <c:v>54.055751800537102</c:v>
                </c:pt>
                <c:pt idx="5842">
                  <c:v>54.241256713867202</c:v>
                </c:pt>
                <c:pt idx="5843">
                  <c:v>54.336654663085902</c:v>
                </c:pt>
                <c:pt idx="5844">
                  <c:v>54.53076171875</c:v>
                </c:pt>
                <c:pt idx="5845">
                  <c:v>54.663185119628899</c:v>
                </c:pt>
                <c:pt idx="5846">
                  <c:v>54.722354888916001</c:v>
                </c:pt>
                <c:pt idx="5847">
                  <c:v>54.824554443359403</c:v>
                </c:pt>
                <c:pt idx="5848">
                  <c:v>55.111019134521499</c:v>
                </c:pt>
                <c:pt idx="5849">
                  <c:v>55.177677154541001</c:v>
                </c:pt>
                <c:pt idx="5850">
                  <c:v>55.322193145752003</c:v>
                </c:pt>
                <c:pt idx="5851">
                  <c:v>55.5636177062988</c:v>
                </c:pt>
                <c:pt idx="5852">
                  <c:v>55.697154998779297</c:v>
                </c:pt>
                <c:pt idx="5853">
                  <c:v>55.765712738037102</c:v>
                </c:pt>
                <c:pt idx="5854">
                  <c:v>55.800926208496101</c:v>
                </c:pt>
                <c:pt idx="5855">
                  <c:v>55.818984985351598</c:v>
                </c:pt>
                <c:pt idx="5856">
                  <c:v>55.8282661437988</c:v>
                </c:pt>
                <c:pt idx="5857">
                  <c:v>55.8330268859863</c:v>
                </c:pt>
                <c:pt idx="5858">
                  <c:v>55.835472106933601</c:v>
                </c:pt>
                <c:pt idx="5859">
                  <c:v>55.8367309570313</c:v>
                </c:pt>
                <c:pt idx="5860">
                  <c:v>55.837375640869098</c:v>
                </c:pt>
                <c:pt idx="5861">
                  <c:v>55.837703704833999</c:v>
                </c:pt>
                <c:pt idx="5862">
                  <c:v>55.837875366210902</c:v>
                </c:pt>
                <c:pt idx="5863">
                  <c:v>55.837963104248097</c:v>
                </c:pt>
                <c:pt idx="5864">
                  <c:v>55.824501037597699</c:v>
                </c:pt>
                <c:pt idx="5865">
                  <c:v>55.793445587158203</c:v>
                </c:pt>
                <c:pt idx="5866">
                  <c:v>55.795089721679702</c:v>
                </c:pt>
                <c:pt idx="5867">
                  <c:v>55.800567626953097</c:v>
                </c:pt>
                <c:pt idx="5868">
                  <c:v>55.809131622314503</c:v>
                </c:pt>
                <c:pt idx="5869">
                  <c:v>55.823204040527301</c:v>
                </c:pt>
                <c:pt idx="5870">
                  <c:v>55.803417205810597</c:v>
                </c:pt>
                <c:pt idx="5871">
                  <c:v>55.810596466064503</c:v>
                </c:pt>
                <c:pt idx="5872">
                  <c:v>55.727916717529297</c:v>
                </c:pt>
                <c:pt idx="5873">
                  <c:v>55.669578552246101</c:v>
                </c:pt>
                <c:pt idx="5874">
                  <c:v>55.7361030578613</c:v>
                </c:pt>
                <c:pt idx="5875">
                  <c:v>55.774662017822301</c:v>
                </c:pt>
                <c:pt idx="5876">
                  <c:v>55.795829772949197</c:v>
                </c:pt>
                <c:pt idx="5877">
                  <c:v>55.816375732421903</c:v>
                </c:pt>
                <c:pt idx="5878">
                  <c:v>55.769908905029297</c:v>
                </c:pt>
                <c:pt idx="5879">
                  <c:v>55.641220092773402</c:v>
                </c:pt>
                <c:pt idx="5880">
                  <c:v>55.503562927246101</c:v>
                </c:pt>
                <c:pt idx="5881">
                  <c:v>55.526931762695298</c:v>
                </c:pt>
                <c:pt idx="5882">
                  <c:v>55.471355438232401</c:v>
                </c:pt>
                <c:pt idx="5883">
                  <c:v>55.204246520996101</c:v>
                </c:pt>
                <c:pt idx="5884">
                  <c:v>55.045688629150398</c:v>
                </c:pt>
                <c:pt idx="5885">
                  <c:v>55.164886474609403</c:v>
                </c:pt>
                <c:pt idx="5886">
                  <c:v>55.260471343994098</c:v>
                </c:pt>
                <c:pt idx="5887">
                  <c:v>55.168540954589801</c:v>
                </c:pt>
                <c:pt idx="5888">
                  <c:v>55.055885314941399</c:v>
                </c:pt>
                <c:pt idx="5889">
                  <c:v>55.029319763183601</c:v>
                </c:pt>
                <c:pt idx="5890">
                  <c:v>55.296878814697301</c:v>
                </c:pt>
                <c:pt idx="5891">
                  <c:v>55.162853240966797</c:v>
                </c:pt>
                <c:pt idx="5892">
                  <c:v>55.202938079833999</c:v>
                </c:pt>
                <c:pt idx="5893">
                  <c:v>55.210075378417997</c:v>
                </c:pt>
                <c:pt idx="5894">
                  <c:v>55.3534545898438</c:v>
                </c:pt>
                <c:pt idx="5895">
                  <c:v>55.4314575195313</c:v>
                </c:pt>
                <c:pt idx="5896">
                  <c:v>55.517322540283203</c:v>
                </c:pt>
                <c:pt idx="5897">
                  <c:v>55.448413848877003</c:v>
                </c:pt>
                <c:pt idx="5898">
                  <c:v>55.637931823730497</c:v>
                </c:pt>
                <c:pt idx="5899">
                  <c:v>55.6281547546387</c:v>
                </c:pt>
                <c:pt idx="5900">
                  <c:v>55.683925628662102</c:v>
                </c:pt>
                <c:pt idx="5901">
                  <c:v>55.758922576904297</c:v>
                </c:pt>
                <c:pt idx="5902">
                  <c:v>55.755970001220703</c:v>
                </c:pt>
                <c:pt idx="5903">
                  <c:v>55.7958984375</c:v>
                </c:pt>
                <c:pt idx="5904">
                  <c:v>55.816410064697301</c:v>
                </c:pt>
                <c:pt idx="5905">
                  <c:v>55.826942443847699</c:v>
                </c:pt>
                <c:pt idx="5906">
                  <c:v>55.832344055175803</c:v>
                </c:pt>
                <c:pt idx="5907">
                  <c:v>55.856765747070298</c:v>
                </c:pt>
                <c:pt idx="5908">
                  <c:v>55.867546081542997</c:v>
                </c:pt>
                <c:pt idx="5909">
                  <c:v>55.854579925537102</c:v>
                </c:pt>
                <c:pt idx="5910">
                  <c:v>55.881587982177699</c:v>
                </c:pt>
                <c:pt idx="5911">
                  <c:v>55.889312744140597</c:v>
                </c:pt>
                <c:pt idx="5912">
                  <c:v>55.945457458496101</c:v>
                </c:pt>
                <c:pt idx="5913">
                  <c:v>55.975631713867202</c:v>
                </c:pt>
                <c:pt idx="5914">
                  <c:v>55.990623474121101</c:v>
                </c:pt>
                <c:pt idx="5915">
                  <c:v>55.964962005615199</c:v>
                </c:pt>
                <c:pt idx="5916">
                  <c:v>55.966255187988303</c:v>
                </c:pt>
                <c:pt idx="5917">
                  <c:v>56.055850982666001</c:v>
                </c:pt>
                <c:pt idx="5918">
                  <c:v>56.085872650146499</c:v>
                </c:pt>
                <c:pt idx="5919">
                  <c:v>56.097084045410199</c:v>
                </c:pt>
                <c:pt idx="5920">
                  <c:v>56.108142852783203</c:v>
                </c:pt>
                <c:pt idx="5921">
                  <c:v>56.039707183837898</c:v>
                </c:pt>
                <c:pt idx="5922">
                  <c:v>56.006786346435597</c:v>
                </c:pt>
                <c:pt idx="5923">
                  <c:v>56.035892486572301</c:v>
                </c:pt>
                <c:pt idx="5924">
                  <c:v>56.083564758300803</c:v>
                </c:pt>
                <c:pt idx="5925">
                  <c:v>56.112422943115199</c:v>
                </c:pt>
                <c:pt idx="5926">
                  <c:v>56.111888885498097</c:v>
                </c:pt>
                <c:pt idx="5927">
                  <c:v>56.099040985107401</c:v>
                </c:pt>
                <c:pt idx="5928">
                  <c:v>56.074733734130902</c:v>
                </c:pt>
                <c:pt idx="5929">
                  <c:v>56.0616645812988</c:v>
                </c:pt>
                <c:pt idx="5930">
                  <c:v>56.046787261962898</c:v>
                </c:pt>
                <c:pt idx="5931">
                  <c:v>56.047985076904297</c:v>
                </c:pt>
                <c:pt idx="5932">
                  <c:v>56.0316352844238</c:v>
                </c:pt>
                <c:pt idx="5933">
                  <c:v>56.054027557373097</c:v>
                </c:pt>
                <c:pt idx="5934">
                  <c:v>56.0543403625488</c:v>
                </c:pt>
                <c:pt idx="5935">
                  <c:v>55.999153137207003</c:v>
                </c:pt>
                <c:pt idx="5936">
                  <c:v>56.009609222412102</c:v>
                </c:pt>
                <c:pt idx="5937">
                  <c:v>56.003307342529297</c:v>
                </c:pt>
                <c:pt idx="5938">
                  <c:v>55.959514617919901</c:v>
                </c:pt>
                <c:pt idx="5939">
                  <c:v>55.933917999267599</c:v>
                </c:pt>
                <c:pt idx="5940">
                  <c:v>55.891109466552699</c:v>
                </c:pt>
                <c:pt idx="5941">
                  <c:v>55.865653991699197</c:v>
                </c:pt>
                <c:pt idx="5942">
                  <c:v>55.852222442627003</c:v>
                </c:pt>
                <c:pt idx="5943">
                  <c:v>55.846923828125</c:v>
                </c:pt>
                <c:pt idx="5944">
                  <c:v>55.842849731445298</c:v>
                </c:pt>
                <c:pt idx="5945">
                  <c:v>55.8405151367188</c:v>
                </c:pt>
                <c:pt idx="5946">
                  <c:v>55.839317321777301</c:v>
                </c:pt>
                <c:pt idx="5947">
                  <c:v>55.838703155517599</c:v>
                </c:pt>
                <c:pt idx="5948">
                  <c:v>55.838386535644503</c:v>
                </c:pt>
                <c:pt idx="5949">
                  <c:v>55.838226318359403</c:v>
                </c:pt>
                <c:pt idx="5950">
                  <c:v>55.793479919433601</c:v>
                </c:pt>
                <c:pt idx="5951">
                  <c:v>55.733009338378899</c:v>
                </c:pt>
                <c:pt idx="5952">
                  <c:v>55.739414215087898</c:v>
                </c:pt>
                <c:pt idx="5953">
                  <c:v>55.5088081359863</c:v>
                </c:pt>
                <c:pt idx="5954">
                  <c:v>55.534294128417997</c:v>
                </c:pt>
                <c:pt idx="5955">
                  <c:v>55.282806396484403</c:v>
                </c:pt>
                <c:pt idx="5956">
                  <c:v>55.142322540283203</c:v>
                </c:pt>
                <c:pt idx="5957">
                  <c:v>54.8970756530762</c:v>
                </c:pt>
                <c:pt idx="5958">
                  <c:v>54.739322662353501</c:v>
                </c:pt>
                <c:pt idx="5959">
                  <c:v>54.609634399414098</c:v>
                </c:pt>
                <c:pt idx="5960">
                  <c:v>54.406272888183601</c:v>
                </c:pt>
                <c:pt idx="5961">
                  <c:v>54.291423797607401</c:v>
                </c:pt>
                <c:pt idx="5962">
                  <c:v>54.228733062744098</c:v>
                </c:pt>
                <c:pt idx="5963">
                  <c:v>54.181259155273402</c:v>
                </c:pt>
                <c:pt idx="5964">
                  <c:v>54.128368377685597</c:v>
                </c:pt>
                <c:pt idx="5965">
                  <c:v>54.077243804931598</c:v>
                </c:pt>
                <c:pt idx="5966">
                  <c:v>54.051036834716797</c:v>
                </c:pt>
                <c:pt idx="5967">
                  <c:v>53.949176788330099</c:v>
                </c:pt>
                <c:pt idx="5968">
                  <c:v>53.837482452392599</c:v>
                </c:pt>
                <c:pt idx="5969">
                  <c:v>53.727020263671903</c:v>
                </c:pt>
                <c:pt idx="5970">
                  <c:v>53.649497985839801</c:v>
                </c:pt>
                <c:pt idx="5971">
                  <c:v>53.552524566650398</c:v>
                </c:pt>
                <c:pt idx="5972">
                  <c:v>53.472480773925803</c:v>
                </c:pt>
                <c:pt idx="5973">
                  <c:v>53.407546997070298</c:v>
                </c:pt>
                <c:pt idx="5974">
                  <c:v>53.373111724853501</c:v>
                </c:pt>
                <c:pt idx="5975">
                  <c:v>53.343498229980497</c:v>
                </c:pt>
                <c:pt idx="5976">
                  <c:v>53.3117065429688</c:v>
                </c:pt>
                <c:pt idx="5977">
                  <c:v>53.300731658935597</c:v>
                </c:pt>
                <c:pt idx="5978">
                  <c:v>53.236339569091797</c:v>
                </c:pt>
                <c:pt idx="5979">
                  <c:v>53.135932922363303</c:v>
                </c:pt>
                <c:pt idx="5980">
                  <c:v>53.118160247802699</c:v>
                </c:pt>
                <c:pt idx="5981">
                  <c:v>53.077362060546903</c:v>
                </c:pt>
                <c:pt idx="5982">
                  <c:v>52.995063781738303</c:v>
                </c:pt>
                <c:pt idx="5983">
                  <c:v>52.953651428222699</c:v>
                </c:pt>
                <c:pt idx="5984">
                  <c:v>52.884407043457003</c:v>
                </c:pt>
                <c:pt idx="5985">
                  <c:v>52.8107719421387</c:v>
                </c:pt>
                <c:pt idx="5986">
                  <c:v>52.769939422607401</c:v>
                </c:pt>
                <c:pt idx="5987">
                  <c:v>52.750148773193402</c:v>
                </c:pt>
                <c:pt idx="5988">
                  <c:v>52.728092193603501</c:v>
                </c:pt>
                <c:pt idx="5989">
                  <c:v>52.693069458007798</c:v>
                </c:pt>
                <c:pt idx="5990">
                  <c:v>52.640819549560597</c:v>
                </c:pt>
                <c:pt idx="5991">
                  <c:v>52.612560272216797</c:v>
                </c:pt>
                <c:pt idx="5992">
                  <c:v>52.593189239502003</c:v>
                </c:pt>
                <c:pt idx="5993">
                  <c:v>52.583305358886697</c:v>
                </c:pt>
                <c:pt idx="5994">
                  <c:v>52.5773735046387</c:v>
                </c:pt>
                <c:pt idx="5995">
                  <c:v>52.574325561523402</c:v>
                </c:pt>
                <c:pt idx="5996">
                  <c:v>52.572761535644503</c:v>
                </c:pt>
                <c:pt idx="5997">
                  <c:v>52.571956634521499</c:v>
                </c:pt>
                <c:pt idx="5998">
                  <c:v>52.571544647216797</c:v>
                </c:pt>
                <c:pt idx="5999">
                  <c:v>52.571334838867202</c:v>
                </c:pt>
                <c:pt idx="6000">
                  <c:v>52.571224212646499</c:v>
                </c:pt>
                <c:pt idx="6001">
                  <c:v>52.571170806884801</c:v>
                </c:pt>
                <c:pt idx="6002">
                  <c:v>52.571140289306598</c:v>
                </c:pt>
                <c:pt idx="6003">
                  <c:v>52.571125030517599</c:v>
                </c:pt>
                <c:pt idx="6004">
                  <c:v>52.571117401123097</c:v>
                </c:pt>
                <c:pt idx="6005">
                  <c:v>52.554859161377003</c:v>
                </c:pt>
                <c:pt idx="6006">
                  <c:v>52.562751770019503</c:v>
                </c:pt>
                <c:pt idx="6007">
                  <c:v>52.5315132141113</c:v>
                </c:pt>
                <c:pt idx="6008">
                  <c:v>52.495437622070298</c:v>
                </c:pt>
                <c:pt idx="6009">
                  <c:v>52.338535308837898</c:v>
                </c:pt>
                <c:pt idx="6010">
                  <c:v>52.328617095947301</c:v>
                </c:pt>
                <c:pt idx="6011">
                  <c:v>51.963722229003899</c:v>
                </c:pt>
                <c:pt idx="6012">
                  <c:v>51.659080505371101</c:v>
                </c:pt>
                <c:pt idx="6013">
                  <c:v>51.451038360595703</c:v>
                </c:pt>
                <c:pt idx="6014">
                  <c:v>51.324886322021499</c:v>
                </c:pt>
                <c:pt idx="6015">
                  <c:v>51.497966766357401</c:v>
                </c:pt>
                <c:pt idx="6016">
                  <c:v>51.867801666259801</c:v>
                </c:pt>
                <c:pt idx="6017">
                  <c:v>51.504924774169901</c:v>
                </c:pt>
                <c:pt idx="6018">
                  <c:v>51.278873443603501</c:v>
                </c:pt>
                <c:pt idx="6019">
                  <c:v>51.313068389892599</c:v>
                </c:pt>
                <c:pt idx="6020">
                  <c:v>51.297023773193402</c:v>
                </c:pt>
                <c:pt idx="6021">
                  <c:v>51.2541313171387</c:v>
                </c:pt>
                <c:pt idx="6022">
                  <c:v>51.179683685302699</c:v>
                </c:pt>
                <c:pt idx="6023">
                  <c:v>51.150226593017599</c:v>
                </c:pt>
                <c:pt idx="6024">
                  <c:v>51.201320648193402</c:v>
                </c:pt>
                <c:pt idx="6025">
                  <c:v>51.149127960205099</c:v>
                </c:pt>
                <c:pt idx="6026">
                  <c:v>51.118804931640597</c:v>
                </c:pt>
                <c:pt idx="6027">
                  <c:v>51.195945739746101</c:v>
                </c:pt>
                <c:pt idx="6028">
                  <c:v>51.149284362792997</c:v>
                </c:pt>
                <c:pt idx="6029">
                  <c:v>51.105197906494098</c:v>
                </c:pt>
                <c:pt idx="6030">
                  <c:v>51.041439056396499</c:v>
                </c:pt>
                <c:pt idx="6031">
                  <c:v>51.068901062011697</c:v>
                </c:pt>
                <c:pt idx="6032">
                  <c:v>51.281288146972699</c:v>
                </c:pt>
                <c:pt idx="6033">
                  <c:v>51.215114593505902</c:v>
                </c:pt>
                <c:pt idx="6034">
                  <c:v>51.287464141845703</c:v>
                </c:pt>
                <c:pt idx="6035">
                  <c:v>51.186725616455099</c:v>
                </c:pt>
                <c:pt idx="6036">
                  <c:v>51.278530120849602</c:v>
                </c:pt>
                <c:pt idx="6037">
                  <c:v>51.318046569824197</c:v>
                </c:pt>
                <c:pt idx="6038">
                  <c:v>51.405101776123097</c:v>
                </c:pt>
                <c:pt idx="6039">
                  <c:v>51.661293029785199</c:v>
                </c:pt>
                <c:pt idx="6040">
                  <c:v>51.500244140625</c:v>
                </c:pt>
                <c:pt idx="6041">
                  <c:v>51.462501525878899</c:v>
                </c:pt>
                <c:pt idx="6042">
                  <c:v>51.891769409179702</c:v>
                </c:pt>
                <c:pt idx="6043">
                  <c:v>52.149570465087898</c:v>
                </c:pt>
                <c:pt idx="6044">
                  <c:v>51.964351654052699</c:v>
                </c:pt>
                <c:pt idx="6045">
                  <c:v>51.8693237304688</c:v>
                </c:pt>
                <c:pt idx="6046">
                  <c:v>52.184768676757798</c:v>
                </c:pt>
                <c:pt idx="6047">
                  <c:v>52.3726997375488</c:v>
                </c:pt>
                <c:pt idx="6048">
                  <c:v>52.391181945800803</c:v>
                </c:pt>
                <c:pt idx="6049">
                  <c:v>52.466926574707003</c:v>
                </c:pt>
                <c:pt idx="6050">
                  <c:v>52.517601013183601</c:v>
                </c:pt>
                <c:pt idx="6051">
                  <c:v>52.543647766113303</c:v>
                </c:pt>
                <c:pt idx="6052">
                  <c:v>52.557010650634801</c:v>
                </c:pt>
                <c:pt idx="6053">
                  <c:v>52.563869476318402</c:v>
                </c:pt>
                <c:pt idx="6054">
                  <c:v>52.567394256591797</c:v>
                </c:pt>
                <c:pt idx="6055">
                  <c:v>52.569202423095703</c:v>
                </c:pt>
                <c:pt idx="6056">
                  <c:v>52.571979522705099</c:v>
                </c:pt>
                <c:pt idx="6057">
                  <c:v>52.575290679931598</c:v>
                </c:pt>
                <c:pt idx="6058">
                  <c:v>52.575355529785199</c:v>
                </c:pt>
                <c:pt idx="6059">
                  <c:v>52.584079742431598</c:v>
                </c:pt>
                <c:pt idx="6060">
                  <c:v>52.620895385742202</c:v>
                </c:pt>
                <c:pt idx="6061">
                  <c:v>52.631458282470703</c:v>
                </c:pt>
                <c:pt idx="6062">
                  <c:v>52.686801910400398</c:v>
                </c:pt>
                <c:pt idx="6063">
                  <c:v>52.807796478271499</c:v>
                </c:pt>
                <c:pt idx="6064">
                  <c:v>52.817276000976598</c:v>
                </c:pt>
                <c:pt idx="6065">
                  <c:v>52.797576904296903</c:v>
                </c:pt>
                <c:pt idx="6066">
                  <c:v>52.838176727294901</c:v>
                </c:pt>
                <c:pt idx="6067">
                  <c:v>52.918880462646499</c:v>
                </c:pt>
                <c:pt idx="6068">
                  <c:v>52.9388236999512</c:v>
                </c:pt>
                <c:pt idx="6069">
                  <c:v>52.978713989257798</c:v>
                </c:pt>
                <c:pt idx="6070">
                  <c:v>52.978530883789098</c:v>
                </c:pt>
                <c:pt idx="6071">
                  <c:v>52.964519500732401</c:v>
                </c:pt>
                <c:pt idx="6072">
                  <c:v>52.957965850830099</c:v>
                </c:pt>
                <c:pt idx="6073">
                  <c:v>53.0409126281738</c:v>
                </c:pt>
                <c:pt idx="6074">
                  <c:v>52.972698211669901</c:v>
                </c:pt>
                <c:pt idx="6075">
                  <c:v>52.904541015625</c:v>
                </c:pt>
                <c:pt idx="6076">
                  <c:v>53.025196075439503</c:v>
                </c:pt>
                <c:pt idx="6077">
                  <c:v>53.001609802246101</c:v>
                </c:pt>
                <c:pt idx="6078">
                  <c:v>53.008235931396499</c:v>
                </c:pt>
                <c:pt idx="6079">
                  <c:v>53.072696685791001</c:v>
                </c:pt>
                <c:pt idx="6080">
                  <c:v>53.061244964599602</c:v>
                </c:pt>
                <c:pt idx="6081">
                  <c:v>53.033798217773402</c:v>
                </c:pt>
                <c:pt idx="6082">
                  <c:v>52.963787078857401</c:v>
                </c:pt>
                <c:pt idx="6083">
                  <c:v>52.971031188964801</c:v>
                </c:pt>
                <c:pt idx="6084">
                  <c:v>53.028129577636697</c:v>
                </c:pt>
                <c:pt idx="6085">
                  <c:v>53.007293701171903</c:v>
                </c:pt>
                <c:pt idx="6086">
                  <c:v>53.020221710205099</c:v>
                </c:pt>
                <c:pt idx="6087">
                  <c:v>52.941890716552699</c:v>
                </c:pt>
                <c:pt idx="6088">
                  <c:v>52.924480438232401</c:v>
                </c:pt>
                <c:pt idx="6089">
                  <c:v>52.930267333984403</c:v>
                </c:pt>
                <c:pt idx="6090">
                  <c:v>52.915203094482401</c:v>
                </c:pt>
                <c:pt idx="6091">
                  <c:v>52.862449645996101</c:v>
                </c:pt>
                <c:pt idx="6092">
                  <c:v>52.962867736816399</c:v>
                </c:pt>
                <c:pt idx="6093">
                  <c:v>52.9891357421875</c:v>
                </c:pt>
                <c:pt idx="6094">
                  <c:v>52.954635620117202</c:v>
                </c:pt>
                <c:pt idx="6095">
                  <c:v>52.910129547119098</c:v>
                </c:pt>
                <c:pt idx="6096">
                  <c:v>52.915687561035199</c:v>
                </c:pt>
                <c:pt idx="6097">
                  <c:v>53.029811859130902</c:v>
                </c:pt>
                <c:pt idx="6098">
                  <c:v>53.1515502929688</c:v>
                </c:pt>
                <c:pt idx="6099">
                  <c:v>53.128395080566399</c:v>
                </c:pt>
                <c:pt idx="6100">
                  <c:v>53.069198608398402</c:v>
                </c:pt>
                <c:pt idx="6101">
                  <c:v>53.1702690124512</c:v>
                </c:pt>
                <c:pt idx="6102">
                  <c:v>53.2463569641113</c:v>
                </c:pt>
                <c:pt idx="6103">
                  <c:v>53.278327941894503</c:v>
                </c:pt>
                <c:pt idx="6104">
                  <c:v>53.298324584960902</c:v>
                </c:pt>
                <c:pt idx="6105">
                  <c:v>53.315509796142599</c:v>
                </c:pt>
                <c:pt idx="6106">
                  <c:v>53.325862884521499</c:v>
                </c:pt>
                <c:pt idx="6107">
                  <c:v>53.360382080078097</c:v>
                </c:pt>
                <c:pt idx="6108">
                  <c:v>53.4314994812012</c:v>
                </c:pt>
                <c:pt idx="6109">
                  <c:v>53.599395751953097</c:v>
                </c:pt>
                <c:pt idx="6110">
                  <c:v>53.638900756835902</c:v>
                </c:pt>
                <c:pt idx="6111">
                  <c:v>53.614124298095703</c:v>
                </c:pt>
                <c:pt idx="6112">
                  <c:v>53.692626953125</c:v>
                </c:pt>
                <c:pt idx="6113">
                  <c:v>53.829353332519503</c:v>
                </c:pt>
                <c:pt idx="6114">
                  <c:v>53.864883422851598</c:v>
                </c:pt>
                <c:pt idx="6115">
                  <c:v>53.875194549560597</c:v>
                </c:pt>
                <c:pt idx="6116">
                  <c:v>53.934783935546903</c:v>
                </c:pt>
                <c:pt idx="6117">
                  <c:v>54.0370063781738</c:v>
                </c:pt>
                <c:pt idx="6118">
                  <c:v>54.078792572021499</c:v>
                </c:pt>
                <c:pt idx="6119">
                  <c:v>54.219768524169901</c:v>
                </c:pt>
                <c:pt idx="6120">
                  <c:v>54.372997283935597</c:v>
                </c:pt>
                <c:pt idx="6121">
                  <c:v>54.409389495849602</c:v>
                </c:pt>
                <c:pt idx="6122">
                  <c:v>54.571949005127003</c:v>
                </c:pt>
                <c:pt idx="6123">
                  <c:v>54.627262115478501</c:v>
                </c:pt>
                <c:pt idx="6124">
                  <c:v>54.601200103759801</c:v>
                </c:pt>
                <c:pt idx="6125">
                  <c:v>54.570487976074197</c:v>
                </c:pt>
                <c:pt idx="6126">
                  <c:v>54.908359527587898</c:v>
                </c:pt>
                <c:pt idx="6127">
                  <c:v>54.945640563964801</c:v>
                </c:pt>
                <c:pt idx="6128">
                  <c:v>55.277046203613303</c:v>
                </c:pt>
                <c:pt idx="6129">
                  <c:v>55.538967132568402</c:v>
                </c:pt>
                <c:pt idx="6130">
                  <c:v>55.684436798095703</c:v>
                </c:pt>
                <c:pt idx="6131">
                  <c:v>55.7592163085938</c:v>
                </c:pt>
                <c:pt idx="6132">
                  <c:v>55.797576904296903</c:v>
                </c:pt>
                <c:pt idx="6133">
                  <c:v>55.821590423583999</c:v>
                </c:pt>
                <c:pt idx="6134">
                  <c:v>55.875736236572301</c:v>
                </c:pt>
                <c:pt idx="6135">
                  <c:v>55.931282043457003</c:v>
                </c:pt>
                <c:pt idx="6136">
                  <c:v>55.9236030578613</c:v>
                </c:pt>
                <c:pt idx="6137">
                  <c:v>55.999649047851598</c:v>
                </c:pt>
                <c:pt idx="6138">
                  <c:v>56.049312591552699</c:v>
                </c:pt>
                <c:pt idx="6139">
                  <c:v>56.021144866943402</c:v>
                </c:pt>
                <c:pt idx="6140">
                  <c:v>56.226692199707003</c:v>
                </c:pt>
                <c:pt idx="6141">
                  <c:v>56.445243835449197</c:v>
                </c:pt>
                <c:pt idx="6142">
                  <c:v>56.608413696289098</c:v>
                </c:pt>
                <c:pt idx="6143">
                  <c:v>56.593952178955099</c:v>
                </c:pt>
                <c:pt idx="6144">
                  <c:v>56.582481384277301</c:v>
                </c:pt>
                <c:pt idx="6145">
                  <c:v>56.949535369873097</c:v>
                </c:pt>
                <c:pt idx="6146">
                  <c:v>57.167098999023402</c:v>
                </c:pt>
                <c:pt idx="6147">
                  <c:v>57.321445465087898</c:v>
                </c:pt>
                <c:pt idx="6148">
                  <c:v>57.464485168457003</c:v>
                </c:pt>
                <c:pt idx="6149">
                  <c:v>57.4826850891113</c:v>
                </c:pt>
                <c:pt idx="6150">
                  <c:v>57.500072479248097</c:v>
                </c:pt>
                <c:pt idx="6151">
                  <c:v>57.558055877685597</c:v>
                </c:pt>
                <c:pt idx="6152">
                  <c:v>57.596328735351598</c:v>
                </c:pt>
                <c:pt idx="6153">
                  <c:v>57.659740447998097</c:v>
                </c:pt>
                <c:pt idx="6154">
                  <c:v>57.926406860351598</c:v>
                </c:pt>
                <c:pt idx="6155">
                  <c:v>58.0938110351563</c:v>
                </c:pt>
                <c:pt idx="6156">
                  <c:v>58.102115631103501</c:v>
                </c:pt>
                <c:pt idx="6157">
                  <c:v>58.225624084472699</c:v>
                </c:pt>
                <c:pt idx="6158">
                  <c:v>58.320365905761697</c:v>
                </c:pt>
                <c:pt idx="6159">
                  <c:v>58.3876953125</c:v>
                </c:pt>
                <c:pt idx="6160">
                  <c:v>58.444087982177699</c:v>
                </c:pt>
                <c:pt idx="6161">
                  <c:v>58.522422790527301</c:v>
                </c:pt>
                <c:pt idx="6162">
                  <c:v>58.576690673828097</c:v>
                </c:pt>
                <c:pt idx="6163">
                  <c:v>58.683300018310597</c:v>
                </c:pt>
                <c:pt idx="6164">
                  <c:v>58.803028106689503</c:v>
                </c:pt>
                <c:pt idx="6165">
                  <c:v>58.859226226806598</c:v>
                </c:pt>
                <c:pt idx="6166">
                  <c:v>58.900936126708999</c:v>
                </c:pt>
                <c:pt idx="6167">
                  <c:v>58.999534606933601</c:v>
                </c:pt>
                <c:pt idx="6168">
                  <c:v>59.047443389892599</c:v>
                </c:pt>
                <c:pt idx="6169">
                  <c:v>59.012424468994098</c:v>
                </c:pt>
                <c:pt idx="6170">
                  <c:v>59.079414367675803</c:v>
                </c:pt>
                <c:pt idx="6171">
                  <c:v>59.072486877441399</c:v>
                </c:pt>
                <c:pt idx="6172">
                  <c:v>59.137409210205099</c:v>
                </c:pt>
                <c:pt idx="6173">
                  <c:v>59.158004760742202</c:v>
                </c:pt>
                <c:pt idx="6174">
                  <c:v>59.279209136962898</c:v>
                </c:pt>
                <c:pt idx="6175">
                  <c:v>59.3379516601563</c:v>
                </c:pt>
                <c:pt idx="6176">
                  <c:v>59.340793609619098</c:v>
                </c:pt>
                <c:pt idx="6177">
                  <c:v>59.366664886474602</c:v>
                </c:pt>
                <c:pt idx="6178">
                  <c:v>59.414554595947301</c:v>
                </c:pt>
                <c:pt idx="6179">
                  <c:v>59.417800903320298</c:v>
                </c:pt>
                <c:pt idx="6180">
                  <c:v>59.4926567077637</c:v>
                </c:pt>
                <c:pt idx="6181">
                  <c:v>59.449745178222699</c:v>
                </c:pt>
                <c:pt idx="6182">
                  <c:v>59.449844360351598</c:v>
                </c:pt>
                <c:pt idx="6183">
                  <c:v>59.3547554016113</c:v>
                </c:pt>
                <c:pt idx="6184">
                  <c:v>59.312019348144503</c:v>
                </c:pt>
                <c:pt idx="6185">
                  <c:v>59.275566101074197</c:v>
                </c:pt>
                <c:pt idx="6186">
                  <c:v>59.295787811279297</c:v>
                </c:pt>
                <c:pt idx="6187">
                  <c:v>59.340145111083999</c:v>
                </c:pt>
                <c:pt idx="6188">
                  <c:v>59.373523712158203</c:v>
                </c:pt>
                <c:pt idx="6189">
                  <c:v>59.389259338378899</c:v>
                </c:pt>
                <c:pt idx="6190">
                  <c:v>59.4835205078125</c:v>
                </c:pt>
                <c:pt idx="6191">
                  <c:v>59.467983245849602</c:v>
                </c:pt>
                <c:pt idx="6192">
                  <c:v>59.408573150634801</c:v>
                </c:pt>
                <c:pt idx="6193">
                  <c:v>59.474441528320298</c:v>
                </c:pt>
                <c:pt idx="6194">
                  <c:v>59.609577178955099</c:v>
                </c:pt>
                <c:pt idx="6195">
                  <c:v>59.655128479003899</c:v>
                </c:pt>
                <c:pt idx="6196">
                  <c:v>59.716464996337898</c:v>
                </c:pt>
                <c:pt idx="6197">
                  <c:v>59.762596130371101</c:v>
                </c:pt>
                <c:pt idx="6198">
                  <c:v>59.769775390625</c:v>
                </c:pt>
                <c:pt idx="6199">
                  <c:v>59.806270599365199</c:v>
                </c:pt>
                <c:pt idx="6200">
                  <c:v>59.8221626281738</c:v>
                </c:pt>
                <c:pt idx="6201">
                  <c:v>59.838489532470703</c:v>
                </c:pt>
                <c:pt idx="6202">
                  <c:v>59.848957061767599</c:v>
                </c:pt>
                <c:pt idx="6203">
                  <c:v>59.859535217285199</c:v>
                </c:pt>
                <c:pt idx="6204">
                  <c:v>59.853141784667997</c:v>
                </c:pt>
                <c:pt idx="6205">
                  <c:v>59.861679077148402</c:v>
                </c:pt>
                <c:pt idx="6206">
                  <c:v>59.863945007324197</c:v>
                </c:pt>
                <c:pt idx="6207">
                  <c:v>59.85546875</c:v>
                </c:pt>
                <c:pt idx="6208">
                  <c:v>59.836421966552699</c:v>
                </c:pt>
                <c:pt idx="6209">
                  <c:v>59.8429985046387</c:v>
                </c:pt>
                <c:pt idx="6210">
                  <c:v>59.804149627685597</c:v>
                </c:pt>
                <c:pt idx="6211">
                  <c:v>59.776554107666001</c:v>
                </c:pt>
                <c:pt idx="6212">
                  <c:v>59.702346801757798</c:v>
                </c:pt>
                <c:pt idx="6213">
                  <c:v>59.644821166992202</c:v>
                </c:pt>
                <c:pt idx="6214">
                  <c:v>59.599842071533203</c:v>
                </c:pt>
                <c:pt idx="6215">
                  <c:v>59.5325736999512</c:v>
                </c:pt>
                <c:pt idx="6216">
                  <c:v>59.471981048583999</c:v>
                </c:pt>
                <c:pt idx="6217">
                  <c:v>59.388057708740199</c:v>
                </c:pt>
                <c:pt idx="6218">
                  <c:v>59.327789306640597</c:v>
                </c:pt>
                <c:pt idx="6219">
                  <c:v>59.275867462158203</c:v>
                </c:pt>
                <c:pt idx="6220">
                  <c:v>59.233119964599602</c:v>
                </c:pt>
                <c:pt idx="6221">
                  <c:v>59.156639099121101</c:v>
                </c:pt>
                <c:pt idx="6222">
                  <c:v>59.115032196044901</c:v>
                </c:pt>
                <c:pt idx="6223">
                  <c:v>59.056400299072301</c:v>
                </c:pt>
                <c:pt idx="6224">
                  <c:v>59.0173149108887</c:v>
                </c:pt>
                <c:pt idx="6225">
                  <c:v>58.972415924072301</c:v>
                </c:pt>
                <c:pt idx="6226">
                  <c:v>58.939247131347699</c:v>
                </c:pt>
                <c:pt idx="6227">
                  <c:v>58.883682250976598</c:v>
                </c:pt>
                <c:pt idx="6228">
                  <c:v>58.811183929443402</c:v>
                </c:pt>
                <c:pt idx="6229">
                  <c:v>58.731189727783203</c:v>
                </c:pt>
                <c:pt idx="6230">
                  <c:v>58.699771881103501</c:v>
                </c:pt>
                <c:pt idx="6231">
                  <c:v>58.638866424560597</c:v>
                </c:pt>
                <c:pt idx="6232">
                  <c:v>58.605014801025398</c:v>
                </c:pt>
                <c:pt idx="6233">
                  <c:v>58.504600524902301</c:v>
                </c:pt>
                <c:pt idx="6234">
                  <c:v>58.427177429199197</c:v>
                </c:pt>
                <c:pt idx="6235">
                  <c:v>58.403659820556598</c:v>
                </c:pt>
                <c:pt idx="6236">
                  <c:v>58.362354278564503</c:v>
                </c:pt>
                <c:pt idx="6237">
                  <c:v>58.247158050537102</c:v>
                </c:pt>
                <c:pt idx="6238">
                  <c:v>58.151851654052699</c:v>
                </c:pt>
                <c:pt idx="6239">
                  <c:v>58.113800048828097</c:v>
                </c:pt>
                <c:pt idx="6240">
                  <c:v>57.995166778564503</c:v>
                </c:pt>
                <c:pt idx="6241">
                  <c:v>57.887893676757798</c:v>
                </c:pt>
                <c:pt idx="6242">
                  <c:v>57.814315795898402</c:v>
                </c:pt>
                <c:pt idx="6243">
                  <c:v>57.703636169433601</c:v>
                </c:pt>
                <c:pt idx="6244">
                  <c:v>57.631256103515597</c:v>
                </c:pt>
                <c:pt idx="6245">
                  <c:v>57.603660583496101</c:v>
                </c:pt>
                <c:pt idx="6246">
                  <c:v>57.553260803222699</c:v>
                </c:pt>
                <c:pt idx="6247">
                  <c:v>57.522972106933601</c:v>
                </c:pt>
                <c:pt idx="6248">
                  <c:v>57.505832672119098</c:v>
                </c:pt>
                <c:pt idx="6249">
                  <c:v>57.492763519287102</c:v>
                </c:pt>
                <c:pt idx="6250">
                  <c:v>57.482433319091797</c:v>
                </c:pt>
                <c:pt idx="6251">
                  <c:v>57.477550506591797</c:v>
                </c:pt>
                <c:pt idx="6252">
                  <c:v>57.4758491516113</c:v>
                </c:pt>
                <c:pt idx="6253">
                  <c:v>57.473747253417997</c:v>
                </c:pt>
                <c:pt idx="6254">
                  <c:v>57.424839019775398</c:v>
                </c:pt>
                <c:pt idx="6255">
                  <c:v>57.400402069091797</c:v>
                </c:pt>
                <c:pt idx="6256">
                  <c:v>57.3892631530762</c:v>
                </c:pt>
                <c:pt idx="6257">
                  <c:v>57.334102630615199</c:v>
                </c:pt>
                <c:pt idx="6258">
                  <c:v>57.190181732177699</c:v>
                </c:pt>
                <c:pt idx="6259">
                  <c:v>56.976779937744098</c:v>
                </c:pt>
                <c:pt idx="6260">
                  <c:v>56.788875579833999</c:v>
                </c:pt>
                <c:pt idx="6261">
                  <c:v>56.713851928710902</c:v>
                </c:pt>
                <c:pt idx="6262">
                  <c:v>56.645423889160199</c:v>
                </c:pt>
                <c:pt idx="6263">
                  <c:v>56.5839233398438</c:v>
                </c:pt>
                <c:pt idx="6264">
                  <c:v>56.546005249023402</c:v>
                </c:pt>
                <c:pt idx="6265">
                  <c:v>56.482921600341797</c:v>
                </c:pt>
                <c:pt idx="6266">
                  <c:v>56.3898315429688</c:v>
                </c:pt>
                <c:pt idx="6267">
                  <c:v>56.309494018554702</c:v>
                </c:pt>
                <c:pt idx="6268">
                  <c:v>56.247344970703097</c:v>
                </c:pt>
                <c:pt idx="6269">
                  <c:v>56.184486389160199</c:v>
                </c:pt>
                <c:pt idx="6270">
                  <c:v>56.133155822753899</c:v>
                </c:pt>
                <c:pt idx="6271">
                  <c:v>56.107177734375</c:v>
                </c:pt>
                <c:pt idx="6272">
                  <c:v>56.0966796875</c:v>
                </c:pt>
                <c:pt idx="6273">
                  <c:v>56.084274291992202</c:v>
                </c:pt>
                <c:pt idx="6274">
                  <c:v>55.9971923828125</c:v>
                </c:pt>
                <c:pt idx="6275">
                  <c:v>55.962844848632798</c:v>
                </c:pt>
                <c:pt idx="6276">
                  <c:v>55.925563812255902</c:v>
                </c:pt>
                <c:pt idx="6277">
                  <c:v>55.882984161377003</c:v>
                </c:pt>
                <c:pt idx="6278">
                  <c:v>55.861114501953097</c:v>
                </c:pt>
                <c:pt idx="6279">
                  <c:v>55.850337982177699</c:v>
                </c:pt>
                <c:pt idx="6280">
                  <c:v>55.845645904541001</c:v>
                </c:pt>
                <c:pt idx="6281">
                  <c:v>55.846096038818402</c:v>
                </c:pt>
                <c:pt idx="6282">
                  <c:v>55.8421821594238</c:v>
                </c:pt>
                <c:pt idx="6283">
                  <c:v>55.840175628662102</c:v>
                </c:pt>
                <c:pt idx="6284">
                  <c:v>55.839141845703097</c:v>
                </c:pt>
                <c:pt idx="6285">
                  <c:v>55.838611602783203</c:v>
                </c:pt>
                <c:pt idx="6286">
                  <c:v>55.838340759277301</c:v>
                </c:pt>
                <c:pt idx="6287">
                  <c:v>55.838203430175803</c:v>
                </c:pt>
                <c:pt idx="6288">
                  <c:v>55.838130950927699</c:v>
                </c:pt>
                <c:pt idx="6289">
                  <c:v>55.824558258056598</c:v>
                </c:pt>
                <c:pt idx="6290">
                  <c:v>55.7963676452637</c:v>
                </c:pt>
                <c:pt idx="6291">
                  <c:v>55.784381866455099</c:v>
                </c:pt>
                <c:pt idx="6292">
                  <c:v>55.770633697509801</c:v>
                </c:pt>
                <c:pt idx="6293">
                  <c:v>55.5483207702637</c:v>
                </c:pt>
                <c:pt idx="6294">
                  <c:v>55.259883880615199</c:v>
                </c:pt>
                <c:pt idx="6295">
                  <c:v>55.186557769775398</c:v>
                </c:pt>
                <c:pt idx="6296">
                  <c:v>55.120723724365199</c:v>
                </c:pt>
                <c:pt idx="6297">
                  <c:v>55.010868072509801</c:v>
                </c:pt>
                <c:pt idx="6298">
                  <c:v>54.953147888183601</c:v>
                </c:pt>
                <c:pt idx="6299">
                  <c:v>54.964134216308601</c:v>
                </c:pt>
                <c:pt idx="6300">
                  <c:v>54.995269775390597</c:v>
                </c:pt>
                <c:pt idx="6301">
                  <c:v>55.011257171630902</c:v>
                </c:pt>
                <c:pt idx="6302">
                  <c:v>54.892616271972699</c:v>
                </c:pt>
                <c:pt idx="6303">
                  <c:v>54.7632026672363</c:v>
                </c:pt>
                <c:pt idx="6304">
                  <c:v>54.5859375</c:v>
                </c:pt>
                <c:pt idx="6305">
                  <c:v>54.548313140869098</c:v>
                </c:pt>
                <c:pt idx="6306">
                  <c:v>54.496730804443402</c:v>
                </c:pt>
                <c:pt idx="6307">
                  <c:v>54.491043090820298</c:v>
                </c:pt>
                <c:pt idx="6308">
                  <c:v>54.778446197509801</c:v>
                </c:pt>
                <c:pt idx="6309">
                  <c:v>54.765106201171903</c:v>
                </c:pt>
                <c:pt idx="6310">
                  <c:v>54.889537811279297</c:v>
                </c:pt>
                <c:pt idx="6311">
                  <c:v>54.9597778320313</c:v>
                </c:pt>
                <c:pt idx="6312">
                  <c:v>55.162548065185597</c:v>
                </c:pt>
                <c:pt idx="6313">
                  <c:v>55.469272613525398</c:v>
                </c:pt>
                <c:pt idx="6314">
                  <c:v>55.628002166748097</c:v>
                </c:pt>
                <c:pt idx="6315">
                  <c:v>55.730247497558601</c:v>
                </c:pt>
                <c:pt idx="6316">
                  <c:v>55.7831420898438</c:v>
                </c:pt>
                <c:pt idx="6317">
                  <c:v>55.816024780273402</c:v>
                </c:pt>
                <c:pt idx="6318">
                  <c:v>55.835880279541001</c:v>
                </c:pt>
                <c:pt idx="6319">
                  <c:v>55.8512992858887</c:v>
                </c:pt>
                <c:pt idx="6320">
                  <c:v>55.892295837402301</c:v>
                </c:pt>
                <c:pt idx="6321">
                  <c:v>55.9543647766113</c:v>
                </c:pt>
                <c:pt idx="6322">
                  <c:v>56.085041046142599</c:v>
                </c:pt>
                <c:pt idx="6323">
                  <c:v>56.299812316894503</c:v>
                </c:pt>
                <c:pt idx="6324">
                  <c:v>56.438568115234403</c:v>
                </c:pt>
                <c:pt idx="6325">
                  <c:v>56.566665649414098</c:v>
                </c:pt>
                <c:pt idx="6326">
                  <c:v>56.987876892089801</c:v>
                </c:pt>
                <c:pt idx="6327">
                  <c:v>57.128116607666001</c:v>
                </c:pt>
                <c:pt idx="6328">
                  <c:v>57.253692626953097</c:v>
                </c:pt>
                <c:pt idx="6329">
                  <c:v>57.364871978759801</c:v>
                </c:pt>
                <c:pt idx="6330">
                  <c:v>57.429439544677699</c:v>
                </c:pt>
                <c:pt idx="6331">
                  <c:v>57.464157104492202</c:v>
                </c:pt>
                <c:pt idx="6332">
                  <c:v>57.499202728271499</c:v>
                </c:pt>
                <c:pt idx="6333">
                  <c:v>57.645095825195298</c:v>
                </c:pt>
                <c:pt idx="6334">
                  <c:v>57.838832855224602</c:v>
                </c:pt>
                <c:pt idx="6335">
                  <c:v>57.959705352783203</c:v>
                </c:pt>
                <c:pt idx="6336">
                  <c:v>58.082977294921903</c:v>
                </c:pt>
                <c:pt idx="6337">
                  <c:v>58.212848663330099</c:v>
                </c:pt>
                <c:pt idx="6338">
                  <c:v>58.283237457275398</c:v>
                </c:pt>
                <c:pt idx="6339">
                  <c:v>58.3448677062988</c:v>
                </c:pt>
                <c:pt idx="6340">
                  <c:v>58.374065399169901</c:v>
                </c:pt>
                <c:pt idx="6341">
                  <c:v>58.404876708984403</c:v>
                </c:pt>
                <c:pt idx="6342">
                  <c:v>58.5054740905762</c:v>
                </c:pt>
                <c:pt idx="6343">
                  <c:v>58.588241577148402</c:v>
                </c:pt>
                <c:pt idx="6344">
                  <c:v>58.723037719726598</c:v>
                </c:pt>
                <c:pt idx="6345">
                  <c:v>58.7763061523438</c:v>
                </c:pt>
                <c:pt idx="6346">
                  <c:v>58.815296173095703</c:v>
                </c:pt>
                <c:pt idx="6347">
                  <c:v>58.8603324890137</c:v>
                </c:pt>
                <c:pt idx="6348">
                  <c:v>58.899497985839801</c:v>
                </c:pt>
                <c:pt idx="6349">
                  <c:v>58.932518005371101</c:v>
                </c:pt>
                <c:pt idx="6350">
                  <c:v>59.048458099365199</c:v>
                </c:pt>
                <c:pt idx="6351">
                  <c:v>59.080928802490199</c:v>
                </c:pt>
                <c:pt idx="6352">
                  <c:v>59.075115203857401</c:v>
                </c:pt>
                <c:pt idx="6353">
                  <c:v>59.120845794677699</c:v>
                </c:pt>
                <c:pt idx="6354">
                  <c:v>59.204174041748097</c:v>
                </c:pt>
                <c:pt idx="6355">
                  <c:v>59.290416717529297</c:v>
                </c:pt>
                <c:pt idx="6356">
                  <c:v>59.242733001708999</c:v>
                </c:pt>
                <c:pt idx="6357">
                  <c:v>59.3385200500488</c:v>
                </c:pt>
                <c:pt idx="6358">
                  <c:v>59.439674377441399</c:v>
                </c:pt>
                <c:pt idx="6359">
                  <c:v>59.525184631347699</c:v>
                </c:pt>
                <c:pt idx="6360">
                  <c:v>59.683624267578097</c:v>
                </c:pt>
                <c:pt idx="6361">
                  <c:v>59.730167388916001</c:v>
                </c:pt>
                <c:pt idx="6362">
                  <c:v>59.828662872314503</c:v>
                </c:pt>
                <c:pt idx="6363">
                  <c:v>59.902130126953097</c:v>
                </c:pt>
                <c:pt idx="6364">
                  <c:v>59.896766662597699</c:v>
                </c:pt>
                <c:pt idx="6365">
                  <c:v>60.105697631835902</c:v>
                </c:pt>
                <c:pt idx="6366">
                  <c:v>60.177745819091797</c:v>
                </c:pt>
                <c:pt idx="6367">
                  <c:v>60.236827850341797</c:v>
                </c:pt>
                <c:pt idx="6368">
                  <c:v>60.282184600830099</c:v>
                </c:pt>
                <c:pt idx="6369">
                  <c:v>60.374195098877003</c:v>
                </c:pt>
                <c:pt idx="6370">
                  <c:v>60.513553619384801</c:v>
                </c:pt>
                <c:pt idx="6371">
                  <c:v>60.619960784912102</c:v>
                </c:pt>
                <c:pt idx="6372">
                  <c:v>60.8977661132813</c:v>
                </c:pt>
                <c:pt idx="6373">
                  <c:v>61.101032257080099</c:v>
                </c:pt>
                <c:pt idx="6374">
                  <c:v>61.312160491943402</c:v>
                </c:pt>
                <c:pt idx="6375">
                  <c:v>61.430385589599602</c:v>
                </c:pt>
                <c:pt idx="6376">
                  <c:v>61.638381958007798</c:v>
                </c:pt>
                <c:pt idx="6377">
                  <c:v>61.862129211425803</c:v>
                </c:pt>
                <c:pt idx="6378">
                  <c:v>62.072208404541001</c:v>
                </c:pt>
                <c:pt idx="6379">
                  <c:v>62.223079681396499</c:v>
                </c:pt>
                <c:pt idx="6380">
                  <c:v>62.336174011230497</c:v>
                </c:pt>
                <c:pt idx="6381">
                  <c:v>62.506870269775398</c:v>
                </c:pt>
                <c:pt idx="6382">
                  <c:v>62.628791809082003</c:v>
                </c:pt>
                <c:pt idx="6383">
                  <c:v>62.721744537353501</c:v>
                </c:pt>
                <c:pt idx="6384">
                  <c:v>62.867603302002003</c:v>
                </c:pt>
                <c:pt idx="6385">
                  <c:v>63.061100006103501</c:v>
                </c:pt>
                <c:pt idx="6386">
                  <c:v>63.412792205810597</c:v>
                </c:pt>
                <c:pt idx="6387">
                  <c:v>63.703159332275398</c:v>
                </c:pt>
                <c:pt idx="6388">
                  <c:v>63.858928680419901</c:v>
                </c:pt>
                <c:pt idx="6389">
                  <c:v>64.005393981933594</c:v>
                </c:pt>
                <c:pt idx="6390">
                  <c:v>64.169914245605497</c:v>
                </c:pt>
                <c:pt idx="6391">
                  <c:v>64.359809875488295</c:v>
                </c:pt>
                <c:pt idx="6392">
                  <c:v>64.536598205566406</c:v>
                </c:pt>
                <c:pt idx="6393">
                  <c:v>64.681556701660199</c:v>
                </c:pt>
                <c:pt idx="6394">
                  <c:v>64.790756225585895</c:v>
                </c:pt>
                <c:pt idx="6395">
                  <c:v>64.931083679199205</c:v>
                </c:pt>
                <c:pt idx="6396">
                  <c:v>65.070648193359403</c:v>
                </c:pt>
                <c:pt idx="6397">
                  <c:v>65.254356384277301</c:v>
                </c:pt>
                <c:pt idx="6398">
                  <c:v>65.405349731445298</c:v>
                </c:pt>
                <c:pt idx="6399">
                  <c:v>65.490669250488295</c:v>
                </c:pt>
                <c:pt idx="6400">
                  <c:v>65.534637451171903</c:v>
                </c:pt>
                <c:pt idx="6401">
                  <c:v>65.560523986816406</c:v>
                </c:pt>
                <c:pt idx="6402">
                  <c:v>65.573806762695298</c:v>
                </c:pt>
                <c:pt idx="6403">
                  <c:v>65.580642700195298</c:v>
                </c:pt>
                <c:pt idx="6404">
                  <c:v>65.584144592285199</c:v>
                </c:pt>
                <c:pt idx="6405">
                  <c:v>65.585945129394503</c:v>
                </c:pt>
                <c:pt idx="6406">
                  <c:v>65.586868286132798</c:v>
                </c:pt>
                <c:pt idx="6407">
                  <c:v>65.587341308593807</c:v>
                </c:pt>
                <c:pt idx="6408">
                  <c:v>65.587585449218807</c:v>
                </c:pt>
                <c:pt idx="6409">
                  <c:v>65.587707519531307</c:v>
                </c:pt>
                <c:pt idx="6410">
                  <c:v>65.688926696777301</c:v>
                </c:pt>
                <c:pt idx="6411">
                  <c:v>65.828544616699205</c:v>
                </c:pt>
                <c:pt idx="6412">
                  <c:v>66.117240905761705</c:v>
                </c:pt>
                <c:pt idx="6413">
                  <c:v>66.539794921875</c:v>
                </c:pt>
                <c:pt idx="6414">
                  <c:v>66.810348510742202</c:v>
                </c:pt>
                <c:pt idx="6415">
                  <c:v>66.955596923828097</c:v>
                </c:pt>
                <c:pt idx="6416">
                  <c:v>67.079650878906307</c:v>
                </c:pt>
                <c:pt idx="6417">
                  <c:v>67.134498596191406</c:v>
                </c:pt>
                <c:pt idx="6418">
                  <c:v>67.221412658691406</c:v>
                </c:pt>
                <c:pt idx="6419">
                  <c:v>67.271560668945298</c:v>
                </c:pt>
                <c:pt idx="6420">
                  <c:v>67.268074035644503</c:v>
                </c:pt>
                <c:pt idx="6421">
                  <c:v>67.271820068359403</c:v>
                </c:pt>
                <c:pt idx="6422">
                  <c:v>67.2821044921875</c:v>
                </c:pt>
                <c:pt idx="6423">
                  <c:v>67.504203796386705</c:v>
                </c:pt>
                <c:pt idx="6424">
                  <c:v>67.759880065917997</c:v>
                </c:pt>
                <c:pt idx="6425">
                  <c:v>67.852020263671903</c:v>
                </c:pt>
                <c:pt idx="6426">
                  <c:v>67.952629089355497</c:v>
                </c:pt>
                <c:pt idx="6427">
                  <c:v>68.013320922851605</c:v>
                </c:pt>
                <c:pt idx="6428">
                  <c:v>68.090606689453097</c:v>
                </c:pt>
                <c:pt idx="6429">
                  <c:v>68.270118713378906</c:v>
                </c:pt>
                <c:pt idx="6430">
                  <c:v>68.483413696289105</c:v>
                </c:pt>
                <c:pt idx="6431">
                  <c:v>68.609458923339801</c:v>
                </c:pt>
                <c:pt idx="6432">
                  <c:v>68.768142700195298</c:v>
                </c:pt>
                <c:pt idx="6433">
                  <c:v>68.864768981933594</c:v>
                </c:pt>
                <c:pt idx="6434">
                  <c:v>68.928199768066406</c:v>
                </c:pt>
                <c:pt idx="6435">
                  <c:v>68.992111206054702</c:v>
                </c:pt>
                <c:pt idx="6436">
                  <c:v>69.033355712890597</c:v>
                </c:pt>
                <c:pt idx="6437">
                  <c:v>69.052444458007798</c:v>
                </c:pt>
                <c:pt idx="6438">
                  <c:v>69.338752746582003</c:v>
                </c:pt>
                <c:pt idx="6439">
                  <c:v>69.548118591308594</c:v>
                </c:pt>
                <c:pt idx="6440">
                  <c:v>69.628036499023395</c:v>
                </c:pt>
                <c:pt idx="6441">
                  <c:v>69.890937805175795</c:v>
                </c:pt>
                <c:pt idx="6442">
                  <c:v>70.181236267089801</c:v>
                </c:pt>
                <c:pt idx="6443">
                  <c:v>70.338516235351605</c:v>
                </c:pt>
                <c:pt idx="6444">
                  <c:v>70.451118469238295</c:v>
                </c:pt>
                <c:pt idx="6445">
                  <c:v>70.609619140625</c:v>
                </c:pt>
                <c:pt idx="6446">
                  <c:v>70.795379638671903</c:v>
                </c:pt>
                <c:pt idx="6447">
                  <c:v>70.952476501464801</c:v>
                </c:pt>
                <c:pt idx="6448">
                  <c:v>71.159393310546903</c:v>
                </c:pt>
                <c:pt idx="6449">
                  <c:v>71.331268310546903</c:v>
                </c:pt>
                <c:pt idx="6450">
                  <c:v>71.411178588867202</c:v>
                </c:pt>
                <c:pt idx="6451">
                  <c:v>71.577171325683594</c:v>
                </c:pt>
                <c:pt idx="6452">
                  <c:v>71.692359924316406</c:v>
                </c:pt>
                <c:pt idx="6453">
                  <c:v>71.790199279785199</c:v>
                </c:pt>
                <c:pt idx="6454">
                  <c:v>71.900245666503906</c:v>
                </c:pt>
                <c:pt idx="6455">
                  <c:v>72.007987976074205</c:v>
                </c:pt>
                <c:pt idx="6456">
                  <c:v>72.063331604003906</c:v>
                </c:pt>
                <c:pt idx="6457">
                  <c:v>72.091751098632798</c:v>
                </c:pt>
                <c:pt idx="6458">
                  <c:v>72.106330871582003</c:v>
                </c:pt>
                <c:pt idx="6459">
                  <c:v>72.113830566406307</c:v>
                </c:pt>
                <c:pt idx="6460">
                  <c:v>72.11767578125</c:v>
                </c:pt>
                <c:pt idx="6461">
                  <c:v>72.119644165039105</c:v>
                </c:pt>
                <c:pt idx="6462">
                  <c:v>72.120658874511705</c:v>
                </c:pt>
                <c:pt idx="6463">
                  <c:v>72.121177673339801</c:v>
                </c:pt>
                <c:pt idx="6464">
                  <c:v>72.371299743652301</c:v>
                </c:pt>
                <c:pt idx="6465">
                  <c:v>72.8988037109375</c:v>
                </c:pt>
                <c:pt idx="6466">
                  <c:v>73.545036315917997</c:v>
                </c:pt>
                <c:pt idx="6467">
                  <c:v>73.834564208984403</c:v>
                </c:pt>
                <c:pt idx="6468">
                  <c:v>74.195549011230497</c:v>
                </c:pt>
                <c:pt idx="6469">
                  <c:v>74.663505554199205</c:v>
                </c:pt>
                <c:pt idx="6470">
                  <c:v>74.903907775878906</c:v>
                </c:pt>
                <c:pt idx="6471">
                  <c:v>75.16455078125</c:v>
                </c:pt>
                <c:pt idx="6472">
                  <c:v>75.303268432617202</c:v>
                </c:pt>
                <c:pt idx="6473">
                  <c:v>75.384567260742202</c:v>
                </c:pt>
                <c:pt idx="6474">
                  <c:v>75.430122375488295</c:v>
                </c:pt>
                <c:pt idx="6475">
                  <c:v>75.544677734375</c:v>
                </c:pt>
                <c:pt idx="6476">
                  <c:v>75.663314819335895</c:v>
                </c:pt>
                <c:pt idx="6477">
                  <c:v>75.735984802246094</c:v>
                </c:pt>
                <c:pt idx="6478">
                  <c:v>75.850830078125</c:v>
                </c:pt>
                <c:pt idx="6479">
                  <c:v>76.026184082031307</c:v>
                </c:pt>
                <c:pt idx="6480">
                  <c:v>76.164825439453097</c:v>
                </c:pt>
                <c:pt idx="6481">
                  <c:v>76.22265625</c:v>
                </c:pt>
                <c:pt idx="6482">
                  <c:v>76.535446166992202</c:v>
                </c:pt>
                <c:pt idx="6483">
                  <c:v>76.7259521484375</c:v>
                </c:pt>
                <c:pt idx="6484">
                  <c:v>76.823623657226605</c:v>
                </c:pt>
                <c:pt idx="6485">
                  <c:v>76.946990966796903</c:v>
                </c:pt>
                <c:pt idx="6486">
                  <c:v>77.073448181152301</c:v>
                </c:pt>
                <c:pt idx="6487">
                  <c:v>77.075668334960895</c:v>
                </c:pt>
                <c:pt idx="6488">
                  <c:v>77.183555603027301</c:v>
                </c:pt>
                <c:pt idx="6489">
                  <c:v>77.300407409667997</c:v>
                </c:pt>
                <c:pt idx="6490">
                  <c:v>77.360382080078097</c:v>
                </c:pt>
                <c:pt idx="6491">
                  <c:v>77.464889526367202</c:v>
                </c:pt>
                <c:pt idx="6492">
                  <c:v>77.870880126953097</c:v>
                </c:pt>
                <c:pt idx="6493">
                  <c:v>77.972877502441406</c:v>
                </c:pt>
                <c:pt idx="6494">
                  <c:v>78.330032348632798</c:v>
                </c:pt>
                <c:pt idx="6495">
                  <c:v>78.513244628906307</c:v>
                </c:pt>
                <c:pt idx="6496">
                  <c:v>78.584259033203097</c:v>
                </c:pt>
                <c:pt idx="6497">
                  <c:v>78.640327453613295</c:v>
                </c:pt>
                <c:pt idx="6498">
                  <c:v>78.629737854003906</c:v>
                </c:pt>
                <c:pt idx="6499">
                  <c:v>78.667175292968807</c:v>
                </c:pt>
                <c:pt idx="6500">
                  <c:v>78.662490844726605</c:v>
                </c:pt>
                <c:pt idx="6501">
                  <c:v>78.680374145507798</c:v>
                </c:pt>
                <c:pt idx="6502">
                  <c:v>78.693168640136705</c:v>
                </c:pt>
                <c:pt idx="6503">
                  <c:v>78.699737548828097</c:v>
                </c:pt>
                <c:pt idx="6504">
                  <c:v>78.703109741210895</c:v>
                </c:pt>
                <c:pt idx="6505">
                  <c:v>78.704841613769503</c:v>
                </c:pt>
                <c:pt idx="6506">
                  <c:v>78.705726623535199</c:v>
                </c:pt>
                <c:pt idx="6507">
                  <c:v>78.706184387207003</c:v>
                </c:pt>
                <c:pt idx="6508">
                  <c:v>78.7064208984375</c:v>
                </c:pt>
                <c:pt idx="6509">
                  <c:v>78.706535339355497</c:v>
                </c:pt>
                <c:pt idx="6510">
                  <c:v>78.706596374511705</c:v>
                </c:pt>
                <c:pt idx="6511">
                  <c:v>78.706634521484403</c:v>
                </c:pt>
                <c:pt idx="6512">
                  <c:v>78.706649780273395</c:v>
                </c:pt>
                <c:pt idx="6513">
                  <c:v>78.706657409667997</c:v>
                </c:pt>
                <c:pt idx="6514">
                  <c:v>78.706657409667997</c:v>
                </c:pt>
                <c:pt idx="6515">
                  <c:v>78.7066650390625</c:v>
                </c:pt>
                <c:pt idx="6516">
                  <c:v>78.7066650390625</c:v>
                </c:pt>
                <c:pt idx="6517">
                  <c:v>78.7066650390625</c:v>
                </c:pt>
                <c:pt idx="6518">
                  <c:v>78.7066650390625</c:v>
                </c:pt>
                <c:pt idx="6519">
                  <c:v>78.7066650390625</c:v>
                </c:pt>
                <c:pt idx="6520">
                  <c:v>78.7066650390625</c:v>
                </c:pt>
                <c:pt idx="6521">
                  <c:v>78.708198547363295</c:v>
                </c:pt>
                <c:pt idx="6522">
                  <c:v>78.710700988769503</c:v>
                </c:pt>
                <c:pt idx="6523">
                  <c:v>78.712966918945298</c:v>
                </c:pt>
                <c:pt idx="6524">
                  <c:v>78.7344970703125</c:v>
                </c:pt>
                <c:pt idx="6525">
                  <c:v>78.754432678222699</c:v>
                </c:pt>
                <c:pt idx="6526">
                  <c:v>78.789573669433594</c:v>
                </c:pt>
                <c:pt idx="6527">
                  <c:v>78.8194580078125</c:v>
                </c:pt>
                <c:pt idx="6528">
                  <c:v>78.851997375488295</c:v>
                </c:pt>
                <c:pt idx="6529">
                  <c:v>78.886390686035199</c:v>
                </c:pt>
                <c:pt idx="6530">
                  <c:v>78.928817749023395</c:v>
                </c:pt>
                <c:pt idx="6531">
                  <c:v>78.942283630371094</c:v>
                </c:pt>
                <c:pt idx="6532">
                  <c:v>78.988655090332003</c:v>
                </c:pt>
                <c:pt idx="6533">
                  <c:v>79.001380920410199</c:v>
                </c:pt>
                <c:pt idx="6534">
                  <c:v>78.982666015625</c:v>
                </c:pt>
                <c:pt idx="6535">
                  <c:v>79.017860412597699</c:v>
                </c:pt>
                <c:pt idx="6536">
                  <c:v>79.077835083007798</c:v>
                </c:pt>
                <c:pt idx="6537">
                  <c:v>79.109588623046903</c:v>
                </c:pt>
                <c:pt idx="6538">
                  <c:v>79.156158447265597</c:v>
                </c:pt>
                <c:pt idx="6539">
                  <c:v>79.142684936523395</c:v>
                </c:pt>
                <c:pt idx="6540">
                  <c:v>79.127746582031307</c:v>
                </c:pt>
                <c:pt idx="6541">
                  <c:v>79.120780944824205</c:v>
                </c:pt>
                <c:pt idx="6542">
                  <c:v>79.116279602050795</c:v>
                </c:pt>
                <c:pt idx="6543">
                  <c:v>79.144622802734403</c:v>
                </c:pt>
                <c:pt idx="6544">
                  <c:v>79.240081787109403</c:v>
                </c:pt>
                <c:pt idx="6545">
                  <c:v>79.270133972167997</c:v>
                </c:pt>
                <c:pt idx="6546">
                  <c:v>79.307846069335895</c:v>
                </c:pt>
                <c:pt idx="6547">
                  <c:v>79.318351745605497</c:v>
                </c:pt>
                <c:pt idx="6548">
                  <c:v>79.339828491210895</c:v>
                </c:pt>
                <c:pt idx="6549">
                  <c:v>79.364532470703097</c:v>
                </c:pt>
                <c:pt idx="6550">
                  <c:v>79.394493103027301</c:v>
                </c:pt>
                <c:pt idx="6551">
                  <c:v>79.425956726074205</c:v>
                </c:pt>
                <c:pt idx="6552">
                  <c:v>79.441467285156307</c:v>
                </c:pt>
                <c:pt idx="6553">
                  <c:v>79.441474914550795</c:v>
                </c:pt>
                <c:pt idx="6554">
                  <c:v>79.451614379882798</c:v>
                </c:pt>
                <c:pt idx="6555">
                  <c:v>79.459930419921903</c:v>
                </c:pt>
                <c:pt idx="6556">
                  <c:v>79.452720642089801</c:v>
                </c:pt>
                <c:pt idx="6557">
                  <c:v>79.453392028808594</c:v>
                </c:pt>
                <c:pt idx="6558">
                  <c:v>79.457412719726605</c:v>
                </c:pt>
                <c:pt idx="6559">
                  <c:v>79.457496643066406</c:v>
                </c:pt>
                <c:pt idx="6560">
                  <c:v>79.441345214843807</c:v>
                </c:pt>
                <c:pt idx="6561">
                  <c:v>79.452384948730497</c:v>
                </c:pt>
                <c:pt idx="6562">
                  <c:v>79.457939147949205</c:v>
                </c:pt>
                <c:pt idx="6563">
                  <c:v>79.460716247558594</c:v>
                </c:pt>
                <c:pt idx="6564">
                  <c:v>79.448051452636705</c:v>
                </c:pt>
                <c:pt idx="6565">
                  <c:v>79.436256408691406</c:v>
                </c:pt>
                <c:pt idx="6566">
                  <c:v>79.447814941406307</c:v>
                </c:pt>
                <c:pt idx="6567">
                  <c:v>79.455886840820298</c:v>
                </c:pt>
                <c:pt idx="6568">
                  <c:v>79.459724426269503</c:v>
                </c:pt>
                <c:pt idx="6569">
                  <c:v>79.445335388183594</c:v>
                </c:pt>
                <c:pt idx="6570">
                  <c:v>79.456161499023395</c:v>
                </c:pt>
                <c:pt idx="6571">
                  <c:v>79.459938049316406</c:v>
                </c:pt>
                <c:pt idx="6572">
                  <c:v>79.4437255859375</c:v>
                </c:pt>
                <c:pt idx="6573">
                  <c:v>79.448959350585895</c:v>
                </c:pt>
                <c:pt idx="6574">
                  <c:v>79.458084106445298</c:v>
                </c:pt>
                <c:pt idx="6575">
                  <c:v>79.452392578125</c:v>
                </c:pt>
                <c:pt idx="6576">
                  <c:v>79.442581176757798</c:v>
                </c:pt>
                <c:pt idx="6577">
                  <c:v>79.413009643554702</c:v>
                </c:pt>
                <c:pt idx="6578">
                  <c:v>79.422309875488295</c:v>
                </c:pt>
                <c:pt idx="6579">
                  <c:v>79.437835693359403</c:v>
                </c:pt>
                <c:pt idx="6580">
                  <c:v>79.452354431152301</c:v>
                </c:pt>
                <c:pt idx="6581">
                  <c:v>79.452751159667997</c:v>
                </c:pt>
                <c:pt idx="6582">
                  <c:v>79.452194213867202</c:v>
                </c:pt>
                <c:pt idx="6583">
                  <c:v>79.456138610839801</c:v>
                </c:pt>
                <c:pt idx="6584">
                  <c:v>79.440277099609403</c:v>
                </c:pt>
                <c:pt idx="6585">
                  <c:v>79.451004028320298</c:v>
                </c:pt>
                <c:pt idx="6586">
                  <c:v>79.461143493652301</c:v>
                </c:pt>
                <c:pt idx="6587">
                  <c:v>79.464218139648395</c:v>
                </c:pt>
                <c:pt idx="6588">
                  <c:v>79.458312988281307</c:v>
                </c:pt>
                <c:pt idx="6589">
                  <c:v>79.454605102539105</c:v>
                </c:pt>
                <c:pt idx="6590">
                  <c:v>79.466850280761705</c:v>
                </c:pt>
                <c:pt idx="6591">
                  <c:v>79.461296081542997</c:v>
                </c:pt>
                <c:pt idx="6592">
                  <c:v>79.465232849121094</c:v>
                </c:pt>
                <c:pt idx="6593">
                  <c:v>79.477462768554702</c:v>
                </c:pt>
                <c:pt idx="6594">
                  <c:v>79.516883850097699</c:v>
                </c:pt>
                <c:pt idx="6595">
                  <c:v>79.501380920410199</c:v>
                </c:pt>
                <c:pt idx="6596">
                  <c:v>79.487258911132798</c:v>
                </c:pt>
                <c:pt idx="6597">
                  <c:v>79.479209899902301</c:v>
                </c:pt>
                <c:pt idx="6598">
                  <c:v>79.482933044433594</c:v>
                </c:pt>
                <c:pt idx="6599">
                  <c:v>79.495758056640597</c:v>
                </c:pt>
                <c:pt idx="6600">
                  <c:v>79.501106262207003</c:v>
                </c:pt>
                <c:pt idx="6601">
                  <c:v>79.496566772460895</c:v>
                </c:pt>
                <c:pt idx="6602">
                  <c:v>79.527763366699205</c:v>
                </c:pt>
                <c:pt idx="6603">
                  <c:v>79.541542053222699</c:v>
                </c:pt>
                <c:pt idx="6604">
                  <c:v>79.533386230468807</c:v>
                </c:pt>
                <c:pt idx="6605">
                  <c:v>79.507179260253906</c:v>
                </c:pt>
                <c:pt idx="6606">
                  <c:v>79.524017333984403</c:v>
                </c:pt>
                <c:pt idx="6607">
                  <c:v>79.521720886230497</c:v>
                </c:pt>
                <c:pt idx="6608">
                  <c:v>79.512306213378906</c:v>
                </c:pt>
                <c:pt idx="6609">
                  <c:v>79.508796691894503</c:v>
                </c:pt>
                <c:pt idx="6610">
                  <c:v>79.574821472167997</c:v>
                </c:pt>
                <c:pt idx="6611">
                  <c:v>79.570526123046903</c:v>
                </c:pt>
                <c:pt idx="6612">
                  <c:v>79.568435668945298</c:v>
                </c:pt>
                <c:pt idx="6613">
                  <c:v>79.601287841796903</c:v>
                </c:pt>
                <c:pt idx="6614">
                  <c:v>79.550956726074205</c:v>
                </c:pt>
                <c:pt idx="6615">
                  <c:v>79.512725830078097</c:v>
                </c:pt>
                <c:pt idx="6616">
                  <c:v>79.501045227050795</c:v>
                </c:pt>
                <c:pt idx="6617">
                  <c:v>79.505020141601605</c:v>
                </c:pt>
                <c:pt idx="6618">
                  <c:v>79.547767639160199</c:v>
                </c:pt>
                <c:pt idx="6619">
                  <c:v>79.752288818359403</c:v>
                </c:pt>
                <c:pt idx="6620">
                  <c:v>79.667526245117202</c:v>
                </c:pt>
                <c:pt idx="6621">
                  <c:v>79.588951110839801</c:v>
                </c:pt>
                <c:pt idx="6622">
                  <c:v>79.532096862792997</c:v>
                </c:pt>
                <c:pt idx="6623">
                  <c:v>79.551261901855497</c:v>
                </c:pt>
                <c:pt idx="6624">
                  <c:v>79.580505371093807</c:v>
                </c:pt>
                <c:pt idx="6625">
                  <c:v>79.583297729492202</c:v>
                </c:pt>
                <c:pt idx="6626">
                  <c:v>79.769767761230497</c:v>
                </c:pt>
                <c:pt idx="6627">
                  <c:v>79.789520263671903</c:v>
                </c:pt>
                <c:pt idx="6628">
                  <c:v>79.762100219726605</c:v>
                </c:pt>
                <c:pt idx="6629">
                  <c:v>79.755287170410199</c:v>
                </c:pt>
                <c:pt idx="6630">
                  <c:v>79.904563903808594</c:v>
                </c:pt>
                <c:pt idx="6631">
                  <c:v>79.964988708496094</c:v>
                </c:pt>
                <c:pt idx="6632">
                  <c:v>80.035835266113295</c:v>
                </c:pt>
                <c:pt idx="6633">
                  <c:v>80.053092956542997</c:v>
                </c:pt>
                <c:pt idx="6634">
                  <c:v>80.010787963867202</c:v>
                </c:pt>
                <c:pt idx="6635">
                  <c:v>80.036033630371094</c:v>
                </c:pt>
                <c:pt idx="6636">
                  <c:v>80.088951110839801</c:v>
                </c:pt>
                <c:pt idx="6637">
                  <c:v>80.044517517089801</c:v>
                </c:pt>
                <c:pt idx="6638">
                  <c:v>80.003562927246094</c:v>
                </c:pt>
                <c:pt idx="6639">
                  <c:v>80.033668518066406</c:v>
                </c:pt>
                <c:pt idx="6640">
                  <c:v>80.145866394042997</c:v>
                </c:pt>
                <c:pt idx="6641">
                  <c:v>80.120323181152301</c:v>
                </c:pt>
                <c:pt idx="6642">
                  <c:v>80.126808166503906</c:v>
                </c:pt>
                <c:pt idx="6643">
                  <c:v>80.171012878417997</c:v>
                </c:pt>
                <c:pt idx="6644">
                  <c:v>80.216026306152301</c:v>
                </c:pt>
                <c:pt idx="6645">
                  <c:v>80.249351501464801</c:v>
                </c:pt>
                <c:pt idx="6646">
                  <c:v>80.264610290527301</c:v>
                </c:pt>
                <c:pt idx="6647">
                  <c:v>80.346687316894503</c:v>
                </c:pt>
                <c:pt idx="6648">
                  <c:v>80.477355957031307</c:v>
                </c:pt>
                <c:pt idx="6649">
                  <c:v>80.612892150878906</c:v>
                </c:pt>
                <c:pt idx="6650">
                  <c:v>80.609779357910199</c:v>
                </c:pt>
                <c:pt idx="6651">
                  <c:v>80.627258300781307</c:v>
                </c:pt>
                <c:pt idx="6652">
                  <c:v>80.667373657226605</c:v>
                </c:pt>
                <c:pt idx="6653">
                  <c:v>80.884346008300795</c:v>
                </c:pt>
                <c:pt idx="6654">
                  <c:v>80.972846984863295</c:v>
                </c:pt>
                <c:pt idx="6655">
                  <c:v>81.020889282226605</c:v>
                </c:pt>
                <c:pt idx="6656">
                  <c:v>81.087730407714801</c:v>
                </c:pt>
                <c:pt idx="6657">
                  <c:v>81.142402648925795</c:v>
                </c:pt>
                <c:pt idx="6658">
                  <c:v>81.170951843261705</c:v>
                </c:pt>
                <c:pt idx="6659">
                  <c:v>81.305923461914105</c:v>
                </c:pt>
                <c:pt idx="6660">
                  <c:v>81.449409484863295</c:v>
                </c:pt>
                <c:pt idx="6661">
                  <c:v>81.553596496582003</c:v>
                </c:pt>
                <c:pt idx="6662">
                  <c:v>81.712829589843807</c:v>
                </c:pt>
                <c:pt idx="6663">
                  <c:v>81.787727355957003</c:v>
                </c:pt>
                <c:pt idx="6664">
                  <c:v>81.868560791015597</c:v>
                </c:pt>
                <c:pt idx="6665">
                  <c:v>81.931755065917997</c:v>
                </c:pt>
                <c:pt idx="6666">
                  <c:v>82.033607482910199</c:v>
                </c:pt>
                <c:pt idx="6667">
                  <c:v>82.201919555664105</c:v>
                </c:pt>
                <c:pt idx="6668">
                  <c:v>82.316383361816406</c:v>
                </c:pt>
                <c:pt idx="6669">
                  <c:v>82.316551208496094</c:v>
                </c:pt>
                <c:pt idx="6670">
                  <c:v>82.400741577148395</c:v>
                </c:pt>
                <c:pt idx="6671">
                  <c:v>82.437065124511705</c:v>
                </c:pt>
                <c:pt idx="6672">
                  <c:v>82.575393676757798</c:v>
                </c:pt>
                <c:pt idx="6673">
                  <c:v>82.898025512695298</c:v>
                </c:pt>
                <c:pt idx="6674">
                  <c:v>83.149078369140597</c:v>
                </c:pt>
                <c:pt idx="6675">
                  <c:v>83.341445922851605</c:v>
                </c:pt>
                <c:pt idx="6676">
                  <c:v>83.476867675781307</c:v>
                </c:pt>
                <c:pt idx="6677">
                  <c:v>83.5660400390625</c:v>
                </c:pt>
                <c:pt idx="6678">
                  <c:v>83.614807128906307</c:v>
                </c:pt>
                <c:pt idx="6679">
                  <c:v>83.759048461914105</c:v>
                </c:pt>
                <c:pt idx="6680">
                  <c:v>84.003608703613295</c:v>
                </c:pt>
                <c:pt idx="6681">
                  <c:v>84.215736389160199</c:v>
                </c:pt>
                <c:pt idx="6682">
                  <c:v>84.289825439453097</c:v>
                </c:pt>
                <c:pt idx="6683">
                  <c:v>84.337394714355497</c:v>
                </c:pt>
                <c:pt idx="6684">
                  <c:v>84.389289855957003</c:v>
                </c:pt>
                <c:pt idx="6685">
                  <c:v>84.508186340332003</c:v>
                </c:pt>
                <c:pt idx="6686">
                  <c:v>84.660552978515597</c:v>
                </c:pt>
                <c:pt idx="6687">
                  <c:v>84.800651550292997</c:v>
                </c:pt>
                <c:pt idx="6688">
                  <c:v>84.883934020996094</c:v>
                </c:pt>
                <c:pt idx="6689">
                  <c:v>84.987014770507798</c:v>
                </c:pt>
                <c:pt idx="6690">
                  <c:v>85.087425231933594</c:v>
                </c:pt>
                <c:pt idx="6691">
                  <c:v>85.189880371093807</c:v>
                </c:pt>
                <c:pt idx="6692">
                  <c:v>85.256416320800795</c:v>
                </c:pt>
                <c:pt idx="6693">
                  <c:v>85.289245605468807</c:v>
                </c:pt>
                <c:pt idx="6694">
                  <c:v>85.370101928710895</c:v>
                </c:pt>
                <c:pt idx="6695">
                  <c:v>85.424797058105497</c:v>
                </c:pt>
                <c:pt idx="6696">
                  <c:v>85.604255676269503</c:v>
                </c:pt>
                <c:pt idx="6697">
                  <c:v>85.778266906738295</c:v>
                </c:pt>
                <c:pt idx="6698">
                  <c:v>85.886032104492202</c:v>
                </c:pt>
                <c:pt idx="6699">
                  <c:v>85.9384765625</c:v>
                </c:pt>
                <c:pt idx="6700">
                  <c:v>85.969955444335895</c:v>
                </c:pt>
                <c:pt idx="6701">
                  <c:v>86.084037780761705</c:v>
                </c:pt>
                <c:pt idx="6702">
                  <c:v>86.090919494628906</c:v>
                </c:pt>
                <c:pt idx="6703">
                  <c:v>86.149276733398395</c:v>
                </c:pt>
                <c:pt idx="6704">
                  <c:v>86.288612365722699</c:v>
                </c:pt>
                <c:pt idx="6705">
                  <c:v>86.455894470214801</c:v>
                </c:pt>
                <c:pt idx="6706">
                  <c:v>86.592231750488295</c:v>
                </c:pt>
                <c:pt idx="6707">
                  <c:v>86.730354309082003</c:v>
                </c:pt>
                <c:pt idx="6708">
                  <c:v>86.838447570800795</c:v>
                </c:pt>
                <c:pt idx="6709">
                  <c:v>86.964820861816406</c:v>
                </c:pt>
                <c:pt idx="6710">
                  <c:v>87.083061218261705</c:v>
                </c:pt>
                <c:pt idx="6711">
                  <c:v>87.259689331054702</c:v>
                </c:pt>
                <c:pt idx="6712">
                  <c:v>87.3160400390625</c:v>
                </c:pt>
                <c:pt idx="6713">
                  <c:v>87.270736694335895</c:v>
                </c:pt>
                <c:pt idx="6714">
                  <c:v>87.318290710449205</c:v>
                </c:pt>
                <c:pt idx="6715">
                  <c:v>87.3909912109375</c:v>
                </c:pt>
                <c:pt idx="6716">
                  <c:v>87.432334899902301</c:v>
                </c:pt>
                <c:pt idx="6717">
                  <c:v>87.5528564453125</c:v>
                </c:pt>
                <c:pt idx="6718">
                  <c:v>87.730560302734403</c:v>
                </c:pt>
                <c:pt idx="6719">
                  <c:v>87.867156982421903</c:v>
                </c:pt>
                <c:pt idx="6720">
                  <c:v>87.905044555664105</c:v>
                </c:pt>
                <c:pt idx="6721">
                  <c:v>87.900329589843807</c:v>
                </c:pt>
                <c:pt idx="6722">
                  <c:v>87.974800109863295</c:v>
                </c:pt>
                <c:pt idx="6723">
                  <c:v>88.191398620605497</c:v>
                </c:pt>
                <c:pt idx="6724">
                  <c:v>88.310356140136705</c:v>
                </c:pt>
                <c:pt idx="6725">
                  <c:v>88.425445556640597</c:v>
                </c:pt>
                <c:pt idx="6726">
                  <c:v>88.564491271972699</c:v>
                </c:pt>
                <c:pt idx="6727">
                  <c:v>88.619499206542997</c:v>
                </c:pt>
                <c:pt idx="6728">
                  <c:v>88.651947021484403</c:v>
                </c:pt>
                <c:pt idx="6729">
                  <c:v>88.819068908691406</c:v>
                </c:pt>
                <c:pt idx="6730">
                  <c:v>88.906555175781307</c:v>
                </c:pt>
                <c:pt idx="6731">
                  <c:v>88.911819458007798</c:v>
                </c:pt>
                <c:pt idx="6732">
                  <c:v>88.921394348144503</c:v>
                </c:pt>
                <c:pt idx="6733">
                  <c:v>88.988975524902301</c:v>
                </c:pt>
                <c:pt idx="6734">
                  <c:v>89.1253662109375</c:v>
                </c:pt>
                <c:pt idx="6735">
                  <c:v>89.273857116699205</c:v>
                </c:pt>
                <c:pt idx="6736">
                  <c:v>89.400108337402301</c:v>
                </c:pt>
                <c:pt idx="6737">
                  <c:v>89.437187194824205</c:v>
                </c:pt>
                <c:pt idx="6738">
                  <c:v>89.599273681640597</c:v>
                </c:pt>
                <c:pt idx="6739">
                  <c:v>89.659492492675795</c:v>
                </c:pt>
                <c:pt idx="6740">
                  <c:v>89.698081970214801</c:v>
                </c:pt>
                <c:pt idx="6741">
                  <c:v>89.643600463867202</c:v>
                </c:pt>
                <c:pt idx="6742">
                  <c:v>89.699752807617202</c:v>
                </c:pt>
                <c:pt idx="6743">
                  <c:v>89.867050170898395</c:v>
                </c:pt>
                <c:pt idx="6744">
                  <c:v>89.945510864257798</c:v>
                </c:pt>
                <c:pt idx="6745">
                  <c:v>90.040588378906307</c:v>
                </c:pt>
                <c:pt idx="6746">
                  <c:v>90.066223144531307</c:v>
                </c:pt>
                <c:pt idx="6747">
                  <c:v>90.089118957519503</c:v>
                </c:pt>
                <c:pt idx="6748">
                  <c:v>90.187431335449205</c:v>
                </c:pt>
                <c:pt idx="6749">
                  <c:v>90.189338684082003</c:v>
                </c:pt>
                <c:pt idx="6750">
                  <c:v>90.259460449218807</c:v>
                </c:pt>
                <c:pt idx="6751">
                  <c:v>90.425987243652301</c:v>
                </c:pt>
                <c:pt idx="6752">
                  <c:v>90.563545227050795</c:v>
                </c:pt>
                <c:pt idx="6753">
                  <c:v>90.631210327148395</c:v>
                </c:pt>
                <c:pt idx="6754">
                  <c:v>90.695503234863295</c:v>
                </c:pt>
                <c:pt idx="6755">
                  <c:v>90.790695190429702</c:v>
                </c:pt>
                <c:pt idx="6756">
                  <c:v>90.904090881347699</c:v>
                </c:pt>
                <c:pt idx="6757">
                  <c:v>90.918518066406307</c:v>
                </c:pt>
                <c:pt idx="6758">
                  <c:v>90.946769714355497</c:v>
                </c:pt>
                <c:pt idx="6759">
                  <c:v>91.031608581542997</c:v>
                </c:pt>
                <c:pt idx="6760">
                  <c:v>91.066207885742202</c:v>
                </c:pt>
                <c:pt idx="6761">
                  <c:v>91.147666931152301</c:v>
                </c:pt>
                <c:pt idx="6762">
                  <c:v>91.257568359375</c:v>
                </c:pt>
                <c:pt idx="6763">
                  <c:v>91.356758117675795</c:v>
                </c:pt>
                <c:pt idx="6764">
                  <c:v>91.383224487304702</c:v>
                </c:pt>
                <c:pt idx="6765">
                  <c:v>91.359832763671903</c:v>
                </c:pt>
                <c:pt idx="6766">
                  <c:v>91.485778808593807</c:v>
                </c:pt>
                <c:pt idx="6767">
                  <c:v>91.574714660644503</c:v>
                </c:pt>
                <c:pt idx="6768">
                  <c:v>91.653480529785199</c:v>
                </c:pt>
                <c:pt idx="6769">
                  <c:v>91.675987243652301</c:v>
                </c:pt>
                <c:pt idx="6770">
                  <c:v>91.742897033691406</c:v>
                </c:pt>
                <c:pt idx="6771">
                  <c:v>91.798011779785199</c:v>
                </c:pt>
                <c:pt idx="6772">
                  <c:v>91.833885192871094</c:v>
                </c:pt>
                <c:pt idx="6773">
                  <c:v>91.896324157714801</c:v>
                </c:pt>
                <c:pt idx="6774">
                  <c:v>91.907196044921903</c:v>
                </c:pt>
                <c:pt idx="6775">
                  <c:v>91.913612365722699</c:v>
                </c:pt>
                <c:pt idx="6776">
                  <c:v>92.031036376953097</c:v>
                </c:pt>
                <c:pt idx="6777">
                  <c:v>92.084938049316406</c:v>
                </c:pt>
                <c:pt idx="6778">
                  <c:v>92.232879638671903</c:v>
                </c:pt>
                <c:pt idx="6779">
                  <c:v>92.311836242675795</c:v>
                </c:pt>
                <c:pt idx="6780">
                  <c:v>92.339614868164105</c:v>
                </c:pt>
                <c:pt idx="6781">
                  <c:v>92.393020629882798</c:v>
                </c:pt>
                <c:pt idx="6782">
                  <c:v>92.463836669921903</c:v>
                </c:pt>
                <c:pt idx="6783">
                  <c:v>92.513900756835895</c:v>
                </c:pt>
                <c:pt idx="6784">
                  <c:v>92.657089233398395</c:v>
                </c:pt>
                <c:pt idx="6785">
                  <c:v>92.675178527832003</c:v>
                </c:pt>
                <c:pt idx="6786">
                  <c:v>92.787048339843807</c:v>
                </c:pt>
                <c:pt idx="6787">
                  <c:v>92.976570129394503</c:v>
                </c:pt>
                <c:pt idx="6788">
                  <c:v>93.095680236816406</c:v>
                </c:pt>
                <c:pt idx="6789">
                  <c:v>93.170715332031307</c:v>
                </c:pt>
                <c:pt idx="6790">
                  <c:v>93.0848388671875</c:v>
                </c:pt>
                <c:pt idx="6791">
                  <c:v>93.247932434082003</c:v>
                </c:pt>
                <c:pt idx="6792">
                  <c:v>93.349594116210895</c:v>
                </c:pt>
                <c:pt idx="6793">
                  <c:v>93.363151550292997</c:v>
                </c:pt>
                <c:pt idx="6794">
                  <c:v>93.495460510253906</c:v>
                </c:pt>
                <c:pt idx="6795">
                  <c:v>93.645637512207003</c:v>
                </c:pt>
                <c:pt idx="6796">
                  <c:v>93.693229675292997</c:v>
                </c:pt>
                <c:pt idx="6797">
                  <c:v>94.135696411132798</c:v>
                </c:pt>
                <c:pt idx="6798">
                  <c:v>94.349098205566406</c:v>
                </c:pt>
                <c:pt idx="6799">
                  <c:v>94.588928222656307</c:v>
                </c:pt>
                <c:pt idx="6800">
                  <c:v>94.758255004882798</c:v>
                </c:pt>
                <c:pt idx="6801">
                  <c:v>94.870697021484403</c:v>
                </c:pt>
                <c:pt idx="6802">
                  <c:v>94.848159790039105</c:v>
                </c:pt>
                <c:pt idx="6803">
                  <c:v>94.917060852050795</c:v>
                </c:pt>
                <c:pt idx="6804">
                  <c:v>94.971611022949205</c:v>
                </c:pt>
                <c:pt idx="6805">
                  <c:v>94.990875244140597</c:v>
                </c:pt>
                <c:pt idx="6806">
                  <c:v>95.030876159667997</c:v>
                </c:pt>
                <c:pt idx="6807">
                  <c:v>95.037147521972699</c:v>
                </c:pt>
                <c:pt idx="6808">
                  <c:v>95.04345703125</c:v>
                </c:pt>
                <c:pt idx="6809">
                  <c:v>95.166152954101605</c:v>
                </c:pt>
                <c:pt idx="6810">
                  <c:v>95.213790893554702</c:v>
                </c:pt>
                <c:pt idx="6811">
                  <c:v>95.242729187011705</c:v>
                </c:pt>
                <c:pt idx="6812">
                  <c:v>95.331466674804702</c:v>
                </c:pt>
                <c:pt idx="6813">
                  <c:v>95.406921386718807</c:v>
                </c:pt>
                <c:pt idx="6814">
                  <c:v>95.426582336425795</c:v>
                </c:pt>
                <c:pt idx="6815">
                  <c:v>95.570251464843807</c:v>
                </c:pt>
                <c:pt idx="6816">
                  <c:v>95.661514282226605</c:v>
                </c:pt>
                <c:pt idx="6817">
                  <c:v>96.010856628417997</c:v>
                </c:pt>
                <c:pt idx="6818">
                  <c:v>96.075935363769503</c:v>
                </c:pt>
                <c:pt idx="6819">
                  <c:v>96.300720214843807</c:v>
                </c:pt>
                <c:pt idx="6820">
                  <c:v>96.4681396484375</c:v>
                </c:pt>
                <c:pt idx="6821">
                  <c:v>96.569992065429702</c:v>
                </c:pt>
                <c:pt idx="6822">
                  <c:v>96.629508972167997</c:v>
                </c:pt>
                <c:pt idx="6823">
                  <c:v>96.692337036132798</c:v>
                </c:pt>
                <c:pt idx="6824">
                  <c:v>96.710403442382798</c:v>
                </c:pt>
                <c:pt idx="6825">
                  <c:v>96.840759277343807</c:v>
                </c:pt>
                <c:pt idx="6826">
                  <c:v>97.040245056152301</c:v>
                </c:pt>
                <c:pt idx="6827">
                  <c:v>97.088188171386705</c:v>
                </c:pt>
                <c:pt idx="6828">
                  <c:v>97.133338928222699</c:v>
                </c:pt>
                <c:pt idx="6829">
                  <c:v>97.268119812011705</c:v>
                </c:pt>
                <c:pt idx="6830">
                  <c:v>97.373626708984403</c:v>
                </c:pt>
                <c:pt idx="6831">
                  <c:v>97.451339721679702</c:v>
                </c:pt>
                <c:pt idx="6832">
                  <c:v>97.556678771972699</c:v>
                </c:pt>
                <c:pt idx="6833">
                  <c:v>97.694351196289105</c:v>
                </c:pt>
                <c:pt idx="6834">
                  <c:v>97.763122558593807</c:v>
                </c:pt>
                <c:pt idx="6835">
                  <c:v>97.892074584960895</c:v>
                </c:pt>
                <c:pt idx="6836">
                  <c:v>97.960273742675795</c:v>
                </c:pt>
                <c:pt idx="6837">
                  <c:v>98.051872253417997</c:v>
                </c:pt>
                <c:pt idx="6838">
                  <c:v>98.14794921875</c:v>
                </c:pt>
                <c:pt idx="6839">
                  <c:v>98.194381713867202</c:v>
                </c:pt>
                <c:pt idx="6840">
                  <c:v>98.208137512207003</c:v>
                </c:pt>
                <c:pt idx="6841">
                  <c:v>98.2320556640625</c:v>
                </c:pt>
                <c:pt idx="6842">
                  <c:v>98.244323730468807</c:v>
                </c:pt>
                <c:pt idx="6843">
                  <c:v>98.243019104003906</c:v>
                </c:pt>
                <c:pt idx="6844">
                  <c:v>98.247642517089801</c:v>
                </c:pt>
                <c:pt idx="6845">
                  <c:v>98.252334594726605</c:v>
                </c:pt>
                <c:pt idx="6846">
                  <c:v>98.254745483398395</c:v>
                </c:pt>
                <c:pt idx="6847">
                  <c:v>98.2559814453125</c:v>
                </c:pt>
                <c:pt idx="6848">
                  <c:v>98.256614685058594</c:v>
                </c:pt>
                <c:pt idx="6849">
                  <c:v>98.256942749023395</c:v>
                </c:pt>
                <c:pt idx="6850">
                  <c:v>98.257110595703097</c:v>
                </c:pt>
                <c:pt idx="6851">
                  <c:v>98.257194519042997</c:v>
                </c:pt>
                <c:pt idx="6852">
                  <c:v>98.257240295410199</c:v>
                </c:pt>
                <c:pt idx="6853">
                  <c:v>98.257263183593807</c:v>
                </c:pt>
                <c:pt idx="6854">
                  <c:v>98.271064758300795</c:v>
                </c:pt>
                <c:pt idx="6855">
                  <c:v>98.667182922363295</c:v>
                </c:pt>
                <c:pt idx="6856">
                  <c:v>98.669441223144503</c:v>
                </c:pt>
                <c:pt idx="6857">
                  <c:v>98.927391052246094</c:v>
                </c:pt>
                <c:pt idx="6858">
                  <c:v>99.016365051269503</c:v>
                </c:pt>
                <c:pt idx="6859">
                  <c:v>99.485137939453097</c:v>
                </c:pt>
                <c:pt idx="6860">
                  <c:v>99.666061401367202</c:v>
                </c:pt>
                <c:pt idx="6861">
                  <c:v>99.779029846191406</c:v>
                </c:pt>
                <c:pt idx="6862">
                  <c:v>100.04523468017599</c:v>
                </c:pt>
                <c:pt idx="6863">
                  <c:v>100.28929138183599</c:v>
                </c:pt>
                <c:pt idx="6864">
                  <c:v>100.449516296387</c:v>
                </c:pt>
                <c:pt idx="6865">
                  <c:v>100.421348571777</c:v>
                </c:pt>
                <c:pt idx="6866">
                  <c:v>100.55348205566401</c:v>
                </c:pt>
                <c:pt idx="6867">
                  <c:v>100.655433654785</c:v>
                </c:pt>
                <c:pt idx="6868">
                  <c:v>100.68365478515599</c:v>
                </c:pt>
                <c:pt idx="6869">
                  <c:v>100.74827575683599</c:v>
                </c:pt>
                <c:pt idx="6870">
                  <c:v>100.76389312744099</c:v>
                </c:pt>
                <c:pt idx="6871">
                  <c:v>100.80721282959</c:v>
                </c:pt>
                <c:pt idx="6872">
                  <c:v>100.80917358398401</c:v>
                </c:pt>
                <c:pt idx="6873">
                  <c:v>100.92707824707</c:v>
                </c:pt>
                <c:pt idx="6874">
                  <c:v>101.03167724609401</c:v>
                </c:pt>
                <c:pt idx="6875">
                  <c:v>101.05247497558599</c:v>
                </c:pt>
                <c:pt idx="6876">
                  <c:v>101.263809204102</c:v>
                </c:pt>
                <c:pt idx="6877">
                  <c:v>101.292022705078</c:v>
                </c:pt>
                <c:pt idx="6878">
                  <c:v>101.035697937012</c:v>
                </c:pt>
                <c:pt idx="6879">
                  <c:v>100.94424438476599</c:v>
                </c:pt>
                <c:pt idx="6880">
                  <c:v>100.85838317871099</c:v>
                </c:pt>
                <c:pt idx="6881">
                  <c:v>101.022506713867</c:v>
                </c:pt>
                <c:pt idx="6882">
                  <c:v>100.94645690918</c:v>
                </c:pt>
                <c:pt idx="6883">
                  <c:v>100.89128112793</c:v>
                </c:pt>
                <c:pt idx="6884">
                  <c:v>101.18594360351599</c:v>
                </c:pt>
                <c:pt idx="6885">
                  <c:v>101.254608154297</c:v>
                </c:pt>
                <c:pt idx="6886">
                  <c:v>101.18813323974599</c:v>
                </c:pt>
                <c:pt idx="6887">
                  <c:v>101.18059539794901</c:v>
                </c:pt>
                <c:pt idx="6888">
                  <c:v>101.25685119628901</c:v>
                </c:pt>
                <c:pt idx="6889">
                  <c:v>101.178665161133</c:v>
                </c:pt>
                <c:pt idx="6890">
                  <c:v>101.04434204101599</c:v>
                </c:pt>
                <c:pt idx="6891">
                  <c:v>101.133514404297</c:v>
                </c:pt>
                <c:pt idx="6892">
                  <c:v>101.214225769043</c:v>
                </c:pt>
                <c:pt idx="6893">
                  <c:v>101.30901336669901</c:v>
                </c:pt>
                <c:pt idx="6894">
                  <c:v>101.35203552246099</c:v>
                </c:pt>
                <c:pt idx="6895">
                  <c:v>101.376953125</c:v>
                </c:pt>
                <c:pt idx="6896">
                  <c:v>101.261024475098</c:v>
                </c:pt>
                <c:pt idx="6897">
                  <c:v>101.26496887207</c:v>
                </c:pt>
                <c:pt idx="6898">
                  <c:v>101.382438659668</c:v>
                </c:pt>
                <c:pt idx="6899">
                  <c:v>101.45578765869099</c:v>
                </c:pt>
                <c:pt idx="6900">
                  <c:v>101.50295257568401</c:v>
                </c:pt>
                <c:pt idx="6901">
                  <c:v>101.476516723633</c:v>
                </c:pt>
                <c:pt idx="6902">
                  <c:v>101.525428771973</c:v>
                </c:pt>
                <c:pt idx="6903">
                  <c:v>101.538627624512</c:v>
                </c:pt>
                <c:pt idx="6904">
                  <c:v>101.518928527832</c:v>
                </c:pt>
                <c:pt idx="6905">
                  <c:v>101.54132080078099</c:v>
                </c:pt>
                <c:pt idx="6906">
                  <c:v>101.557830810547</c:v>
                </c:pt>
                <c:pt idx="6907">
                  <c:v>101.56632232666</c:v>
                </c:pt>
                <c:pt idx="6908">
                  <c:v>101.570678710938</c:v>
                </c:pt>
                <c:pt idx="6909">
                  <c:v>101.572914123535</c:v>
                </c:pt>
                <c:pt idx="6910">
                  <c:v>101.57575225830099</c:v>
                </c:pt>
                <c:pt idx="6911">
                  <c:v>101.57805633544901</c:v>
                </c:pt>
                <c:pt idx="6912">
                  <c:v>101.577476501465</c:v>
                </c:pt>
                <c:pt idx="6913">
                  <c:v>101.58908843994099</c:v>
                </c:pt>
                <c:pt idx="6914">
                  <c:v>101.585891723633</c:v>
                </c:pt>
                <c:pt idx="6915">
                  <c:v>101.581954956055</c:v>
                </c:pt>
                <c:pt idx="6916">
                  <c:v>101.579971313477</c:v>
                </c:pt>
                <c:pt idx="6917">
                  <c:v>101.578071594238</c:v>
                </c:pt>
                <c:pt idx="6918">
                  <c:v>101.57798004150401</c:v>
                </c:pt>
                <c:pt idx="6919">
                  <c:v>101.57704925537099</c:v>
                </c:pt>
                <c:pt idx="6920">
                  <c:v>101.57618713378901</c:v>
                </c:pt>
                <c:pt idx="6921">
                  <c:v>101.57574462890599</c:v>
                </c:pt>
                <c:pt idx="6922">
                  <c:v>101.57551574707</c:v>
                </c:pt>
                <c:pt idx="6923">
                  <c:v>101.575401306152</c:v>
                </c:pt>
                <c:pt idx="6924">
                  <c:v>101.57534027099599</c:v>
                </c:pt>
                <c:pt idx="6925">
                  <c:v>101.575309753418</c:v>
                </c:pt>
                <c:pt idx="6926">
                  <c:v>101.57528686523401</c:v>
                </c:pt>
                <c:pt idx="6927">
                  <c:v>101.56430816650401</c:v>
                </c:pt>
                <c:pt idx="6928">
                  <c:v>101.56369781494099</c:v>
                </c:pt>
                <c:pt idx="6929">
                  <c:v>101.487823486328</c:v>
                </c:pt>
                <c:pt idx="6930">
                  <c:v>101.297927856445</c:v>
                </c:pt>
                <c:pt idx="6931">
                  <c:v>101.197563171387</c:v>
                </c:pt>
                <c:pt idx="6932">
                  <c:v>101.120903015137</c:v>
                </c:pt>
                <c:pt idx="6933">
                  <c:v>101.055526733398</c:v>
                </c:pt>
                <c:pt idx="6934">
                  <c:v>101.11163330078099</c:v>
                </c:pt>
                <c:pt idx="6935">
                  <c:v>100.978950500488</c:v>
                </c:pt>
                <c:pt idx="6936">
                  <c:v>100.87110900878901</c:v>
                </c:pt>
                <c:pt idx="6937">
                  <c:v>100.863159179688</c:v>
                </c:pt>
                <c:pt idx="6938">
                  <c:v>100.871704101563</c:v>
                </c:pt>
                <c:pt idx="6939">
                  <c:v>100.87353515625</c:v>
                </c:pt>
                <c:pt idx="6940">
                  <c:v>100.929153442383</c:v>
                </c:pt>
                <c:pt idx="6941">
                  <c:v>100.783905029297</c:v>
                </c:pt>
                <c:pt idx="6942">
                  <c:v>100.725105285645</c:v>
                </c:pt>
                <c:pt idx="6943">
                  <c:v>100.802490234375</c:v>
                </c:pt>
                <c:pt idx="6944">
                  <c:v>100.86183929443401</c:v>
                </c:pt>
                <c:pt idx="6945">
                  <c:v>100.773223876953</c:v>
                </c:pt>
                <c:pt idx="6946">
                  <c:v>100.72373199462901</c:v>
                </c:pt>
                <c:pt idx="6947">
                  <c:v>100.733261108398</c:v>
                </c:pt>
                <c:pt idx="6948">
                  <c:v>100.98235321044901</c:v>
                </c:pt>
                <c:pt idx="6949">
                  <c:v>100.999946594238</c:v>
                </c:pt>
                <c:pt idx="6950">
                  <c:v>100.905349731445</c:v>
                </c:pt>
                <c:pt idx="6951">
                  <c:v>101.19334411621099</c:v>
                </c:pt>
                <c:pt idx="6952">
                  <c:v>101.373481750488</c:v>
                </c:pt>
                <c:pt idx="6953">
                  <c:v>101.445152282715</c:v>
                </c:pt>
                <c:pt idx="6954">
                  <c:v>101.50844573974599</c:v>
                </c:pt>
                <c:pt idx="6955">
                  <c:v>101.535270690918</c:v>
                </c:pt>
                <c:pt idx="6956">
                  <c:v>101.541069030762</c:v>
                </c:pt>
                <c:pt idx="6957">
                  <c:v>101.55915069580099</c:v>
                </c:pt>
                <c:pt idx="6958">
                  <c:v>101.56854248046901</c:v>
                </c:pt>
                <c:pt idx="6959">
                  <c:v>101.587699890137</c:v>
                </c:pt>
                <c:pt idx="6960">
                  <c:v>101.58975982666</c:v>
                </c:pt>
                <c:pt idx="6961">
                  <c:v>101.607147216797</c:v>
                </c:pt>
                <c:pt idx="6962">
                  <c:v>101.613166809082</c:v>
                </c:pt>
                <c:pt idx="6963">
                  <c:v>101.66530609130901</c:v>
                </c:pt>
                <c:pt idx="6964">
                  <c:v>101.71828460693401</c:v>
                </c:pt>
                <c:pt idx="6965">
                  <c:v>101.74658203125</c:v>
                </c:pt>
                <c:pt idx="6966">
                  <c:v>101.76190185546901</c:v>
                </c:pt>
                <c:pt idx="6967">
                  <c:v>101.78456878662099</c:v>
                </c:pt>
                <c:pt idx="6968">
                  <c:v>101.810600280762</c:v>
                </c:pt>
                <c:pt idx="6969">
                  <c:v>101.80930328369099</c:v>
                </c:pt>
                <c:pt idx="6970">
                  <c:v>101.808944702148</c:v>
                </c:pt>
                <c:pt idx="6971">
                  <c:v>101.831161499023</c:v>
                </c:pt>
                <c:pt idx="6972">
                  <c:v>101.881591796875</c:v>
                </c:pt>
                <c:pt idx="6973">
                  <c:v>101.87588500976599</c:v>
                </c:pt>
                <c:pt idx="6974">
                  <c:v>101.88230895996099</c:v>
                </c:pt>
                <c:pt idx="6975">
                  <c:v>101.892570495605</c:v>
                </c:pt>
                <c:pt idx="6976">
                  <c:v>101.906280517578</c:v>
                </c:pt>
                <c:pt idx="6977">
                  <c:v>101.98014831543</c:v>
                </c:pt>
                <c:pt idx="6978">
                  <c:v>102.041946411133</c:v>
                </c:pt>
                <c:pt idx="6979">
                  <c:v>102.088005065918</c:v>
                </c:pt>
                <c:pt idx="6980">
                  <c:v>102.108352661133</c:v>
                </c:pt>
                <c:pt idx="6981">
                  <c:v>102.10629272460901</c:v>
                </c:pt>
                <c:pt idx="6982">
                  <c:v>102.06552124023401</c:v>
                </c:pt>
                <c:pt idx="6983">
                  <c:v>102.00051116943401</c:v>
                </c:pt>
                <c:pt idx="6984">
                  <c:v>101.97207641601599</c:v>
                </c:pt>
                <c:pt idx="6985">
                  <c:v>101.99416351318401</c:v>
                </c:pt>
                <c:pt idx="6986">
                  <c:v>102.015899658203</c:v>
                </c:pt>
                <c:pt idx="6987">
                  <c:v>101.985557556152</c:v>
                </c:pt>
                <c:pt idx="6988">
                  <c:v>101.992080688477</c:v>
                </c:pt>
                <c:pt idx="6989">
                  <c:v>101.988845825195</c:v>
                </c:pt>
                <c:pt idx="6990">
                  <c:v>101.973678588867</c:v>
                </c:pt>
                <c:pt idx="6991">
                  <c:v>101.994338989258</c:v>
                </c:pt>
                <c:pt idx="6992">
                  <c:v>102.029411315918</c:v>
                </c:pt>
                <c:pt idx="6993">
                  <c:v>102.02402496337901</c:v>
                </c:pt>
                <c:pt idx="6994">
                  <c:v>102.07542419433599</c:v>
                </c:pt>
                <c:pt idx="6995">
                  <c:v>102.105461120605</c:v>
                </c:pt>
                <c:pt idx="6996">
                  <c:v>102.064125061035</c:v>
                </c:pt>
                <c:pt idx="6997">
                  <c:v>102.01775360107401</c:v>
                </c:pt>
                <c:pt idx="6998">
                  <c:v>101.97434997558599</c:v>
                </c:pt>
                <c:pt idx="6999">
                  <c:v>101.953720092773</c:v>
                </c:pt>
                <c:pt idx="7000">
                  <c:v>101.93190765380901</c:v>
                </c:pt>
                <c:pt idx="7001">
                  <c:v>101.93382263183599</c:v>
                </c:pt>
                <c:pt idx="7002">
                  <c:v>101.930053710938</c:v>
                </c:pt>
                <c:pt idx="7003">
                  <c:v>101.970252990723</c:v>
                </c:pt>
                <c:pt idx="7004">
                  <c:v>101.987174987793</c:v>
                </c:pt>
                <c:pt idx="7005">
                  <c:v>101.951454162598</c:v>
                </c:pt>
                <c:pt idx="7006">
                  <c:v>101.95663452148401</c:v>
                </c:pt>
                <c:pt idx="7007">
                  <c:v>101.944938659668</c:v>
                </c:pt>
                <c:pt idx="7008">
                  <c:v>101.936325073242</c:v>
                </c:pt>
                <c:pt idx="7009">
                  <c:v>101.924850463867</c:v>
                </c:pt>
                <c:pt idx="7010">
                  <c:v>101.922477722168</c:v>
                </c:pt>
                <c:pt idx="7011">
                  <c:v>101.905265808105</c:v>
                </c:pt>
                <c:pt idx="7012">
                  <c:v>101.87483215332</c:v>
                </c:pt>
                <c:pt idx="7013">
                  <c:v>101.87843322753901</c:v>
                </c:pt>
                <c:pt idx="7014">
                  <c:v>101.85691833496099</c:v>
                </c:pt>
                <c:pt idx="7015">
                  <c:v>101.83812713623</c:v>
                </c:pt>
                <c:pt idx="7016">
                  <c:v>101.79103851318401</c:v>
                </c:pt>
                <c:pt idx="7017">
                  <c:v>101.742668151855</c:v>
                </c:pt>
                <c:pt idx="7018">
                  <c:v>101.72191619873</c:v>
                </c:pt>
                <c:pt idx="7019">
                  <c:v>101.802787780762</c:v>
                </c:pt>
                <c:pt idx="7020">
                  <c:v>101.84372711181599</c:v>
                </c:pt>
                <c:pt idx="7021">
                  <c:v>101.79856872558599</c:v>
                </c:pt>
                <c:pt idx="7022">
                  <c:v>101.86875152587901</c:v>
                </c:pt>
                <c:pt idx="7023">
                  <c:v>101.805130004883</c:v>
                </c:pt>
                <c:pt idx="7024">
                  <c:v>101.777587890625</c:v>
                </c:pt>
                <c:pt idx="7025">
                  <c:v>101.777206420898</c:v>
                </c:pt>
                <c:pt idx="7026">
                  <c:v>101.865837097168</c:v>
                </c:pt>
                <c:pt idx="7027">
                  <c:v>101.96458435058599</c:v>
                </c:pt>
                <c:pt idx="7028">
                  <c:v>101.97491455078099</c:v>
                </c:pt>
                <c:pt idx="7029">
                  <c:v>101.98553466796901</c:v>
                </c:pt>
                <c:pt idx="7030">
                  <c:v>101.929634094238</c:v>
                </c:pt>
                <c:pt idx="7031">
                  <c:v>101.93206024169901</c:v>
                </c:pt>
                <c:pt idx="7032">
                  <c:v>101.964958190918</c:v>
                </c:pt>
                <c:pt idx="7033">
                  <c:v>102.031379699707</c:v>
                </c:pt>
                <c:pt idx="7034">
                  <c:v>102.1650390625</c:v>
                </c:pt>
                <c:pt idx="7035">
                  <c:v>102.131637573242</c:v>
                </c:pt>
                <c:pt idx="7036">
                  <c:v>102.206214904785</c:v>
                </c:pt>
                <c:pt idx="7037">
                  <c:v>102.460578918457</c:v>
                </c:pt>
                <c:pt idx="7038">
                  <c:v>102.793006896973</c:v>
                </c:pt>
                <c:pt idx="7039">
                  <c:v>102.80110168457</c:v>
                </c:pt>
                <c:pt idx="7040">
                  <c:v>102.84001922607401</c:v>
                </c:pt>
                <c:pt idx="7041">
                  <c:v>103.020553588867</c:v>
                </c:pt>
                <c:pt idx="7042">
                  <c:v>103.116455078125</c:v>
                </c:pt>
                <c:pt idx="7043">
                  <c:v>103.16457366943401</c:v>
                </c:pt>
                <c:pt idx="7044">
                  <c:v>103.204803466797</c:v>
                </c:pt>
                <c:pt idx="7045">
                  <c:v>103.25258636474599</c:v>
                </c:pt>
                <c:pt idx="7046">
                  <c:v>103.281051635742</c:v>
                </c:pt>
                <c:pt idx="7047">
                  <c:v>103.411499023438</c:v>
                </c:pt>
                <c:pt idx="7048">
                  <c:v>103.565559387207</c:v>
                </c:pt>
                <c:pt idx="7049">
                  <c:v>103.76806640625</c:v>
                </c:pt>
                <c:pt idx="7050">
                  <c:v>103.83266448974599</c:v>
                </c:pt>
                <c:pt idx="7051">
                  <c:v>103.902053833008</c:v>
                </c:pt>
                <c:pt idx="7052">
                  <c:v>103.977333068848</c:v>
                </c:pt>
                <c:pt idx="7053">
                  <c:v>104.00311279296901</c:v>
                </c:pt>
                <c:pt idx="7054">
                  <c:v>104.063316345215</c:v>
                </c:pt>
                <c:pt idx="7055">
                  <c:v>104.138877868652</c:v>
                </c:pt>
                <c:pt idx="7056">
                  <c:v>104.250946044922</c:v>
                </c:pt>
                <c:pt idx="7057">
                  <c:v>104.30462646484401</c:v>
                </c:pt>
                <c:pt idx="7058">
                  <c:v>104.349967956543</c:v>
                </c:pt>
                <c:pt idx="7059">
                  <c:v>104.375137329102</c:v>
                </c:pt>
                <c:pt idx="7060">
                  <c:v>104.431632995605</c:v>
                </c:pt>
                <c:pt idx="7061">
                  <c:v>104.47478485107401</c:v>
                </c:pt>
                <c:pt idx="7062">
                  <c:v>104.54345703125</c:v>
                </c:pt>
                <c:pt idx="7063">
                  <c:v>104.62924957275401</c:v>
                </c:pt>
                <c:pt idx="7064">
                  <c:v>104.69735717773401</c:v>
                </c:pt>
                <c:pt idx="7065">
                  <c:v>104.74301147460901</c:v>
                </c:pt>
                <c:pt idx="7066">
                  <c:v>104.766441345215</c:v>
                </c:pt>
                <c:pt idx="7067">
                  <c:v>104.778480529785</c:v>
                </c:pt>
                <c:pt idx="7068">
                  <c:v>104.78465270996099</c:v>
                </c:pt>
                <c:pt idx="7069">
                  <c:v>104.78782653808599</c:v>
                </c:pt>
                <c:pt idx="7070">
                  <c:v>104.78945922851599</c:v>
                </c:pt>
                <c:pt idx="7071">
                  <c:v>104.79029083252</c:v>
                </c:pt>
                <c:pt idx="7072">
                  <c:v>104.790718078613</c:v>
                </c:pt>
                <c:pt idx="7073">
                  <c:v>104.790939331055</c:v>
                </c:pt>
                <c:pt idx="7074">
                  <c:v>104.791053771973</c:v>
                </c:pt>
                <c:pt idx="7075">
                  <c:v>104.79111480712901</c:v>
                </c:pt>
                <c:pt idx="7076">
                  <c:v>104.791145324707</c:v>
                </c:pt>
                <c:pt idx="7077">
                  <c:v>104.79116058349599</c:v>
                </c:pt>
                <c:pt idx="7078">
                  <c:v>104.79116821289099</c:v>
                </c:pt>
                <c:pt idx="7079">
                  <c:v>104.79116821289099</c:v>
                </c:pt>
                <c:pt idx="7080">
                  <c:v>104.79116821289099</c:v>
                </c:pt>
                <c:pt idx="7081">
                  <c:v>104.791175842285</c:v>
                </c:pt>
                <c:pt idx="7082">
                  <c:v>104.791175842285</c:v>
                </c:pt>
                <c:pt idx="7083">
                  <c:v>104.791175842285</c:v>
                </c:pt>
                <c:pt idx="7084">
                  <c:v>104.791175842285</c:v>
                </c:pt>
                <c:pt idx="7085">
                  <c:v>104.791175842285</c:v>
                </c:pt>
                <c:pt idx="7086">
                  <c:v>104.791175842285</c:v>
                </c:pt>
                <c:pt idx="7087">
                  <c:v>104.791175842285</c:v>
                </c:pt>
                <c:pt idx="7088">
                  <c:v>104.791175842285</c:v>
                </c:pt>
                <c:pt idx="7089">
                  <c:v>104.791175842285</c:v>
                </c:pt>
                <c:pt idx="7090">
                  <c:v>104.791175842285</c:v>
                </c:pt>
                <c:pt idx="7091">
                  <c:v>104.791175842285</c:v>
                </c:pt>
                <c:pt idx="7092">
                  <c:v>104.791175842285</c:v>
                </c:pt>
                <c:pt idx="7093">
                  <c:v>104.791175842285</c:v>
                </c:pt>
                <c:pt idx="7094">
                  <c:v>104.791175842285</c:v>
                </c:pt>
                <c:pt idx="7095">
                  <c:v>104.791175842285</c:v>
                </c:pt>
                <c:pt idx="7096">
                  <c:v>104.791175842285</c:v>
                </c:pt>
                <c:pt idx="7097">
                  <c:v>104.791175842285</c:v>
                </c:pt>
                <c:pt idx="7098">
                  <c:v>104.791175842285</c:v>
                </c:pt>
                <c:pt idx="7099">
                  <c:v>104.791175842285</c:v>
                </c:pt>
                <c:pt idx="7100">
                  <c:v>104.791175842285</c:v>
                </c:pt>
                <c:pt idx="7101">
                  <c:v>104.791175842285</c:v>
                </c:pt>
                <c:pt idx="7102">
                  <c:v>104.791175842285</c:v>
                </c:pt>
                <c:pt idx="7103">
                  <c:v>104.791175842285</c:v>
                </c:pt>
                <c:pt idx="7104">
                  <c:v>104.791175842285</c:v>
                </c:pt>
                <c:pt idx="7105">
                  <c:v>104.791175842285</c:v>
                </c:pt>
                <c:pt idx="7106">
                  <c:v>104.791175842285</c:v>
                </c:pt>
                <c:pt idx="7107">
                  <c:v>104.791175842285</c:v>
                </c:pt>
                <c:pt idx="7108">
                  <c:v>104.791175842285</c:v>
                </c:pt>
                <c:pt idx="7109">
                  <c:v>104.791175842285</c:v>
                </c:pt>
                <c:pt idx="7110">
                  <c:v>104.791175842285</c:v>
                </c:pt>
                <c:pt idx="7111">
                  <c:v>104.791175842285</c:v>
                </c:pt>
                <c:pt idx="7112">
                  <c:v>104.791175842285</c:v>
                </c:pt>
                <c:pt idx="7113">
                  <c:v>104.791175842285</c:v>
                </c:pt>
                <c:pt idx="7114">
                  <c:v>104.791175842285</c:v>
                </c:pt>
                <c:pt idx="7115">
                  <c:v>104.791175842285</c:v>
                </c:pt>
                <c:pt idx="7116">
                  <c:v>104.791175842285</c:v>
                </c:pt>
                <c:pt idx="7117">
                  <c:v>104.791175842285</c:v>
                </c:pt>
                <c:pt idx="7118">
                  <c:v>104.791175842285</c:v>
                </c:pt>
                <c:pt idx="7119">
                  <c:v>104.791175842285</c:v>
                </c:pt>
                <c:pt idx="7120">
                  <c:v>104.791175842285</c:v>
                </c:pt>
                <c:pt idx="7121">
                  <c:v>104.791175842285</c:v>
                </c:pt>
                <c:pt idx="7122">
                  <c:v>104.791175842285</c:v>
                </c:pt>
                <c:pt idx="7123">
                  <c:v>104.791175842285</c:v>
                </c:pt>
                <c:pt idx="7124">
                  <c:v>104.791175842285</c:v>
                </c:pt>
                <c:pt idx="7125">
                  <c:v>104.791175842285</c:v>
                </c:pt>
                <c:pt idx="7126">
                  <c:v>104.791175842285</c:v>
                </c:pt>
                <c:pt idx="7127">
                  <c:v>104.791175842285</c:v>
                </c:pt>
                <c:pt idx="7128">
                  <c:v>104.791175842285</c:v>
                </c:pt>
                <c:pt idx="7129">
                  <c:v>104.791175842285</c:v>
                </c:pt>
                <c:pt idx="7130">
                  <c:v>104.791175842285</c:v>
                </c:pt>
                <c:pt idx="7131">
                  <c:v>104.791175842285</c:v>
                </c:pt>
                <c:pt idx="7132">
                  <c:v>104.791175842285</c:v>
                </c:pt>
                <c:pt idx="7133">
                  <c:v>104.791175842285</c:v>
                </c:pt>
                <c:pt idx="7134">
                  <c:v>104.791175842285</c:v>
                </c:pt>
                <c:pt idx="7135">
                  <c:v>104.791175842285</c:v>
                </c:pt>
                <c:pt idx="7136">
                  <c:v>104.791175842285</c:v>
                </c:pt>
                <c:pt idx="7137">
                  <c:v>104.791175842285</c:v>
                </c:pt>
                <c:pt idx="7138">
                  <c:v>104.791175842285</c:v>
                </c:pt>
                <c:pt idx="7139">
                  <c:v>104.791175842285</c:v>
                </c:pt>
                <c:pt idx="7140">
                  <c:v>104.791175842285</c:v>
                </c:pt>
                <c:pt idx="7141">
                  <c:v>104.791175842285</c:v>
                </c:pt>
                <c:pt idx="7142">
                  <c:v>104.791175842285</c:v>
                </c:pt>
                <c:pt idx="7143">
                  <c:v>104.791175842285</c:v>
                </c:pt>
                <c:pt idx="7144">
                  <c:v>104.791175842285</c:v>
                </c:pt>
                <c:pt idx="7145">
                  <c:v>104.791175842285</c:v>
                </c:pt>
                <c:pt idx="7146">
                  <c:v>104.791175842285</c:v>
                </c:pt>
                <c:pt idx="7147">
                  <c:v>104.791175842285</c:v>
                </c:pt>
                <c:pt idx="7148">
                  <c:v>104.791175842285</c:v>
                </c:pt>
                <c:pt idx="7149">
                  <c:v>104.791175842285</c:v>
                </c:pt>
                <c:pt idx="7150">
                  <c:v>104.78924560546901</c:v>
                </c:pt>
                <c:pt idx="7151">
                  <c:v>104.78012084960901</c:v>
                </c:pt>
                <c:pt idx="7152">
                  <c:v>104.77252197265599</c:v>
                </c:pt>
                <c:pt idx="7153">
                  <c:v>104.780632019043</c:v>
                </c:pt>
                <c:pt idx="7154">
                  <c:v>104.745765686035</c:v>
                </c:pt>
                <c:pt idx="7155">
                  <c:v>104.69101715087901</c:v>
                </c:pt>
                <c:pt idx="7156">
                  <c:v>104.68368530273401</c:v>
                </c:pt>
                <c:pt idx="7157">
                  <c:v>104.635604858398</c:v>
                </c:pt>
                <c:pt idx="7158">
                  <c:v>104.60483551025401</c:v>
                </c:pt>
                <c:pt idx="7159">
                  <c:v>104.61215972900401</c:v>
                </c:pt>
                <c:pt idx="7160">
                  <c:v>104.58292388916</c:v>
                </c:pt>
                <c:pt idx="7161">
                  <c:v>104.55802154541</c:v>
                </c:pt>
                <c:pt idx="7162">
                  <c:v>104.530723571777</c:v>
                </c:pt>
                <c:pt idx="7163">
                  <c:v>104.518630981445</c:v>
                </c:pt>
                <c:pt idx="7164">
                  <c:v>104.49355316162099</c:v>
                </c:pt>
                <c:pt idx="7165">
                  <c:v>104.492347717285</c:v>
                </c:pt>
                <c:pt idx="7166">
                  <c:v>104.53244781494099</c:v>
                </c:pt>
                <c:pt idx="7167">
                  <c:v>104.522163391113</c:v>
                </c:pt>
                <c:pt idx="7168">
                  <c:v>104.489128112793</c:v>
                </c:pt>
                <c:pt idx="7169">
                  <c:v>104.48972320556599</c:v>
                </c:pt>
                <c:pt idx="7170">
                  <c:v>104.44972229003901</c:v>
                </c:pt>
                <c:pt idx="7171">
                  <c:v>104.426467895508</c:v>
                </c:pt>
                <c:pt idx="7172">
                  <c:v>104.47658538818401</c:v>
                </c:pt>
                <c:pt idx="7173">
                  <c:v>104.467170715332</c:v>
                </c:pt>
                <c:pt idx="7174">
                  <c:v>104.497268676758</c:v>
                </c:pt>
                <c:pt idx="7175">
                  <c:v>104.45627593994099</c:v>
                </c:pt>
                <c:pt idx="7176">
                  <c:v>104.450302124023</c:v>
                </c:pt>
                <c:pt idx="7177">
                  <c:v>104.418731689453</c:v>
                </c:pt>
                <c:pt idx="7178">
                  <c:v>104.396919250488</c:v>
                </c:pt>
                <c:pt idx="7179">
                  <c:v>104.4423828125</c:v>
                </c:pt>
                <c:pt idx="7180">
                  <c:v>104.399085998535</c:v>
                </c:pt>
                <c:pt idx="7181">
                  <c:v>104.330085754395</c:v>
                </c:pt>
                <c:pt idx="7182">
                  <c:v>104.266326904297</c:v>
                </c:pt>
                <c:pt idx="7183">
                  <c:v>104.283256530762</c:v>
                </c:pt>
                <c:pt idx="7184">
                  <c:v>104.281791687012</c:v>
                </c:pt>
                <c:pt idx="7185">
                  <c:v>104.334228515625</c:v>
                </c:pt>
                <c:pt idx="7186">
                  <c:v>104.429489135742</c:v>
                </c:pt>
                <c:pt idx="7187">
                  <c:v>104.420867919922</c:v>
                </c:pt>
                <c:pt idx="7188">
                  <c:v>104.385414123535</c:v>
                </c:pt>
                <c:pt idx="7189">
                  <c:v>104.27651214599599</c:v>
                </c:pt>
                <c:pt idx="7190">
                  <c:v>104.24578857421901</c:v>
                </c:pt>
                <c:pt idx="7191">
                  <c:v>104.32415008544901</c:v>
                </c:pt>
                <c:pt idx="7192">
                  <c:v>104.28359222412099</c:v>
                </c:pt>
                <c:pt idx="7193">
                  <c:v>104.237869262695</c:v>
                </c:pt>
                <c:pt idx="7194">
                  <c:v>104.220245361328</c:v>
                </c:pt>
                <c:pt idx="7195">
                  <c:v>104.24725341796901</c:v>
                </c:pt>
                <c:pt idx="7196">
                  <c:v>104.35262298584</c:v>
                </c:pt>
                <c:pt idx="7197">
                  <c:v>104.34578704834</c:v>
                </c:pt>
                <c:pt idx="7198">
                  <c:v>104.39901733398401</c:v>
                </c:pt>
                <c:pt idx="7199">
                  <c:v>104.43040466308599</c:v>
                </c:pt>
                <c:pt idx="7200">
                  <c:v>104.334579467773</c:v>
                </c:pt>
                <c:pt idx="7201">
                  <c:v>104.360153198242</c:v>
                </c:pt>
                <c:pt idx="7202">
                  <c:v>104.43318939209</c:v>
                </c:pt>
                <c:pt idx="7203">
                  <c:v>104.476974487305</c:v>
                </c:pt>
                <c:pt idx="7204">
                  <c:v>104.548530578613</c:v>
                </c:pt>
                <c:pt idx="7205">
                  <c:v>104.567085266113</c:v>
                </c:pt>
                <c:pt idx="7206">
                  <c:v>104.55874633789099</c:v>
                </c:pt>
                <c:pt idx="7207">
                  <c:v>104.60227203369099</c:v>
                </c:pt>
                <c:pt idx="7208">
                  <c:v>104.624305725098</c:v>
                </c:pt>
                <c:pt idx="7209">
                  <c:v>104.598091125488</c:v>
                </c:pt>
                <c:pt idx="7210">
                  <c:v>104.610076904297</c:v>
                </c:pt>
                <c:pt idx="7211">
                  <c:v>104.66071319580099</c:v>
                </c:pt>
                <c:pt idx="7212">
                  <c:v>104.700721740723</c:v>
                </c:pt>
                <c:pt idx="7213">
                  <c:v>104.71257781982401</c:v>
                </c:pt>
                <c:pt idx="7214">
                  <c:v>104.727653503418</c:v>
                </c:pt>
                <c:pt idx="7215">
                  <c:v>104.709716796875</c:v>
                </c:pt>
                <c:pt idx="7216">
                  <c:v>104.678031921387</c:v>
                </c:pt>
                <c:pt idx="7217">
                  <c:v>104.72826385498</c:v>
                </c:pt>
                <c:pt idx="7218">
                  <c:v>104.74893188476599</c:v>
                </c:pt>
                <c:pt idx="7219">
                  <c:v>104.769493103027</c:v>
                </c:pt>
                <c:pt idx="7220">
                  <c:v>104.77907562255901</c:v>
                </c:pt>
                <c:pt idx="7221">
                  <c:v>104.782066345215</c:v>
                </c:pt>
                <c:pt idx="7222">
                  <c:v>104.786499023438</c:v>
                </c:pt>
                <c:pt idx="7223">
                  <c:v>104.788772583008</c:v>
                </c:pt>
                <c:pt idx="7224">
                  <c:v>104.78993988037099</c:v>
                </c:pt>
                <c:pt idx="7225">
                  <c:v>104.79054260253901</c:v>
                </c:pt>
                <c:pt idx="7226">
                  <c:v>104.79084777832</c:v>
                </c:pt>
                <c:pt idx="7227">
                  <c:v>104.791007995605</c:v>
                </c:pt>
                <c:pt idx="7228">
                  <c:v>104.791091918945</c:v>
                </c:pt>
                <c:pt idx="7229">
                  <c:v>104.791130065918</c:v>
                </c:pt>
                <c:pt idx="7230">
                  <c:v>104.791152954102</c:v>
                </c:pt>
                <c:pt idx="7231">
                  <c:v>104.79116058349599</c:v>
                </c:pt>
                <c:pt idx="7232">
                  <c:v>104.79116821289099</c:v>
                </c:pt>
                <c:pt idx="7233">
                  <c:v>104.79116821289099</c:v>
                </c:pt>
                <c:pt idx="7234">
                  <c:v>104.791175842285</c:v>
                </c:pt>
                <c:pt idx="7235">
                  <c:v>104.791175842285</c:v>
                </c:pt>
                <c:pt idx="7236">
                  <c:v>104.791175842285</c:v>
                </c:pt>
                <c:pt idx="7237">
                  <c:v>104.791175842285</c:v>
                </c:pt>
                <c:pt idx="7238">
                  <c:v>104.791175842285</c:v>
                </c:pt>
                <c:pt idx="7239">
                  <c:v>104.791175842285</c:v>
                </c:pt>
                <c:pt idx="7240">
                  <c:v>104.791175842285</c:v>
                </c:pt>
                <c:pt idx="7241">
                  <c:v>104.791175842285</c:v>
                </c:pt>
                <c:pt idx="7242">
                  <c:v>104.791175842285</c:v>
                </c:pt>
                <c:pt idx="7243">
                  <c:v>104.791175842285</c:v>
                </c:pt>
                <c:pt idx="7244">
                  <c:v>104.791175842285</c:v>
                </c:pt>
                <c:pt idx="7245">
                  <c:v>104.791175842285</c:v>
                </c:pt>
                <c:pt idx="7246">
                  <c:v>104.791175842285</c:v>
                </c:pt>
                <c:pt idx="7247">
                  <c:v>104.791175842285</c:v>
                </c:pt>
                <c:pt idx="7248">
                  <c:v>104.791175842285</c:v>
                </c:pt>
                <c:pt idx="7249">
                  <c:v>104.791175842285</c:v>
                </c:pt>
                <c:pt idx="7250">
                  <c:v>104.791175842285</c:v>
                </c:pt>
                <c:pt idx="7251">
                  <c:v>104.791175842285</c:v>
                </c:pt>
                <c:pt idx="7252">
                  <c:v>104.791175842285</c:v>
                </c:pt>
                <c:pt idx="7253">
                  <c:v>104.791175842285</c:v>
                </c:pt>
                <c:pt idx="7254">
                  <c:v>104.791175842285</c:v>
                </c:pt>
                <c:pt idx="7255">
                  <c:v>104.791175842285</c:v>
                </c:pt>
                <c:pt idx="7256">
                  <c:v>104.791175842285</c:v>
                </c:pt>
                <c:pt idx="7257">
                  <c:v>104.791175842285</c:v>
                </c:pt>
                <c:pt idx="7258">
                  <c:v>104.791175842285</c:v>
                </c:pt>
                <c:pt idx="7259">
                  <c:v>104.791175842285</c:v>
                </c:pt>
                <c:pt idx="7260">
                  <c:v>104.791175842285</c:v>
                </c:pt>
                <c:pt idx="7261">
                  <c:v>104.791175842285</c:v>
                </c:pt>
                <c:pt idx="7262">
                  <c:v>104.791175842285</c:v>
                </c:pt>
                <c:pt idx="7263">
                  <c:v>104.791175842285</c:v>
                </c:pt>
                <c:pt idx="7264">
                  <c:v>104.791175842285</c:v>
                </c:pt>
                <c:pt idx="7265">
                  <c:v>104.791175842285</c:v>
                </c:pt>
                <c:pt idx="7266">
                  <c:v>104.791175842285</c:v>
                </c:pt>
                <c:pt idx="7267">
                  <c:v>104.791175842285</c:v>
                </c:pt>
                <c:pt idx="7268">
                  <c:v>104.791175842285</c:v>
                </c:pt>
                <c:pt idx="7269">
                  <c:v>104.791175842285</c:v>
                </c:pt>
                <c:pt idx="7270">
                  <c:v>104.791175842285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A95A-48CE-B4BE-D687D5F749D6}"/>
            </c:ext>
          </c:extLst>
        </c:ser>
        <c:ser>
          <c:idx val="2"/>
          <c:order val="2"/>
          <c:tx>
            <c:strRef>
              <c:f>'DL-Model'!$D$1</c:f>
              <c:strCache>
                <c:ptCount val="1"/>
                <c:pt idx="0">
                  <c:v>T_so_true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'DL-Model'!$D$2:$D$7272</c:f>
              <c:numCache>
                <c:formatCode>General</c:formatCode>
                <c:ptCount val="7271"/>
                <c:pt idx="0">
                  <c:v>38.018524169921903</c:v>
                </c:pt>
                <c:pt idx="1">
                  <c:v>38.018234252929702</c:v>
                </c:pt>
                <c:pt idx="2">
                  <c:v>38.016777038574197</c:v>
                </c:pt>
                <c:pt idx="3">
                  <c:v>38.01611328125</c:v>
                </c:pt>
                <c:pt idx="4">
                  <c:v>38.005523681640597</c:v>
                </c:pt>
                <c:pt idx="5">
                  <c:v>38.020477294921903</c:v>
                </c:pt>
                <c:pt idx="6">
                  <c:v>38.018581390380902</c:v>
                </c:pt>
                <c:pt idx="7">
                  <c:v>38.017250061035199</c:v>
                </c:pt>
                <c:pt idx="8">
                  <c:v>38.012863159179702</c:v>
                </c:pt>
                <c:pt idx="9">
                  <c:v>38.011585235595703</c:v>
                </c:pt>
                <c:pt idx="10">
                  <c:v>38.040676116943402</c:v>
                </c:pt>
                <c:pt idx="11">
                  <c:v>38.099147796630902</c:v>
                </c:pt>
                <c:pt idx="12">
                  <c:v>38.1489067077637</c:v>
                </c:pt>
                <c:pt idx="13">
                  <c:v>38.102836608886697</c:v>
                </c:pt>
                <c:pt idx="14">
                  <c:v>38.117660522460902</c:v>
                </c:pt>
                <c:pt idx="15">
                  <c:v>38.102039337158203</c:v>
                </c:pt>
                <c:pt idx="16">
                  <c:v>38.127986907958999</c:v>
                </c:pt>
                <c:pt idx="17">
                  <c:v>38.156993865966797</c:v>
                </c:pt>
                <c:pt idx="18">
                  <c:v>38.147945404052699</c:v>
                </c:pt>
                <c:pt idx="19">
                  <c:v>38.1223754882813</c:v>
                </c:pt>
                <c:pt idx="20">
                  <c:v>38.1275024414063</c:v>
                </c:pt>
                <c:pt idx="21">
                  <c:v>38.177433013916001</c:v>
                </c:pt>
                <c:pt idx="22">
                  <c:v>38.192901611328097</c:v>
                </c:pt>
                <c:pt idx="23">
                  <c:v>38.210670471191399</c:v>
                </c:pt>
                <c:pt idx="24">
                  <c:v>38.224185943603501</c:v>
                </c:pt>
                <c:pt idx="25">
                  <c:v>38.224483489990199</c:v>
                </c:pt>
                <c:pt idx="26">
                  <c:v>38.232063293457003</c:v>
                </c:pt>
                <c:pt idx="27">
                  <c:v>38.209358215332003</c:v>
                </c:pt>
                <c:pt idx="28">
                  <c:v>38.206626892089801</c:v>
                </c:pt>
                <c:pt idx="29">
                  <c:v>38.230709075927699</c:v>
                </c:pt>
                <c:pt idx="30">
                  <c:v>38.255062103271499</c:v>
                </c:pt>
                <c:pt idx="31">
                  <c:v>38.251625061035199</c:v>
                </c:pt>
                <c:pt idx="32">
                  <c:v>38.283771514892599</c:v>
                </c:pt>
                <c:pt idx="33">
                  <c:v>38.345985412597699</c:v>
                </c:pt>
                <c:pt idx="34">
                  <c:v>38.327239990234403</c:v>
                </c:pt>
                <c:pt idx="35">
                  <c:v>38.330257415771499</c:v>
                </c:pt>
                <c:pt idx="36">
                  <c:v>38.385307312011697</c:v>
                </c:pt>
                <c:pt idx="37">
                  <c:v>38.4096069335938</c:v>
                </c:pt>
                <c:pt idx="38">
                  <c:v>38.439353942871101</c:v>
                </c:pt>
                <c:pt idx="39">
                  <c:v>38.465641021728501</c:v>
                </c:pt>
                <c:pt idx="40">
                  <c:v>38.515308380127003</c:v>
                </c:pt>
                <c:pt idx="41">
                  <c:v>38.516574859619098</c:v>
                </c:pt>
                <c:pt idx="42">
                  <c:v>38.520542144775398</c:v>
                </c:pt>
                <c:pt idx="43">
                  <c:v>38.497154235839801</c:v>
                </c:pt>
                <c:pt idx="44">
                  <c:v>38.475440979003899</c:v>
                </c:pt>
                <c:pt idx="45">
                  <c:v>38.478538513183601</c:v>
                </c:pt>
                <c:pt idx="46">
                  <c:v>38.490749359130902</c:v>
                </c:pt>
                <c:pt idx="47">
                  <c:v>38.541370391845703</c:v>
                </c:pt>
                <c:pt idx="48">
                  <c:v>38.615528106689503</c:v>
                </c:pt>
                <c:pt idx="49">
                  <c:v>38.658782958984403</c:v>
                </c:pt>
                <c:pt idx="50">
                  <c:v>38.671619415283203</c:v>
                </c:pt>
                <c:pt idx="51">
                  <c:v>38.697032928466797</c:v>
                </c:pt>
                <c:pt idx="52">
                  <c:v>38.739124298095703</c:v>
                </c:pt>
                <c:pt idx="53">
                  <c:v>38.753196716308601</c:v>
                </c:pt>
                <c:pt idx="54">
                  <c:v>38.783756256103501</c:v>
                </c:pt>
                <c:pt idx="55">
                  <c:v>38.808193206787102</c:v>
                </c:pt>
                <c:pt idx="56">
                  <c:v>38.831390380859403</c:v>
                </c:pt>
                <c:pt idx="57">
                  <c:v>38.829044342041001</c:v>
                </c:pt>
                <c:pt idx="58">
                  <c:v>38.863052368164098</c:v>
                </c:pt>
                <c:pt idx="59">
                  <c:v>38.901206970214801</c:v>
                </c:pt>
                <c:pt idx="60">
                  <c:v>38.963851928710902</c:v>
                </c:pt>
                <c:pt idx="61">
                  <c:v>38.996494293212898</c:v>
                </c:pt>
                <c:pt idx="62">
                  <c:v>39.035472869873097</c:v>
                </c:pt>
                <c:pt idx="63">
                  <c:v>39.090164184570298</c:v>
                </c:pt>
                <c:pt idx="64">
                  <c:v>39.114830017089801</c:v>
                </c:pt>
                <c:pt idx="65">
                  <c:v>39.156085968017599</c:v>
                </c:pt>
                <c:pt idx="66">
                  <c:v>39.194328308105497</c:v>
                </c:pt>
                <c:pt idx="67">
                  <c:v>39.2096977233887</c:v>
                </c:pt>
                <c:pt idx="68">
                  <c:v>39.213920593261697</c:v>
                </c:pt>
                <c:pt idx="69">
                  <c:v>39.226425170898402</c:v>
                </c:pt>
                <c:pt idx="70">
                  <c:v>39.250705718994098</c:v>
                </c:pt>
                <c:pt idx="71">
                  <c:v>39.2745170593262</c:v>
                </c:pt>
                <c:pt idx="72">
                  <c:v>39.310264587402301</c:v>
                </c:pt>
                <c:pt idx="73">
                  <c:v>39.324146270752003</c:v>
                </c:pt>
                <c:pt idx="74">
                  <c:v>39.321868896484403</c:v>
                </c:pt>
                <c:pt idx="75">
                  <c:v>39.364288330078097</c:v>
                </c:pt>
                <c:pt idx="76">
                  <c:v>39.392604827880902</c:v>
                </c:pt>
                <c:pt idx="77">
                  <c:v>39.412322998046903</c:v>
                </c:pt>
                <c:pt idx="78">
                  <c:v>39.412353515625</c:v>
                </c:pt>
                <c:pt idx="79">
                  <c:v>39.420684814453097</c:v>
                </c:pt>
                <c:pt idx="80">
                  <c:v>39.4305610656738</c:v>
                </c:pt>
                <c:pt idx="81">
                  <c:v>39.438629150390597</c:v>
                </c:pt>
                <c:pt idx="82">
                  <c:v>39.445274353027301</c:v>
                </c:pt>
                <c:pt idx="83">
                  <c:v>39.4484672546387</c:v>
                </c:pt>
                <c:pt idx="84">
                  <c:v>39.449790954589801</c:v>
                </c:pt>
                <c:pt idx="85">
                  <c:v>39.450103759765597</c:v>
                </c:pt>
                <c:pt idx="86">
                  <c:v>39.4509468078613</c:v>
                </c:pt>
                <c:pt idx="87">
                  <c:v>39.451065063476598</c:v>
                </c:pt>
                <c:pt idx="88">
                  <c:v>39.449855804443402</c:v>
                </c:pt>
                <c:pt idx="89">
                  <c:v>39.451038360595703</c:v>
                </c:pt>
                <c:pt idx="90">
                  <c:v>39.451644897460902</c:v>
                </c:pt>
                <c:pt idx="91">
                  <c:v>39.451957702636697</c:v>
                </c:pt>
                <c:pt idx="92">
                  <c:v>39.452117919921903</c:v>
                </c:pt>
                <c:pt idx="93">
                  <c:v>39.452198028564503</c:v>
                </c:pt>
                <c:pt idx="94">
                  <c:v>39.452243804931598</c:v>
                </c:pt>
                <c:pt idx="95">
                  <c:v>39.452262878417997</c:v>
                </c:pt>
                <c:pt idx="96">
                  <c:v>39.452274322509801</c:v>
                </c:pt>
                <c:pt idx="97">
                  <c:v>39.452281951904297</c:v>
                </c:pt>
                <c:pt idx="98">
                  <c:v>39.452281951904297</c:v>
                </c:pt>
                <c:pt idx="99">
                  <c:v>39.452285766601598</c:v>
                </c:pt>
                <c:pt idx="100">
                  <c:v>39.452285766601598</c:v>
                </c:pt>
                <c:pt idx="101">
                  <c:v>39.452285766601598</c:v>
                </c:pt>
                <c:pt idx="102">
                  <c:v>39.452285766601598</c:v>
                </c:pt>
                <c:pt idx="103">
                  <c:v>39.452285766601598</c:v>
                </c:pt>
                <c:pt idx="104">
                  <c:v>39.452285766601598</c:v>
                </c:pt>
                <c:pt idx="105">
                  <c:v>39.452285766601598</c:v>
                </c:pt>
                <c:pt idx="106">
                  <c:v>39.452285766601598</c:v>
                </c:pt>
                <c:pt idx="107">
                  <c:v>39.452285766601598</c:v>
                </c:pt>
                <c:pt idx="108">
                  <c:v>39.452285766601598</c:v>
                </c:pt>
                <c:pt idx="109">
                  <c:v>39.452285766601598</c:v>
                </c:pt>
                <c:pt idx="110">
                  <c:v>39.452285766601598</c:v>
                </c:pt>
                <c:pt idx="111">
                  <c:v>39.452285766601598</c:v>
                </c:pt>
                <c:pt idx="112">
                  <c:v>39.452285766601598</c:v>
                </c:pt>
                <c:pt idx="113">
                  <c:v>39.452285766601598</c:v>
                </c:pt>
                <c:pt idx="114">
                  <c:v>39.452285766601598</c:v>
                </c:pt>
                <c:pt idx="115">
                  <c:v>39.452285766601598</c:v>
                </c:pt>
                <c:pt idx="116">
                  <c:v>39.452285766601598</c:v>
                </c:pt>
                <c:pt idx="117">
                  <c:v>39.452285766601598</c:v>
                </c:pt>
                <c:pt idx="118">
                  <c:v>39.452285766601598</c:v>
                </c:pt>
                <c:pt idx="119">
                  <c:v>39.452285766601598</c:v>
                </c:pt>
                <c:pt idx="120">
                  <c:v>39.452285766601598</c:v>
                </c:pt>
                <c:pt idx="121">
                  <c:v>39.452285766601598</c:v>
                </c:pt>
                <c:pt idx="122">
                  <c:v>39.452285766601598</c:v>
                </c:pt>
                <c:pt idx="123">
                  <c:v>39.452285766601598</c:v>
                </c:pt>
                <c:pt idx="124">
                  <c:v>39.452285766601598</c:v>
                </c:pt>
                <c:pt idx="125">
                  <c:v>39.481163024902301</c:v>
                </c:pt>
                <c:pt idx="126">
                  <c:v>39.4959907531738</c:v>
                </c:pt>
                <c:pt idx="127">
                  <c:v>39.474723815917997</c:v>
                </c:pt>
                <c:pt idx="128">
                  <c:v>39.470829010009801</c:v>
                </c:pt>
                <c:pt idx="129">
                  <c:v>39.4929389953613</c:v>
                </c:pt>
                <c:pt idx="130">
                  <c:v>39.5432319641113</c:v>
                </c:pt>
                <c:pt idx="131">
                  <c:v>39.587867736816399</c:v>
                </c:pt>
                <c:pt idx="132">
                  <c:v>39.641918182373097</c:v>
                </c:pt>
                <c:pt idx="133">
                  <c:v>39.761600494384801</c:v>
                </c:pt>
                <c:pt idx="134">
                  <c:v>39.837875366210902</c:v>
                </c:pt>
                <c:pt idx="135">
                  <c:v>39.7492065429688</c:v>
                </c:pt>
                <c:pt idx="136">
                  <c:v>39.703277587890597</c:v>
                </c:pt>
                <c:pt idx="137">
                  <c:v>39.8238525390625</c:v>
                </c:pt>
                <c:pt idx="138">
                  <c:v>40.158145904541001</c:v>
                </c:pt>
                <c:pt idx="139">
                  <c:v>40.225734710693402</c:v>
                </c:pt>
                <c:pt idx="140">
                  <c:v>40.230987548828097</c:v>
                </c:pt>
                <c:pt idx="141">
                  <c:v>40.702842712402301</c:v>
                </c:pt>
                <c:pt idx="142">
                  <c:v>40.780143737792997</c:v>
                </c:pt>
                <c:pt idx="143">
                  <c:v>40.864891052246101</c:v>
                </c:pt>
                <c:pt idx="144">
                  <c:v>40.913196563720703</c:v>
                </c:pt>
                <c:pt idx="145">
                  <c:v>41.053802490234403</c:v>
                </c:pt>
                <c:pt idx="146">
                  <c:v>41.233234405517599</c:v>
                </c:pt>
                <c:pt idx="147">
                  <c:v>41.336799621582003</c:v>
                </c:pt>
                <c:pt idx="148">
                  <c:v>41.421619415283203</c:v>
                </c:pt>
                <c:pt idx="149">
                  <c:v>41.5093803405762</c:v>
                </c:pt>
                <c:pt idx="150">
                  <c:v>41.542343139648402</c:v>
                </c:pt>
                <c:pt idx="151">
                  <c:v>41.600189208984403</c:v>
                </c:pt>
                <c:pt idx="152">
                  <c:v>41.7293701171875</c:v>
                </c:pt>
                <c:pt idx="153">
                  <c:v>41.869342803955099</c:v>
                </c:pt>
                <c:pt idx="154">
                  <c:v>42.001682281494098</c:v>
                </c:pt>
                <c:pt idx="155">
                  <c:v>42.024097442627003</c:v>
                </c:pt>
                <c:pt idx="156">
                  <c:v>42.068424224853501</c:v>
                </c:pt>
                <c:pt idx="157">
                  <c:v>42.175243377685597</c:v>
                </c:pt>
                <c:pt idx="158">
                  <c:v>42.407684326171903</c:v>
                </c:pt>
                <c:pt idx="159">
                  <c:v>42.529094696044901</c:v>
                </c:pt>
                <c:pt idx="160">
                  <c:v>42.591556549072301</c:v>
                </c:pt>
                <c:pt idx="161">
                  <c:v>42.616626739502003</c:v>
                </c:pt>
                <c:pt idx="162">
                  <c:v>42.691390991210902</c:v>
                </c:pt>
                <c:pt idx="163">
                  <c:v>42.730434417724602</c:v>
                </c:pt>
                <c:pt idx="164">
                  <c:v>42.751422882080099</c:v>
                </c:pt>
                <c:pt idx="165">
                  <c:v>42.760597229003899</c:v>
                </c:pt>
                <c:pt idx="166">
                  <c:v>42.765308380127003</c:v>
                </c:pt>
                <c:pt idx="167">
                  <c:v>42.772212982177699</c:v>
                </c:pt>
                <c:pt idx="168">
                  <c:v>42.7778930664063</c:v>
                </c:pt>
                <c:pt idx="169">
                  <c:v>42.7876167297363</c:v>
                </c:pt>
                <c:pt idx="170">
                  <c:v>42.834426879882798</c:v>
                </c:pt>
                <c:pt idx="171">
                  <c:v>42.920677185058601</c:v>
                </c:pt>
                <c:pt idx="172">
                  <c:v>42.961105346679702</c:v>
                </c:pt>
                <c:pt idx="173">
                  <c:v>42.959869384765597</c:v>
                </c:pt>
                <c:pt idx="174">
                  <c:v>42.9749755859375</c:v>
                </c:pt>
                <c:pt idx="175">
                  <c:v>43.016815185546903</c:v>
                </c:pt>
                <c:pt idx="176">
                  <c:v>43.1340522766113</c:v>
                </c:pt>
                <c:pt idx="177">
                  <c:v>43.221824645996101</c:v>
                </c:pt>
                <c:pt idx="178">
                  <c:v>43.223838806152301</c:v>
                </c:pt>
                <c:pt idx="179">
                  <c:v>43.272525787353501</c:v>
                </c:pt>
                <c:pt idx="180">
                  <c:v>43.3288764953613</c:v>
                </c:pt>
                <c:pt idx="181">
                  <c:v>43.365604400634801</c:v>
                </c:pt>
                <c:pt idx="182">
                  <c:v>43.386646270752003</c:v>
                </c:pt>
                <c:pt idx="183">
                  <c:v>43.412208557128899</c:v>
                </c:pt>
                <c:pt idx="184">
                  <c:v>43.444503784179702</c:v>
                </c:pt>
                <c:pt idx="185">
                  <c:v>43.522296905517599</c:v>
                </c:pt>
                <c:pt idx="186">
                  <c:v>43.613105773925803</c:v>
                </c:pt>
                <c:pt idx="187">
                  <c:v>43.7591361999512</c:v>
                </c:pt>
                <c:pt idx="188">
                  <c:v>43.825912475585902</c:v>
                </c:pt>
                <c:pt idx="189">
                  <c:v>44.035884857177699</c:v>
                </c:pt>
                <c:pt idx="190">
                  <c:v>44.1702690124512</c:v>
                </c:pt>
                <c:pt idx="191">
                  <c:v>44.2646293640137</c:v>
                </c:pt>
                <c:pt idx="192">
                  <c:v>44.331508636474602</c:v>
                </c:pt>
                <c:pt idx="193">
                  <c:v>44.360786437988303</c:v>
                </c:pt>
                <c:pt idx="194">
                  <c:v>44.383716583252003</c:v>
                </c:pt>
                <c:pt idx="195">
                  <c:v>44.397777557373097</c:v>
                </c:pt>
                <c:pt idx="196">
                  <c:v>44.405929565429702</c:v>
                </c:pt>
                <c:pt idx="197">
                  <c:v>44.416641235351598</c:v>
                </c:pt>
                <c:pt idx="198">
                  <c:v>44.451755523681598</c:v>
                </c:pt>
                <c:pt idx="199">
                  <c:v>44.481891632080099</c:v>
                </c:pt>
                <c:pt idx="200">
                  <c:v>44.504627227783203</c:v>
                </c:pt>
                <c:pt idx="201">
                  <c:v>44.520965576171903</c:v>
                </c:pt>
                <c:pt idx="202">
                  <c:v>44.558746337890597</c:v>
                </c:pt>
                <c:pt idx="203">
                  <c:v>44.614055633544901</c:v>
                </c:pt>
                <c:pt idx="204">
                  <c:v>44.674293518066399</c:v>
                </c:pt>
                <c:pt idx="205">
                  <c:v>44.711925506591797</c:v>
                </c:pt>
                <c:pt idx="206">
                  <c:v>44.731189727783203</c:v>
                </c:pt>
                <c:pt idx="207">
                  <c:v>44.812526702880902</c:v>
                </c:pt>
                <c:pt idx="208">
                  <c:v>44.873336791992202</c:v>
                </c:pt>
                <c:pt idx="209">
                  <c:v>44.988109588623097</c:v>
                </c:pt>
                <c:pt idx="210">
                  <c:v>45.0306396484375</c:v>
                </c:pt>
                <c:pt idx="211">
                  <c:v>45.139747619628899</c:v>
                </c:pt>
                <c:pt idx="212">
                  <c:v>45.205528259277301</c:v>
                </c:pt>
                <c:pt idx="213">
                  <c:v>45.263992309570298</c:v>
                </c:pt>
                <c:pt idx="214">
                  <c:v>45.289619445800803</c:v>
                </c:pt>
                <c:pt idx="215">
                  <c:v>45.3073120117188</c:v>
                </c:pt>
                <c:pt idx="216">
                  <c:v>45.352249145507798</c:v>
                </c:pt>
                <c:pt idx="217">
                  <c:v>45.357681274414098</c:v>
                </c:pt>
                <c:pt idx="218">
                  <c:v>45.467685699462898</c:v>
                </c:pt>
                <c:pt idx="219">
                  <c:v>45.590656280517599</c:v>
                </c:pt>
                <c:pt idx="220">
                  <c:v>45.660301208496101</c:v>
                </c:pt>
                <c:pt idx="221">
                  <c:v>45.684722900390597</c:v>
                </c:pt>
                <c:pt idx="222">
                  <c:v>45.728439331054702</c:v>
                </c:pt>
                <c:pt idx="223">
                  <c:v>45.7431640625</c:v>
                </c:pt>
                <c:pt idx="224">
                  <c:v>45.772666931152301</c:v>
                </c:pt>
                <c:pt idx="225">
                  <c:v>45.863307952880902</c:v>
                </c:pt>
                <c:pt idx="226">
                  <c:v>45.906951904296903</c:v>
                </c:pt>
                <c:pt idx="227">
                  <c:v>45.930599212646499</c:v>
                </c:pt>
                <c:pt idx="228">
                  <c:v>45.933074951171903</c:v>
                </c:pt>
                <c:pt idx="229">
                  <c:v>45.9500732421875</c:v>
                </c:pt>
                <c:pt idx="230">
                  <c:v>45.965709686279297</c:v>
                </c:pt>
                <c:pt idx="231">
                  <c:v>45.974285125732401</c:v>
                </c:pt>
                <c:pt idx="232">
                  <c:v>45.980072021484403</c:v>
                </c:pt>
                <c:pt idx="233">
                  <c:v>45.983039855957003</c:v>
                </c:pt>
                <c:pt idx="234">
                  <c:v>45.983600616455099</c:v>
                </c:pt>
                <c:pt idx="235">
                  <c:v>45.984855651855497</c:v>
                </c:pt>
                <c:pt idx="236">
                  <c:v>45.985496520996101</c:v>
                </c:pt>
                <c:pt idx="237">
                  <c:v>45.985828399658203</c:v>
                </c:pt>
                <c:pt idx="238">
                  <c:v>45.985996246337898</c:v>
                </c:pt>
                <c:pt idx="239">
                  <c:v>45.986083984375</c:v>
                </c:pt>
                <c:pt idx="240">
                  <c:v>45.986129760742202</c:v>
                </c:pt>
                <c:pt idx="241">
                  <c:v>45.986152648925803</c:v>
                </c:pt>
                <c:pt idx="242">
                  <c:v>45.986164093017599</c:v>
                </c:pt>
                <c:pt idx="243">
                  <c:v>45.986167907714801</c:v>
                </c:pt>
                <c:pt idx="244">
                  <c:v>45.986171722412102</c:v>
                </c:pt>
                <c:pt idx="245">
                  <c:v>45.986175537109403</c:v>
                </c:pt>
                <c:pt idx="246">
                  <c:v>45.986175537109403</c:v>
                </c:pt>
                <c:pt idx="247">
                  <c:v>45.986175537109403</c:v>
                </c:pt>
                <c:pt idx="248">
                  <c:v>45.986175537109403</c:v>
                </c:pt>
                <c:pt idx="249">
                  <c:v>45.986175537109403</c:v>
                </c:pt>
                <c:pt idx="250">
                  <c:v>45.986175537109403</c:v>
                </c:pt>
                <c:pt idx="251">
                  <c:v>45.986175537109403</c:v>
                </c:pt>
                <c:pt idx="252">
                  <c:v>45.986175537109403</c:v>
                </c:pt>
                <c:pt idx="253">
                  <c:v>45.986175537109403</c:v>
                </c:pt>
                <c:pt idx="254">
                  <c:v>45.986175537109403</c:v>
                </c:pt>
                <c:pt idx="255">
                  <c:v>45.986175537109403</c:v>
                </c:pt>
                <c:pt idx="256">
                  <c:v>45.986175537109403</c:v>
                </c:pt>
                <c:pt idx="257">
                  <c:v>45.986175537109403</c:v>
                </c:pt>
                <c:pt idx="258">
                  <c:v>45.986175537109403</c:v>
                </c:pt>
                <c:pt idx="259">
                  <c:v>45.986175537109403</c:v>
                </c:pt>
                <c:pt idx="260">
                  <c:v>45.986175537109403</c:v>
                </c:pt>
                <c:pt idx="261">
                  <c:v>45.986175537109403</c:v>
                </c:pt>
                <c:pt idx="262">
                  <c:v>45.986175537109403</c:v>
                </c:pt>
                <c:pt idx="263">
                  <c:v>45.986175537109403</c:v>
                </c:pt>
                <c:pt idx="264">
                  <c:v>45.986175537109403</c:v>
                </c:pt>
                <c:pt idx="265">
                  <c:v>45.986175537109403</c:v>
                </c:pt>
                <c:pt idx="266">
                  <c:v>45.986175537109403</c:v>
                </c:pt>
                <c:pt idx="267">
                  <c:v>45.986175537109403</c:v>
                </c:pt>
                <c:pt idx="268">
                  <c:v>45.986175537109403</c:v>
                </c:pt>
                <c:pt idx="269">
                  <c:v>45.986175537109403</c:v>
                </c:pt>
                <c:pt idx="270">
                  <c:v>45.986175537109403</c:v>
                </c:pt>
                <c:pt idx="271">
                  <c:v>45.986175537109403</c:v>
                </c:pt>
                <c:pt idx="272">
                  <c:v>45.986175537109403</c:v>
                </c:pt>
                <c:pt idx="273">
                  <c:v>45.986175537109403</c:v>
                </c:pt>
                <c:pt idx="274">
                  <c:v>45.986175537109403</c:v>
                </c:pt>
                <c:pt idx="275">
                  <c:v>45.986175537109403</c:v>
                </c:pt>
                <c:pt idx="276">
                  <c:v>45.986175537109403</c:v>
                </c:pt>
                <c:pt idx="277">
                  <c:v>45.986175537109403</c:v>
                </c:pt>
                <c:pt idx="278">
                  <c:v>46.013824462890597</c:v>
                </c:pt>
                <c:pt idx="279">
                  <c:v>46.000370025634801</c:v>
                </c:pt>
                <c:pt idx="280">
                  <c:v>46.048759460449197</c:v>
                </c:pt>
                <c:pt idx="281">
                  <c:v>46.018306732177699</c:v>
                </c:pt>
                <c:pt idx="282">
                  <c:v>46.041259765625</c:v>
                </c:pt>
                <c:pt idx="283">
                  <c:v>46.014457702636697</c:v>
                </c:pt>
                <c:pt idx="284">
                  <c:v>46.000694274902301</c:v>
                </c:pt>
                <c:pt idx="285">
                  <c:v>46.1260986328125</c:v>
                </c:pt>
                <c:pt idx="286">
                  <c:v>46.147872924804702</c:v>
                </c:pt>
                <c:pt idx="287">
                  <c:v>46.098915100097699</c:v>
                </c:pt>
                <c:pt idx="288">
                  <c:v>46.1308784484863</c:v>
                </c:pt>
                <c:pt idx="289">
                  <c:v>46.060466766357401</c:v>
                </c:pt>
                <c:pt idx="290">
                  <c:v>46.168380737304702</c:v>
                </c:pt>
                <c:pt idx="291">
                  <c:v>46.139167785644503</c:v>
                </c:pt>
                <c:pt idx="292">
                  <c:v>46.064723968505902</c:v>
                </c:pt>
                <c:pt idx="293">
                  <c:v>46.2271537780762</c:v>
                </c:pt>
                <c:pt idx="294">
                  <c:v>46.339378356933601</c:v>
                </c:pt>
                <c:pt idx="295">
                  <c:v>46.208995819091797</c:v>
                </c:pt>
                <c:pt idx="296">
                  <c:v>46.792732238769503</c:v>
                </c:pt>
                <c:pt idx="297">
                  <c:v>47.325923919677699</c:v>
                </c:pt>
                <c:pt idx="298">
                  <c:v>47.515079498291001</c:v>
                </c:pt>
                <c:pt idx="299">
                  <c:v>47.625885009765597</c:v>
                </c:pt>
                <c:pt idx="300">
                  <c:v>47.778129577636697</c:v>
                </c:pt>
                <c:pt idx="301">
                  <c:v>47.646873474121101</c:v>
                </c:pt>
                <c:pt idx="302">
                  <c:v>47.806163787841797</c:v>
                </c:pt>
                <c:pt idx="303">
                  <c:v>47.925704956054702</c:v>
                </c:pt>
                <c:pt idx="304">
                  <c:v>48.1422119140625</c:v>
                </c:pt>
                <c:pt idx="305">
                  <c:v>48.258296966552699</c:v>
                </c:pt>
                <c:pt idx="306">
                  <c:v>48.308116912841797</c:v>
                </c:pt>
                <c:pt idx="307">
                  <c:v>48.288078308105497</c:v>
                </c:pt>
                <c:pt idx="308">
                  <c:v>48.3877983093262</c:v>
                </c:pt>
                <c:pt idx="309">
                  <c:v>48.401153564453097</c:v>
                </c:pt>
                <c:pt idx="310">
                  <c:v>48.470577239990199</c:v>
                </c:pt>
                <c:pt idx="311">
                  <c:v>48.571506500244098</c:v>
                </c:pt>
                <c:pt idx="312">
                  <c:v>48.549774169921903</c:v>
                </c:pt>
                <c:pt idx="313">
                  <c:v>48.581829071044901</c:v>
                </c:pt>
                <c:pt idx="314">
                  <c:v>48.5753784179688</c:v>
                </c:pt>
                <c:pt idx="315">
                  <c:v>48.605777740478501</c:v>
                </c:pt>
                <c:pt idx="316">
                  <c:v>48.777759552002003</c:v>
                </c:pt>
                <c:pt idx="317">
                  <c:v>48.934722900390597</c:v>
                </c:pt>
                <c:pt idx="318">
                  <c:v>49.001167297363303</c:v>
                </c:pt>
                <c:pt idx="319">
                  <c:v>49.056419372558601</c:v>
                </c:pt>
                <c:pt idx="320">
                  <c:v>49.150920867919901</c:v>
                </c:pt>
                <c:pt idx="321">
                  <c:v>49.138332366943402</c:v>
                </c:pt>
                <c:pt idx="322">
                  <c:v>49.130958557128899</c:v>
                </c:pt>
                <c:pt idx="323">
                  <c:v>49.118953704833999</c:v>
                </c:pt>
                <c:pt idx="324">
                  <c:v>49.1458930969238</c:v>
                </c:pt>
                <c:pt idx="325">
                  <c:v>49.143741607666001</c:v>
                </c:pt>
                <c:pt idx="326">
                  <c:v>49.126628875732401</c:v>
                </c:pt>
                <c:pt idx="327">
                  <c:v>49.129241943359403</c:v>
                </c:pt>
                <c:pt idx="328">
                  <c:v>49.172874450683601</c:v>
                </c:pt>
                <c:pt idx="329">
                  <c:v>49.171821594238303</c:v>
                </c:pt>
                <c:pt idx="330">
                  <c:v>49.173210144042997</c:v>
                </c:pt>
                <c:pt idx="331">
                  <c:v>49.183708190917997</c:v>
                </c:pt>
                <c:pt idx="332">
                  <c:v>49.193092346191399</c:v>
                </c:pt>
                <c:pt idx="333">
                  <c:v>49.200775146484403</c:v>
                </c:pt>
                <c:pt idx="334">
                  <c:v>49.251083374023402</c:v>
                </c:pt>
                <c:pt idx="335">
                  <c:v>49.2679252624512</c:v>
                </c:pt>
                <c:pt idx="336">
                  <c:v>49.272052764892599</c:v>
                </c:pt>
                <c:pt idx="337">
                  <c:v>49.263259887695298</c:v>
                </c:pt>
                <c:pt idx="338">
                  <c:v>49.283164978027301</c:v>
                </c:pt>
                <c:pt idx="339">
                  <c:v>49.228446960449197</c:v>
                </c:pt>
                <c:pt idx="340">
                  <c:v>49.211452484130902</c:v>
                </c:pt>
                <c:pt idx="341">
                  <c:v>49.2430610656738</c:v>
                </c:pt>
                <c:pt idx="342">
                  <c:v>49.263805389404297</c:v>
                </c:pt>
                <c:pt idx="343">
                  <c:v>49.274459838867202</c:v>
                </c:pt>
                <c:pt idx="344">
                  <c:v>49.2754096984863</c:v>
                </c:pt>
                <c:pt idx="345">
                  <c:v>49.246448516845703</c:v>
                </c:pt>
                <c:pt idx="346">
                  <c:v>49.197208404541001</c:v>
                </c:pt>
                <c:pt idx="347">
                  <c:v>49.210216522216797</c:v>
                </c:pt>
                <c:pt idx="348">
                  <c:v>49.237266540527301</c:v>
                </c:pt>
                <c:pt idx="349">
                  <c:v>49.242809295654297</c:v>
                </c:pt>
                <c:pt idx="350">
                  <c:v>49.247581481933601</c:v>
                </c:pt>
                <c:pt idx="351">
                  <c:v>49.257144927978501</c:v>
                </c:pt>
                <c:pt idx="352">
                  <c:v>49.232799530029297</c:v>
                </c:pt>
                <c:pt idx="353">
                  <c:v>49.209213256835902</c:v>
                </c:pt>
                <c:pt idx="354">
                  <c:v>49.219932556152301</c:v>
                </c:pt>
                <c:pt idx="355">
                  <c:v>49.149654388427699</c:v>
                </c:pt>
                <c:pt idx="356">
                  <c:v>49.142303466796903</c:v>
                </c:pt>
                <c:pt idx="357">
                  <c:v>49.129123687744098</c:v>
                </c:pt>
                <c:pt idx="358">
                  <c:v>49.134899139404297</c:v>
                </c:pt>
                <c:pt idx="359">
                  <c:v>49.180042266845703</c:v>
                </c:pt>
                <c:pt idx="360">
                  <c:v>49.215843200683601</c:v>
                </c:pt>
                <c:pt idx="361">
                  <c:v>49.245861053466797</c:v>
                </c:pt>
                <c:pt idx="362">
                  <c:v>49.272544860839801</c:v>
                </c:pt>
                <c:pt idx="363">
                  <c:v>49.255283355712898</c:v>
                </c:pt>
                <c:pt idx="364">
                  <c:v>49.222415924072301</c:v>
                </c:pt>
                <c:pt idx="365">
                  <c:v>49.249336242675803</c:v>
                </c:pt>
                <c:pt idx="366">
                  <c:v>49.220268249511697</c:v>
                </c:pt>
                <c:pt idx="367">
                  <c:v>49.217456817627003</c:v>
                </c:pt>
                <c:pt idx="368">
                  <c:v>49.250404357910199</c:v>
                </c:pt>
                <c:pt idx="369">
                  <c:v>49.265411376953097</c:v>
                </c:pt>
                <c:pt idx="370">
                  <c:v>49.282581329345703</c:v>
                </c:pt>
                <c:pt idx="371">
                  <c:v>49.270851135253899</c:v>
                </c:pt>
                <c:pt idx="372">
                  <c:v>49.285373687744098</c:v>
                </c:pt>
                <c:pt idx="373">
                  <c:v>49.283435821533203</c:v>
                </c:pt>
                <c:pt idx="374">
                  <c:v>49.298130035400398</c:v>
                </c:pt>
                <c:pt idx="375">
                  <c:v>49.279998779296903</c:v>
                </c:pt>
                <c:pt idx="376">
                  <c:v>49.291759490966797</c:v>
                </c:pt>
                <c:pt idx="377">
                  <c:v>49.299388885498097</c:v>
                </c:pt>
                <c:pt idx="378">
                  <c:v>49.303432464599602</c:v>
                </c:pt>
                <c:pt idx="379">
                  <c:v>49.303787231445298</c:v>
                </c:pt>
                <c:pt idx="380">
                  <c:v>49.3039741516113</c:v>
                </c:pt>
                <c:pt idx="381">
                  <c:v>49.304065704345703</c:v>
                </c:pt>
                <c:pt idx="382">
                  <c:v>49.304115295410199</c:v>
                </c:pt>
                <c:pt idx="383">
                  <c:v>49.305618286132798</c:v>
                </c:pt>
                <c:pt idx="384">
                  <c:v>49.307300567627003</c:v>
                </c:pt>
                <c:pt idx="385">
                  <c:v>49.3084106445313</c:v>
                </c:pt>
                <c:pt idx="386">
                  <c:v>49.313114166259801</c:v>
                </c:pt>
                <c:pt idx="387">
                  <c:v>49.335498809814503</c:v>
                </c:pt>
                <c:pt idx="388">
                  <c:v>49.332954406738303</c:v>
                </c:pt>
                <c:pt idx="389">
                  <c:v>49.353343963623097</c:v>
                </c:pt>
                <c:pt idx="390">
                  <c:v>49.357337951660199</c:v>
                </c:pt>
                <c:pt idx="391">
                  <c:v>49.370487213134801</c:v>
                </c:pt>
                <c:pt idx="392">
                  <c:v>49.386253356933601</c:v>
                </c:pt>
                <c:pt idx="393">
                  <c:v>49.395107269287102</c:v>
                </c:pt>
                <c:pt idx="394">
                  <c:v>49.401535034179702</c:v>
                </c:pt>
                <c:pt idx="395">
                  <c:v>49.406604766845703</c:v>
                </c:pt>
                <c:pt idx="396">
                  <c:v>49.403312683105497</c:v>
                </c:pt>
                <c:pt idx="397">
                  <c:v>49.398059844970703</c:v>
                </c:pt>
                <c:pt idx="398">
                  <c:v>49.425628662109403</c:v>
                </c:pt>
                <c:pt idx="399">
                  <c:v>49.423946380615199</c:v>
                </c:pt>
                <c:pt idx="400">
                  <c:v>49.493011474609403</c:v>
                </c:pt>
                <c:pt idx="401">
                  <c:v>49.521602630615199</c:v>
                </c:pt>
                <c:pt idx="402">
                  <c:v>49.542266845703097</c:v>
                </c:pt>
                <c:pt idx="403">
                  <c:v>49.5346870422363</c:v>
                </c:pt>
                <c:pt idx="404">
                  <c:v>49.546768188476598</c:v>
                </c:pt>
                <c:pt idx="405">
                  <c:v>49.577919006347699</c:v>
                </c:pt>
                <c:pt idx="406">
                  <c:v>49.583808898925803</c:v>
                </c:pt>
                <c:pt idx="407">
                  <c:v>49.614711761474602</c:v>
                </c:pt>
                <c:pt idx="408">
                  <c:v>49.657928466796903</c:v>
                </c:pt>
                <c:pt idx="409">
                  <c:v>49.678890228271499</c:v>
                </c:pt>
                <c:pt idx="410">
                  <c:v>49.690475463867202</c:v>
                </c:pt>
                <c:pt idx="411">
                  <c:v>49.684288024902301</c:v>
                </c:pt>
                <c:pt idx="412">
                  <c:v>49.754680633544901</c:v>
                </c:pt>
                <c:pt idx="413">
                  <c:v>49.7738647460938</c:v>
                </c:pt>
                <c:pt idx="414">
                  <c:v>49.775230407714801</c:v>
                </c:pt>
                <c:pt idx="415">
                  <c:v>49.8611450195313</c:v>
                </c:pt>
                <c:pt idx="416">
                  <c:v>49.905765533447301</c:v>
                </c:pt>
                <c:pt idx="417">
                  <c:v>49.878158569335902</c:v>
                </c:pt>
                <c:pt idx="418">
                  <c:v>49.854423522949197</c:v>
                </c:pt>
                <c:pt idx="419">
                  <c:v>49.886444091796903</c:v>
                </c:pt>
                <c:pt idx="420">
                  <c:v>49.941169738769503</c:v>
                </c:pt>
                <c:pt idx="421">
                  <c:v>50.035896301269503</c:v>
                </c:pt>
                <c:pt idx="422">
                  <c:v>50.078445434570298</c:v>
                </c:pt>
                <c:pt idx="423">
                  <c:v>50.091270446777301</c:v>
                </c:pt>
                <c:pt idx="424">
                  <c:v>50.104423522949197</c:v>
                </c:pt>
                <c:pt idx="425">
                  <c:v>50.104465484619098</c:v>
                </c:pt>
                <c:pt idx="426">
                  <c:v>50.136768341064503</c:v>
                </c:pt>
                <c:pt idx="427">
                  <c:v>50.098159790039098</c:v>
                </c:pt>
                <c:pt idx="428">
                  <c:v>50.128246307373097</c:v>
                </c:pt>
                <c:pt idx="429">
                  <c:v>50.226936340332003</c:v>
                </c:pt>
                <c:pt idx="430">
                  <c:v>50.374553680419901</c:v>
                </c:pt>
                <c:pt idx="431">
                  <c:v>50.406303405761697</c:v>
                </c:pt>
                <c:pt idx="432">
                  <c:v>50.4419136047363</c:v>
                </c:pt>
                <c:pt idx="433">
                  <c:v>50.554290771484403</c:v>
                </c:pt>
                <c:pt idx="434">
                  <c:v>50.713172912597699</c:v>
                </c:pt>
                <c:pt idx="435">
                  <c:v>50.7885551452637</c:v>
                </c:pt>
                <c:pt idx="436">
                  <c:v>50.844448089599602</c:v>
                </c:pt>
                <c:pt idx="437">
                  <c:v>50.880622863769503</c:v>
                </c:pt>
                <c:pt idx="438">
                  <c:v>50.899196624755902</c:v>
                </c:pt>
                <c:pt idx="439">
                  <c:v>50.916694641113303</c:v>
                </c:pt>
                <c:pt idx="440">
                  <c:v>50.9002876281738</c:v>
                </c:pt>
                <c:pt idx="441">
                  <c:v>50.918460845947301</c:v>
                </c:pt>
                <c:pt idx="442">
                  <c:v>50.927791595458999</c:v>
                </c:pt>
                <c:pt idx="443">
                  <c:v>50.922977447509801</c:v>
                </c:pt>
                <c:pt idx="444">
                  <c:v>50.912540435791001</c:v>
                </c:pt>
                <c:pt idx="445">
                  <c:v>50.924343109130902</c:v>
                </c:pt>
                <c:pt idx="446">
                  <c:v>50.932525634765597</c:v>
                </c:pt>
                <c:pt idx="447">
                  <c:v>50.929561614990199</c:v>
                </c:pt>
                <c:pt idx="448">
                  <c:v>50.934001922607401</c:v>
                </c:pt>
                <c:pt idx="449">
                  <c:v>50.936012268066399</c:v>
                </c:pt>
                <c:pt idx="450">
                  <c:v>50.939018249511697</c:v>
                </c:pt>
                <c:pt idx="451">
                  <c:v>50.9508056640625</c:v>
                </c:pt>
                <c:pt idx="452">
                  <c:v>50.956699371337898</c:v>
                </c:pt>
                <c:pt idx="453">
                  <c:v>50.944431304931598</c:v>
                </c:pt>
                <c:pt idx="454">
                  <c:v>50.9539985656738</c:v>
                </c:pt>
                <c:pt idx="455">
                  <c:v>50.955169677734403</c:v>
                </c:pt>
                <c:pt idx="456">
                  <c:v>50.976268768310597</c:v>
                </c:pt>
                <c:pt idx="457">
                  <c:v>50.972560882568402</c:v>
                </c:pt>
                <c:pt idx="458">
                  <c:v>50.986270904541001</c:v>
                </c:pt>
                <c:pt idx="459">
                  <c:v>50.994625091552699</c:v>
                </c:pt>
                <c:pt idx="460">
                  <c:v>50.996124267578097</c:v>
                </c:pt>
                <c:pt idx="461">
                  <c:v>50.976097106933601</c:v>
                </c:pt>
                <c:pt idx="462">
                  <c:v>50.992153167724602</c:v>
                </c:pt>
                <c:pt idx="463">
                  <c:v>50.992362976074197</c:v>
                </c:pt>
                <c:pt idx="464">
                  <c:v>50.980278015136697</c:v>
                </c:pt>
                <c:pt idx="465">
                  <c:v>50.985187530517599</c:v>
                </c:pt>
                <c:pt idx="466">
                  <c:v>50.9923286437988</c:v>
                </c:pt>
                <c:pt idx="467">
                  <c:v>50.98974609375</c:v>
                </c:pt>
                <c:pt idx="468">
                  <c:v>50.981536865234403</c:v>
                </c:pt>
                <c:pt idx="469">
                  <c:v>50.987525939941399</c:v>
                </c:pt>
                <c:pt idx="470">
                  <c:v>51.001125335693402</c:v>
                </c:pt>
                <c:pt idx="471">
                  <c:v>50.992240905761697</c:v>
                </c:pt>
                <c:pt idx="472">
                  <c:v>51.001018524169901</c:v>
                </c:pt>
                <c:pt idx="473">
                  <c:v>50.995861053466797</c:v>
                </c:pt>
                <c:pt idx="474">
                  <c:v>51.045463562011697</c:v>
                </c:pt>
                <c:pt idx="475">
                  <c:v>51.021492004394503</c:v>
                </c:pt>
                <c:pt idx="476">
                  <c:v>51.009578704833999</c:v>
                </c:pt>
                <c:pt idx="477">
                  <c:v>51.012557983398402</c:v>
                </c:pt>
                <c:pt idx="478">
                  <c:v>51.025272369384801</c:v>
                </c:pt>
                <c:pt idx="479">
                  <c:v>51.027256011962898</c:v>
                </c:pt>
                <c:pt idx="480">
                  <c:v>51.043914794921903</c:v>
                </c:pt>
                <c:pt idx="481">
                  <c:v>51.063869476318402</c:v>
                </c:pt>
                <c:pt idx="482">
                  <c:v>51.118038177490199</c:v>
                </c:pt>
                <c:pt idx="483">
                  <c:v>51.139373779296903</c:v>
                </c:pt>
                <c:pt idx="484">
                  <c:v>51.1530952453613</c:v>
                </c:pt>
                <c:pt idx="485">
                  <c:v>51.126316070556598</c:v>
                </c:pt>
                <c:pt idx="486">
                  <c:v>51.107608795166001</c:v>
                </c:pt>
                <c:pt idx="487">
                  <c:v>51.1123046875</c:v>
                </c:pt>
                <c:pt idx="488">
                  <c:v>51.1725463867188</c:v>
                </c:pt>
                <c:pt idx="489">
                  <c:v>51.107692718505902</c:v>
                </c:pt>
                <c:pt idx="490">
                  <c:v>51.101253509521499</c:v>
                </c:pt>
                <c:pt idx="491">
                  <c:v>51.096035003662102</c:v>
                </c:pt>
                <c:pt idx="492">
                  <c:v>51.128326416015597</c:v>
                </c:pt>
                <c:pt idx="493">
                  <c:v>51.156417846679702</c:v>
                </c:pt>
                <c:pt idx="494">
                  <c:v>51.172195434570298</c:v>
                </c:pt>
                <c:pt idx="495">
                  <c:v>51.251155853271499</c:v>
                </c:pt>
                <c:pt idx="496">
                  <c:v>51.331996917724602</c:v>
                </c:pt>
                <c:pt idx="497">
                  <c:v>51.424564361572301</c:v>
                </c:pt>
                <c:pt idx="498">
                  <c:v>51.574619293212898</c:v>
                </c:pt>
                <c:pt idx="499">
                  <c:v>51.628971099853501</c:v>
                </c:pt>
                <c:pt idx="500">
                  <c:v>51.479621887207003</c:v>
                </c:pt>
                <c:pt idx="501">
                  <c:v>51.455207824707003</c:v>
                </c:pt>
                <c:pt idx="502">
                  <c:v>51.354831695556598</c:v>
                </c:pt>
                <c:pt idx="503">
                  <c:v>51.301021575927699</c:v>
                </c:pt>
                <c:pt idx="504">
                  <c:v>51.324348449707003</c:v>
                </c:pt>
                <c:pt idx="505">
                  <c:v>51.408725738525398</c:v>
                </c:pt>
                <c:pt idx="506">
                  <c:v>51.641017913818402</c:v>
                </c:pt>
                <c:pt idx="507">
                  <c:v>51.759567260742202</c:v>
                </c:pt>
                <c:pt idx="508">
                  <c:v>51.805286407470703</c:v>
                </c:pt>
                <c:pt idx="509">
                  <c:v>51.855388641357401</c:v>
                </c:pt>
                <c:pt idx="510">
                  <c:v>51.964813232421903</c:v>
                </c:pt>
                <c:pt idx="511">
                  <c:v>52.044467926025398</c:v>
                </c:pt>
                <c:pt idx="512">
                  <c:v>52.196315765380902</c:v>
                </c:pt>
                <c:pt idx="513">
                  <c:v>52.3144340515137</c:v>
                </c:pt>
                <c:pt idx="514">
                  <c:v>52.290775299072301</c:v>
                </c:pt>
                <c:pt idx="515">
                  <c:v>52.346126556396499</c:v>
                </c:pt>
                <c:pt idx="516">
                  <c:v>52.307285308837898</c:v>
                </c:pt>
                <c:pt idx="517">
                  <c:v>52.303409576416001</c:v>
                </c:pt>
                <c:pt idx="518">
                  <c:v>52.217075347900398</c:v>
                </c:pt>
                <c:pt idx="519">
                  <c:v>52.1508979797363</c:v>
                </c:pt>
                <c:pt idx="520">
                  <c:v>52.246818542480497</c:v>
                </c:pt>
                <c:pt idx="521">
                  <c:v>52.404613494873097</c:v>
                </c:pt>
                <c:pt idx="522">
                  <c:v>52.393333435058601</c:v>
                </c:pt>
                <c:pt idx="523">
                  <c:v>52.332912445068402</c:v>
                </c:pt>
                <c:pt idx="524">
                  <c:v>52.421054840087898</c:v>
                </c:pt>
                <c:pt idx="525">
                  <c:v>52.433128356933601</c:v>
                </c:pt>
                <c:pt idx="526">
                  <c:v>52.443946838378899</c:v>
                </c:pt>
                <c:pt idx="527">
                  <c:v>52.438449859619098</c:v>
                </c:pt>
                <c:pt idx="528">
                  <c:v>52.496768951416001</c:v>
                </c:pt>
                <c:pt idx="529">
                  <c:v>52.478446960449197</c:v>
                </c:pt>
                <c:pt idx="530">
                  <c:v>52.509963989257798</c:v>
                </c:pt>
                <c:pt idx="531">
                  <c:v>52.481964111328097</c:v>
                </c:pt>
                <c:pt idx="532">
                  <c:v>52.445728302002003</c:v>
                </c:pt>
                <c:pt idx="533">
                  <c:v>52.456668853759801</c:v>
                </c:pt>
                <c:pt idx="534">
                  <c:v>52.466636657714801</c:v>
                </c:pt>
                <c:pt idx="535">
                  <c:v>52.517471313476598</c:v>
                </c:pt>
                <c:pt idx="536">
                  <c:v>52.543571472167997</c:v>
                </c:pt>
                <c:pt idx="537">
                  <c:v>52.543399810791001</c:v>
                </c:pt>
                <c:pt idx="538">
                  <c:v>52.551399230957003</c:v>
                </c:pt>
                <c:pt idx="539">
                  <c:v>52.526241302490199</c:v>
                </c:pt>
                <c:pt idx="540">
                  <c:v>52.548072814941399</c:v>
                </c:pt>
                <c:pt idx="541">
                  <c:v>52.559284210205099</c:v>
                </c:pt>
                <c:pt idx="542">
                  <c:v>52.547660827636697</c:v>
                </c:pt>
                <c:pt idx="543">
                  <c:v>52.521160125732401</c:v>
                </c:pt>
                <c:pt idx="544">
                  <c:v>52.545463562011697</c:v>
                </c:pt>
                <c:pt idx="545">
                  <c:v>52.540569305419901</c:v>
                </c:pt>
                <c:pt idx="546">
                  <c:v>52.555427551269503</c:v>
                </c:pt>
                <c:pt idx="547">
                  <c:v>52.563060760498097</c:v>
                </c:pt>
                <c:pt idx="548">
                  <c:v>52.566978454589801</c:v>
                </c:pt>
                <c:pt idx="549">
                  <c:v>52.5689888000488</c:v>
                </c:pt>
                <c:pt idx="550">
                  <c:v>52.570018768310597</c:v>
                </c:pt>
                <c:pt idx="551">
                  <c:v>52.570549011230497</c:v>
                </c:pt>
                <c:pt idx="552">
                  <c:v>52.570823669433601</c:v>
                </c:pt>
                <c:pt idx="553">
                  <c:v>52.543819427490199</c:v>
                </c:pt>
                <c:pt idx="554">
                  <c:v>52.546134948730497</c:v>
                </c:pt>
                <c:pt idx="555">
                  <c:v>52.5582885742188</c:v>
                </c:pt>
                <c:pt idx="556">
                  <c:v>52.564525604248097</c:v>
                </c:pt>
                <c:pt idx="557">
                  <c:v>52.547195434570298</c:v>
                </c:pt>
                <c:pt idx="558">
                  <c:v>52.558830261230497</c:v>
                </c:pt>
                <c:pt idx="559">
                  <c:v>52.564807891845703</c:v>
                </c:pt>
                <c:pt idx="560">
                  <c:v>52.514812469482401</c:v>
                </c:pt>
                <c:pt idx="561">
                  <c:v>52.505775451660199</c:v>
                </c:pt>
                <c:pt idx="562">
                  <c:v>52.5147094726563</c:v>
                </c:pt>
                <c:pt idx="563">
                  <c:v>52.542152404785199</c:v>
                </c:pt>
                <c:pt idx="564">
                  <c:v>52.523445129394503</c:v>
                </c:pt>
                <c:pt idx="565">
                  <c:v>52.507091522216797</c:v>
                </c:pt>
                <c:pt idx="566">
                  <c:v>52.532760620117202</c:v>
                </c:pt>
                <c:pt idx="567">
                  <c:v>52.551422119140597</c:v>
                </c:pt>
                <c:pt idx="568">
                  <c:v>52.561000823974602</c:v>
                </c:pt>
                <c:pt idx="569">
                  <c:v>52.565921783447301</c:v>
                </c:pt>
                <c:pt idx="570">
                  <c:v>52.568447113037102</c:v>
                </c:pt>
                <c:pt idx="571">
                  <c:v>52.459747314453097</c:v>
                </c:pt>
                <c:pt idx="572">
                  <c:v>52.488151550292997</c:v>
                </c:pt>
                <c:pt idx="573">
                  <c:v>52.352828979492202</c:v>
                </c:pt>
                <c:pt idx="574">
                  <c:v>52.255867004394503</c:v>
                </c:pt>
                <c:pt idx="575">
                  <c:v>52.291957855224602</c:v>
                </c:pt>
                <c:pt idx="576">
                  <c:v>52.100692749023402</c:v>
                </c:pt>
                <c:pt idx="577">
                  <c:v>51.994792938232401</c:v>
                </c:pt>
                <c:pt idx="578">
                  <c:v>51.886394500732401</c:v>
                </c:pt>
                <c:pt idx="579">
                  <c:v>51.747867584228501</c:v>
                </c:pt>
                <c:pt idx="580">
                  <c:v>51.789630889892599</c:v>
                </c:pt>
                <c:pt idx="581">
                  <c:v>51.575897216796903</c:v>
                </c:pt>
                <c:pt idx="582">
                  <c:v>51.475471496582003</c:v>
                </c:pt>
                <c:pt idx="583">
                  <c:v>51.480907440185597</c:v>
                </c:pt>
                <c:pt idx="584">
                  <c:v>51.335323333740199</c:v>
                </c:pt>
                <c:pt idx="585">
                  <c:v>51.252758026123097</c:v>
                </c:pt>
                <c:pt idx="586">
                  <c:v>51.195823669433601</c:v>
                </c:pt>
                <c:pt idx="587">
                  <c:v>51.135025024414098</c:v>
                </c:pt>
                <c:pt idx="588">
                  <c:v>51.0963325500488</c:v>
                </c:pt>
                <c:pt idx="589">
                  <c:v>51.0452880859375</c:v>
                </c:pt>
                <c:pt idx="590">
                  <c:v>51.016616821289098</c:v>
                </c:pt>
                <c:pt idx="591">
                  <c:v>51.008380889892599</c:v>
                </c:pt>
                <c:pt idx="592">
                  <c:v>51.008266448974602</c:v>
                </c:pt>
                <c:pt idx="593">
                  <c:v>50.998989105224602</c:v>
                </c:pt>
                <c:pt idx="594">
                  <c:v>50.993801116943402</c:v>
                </c:pt>
                <c:pt idx="595">
                  <c:v>50.998420715332003</c:v>
                </c:pt>
                <c:pt idx="596">
                  <c:v>50.981109619140597</c:v>
                </c:pt>
                <c:pt idx="597">
                  <c:v>50.971767425537102</c:v>
                </c:pt>
                <c:pt idx="598">
                  <c:v>50.967628479003899</c:v>
                </c:pt>
                <c:pt idx="599">
                  <c:v>50.950569152832003</c:v>
                </c:pt>
                <c:pt idx="600">
                  <c:v>50.9473266601563</c:v>
                </c:pt>
                <c:pt idx="601">
                  <c:v>50.946422576904297</c:v>
                </c:pt>
                <c:pt idx="602">
                  <c:v>50.9426460266113</c:v>
                </c:pt>
                <c:pt idx="603">
                  <c:v>50.940208435058601</c:v>
                </c:pt>
                <c:pt idx="604">
                  <c:v>50.916873931884801</c:v>
                </c:pt>
                <c:pt idx="605">
                  <c:v>50.922035217285199</c:v>
                </c:pt>
                <c:pt idx="606">
                  <c:v>50.920940399169901</c:v>
                </c:pt>
                <c:pt idx="607">
                  <c:v>50.929065704345703</c:v>
                </c:pt>
                <c:pt idx="608">
                  <c:v>50.911594390869098</c:v>
                </c:pt>
                <c:pt idx="609">
                  <c:v>50.919651031494098</c:v>
                </c:pt>
                <c:pt idx="610">
                  <c:v>50.931022644042997</c:v>
                </c:pt>
                <c:pt idx="611">
                  <c:v>50.934242248535199</c:v>
                </c:pt>
                <c:pt idx="612">
                  <c:v>50.887546539306598</c:v>
                </c:pt>
                <c:pt idx="613">
                  <c:v>50.889339447021499</c:v>
                </c:pt>
                <c:pt idx="614">
                  <c:v>50.893764495849602</c:v>
                </c:pt>
                <c:pt idx="615">
                  <c:v>50.916343688964801</c:v>
                </c:pt>
                <c:pt idx="616">
                  <c:v>50.823062896728501</c:v>
                </c:pt>
                <c:pt idx="617">
                  <c:v>50.782398223877003</c:v>
                </c:pt>
                <c:pt idx="618">
                  <c:v>50.665519714355497</c:v>
                </c:pt>
                <c:pt idx="619">
                  <c:v>50.555564880371101</c:v>
                </c:pt>
                <c:pt idx="620">
                  <c:v>50.471748352050803</c:v>
                </c:pt>
                <c:pt idx="621">
                  <c:v>50.485439300537102</c:v>
                </c:pt>
                <c:pt idx="622">
                  <c:v>50.423477172851598</c:v>
                </c:pt>
                <c:pt idx="623">
                  <c:v>50.347789764404297</c:v>
                </c:pt>
                <c:pt idx="624">
                  <c:v>50.379993438720703</c:v>
                </c:pt>
                <c:pt idx="625">
                  <c:v>50.340774536132798</c:v>
                </c:pt>
                <c:pt idx="626">
                  <c:v>50.317043304443402</c:v>
                </c:pt>
                <c:pt idx="627">
                  <c:v>50.285690307617202</c:v>
                </c:pt>
                <c:pt idx="628">
                  <c:v>50.220138549804702</c:v>
                </c:pt>
                <c:pt idx="629">
                  <c:v>50.1783447265625</c:v>
                </c:pt>
                <c:pt idx="630">
                  <c:v>50.136085510253899</c:v>
                </c:pt>
                <c:pt idx="631">
                  <c:v>50.151954650878899</c:v>
                </c:pt>
                <c:pt idx="632">
                  <c:v>50.159187316894503</c:v>
                </c:pt>
                <c:pt idx="633">
                  <c:v>50.1941108703613</c:v>
                </c:pt>
                <c:pt idx="634">
                  <c:v>50.178047180175803</c:v>
                </c:pt>
                <c:pt idx="635">
                  <c:v>50.1403999328613</c:v>
                </c:pt>
                <c:pt idx="636">
                  <c:v>50.128231048583999</c:v>
                </c:pt>
                <c:pt idx="637">
                  <c:v>50.120109558105497</c:v>
                </c:pt>
                <c:pt idx="638">
                  <c:v>50.117855072021499</c:v>
                </c:pt>
                <c:pt idx="639">
                  <c:v>50.124732971191399</c:v>
                </c:pt>
                <c:pt idx="640">
                  <c:v>50.127532958984403</c:v>
                </c:pt>
                <c:pt idx="641">
                  <c:v>50.099117279052699</c:v>
                </c:pt>
                <c:pt idx="642">
                  <c:v>50.059066772460902</c:v>
                </c:pt>
                <c:pt idx="643">
                  <c:v>50.043575286865199</c:v>
                </c:pt>
                <c:pt idx="644">
                  <c:v>50.074337005615199</c:v>
                </c:pt>
                <c:pt idx="645">
                  <c:v>50.104824066162102</c:v>
                </c:pt>
                <c:pt idx="646">
                  <c:v>50.172725677490199</c:v>
                </c:pt>
                <c:pt idx="647">
                  <c:v>50.2118949890137</c:v>
                </c:pt>
                <c:pt idx="648">
                  <c:v>50.262210845947301</c:v>
                </c:pt>
                <c:pt idx="649">
                  <c:v>50.230388641357401</c:v>
                </c:pt>
                <c:pt idx="650">
                  <c:v>50.203651428222699</c:v>
                </c:pt>
                <c:pt idx="651">
                  <c:v>50.190601348877003</c:v>
                </c:pt>
                <c:pt idx="652">
                  <c:v>50.205875396728501</c:v>
                </c:pt>
                <c:pt idx="653">
                  <c:v>50.2115478515625</c:v>
                </c:pt>
                <c:pt idx="654">
                  <c:v>50.228691101074197</c:v>
                </c:pt>
                <c:pt idx="655">
                  <c:v>50.294624328613303</c:v>
                </c:pt>
                <c:pt idx="656">
                  <c:v>50.2509574890137</c:v>
                </c:pt>
                <c:pt idx="657">
                  <c:v>50.176364898681598</c:v>
                </c:pt>
                <c:pt idx="658">
                  <c:v>50.192642211914098</c:v>
                </c:pt>
                <c:pt idx="659">
                  <c:v>50.285617828369098</c:v>
                </c:pt>
                <c:pt idx="660">
                  <c:v>50.525230407714801</c:v>
                </c:pt>
                <c:pt idx="661">
                  <c:v>50.567981719970703</c:v>
                </c:pt>
                <c:pt idx="662">
                  <c:v>50.559772491455099</c:v>
                </c:pt>
                <c:pt idx="663">
                  <c:v>50.680873870849602</c:v>
                </c:pt>
                <c:pt idx="664">
                  <c:v>50.788791656494098</c:v>
                </c:pt>
                <c:pt idx="665">
                  <c:v>50.8556938171387</c:v>
                </c:pt>
                <c:pt idx="666">
                  <c:v>50.880405426025398</c:v>
                </c:pt>
                <c:pt idx="667">
                  <c:v>50.898967742919901</c:v>
                </c:pt>
                <c:pt idx="668">
                  <c:v>50.910160064697301</c:v>
                </c:pt>
                <c:pt idx="669">
                  <c:v>50.942428588867202</c:v>
                </c:pt>
                <c:pt idx="670">
                  <c:v>50.943080902099602</c:v>
                </c:pt>
                <c:pt idx="671">
                  <c:v>50.964080810546903</c:v>
                </c:pt>
                <c:pt idx="672">
                  <c:v>50.983604431152301</c:v>
                </c:pt>
                <c:pt idx="673">
                  <c:v>50.985744476318402</c:v>
                </c:pt>
                <c:pt idx="674">
                  <c:v>50.977195739746101</c:v>
                </c:pt>
                <c:pt idx="675">
                  <c:v>51.021183013916001</c:v>
                </c:pt>
                <c:pt idx="676">
                  <c:v>51.052516937255902</c:v>
                </c:pt>
                <c:pt idx="677">
                  <c:v>51.059074401855497</c:v>
                </c:pt>
                <c:pt idx="678">
                  <c:v>51.117774963378899</c:v>
                </c:pt>
                <c:pt idx="679">
                  <c:v>51.174278259277301</c:v>
                </c:pt>
                <c:pt idx="680">
                  <c:v>51.272293090820298</c:v>
                </c:pt>
                <c:pt idx="681">
                  <c:v>51.500373840332003</c:v>
                </c:pt>
                <c:pt idx="682">
                  <c:v>51.548419952392599</c:v>
                </c:pt>
                <c:pt idx="683">
                  <c:v>51.653491973877003</c:v>
                </c:pt>
                <c:pt idx="684">
                  <c:v>51.943428039550803</c:v>
                </c:pt>
                <c:pt idx="685">
                  <c:v>51.948196411132798</c:v>
                </c:pt>
                <c:pt idx="686">
                  <c:v>52.195198059082003</c:v>
                </c:pt>
                <c:pt idx="687">
                  <c:v>52.303817749023402</c:v>
                </c:pt>
                <c:pt idx="688">
                  <c:v>52.4068603515625</c:v>
                </c:pt>
                <c:pt idx="689">
                  <c:v>52.486782073974602</c:v>
                </c:pt>
                <c:pt idx="690">
                  <c:v>52.5278129577637</c:v>
                </c:pt>
                <c:pt idx="691">
                  <c:v>52.530307769775398</c:v>
                </c:pt>
                <c:pt idx="692">
                  <c:v>52.550163269042997</c:v>
                </c:pt>
                <c:pt idx="693">
                  <c:v>52.560356140136697</c:v>
                </c:pt>
                <c:pt idx="694">
                  <c:v>52.565589904785199</c:v>
                </c:pt>
                <c:pt idx="695">
                  <c:v>52.568275451660199</c:v>
                </c:pt>
                <c:pt idx="696">
                  <c:v>52.569656372070298</c:v>
                </c:pt>
                <c:pt idx="697">
                  <c:v>52.571205139160199</c:v>
                </c:pt>
                <c:pt idx="698">
                  <c:v>52.575382232666001</c:v>
                </c:pt>
                <c:pt idx="699">
                  <c:v>52.587287902832003</c:v>
                </c:pt>
                <c:pt idx="700">
                  <c:v>52.597690582275398</c:v>
                </c:pt>
                <c:pt idx="701">
                  <c:v>52.596736907958999</c:v>
                </c:pt>
                <c:pt idx="702">
                  <c:v>52.620071411132798</c:v>
                </c:pt>
                <c:pt idx="703">
                  <c:v>52.6941528320313</c:v>
                </c:pt>
                <c:pt idx="704">
                  <c:v>52.738861083984403</c:v>
                </c:pt>
                <c:pt idx="705">
                  <c:v>52.819717407226598</c:v>
                </c:pt>
                <c:pt idx="706">
                  <c:v>52.864524841308601</c:v>
                </c:pt>
                <c:pt idx="707">
                  <c:v>52.884651184082003</c:v>
                </c:pt>
                <c:pt idx="708">
                  <c:v>52.893638610839801</c:v>
                </c:pt>
                <c:pt idx="709">
                  <c:v>52.957599639892599</c:v>
                </c:pt>
                <c:pt idx="710">
                  <c:v>53.035457611083999</c:v>
                </c:pt>
                <c:pt idx="711">
                  <c:v>53.0415649414063</c:v>
                </c:pt>
                <c:pt idx="712">
                  <c:v>53.122898101806598</c:v>
                </c:pt>
                <c:pt idx="713">
                  <c:v>53.226600646972699</c:v>
                </c:pt>
                <c:pt idx="714">
                  <c:v>53.273323059082003</c:v>
                </c:pt>
                <c:pt idx="715">
                  <c:v>53.315216064453097</c:v>
                </c:pt>
                <c:pt idx="716">
                  <c:v>53.322380065917997</c:v>
                </c:pt>
                <c:pt idx="717">
                  <c:v>53.334877014160199</c:v>
                </c:pt>
                <c:pt idx="718">
                  <c:v>53.339260101318402</c:v>
                </c:pt>
                <c:pt idx="719">
                  <c:v>53.355865478515597</c:v>
                </c:pt>
                <c:pt idx="720">
                  <c:v>53.433601379394503</c:v>
                </c:pt>
                <c:pt idx="721">
                  <c:v>53.525020599365199</c:v>
                </c:pt>
                <c:pt idx="722">
                  <c:v>53.581851959228501</c:v>
                </c:pt>
                <c:pt idx="723">
                  <c:v>53.6759643554688</c:v>
                </c:pt>
                <c:pt idx="724">
                  <c:v>53.775299072265597</c:v>
                </c:pt>
                <c:pt idx="725">
                  <c:v>53.8713989257813</c:v>
                </c:pt>
                <c:pt idx="726">
                  <c:v>53.857089996337898</c:v>
                </c:pt>
                <c:pt idx="727">
                  <c:v>53.822429656982401</c:v>
                </c:pt>
                <c:pt idx="728">
                  <c:v>53.936954498291001</c:v>
                </c:pt>
                <c:pt idx="729">
                  <c:v>53.987537384033203</c:v>
                </c:pt>
                <c:pt idx="730">
                  <c:v>54.022834777832003</c:v>
                </c:pt>
                <c:pt idx="731">
                  <c:v>54.056930541992202</c:v>
                </c:pt>
                <c:pt idx="732">
                  <c:v>54.095874786377003</c:v>
                </c:pt>
                <c:pt idx="733">
                  <c:v>54.117202758789098</c:v>
                </c:pt>
                <c:pt idx="734">
                  <c:v>54.131309509277301</c:v>
                </c:pt>
                <c:pt idx="735">
                  <c:v>54.158782958984403</c:v>
                </c:pt>
                <c:pt idx="736">
                  <c:v>54.159324645996101</c:v>
                </c:pt>
                <c:pt idx="737">
                  <c:v>54.170482635498097</c:v>
                </c:pt>
                <c:pt idx="738">
                  <c:v>54.172641754150398</c:v>
                </c:pt>
                <c:pt idx="739">
                  <c:v>54.1659126281738</c:v>
                </c:pt>
                <c:pt idx="740">
                  <c:v>54.178882598877003</c:v>
                </c:pt>
                <c:pt idx="741">
                  <c:v>54.206771850585902</c:v>
                </c:pt>
                <c:pt idx="742">
                  <c:v>54.277408599853501</c:v>
                </c:pt>
                <c:pt idx="743">
                  <c:v>54.325439453125</c:v>
                </c:pt>
                <c:pt idx="744">
                  <c:v>54.391574859619098</c:v>
                </c:pt>
                <c:pt idx="745">
                  <c:v>54.395954132080099</c:v>
                </c:pt>
                <c:pt idx="746">
                  <c:v>54.454441070556598</c:v>
                </c:pt>
                <c:pt idx="747">
                  <c:v>54.525730133056598</c:v>
                </c:pt>
                <c:pt idx="748">
                  <c:v>54.650844573974602</c:v>
                </c:pt>
                <c:pt idx="749">
                  <c:v>54.699783325195298</c:v>
                </c:pt>
                <c:pt idx="750">
                  <c:v>54.736179351806598</c:v>
                </c:pt>
                <c:pt idx="751">
                  <c:v>54.744571685791001</c:v>
                </c:pt>
                <c:pt idx="752">
                  <c:v>54.752628326416001</c:v>
                </c:pt>
                <c:pt idx="753">
                  <c:v>54.773033142089801</c:v>
                </c:pt>
                <c:pt idx="754">
                  <c:v>54.794933319091797</c:v>
                </c:pt>
                <c:pt idx="755">
                  <c:v>54.783077239990199</c:v>
                </c:pt>
                <c:pt idx="756">
                  <c:v>54.768985748291001</c:v>
                </c:pt>
                <c:pt idx="757">
                  <c:v>54.749645233154297</c:v>
                </c:pt>
                <c:pt idx="758">
                  <c:v>54.736457824707003</c:v>
                </c:pt>
                <c:pt idx="759">
                  <c:v>54.765380859375</c:v>
                </c:pt>
                <c:pt idx="760">
                  <c:v>54.793922424316399</c:v>
                </c:pt>
                <c:pt idx="761">
                  <c:v>54.786735534667997</c:v>
                </c:pt>
                <c:pt idx="762">
                  <c:v>54.8237495422363</c:v>
                </c:pt>
                <c:pt idx="763">
                  <c:v>54.820205688476598</c:v>
                </c:pt>
                <c:pt idx="764">
                  <c:v>54.842922210693402</c:v>
                </c:pt>
                <c:pt idx="765">
                  <c:v>54.846656799316399</c:v>
                </c:pt>
                <c:pt idx="766">
                  <c:v>54.795162200927699</c:v>
                </c:pt>
                <c:pt idx="767">
                  <c:v>54.792205810546903</c:v>
                </c:pt>
                <c:pt idx="768">
                  <c:v>54.785842895507798</c:v>
                </c:pt>
                <c:pt idx="769">
                  <c:v>54.782302856445298</c:v>
                </c:pt>
                <c:pt idx="770">
                  <c:v>54.773761749267599</c:v>
                </c:pt>
                <c:pt idx="771">
                  <c:v>54.790454864502003</c:v>
                </c:pt>
                <c:pt idx="772">
                  <c:v>54.780338287353501</c:v>
                </c:pt>
                <c:pt idx="773">
                  <c:v>54.776180267333999</c:v>
                </c:pt>
                <c:pt idx="774">
                  <c:v>54.775966644287102</c:v>
                </c:pt>
                <c:pt idx="775">
                  <c:v>54.7527885437012</c:v>
                </c:pt>
                <c:pt idx="776">
                  <c:v>54.780910491943402</c:v>
                </c:pt>
                <c:pt idx="777">
                  <c:v>54.779396057128899</c:v>
                </c:pt>
                <c:pt idx="778">
                  <c:v>54.775485992431598</c:v>
                </c:pt>
                <c:pt idx="779">
                  <c:v>54.769210815429702</c:v>
                </c:pt>
                <c:pt idx="780">
                  <c:v>54.673046112060597</c:v>
                </c:pt>
                <c:pt idx="781">
                  <c:v>54.626209259033203</c:v>
                </c:pt>
                <c:pt idx="782">
                  <c:v>54.540157318115199</c:v>
                </c:pt>
                <c:pt idx="783">
                  <c:v>54.502155303955099</c:v>
                </c:pt>
                <c:pt idx="784">
                  <c:v>54.467079162597699</c:v>
                </c:pt>
                <c:pt idx="785">
                  <c:v>54.447761535644503</c:v>
                </c:pt>
                <c:pt idx="786">
                  <c:v>54.440666198730497</c:v>
                </c:pt>
                <c:pt idx="787">
                  <c:v>54.449394226074197</c:v>
                </c:pt>
                <c:pt idx="788">
                  <c:v>54.4226264953613</c:v>
                </c:pt>
                <c:pt idx="789">
                  <c:v>54.366146087646499</c:v>
                </c:pt>
                <c:pt idx="790">
                  <c:v>54.297821044921903</c:v>
                </c:pt>
                <c:pt idx="791">
                  <c:v>54.240219116210902</c:v>
                </c:pt>
                <c:pt idx="792">
                  <c:v>54.198040008544901</c:v>
                </c:pt>
                <c:pt idx="793">
                  <c:v>54.187286376953097</c:v>
                </c:pt>
                <c:pt idx="794">
                  <c:v>54.170864105224602</c:v>
                </c:pt>
                <c:pt idx="795">
                  <c:v>54.160778045654297</c:v>
                </c:pt>
                <c:pt idx="796">
                  <c:v>54.148426055908203</c:v>
                </c:pt>
                <c:pt idx="797">
                  <c:v>54.167587280273402</c:v>
                </c:pt>
                <c:pt idx="798">
                  <c:v>54.139785766601598</c:v>
                </c:pt>
                <c:pt idx="799">
                  <c:v>54.134468078613303</c:v>
                </c:pt>
                <c:pt idx="800">
                  <c:v>54.119712829589801</c:v>
                </c:pt>
                <c:pt idx="801">
                  <c:v>54.059902191162102</c:v>
                </c:pt>
                <c:pt idx="802">
                  <c:v>54.060207366943402</c:v>
                </c:pt>
                <c:pt idx="803">
                  <c:v>54.022006988525398</c:v>
                </c:pt>
                <c:pt idx="804">
                  <c:v>53.9750785827637</c:v>
                </c:pt>
                <c:pt idx="805">
                  <c:v>53.983814239502003</c:v>
                </c:pt>
                <c:pt idx="806">
                  <c:v>53.985260009765597</c:v>
                </c:pt>
                <c:pt idx="807">
                  <c:v>53.9716606140137</c:v>
                </c:pt>
                <c:pt idx="808">
                  <c:v>53.829013824462898</c:v>
                </c:pt>
                <c:pt idx="809">
                  <c:v>53.851139068603501</c:v>
                </c:pt>
                <c:pt idx="810">
                  <c:v>53.770946502685597</c:v>
                </c:pt>
                <c:pt idx="811">
                  <c:v>53.696460723877003</c:v>
                </c:pt>
                <c:pt idx="812">
                  <c:v>53.660709381103501</c:v>
                </c:pt>
                <c:pt idx="813">
                  <c:v>53.556316375732401</c:v>
                </c:pt>
                <c:pt idx="814">
                  <c:v>53.494213104248097</c:v>
                </c:pt>
                <c:pt idx="815">
                  <c:v>53.484416961669901</c:v>
                </c:pt>
                <c:pt idx="816">
                  <c:v>53.495334625244098</c:v>
                </c:pt>
                <c:pt idx="817">
                  <c:v>53.445682525634801</c:v>
                </c:pt>
                <c:pt idx="818">
                  <c:v>53.389938354492202</c:v>
                </c:pt>
                <c:pt idx="819">
                  <c:v>53.367134094238303</c:v>
                </c:pt>
                <c:pt idx="820">
                  <c:v>53.343532562255902</c:v>
                </c:pt>
                <c:pt idx="821">
                  <c:v>53.2998237609863</c:v>
                </c:pt>
                <c:pt idx="822">
                  <c:v>53.3258056640625</c:v>
                </c:pt>
                <c:pt idx="823">
                  <c:v>53.286849975585902</c:v>
                </c:pt>
                <c:pt idx="824">
                  <c:v>53.271800994873097</c:v>
                </c:pt>
                <c:pt idx="825">
                  <c:v>53.252933502197301</c:v>
                </c:pt>
                <c:pt idx="826">
                  <c:v>53.211395263671903</c:v>
                </c:pt>
                <c:pt idx="827">
                  <c:v>53.207145690917997</c:v>
                </c:pt>
                <c:pt idx="828">
                  <c:v>53.1967964172363</c:v>
                </c:pt>
                <c:pt idx="829">
                  <c:v>53.135852813720703</c:v>
                </c:pt>
                <c:pt idx="830">
                  <c:v>53.112751007080099</c:v>
                </c:pt>
                <c:pt idx="831">
                  <c:v>53.039222717285199</c:v>
                </c:pt>
                <c:pt idx="832">
                  <c:v>53.006824493408203</c:v>
                </c:pt>
                <c:pt idx="833">
                  <c:v>53.019481658935597</c:v>
                </c:pt>
                <c:pt idx="834">
                  <c:v>52.9753227233887</c:v>
                </c:pt>
                <c:pt idx="835">
                  <c:v>52.931556701660199</c:v>
                </c:pt>
                <c:pt idx="836">
                  <c:v>52.899570465087898</c:v>
                </c:pt>
                <c:pt idx="837">
                  <c:v>52.871109008789098</c:v>
                </c:pt>
                <c:pt idx="838">
                  <c:v>52.858695983886697</c:v>
                </c:pt>
                <c:pt idx="839">
                  <c:v>52.827808380127003</c:v>
                </c:pt>
                <c:pt idx="840">
                  <c:v>52.754924774169901</c:v>
                </c:pt>
                <c:pt idx="841">
                  <c:v>52.7339057922363</c:v>
                </c:pt>
                <c:pt idx="842">
                  <c:v>52.706024169921903</c:v>
                </c:pt>
                <c:pt idx="843">
                  <c:v>52.694057464599602</c:v>
                </c:pt>
                <c:pt idx="844">
                  <c:v>52.689422607421903</c:v>
                </c:pt>
                <c:pt idx="845">
                  <c:v>52.653781890869098</c:v>
                </c:pt>
                <c:pt idx="846">
                  <c:v>52.619632720947301</c:v>
                </c:pt>
                <c:pt idx="847">
                  <c:v>52.600299835205099</c:v>
                </c:pt>
                <c:pt idx="848">
                  <c:v>52.589134216308601</c:v>
                </c:pt>
                <c:pt idx="849">
                  <c:v>52.588771820068402</c:v>
                </c:pt>
                <c:pt idx="850">
                  <c:v>52.5851440429688</c:v>
                </c:pt>
                <c:pt idx="851">
                  <c:v>52.591144561767599</c:v>
                </c:pt>
                <c:pt idx="852">
                  <c:v>52.592311859130902</c:v>
                </c:pt>
                <c:pt idx="853">
                  <c:v>52.5859985351563</c:v>
                </c:pt>
                <c:pt idx="854">
                  <c:v>52.583591461181598</c:v>
                </c:pt>
                <c:pt idx="855">
                  <c:v>52.577518463134801</c:v>
                </c:pt>
                <c:pt idx="856">
                  <c:v>52.576328277587898</c:v>
                </c:pt>
                <c:pt idx="857">
                  <c:v>52.5737915039063</c:v>
                </c:pt>
                <c:pt idx="858">
                  <c:v>52.572486877441399</c:v>
                </c:pt>
                <c:pt idx="859">
                  <c:v>52.571815490722699</c:v>
                </c:pt>
                <c:pt idx="860">
                  <c:v>52.577259063720703</c:v>
                </c:pt>
                <c:pt idx="861">
                  <c:v>52.574268341064503</c:v>
                </c:pt>
                <c:pt idx="862">
                  <c:v>52.572731018066399</c:v>
                </c:pt>
                <c:pt idx="863">
                  <c:v>52.571941375732401</c:v>
                </c:pt>
                <c:pt idx="864">
                  <c:v>52.571537017822301</c:v>
                </c:pt>
                <c:pt idx="865">
                  <c:v>52.571331024169901</c:v>
                </c:pt>
                <c:pt idx="866">
                  <c:v>52.571224212646499</c:v>
                </c:pt>
                <c:pt idx="867">
                  <c:v>52.555271148681598</c:v>
                </c:pt>
                <c:pt idx="868">
                  <c:v>52.525585174560597</c:v>
                </c:pt>
                <c:pt idx="869">
                  <c:v>52.547737121582003</c:v>
                </c:pt>
                <c:pt idx="870">
                  <c:v>52.559108734130902</c:v>
                </c:pt>
                <c:pt idx="871">
                  <c:v>52.5408325195313</c:v>
                </c:pt>
                <c:pt idx="872">
                  <c:v>52.555564880371101</c:v>
                </c:pt>
                <c:pt idx="873">
                  <c:v>52.538047790527301</c:v>
                </c:pt>
                <c:pt idx="874">
                  <c:v>52.508796691894503</c:v>
                </c:pt>
                <c:pt idx="875">
                  <c:v>52.401161193847699</c:v>
                </c:pt>
                <c:pt idx="876">
                  <c:v>52.312580108642599</c:v>
                </c:pt>
                <c:pt idx="877">
                  <c:v>52.269870758056598</c:v>
                </c:pt>
                <c:pt idx="878">
                  <c:v>52.297767639160199</c:v>
                </c:pt>
                <c:pt idx="879">
                  <c:v>52.023872375488303</c:v>
                </c:pt>
                <c:pt idx="880">
                  <c:v>51.791732788085902</c:v>
                </c:pt>
                <c:pt idx="881">
                  <c:v>51.766738891601598</c:v>
                </c:pt>
                <c:pt idx="882">
                  <c:v>51.789154052734403</c:v>
                </c:pt>
                <c:pt idx="883">
                  <c:v>51.702949523925803</c:v>
                </c:pt>
                <c:pt idx="884">
                  <c:v>51.693412780761697</c:v>
                </c:pt>
                <c:pt idx="885">
                  <c:v>51.605613708496101</c:v>
                </c:pt>
                <c:pt idx="886">
                  <c:v>51.4498291015625</c:v>
                </c:pt>
                <c:pt idx="887">
                  <c:v>51.492038726806598</c:v>
                </c:pt>
                <c:pt idx="888">
                  <c:v>51.314170837402301</c:v>
                </c:pt>
                <c:pt idx="889">
                  <c:v>51.233749389648402</c:v>
                </c:pt>
                <c:pt idx="890">
                  <c:v>51.181430816650398</c:v>
                </c:pt>
                <c:pt idx="891">
                  <c:v>51.158847808837898</c:v>
                </c:pt>
                <c:pt idx="892">
                  <c:v>51.132347106933601</c:v>
                </c:pt>
                <c:pt idx="893">
                  <c:v>51.102714538574197</c:v>
                </c:pt>
                <c:pt idx="894">
                  <c:v>51.0795288085938</c:v>
                </c:pt>
                <c:pt idx="895">
                  <c:v>51.062957763671903</c:v>
                </c:pt>
                <c:pt idx="896">
                  <c:v>51.051223754882798</c:v>
                </c:pt>
                <c:pt idx="897">
                  <c:v>51.039150238037102</c:v>
                </c:pt>
                <c:pt idx="898">
                  <c:v>51.011314392089801</c:v>
                </c:pt>
                <c:pt idx="899">
                  <c:v>50.981685638427699</c:v>
                </c:pt>
                <c:pt idx="900">
                  <c:v>50.972549438476598</c:v>
                </c:pt>
                <c:pt idx="901">
                  <c:v>50.9887084960938</c:v>
                </c:pt>
                <c:pt idx="902">
                  <c:v>50.968006134033203</c:v>
                </c:pt>
                <c:pt idx="903">
                  <c:v>50.952392578125</c:v>
                </c:pt>
                <c:pt idx="904">
                  <c:v>50.951000213623097</c:v>
                </c:pt>
                <c:pt idx="905">
                  <c:v>50.958709716796903</c:v>
                </c:pt>
                <c:pt idx="906">
                  <c:v>50.954532623291001</c:v>
                </c:pt>
                <c:pt idx="907">
                  <c:v>50.960655212402301</c:v>
                </c:pt>
                <c:pt idx="908">
                  <c:v>50.956912994384801</c:v>
                </c:pt>
                <c:pt idx="909">
                  <c:v>50.942550659179702</c:v>
                </c:pt>
                <c:pt idx="910">
                  <c:v>50.949260711669901</c:v>
                </c:pt>
                <c:pt idx="911">
                  <c:v>50.9456787109375</c:v>
                </c:pt>
                <c:pt idx="912">
                  <c:v>50.915500640869098</c:v>
                </c:pt>
                <c:pt idx="913">
                  <c:v>50.926273345947301</c:v>
                </c:pt>
                <c:pt idx="914">
                  <c:v>50.931800842285199</c:v>
                </c:pt>
                <c:pt idx="915">
                  <c:v>50.934642791748097</c:v>
                </c:pt>
                <c:pt idx="916">
                  <c:v>50.907951354980497</c:v>
                </c:pt>
                <c:pt idx="917">
                  <c:v>50.918262481689503</c:v>
                </c:pt>
                <c:pt idx="918">
                  <c:v>50.929073333740199</c:v>
                </c:pt>
                <c:pt idx="919">
                  <c:v>50.933238983154297</c:v>
                </c:pt>
                <c:pt idx="920">
                  <c:v>50.937309265136697</c:v>
                </c:pt>
                <c:pt idx="921">
                  <c:v>50.939399719238303</c:v>
                </c:pt>
                <c:pt idx="922">
                  <c:v>50.939926147460902</c:v>
                </c:pt>
                <c:pt idx="923">
                  <c:v>50.9270629882813</c:v>
                </c:pt>
                <c:pt idx="924">
                  <c:v>50.932209014892599</c:v>
                </c:pt>
                <c:pt idx="925">
                  <c:v>50.924240112304702</c:v>
                </c:pt>
                <c:pt idx="926">
                  <c:v>50.9201469421387</c:v>
                </c:pt>
                <c:pt idx="927">
                  <c:v>50.930587768554702</c:v>
                </c:pt>
                <c:pt idx="928">
                  <c:v>50.923233032226598</c:v>
                </c:pt>
                <c:pt idx="929">
                  <c:v>50.9109497070313</c:v>
                </c:pt>
                <c:pt idx="930">
                  <c:v>50.913322448730497</c:v>
                </c:pt>
                <c:pt idx="931">
                  <c:v>50.917438507080099</c:v>
                </c:pt>
                <c:pt idx="932">
                  <c:v>50.922428131103501</c:v>
                </c:pt>
                <c:pt idx="933">
                  <c:v>50.9298286437988</c:v>
                </c:pt>
                <c:pt idx="934">
                  <c:v>50.904529571533203</c:v>
                </c:pt>
                <c:pt idx="935">
                  <c:v>50.905879974365199</c:v>
                </c:pt>
                <c:pt idx="936">
                  <c:v>50.921333312988303</c:v>
                </c:pt>
                <c:pt idx="937">
                  <c:v>50.929267883300803</c:v>
                </c:pt>
                <c:pt idx="938">
                  <c:v>50.936653137207003</c:v>
                </c:pt>
                <c:pt idx="939">
                  <c:v>50.938850402832003</c:v>
                </c:pt>
                <c:pt idx="940">
                  <c:v>50.930133819580099</c:v>
                </c:pt>
                <c:pt idx="941">
                  <c:v>50.918430328369098</c:v>
                </c:pt>
                <c:pt idx="942">
                  <c:v>50.907455444335902</c:v>
                </c:pt>
                <c:pt idx="943">
                  <c:v>50.9192504882813</c:v>
                </c:pt>
                <c:pt idx="944">
                  <c:v>50.912841796875</c:v>
                </c:pt>
                <c:pt idx="945">
                  <c:v>50.892993927002003</c:v>
                </c:pt>
                <c:pt idx="946">
                  <c:v>50.888767242431598</c:v>
                </c:pt>
                <c:pt idx="947">
                  <c:v>50.877651214599602</c:v>
                </c:pt>
                <c:pt idx="948">
                  <c:v>50.818973541259801</c:v>
                </c:pt>
                <c:pt idx="949">
                  <c:v>50.810760498046903</c:v>
                </c:pt>
                <c:pt idx="950">
                  <c:v>50.809543609619098</c:v>
                </c:pt>
                <c:pt idx="951">
                  <c:v>50.772575378417997</c:v>
                </c:pt>
                <c:pt idx="952">
                  <c:v>50.694576263427699</c:v>
                </c:pt>
                <c:pt idx="953">
                  <c:v>50.723819732666001</c:v>
                </c:pt>
                <c:pt idx="954">
                  <c:v>50.793544769287102</c:v>
                </c:pt>
                <c:pt idx="955">
                  <c:v>50.813568115234403</c:v>
                </c:pt>
                <c:pt idx="956">
                  <c:v>50.770118713378899</c:v>
                </c:pt>
                <c:pt idx="957">
                  <c:v>50.697425842285199</c:v>
                </c:pt>
                <c:pt idx="958">
                  <c:v>50.514785766601598</c:v>
                </c:pt>
                <c:pt idx="959">
                  <c:v>50.460689544677699</c:v>
                </c:pt>
                <c:pt idx="960">
                  <c:v>50.572338104248097</c:v>
                </c:pt>
                <c:pt idx="961">
                  <c:v>50.454723358154297</c:v>
                </c:pt>
                <c:pt idx="962">
                  <c:v>50.401920318603501</c:v>
                </c:pt>
                <c:pt idx="963">
                  <c:v>50.374256134033203</c:v>
                </c:pt>
                <c:pt idx="964">
                  <c:v>50.3533935546875</c:v>
                </c:pt>
                <c:pt idx="965">
                  <c:v>50.349079132080099</c:v>
                </c:pt>
                <c:pt idx="966">
                  <c:v>50.3455619812012</c:v>
                </c:pt>
                <c:pt idx="967">
                  <c:v>50.3351860046387</c:v>
                </c:pt>
                <c:pt idx="968">
                  <c:v>50.291084289550803</c:v>
                </c:pt>
                <c:pt idx="969">
                  <c:v>50.290298461914098</c:v>
                </c:pt>
                <c:pt idx="970">
                  <c:v>50.320404052734403</c:v>
                </c:pt>
                <c:pt idx="971">
                  <c:v>50.310157775878899</c:v>
                </c:pt>
                <c:pt idx="972">
                  <c:v>50.252822875976598</c:v>
                </c:pt>
                <c:pt idx="973">
                  <c:v>50.212253570556598</c:v>
                </c:pt>
                <c:pt idx="974">
                  <c:v>50.132076263427699</c:v>
                </c:pt>
                <c:pt idx="975">
                  <c:v>50.096359252929702</c:v>
                </c:pt>
                <c:pt idx="976">
                  <c:v>50.068454742431598</c:v>
                </c:pt>
                <c:pt idx="977">
                  <c:v>50.054653167724602</c:v>
                </c:pt>
                <c:pt idx="978">
                  <c:v>50.057205200195298</c:v>
                </c:pt>
                <c:pt idx="979">
                  <c:v>50.040416717529297</c:v>
                </c:pt>
                <c:pt idx="980">
                  <c:v>50.014892578125</c:v>
                </c:pt>
                <c:pt idx="981">
                  <c:v>50.0092964172363</c:v>
                </c:pt>
                <c:pt idx="982">
                  <c:v>49.969490051269503</c:v>
                </c:pt>
                <c:pt idx="983">
                  <c:v>49.898773193359403</c:v>
                </c:pt>
                <c:pt idx="984">
                  <c:v>49.858669281005902</c:v>
                </c:pt>
                <c:pt idx="985">
                  <c:v>49.879123687744098</c:v>
                </c:pt>
                <c:pt idx="986">
                  <c:v>49.8698120117188</c:v>
                </c:pt>
                <c:pt idx="987">
                  <c:v>49.876419067382798</c:v>
                </c:pt>
                <c:pt idx="988">
                  <c:v>49.848743438720703</c:v>
                </c:pt>
                <c:pt idx="989">
                  <c:v>49.8438911437988</c:v>
                </c:pt>
                <c:pt idx="990">
                  <c:v>49.796478271484403</c:v>
                </c:pt>
                <c:pt idx="991">
                  <c:v>49.764022827148402</c:v>
                </c:pt>
                <c:pt idx="992">
                  <c:v>49.754596710205099</c:v>
                </c:pt>
                <c:pt idx="993">
                  <c:v>49.730884552002003</c:v>
                </c:pt>
                <c:pt idx="994">
                  <c:v>49.723182678222699</c:v>
                </c:pt>
                <c:pt idx="995">
                  <c:v>49.710044860839801</c:v>
                </c:pt>
                <c:pt idx="996">
                  <c:v>49.683555603027301</c:v>
                </c:pt>
                <c:pt idx="997">
                  <c:v>49.639308929443402</c:v>
                </c:pt>
                <c:pt idx="998">
                  <c:v>49.624824523925803</c:v>
                </c:pt>
                <c:pt idx="999">
                  <c:v>49.591564178466797</c:v>
                </c:pt>
                <c:pt idx="1000">
                  <c:v>49.580387115478501</c:v>
                </c:pt>
                <c:pt idx="1001">
                  <c:v>49.574432373046903</c:v>
                </c:pt>
                <c:pt idx="1002">
                  <c:v>49.566257476806598</c:v>
                </c:pt>
                <c:pt idx="1003">
                  <c:v>49.520748138427699</c:v>
                </c:pt>
                <c:pt idx="1004">
                  <c:v>49.503627777099602</c:v>
                </c:pt>
                <c:pt idx="1005">
                  <c:v>49.486373901367202</c:v>
                </c:pt>
                <c:pt idx="1006">
                  <c:v>49.495040893554702</c:v>
                </c:pt>
                <c:pt idx="1007">
                  <c:v>49.458576202392599</c:v>
                </c:pt>
                <c:pt idx="1008">
                  <c:v>49.423690795898402</c:v>
                </c:pt>
                <c:pt idx="1009">
                  <c:v>49.415481567382798</c:v>
                </c:pt>
                <c:pt idx="1010">
                  <c:v>49.411731719970703</c:v>
                </c:pt>
                <c:pt idx="1011">
                  <c:v>49.3983764648438</c:v>
                </c:pt>
                <c:pt idx="1012">
                  <c:v>49.393245697021499</c:v>
                </c:pt>
                <c:pt idx="1013">
                  <c:v>49.369815826416001</c:v>
                </c:pt>
                <c:pt idx="1014">
                  <c:v>49.354335784912102</c:v>
                </c:pt>
                <c:pt idx="1015">
                  <c:v>49.332126617431598</c:v>
                </c:pt>
                <c:pt idx="1016">
                  <c:v>49.323184967041001</c:v>
                </c:pt>
                <c:pt idx="1017">
                  <c:v>49.324306488037102</c:v>
                </c:pt>
                <c:pt idx="1018">
                  <c:v>49.321250915527301</c:v>
                </c:pt>
                <c:pt idx="1019">
                  <c:v>49.317966461181598</c:v>
                </c:pt>
                <c:pt idx="1020">
                  <c:v>49.315361022949197</c:v>
                </c:pt>
                <c:pt idx="1021">
                  <c:v>49.315677642822301</c:v>
                </c:pt>
                <c:pt idx="1022">
                  <c:v>49.312774658203097</c:v>
                </c:pt>
                <c:pt idx="1023">
                  <c:v>49.313987731933601</c:v>
                </c:pt>
                <c:pt idx="1024">
                  <c:v>49.317310333252003</c:v>
                </c:pt>
                <c:pt idx="1025">
                  <c:v>49.325675964355497</c:v>
                </c:pt>
                <c:pt idx="1026">
                  <c:v>49.334598541259801</c:v>
                </c:pt>
                <c:pt idx="1027">
                  <c:v>49.325801849365199</c:v>
                </c:pt>
                <c:pt idx="1028">
                  <c:v>49.316989898681598</c:v>
                </c:pt>
                <c:pt idx="1029">
                  <c:v>49.312229156494098</c:v>
                </c:pt>
                <c:pt idx="1030">
                  <c:v>49.309898376464801</c:v>
                </c:pt>
                <c:pt idx="1031">
                  <c:v>49.309623718261697</c:v>
                </c:pt>
                <c:pt idx="1032">
                  <c:v>49.307884216308601</c:v>
                </c:pt>
                <c:pt idx="1033">
                  <c:v>49.306194305419901</c:v>
                </c:pt>
                <c:pt idx="1034">
                  <c:v>49.305206298828097</c:v>
                </c:pt>
                <c:pt idx="1035">
                  <c:v>49.304698944091797</c:v>
                </c:pt>
                <c:pt idx="1036">
                  <c:v>49.312118530273402</c:v>
                </c:pt>
                <c:pt idx="1037">
                  <c:v>49.3095893859863</c:v>
                </c:pt>
                <c:pt idx="1038">
                  <c:v>49.307689666748097</c:v>
                </c:pt>
                <c:pt idx="1039">
                  <c:v>49.305973052978501</c:v>
                </c:pt>
                <c:pt idx="1040">
                  <c:v>49.305892944335902</c:v>
                </c:pt>
                <c:pt idx="1041">
                  <c:v>49.309719085693402</c:v>
                </c:pt>
                <c:pt idx="1042">
                  <c:v>49.3126029968262</c:v>
                </c:pt>
                <c:pt idx="1043">
                  <c:v>49.312667846679702</c:v>
                </c:pt>
                <c:pt idx="1044">
                  <c:v>49.312698364257798</c:v>
                </c:pt>
                <c:pt idx="1045">
                  <c:v>49.309825897216797</c:v>
                </c:pt>
                <c:pt idx="1046">
                  <c:v>49.310146331787102</c:v>
                </c:pt>
                <c:pt idx="1047">
                  <c:v>49.315364837646499</c:v>
                </c:pt>
                <c:pt idx="1048">
                  <c:v>49.305137634277301</c:v>
                </c:pt>
                <c:pt idx="1049">
                  <c:v>49.311733245849602</c:v>
                </c:pt>
                <c:pt idx="1050">
                  <c:v>49.3239135742188</c:v>
                </c:pt>
                <c:pt idx="1051">
                  <c:v>49.320220947265597</c:v>
                </c:pt>
                <c:pt idx="1052">
                  <c:v>49.315841674804702</c:v>
                </c:pt>
                <c:pt idx="1053">
                  <c:v>49.349132537841797</c:v>
                </c:pt>
                <c:pt idx="1054">
                  <c:v>49.375572204589801</c:v>
                </c:pt>
                <c:pt idx="1055">
                  <c:v>49.384304046630902</c:v>
                </c:pt>
                <c:pt idx="1056">
                  <c:v>49.3931274414063</c:v>
                </c:pt>
                <c:pt idx="1057">
                  <c:v>49.448024749755902</c:v>
                </c:pt>
                <c:pt idx="1058">
                  <c:v>49.487682342529297</c:v>
                </c:pt>
                <c:pt idx="1059">
                  <c:v>49.521366119384801</c:v>
                </c:pt>
                <c:pt idx="1060">
                  <c:v>49.538402557373097</c:v>
                </c:pt>
                <c:pt idx="1061">
                  <c:v>49.538806915283203</c:v>
                </c:pt>
                <c:pt idx="1062">
                  <c:v>49.550643920898402</c:v>
                </c:pt>
                <c:pt idx="1063">
                  <c:v>49.592071533203097</c:v>
                </c:pt>
                <c:pt idx="1064">
                  <c:v>49.626598358154297</c:v>
                </c:pt>
                <c:pt idx="1065">
                  <c:v>49.6412544250488</c:v>
                </c:pt>
                <c:pt idx="1066">
                  <c:v>49.698482513427699</c:v>
                </c:pt>
                <c:pt idx="1067">
                  <c:v>49.722476959228501</c:v>
                </c:pt>
                <c:pt idx="1068">
                  <c:v>49.772941589355497</c:v>
                </c:pt>
                <c:pt idx="1069">
                  <c:v>49.817001342773402</c:v>
                </c:pt>
                <c:pt idx="1070">
                  <c:v>49.861560821533203</c:v>
                </c:pt>
                <c:pt idx="1071">
                  <c:v>49.885929107666001</c:v>
                </c:pt>
                <c:pt idx="1072">
                  <c:v>49.9022407531738</c:v>
                </c:pt>
                <c:pt idx="1073">
                  <c:v>49.955249786377003</c:v>
                </c:pt>
                <c:pt idx="1074">
                  <c:v>50.004547119140597</c:v>
                </c:pt>
                <c:pt idx="1075">
                  <c:v>50.0265922546387</c:v>
                </c:pt>
                <c:pt idx="1076">
                  <c:v>50.1409721374512</c:v>
                </c:pt>
                <c:pt idx="1077">
                  <c:v>50.219875335693402</c:v>
                </c:pt>
                <c:pt idx="1078">
                  <c:v>50.252105712890597</c:v>
                </c:pt>
                <c:pt idx="1079">
                  <c:v>50.265625</c:v>
                </c:pt>
                <c:pt idx="1080">
                  <c:v>50.320823669433601</c:v>
                </c:pt>
                <c:pt idx="1081">
                  <c:v>50.527900695800803</c:v>
                </c:pt>
                <c:pt idx="1082">
                  <c:v>50.635501861572301</c:v>
                </c:pt>
                <c:pt idx="1083">
                  <c:v>50.767250061035199</c:v>
                </c:pt>
                <c:pt idx="1084">
                  <c:v>50.838729858398402</c:v>
                </c:pt>
                <c:pt idx="1085">
                  <c:v>50.878959655761697</c:v>
                </c:pt>
                <c:pt idx="1086">
                  <c:v>50.908126831054702</c:v>
                </c:pt>
                <c:pt idx="1087">
                  <c:v>50.914047241210902</c:v>
                </c:pt>
                <c:pt idx="1088">
                  <c:v>50.926933288574197</c:v>
                </c:pt>
                <c:pt idx="1089">
                  <c:v>50.935203552246101</c:v>
                </c:pt>
                <c:pt idx="1090">
                  <c:v>50.958408355712898</c:v>
                </c:pt>
                <c:pt idx="1091">
                  <c:v>51.002170562744098</c:v>
                </c:pt>
                <c:pt idx="1092">
                  <c:v>51.033866882324197</c:v>
                </c:pt>
                <c:pt idx="1093">
                  <c:v>51.048309326171903</c:v>
                </c:pt>
                <c:pt idx="1094">
                  <c:v>51.062217712402301</c:v>
                </c:pt>
                <c:pt idx="1095">
                  <c:v>51.114879608154297</c:v>
                </c:pt>
                <c:pt idx="1096">
                  <c:v>51.232925415039098</c:v>
                </c:pt>
                <c:pt idx="1097">
                  <c:v>51.700599670410199</c:v>
                </c:pt>
                <c:pt idx="1098">
                  <c:v>51.759536743164098</c:v>
                </c:pt>
                <c:pt idx="1099">
                  <c:v>52.023406982421903</c:v>
                </c:pt>
                <c:pt idx="1100">
                  <c:v>52.196369171142599</c:v>
                </c:pt>
                <c:pt idx="1101">
                  <c:v>52.156215667724602</c:v>
                </c:pt>
                <c:pt idx="1102">
                  <c:v>52.215774536132798</c:v>
                </c:pt>
                <c:pt idx="1103">
                  <c:v>52.301326751708999</c:v>
                </c:pt>
                <c:pt idx="1104">
                  <c:v>52.415153503417997</c:v>
                </c:pt>
                <c:pt idx="1105">
                  <c:v>52.491039276123097</c:v>
                </c:pt>
                <c:pt idx="1106">
                  <c:v>52.529998779296903</c:v>
                </c:pt>
                <c:pt idx="1107">
                  <c:v>52.550003051757798</c:v>
                </c:pt>
                <c:pt idx="1108">
                  <c:v>52.546703338623097</c:v>
                </c:pt>
                <c:pt idx="1109">
                  <c:v>52.532562255859403</c:v>
                </c:pt>
                <c:pt idx="1110">
                  <c:v>52.551319122314503</c:v>
                </c:pt>
                <c:pt idx="1111">
                  <c:v>52.560947418212898</c:v>
                </c:pt>
                <c:pt idx="1112">
                  <c:v>52.566684722900398</c:v>
                </c:pt>
                <c:pt idx="1113">
                  <c:v>52.568836212158203</c:v>
                </c:pt>
                <c:pt idx="1114">
                  <c:v>52.569942474365199</c:v>
                </c:pt>
                <c:pt idx="1115">
                  <c:v>52.570510864257798</c:v>
                </c:pt>
                <c:pt idx="1116">
                  <c:v>52.577835083007798</c:v>
                </c:pt>
                <c:pt idx="1117">
                  <c:v>52.595500946044901</c:v>
                </c:pt>
                <c:pt idx="1118">
                  <c:v>52.604793548583999</c:v>
                </c:pt>
                <c:pt idx="1119">
                  <c:v>52.609508514404297</c:v>
                </c:pt>
                <c:pt idx="1120">
                  <c:v>52.632907867431598</c:v>
                </c:pt>
                <c:pt idx="1121">
                  <c:v>52.687553405761697</c:v>
                </c:pt>
                <c:pt idx="1122">
                  <c:v>52.730964660644503</c:v>
                </c:pt>
                <c:pt idx="1123">
                  <c:v>52.825351715087898</c:v>
                </c:pt>
                <c:pt idx="1124">
                  <c:v>52.8812255859375</c:v>
                </c:pt>
                <c:pt idx="1125">
                  <c:v>52.897663116455099</c:v>
                </c:pt>
                <c:pt idx="1126">
                  <c:v>52.9308471679688</c:v>
                </c:pt>
                <c:pt idx="1127">
                  <c:v>52.995025634765597</c:v>
                </c:pt>
                <c:pt idx="1128">
                  <c:v>53.074863433837898</c:v>
                </c:pt>
                <c:pt idx="1129">
                  <c:v>53.159309387207003</c:v>
                </c:pt>
                <c:pt idx="1130">
                  <c:v>53.228111267089801</c:v>
                </c:pt>
                <c:pt idx="1131">
                  <c:v>53.2723388671875</c:v>
                </c:pt>
                <c:pt idx="1132">
                  <c:v>53.295154571533203</c:v>
                </c:pt>
                <c:pt idx="1133">
                  <c:v>53.3192138671875</c:v>
                </c:pt>
                <c:pt idx="1134">
                  <c:v>53.343757629394503</c:v>
                </c:pt>
                <c:pt idx="1135">
                  <c:v>53.360797882080099</c:v>
                </c:pt>
                <c:pt idx="1136">
                  <c:v>53.406894683837898</c:v>
                </c:pt>
                <c:pt idx="1137">
                  <c:v>53.423519134521499</c:v>
                </c:pt>
                <c:pt idx="1138">
                  <c:v>53.419151306152301</c:v>
                </c:pt>
                <c:pt idx="1139">
                  <c:v>53.541507720947301</c:v>
                </c:pt>
                <c:pt idx="1140">
                  <c:v>53.682228088378899</c:v>
                </c:pt>
                <c:pt idx="1141">
                  <c:v>53.817371368408203</c:v>
                </c:pt>
                <c:pt idx="1142">
                  <c:v>53.933658599853501</c:v>
                </c:pt>
                <c:pt idx="1143">
                  <c:v>53.996665954589801</c:v>
                </c:pt>
                <c:pt idx="1144">
                  <c:v>54.044597625732401</c:v>
                </c:pt>
                <c:pt idx="1145">
                  <c:v>54.104621887207003</c:v>
                </c:pt>
                <c:pt idx="1146">
                  <c:v>54.127601623535199</c:v>
                </c:pt>
                <c:pt idx="1147">
                  <c:v>54.144657135009801</c:v>
                </c:pt>
                <c:pt idx="1148">
                  <c:v>54.175647735595703</c:v>
                </c:pt>
                <c:pt idx="1149">
                  <c:v>54.270393371582003</c:v>
                </c:pt>
                <c:pt idx="1150">
                  <c:v>54.319301605224602</c:v>
                </c:pt>
                <c:pt idx="1151">
                  <c:v>54.421443939208999</c:v>
                </c:pt>
                <c:pt idx="1152">
                  <c:v>54.498050689697301</c:v>
                </c:pt>
                <c:pt idx="1153">
                  <c:v>54.512561798095703</c:v>
                </c:pt>
                <c:pt idx="1154">
                  <c:v>54.712917327880902</c:v>
                </c:pt>
                <c:pt idx="1155">
                  <c:v>54.866886138916001</c:v>
                </c:pt>
                <c:pt idx="1156">
                  <c:v>55.003501892089801</c:v>
                </c:pt>
                <c:pt idx="1157">
                  <c:v>55.085964202880902</c:v>
                </c:pt>
                <c:pt idx="1158">
                  <c:v>55.343395233154297</c:v>
                </c:pt>
                <c:pt idx="1159">
                  <c:v>55.504856109619098</c:v>
                </c:pt>
                <c:pt idx="1160">
                  <c:v>55.570316314697301</c:v>
                </c:pt>
                <c:pt idx="1161">
                  <c:v>55.597137451171903</c:v>
                </c:pt>
                <c:pt idx="1162">
                  <c:v>55.686622619628899</c:v>
                </c:pt>
                <c:pt idx="1163">
                  <c:v>55.743457794189503</c:v>
                </c:pt>
                <c:pt idx="1164">
                  <c:v>55.785499572753899</c:v>
                </c:pt>
                <c:pt idx="1165">
                  <c:v>55.812652587890597</c:v>
                </c:pt>
                <c:pt idx="1166">
                  <c:v>55.832489013671903</c:v>
                </c:pt>
                <c:pt idx="1167">
                  <c:v>55.867618560791001</c:v>
                </c:pt>
                <c:pt idx="1168">
                  <c:v>55.904758453369098</c:v>
                </c:pt>
                <c:pt idx="1169">
                  <c:v>55.955440521240199</c:v>
                </c:pt>
                <c:pt idx="1170">
                  <c:v>56.013790130615199</c:v>
                </c:pt>
                <c:pt idx="1171">
                  <c:v>56.1109619140625</c:v>
                </c:pt>
                <c:pt idx="1172">
                  <c:v>56.184410095214801</c:v>
                </c:pt>
                <c:pt idx="1173">
                  <c:v>56.3442573547363</c:v>
                </c:pt>
                <c:pt idx="1174">
                  <c:v>56.468173980712898</c:v>
                </c:pt>
                <c:pt idx="1175">
                  <c:v>56.546272277832003</c:v>
                </c:pt>
                <c:pt idx="1176">
                  <c:v>56.658554077148402</c:v>
                </c:pt>
                <c:pt idx="1177">
                  <c:v>56.992340087890597</c:v>
                </c:pt>
                <c:pt idx="1178">
                  <c:v>57.172702789306598</c:v>
                </c:pt>
                <c:pt idx="1179">
                  <c:v>57.261474609375</c:v>
                </c:pt>
                <c:pt idx="1180">
                  <c:v>57.355209350585902</c:v>
                </c:pt>
                <c:pt idx="1181">
                  <c:v>57.395370483398402</c:v>
                </c:pt>
                <c:pt idx="1182">
                  <c:v>57.446544647216797</c:v>
                </c:pt>
                <c:pt idx="1183">
                  <c:v>57.496871948242202</c:v>
                </c:pt>
                <c:pt idx="1184">
                  <c:v>57.600543975830099</c:v>
                </c:pt>
                <c:pt idx="1185">
                  <c:v>57.674201965332003</c:v>
                </c:pt>
                <c:pt idx="1186">
                  <c:v>57.741657257080099</c:v>
                </c:pt>
                <c:pt idx="1187">
                  <c:v>57.8687553405762</c:v>
                </c:pt>
                <c:pt idx="1188">
                  <c:v>58.072235107421903</c:v>
                </c:pt>
                <c:pt idx="1189">
                  <c:v>58.176647186279297</c:v>
                </c:pt>
                <c:pt idx="1190">
                  <c:v>58.3095893859863</c:v>
                </c:pt>
                <c:pt idx="1191">
                  <c:v>58.476116180419901</c:v>
                </c:pt>
                <c:pt idx="1192">
                  <c:v>58.568511962890597</c:v>
                </c:pt>
                <c:pt idx="1193">
                  <c:v>58.674079895019503</c:v>
                </c:pt>
                <c:pt idx="1194">
                  <c:v>58.791801452636697</c:v>
                </c:pt>
                <c:pt idx="1195">
                  <c:v>58.879753112792997</c:v>
                </c:pt>
                <c:pt idx="1196">
                  <c:v>59.010383605957003</c:v>
                </c:pt>
                <c:pt idx="1197">
                  <c:v>59.111846923828097</c:v>
                </c:pt>
                <c:pt idx="1198">
                  <c:v>59.1900444030762</c:v>
                </c:pt>
                <c:pt idx="1199">
                  <c:v>59.321094512939503</c:v>
                </c:pt>
                <c:pt idx="1200">
                  <c:v>59.504493713378899</c:v>
                </c:pt>
                <c:pt idx="1201">
                  <c:v>59.6456298828125</c:v>
                </c:pt>
                <c:pt idx="1202">
                  <c:v>59.747638702392599</c:v>
                </c:pt>
                <c:pt idx="1203">
                  <c:v>59.810024261474602</c:v>
                </c:pt>
                <c:pt idx="1204">
                  <c:v>59.877552032470703</c:v>
                </c:pt>
                <c:pt idx="1205">
                  <c:v>59.967056274414098</c:v>
                </c:pt>
                <c:pt idx="1206">
                  <c:v>60.128345489502003</c:v>
                </c:pt>
                <c:pt idx="1207">
                  <c:v>60.323673248291001</c:v>
                </c:pt>
                <c:pt idx="1208">
                  <c:v>60.455959320068402</c:v>
                </c:pt>
                <c:pt idx="1209">
                  <c:v>60.559661865234403</c:v>
                </c:pt>
                <c:pt idx="1210">
                  <c:v>60.6207885742188</c:v>
                </c:pt>
                <c:pt idx="1211">
                  <c:v>60.6749076843262</c:v>
                </c:pt>
                <c:pt idx="1212">
                  <c:v>60.767086029052699</c:v>
                </c:pt>
                <c:pt idx="1213">
                  <c:v>60.899917602539098</c:v>
                </c:pt>
                <c:pt idx="1214">
                  <c:v>61.077442169189503</c:v>
                </c:pt>
                <c:pt idx="1215">
                  <c:v>61.228797912597699</c:v>
                </c:pt>
                <c:pt idx="1216">
                  <c:v>61.3927001953125</c:v>
                </c:pt>
                <c:pt idx="1217">
                  <c:v>61.522975921630902</c:v>
                </c:pt>
                <c:pt idx="1218">
                  <c:v>61.618785858154297</c:v>
                </c:pt>
                <c:pt idx="1219">
                  <c:v>61.778621673583999</c:v>
                </c:pt>
                <c:pt idx="1220">
                  <c:v>61.916439056396499</c:v>
                </c:pt>
                <c:pt idx="1221">
                  <c:v>62.0052490234375</c:v>
                </c:pt>
                <c:pt idx="1222">
                  <c:v>62.064552307128899</c:v>
                </c:pt>
                <c:pt idx="1223">
                  <c:v>62.152515411377003</c:v>
                </c:pt>
                <c:pt idx="1224">
                  <c:v>62.240802764892599</c:v>
                </c:pt>
                <c:pt idx="1225">
                  <c:v>62.330997467041001</c:v>
                </c:pt>
                <c:pt idx="1226">
                  <c:v>62.427089691162102</c:v>
                </c:pt>
                <c:pt idx="1227">
                  <c:v>62.544956207275398</c:v>
                </c:pt>
                <c:pt idx="1228">
                  <c:v>62.639022827148402</c:v>
                </c:pt>
                <c:pt idx="1229">
                  <c:v>62.747261047363303</c:v>
                </c:pt>
                <c:pt idx="1230">
                  <c:v>62.871761322021499</c:v>
                </c:pt>
                <c:pt idx="1231">
                  <c:v>62.976089477539098</c:v>
                </c:pt>
                <c:pt idx="1232">
                  <c:v>63.0830688476563</c:v>
                </c:pt>
                <c:pt idx="1233">
                  <c:v>63.2785034179688</c:v>
                </c:pt>
                <c:pt idx="1234">
                  <c:v>63.513393402099602</c:v>
                </c:pt>
                <c:pt idx="1235">
                  <c:v>63.651542663574197</c:v>
                </c:pt>
                <c:pt idx="1236">
                  <c:v>63.7872924804688</c:v>
                </c:pt>
                <c:pt idx="1237">
                  <c:v>63.885452270507798</c:v>
                </c:pt>
                <c:pt idx="1238">
                  <c:v>63.950515747070298</c:v>
                </c:pt>
                <c:pt idx="1239">
                  <c:v>63.996543884277301</c:v>
                </c:pt>
                <c:pt idx="1240">
                  <c:v>64.071006774902301</c:v>
                </c:pt>
                <c:pt idx="1241">
                  <c:v>64.147117614746094</c:v>
                </c:pt>
                <c:pt idx="1242">
                  <c:v>64.205131530761705</c:v>
                </c:pt>
                <c:pt idx="1243">
                  <c:v>64.247566223144503</c:v>
                </c:pt>
                <c:pt idx="1244">
                  <c:v>64.332649230957003</c:v>
                </c:pt>
                <c:pt idx="1245">
                  <c:v>64.439659118652301</c:v>
                </c:pt>
                <c:pt idx="1246">
                  <c:v>64.565635681152301</c:v>
                </c:pt>
                <c:pt idx="1247">
                  <c:v>64.700149536132798</c:v>
                </c:pt>
                <c:pt idx="1248">
                  <c:v>64.791824340820298</c:v>
                </c:pt>
                <c:pt idx="1249">
                  <c:v>64.885322570800795</c:v>
                </c:pt>
                <c:pt idx="1250">
                  <c:v>64.953544616699205</c:v>
                </c:pt>
                <c:pt idx="1251">
                  <c:v>65.103179931640597</c:v>
                </c:pt>
                <c:pt idx="1252">
                  <c:v>65.219512939453097</c:v>
                </c:pt>
                <c:pt idx="1253">
                  <c:v>65.307678222656307</c:v>
                </c:pt>
                <c:pt idx="1254">
                  <c:v>65.400047302246094</c:v>
                </c:pt>
                <c:pt idx="1255">
                  <c:v>65.460876464843807</c:v>
                </c:pt>
                <c:pt idx="1256">
                  <c:v>65.513610839843807</c:v>
                </c:pt>
                <c:pt idx="1257">
                  <c:v>65.547271728515597</c:v>
                </c:pt>
                <c:pt idx="1258">
                  <c:v>65.565322875976605</c:v>
                </c:pt>
                <c:pt idx="1259">
                  <c:v>65.576278686523395</c:v>
                </c:pt>
                <c:pt idx="1260">
                  <c:v>65.5819091796875</c:v>
                </c:pt>
                <c:pt idx="1261">
                  <c:v>65.584793090820298</c:v>
                </c:pt>
                <c:pt idx="1262">
                  <c:v>65.586273193359403</c:v>
                </c:pt>
                <c:pt idx="1263">
                  <c:v>65.5870361328125</c:v>
                </c:pt>
                <c:pt idx="1264">
                  <c:v>65.636619567871094</c:v>
                </c:pt>
                <c:pt idx="1265">
                  <c:v>65.686790466308594</c:v>
                </c:pt>
                <c:pt idx="1266">
                  <c:v>65.740325927734403</c:v>
                </c:pt>
                <c:pt idx="1267">
                  <c:v>66.006698608398395</c:v>
                </c:pt>
                <c:pt idx="1268">
                  <c:v>66.317848205566406</c:v>
                </c:pt>
                <c:pt idx="1269">
                  <c:v>66.634124755859403</c:v>
                </c:pt>
                <c:pt idx="1270">
                  <c:v>66.833000183105497</c:v>
                </c:pt>
                <c:pt idx="1271">
                  <c:v>66.929519653320298</c:v>
                </c:pt>
                <c:pt idx="1272">
                  <c:v>67.041481018066406</c:v>
                </c:pt>
                <c:pt idx="1273">
                  <c:v>67.133033752441406</c:v>
                </c:pt>
                <c:pt idx="1274">
                  <c:v>67.190811157226605</c:v>
                </c:pt>
                <c:pt idx="1275">
                  <c:v>67.240066528320298</c:v>
                </c:pt>
                <c:pt idx="1276">
                  <c:v>67.248054504394503</c:v>
                </c:pt>
                <c:pt idx="1277">
                  <c:v>67.285980224609403</c:v>
                </c:pt>
                <c:pt idx="1278">
                  <c:v>67.405715942382798</c:v>
                </c:pt>
                <c:pt idx="1279">
                  <c:v>67.531570434570298</c:v>
                </c:pt>
                <c:pt idx="1280">
                  <c:v>67.662437438964801</c:v>
                </c:pt>
                <c:pt idx="1281">
                  <c:v>67.845283508300795</c:v>
                </c:pt>
                <c:pt idx="1282">
                  <c:v>67.985877990722699</c:v>
                </c:pt>
                <c:pt idx="1283">
                  <c:v>68.106147766113295</c:v>
                </c:pt>
                <c:pt idx="1284">
                  <c:v>68.260772705078097</c:v>
                </c:pt>
                <c:pt idx="1285">
                  <c:v>68.485092163085895</c:v>
                </c:pt>
                <c:pt idx="1286">
                  <c:v>68.650321960449205</c:v>
                </c:pt>
                <c:pt idx="1287">
                  <c:v>68.761138916015597</c:v>
                </c:pt>
                <c:pt idx="1288">
                  <c:v>68.819725036621094</c:v>
                </c:pt>
                <c:pt idx="1289">
                  <c:v>68.861625671386705</c:v>
                </c:pt>
                <c:pt idx="1290">
                  <c:v>68.884826660156307</c:v>
                </c:pt>
                <c:pt idx="1291">
                  <c:v>68.895896911621094</c:v>
                </c:pt>
                <c:pt idx="1292">
                  <c:v>68.906158447265597</c:v>
                </c:pt>
                <c:pt idx="1293">
                  <c:v>68.911392211914105</c:v>
                </c:pt>
                <c:pt idx="1294">
                  <c:v>68.940299987792997</c:v>
                </c:pt>
                <c:pt idx="1295">
                  <c:v>68.981407165527301</c:v>
                </c:pt>
                <c:pt idx="1296">
                  <c:v>69.001808166503906</c:v>
                </c:pt>
                <c:pt idx="1297">
                  <c:v>69.031822204589801</c:v>
                </c:pt>
                <c:pt idx="1298">
                  <c:v>69.094688415527301</c:v>
                </c:pt>
                <c:pt idx="1299">
                  <c:v>69.151748657226605</c:v>
                </c:pt>
                <c:pt idx="1300">
                  <c:v>69.179527282714801</c:v>
                </c:pt>
                <c:pt idx="1301">
                  <c:v>69.249061584472699</c:v>
                </c:pt>
                <c:pt idx="1302">
                  <c:v>69.298141479492202</c:v>
                </c:pt>
                <c:pt idx="1303">
                  <c:v>69.347351074218807</c:v>
                </c:pt>
                <c:pt idx="1304">
                  <c:v>69.444046020507798</c:v>
                </c:pt>
                <c:pt idx="1305">
                  <c:v>69.510627746582003</c:v>
                </c:pt>
                <c:pt idx="1306">
                  <c:v>69.571670532226605</c:v>
                </c:pt>
                <c:pt idx="1307">
                  <c:v>69.688613891601605</c:v>
                </c:pt>
                <c:pt idx="1308">
                  <c:v>69.771659851074205</c:v>
                </c:pt>
                <c:pt idx="1309">
                  <c:v>69.877487182617202</c:v>
                </c:pt>
                <c:pt idx="1310">
                  <c:v>70.122344970703097</c:v>
                </c:pt>
                <c:pt idx="1311">
                  <c:v>70.255119323730497</c:v>
                </c:pt>
                <c:pt idx="1312">
                  <c:v>70.334976196289105</c:v>
                </c:pt>
                <c:pt idx="1313">
                  <c:v>70.413650512695298</c:v>
                </c:pt>
                <c:pt idx="1314">
                  <c:v>70.426223754882798</c:v>
                </c:pt>
                <c:pt idx="1315">
                  <c:v>70.429229736328097</c:v>
                </c:pt>
                <c:pt idx="1316">
                  <c:v>70.452468872070298</c:v>
                </c:pt>
                <c:pt idx="1317">
                  <c:v>70.481643676757798</c:v>
                </c:pt>
                <c:pt idx="1318">
                  <c:v>70.514244079589801</c:v>
                </c:pt>
                <c:pt idx="1319">
                  <c:v>70.528053283691406</c:v>
                </c:pt>
                <c:pt idx="1320">
                  <c:v>70.537773132324205</c:v>
                </c:pt>
                <c:pt idx="1321">
                  <c:v>70.549224853515597</c:v>
                </c:pt>
                <c:pt idx="1322">
                  <c:v>70.555168151855497</c:v>
                </c:pt>
                <c:pt idx="1323">
                  <c:v>70.569816589355497</c:v>
                </c:pt>
                <c:pt idx="1324">
                  <c:v>70.628578186035199</c:v>
                </c:pt>
                <c:pt idx="1325">
                  <c:v>70.702552795410199</c:v>
                </c:pt>
                <c:pt idx="1326">
                  <c:v>70.725326538085895</c:v>
                </c:pt>
                <c:pt idx="1327">
                  <c:v>70.775886535644503</c:v>
                </c:pt>
                <c:pt idx="1328">
                  <c:v>70.805274963378906</c:v>
                </c:pt>
                <c:pt idx="1329">
                  <c:v>70.820053100585895</c:v>
                </c:pt>
                <c:pt idx="1330">
                  <c:v>70.856788635253906</c:v>
                </c:pt>
                <c:pt idx="1331">
                  <c:v>70.916168212890597</c:v>
                </c:pt>
                <c:pt idx="1332">
                  <c:v>70.958305358886705</c:v>
                </c:pt>
                <c:pt idx="1333">
                  <c:v>70.997657775878906</c:v>
                </c:pt>
                <c:pt idx="1334">
                  <c:v>71.052070617675795</c:v>
                </c:pt>
                <c:pt idx="1335">
                  <c:v>71.132041931152301</c:v>
                </c:pt>
                <c:pt idx="1336">
                  <c:v>71.259040832519503</c:v>
                </c:pt>
                <c:pt idx="1337">
                  <c:v>71.340507507324205</c:v>
                </c:pt>
                <c:pt idx="1338">
                  <c:v>71.396087646484403</c:v>
                </c:pt>
                <c:pt idx="1339">
                  <c:v>71.417884826660199</c:v>
                </c:pt>
                <c:pt idx="1340">
                  <c:v>71.462600708007798</c:v>
                </c:pt>
                <c:pt idx="1341">
                  <c:v>71.537506103515597</c:v>
                </c:pt>
                <c:pt idx="1342">
                  <c:v>71.558822631835895</c:v>
                </c:pt>
                <c:pt idx="1343">
                  <c:v>71.696868896484403</c:v>
                </c:pt>
                <c:pt idx="1344">
                  <c:v>71.760292053222699</c:v>
                </c:pt>
                <c:pt idx="1345">
                  <c:v>71.804672241210895</c:v>
                </c:pt>
                <c:pt idx="1346">
                  <c:v>71.893707275390597</c:v>
                </c:pt>
                <c:pt idx="1347">
                  <c:v>71.950164794921903</c:v>
                </c:pt>
                <c:pt idx="1348">
                  <c:v>71.986122131347699</c:v>
                </c:pt>
                <c:pt idx="1349">
                  <c:v>72.027244567871094</c:v>
                </c:pt>
                <c:pt idx="1350">
                  <c:v>72.064300537109403</c:v>
                </c:pt>
                <c:pt idx="1351">
                  <c:v>72.080741882324205</c:v>
                </c:pt>
                <c:pt idx="1352">
                  <c:v>72.097763061523395</c:v>
                </c:pt>
                <c:pt idx="1353">
                  <c:v>72.108650207519503</c:v>
                </c:pt>
                <c:pt idx="1354">
                  <c:v>72.115013122558594</c:v>
                </c:pt>
                <c:pt idx="1355">
                  <c:v>72.117858886718807</c:v>
                </c:pt>
                <c:pt idx="1356">
                  <c:v>72.119354248046903</c:v>
                </c:pt>
                <c:pt idx="1357">
                  <c:v>72.120513916015597</c:v>
                </c:pt>
                <c:pt idx="1358">
                  <c:v>72.121101379394503</c:v>
                </c:pt>
                <c:pt idx="1359">
                  <c:v>72.121406555175795</c:v>
                </c:pt>
                <c:pt idx="1360">
                  <c:v>72.121566772460895</c:v>
                </c:pt>
                <c:pt idx="1361">
                  <c:v>72.121643066406307</c:v>
                </c:pt>
                <c:pt idx="1362">
                  <c:v>72.121688842773395</c:v>
                </c:pt>
                <c:pt idx="1363">
                  <c:v>72.121711730957003</c:v>
                </c:pt>
                <c:pt idx="1364">
                  <c:v>72.121719360351605</c:v>
                </c:pt>
                <c:pt idx="1365">
                  <c:v>72.121726989746094</c:v>
                </c:pt>
                <c:pt idx="1366">
                  <c:v>72.121726989746094</c:v>
                </c:pt>
                <c:pt idx="1367">
                  <c:v>72.121726989746094</c:v>
                </c:pt>
                <c:pt idx="1368">
                  <c:v>72.121726989746094</c:v>
                </c:pt>
                <c:pt idx="1369">
                  <c:v>72.121726989746094</c:v>
                </c:pt>
                <c:pt idx="1370">
                  <c:v>72.121726989746094</c:v>
                </c:pt>
                <c:pt idx="1371">
                  <c:v>72.121726989746094</c:v>
                </c:pt>
                <c:pt idx="1372">
                  <c:v>72.121726989746094</c:v>
                </c:pt>
                <c:pt idx="1373">
                  <c:v>72.121726989746094</c:v>
                </c:pt>
                <c:pt idx="1374">
                  <c:v>72.121726989746094</c:v>
                </c:pt>
                <c:pt idx="1375">
                  <c:v>72.121726989746094</c:v>
                </c:pt>
                <c:pt idx="1376">
                  <c:v>72.121726989746094</c:v>
                </c:pt>
                <c:pt idx="1377">
                  <c:v>72.121726989746094</c:v>
                </c:pt>
                <c:pt idx="1378">
                  <c:v>72.121726989746094</c:v>
                </c:pt>
                <c:pt idx="1379">
                  <c:v>72.128753662109403</c:v>
                </c:pt>
                <c:pt idx="1380">
                  <c:v>72.142425537109403</c:v>
                </c:pt>
                <c:pt idx="1381">
                  <c:v>72.190109252929702</c:v>
                </c:pt>
                <c:pt idx="1382">
                  <c:v>72.192741394042997</c:v>
                </c:pt>
                <c:pt idx="1383">
                  <c:v>72.312248229980497</c:v>
                </c:pt>
                <c:pt idx="1384">
                  <c:v>72.363189697265597</c:v>
                </c:pt>
                <c:pt idx="1385">
                  <c:v>72.494956970214801</c:v>
                </c:pt>
                <c:pt idx="1386">
                  <c:v>72.710151672363295</c:v>
                </c:pt>
                <c:pt idx="1387">
                  <c:v>72.714111328125</c:v>
                </c:pt>
                <c:pt idx="1388">
                  <c:v>72.579841613769503</c:v>
                </c:pt>
                <c:pt idx="1389">
                  <c:v>72.578712463378906</c:v>
                </c:pt>
                <c:pt idx="1390">
                  <c:v>72.791198730468807</c:v>
                </c:pt>
                <c:pt idx="1391">
                  <c:v>72.857246398925795</c:v>
                </c:pt>
                <c:pt idx="1392">
                  <c:v>72.9471435546875</c:v>
                </c:pt>
                <c:pt idx="1393">
                  <c:v>73.09423828125</c:v>
                </c:pt>
                <c:pt idx="1394">
                  <c:v>73.166023254394503</c:v>
                </c:pt>
                <c:pt idx="1395">
                  <c:v>73.224174499511705</c:v>
                </c:pt>
                <c:pt idx="1396">
                  <c:v>73.300674438476605</c:v>
                </c:pt>
                <c:pt idx="1397">
                  <c:v>73.444961547851605</c:v>
                </c:pt>
                <c:pt idx="1398">
                  <c:v>73.752685546875</c:v>
                </c:pt>
                <c:pt idx="1399">
                  <c:v>73.702033996582003</c:v>
                </c:pt>
                <c:pt idx="1400">
                  <c:v>73.805877685546903</c:v>
                </c:pt>
                <c:pt idx="1401">
                  <c:v>74.086631774902301</c:v>
                </c:pt>
                <c:pt idx="1402">
                  <c:v>74.194709777832003</c:v>
                </c:pt>
                <c:pt idx="1403">
                  <c:v>74.352165222167997</c:v>
                </c:pt>
                <c:pt idx="1404">
                  <c:v>74.419624328613295</c:v>
                </c:pt>
                <c:pt idx="1405">
                  <c:v>74.458992004394503</c:v>
                </c:pt>
                <c:pt idx="1406">
                  <c:v>74.454666137695298</c:v>
                </c:pt>
                <c:pt idx="1407">
                  <c:v>74.396934509277301</c:v>
                </c:pt>
                <c:pt idx="1408">
                  <c:v>74.467933654785199</c:v>
                </c:pt>
                <c:pt idx="1409">
                  <c:v>74.531120300292997</c:v>
                </c:pt>
                <c:pt idx="1410">
                  <c:v>74.592468261718807</c:v>
                </c:pt>
                <c:pt idx="1411">
                  <c:v>74.676780700683594</c:v>
                </c:pt>
                <c:pt idx="1412">
                  <c:v>74.676124572753906</c:v>
                </c:pt>
                <c:pt idx="1413">
                  <c:v>74.701309204101605</c:v>
                </c:pt>
                <c:pt idx="1414">
                  <c:v>74.809745788574205</c:v>
                </c:pt>
                <c:pt idx="1415">
                  <c:v>74.682991027832003</c:v>
                </c:pt>
                <c:pt idx="1416">
                  <c:v>74.764694213867202</c:v>
                </c:pt>
                <c:pt idx="1417">
                  <c:v>74.870712280273395</c:v>
                </c:pt>
                <c:pt idx="1418">
                  <c:v>75.050651550292997</c:v>
                </c:pt>
                <c:pt idx="1419">
                  <c:v>75.188652038574205</c:v>
                </c:pt>
                <c:pt idx="1420">
                  <c:v>75.252212524414105</c:v>
                </c:pt>
                <c:pt idx="1421">
                  <c:v>75.320266723632798</c:v>
                </c:pt>
                <c:pt idx="1422">
                  <c:v>75.370918273925795</c:v>
                </c:pt>
                <c:pt idx="1423">
                  <c:v>75.400886535644503</c:v>
                </c:pt>
                <c:pt idx="1424">
                  <c:v>75.408386230468807</c:v>
                </c:pt>
                <c:pt idx="1425">
                  <c:v>75.416694641113295</c:v>
                </c:pt>
                <c:pt idx="1426">
                  <c:v>75.431045532226605</c:v>
                </c:pt>
                <c:pt idx="1427">
                  <c:v>75.440139770507798</c:v>
                </c:pt>
                <c:pt idx="1428">
                  <c:v>75.448455810546903</c:v>
                </c:pt>
                <c:pt idx="1429">
                  <c:v>75.445930480957003</c:v>
                </c:pt>
                <c:pt idx="1430">
                  <c:v>75.451705932617202</c:v>
                </c:pt>
                <c:pt idx="1431">
                  <c:v>75.451377868652301</c:v>
                </c:pt>
                <c:pt idx="1432">
                  <c:v>75.450157165527301</c:v>
                </c:pt>
                <c:pt idx="1433">
                  <c:v>75.455635070800795</c:v>
                </c:pt>
                <c:pt idx="1434">
                  <c:v>75.450767517089801</c:v>
                </c:pt>
                <c:pt idx="1435">
                  <c:v>75.45556640625</c:v>
                </c:pt>
                <c:pt idx="1436">
                  <c:v>75.470733642578097</c:v>
                </c:pt>
                <c:pt idx="1437">
                  <c:v>75.490303039550795</c:v>
                </c:pt>
                <c:pt idx="1438">
                  <c:v>75.506141662597699</c:v>
                </c:pt>
                <c:pt idx="1439">
                  <c:v>75.547706604003906</c:v>
                </c:pt>
                <c:pt idx="1440">
                  <c:v>75.577423095703097</c:v>
                </c:pt>
                <c:pt idx="1441">
                  <c:v>75.5916748046875</c:v>
                </c:pt>
                <c:pt idx="1442">
                  <c:v>75.618331909179702</c:v>
                </c:pt>
                <c:pt idx="1443">
                  <c:v>75.648284912109403</c:v>
                </c:pt>
                <c:pt idx="1444">
                  <c:v>75.667465209960895</c:v>
                </c:pt>
                <c:pt idx="1445">
                  <c:v>75.663681030273395</c:v>
                </c:pt>
                <c:pt idx="1446">
                  <c:v>75.692634582519503</c:v>
                </c:pt>
                <c:pt idx="1447">
                  <c:v>75.687240600585895</c:v>
                </c:pt>
                <c:pt idx="1448">
                  <c:v>75.691764831542997</c:v>
                </c:pt>
                <c:pt idx="1449">
                  <c:v>75.706069946289105</c:v>
                </c:pt>
                <c:pt idx="1450">
                  <c:v>75.743377685546903</c:v>
                </c:pt>
                <c:pt idx="1451">
                  <c:v>75.758781433105497</c:v>
                </c:pt>
                <c:pt idx="1452">
                  <c:v>75.768341064453097</c:v>
                </c:pt>
                <c:pt idx="1453">
                  <c:v>75.778335571289105</c:v>
                </c:pt>
                <c:pt idx="1454">
                  <c:v>75.801643371582003</c:v>
                </c:pt>
                <c:pt idx="1455">
                  <c:v>75.852775573730497</c:v>
                </c:pt>
                <c:pt idx="1456">
                  <c:v>75.885208129882798</c:v>
                </c:pt>
                <c:pt idx="1457">
                  <c:v>75.932334899902301</c:v>
                </c:pt>
                <c:pt idx="1458">
                  <c:v>75.904312133789105</c:v>
                </c:pt>
                <c:pt idx="1459">
                  <c:v>75.9393310546875</c:v>
                </c:pt>
                <c:pt idx="1460">
                  <c:v>75.954010009765597</c:v>
                </c:pt>
                <c:pt idx="1461">
                  <c:v>75.962440490722699</c:v>
                </c:pt>
                <c:pt idx="1462">
                  <c:v>75.976760864257798</c:v>
                </c:pt>
                <c:pt idx="1463">
                  <c:v>75.964035034179702</c:v>
                </c:pt>
                <c:pt idx="1464">
                  <c:v>75.956336975097699</c:v>
                </c:pt>
                <c:pt idx="1465">
                  <c:v>75.964683532714801</c:v>
                </c:pt>
                <c:pt idx="1466">
                  <c:v>75.951164245605497</c:v>
                </c:pt>
                <c:pt idx="1467">
                  <c:v>76.001075744628906</c:v>
                </c:pt>
                <c:pt idx="1468">
                  <c:v>75.967643737792997</c:v>
                </c:pt>
                <c:pt idx="1469">
                  <c:v>75.989952087402301</c:v>
                </c:pt>
                <c:pt idx="1470">
                  <c:v>75.983299255371094</c:v>
                </c:pt>
                <c:pt idx="1471">
                  <c:v>75.968978881835895</c:v>
                </c:pt>
                <c:pt idx="1472">
                  <c:v>75.972419738769503</c:v>
                </c:pt>
                <c:pt idx="1473">
                  <c:v>75.989585876464801</c:v>
                </c:pt>
                <c:pt idx="1474">
                  <c:v>75.985679626464801</c:v>
                </c:pt>
                <c:pt idx="1475">
                  <c:v>75.959335327148395</c:v>
                </c:pt>
                <c:pt idx="1476">
                  <c:v>75.946578979492202</c:v>
                </c:pt>
                <c:pt idx="1477">
                  <c:v>75.966323852539105</c:v>
                </c:pt>
                <c:pt idx="1478">
                  <c:v>75.967750549316406</c:v>
                </c:pt>
                <c:pt idx="1479">
                  <c:v>75.946060180664105</c:v>
                </c:pt>
                <c:pt idx="1480">
                  <c:v>75.944938659667997</c:v>
                </c:pt>
                <c:pt idx="1481">
                  <c:v>75.939514160156307</c:v>
                </c:pt>
                <c:pt idx="1482">
                  <c:v>75.938987731933594</c:v>
                </c:pt>
                <c:pt idx="1483">
                  <c:v>75.953689575195298</c:v>
                </c:pt>
                <c:pt idx="1484">
                  <c:v>75.978912353515597</c:v>
                </c:pt>
                <c:pt idx="1485">
                  <c:v>75.973815917968807</c:v>
                </c:pt>
                <c:pt idx="1486">
                  <c:v>75.969581604003906</c:v>
                </c:pt>
                <c:pt idx="1487">
                  <c:v>75.964645385742202</c:v>
                </c:pt>
                <c:pt idx="1488">
                  <c:v>75.969886779785199</c:v>
                </c:pt>
                <c:pt idx="1489">
                  <c:v>75.985359191894503</c:v>
                </c:pt>
                <c:pt idx="1490">
                  <c:v>75.973075866699205</c:v>
                </c:pt>
                <c:pt idx="1491">
                  <c:v>75.978065490722699</c:v>
                </c:pt>
                <c:pt idx="1492">
                  <c:v>75.921798706054702</c:v>
                </c:pt>
                <c:pt idx="1493">
                  <c:v>75.934722900390597</c:v>
                </c:pt>
                <c:pt idx="1494">
                  <c:v>75.917922973632798</c:v>
                </c:pt>
                <c:pt idx="1495">
                  <c:v>75.928024291992202</c:v>
                </c:pt>
                <c:pt idx="1496">
                  <c:v>75.953460693359403</c:v>
                </c:pt>
                <c:pt idx="1497">
                  <c:v>75.919441223144503</c:v>
                </c:pt>
                <c:pt idx="1498">
                  <c:v>75.9256591796875</c:v>
                </c:pt>
                <c:pt idx="1499">
                  <c:v>75.964408874511705</c:v>
                </c:pt>
                <c:pt idx="1500">
                  <c:v>75.938575744628906</c:v>
                </c:pt>
                <c:pt idx="1501">
                  <c:v>75.967681884765597</c:v>
                </c:pt>
                <c:pt idx="1502">
                  <c:v>75.977447509765597</c:v>
                </c:pt>
                <c:pt idx="1503">
                  <c:v>75.962684631347699</c:v>
                </c:pt>
                <c:pt idx="1504">
                  <c:v>75.882270812988295</c:v>
                </c:pt>
                <c:pt idx="1505">
                  <c:v>75.905158996582003</c:v>
                </c:pt>
                <c:pt idx="1506">
                  <c:v>75.891387939453097</c:v>
                </c:pt>
                <c:pt idx="1507">
                  <c:v>75.856986999511705</c:v>
                </c:pt>
                <c:pt idx="1508">
                  <c:v>75.852088928222699</c:v>
                </c:pt>
                <c:pt idx="1509">
                  <c:v>75.818756103515597</c:v>
                </c:pt>
                <c:pt idx="1510">
                  <c:v>75.866127014160199</c:v>
                </c:pt>
                <c:pt idx="1511">
                  <c:v>75.848747253417997</c:v>
                </c:pt>
                <c:pt idx="1512">
                  <c:v>75.812156677246094</c:v>
                </c:pt>
                <c:pt idx="1513">
                  <c:v>75.788444519042997</c:v>
                </c:pt>
                <c:pt idx="1514">
                  <c:v>75.768287658691406</c:v>
                </c:pt>
                <c:pt idx="1515">
                  <c:v>75.775085449218807</c:v>
                </c:pt>
                <c:pt idx="1516">
                  <c:v>75.755058288574205</c:v>
                </c:pt>
                <c:pt idx="1517">
                  <c:v>75.748428344726605</c:v>
                </c:pt>
                <c:pt idx="1518">
                  <c:v>75.740669250488295</c:v>
                </c:pt>
                <c:pt idx="1519">
                  <c:v>75.707244873046903</c:v>
                </c:pt>
                <c:pt idx="1520">
                  <c:v>75.716712951660199</c:v>
                </c:pt>
                <c:pt idx="1521">
                  <c:v>75.717025756835895</c:v>
                </c:pt>
                <c:pt idx="1522">
                  <c:v>75.709365844726605</c:v>
                </c:pt>
                <c:pt idx="1523">
                  <c:v>75.687736511230497</c:v>
                </c:pt>
                <c:pt idx="1524">
                  <c:v>75.685699462890597</c:v>
                </c:pt>
                <c:pt idx="1525">
                  <c:v>75.676521301269503</c:v>
                </c:pt>
                <c:pt idx="1526">
                  <c:v>75.669738769531307</c:v>
                </c:pt>
                <c:pt idx="1527">
                  <c:v>75.669998168945298</c:v>
                </c:pt>
                <c:pt idx="1528">
                  <c:v>75.642097473144503</c:v>
                </c:pt>
                <c:pt idx="1529">
                  <c:v>75.640113830566406</c:v>
                </c:pt>
                <c:pt idx="1530">
                  <c:v>75.621414184570298</c:v>
                </c:pt>
                <c:pt idx="1531">
                  <c:v>75.6533203125</c:v>
                </c:pt>
                <c:pt idx="1532">
                  <c:v>75.672340393066406</c:v>
                </c:pt>
                <c:pt idx="1533">
                  <c:v>75.638778686523395</c:v>
                </c:pt>
                <c:pt idx="1534">
                  <c:v>75.647994995117202</c:v>
                </c:pt>
                <c:pt idx="1535">
                  <c:v>75.654037475585895</c:v>
                </c:pt>
                <c:pt idx="1536">
                  <c:v>75.618049621582003</c:v>
                </c:pt>
                <c:pt idx="1537">
                  <c:v>75.580406188964801</c:v>
                </c:pt>
                <c:pt idx="1538">
                  <c:v>75.579162597656307</c:v>
                </c:pt>
                <c:pt idx="1539">
                  <c:v>75.543449401855497</c:v>
                </c:pt>
                <c:pt idx="1540">
                  <c:v>75.531066894531307</c:v>
                </c:pt>
                <c:pt idx="1541">
                  <c:v>75.522628784179702</c:v>
                </c:pt>
                <c:pt idx="1542">
                  <c:v>75.502288818359403</c:v>
                </c:pt>
                <c:pt idx="1543">
                  <c:v>75.571472167968807</c:v>
                </c:pt>
                <c:pt idx="1544">
                  <c:v>75.561431884765597</c:v>
                </c:pt>
                <c:pt idx="1545">
                  <c:v>75.575775146484403</c:v>
                </c:pt>
                <c:pt idx="1546">
                  <c:v>75.583412170410199</c:v>
                </c:pt>
                <c:pt idx="1547">
                  <c:v>75.544395446777301</c:v>
                </c:pt>
                <c:pt idx="1548">
                  <c:v>75.563552856445298</c:v>
                </c:pt>
                <c:pt idx="1549">
                  <c:v>75.546882629394503</c:v>
                </c:pt>
                <c:pt idx="1550">
                  <c:v>75.563453674316406</c:v>
                </c:pt>
                <c:pt idx="1551">
                  <c:v>75.589881896972699</c:v>
                </c:pt>
                <c:pt idx="1552">
                  <c:v>75.633720397949205</c:v>
                </c:pt>
                <c:pt idx="1553">
                  <c:v>75.619903564453097</c:v>
                </c:pt>
                <c:pt idx="1554">
                  <c:v>75.661094665527301</c:v>
                </c:pt>
                <c:pt idx="1555">
                  <c:v>75.671188354492202</c:v>
                </c:pt>
                <c:pt idx="1556">
                  <c:v>75.687591552734403</c:v>
                </c:pt>
                <c:pt idx="1557">
                  <c:v>75.718933105468807</c:v>
                </c:pt>
                <c:pt idx="1558">
                  <c:v>75.639923095703097</c:v>
                </c:pt>
                <c:pt idx="1559">
                  <c:v>75.659210205078097</c:v>
                </c:pt>
                <c:pt idx="1560">
                  <c:v>75.680099487304702</c:v>
                </c:pt>
                <c:pt idx="1561">
                  <c:v>75.671974182128906</c:v>
                </c:pt>
                <c:pt idx="1562">
                  <c:v>75.694442749023395</c:v>
                </c:pt>
                <c:pt idx="1563">
                  <c:v>75.735267639160199</c:v>
                </c:pt>
                <c:pt idx="1564">
                  <c:v>75.746963500976605</c:v>
                </c:pt>
                <c:pt idx="1565">
                  <c:v>75.770767211914105</c:v>
                </c:pt>
                <c:pt idx="1566">
                  <c:v>75.754180908203097</c:v>
                </c:pt>
                <c:pt idx="1567">
                  <c:v>75.759841918945298</c:v>
                </c:pt>
                <c:pt idx="1568">
                  <c:v>75.772705078125</c:v>
                </c:pt>
                <c:pt idx="1569">
                  <c:v>75.785926818847699</c:v>
                </c:pt>
                <c:pt idx="1570">
                  <c:v>75.819763183593807</c:v>
                </c:pt>
                <c:pt idx="1571">
                  <c:v>75.812034606933594</c:v>
                </c:pt>
                <c:pt idx="1572">
                  <c:v>75.835510253906307</c:v>
                </c:pt>
                <c:pt idx="1573">
                  <c:v>75.938865661621094</c:v>
                </c:pt>
                <c:pt idx="1574">
                  <c:v>75.973869323730497</c:v>
                </c:pt>
                <c:pt idx="1575">
                  <c:v>75.954048156738295</c:v>
                </c:pt>
                <c:pt idx="1576">
                  <c:v>75.99169921875</c:v>
                </c:pt>
                <c:pt idx="1577">
                  <c:v>75.9862060546875</c:v>
                </c:pt>
                <c:pt idx="1578">
                  <c:v>76.055213928222699</c:v>
                </c:pt>
                <c:pt idx="1579">
                  <c:v>76.0859375</c:v>
                </c:pt>
                <c:pt idx="1580">
                  <c:v>76.074554443359403</c:v>
                </c:pt>
                <c:pt idx="1581">
                  <c:v>76.061088562011705</c:v>
                </c:pt>
                <c:pt idx="1582">
                  <c:v>76.091575622558594</c:v>
                </c:pt>
                <c:pt idx="1583">
                  <c:v>76.135734558105497</c:v>
                </c:pt>
                <c:pt idx="1584">
                  <c:v>76.1656494140625</c:v>
                </c:pt>
                <c:pt idx="1585">
                  <c:v>76.181312561035199</c:v>
                </c:pt>
                <c:pt idx="1586">
                  <c:v>76.227218627929702</c:v>
                </c:pt>
                <c:pt idx="1587">
                  <c:v>76.241188049316406</c:v>
                </c:pt>
                <c:pt idx="1588">
                  <c:v>76.313194274902301</c:v>
                </c:pt>
                <c:pt idx="1589">
                  <c:v>76.290267944335895</c:v>
                </c:pt>
                <c:pt idx="1590">
                  <c:v>76.315216064453097</c:v>
                </c:pt>
                <c:pt idx="1591">
                  <c:v>76.469108581542997</c:v>
                </c:pt>
                <c:pt idx="1592">
                  <c:v>76.507141113281307</c:v>
                </c:pt>
                <c:pt idx="1593">
                  <c:v>76.523864746093807</c:v>
                </c:pt>
                <c:pt idx="1594">
                  <c:v>76.554122924804702</c:v>
                </c:pt>
                <c:pt idx="1595">
                  <c:v>76.596107482910199</c:v>
                </c:pt>
                <c:pt idx="1596">
                  <c:v>76.613113403320298</c:v>
                </c:pt>
                <c:pt idx="1597">
                  <c:v>76.618309020996094</c:v>
                </c:pt>
                <c:pt idx="1598">
                  <c:v>76.590881347656307</c:v>
                </c:pt>
                <c:pt idx="1599">
                  <c:v>76.678199768066406</c:v>
                </c:pt>
                <c:pt idx="1600">
                  <c:v>76.822280883789105</c:v>
                </c:pt>
                <c:pt idx="1601">
                  <c:v>76.890785217285199</c:v>
                </c:pt>
                <c:pt idx="1602">
                  <c:v>76.866867065429702</c:v>
                </c:pt>
                <c:pt idx="1603">
                  <c:v>76.906600952148395</c:v>
                </c:pt>
                <c:pt idx="1604">
                  <c:v>76.988624572753906</c:v>
                </c:pt>
                <c:pt idx="1605">
                  <c:v>77.011558532714801</c:v>
                </c:pt>
                <c:pt idx="1606">
                  <c:v>77.021408081054702</c:v>
                </c:pt>
                <c:pt idx="1607">
                  <c:v>77.023452758789105</c:v>
                </c:pt>
                <c:pt idx="1608">
                  <c:v>77.037734985351605</c:v>
                </c:pt>
                <c:pt idx="1609">
                  <c:v>77.030136108398395</c:v>
                </c:pt>
                <c:pt idx="1610">
                  <c:v>77.051780700683594</c:v>
                </c:pt>
                <c:pt idx="1611">
                  <c:v>77.0345458984375</c:v>
                </c:pt>
                <c:pt idx="1612">
                  <c:v>77.089042663574205</c:v>
                </c:pt>
                <c:pt idx="1613">
                  <c:v>77.086990356445298</c:v>
                </c:pt>
                <c:pt idx="1614">
                  <c:v>77.096817016601605</c:v>
                </c:pt>
                <c:pt idx="1615">
                  <c:v>77.118812561035199</c:v>
                </c:pt>
                <c:pt idx="1616">
                  <c:v>77.205902099609403</c:v>
                </c:pt>
                <c:pt idx="1617">
                  <c:v>77.180877685546903</c:v>
                </c:pt>
                <c:pt idx="1618">
                  <c:v>77.189346313476605</c:v>
                </c:pt>
                <c:pt idx="1619">
                  <c:v>77.136138916015597</c:v>
                </c:pt>
                <c:pt idx="1620">
                  <c:v>77.136795043945298</c:v>
                </c:pt>
                <c:pt idx="1621">
                  <c:v>77.424491882324205</c:v>
                </c:pt>
                <c:pt idx="1622">
                  <c:v>77.529472351074205</c:v>
                </c:pt>
                <c:pt idx="1623">
                  <c:v>77.665863037109403</c:v>
                </c:pt>
                <c:pt idx="1624">
                  <c:v>77.608741760253906</c:v>
                </c:pt>
                <c:pt idx="1625">
                  <c:v>77.887077331542997</c:v>
                </c:pt>
                <c:pt idx="1626">
                  <c:v>78.077728271484403</c:v>
                </c:pt>
                <c:pt idx="1627">
                  <c:v>78.246986389160199</c:v>
                </c:pt>
                <c:pt idx="1628">
                  <c:v>78.397209167480497</c:v>
                </c:pt>
                <c:pt idx="1629">
                  <c:v>78.496452331542997</c:v>
                </c:pt>
                <c:pt idx="1630">
                  <c:v>78.448051452636705</c:v>
                </c:pt>
                <c:pt idx="1631">
                  <c:v>78.510986328125</c:v>
                </c:pt>
                <c:pt idx="1632">
                  <c:v>78.585464477539105</c:v>
                </c:pt>
                <c:pt idx="1633">
                  <c:v>78.644439697265597</c:v>
                </c:pt>
                <c:pt idx="1634">
                  <c:v>78.644813537597699</c:v>
                </c:pt>
                <c:pt idx="1635">
                  <c:v>78.674911499023395</c:v>
                </c:pt>
                <c:pt idx="1636">
                  <c:v>78.690361022949205</c:v>
                </c:pt>
                <c:pt idx="1637">
                  <c:v>78.698295593261705</c:v>
                </c:pt>
                <c:pt idx="1638">
                  <c:v>78.702369689941406</c:v>
                </c:pt>
                <c:pt idx="1639">
                  <c:v>78.704460144042997</c:v>
                </c:pt>
                <c:pt idx="1640">
                  <c:v>78.705535888671903</c:v>
                </c:pt>
                <c:pt idx="1641">
                  <c:v>78.706085205078097</c:v>
                </c:pt>
                <c:pt idx="1642">
                  <c:v>78.706367492675795</c:v>
                </c:pt>
                <c:pt idx="1643">
                  <c:v>78.706512451171903</c:v>
                </c:pt>
                <c:pt idx="1644">
                  <c:v>78.706588745117202</c:v>
                </c:pt>
                <c:pt idx="1645">
                  <c:v>78.706626892089801</c:v>
                </c:pt>
                <c:pt idx="1646">
                  <c:v>78.706642150878906</c:v>
                </c:pt>
                <c:pt idx="1647">
                  <c:v>78.706657409667997</c:v>
                </c:pt>
                <c:pt idx="1648">
                  <c:v>78.706657409667997</c:v>
                </c:pt>
                <c:pt idx="1649">
                  <c:v>78.712448120117202</c:v>
                </c:pt>
                <c:pt idx="1650">
                  <c:v>78.718315124511705</c:v>
                </c:pt>
                <c:pt idx="1651">
                  <c:v>78.735122680664105</c:v>
                </c:pt>
                <c:pt idx="1652">
                  <c:v>78.728736877441406</c:v>
                </c:pt>
                <c:pt idx="1653">
                  <c:v>78.725601196289105</c:v>
                </c:pt>
                <c:pt idx="1654">
                  <c:v>78.743400573730497</c:v>
                </c:pt>
                <c:pt idx="1655">
                  <c:v>78.744430541992202</c:v>
                </c:pt>
                <c:pt idx="1656">
                  <c:v>78.787322998046903</c:v>
                </c:pt>
                <c:pt idx="1657">
                  <c:v>78.776222229003906</c:v>
                </c:pt>
                <c:pt idx="1658">
                  <c:v>78.872528076171903</c:v>
                </c:pt>
                <c:pt idx="1659">
                  <c:v>78.923042297363295</c:v>
                </c:pt>
                <c:pt idx="1660">
                  <c:v>78.963371276855497</c:v>
                </c:pt>
                <c:pt idx="1661">
                  <c:v>79.0189208984375</c:v>
                </c:pt>
                <c:pt idx="1662">
                  <c:v>79.081832885742202</c:v>
                </c:pt>
                <c:pt idx="1663">
                  <c:v>79.092727661132798</c:v>
                </c:pt>
                <c:pt idx="1664">
                  <c:v>79.130882263183594</c:v>
                </c:pt>
                <c:pt idx="1665">
                  <c:v>79.142639160156307</c:v>
                </c:pt>
                <c:pt idx="1666">
                  <c:v>79.191711425781307</c:v>
                </c:pt>
                <c:pt idx="1667">
                  <c:v>79.274589538574205</c:v>
                </c:pt>
                <c:pt idx="1668">
                  <c:v>79.315757751464801</c:v>
                </c:pt>
                <c:pt idx="1669">
                  <c:v>79.391952514648395</c:v>
                </c:pt>
                <c:pt idx="1670">
                  <c:v>79.428009033203097</c:v>
                </c:pt>
                <c:pt idx="1671">
                  <c:v>79.517883300781307</c:v>
                </c:pt>
                <c:pt idx="1672">
                  <c:v>79.518493652343807</c:v>
                </c:pt>
                <c:pt idx="1673">
                  <c:v>79.570175170898395</c:v>
                </c:pt>
                <c:pt idx="1674">
                  <c:v>79.640594482421903</c:v>
                </c:pt>
                <c:pt idx="1675">
                  <c:v>79.715782165527301</c:v>
                </c:pt>
                <c:pt idx="1676">
                  <c:v>79.753067016601605</c:v>
                </c:pt>
                <c:pt idx="1677">
                  <c:v>79.872840881347699</c:v>
                </c:pt>
                <c:pt idx="1678">
                  <c:v>80.025886535644503</c:v>
                </c:pt>
                <c:pt idx="1679">
                  <c:v>80.138450622558594</c:v>
                </c:pt>
                <c:pt idx="1680">
                  <c:v>80.200599670410199</c:v>
                </c:pt>
                <c:pt idx="1681">
                  <c:v>80.231834411621094</c:v>
                </c:pt>
                <c:pt idx="1682">
                  <c:v>80.251960754394503</c:v>
                </c:pt>
                <c:pt idx="1683">
                  <c:v>80.278785705566406</c:v>
                </c:pt>
                <c:pt idx="1684">
                  <c:v>80.301055908203097</c:v>
                </c:pt>
                <c:pt idx="1685">
                  <c:v>80.396347045898395</c:v>
                </c:pt>
                <c:pt idx="1686">
                  <c:v>80.514549255371094</c:v>
                </c:pt>
                <c:pt idx="1687">
                  <c:v>80.628860473632798</c:v>
                </c:pt>
                <c:pt idx="1688">
                  <c:v>80.769119262695298</c:v>
                </c:pt>
                <c:pt idx="1689">
                  <c:v>80.820686340332003</c:v>
                </c:pt>
                <c:pt idx="1690">
                  <c:v>80.943054199218807</c:v>
                </c:pt>
                <c:pt idx="1691">
                  <c:v>80.972908020019503</c:v>
                </c:pt>
                <c:pt idx="1692">
                  <c:v>81.018417358398395</c:v>
                </c:pt>
                <c:pt idx="1693">
                  <c:v>81.070281982421903</c:v>
                </c:pt>
                <c:pt idx="1694">
                  <c:v>81.106239318847699</c:v>
                </c:pt>
                <c:pt idx="1695">
                  <c:v>81.1588134765625</c:v>
                </c:pt>
                <c:pt idx="1696">
                  <c:v>81.1533203125</c:v>
                </c:pt>
                <c:pt idx="1697">
                  <c:v>81.231948852539105</c:v>
                </c:pt>
                <c:pt idx="1698">
                  <c:v>81.246749877929702</c:v>
                </c:pt>
                <c:pt idx="1699">
                  <c:v>81.281433105468807</c:v>
                </c:pt>
                <c:pt idx="1700">
                  <c:v>81.359313964843807</c:v>
                </c:pt>
                <c:pt idx="1701">
                  <c:v>81.384414672851605</c:v>
                </c:pt>
                <c:pt idx="1702">
                  <c:v>81.459091186523395</c:v>
                </c:pt>
                <c:pt idx="1703">
                  <c:v>81.478836059570298</c:v>
                </c:pt>
                <c:pt idx="1704">
                  <c:v>81.626434326171903</c:v>
                </c:pt>
                <c:pt idx="1705">
                  <c:v>81.757530212402301</c:v>
                </c:pt>
                <c:pt idx="1706">
                  <c:v>81.852447509765597</c:v>
                </c:pt>
                <c:pt idx="1707">
                  <c:v>81.913627624511705</c:v>
                </c:pt>
                <c:pt idx="1708">
                  <c:v>81.947044372558594</c:v>
                </c:pt>
                <c:pt idx="1709">
                  <c:v>81.970161437988295</c:v>
                </c:pt>
                <c:pt idx="1710">
                  <c:v>81.9814453125</c:v>
                </c:pt>
                <c:pt idx="1711">
                  <c:v>81.987754821777301</c:v>
                </c:pt>
                <c:pt idx="1712">
                  <c:v>82.004089355468807</c:v>
                </c:pt>
                <c:pt idx="1713">
                  <c:v>82.020278930664105</c:v>
                </c:pt>
                <c:pt idx="1714">
                  <c:v>82.049781799316406</c:v>
                </c:pt>
                <c:pt idx="1715">
                  <c:v>82.071670532226605</c:v>
                </c:pt>
                <c:pt idx="1716">
                  <c:v>82.095108032226605</c:v>
                </c:pt>
                <c:pt idx="1717">
                  <c:v>82.140327453613295</c:v>
                </c:pt>
                <c:pt idx="1718">
                  <c:v>82.176651000976605</c:v>
                </c:pt>
                <c:pt idx="1719">
                  <c:v>82.2032470703125</c:v>
                </c:pt>
                <c:pt idx="1720">
                  <c:v>82.227462768554702</c:v>
                </c:pt>
                <c:pt idx="1721">
                  <c:v>82.251525878906307</c:v>
                </c:pt>
                <c:pt idx="1722">
                  <c:v>82.256126403808594</c:v>
                </c:pt>
                <c:pt idx="1723">
                  <c:v>82.263389587402301</c:v>
                </c:pt>
                <c:pt idx="1724">
                  <c:v>82.315269470214801</c:v>
                </c:pt>
                <c:pt idx="1725">
                  <c:v>82.3184814453125</c:v>
                </c:pt>
                <c:pt idx="1726">
                  <c:v>82.348335266113295</c:v>
                </c:pt>
                <c:pt idx="1727">
                  <c:v>82.365211486816406</c:v>
                </c:pt>
                <c:pt idx="1728">
                  <c:v>82.415672302246094</c:v>
                </c:pt>
                <c:pt idx="1729">
                  <c:v>82.441101074218807</c:v>
                </c:pt>
                <c:pt idx="1730">
                  <c:v>82.459068298339801</c:v>
                </c:pt>
                <c:pt idx="1731">
                  <c:v>82.485809326171903</c:v>
                </c:pt>
                <c:pt idx="1732">
                  <c:v>82.465232849121094</c:v>
                </c:pt>
                <c:pt idx="1733">
                  <c:v>82.420867919921903</c:v>
                </c:pt>
                <c:pt idx="1734">
                  <c:v>82.474800109863295</c:v>
                </c:pt>
                <c:pt idx="1735">
                  <c:v>82.520614624023395</c:v>
                </c:pt>
                <c:pt idx="1736">
                  <c:v>82.547828674316406</c:v>
                </c:pt>
                <c:pt idx="1737">
                  <c:v>82.516990661621094</c:v>
                </c:pt>
                <c:pt idx="1738">
                  <c:v>82.512069702148395</c:v>
                </c:pt>
                <c:pt idx="1739">
                  <c:v>82.532257080078097</c:v>
                </c:pt>
                <c:pt idx="1740">
                  <c:v>82.497947692871094</c:v>
                </c:pt>
                <c:pt idx="1741">
                  <c:v>82.506256103515597</c:v>
                </c:pt>
                <c:pt idx="1742">
                  <c:v>82.515449523925795</c:v>
                </c:pt>
                <c:pt idx="1743">
                  <c:v>82.530799865722699</c:v>
                </c:pt>
                <c:pt idx="1744">
                  <c:v>82.543502807617202</c:v>
                </c:pt>
                <c:pt idx="1745">
                  <c:v>82.547431945800795</c:v>
                </c:pt>
                <c:pt idx="1746">
                  <c:v>82.518630981445298</c:v>
                </c:pt>
                <c:pt idx="1747">
                  <c:v>82.516693115234403</c:v>
                </c:pt>
                <c:pt idx="1748">
                  <c:v>82.506729125976605</c:v>
                </c:pt>
                <c:pt idx="1749">
                  <c:v>82.501434326171903</c:v>
                </c:pt>
                <c:pt idx="1750">
                  <c:v>82.469497680664105</c:v>
                </c:pt>
                <c:pt idx="1751">
                  <c:v>82.466964721679702</c:v>
                </c:pt>
                <c:pt idx="1752">
                  <c:v>82.447319030761705</c:v>
                </c:pt>
                <c:pt idx="1753">
                  <c:v>82.422760009765597</c:v>
                </c:pt>
                <c:pt idx="1754">
                  <c:v>82.37744140625</c:v>
                </c:pt>
                <c:pt idx="1755">
                  <c:v>82.333915710449205</c:v>
                </c:pt>
                <c:pt idx="1756">
                  <c:v>82.332649230957003</c:v>
                </c:pt>
                <c:pt idx="1757">
                  <c:v>82.340202331542997</c:v>
                </c:pt>
                <c:pt idx="1758">
                  <c:v>82.366912841796903</c:v>
                </c:pt>
                <c:pt idx="1759">
                  <c:v>82.322174072265597</c:v>
                </c:pt>
                <c:pt idx="1760">
                  <c:v>82.290489196777301</c:v>
                </c:pt>
                <c:pt idx="1761">
                  <c:v>82.271110534667997</c:v>
                </c:pt>
                <c:pt idx="1762">
                  <c:v>82.269149780273395</c:v>
                </c:pt>
                <c:pt idx="1763">
                  <c:v>82.232406616210895</c:v>
                </c:pt>
                <c:pt idx="1764">
                  <c:v>82.198654174804702</c:v>
                </c:pt>
                <c:pt idx="1765">
                  <c:v>82.187583923339801</c:v>
                </c:pt>
                <c:pt idx="1766">
                  <c:v>82.151885986328097</c:v>
                </c:pt>
                <c:pt idx="1767">
                  <c:v>82.110008239746094</c:v>
                </c:pt>
                <c:pt idx="1768">
                  <c:v>82.102287292480497</c:v>
                </c:pt>
                <c:pt idx="1769">
                  <c:v>82.096435546875</c:v>
                </c:pt>
                <c:pt idx="1770">
                  <c:v>82.081481933593807</c:v>
                </c:pt>
                <c:pt idx="1771">
                  <c:v>82.060386657714801</c:v>
                </c:pt>
                <c:pt idx="1772">
                  <c:v>82.038810729980497</c:v>
                </c:pt>
                <c:pt idx="1773">
                  <c:v>82.022315979003906</c:v>
                </c:pt>
                <c:pt idx="1774">
                  <c:v>82.004623413085895</c:v>
                </c:pt>
                <c:pt idx="1775">
                  <c:v>81.997390747070298</c:v>
                </c:pt>
                <c:pt idx="1776">
                  <c:v>82.000175476074205</c:v>
                </c:pt>
                <c:pt idx="1777">
                  <c:v>81.991584777832003</c:v>
                </c:pt>
                <c:pt idx="1778">
                  <c:v>81.990760803222699</c:v>
                </c:pt>
                <c:pt idx="1779">
                  <c:v>81.987266540527301</c:v>
                </c:pt>
                <c:pt idx="1780">
                  <c:v>81.980743408203097</c:v>
                </c:pt>
                <c:pt idx="1781">
                  <c:v>81.970840454101605</c:v>
                </c:pt>
                <c:pt idx="1782">
                  <c:v>81.938446044921903</c:v>
                </c:pt>
                <c:pt idx="1783">
                  <c:v>81.936279296875</c:v>
                </c:pt>
                <c:pt idx="1784">
                  <c:v>81.923042297363295</c:v>
                </c:pt>
                <c:pt idx="1785">
                  <c:v>81.886222839355497</c:v>
                </c:pt>
                <c:pt idx="1786">
                  <c:v>81.817436218261705</c:v>
                </c:pt>
                <c:pt idx="1787">
                  <c:v>81.700027465820298</c:v>
                </c:pt>
                <c:pt idx="1788">
                  <c:v>81.547248840332003</c:v>
                </c:pt>
                <c:pt idx="1789">
                  <c:v>81.4376220703125</c:v>
                </c:pt>
                <c:pt idx="1790">
                  <c:v>81.358001708984403</c:v>
                </c:pt>
                <c:pt idx="1791">
                  <c:v>81.304016113281307</c:v>
                </c:pt>
                <c:pt idx="1792">
                  <c:v>81.275955200195298</c:v>
                </c:pt>
                <c:pt idx="1793">
                  <c:v>81.237152099609403</c:v>
                </c:pt>
                <c:pt idx="1794">
                  <c:v>81.158309936523395</c:v>
                </c:pt>
                <c:pt idx="1795">
                  <c:v>81.154296875</c:v>
                </c:pt>
                <c:pt idx="1796">
                  <c:v>81.024879455566406</c:v>
                </c:pt>
                <c:pt idx="1797">
                  <c:v>80.869857788085895</c:v>
                </c:pt>
                <c:pt idx="1798">
                  <c:v>80.824562072753906</c:v>
                </c:pt>
                <c:pt idx="1799">
                  <c:v>80.815032958984403</c:v>
                </c:pt>
                <c:pt idx="1800">
                  <c:v>80.783088684082003</c:v>
                </c:pt>
                <c:pt idx="1801">
                  <c:v>80.607292175292997</c:v>
                </c:pt>
                <c:pt idx="1802">
                  <c:v>80.464591979980497</c:v>
                </c:pt>
                <c:pt idx="1803">
                  <c:v>80.397682189941406</c:v>
                </c:pt>
                <c:pt idx="1804">
                  <c:v>80.364486694335895</c:v>
                </c:pt>
                <c:pt idx="1805">
                  <c:v>80.333709716796903</c:v>
                </c:pt>
                <c:pt idx="1806">
                  <c:v>80.320129394531307</c:v>
                </c:pt>
                <c:pt idx="1807">
                  <c:v>80.305023193359403</c:v>
                </c:pt>
                <c:pt idx="1808">
                  <c:v>80.306037902832003</c:v>
                </c:pt>
                <c:pt idx="1809">
                  <c:v>80.292236328125</c:v>
                </c:pt>
                <c:pt idx="1810">
                  <c:v>80.279472351074205</c:v>
                </c:pt>
                <c:pt idx="1811">
                  <c:v>80.220848083496094</c:v>
                </c:pt>
                <c:pt idx="1812">
                  <c:v>80.199607849121094</c:v>
                </c:pt>
                <c:pt idx="1813">
                  <c:v>80.115989685058594</c:v>
                </c:pt>
                <c:pt idx="1814">
                  <c:v>80.118118286132798</c:v>
                </c:pt>
                <c:pt idx="1815">
                  <c:v>80.081787109375</c:v>
                </c:pt>
                <c:pt idx="1816">
                  <c:v>80.080551147460895</c:v>
                </c:pt>
                <c:pt idx="1817">
                  <c:v>80.086746215820298</c:v>
                </c:pt>
                <c:pt idx="1818">
                  <c:v>80.004356384277301</c:v>
                </c:pt>
                <c:pt idx="1819">
                  <c:v>79.884582519531307</c:v>
                </c:pt>
                <c:pt idx="1820">
                  <c:v>79.9434814453125</c:v>
                </c:pt>
                <c:pt idx="1821">
                  <c:v>79.910293579101605</c:v>
                </c:pt>
                <c:pt idx="1822">
                  <c:v>79.951377868652301</c:v>
                </c:pt>
                <c:pt idx="1823">
                  <c:v>79.851783752441406</c:v>
                </c:pt>
                <c:pt idx="1824">
                  <c:v>79.707946777343807</c:v>
                </c:pt>
                <c:pt idx="1825">
                  <c:v>79.654632568359403</c:v>
                </c:pt>
                <c:pt idx="1826">
                  <c:v>79.575538635253906</c:v>
                </c:pt>
                <c:pt idx="1827">
                  <c:v>79.539894104003906</c:v>
                </c:pt>
                <c:pt idx="1828">
                  <c:v>79.502586364746094</c:v>
                </c:pt>
                <c:pt idx="1829">
                  <c:v>79.529205322265597</c:v>
                </c:pt>
                <c:pt idx="1830">
                  <c:v>79.518241882324205</c:v>
                </c:pt>
                <c:pt idx="1831">
                  <c:v>79.502944946289105</c:v>
                </c:pt>
                <c:pt idx="1832">
                  <c:v>79.505912780761705</c:v>
                </c:pt>
                <c:pt idx="1833">
                  <c:v>79.497703552246094</c:v>
                </c:pt>
                <c:pt idx="1834">
                  <c:v>79.478553771972699</c:v>
                </c:pt>
                <c:pt idx="1835">
                  <c:v>79.482643127441406</c:v>
                </c:pt>
                <c:pt idx="1836">
                  <c:v>79.474822998046903</c:v>
                </c:pt>
                <c:pt idx="1837">
                  <c:v>79.476310729980497</c:v>
                </c:pt>
                <c:pt idx="1838">
                  <c:v>79.476676940917997</c:v>
                </c:pt>
                <c:pt idx="1839">
                  <c:v>79.487693786621094</c:v>
                </c:pt>
                <c:pt idx="1840">
                  <c:v>79.489273071289105</c:v>
                </c:pt>
                <c:pt idx="1841">
                  <c:v>79.496612548828097</c:v>
                </c:pt>
                <c:pt idx="1842">
                  <c:v>79.493316650390597</c:v>
                </c:pt>
                <c:pt idx="1843">
                  <c:v>79.484123229980497</c:v>
                </c:pt>
                <c:pt idx="1844">
                  <c:v>79.490234375</c:v>
                </c:pt>
                <c:pt idx="1845">
                  <c:v>79.494415283203097</c:v>
                </c:pt>
                <c:pt idx="1846">
                  <c:v>79.490791320800795</c:v>
                </c:pt>
                <c:pt idx="1847">
                  <c:v>79.495246887207003</c:v>
                </c:pt>
                <c:pt idx="1848">
                  <c:v>79.499580383300795</c:v>
                </c:pt>
                <c:pt idx="1849">
                  <c:v>79.559875488281307</c:v>
                </c:pt>
                <c:pt idx="1850">
                  <c:v>79.610481262207003</c:v>
                </c:pt>
                <c:pt idx="1851">
                  <c:v>79.561912536621094</c:v>
                </c:pt>
                <c:pt idx="1852">
                  <c:v>79.539352416992202</c:v>
                </c:pt>
                <c:pt idx="1853">
                  <c:v>79.629508972167997</c:v>
                </c:pt>
                <c:pt idx="1854">
                  <c:v>79.640434265136705</c:v>
                </c:pt>
                <c:pt idx="1855">
                  <c:v>79.677101135253906</c:v>
                </c:pt>
                <c:pt idx="1856">
                  <c:v>79.699409484863295</c:v>
                </c:pt>
                <c:pt idx="1857">
                  <c:v>79.770233154296903</c:v>
                </c:pt>
                <c:pt idx="1858">
                  <c:v>79.758247375488295</c:v>
                </c:pt>
                <c:pt idx="1859">
                  <c:v>79.707969665527301</c:v>
                </c:pt>
                <c:pt idx="1860">
                  <c:v>79.696037292480497</c:v>
                </c:pt>
                <c:pt idx="1861">
                  <c:v>79.662910461425795</c:v>
                </c:pt>
                <c:pt idx="1862">
                  <c:v>79.705711364746094</c:v>
                </c:pt>
                <c:pt idx="1863">
                  <c:v>79.774383544921903</c:v>
                </c:pt>
                <c:pt idx="1864">
                  <c:v>79.860206604003906</c:v>
                </c:pt>
                <c:pt idx="1865">
                  <c:v>79.806938171386705</c:v>
                </c:pt>
                <c:pt idx="1866">
                  <c:v>79.753158569335895</c:v>
                </c:pt>
                <c:pt idx="1867">
                  <c:v>79.838111877441406</c:v>
                </c:pt>
                <c:pt idx="1868">
                  <c:v>79.893905639648395</c:v>
                </c:pt>
                <c:pt idx="1869">
                  <c:v>79.881118774414105</c:v>
                </c:pt>
                <c:pt idx="1870">
                  <c:v>79.862998962402301</c:v>
                </c:pt>
                <c:pt idx="1871">
                  <c:v>79.877456665039105</c:v>
                </c:pt>
                <c:pt idx="1872">
                  <c:v>79.911590576171903</c:v>
                </c:pt>
                <c:pt idx="1873">
                  <c:v>79.769615173339801</c:v>
                </c:pt>
                <c:pt idx="1874">
                  <c:v>79.785346984863295</c:v>
                </c:pt>
                <c:pt idx="1875">
                  <c:v>79.686447143554702</c:v>
                </c:pt>
                <c:pt idx="1876">
                  <c:v>79.692314147949205</c:v>
                </c:pt>
                <c:pt idx="1877">
                  <c:v>79.795677185058594</c:v>
                </c:pt>
                <c:pt idx="1878">
                  <c:v>79.730018615722699</c:v>
                </c:pt>
                <c:pt idx="1879">
                  <c:v>79.726097106933594</c:v>
                </c:pt>
                <c:pt idx="1880">
                  <c:v>79.719467163085895</c:v>
                </c:pt>
                <c:pt idx="1881">
                  <c:v>79.7939453125</c:v>
                </c:pt>
                <c:pt idx="1882">
                  <c:v>79.877304077148395</c:v>
                </c:pt>
                <c:pt idx="1883">
                  <c:v>79.821640014648395</c:v>
                </c:pt>
                <c:pt idx="1884">
                  <c:v>79.713111877441406</c:v>
                </c:pt>
                <c:pt idx="1885">
                  <c:v>79.792503356933594</c:v>
                </c:pt>
                <c:pt idx="1886">
                  <c:v>79.869812011718807</c:v>
                </c:pt>
                <c:pt idx="1887">
                  <c:v>79.950546264648395</c:v>
                </c:pt>
                <c:pt idx="1888">
                  <c:v>79.944320678710895</c:v>
                </c:pt>
                <c:pt idx="1889">
                  <c:v>79.946174621582003</c:v>
                </c:pt>
                <c:pt idx="1890">
                  <c:v>79.8714599609375</c:v>
                </c:pt>
                <c:pt idx="1891">
                  <c:v>79.934898376464801</c:v>
                </c:pt>
                <c:pt idx="1892">
                  <c:v>79.956008911132798</c:v>
                </c:pt>
                <c:pt idx="1893">
                  <c:v>79.889907836914105</c:v>
                </c:pt>
                <c:pt idx="1894">
                  <c:v>79.830795288085895</c:v>
                </c:pt>
                <c:pt idx="1895">
                  <c:v>79.936347961425795</c:v>
                </c:pt>
                <c:pt idx="1896">
                  <c:v>79.977264404296903</c:v>
                </c:pt>
                <c:pt idx="1897">
                  <c:v>79.942146301269503</c:v>
                </c:pt>
                <c:pt idx="1898">
                  <c:v>79.969650268554702</c:v>
                </c:pt>
                <c:pt idx="1899">
                  <c:v>80.069786071777301</c:v>
                </c:pt>
                <c:pt idx="1900">
                  <c:v>80.072982788085895</c:v>
                </c:pt>
                <c:pt idx="1901">
                  <c:v>80.107467651367202</c:v>
                </c:pt>
                <c:pt idx="1902">
                  <c:v>80.115531921386705</c:v>
                </c:pt>
                <c:pt idx="1903">
                  <c:v>80.105758666992202</c:v>
                </c:pt>
                <c:pt idx="1904">
                  <c:v>80.137466430664105</c:v>
                </c:pt>
                <c:pt idx="1905">
                  <c:v>80.193008422851605</c:v>
                </c:pt>
                <c:pt idx="1906">
                  <c:v>80.241172790527301</c:v>
                </c:pt>
                <c:pt idx="1907">
                  <c:v>80.258697509765597</c:v>
                </c:pt>
                <c:pt idx="1908">
                  <c:v>80.256736755371094</c:v>
                </c:pt>
                <c:pt idx="1909">
                  <c:v>80.245506286621094</c:v>
                </c:pt>
                <c:pt idx="1910">
                  <c:v>80.236152648925795</c:v>
                </c:pt>
                <c:pt idx="1911">
                  <c:v>80.2579345703125</c:v>
                </c:pt>
                <c:pt idx="1912">
                  <c:v>80.263641357421903</c:v>
                </c:pt>
                <c:pt idx="1913">
                  <c:v>80.275276184082003</c:v>
                </c:pt>
                <c:pt idx="1914">
                  <c:v>80.288490295410199</c:v>
                </c:pt>
                <c:pt idx="1915">
                  <c:v>80.283424377441406</c:v>
                </c:pt>
                <c:pt idx="1916">
                  <c:v>80.277328491210895</c:v>
                </c:pt>
                <c:pt idx="1917">
                  <c:v>80.281646728515597</c:v>
                </c:pt>
                <c:pt idx="1918">
                  <c:v>80.285018920898395</c:v>
                </c:pt>
                <c:pt idx="1919">
                  <c:v>80.289566040039105</c:v>
                </c:pt>
                <c:pt idx="1920">
                  <c:v>80.309959411621094</c:v>
                </c:pt>
                <c:pt idx="1921">
                  <c:v>80.300521850585895</c:v>
                </c:pt>
                <c:pt idx="1922">
                  <c:v>80.292884826660199</c:v>
                </c:pt>
                <c:pt idx="1923">
                  <c:v>80.299728393554702</c:v>
                </c:pt>
                <c:pt idx="1924">
                  <c:v>80.303634643554702</c:v>
                </c:pt>
                <c:pt idx="1925">
                  <c:v>80.306594848632798</c:v>
                </c:pt>
                <c:pt idx="1926">
                  <c:v>80.303321838378906</c:v>
                </c:pt>
                <c:pt idx="1927">
                  <c:v>80.296058654785199</c:v>
                </c:pt>
                <c:pt idx="1928">
                  <c:v>80.291419982910199</c:v>
                </c:pt>
                <c:pt idx="1929">
                  <c:v>80.298973083496094</c:v>
                </c:pt>
                <c:pt idx="1930">
                  <c:v>80.294166564941406</c:v>
                </c:pt>
                <c:pt idx="1931">
                  <c:v>80.307167053222699</c:v>
                </c:pt>
                <c:pt idx="1932">
                  <c:v>80.309013366699205</c:v>
                </c:pt>
                <c:pt idx="1933">
                  <c:v>80.308006286621094</c:v>
                </c:pt>
                <c:pt idx="1934">
                  <c:v>80.298187255859403</c:v>
                </c:pt>
                <c:pt idx="1935">
                  <c:v>80.340217590332003</c:v>
                </c:pt>
                <c:pt idx="1936">
                  <c:v>80.360542297363295</c:v>
                </c:pt>
                <c:pt idx="1937">
                  <c:v>80.417793273925795</c:v>
                </c:pt>
                <c:pt idx="1938">
                  <c:v>80.371543884277301</c:v>
                </c:pt>
                <c:pt idx="1939">
                  <c:v>80.384201049804702</c:v>
                </c:pt>
                <c:pt idx="1940">
                  <c:v>80.552658081054702</c:v>
                </c:pt>
                <c:pt idx="1941">
                  <c:v>80.5621337890625</c:v>
                </c:pt>
                <c:pt idx="1942">
                  <c:v>80.454063415527301</c:v>
                </c:pt>
                <c:pt idx="1943">
                  <c:v>80.476264953613295</c:v>
                </c:pt>
                <c:pt idx="1944">
                  <c:v>80.446784973144503</c:v>
                </c:pt>
                <c:pt idx="1945">
                  <c:v>80.443679809570298</c:v>
                </c:pt>
                <c:pt idx="1946">
                  <c:v>80.439857482910199</c:v>
                </c:pt>
                <c:pt idx="1947">
                  <c:v>80.433784484863295</c:v>
                </c:pt>
                <c:pt idx="1948">
                  <c:v>80.460617065429702</c:v>
                </c:pt>
                <c:pt idx="1949">
                  <c:v>80.471084594726605</c:v>
                </c:pt>
                <c:pt idx="1950">
                  <c:v>80.472106933593807</c:v>
                </c:pt>
                <c:pt idx="1951">
                  <c:v>80.610237121582003</c:v>
                </c:pt>
                <c:pt idx="1952">
                  <c:v>80.765861511230497</c:v>
                </c:pt>
                <c:pt idx="1953">
                  <c:v>80.820014953613295</c:v>
                </c:pt>
                <c:pt idx="1954">
                  <c:v>80.802947998046903</c:v>
                </c:pt>
                <c:pt idx="1955">
                  <c:v>80.873512268066406</c:v>
                </c:pt>
                <c:pt idx="1956">
                  <c:v>80.7969970703125</c:v>
                </c:pt>
                <c:pt idx="1957">
                  <c:v>80.835960388183594</c:v>
                </c:pt>
                <c:pt idx="1958">
                  <c:v>80.929214477539105</c:v>
                </c:pt>
                <c:pt idx="1959">
                  <c:v>80.942131042480497</c:v>
                </c:pt>
                <c:pt idx="1960">
                  <c:v>80.786911010742202</c:v>
                </c:pt>
                <c:pt idx="1961">
                  <c:v>80.866439819335895</c:v>
                </c:pt>
                <c:pt idx="1962">
                  <c:v>80.922309875488295</c:v>
                </c:pt>
                <c:pt idx="1963">
                  <c:v>81.031532287597699</c:v>
                </c:pt>
                <c:pt idx="1964">
                  <c:v>81.075492858886705</c:v>
                </c:pt>
                <c:pt idx="1965">
                  <c:v>81.109725952148395</c:v>
                </c:pt>
                <c:pt idx="1966">
                  <c:v>81.113410949707003</c:v>
                </c:pt>
                <c:pt idx="1967">
                  <c:v>81.152618408203097</c:v>
                </c:pt>
                <c:pt idx="1968">
                  <c:v>81.162406921386705</c:v>
                </c:pt>
                <c:pt idx="1969">
                  <c:v>81.135772705078097</c:v>
                </c:pt>
                <c:pt idx="1970">
                  <c:v>81.175910949707003</c:v>
                </c:pt>
                <c:pt idx="1971">
                  <c:v>81.214866638183594</c:v>
                </c:pt>
                <c:pt idx="1972">
                  <c:v>81.277435302734403</c:v>
                </c:pt>
                <c:pt idx="1973">
                  <c:v>81.286758422851605</c:v>
                </c:pt>
                <c:pt idx="1974">
                  <c:v>81.308029174804702</c:v>
                </c:pt>
                <c:pt idx="1975">
                  <c:v>81.448486328125</c:v>
                </c:pt>
                <c:pt idx="1976">
                  <c:v>81.560340881347699</c:v>
                </c:pt>
                <c:pt idx="1977">
                  <c:v>81.622985839843807</c:v>
                </c:pt>
                <c:pt idx="1978">
                  <c:v>81.6634521484375</c:v>
                </c:pt>
                <c:pt idx="1979">
                  <c:v>81.776725769042997</c:v>
                </c:pt>
                <c:pt idx="1980">
                  <c:v>81.775527954101605</c:v>
                </c:pt>
                <c:pt idx="1981">
                  <c:v>81.7889404296875</c:v>
                </c:pt>
                <c:pt idx="1982">
                  <c:v>81.843841552734403</c:v>
                </c:pt>
                <c:pt idx="1983">
                  <c:v>81.897178649902301</c:v>
                </c:pt>
                <c:pt idx="1984">
                  <c:v>81.914932250976605</c:v>
                </c:pt>
                <c:pt idx="1985">
                  <c:v>81.926834106445298</c:v>
                </c:pt>
                <c:pt idx="1986">
                  <c:v>81.943405151367202</c:v>
                </c:pt>
                <c:pt idx="1987">
                  <c:v>81.958099365234403</c:v>
                </c:pt>
                <c:pt idx="1988">
                  <c:v>81.973243713378906</c:v>
                </c:pt>
                <c:pt idx="1989">
                  <c:v>81.978073120117202</c:v>
                </c:pt>
                <c:pt idx="1990">
                  <c:v>81.987648010253906</c:v>
                </c:pt>
                <c:pt idx="1991">
                  <c:v>82.004035949707003</c:v>
                </c:pt>
                <c:pt idx="1992">
                  <c:v>81.999328613281307</c:v>
                </c:pt>
                <c:pt idx="1993">
                  <c:v>82.012557983398395</c:v>
                </c:pt>
                <c:pt idx="1994">
                  <c:v>82.055747985839801</c:v>
                </c:pt>
                <c:pt idx="1995">
                  <c:v>82.082618713378906</c:v>
                </c:pt>
                <c:pt idx="1996">
                  <c:v>82.076713562011705</c:v>
                </c:pt>
                <c:pt idx="1997">
                  <c:v>82.076736450195298</c:v>
                </c:pt>
                <c:pt idx="1998">
                  <c:v>82.087821960449205</c:v>
                </c:pt>
                <c:pt idx="1999">
                  <c:v>82.088882446289105</c:v>
                </c:pt>
                <c:pt idx="2000">
                  <c:v>82.112945556640597</c:v>
                </c:pt>
                <c:pt idx="2001">
                  <c:v>82.129753112792997</c:v>
                </c:pt>
                <c:pt idx="2002">
                  <c:v>82.157127380371094</c:v>
                </c:pt>
                <c:pt idx="2003">
                  <c:v>82.202339172363295</c:v>
                </c:pt>
                <c:pt idx="2004">
                  <c:v>82.207443237304702</c:v>
                </c:pt>
                <c:pt idx="2005">
                  <c:v>82.239677429199205</c:v>
                </c:pt>
                <c:pt idx="2006">
                  <c:v>82.251602172851605</c:v>
                </c:pt>
                <c:pt idx="2007">
                  <c:v>82.279747009277301</c:v>
                </c:pt>
                <c:pt idx="2008">
                  <c:v>82.276504516601605</c:v>
                </c:pt>
                <c:pt idx="2009">
                  <c:v>82.2926025390625</c:v>
                </c:pt>
                <c:pt idx="2010">
                  <c:v>82.333381652832003</c:v>
                </c:pt>
                <c:pt idx="2011">
                  <c:v>82.352729797363295</c:v>
                </c:pt>
                <c:pt idx="2012">
                  <c:v>82.369285583496094</c:v>
                </c:pt>
                <c:pt idx="2013">
                  <c:v>82.387741088867202</c:v>
                </c:pt>
                <c:pt idx="2014">
                  <c:v>82.379714965820298</c:v>
                </c:pt>
                <c:pt idx="2015">
                  <c:v>82.384857177734403</c:v>
                </c:pt>
                <c:pt idx="2016">
                  <c:v>82.384666442871094</c:v>
                </c:pt>
                <c:pt idx="2017">
                  <c:v>82.396301269531307</c:v>
                </c:pt>
                <c:pt idx="2018">
                  <c:v>82.393592834472699</c:v>
                </c:pt>
                <c:pt idx="2019">
                  <c:v>82.372276306152301</c:v>
                </c:pt>
                <c:pt idx="2020">
                  <c:v>82.368713378906307</c:v>
                </c:pt>
                <c:pt idx="2021">
                  <c:v>82.377510070800795</c:v>
                </c:pt>
                <c:pt idx="2022">
                  <c:v>82.390357971191406</c:v>
                </c:pt>
                <c:pt idx="2023">
                  <c:v>82.399215698242202</c:v>
                </c:pt>
                <c:pt idx="2024">
                  <c:v>82.412376403808594</c:v>
                </c:pt>
                <c:pt idx="2025">
                  <c:v>82.409973144531307</c:v>
                </c:pt>
                <c:pt idx="2026">
                  <c:v>82.386245727539105</c:v>
                </c:pt>
                <c:pt idx="2027">
                  <c:v>82.398986816406307</c:v>
                </c:pt>
                <c:pt idx="2028">
                  <c:v>82.410903930664105</c:v>
                </c:pt>
                <c:pt idx="2029">
                  <c:v>82.422119140625</c:v>
                </c:pt>
                <c:pt idx="2030">
                  <c:v>82.431243896484403</c:v>
                </c:pt>
                <c:pt idx="2031">
                  <c:v>82.423828125</c:v>
                </c:pt>
                <c:pt idx="2032">
                  <c:v>82.411628723144503</c:v>
                </c:pt>
                <c:pt idx="2033">
                  <c:v>82.420379638671903</c:v>
                </c:pt>
                <c:pt idx="2034">
                  <c:v>82.429122924804702</c:v>
                </c:pt>
                <c:pt idx="2035">
                  <c:v>82.432518005371094</c:v>
                </c:pt>
                <c:pt idx="2036">
                  <c:v>82.429893493652301</c:v>
                </c:pt>
                <c:pt idx="2037">
                  <c:v>82.419403076171903</c:v>
                </c:pt>
                <c:pt idx="2038">
                  <c:v>82.404342651367202</c:v>
                </c:pt>
                <c:pt idx="2039">
                  <c:v>82.408874511718807</c:v>
                </c:pt>
                <c:pt idx="2040">
                  <c:v>82.4273681640625</c:v>
                </c:pt>
                <c:pt idx="2041">
                  <c:v>82.419219970703097</c:v>
                </c:pt>
                <c:pt idx="2042">
                  <c:v>82.413612365722699</c:v>
                </c:pt>
                <c:pt idx="2043">
                  <c:v>82.424110412597699</c:v>
                </c:pt>
                <c:pt idx="2044">
                  <c:v>82.464378356933594</c:v>
                </c:pt>
                <c:pt idx="2045">
                  <c:v>82.461532592773395</c:v>
                </c:pt>
                <c:pt idx="2046">
                  <c:v>82.436744689941406</c:v>
                </c:pt>
                <c:pt idx="2047">
                  <c:v>82.459243774414105</c:v>
                </c:pt>
                <c:pt idx="2048">
                  <c:v>82.509796142578097</c:v>
                </c:pt>
                <c:pt idx="2049">
                  <c:v>82.498138427734403</c:v>
                </c:pt>
                <c:pt idx="2050">
                  <c:v>82.464370727539105</c:v>
                </c:pt>
                <c:pt idx="2051">
                  <c:v>82.458175659179702</c:v>
                </c:pt>
                <c:pt idx="2052">
                  <c:v>82.484130859375</c:v>
                </c:pt>
                <c:pt idx="2053">
                  <c:v>82.482009887695298</c:v>
                </c:pt>
                <c:pt idx="2054">
                  <c:v>82.427818298339801</c:v>
                </c:pt>
                <c:pt idx="2055">
                  <c:v>82.412727355957003</c:v>
                </c:pt>
                <c:pt idx="2056">
                  <c:v>82.406600952148395</c:v>
                </c:pt>
                <c:pt idx="2057">
                  <c:v>82.413543701171903</c:v>
                </c:pt>
                <c:pt idx="2058">
                  <c:v>82.415809631347699</c:v>
                </c:pt>
                <c:pt idx="2059">
                  <c:v>82.389717102050795</c:v>
                </c:pt>
                <c:pt idx="2060">
                  <c:v>82.401466369628906</c:v>
                </c:pt>
                <c:pt idx="2061">
                  <c:v>82.392272949218807</c:v>
                </c:pt>
                <c:pt idx="2062">
                  <c:v>82.389801025390597</c:v>
                </c:pt>
                <c:pt idx="2063">
                  <c:v>82.419303894042997</c:v>
                </c:pt>
                <c:pt idx="2064">
                  <c:v>82.363929748535199</c:v>
                </c:pt>
                <c:pt idx="2065">
                  <c:v>82.334747314453097</c:v>
                </c:pt>
                <c:pt idx="2066">
                  <c:v>82.341018676757798</c:v>
                </c:pt>
                <c:pt idx="2067">
                  <c:v>82.339508056640597</c:v>
                </c:pt>
                <c:pt idx="2068">
                  <c:v>82.302040100097699</c:v>
                </c:pt>
                <c:pt idx="2069">
                  <c:v>82.2572021484375</c:v>
                </c:pt>
                <c:pt idx="2070">
                  <c:v>82.248161315917997</c:v>
                </c:pt>
                <c:pt idx="2071">
                  <c:v>82.276161193847699</c:v>
                </c:pt>
                <c:pt idx="2072">
                  <c:v>82.255073547363295</c:v>
                </c:pt>
                <c:pt idx="2073">
                  <c:v>82.254997253417997</c:v>
                </c:pt>
                <c:pt idx="2074">
                  <c:v>82.244911193847699</c:v>
                </c:pt>
                <c:pt idx="2075">
                  <c:v>82.242477416992202</c:v>
                </c:pt>
                <c:pt idx="2076">
                  <c:v>82.216392517089801</c:v>
                </c:pt>
                <c:pt idx="2077">
                  <c:v>82.205886840820298</c:v>
                </c:pt>
                <c:pt idx="2078">
                  <c:v>82.211883544921903</c:v>
                </c:pt>
                <c:pt idx="2079">
                  <c:v>82.185165405273395</c:v>
                </c:pt>
                <c:pt idx="2080">
                  <c:v>82.163436889648395</c:v>
                </c:pt>
                <c:pt idx="2081">
                  <c:v>82.187149047851605</c:v>
                </c:pt>
                <c:pt idx="2082">
                  <c:v>82.132637023925795</c:v>
                </c:pt>
                <c:pt idx="2083">
                  <c:v>82.115882873535199</c:v>
                </c:pt>
                <c:pt idx="2084">
                  <c:v>82.121200561523395</c:v>
                </c:pt>
                <c:pt idx="2085">
                  <c:v>82.116729736328097</c:v>
                </c:pt>
                <c:pt idx="2086">
                  <c:v>82.071266174316406</c:v>
                </c:pt>
                <c:pt idx="2087">
                  <c:v>82.0472412109375</c:v>
                </c:pt>
                <c:pt idx="2088">
                  <c:v>82.034751892089801</c:v>
                </c:pt>
                <c:pt idx="2089">
                  <c:v>82.047752380371094</c:v>
                </c:pt>
                <c:pt idx="2090">
                  <c:v>82.032669067382798</c:v>
                </c:pt>
                <c:pt idx="2091">
                  <c:v>82.016998291015597</c:v>
                </c:pt>
                <c:pt idx="2092">
                  <c:v>82.000740051269503</c:v>
                </c:pt>
                <c:pt idx="2093">
                  <c:v>81.990928649902301</c:v>
                </c:pt>
                <c:pt idx="2094">
                  <c:v>81.978569030761705</c:v>
                </c:pt>
                <c:pt idx="2095">
                  <c:v>81.977317810058594</c:v>
                </c:pt>
                <c:pt idx="2096">
                  <c:v>81.975509643554702</c:v>
                </c:pt>
                <c:pt idx="2097">
                  <c:v>81.968711853027301</c:v>
                </c:pt>
                <c:pt idx="2098">
                  <c:v>81.976577758789105</c:v>
                </c:pt>
                <c:pt idx="2099">
                  <c:v>81.971733093261705</c:v>
                </c:pt>
                <c:pt idx="2100">
                  <c:v>81.9708251953125</c:v>
                </c:pt>
                <c:pt idx="2101">
                  <c:v>81.975036621093807</c:v>
                </c:pt>
                <c:pt idx="2102">
                  <c:v>81.970443725585895</c:v>
                </c:pt>
                <c:pt idx="2103">
                  <c:v>81.953765869140597</c:v>
                </c:pt>
                <c:pt idx="2104">
                  <c:v>81.934188842773395</c:v>
                </c:pt>
                <c:pt idx="2105">
                  <c:v>81.935272216796903</c:v>
                </c:pt>
                <c:pt idx="2106">
                  <c:v>81.932662963867202</c:v>
                </c:pt>
                <c:pt idx="2107">
                  <c:v>81.919853210449205</c:v>
                </c:pt>
                <c:pt idx="2108">
                  <c:v>81.873580932617202</c:v>
                </c:pt>
                <c:pt idx="2109">
                  <c:v>81.831329345703097</c:v>
                </c:pt>
                <c:pt idx="2110">
                  <c:v>81.817771911621094</c:v>
                </c:pt>
                <c:pt idx="2111">
                  <c:v>81.812683105468807</c:v>
                </c:pt>
                <c:pt idx="2112">
                  <c:v>81.718566894531307</c:v>
                </c:pt>
                <c:pt idx="2113">
                  <c:v>81.711616516113295</c:v>
                </c:pt>
                <c:pt idx="2114">
                  <c:v>81.697929382324205</c:v>
                </c:pt>
                <c:pt idx="2115">
                  <c:v>81.6263427734375</c:v>
                </c:pt>
                <c:pt idx="2116">
                  <c:v>81.543914794921903</c:v>
                </c:pt>
                <c:pt idx="2117">
                  <c:v>81.527748107910199</c:v>
                </c:pt>
                <c:pt idx="2118">
                  <c:v>81.559196472167997</c:v>
                </c:pt>
                <c:pt idx="2119">
                  <c:v>81.473701477050795</c:v>
                </c:pt>
                <c:pt idx="2120">
                  <c:v>81.453834533691406</c:v>
                </c:pt>
                <c:pt idx="2121">
                  <c:v>81.426612854003906</c:v>
                </c:pt>
                <c:pt idx="2122">
                  <c:v>81.378479003906307</c:v>
                </c:pt>
                <c:pt idx="2123">
                  <c:v>81.341102600097699</c:v>
                </c:pt>
                <c:pt idx="2124">
                  <c:v>81.3001708984375</c:v>
                </c:pt>
                <c:pt idx="2125">
                  <c:v>81.315528869628906</c:v>
                </c:pt>
                <c:pt idx="2126">
                  <c:v>81.347694396972699</c:v>
                </c:pt>
                <c:pt idx="2127">
                  <c:v>81.302421569824205</c:v>
                </c:pt>
                <c:pt idx="2128">
                  <c:v>81.276016235351605</c:v>
                </c:pt>
                <c:pt idx="2129">
                  <c:v>81.261924743652301</c:v>
                </c:pt>
                <c:pt idx="2130">
                  <c:v>81.226814270019503</c:v>
                </c:pt>
                <c:pt idx="2131">
                  <c:v>81.195610046386705</c:v>
                </c:pt>
                <c:pt idx="2132">
                  <c:v>81.166290283203097</c:v>
                </c:pt>
                <c:pt idx="2133">
                  <c:v>81.196159362792997</c:v>
                </c:pt>
                <c:pt idx="2134">
                  <c:v>81.232986450195298</c:v>
                </c:pt>
                <c:pt idx="2135">
                  <c:v>81.216567993164105</c:v>
                </c:pt>
                <c:pt idx="2136">
                  <c:v>81.198844909667997</c:v>
                </c:pt>
                <c:pt idx="2137">
                  <c:v>81.209274291992202</c:v>
                </c:pt>
                <c:pt idx="2138">
                  <c:v>81.185440063476605</c:v>
                </c:pt>
                <c:pt idx="2139">
                  <c:v>81.167617797851605</c:v>
                </c:pt>
                <c:pt idx="2140">
                  <c:v>81.185714721679702</c:v>
                </c:pt>
                <c:pt idx="2141">
                  <c:v>81.194274902343807</c:v>
                </c:pt>
                <c:pt idx="2142">
                  <c:v>81.173362731933594</c:v>
                </c:pt>
                <c:pt idx="2143">
                  <c:v>81.138648986816406</c:v>
                </c:pt>
                <c:pt idx="2144">
                  <c:v>81.1376953125</c:v>
                </c:pt>
                <c:pt idx="2145">
                  <c:v>81.143638610839801</c:v>
                </c:pt>
                <c:pt idx="2146">
                  <c:v>81.122093200683594</c:v>
                </c:pt>
                <c:pt idx="2147">
                  <c:v>81.119689941406307</c:v>
                </c:pt>
                <c:pt idx="2148">
                  <c:v>81.136703491210895</c:v>
                </c:pt>
                <c:pt idx="2149">
                  <c:v>81.131118774414105</c:v>
                </c:pt>
                <c:pt idx="2150">
                  <c:v>81.117912292480497</c:v>
                </c:pt>
                <c:pt idx="2151">
                  <c:v>81.133750915527301</c:v>
                </c:pt>
                <c:pt idx="2152">
                  <c:v>81.09814453125</c:v>
                </c:pt>
                <c:pt idx="2153">
                  <c:v>81.129722595214801</c:v>
                </c:pt>
                <c:pt idx="2154">
                  <c:v>81.120590209960895</c:v>
                </c:pt>
                <c:pt idx="2155">
                  <c:v>81.096244812011705</c:v>
                </c:pt>
                <c:pt idx="2156">
                  <c:v>81.090843200683594</c:v>
                </c:pt>
                <c:pt idx="2157">
                  <c:v>81.0831298828125</c:v>
                </c:pt>
                <c:pt idx="2158">
                  <c:v>81.011795043945298</c:v>
                </c:pt>
                <c:pt idx="2159">
                  <c:v>81.010467529296903</c:v>
                </c:pt>
                <c:pt idx="2160">
                  <c:v>81.04296875</c:v>
                </c:pt>
                <c:pt idx="2161">
                  <c:v>81.079696655273395</c:v>
                </c:pt>
                <c:pt idx="2162">
                  <c:v>80.996315002441406</c:v>
                </c:pt>
                <c:pt idx="2163">
                  <c:v>80.960311889648395</c:v>
                </c:pt>
                <c:pt idx="2164">
                  <c:v>80.981346130371094</c:v>
                </c:pt>
                <c:pt idx="2165">
                  <c:v>80.994598388671903</c:v>
                </c:pt>
                <c:pt idx="2166">
                  <c:v>80.982673645019503</c:v>
                </c:pt>
                <c:pt idx="2167">
                  <c:v>81.010124206542997</c:v>
                </c:pt>
                <c:pt idx="2168">
                  <c:v>80.960617065429702</c:v>
                </c:pt>
                <c:pt idx="2169">
                  <c:v>81.055152893066406</c:v>
                </c:pt>
                <c:pt idx="2170">
                  <c:v>81.082786560058594</c:v>
                </c:pt>
                <c:pt idx="2171">
                  <c:v>81.101531982421903</c:v>
                </c:pt>
                <c:pt idx="2172">
                  <c:v>81.119270324707003</c:v>
                </c:pt>
                <c:pt idx="2173">
                  <c:v>81.111633300781307</c:v>
                </c:pt>
                <c:pt idx="2174">
                  <c:v>81.109603881835895</c:v>
                </c:pt>
                <c:pt idx="2175">
                  <c:v>81.097030639648395</c:v>
                </c:pt>
                <c:pt idx="2176">
                  <c:v>81.110603332519503</c:v>
                </c:pt>
                <c:pt idx="2177">
                  <c:v>81.142303466796903</c:v>
                </c:pt>
                <c:pt idx="2178">
                  <c:v>81.162918090820298</c:v>
                </c:pt>
                <c:pt idx="2179">
                  <c:v>81.198417663574205</c:v>
                </c:pt>
                <c:pt idx="2180">
                  <c:v>81.139900207519503</c:v>
                </c:pt>
                <c:pt idx="2181">
                  <c:v>81.150840759277301</c:v>
                </c:pt>
                <c:pt idx="2182">
                  <c:v>81.174621582031307</c:v>
                </c:pt>
                <c:pt idx="2183">
                  <c:v>81.224800109863295</c:v>
                </c:pt>
                <c:pt idx="2184">
                  <c:v>81.256256103515597</c:v>
                </c:pt>
                <c:pt idx="2185">
                  <c:v>81.235267639160199</c:v>
                </c:pt>
                <c:pt idx="2186">
                  <c:v>81.244438171386705</c:v>
                </c:pt>
                <c:pt idx="2187">
                  <c:v>81.374931335449205</c:v>
                </c:pt>
                <c:pt idx="2188">
                  <c:v>81.422317504882798</c:v>
                </c:pt>
                <c:pt idx="2189">
                  <c:v>81.518440246582003</c:v>
                </c:pt>
                <c:pt idx="2190">
                  <c:v>81.63134765625</c:v>
                </c:pt>
                <c:pt idx="2191">
                  <c:v>81.779022216796903</c:v>
                </c:pt>
                <c:pt idx="2192">
                  <c:v>81.836853027343807</c:v>
                </c:pt>
                <c:pt idx="2193">
                  <c:v>81.811462402343807</c:v>
                </c:pt>
                <c:pt idx="2194">
                  <c:v>81.830009460449205</c:v>
                </c:pt>
                <c:pt idx="2195">
                  <c:v>81.852378845214801</c:v>
                </c:pt>
                <c:pt idx="2196">
                  <c:v>81.869827270507798</c:v>
                </c:pt>
                <c:pt idx="2197">
                  <c:v>81.937294006347699</c:v>
                </c:pt>
                <c:pt idx="2198">
                  <c:v>81.9808349609375</c:v>
                </c:pt>
                <c:pt idx="2199">
                  <c:v>81.996719360351605</c:v>
                </c:pt>
                <c:pt idx="2200">
                  <c:v>82.0087890625</c:v>
                </c:pt>
                <c:pt idx="2201">
                  <c:v>82.039192199707003</c:v>
                </c:pt>
                <c:pt idx="2202">
                  <c:v>82.089645385742202</c:v>
                </c:pt>
                <c:pt idx="2203">
                  <c:v>82.153434753417997</c:v>
                </c:pt>
                <c:pt idx="2204">
                  <c:v>82.197990417480497</c:v>
                </c:pt>
                <c:pt idx="2205">
                  <c:v>82.277656555175795</c:v>
                </c:pt>
                <c:pt idx="2206">
                  <c:v>82.324302673339801</c:v>
                </c:pt>
                <c:pt idx="2207">
                  <c:v>82.348075866699205</c:v>
                </c:pt>
                <c:pt idx="2208">
                  <c:v>82.358222961425795</c:v>
                </c:pt>
                <c:pt idx="2209">
                  <c:v>82.36865234375</c:v>
                </c:pt>
                <c:pt idx="2210">
                  <c:v>82.4129638671875</c:v>
                </c:pt>
                <c:pt idx="2211">
                  <c:v>82.451858520507798</c:v>
                </c:pt>
                <c:pt idx="2212">
                  <c:v>82.475616455078097</c:v>
                </c:pt>
                <c:pt idx="2213">
                  <c:v>82.571632385253906</c:v>
                </c:pt>
                <c:pt idx="2214">
                  <c:v>82.604949951171903</c:v>
                </c:pt>
                <c:pt idx="2215">
                  <c:v>82.671676635742202</c:v>
                </c:pt>
                <c:pt idx="2216">
                  <c:v>82.666580200195298</c:v>
                </c:pt>
                <c:pt idx="2217">
                  <c:v>82.699989318847699</c:v>
                </c:pt>
                <c:pt idx="2218">
                  <c:v>82.743301391601605</c:v>
                </c:pt>
                <c:pt idx="2219">
                  <c:v>82.874031066894503</c:v>
                </c:pt>
                <c:pt idx="2220">
                  <c:v>82.965911865234403</c:v>
                </c:pt>
                <c:pt idx="2221">
                  <c:v>83.084266662597699</c:v>
                </c:pt>
                <c:pt idx="2222">
                  <c:v>83.187057495117202</c:v>
                </c:pt>
                <c:pt idx="2223">
                  <c:v>83.284202575683594</c:v>
                </c:pt>
                <c:pt idx="2224">
                  <c:v>83.421554565429702</c:v>
                </c:pt>
                <c:pt idx="2225">
                  <c:v>83.509414672851605</c:v>
                </c:pt>
                <c:pt idx="2226">
                  <c:v>83.551284790039105</c:v>
                </c:pt>
                <c:pt idx="2227">
                  <c:v>83.582771301269503</c:v>
                </c:pt>
                <c:pt idx="2228">
                  <c:v>83.597267150878906</c:v>
                </c:pt>
                <c:pt idx="2229">
                  <c:v>83.602043151855497</c:v>
                </c:pt>
                <c:pt idx="2230">
                  <c:v>83.604934692382798</c:v>
                </c:pt>
                <c:pt idx="2231">
                  <c:v>83.609680175781307</c:v>
                </c:pt>
                <c:pt idx="2232">
                  <c:v>83.622703552246094</c:v>
                </c:pt>
                <c:pt idx="2233">
                  <c:v>83.653289794921903</c:v>
                </c:pt>
                <c:pt idx="2234">
                  <c:v>83.679748535156307</c:v>
                </c:pt>
                <c:pt idx="2235">
                  <c:v>83.696174621582003</c:v>
                </c:pt>
                <c:pt idx="2236">
                  <c:v>83.720863342285199</c:v>
                </c:pt>
                <c:pt idx="2237">
                  <c:v>83.718727111816406</c:v>
                </c:pt>
                <c:pt idx="2238">
                  <c:v>83.753387451171903</c:v>
                </c:pt>
                <c:pt idx="2239">
                  <c:v>83.808731079101605</c:v>
                </c:pt>
                <c:pt idx="2240">
                  <c:v>83.8883056640625</c:v>
                </c:pt>
                <c:pt idx="2241">
                  <c:v>83.906898498535199</c:v>
                </c:pt>
                <c:pt idx="2242">
                  <c:v>83.906791687011705</c:v>
                </c:pt>
                <c:pt idx="2243">
                  <c:v>83.924842834472699</c:v>
                </c:pt>
                <c:pt idx="2244">
                  <c:v>83.997726440429702</c:v>
                </c:pt>
                <c:pt idx="2245">
                  <c:v>84.038642883300795</c:v>
                </c:pt>
                <c:pt idx="2246">
                  <c:v>84.084274291992202</c:v>
                </c:pt>
                <c:pt idx="2247">
                  <c:v>84.100807189941406</c:v>
                </c:pt>
                <c:pt idx="2248">
                  <c:v>84.092445373535199</c:v>
                </c:pt>
                <c:pt idx="2249">
                  <c:v>84.163238525390597</c:v>
                </c:pt>
                <c:pt idx="2250">
                  <c:v>84.214828491210895</c:v>
                </c:pt>
                <c:pt idx="2251">
                  <c:v>84.305702209472699</c:v>
                </c:pt>
                <c:pt idx="2252">
                  <c:v>84.373054504394503</c:v>
                </c:pt>
                <c:pt idx="2253">
                  <c:v>84.423896789550795</c:v>
                </c:pt>
                <c:pt idx="2254">
                  <c:v>84.445274353027301</c:v>
                </c:pt>
                <c:pt idx="2255">
                  <c:v>84.411079406738295</c:v>
                </c:pt>
                <c:pt idx="2256">
                  <c:v>84.449813842773395</c:v>
                </c:pt>
                <c:pt idx="2257">
                  <c:v>84.461746215820298</c:v>
                </c:pt>
                <c:pt idx="2258">
                  <c:v>84.476089477539105</c:v>
                </c:pt>
                <c:pt idx="2259">
                  <c:v>84.501312255859403</c:v>
                </c:pt>
                <c:pt idx="2260">
                  <c:v>84.5242919921875</c:v>
                </c:pt>
                <c:pt idx="2261">
                  <c:v>84.675964355468807</c:v>
                </c:pt>
                <c:pt idx="2262">
                  <c:v>84.652610778808594</c:v>
                </c:pt>
                <c:pt idx="2263">
                  <c:v>84.6668701171875</c:v>
                </c:pt>
                <c:pt idx="2264">
                  <c:v>84.652236938476605</c:v>
                </c:pt>
                <c:pt idx="2265">
                  <c:v>84.616310119628906</c:v>
                </c:pt>
                <c:pt idx="2266">
                  <c:v>84.624862670898395</c:v>
                </c:pt>
                <c:pt idx="2267">
                  <c:v>84.709297180175795</c:v>
                </c:pt>
                <c:pt idx="2268">
                  <c:v>84.692794799804702</c:v>
                </c:pt>
                <c:pt idx="2269">
                  <c:v>84.734611511230497</c:v>
                </c:pt>
                <c:pt idx="2270">
                  <c:v>84.788169860839801</c:v>
                </c:pt>
                <c:pt idx="2271">
                  <c:v>84.781066894531307</c:v>
                </c:pt>
                <c:pt idx="2272">
                  <c:v>84.802047729492202</c:v>
                </c:pt>
                <c:pt idx="2273">
                  <c:v>84.854537963867202</c:v>
                </c:pt>
                <c:pt idx="2274">
                  <c:v>84.886283874511705</c:v>
                </c:pt>
                <c:pt idx="2275">
                  <c:v>84.926033020019503</c:v>
                </c:pt>
                <c:pt idx="2276">
                  <c:v>84.940109252929702</c:v>
                </c:pt>
                <c:pt idx="2277">
                  <c:v>85.000007629394503</c:v>
                </c:pt>
                <c:pt idx="2278">
                  <c:v>85.0504150390625</c:v>
                </c:pt>
                <c:pt idx="2279">
                  <c:v>85.0592041015625</c:v>
                </c:pt>
                <c:pt idx="2280">
                  <c:v>85.072036743164105</c:v>
                </c:pt>
                <c:pt idx="2281">
                  <c:v>85.124649047851605</c:v>
                </c:pt>
                <c:pt idx="2282">
                  <c:v>85.141319274902301</c:v>
                </c:pt>
                <c:pt idx="2283">
                  <c:v>85.151519775390597</c:v>
                </c:pt>
                <c:pt idx="2284">
                  <c:v>85.147308349609403</c:v>
                </c:pt>
                <c:pt idx="2285">
                  <c:v>85.234405517578097</c:v>
                </c:pt>
                <c:pt idx="2286">
                  <c:v>85.398887634277301</c:v>
                </c:pt>
                <c:pt idx="2287">
                  <c:v>85.361419677734403</c:v>
                </c:pt>
                <c:pt idx="2288">
                  <c:v>85.299850463867202</c:v>
                </c:pt>
                <c:pt idx="2289">
                  <c:v>85.301605224609403</c:v>
                </c:pt>
                <c:pt idx="2290">
                  <c:v>85.324455261230497</c:v>
                </c:pt>
                <c:pt idx="2291">
                  <c:v>85.403884887695298</c:v>
                </c:pt>
                <c:pt idx="2292">
                  <c:v>85.445175170898395</c:v>
                </c:pt>
                <c:pt idx="2293">
                  <c:v>85.471916198730497</c:v>
                </c:pt>
                <c:pt idx="2294">
                  <c:v>85.519958496093807</c:v>
                </c:pt>
                <c:pt idx="2295">
                  <c:v>85.579559326171903</c:v>
                </c:pt>
                <c:pt idx="2296">
                  <c:v>85.6495361328125</c:v>
                </c:pt>
                <c:pt idx="2297">
                  <c:v>85.573799133300795</c:v>
                </c:pt>
                <c:pt idx="2298">
                  <c:v>85.578308105468807</c:v>
                </c:pt>
                <c:pt idx="2299">
                  <c:v>85.768806457519503</c:v>
                </c:pt>
                <c:pt idx="2300">
                  <c:v>85.870399475097699</c:v>
                </c:pt>
                <c:pt idx="2301">
                  <c:v>85.926208496093807</c:v>
                </c:pt>
                <c:pt idx="2302">
                  <c:v>86.061218261718807</c:v>
                </c:pt>
                <c:pt idx="2303">
                  <c:v>86.039291381835895</c:v>
                </c:pt>
                <c:pt idx="2304">
                  <c:v>85.923347473144503</c:v>
                </c:pt>
                <c:pt idx="2305">
                  <c:v>85.724792480468807</c:v>
                </c:pt>
                <c:pt idx="2306">
                  <c:v>85.783607482910199</c:v>
                </c:pt>
                <c:pt idx="2307">
                  <c:v>85.847129821777301</c:v>
                </c:pt>
                <c:pt idx="2308">
                  <c:v>85.884330749511705</c:v>
                </c:pt>
                <c:pt idx="2309">
                  <c:v>85.974205017089801</c:v>
                </c:pt>
                <c:pt idx="2310">
                  <c:v>86.011032104492202</c:v>
                </c:pt>
                <c:pt idx="2311">
                  <c:v>86.059875488281307</c:v>
                </c:pt>
                <c:pt idx="2312">
                  <c:v>86.0413818359375</c:v>
                </c:pt>
                <c:pt idx="2313">
                  <c:v>86.044204711914105</c:v>
                </c:pt>
                <c:pt idx="2314">
                  <c:v>86.017875671386705</c:v>
                </c:pt>
                <c:pt idx="2315">
                  <c:v>86.139854431152301</c:v>
                </c:pt>
                <c:pt idx="2316">
                  <c:v>86.167900085449205</c:v>
                </c:pt>
                <c:pt idx="2317">
                  <c:v>86.159828186035199</c:v>
                </c:pt>
                <c:pt idx="2318">
                  <c:v>86.224464416503906</c:v>
                </c:pt>
                <c:pt idx="2319">
                  <c:v>86.367958068847699</c:v>
                </c:pt>
                <c:pt idx="2320">
                  <c:v>86.339546203613295</c:v>
                </c:pt>
                <c:pt idx="2321">
                  <c:v>86.465896606445298</c:v>
                </c:pt>
                <c:pt idx="2322">
                  <c:v>86.540260314941406</c:v>
                </c:pt>
                <c:pt idx="2323">
                  <c:v>86.470344543457003</c:v>
                </c:pt>
                <c:pt idx="2324">
                  <c:v>86.298866271972699</c:v>
                </c:pt>
                <c:pt idx="2325">
                  <c:v>86.474014282226605</c:v>
                </c:pt>
                <c:pt idx="2326">
                  <c:v>86.396736145019503</c:v>
                </c:pt>
                <c:pt idx="2327">
                  <c:v>86.557479858398395</c:v>
                </c:pt>
                <c:pt idx="2328">
                  <c:v>86.690246582031307</c:v>
                </c:pt>
                <c:pt idx="2329">
                  <c:v>86.783660888671903</c:v>
                </c:pt>
                <c:pt idx="2330">
                  <c:v>86.799186706542997</c:v>
                </c:pt>
                <c:pt idx="2331">
                  <c:v>86.884490966796903</c:v>
                </c:pt>
                <c:pt idx="2332">
                  <c:v>86.859832763671903</c:v>
                </c:pt>
                <c:pt idx="2333">
                  <c:v>86.828529357910199</c:v>
                </c:pt>
                <c:pt idx="2334">
                  <c:v>86.843223571777301</c:v>
                </c:pt>
                <c:pt idx="2335">
                  <c:v>86.946876525878906</c:v>
                </c:pt>
                <c:pt idx="2336">
                  <c:v>87.032691955566406</c:v>
                </c:pt>
                <c:pt idx="2337">
                  <c:v>86.924911499023395</c:v>
                </c:pt>
                <c:pt idx="2338">
                  <c:v>87.142990112304702</c:v>
                </c:pt>
                <c:pt idx="2339">
                  <c:v>87.150886535644503</c:v>
                </c:pt>
                <c:pt idx="2340">
                  <c:v>87.281883239746094</c:v>
                </c:pt>
                <c:pt idx="2341">
                  <c:v>87.469192504882798</c:v>
                </c:pt>
                <c:pt idx="2342">
                  <c:v>87.438987731933594</c:v>
                </c:pt>
                <c:pt idx="2343">
                  <c:v>87.498626708984403</c:v>
                </c:pt>
                <c:pt idx="2344">
                  <c:v>87.505943298339801</c:v>
                </c:pt>
                <c:pt idx="2345">
                  <c:v>87.542533874511705</c:v>
                </c:pt>
                <c:pt idx="2346">
                  <c:v>87.606719970703097</c:v>
                </c:pt>
                <c:pt idx="2347">
                  <c:v>87.685073852539105</c:v>
                </c:pt>
                <c:pt idx="2348">
                  <c:v>87.784255981445298</c:v>
                </c:pt>
                <c:pt idx="2349">
                  <c:v>87.927032470703097</c:v>
                </c:pt>
                <c:pt idx="2350">
                  <c:v>88.040504455566406</c:v>
                </c:pt>
                <c:pt idx="2351">
                  <c:v>88.161003112792997</c:v>
                </c:pt>
                <c:pt idx="2352">
                  <c:v>88.105323791503906</c:v>
                </c:pt>
                <c:pt idx="2353">
                  <c:v>88.067543029785199</c:v>
                </c:pt>
                <c:pt idx="2354">
                  <c:v>88.162391662597699</c:v>
                </c:pt>
                <c:pt idx="2355">
                  <c:v>88.334640502929702</c:v>
                </c:pt>
                <c:pt idx="2356">
                  <c:v>88.44384765625</c:v>
                </c:pt>
                <c:pt idx="2357">
                  <c:v>88.499374389648395</c:v>
                </c:pt>
                <c:pt idx="2358">
                  <c:v>88.629180908203097</c:v>
                </c:pt>
                <c:pt idx="2359">
                  <c:v>88.668571472167997</c:v>
                </c:pt>
                <c:pt idx="2360">
                  <c:v>88.686424255371094</c:v>
                </c:pt>
                <c:pt idx="2361">
                  <c:v>88.636291503906307</c:v>
                </c:pt>
                <c:pt idx="2362">
                  <c:v>88.686828613281307</c:v>
                </c:pt>
                <c:pt idx="2363">
                  <c:v>88.622459411621094</c:v>
                </c:pt>
                <c:pt idx="2364">
                  <c:v>88.488945007324205</c:v>
                </c:pt>
                <c:pt idx="2365">
                  <c:v>88.493896484375</c:v>
                </c:pt>
                <c:pt idx="2366">
                  <c:v>88.5003662109375</c:v>
                </c:pt>
                <c:pt idx="2367">
                  <c:v>88.609764099121094</c:v>
                </c:pt>
                <c:pt idx="2368">
                  <c:v>88.606857299804702</c:v>
                </c:pt>
                <c:pt idx="2369">
                  <c:v>88.802497863769503</c:v>
                </c:pt>
                <c:pt idx="2370">
                  <c:v>88.7303466796875</c:v>
                </c:pt>
                <c:pt idx="2371">
                  <c:v>88.683807373046903</c:v>
                </c:pt>
                <c:pt idx="2372">
                  <c:v>88.899185180664105</c:v>
                </c:pt>
                <c:pt idx="2373">
                  <c:v>88.887145996093807</c:v>
                </c:pt>
                <c:pt idx="2374">
                  <c:v>88.932106018066406</c:v>
                </c:pt>
                <c:pt idx="2375">
                  <c:v>88.900680541992202</c:v>
                </c:pt>
                <c:pt idx="2376">
                  <c:v>88.823692321777301</c:v>
                </c:pt>
                <c:pt idx="2377">
                  <c:v>88.966133117675795</c:v>
                </c:pt>
                <c:pt idx="2378">
                  <c:v>88.883529663085895</c:v>
                </c:pt>
                <c:pt idx="2379">
                  <c:v>88.949943542480497</c:v>
                </c:pt>
                <c:pt idx="2380">
                  <c:v>89.052757263183594</c:v>
                </c:pt>
                <c:pt idx="2381">
                  <c:v>88.996223449707003</c:v>
                </c:pt>
                <c:pt idx="2382">
                  <c:v>88.950492858886705</c:v>
                </c:pt>
                <c:pt idx="2383">
                  <c:v>89.047866821289105</c:v>
                </c:pt>
                <c:pt idx="2384">
                  <c:v>89.057243347167997</c:v>
                </c:pt>
                <c:pt idx="2385">
                  <c:v>88.856864929199205</c:v>
                </c:pt>
                <c:pt idx="2386">
                  <c:v>88.908653259277301</c:v>
                </c:pt>
                <c:pt idx="2387">
                  <c:v>89.002510070800795</c:v>
                </c:pt>
                <c:pt idx="2388">
                  <c:v>89.244789123535199</c:v>
                </c:pt>
                <c:pt idx="2389">
                  <c:v>89.096359252929702</c:v>
                </c:pt>
                <c:pt idx="2390">
                  <c:v>89.137046813964801</c:v>
                </c:pt>
                <c:pt idx="2391">
                  <c:v>89.089378356933594</c:v>
                </c:pt>
                <c:pt idx="2392">
                  <c:v>89.018547058105497</c:v>
                </c:pt>
                <c:pt idx="2393">
                  <c:v>89.284797668457003</c:v>
                </c:pt>
                <c:pt idx="2394">
                  <c:v>89.322624206542997</c:v>
                </c:pt>
                <c:pt idx="2395">
                  <c:v>89.256973266601605</c:v>
                </c:pt>
                <c:pt idx="2396">
                  <c:v>89.250915527343807</c:v>
                </c:pt>
                <c:pt idx="2397">
                  <c:v>89.201934814453097</c:v>
                </c:pt>
                <c:pt idx="2398">
                  <c:v>89.105438232421903</c:v>
                </c:pt>
                <c:pt idx="2399">
                  <c:v>89.112998962402301</c:v>
                </c:pt>
                <c:pt idx="2400">
                  <c:v>89.286430358886705</c:v>
                </c:pt>
                <c:pt idx="2401">
                  <c:v>89.161209106445298</c:v>
                </c:pt>
                <c:pt idx="2402">
                  <c:v>89.13818359375</c:v>
                </c:pt>
                <c:pt idx="2403">
                  <c:v>89.091705322265597</c:v>
                </c:pt>
                <c:pt idx="2404">
                  <c:v>88.967132568359403</c:v>
                </c:pt>
                <c:pt idx="2405">
                  <c:v>88.792785644531307</c:v>
                </c:pt>
                <c:pt idx="2406">
                  <c:v>88.693885803222699</c:v>
                </c:pt>
                <c:pt idx="2407">
                  <c:v>88.685607910156307</c:v>
                </c:pt>
                <c:pt idx="2408">
                  <c:v>88.591285705566406</c:v>
                </c:pt>
                <c:pt idx="2409">
                  <c:v>88.707618713378906</c:v>
                </c:pt>
                <c:pt idx="2410">
                  <c:v>88.909088134765597</c:v>
                </c:pt>
                <c:pt idx="2411">
                  <c:v>88.9454345703125</c:v>
                </c:pt>
                <c:pt idx="2412">
                  <c:v>88.684501647949205</c:v>
                </c:pt>
                <c:pt idx="2413">
                  <c:v>88.874542236328097</c:v>
                </c:pt>
                <c:pt idx="2414">
                  <c:v>88.860343933105497</c:v>
                </c:pt>
                <c:pt idx="2415">
                  <c:v>88.873435974121094</c:v>
                </c:pt>
                <c:pt idx="2416">
                  <c:v>88.880584716796903</c:v>
                </c:pt>
                <c:pt idx="2417">
                  <c:v>88.891624450683594</c:v>
                </c:pt>
                <c:pt idx="2418">
                  <c:v>88.834991455078097</c:v>
                </c:pt>
                <c:pt idx="2419">
                  <c:v>88.817497253417997</c:v>
                </c:pt>
                <c:pt idx="2420">
                  <c:v>88.730415344238295</c:v>
                </c:pt>
                <c:pt idx="2421">
                  <c:v>88.729705810546903</c:v>
                </c:pt>
                <c:pt idx="2422">
                  <c:v>88.689308166503906</c:v>
                </c:pt>
                <c:pt idx="2423">
                  <c:v>88.751304626464801</c:v>
                </c:pt>
                <c:pt idx="2424">
                  <c:v>88.946022033691406</c:v>
                </c:pt>
                <c:pt idx="2425">
                  <c:v>88.923767089843807</c:v>
                </c:pt>
                <c:pt idx="2426">
                  <c:v>88.852294921875</c:v>
                </c:pt>
                <c:pt idx="2427">
                  <c:v>88.782882690429702</c:v>
                </c:pt>
                <c:pt idx="2428">
                  <c:v>88.771415710449205</c:v>
                </c:pt>
                <c:pt idx="2429">
                  <c:v>88.780067443847699</c:v>
                </c:pt>
                <c:pt idx="2430">
                  <c:v>88.840507507324205</c:v>
                </c:pt>
                <c:pt idx="2431">
                  <c:v>88.765647888183594</c:v>
                </c:pt>
                <c:pt idx="2432">
                  <c:v>88.7672119140625</c:v>
                </c:pt>
                <c:pt idx="2433">
                  <c:v>88.780052185058594</c:v>
                </c:pt>
                <c:pt idx="2434">
                  <c:v>88.813484191894503</c:v>
                </c:pt>
                <c:pt idx="2435">
                  <c:v>88.805084228515597</c:v>
                </c:pt>
                <c:pt idx="2436">
                  <c:v>88.691719055175795</c:v>
                </c:pt>
                <c:pt idx="2437">
                  <c:v>88.758880615234403</c:v>
                </c:pt>
                <c:pt idx="2438">
                  <c:v>88.784782409667997</c:v>
                </c:pt>
                <c:pt idx="2439">
                  <c:v>88.662033081054702</c:v>
                </c:pt>
                <c:pt idx="2440">
                  <c:v>88.626937866210895</c:v>
                </c:pt>
                <c:pt idx="2441">
                  <c:v>88.6251220703125</c:v>
                </c:pt>
                <c:pt idx="2442">
                  <c:v>88.671707153320298</c:v>
                </c:pt>
                <c:pt idx="2443">
                  <c:v>88.610916137695298</c:v>
                </c:pt>
                <c:pt idx="2444">
                  <c:v>88.577468872070298</c:v>
                </c:pt>
                <c:pt idx="2445">
                  <c:v>88.592399597167997</c:v>
                </c:pt>
                <c:pt idx="2446">
                  <c:v>88.605270385742202</c:v>
                </c:pt>
                <c:pt idx="2447">
                  <c:v>88.605491638183594</c:v>
                </c:pt>
                <c:pt idx="2448">
                  <c:v>88.682891845703097</c:v>
                </c:pt>
                <c:pt idx="2449">
                  <c:v>88.596023559570298</c:v>
                </c:pt>
                <c:pt idx="2450">
                  <c:v>88.626602172851605</c:v>
                </c:pt>
                <c:pt idx="2451">
                  <c:v>88.519477844238295</c:v>
                </c:pt>
                <c:pt idx="2452">
                  <c:v>88.466842651367202</c:v>
                </c:pt>
                <c:pt idx="2453">
                  <c:v>88.513824462890597</c:v>
                </c:pt>
                <c:pt idx="2454">
                  <c:v>88.291023254394503</c:v>
                </c:pt>
                <c:pt idx="2455">
                  <c:v>88.203277587890597</c:v>
                </c:pt>
                <c:pt idx="2456">
                  <c:v>88.326530456542997</c:v>
                </c:pt>
                <c:pt idx="2457">
                  <c:v>88.443801879882798</c:v>
                </c:pt>
                <c:pt idx="2458">
                  <c:v>88.506355285644503</c:v>
                </c:pt>
                <c:pt idx="2459">
                  <c:v>88.447669982910199</c:v>
                </c:pt>
                <c:pt idx="2460">
                  <c:v>88.299270629882798</c:v>
                </c:pt>
                <c:pt idx="2461">
                  <c:v>88.187713623046903</c:v>
                </c:pt>
                <c:pt idx="2462">
                  <c:v>88.158477783203097</c:v>
                </c:pt>
                <c:pt idx="2463">
                  <c:v>88.0897216796875</c:v>
                </c:pt>
                <c:pt idx="2464">
                  <c:v>88.117286682128906</c:v>
                </c:pt>
                <c:pt idx="2465">
                  <c:v>88.139999389648395</c:v>
                </c:pt>
                <c:pt idx="2466">
                  <c:v>88.045021057128906</c:v>
                </c:pt>
                <c:pt idx="2467">
                  <c:v>88.036209106445298</c:v>
                </c:pt>
                <c:pt idx="2468">
                  <c:v>88.115821838378906</c:v>
                </c:pt>
                <c:pt idx="2469">
                  <c:v>88.095436096191406</c:v>
                </c:pt>
                <c:pt idx="2470">
                  <c:v>87.949417114257798</c:v>
                </c:pt>
                <c:pt idx="2471">
                  <c:v>88.002845764160199</c:v>
                </c:pt>
                <c:pt idx="2472">
                  <c:v>87.983528137207003</c:v>
                </c:pt>
                <c:pt idx="2473">
                  <c:v>88.040130615234403</c:v>
                </c:pt>
                <c:pt idx="2474">
                  <c:v>87.9849853515625</c:v>
                </c:pt>
                <c:pt idx="2475">
                  <c:v>87.898864746093807</c:v>
                </c:pt>
                <c:pt idx="2476">
                  <c:v>87.906837463378906</c:v>
                </c:pt>
                <c:pt idx="2477">
                  <c:v>87.9268798828125</c:v>
                </c:pt>
                <c:pt idx="2478">
                  <c:v>87.869041442871094</c:v>
                </c:pt>
                <c:pt idx="2479">
                  <c:v>87.899131774902301</c:v>
                </c:pt>
                <c:pt idx="2480">
                  <c:v>87.809883117675795</c:v>
                </c:pt>
                <c:pt idx="2481">
                  <c:v>87.796936035156307</c:v>
                </c:pt>
                <c:pt idx="2482">
                  <c:v>87.814079284667997</c:v>
                </c:pt>
                <c:pt idx="2483">
                  <c:v>87.703689575195298</c:v>
                </c:pt>
                <c:pt idx="2484">
                  <c:v>87.584426879882798</c:v>
                </c:pt>
                <c:pt idx="2485">
                  <c:v>87.653335571289105</c:v>
                </c:pt>
                <c:pt idx="2486">
                  <c:v>87.7498779296875</c:v>
                </c:pt>
                <c:pt idx="2487">
                  <c:v>87.660339355468807</c:v>
                </c:pt>
                <c:pt idx="2488">
                  <c:v>87.496688842773395</c:v>
                </c:pt>
                <c:pt idx="2489">
                  <c:v>87.436546325683594</c:v>
                </c:pt>
                <c:pt idx="2490">
                  <c:v>87.547546386718807</c:v>
                </c:pt>
                <c:pt idx="2491">
                  <c:v>87.429092407226605</c:v>
                </c:pt>
                <c:pt idx="2492">
                  <c:v>87.5753173828125</c:v>
                </c:pt>
                <c:pt idx="2493">
                  <c:v>87.533271789550795</c:v>
                </c:pt>
                <c:pt idx="2494">
                  <c:v>87.285591125488295</c:v>
                </c:pt>
                <c:pt idx="2495">
                  <c:v>87.328956604003906</c:v>
                </c:pt>
                <c:pt idx="2496">
                  <c:v>87.1151123046875</c:v>
                </c:pt>
                <c:pt idx="2497">
                  <c:v>87.220237731933594</c:v>
                </c:pt>
                <c:pt idx="2498">
                  <c:v>87.267669677734403</c:v>
                </c:pt>
                <c:pt idx="2499">
                  <c:v>87.136856079101605</c:v>
                </c:pt>
                <c:pt idx="2500">
                  <c:v>86.919181823730497</c:v>
                </c:pt>
                <c:pt idx="2501">
                  <c:v>87.120697021484403</c:v>
                </c:pt>
                <c:pt idx="2502">
                  <c:v>87.072517395019503</c:v>
                </c:pt>
                <c:pt idx="2503">
                  <c:v>87.002265930175795</c:v>
                </c:pt>
                <c:pt idx="2504">
                  <c:v>86.967735290527301</c:v>
                </c:pt>
                <c:pt idx="2505">
                  <c:v>86.878715515136705</c:v>
                </c:pt>
                <c:pt idx="2506">
                  <c:v>86.971267700195298</c:v>
                </c:pt>
                <c:pt idx="2507">
                  <c:v>86.914154052734403</c:v>
                </c:pt>
                <c:pt idx="2508">
                  <c:v>86.744361877441406</c:v>
                </c:pt>
                <c:pt idx="2509">
                  <c:v>86.720252990722699</c:v>
                </c:pt>
                <c:pt idx="2510">
                  <c:v>86.696868896484403</c:v>
                </c:pt>
                <c:pt idx="2511">
                  <c:v>86.610847473144503</c:v>
                </c:pt>
                <c:pt idx="2512">
                  <c:v>86.831695556640597</c:v>
                </c:pt>
                <c:pt idx="2513">
                  <c:v>86.713272094726605</c:v>
                </c:pt>
                <c:pt idx="2514">
                  <c:v>86.609939575195298</c:v>
                </c:pt>
                <c:pt idx="2515">
                  <c:v>86.489601135253906</c:v>
                </c:pt>
                <c:pt idx="2516">
                  <c:v>86.418426513671903</c:v>
                </c:pt>
                <c:pt idx="2517">
                  <c:v>86.297248840332003</c:v>
                </c:pt>
                <c:pt idx="2518">
                  <c:v>86.521476745605497</c:v>
                </c:pt>
                <c:pt idx="2519">
                  <c:v>86.642288208007798</c:v>
                </c:pt>
                <c:pt idx="2520">
                  <c:v>86.571174621582003</c:v>
                </c:pt>
                <c:pt idx="2521">
                  <c:v>86.488319396972699</c:v>
                </c:pt>
                <c:pt idx="2522">
                  <c:v>86.267112731933594</c:v>
                </c:pt>
                <c:pt idx="2523">
                  <c:v>86.22021484375</c:v>
                </c:pt>
                <c:pt idx="2524">
                  <c:v>86.157691955566406</c:v>
                </c:pt>
                <c:pt idx="2525">
                  <c:v>86.094039916992202</c:v>
                </c:pt>
                <c:pt idx="2526">
                  <c:v>86.072441101074205</c:v>
                </c:pt>
                <c:pt idx="2527">
                  <c:v>86.033958435058594</c:v>
                </c:pt>
                <c:pt idx="2528">
                  <c:v>86.006744384765597</c:v>
                </c:pt>
                <c:pt idx="2529">
                  <c:v>85.975486755371094</c:v>
                </c:pt>
                <c:pt idx="2530">
                  <c:v>85.962059020996094</c:v>
                </c:pt>
                <c:pt idx="2531">
                  <c:v>85.912788391113295</c:v>
                </c:pt>
                <c:pt idx="2532">
                  <c:v>85.961990356445298</c:v>
                </c:pt>
                <c:pt idx="2533">
                  <c:v>85.841041564941406</c:v>
                </c:pt>
                <c:pt idx="2534">
                  <c:v>85.823844909667997</c:v>
                </c:pt>
                <c:pt idx="2535">
                  <c:v>85.751785278320298</c:v>
                </c:pt>
                <c:pt idx="2536">
                  <c:v>85.753608703613295</c:v>
                </c:pt>
                <c:pt idx="2537">
                  <c:v>85.748847961425795</c:v>
                </c:pt>
                <c:pt idx="2538">
                  <c:v>85.717720031738295</c:v>
                </c:pt>
                <c:pt idx="2539">
                  <c:v>85.429595947265597</c:v>
                </c:pt>
                <c:pt idx="2540">
                  <c:v>85.371696472167997</c:v>
                </c:pt>
                <c:pt idx="2541">
                  <c:v>85.386917114257798</c:v>
                </c:pt>
                <c:pt idx="2542">
                  <c:v>85.566184997558594</c:v>
                </c:pt>
                <c:pt idx="2543">
                  <c:v>85.500984191894503</c:v>
                </c:pt>
                <c:pt idx="2544">
                  <c:v>85.419517517089801</c:v>
                </c:pt>
                <c:pt idx="2545">
                  <c:v>85.332160949707003</c:v>
                </c:pt>
                <c:pt idx="2546">
                  <c:v>85.308975219726605</c:v>
                </c:pt>
                <c:pt idx="2547">
                  <c:v>85.252029418945298</c:v>
                </c:pt>
                <c:pt idx="2548">
                  <c:v>85.285560607910199</c:v>
                </c:pt>
                <c:pt idx="2549">
                  <c:v>85.248504638671903</c:v>
                </c:pt>
                <c:pt idx="2550">
                  <c:v>85.206741333007798</c:v>
                </c:pt>
                <c:pt idx="2551">
                  <c:v>85.176399230957003</c:v>
                </c:pt>
                <c:pt idx="2552">
                  <c:v>85.125686645507798</c:v>
                </c:pt>
                <c:pt idx="2553">
                  <c:v>85.099456787109403</c:v>
                </c:pt>
                <c:pt idx="2554">
                  <c:v>85.130912780761705</c:v>
                </c:pt>
                <c:pt idx="2555">
                  <c:v>85.142364501953097</c:v>
                </c:pt>
                <c:pt idx="2556">
                  <c:v>85.141014099121094</c:v>
                </c:pt>
                <c:pt idx="2557">
                  <c:v>85.073509216308594</c:v>
                </c:pt>
                <c:pt idx="2558">
                  <c:v>85.046348571777301</c:v>
                </c:pt>
                <c:pt idx="2559">
                  <c:v>85.096458435058594</c:v>
                </c:pt>
                <c:pt idx="2560">
                  <c:v>85.036949157714801</c:v>
                </c:pt>
                <c:pt idx="2561">
                  <c:v>84.989295959472699</c:v>
                </c:pt>
                <c:pt idx="2562">
                  <c:v>84.934661865234403</c:v>
                </c:pt>
                <c:pt idx="2563">
                  <c:v>84.969200134277301</c:v>
                </c:pt>
                <c:pt idx="2564">
                  <c:v>85.040969848632798</c:v>
                </c:pt>
                <c:pt idx="2565">
                  <c:v>84.992912292480497</c:v>
                </c:pt>
                <c:pt idx="2566">
                  <c:v>85.018730163574205</c:v>
                </c:pt>
                <c:pt idx="2567">
                  <c:v>85.0125732421875</c:v>
                </c:pt>
                <c:pt idx="2568">
                  <c:v>84.976112365722699</c:v>
                </c:pt>
                <c:pt idx="2569">
                  <c:v>84.917869567871094</c:v>
                </c:pt>
                <c:pt idx="2570">
                  <c:v>84.955177307128906</c:v>
                </c:pt>
                <c:pt idx="2571">
                  <c:v>84.961746215820298</c:v>
                </c:pt>
                <c:pt idx="2572">
                  <c:v>85.003547668457003</c:v>
                </c:pt>
                <c:pt idx="2573">
                  <c:v>85.028717041015597</c:v>
                </c:pt>
                <c:pt idx="2574">
                  <c:v>84.935523986816406</c:v>
                </c:pt>
                <c:pt idx="2575">
                  <c:v>84.969062805175795</c:v>
                </c:pt>
                <c:pt idx="2576">
                  <c:v>84.917190551757798</c:v>
                </c:pt>
                <c:pt idx="2577">
                  <c:v>84.9510498046875</c:v>
                </c:pt>
                <c:pt idx="2578">
                  <c:v>84.966583251953097</c:v>
                </c:pt>
                <c:pt idx="2579">
                  <c:v>84.922523498535199</c:v>
                </c:pt>
                <c:pt idx="2580">
                  <c:v>84.926155090332003</c:v>
                </c:pt>
                <c:pt idx="2581">
                  <c:v>84.967468261718807</c:v>
                </c:pt>
                <c:pt idx="2582">
                  <c:v>85.009536743164105</c:v>
                </c:pt>
                <c:pt idx="2583">
                  <c:v>85.074684143066406</c:v>
                </c:pt>
                <c:pt idx="2584">
                  <c:v>85.035392761230497</c:v>
                </c:pt>
                <c:pt idx="2585">
                  <c:v>84.976348876953097</c:v>
                </c:pt>
                <c:pt idx="2586">
                  <c:v>84.971763610839801</c:v>
                </c:pt>
                <c:pt idx="2587">
                  <c:v>85.037437438964801</c:v>
                </c:pt>
                <c:pt idx="2588">
                  <c:v>85.072402954101605</c:v>
                </c:pt>
                <c:pt idx="2589">
                  <c:v>85.067634582519503</c:v>
                </c:pt>
                <c:pt idx="2590">
                  <c:v>84.931838989257798</c:v>
                </c:pt>
                <c:pt idx="2591">
                  <c:v>84.988082885742202</c:v>
                </c:pt>
                <c:pt idx="2592">
                  <c:v>84.961555480957003</c:v>
                </c:pt>
                <c:pt idx="2593">
                  <c:v>84.976051330566406</c:v>
                </c:pt>
                <c:pt idx="2594">
                  <c:v>85.047653198242202</c:v>
                </c:pt>
                <c:pt idx="2595">
                  <c:v>85.023124694824205</c:v>
                </c:pt>
                <c:pt idx="2596">
                  <c:v>85.009407043457003</c:v>
                </c:pt>
                <c:pt idx="2597">
                  <c:v>85.037490844726605</c:v>
                </c:pt>
                <c:pt idx="2598">
                  <c:v>84.9949951171875</c:v>
                </c:pt>
                <c:pt idx="2599">
                  <c:v>84.939407348632798</c:v>
                </c:pt>
                <c:pt idx="2600">
                  <c:v>84.924423217773395</c:v>
                </c:pt>
                <c:pt idx="2601">
                  <c:v>84.941688537597699</c:v>
                </c:pt>
                <c:pt idx="2602">
                  <c:v>84.909797668457003</c:v>
                </c:pt>
                <c:pt idx="2603">
                  <c:v>84.683181762695298</c:v>
                </c:pt>
                <c:pt idx="2604">
                  <c:v>84.730323791503906</c:v>
                </c:pt>
                <c:pt idx="2605">
                  <c:v>84.774948120117202</c:v>
                </c:pt>
                <c:pt idx="2606">
                  <c:v>84.835014343261705</c:v>
                </c:pt>
                <c:pt idx="2607">
                  <c:v>84.864219665527301</c:v>
                </c:pt>
                <c:pt idx="2608">
                  <c:v>84.790786743164105</c:v>
                </c:pt>
                <c:pt idx="2609">
                  <c:v>84.755821228027301</c:v>
                </c:pt>
                <c:pt idx="2610">
                  <c:v>84.823997497558594</c:v>
                </c:pt>
                <c:pt idx="2611">
                  <c:v>84.873046875</c:v>
                </c:pt>
                <c:pt idx="2612">
                  <c:v>84.895515441894503</c:v>
                </c:pt>
                <c:pt idx="2613">
                  <c:v>84.773574829101605</c:v>
                </c:pt>
                <c:pt idx="2614">
                  <c:v>84.789810180664105</c:v>
                </c:pt>
                <c:pt idx="2615">
                  <c:v>84.808181762695298</c:v>
                </c:pt>
                <c:pt idx="2616">
                  <c:v>84.788581848144503</c:v>
                </c:pt>
                <c:pt idx="2617">
                  <c:v>84.740379333496094</c:v>
                </c:pt>
                <c:pt idx="2618">
                  <c:v>84.696464538574205</c:v>
                </c:pt>
                <c:pt idx="2619">
                  <c:v>84.767753601074205</c:v>
                </c:pt>
                <c:pt idx="2620">
                  <c:v>84.842079162597699</c:v>
                </c:pt>
                <c:pt idx="2621">
                  <c:v>84.805656433105497</c:v>
                </c:pt>
                <c:pt idx="2622">
                  <c:v>84.680267333984403</c:v>
                </c:pt>
                <c:pt idx="2623">
                  <c:v>84.731597900390597</c:v>
                </c:pt>
                <c:pt idx="2624">
                  <c:v>84.708015441894503</c:v>
                </c:pt>
                <c:pt idx="2625">
                  <c:v>84.742401123046903</c:v>
                </c:pt>
                <c:pt idx="2626">
                  <c:v>84.563301086425795</c:v>
                </c:pt>
                <c:pt idx="2627">
                  <c:v>84.581871032714801</c:v>
                </c:pt>
                <c:pt idx="2628">
                  <c:v>84.648406982421903</c:v>
                </c:pt>
                <c:pt idx="2629">
                  <c:v>84.646942138671903</c:v>
                </c:pt>
                <c:pt idx="2630">
                  <c:v>84.708648681640597</c:v>
                </c:pt>
                <c:pt idx="2631">
                  <c:v>84.694595336914105</c:v>
                </c:pt>
                <c:pt idx="2632">
                  <c:v>84.659034729003906</c:v>
                </c:pt>
                <c:pt idx="2633">
                  <c:v>84.657920837402301</c:v>
                </c:pt>
                <c:pt idx="2634">
                  <c:v>84.669639587402301</c:v>
                </c:pt>
                <c:pt idx="2635">
                  <c:v>84.539131164550795</c:v>
                </c:pt>
                <c:pt idx="2636">
                  <c:v>84.555061340332003</c:v>
                </c:pt>
                <c:pt idx="2637">
                  <c:v>84.562332153320298</c:v>
                </c:pt>
                <c:pt idx="2638">
                  <c:v>84.581962585449205</c:v>
                </c:pt>
                <c:pt idx="2639">
                  <c:v>84.578834533691406</c:v>
                </c:pt>
                <c:pt idx="2640">
                  <c:v>84.606925964355497</c:v>
                </c:pt>
                <c:pt idx="2641">
                  <c:v>84.708671569824205</c:v>
                </c:pt>
                <c:pt idx="2642">
                  <c:v>84.645278930664105</c:v>
                </c:pt>
                <c:pt idx="2643">
                  <c:v>84.589241027832003</c:v>
                </c:pt>
                <c:pt idx="2644">
                  <c:v>84.579788208007798</c:v>
                </c:pt>
                <c:pt idx="2645">
                  <c:v>84.584068298339801</c:v>
                </c:pt>
                <c:pt idx="2646">
                  <c:v>84.651268005371094</c:v>
                </c:pt>
                <c:pt idx="2647">
                  <c:v>84.525009155273395</c:v>
                </c:pt>
                <c:pt idx="2648">
                  <c:v>84.435249328613295</c:v>
                </c:pt>
                <c:pt idx="2649">
                  <c:v>84.435379028320298</c:v>
                </c:pt>
                <c:pt idx="2650">
                  <c:v>84.469131469726605</c:v>
                </c:pt>
                <c:pt idx="2651">
                  <c:v>84.509162902832003</c:v>
                </c:pt>
                <c:pt idx="2652">
                  <c:v>84.517463684082003</c:v>
                </c:pt>
                <c:pt idx="2653">
                  <c:v>84.520347595214801</c:v>
                </c:pt>
                <c:pt idx="2654">
                  <c:v>84.506492614746094</c:v>
                </c:pt>
                <c:pt idx="2655">
                  <c:v>84.510589599609403</c:v>
                </c:pt>
                <c:pt idx="2656">
                  <c:v>84.4580078125</c:v>
                </c:pt>
                <c:pt idx="2657">
                  <c:v>84.407043457031307</c:v>
                </c:pt>
                <c:pt idx="2658">
                  <c:v>84.383483886718807</c:v>
                </c:pt>
                <c:pt idx="2659">
                  <c:v>84.419662475585895</c:v>
                </c:pt>
                <c:pt idx="2660">
                  <c:v>84.330505371093807</c:v>
                </c:pt>
                <c:pt idx="2661">
                  <c:v>84.262184143066406</c:v>
                </c:pt>
                <c:pt idx="2662">
                  <c:v>84.369285583496094</c:v>
                </c:pt>
                <c:pt idx="2663">
                  <c:v>84.323028564453097</c:v>
                </c:pt>
                <c:pt idx="2664">
                  <c:v>84.359291076660199</c:v>
                </c:pt>
                <c:pt idx="2665">
                  <c:v>84.354583740234403</c:v>
                </c:pt>
                <c:pt idx="2666">
                  <c:v>84.306526184082003</c:v>
                </c:pt>
                <c:pt idx="2667">
                  <c:v>84.274681091308594</c:v>
                </c:pt>
                <c:pt idx="2668">
                  <c:v>84.204444885253906</c:v>
                </c:pt>
                <c:pt idx="2669">
                  <c:v>84.178871154785199</c:v>
                </c:pt>
                <c:pt idx="2670">
                  <c:v>84.170944213867202</c:v>
                </c:pt>
                <c:pt idx="2671">
                  <c:v>84.065872192382798</c:v>
                </c:pt>
                <c:pt idx="2672">
                  <c:v>83.935226440429702</c:v>
                </c:pt>
                <c:pt idx="2673">
                  <c:v>83.859199523925795</c:v>
                </c:pt>
                <c:pt idx="2674">
                  <c:v>83.875778198242202</c:v>
                </c:pt>
                <c:pt idx="2675">
                  <c:v>83.845100402832003</c:v>
                </c:pt>
                <c:pt idx="2676">
                  <c:v>83.904258728027301</c:v>
                </c:pt>
                <c:pt idx="2677">
                  <c:v>83.876548767089801</c:v>
                </c:pt>
                <c:pt idx="2678">
                  <c:v>83.859214782714801</c:v>
                </c:pt>
                <c:pt idx="2679">
                  <c:v>83.790687561035199</c:v>
                </c:pt>
                <c:pt idx="2680">
                  <c:v>83.751976013183594</c:v>
                </c:pt>
                <c:pt idx="2681">
                  <c:v>83.748916625976605</c:v>
                </c:pt>
                <c:pt idx="2682">
                  <c:v>83.761566162109403</c:v>
                </c:pt>
                <c:pt idx="2683">
                  <c:v>83.744575500488295</c:v>
                </c:pt>
                <c:pt idx="2684">
                  <c:v>83.718391418457003</c:v>
                </c:pt>
                <c:pt idx="2685">
                  <c:v>83.689147949218807</c:v>
                </c:pt>
                <c:pt idx="2686">
                  <c:v>83.703910827636705</c:v>
                </c:pt>
                <c:pt idx="2687">
                  <c:v>83.658241271972699</c:v>
                </c:pt>
                <c:pt idx="2688">
                  <c:v>83.653701782226605</c:v>
                </c:pt>
                <c:pt idx="2689">
                  <c:v>83.688468933105497</c:v>
                </c:pt>
                <c:pt idx="2690">
                  <c:v>83.6575927734375</c:v>
                </c:pt>
                <c:pt idx="2691">
                  <c:v>83.647956848144503</c:v>
                </c:pt>
                <c:pt idx="2692">
                  <c:v>83.636543273925795</c:v>
                </c:pt>
                <c:pt idx="2693">
                  <c:v>83.628578186035199</c:v>
                </c:pt>
                <c:pt idx="2694">
                  <c:v>83.618392944335895</c:v>
                </c:pt>
                <c:pt idx="2695">
                  <c:v>83.535400390625</c:v>
                </c:pt>
                <c:pt idx="2696">
                  <c:v>83.544914245605497</c:v>
                </c:pt>
                <c:pt idx="2697">
                  <c:v>83.570518493652301</c:v>
                </c:pt>
                <c:pt idx="2698">
                  <c:v>83.542007446289105</c:v>
                </c:pt>
                <c:pt idx="2699">
                  <c:v>83.496910095214801</c:v>
                </c:pt>
                <c:pt idx="2700">
                  <c:v>83.550506591796903</c:v>
                </c:pt>
                <c:pt idx="2701">
                  <c:v>83.541091918945298</c:v>
                </c:pt>
                <c:pt idx="2702">
                  <c:v>83.503173828125</c:v>
                </c:pt>
                <c:pt idx="2703">
                  <c:v>83.511016845703097</c:v>
                </c:pt>
                <c:pt idx="2704">
                  <c:v>83.533103942871094</c:v>
                </c:pt>
                <c:pt idx="2705">
                  <c:v>83.570007324218807</c:v>
                </c:pt>
                <c:pt idx="2706">
                  <c:v>83.588897705078097</c:v>
                </c:pt>
                <c:pt idx="2707">
                  <c:v>83.577331542968807</c:v>
                </c:pt>
                <c:pt idx="2708">
                  <c:v>83.5364990234375</c:v>
                </c:pt>
                <c:pt idx="2709">
                  <c:v>83.460494995117202</c:v>
                </c:pt>
                <c:pt idx="2710">
                  <c:v>83.465232849121094</c:v>
                </c:pt>
                <c:pt idx="2711">
                  <c:v>83.490539550781307</c:v>
                </c:pt>
                <c:pt idx="2712">
                  <c:v>83.4005126953125</c:v>
                </c:pt>
                <c:pt idx="2713">
                  <c:v>83.309539794921903</c:v>
                </c:pt>
                <c:pt idx="2714">
                  <c:v>83.262580871582003</c:v>
                </c:pt>
                <c:pt idx="2715">
                  <c:v>83.176788330078097</c:v>
                </c:pt>
                <c:pt idx="2716">
                  <c:v>83.195396423339801</c:v>
                </c:pt>
                <c:pt idx="2717">
                  <c:v>83.352912902832003</c:v>
                </c:pt>
                <c:pt idx="2718">
                  <c:v>83.418998718261705</c:v>
                </c:pt>
                <c:pt idx="2719">
                  <c:v>83.365898132324205</c:v>
                </c:pt>
                <c:pt idx="2720">
                  <c:v>83.325492858886705</c:v>
                </c:pt>
                <c:pt idx="2721">
                  <c:v>83.102432250976605</c:v>
                </c:pt>
                <c:pt idx="2722">
                  <c:v>82.975212097167997</c:v>
                </c:pt>
                <c:pt idx="2723">
                  <c:v>83.007133483886705</c:v>
                </c:pt>
                <c:pt idx="2724">
                  <c:v>82.897789001464801</c:v>
                </c:pt>
                <c:pt idx="2725">
                  <c:v>82.894264221191406</c:v>
                </c:pt>
                <c:pt idx="2726">
                  <c:v>82.821151733398395</c:v>
                </c:pt>
                <c:pt idx="2727">
                  <c:v>82.771003723144503</c:v>
                </c:pt>
                <c:pt idx="2728">
                  <c:v>82.760322570800795</c:v>
                </c:pt>
                <c:pt idx="2729">
                  <c:v>82.740081787109403</c:v>
                </c:pt>
                <c:pt idx="2730">
                  <c:v>82.669906616210895</c:v>
                </c:pt>
                <c:pt idx="2731">
                  <c:v>82.622024536132798</c:v>
                </c:pt>
                <c:pt idx="2732">
                  <c:v>82.585861206054702</c:v>
                </c:pt>
                <c:pt idx="2733">
                  <c:v>82.550308227539105</c:v>
                </c:pt>
                <c:pt idx="2734">
                  <c:v>82.516128540039105</c:v>
                </c:pt>
                <c:pt idx="2735">
                  <c:v>82.507072448730497</c:v>
                </c:pt>
                <c:pt idx="2736">
                  <c:v>82.43310546875</c:v>
                </c:pt>
                <c:pt idx="2737">
                  <c:v>82.314163208007798</c:v>
                </c:pt>
                <c:pt idx="2738">
                  <c:v>82.187240600585895</c:v>
                </c:pt>
                <c:pt idx="2739">
                  <c:v>82.174934387207003</c:v>
                </c:pt>
                <c:pt idx="2740">
                  <c:v>82.159927368164105</c:v>
                </c:pt>
                <c:pt idx="2741">
                  <c:v>82.116226196289105</c:v>
                </c:pt>
                <c:pt idx="2742">
                  <c:v>82.063850402832003</c:v>
                </c:pt>
                <c:pt idx="2743">
                  <c:v>82.051902770996094</c:v>
                </c:pt>
                <c:pt idx="2744">
                  <c:v>82.054962158203097</c:v>
                </c:pt>
                <c:pt idx="2745">
                  <c:v>81.876541137695298</c:v>
                </c:pt>
                <c:pt idx="2746">
                  <c:v>81.866561889648395</c:v>
                </c:pt>
                <c:pt idx="2747">
                  <c:v>81.9224853515625</c:v>
                </c:pt>
                <c:pt idx="2748">
                  <c:v>81.965187072753906</c:v>
                </c:pt>
                <c:pt idx="2749">
                  <c:v>81.961212158203097</c:v>
                </c:pt>
                <c:pt idx="2750">
                  <c:v>81.933128356933594</c:v>
                </c:pt>
                <c:pt idx="2751">
                  <c:v>81.866813659667997</c:v>
                </c:pt>
                <c:pt idx="2752">
                  <c:v>81.790664672851605</c:v>
                </c:pt>
                <c:pt idx="2753">
                  <c:v>81.678031921386705</c:v>
                </c:pt>
                <c:pt idx="2754">
                  <c:v>81.624992370605497</c:v>
                </c:pt>
                <c:pt idx="2755">
                  <c:v>81.562492370605497</c:v>
                </c:pt>
                <c:pt idx="2756">
                  <c:v>81.551696777343807</c:v>
                </c:pt>
                <c:pt idx="2757">
                  <c:v>81.624069213867202</c:v>
                </c:pt>
                <c:pt idx="2758">
                  <c:v>81.487564086914105</c:v>
                </c:pt>
                <c:pt idx="2759">
                  <c:v>81.407928466796903</c:v>
                </c:pt>
                <c:pt idx="2760">
                  <c:v>81.346870422363295</c:v>
                </c:pt>
                <c:pt idx="2761">
                  <c:v>81.332603454589801</c:v>
                </c:pt>
                <c:pt idx="2762">
                  <c:v>81.331130981445298</c:v>
                </c:pt>
                <c:pt idx="2763">
                  <c:v>81.267280578613295</c:v>
                </c:pt>
                <c:pt idx="2764">
                  <c:v>81.183830261230497</c:v>
                </c:pt>
                <c:pt idx="2765">
                  <c:v>81.1124267578125</c:v>
                </c:pt>
                <c:pt idx="2766">
                  <c:v>80.918434143066406</c:v>
                </c:pt>
                <c:pt idx="2767">
                  <c:v>80.899032592773395</c:v>
                </c:pt>
                <c:pt idx="2768">
                  <c:v>80.820793151855497</c:v>
                </c:pt>
                <c:pt idx="2769">
                  <c:v>80.791717529296903</c:v>
                </c:pt>
                <c:pt idx="2770">
                  <c:v>80.664199829101605</c:v>
                </c:pt>
                <c:pt idx="2771">
                  <c:v>80.536224365234403</c:v>
                </c:pt>
                <c:pt idx="2772">
                  <c:v>80.420242309570298</c:v>
                </c:pt>
                <c:pt idx="2773">
                  <c:v>80.361534118652301</c:v>
                </c:pt>
                <c:pt idx="2774">
                  <c:v>80.334709167480497</c:v>
                </c:pt>
                <c:pt idx="2775">
                  <c:v>80.319015502929702</c:v>
                </c:pt>
                <c:pt idx="2776">
                  <c:v>80.322257995605497</c:v>
                </c:pt>
                <c:pt idx="2777">
                  <c:v>80.247772216796903</c:v>
                </c:pt>
                <c:pt idx="2778">
                  <c:v>80.249084472656307</c:v>
                </c:pt>
                <c:pt idx="2779">
                  <c:v>80.271881103515597</c:v>
                </c:pt>
                <c:pt idx="2780">
                  <c:v>80.257591247558594</c:v>
                </c:pt>
                <c:pt idx="2781">
                  <c:v>80.257522583007798</c:v>
                </c:pt>
                <c:pt idx="2782">
                  <c:v>80.247795104980497</c:v>
                </c:pt>
                <c:pt idx="2783">
                  <c:v>80.209197998046903</c:v>
                </c:pt>
                <c:pt idx="2784">
                  <c:v>80.150222778320298</c:v>
                </c:pt>
                <c:pt idx="2785">
                  <c:v>80.108078002929702</c:v>
                </c:pt>
                <c:pt idx="2786">
                  <c:v>80.103515625</c:v>
                </c:pt>
                <c:pt idx="2787">
                  <c:v>80.033134460449205</c:v>
                </c:pt>
                <c:pt idx="2788">
                  <c:v>79.967864990234403</c:v>
                </c:pt>
                <c:pt idx="2789">
                  <c:v>79.871620178222699</c:v>
                </c:pt>
                <c:pt idx="2790">
                  <c:v>79.762451171875</c:v>
                </c:pt>
                <c:pt idx="2791">
                  <c:v>79.681297302246094</c:v>
                </c:pt>
                <c:pt idx="2792">
                  <c:v>79.622940063476605</c:v>
                </c:pt>
                <c:pt idx="2793">
                  <c:v>79.570426940917997</c:v>
                </c:pt>
                <c:pt idx="2794">
                  <c:v>79.551719665527301</c:v>
                </c:pt>
                <c:pt idx="2795">
                  <c:v>79.516921997070298</c:v>
                </c:pt>
                <c:pt idx="2796">
                  <c:v>79.496177673339801</c:v>
                </c:pt>
                <c:pt idx="2797">
                  <c:v>79.460594177246094</c:v>
                </c:pt>
                <c:pt idx="2798">
                  <c:v>79.412330627441406</c:v>
                </c:pt>
                <c:pt idx="2799">
                  <c:v>79.274749755859403</c:v>
                </c:pt>
                <c:pt idx="2800">
                  <c:v>79.277534484863295</c:v>
                </c:pt>
                <c:pt idx="2801">
                  <c:v>79.269538879394503</c:v>
                </c:pt>
                <c:pt idx="2802">
                  <c:v>79.269569396972699</c:v>
                </c:pt>
                <c:pt idx="2803">
                  <c:v>79.206367492675795</c:v>
                </c:pt>
                <c:pt idx="2804">
                  <c:v>79.153762817382798</c:v>
                </c:pt>
                <c:pt idx="2805">
                  <c:v>79.170616149902301</c:v>
                </c:pt>
                <c:pt idx="2806">
                  <c:v>79.122322082519503</c:v>
                </c:pt>
                <c:pt idx="2807">
                  <c:v>79.052192687988295</c:v>
                </c:pt>
                <c:pt idx="2808">
                  <c:v>79.057472229003906</c:v>
                </c:pt>
                <c:pt idx="2809">
                  <c:v>79.031593322753906</c:v>
                </c:pt>
                <c:pt idx="2810">
                  <c:v>79.013168334960895</c:v>
                </c:pt>
                <c:pt idx="2811">
                  <c:v>78.930915832519503</c:v>
                </c:pt>
                <c:pt idx="2812">
                  <c:v>78.839691162109403</c:v>
                </c:pt>
                <c:pt idx="2813">
                  <c:v>78.796783447265597</c:v>
                </c:pt>
                <c:pt idx="2814">
                  <c:v>78.775726318359403</c:v>
                </c:pt>
                <c:pt idx="2815">
                  <c:v>78.766082763671903</c:v>
                </c:pt>
                <c:pt idx="2816">
                  <c:v>78.7501220703125</c:v>
                </c:pt>
                <c:pt idx="2817">
                  <c:v>78.741592407226605</c:v>
                </c:pt>
                <c:pt idx="2818">
                  <c:v>78.737762451171903</c:v>
                </c:pt>
                <c:pt idx="2819">
                  <c:v>78.725944519042997</c:v>
                </c:pt>
                <c:pt idx="2820">
                  <c:v>78.719032287597699</c:v>
                </c:pt>
                <c:pt idx="2821">
                  <c:v>78.713783264160199</c:v>
                </c:pt>
                <c:pt idx="2822">
                  <c:v>78.711166381835895</c:v>
                </c:pt>
                <c:pt idx="2823">
                  <c:v>78.714469909667997</c:v>
                </c:pt>
                <c:pt idx="2824">
                  <c:v>78.7110595703125</c:v>
                </c:pt>
                <c:pt idx="2825">
                  <c:v>78.708923339843807</c:v>
                </c:pt>
                <c:pt idx="2826">
                  <c:v>78.707824707031307</c:v>
                </c:pt>
                <c:pt idx="2827">
                  <c:v>78.707260131835895</c:v>
                </c:pt>
                <c:pt idx="2828">
                  <c:v>78.706970214843807</c:v>
                </c:pt>
                <c:pt idx="2829">
                  <c:v>78.706825256347699</c:v>
                </c:pt>
                <c:pt idx="2830">
                  <c:v>78.706748962402301</c:v>
                </c:pt>
                <c:pt idx="2831">
                  <c:v>78.706703186035199</c:v>
                </c:pt>
                <c:pt idx="2832">
                  <c:v>78.7083740234375</c:v>
                </c:pt>
                <c:pt idx="2833">
                  <c:v>78.707542419433594</c:v>
                </c:pt>
                <c:pt idx="2834">
                  <c:v>78.707115173339801</c:v>
                </c:pt>
                <c:pt idx="2835">
                  <c:v>78.706893920898395</c:v>
                </c:pt>
                <c:pt idx="2836">
                  <c:v>78.706787109375</c:v>
                </c:pt>
                <c:pt idx="2837">
                  <c:v>78.706726074218807</c:v>
                </c:pt>
                <c:pt idx="2838">
                  <c:v>78.706695556640597</c:v>
                </c:pt>
                <c:pt idx="2839">
                  <c:v>78.706680297851605</c:v>
                </c:pt>
                <c:pt idx="2840">
                  <c:v>78.706672668457003</c:v>
                </c:pt>
                <c:pt idx="2841">
                  <c:v>78.706672668457003</c:v>
                </c:pt>
                <c:pt idx="2842">
                  <c:v>78.679595947265597</c:v>
                </c:pt>
                <c:pt idx="2843">
                  <c:v>78.692764282226605</c:v>
                </c:pt>
                <c:pt idx="2844">
                  <c:v>78.692947387695298</c:v>
                </c:pt>
                <c:pt idx="2845">
                  <c:v>78.68359375</c:v>
                </c:pt>
                <c:pt idx="2846">
                  <c:v>78.69482421875</c:v>
                </c:pt>
                <c:pt idx="2847">
                  <c:v>78.636238098144503</c:v>
                </c:pt>
                <c:pt idx="2848">
                  <c:v>78.6256103515625</c:v>
                </c:pt>
                <c:pt idx="2849">
                  <c:v>78.665046691894503</c:v>
                </c:pt>
                <c:pt idx="2850">
                  <c:v>78.439605712890597</c:v>
                </c:pt>
                <c:pt idx="2851">
                  <c:v>77.973342895507798</c:v>
                </c:pt>
                <c:pt idx="2852">
                  <c:v>77.771537780761705</c:v>
                </c:pt>
                <c:pt idx="2853">
                  <c:v>77.530570983886705</c:v>
                </c:pt>
                <c:pt idx="2854">
                  <c:v>77.428855895996094</c:v>
                </c:pt>
                <c:pt idx="2855">
                  <c:v>77.369674682617202</c:v>
                </c:pt>
                <c:pt idx="2856">
                  <c:v>77.228523254394503</c:v>
                </c:pt>
                <c:pt idx="2857">
                  <c:v>77.1654052734375</c:v>
                </c:pt>
                <c:pt idx="2858">
                  <c:v>77.206787109375</c:v>
                </c:pt>
                <c:pt idx="2859">
                  <c:v>77.140518188476605</c:v>
                </c:pt>
                <c:pt idx="2860">
                  <c:v>77.096214294433594</c:v>
                </c:pt>
                <c:pt idx="2861">
                  <c:v>77.073799133300795</c:v>
                </c:pt>
                <c:pt idx="2862">
                  <c:v>77.068679809570298</c:v>
                </c:pt>
                <c:pt idx="2863">
                  <c:v>77.050102233886705</c:v>
                </c:pt>
                <c:pt idx="2864">
                  <c:v>77.036071777343807</c:v>
                </c:pt>
                <c:pt idx="2865">
                  <c:v>76.9996337890625</c:v>
                </c:pt>
                <c:pt idx="2866">
                  <c:v>77.018020629882798</c:v>
                </c:pt>
                <c:pt idx="2867">
                  <c:v>77.007835388183594</c:v>
                </c:pt>
                <c:pt idx="2868">
                  <c:v>76.978950500488295</c:v>
                </c:pt>
                <c:pt idx="2869">
                  <c:v>76.962081909179702</c:v>
                </c:pt>
                <c:pt idx="2870">
                  <c:v>76.920745849609403</c:v>
                </c:pt>
                <c:pt idx="2871">
                  <c:v>76.811355590820298</c:v>
                </c:pt>
                <c:pt idx="2872">
                  <c:v>76.716743469238295</c:v>
                </c:pt>
                <c:pt idx="2873">
                  <c:v>76.532966613769503</c:v>
                </c:pt>
                <c:pt idx="2874">
                  <c:v>76.418830871582003</c:v>
                </c:pt>
                <c:pt idx="2875">
                  <c:v>76.419731140136705</c:v>
                </c:pt>
                <c:pt idx="2876">
                  <c:v>76.359954833984403</c:v>
                </c:pt>
                <c:pt idx="2877">
                  <c:v>76.307479858398395</c:v>
                </c:pt>
                <c:pt idx="2878">
                  <c:v>76.267509460449205</c:v>
                </c:pt>
                <c:pt idx="2879">
                  <c:v>76.241706848144503</c:v>
                </c:pt>
                <c:pt idx="2880">
                  <c:v>76.179405212402301</c:v>
                </c:pt>
                <c:pt idx="2881">
                  <c:v>76.163238525390597</c:v>
                </c:pt>
                <c:pt idx="2882">
                  <c:v>76.094390869140597</c:v>
                </c:pt>
                <c:pt idx="2883">
                  <c:v>76.052749633789105</c:v>
                </c:pt>
                <c:pt idx="2884">
                  <c:v>76.032531738281307</c:v>
                </c:pt>
                <c:pt idx="2885">
                  <c:v>75.972137451171903</c:v>
                </c:pt>
                <c:pt idx="2886">
                  <c:v>75.931739807128906</c:v>
                </c:pt>
                <c:pt idx="2887">
                  <c:v>75.932106018066406</c:v>
                </c:pt>
                <c:pt idx="2888">
                  <c:v>75.959548950195298</c:v>
                </c:pt>
                <c:pt idx="2889">
                  <c:v>75.939796447753906</c:v>
                </c:pt>
                <c:pt idx="2890">
                  <c:v>75.818199157714801</c:v>
                </c:pt>
                <c:pt idx="2891">
                  <c:v>75.766067504882798</c:v>
                </c:pt>
                <c:pt idx="2892">
                  <c:v>75.754226684570298</c:v>
                </c:pt>
                <c:pt idx="2893">
                  <c:v>75.722770690917997</c:v>
                </c:pt>
                <c:pt idx="2894">
                  <c:v>75.697105407714801</c:v>
                </c:pt>
                <c:pt idx="2895">
                  <c:v>75.654304504394503</c:v>
                </c:pt>
                <c:pt idx="2896">
                  <c:v>75.630592346191406</c:v>
                </c:pt>
                <c:pt idx="2897">
                  <c:v>75.600967407226605</c:v>
                </c:pt>
                <c:pt idx="2898">
                  <c:v>75.544021606445298</c:v>
                </c:pt>
                <c:pt idx="2899">
                  <c:v>75.529953002929702</c:v>
                </c:pt>
                <c:pt idx="2900">
                  <c:v>75.539352416992202</c:v>
                </c:pt>
                <c:pt idx="2901">
                  <c:v>75.5330810546875</c:v>
                </c:pt>
                <c:pt idx="2902">
                  <c:v>75.512489318847699</c:v>
                </c:pt>
                <c:pt idx="2903">
                  <c:v>75.483329772949205</c:v>
                </c:pt>
                <c:pt idx="2904">
                  <c:v>75.464248657226605</c:v>
                </c:pt>
                <c:pt idx="2905">
                  <c:v>75.438323974609403</c:v>
                </c:pt>
                <c:pt idx="2906">
                  <c:v>75.4400634765625</c:v>
                </c:pt>
                <c:pt idx="2907">
                  <c:v>75.438621520996094</c:v>
                </c:pt>
                <c:pt idx="2908">
                  <c:v>75.431907653808594</c:v>
                </c:pt>
                <c:pt idx="2909">
                  <c:v>75.436462402343807</c:v>
                </c:pt>
                <c:pt idx="2910">
                  <c:v>75.438583374023395</c:v>
                </c:pt>
                <c:pt idx="2911">
                  <c:v>75.425598144531307</c:v>
                </c:pt>
                <c:pt idx="2912">
                  <c:v>75.432472229003906</c:v>
                </c:pt>
                <c:pt idx="2913">
                  <c:v>75.421569824218807</c:v>
                </c:pt>
                <c:pt idx="2914">
                  <c:v>75.404228210449205</c:v>
                </c:pt>
                <c:pt idx="2915">
                  <c:v>75.423057556152301</c:v>
                </c:pt>
                <c:pt idx="2916">
                  <c:v>75.417739868164105</c:v>
                </c:pt>
                <c:pt idx="2917">
                  <c:v>75.336021423339801</c:v>
                </c:pt>
                <c:pt idx="2918">
                  <c:v>75.306221008300795</c:v>
                </c:pt>
                <c:pt idx="2919">
                  <c:v>75.334175109863295</c:v>
                </c:pt>
                <c:pt idx="2920">
                  <c:v>75.371643066406307</c:v>
                </c:pt>
                <c:pt idx="2921">
                  <c:v>75.398834228515597</c:v>
                </c:pt>
                <c:pt idx="2922">
                  <c:v>75.354949951171903</c:v>
                </c:pt>
                <c:pt idx="2923">
                  <c:v>75.250427246093807</c:v>
                </c:pt>
                <c:pt idx="2924">
                  <c:v>75.147064208984403</c:v>
                </c:pt>
                <c:pt idx="2925">
                  <c:v>75.138893127441406</c:v>
                </c:pt>
                <c:pt idx="2926">
                  <c:v>75.029502868652301</c:v>
                </c:pt>
                <c:pt idx="2927">
                  <c:v>74.981346130371094</c:v>
                </c:pt>
                <c:pt idx="2928">
                  <c:v>74.8841552734375</c:v>
                </c:pt>
                <c:pt idx="2929">
                  <c:v>74.868957519531307</c:v>
                </c:pt>
                <c:pt idx="2930">
                  <c:v>74.786705017089801</c:v>
                </c:pt>
                <c:pt idx="2931">
                  <c:v>74.691589355468807</c:v>
                </c:pt>
                <c:pt idx="2932">
                  <c:v>74.645126342773395</c:v>
                </c:pt>
                <c:pt idx="2933">
                  <c:v>74.624656677246094</c:v>
                </c:pt>
                <c:pt idx="2934">
                  <c:v>74.606956481933594</c:v>
                </c:pt>
                <c:pt idx="2935">
                  <c:v>74.629806518554702</c:v>
                </c:pt>
                <c:pt idx="2936">
                  <c:v>74.611251831054702</c:v>
                </c:pt>
                <c:pt idx="2937">
                  <c:v>74.5640869140625</c:v>
                </c:pt>
                <c:pt idx="2938">
                  <c:v>74.381576538085895</c:v>
                </c:pt>
                <c:pt idx="2939">
                  <c:v>74.329376220703097</c:v>
                </c:pt>
                <c:pt idx="2940">
                  <c:v>74.310295104980497</c:v>
                </c:pt>
                <c:pt idx="2941">
                  <c:v>74.285957336425795</c:v>
                </c:pt>
                <c:pt idx="2942">
                  <c:v>74.101333618164105</c:v>
                </c:pt>
                <c:pt idx="2943">
                  <c:v>73.886390686035199</c:v>
                </c:pt>
                <c:pt idx="2944">
                  <c:v>73.836074829101605</c:v>
                </c:pt>
                <c:pt idx="2945">
                  <c:v>73.835319519042997</c:v>
                </c:pt>
                <c:pt idx="2946">
                  <c:v>73.496238708496094</c:v>
                </c:pt>
                <c:pt idx="2947">
                  <c:v>73.164367675781307</c:v>
                </c:pt>
                <c:pt idx="2948">
                  <c:v>72.913963317871094</c:v>
                </c:pt>
                <c:pt idx="2949">
                  <c:v>73.057266235351605</c:v>
                </c:pt>
                <c:pt idx="2950">
                  <c:v>72.899833679199205</c:v>
                </c:pt>
                <c:pt idx="2951">
                  <c:v>73.138763427734403</c:v>
                </c:pt>
                <c:pt idx="2952">
                  <c:v>73.029693603515597</c:v>
                </c:pt>
                <c:pt idx="2953">
                  <c:v>72.664886474609403</c:v>
                </c:pt>
                <c:pt idx="2954">
                  <c:v>72.447395324707003</c:v>
                </c:pt>
                <c:pt idx="2955">
                  <c:v>72.323860168457003</c:v>
                </c:pt>
                <c:pt idx="2956">
                  <c:v>72.246871948242202</c:v>
                </c:pt>
                <c:pt idx="2957">
                  <c:v>72.185997009277301</c:v>
                </c:pt>
                <c:pt idx="2958">
                  <c:v>72.190818786621094</c:v>
                </c:pt>
                <c:pt idx="2959">
                  <c:v>72.157196044921903</c:v>
                </c:pt>
                <c:pt idx="2960">
                  <c:v>72.139938354492202</c:v>
                </c:pt>
                <c:pt idx="2961">
                  <c:v>72.131080627441406</c:v>
                </c:pt>
                <c:pt idx="2962">
                  <c:v>72.126533508300795</c:v>
                </c:pt>
                <c:pt idx="2963">
                  <c:v>72.124191284179702</c:v>
                </c:pt>
                <c:pt idx="2964">
                  <c:v>72.122993469238295</c:v>
                </c:pt>
                <c:pt idx="2965">
                  <c:v>72.122383117675795</c:v>
                </c:pt>
                <c:pt idx="2966">
                  <c:v>72.122062683105497</c:v>
                </c:pt>
                <c:pt idx="2967">
                  <c:v>72.121902465820298</c:v>
                </c:pt>
                <c:pt idx="2968">
                  <c:v>72.121818542480497</c:v>
                </c:pt>
                <c:pt idx="2969">
                  <c:v>72.121772766113295</c:v>
                </c:pt>
                <c:pt idx="2970">
                  <c:v>72.121749877929702</c:v>
                </c:pt>
                <c:pt idx="2971">
                  <c:v>72.121742248535199</c:v>
                </c:pt>
                <c:pt idx="2972">
                  <c:v>72.121734619140597</c:v>
                </c:pt>
                <c:pt idx="2973">
                  <c:v>72.121734619140597</c:v>
                </c:pt>
                <c:pt idx="2974">
                  <c:v>72.121734619140597</c:v>
                </c:pt>
                <c:pt idx="2975">
                  <c:v>72.121734619140597</c:v>
                </c:pt>
                <c:pt idx="2976">
                  <c:v>72.121726989746094</c:v>
                </c:pt>
                <c:pt idx="2977">
                  <c:v>72.121726989746094</c:v>
                </c:pt>
                <c:pt idx="2978">
                  <c:v>72.121726989746094</c:v>
                </c:pt>
                <c:pt idx="2979">
                  <c:v>72.121726989746094</c:v>
                </c:pt>
                <c:pt idx="2980">
                  <c:v>72.121726989746094</c:v>
                </c:pt>
                <c:pt idx="2981">
                  <c:v>72.121726989746094</c:v>
                </c:pt>
                <c:pt idx="2982">
                  <c:v>72.121726989746094</c:v>
                </c:pt>
                <c:pt idx="2983">
                  <c:v>72.121726989746094</c:v>
                </c:pt>
                <c:pt idx="2984">
                  <c:v>72.121726989746094</c:v>
                </c:pt>
                <c:pt idx="2985">
                  <c:v>72.121726989746094</c:v>
                </c:pt>
                <c:pt idx="2986">
                  <c:v>72.121726989746094</c:v>
                </c:pt>
                <c:pt idx="2987">
                  <c:v>72.121726989746094</c:v>
                </c:pt>
                <c:pt idx="2988">
                  <c:v>72.121726989746094</c:v>
                </c:pt>
                <c:pt idx="2989">
                  <c:v>72.121726989746094</c:v>
                </c:pt>
                <c:pt idx="2990">
                  <c:v>72.121726989746094</c:v>
                </c:pt>
                <c:pt idx="2991">
                  <c:v>72.121726989746094</c:v>
                </c:pt>
                <c:pt idx="2992">
                  <c:v>72.121726989746094</c:v>
                </c:pt>
                <c:pt idx="2993">
                  <c:v>72.121726989746094</c:v>
                </c:pt>
                <c:pt idx="2994">
                  <c:v>72.121726989746094</c:v>
                </c:pt>
                <c:pt idx="2995">
                  <c:v>72.121726989746094</c:v>
                </c:pt>
                <c:pt idx="2996">
                  <c:v>72.121726989746094</c:v>
                </c:pt>
                <c:pt idx="2997">
                  <c:v>72.121726989746094</c:v>
                </c:pt>
                <c:pt idx="2998">
                  <c:v>72.121726989746094</c:v>
                </c:pt>
                <c:pt idx="2999">
                  <c:v>72.121726989746094</c:v>
                </c:pt>
                <c:pt idx="3000">
                  <c:v>72.121726989746094</c:v>
                </c:pt>
                <c:pt idx="3001">
                  <c:v>72.121726989746094</c:v>
                </c:pt>
                <c:pt idx="3002">
                  <c:v>72.121726989746094</c:v>
                </c:pt>
                <c:pt idx="3003">
                  <c:v>72.120765686035199</c:v>
                </c:pt>
                <c:pt idx="3004">
                  <c:v>72.120544433593807</c:v>
                </c:pt>
                <c:pt idx="3005">
                  <c:v>72.121124267578097</c:v>
                </c:pt>
                <c:pt idx="3006">
                  <c:v>72.121414184570298</c:v>
                </c:pt>
                <c:pt idx="3007">
                  <c:v>72.121566772460895</c:v>
                </c:pt>
                <c:pt idx="3008">
                  <c:v>72.121650695800795</c:v>
                </c:pt>
                <c:pt idx="3009">
                  <c:v>72.121688842773395</c:v>
                </c:pt>
                <c:pt idx="3010">
                  <c:v>72.121711730957003</c:v>
                </c:pt>
                <c:pt idx="3011">
                  <c:v>72.121719360351605</c:v>
                </c:pt>
                <c:pt idx="3012">
                  <c:v>72.121726989746094</c:v>
                </c:pt>
                <c:pt idx="3013">
                  <c:v>72.121726989746094</c:v>
                </c:pt>
                <c:pt idx="3014">
                  <c:v>72.121726989746094</c:v>
                </c:pt>
                <c:pt idx="3015">
                  <c:v>72.121726989746094</c:v>
                </c:pt>
                <c:pt idx="3016">
                  <c:v>72.121726989746094</c:v>
                </c:pt>
                <c:pt idx="3017">
                  <c:v>72.121726989746094</c:v>
                </c:pt>
                <c:pt idx="3018">
                  <c:v>72.121726989746094</c:v>
                </c:pt>
                <c:pt idx="3019">
                  <c:v>72.121726989746094</c:v>
                </c:pt>
                <c:pt idx="3020">
                  <c:v>72.120346069335895</c:v>
                </c:pt>
                <c:pt idx="3021">
                  <c:v>72.115638732910199</c:v>
                </c:pt>
                <c:pt idx="3022">
                  <c:v>72.117218017578097</c:v>
                </c:pt>
                <c:pt idx="3023">
                  <c:v>72.119415283203097</c:v>
                </c:pt>
                <c:pt idx="3024">
                  <c:v>72.120544433593807</c:v>
                </c:pt>
                <c:pt idx="3025">
                  <c:v>72.114913940429702</c:v>
                </c:pt>
                <c:pt idx="3026">
                  <c:v>72.117538452148395</c:v>
                </c:pt>
                <c:pt idx="3027">
                  <c:v>72.119575500488295</c:v>
                </c:pt>
                <c:pt idx="3028">
                  <c:v>72.118278503417997</c:v>
                </c:pt>
                <c:pt idx="3029">
                  <c:v>72.118026733398395</c:v>
                </c:pt>
                <c:pt idx="3030">
                  <c:v>72.117759704589801</c:v>
                </c:pt>
                <c:pt idx="3031">
                  <c:v>72.113487243652301</c:v>
                </c:pt>
                <c:pt idx="3032">
                  <c:v>72.115570068359403</c:v>
                </c:pt>
                <c:pt idx="3033">
                  <c:v>72.104888916015597</c:v>
                </c:pt>
                <c:pt idx="3034">
                  <c:v>72.0936279296875</c:v>
                </c:pt>
                <c:pt idx="3035">
                  <c:v>72.084953308105497</c:v>
                </c:pt>
                <c:pt idx="3036">
                  <c:v>72.079124450683594</c:v>
                </c:pt>
                <c:pt idx="3037">
                  <c:v>72.072120666503906</c:v>
                </c:pt>
                <c:pt idx="3038">
                  <c:v>72.080665588378906</c:v>
                </c:pt>
                <c:pt idx="3039">
                  <c:v>72.060638427734403</c:v>
                </c:pt>
                <c:pt idx="3040">
                  <c:v>72.021530151367202</c:v>
                </c:pt>
                <c:pt idx="3041">
                  <c:v>72.021339416503906</c:v>
                </c:pt>
                <c:pt idx="3042">
                  <c:v>72.043685913085895</c:v>
                </c:pt>
                <c:pt idx="3043">
                  <c:v>72.014175415039105</c:v>
                </c:pt>
                <c:pt idx="3044">
                  <c:v>71.971855163574205</c:v>
                </c:pt>
                <c:pt idx="3045">
                  <c:v>71.950675964355497</c:v>
                </c:pt>
                <c:pt idx="3046">
                  <c:v>71.933319091796903</c:v>
                </c:pt>
                <c:pt idx="3047">
                  <c:v>71.919845581054702</c:v>
                </c:pt>
                <c:pt idx="3048">
                  <c:v>71.928253173828097</c:v>
                </c:pt>
                <c:pt idx="3049">
                  <c:v>71.927192687988295</c:v>
                </c:pt>
                <c:pt idx="3050">
                  <c:v>71.918914794921903</c:v>
                </c:pt>
                <c:pt idx="3051">
                  <c:v>71.884193420410199</c:v>
                </c:pt>
                <c:pt idx="3052">
                  <c:v>71.884544372558594</c:v>
                </c:pt>
                <c:pt idx="3053">
                  <c:v>71.854209899902301</c:v>
                </c:pt>
                <c:pt idx="3054">
                  <c:v>71.819770812988295</c:v>
                </c:pt>
                <c:pt idx="3055">
                  <c:v>71.807174682617202</c:v>
                </c:pt>
                <c:pt idx="3056">
                  <c:v>71.766357421875</c:v>
                </c:pt>
                <c:pt idx="3057">
                  <c:v>71.768852233886705</c:v>
                </c:pt>
                <c:pt idx="3058">
                  <c:v>71.801033020019503</c:v>
                </c:pt>
                <c:pt idx="3059">
                  <c:v>71.805313110351605</c:v>
                </c:pt>
                <c:pt idx="3060">
                  <c:v>71.821006774902301</c:v>
                </c:pt>
                <c:pt idx="3061">
                  <c:v>71.778137207031307</c:v>
                </c:pt>
                <c:pt idx="3062">
                  <c:v>71.750633239746094</c:v>
                </c:pt>
                <c:pt idx="3063">
                  <c:v>71.743278503417997</c:v>
                </c:pt>
                <c:pt idx="3064">
                  <c:v>71.736572265625</c:v>
                </c:pt>
                <c:pt idx="3065">
                  <c:v>71.680419921875</c:v>
                </c:pt>
                <c:pt idx="3066">
                  <c:v>71.654769897460895</c:v>
                </c:pt>
                <c:pt idx="3067">
                  <c:v>71.663551330566406</c:v>
                </c:pt>
                <c:pt idx="3068">
                  <c:v>71.649017333984403</c:v>
                </c:pt>
                <c:pt idx="3069">
                  <c:v>71.640312194824205</c:v>
                </c:pt>
                <c:pt idx="3070">
                  <c:v>71.647705078125</c:v>
                </c:pt>
                <c:pt idx="3071">
                  <c:v>71.624435424804702</c:v>
                </c:pt>
                <c:pt idx="3072">
                  <c:v>71.606307983398395</c:v>
                </c:pt>
                <c:pt idx="3073">
                  <c:v>71.619728088378906</c:v>
                </c:pt>
                <c:pt idx="3074">
                  <c:v>71.627914428710895</c:v>
                </c:pt>
                <c:pt idx="3075">
                  <c:v>71.5841064453125</c:v>
                </c:pt>
                <c:pt idx="3076">
                  <c:v>71.592483520507798</c:v>
                </c:pt>
                <c:pt idx="3077">
                  <c:v>71.575134277343807</c:v>
                </c:pt>
                <c:pt idx="3078">
                  <c:v>71.551063537597699</c:v>
                </c:pt>
                <c:pt idx="3079">
                  <c:v>71.534553527832003</c:v>
                </c:pt>
                <c:pt idx="3080">
                  <c:v>71.535873413085895</c:v>
                </c:pt>
                <c:pt idx="3081">
                  <c:v>71.502182006835895</c:v>
                </c:pt>
                <c:pt idx="3082">
                  <c:v>71.484733581542997</c:v>
                </c:pt>
                <c:pt idx="3083">
                  <c:v>71.491073608398395</c:v>
                </c:pt>
                <c:pt idx="3084">
                  <c:v>71.482803344726605</c:v>
                </c:pt>
                <c:pt idx="3085">
                  <c:v>71.450973510742202</c:v>
                </c:pt>
                <c:pt idx="3086">
                  <c:v>71.450172424316406</c:v>
                </c:pt>
                <c:pt idx="3087">
                  <c:v>71.415954589843807</c:v>
                </c:pt>
                <c:pt idx="3088">
                  <c:v>71.397430419921903</c:v>
                </c:pt>
                <c:pt idx="3089">
                  <c:v>71.357872009277301</c:v>
                </c:pt>
                <c:pt idx="3090">
                  <c:v>71.339447021484403</c:v>
                </c:pt>
                <c:pt idx="3091">
                  <c:v>71.330963134765597</c:v>
                </c:pt>
                <c:pt idx="3092">
                  <c:v>71.320816040039105</c:v>
                </c:pt>
                <c:pt idx="3093">
                  <c:v>71.323997497558594</c:v>
                </c:pt>
                <c:pt idx="3094">
                  <c:v>71.299049377441406</c:v>
                </c:pt>
                <c:pt idx="3095">
                  <c:v>71.305252075195298</c:v>
                </c:pt>
                <c:pt idx="3096">
                  <c:v>71.300559997558594</c:v>
                </c:pt>
                <c:pt idx="3097">
                  <c:v>71.307411193847699</c:v>
                </c:pt>
                <c:pt idx="3098">
                  <c:v>71.306655883789105</c:v>
                </c:pt>
                <c:pt idx="3099">
                  <c:v>71.270362854003906</c:v>
                </c:pt>
                <c:pt idx="3100">
                  <c:v>71.246269226074205</c:v>
                </c:pt>
                <c:pt idx="3101">
                  <c:v>71.228080749511705</c:v>
                </c:pt>
                <c:pt idx="3102">
                  <c:v>71.245635986328097</c:v>
                </c:pt>
                <c:pt idx="3103">
                  <c:v>71.268013000488295</c:v>
                </c:pt>
                <c:pt idx="3104">
                  <c:v>71.294700622558594</c:v>
                </c:pt>
                <c:pt idx="3105">
                  <c:v>71.264122009277301</c:v>
                </c:pt>
                <c:pt idx="3106">
                  <c:v>71.249649047851605</c:v>
                </c:pt>
                <c:pt idx="3107">
                  <c:v>71.232421875</c:v>
                </c:pt>
                <c:pt idx="3108">
                  <c:v>71.216819763183594</c:v>
                </c:pt>
                <c:pt idx="3109">
                  <c:v>71.203865051269503</c:v>
                </c:pt>
                <c:pt idx="3110">
                  <c:v>71.155128479003906</c:v>
                </c:pt>
                <c:pt idx="3111">
                  <c:v>71.100158691406307</c:v>
                </c:pt>
                <c:pt idx="3112">
                  <c:v>71.047691345214801</c:v>
                </c:pt>
                <c:pt idx="3113">
                  <c:v>71.091423034667997</c:v>
                </c:pt>
                <c:pt idx="3114">
                  <c:v>71.016799926757798</c:v>
                </c:pt>
                <c:pt idx="3115">
                  <c:v>70.961921691894503</c:v>
                </c:pt>
                <c:pt idx="3116">
                  <c:v>70.9859619140625</c:v>
                </c:pt>
                <c:pt idx="3117">
                  <c:v>70.953895568847699</c:v>
                </c:pt>
                <c:pt idx="3118">
                  <c:v>70.946479797363295</c:v>
                </c:pt>
                <c:pt idx="3119">
                  <c:v>70.933815002441406</c:v>
                </c:pt>
                <c:pt idx="3120">
                  <c:v>70.932838439941406</c:v>
                </c:pt>
                <c:pt idx="3121">
                  <c:v>70.935379028320298</c:v>
                </c:pt>
                <c:pt idx="3122">
                  <c:v>70.879936218261705</c:v>
                </c:pt>
                <c:pt idx="3123">
                  <c:v>70.855049133300795</c:v>
                </c:pt>
                <c:pt idx="3124">
                  <c:v>70.858322143554702</c:v>
                </c:pt>
                <c:pt idx="3125">
                  <c:v>70.822410583496094</c:v>
                </c:pt>
                <c:pt idx="3126">
                  <c:v>70.803367614746094</c:v>
                </c:pt>
                <c:pt idx="3127">
                  <c:v>70.783454895019503</c:v>
                </c:pt>
                <c:pt idx="3128">
                  <c:v>70.824188232421903</c:v>
                </c:pt>
                <c:pt idx="3129">
                  <c:v>70.777511596679702</c:v>
                </c:pt>
                <c:pt idx="3130">
                  <c:v>70.748794555664105</c:v>
                </c:pt>
                <c:pt idx="3131">
                  <c:v>70.763076782226605</c:v>
                </c:pt>
                <c:pt idx="3132">
                  <c:v>70.747970581054702</c:v>
                </c:pt>
                <c:pt idx="3133">
                  <c:v>70.748588562011705</c:v>
                </c:pt>
                <c:pt idx="3134">
                  <c:v>70.747550964355497</c:v>
                </c:pt>
                <c:pt idx="3135">
                  <c:v>70.689033508300795</c:v>
                </c:pt>
                <c:pt idx="3136">
                  <c:v>70.675437927246094</c:v>
                </c:pt>
                <c:pt idx="3137">
                  <c:v>70.676727294921903</c:v>
                </c:pt>
                <c:pt idx="3138">
                  <c:v>70.672294616699205</c:v>
                </c:pt>
                <c:pt idx="3139">
                  <c:v>70.663482666015597</c:v>
                </c:pt>
                <c:pt idx="3140">
                  <c:v>70.685096740722699</c:v>
                </c:pt>
                <c:pt idx="3141">
                  <c:v>70.638641357421903</c:v>
                </c:pt>
                <c:pt idx="3142">
                  <c:v>70.604583740234403</c:v>
                </c:pt>
                <c:pt idx="3143">
                  <c:v>70.609115600585895</c:v>
                </c:pt>
                <c:pt idx="3144">
                  <c:v>70.601417541503906</c:v>
                </c:pt>
                <c:pt idx="3145">
                  <c:v>70.589080810546903</c:v>
                </c:pt>
                <c:pt idx="3146">
                  <c:v>70.586685180664105</c:v>
                </c:pt>
                <c:pt idx="3147">
                  <c:v>70.579429626464801</c:v>
                </c:pt>
                <c:pt idx="3148">
                  <c:v>70.575729370117202</c:v>
                </c:pt>
                <c:pt idx="3149">
                  <c:v>70.577804565429702</c:v>
                </c:pt>
                <c:pt idx="3150">
                  <c:v>70.5770263671875</c:v>
                </c:pt>
                <c:pt idx="3151">
                  <c:v>70.583145141601605</c:v>
                </c:pt>
                <c:pt idx="3152">
                  <c:v>70.577796936035199</c:v>
                </c:pt>
                <c:pt idx="3153">
                  <c:v>70.565963745117202</c:v>
                </c:pt>
                <c:pt idx="3154">
                  <c:v>70.579940795898395</c:v>
                </c:pt>
                <c:pt idx="3155">
                  <c:v>70.596786499023395</c:v>
                </c:pt>
                <c:pt idx="3156">
                  <c:v>70.588188171386705</c:v>
                </c:pt>
                <c:pt idx="3157">
                  <c:v>70.568092346191406</c:v>
                </c:pt>
                <c:pt idx="3158">
                  <c:v>70.543724060058594</c:v>
                </c:pt>
                <c:pt idx="3159">
                  <c:v>70.533874511718807</c:v>
                </c:pt>
                <c:pt idx="3160">
                  <c:v>70.522247314453097</c:v>
                </c:pt>
                <c:pt idx="3161">
                  <c:v>70.5316162109375</c:v>
                </c:pt>
                <c:pt idx="3162">
                  <c:v>70.536216735839801</c:v>
                </c:pt>
                <c:pt idx="3163">
                  <c:v>70.527183532714801</c:v>
                </c:pt>
                <c:pt idx="3164">
                  <c:v>70.523033142089801</c:v>
                </c:pt>
                <c:pt idx="3165">
                  <c:v>70.532539367675795</c:v>
                </c:pt>
                <c:pt idx="3166">
                  <c:v>70.536071777343807</c:v>
                </c:pt>
                <c:pt idx="3167">
                  <c:v>70.546058654785199</c:v>
                </c:pt>
                <c:pt idx="3168">
                  <c:v>70.547073364257798</c:v>
                </c:pt>
                <c:pt idx="3169">
                  <c:v>70.544090270996094</c:v>
                </c:pt>
                <c:pt idx="3170">
                  <c:v>70.543472290039105</c:v>
                </c:pt>
                <c:pt idx="3171">
                  <c:v>70.543960571289105</c:v>
                </c:pt>
                <c:pt idx="3172">
                  <c:v>70.541816711425795</c:v>
                </c:pt>
                <c:pt idx="3173">
                  <c:v>70.530990600585895</c:v>
                </c:pt>
                <c:pt idx="3174">
                  <c:v>70.521492004394503</c:v>
                </c:pt>
                <c:pt idx="3175">
                  <c:v>70.528114318847699</c:v>
                </c:pt>
                <c:pt idx="3176">
                  <c:v>70.500053405761705</c:v>
                </c:pt>
                <c:pt idx="3177">
                  <c:v>70.506774902343807</c:v>
                </c:pt>
                <c:pt idx="3178">
                  <c:v>70.521278381347699</c:v>
                </c:pt>
                <c:pt idx="3179">
                  <c:v>70.521171569824205</c:v>
                </c:pt>
                <c:pt idx="3180">
                  <c:v>70.517105102539105</c:v>
                </c:pt>
                <c:pt idx="3181">
                  <c:v>70.499755859375</c:v>
                </c:pt>
                <c:pt idx="3182">
                  <c:v>70.497848510742202</c:v>
                </c:pt>
                <c:pt idx="3183">
                  <c:v>70.506340026855497</c:v>
                </c:pt>
                <c:pt idx="3184">
                  <c:v>70.492889404296903</c:v>
                </c:pt>
                <c:pt idx="3185">
                  <c:v>70.506828308105497</c:v>
                </c:pt>
                <c:pt idx="3186">
                  <c:v>70.484848022460895</c:v>
                </c:pt>
                <c:pt idx="3187">
                  <c:v>70.444740295410199</c:v>
                </c:pt>
                <c:pt idx="3188">
                  <c:v>70.456031799316406</c:v>
                </c:pt>
                <c:pt idx="3189">
                  <c:v>70.443061828613295</c:v>
                </c:pt>
                <c:pt idx="3190">
                  <c:v>70.474624633789105</c:v>
                </c:pt>
                <c:pt idx="3191">
                  <c:v>70.506095886230497</c:v>
                </c:pt>
                <c:pt idx="3192">
                  <c:v>70.496154785156307</c:v>
                </c:pt>
                <c:pt idx="3193">
                  <c:v>70.439636230468807</c:v>
                </c:pt>
                <c:pt idx="3194">
                  <c:v>70.437324523925795</c:v>
                </c:pt>
                <c:pt idx="3195">
                  <c:v>70.450271606445298</c:v>
                </c:pt>
                <c:pt idx="3196">
                  <c:v>70.461494445800795</c:v>
                </c:pt>
                <c:pt idx="3197">
                  <c:v>70.442924499511705</c:v>
                </c:pt>
                <c:pt idx="3198">
                  <c:v>70.367012023925795</c:v>
                </c:pt>
                <c:pt idx="3199">
                  <c:v>70.298393249511705</c:v>
                </c:pt>
                <c:pt idx="3200">
                  <c:v>70.375595092773395</c:v>
                </c:pt>
                <c:pt idx="3201">
                  <c:v>70.257423400878906</c:v>
                </c:pt>
                <c:pt idx="3202">
                  <c:v>70.261505126953097</c:v>
                </c:pt>
                <c:pt idx="3203">
                  <c:v>70.377639770507798</c:v>
                </c:pt>
                <c:pt idx="3204">
                  <c:v>70.359909057617202</c:v>
                </c:pt>
                <c:pt idx="3205">
                  <c:v>70.188652038574205</c:v>
                </c:pt>
                <c:pt idx="3206">
                  <c:v>70.200492858886705</c:v>
                </c:pt>
                <c:pt idx="3207">
                  <c:v>70.061302185058594</c:v>
                </c:pt>
                <c:pt idx="3208">
                  <c:v>69.940635681152301</c:v>
                </c:pt>
                <c:pt idx="3209">
                  <c:v>69.881622314453097</c:v>
                </c:pt>
                <c:pt idx="3210">
                  <c:v>69.886413574218807</c:v>
                </c:pt>
                <c:pt idx="3211">
                  <c:v>69.864234924316406</c:v>
                </c:pt>
                <c:pt idx="3212">
                  <c:v>69.863250732421903</c:v>
                </c:pt>
                <c:pt idx="3213">
                  <c:v>69.864173889160199</c:v>
                </c:pt>
                <c:pt idx="3214">
                  <c:v>69.848571777343807</c:v>
                </c:pt>
                <c:pt idx="3215">
                  <c:v>69.838813781738295</c:v>
                </c:pt>
                <c:pt idx="3216">
                  <c:v>69.843299865722699</c:v>
                </c:pt>
                <c:pt idx="3217">
                  <c:v>69.810134887695298</c:v>
                </c:pt>
                <c:pt idx="3218">
                  <c:v>69.805725097656307</c:v>
                </c:pt>
                <c:pt idx="3219">
                  <c:v>69.820442199707003</c:v>
                </c:pt>
                <c:pt idx="3220">
                  <c:v>69.8260498046875</c:v>
                </c:pt>
                <c:pt idx="3221">
                  <c:v>69.844314575195298</c:v>
                </c:pt>
                <c:pt idx="3222">
                  <c:v>69.845359802246094</c:v>
                </c:pt>
                <c:pt idx="3223">
                  <c:v>69.788925170898395</c:v>
                </c:pt>
                <c:pt idx="3224">
                  <c:v>69.806457519531307</c:v>
                </c:pt>
                <c:pt idx="3225">
                  <c:v>69.808990478515597</c:v>
                </c:pt>
                <c:pt idx="3226">
                  <c:v>69.773918151855497</c:v>
                </c:pt>
                <c:pt idx="3227">
                  <c:v>69.756088256835895</c:v>
                </c:pt>
                <c:pt idx="3228">
                  <c:v>69.694152832031307</c:v>
                </c:pt>
                <c:pt idx="3229">
                  <c:v>69.691314697265597</c:v>
                </c:pt>
                <c:pt idx="3230">
                  <c:v>69.696159362792997</c:v>
                </c:pt>
                <c:pt idx="3231">
                  <c:v>69.669532775878906</c:v>
                </c:pt>
                <c:pt idx="3232">
                  <c:v>69.639328002929702</c:v>
                </c:pt>
                <c:pt idx="3233">
                  <c:v>69.660606384277301</c:v>
                </c:pt>
                <c:pt idx="3234">
                  <c:v>69.653114318847699</c:v>
                </c:pt>
                <c:pt idx="3235">
                  <c:v>69.634780883789105</c:v>
                </c:pt>
                <c:pt idx="3236">
                  <c:v>69.642486572265597</c:v>
                </c:pt>
                <c:pt idx="3237">
                  <c:v>69.664573669433594</c:v>
                </c:pt>
                <c:pt idx="3238">
                  <c:v>69.658180236816406</c:v>
                </c:pt>
                <c:pt idx="3239">
                  <c:v>69.638557434082003</c:v>
                </c:pt>
                <c:pt idx="3240">
                  <c:v>69.609344482421903</c:v>
                </c:pt>
                <c:pt idx="3241">
                  <c:v>69.615760803222699</c:v>
                </c:pt>
                <c:pt idx="3242">
                  <c:v>69.621330261230497</c:v>
                </c:pt>
                <c:pt idx="3243">
                  <c:v>69.5966796875</c:v>
                </c:pt>
                <c:pt idx="3244">
                  <c:v>69.569671630859403</c:v>
                </c:pt>
                <c:pt idx="3245">
                  <c:v>69.557174682617202</c:v>
                </c:pt>
                <c:pt idx="3246">
                  <c:v>69.559127807617202</c:v>
                </c:pt>
                <c:pt idx="3247">
                  <c:v>69.486137390136705</c:v>
                </c:pt>
                <c:pt idx="3248">
                  <c:v>69.405731201171903</c:v>
                </c:pt>
                <c:pt idx="3249">
                  <c:v>69.373184204101605</c:v>
                </c:pt>
                <c:pt idx="3250">
                  <c:v>69.362167358398395</c:v>
                </c:pt>
                <c:pt idx="3251">
                  <c:v>69.333869934082003</c:v>
                </c:pt>
                <c:pt idx="3252">
                  <c:v>69.328826904296903</c:v>
                </c:pt>
                <c:pt idx="3253">
                  <c:v>69.321273803710895</c:v>
                </c:pt>
                <c:pt idx="3254">
                  <c:v>69.343833923339801</c:v>
                </c:pt>
                <c:pt idx="3255">
                  <c:v>69.361106872558594</c:v>
                </c:pt>
                <c:pt idx="3256">
                  <c:v>69.365447998046903</c:v>
                </c:pt>
                <c:pt idx="3257">
                  <c:v>69.376136779785199</c:v>
                </c:pt>
                <c:pt idx="3258">
                  <c:v>69.359306335449205</c:v>
                </c:pt>
                <c:pt idx="3259">
                  <c:v>69.355857849121094</c:v>
                </c:pt>
                <c:pt idx="3260">
                  <c:v>69.380516052246094</c:v>
                </c:pt>
                <c:pt idx="3261">
                  <c:v>69.370697021484403</c:v>
                </c:pt>
                <c:pt idx="3262">
                  <c:v>69.427635192871094</c:v>
                </c:pt>
                <c:pt idx="3263">
                  <c:v>69.457336425781307</c:v>
                </c:pt>
                <c:pt idx="3264">
                  <c:v>69.4146728515625</c:v>
                </c:pt>
                <c:pt idx="3265">
                  <c:v>69.448280334472699</c:v>
                </c:pt>
                <c:pt idx="3266">
                  <c:v>69.462249755859403</c:v>
                </c:pt>
                <c:pt idx="3267">
                  <c:v>69.475372314453097</c:v>
                </c:pt>
                <c:pt idx="3268">
                  <c:v>69.443252563476605</c:v>
                </c:pt>
                <c:pt idx="3269">
                  <c:v>69.412307739257798</c:v>
                </c:pt>
                <c:pt idx="3270">
                  <c:v>69.407279968261705</c:v>
                </c:pt>
                <c:pt idx="3271">
                  <c:v>69.362754821777301</c:v>
                </c:pt>
                <c:pt idx="3272">
                  <c:v>69.377975463867202</c:v>
                </c:pt>
                <c:pt idx="3273">
                  <c:v>69.440589904785199</c:v>
                </c:pt>
                <c:pt idx="3274">
                  <c:v>69.348709106445298</c:v>
                </c:pt>
                <c:pt idx="3275">
                  <c:v>69.304656982421903</c:v>
                </c:pt>
                <c:pt idx="3276">
                  <c:v>69.286903381347699</c:v>
                </c:pt>
                <c:pt idx="3277">
                  <c:v>69.281341552734403</c:v>
                </c:pt>
                <c:pt idx="3278">
                  <c:v>69.283088684082003</c:v>
                </c:pt>
                <c:pt idx="3279">
                  <c:v>69.275558471679702</c:v>
                </c:pt>
                <c:pt idx="3280">
                  <c:v>69.235443115234403</c:v>
                </c:pt>
                <c:pt idx="3281">
                  <c:v>69.234504699707003</c:v>
                </c:pt>
                <c:pt idx="3282">
                  <c:v>69.245529174804702</c:v>
                </c:pt>
                <c:pt idx="3283">
                  <c:v>69.2322998046875</c:v>
                </c:pt>
                <c:pt idx="3284">
                  <c:v>69.248771667480497</c:v>
                </c:pt>
                <c:pt idx="3285">
                  <c:v>69.229759216308594</c:v>
                </c:pt>
                <c:pt idx="3286">
                  <c:v>69.244499206542997</c:v>
                </c:pt>
                <c:pt idx="3287">
                  <c:v>69.201309204101605</c:v>
                </c:pt>
                <c:pt idx="3288">
                  <c:v>69.169754028320298</c:v>
                </c:pt>
                <c:pt idx="3289">
                  <c:v>69.177452087402301</c:v>
                </c:pt>
                <c:pt idx="3290">
                  <c:v>69.166038513183594</c:v>
                </c:pt>
                <c:pt idx="3291">
                  <c:v>69.178092956542997</c:v>
                </c:pt>
                <c:pt idx="3292">
                  <c:v>69.119583129882798</c:v>
                </c:pt>
                <c:pt idx="3293">
                  <c:v>69.1751708984375</c:v>
                </c:pt>
                <c:pt idx="3294">
                  <c:v>69.194641113281307</c:v>
                </c:pt>
                <c:pt idx="3295">
                  <c:v>69.135322570800795</c:v>
                </c:pt>
                <c:pt idx="3296">
                  <c:v>69.129295349121094</c:v>
                </c:pt>
                <c:pt idx="3297">
                  <c:v>69.148651123046903</c:v>
                </c:pt>
                <c:pt idx="3298">
                  <c:v>69.124664306640597</c:v>
                </c:pt>
                <c:pt idx="3299">
                  <c:v>69.119926452636705</c:v>
                </c:pt>
                <c:pt idx="3300">
                  <c:v>69.106620788574205</c:v>
                </c:pt>
                <c:pt idx="3301">
                  <c:v>69.080108642578097</c:v>
                </c:pt>
                <c:pt idx="3302">
                  <c:v>69.065261840820298</c:v>
                </c:pt>
                <c:pt idx="3303">
                  <c:v>69.074623107910199</c:v>
                </c:pt>
                <c:pt idx="3304">
                  <c:v>69.068840026855497</c:v>
                </c:pt>
                <c:pt idx="3305">
                  <c:v>69.063888549804702</c:v>
                </c:pt>
                <c:pt idx="3306">
                  <c:v>69.073570251464801</c:v>
                </c:pt>
                <c:pt idx="3307">
                  <c:v>69.079002380371094</c:v>
                </c:pt>
                <c:pt idx="3308">
                  <c:v>69.079963684082003</c:v>
                </c:pt>
                <c:pt idx="3309">
                  <c:v>69.090461730957003</c:v>
                </c:pt>
                <c:pt idx="3310">
                  <c:v>69.082458496093807</c:v>
                </c:pt>
                <c:pt idx="3311">
                  <c:v>69.041435241699205</c:v>
                </c:pt>
                <c:pt idx="3312">
                  <c:v>69.048133850097699</c:v>
                </c:pt>
                <c:pt idx="3313">
                  <c:v>69.066291809082003</c:v>
                </c:pt>
                <c:pt idx="3314">
                  <c:v>69.035385131835895</c:v>
                </c:pt>
                <c:pt idx="3315">
                  <c:v>69.009048461914105</c:v>
                </c:pt>
                <c:pt idx="3316">
                  <c:v>69.025856018066406</c:v>
                </c:pt>
                <c:pt idx="3317">
                  <c:v>69.064895629882798</c:v>
                </c:pt>
                <c:pt idx="3318">
                  <c:v>69.050476074218807</c:v>
                </c:pt>
                <c:pt idx="3319">
                  <c:v>69.041252136230497</c:v>
                </c:pt>
                <c:pt idx="3320">
                  <c:v>69.019454956054702</c:v>
                </c:pt>
                <c:pt idx="3321">
                  <c:v>69.013641357421903</c:v>
                </c:pt>
                <c:pt idx="3322">
                  <c:v>69.061744689941406</c:v>
                </c:pt>
                <c:pt idx="3323">
                  <c:v>69.028938293457003</c:v>
                </c:pt>
                <c:pt idx="3324">
                  <c:v>68.991302490234403</c:v>
                </c:pt>
                <c:pt idx="3325">
                  <c:v>68.990928649902301</c:v>
                </c:pt>
                <c:pt idx="3326">
                  <c:v>68.982887268066406</c:v>
                </c:pt>
                <c:pt idx="3327">
                  <c:v>68.968566894531307</c:v>
                </c:pt>
                <c:pt idx="3328">
                  <c:v>68.954635620117202</c:v>
                </c:pt>
                <c:pt idx="3329">
                  <c:v>68.980163574218807</c:v>
                </c:pt>
                <c:pt idx="3330">
                  <c:v>68.982612609863295</c:v>
                </c:pt>
                <c:pt idx="3331">
                  <c:v>68.964225769042997</c:v>
                </c:pt>
                <c:pt idx="3332">
                  <c:v>68.940177917480497</c:v>
                </c:pt>
                <c:pt idx="3333">
                  <c:v>68.932449340820298</c:v>
                </c:pt>
                <c:pt idx="3334">
                  <c:v>68.935150146484403</c:v>
                </c:pt>
                <c:pt idx="3335">
                  <c:v>68.942649841308594</c:v>
                </c:pt>
                <c:pt idx="3336">
                  <c:v>68.946929931640597</c:v>
                </c:pt>
                <c:pt idx="3337">
                  <c:v>68.9349365234375</c:v>
                </c:pt>
                <c:pt idx="3338">
                  <c:v>69.004585266113295</c:v>
                </c:pt>
                <c:pt idx="3339">
                  <c:v>68.979217529296903</c:v>
                </c:pt>
                <c:pt idx="3340">
                  <c:v>68.956359863281307</c:v>
                </c:pt>
                <c:pt idx="3341">
                  <c:v>68.954010009765597</c:v>
                </c:pt>
                <c:pt idx="3342">
                  <c:v>68.951675415039105</c:v>
                </c:pt>
                <c:pt idx="3343">
                  <c:v>68.934432983398395</c:v>
                </c:pt>
                <c:pt idx="3344">
                  <c:v>68.940208435058594</c:v>
                </c:pt>
                <c:pt idx="3345">
                  <c:v>68.934349060058594</c:v>
                </c:pt>
                <c:pt idx="3346">
                  <c:v>68.955230712890597</c:v>
                </c:pt>
                <c:pt idx="3347">
                  <c:v>68.946243286132798</c:v>
                </c:pt>
                <c:pt idx="3348">
                  <c:v>68.948913574218807</c:v>
                </c:pt>
                <c:pt idx="3349">
                  <c:v>68.941787719726605</c:v>
                </c:pt>
                <c:pt idx="3350">
                  <c:v>68.962677001953097</c:v>
                </c:pt>
                <c:pt idx="3351">
                  <c:v>68.960685729980497</c:v>
                </c:pt>
                <c:pt idx="3352">
                  <c:v>68.942878723144503</c:v>
                </c:pt>
                <c:pt idx="3353">
                  <c:v>68.948867797851605</c:v>
                </c:pt>
                <c:pt idx="3354">
                  <c:v>68.945205688476605</c:v>
                </c:pt>
                <c:pt idx="3355">
                  <c:v>68.929901123046903</c:v>
                </c:pt>
                <c:pt idx="3356">
                  <c:v>68.918685913085895</c:v>
                </c:pt>
                <c:pt idx="3357">
                  <c:v>68.916130065917997</c:v>
                </c:pt>
                <c:pt idx="3358">
                  <c:v>68.919204711914105</c:v>
                </c:pt>
                <c:pt idx="3359">
                  <c:v>68.922134399414105</c:v>
                </c:pt>
                <c:pt idx="3360">
                  <c:v>68.916053771972699</c:v>
                </c:pt>
                <c:pt idx="3361">
                  <c:v>68.914985656738295</c:v>
                </c:pt>
                <c:pt idx="3362">
                  <c:v>68.930595397949205</c:v>
                </c:pt>
                <c:pt idx="3363">
                  <c:v>68.923782348632798</c:v>
                </c:pt>
                <c:pt idx="3364">
                  <c:v>68.915664672851605</c:v>
                </c:pt>
                <c:pt idx="3365">
                  <c:v>68.915618896484403</c:v>
                </c:pt>
                <c:pt idx="3366">
                  <c:v>68.888656616210895</c:v>
                </c:pt>
                <c:pt idx="3367">
                  <c:v>68.898872375488295</c:v>
                </c:pt>
                <c:pt idx="3368">
                  <c:v>68.931503295898395</c:v>
                </c:pt>
                <c:pt idx="3369">
                  <c:v>68.928108215332003</c:v>
                </c:pt>
                <c:pt idx="3370">
                  <c:v>68.918060302734403</c:v>
                </c:pt>
                <c:pt idx="3371">
                  <c:v>68.912109375</c:v>
                </c:pt>
                <c:pt idx="3372">
                  <c:v>68.912269592285199</c:v>
                </c:pt>
                <c:pt idx="3373">
                  <c:v>68.908012390136705</c:v>
                </c:pt>
                <c:pt idx="3374">
                  <c:v>68.912582397460895</c:v>
                </c:pt>
                <c:pt idx="3375">
                  <c:v>68.914245605468807</c:v>
                </c:pt>
                <c:pt idx="3376">
                  <c:v>68.911727905273395</c:v>
                </c:pt>
                <c:pt idx="3377">
                  <c:v>68.808364868164105</c:v>
                </c:pt>
                <c:pt idx="3378">
                  <c:v>68.804084777832003</c:v>
                </c:pt>
                <c:pt idx="3379">
                  <c:v>68.835098266601605</c:v>
                </c:pt>
                <c:pt idx="3380">
                  <c:v>68.863883972167997</c:v>
                </c:pt>
                <c:pt idx="3381">
                  <c:v>68.885826110839801</c:v>
                </c:pt>
                <c:pt idx="3382">
                  <c:v>68.896179199218807</c:v>
                </c:pt>
                <c:pt idx="3383">
                  <c:v>68.901123046875</c:v>
                </c:pt>
                <c:pt idx="3384">
                  <c:v>68.910179138183594</c:v>
                </c:pt>
                <c:pt idx="3385">
                  <c:v>68.908561706542997</c:v>
                </c:pt>
                <c:pt idx="3386">
                  <c:v>68.909599304199205</c:v>
                </c:pt>
                <c:pt idx="3387">
                  <c:v>68.897872924804702</c:v>
                </c:pt>
                <c:pt idx="3388">
                  <c:v>68.844856262207003</c:v>
                </c:pt>
                <c:pt idx="3389">
                  <c:v>68.867027282714801</c:v>
                </c:pt>
                <c:pt idx="3390">
                  <c:v>68.881919860839801</c:v>
                </c:pt>
                <c:pt idx="3391">
                  <c:v>68.674125671386705</c:v>
                </c:pt>
                <c:pt idx="3392">
                  <c:v>68.747985839843807</c:v>
                </c:pt>
                <c:pt idx="3393">
                  <c:v>68.825569152832003</c:v>
                </c:pt>
                <c:pt idx="3394">
                  <c:v>68.855995178222699</c:v>
                </c:pt>
                <c:pt idx="3395">
                  <c:v>68.877990722656307</c:v>
                </c:pt>
                <c:pt idx="3396">
                  <c:v>68.883621215820298</c:v>
                </c:pt>
                <c:pt idx="3397">
                  <c:v>68.879043579101605</c:v>
                </c:pt>
                <c:pt idx="3398">
                  <c:v>68.897132873535199</c:v>
                </c:pt>
                <c:pt idx="3399">
                  <c:v>68.899696350097699</c:v>
                </c:pt>
                <c:pt idx="3400">
                  <c:v>68.888137817382798</c:v>
                </c:pt>
                <c:pt idx="3401">
                  <c:v>68.906227111816406</c:v>
                </c:pt>
                <c:pt idx="3402">
                  <c:v>68.909118652343807</c:v>
                </c:pt>
                <c:pt idx="3403">
                  <c:v>68.911407470703097</c:v>
                </c:pt>
                <c:pt idx="3404">
                  <c:v>68.910057067871094</c:v>
                </c:pt>
                <c:pt idx="3405">
                  <c:v>68.908248901367202</c:v>
                </c:pt>
                <c:pt idx="3406">
                  <c:v>68.907073974609403</c:v>
                </c:pt>
                <c:pt idx="3407">
                  <c:v>68.891387939453097</c:v>
                </c:pt>
                <c:pt idx="3408">
                  <c:v>68.880287170410199</c:v>
                </c:pt>
                <c:pt idx="3409">
                  <c:v>68.893218994140597</c:v>
                </c:pt>
                <c:pt idx="3410">
                  <c:v>68.899971008300795</c:v>
                </c:pt>
                <c:pt idx="3411">
                  <c:v>68.887031555175795</c:v>
                </c:pt>
                <c:pt idx="3412">
                  <c:v>68.889701843261705</c:v>
                </c:pt>
                <c:pt idx="3413">
                  <c:v>68.886489868164105</c:v>
                </c:pt>
                <c:pt idx="3414">
                  <c:v>68.895904541015597</c:v>
                </c:pt>
                <c:pt idx="3415">
                  <c:v>68.889678955078097</c:v>
                </c:pt>
                <c:pt idx="3416">
                  <c:v>68.898155212402301</c:v>
                </c:pt>
                <c:pt idx="3417">
                  <c:v>68.902137756347699</c:v>
                </c:pt>
                <c:pt idx="3418">
                  <c:v>68.8719482421875</c:v>
                </c:pt>
                <c:pt idx="3419">
                  <c:v>68.592597961425795</c:v>
                </c:pt>
                <c:pt idx="3420">
                  <c:v>68.647506713867202</c:v>
                </c:pt>
                <c:pt idx="3421">
                  <c:v>68.758880615234403</c:v>
                </c:pt>
                <c:pt idx="3422">
                  <c:v>68.820526123046903</c:v>
                </c:pt>
                <c:pt idx="3423">
                  <c:v>68.858047485351605</c:v>
                </c:pt>
                <c:pt idx="3424">
                  <c:v>68.835350036621094</c:v>
                </c:pt>
                <c:pt idx="3425">
                  <c:v>68.827232360839801</c:v>
                </c:pt>
                <c:pt idx="3426">
                  <c:v>68.854820251464801</c:v>
                </c:pt>
                <c:pt idx="3427">
                  <c:v>68.879631042480497</c:v>
                </c:pt>
                <c:pt idx="3428">
                  <c:v>68.841728210449205</c:v>
                </c:pt>
                <c:pt idx="3429">
                  <c:v>68.854309082031307</c:v>
                </c:pt>
                <c:pt idx="3430">
                  <c:v>68.873962402343807</c:v>
                </c:pt>
                <c:pt idx="3431">
                  <c:v>68.877639770507798</c:v>
                </c:pt>
                <c:pt idx="3432">
                  <c:v>68.830574035644503</c:v>
                </c:pt>
                <c:pt idx="3433">
                  <c:v>68.822319030761705</c:v>
                </c:pt>
                <c:pt idx="3434">
                  <c:v>68.842834472656307</c:v>
                </c:pt>
                <c:pt idx="3435">
                  <c:v>68.8599853515625</c:v>
                </c:pt>
                <c:pt idx="3436">
                  <c:v>68.8763427734375</c:v>
                </c:pt>
                <c:pt idx="3437">
                  <c:v>68.837463378906307</c:v>
                </c:pt>
                <c:pt idx="3438">
                  <c:v>68.815658569335895</c:v>
                </c:pt>
                <c:pt idx="3439">
                  <c:v>68.767509460449205</c:v>
                </c:pt>
                <c:pt idx="3440">
                  <c:v>68.834800720214801</c:v>
                </c:pt>
                <c:pt idx="3441">
                  <c:v>68.818634033203097</c:v>
                </c:pt>
                <c:pt idx="3442">
                  <c:v>68.829147338867202</c:v>
                </c:pt>
                <c:pt idx="3443">
                  <c:v>68.842506408691406</c:v>
                </c:pt>
                <c:pt idx="3444">
                  <c:v>68.856086730957003</c:v>
                </c:pt>
                <c:pt idx="3445">
                  <c:v>68.8599853515625</c:v>
                </c:pt>
                <c:pt idx="3446">
                  <c:v>68.650215148925795</c:v>
                </c:pt>
                <c:pt idx="3447">
                  <c:v>68.635597229003906</c:v>
                </c:pt>
                <c:pt idx="3448">
                  <c:v>68.659500122070298</c:v>
                </c:pt>
                <c:pt idx="3449">
                  <c:v>68.614425659179702</c:v>
                </c:pt>
                <c:pt idx="3450">
                  <c:v>68.647277832031307</c:v>
                </c:pt>
                <c:pt idx="3451">
                  <c:v>68.742576599121094</c:v>
                </c:pt>
                <c:pt idx="3452">
                  <c:v>68.781455993652301</c:v>
                </c:pt>
                <c:pt idx="3453">
                  <c:v>68.814147949218807</c:v>
                </c:pt>
                <c:pt idx="3454">
                  <c:v>68.788650512695298</c:v>
                </c:pt>
                <c:pt idx="3455">
                  <c:v>68.797210693359403</c:v>
                </c:pt>
                <c:pt idx="3456">
                  <c:v>68.734024047851605</c:v>
                </c:pt>
                <c:pt idx="3457">
                  <c:v>68.782112121582003</c:v>
                </c:pt>
                <c:pt idx="3458">
                  <c:v>68.808761596679702</c:v>
                </c:pt>
                <c:pt idx="3459">
                  <c:v>68.809959411621094</c:v>
                </c:pt>
                <c:pt idx="3460">
                  <c:v>68.754676818847699</c:v>
                </c:pt>
                <c:pt idx="3461">
                  <c:v>68.759231567382798</c:v>
                </c:pt>
                <c:pt idx="3462">
                  <c:v>68.772384643554702</c:v>
                </c:pt>
                <c:pt idx="3463">
                  <c:v>68.808570861816406</c:v>
                </c:pt>
                <c:pt idx="3464">
                  <c:v>68.779945373535199</c:v>
                </c:pt>
                <c:pt idx="3465">
                  <c:v>68.746139526367202</c:v>
                </c:pt>
                <c:pt idx="3466">
                  <c:v>68.565635681152301</c:v>
                </c:pt>
                <c:pt idx="3467">
                  <c:v>68.605209350585895</c:v>
                </c:pt>
                <c:pt idx="3468">
                  <c:v>68.675735473632798</c:v>
                </c:pt>
                <c:pt idx="3469">
                  <c:v>68.67138671875</c:v>
                </c:pt>
                <c:pt idx="3470">
                  <c:v>68.5655517578125</c:v>
                </c:pt>
                <c:pt idx="3471">
                  <c:v>68.422447204589801</c:v>
                </c:pt>
                <c:pt idx="3472">
                  <c:v>68.540603637695298</c:v>
                </c:pt>
                <c:pt idx="3473">
                  <c:v>68.585021972656307</c:v>
                </c:pt>
                <c:pt idx="3474">
                  <c:v>68.655792236328097</c:v>
                </c:pt>
                <c:pt idx="3475">
                  <c:v>68.684898376464801</c:v>
                </c:pt>
                <c:pt idx="3476">
                  <c:v>68.700202941894503</c:v>
                </c:pt>
                <c:pt idx="3477">
                  <c:v>68.458511352539105</c:v>
                </c:pt>
                <c:pt idx="3478">
                  <c:v>68.358688354492202</c:v>
                </c:pt>
                <c:pt idx="3479">
                  <c:v>68.491828918457003</c:v>
                </c:pt>
                <c:pt idx="3480">
                  <c:v>68.503257751464801</c:v>
                </c:pt>
                <c:pt idx="3481">
                  <c:v>68.5352783203125</c:v>
                </c:pt>
                <c:pt idx="3482">
                  <c:v>68.598983764648395</c:v>
                </c:pt>
                <c:pt idx="3483">
                  <c:v>68.640144348144503</c:v>
                </c:pt>
                <c:pt idx="3484">
                  <c:v>68.595993041992202</c:v>
                </c:pt>
                <c:pt idx="3485">
                  <c:v>68.404014587402301</c:v>
                </c:pt>
                <c:pt idx="3486">
                  <c:v>68.431793212890597</c:v>
                </c:pt>
                <c:pt idx="3487">
                  <c:v>68.266136169433594</c:v>
                </c:pt>
                <c:pt idx="3488">
                  <c:v>68.346130371093807</c:v>
                </c:pt>
                <c:pt idx="3489">
                  <c:v>68.155792236328097</c:v>
                </c:pt>
                <c:pt idx="3490">
                  <c:v>68.175811767578097</c:v>
                </c:pt>
                <c:pt idx="3491">
                  <c:v>68.206596374511705</c:v>
                </c:pt>
                <c:pt idx="3492">
                  <c:v>68.294387817382798</c:v>
                </c:pt>
                <c:pt idx="3493">
                  <c:v>68.316482543945298</c:v>
                </c:pt>
                <c:pt idx="3494">
                  <c:v>68.443527221679702</c:v>
                </c:pt>
                <c:pt idx="3495">
                  <c:v>68.405876159667997</c:v>
                </c:pt>
                <c:pt idx="3496">
                  <c:v>68.420623779296903</c:v>
                </c:pt>
                <c:pt idx="3497">
                  <c:v>68.266540527343807</c:v>
                </c:pt>
                <c:pt idx="3498">
                  <c:v>68.316246032714801</c:v>
                </c:pt>
                <c:pt idx="3499">
                  <c:v>68.427978515625</c:v>
                </c:pt>
                <c:pt idx="3500">
                  <c:v>68.445640563964801</c:v>
                </c:pt>
                <c:pt idx="3501">
                  <c:v>68.440597534179702</c:v>
                </c:pt>
                <c:pt idx="3502">
                  <c:v>68.614082336425795</c:v>
                </c:pt>
                <c:pt idx="3503">
                  <c:v>68.426536560058594</c:v>
                </c:pt>
                <c:pt idx="3504">
                  <c:v>68.289489746093807</c:v>
                </c:pt>
                <c:pt idx="3505">
                  <c:v>68.375679016113295</c:v>
                </c:pt>
                <c:pt idx="3506">
                  <c:v>68.345451354980497</c:v>
                </c:pt>
                <c:pt idx="3507">
                  <c:v>68.373428344726605</c:v>
                </c:pt>
                <c:pt idx="3508">
                  <c:v>68.351753234863295</c:v>
                </c:pt>
                <c:pt idx="3509">
                  <c:v>68.307052612304702</c:v>
                </c:pt>
                <c:pt idx="3510">
                  <c:v>68.393585205078097</c:v>
                </c:pt>
                <c:pt idx="3511">
                  <c:v>68.23974609375</c:v>
                </c:pt>
                <c:pt idx="3512">
                  <c:v>68.31591796875</c:v>
                </c:pt>
                <c:pt idx="3513">
                  <c:v>68.198753356933594</c:v>
                </c:pt>
                <c:pt idx="3514">
                  <c:v>68.229095458984403</c:v>
                </c:pt>
                <c:pt idx="3515">
                  <c:v>68.428543090820298</c:v>
                </c:pt>
                <c:pt idx="3516">
                  <c:v>68.556632995605497</c:v>
                </c:pt>
                <c:pt idx="3517">
                  <c:v>68.508262634277301</c:v>
                </c:pt>
                <c:pt idx="3518">
                  <c:v>68.405380249023395</c:v>
                </c:pt>
                <c:pt idx="3519">
                  <c:v>68.361442565917997</c:v>
                </c:pt>
                <c:pt idx="3520">
                  <c:v>68.241554260253906</c:v>
                </c:pt>
                <c:pt idx="3521">
                  <c:v>68.344795227050795</c:v>
                </c:pt>
                <c:pt idx="3522">
                  <c:v>68.170631408691406</c:v>
                </c:pt>
                <c:pt idx="3523">
                  <c:v>68.173652648925795</c:v>
                </c:pt>
                <c:pt idx="3524">
                  <c:v>68.2197265625</c:v>
                </c:pt>
                <c:pt idx="3525">
                  <c:v>68.246353149414105</c:v>
                </c:pt>
                <c:pt idx="3526">
                  <c:v>68.236412048339801</c:v>
                </c:pt>
                <c:pt idx="3527">
                  <c:v>68.280494689941406</c:v>
                </c:pt>
                <c:pt idx="3528">
                  <c:v>68.456832885742202</c:v>
                </c:pt>
                <c:pt idx="3529">
                  <c:v>68.315124511718807</c:v>
                </c:pt>
                <c:pt idx="3530">
                  <c:v>68.224372863769503</c:v>
                </c:pt>
                <c:pt idx="3531">
                  <c:v>68.223907470703097</c:v>
                </c:pt>
                <c:pt idx="3532">
                  <c:v>68.195365905761705</c:v>
                </c:pt>
                <c:pt idx="3533">
                  <c:v>68.356613159179702</c:v>
                </c:pt>
                <c:pt idx="3534">
                  <c:v>68.391731262207003</c:v>
                </c:pt>
                <c:pt idx="3535">
                  <c:v>68.223617553710895</c:v>
                </c:pt>
                <c:pt idx="3536">
                  <c:v>68.271102905273395</c:v>
                </c:pt>
                <c:pt idx="3537">
                  <c:v>68.171211242675795</c:v>
                </c:pt>
                <c:pt idx="3538">
                  <c:v>67.961090087890597</c:v>
                </c:pt>
                <c:pt idx="3539">
                  <c:v>67.998718261718807</c:v>
                </c:pt>
                <c:pt idx="3540">
                  <c:v>68.155815124511705</c:v>
                </c:pt>
                <c:pt idx="3541">
                  <c:v>68.080467224121094</c:v>
                </c:pt>
                <c:pt idx="3542">
                  <c:v>68.014450073242202</c:v>
                </c:pt>
                <c:pt idx="3543">
                  <c:v>67.970344543457003</c:v>
                </c:pt>
                <c:pt idx="3544">
                  <c:v>68.048774719238295</c:v>
                </c:pt>
                <c:pt idx="3545">
                  <c:v>68.083465576171903</c:v>
                </c:pt>
                <c:pt idx="3546">
                  <c:v>68.063796997070298</c:v>
                </c:pt>
                <c:pt idx="3547">
                  <c:v>68.037528991699205</c:v>
                </c:pt>
                <c:pt idx="3548">
                  <c:v>68.059768676757798</c:v>
                </c:pt>
                <c:pt idx="3549">
                  <c:v>68.136459350585895</c:v>
                </c:pt>
                <c:pt idx="3550">
                  <c:v>68.174201965332003</c:v>
                </c:pt>
                <c:pt idx="3551">
                  <c:v>68.229331970214801</c:v>
                </c:pt>
                <c:pt idx="3552">
                  <c:v>68.173858642578097</c:v>
                </c:pt>
                <c:pt idx="3553">
                  <c:v>68.222084045410199</c:v>
                </c:pt>
                <c:pt idx="3554">
                  <c:v>68.153358459472699</c:v>
                </c:pt>
                <c:pt idx="3555">
                  <c:v>68.094673156738295</c:v>
                </c:pt>
                <c:pt idx="3556">
                  <c:v>68.080116271972699</c:v>
                </c:pt>
                <c:pt idx="3557">
                  <c:v>68.123870849609403</c:v>
                </c:pt>
                <c:pt idx="3558">
                  <c:v>68.199684143066406</c:v>
                </c:pt>
                <c:pt idx="3559">
                  <c:v>68.257194519042997</c:v>
                </c:pt>
                <c:pt idx="3560">
                  <c:v>68.203994750976605</c:v>
                </c:pt>
                <c:pt idx="3561">
                  <c:v>68.132949829101605</c:v>
                </c:pt>
                <c:pt idx="3562">
                  <c:v>68.158729553222699</c:v>
                </c:pt>
                <c:pt idx="3563">
                  <c:v>68.102607727050795</c:v>
                </c:pt>
                <c:pt idx="3564">
                  <c:v>68.200340270996094</c:v>
                </c:pt>
                <c:pt idx="3565">
                  <c:v>68.210731506347699</c:v>
                </c:pt>
                <c:pt idx="3566">
                  <c:v>68.220901489257798</c:v>
                </c:pt>
                <c:pt idx="3567">
                  <c:v>68.113975524902301</c:v>
                </c:pt>
                <c:pt idx="3568">
                  <c:v>68.048606872558594</c:v>
                </c:pt>
                <c:pt idx="3569">
                  <c:v>68.011215209960895</c:v>
                </c:pt>
                <c:pt idx="3570">
                  <c:v>67.938888549804702</c:v>
                </c:pt>
                <c:pt idx="3571">
                  <c:v>67.924217224121094</c:v>
                </c:pt>
                <c:pt idx="3572">
                  <c:v>67.951019287109403</c:v>
                </c:pt>
                <c:pt idx="3573">
                  <c:v>67.966415405273395</c:v>
                </c:pt>
                <c:pt idx="3574">
                  <c:v>67.894592285156307</c:v>
                </c:pt>
                <c:pt idx="3575">
                  <c:v>67.914688110351605</c:v>
                </c:pt>
                <c:pt idx="3576">
                  <c:v>67.921623229980497</c:v>
                </c:pt>
                <c:pt idx="3577">
                  <c:v>67.998977661132798</c:v>
                </c:pt>
                <c:pt idx="3578">
                  <c:v>68.105484008789105</c:v>
                </c:pt>
                <c:pt idx="3579">
                  <c:v>68.147308349609403</c:v>
                </c:pt>
                <c:pt idx="3580">
                  <c:v>68.194274902343807</c:v>
                </c:pt>
                <c:pt idx="3581">
                  <c:v>68.053123474121094</c:v>
                </c:pt>
                <c:pt idx="3582">
                  <c:v>68.001075744628906</c:v>
                </c:pt>
                <c:pt idx="3583">
                  <c:v>67.964126586914105</c:v>
                </c:pt>
                <c:pt idx="3584">
                  <c:v>67.933166503906307</c:v>
                </c:pt>
                <c:pt idx="3585">
                  <c:v>67.924392700195298</c:v>
                </c:pt>
                <c:pt idx="3586">
                  <c:v>67.921287536621094</c:v>
                </c:pt>
                <c:pt idx="3587">
                  <c:v>68.008087158203097</c:v>
                </c:pt>
                <c:pt idx="3588">
                  <c:v>67.948158264160199</c:v>
                </c:pt>
                <c:pt idx="3589">
                  <c:v>67.951797485351605</c:v>
                </c:pt>
                <c:pt idx="3590">
                  <c:v>68.010520935058594</c:v>
                </c:pt>
                <c:pt idx="3591">
                  <c:v>68.014862060546903</c:v>
                </c:pt>
                <c:pt idx="3592">
                  <c:v>67.875862121582003</c:v>
                </c:pt>
                <c:pt idx="3593">
                  <c:v>67.949874877929702</c:v>
                </c:pt>
                <c:pt idx="3594">
                  <c:v>68.008857727050795</c:v>
                </c:pt>
                <c:pt idx="3595">
                  <c:v>68.077888488769503</c:v>
                </c:pt>
                <c:pt idx="3596">
                  <c:v>68.020622253417997</c:v>
                </c:pt>
                <c:pt idx="3597">
                  <c:v>68.018692016601605</c:v>
                </c:pt>
                <c:pt idx="3598">
                  <c:v>67.97314453125</c:v>
                </c:pt>
                <c:pt idx="3599">
                  <c:v>67.986953735351605</c:v>
                </c:pt>
                <c:pt idx="3600">
                  <c:v>68.107978820800795</c:v>
                </c:pt>
                <c:pt idx="3601">
                  <c:v>68.166664123535199</c:v>
                </c:pt>
                <c:pt idx="3602">
                  <c:v>68.050209045410199</c:v>
                </c:pt>
                <c:pt idx="3603">
                  <c:v>67.986000061035199</c:v>
                </c:pt>
                <c:pt idx="3604">
                  <c:v>67.9700927734375</c:v>
                </c:pt>
                <c:pt idx="3605">
                  <c:v>68.033874511718807</c:v>
                </c:pt>
                <c:pt idx="3606">
                  <c:v>68.103233337402301</c:v>
                </c:pt>
                <c:pt idx="3607">
                  <c:v>68.110488891601605</c:v>
                </c:pt>
                <c:pt idx="3608">
                  <c:v>68.221954345703097</c:v>
                </c:pt>
                <c:pt idx="3609">
                  <c:v>68.172309875488295</c:v>
                </c:pt>
                <c:pt idx="3610">
                  <c:v>68.1737060546875</c:v>
                </c:pt>
                <c:pt idx="3611">
                  <c:v>68.114013671875</c:v>
                </c:pt>
                <c:pt idx="3612">
                  <c:v>67.81396484375</c:v>
                </c:pt>
                <c:pt idx="3613">
                  <c:v>67.709907531738295</c:v>
                </c:pt>
                <c:pt idx="3614">
                  <c:v>67.851417541503906</c:v>
                </c:pt>
                <c:pt idx="3615">
                  <c:v>67.808357238769503</c:v>
                </c:pt>
                <c:pt idx="3616">
                  <c:v>67.846061706542997</c:v>
                </c:pt>
                <c:pt idx="3617">
                  <c:v>67.910293579101605</c:v>
                </c:pt>
                <c:pt idx="3618">
                  <c:v>67.880607604980497</c:v>
                </c:pt>
                <c:pt idx="3619">
                  <c:v>67.919754028320298</c:v>
                </c:pt>
                <c:pt idx="3620">
                  <c:v>67.997268676757798</c:v>
                </c:pt>
                <c:pt idx="3621">
                  <c:v>67.992218017578097</c:v>
                </c:pt>
                <c:pt idx="3622">
                  <c:v>67.998344421386705</c:v>
                </c:pt>
                <c:pt idx="3623">
                  <c:v>67.997138977050795</c:v>
                </c:pt>
                <c:pt idx="3624">
                  <c:v>68.033874511718807</c:v>
                </c:pt>
                <c:pt idx="3625">
                  <c:v>68.061103820800795</c:v>
                </c:pt>
                <c:pt idx="3626">
                  <c:v>68.071189880371094</c:v>
                </c:pt>
                <c:pt idx="3627">
                  <c:v>68.051361083984403</c:v>
                </c:pt>
                <c:pt idx="3628">
                  <c:v>67.997787475585895</c:v>
                </c:pt>
                <c:pt idx="3629">
                  <c:v>67.983528137207003</c:v>
                </c:pt>
                <c:pt idx="3630">
                  <c:v>67.9267578125</c:v>
                </c:pt>
                <c:pt idx="3631">
                  <c:v>67.985313415527301</c:v>
                </c:pt>
                <c:pt idx="3632">
                  <c:v>67.883201599121094</c:v>
                </c:pt>
                <c:pt idx="3633">
                  <c:v>67.894569396972699</c:v>
                </c:pt>
                <c:pt idx="3634">
                  <c:v>67.967994689941406</c:v>
                </c:pt>
                <c:pt idx="3635">
                  <c:v>68.030189514160199</c:v>
                </c:pt>
                <c:pt idx="3636">
                  <c:v>67.965629577636705</c:v>
                </c:pt>
                <c:pt idx="3637">
                  <c:v>67.985954284667997</c:v>
                </c:pt>
                <c:pt idx="3638">
                  <c:v>67.957481384277301</c:v>
                </c:pt>
                <c:pt idx="3639">
                  <c:v>67.947029113769503</c:v>
                </c:pt>
                <c:pt idx="3640">
                  <c:v>67.961822509765597</c:v>
                </c:pt>
                <c:pt idx="3641">
                  <c:v>67.884490966796903</c:v>
                </c:pt>
                <c:pt idx="3642">
                  <c:v>68.007240295410199</c:v>
                </c:pt>
                <c:pt idx="3643">
                  <c:v>67.906997680664105</c:v>
                </c:pt>
                <c:pt idx="3644">
                  <c:v>67.876121520996094</c:v>
                </c:pt>
                <c:pt idx="3645">
                  <c:v>67.999900817871094</c:v>
                </c:pt>
                <c:pt idx="3646">
                  <c:v>67.932975769042997</c:v>
                </c:pt>
                <c:pt idx="3647">
                  <c:v>67.951545715332003</c:v>
                </c:pt>
                <c:pt idx="3648">
                  <c:v>67.943016052246094</c:v>
                </c:pt>
                <c:pt idx="3649">
                  <c:v>67.961906433105497</c:v>
                </c:pt>
                <c:pt idx="3650">
                  <c:v>67.981307983398395</c:v>
                </c:pt>
                <c:pt idx="3651">
                  <c:v>67.917320251464801</c:v>
                </c:pt>
                <c:pt idx="3652">
                  <c:v>67.866828918457003</c:v>
                </c:pt>
                <c:pt idx="3653">
                  <c:v>67.887374877929702</c:v>
                </c:pt>
                <c:pt idx="3654">
                  <c:v>67.7486572265625</c:v>
                </c:pt>
                <c:pt idx="3655">
                  <c:v>67.815345764160199</c:v>
                </c:pt>
                <c:pt idx="3656">
                  <c:v>67.897186279296903</c:v>
                </c:pt>
                <c:pt idx="3657">
                  <c:v>67.920814514160199</c:v>
                </c:pt>
                <c:pt idx="3658">
                  <c:v>67.976211547851605</c:v>
                </c:pt>
                <c:pt idx="3659">
                  <c:v>67.957359313964801</c:v>
                </c:pt>
                <c:pt idx="3660">
                  <c:v>67.859672546386705</c:v>
                </c:pt>
                <c:pt idx="3661">
                  <c:v>67.836235046386705</c:v>
                </c:pt>
                <c:pt idx="3662">
                  <c:v>67.710304260253906</c:v>
                </c:pt>
                <c:pt idx="3663">
                  <c:v>67.854354858398395</c:v>
                </c:pt>
                <c:pt idx="3664">
                  <c:v>67.872001647949205</c:v>
                </c:pt>
                <c:pt idx="3665">
                  <c:v>67.929817199707003</c:v>
                </c:pt>
                <c:pt idx="3666">
                  <c:v>67.859085083007798</c:v>
                </c:pt>
                <c:pt idx="3667">
                  <c:v>67.877273559570298</c:v>
                </c:pt>
                <c:pt idx="3668">
                  <c:v>67.803733825683594</c:v>
                </c:pt>
                <c:pt idx="3669">
                  <c:v>67.873947143554702</c:v>
                </c:pt>
                <c:pt idx="3670">
                  <c:v>67.901641845703097</c:v>
                </c:pt>
                <c:pt idx="3671">
                  <c:v>67.947319030761705</c:v>
                </c:pt>
                <c:pt idx="3672">
                  <c:v>68.004951477050795</c:v>
                </c:pt>
                <c:pt idx="3673">
                  <c:v>67.959892272949205</c:v>
                </c:pt>
                <c:pt idx="3674">
                  <c:v>67.918083190917997</c:v>
                </c:pt>
                <c:pt idx="3675">
                  <c:v>67.794029235839801</c:v>
                </c:pt>
                <c:pt idx="3676">
                  <c:v>67.886779785156307</c:v>
                </c:pt>
                <c:pt idx="3677">
                  <c:v>67.883522033691406</c:v>
                </c:pt>
                <c:pt idx="3678">
                  <c:v>67.812004089355497</c:v>
                </c:pt>
                <c:pt idx="3679">
                  <c:v>67.835922241210895</c:v>
                </c:pt>
                <c:pt idx="3680">
                  <c:v>67.796226501464801</c:v>
                </c:pt>
                <c:pt idx="3681">
                  <c:v>67.848884582519503</c:v>
                </c:pt>
                <c:pt idx="3682">
                  <c:v>67.860084533691406</c:v>
                </c:pt>
                <c:pt idx="3683">
                  <c:v>67.813926696777301</c:v>
                </c:pt>
                <c:pt idx="3684">
                  <c:v>67.810279846191406</c:v>
                </c:pt>
                <c:pt idx="3685">
                  <c:v>67.760955810546903</c:v>
                </c:pt>
                <c:pt idx="3686">
                  <c:v>67.780059814453097</c:v>
                </c:pt>
                <c:pt idx="3687">
                  <c:v>67.847320556640597</c:v>
                </c:pt>
                <c:pt idx="3688">
                  <c:v>67.878479003906307</c:v>
                </c:pt>
                <c:pt idx="3689">
                  <c:v>67.913116455078097</c:v>
                </c:pt>
                <c:pt idx="3690">
                  <c:v>67.791244506835895</c:v>
                </c:pt>
                <c:pt idx="3691">
                  <c:v>67.763816833496094</c:v>
                </c:pt>
                <c:pt idx="3692">
                  <c:v>67.809486389160199</c:v>
                </c:pt>
                <c:pt idx="3693">
                  <c:v>67.814727783203097</c:v>
                </c:pt>
                <c:pt idx="3694">
                  <c:v>67.829010009765597</c:v>
                </c:pt>
                <c:pt idx="3695">
                  <c:v>67.793289184570298</c:v>
                </c:pt>
                <c:pt idx="3696">
                  <c:v>67.824722290039105</c:v>
                </c:pt>
                <c:pt idx="3697">
                  <c:v>67.782943725585895</c:v>
                </c:pt>
                <c:pt idx="3698">
                  <c:v>67.759895324707003</c:v>
                </c:pt>
                <c:pt idx="3699">
                  <c:v>67.738906860351605</c:v>
                </c:pt>
                <c:pt idx="3700">
                  <c:v>67.808662414550795</c:v>
                </c:pt>
                <c:pt idx="3701">
                  <c:v>67.714126586914105</c:v>
                </c:pt>
                <c:pt idx="3702">
                  <c:v>67.705413818359403</c:v>
                </c:pt>
                <c:pt idx="3703">
                  <c:v>67.712028503417997</c:v>
                </c:pt>
                <c:pt idx="3704">
                  <c:v>67.734474182128906</c:v>
                </c:pt>
                <c:pt idx="3705">
                  <c:v>67.74609375</c:v>
                </c:pt>
                <c:pt idx="3706">
                  <c:v>67.657928466796903</c:v>
                </c:pt>
                <c:pt idx="3707">
                  <c:v>67.519645690917997</c:v>
                </c:pt>
                <c:pt idx="3708">
                  <c:v>67.396354675292997</c:v>
                </c:pt>
                <c:pt idx="3709">
                  <c:v>67.394264221191406</c:v>
                </c:pt>
                <c:pt idx="3710">
                  <c:v>67.332229614257798</c:v>
                </c:pt>
                <c:pt idx="3711">
                  <c:v>67.276321411132798</c:v>
                </c:pt>
                <c:pt idx="3712">
                  <c:v>67.236343383789105</c:v>
                </c:pt>
                <c:pt idx="3713">
                  <c:v>67.191680908203097</c:v>
                </c:pt>
                <c:pt idx="3714">
                  <c:v>67.055061340332003</c:v>
                </c:pt>
                <c:pt idx="3715">
                  <c:v>66.956947326660199</c:v>
                </c:pt>
                <c:pt idx="3716">
                  <c:v>66.520271301269503</c:v>
                </c:pt>
                <c:pt idx="3717">
                  <c:v>66.133689880371094</c:v>
                </c:pt>
                <c:pt idx="3718">
                  <c:v>65.880783081054702</c:v>
                </c:pt>
                <c:pt idx="3719">
                  <c:v>65.757881164550795</c:v>
                </c:pt>
                <c:pt idx="3720">
                  <c:v>65.674415588378906</c:v>
                </c:pt>
                <c:pt idx="3721">
                  <c:v>65.622802734375</c:v>
                </c:pt>
                <c:pt idx="3722">
                  <c:v>65.54638671875</c:v>
                </c:pt>
                <c:pt idx="3723">
                  <c:v>65.395111083984403</c:v>
                </c:pt>
                <c:pt idx="3724">
                  <c:v>65.207389831542997</c:v>
                </c:pt>
                <c:pt idx="3725">
                  <c:v>65.030860900878906</c:v>
                </c:pt>
                <c:pt idx="3726">
                  <c:v>64.915596008300795</c:v>
                </c:pt>
                <c:pt idx="3727">
                  <c:v>64.6864013671875</c:v>
                </c:pt>
                <c:pt idx="3728">
                  <c:v>64.439781188964801</c:v>
                </c:pt>
                <c:pt idx="3729">
                  <c:v>64.250534057617202</c:v>
                </c:pt>
                <c:pt idx="3730">
                  <c:v>64.114418029785199</c:v>
                </c:pt>
                <c:pt idx="3731">
                  <c:v>64.018455505371094</c:v>
                </c:pt>
                <c:pt idx="3732">
                  <c:v>63.722358703613303</c:v>
                </c:pt>
                <c:pt idx="3733">
                  <c:v>63.451858520507798</c:v>
                </c:pt>
                <c:pt idx="3734">
                  <c:v>63.19189453125</c:v>
                </c:pt>
                <c:pt idx="3735">
                  <c:v>62.918655395507798</c:v>
                </c:pt>
                <c:pt idx="3736">
                  <c:v>62.708396911621101</c:v>
                </c:pt>
                <c:pt idx="3737">
                  <c:v>62.566936492919901</c:v>
                </c:pt>
                <c:pt idx="3738">
                  <c:v>62.376113891601598</c:v>
                </c:pt>
                <c:pt idx="3739">
                  <c:v>62.190620422363303</c:v>
                </c:pt>
                <c:pt idx="3740">
                  <c:v>61.9476127624512</c:v>
                </c:pt>
                <c:pt idx="3741">
                  <c:v>61.745452880859403</c:v>
                </c:pt>
                <c:pt idx="3742">
                  <c:v>61.554035186767599</c:v>
                </c:pt>
                <c:pt idx="3743">
                  <c:v>61.3526000976563</c:v>
                </c:pt>
                <c:pt idx="3744">
                  <c:v>61.099697113037102</c:v>
                </c:pt>
                <c:pt idx="3745">
                  <c:v>60.904895782470703</c:v>
                </c:pt>
                <c:pt idx="3746">
                  <c:v>60.791706085205099</c:v>
                </c:pt>
                <c:pt idx="3747">
                  <c:v>60.662380218505902</c:v>
                </c:pt>
                <c:pt idx="3748">
                  <c:v>60.463211059570298</c:v>
                </c:pt>
                <c:pt idx="3749">
                  <c:v>60.2322998046875</c:v>
                </c:pt>
                <c:pt idx="3750">
                  <c:v>60.07763671875</c:v>
                </c:pt>
                <c:pt idx="3751">
                  <c:v>59.961357116699197</c:v>
                </c:pt>
                <c:pt idx="3752">
                  <c:v>59.851585388183601</c:v>
                </c:pt>
                <c:pt idx="3753">
                  <c:v>59.662876129150398</c:v>
                </c:pt>
                <c:pt idx="3754">
                  <c:v>59.526969909667997</c:v>
                </c:pt>
                <c:pt idx="3755">
                  <c:v>59.343299865722699</c:v>
                </c:pt>
                <c:pt idx="3756">
                  <c:v>59.191162109375</c:v>
                </c:pt>
                <c:pt idx="3757">
                  <c:v>59.034759521484403</c:v>
                </c:pt>
                <c:pt idx="3758">
                  <c:v>58.858406066894503</c:v>
                </c:pt>
                <c:pt idx="3759">
                  <c:v>58.697673797607401</c:v>
                </c:pt>
                <c:pt idx="3760">
                  <c:v>58.505741119384801</c:v>
                </c:pt>
                <c:pt idx="3761">
                  <c:v>58.396541595458999</c:v>
                </c:pt>
                <c:pt idx="3762">
                  <c:v>58.203193664550803</c:v>
                </c:pt>
                <c:pt idx="3763">
                  <c:v>58.065078735351598</c:v>
                </c:pt>
                <c:pt idx="3764">
                  <c:v>57.948394775390597</c:v>
                </c:pt>
                <c:pt idx="3765">
                  <c:v>57.799644470214801</c:v>
                </c:pt>
                <c:pt idx="3766">
                  <c:v>57.664657592773402</c:v>
                </c:pt>
                <c:pt idx="3767">
                  <c:v>57.577827453613303</c:v>
                </c:pt>
                <c:pt idx="3768">
                  <c:v>57.526954650878899</c:v>
                </c:pt>
                <c:pt idx="3769">
                  <c:v>57.499988555908203</c:v>
                </c:pt>
                <c:pt idx="3770">
                  <c:v>57.323638916015597</c:v>
                </c:pt>
                <c:pt idx="3771">
                  <c:v>57.063541412353501</c:v>
                </c:pt>
                <c:pt idx="3772">
                  <c:v>56.841007232666001</c:v>
                </c:pt>
                <c:pt idx="3773">
                  <c:v>56.703166961669901</c:v>
                </c:pt>
                <c:pt idx="3774">
                  <c:v>56.572616577148402</c:v>
                </c:pt>
                <c:pt idx="3775">
                  <c:v>56.3843994140625</c:v>
                </c:pt>
                <c:pt idx="3776">
                  <c:v>56.239288330078097</c:v>
                </c:pt>
                <c:pt idx="3777">
                  <c:v>56.078758239746101</c:v>
                </c:pt>
                <c:pt idx="3778">
                  <c:v>55.952030181884801</c:v>
                </c:pt>
                <c:pt idx="3779">
                  <c:v>55.899658203125</c:v>
                </c:pt>
                <c:pt idx="3780">
                  <c:v>55.875984191894503</c:v>
                </c:pt>
                <c:pt idx="3781">
                  <c:v>55.789905548095703</c:v>
                </c:pt>
                <c:pt idx="3782">
                  <c:v>55.522354125976598</c:v>
                </c:pt>
                <c:pt idx="3783">
                  <c:v>55.238170623779297</c:v>
                </c:pt>
                <c:pt idx="3784">
                  <c:v>55.025070190429702</c:v>
                </c:pt>
                <c:pt idx="3785">
                  <c:v>54.789329528808601</c:v>
                </c:pt>
                <c:pt idx="3786">
                  <c:v>54.530559539794901</c:v>
                </c:pt>
                <c:pt idx="3787">
                  <c:v>54.359527587890597</c:v>
                </c:pt>
                <c:pt idx="3788">
                  <c:v>54.253955841064503</c:v>
                </c:pt>
                <c:pt idx="3789">
                  <c:v>54.180957794189503</c:v>
                </c:pt>
                <c:pt idx="3790">
                  <c:v>54.0735473632813</c:v>
                </c:pt>
                <c:pt idx="3791">
                  <c:v>53.892932891845703</c:v>
                </c:pt>
                <c:pt idx="3792">
                  <c:v>53.640525817871101</c:v>
                </c:pt>
                <c:pt idx="3793">
                  <c:v>53.486007690429702</c:v>
                </c:pt>
                <c:pt idx="3794">
                  <c:v>53.391819000244098</c:v>
                </c:pt>
                <c:pt idx="3795">
                  <c:v>53.280906677246101</c:v>
                </c:pt>
                <c:pt idx="3796">
                  <c:v>53.126251220703097</c:v>
                </c:pt>
                <c:pt idx="3797">
                  <c:v>53.008235931396499</c:v>
                </c:pt>
                <c:pt idx="3798">
                  <c:v>52.938438415527301</c:v>
                </c:pt>
                <c:pt idx="3799">
                  <c:v>52.828117370605497</c:v>
                </c:pt>
                <c:pt idx="3800">
                  <c:v>52.723850250244098</c:v>
                </c:pt>
                <c:pt idx="3801">
                  <c:v>52.654579162597699</c:v>
                </c:pt>
                <c:pt idx="3802">
                  <c:v>52.616233825683601</c:v>
                </c:pt>
                <c:pt idx="3803">
                  <c:v>52.594394683837898</c:v>
                </c:pt>
                <c:pt idx="3804">
                  <c:v>52.583065032958999</c:v>
                </c:pt>
                <c:pt idx="3805">
                  <c:v>52.577247619628899</c:v>
                </c:pt>
                <c:pt idx="3806">
                  <c:v>52.574260711669901</c:v>
                </c:pt>
                <c:pt idx="3807">
                  <c:v>52.435672760009801</c:v>
                </c:pt>
                <c:pt idx="3808">
                  <c:v>52.358036041259801</c:v>
                </c:pt>
                <c:pt idx="3809">
                  <c:v>51.932193756103501</c:v>
                </c:pt>
                <c:pt idx="3810">
                  <c:v>51.546913146972699</c:v>
                </c:pt>
                <c:pt idx="3811">
                  <c:v>51.306140899658203</c:v>
                </c:pt>
                <c:pt idx="3812">
                  <c:v>51.1449165344238</c:v>
                </c:pt>
                <c:pt idx="3813">
                  <c:v>51.047634124755902</c:v>
                </c:pt>
                <c:pt idx="3814">
                  <c:v>50.986137390136697</c:v>
                </c:pt>
                <c:pt idx="3815">
                  <c:v>50.945148468017599</c:v>
                </c:pt>
                <c:pt idx="3816">
                  <c:v>50.806606292724602</c:v>
                </c:pt>
                <c:pt idx="3817">
                  <c:v>50.662979125976598</c:v>
                </c:pt>
                <c:pt idx="3818">
                  <c:v>50.430084228515597</c:v>
                </c:pt>
                <c:pt idx="3819">
                  <c:v>50.2470893859863</c:v>
                </c:pt>
                <c:pt idx="3820">
                  <c:v>50.045204162597699</c:v>
                </c:pt>
                <c:pt idx="3821">
                  <c:v>49.850814819335902</c:v>
                </c:pt>
                <c:pt idx="3822">
                  <c:v>49.711215972900398</c:v>
                </c:pt>
                <c:pt idx="3823">
                  <c:v>49.602130889892599</c:v>
                </c:pt>
                <c:pt idx="3824">
                  <c:v>49.488620758056598</c:v>
                </c:pt>
                <c:pt idx="3825">
                  <c:v>49.413028717041001</c:v>
                </c:pt>
                <c:pt idx="3826">
                  <c:v>49.361526489257798</c:v>
                </c:pt>
                <c:pt idx="3827">
                  <c:v>49.3343505859375</c:v>
                </c:pt>
                <c:pt idx="3828">
                  <c:v>49.319664001464801</c:v>
                </c:pt>
                <c:pt idx="3829">
                  <c:v>49.257186889648402</c:v>
                </c:pt>
                <c:pt idx="3830">
                  <c:v>48.986881256103501</c:v>
                </c:pt>
                <c:pt idx="3831">
                  <c:v>48.806312561035199</c:v>
                </c:pt>
                <c:pt idx="3832">
                  <c:v>48.668735504150398</c:v>
                </c:pt>
                <c:pt idx="3833">
                  <c:v>48.520946502685597</c:v>
                </c:pt>
                <c:pt idx="3834">
                  <c:v>48.185474395752003</c:v>
                </c:pt>
                <c:pt idx="3835">
                  <c:v>47.842327117919901</c:v>
                </c:pt>
                <c:pt idx="3836">
                  <c:v>47.087493896484403</c:v>
                </c:pt>
                <c:pt idx="3837">
                  <c:v>46.616130828857401</c:v>
                </c:pt>
                <c:pt idx="3838">
                  <c:v>46.348579406738303</c:v>
                </c:pt>
                <c:pt idx="3839">
                  <c:v>46.178115844726598</c:v>
                </c:pt>
                <c:pt idx="3840">
                  <c:v>46.0847358703613</c:v>
                </c:pt>
                <c:pt idx="3841">
                  <c:v>46.036788940429702</c:v>
                </c:pt>
                <c:pt idx="3842">
                  <c:v>46.012153625488303</c:v>
                </c:pt>
                <c:pt idx="3843">
                  <c:v>45.999515533447301</c:v>
                </c:pt>
                <c:pt idx="3844">
                  <c:v>45.9930229187012</c:v>
                </c:pt>
                <c:pt idx="3845">
                  <c:v>45.989692687988303</c:v>
                </c:pt>
                <c:pt idx="3846">
                  <c:v>45.987979888916001</c:v>
                </c:pt>
                <c:pt idx="3847">
                  <c:v>45.987102508544901</c:v>
                </c:pt>
                <c:pt idx="3848">
                  <c:v>45.986652374267599</c:v>
                </c:pt>
                <c:pt idx="3849">
                  <c:v>45.986419677734403</c:v>
                </c:pt>
                <c:pt idx="3850">
                  <c:v>45.986301422119098</c:v>
                </c:pt>
                <c:pt idx="3851">
                  <c:v>45.986240386962898</c:v>
                </c:pt>
                <c:pt idx="3852">
                  <c:v>45.979095458984403</c:v>
                </c:pt>
                <c:pt idx="3853">
                  <c:v>45.963951110839801</c:v>
                </c:pt>
                <c:pt idx="3854">
                  <c:v>45.908096313476598</c:v>
                </c:pt>
                <c:pt idx="3855">
                  <c:v>45.790920257568402</c:v>
                </c:pt>
                <c:pt idx="3856">
                  <c:v>45.6900825500488</c:v>
                </c:pt>
                <c:pt idx="3857">
                  <c:v>45.555515289306598</c:v>
                </c:pt>
                <c:pt idx="3858">
                  <c:v>45.493247985839801</c:v>
                </c:pt>
                <c:pt idx="3859">
                  <c:v>45.413776397705099</c:v>
                </c:pt>
                <c:pt idx="3860">
                  <c:v>45.335983276367202</c:v>
                </c:pt>
                <c:pt idx="3861">
                  <c:v>45.296436309814503</c:v>
                </c:pt>
                <c:pt idx="3862">
                  <c:v>45.20068359375</c:v>
                </c:pt>
                <c:pt idx="3863">
                  <c:v>45.062705993652301</c:v>
                </c:pt>
                <c:pt idx="3864">
                  <c:v>44.933467864990199</c:v>
                </c:pt>
                <c:pt idx="3865">
                  <c:v>44.838661193847699</c:v>
                </c:pt>
                <c:pt idx="3866">
                  <c:v>44.7311820983887</c:v>
                </c:pt>
                <c:pt idx="3867">
                  <c:v>44.6361694335938</c:v>
                </c:pt>
                <c:pt idx="3868">
                  <c:v>44.5411987304688</c:v>
                </c:pt>
                <c:pt idx="3869">
                  <c:v>44.464393615722699</c:v>
                </c:pt>
                <c:pt idx="3870">
                  <c:v>44.437961578369098</c:v>
                </c:pt>
                <c:pt idx="3871">
                  <c:v>44.397499084472699</c:v>
                </c:pt>
                <c:pt idx="3872">
                  <c:v>44.329830169677699</c:v>
                </c:pt>
                <c:pt idx="3873">
                  <c:v>44.268909454345703</c:v>
                </c:pt>
                <c:pt idx="3874">
                  <c:v>43.992626190185597</c:v>
                </c:pt>
                <c:pt idx="3875">
                  <c:v>43.750415802002003</c:v>
                </c:pt>
                <c:pt idx="3876">
                  <c:v>43.5932006835938</c:v>
                </c:pt>
                <c:pt idx="3877">
                  <c:v>43.478969573974602</c:v>
                </c:pt>
                <c:pt idx="3878">
                  <c:v>43.377834320068402</c:v>
                </c:pt>
                <c:pt idx="3879">
                  <c:v>43.2479858398438</c:v>
                </c:pt>
                <c:pt idx="3880">
                  <c:v>43.168914794921903</c:v>
                </c:pt>
                <c:pt idx="3881">
                  <c:v>43.093990325927699</c:v>
                </c:pt>
                <c:pt idx="3882">
                  <c:v>43.009468078613303</c:v>
                </c:pt>
                <c:pt idx="3883">
                  <c:v>42.960006713867202</c:v>
                </c:pt>
                <c:pt idx="3884">
                  <c:v>42.908157348632798</c:v>
                </c:pt>
                <c:pt idx="3885">
                  <c:v>42.867832183837898</c:v>
                </c:pt>
                <c:pt idx="3886">
                  <c:v>42.822349548339801</c:v>
                </c:pt>
                <c:pt idx="3887">
                  <c:v>42.797008514404297</c:v>
                </c:pt>
                <c:pt idx="3888">
                  <c:v>42.784004211425803</c:v>
                </c:pt>
                <c:pt idx="3889">
                  <c:v>42.7682914733887</c:v>
                </c:pt>
                <c:pt idx="3890">
                  <c:v>42.7634887695313</c:v>
                </c:pt>
                <c:pt idx="3891">
                  <c:v>42.671108245849602</c:v>
                </c:pt>
                <c:pt idx="3892">
                  <c:v>42.455532073974602</c:v>
                </c:pt>
                <c:pt idx="3893">
                  <c:v>42.253688812255902</c:v>
                </c:pt>
                <c:pt idx="3894">
                  <c:v>42.121543884277301</c:v>
                </c:pt>
                <c:pt idx="3895">
                  <c:v>42.029048919677699</c:v>
                </c:pt>
                <c:pt idx="3896">
                  <c:v>41.880664825439503</c:v>
                </c:pt>
                <c:pt idx="3897">
                  <c:v>41.7113037109375</c:v>
                </c:pt>
                <c:pt idx="3898">
                  <c:v>41.588775634765597</c:v>
                </c:pt>
                <c:pt idx="3899">
                  <c:v>41.468147277832003</c:v>
                </c:pt>
                <c:pt idx="3900">
                  <c:v>41.034778594970703</c:v>
                </c:pt>
                <c:pt idx="3901">
                  <c:v>40.6827583312988</c:v>
                </c:pt>
                <c:pt idx="3902">
                  <c:v>40.773414611816399</c:v>
                </c:pt>
                <c:pt idx="3903">
                  <c:v>40.386798858642599</c:v>
                </c:pt>
                <c:pt idx="3904">
                  <c:v>40.070159912109403</c:v>
                </c:pt>
                <c:pt idx="3905">
                  <c:v>39.8585395812988</c:v>
                </c:pt>
                <c:pt idx="3906">
                  <c:v>39.668811798095703</c:v>
                </c:pt>
                <c:pt idx="3907">
                  <c:v>39.563438415527301</c:v>
                </c:pt>
                <c:pt idx="3908">
                  <c:v>39.509361267089801</c:v>
                </c:pt>
                <c:pt idx="3909">
                  <c:v>39.481594085693402</c:v>
                </c:pt>
                <c:pt idx="3910">
                  <c:v>39.467330932617202</c:v>
                </c:pt>
                <c:pt idx="3911">
                  <c:v>39.460010528564503</c:v>
                </c:pt>
                <c:pt idx="3912">
                  <c:v>39.456253051757798</c:v>
                </c:pt>
                <c:pt idx="3913">
                  <c:v>39.454322814941399</c:v>
                </c:pt>
                <c:pt idx="3914">
                  <c:v>39.453330993652301</c:v>
                </c:pt>
                <c:pt idx="3915">
                  <c:v>39.452823638916001</c:v>
                </c:pt>
                <c:pt idx="3916">
                  <c:v>39.452560424804702</c:v>
                </c:pt>
                <c:pt idx="3917">
                  <c:v>39.452426910400398</c:v>
                </c:pt>
                <c:pt idx="3918">
                  <c:v>39.452358245849602</c:v>
                </c:pt>
                <c:pt idx="3919">
                  <c:v>39.451534271240199</c:v>
                </c:pt>
                <c:pt idx="3920">
                  <c:v>39.451900482177699</c:v>
                </c:pt>
                <c:pt idx="3921">
                  <c:v>39.4520874023438</c:v>
                </c:pt>
                <c:pt idx="3922">
                  <c:v>39.452186584472699</c:v>
                </c:pt>
                <c:pt idx="3923">
                  <c:v>39.452236175537102</c:v>
                </c:pt>
                <c:pt idx="3924">
                  <c:v>39.441696166992202</c:v>
                </c:pt>
                <c:pt idx="3925">
                  <c:v>39.406139373779297</c:v>
                </c:pt>
                <c:pt idx="3926">
                  <c:v>39.351932525634801</c:v>
                </c:pt>
                <c:pt idx="3927">
                  <c:v>39.320510864257798</c:v>
                </c:pt>
                <c:pt idx="3928">
                  <c:v>39.312191009521499</c:v>
                </c:pt>
                <c:pt idx="3929">
                  <c:v>39.272544860839801</c:v>
                </c:pt>
                <c:pt idx="3930">
                  <c:v>39.222934722900398</c:v>
                </c:pt>
                <c:pt idx="3931">
                  <c:v>39.139945983886697</c:v>
                </c:pt>
                <c:pt idx="3932">
                  <c:v>39.089321136474602</c:v>
                </c:pt>
                <c:pt idx="3933">
                  <c:v>39.070934295654297</c:v>
                </c:pt>
                <c:pt idx="3934">
                  <c:v>38.975128173828097</c:v>
                </c:pt>
                <c:pt idx="3935">
                  <c:v>38.889553070068402</c:v>
                </c:pt>
                <c:pt idx="3936">
                  <c:v>38.820827484130902</c:v>
                </c:pt>
                <c:pt idx="3937">
                  <c:v>38.762500762939503</c:v>
                </c:pt>
                <c:pt idx="3938">
                  <c:v>38.7265014648438</c:v>
                </c:pt>
                <c:pt idx="3939">
                  <c:v>38.712146759033203</c:v>
                </c:pt>
                <c:pt idx="3940">
                  <c:v>38.653118133544901</c:v>
                </c:pt>
                <c:pt idx="3941">
                  <c:v>38.607067108154297</c:v>
                </c:pt>
                <c:pt idx="3942">
                  <c:v>38.561588287353501</c:v>
                </c:pt>
                <c:pt idx="3943">
                  <c:v>38.411491394042997</c:v>
                </c:pt>
                <c:pt idx="3944">
                  <c:v>38.3082885742188</c:v>
                </c:pt>
                <c:pt idx="3945">
                  <c:v>38.2503471374512</c:v>
                </c:pt>
                <c:pt idx="3946">
                  <c:v>38.169410705566399</c:v>
                </c:pt>
                <c:pt idx="3947">
                  <c:v>38.109626770019503</c:v>
                </c:pt>
                <c:pt idx="3948">
                  <c:v>38.056983947753899</c:v>
                </c:pt>
                <c:pt idx="3949">
                  <c:v>37.978805541992202</c:v>
                </c:pt>
                <c:pt idx="3950">
                  <c:v>37.934703826904297</c:v>
                </c:pt>
                <c:pt idx="3951">
                  <c:v>37.909439086914098</c:v>
                </c:pt>
                <c:pt idx="3952">
                  <c:v>37.9036674499512</c:v>
                </c:pt>
                <c:pt idx="3953">
                  <c:v>37.885746002197301</c:v>
                </c:pt>
                <c:pt idx="3954">
                  <c:v>37.834976196289098</c:v>
                </c:pt>
                <c:pt idx="3955">
                  <c:v>37.829193115234403</c:v>
                </c:pt>
                <c:pt idx="3956">
                  <c:v>37.782482147216797</c:v>
                </c:pt>
                <c:pt idx="3957">
                  <c:v>37.755542755127003</c:v>
                </c:pt>
                <c:pt idx="3958">
                  <c:v>37.731967926025398</c:v>
                </c:pt>
                <c:pt idx="3959">
                  <c:v>37.700851440429702</c:v>
                </c:pt>
                <c:pt idx="3960">
                  <c:v>37.523460388183601</c:v>
                </c:pt>
                <c:pt idx="3961">
                  <c:v>37.389553070068402</c:v>
                </c:pt>
                <c:pt idx="3962">
                  <c:v>37.297538757324197</c:v>
                </c:pt>
                <c:pt idx="3963">
                  <c:v>37.205974578857401</c:v>
                </c:pt>
                <c:pt idx="3964">
                  <c:v>37.158843994140597</c:v>
                </c:pt>
                <c:pt idx="3965">
                  <c:v>37.126762390136697</c:v>
                </c:pt>
                <c:pt idx="3966">
                  <c:v>37.069602966308601</c:v>
                </c:pt>
                <c:pt idx="3967">
                  <c:v>37.021682739257798</c:v>
                </c:pt>
                <c:pt idx="3968">
                  <c:v>36.959499359130902</c:v>
                </c:pt>
                <c:pt idx="3969">
                  <c:v>36.868583679199197</c:v>
                </c:pt>
                <c:pt idx="3970">
                  <c:v>36.7750053405762</c:v>
                </c:pt>
                <c:pt idx="3971">
                  <c:v>36.738948822021499</c:v>
                </c:pt>
                <c:pt idx="3972">
                  <c:v>36.6988716125488</c:v>
                </c:pt>
                <c:pt idx="3973">
                  <c:v>36.611305236816399</c:v>
                </c:pt>
                <c:pt idx="3974">
                  <c:v>36.549995422363303</c:v>
                </c:pt>
                <c:pt idx="3975">
                  <c:v>36.517189025878899</c:v>
                </c:pt>
                <c:pt idx="3976">
                  <c:v>36.4968452453613</c:v>
                </c:pt>
                <c:pt idx="3977">
                  <c:v>36.451122283935597</c:v>
                </c:pt>
                <c:pt idx="3978">
                  <c:v>36.398563385009801</c:v>
                </c:pt>
                <c:pt idx="3979">
                  <c:v>36.368274688720703</c:v>
                </c:pt>
                <c:pt idx="3980">
                  <c:v>36.315864562988303</c:v>
                </c:pt>
                <c:pt idx="3981">
                  <c:v>36.275974273681598</c:v>
                </c:pt>
                <c:pt idx="3982">
                  <c:v>36.239742279052699</c:v>
                </c:pt>
                <c:pt idx="3983">
                  <c:v>36.118946075439503</c:v>
                </c:pt>
                <c:pt idx="3984">
                  <c:v>36.049938201904297</c:v>
                </c:pt>
                <c:pt idx="3985">
                  <c:v>36.006252288818402</c:v>
                </c:pt>
                <c:pt idx="3986">
                  <c:v>35.988162994384801</c:v>
                </c:pt>
                <c:pt idx="3987">
                  <c:v>35.967086791992202</c:v>
                </c:pt>
                <c:pt idx="3988">
                  <c:v>35.937534332275398</c:v>
                </c:pt>
                <c:pt idx="3989">
                  <c:v>35.867172241210902</c:v>
                </c:pt>
                <c:pt idx="3990">
                  <c:v>35.823497772216797</c:v>
                </c:pt>
                <c:pt idx="3991">
                  <c:v>35.817733764648402</c:v>
                </c:pt>
                <c:pt idx="3992">
                  <c:v>35.725193023681598</c:v>
                </c:pt>
                <c:pt idx="3993">
                  <c:v>35.633609771728501</c:v>
                </c:pt>
                <c:pt idx="3994">
                  <c:v>35.602485656738303</c:v>
                </c:pt>
                <c:pt idx="3995">
                  <c:v>35.5360717773438</c:v>
                </c:pt>
                <c:pt idx="3996">
                  <c:v>35.466350555419901</c:v>
                </c:pt>
                <c:pt idx="3997">
                  <c:v>35.420135498046903</c:v>
                </c:pt>
                <c:pt idx="3998">
                  <c:v>35.3504028320313</c:v>
                </c:pt>
                <c:pt idx="3999">
                  <c:v>35.275291442871101</c:v>
                </c:pt>
                <c:pt idx="4000">
                  <c:v>35.215305328369098</c:v>
                </c:pt>
                <c:pt idx="4001">
                  <c:v>35.161857604980497</c:v>
                </c:pt>
                <c:pt idx="4002">
                  <c:v>35.146266937255902</c:v>
                </c:pt>
                <c:pt idx="4003">
                  <c:v>35.0298461914063</c:v>
                </c:pt>
                <c:pt idx="4004">
                  <c:v>34.899730682373097</c:v>
                </c:pt>
                <c:pt idx="4005">
                  <c:v>34.826587677002003</c:v>
                </c:pt>
                <c:pt idx="4006">
                  <c:v>34.821254730224602</c:v>
                </c:pt>
                <c:pt idx="4007">
                  <c:v>34.766494750976598</c:v>
                </c:pt>
                <c:pt idx="4008">
                  <c:v>34.666988372802699</c:v>
                </c:pt>
                <c:pt idx="4009">
                  <c:v>34.629386901855497</c:v>
                </c:pt>
                <c:pt idx="4010">
                  <c:v>34.598419189453097</c:v>
                </c:pt>
                <c:pt idx="4011">
                  <c:v>34.589752197265597</c:v>
                </c:pt>
                <c:pt idx="4012">
                  <c:v>34.614635467529297</c:v>
                </c:pt>
                <c:pt idx="4013">
                  <c:v>34.5846977233887</c:v>
                </c:pt>
                <c:pt idx="4014">
                  <c:v>34.572154998779297</c:v>
                </c:pt>
                <c:pt idx="4015">
                  <c:v>34.575069427490199</c:v>
                </c:pt>
                <c:pt idx="4016">
                  <c:v>34.595783233642599</c:v>
                </c:pt>
                <c:pt idx="4017">
                  <c:v>34.5908012390137</c:v>
                </c:pt>
                <c:pt idx="4018">
                  <c:v>34.526462554931598</c:v>
                </c:pt>
                <c:pt idx="4019">
                  <c:v>34.498458862304702</c:v>
                </c:pt>
                <c:pt idx="4020">
                  <c:v>34.471462249755902</c:v>
                </c:pt>
                <c:pt idx="4021">
                  <c:v>34.459300994873097</c:v>
                </c:pt>
                <c:pt idx="4022">
                  <c:v>34.430904388427699</c:v>
                </c:pt>
                <c:pt idx="4023">
                  <c:v>34.393787384033203</c:v>
                </c:pt>
                <c:pt idx="4024">
                  <c:v>34.322166442871101</c:v>
                </c:pt>
                <c:pt idx="4025">
                  <c:v>34.254249572753899</c:v>
                </c:pt>
                <c:pt idx="4026">
                  <c:v>34.246273040771499</c:v>
                </c:pt>
                <c:pt idx="4027">
                  <c:v>34.232810974121101</c:v>
                </c:pt>
                <c:pt idx="4028">
                  <c:v>34.215850830078097</c:v>
                </c:pt>
                <c:pt idx="4029">
                  <c:v>34.068778991699197</c:v>
                </c:pt>
                <c:pt idx="4030">
                  <c:v>33.912879943847699</c:v>
                </c:pt>
                <c:pt idx="4031">
                  <c:v>33.854686737060597</c:v>
                </c:pt>
                <c:pt idx="4032">
                  <c:v>33.822845458984403</c:v>
                </c:pt>
                <c:pt idx="4033">
                  <c:v>33.826900482177699</c:v>
                </c:pt>
                <c:pt idx="4034">
                  <c:v>33.839313507080099</c:v>
                </c:pt>
                <c:pt idx="4035">
                  <c:v>33.807441711425803</c:v>
                </c:pt>
                <c:pt idx="4036">
                  <c:v>33.777149200439503</c:v>
                </c:pt>
                <c:pt idx="4037">
                  <c:v>33.755016326904297</c:v>
                </c:pt>
                <c:pt idx="4038">
                  <c:v>33.7475395202637</c:v>
                </c:pt>
                <c:pt idx="4039">
                  <c:v>33.752223968505902</c:v>
                </c:pt>
                <c:pt idx="4040">
                  <c:v>33.740974426269503</c:v>
                </c:pt>
                <c:pt idx="4041">
                  <c:v>33.701576232910199</c:v>
                </c:pt>
                <c:pt idx="4042">
                  <c:v>33.666648864746101</c:v>
                </c:pt>
                <c:pt idx="4043">
                  <c:v>33.661167144775398</c:v>
                </c:pt>
                <c:pt idx="4044">
                  <c:v>33.655857086181598</c:v>
                </c:pt>
                <c:pt idx="4045">
                  <c:v>33.641326904296903</c:v>
                </c:pt>
                <c:pt idx="4046">
                  <c:v>33.580841064453097</c:v>
                </c:pt>
                <c:pt idx="4047">
                  <c:v>33.533073425292997</c:v>
                </c:pt>
                <c:pt idx="4048">
                  <c:v>33.4384574890137</c:v>
                </c:pt>
                <c:pt idx="4049">
                  <c:v>33.395172119140597</c:v>
                </c:pt>
                <c:pt idx="4050">
                  <c:v>33.385498046875</c:v>
                </c:pt>
                <c:pt idx="4051">
                  <c:v>33.379920959472699</c:v>
                </c:pt>
                <c:pt idx="4052">
                  <c:v>33.340873718261697</c:v>
                </c:pt>
                <c:pt idx="4053">
                  <c:v>33.326377868652301</c:v>
                </c:pt>
                <c:pt idx="4054">
                  <c:v>33.291023254394503</c:v>
                </c:pt>
                <c:pt idx="4055">
                  <c:v>33.260875701904297</c:v>
                </c:pt>
                <c:pt idx="4056">
                  <c:v>33.239086151123097</c:v>
                </c:pt>
                <c:pt idx="4057">
                  <c:v>33.238761901855497</c:v>
                </c:pt>
                <c:pt idx="4058">
                  <c:v>33.236881256103501</c:v>
                </c:pt>
                <c:pt idx="4059">
                  <c:v>33.228286743164098</c:v>
                </c:pt>
                <c:pt idx="4060">
                  <c:v>33.227993011474602</c:v>
                </c:pt>
                <c:pt idx="4061">
                  <c:v>33.177970886230497</c:v>
                </c:pt>
                <c:pt idx="4062">
                  <c:v>33.162433624267599</c:v>
                </c:pt>
                <c:pt idx="4063">
                  <c:v>33.125461578369098</c:v>
                </c:pt>
                <c:pt idx="4064">
                  <c:v>33.107883453369098</c:v>
                </c:pt>
                <c:pt idx="4065">
                  <c:v>33.090091705322301</c:v>
                </c:pt>
                <c:pt idx="4066">
                  <c:v>33.0794067382813</c:v>
                </c:pt>
                <c:pt idx="4067">
                  <c:v>33.063762664794901</c:v>
                </c:pt>
                <c:pt idx="4068">
                  <c:v>33.036109924316399</c:v>
                </c:pt>
                <c:pt idx="4069">
                  <c:v>32.9878120422363</c:v>
                </c:pt>
                <c:pt idx="4070">
                  <c:v>32.949409484863303</c:v>
                </c:pt>
                <c:pt idx="4071">
                  <c:v>32.925994873046903</c:v>
                </c:pt>
                <c:pt idx="4072">
                  <c:v>32.918376922607401</c:v>
                </c:pt>
                <c:pt idx="4073">
                  <c:v>32.912265777587898</c:v>
                </c:pt>
                <c:pt idx="4074">
                  <c:v>32.891559600830099</c:v>
                </c:pt>
                <c:pt idx="4075">
                  <c:v>32.8782958984375</c:v>
                </c:pt>
                <c:pt idx="4076">
                  <c:v>32.818763732910199</c:v>
                </c:pt>
                <c:pt idx="4077">
                  <c:v>32.739963531494098</c:v>
                </c:pt>
                <c:pt idx="4078">
                  <c:v>32.681953430175803</c:v>
                </c:pt>
                <c:pt idx="4079">
                  <c:v>32.652011871337898</c:v>
                </c:pt>
                <c:pt idx="4080">
                  <c:v>32.652595520019503</c:v>
                </c:pt>
                <c:pt idx="4081">
                  <c:v>32.658847808837898</c:v>
                </c:pt>
                <c:pt idx="4082">
                  <c:v>32.649753570556598</c:v>
                </c:pt>
                <c:pt idx="4083">
                  <c:v>32.601413726806598</c:v>
                </c:pt>
                <c:pt idx="4084">
                  <c:v>32.545562744140597</c:v>
                </c:pt>
                <c:pt idx="4085">
                  <c:v>32.525291442871101</c:v>
                </c:pt>
                <c:pt idx="4086">
                  <c:v>32.505531311035199</c:v>
                </c:pt>
                <c:pt idx="4087">
                  <c:v>32.468681335449197</c:v>
                </c:pt>
                <c:pt idx="4088">
                  <c:v>32.451148986816399</c:v>
                </c:pt>
                <c:pt idx="4089">
                  <c:v>32.455215454101598</c:v>
                </c:pt>
                <c:pt idx="4090">
                  <c:v>32.479209899902301</c:v>
                </c:pt>
                <c:pt idx="4091">
                  <c:v>32.465965270996101</c:v>
                </c:pt>
                <c:pt idx="4092">
                  <c:v>32.393379211425803</c:v>
                </c:pt>
                <c:pt idx="4093">
                  <c:v>32.331707000732401</c:v>
                </c:pt>
                <c:pt idx="4094">
                  <c:v>32.314380645752003</c:v>
                </c:pt>
                <c:pt idx="4095">
                  <c:v>32.298263549804702</c:v>
                </c:pt>
                <c:pt idx="4096">
                  <c:v>32.260951995849602</c:v>
                </c:pt>
                <c:pt idx="4097">
                  <c:v>32.248905181884801</c:v>
                </c:pt>
                <c:pt idx="4098">
                  <c:v>32.2464790344238</c:v>
                </c:pt>
                <c:pt idx="4099">
                  <c:v>32.265560150146499</c:v>
                </c:pt>
                <c:pt idx="4100">
                  <c:v>32.291793823242202</c:v>
                </c:pt>
                <c:pt idx="4101">
                  <c:v>32.265846252441399</c:v>
                </c:pt>
                <c:pt idx="4102">
                  <c:v>32.213573455810597</c:v>
                </c:pt>
                <c:pt idx="4103">
                  <c:v>32.175483703613303</c:v>
                </c:pt>
                <c:pt idx="4104">
                  <c:v>32.1520805358887</c:v>
                </c:pt>
                <c:pt idx="4105">
                  <c:v>32.150386810302699</c:v>
                </c:pt>
                <c:pt idx="4106">
                  <c:v>32.139137268066399</c:v>
                </c:pt>
                <c:pt idx="4107">
                  <c:v>32.105560302734403</c:v>
                </c:pt>
                <c:pt idx="4108">
                  <c:v>32.002784729003899</c:v>
                </c:pt>
                <c:pt idx="4109">
                  <c:v>32.016334533691399</c:v>
                </c:pt>
                <c:pt idx="4110">
                  <c:v>31.968278884887699</c:v>
                </c:pt>
                <c:pt idx="4111">
                  <c:v>31.915870666503899</c:v>
                </c:pt>
                <c:pt idx="4112">
                  <c:v>31.8793029785156</c:v>
                </c:pt>
                <c:pt idx="4113">
                  <c:v>31.892948150634801</c:v>
                </c:pt>
                <c:pt idx="4114">
                  <c:v>31.942649841308601</c:v>
                </c:pt>
                <c:pt idx="4115">
                  <c:v>31.967361450195298</c:v>
                </c:pt>
                <c:pt idx="4116">
                  <c:v>31.995275497436499</c:v>
                </c:pt>
                <c:pt idx="4117">
                  <c:v>31.9122924804688</c:v>
                </c:pt>
                <c:pt idx="4118">
                  <c:v>31.852373123168899</c:v>
                </c:pt>
                <c:pt idx="4119">
                  <c:v>31.790105819702202</c:v>
                </c:pt>
                <c:pt idx="4120">
                  <c:v>31.728456497192401</c:v>
                </c:pt>
                <c:pt idx="4121">
                  <c:v>31.6773471832275</c:v>
                </c:pt>
                <c:pt idx="4122">
                  <c:v>31.650758743286101</c:v>
                </c:pt>
                <c:pt idx="4123">
                  <c:v>31.6451015472412</c:v>
                </c:pt>
                <c:pt idx="4124">
                  <c:v>31.655591964721701</c:v>
                </c:pt>
                <c:pt idx="4125">
                  <c:v>31.6572151184082</c:v>
                </c:pt>
                <c:pt idx="4126">
                  <c:v>31.649169921875</c:v>
                </c:pt>
                <c:pt idx="4127">
                  <c:v>31.658370971679702</c:v>
                </c:pt>
                <c:pt idx="4128">
                  <c:v>31.652030944824201</c:v>
                </c:pt>
                <c:pt idx="4129">
                  <c:v>31.650772094726602</c:v>
                </c:pt>
                <c:pt idx="4130">
                  <c:v>31.617616653442401</c:v>
                </c:pt>
                <c:pt idx="4131">
                  <c:v>31.583963394165</c:v>
                </c:pt>
                <c:pt idx="4132">
                  <c:v>31.5520935058594</c:v>
                </c:pt>
                <c:pt idx="4133">
                  <c:v>31.4926662445068</c:v>
                </c:pt>
                <c:pt idx="4134">
                  <c:v>31.469528198242202</c:v>
                </c:pt>
                <c:pt idx="4135">
                  <c:v>31.4548015594482</c:v>
                </c:pt>
                <c:pt idx="4136">
                  <c:v>31.445583343505898</c:v>
                </c:pt>
                <c:pt idx="4137">
                  <c:v>31.447193145751999</c:v>
                </c:pt>
                <c:pt idx="4138">
                  <c:v>31.445821762085</c:v>
                </c:pt>
                <c:pt idx="4139">
                  <c:v>31.438087463378899</c:v>
                </c:pt>
                <c:pt idx="4140">
                  <c:v>31.439599990844702</c:v>
                </c:pt>
                <c:pt idx="4141">
                  <c:v>31.407823562622099</c:v>
                </c:pt>
                <c:pt idx="4142">
                  <c:v>31.387111663818398</c:v>
                </c:pt>
                <c:pt idx="4143">
                  <c:v>31.365577697753899</c:v>
                </c:pt>
                <c:pt idx="4144">
                  <c:v>31.3536071777344</c:v>
                </c:pt>
                <c:pt idx="4145">
                  <c:v>31.355064392089801</c:v>
                </c:pt>
                <c:pt idx="4146">
                  <c:v>31.351526260376001</c:v>
                </c:pt>
                <c:pt idx="4147">
                  <c:v>31.346664428710898</c:v>
                </c:pt>
                <c:pt idx="4148">
                  <c:v>31.342731475830099</c:v>
                </c:pt>
                <c:pt idx="4149">
                  <c:v>31.3415222167969</c:v>
                </c:pt>
                <c:pt idx="4150">
                  <c:v>31.340019226074201</c:v>
                </c:pt>
                <c:pt idx="4151">
                  <c:v>31.342239379882798</c:v>
                </c:pt>
                <c:pt idx="4152">
                  <c:v>31.333665847778299</c:v>
                </c:pt>
                <c:pt idx="4153">
                  <c:v>31.341127395629901</c:v>
                </c:pt>
                <c:pt idx="4154">
                  <c:v>31.342311859130898</c:v>
                </c:pt>
                <c:pt idx="4155">
                  <c:v>31.339227676391602</c:v>
                </c:pt>
                <c:pt idx="4156">
                  <c:v>31.3387641906738</c:v>
                </c:pt>
                <c:pt idx="4157">
                  <c:v>31.338817596435501</c:v>
                </c:pt>
                <c:pt idx="4158">
                  <c:v>31.3395690917969</c:v>
                </c:pt>
                <c:pt idx="4159">
                  <c:v>31.337818145751999</c:v>
                </c:pt>
                <c:pt idx="4160">
                  <c:v>31.3387241363525</c:v>
                </c:pt>
                <c:pt idx="4161">
                  <c:v>31.338262557983398</c:v>
                </c:pt>
                <c:pt idx="4162">
                  <c:v>31.327552795410199</c:v>
                </c:pt>
                <c:pt idx="4163">
                  <c:v>31.331649780273398</c:v>
                </c:pt>
                <c:pt idx="4164">
                  <c:v>31.3337516784668</c:v>
                </c:pt>
                <c:pt idx="4165">
                  <c:v>31.321588516235401</c:v>
                </c:pt>
                <c:pt idx="4166">
                  <c:v>31.3227138519287</c:v>
                </c:pt>
                <c:pt idx="4167">
                  <c:v>31.3105068206787</c:v>
                </c:pt>
                <c:pt idx="4168">
                  <c:v>31.314609527587901</c:v>
                </c:pt>
                <c:pt idx="4169">
                  <c:v>31.300350189208999</c:v>
                </c:pt>
                <c:pt idx="4170">
                  <c:v>31.2974662780762</c:v>
                </c:pt>
                <c:pt idx="4171">
                  <c:v>31.288948059081999</c:v>
                </c:pt>
                <c:pt idx="4172">
                  <c:v>31.3118286132813</c:v>
                </c:pt>
                <c:pt idx="4173">
                  <c:v>31.3235759735107</c:v>
                </c:pt>
                <c:pt idx="4174">
                  <c:v>31.245807647705099</c:v>
                </c:pt>
                <c:pt idx="4175">
                  <c:v>31.150562286376999</c:v>
                </c:pt>
                <c:pt idx="4176">
                  <c:v>31.116846084594702</c:v>
                </c:pt>
                <c:pt idx="4177">
                  <c:v>31.0135688781738</c:v>
                </c:pt>
                <c:pt idx="4178">
                  <c:v>30.975364685058601</c:v>
                </c:pt>
                <c:pt idx="4179">
                  <c:v>30.919765472412099</c:v>
                </c:pt>
                <c:pt idx="4180">
                  <c:v>30.939216613769499</c:v>
                </c:pt>
                <c:pt idx="4181">
                  <c:v>30.895757675170898</c:v>
                </c:pt>
                <c:pt idx="4182">
                  <c:v>30.907794952392599</c:v>
                </c:pt>
                <c:pt idx="4183">
                  <c:v>30.925550460815401</c:v>
                </c:pt>
                <c:pt idx="4184">
                  <c:v>30.785808563232401</c:v>
                </c:pt>
                <c:pt idx="4185">
                  <c:v>30.754112243652301</c:v>
                </c:pt>
                <c:pt idx="4186">
                  <c:v>30.7170715332031</c:v>
                </c:pt>
                <c:pt idx="4187">
                  <c:v>30.625511169433601</c:v>
                </c:pt>
                <c:pt idx="4188">
                  <c:v>30.585340499877901</c:v>
                </c:pt>
                <c:pt idx="4189">
                  <c:v>30.543073654174801</c:v>
                </c:pt>
                <c:pt idx="4190">
                  <c:v>30.522466659545898</c:v>
                </c:pt>
                <c:pt idx="4191">
                  <c:v>30.5123596191406</c:v>
                </c:pt>
                <c:pt idx="4192">
                  <c:v>30.510032653808601</c:v>
                </c:pt>
                <c:pt idx="4193">
                  <c:v>30.483598709106399</c:v>
                </c:pt>
                <c:pt idx="4194">
                  <c:v>30.483503341674801</c:v>
                </c:pt>
                <c:pt idx="4195">
                  <c:v>30.527193069458001</c:v>
                </c:pt>
                <c:pt idx="4196">
                  <c:v>30.500892639160199</c:v>
                </c:pt>
                <c:pt idx="4197">
                  <c:v>30.518146514892599</c:v>
                </c:pt>
                <c:pt idx="4198">
                  <c:v>30.481645584106399</c:v>
                </c:pt>
                <c:pt idx="4199">
                  <c:v>30.4269409179688</c:v>
                </c:pt>
                <c:pt idx="4200">
                  <c:v>30.363716125488299</c:v>
                </c:pt>
                <c:pt idx="4201">
                  <c:v>30.351819992065401</c:v>
                </c:pt>
                <c:pt idx="4202">
                  <c:v>30.364202499389702</c:v>
                </c:pt>
                <c:pt idx="4203">
                  <c:v>30.361812591552699</c:v>
                </c:pt>
                <c:pt idx="4204">
                  <c:v>30.339683532714801</c:v>
                </c:pt>
                <c:pt idx="4205">
                  <c:v>30.342891693115199</c:v>
                </c:pt>
                <c:pt idx="4206">
                  <c:v>30.354528427123999</c:v>
                </c:pt>
                <c:pt idx="4207">
                  <c:v>30.260251998901399</c:v>
                </c:pt>
                <c:pt idx="4208">
                  <c:v>30.225090026855501</c:v>
                </c:pt>
                <c:pt idx="4209">
                  <c:v>30.223436355590799</c:v>
                </c:pt>
                <c:pt idx="4210">
                  <c:v>30.186292648315401</c:v>
                </c:pt>
                <c:pt idx="4211">
                  <c:v>30.126518249511701</c:v>
                </c:pt>
                <c:pt idx="4212">
                  <c:v>30.1186618804932</c:v>
                </c:pt>
                <c:pt idx="4213">
                  <c:v>30.115436553955099</c:v>
                </c:pt>
                <c:pt idx="4214">
                  <c:v>30.082338333129901</c:v>
                </c:pt>
                <c:pt idx="4215">
                  <c:v>30.073511123657202</c:v>
                </c:pt>
                <c:pt idx="4216">
                  <c:v>30.084903717041001</c:v>
                </c:pt>
                <c:pt idx="4217">
                  <c:v>30.093530654907202</c:v>
                </c:pt>
                <c:pt idx="4218">
                  <c:v>30.094997406005898</c:v>
                </c:pt>
                <c:pt idx="4219">
                  <c:v>30.082187652587901</c:v>
                </c:pt>
                <c:pt idx="4220">
                  <c:v>30.0911254882813</c:v>
                </c:pt>
                <c:pt idx="4221">
                  <c:v>30.097845077514702</c:v>
                </c:pt>
                <c:pt idx="4222">
                  <c:v>30.034685134887699</c:v>
                </c:pt>
                <c:pt idx="4223">
                  <c:v>30.038824081420898</c:v>
                </c:pt>
                <c:pt idx="4224">
                  <c:v>29.9943447113037</c:v>
                </c:pt>
                <c:pt idx="4225">
                  <c:v>29.989040374755898</c:v>
                </c:pt>
                <c:pt idx="4226">
                  <c:v>29.939512252807599</c:v>
                </c:pt>
                <c:pt idx="4227">
                  <c:v>29.930994033813501</c:v>
                </c:pt>
                <c:pt idx="4228">
                  <c:v>29.926031112670898</c:v>
                </c:pt>
                <c:pt idx="4229">
                  <c:v>29.910768508911101</c:v>
                </c:pt>
                <c:pt idx="4230">
                  <c:v>29.9083042144775</c:v>
                </c:pt>
                <c:pt idx="4231">
                  <c:v>29.901475906372099</c:v>
                </c:pt>
                <c:pt idx="4232">
                  <c:v>29.9023761749268</c:v>
                </c:pt>
                <c:pt idx="4233">
                  <c:v>29.921617507934599</c:v>
                </c:pt>
                <c:pt idx="4234">
                  <c:v>29.900712966918899</c:v>
                </c:pt>
                <c:pt idx="4235">
                  <c:v>29.8789367675781</c:v>
                </c:pt>
                <c:pt idx="4236">
                  <c:v>29.835908889770501</c:v>
                </c:pt>
                <c:pt idx="4237">
                  <c:v>29.800361633300799</c:v>
                </c:pt>
                <c:pt idx="4238">
                  <c:v>29.778505325317401</c:v>
                </c:pt>
                <c:pt idx="4239">
                  <c:v>29.7753086090088</c:v>
                </c:pt>
                <c:pt idx="4240">
                  <c:v>29.773719787597699</c:v>
                </c:pt>
                <c:pt idx="4241">
                  <c:v>29.7720623016357</c:v>
                </c:pt>
                <c:pt idx="4242">
                  <c:v>29.781999588012699</c:v>
                </c:pt>
                <c:pt idx="4243">
                  <c:v>29.778734207153299</c:v>
                </c:pt>
                <c:pt idx="4244">
                  <c:v>29.771591186523398</c:v>
                </c:pt>
                <c:pt idx="4245">
                  <c:v>29.769554138183601</c:v>
                </c:pt>
                <c:pt idx="4246">
                  <c:v>29.7674770355225</c:v>
                </c:pt>
                <c:pt idx="4247">
                  <c:v>29.7796535491943</c:v>
                </c:pt>
                <c:pt idx="4248">
                  <c:v>29.7679748535156</c:v>
                </c:pt>
                <c:pt idx="4249">
                  <c:v>29.7553195953369</c:v>
                </c:pt>
                <c:pt idx="4250">
                  <c:v>29.748561859130898</c:v>
                </c:pt>
                <c:pt idx="4251">
                  <c:v>29.737110137939499</c:v>
                </c:pt>
                <c:pt idx="4252">
                  <c:v>29.727977752685501</c:v>
                </c:pt>
                <c:pt idx="4253">
                  <c:v>29.723859786987301</c:v>
                </c:pt>
                <c:pt idx="4254">
                  <c:v>29.7198677062988</c:v>
                </c:pt>
                <c:pt idx="4255">
                  <c:v>29.704103469848601</c:v>
                </c:pt>
                <c:pt idx="4256">
                  <c:v>29.717828750610401</c:v>
                </c:pt>
                <c:pt idx="4257">
                  <c:v>29.7070713043213</c:v>
                </c:pt>
                <c:pt idx="4258">
                  <c:v>29.693279266357401</c:v>
                </c:pt>
                <c:pt idx="4259">
                  <c:v>29.678693771362301</c:v>
                </c:pt>
                <c:pt idx="4260">
                  <c:v>29.631519317626999</c:v>
                </c:pt>
                <c:pt idx="4261">
                  <c:v>29.5704746246338</c:v>
                </c:pt>
                <c:pt idx="4262">
                  <c:v>29.560695648193398</c:v>
                </c:pt>
                <c:pt idx="4263">
                  <c:v>29.540307998657202</c:v>
                </c:pt>
                <c:pt idx="4264">
                  <c:v>29.502071380615199</c:v>
                </c:pt>
                <c:pt idx="4265">
                  <c:v>29.544147491455099</c:v>
                </c:pt>
                <c:pt idx="4266">
                  <c:v>29.5181789398193</c:v>
                </c:pt>
                <c:pt idx="4267">
                  <c:v>29.553970336914102</c:v>
                </c:pt>
                <c:pt idx="4268">
                  <c:v>29.5086784362793</c:v>
                </c:pt>
                <c:pt idx="4269">
                  <c:v>29.503746032714801</c:v>
                </c:pt>
                <c:pt idx="4270">
                  <c:v>29.490968704223601</c:v>
                </c:pt>
                <c:pt idx="4271">
                  <c:v>29.514204025268601</c:v>
                </c:pt>
                <c:pt idx="4272">
                  <c:v>29.487770080566399</c:v>
                </c:pt>
                <c:pt idx="4273">
                  <c:v>29.485773086547901</c:v>
                </c:pt>
                <c:pt idx="4274">
                  <c:v>29.468072891235401</c:v>
                </c:pt>
                <c:pt idx="4275">
                  <c:v>29.475658416748001</c:v>
                </c:pt>
                <c:pt idx="4276">
                  <c:v>29.3948650360107</c:v>
                </c:pt>
                <c:pt idx="4277">
                  <c:v>29.335260391235401</c:v>
                </c:pt>
                <c:pt idx="4278">
                  <c:v>29.2899360656738</c:v>
                </c:pt>
                <c:pt idx="4279">
                  <c:v>29.234615325927699</c:v>
                </c:pt>
                <c:pt idx="4280">
                  <c:v>29.2051086425781</c:v>
                </c:pt>
                <c:pt idx="4281">
                  <c:v>29.2169189453125</c:v>
                </c:pt>
                <c:pt idx="4282">
                  <c:v>29.209846496581999</c:v>
                </c:pt>
                <c:pt idx="4283">
                  <c:v>29.1886806488037</c:v>
                </c:pt>
                <c:pt idx="4284">
                  <c:v>29.1872463226318</c:v>
                </c:pt>
                <c:pt idx="4285">
                  <c:v>29.173152923583999</c:v>
                </c:pt>
                <c:pt idx="4286">
                  <c:v>29.178491592407202</c:v>
                </c:pt>
                <c:pt idx="4287">
                  <c:v>29.171113967895501</c:v>
                </c:pt>
                <c:pt idx="4288">
                  <c:v>29.178745269775401</c:v>
                </c:pt>
                <c:pt idx="4289">
                  <c:v>29.169254302978501</c:v>
                </c:pt>
                <c:pt idx="4290">
                  <c:v>29.100582122802699</c:v>
                </c:pt>
                <c:pt idx="4291">
                  <c:v>29.0919589996338</c:v>
                </c:pt>
                <c:pt idx="4292">
                  <c:v>29.054328918456999</c:v>
                </c:pt>
                <c:pt idx="4293">
                  <c:v>29.044267654418899</c:v>
                </c:pt>
                <c:pt idx="4294">
                  <c:v>29.006353378295898</c:v>
                </c:pt>
                <c:pt idx="4295">
                  <c:v>28.983131408691399</c:v>
                </c:pt>
                <c:pt idx="4296">
                  <c:v>28.967309951782202</c:v>
                </c:pt>
                <c:pt idx="4297">
                  <c:v>28.9807319641113</c:v>
                </c:pt>
                <c:pt idx="4298">
                  <c:v>28.981071472168001</c:v>
                </c:pt>
                <c:pt idx="4299">
                  <c:v>28.968898773193398</c:v>
                </c:pt>
                <c:pt idx="4300">
                  <c:v>28.998579025268601</c:v>
                </c:pt>
                <c:pt idx="4301">
                  <c:v>29.027050018310501</c:v>
                </c:pt>
                <c:pt idx="4302">
                  <c:v>29.0332431793213</c:v>
                </c:pt>
                <c:pt idx="4303">
                  <c:v>29.040948867797901</c:v>
                </c:pt>
                <c:pt idx="4304">
                  <c:v>29.021060943603501</c:v>
                </c:pt>
                <c:pt idx="4305">
                  <c:v>29.029150009155298</c:v>
                </c:pt>
                <c:pt idx="4306">
                  <c:v>28.9554233551025</c:v>
                </c:pt>
                <c:pt idx="4307">
                  <c:v>28.954917907714801</c:v>
                </c:pt>
                <c:pt idx="4308">
                  <c:v>28.9383754730225</c:v>
                </c:pt>
                <c:pt idx="4309">
                  <c:v>28.929925918579102</c:v>
                </c:pt>
                <c:pt idx="4310">
                  <c:v>28.909257888793899</c:v>
                </c:pt>
                <c:pt idx="4311">
                  <c:v>28.906105041503899</c:v>
                </c:pt>
                <c:pt idx="4312">
                  <c:v>28.881303787231399</c:v>
                </c:pt>
                <c:pt idx="4313">
                  <c:v>28.8900966644287</c:v>
                </c:pt>
                <c:pt idx="4314">
                  <c:v>28.8896293640137</c:v>
                </c:pt>
                <c:pt idx="4315">
                  <c:v>28.903068542480501</c:v>
                </c:pt>
                <c:pt idx="4316">
                  <c:v>28.898923873901399</c:v>
                </c:pt>
                <c:pt idx="4317">
                  <c:v>28.886732101440401</c:v>
                </c:pt>
                <c:pt idx="4318">
                  <c:v>28.888608932495099</c:v>
                </c:pt>
                <c:pt idx="4319">
                  <c:v>28.897159576416001</c:v>
                </c:pt>
                <c:pt idx="4320">
                  <c:v>28.8880290985107</c:v>
                </c:pt>
                <c:pt idx="4321">
                  <c:v>28.881700515747099</c:v>
                </c:pt>
                <c:pt idx="4322">
                  <c:v>28.884786605835</c:v>
                </c:pt>
                <c:pt idx="4323">
                  <c:v>28.866256713867202</c:v>
                </c:pt>
                <c:pt idx="4324">
                  <c:v>28.7926425933838</c:v>
                </c:pt>
                <c:pt idx="4325">
                  <c:v>28.799480438232401</c:v>
                </c:pt>
                <c:pt idx="4326">
                  <c:v>28.8138618469238</c:v>
                </c:pt>
                <c:pt idx="4327">
                  <c:v>28.751136779785199</c:v>
                </c:pt>
                <c:pt idx="4328">
                  <c:v>28.7594089508057</c:v>
                </c:pt>
                <c:pt idx="4329">
                  <c:v>28.657445907592798</c:v>
                </c:pt>
                <c:pt idx="4330">
                  <c:v>28.619194030761701</c:v>
                </c:pt>
                <c:pt idx="4331">
                  <c:v>28.6238918304443</c:v>
                </c:pt>
                <c:pt idx="4332">
                  <c:v>28.624214172363299</c:v>
                </c:pt>
                <c:pt idx="4333">
                  <c:v>28.5939426422119</c:v>
                </c:pt>
                <c:pt idx="4334">
                  <c:v>28.604591369628899</c:v>
                </c:pt>
                <c:pt idx="4335">
                  <c:v>28.619258880615199</c:v>
                </c:pt>
                <c:pt idx="4336">
                  <c:v>28.628086090087901</c:v>
                </c:pt>
                <c:pt idx="4337">
                  <c:v>28.5854187011719</c:v>
                </c:pt>
                <c:pt idx="4338">
                  <c:v>28.602920532226602</c:v>
                </c:pt>
                <c:pt idx="4339">
                  <c:v>28.6065349578857</c:v>
                </c:pt>
                <c:pt idx="4340">
                  <c:v>28.6187438964844</c:v>
                </c:pt>
                <c:pt idx="4341">
                  <c:v>28.655250549316399</c:v>
                </c:pt>
                <c:pt idx="4342">
                  <c:v>28.632642745971701</c:v>
                </c:pt>
                <c:pt idx="4343">
                  <c:v>28.572322845458999</c:v>
                </c:pt>
                <c:pt idx="4344">
                  <c:v>28.4977931976318</c:v>
                </c:pt>
                <c:pt idx="4345">
                  <c:v>28.459102630615199</c:v>
                </c:pt>
                <c:pt idx="4346">
                  <c:v>28.355518341064499</c:v>
                </c:pt>
                <c:pt idx="4347">
                  <c:v>28.266180038452202</c:v>
                </c:pt>
                <c:pt idx="4348">
                  <c:v>28.194381713867202</c:v>
                </c:pt>
                <c:pt idx="4349">
                  <c:v>28.173849105835</c:v>
                </c:pt>
                <c:pt idx="4350">
                  <c:v>28.191844940185501</c:v>
                </c:pt>
                <c:pt idx="4351">
                  <c:v>28.154909133911101</c:v>
                </c:pt>
                <c:pt idx="4352">
                  <c:v>28.227186203002901</c:v>
                </c:pt>
                <c:pt idx="4353">
                  <c:v>28.183042526245099</c:v>
                </c:pt>
                <c:pt idx="4354">
                  <c:v>28.167768478393601</c:v>
                </c:pt>
                <c:pt idx="4355">
                  <c:v>28.161506652831999</c:v>
                </c:pt>
                <c:pt idx="4356">
                  <c:v>28.161170959472699</c:v>
                </c:pt>
                <c:pt idx="4357">
                  <c:v>28.156061172485401</c:v>
                </c:pt>
                <c:pt idx="4358">
                  <c:v>28.161830902099599</c:v>
                </c:pt>
                <c:pt idx="4359">
                  <c:v>28.197044372558601</c:v>
                </c:pt>
                <c:pt idx="4360">
                  <c:v>28.197290420532202</c:v>
                </c:pt>
                <c:pt idx="4361">
                  <c:v>28.1524868011475</c:v>
                </c:pt>
                <c:pt idx="4362">
                  <c:v>28.137710571289102</c:v>
                </c:pt>
                <c:pt idx="4363">
                  <c:v>28.1105556488037</c:v>
                </c:pt>
                <c:pt idx="4364">
                  <c:v>28.112665176391602</c:v>
                </c:pt>
                <c:pt idx="4365">
                  <c:v>28.0887126922607</c:v>
                </c:pt>
                <c:pt idx="4366">
                  <c:v>28.069501876831101</c:v>
                </c:pt>
                <c:pt idx="4367">
                  <c:v>28.053661346435501</c:v>
                </c:pt>
                <c:pt idx="4368">
                  <c:v>28.041975021362301</c:v>
                </c:pt>
                <c:pt idx="4369">
                  <c:v>28.030300140380898</c:v>
                </c:pt>
                <c:pt idx="4370">
                  <c:v>28.0493869781494</c:v>
                </c:pt>
                <c:pt idx="4371">
                  <c:v>28.073717117309599</c:v>
                </c:pt>
                <c:pt idx="4372">
                  <c:v>28.077512741088899</c:v>
                </c:pt>
                <c:pt idx="4373">
                  <c:v>28.066888809204102</c:v>
                </c:pt>
                <c:pt idx="4374">
                  <c:v>28.0430908203125</c:v>
                </c:pt>
                <c:pt idx="4375">
                  <c:v>28.037511825561499</c:v>
                </c:pt>
                <c:pt idx="4376">
                  <c:v>28.0466709136963</c:v>
                </c:pt>
                <c:pt idx="4377">
                  <c:v>28.039350509643601</c:v>
                </c:pt>
                <c:pt idx="4378">
                  <c:v>28.039564132690401</c:v>
                </c:pt>
                <c:pt idx="4379">
                  <c:v>28.0290622711182</c:v>
                </c:pt>
                <c:pt idx="4380">
                  <c:v>28.037176132202202</c:v>
                </c:pt>
                <c:pt idx="4381">
                  <c:v>28.034748077392599</c:v>
                </c:pt>
                <c:pt idx="4382">
                  <c:v>28.0252075195313</c:v>
                </c:pt>
                <c:pt idx="4383">
                  <c:v>28.028572082519499</c:v>
                </c:pt>
                <c:pt idx="4384">
                  <c:v>28.0234184265137</c:v>
                </c:pt>
                <c:pt idx="4385">
                  <c:v>28.028375625610401</c:v>
                </c:pt>
                <c:pt idx="4386">
                  <c:v>28.023319244384801</c:v>
                </c:pt>
                <c:pt idx="4387">
                  <c:v>28.013118743896499</c:v>
                </c:pt>
                <c:pt idx="4388">
                  <c:v>28.0106601715088</c:v>
                </c:pt>
                <c:pt idx="4389">
                  <c:v>28.014223098754901</c:v>
                </c:pt>
                <c:pt idx="4390">
                  <c:v>28.0324516296387</c:v>
                </c:pt>
                <c:pt idx="4391">
                  <c:v>28.021551132202202</c:v>
                </c:pt>
                <c:pt idx="4392">
                  <c:v>28.0184326171875</c:v>
                </c:pt>
                <c:pt idx="4393">
                  <c:v>28.015317916870099</c:v>
                </c:pt>
                <c:pt idx="4394">
                  <c:v>28.007917404174801</c:v>
                </c:pt>
                <c:pt idx="4395">
                  <c:v>28.00537109375</c:v>
                </c:pt>
                <c:pt idx="4396">
                  <c:v>28.005285263061499</c:v>
                </c:pt>
                <c:pt idx="4397">
                  <c:v>28.017137527465799</c:v>
                </c:pt>
                <c:pt idx="4398">
                  <c:v>28.00954246521</c:v>
                </c:pt>
                <c:pt idx="4399">
                  <c:v>27.981769561767599</c:v>
                </c:pt>
                <c:pt idx="4400">
                  <c:v>27.9918003082275</c:v>
                </c:pt>
                <c:pt idx="4401">
                  <c:v>27.996677398681602</c:v>
                </c:pt>
                <c:pt idx="4402">
                  <c:v>28.0037326812744</c:v>
                </c:pt>
                <c:pt idx="4403">
                  <c:v>28.004459381103501</c:v>
                </c:pt>
                <c:pt idx="4404">
                  <c:v>28.000526428222699</c:v>
                </c:pt>
                <c:pt idx="4405">
                  <c:v>27.997846603393601</c:v>
                </c:pt>
                <c:pt idx="4406">
                  <c:v>27.999507904052699</c:v>
                </c:pt>
                <c:pt idx="4407">
                  <c:v>27.9948329925537</c:v>
                </c:pt>
                <c:pt idx="4408">
                  <c:v>28.012287139892599</c:v>
                </c:pt>
                <c:pt idx="4409">
                  <c:v>28.017147064208999</c:v>
                </c:pt>
                <c:pt idx="4410">
                  <c:v>27.976413726806602</c:v>
                </c:pt>
                <c:pt idx="4411">
                  <c:v>27.982542037963899</c:v>
                </c:pt>
                <c:pt idx="4412">
                  <c:v>27.998130798339801</c:v>
                </c:pt>
                <c:pt idx="4413">
                  <c:v>27.987485885620099</c:v>
                </c:pt>
                <c:pt idx="4414">
                  <c:v>27.9925327301025</c:v>
                </c:pt>
                <c:pt idx="4415">
                  <c:v>27.990013122558601</c:v>
                </c:pt>
                <c:pt idx="4416">
                  <c:v>27.9489631652832</c:v>
                </c:pt>
                <c:pt idx="4417">
                  <c:v>27.9435119628906</c:v>
                </c:pt>
                <c:pt idx="4418">
                  <c:v>27.958478927612301</c:v>
                </c:pt>
                <c:pt idx="4419">
                  <c:v>27.931146621704102</c:v>
                </c:pt>
                <c:pt idx="4420">
                  <c:v>27.9043998718262</c:v>
                </c:pt>
                <c:pt idx="4421">
                  <c:v>27.885311126708999</c:v>
                </c:pt>
                <c:pt idx="4422">
                  <c:v>27.895351409912099</c:v>
                </c:pt>
                <c:pt idx="4423">
                  <c:v>27.8908596038818</c:v>
                </c:pt>
                <c:pt idx="4424">
                  <c:v>27.8919792175293</c:v>
                </c:pt>
                <c:pt idx="4425">
                  <c:v>27.873359680175799</c:v>
                </c:pt>
                <c:pt idx="4426">
                  <c:v>27.8333930969238</c:v>
                </c:pt>
                <c:pt idx="4427">
                  <c:v>27.8473300933838</c:v>
                </c:pt>
                <c:pt idx="4428">
                  <c:v>27.848148345947301</c:v>
                </c:pt>
                <c:pt idx="4429">
                  <c:v>27.858762741088899</c:v>
                </c:pt>
                <c:pt idx="4430">
                  <c:v>27.858280181884801</c:v>
                </c:pt>
                <c:pt idx="4431">
                  <c:v>27.863258361816399</c:v>
                </c:pt>
                <c:pt idx="4432">
                  <c:v>27.860847473144499</c:v>
                </c:pt>
                <c:pt idx="4433">
                  <c:v>27.868867874145501</c:v>
                </c:pt>
                <c:pt idx="4434">
                  <c:v>27.8798522949219</c:v>
                </c:pt>
                <c:pt idx="4435">
                  <c:v>27.8904914855957</c:v>
                </c:pt>
                <c:pt idx="4436">
                  <c:v>27.8769016265869</c:v>
                </c:pt>
                <c:pt idx="4437">
                  <c:v>27.8620796203613</c:v>
                </c:pt>
                <c:pt idx="4438">
                  <c:v>27.854051589965799</c:v>
                </c:pt>
                <c:pt idx="4439">
                  <c:v>27.839014053344702</c:v>
                </c:pt>
                <c:pt idx="4440">
                  <c:v>27.8698120117188</c:v>
                </c:pt>
                <c:pt idx="4441">
                  <c:v>27.844022750854499</c:v>
                </c:pt>
                <c:pt idx="4442">
                  <c:v>27.816402435302699</c:v>
                </c:pt>
                <c:pt idx="4443">
                  <c:v>27.8297634124756</c:v>
                </c:pt>
                <c:pt idx="4444">
                  <c:v>27.824630737304702</c:v>
                </c:pt>
                <c:pt idx="4445">
                  <c:v>27.808414459228501</c:v>
                </c:pt>
                <c:pt idx="4446">
                  <c:v>27.802898406982401</c:v>
                </c:pt>
                <c:pt idx="4447">
                  <c:v>27.788763046264702</c:v>
                </c:pt>
                <c:pt idx="4448">
                  <c:v>27.678554534912099</c:v>
                </c:pt>
                <c:pt idx="4449">
                  <c:v>27.6148891448975</c:v>
                </c:pt>
                <c:pt idx="4450">
                  <c:v>27.657600402831999</c:v>
                </c:pt>
                <c:pt idx="4451">
                  <c:v>27.612346649169901</c:v>
                </c:pt>
                <c:pt idx="4452">
                  <c:v>27.6463012695313</c:v>
                </c:pt>
                <c:pt idx="4453">
                  <c:v>27.636266708373999</c:v>
                </c:pt>
                <c:pt idx="4454">
                  <c:v>27.6703796386719</c:v>
                </c:pt>
                <c:pt idx="4455">
                  <c:v>27.6274604797363</c:v>
                </c:pt>
                <c:pt idx="4456">
                  <c:v>27.594261169433601</c:v>
                </c:pt>
                <c:pt idx="4457">
                  <c:v>27.608665466308601</c:v>
                </c:pt>
                <c:pt idx="4458">
                  <c:v>27.594526290893601</c:v>
                </c:pt>
                <c:pt idx="4459">
                  <c:v>27.5741863250732</c:v>
                </c:pt>
                <c:pt idx="4460">
                  <c:v>27.561416625976602</c:v>
                </c:pt>
                <c:pt idx="4461">
                  <c:v>27.5441284179688</c:v>
                </c:pt>
                <c:pt idx="4462">
                  <c:v>27.545366287231399</c:v>
                </c:pt>
                <c:pt idx="4463">
                  <c:v>27.579238891601602</c:v>
                </c:pt>
                <c:pt idx="4464">
                  <c:v>27.560672760009801</c:v>
                </c:pt>
                <c:pt idx="4465">
                  <c:v>27.583347320556602</c:v>
                </c:pt>
                <c:pt idx="4466">
                  <c:v>27.597406387329102</c:v>
                </c:pt>
                <c:pt idx="4467">
                  <c:v>27.578977584838899</c:v>
                </c:pt>
                <c:pt idx="4468">
                  <c:v>27.5728244781494</c:v>
                </c:pt>
                <c:pt idx="4469">
                  <c:v>27.5666313171387</c:v>
                </c:pt>
                <c:pt idx="4470">
                  <c:v>27.5905857086182</c:v>
                </c:pt>
                <c:pt idx="4471">
                  <c:v>27.581293106079102</c:v>
                </c:pt>
                <c:pt idx="4472">
                  <c:v>27.549596786498999</c:v>
                </c:pt>
                <c:pt idx="4473">
                  <c:v>27.4762363433838</c:v>
                </c:pt>
                <c:pt idx="4474">
                  <c:v>27.514093399047901</c:v>
                </c:pt>
                <c:pt idx="4475">
                  <c:v>27.5130004882813</c:v>
                </c:pt>
                <c:pt idx="4476">
                  <c:v>27.462326049804702</c:v>
                </c:pt>
                <c:pt idx="4477">
                  <c:v>27.456462860107401</c:v>
                </c:pt>
                <c:pt idx="4478">
                  <c:v>27.411735534668001</c:v>
                </c:pt>
                <c:pt idx="4479">
                  <c:v>27.346113204956101</c:v>
                </c:pt>
                <c:pt idx="4480">
                  <c:v>27.262079238891602</c:v>
                </c:pt>
                <c:pt idx="4481">
                  <c:v>27.210521697998001</c:v>
                </c:pt>
                <c:pt idx="4482">
                  <c:v>27.31614112854</c:v>
                </c:pt>
                <c:pt idx="4483">
                  <c:v>27.376018524169901</c:v>
                </c:pt>
                <c:pt idx="4484">
                  <c:v>27.311210632324201</c:v>
                </c:pt>
                <c:pt idx="4485">
                  <c:v>27.346897125244102</c:v>
                </c:pt>
                <c:pt idx="4486">
                  <c:v>27.345872879028299</c:v>
                </c:pt>
                <c:pt idx="4487">
                  <c:v>27.233217239379901</c:v>
                </c:pt>
                <c:pt idx="4488">
                  <c:v>27.260585784912099</c:v>
                </c:pt>
                <c:pt idx="4489">
                  <c:v>27.304460525512699</c:v>
                </c:pt>
                <c:pt idx="4490">
                  <c:v>27.378238677978501</c:v>
                </c:pt>
                <c:pt idx="4491">
                  <c:v>27.478767395019499</c:v>
                </c:pt>
                <c:pt idx="4492">
                  <c:v>27.522443771362301</c:v>
                </c:pt>
                <c:pt idx="4493">
                  <c:v>27.566724777221701</c:v>
                </c:pt>
                <c:pt idx="4494">
                  <c:v>27.584156036376999</c:v>
                </c:pt>
                <c:pt idx="4495">
                  <c:v>27.637203216552699</c:v>
                </c:pt>
                <c:pt idx="4496">
                  <c:v>27.739110946655298</c:v>
                </c:pt>
                <c:pt idx="4497">
                  <c:v>27.7567443847656</c:v>
                </c:pt>
                <c:pt idx="4498">
                  <c:v>27.796075820922901</c:v>
                </c:pt>
                <c:pt idx="4499">
                  <c:v>27.8203239440918</c:v>
                </c:pt>
                <c:pt idx="4500">
                  <c:v>27.854516983032202</c:v>
                </c:pt>
                <c:pt idx="4501">
                  <c:v>27.879642486572301</c:v>
                </c:pt>
                <c:pt idx="4502">
                  <c:v>27.857652664184599</c:v>
                </c:pt>
                <c:pt idx="4503">
                  <c:v>27.857059478759801</c:v>
                </c:pt>
                <c:pt idx="4504">
                  <c:v>27.8861484527588</c:v>
                </c:pt>
                <c:pt idx="4505">
                  <c:v>27.940790176391602</c:v>
                </c:pt>
                <c:pt idx="4506">
                  <c:v>27.974918365478501</c:v>
                </c:pt>
                <c:pt idx="4507">
                  <c:v>27.987953186035199</c:v>
                </c:pt>
                <c:pt idx="4508">
                  <c:v>27.994342803955099</c:v>
                </c:pt>
                <c:pt idx="4509">
                  <c:v>27.983301162719702</c:v>
                </c:pt>
                <c:pt idx="4510">
                  <c:v>27.989072799682599</c:v>
                </c:pt>
                <c:pt idx="4511">
                  <c:v>27.991857528686499</c:v>
                </c:pt>
                <c:pt idx="4512">
                  <c:v>27.978681564331101</c:v>
                </c:pt>
                <c:pt idx="4513">
                  <c:v>27.961349487304702</c:v>
                </c:pt>
                <c:pt idx="4514">
                  <c:v>27.957736968994102</c:v>
                </c:pt>
                <c:pt idx="4515">
                  <c:v>27.957544326782202</c:v>
                </c:pt>
                <c:pt idx="4516">
                  <c:v>27.9333801269531</c:v>
                </c:pt>
                <c:pt idx="4517">
                  <c:v>27.953498840331999</c:v>
                </c:pt>
                <c:pt idx="4518">
                  <c:v>27.9517726898193</c:v>
                </c:pt>
                <c:pt idx="4519">
                  <c:v>27.957950592041001</c:v>
                </c:pt>
                <c:pt idx="4520">
                  <c:v>27.969890594482401</c:v>
                </c:pt>
                <c:pt idx="4521">
                  <c:v>27.975610733032202</c:v>
                </c:pt>
                <c:pt idx="4522">
                  <c:v>27.985704421997099</c:v>
                </c:pt>
                <c:pt idx="4523">
                  <c:v>27.984783172607401</c:v>
                </c:pt>
                <c:pt idx="4524">
                  <c:v>27.9875793457031</c:v>
                </c:pt>
                <c:pt idx="4525">
                  <c:v>28.000129699706999</c:v>
                </c:pt>
                <c:pt idx="4526">
                  <c:v>28.0056247711182</c:v>
                </c:pt>
                <c:pt idx="4527">
                  <c:v>28.005140304565401</c:v>
                </c:pt>
                <c:pt idx="4528">
                  <c:v>28.0075359344482</c:v>
                </c:pt>
                <c:pt idx="4529">
                  <c:v>28.0083332061768</c:v>
                </c:pt>
                <c:pt idx="4530">
                  <c:v>28.0093593597412</c:v>
                </c:pt>
                <c:pt idx="4531">
                  <c:v>28.010856628418001</c:v>
                </c:pt>
                <c:pt idx="4532">
                  <c:v>28.0143222808838</c:v>
                </c:pt>
                <c:pt idx="4533">
                  <c:v>28.025661468505898</c:v>
                </c:pt>
                <c:pt idx="4534">
                  <c:v>28.049760818481399</c:v>
                </c:pt>
                <c:pt idx="4535">
                  <c:v>28.0552673339844</c:v>
                </c:pt>
                <c:pt idx="4536">
                  <c:v>28.056888580322301</c:v>
                </c:pt>
                <c:pt idx="4537">
                  <c:v>28.051948547363299</c:v>
                </c:pt>
                <c:pt idx="4538">
                  <c:v>28.061143875122099</c:v>
                </c:pt>
                <c:pt idx="4539">
                  <c:v>28.059787750244102</c:v>
                </c:pt>
                <c:pt idx="4540">
                  <c:v>28.22487449646</c:v>
                </c:pt>
                <c:pt idx="4541">
                  <c:v>28.32057762146</c:v>
                </c:pt>
                <c:pt idx="4542">
                  <c:v>28.39524269104</c:v>
                </c:pt>
                <c:pt idx="4543">
                  <c:v>28.417833328247099</c:v>
                </c:pt>
                <c:pt idx="4544">
                  <c:v>28.4659233093262</c:v>
                </c:pt>
                <c:pt idx="4545">
                  <c:v>28.625637054443398</c:v>
                </c:pt>
                <c:pt idx="4546">
                  <c:v>28.7198581695557</c:v>
                </c:pt>
                <c:pt idx="4547">
                  <c:v>28.7429008483887</c:v>
                </c:pt>
                <c:pt idx="4548">
                  <c:v>28.7567138671875</c:v>
                </c:pt>
                <c:pt idx="4549">
                  <c:v>28.780073165893601</c:v>
                </c:pt>
                <c:pt idx="4550">
                  <c:v>28.8411350250244</c:v>
                </c:pt>
                <c:pt idx="4551">
                  <c:v>28.889234542846701</c:v>
                </c:pt>
                <c:pt idx="4552">
                  <c:v>28.927705764770501</c:v>
                </c:pt>
                <c:pt idx="4553">
                  <c:v>28.9632244110107</c:v>
                </c:pt>
                <c:pt idx="4554">
                  <c:v>29.063571929931602</c:v>
                </c:pt>
                <c:pt idx="4555">
                  <c:v>29.1157341003418</c:v>
                </c:pt>
                <c:pt idx="4556">
                  <c:v>29.1746006011963</c:v>
                </c:pt>
                <c:pt idx="4557">
                  <c:v>29.1866664886475</c:v>
                </c:pt>
                <c:pt idx="4558">
                  <c:v>29.1966552734375</c:v>
                </c:pt>
                <c:pt idx="4559">
                  <c:v>29.262025833129901</c:v>
                </c:pt>
                <c:pt idx="4560">
                  <c:v>29.372119903564499</c:v>
                </c:pt>
                <c:pt idx="4561">
                  <c:v>29.439403533935501</c:v>
                </c:pt>
                <c:pt idx="4562">
                  <c:v>29.4649047851563</c:v>
                </c:pt>
                <c:pt idx="4563">
                  <c:v>29.523073196411101</c:v>
                </c:pt>
                <c:pt idx="4564">
                  <c:v>29.604930877685501</c:v>
                </c:pt>
                <c:pt idx="4565">
                  <c:v>29.634357452392599</c:v>
                </c:pt>
                <c:pt idx="4566">
                  <c:v>29.652307510376001</c:v>
                </c:pt>
                <c:pt idx="4567">
                  <c:v>29.676563262939499</c:v>
                </c:pt>
                <c:pt idx="4568">
                  <c:v>29.698631286621101</c:v>
                </c:pt>
                <c:pt idx="4569">
                  <c:v>29.707675933837901</c:v>
                </c:pt>
                <c:pt idx="4570">
                  <c:v>29.712640762329102</c:v>
                </c:pt>
                <c:pt idx="4571">
                  <c:v>29.701595306396499</c:v>
                </c:pt>
                <c:pt idx="4572">
                  <c:v>29.7310981750488</c:v>
                </c:pt>
                <c:pt idx="4573">
                  <c:v>29.7689304351807</c:v>
                </c:pt>
                <c:pt idx="4574">
                  <c:v>29.805606842041001</c:v>
                </c:pt>
                <c:pt idx="4575">
                  <c:v>29.839401245117202</c:v>
                </c:pt>
                <c:pt idx="4576">
                  <c:v>29.891643524169901</c:v>
                </c:pt>
                <c:pt idx="4577">
                  <c:v>29.956184387206999</c:v>
                </c:pt>
                <c:pt idx="4578">
                  <c:v>29.984834671020501</c:v>
                </c:pt>
                <c:pt idx="4579">
                  <c:v>29.999931335449201</c:v>
                </c:pt>
                <c:pt idx="4580">
                  <c:v>30.015575408935501</c:v>
                </c:pt>
                <c:pt idx="4581">
                  <c:v>30.010662078857401</c:v>
                </c:pt>
                <c:pt idx="4582">
                  <c:v>30.058607101440401</c:v>
                </c:pt>
                <c:pt idx="4583">
                  <c:v>30.144279479980501</c:v>
                </c:pt>
                <c:pt idx="4584">
                  <c:v>30.171901702880898</c:v>
                </c:pt>
                <c:pt idx="4585">
                  <c:v>30.175199508666999</c:v>
                </c:pt>
                <c:pt idx="4586">
                  <c:v>30.196083068847699</c:v>
                </c:pt>
                <c:pt idx="4587">
                  <c:v>30.2747898101807</c:v>
                </c:pt>
                <c:pt idx="4588">
                  <c:v>30.346229553222699</c:v>
                </c:pt>
                <c:pt idx="4589">
                  <c:v>30.394218444824201</c:v>
                </c:pt>
                <c:pt idx="4590">
                  <c:v>30.434572219848601</c:v>
                </c:pt>
                <c:pt idx="4591">
                  <c:v>30.462837219238299</c:v>
                </c:pt>
                <c:pt idx="4592">
                  <c:v>30.519077301025401</c:v>
                </c:pt>
                <c:pt idx="4593">
                  <c:v>30.578712463378899</c:v>
                </c:pt>
                <c:pt idx="4594">
                  <c:v>30.5792045593262</c:v>
                </c:pt>
                <c:pt idx="4595">
                  <c:v>30.640621185302699</c:v>
                </c:pt>
                <c:pt idx="4596">
                  <c:v>30.6803894042969</c:v>
                </c:pt>
                <c:pt idx="4597">
                  <c:v>30.816089630126999</c:v>
                </c:pt>
                <c:pt idx="4598">
                  <c:v>31.004112243652301</c:v>
                </c:pt>
                <c:pt idx="4599">
                  <c:v>31.1385173797607</c:v>
                </c:pt>
                <c:pt idx="4600">
                  <c:v>31.197496414184599</c:v>
                </c:pt>
                <c:pt idx="4601">
                  <c:v>31.218246459960898</c:v>
                </c:pt>
                <c:pt idx="4602">
                  <c:v>31.207695007324201</c:v>
                </c:pt>
                <c:pt idx="4603">
                  <c:v>31.280380249023398</c:v>
                </c:pt>
                <c:pt idx="4604">
                  <c:v>31.307430267333999</c:v>
                </c:pt>
                <c:pt idx="4605">
                  <c:v>31.321317672729499</c:v>
                </c:pt>
                <c:pt idx="4606">
                  <c:v>31.318180084228501</c:v>
                </c:pt>
                <c:pt idx="4607">
                  <c:v>31.318819046020501</c:v>
                </c:pt>
                <c:pt idx="4608">
                  <c:v>31.323925018310501</c:v>
                </c:pt>
                <c:pt idx="4609">
                  <c:v>31.331193923950199</c:v>
                </c:pt>
                <c:pt idx="4610">
                  <c:v>31.3431701660156</c:v>
                </c:pt>
                <c:pt idx="4611">
                  <c:v>31.353746414184599</c:v>
                </c:pt>
                <c:pt idx="4612">
                  <c:v>31.351310729980501</c:v>
                </c:pt>
                <c:pt idx="4613">
                  <c:v>31.358684539794901</c:v>
                </c:pt>
                <c:pt idx="4614">
                  <c:v>31.401353836059599</c:v>
                </c:pt>
                <c:pt idx="4615">
                  <c:v>31.4091472625732</c:v>
                </c:pt>
                <c:pt idx="4616">
                  <c:v>31.420803070068398</c:v>
                </c:pt>
                <c:pt idx="4617">
                  <c:v>31.450546264648398</c:v>
                </c:pt>
                <c:pt idx="4618">
                  <c:v>31.494054794311499</c:v>
                </c:pt>
                <c:pt idx="4619">
                  <c:v>31.515037536621101</c:v>
                </c:pt>
                <c:pt idx="4620">
                  <c:v>31.535150527954102</c:v>
                </c:pt>
                <c:pt idx="4621">
                  <c:v>31.560785293579102</c:v>
                </c:pt>
                <c:pt idx="4622">
                  <c:v>31.612531661987301</c:v>
                </c:pt>
                <c:pt idx="4623">
                  <c:v>31.647773742675799</c:v>
                </c:pt>
                <c:pt idx="4624">
                  <c:v>31.645011901855501</c:v>
                </c:pt>
                <c:pt idx="4625">
                  <c:v>31.7330322265625</c:v>
                </c:pt>
                <c:pt idx="4626">
                  <c:v>31.757286071777301</c:v>
                </c:pt>
                <c:pt idx="4627">
                  <c:v>31.8330478668213</c:v>
                </c:pt>
                <c:pt idx="4628">
                  <c:v>31.902124404907202</c:v>
                </c:pt>
                <c:pt idx="4629">
                  <c:v>31.996303558349599</c:v>
                </c:pt>
                <c:pt idx="4630">
                  <c:v>32.050140380859403</c:v>
                </c:pt>
                <c:pt idx="4631">
                  <c:v>32.060691833496101</c:v>
                </c:pt>
                <c:pt idx="4632">
                  <c:v>32.120468139648402</c:v>
                </c:pt>
                <c:pt idx="4633">
                  <c:v>32.1467475891113</c:v>
                </c:pt>
                <c:pt idx="4634">
                  <c:v>32.166213989257798</c:v>
                </c:pt>
                <c:pt idx="4635">
                  <c:v>32.221019744873097</c:v>
                </c:pt>
                <c:pt idx="4636">
                  <c:v>32.265518188476598</c:v>
                </c:pt>
                <c:pt idx="4637">
                  <c:v>32.305656433105497</c:v>
                </c:pt>
                <c:pt idx="4638">
                  <c:v>32.340560913085902</c:v>
                </c:pt>
                <c:pt idx="4639">
                  <c:v>32.326900482177699</c:v>
                </c:pt>
                <c:pt idx="4640">
                  <c:v>32.390003204345703</c:v>
                </c:pt>
                <c:pt idx="4641">
                  <c:v>32.465682983398402</c:v>
                </c:pt>
                <c:pt idx="4642">
                  <c:v>32.565280914306598</c:v>
                </c:pt>
                <c:pt idx="4643">
                  <c:v>32.634349822998097</c:v>
                </c:pt>
                <c:pt idx="4644">
                  <c:v>32.7197265625</c:v>
                </c:pt>
                <c:pt idx="4645">
                  <c:v>32.817874908447301</c:v>
                </c:pt>
                <c:pt idx="4646">
                  <c:v>32.882072448730497</c:v>
                </c:pt>
                <c:pt idx="4647">
                  <c:v>32.939495086669901</c:v>
                </c:pt>
                <c:pt idx="4648">
                  <c:v>33.004108428955099</c:v>
                </c:pt>
                <c:pt idx="4649">
                  <c:v>33.076980590820298</c:v>
                </c:pt>
                <c:pt idx="4650">
                  <c:v>33.1122856140137</c:v>
                </c:pt>
                <c:pt idx="4651">
                  <c:v>33.130638122558601</c:v>
                </c:pt>
                <c:pt idx="4652">
                  <c:v>33.1856498718262</c:v>
                </c:pt>
                <c:pt idx="4653">
                  <c:v>33.244338989257798</c:v>
                </c:pt>
                <c:pt idx="4654">
                  <c:v>33.305736541748097</c:v>
                </c:pt>
                <c:pt idx="4655">
                  <c:v>33.360115051269503</c:v>
                </c:pt>
                <c:pt idx="4656">
                  <c:v>33.4282836914063</c:v>
                </c:pt>
                <c:pt idx="4657">
                  <c:v>33.493949890136697</c:v>
                </c:pt>
                <c:pt idx="4658">
                  <c:v>33.541954040527301</c:v>
                </c:pt>
                <c:pt idx="4659">
                  <c:v>33.606086730957003</c:v>
                </c:pt>
                <c:pt idx="4660">
                  <c:v>33.6671333312988</c:v>
                </c:pt>
                <c:pt idx="4661">
                  <c:v>33.7033081054688</c:v>
                </c:pt>
                <c:pt idx="4662">
                  <c:v>33.741363525390597</c:v>
                </c:pt>
                <c:pt idx="4663">
                  <c:v>33.754371643066399</c:v>
                </c:pt>
                <c:pt idx="4664">
                  <c:v>33.824832916259801</c:v>
                </c:pt>
                <c:pt idx="4665">
                  <c:v>33.920124053955099</c:v>
                </c:pt>
                <c:pt idx="4666">
                  <c:v>34.020439147949197</c:v>
                </c:pt>
                <c:pt idx="4667">
                  <c:v>34.158893585205099</c:v>
                </c:pt>
                <c:pt idx="4668">
                  <c:v>34.241954803466797</c:v>
                </c:pt>
                <c:pt idx="4669">
                  <c:v>34.319515228271499</c:v>
                </c:pt>
                <c:pt idx="4670">
                  <c:v>34.380279541015597</c:v>
                </c:pt>
                <c:pt idx="4671">
                  <c:v>34.467170715332003</c:v>
                </c:pt>
                <c:pt idx="4672">
                  <c:v>34.520992279052699</c:v>
                </c:pt>
                <c:pt idx="4673">
                  <c:v>34.548694610595703</c:v>
                </c:pt>
                <c:pt idx="4674">
                  <c:v>34.550239562988303</c:v>
                </c:pt>
                <c:pt idx="4675">
                  <c:v>34.551033020019503</c:v>
                </c:pt>
                <c:pt idx="4676">
                  <c:v>34.570541381835902</c:v>
                </c:pt>
                <c:pt idx="4677">
                  <c:v>34.6236763000488</c:v>
                </c:pt>
                <c:pt idx="4678">
                  <c:v>34.765544891357401</c:v>
                </c:pt>
                <c:pt idx="4679">
                  <c:v>34.855110168457003</c:v>
                </c:pt>
                <c:pt idx="4680">
                  <c:v>34.91357421875</c:v>
                </c:pt>
                <c:pt idx="4681">
                  <c:v>34.992866516113303</c:v>
                </c:pt>
                <c:pt idx="4682">
                  <c:v>35.113941192627003</c:v>
                </c:pt>
                <c:pt idx="4683">
                  <c:v>35.234832763671903</c:v>
                </c:pt>
                <c:pt idx="4684">
                  <c:v>35.326187133789098</c:v>
                </c:pt>
                <c:pt idx="4685">
                  <c:v>35.400619506835902</c:v>
                </c:pt>
                <c:pt idx="4686">
                  <c:v>35.453983306884801</c:v>
                </c:pt>
                <c:pt idx="4687">
                  <c:v>35.500202178955099</c:v>
                </c:pt>
                <c:pt idx="4688">
                  <c:v>35.518962860107401</c:v>
                </c:pt>
                <c:pt idx="4689">
                  <c:v>35.568328857421903</c:v>
                </c:pt>
                <c:pt idx="4690">
                  <c:v>35.604991912841797</c:v>
                </c:pt>
                <c:pt idx="4691">
                  <c:v>35.708156585693402</c:v>
                </c:pt>
                <c:pt idx="4692">
                  <c:v>35.782184600830099</c:v>
                </c:pt>
                <c:pt idx="4693">
                  <c:v>35.860885620117202</c:v>
                </c:pt>
                <c:pt idx="4694">
                  <c:v>35.918918609619098</c:v>
                </c:pt>
                <c:pt idx="4695">
                  <c:v>35.968593597412102</c:v>
                </c:pt>
                <c:pt idx="4696">
                  <c:v>36.015476226806598</c:v>
                </c:pt>
                <c:pt idx="4697">
                  <c:v>36.060291290283203</c:v>
                </c:pt>
                <c:pt idx="4698">
                  <c:v>36.160346984863303</c:v>
                </c:pt>
                <c:pt idx="4699">
                  <c:v>36.240421295166001</c:v>
                </c:pt>
                <c:pt idx="4700">
                  <c:v>36.300025939941399</c:v>
                </c:pt>
                <c:pt idx="4701">
                  <c:v>36.365036010742202</c:v>
                </c:pt>
                <c:pt idx="4702">
                  <c:v>36.404048919677699</c:v>
                </c:pt>
                <c:pt idx="4703">
                  <c:v>36.485031127929702</c:v>
                </c:pt>
                <c:pt idx="4704">
                  <c:v>36.510929107666001</c:v>
                </c:pt>
                <c:pt idx="4705">
                  <c:v>36.531764984130902</c:v>
                </c:pt>
                <c:pt idx="4706">
                  <c:v>36.550430297851598</c:v>
                </c:pt>
                <c:pt idx="4707">
                  <c:v>36.617954254150398</c:v>
                </c:pt>
                <c:pt idx="4708">
                  <c:v>36.7263374328613</c:v>
                </c:pt>
                <c:pt idx="4709">
                  <c:v>36.832565307617202</c:v>
                </c:pt>
                <c:pt idx="4710">
                  <c:v>36.895317077636697</c:v>
                </c:pt>
                <c:pt idx="4711">
                  <c:v>36.914512634277301</c:v>
                </c:pt>
                <c:pt idx="4712">
                  <c:v>37.005973815917997</c:v>
                </c:pt>
                <c:pt idx="4713">
                  <c:v>37.0422172546387</c:v>
                </c:pt>
                <c:pt idx="4714">
                  <c:v>37.058189392089801</c:v>
                </c:pt>
                <c:pt idx="4715">
                  <c:v>37.153308868408203</c:v>
                </c:pt>
                <c:pt idx="4716">
                  <c:v>37.342250823974602</c:v>
                </c:pt>
                <c:pt idx="4717">
                  <c:v>37.384872436523402</c:v>
                </c:pt>
                <c:pt idx="4718">
                  <c:v>37.434799194335902</c:v>
                </c:pt>
                <c:pt idx="4719">
                  <c:v>37.557209014892599</c:v>
                </c:pt>
                <c:pt idx="4720">
                  <c:v>37.670768737792997</c:v>
                </c:pt>
                <c:pt idx="4721">
                  <c:v>37.747901916503899</c:v>
                </c:pt>
                <c:pt idx="4722">
                  <c:v>37.799942016601598</c:v>
                </c:pt>
                <c:pt idx="4723">
                  <c:v>37.829410552978501</c:v>
                </c:pt>
                <c:pt idx="4724">
                  <c:v>37.854286193847699</c:v>
                </c:pt>
                <c:pt idx="4725">
                  <c:v>37.864234924316399</c:v>
                </c:pt>
                <c:pt idx="4726">
                  <c:v>37.8731498718262</c:v>
                </c:pt>
                <c:pt idx="4727">
                  <c:v>37.887413024902301</c:v>
                </c:pt>
                <c:pt idx="4728">
                  <c:v>37.906642913818402</c:v>
                </c:pt>
                <c:pt idx="4729">
                  <c:v>37.928314208984403</c:v>
                </c:pt>
                <c:pt idx="4730">
                  <c:v>37.969364166259801</c:v>
                </c:pt>
                <c:pt idx="4731">
                  <c:v>38.048431396484403</c:v>
                </c:pt>
                <c:pt idx="4732">
                  <c:v>38.072250366210902</c:v>
                </c:pt>
                <c:pt idx="4733">
                  <c:v>38.104953765869098</c:v>
                </c:pt>
                <c:pt idx="4734">
                  <c:v>38.117561340332003</c:v>
                </c:pt>
                <c:pt idx="4735">
                  <c:v>38.122718811035199</c:v>
                </c:pt>
                <c:pt idx="4736">
                  <c:v>38.132961273193402</c:v>
                </c:pt>
                <c:pt idx="4737">
                  <c:v>38.160076141357401</c:v>
                </c:pt>
                <c:pt idx="4738">
                  <c:v>38.204421997070298</c:v>
                </c:pt>
                <c:pt idx="4739">
                  <c:v>38.2280464172363</c:v>
                </c:pt>
                <c:pt idx="4740">
                  <c:v>38.266929626464801</c:v>
                </c:pt>
                <c:pt idx="4741">
                  <c:v>38.268993377685597</c:v>
                </c:pt>
                <c:pt idx="4742">
                  <c:v>38.3515815734863</c:v>
                </c:pt>
                <c:pt idx="4743">
                  <c:v>38.422672271728501</c:v>
                </c:pt>
                <c:pt idx="4744">
                  <c:v>38.455135345458999</c:v>
                </c:pt>
                <c:pt idx="4745">
                  <c:v>38.468631744384801</c:v>
                </c:pt>
                <c:pt idx="4746">
                  <c:v>38.496837615966797</c:v>
                </c:pt>
                <c:pt idx="4747">
                  <c:v>38.527477264404297</c:v>
                </c:pt>
                <c:pt idx="4748">
                  <c:v>38.5471000671387</c:v>
                </c:pt>
                <c:pt idx="4749">
                  <c:v>38.523994445800803</c:v>
                </c:pt>
                <c:pt idx="4750">
                  <c:v>38.532127380371101</c:v>
                </c:pt>
                <c:pt idx="4751">
                  <c:v>38.6069526672363</c:v>
                </c:pt>
                <c:pt idx="4752">
                  <c:v>38.646148681640597</c:v>
                </c:pt>
                <c:pt idx="4753">
                  <c:v>38.671115875244098</c:v>
                </c:pt>
                <c:pt idx="4754">
                  <c:v>38.685264587402301</c:v>
                </c:pt>
                <c:pt idx="4755">
                  <c:v>38.693389892578097</c:v>
                </c:pt>
                <c:pt idx="4756">
                  <c:v>38.694942474365199</c:v>
                </c:pt>
                <c:pt idx="4757">
                  <c:v>38.690395355224602</c:v>
                </c:pt>
                <c:pt idx="4758">
                  <c:v>38.748645782470703</c:v>
                </c:pt>
                <c:pt idx="4759">
                  <c:v>38.849308013916001</c:v>
                </c:pt>
                <c:pt idx="4760">
                  <c:v>38.843368530273402</c:v>
                </c:pt>
                <c:pt idx="4761">
                  <c:v>38.816520690917997</c:v>
                </c:pt>
                <c:pt idx="4762">
                  <c:v>38.792675018310597</c:v>
                </c:pt>
                <c:pt idx="4763">
                  <c:v>38.7741508483887</c:v>
                </c:pt>
                <c:pt idx="4764">
                  <c:v>38.844772338867202</c:v>
                </c:pt>
                <c:pt idx="4765">
                  <c:v>38.8551635742188</c:v>
                </c:pt>
                <c:pt idx="4766">
                  <c:v>38.883922576904297</c:v>
                </c:pt>
                <c:pt idx="4767">
                  <c:v>38.885612487792997</c:v>
                </c:pt>
                <c:pt idx="4768">
                  <c:v>38.882999420166001</c:v>
                </c:pt>
                <c:pt idx="4769">
                  <c:v>38.874805450439503</c:v>
                </c:pt>
                <c:pt idx="4770">
                  <c:v>38.858016967773402</c:v>
                </c:pt>
                <c:pt idx="4771">
                  <c:v>38.8787651062012</c:v>
                </c:pt>
                <c:pt idx="4772">
                  <c:v>38.891490936279297</c:v>
                </c:pt>
                <c:pt idx="4773">
                  <c:v>38.909137725830099</c:v>
                </c:pt>
                <c:pt idx="4774">
                  <c:v>38.931526184082003</c:v>
                </c:pt>
                <c:pt idx="4775">
                  <c:v>38.918186187744098</c:v>
                </c:pt>
                <c:pt idx="4776">
                  <c:v>38.862861633300803</c:v>
                </c:pt>
                <c:pt idx="4777">
                  <c:v>38.913616180419901</c:v>
                </c:pt>
                <c:pt idx="4778">
                  <c:v>38.966014862060597</c:v>
                </c:pt>
                <c:pt idx="4779">
                  <c:v>39.010738372802699</c:v>
                </c:pt>
                <c:pt idx="4780">
                  <c:v>39.049201965332003</c:v>
                </c:pt>
                <c:pt idx="4781">
                  <c:v>39.071334838867202</c:v>
                </c:pt>
                <c:pt idx="4782">
                  <c:v>39.102188110351598</c:v>
                </c:pt>
                <c:pt idx="4783">
                  <c:v>39.1524848937988</c:v>
                </c:pt>
                <c:pt idx="4784">
                  <c:v>39.183849334716797</c:v>
                </c:pt>
                <c:pt idx="4785">
                  <c:v>39.189052581787102</c:v>
                </c:pt>
                <c:pt idx="4786">
                  <c:v>39.197452545166001</c:v>
                </c:pt>
                <c:pt idx="4787">
                  <c:v>39.206485748291001</c:v>
                </c:pt>
                <c:pt idx="4788">
                  <c:v>39.247909545898402</c:v>
                </c:pt>
                <c:pt idx="4789">
                  <c:v>39.309196472167997</c:v>
                </c:pt>
                <c:pt idx="4790">
                  <c:v>39.318489074707003</c:v>
                </c:pt>
                <c:pt idx="4791">
                  <c:v>39.353988647460902</c:v>
                </c:pt>
                <c:pt idx="4792">
                  <c:v>39.363128662109403</c:v>
                </c:pt>
                <c:pt idx="4793">
                  <c:v>39.367237091064503</c:v>
                </c:pt>
                <c:pt idx="4794">
                  <c:v>39.386924743652301</c:v>
                </c:pt>
                <c:pt idx="4795">
                  <c:v>39.408412933349602</c:v>
                </c:pt>
                <c:pt idx="4796">
                  <c:v>39.421951293945298</c:v>
                </c:pt>
                <c:pt idx="4797">
                  <c:v>39.433792114257798</c:v>
                </c:pt>
                <c:pt idx="4798">
                  <c:v>39.441940307617202</c:v>
                </c:pt>
                <c:pt idx="4799">
                  <c:v>39.4436645507813</c:v>
                </c:pt>
                <c:pt idx="4800">
                  <c:v>39.446239471435597</c:v>
                </c:pt>
                <c:pt idx="4801">
                  <c:v>39.4474906921387</c:v>
                </c:pt>
                <c:pt idx="4802">
                  <c:v>39.449050903320298</c:v>
                </c:pt>
                <c:pt idx="4803">
                  <c:v>39.450626373291001</c:v>
                </c:pt>
                <c:pt idx="4804">
                  <c:v>39.449745178222699</c:v>
                </c:pt>
                <c:pt idx="4805">
                  <c:v>39.450981140136697</c:v>
                </c:pt>
                <c:pt idx="4806">
                  <c:v>39.451618194580099</c:v>
                </c:pt>
                <c:pt idx="4807">
                  <c:v>39.451099395752003</c:v>
                </c:pt>
                <c:pt idx="4808">
                  <c:v>39.451675415039098</c:v>
                </c:pt>
                <c:pt idx="4809">
                  <c:v>39.451972961425803</c:v>
                </c:pt>
                <c:pt idx="4810">
                  <c:v>39.452125549316399</c:v>
                </c:pt>
                <c:pt idx="4811">
                  <c:v>39.452205657958999</c:v>
                </c:pt>
                <c:pt idx="4812">
                  <c:v>39.452243804931598</c:v>
                </c:pt>
                <c:pt idx="4813">
                  <c:v>39.452266693115199</c:v>
                </c:pt>
                <c:pt idx="4814">
                  <c:v>39.451427459716797</c:v>
                </c:pt>
                <c:pt idx="4815">
                  <c:v>39.451072692871101</c:v>
                </c:pt>
                <c:pt idx="4816">
                  <c:v>39.451663970947301</c:v>
                </c:pt>
                <c:pt idx="4817">
                  <c:v>39.4519653320313</c:v>
                </c:pt>
                <c:pt idx="4818">
                  <c:v>39.452121734619098</c:v>
                </c:pt>
                <c:pt idx="4819">
                  <c:v>39.452201843261697</c:v>
                </c:pt>
                <c:pt idx="4820">
                  <c:v>39.452243804931598</c:v>
                </c:pt>
                <c:pt idx="4821">
                  <c:v>39.452262878417997</c:v>
                </c:pt>
                <c:pt idx="4822">
                  <c:v>39.450145721435597</c:v>
                </c:pt>
                <c:pt idx="4823">
                  <c:v>39.449256896972699</c:v>
                </c:pt>
                <c:pt idx="4824">
                  <c:v>39.450729370117202</c:v>
                </c:pt>
                <c:pt idx="4825">
                  <c:v>39.451488494873097</c:v>
                </c:pt>
                <c:pt idx="4826">
                  <c:v>39.451877593994098</c:v>
                </c:pt>
                <c:pt idx="4827">
                  <c:v>39.452075958252003</c:v>
                </c:pt>
                <c:pt idx="4828">
                  <c:v>39.452178955078097</c:v>
                </c:pt>
                <c:pt idx="4829">
                  <c:v>39.452232360839801</c:v>
                </c:pt>
                <c:pt idx="4830">
                  <c:v>39.452259063720703</c:v>
                </c:pt>
                <c:pt idx="4831">
                  <c:v>39.451427459716797</c:v>
                </c:pt>
                <c:pt idx="4832">
                  <c:v>39.451847076416001</c:v>
                </c:pt>
                <c:pt idx="4833">
                  <c:v>39.452060699462898</c:v>
                </c:pt>
                <c:pt idx="4834">
                  <c:v>39.450481414794901</c:v>
                </c:pt>
                <c:pt idx="4835">
                  <c:v>39.446292877197301</c:v>
                </c:pt>
                <c:pt idx="4836">
                  <c:v>39.449211120605497</c:v>
                </c:pt>
                <c:pt idx="4837">
                  <c:v>39.450706481933601</c:v>
                </c:pt>
                <c:pt idx="4838">
                  <c:v>39.4510498046875</c:v>
                </c:pt>
                <c:pt idx="4839">
                  <c:v>39.450839996337898</c:v>
                </c:pt>
                <c:pt idx="4840">
                  <c:v>39.451156616210902</c:v>
                </c:pt>
                <c:pt idx="4841">
                  <c:v>39.451705932617202</c:v>
                </c:pt>
                <c:pt idx="4842">
                  <c:v>39.450302124023402</c:v>
                </c:pt>
                <c:pt idx="4843">
                  <c:v>39.451267242431598</c:v>
                </c:pt>
                <c:pt idx="4844">
                  <c:v>39.447101593017599</c:v>
                </c:pt>
                <c:pt idx="4845">
                  <c:v>39.440582275390597</c:v>
                </c:pt>
                <c:pt idx="4846">
                  <c:v>39.445888519287102</c:v>
                </c:pt>
                <c:pt idx="4847">
                  <c:v>39.449001312255902</c:v>
                </c:pt>
                <c:pt idx="4848">
                  <c:v>39.450599670410199</c:v>
                </c:pt>
                <c:pt idx="4849">
                  <c:v>39.451419830322301</c:v>
                </c:pt>
                <c:pt idx="4850">
                  <c:v>39.4518432617188</c:v>
                </c:pt>
                <c:pt idx="4851">
                  <c:v>39.452056884765597</c:v>
                </c:pt>
                <c:pt idx="4852">
                  <c:v>39.451324462890597</c:v>
                </c:pt>
                <c:pt idx="4853">
                  <c:v>39.450099945068402</c:v>
                </c:pt>
                <c:pt idx="4854">
                  <c:v>39.4478569030762</c:v>
                </c:pt>
                <c:pt idx="4855">
                  <c:v>39.4500122070313</c:v>
                </c:pt>
                <c:pt idx="4856">
                  <c:v>39.450267791748097</c:v>
                </c:pt>
                <c:pt idx="4857">
                  <c:v>39.449626922607401</c:v>
                </c:pt>
                <c:pt idx="4858">
                  <c:v>39.450149536132798</c:v>
                </c:pt>
                <c:pt idx="4859">
                  <c:v>39.451187133789098</c:v>
                </c:pt>
                <c:pt idx="4860">
                  <c:v>39.4517211914063</c:v>
                </c:pt>
                <c:pt idx="4861">
                  <c:v>39.451995849609403</c:v>
                </c:pt>
                <c:pt idx="4862">
                  <c:v>39.452136993408203</c:v>
                </c:pt>
                <c:pt idx="4863">
                  <c:v>39.4522094726563</c:v>
                </c:pt>
                <c:pt idx="4864">
                  <c:v>39.452247619628899</c:v>
                </c:pt>
                <c:pt idx="4865">
                  <c:v>39.452266693115199</c:v>
                </c:pt>
                <c:pt idx="4866">
                  <c:v>39.452278137207003</c:v>
                </c:pt>
                <c:pt idx="4867">
                  <c:v>39.452281951904297</c:v>
                </c:pt>
                <c:pt idx="4868">
                  <c:v>39.452281951904297</c:v>
                </c:pt>
                <c:pt idx="4869">
                  <c:v>39.452285766601598</c:v>
                </c:pt>
                <c:pt idx="4870">
                  <c:v>39.452285766601598</c:v>
                </c:pt>
                <c:pt idx="4871">
                  <c:v>39.452285766601598</c:v>
                </c:pt>
                <c:pt idx="4872">
                  <c:v>39.450599670410199</c:v>
                </c:pt>
                <c:pt idx="4873">
                  <c:v>39.451419830322301</c:v>
                </c:pt>
                <c:pt idx="4874">
                  <c:v>39.4518432617188</c:v>
                </c:pt>
                <c:pt idx="4875">
                  <c:v>39.452056884765597</c:v>
                </c:pt>
                <c:pt idx="4876">
                  <c:v>39.4521675109863</c:v>
                </c:pt>
                <c:pt idx="4877">
                  <c:v>39.452224731445298</c:v>
                </c:pt>
                <c:pt idx="4878">
                  <c:v>39.452255249023402</c:v>
                </c:pt>
                <c:pt idx="4879">
                  <c:v>39.4522705078125</c:v>
                </c:pt>
                <c:pt idx="4880">
                  <c:v>39.452278137207003</c:v>
                </c:pt>
                <c:pt idx="4881">
                  <c:v>39.452281951904297</c:v>
                </c:pt>
                <c:pt idx="4882">
                  <c:v>39.452285766601598</c:v>
                </c:pt>
                <c:pt idx="4883">
                  <c:v>39.452285766601598</c:v>
                </c:pt>
                <c:pt idx="4884">
                  <c:v>39.452285766601598</c:v>
                </c:pt>
                <c:pt idx="4885">
                  <c:v>39.452285766601598</c:v>
                </c:pt>
                <c:pt idx="4886">
                  <c:v>39.452285766601598</c:v>
                </c:pt>
                <c:pt idx="4887">
                  <c:v>39.452285766601598</c:v>
                </c:pt>
                <c:pt idx="4888">
                  <c:v>39.452285766601598</c:v>
                </c:pt>
                <c:pt idx="4889">
                  <c:v>39.452285766601598</c:v>
                </c:pt>
                <c:pt idx="4890">
                  <c:v>39.452285766601598</c:v>
                </c:pt>
                <c:pt idx="4891">
                  <c:v>39.452285766601598</c:v>
                </c:pt>
                <c:pt idx="4892">
                  <c:v>39.452285766601598</c:v>
                </c:pt>
                <c:pt idx="4893">
                  <c:v>39.452285766601598</c:v>
                </c:pt>
                <c:pt idx="4894">
                  <c:v>39.481155395507798</c:v>
                </c:pt>
                <c:pt idx="4895">
                  <c:v>39.467113494873097</c:v>
                </c:pt>
                <c:pt idx="4896">
                  <c:v>39.4598999023438</c:v>
                </c:pt>
                <c:pt idx="4897">
                  <c:v>39.4561958312988</c:v>
                </c:pt>
                <c:pt idx="4898">
                  <c:v>39.454292297363303</c:v>
                </c:pt>
                <c:pt idx="4899">
                  <c:v>39.453315734863303</c:v>
                </c:pt>
                <c:pt idx="4900">
                  <c:v>39.452816009521499</c:v>
                </c:pt>
                <c:pt idx="4901">
                  <c:v>39.466606140136697</c:v>
                </c:pt>
                <c:pt idx="4902">
                  <c:v>39.493804931640597</c:v>
                </c:pt>
                <c:pt idx="4903">
                  <c:v>39.509506225585902</c:v>
                </c:pt>
                <c:pt idx="4904">
                  <c:v>39.498752593994098</c:v>
                </c:pt>
                <c:pt idx="4905">
                  <c:v>39.490188598632798</c:v>
                </c:pt>
                <c:pt idx="4906">
                  <c:v>39.620574951171903</c:v>
                </c:pt>
                <c:pt idx="4907">
                  <c:v>39.792190551757798</c:v>
                </c:pt>
                <c:pt idx="4908">
                  <c:v>39.7669486999512</c:v>
                </c:pt>
                <c:pt idx="4909">
                  <c:v>39.712791442871101</c:v>
                </c:pt>
                <c:pt idx="4910">
                  <c:v>39.804500579833999</c:v>
                </c:pt>
                <c:pt idx="4911">
                  <c:v>39.830230712890597</c:v>
                </c:pt>
                <c:pt idx="4912">
                  <c:v>40.064151763916001</c:v>
                </c:pt>
                <c:pt idx="4913">
                  <c:v>40.3116455078125</c:v>
                </c:pt>
                <c:pt idx="4914">
                  <c:v>40.666007995605497</c:v>
                </c:pt>
                <c:pt idx="4915">
                  <c:v>40.836280822753899</c:v>
                </c:pt>
                <c:pt idx="4916">
                  <c:v>41.001392364502003</c:v>
                </c:pt>
                <c:pt idx="4917">
                  <c:v>40.971874237060597</c:v>
                </c:pt>
                <c:pt idx="4918">
                  <c:v>41.034530639648402</c:v>
                </c:pt>
                <c:pt idx="4919">
                  <c:v>41.113101959228501</c:v>
                </c:pt>
                <c:pt idx="4920">
                  <c:v>41.213268280029297</c:v>
                </c:pt>
                <c:pt idx="4921">
                  <c:v>41.303993225097699</c:v>
                </c:pt>
                <c:pt idx="4922">
                  <c:v>41.3933715820313</c:v>
                </c:pt>
                <c:pt idx="4923">
                  <c:v>41.402706146240199</c:v>
                </c:pt>
                <c:pt idx="4924">
                  <c:v>41.413337707519503</c:v>
                </c:pt>
                <c:pt idx="4925">
                  <c:v>41.272232055664098</c:v>
                </c:pt>
                <c:pt idx="4926">
                  <c:v>41.328666687011697</c:v>
                </c:pt>
                <c:pt idx="4927">
                  <c:v>41.3947944641113</c:v>
                </c:pt>
                <c:pt idx="4928">
                  <c:v>41.502662658691399</c:v>
                </c:pt>
                <c:pt idx="4929">
                  <c:v>41.575645446777301</c:v>
                </c:pt>
                <c:pt idx="4930">
                  <c:v>41.658370971679702</c:v>
                </c:pt>
                <c:pt idx="4931">
                  <c:v>41.709159851074197</c:v>
                </c:pt>
                <c:pt idx="4932">
                  <c:v>41.736881256103501</c:v>
                </c:pt>
                <c:pt idx="4933">
                  <c:v>41.745571136474602</c:v>
                </c:pt>
                <c:pt idx="4934">
                  <c:v>41.766532897949197</c:v>
                </c:pt>
                <c:pt idx="4935">
                  <c:v>41.772068023681598</c:v>
                </c:pt>
                <c:pt idx="4936">
                  <c:v>41.828514099121101</c:v>
                </c:pt>
                <c:pt idx="4937">
                  <c:v>41.796653747558601</c:v>
                </c:pt>
                <c:pt idx="4938">
                  <c:v>41.845920562744098</c:v>
                </c:pt>
                <c:pt idx="4939">
                  <c:v>41.877357482910199</c:v>
                </c:pt>
                <c:pt idx="4940">
                  <c:v>41.933807373046903</c:v>
                </c:pt>
                <c:pt idx="4941">
                  <c:v>41.953575134277301</c:v>
                </c:pt>
                <c:pt idx="4942">
                  <c:v>41.929771423339801</c:v>
                </c:pt>
                <c:pt idx="4943">
                  <c:v>41.864673614502003</c:v>
                </c:pt>
                <c:pt idx="4944">
                  <c:v>41.936470031738303</c:v>
                </c:pt>
                <c:pt idx="4945">
                  <c:v>41.9301567077637</c:v>
                </c:pt>
                <c:pt idx="4946">
                  <c:v>41.953578948974602</c:v>
                </c:pt>
                <c:pt idx="4947">
                  <c:v>41.966911315917997</c:v>
                </c:pt>
                <c:pt idx="4948">
                  <c:v>42.012012481689503</c:v>
                </c:pt>
                <c:pt idx="4949">
                  <c:v>41.980720520019503</c:v>
                </c:pt>
                <c:pt idx="4950">
                  <c:v>41.947483062744098</c:v>
                </c:pt>
                <c:pt idx="4951">
                  <c:v>41.952995300292997</c:v>
                </c:pt>
                <c:pt idx="4952">
                  <c:v>41.943122863769503</c:v>
                </c:pt>
                <c:pt idx="4953">
                  <c:v>41.955928802490199</c:v>
                </c:pt>
                <c:pt idx="4954">
                  <c:v>41.917171478271499</c:v>
                </c:pt>
                <c:pt idx="4955">
                  <c:v>41.889606475830099</c:v>
                </c:pt>
                <c:pt idx="4956">
                  <c:v>41.949554443359403</c:v>
                </c:pt>
                <c:pt idx="4957">
                  <c:v>41.934288024902301</c:v>
                </c:pt>
                <c:pt idx="4958">
                  <c:v>41.969364166259801</c:v>
                </c:pt>
                <c:pt idx="4959">
                  <c:v>41.960575103759801</c:v>
                </c:pt>
                <c:pt idx="4960">
                  <c:v>41.967777252197301</c:v>
                </c:pt>
                <c:pt idx="4961">
                  <c:v>41.992591857910199</c:v>
                </c:pt>
                <c:pt idx="4962">
                  <c:v>42.047290802002003</c:v>
                </c:pt>
                <c:pt idx="4963">
                  <c:v>42.066658020019503</c:v>
                </c:pt>
                <c:pt idx="4964">
                  <c:v>42.074745178222699</c:v>
                </c:pt>
                <c:pt idx="4965">
                  <c:v>42.046318054199197</c:v>
                </c:pt>
                <c:pt idx="4966">
                  <c:v>42.076122283935597</c:v>
                </c:pt>
                <c:pt idx="4967">
                  <c:v>42.162235260009801</c:v>
                </c:pt>
                <c:pt idx="4968">
                  <c:v>42.275642395019503</c:v>
                </c:pt>
                <c:pt idx="4969">
                  <c:v>42.255092620849602</c:v>
                </c:pt>
                <c:pt idx="4970">
                  <c:v>42.2501220703125</c:v>
                </c:pt>
                <c:pt idx="4971">
                  <c:v>42.234424591064503</c:v>
                </c:pt>
                <c:pt idx="4972">
                  <c:v>42.166419982910199</c:v>
                </c:pt>
                <c:pt idx="4973">
                  <c:v>42.159599304199197</c:v>
                </c:pt>
                <c:pt idx="4974">
                  <c:v>42.186824798583999</c:v>
                </c:pt>
                <c:pt idx="4975">
                  <c:v>42.161705017089801</c:v>
                </c:pt>
                <c:pt idx="4976">
                  <c:v>42.295707702636697</c:v>
                </c:pt>
                <c:pt idx="4977">
                  <c:v>42.237052917480497</c:v>
                </c:pt>
                <c:pt idx="4978">
                  <c:v>42.326595306396499</c:v>
                </c:pt>
                <c:pt idx="4979">
                  <c:v>42.289096832275398</c:v>
                </c:pt>
                <c:pt idx="4980">
                  <c:v>42.335838317871101</c:v>
                </c:pt>
                <c:pt idx="4981">
                  <c:v>42.340766906738303</c:v>
                </c:pt>
                <c:pt idx="4982">
                  <c:v>42.423126220703097</c:v>
                </c:pt>
                <c:pt idx="4983">
                  <c:v>42.547298431396499</c:v>
                </c:pt>
                <c:pt idx="4984">
                  <c:v>42.573966979980497</c:v>
                </c:pt>
                <c:pt idx="4985">
                  <c:v>42.540191650390597</c:v>
                </c:pt>
                <c:pt idx="4986">
                  <c:v>42.567378997802699</c:v>
                </c:pt>
                <c:pt idx="4987">
                  <c:v>42.650188446044901</c:v>
                </c:pt>
                <c:pt idx="4988">
                  <c:v>42.674442291259801</c:v>
                </c:pt>
                <c:pt idx="4989">
                  <c:v>42.721073150634801</c:v>
                </c:pt>
                <c:pt idx="4990">
                  <c:v>42.731487274169901</c:v>
                </c:pt>
                <c:pt idx="4991">
                  <c:v>42.734649658203097</c:v>
                </c:pt>
                <c:pt idx="4992">
                  <c:v>42.719242095947301</c:v>
                </c:pt>
                <c:pt idx="4993">
                  <c:v>42.684612274169901</c:v>
                </c:pt>
                <c:pt idx="4994">
                  <c:v>42.697967529296903</c:v>
                </c:pt>
                <c:pt idx="4995">
                  <c:v>42.719703674316399</c:v>
                </c:pt>
                <c:pt idx="4996">
                  <c:v>42.739707946777301</c:v>
                </c:pt>
                <c:pt idx="4997">
                  <c:v>42.741485595703097</c:v>
                </c:pt>
                <c:pt idx="4998">
                  <c:v>42.744838714599602</c:v>
                </c:pt>
                <c:pt idx="4999">
                  <c:v>42.753700256347699</c:v>
                </c:pt>
                <c:pt idx="5000">
                  <c:v>42.738784790039098</c:v>
                </c:pt>
                <c:pt idx="5001">
                  <c:v>42.754764556884801</c:v>
                </c:pt>
                <c:pt idx="5002">
                  <c:v>42.763912200927699</c:v>
                </c:pt>
                <c:pt idx="5003">
                  <c:v>42.767009735107401</c:v>
                </c:pt>
                <c:pt idx="5004">
                  <c:v>42.756866455078097</c:v>
                </c:pt>
                <c:pt idx="5005">
                  <c:v>42.765636444091797</c:v>
                </c:pt>
                <c:pt idx="5006">
                  <c:v>42.768962860107401</c:v>
                </c:pt>
                <c:pt idx="5007">
                  <c:v>42.769603729248097</c:v>
                </c:pt>
                <c:pt idx="5008">
                  <c:v>42.770587921142599</c:v>
                </c:pt>
                <c:pt idx="5009">
                  <c:v>42.772037506103501</c:v>
                </c:pt>
                <c:pt idx="5010">
                  <c:v>42.759433746337898</c:v>
                </c:pt>
                <c:pt idx="5011">
                  <c:v>42.768646240234403</c:v>
                </c:pt>
                <c:pt idx="5012">
                  <c:v>42.770099639892599</c:v>
                </c:pt>
                <c:pt idx="5013">
                  <c:v>42.774494171142599</c:v>
                </c:pt>
                <c:pt idx="5014">
                  <c:v>42.7724418640137</c:v>
                </c:pt>
                <c:pt idx="5015">
                  <c:v>42.772487640380902</c:v>
                </c:pt>
                <c:pt idx="5016">
                  <c:v>42.774082183837898</c:v>
                </c:pt>
                <c:pt idx="5017">
                  <c:v>42.775108337402301</c:v>
                </c:pt>
                <c:pt idx="5018">
                  <c:v>42.778469085693402</c:v>
                </c:pt>
                <c:pt idx="5019">
                  <c:v>42.777847290039098</c:v>
                </c:pt>
                <c:pt idx="5020">
                  <c:v>42.776424407958999</c:v>
                </c:pt>
                <c:pt idx="5021">
                  <c:v>42.787376403808601</c:v>
                </c:pt>
                <c:pt idx="5022">
                  <c:v>42.789173126220703</c:v>
                </c:pt>
                <c:pt idx="5023">
                  <c:v>42.792667388916001</c:v>
                </c:pt>
                <c:pt idx="5024">
                  <c:v>42.7904243469238</c:v>
                </c:pt>
                <c:pt idx="5025">
                  <c:v>42.783931732177699</c:v>
                </c:pt>
                <c:pt idx="5026">
                  <c:v>42.781478881835902</c:v>
                </c:pt>
                <c:pt idx="5027">
                  <c:v>42.786205291748097</c:v>
                </c:pt>
                <c:pt idx="5028">
                  <c:v>42.783641815185597</c:v>
                </c:pt>
                <c:pt idx="5029">
                  <c:v>42.784397125244098</c:v>
                </c:pt>
                <c:pt idx="5030">
                  <c:v>42.7854194641113</c:v>
                </c:pt>
                <c:pt idx="5031">
                  <c:v>42.779464721679702</c:v>
                </c:pt>
                <c:pt idx="5032">
                  <c:v>42.794910430908203</c:v>
                </c:pt>
                <c:pt idx="5033">
                  <c:v>42.805736541748097</c:v>
                </c:pt>
                <c:pt idx="5034">
                  <c:v>42.785076141357401</c:v>
                </c:pt>
                <c:pt idx="5035">
                  <c:v>42.786964416503899</c:v>
                </c:pt>
                <c:pt idx="5036">
                  <c:v>42.791801452636697</c:v>
                </c:pt>
                <c:pt idx="5037">
                  <c:v>42.782985687255902</c:v>
                </c:pt>
                <c:pt idx="5038">
                  <c:v>42.780654907226598</c:v>
                </c:pt>
                <c:pt idx="5039">
                  <c:v>42.781124114990199</c:v>
                </c:pt>
                <c:pt idx="5040">
                  <c:v>42.778465270996101</c:v>
                </c:pt>
                <c:pt idx="5041">
                  <c:v>42.779449462890597</c:v>
                </c:pt>
                <c:pt idx="5042">
                  <c:v>42.782299041748097</c:v>
                </c:pt>
                <c:pt idx="5043">
                  <c:v>42.77783203125</c:v>
                </c:pt>
                <c:pt idx="5044">
                  <c:v>42.776229858398402</c:v>
                </c:pt>
                <c:pt idx="5045">
                  <c:v>42.777191162109403</c:v>
                </c:pt>
                <c:pt idx="5046">
                  <c:v>42.777553558349602</c:v>
                </c:pt>
                <c:pt idx="5047">
                  <c:v>42.774013519287102</c:v>
                </c:pt>
                <c:pt idx="5048">
                  <c:v>42.7721977233887</c:v>
                </c:pt>
                <c:pt idx="5049">
                  <c:v>42.771263122558601</c:v>
                </c:pt>
                <c:pt idx="5050">
                  <c:v>42.770782470703097</c:v>
                </c:pt>
                <c:pt idx="5051">
                  <c:v>42.773429870605497</c:v>
                </c:pt>
                <c:pt idx="5052">
                  <c:v>42.760837554931598</c:v>
                </c:pt>
                <c:pt idx="5053">
                  <c:v>42.765430450439503</c:v>
                </c:pt>
                <c:pt idx="5054">
                  <c:v>42.745304107666001</c:v>
                </c:pt>
                <c:pt idx="5055">
                  <c:v>42.757453918457003</c:v>
                </c:pt>
                <c:pt idx="5056">
                  <c:v>42.741203308105497</c:v>
                </c:pt>
                <c:pt idx="5057">
                  <c:v>42.732166290283203</c:v>
                </c:pt>
                <c:pt idx="5058">
                  <c:v>42.732723236083999</c:v>
                </c:pt>
                <c:pt idx="5059">
                  <c:v>42.701774597167997</c:v>
                </c:pt>
                <c:pt idx="5060">
                  <c:v>42.7046928405762</c:v>
                </c:pt>
                <c:pt idx="5061">
                  <c:v>42.605655670166001</c:v>
                </c:pt>
                <c:pt idx="5062">
                  <c:v>42.477142333984403</c:v>
                </c:pt>
                <c:pt idx="5063">
                  <c:v>42.458377838134801</c:v>
                </c:pt>
                <c:pt idx="5064">
                  <c:v>42.394535064697301</c:v>
                </c:pt>
                <c:pt idx="5065">
                  <c:v>42.184921264648402</c:v>
                </c:pt>
                <c:pt idx="5066">
                  <c:v>42.075695037841797</c:v>
                </c:pt>
                <c:pt idx="5067">
                  <c:v>42.0205078125</c:v>
                </c:pt>
                <c:pt idx="5068">
                  <c:v>41.998405456542997</c:v>
                </c:pt>
                <c:pt idx="5069">
                  <c:v>41.979469299316399</c:v>
                </c:pt>
                <c:pt idx="5070">
                  <c:v>41.895843505859403</c:v>
                </c:pt>
                <c:pt idx="5071">
                  <c:v>41.863803863525398</c:v>
                </c:pt>
                <c:pt idx="5072">
                  <c:v>41.795173645019503</c:v>
                </c:pt>
                <c:pt idx="5073">
                  <c:v>41.764469146728501</c:v>
                </c:pt>
                <c:pt idx="5074">
                  <c:v>41.757537841796903</c:v>
                </c:pt>
                <c:pt idx="5075">
                  <c:v>41.636070251464801</c:v>
                </c:pt>
                <c:pt idx="5076">
                  <c:v>41.564655303955099</c:v>
                </c:pt>
                <c:pt idx="5077">
                  <c:v>41.483314514160199</c:v>
                </c:pt>
                <c:pt idx="5078">
                  <c:v>41.456150054931598</c:v>
                </c:pt>
                <c:pt idx="5079">
                  <c:v>41.4607124328613</c:v>
                </c:pt>
                <c:pt idx="5080">
                  <c:v>41.449512481689503</c:v>
                </c:pt>
                <c:pt idx="5081">
                  <c:v>41.197536468505902</c:v>
                </c:pt>
                <c:pt idx="5082">
                  <c:v>41.083255767822301</c:v>
                </c:pt>
                <c:pt idx="5083">
                  <c:v>41.076576232910199</c:v>
                </c:pt>
                <c:pt idx="5084">
                  <c:v>40.935447692871101</c:v>
                </c:pt>
                <c:pt idx="5085">
                  <c:v>40.704029083252003</c:v>
                </c:pt>
                <c:pt idx="5086">
                  <c:v>40.734935760498097</c:v>
                </c:pt>
                <c:pt idx="5087">
                  <c:v>40.401371002197301</c:v>
                </c:pt>
                <c:pt idx="5088">
                  <c:v>40.045539855957003</c:v>
                </c:pt>
                <c:pt idx="5089">
                  <c:v>39.840728759765597</c:v>
                </c:pt>
                <c:pt idx="5090">
                  <c:v>39.828815460205099</c:v>
                </c:pt>
                <c:pt idx="5091">
                  <c:v>39.6455268859863</c:v>
                </c:pt>
                <c:pt idx="5092">
                  <c:v>39.6353569030762</c:v>
                </c:pt>
                <c:pt idx="5093">
                  <c:v>39.6407470703125</c:v>
                </c:pt>
                <c:pt idx="5094">
                  <c:v>39.892162322998097</c:v>
                </c:pt>
                <c:pt idx="5095">
                  <c:v>39.806236267089801</c:v>
                </c:pt>
                <c:pt idx="5096">
                  <c:v>39.6561279296875</c:v>
                </c:pt>
                <c:pt idx="5097">
                  <c:v>39.587810516357401</c:v>
                </c:pt>
                <c:pt idx="5098">
                  <c:v>39.574859619140597</c:v>
                </c:pt>
                <c:pt idx="5099">
                  <c:v>39.6386909484863</c:v>
                </c:pt>
                <c:pt idx="5100">
                  <c:v>39.636466979980497</c:v>
                </c:pt>
                <c:pt idx="5101">
                  <c:v>39.546848297119098</c:v>
                </c:pt>
                <c:pt idx="5102">
                  <c:v>39.531681060791001</c:v>
                </c:pt>
                <c:pt idx="5103">
                  <c:v>39.4930610656738</c:v>
                </c:pt>
                <c:pt idx="5104">
                  <c:v>39.495338439941399</c:v>
                </c:pt>
                <c:pt idx="5105">
                  <c:v>39.474391937255902</c:v>
                </c:pt>
                <c:pt idx="5106">
                  <c:v>39.463638305664098</c:v>
                </c:pt>
                <c:pt idx="5107">
                  <c:v>39.458114624023402</c:v>
                </c:pt>
                <c:pt idx="5108">
                  <c:v>39.455276489257798</c:v>
                </c:pt>
                <c:pt idx="5109">
                  <c:v>39.453823089599602</c:v>
                </c:pt>
                <c:pt idx="5110">
                  <c:v>39.453075408935597</c:v>
                </c:pt>
                <c:pt idx="5111">
                  <c:v>39.452690124511697</c:v>
                </c:pt>
                <c:pt idx="5112">
                  <c:v>39.4524955749512</c:v>
                </c:pt>
                <c:pt idx="5113">
                  <c:v>39.452392578125</c:v>
                </c:pt>
                <c:pt idx="5114">
                  <c:v>39.452342987060597</c:v>
                </c:pt>
                <c:pt idx="5115">
                  <c:v>39.452316284179702</c:v>
                </c:pt>
                <c:pt idx="5116">
                  <c:v>39.452301025390597</c:v>
                </c:pt>
                <c:pt idx="5117">
                  <c:v>39.452293395996101</c:v>
                </c:pt>
                <c:pt idx="5118">
                  <c:v>39.4522895812988</c:v>
                </c:pt>
                <c:pt idx="5119">
                  <c:v>39.4522895812988</c:v>
                </c:pt>
                <c:pt idx="5120">
                  <c:v>39.452285766601598</c:v>
                </c:pt>
                <c:pt idx="5121">
                  <c:v>39.452285766601598</c:v>
                </c:pt>
                <c:pt idx="5122">
                  <c:v>39.452285766601598</c:v>
                </c:pt>
                <c:pt idx="5123">
                  <c:v>39.452285766601598</c:v>
                </c:pt>
                <c:pt idx="5124">
                  <c:v>39.452285766601598</c:v>
                </c:pt>
                <c:pt idx="5125">
                  <c:v>39.452285766601598</c:v>
                </c:pt>
                <c:pt idx="5126">
                  <c:v>39.452285766601598</c:v>
                </c:pt>
                <c:pt idx="5127">
                  <c:v>39.452285766601598</c:v>
                </c:pt>
                <c:pt idx="5128">
                  <c:v>39.452285766601598</c:v>
                </c:pt>
                <c:pt idx="5129">
                  <c:v>39.452285766601598</c:v>
                </c:pt>
                <c:pt idx="5130">
                  <c:v>39.452285766601598</c:v>
                </c:pt>
                <c:pt idx="5131">
                  <c:v>39.452285766601598</c:v>
                </c:pt>
                <c:pt idx="5132">
                  <c:v>39.452285766601598</c:v>
                </c:pt>
                <c:pt idx="5133">
                  <c:v>39.452285766601598</c:v>
                </c:pt>
                <c:pt idx="5134">
                  <c:v>39.452285766601598</c:v>
                </c:pt>
                <c:pt idx="5135">
                  <c:v>39.452285766601598</c:v>
                </c:pt>
                <c:pt idx="5136">
                  <c:v>39.452285766601598</c:v>
                </c:pt>
                <c:pt idx="5137">
                  <c:v>39.452285766601598</c:v>
                </c:pt>
                <c:pt idx="5138">
                  <c:v>39.452285766601598</c:v>
                </c:pt>
                <c:pt idx="5139">
                  <c:v>39.452285766601598</c:v>
                </c:pt>
                <c:pt idx="5140">
                  <c:v>39.452285766601598</c:v>
                </c:pt>
                <c:pt idx="5141">
                  <c:v>39.452285766601598</c:v>
                </c:pt>
                <c:pt idx="5142">
                  <c:v>39.452285766601598</c:v>
                </c:pt>
                <c:pt idx="5143">
                  <c:v>39.452285766601598</c:v>
                </c:pt>
                <c:pt idx="5144">
                  <c:v>39.452285766601598</c:v>
                </c:pt>
                <c:pt idx="5145">
                  <c:v>39.452285766601598</c:v>
                </c:pt>
                <c:pt idx="5146">
                  <c:v>39.452285766601598</c:v>
                </c:pt>
                <c:pt idx="5147">
                  <c:v>39.452285766601598</c:v>
                </c:pt>
                <c:pt idx="5148">
                  <c:v>39.452285766601598</c:v>
                </c:pt>
                <c:pt idx="5149">
                  <c:v>39.452285766601598</c:v>
                </c:pt>
                <c:pt idx="5150">
                  <c:v>39.452285766601598</c:v>
                </c:pt>
                <c:pt idx="5151">
                  <c:v>39.452285766601598</c:v>
                </c:pt>
                <c:pt idx="5152">
                  <c:v>39.452285766601598</c:v>
                </c:pt>
                <c:pt idx="5153">
                  <c:v>39.452285766601598</c:v>
                </c:pt>
                <c:pt idx="5154">
                  <c:v>39.452285766601598</c:v>
                </c:pt>
                <c:pt idx="5155">
                  <c:v>39.452285766601598</c:v>
                </c:pt>
                <c:pt idx="5156">
                  <c:v>39.452285766601598</c:v>
                </c:pt>
                <c:pt idx="5157">
                  <c:v>39.452285766601598</c:v>
                </c:pt>
                <c:pt idx="5158">
                  <c:v>39.514011383056598</c:v>
                </c:pt>
                <c:pt idx="5159">
                  <c:v>39.483985900878899</c:v>
                </c:pt>
                <c:pt idx="5160">
                  <c:v>39.468559265136697</c:v>
                </c:pt>
                <c:pt idx="5161">
                  <c:v>39.460643768310597</c:v>
                </c:pt>
                <c:pt idx="5162">
                  <c:v>39.456577301025398</c:v>
                </c:pt>
                <c:pt idx="5163">
                  <c:v>39.454490661621101</c:v>
                </c:pt>
                <c:pt idx="5164">
                  <c:v>39.5151557922363</c:v>
                </c:pt>
                <c:pt idx="5165">
                  <c:v>39.528800964355497</c:v>
                </c:pt>
                <c:pt idx="5166">
                  <c:v>39.4917182922363</c:v>
                </c:pt>
                <c:pt idx="5167">
                  <c:v>39.867786407470703</c:v>
                </c:pt>
                <c:pt idx="5168">
                  <c:v>40.094009399414098</c:v>
                </c:pt>
                <c:pt idx="5169">
                  <c:v>40.060546875</c:v>
                </c:pt>
                <c:pt idx="5170">
                  <c:v>40.219402313232401</c:v>
                </c:pt>
                <c:pt idx="5171">
                  <c:v>40.669624328613303</c:v>
                </c:pt>
                <c:pt idx="5172">
                  <c:v>40.963302612304702</c:v>
                </c:pt>
                <c:pt idx="5173">
                  <c:v>41.044101715087898</c:v>
                </c:pt>
                <c:pt idx="5174">
                  <c:v>41.110496520996101</c:v>
                </c:pt>
                <c:pt idx="5175">
                  <c:v>41.327598571777301</c:v>
                </c:pt>
                <c:pt idx="5176">
                  <c:v>41.352584838867202</c:v>
                </c:pt>
                <c:pt idx="5177">
                  <c:v>41.487693786621101</c:v>
                </c:pt>
                <c:pt idx="5178">
                  <c:v>41.639579772949197</c:v>
                </c:pt>
                <c:pt idx="5179">
                  <c:v>41.6889038085938</c:v>
                </c:pt>
                <c:pt idx="5180">
                  <c:v>41.7388305664063</c:v>
                </c:pt>
                <c:pt idx="5181">
                  <c:v>41.860683441162102</c:v>
                </c:pt>
                <c:pt idx="5182">
                  <c:v>41.991008758544901</c:v>
                </c:pt>
                <c:pt idx="5183">
                  <c:v>42.046680450439503</c:v>
                </c:pt>
                <c:pt idx="5184">
                  <c:v>42.234615325927699</c:v>
                </c:pt>
                <c:pt idx="5185">
                  <c:v>42.4251899719238</c:v>
                </c:pt>
                <c:pt idx="5186">
                  <c:v>42.507190704345703</c:v>
                </c:pt>
                <c:pt idx="5187">
                  <c:v>42.6320991516113</c:v>
                </c:pt>
                <c:pt idx="5188">
                  <c:v>42.668300628662102</c:v>
                </c:pt>
                <c:pt idx="5189">
                  <c:v>42.720310211181598</c:v>
                </c:pt>
                <c:pt idx="5190">
                  <c:v>42.722023010253899</c:v>
                </c:pt>
                <c:pt idx="5191">
                  <c:v>42.744548797607401</c:v>
                </c:pt>
                <c:pt idx="5192">
                  <c:v>42.760936737060597</c:v>
                </c:pt>
                <c:pt idx="5193">
                  <c:v>42.772953033447301</c:v>
                </c:pt>
                <c:pt idx="5194">
                  <c:v>42.778129577636697</c:v>
                </c:pt>
                <c:pt idx="5195">
                  <c:v>42.793399810791001</c:v>
                </c:pt>
                <c:pt idx="5196">
                  <c:v>42.799449920654297</c:v>
                </c:pt>
                <c:pt idx="5197">
                  <c:v>42.817333221435597</c:v>
                </c:pt>
                <c:pt idx="5198">
                  <c:v>42.875694274902301</c:v>
                </c:pt>
                <c:pt idx="5199">
                  <c:v>42.929347991943402</c:v>
                </c:pt>
                <c:pt idx="5200">
                  <c:v>42.943511962890597</c:v>
                </c:pt>
                <c:pt idx="5201">
                  <c:v>43.014972686767599</c:v>
                </c:pt>
                <c:pt idx="5202">
                  <c:v>43.021251678466797</c:v>
                </c:pt>
                <c:pt idx="5203">
                  <c:v>43.072383880615199</c:v>
                </c:pt>
                <c:pt idx="5204">
                  <c:v>43.096977233886697</c:v>
                </c:pt>
                <c:pt idx="5205">
                  <c:v>43.136363983154297</c:v>
                </c:pt>
                <c:pt idx="5206">
                  <c:v>43.138843536377003</c:v>
                </c:pt>
                <c:pt idx="5207">
                  <c:v>43.192008972167997</c:v>
                </c:pt>
                <c:pt idx="5208">
                  <c:v>43.285789489746101</c:v>
                </c:pt>
                <c:pt idx="5209">
                  <c:v>43.327041625976598</c:v>
                </c:pt>
                <c:pt idx="5210">
                  <c:v>43.342861175537102</c:v>
                </c:pt>
                <c:pt idx="5211">
                  <c:v>43.378997802734403</c:v>
                </c:pt>
                <c:pt idx="5212">
                  <c:v>43.402194976806598</c:v>
                </c:pt>
                <c:pt idx="5213">
                  <c:v>43.473957061767599</c:v>
                </c:pt>
                <c:pt idx="5214">
                  <c:v>43.512779235839801</c:v>
                </c:pt>
                <c:pt idx="5215">
                  <c:v>43.508594512939503</c:v>
                </c:pt>
                <c:pt idx="5216">
                  <c:v>43.505355834960902</c:v>
                </c:pt>
                <c:pt idx="5217">
                  <c:v>43.546474456787102</c:v>
                </c:pt>
                <c:pt idx="5218">
                  <c:v>43.581310272216797</c:v>
                </c:pt>
                <c:pt idx="5219">
                  <c:v>43.735397338867202</c:v>
                </c:pt>
                <c:pt idx="5220">
                  <c:v>43.853706359863303</c:v>
                </c:pt>
                <c:pt idx="5221">
                  <c:v>43.931186676025398</c:v>
                </c:pt>
                <c:pt idx="5222">
                  <c:v>43.986442565917997</c:v>
                </c:pt>
                <c:pt idx="5223">
                  <c:v>43.94677734375</c:v>
                </c:pt>
                <c:pt idx="5224">
                  <c:v>43.952342987060597</c:v>
                </c:pt>
                <c:pt idx="5225">
                  <c:v>43.974716186523402</c:v>
                </c:pt>
                <c:pt idx="5226">
                  <c:v>44.148757934570298</c:v>
                </c:pt>
                <c:pt idx="5227">
                  <c:v>44.248981475830099</c:v>
                </c:pt>
                <c:pt idx="5228">
                  <c:v>44.320674896240199</c:v>
                </c:pt>
                <c:pt idx="5229">
                  <c:v>44.329429626464801</c:v>
                </c:pt>
                <c:pt idx="5230">
                  <c:v>44.353126525878899</c:v>
                </c:pt>
                <c:pt idx="5231">
                  <c:v>44.3775444030762</c:v>
                </c:pt>
                <c:pt idx="5232">
                  <c:v>44.391773223877003</c:v>
                </c:pt>
                <c:pt idx="5233">
                  <c:v>44.402946472167997</c:v>
                </c:pt>
                <c:pt idx="5234">
                  <c:v>44.412052154541001</c:v>
                </c:pt>
                <c:pt idx="5235">
                  <c:v>44.409294128417997</c:v>
                </c:pt>
                <c:pt idx="5236">
                  <c:v>44.406715393066399</c:v>
                </c:pt>
                <c:pt idx="5237">
                  <c:v>44.4052734375</c:v>
                </c:pt>
                <c:pt idx="5238">
                  <c:v>44.405326843261697</c:v>
                </c:pt>
                <c:pt idx="5239">
                  <c:v>44.404678344726598</c:v>
                </c:pt>
                <c:pt idx="5240">
                  <c:v>44.404228210449197</c:v>
                </c:pt>
                <c:pt idx="5241">
                  <c:v>44.404792785644503</c:v>
                </c:pt>
                <c:pt idx="5242">
                  <c:v>44.424980163574197</c:v>
                </c:pt>
                <c:pt idx="5243">
                  <c:v>44.427467346191399</c:v>
                </c:pt>
                <c:pt idx="5244">
                  <c:v>44.410755157470703</c:v>
                </c:pt>
                <c:pt idx="5245">
                  <c:v>44.429370880127003</c:v>
                </c:pt>
                <c:pt idx="5246">
                  <c:v>44.439407348632798</c:v>
                </c:pt>
                <c:pt idx="5247">
                  <c:v>44.449234008789098</c:v>
                </c:pt>
                <c:pt idx="5248">
                  <c:v>44.453521728515597</c:v>
                </c:pt>
                <c:pt idx="5249">
                  <c:v>44.453269958496101</c:v>
                </c:pt>
                <c:pt idx="5250">
                  <c:v>44.459968566894503</c:v>
                </c:pt>
                <c:pt idx="5251">
                  <c:v>44.454360961914098</c:v>
                </c:pt>
                <c:pt idx="5252">
                  <c:v>44.434612274169901</c:v>
                </c:pt>
                <c:pt idx="5253">
                  <c:v>44.434047698974602</c:v>
                </c:pt>
                <c:pt idx="5254">
                  <c:v>44.424327850341797</c:v>
                </c:pt>
                <c:pt idx="5255">
                  <c:v>44.416275024414098</c:v>
                </c:pt>
                <c:pt idx="5256">
                  <c:v>44.419624328613303</c:v>
                </c:pt>
                <c:pt idx="5257">
                  <c:v>44.415378570556598</c:v>
                </c:pt>
                <c:pt idx="5258">
                  <c:v>44.415073394775398</c:v>
                </c:pt>
                <c:pt idx="5259">
                  <c:v>44.411159515380902</c:v>
                </c:pt>
                <c:pt idx="5260">
                  <c:v>44.408290863037102</c:v>
                </c:pt>
                <c:pt idx="5261">
                  <c:v>44.414787292480497</c:v>
                </c:pt>
                <c:pt idx="5262">
                  <c:v>44.4122123718262</c:v>
                </c:pt>
                <c:pt idx="5263">
                  <c:v>44.410610198974602</c:v>
                </c:pt>
                <c:pt idx="5264">
                  <c:v>44.407390594482401</c:v>
                </c:pt>
                <c:pt idx="5265">
                  <c:v>44.406417846679702</c:v>
                </c:pt>
                <c:pt idx="5266">
                  <c:v>44.405239105224602</c:v>
                </c:pt>
                <c:pt idx="5267">
                  <c:v>44.396385192871101</c:v>
                </c:pt>
                <c:pt idx="5268">
                  <c:v>44.399967193603501</c:v>
                </c:pt>
                <c:pt idx="5269">
                  <c:v>44.402545928955099</c:v>
                </c:pt>
                <c:pt idx="5270">
                  <c:v>44.405349731445298</c:v>
                </c:pt>
                <c:pt idx="5271">
                  <c:v>44.404571533203097</c:v>
                </c:pt>
                <c:pt idx="5272">
                  <c:v>44.404170989990199</c:v>
                </c:pt>
                <c:pt idx="5273">
                  <c:v>44.403964996337898</c:v>
                </c:pt>
                <c:pt idx="5274">
                  <c:v>44.393516540527301</c:v>
                </c:pt>
                <c:pt idx="5275">
                  <c:v>44.388160705566399</c:v>
                </c:pt>
                <c:pt idx="5276">
                  <c:v>44.385658264160199</c:v>
                </c:pt>
                <c:pt idx="5277">
                  <c:v>44.393135070800803</c:v>
                </c:pt>
                <c:pt idx="5278">
                  <c:v>44.318691253662102</c:v>
                </c:pt>
                <c:pt idx="5279">
                  <c:v>44.170284271240199</c:v>
                </c:pt>
                <c:pt idx="5280">
                  <c:v>44.114913940429702</c:v>
                </c:pt>
                <c:pt idx="5281">
                  <c:v>44.113479614257798</c:v>
                </c:pt>
                <c:pt idx="5282">
                  <c:v>44.011878967285199</c:v>
                </c:pt>
                <c:pt idx="5283">
                  <c:v>43.9948120117188</c:v>
                </c:pt>
                <c:pt idx="5284">
                  <c:v>43.990596771240199</c:v>
                </c:pt>
                <c:pt idx="5285">
                  <c:v>43.8458251953125</c:v>
                </c:pt>
                <c:pt idx="5286">
                  <c:v>43.7877197265625</c:v>
                </c:pt>
                <c:pt idx="5287">
                  <c:v>43.678798675537102</c:v>
                </c:pt>
                <c:pt idx="5288">
                  <c:v>43.6367378234863</c:v>
                </c:pt>
                <c:pt idx="5289">
                  <c:v>43.548923492431598</c:v>
                </c:pt>
                <c:pt idx="5290">
                  <c:v>43.518161773681598</c:v>
                </c:pt>
                <c:pt idx="5291">
                  <c:v>43.452220916748097</c:v>
                </c:pt>
                <c:pt idx="5292">
                  <c:v>43.416191101074197</c:v>
                </c:pt>
                <c:pt idx="5293">
                  <c:v>43.4010620117188</c:v>
                </c:pt>
                <c:pt idx="5294">
                  <c:v>43.384376525878899</c:v>
                </c:pt>
                <c:pt idx="5295">
                  <c:v>43.387809753417997</c:v>
                </c:pt>
                <c:pt idx="5296">
                  <c:v>43.2783203125</c:v>
                </c:pt>
                <c:pt idx="5297">
                  <c:v>43.2171440124512</c:v>
                </c:pt>
                <c:pt idx="5298">
                  <c:v>43.172409057617202</c:v>
                </c:pt>
                <c:pt idx="5299">
                  <c:v>43.152309417724602</c:v>
                </c:pt>
                <c:pt idx="5300">
                  <c:v>43.097591400146499</c:v>
                </c:pt>
                <c:pt idx="5301">
                  <c:v>43.0370063781738</c:v>
                </c:pt>
                <c:pt idx="5302">
                  <c:v>43.011642456054702</c:v>
                </c:pt>
                <c:pt idx="5303">
                  <c:v>42.993545532226598</c:v>
                </c:pt>
                <c:pt idx="5304">
                  <c:v>42.982425689697301</c:v>
                </c:pt>
                <c:pt idx="5305">
                  <c:v>42.968864440917997</c:v>
                </c:pt>
                <c:pt idx="5306">
                  <c:v>42.946281433105497</c:v>
                </c:pt>
                <c:pt idx="5307">
                  <c:v>42.931583404541001</c:v>
                </c:pt>
                <c:pt idx="5308">
                  <c:v>42.882816314697301</c:v>
                </c:pt>
                <c:pt idx="5309">
                  <c:v>42.856739044189503</c:v>
                </c:pt>
                <c:pt idx="5310">
                  <c:v>42.829933166503899</c:v>
                </c:pt>
                <c:pt idx="5311">
                  <c:v>42.815982818603501</c:v>
                </c:pt>
                <c:pt idx="5312">
                  <c:v>42.805328369140597</c:v>
                </c:pt>
                <c:pt idx="5313">
                  <c:v>42.798454284667997</c:v>
                </c:pt>
                <c:pt idx="5314">
                  <c:v>42.795124053955099</c:v>
                </c:pt>
                <c:pt idx="5315">
                  <c:v>42.791194915771499</c:v>
                </c:pt>
                <c:pt idx="5316">
                  <c:v>42.782970428466797</c:v>
                </c:pt>
                <c:pt idx="5317">
                  <c:v>42.778629302978501</c:v>
                </c:pt>
                <c:pt idx="5318">
                  <c:v>42.777194976806598</c:v>
                </c:pt>
                <c:pt idx="5319">
                  <c:v>42.774929046630902</c:v>
                </c:pt>
                <c:pt idx="5320">
                  <c:v>42.772666931152301</c:v>
                </c:pt>
                <c:pt idx="5321">
                  <c:v>42.7715034484863</c:v>
                </c:pt>
                <c:pt idx="5322">
                  <c:v>42.770908355712898</c:v>
                </c:pt>
                <c:pt idx="5323">
                  <c:v>42.749103546142599</c:v>
                </c:pt>
                <c:pt idx="5324">
                  <c:v>42.7473754882813</c:v>
                </c:pt>
                <c:pt idx="5325">
                  <c:v>42.736213684082003</c:v>
                </c:pt>
                <c:pt idx="5326">
                  <c:v>42.704681396484403</c:v>
                </c:pt>
                <c:pt idx="5327">
                  <c:v>42.715061187744098</c:v>
                </c:pt>
                <c:pt idx="5328">
                  <c:v>42.735946655273402</c:v>
                </c:pt>
                <c:pt idx="5329">
                  <c:v>42.727977752685597</c:v>
                </c:pt>
                <c:pt idx="5330">
                  <c:v>42.603458404541001</c:v>
                </c:pt>
                <c:pt idx="5331">
                  <c:v>42.601081848144503</c:v>
                </c:pt>
                <c:pt idx="5332">
                  <c:v>42.6104545593262</c:v>
                </c:pt>
                <c:pt idx="5333">
                  <c:v>42.5397758483887</c:v>
                </c:pt>
                <c:pt idx="5334">
                  <c:v>42.508430480957003</c:v>
                </c:pt>
                <c:pt idx="5335">
                  <c:v>42.450111389160199</c:v>
                </c:pt>
                <c:pt idx="5336">
                  <c:v>42.339309692382798</c:v>
                </c:pt>
                <c:pt idx="5337">
                  <c:v>42.1618461608887</c:v>
                </c:pt>
                <c:pt idx="5338">
                  <c:v>42.072097778320298</c:v>
                </c:pt>
                <c:pt idx="5339">
                  <c:v>42.023067474365199</c:v>
                </c:pt>
                <c:pt idx="5340">
                  <c:v>42.000015258789098</c:v>
                </c:pt>
                <c:pt idx="5341">
                  <c:v>42.001914978027301</c:v>
                </c:pt>
                <c:pt idx="5342">
                  <c:v>41.990436553955099</c:v>
                </c:pt>
                <c:pt idx="5343">
                  <c:v>41.9696655273438</c:v>
                </c:pt>
                <c:pt idx="5344">
                  <c:v>41.937503814697301</c:v>
                </c:pt>
                <c:pt idx="5345">
                  <c:v>41.845909118652301</c:v>
                </c:pt>
                <c:pt idx="5346">
                  <c:v>41.802299499511697</c:v>
                </c:pt>
                <c:pt idx="5347">
                  <c:v>41.762382507324197</c:v>
                </c:pt>
                <c:pt idx="5348">
                  <c:v>41.747116088867202</c:v>
                </c:pt>
                <c:pt idx="5349">
                  <c:v>41.609626770019503</c:v>
                </c:pt>
                <c:pt idx="5350">
                  <c:v>41.493732452392599</c:v>
                </c:pt>
                <c:pt idx="5351">
                  <c:v>41.471641540527301</c:v>
                </c:pt>
                <c:pt idx="5352">
                  <c:v>41.508392333984403</c:v>
                </c:pt>
                <c:pt idx="5353">
                  <c:v>41.3758735656738</c:v>
                </c:pt>
                <c:pt idx="5354">
                  <c:v>41.188987731933601</c:v>
                </c:pt>
                <c:pt idx="5355">
                  <c:v>41.1208686828613</c:v>
                </c:pt>
                <c:pt idx="5356">
                  <c:v>40.964160919189503</c:v>
                </c:pt>
                <c:pt idx="5357">
                  <c:v>40.8471870422363</c:v>
                </c:pt>
                <c:pt idx="5358">
                  <c:v>40.480216979980497</c:v>
                </c:pt>
                <c:pt idx="5359">
                  <c:v>40.128059387207003</c:v>
                </c:pt>
                <c:pt idx="5360">
                  <c:v>39.864387512207003</c:v>
                </c:pt>
                <c:pt idx="5361">
                  <c:v>39.663864135742202</c:v>
                </c:pt>
                <c:pt idx="5362">
                  <c:v>39.656482696533203</c:v>
                </c:pt>
                <c:pt idx="5363">
                  <c:v>39.629848480224602</c:v>
                </c:pt>
                <c:pt idx="5364">
                  <c:v>39.604412078857401</c:v>
                </c:pt>
                <c:pt idx="5365">
                  <c:v>39.577846527099602</c:v>
                </c:pt>
                <c:pt idx="5366">
                  <c:v>39.6226997375488</c:v>
                </c:pt>
                <c:pt idx="5367">
                  <c:v>39.555740356445298</c:v>
                </c:pt>
                <c:pt idx="5368">
                  <c:v>39.530677795410199</c:v>
                </c:pt>
                <c:pt idx="5369">
                  <c:v>39.4925346374512</c:v>
                </c:pt>
                <c:pt idx="5370">
                  <c:v>39.472957611083999</c:v>
                </c:pt>
                <c:pt idx="5371">
                  <c:v>39.4944877624512</c:v>
                </c:pt>
                <c:pt idx="5372">
                  <c:v>39.473953247070298</c:v>
                </c:pt>
                <c:pt idx="5373">
                  <c:v>39.463409423828097</c:v>
                </c:pt>
                <c:pt idx="5374">
                  <c:v>39.457996368408203</c:v>
                </c:pt>
                <c:pt idx="5375">
                  <c:v>39.4552192687988</c:v>
                </c:pt>
                <c:pt idx="5376">
                  <c:v>39.453792572021499</c:v>
                </c:pt>
                <c:pt idx="5377">
                  <c:v>39.453060150146499</c:v>
                </c:pt>
                <c:pt idx="5378">
                  <c:v>39.452682495117202</c:v>
                </c:pt>
                <c:pt idx="5379">
                  <c:v>39.452491760253899</c:v>
                </c:pt>
                <c:pt idx="5380">
                  <c:v>39.452392578125</c:v>
                </c:pt>
                <c:pt idx="5381">
                  <c:v>39.452339172363303</c:v>
                </c:pt>
                <c:pt idx="5382">
                  <c:v>39.452312469482401</c:v>
                </c:pt>
                <c:pt idx="5383">
                  <c:v>39.452301025390597</c:v>
                </c:pt>
                <c:pt idx="5384">
                  <c:v>39.452293395996101</c:v>
                </c:pt>
                <c:pt idx="5385">
                  <c:v>39.4522895812988</c:v>
                </c:pt>
                <c:pt idx="5386">
                  <c:v>39.4522895812988</c:v>
                </c:pt>
                <c:pt idx="5387">
                  <c:v>39.452285766601598</c:v>
                </c:pt>
                <c:pt idx="5388">
                  <c:v>39.452285766601598</c:v>
                </c:pt>
                <c:pt idx="5389">
                  <c:v>39.452285766601598</c:v>
                </c:pt>
                <c:pt idx="5390">
                  <c:v>39.452285766601598</c:v>
                </c:pt>
                <c:pt idx="5391">
                  <c:v>39.452285766601598</c:v>
                </c:pt>
                <c:pt idx="5392">
                  <c:v>39.452285766601598</c:v>
                </c:pt>
                <c:pt idx="5393">
                  <c:v>39.452285766601598</c:v>
                </c:pt>
                <c:pt idx="5394">
                  <c:v>39.452285766601598</c:v>
                </c:pt>
                <c:pt idx="5395">
                  <c:v>39.452285766601598</c:v>
                </c:pt>
                <c:pt idx="5396">
                  <c:v>39.452285766601598</c:v>
                </c:pt>
                <c:pt idx="5397">
                  <c:v>39.452285766601598</c:v>
                </c:pt>
                <c:pt idx="5398">
                  <c:v>39.452285766601598</c:v>
                </c:pt>
                <c:pt idx="5399">
                  <c:v>39.452285766601598</c:v>
                </c:pt>
                <c:pt idx="5400">
                  <c:v>39.452285766601598</c:v>
                </c:pt>
                <c:pt idx="5401">
                  <c:v>39.452285766601598</c:v>
                </c:pt>
                <c:pt idx="5402">
                  <c:v>39.452285766601598</c:v>
                </c:pt>
                <c:pt idx="5403">
                  <c:v>39.452285766601598</c:v>
                </c:pt>
                <c:pt idx="5404">
                  <c:v>39.452285766601598</c:v>
                </c:pt>
                <c:pt idx="5405">
                  <c:v>39.452285766601598</c:v>
                </c:pt>
                <c:pt idx="5406">
                  <c:v>39.452285766601598</c:v>
                </c:pt>
                <c:pt idx="5407">
                  <c:v>39.452285766601598</c:v>
                </c:pt>
                <c:pt idx="5408">
                  <c:v>39.452285766601598</c:v>
                </c:pt>
                <c:pt idx="5409">
                  <c:v>39.452285766601598</c:v>
                </c:pt>
                <c:pt idx="5410">
                  <c:v>39.452285766601598</c:v>
                </c:pt>
                <c:pt idx="5411">
                  <c:v>39.452285766601598</c:v>
                </c:pt>
                <c:pt idx="5412">
                  <c:v>39.452285766601598</c:v>
                </c:pt>
                <c:pt idx="5413">
                  <c:v>39.452285766601598</c:v>
                </c:pt>
                <c:pt idx="5414">
                  <c:v>39.452285766601598</c:v>
                </c:pt>
                <c:pt idx="5415">
                  <c:v>39.452285766601598</c:v>
                </c:pt>
                <c:pt idx="5416">
                  <c:v>39.452285766601598</c:v>
                </c:pt>
                <c:pt idx="5417">
                  <c:v>39.452285766601598</c:v>
                </c:pt>
                <c:pt idx="5418">
                  <c:v>39.452285766601598</c:v>
                </c:pt>
                <c:pt idx="5419">
                  <c:v>39.452285766601598</c:v>
                </c:pt>
                <c:pt idx="5420">
                  <c:v>39.452285766601598</c:v>
                </c:pt>
                <c:pt idx="5421">
                  <c:v>39.452285766601598</c:v>
                </c:pt>
                <c:pt idx="5422">
                  <c:v>39.452285766601598</c:v>
                </c:pt>
                <c:pt idx="5423">
                  <c:v>39.452285766601598</c:v>
                </c:pt>
                <c:pt idx="5424">
                  <c:v>39.452285766601598</c:v>
                </c:pt>
                <c:pt idx="5425">
                  <c:v>39.452285766601598</c:v>
                </c:pt>
                <c:pt idx="5426">
                  <c:v>39.452285766601598</c:v>
                </c:pt>
                <c:pt idx="5427">
                  <c:v>39.452285766601598</c:v>
                </c:pt>
                <c:pt idx="5428">
                  <c:v>39.452285766601598</c:v>
                </c:pt>
                <c:pt idx="5429">
                  <c:v>39.452285766601598</c:v>
                </c:pt>
                <c:pt idx="5430">
                  <c:v>39.452285766601598</c:v>
                </c:pt>
                <c:pt idx="5431">
                  <c:v>39.452285766601598</c:v>
                </c:pt>
                <c:pt idx="5432">
                  <c:v>39.452285766601598</c:v>
                </c:pt>
                <c:pt idx="5433">
                  <c:v>39.452285766601598</c:v>
                </c:pt>
                <c:pt idx="5434">
                  <c:v>39.452285766601598</c:v>
                </c:pt>
                <c:pt idx="5435">
                  <c:v>39.452285766601598</c:v>
                </c:pt>
                <c:pt idx="5436">
                  <c:v>39.452285766601598</c:v>
                </c:pt>
                <c:pt idx="5437">
                  <c:v>39.452285766601598</c:v>
                </c:pt>
                <c:pt idx="5438">
                  <c:v>39.452285766601598</c:v>
                </c:pt>
                <c:pt idx="5439">
                  <c:v>39.452285766601598</c:v>
                </c:pt>
                <c:pt idx="5440">
                  <c:v>39.452285766601598</c:v>
                </c:pt>
                <c:pt idx="5441">
                  <c:v>39.451496124267599</c:v>
                </c:pt>
                <c:pt idx="5442">
                  <c:v>39.451881408691399</c:v>
                </c:pt>
                <c:pt idx="5443">
                  <c:v>39.452079772949197</c:v>
                </c:pt>
                <c:pt idx="5444">
                  <c:v>39.452178955078097</c:v>
                </c:pt>
                <c:pt idx="5445">
                  <c:v>39.452232360839801</c:v>
                </c:pt>
                <c:pt idx="5446">
                  <c:v>39.452259063720703</c:v>
                </c:pt>
                <c:pt idx="5447">
                  <c:v>39.4522705078125</c:v>
                </c:pt>
                <c:pt idx="5448">
                  <c:v>39.452278137207003</c:v>
                </c:pt>
                <c:pt idx="5449">
                  <c:v>39.452281951904297</c:v>
                </c:pt>
                <c:pt idx="5450">
                  <c:v>39.452285766601598</c:v>
                </c:pt>
                <c:pt idx="5451">
                  <c:v>39.452285766601598</c:v>
                </c:pt>
                <c:pt idx="5452">
                  <c:v>39.452285766601598</c:v>
                </c:pt>
                <c:pt idx="5453">
                  <c:v>39.452285766601598</c:v>
                </c:pt>
                <c:pt idx="5454">
                  <c:v>39.452285766601598</c:v>
                </c:pt>
                <c:pt idx="5455">
                  <c:v>39.452285766601598</c:v>
                </c:pt>
                <c:pt idx="5456">
                  <c:v>39.452285766601598</c:v>
                </c:pt>
                <c:pt idx="5457">
                  <c:v>39.452285766601598</c:v>
                </c:pt>
                <c:pt idx="5458">
                  <c:v>39.452285766601598</c:v>
                </c:pt>
                <c:pt idx="5459">
                  <c:v>39.452285766601598</c:v>
                </c:pt>
                <c:pt idx="5460">
                  <c:v>39.452285766601598</c:v>
                </c:pt>
                <c:pt idx="5461">
                  <c:v>39.452285766601598</c:v>
                </c:pt>
                <c:pt idx="5462">
                  <c:v>39.450706481933601</c:v>
                </c:pt>
                <c:pt idx="5463">
                  <c:v>39.450687408447301</c:v>
                </c:pt>
                <c:pt idx="5464">
                  <c:v>39.451465606689503</c:v>
                </c:pt>
                <c:pt idx="5465">
                  <c:v>39.449050903320298</c:v>
                </c:pt>
                <c:pt idx="5466">
                  <c:v>39.449508666992202</c:v>
                </c:pt>
                <c:pt idx="5467">
                  <c:v>39.450611114502003</c:v>
                </c:pt>
                <c:pt idx="5468">
                  <c:v>39.451427459716797</c:v>
                </c:pt>
                <c:pt idx="5469">
                  <c:v>39.438491821289098</c:v>
                </c:pt>
                <c:pt idx="5470">
                  <c:v>39.440258026123097</c:v>
                </c:pt>
                <c:pt idx="5471">
                  <c:v>39.441455841064503</c:v>
                </c:pt>
                <c:pt idx="5472">
                  <c:v>39.435924530029297</c:v>
                </c:pt>
                <c:pt idx="5473">
                  <c:v>39.443042755127003</c:v>
                </c:pt>
                <c:pt idx="5474">
                  <c:v>39.445846557617202</c:v>
                </c:pt>
                <c:pt idx="5475">
                  <c:v>39.443973541259801</c:v>
                </c:pt>
                <c:pt idx="5476">
                  <c:v>39.424453735351598</c:v>
                </c:pt>
                <c:pt idx="5477">
                  <c:v>39.422443389892599</c:v>
                </c:pt>
                <c:pt idx="5478">
                  <c:v>39.428180694580099</c:v>
                </c:pt>
                <c:pt idx="5479">
                  <c:v>39.405040740966797</c:v>
                </c:pt>
                <c:pt idx="5480">
                  <c:v>39.374080657958999</c:v>
                </c:pt>
                <c:pt idx="5481">
                  <c:v>39.331886291503899</c:v>
                </c:pt>
                <c:pt idx="5482">
                  <c:v>39.297348022460902</c:v>
                </c:pt>
                <c:pt idx="5483">
                  <c:v>39.264247894287102</c:v>
                </c:pt>
                <c:pt idx="5484">
                  <c:v>39.237644195556598</c:v>
                </c:pt>
                <c:pt idx="5485">
                  <c:v>39.247810363769503</c:v>
                </c:pt>
                <c:pt idx="5486">
                  <c:v>39.235511779785199</c:v>
                </c:pt>
                <c:pt idx="5487">
                  <c:v>39.205406188964801</c:v>
                </c:pt>
                <c:pt idx="5488">
                  <c:v>39.1375732421875</c:v>
                </c:pt>
                <c:pt idx="5489">
                  <c:v>39.081283569335902</c:v>
                </c:pt>
                <c:pt idx="5490">
                  <c:v>39.050338745117202</c:v>
                </c:pt>
                <c:pt idx="5491">
                  <c:v>39.060905456542997</c:v>
                </c:pt>
                <c:pt idx="5492">
                  <c:v>39.074760437011697</c:v>
                </c:pt>
                <c:pt idx="5493">
                  <c:v>39.035194396972699</c:v>
                </c:pt>
                <c:pt idx="5494">
                  <c:v>38.971511840820298</c:v>
                </c:pt>
                <c:pt idx="5495">
                  <c:v>38.911502838134801</c:v>
                </c:pt>
                <c:pt idx="5496">
                  <c:v>38.870876312255902</c:v>
                </c:pt>
                <c:pt idx="5497">
                  <c:v>38.887042999267599</c:v>
                </c:pt>
                <c:pt idx="5498">
                  <c:v>38.900962829589801</c:v>
                </c:pt>
                <c:pt idx="5499">
                  <c:v>38.867256164550803</c:v>
                </c:pt>
                <c:pt idx="5500">
                  <c:v>38.845962524414098</c:v>
                </c:pt>
                <c:pt idx="5501">
                  <c:v>38.826774597167997</c:v>
                </c:pt>
                <c:pt idx="5502">
                  <c:v>38.826446533203097</c:v>
                </c:pt>
                <c:pt idx="5503">
                  <c:v>38.832355499267599</c:v>
                </c:pt>
                <c:pt idx="5504">
                  <c:v>38.838832855224602</c:v>
                </c:pt>
                <c:pt idx="5505">
                  <c:v>38.827850341796903</c:v>
                </c:pt>
                <c:pt idx="5506">
                  <c:v>38.838581085205099</c:v>
                </c:pt>
                <c:pt idx="5507">
                  <c:v>38.804904937744098</c:v>
                </c:pt>
                <c:pt idx="5508">
                  <c:v>38.799320220947301</c:v>
                </c:pt>
                <c:pt idx="5509">
                  <c:v>38.801544189453097</c:v>
                </c:pt>
                <c:pt idx="5510">
                  <c:v>38.780735015869098</c:v>
                </c:pt>
                <c:pt idx="5511">
                  <c:v>38.739917755127003</c:v>
                </c:pt>
                <c:pt idx="5512">
                  <c:v>38.717109680175803</c:v>
                </c:pt>
                <c:pt idx="5513">
                  <c:v>38.724151611328097</c:v>
                </c:pt>
                <c:pt idx="5514">
                  <c:v>38.709545135498097</c:v>
                </c:pt>
                <c:pt idx="5515">
                  <c:v>38.701305389404297</c:v>
                </c:pt>
                <c:pt idx="5516">
                  <c:v>38.681724548339801</c:v>
                </c:pt>
                <c:pt idx="5517">
                  <c:v>38.640228271484403</c:v>
                </c:pt>
                <c:pt idx="5518">
                  <c:v>38.604183197021499</c:v>
                </c:pt>
                <c:pt idx="5519">
                  <c:v>38.582996368408203</c:v>
                </c:pt>
                <c:pt idx="5520">
                  <c:v>38.554714202880902</c:v>
                </c:pt>
                <c:pt idx="5521">
                  <c:v>38.546409606933601</c:v>
                </c:pt>
                <c:pt idx="5522">
                  <c:v>38.543487548828097</c:v>
                </c:pt>
                <c:pt idx="5523">
                  <c:v>38.523811340332003</c:v>
                </c:pt>
                <c:pt idx="5524">
                  <c:v>38.504611968994098</c:v>
                </c:pt>
                <c:pt idx="5525">
                  <c:v>38.503990173339801</c:v>
                </c:pt>
                <c:pt idx="5526">
                  <c:v>38.499221801757798</c:v>
                </c:pt>
                <c:pt idx="5527">
                  <c:v>38.495685577392599</c:v>
                </c:pt>
                <c:pt idx="5528">
                  <c:v>38.523151397705099</c:v>
                </c:pt>
                <c:pt idx="5529">
                  <c:v>38.531356811523402</c:v>
                </c:pt>
                <c:pt idx="5530">
                  <c:v>38.495361328125</c:v>
                </c:pt>
                <c:pt idx="5531">
                  <c:v>38.486865997314503</c:v>
                </c:pt>
                <c:pt idx="5532">
                  <c:v>38.416965484619098</c:v>
                </c:pt>
                <c:pt idx="5533">
                  <c:v>38.321220397949197</c:v>
                </c:pt>
                <c:pt idx="5534">
                  <c:v>38.297706604003899</c:v>
                </c:pt>
                <c:pt idx="5535">
                  <c:v>38.265560150146499</c:v>
                </c:pt>
                <c:pt idx="5536">
                  <c:v>38.2243461608887</c:v>
                </c:pt>
                <c:pt idx="5537">
                  <c:v>38.2086791992188</c:v>
                </c:pt>
                <c:pt idx="5538">
                  <c:v>38.174076080322301</c:v>
                </c:pt>
                <c:pt idx="5539">
                  <c:v>38.150211334228501</c:v>
                </c:pt>
                <c:pt idx="5540">
                  <c:v>38.160995483398402</c:v>
                </c:pt>
                <c:pt idx="5541">
                  <c:v>38.163764953613303</c:v>
                </c:pt>
                <c:pt idx="5542">
                  <c:v>38.149784088134801</c:v>
                </c:pt>
                <c:pt idx="5543">
                  <c:v>38.1302490234375</c:v>
                </c:pt>
                <c:pt idx="5544">
                  <c:v>38.117584228515597</c:v>
                </c:pt>
                <c:pt idx="5545">
                  <c:v>38.106319427490199</c:v>
                </c:pt>
                <c:pt idx="5546">
                  <c:v>38.112098693847699</c:v>
                </c:pt>
                <c:pt idx="5547">
                  <c:v>38.110538482666001</c:v>
                </c:pt>
                <c:pt idx="5548">
                  <c:v>38.121555328369098</c:v>
                </c:pt>
                <c:pt idx="5549">
                  <c:v>38.121181488037102</c:v>
                </c:pt>
                <c:pt idx="5550">
                  <c:v>38.120738983154297</c:v>
                </c:pt>
                <c:pt idx="5551">
                  <c:v>38.103603363037102</c:v>
                </c:pt>
                <c:pt idx="5552">
                  <c:v>38.066932678222699</c:v>
                </c:pt>
                <c:pt idx="5553">
                  <c:v>38.049034118652301</c:v>
                </c:pt>
                <c:pt idx="5554">
                  <c:v>38.029323577880902</c:v>
                </c:pt>
                <c:pt idx="5555">
                  <c:v>38.0621337890625</c:v>
                </c:pt>
                <c:pt idx="5556">
                  <c:v>38.022315979003899</c:v>
                </c:pt>
                <c:pt idx="5557">
                  <c:v>38.0004272460938</c:v>
                </c:pt>
                <c:pt idx="5558">
                  <c:v>37.969902038574197</c:v>
                </c:pt>
                <c:pt idx="5559">
                  <c:v>37.965744018554702</c:v>
                </c:pt>
                <c:pt idx="5560">
                  <c:v>37.952560424804702</c:v>
                </c:pt>
                <c:pt idx="5561">
                  <c:v>37.960586547851598</c:v>
                </c:pt>
                <c:pt idx="5562">
                  <c:v>37.962368011474602</c:v>
                </c:pt>
                <c:pt idx="5563">
                  <c:v>37.954547882080099</c:v>
                </c:pt>
                <c:pt idx="5564">
                  <c:v>37.928798675537102</c:v>
                </c:pt>
                <c:pt idx="5565">
                  <c:v>37.912590026855497</c:v>
                </c:pt>
                <c:pt idx="5566">
                  <c:v>37.902561187744098</c:v>
                </c:pt>
                <c:pt idx="5567">
                  <c:v>37.9035453796387</c:v>
                </c:pt>
                <c:pt idx="5568">
                  <c:v>37.8963012695313</c:v>
                </c:pt>
                <c:pt idx="5569">
                  <c:v>37.8859672546387</c:v>
                </c:pt>
                <c:pt idx="5570">
                  <c:v>37.884487152099602</c:v>
                </c:pt>
                <c:pt idx="5571">
                  <c:v>37.888401031494098</c:v>
                </c:pt>
                <c:pt idx="5572">
                  <c:v>37.883743286132798</c:v>
                </c:pt>
                <c:pt idx="5573">
                  <c:v>37.879062652587898</c:v>
                </c:pt>
                <c:pt idx="5574">
                  <c:v>37.881340026855497</c:v>
                </c:pt>
                <c:pt idx="5575">
                  <c:v>37.869777679443402</c:v>
                </c:pt>
                <c:pt idx="5576">
                  <c:v>37.863487243652301</c:v>
                </c:pt>
                <c:pt idx="5577">
                  <c:v>37.858898162841797</c:v>
                </c:pt>
                <c:pt idx="5578">
                  <c:v>37.829471588134801</c:v>
                </c:pt>
                <c:pt idx="5579">
                  <c:v>37.842681884765597</c:v>
                </c:pt>
                <c:pt idx="5580">
                  <c:v>37.835601806640597</c:v>
                </c:pt>
                <c:pt idx="5581">
                  <c:v>37.820701599121101</c:v>
                </c:pt>
                <c:pt idx="5582">
                  <c:v>37.84326171875</c:v>
                </c:pt>
                <c:pt idx="5583">
                  <c:v>37.857467651367202</c:v>
                </c:pt>
                <c:pt idx="5584">
                  <c:v>37.844890594482401</c:v>
                </c:pt>
                <c:pt idx="5585">
                  <c:v>37.850284576416001</c:v>
                </c:pt>
                <c:pt idx="5586">
                  <c:v>37.823070526123097</c:v>
                </c:pt>
                <c:pt idx="5587">
                  <c:v>37.819969177246101</c:v>
                </c:pt>
                <c:pt idx="5588">
                  <c:v>37.773384094238303</c:v>
                </c:pt>
                <c:pt idx="5589">
                  <c:v>37.6692504882813</c:v>
                </c:pt>
                <c:pt idx="5590">
                  <c:v>37.563003540039098</c:v>
                </c:pt>
                <c:pt idx="5591">
                  <c:v>37.50927734375</c:v>
                </c:pt>
                <c:pt idx="5592">
                  <c:v>37.434768676757798</c:v>
                </c:pt>
                <c:pt idx="5593">
                  <c:v>37.409431457519503</c:v>
                </c:pt>
                <c:pt idx="5594">
                  <c:v>37.390571594238303</c:v>
                </c:pt>
                <c:pt idx="5595">
                  <c:v>37.408798217773402</c:v>
                </c:pt>
                <c:pt idx="5596">
                  <c:v>37.438312530517599</c:v>
                </c:pt>
                <c:pt idx="5597">
                  <c:v>37.479057312011697</c:v>
                </c:pt>
                <c:pt idx="5598">
                  <c:v>37.472133636474602</c:v>
                </c:pt>
                <c:pt idx="5599">
                  <c:v>37.464668273925803</c:v>
                </c:pt>
                <c:pt idx="5600">
                  <c:v>37.491973876953097</c:v>
                </c:pt>
                <c:pt idx="5601">
                  <c:v>37.406158447265597</c:v>
                </c:pt>
                <c:pt idx="5602">
                  <c:v>37.297378540039098</c:v>
                </c:pt>
                <c:pt idx="5603">
                  <c:v>37.267707824707003</c:v>
                </c:pt>
                <c:pt idx="5604">
                  <c:v>37.182647705078097</c:v>
                </c:pt>
                <c:pt idx="5605">
                  <c:v>37.152965545654297</c:v>
                </c:pt>
                <c:pt idx="5606">
                  <c:v>37.107200622558601</c:v>
                </c:pt>
                <c:pt idx="5607">
                  <c:v>37.087852478027301</c:v>
                </c:pt>
                <c:pt idx="5608">
                  <c:v>37.099353790283203</c:v>
                </c:pt>
                <c:pt idx="5609">
                  <c:v>37.088920593261697</c:v>
                </c:pt>
                <c:pt idx="5610">
                  <c:v>37.077884674072301</c:v>
                </c:pt>
                <c:pt idx="5611">
                  <c:v>37.053417205810597</c:v>
                </c:pt>
                <c:pt idx="5612">
                  <c:v>36.998783111572301</c:v>
                </c:pt>
                <c:pt idx="5613">
                  <c:v>37.0042724609375</c:v>
                </c:pt>
                <c:pt idx="5614">
                  <c:v>36.985725402832003</c:v>
                </c:pt>
                <c:pt idx="5615">
                  <c:v>36.9860649108887</c:v>
                </c:pt>
                <c:pt idx="5616">
                  <c:v>36.961536407470703</c:v>
                </c:pt>
                <c:pt idx="5617">
                  <c:v>36.964332580566399</c:v>
                </c:pt>
                <c:pt idx="5618">
                  <c:v>36.960147857666001</c:v>
                </c:pt>
                <c:pt idx="5619">
                  <c:v>36.953392028808601</c:v>
                </c:pt>
                <c:pt idx="5620">
                  <c:v>36.944099426269503</c:v>
                </c:pt>
                <c:pt idx="5621">
                  <c:v>36.938987731933601</c:v>
                </c:pt>
                <c:pt idx="5622">
                  <c:v>36.9460258483887</c:v>
                </c:pt>
                <c:pt idx="5623">
                  <c:v>36.931236267089801</c:v>
                </c:pt>
                <c:pt idx="5624">
                  <c:v>36.9022026062012</c:v>
                </c:pt>
                <c:pt idx="5625">
                  <c:v>36.869964599609403</c:v>
                </c:pt>
                <c:pt idx="5626">
                  <c:v>36.877429962158203</c:v>
                </c:pt>
                <c:pt idx="5627">
                  <c:v>36.867568969726598</c:v>
                </c:pt>
                <c:pt idx="5628">
                  <c:v>36.783245086669901</c:v>
                </c:pt>
                <c:pt idx="5629">
                  <c:v>36.733108520507798</c:v>
                </c:pt>
                <c:pt idx="5630">
                  <c:v>36.709560394287102</c:v>
                </c:pt>
                <c:pt idx="5631">
                  <c:v>36.673473358154297</c:v>
                </c:pt>
                <c:pt idx="5632">
                  <c:v>36.681270599365199</c:v>
                </c:pt>
                <c:pt idx="5633">
                  <c:v>36.6123657226563</c:v>
                </c:pt>
                <c:pt idx="5634">
                  <c:v>36.609146118164098</c:v>
                </c:pt>
                <c:pt idx="5635">
                  <c:v>36.606090545654297</c:v>
                </c:pt>
                <c:pt idx="5636">
                  <c:v>36.555149078369098</c:v>
                </c:pt>
                <c:pt idx="5637">
                  <c:v>36.547523498535199</c:v>
                </c:pt>
                <c:pt idx="5638">
                  <c:v>36.527957916259801</c:v>
                </c:pt>
                <c:pt idx="5639">
                  <c:v>36.555568695068402</c:v>
                </c:pt>
                <c:pt idx="5640">
                  <c:v>36.577732086181598</c:v>
                </c:pt>
                <c:pt idx="5641">
                  <c:v>36.583591461181598</c:v>
                </c:pt>
                <c:pt idx="5642">
                  <c:v>36.5268745422363</c:v>
                </c:pt>
                <c:pt idx="5643">
                  <c:v>36.505275726318402</c:v>
                </c:pt>
                <c:pt idx="5644">
                  <c:v>36.449092864990199</c:v>
                </c:pt>
                <c:pt idx="5645">
                  <c:v>36.495693206787102</c:v>
                </c:pt>
                <c:pt idx="5646">
                  <c:v>36.506824493408203</c:v>
                </c:pt>
                <c:pt idx="5647">
                  <c:v>36.458492279052699</c:v>
                </c:pt>
                <c:pt idx="5648">
                  <c:v>36.4022026062012</c:v>
                </c:pt>
                <c:pt idx="5649">
                  <c:v>36.408939361572301</c:v>
                </c:pt>
                <c:pt idx="5650">
                  <c:v>36.543544769287102</c:v>
                </c:pt>
                <c:pt idx="5651">
                  <c:v>36.547515869140597</c:v>
                </c:pt>
                <c:pt idx="5652">
                  <c:v>36.539398193359403</c:v>
                </c:pt>
                <c:pt idx="5653">
                  <c:v>36.551055908203097</c:v>
                </c:pt>
                <c:pt idx="5654">
                  <c:v>36.544483184814503</c:v>
                </c:pt>
                <c:pt idx="5655">
                  <c:v>36.517410278320298</c:v>
                </c:pt>
                <c:pt idx="5656">
                  <c:v>36.531505584716797</c:v>
                </c:pt>
                <c:pt idx="5657">
                  <c:v>36.578636169433601</c:v>
                </c:pt>
                <c:pt idx="5658">
                  <c:v>36.532802581787102</c:v>
                </c:pt>
                <c:pt idx="5659">
                  <c:v>36.565685272216797</c:v>
                </c:pt>
                <c:pt idx="5660">
                  <c:v>36.591014862060597</c:v>
                </c:pt>
                <c:pt idx="5661">
                  <c:v>36.604667663574197</c:v>
                </c:pt>
                <c:pt idx="5662">
                  <c:v>36.632411956787102</c:v>
                </c:pt>
                <c:pt idx="5663">
                  <c:v>36.665164947509801</c:v>
                </c:pt>
                <c:pt idx="5664">
                  <c:v>36.746776580810597</c:v>
                </c:pt>
                <c:pt idx="5665">
                  <c:v>36.784694671630902</c:v>
                </c:pt>
                <c:pt idx="5666">
                  <c:v>36.860019683837898</c:v>
                </c:pt>
                <c:pt idx="5667">
                  <c:v>36.859451293945298</c:v>
                </c:pt>
                <c:pt idx="5668">
                  <c:v>36.900169372558601</c:v>
                </c:pt>
                <c:pt idx="5669">
                  <c:v>36.961490631103501</c:v>
                </c:pt>
                <c:pt idx="5670">
                  <c:v>37.024631500244098</c:v>
                </c:pt>
                <c:pt idx="5671">
                  <c:v>37.072959899902301</c:v>
                </c:pt>
                <c:pt idx="5672">
                  <c:v>37.204349517822301</c:v>
                </c:pt>
                <c:pt idx="5673">
                  <c:v>37.310276031494098</c:v>
                </c:pt>
                <c:pt idx="5674">
                  <c:v>37.380165100097699</c:v>
                </c:pt>
                <c:pt idx="5675">
                  <c:v>37.422508239746101</c:v>
                </c:pt>
                <c:pt idx="5676">
                  <c:v>37.509212493896499</c:v>
                </c:pt>
                <c:pt idx="5677">
                  <c:v>37.630893707275398</c:v>
                </c:pt>
                <c:pt idx="5678">
                  <c:v>37.674953460693402</c:v>
                </c:pt>
                <c:pt idx="5679">
                  <c:v>37.763740539550803</c:v>
                </c:pt>
                <c:pt idx="5680">
                  <c:v>37.8115425109863</c:v>
                </c:pt>
                <c:pt idx="5681">
                  <c:v>37.833499908447301</c:v>
                </c:pt>
                <c:pt idx="5682">
                  <c:v>37.858264923095703</c:v>
                </c:pt>
                <c:pt idx="5683">
                  <c:v>37.875770568847699</c:v>
                </c:pt>
                <c:pt idx="5684">
                  <c:v>37.863407135009801</c:v>
                </c:pt>
                <c:pt idx="5685">
                  <c:v>37.868053436279297</c:v>
                </c:pt>
                <c:pt idx="5686">
                  <c:v>37.875114440917997</c:v>
                </c:pt>
                <c:pt idx="5687">
                  <c:v>37.913825988769503</c:v>
                </c:pt>
                <c:pt idx="5688">
                  <c:v>37.923599243164098</c:v>
                </c:pt>
                <c:pt idx="5689">
                  <c:v>37.9225044250488</c:v>
                </c:pt>
                <c:pt idx="5690">
                  <c:v>37.941822052002003</c:v>
                </c:pt>
                <c:pt idx="5691">
                  <c:v>38.0062065124512</c:v>
                </c:pt>
                <c:pt idx="5692">
                  <c:v>38.002918243408203</c:v>
                </c:pt>
                <c:pt idx="5693">
                  <c:v>38.053611755371101</c:v>
                </c:pt>
                <c:pt idx="5694">
                  <c:v>38.089469909667997</c:v>
                </c:pt>
                <c:pt idx="5695">
                  <c:v>38.103553771972699</c:v>
                </c:pt>
                <c:pt idx="5696">
                  <c:v>38.114582061767599</c:v>
                </c:pt>
                <c:pt idx="5697">
                  <c:v>38.099235534667997</c:v>
                </c:pt>
                <c:pt idx="5698">
                  <c:v>38.127750396728501</c:v>
                </c:pt>
                <c:pt idx="5699">
                  <c:v>38.173103332519503</c:v>
                </c:pt>
                <c:pt idx="5700">
                  <c:v>38.206043243408203</c:v>
                </c:pt>
                <c:pt idx="5701">
                  <c:v>38.218967437744098</c:v>
                </c:pt>
                <c:pt idx="5702">
                  <c:v>38.202713012695298</c:v>
                </c:pt>
                <c:pt idx="5703">
                  <c:v>38.217636108398402</c:v>
                </c:pt>
                <c:pt idx="5704">
                  <c:v>38.220626831054702</c:v>
                </c:pt>
                <c:pt idx="5705">
                  <c:v>38.273624420166001</c:v>
                </c:pt>
                <c:pt idx="5706">
                  <c:v>38.342994689941399</c:v>
                </c:pt>
                <c:pt idx="5707">
                  <c:v>38.409133911132798</c:v>
                </c:pt>
                <c:pt idx="5708">
                  <c:v>38.447589874267599</c:v>
                </c:pt>
                <c:pt idx="5709">
                  <c:v>38.456539154052699</c:v>
                </c:pt>
                <c:pt idx="5710">
                  <c:v>38.483352661132798</c:v>
                </c:pt>
                <c:pt idx="5711">
                  <c:v>38.558769226074197</c:v>
                </c:pt>
                <c:pt idx="5712">
                  <c:v>38.620532989502003</c:v>
                </c:pt>
                <c:pt idx="5713">
                  <c:v>38.622913360595703</c:v>
                </c:pt>
                <c:pt idx="5714">
                  <c:v>38.630653381347699</c:v>
                </c:pt>
                <c:pt idx="5715">
                  <c:v>38.598556518554702</c:v>
                </c:pt>
                <c:pt idx="5716">
                  <c:v>38.595554351806598</c:v>
                </c:pt>
                <c:pt idx="5717">
                  <c:v>38.656814575195298</c:v>
                </c:pt>
                <c:pt idx="5718">
                  <c:v>38.707130432128899</c:v>
                </c:pt>
                <c:pt idx="5719">
                  <c:v>38.758670806884801</c:v>
                </c:pt>
                <c:pt idx="5720">
                  <c:v>38.797019958496101</c:v>
                </c:pt>
                <c:pt idx="5721">
                  <c:v>38.802352905273402</c:v>
                </c:pt>
                <c:pt idx="5722">
                  <c:v>38.808399200439503</c:v>
                </c:pt>
                <c:pt idx="5723">
                  <c:v>38.823890686035199</c:v>
                </c:pt>
                <c:pt idx="5724">
                  <c:v>38.840522766113303</c:v>
                </c:pt>
                <c:pt idx="5725">
                  <c:v>38.865116119384801</c:v>
                </c:pt>
                <c:pt idx="5726">
                  <c:v>38.870883941650398</c:v>
                </c:pt>
                <c:pt idx="5727">
                  <c:v>38.9408149719238</c:v>
                </c:pt>
                <c:pt idx="5728">
                  <c:v>38.944267272949197</c:v>
                </c:pt>
                <c:pt idx="5729">
                  <c:v>38.964649200439503</c:v>
                </c:pt>
                <c:pt idx="5730">
                  <c:v>39.023788452148402</c:v>
                </c:pt>
                <c:pt idx="5731">
                  <c:v>39.079254150390597</c:v>
                </c:pt>
                <c:pt idx="5732">
                  <c:v>39.044162750244098</c:v>
                </c:pt>
                <c:pt idx="5733">
                  <c:v>39.067047119140597</c:v>
                </c:pt>
                <c:pt idx="5734">
                  <c:v>39.143173217773402</c:v>
                </c:pt>
                <c:pt idx="5735">
                  <c:v>39.186065673828097</c:v>
                </c:pt>
                <c:pt idx="5736">
                  <c:v>39.1903686523438</c:v>
                </c:pt>
                <c:pt idx="5737">
                  <c:v>39.213912963867202</c:v>
                </c:pt>
                <c:pt idx="5738">
                  <c:v>39.240142822265597</c:v>
                </c:pt>
                <c:pt idx="5739">
                  <c:v>39.220134735107401</c:v>
                </c:pt>
                <c:pt idx="5740">
                  <c:v>39.215553283691399</c:v>
                </c:pt>
                <c:pt idx="5741">
                  <c:v>39.2238578796387</c:v>
                </c:pt>
                <c:pt idx="5742">
                  <c:v>39.267063140869098</c:v>
                </c:pt>
                <c:pt idx="5743">
                  <c:v>39.2705268859863</c:v>
                </c:pt>
                <c:pt idx="5744">
                  <c:v>39.286949157714801</c:v>
                </c:pt>
                <c:pt idx="5745">
                  <c:v>39.284072875976598</c:v>
                </c:pt>
                <c:pt idx="5746">
                  <c:v>39.278839111328097</c:v>
                </c:pt>
                <c:pt idx="5747">
                  <c:v>39.283485412597699</c:v>
                </c:pt>
                <c:pt idx="5748">
                  <c:v>39.340034484863303</c:v>
                </c:pt>
                <c:pt idx="5749">
                  <c:v>39.382354736328097</c:v>
                </c:pt>
                <c:pt idx="5750">
                  <c:v>39.409732818603501</c:v>
                </c:pt>
                <c:pt idx="5751">
                  <c:v>39.414218902587898</c:v>
                </c:pt>
                <c:pt idx="5752">
                  <c:v>39.415512084960902</c:v>
                </c:pt>
                <c:pt idx="5753">
                  <c:v>39.427371978759801</c:v>
                </c:pt>
                <c:pt idx="5754">
                  <c:v>39.432258605957003</c:v>
                </c:pt>
                <c:pt idx="5755">
                  <c:v>39.439666748046903</c:v>
                </c:pt>
                <c:pt idx="5756">
                  <c:v>39.445587158203097</c:v>
                </c:pt>
                <c:pt idx="5757">
                  <c:v>39.446506500244098</c:v>
                </c:pt>
                <c:pt idx="5758">
                  <c:v>39.449100494384801</c:v>
                </c:pt>
                <c:pt idx="5759">
                  <c:v>39.450115203857401</c:v>
                </c:pt>
                <c:pt idx="5760">
                  <c:v>39.451171875</c:v>
                </c:pt>
                <c:pt idx="5761">
                  <c:v>39.451496124267599</c:v>
                </c:pt>
                <c:pt idx="5762">
                  <c:v>39.451347351074197</c:v>
                </c:pt>
                <c:pt idx="5763">
                  <c:v>39.451805114746101</c:v>
                </c:pt>
                <c:pt idx="5764">
                  <c:v>39.452037811279297</c:v>
                </c:pt>
                <c:pt idx="5765">
                  <c:v>39.452159881591797</c:v>
                </c:pt>
                <c:pt idx="5766">
                  <c:v>39.452220916748097</c:v>
                </c:pt>
                <c:pt idx="5767">
                  <c:v>39.4522514343262</c:v>
                </c:pt>
                <c:pt idx="5768">
                  <c:v>39.4522705078125</c:v>
                </c:pt>
                <c:pt idx="5769">
                  <c:v>39.452278137207003</c:v>
                </c:pt>
                <c:pt idx="5770">
                  <c:v>39.452281951904297</c:v>
                </c:pt>
                <c:pt idx="5771">
                  <c:v>39.452285766601598</c:v>
                </c:pt>
                <c:pt idx="5772">
                  <c:v>39.452285766601598</c:v>
                </c:pt>
                <c:pt idx="5773">
                  <c:v>39.452285766601598</c:v>
                </c:pt>
                <c:pt idx="5774">
                  <c:v>39.452285766601598</c:v>
                </c:pt>
                <c:pt idx="5775">
                  <c:v>39.452285766601598</c:v>
                </c:pt>
                <c:pt idx="5776">
                  <c:v>39.452285766601598</c:v>
                </c:pt>
                <c:pt idx="5777">
                  <c:v>39.452285766601598</c:v>
                </c:pt>
                <c:pt idx="5778">
                  <c:v>39.452285766601598</c:v>
                </c:pt>
                <c:pt idx="5779">
                  <c:v>39.452285766601598</c:v>
                </c:pt>
                <c:pt idx="5780">
                  <c:v>39.452285766601598</c:v>
                </c:pt>
                <c:pt idx="5781">
                  <c:v>39.452285766601598</c:v>
                </c:pt>
                <c:pt idx="5782">
                  <c:v>39.452285766601598</c:v>
                </c:pt>
                <c:pt idx="5783">
                  <c:v>39.452285766601598</c:v>
                </c:pt>
                <c:pt idx="5784">
                  <c:v>39.452285766601598</c:v>
                </c:pt>
                <c:pt idx="5785">
                  <c:v>39.452285766601598</c:v>
                </c:pt>
                <c:pt idx="5786">
                  <c:v>39.452285766601598</c:v>
                </c:pt>
                <c:pt idx="5787">
                  <c:v>39.452285766601598</c:v>
                </c:pt>
                <c:pt idx="5788">
                  <c:v>39.452285766601598</c:v>
                </c:pt>
                <c:pt idx="5789">
                  <c:v>39.452285766601598</c:v>
                </c:pt>
                <c:pt idx="5790">
                  <c:v>39.452285766601598</c:v>
                </c:pt>
                <c:pt idx="5791">
                  <c:v>39.452285766601598</c:v>
                </c:pt>
                <c:pt idx="5792">
                  <c:v>39.452285766601598</c:v>
                </c:pt>
                <c:pt idx="5793">
                  <c:v>39.452285766601598</c:v>
                </c:pt>
                <c:pt idx="5794">
                  <c:v>39.452285766601598</c:v>
                </c:pt>
                <c:pt idx="5795">
                  <c:v>39.452285766601598</c:v>
                </c:pt>
                <c:pt idx="5796">
                  <c:v>39.452285766601598</c:v>
                </c:pt>
                <c:pt idx="5797">
                  <c:v>39.452285766601598</c:v>
                </c:pt>
                <c:pt idx="5798">
                  <c:v>39.452285766601598</c:v>
                </c:pt>
                <c:pt idx="5799">
                  <c:v>39.452285766601598</c:v>
                </c:pt>
                <c:pt idx="5800">
                  <c:v>39.452285766601598</c:v>
                </c:pt>
                <c:pt idx="5801">
                  <c:v>39.452285766601598</c:v>
                </c:pt>
                <c:pt idx="5802">
                  <c:v>39.452285766601598</c:v>
                </c:pt>
                <c:pt idx="5803">
                  <c:v>39.452285766601598</c:v>
                </c:pt>
                <c:pt idx="5804">
                  <c:v>39.452285766601598</c:v>
                </c:pt>
                <c:pt idx="5805">
                  <c:v>39.452285766601598</c:v>
                </c:pt>
                <c:pt idx="5806">
                  <c:v>39.452285766601598</c:v>
                </c:pt>
                <c:pt idx="5807">
                  <c:v>39.452285766601598</c:v>
                </c:pt>
                <c:pt idx="5808">
                  <c:v>39.452285766601598</c:v>
                </c:pt>
                <c:pt idx="5809">
                  <c:v>39.452285766601598</c:v>
                </c:pt>
                <c:pt idx="5810">
                  <c:v>39.474414825439503</c:v>
                </c:pt>
                <c:pt idx="5811">
                  <c:v>39.4636421203613</c:v>
                </c:pt>
                <c:pt idx="5812">
                  <c:v>39.458118438720703</c:v>
                </c:pt>
                <c:pt idx="5813">
                  <c:v>39.455280303955099</c:v>
                </c:pt>
                <c:pt idx="5814">
                  <c:v>39.484683990478501</c:v>
                </c:pt>
                <c:pt idx="5815">
                  <c:v>39.468925476074197</c:v>
                </c:pt>
                <c:pt idx="5816">
                  <c:v>39.460826873779297</c:v>
                </c:pt>
                <c:pt idx="5817">
                  <c:v>39.478790283203097</c:v>
                </c:pt>
                <c:pt idx="5818">
                  <c:v>39.465896606445298</c:v>
                </c:pt>
                <c:pt idx="5819">
                  <c:v>39.459274291992202</c:v>
                </c:pt>
                <c:pt idx="5820">
                  <c:v>39.455875396728501</c:v>
                </c:pt>
                <c:pt idx="5821">
                  <c:v>39.454128265380902</c:v>
                </c:pt>
                <c:pt idx="5822">
                  <c:v>39.484092712402301</c:v>
                </c:pt>
                <c:pt idx="5823">
                  <c:v>39.499488830566399</c:v>
                </c:pt>
                <c:pt idx="5824">
                  <c:v>39.520759582519503</c:v>
                </c:pt>
                <c:pt idx="5825">
                  <c:v>39.580047607421903</c:v>
                </c:pt>
                <c:pt idx="5826">
                  <c:v>39.610424041748097</c:v>
                </c:pt>
                <c:pt idx="5827">
                  <c:v>39.577747344970703</c:v>
                </c:pt>
                <c:pt idx="5828">
                  <c:v>39.583057403564503</c:v>
                </c:pt>
                <c:pt idx="5829">
                  <c:v>39.642902374267599</c:v>
                </c:pt>
                <c:pt idx="5830">
                  <c:v>39.725540161132798</c:v>
                </c:pt>
                <c:pt idx="5831">
                  <c:v>39.738197326660199</c:v>
                </c:pt>
                <c:pt idx="5832">
                  <c:v>39.794441223144503</c:v>
                </c:pt>
                <c:pt idx="5833">
                  <c:v>39.892894744873097</c:v>
                </c:pt>
                <c:pt idx="5834">
                  <c:v>40.263572692871101</c:v>
                </c:pt>
                <c:pt idx="5835">
                  <c:v>40.525634765625</c:v>
                </c:pt>
                <c:pt idx="5836">
                  <c:v>40.489006042480497</c:v>
                </c:pt>
                <c:pt idx="5837">
                  <c:v>40.752880096435597</c:v>
                </c:pt>
                <c:pt idx="5838">
                  <c:v>40.922409057617202</c:v>
                </c:pt>
                <c:pt idx="5839">
                  <c:v>40.982421875</c:v>
                </c:pt>
                <c:pt idx="5840">
                  <c:v>41.034778594970703</c:v>
                </c:pt>
                <c:pt idx="5841">
                  <c:v>41.252456665039098</c:v>
                </c:pt>
                <c:pt idx="5842">
                  <c:v>41.406139373779297</c:v>
                </c:pt>
                <c:pt idx="5843">
                  <c:v>41.555625915527301</c:v>
                </c:pt>
                <c:pt idx="5844">
                  <c:v>41.613525390625</c:v>
                </c:pt>
                <c:pt idx="5845">
                  <c:v>41.624912261962898</c:v>
                </c:pt>
                <c:pt idx="5846">
                  <c:v>41.723438262939503</c:v>
                </c:pt>
                <c:pt idx="5847">
                  <c:v>41.809978485107401</c:v>
                </c:pt>
                <c:pt idx="5848">
                  <c:v>41.864078521728501</c:v>
                </c:pt>
                <c:pt idx="5849">
                  <c:v>41.8877563476563</c:v>
                </c:pt>
                <c:pt idx="5850">
                  <c:v>41.933094024658203</c:v>
                </c:pt>
                <c:pt idx="5851">
                  <c:v>41.983234405517599</c:v>
                </c:pt>
                <c:pt idx="5852">
                  <c:v>42.072872161865199</c:v>
                </c:pt>
                <c:pt idx="5853">
                  <c:v>42.101184844970703</c:v>
                </c:pt>
                <c:pt idx="5854">
                  <c:v>42.243034362792997</c:v>
                </c:pt>
                <c:pt idx="5855">
                  <c:v>42.412712097167997</c:v>
                </c:pt>
                <c:pt idx="5856">
                  <c:v>42.520431518554702</c:v>
                </c:pt>
                <c:pt idx="5857">
                  <c:v>42.599700927734403</c:v>
                </c:pt>
                <c:pt idx="5858">
                  <c:v>42.645309448242202</c:v>
                </c:pt>
                <c:pt idx="5859">
                  <c:v>42.690689086914098</c:v>
                </c:pt>
                <c:pt idx="5860">
                  <c:v>42.696556091308601</c:v>
                </c:pt>
                <c:pt idx="5861">
                  <c:v>42.703487396240199</c:v>
                </c:pt>
                <c:pt idx="5862">
                  <c:v>42.716228485107401</c:v>
                </c:pt>
                <c:pt idx="5863">
                  <c:v>42.721298217773402</c:v>
                </c:pt>
                <c:pt idx="5864">
                  <c:v>42.708442687988303</c:v>
                </c:pt>
                <c:pt idx="5865">
                  <c:v>42.729545593261697</c:v>
                </c:pt>
                <c:pt idx="5866">
                  <c:v>42.749355316162102</c:v>
                </c:pt>
                <c:pt idx="5867">
                  <c:v>42.762161254882798</c:v>
                </c:pt>
                <c:pt idx="5868">
                  <c:v>42.754951477050803</c:v>
                </c:pt>
                <c:pt idx="5869">
                  <c:v>42.762409210205099</c:v>
                </c:pt>
                <c:pt idx="5870">
                  <c:v>42.770786285400398</c:v>
                </c:pt>
                <c:pt idx="5871">
                  <c:v>42.770538330078097</c:v>
                </c:pt>
                <c:pt idx="5872">
                  <c:v>42.7723388671875</c:v>
                </c:pt>
                <c:pt idx="5873">
                  <c:v>42.776576995849602</c:v>
                </c:pt>
                <c:pt idx="5874">
                  <c:v>42.773509979248097</c:v>
                </c:pt>
                <c:pt idx="5875">
                  <c:v>42.775794982910199</c:v>
                </c:pt>
                <c:pt idx="5876">
                  <c:v>42.774074554443402</c:v>
                </c:pt>
                <c:pt idx="5877">
                  <c:v>42.772918701171903</c:v>
                </c:pt>
                <c:pt idx="5878">
                  <c:v>42.773288726806598</c:v>
                </c:pt>
                <c:pt idx="5879">
                  <c:v>42.776100158691399</c:v>
                </c:pt>
                <c:pt idx="5880">
                  <c:v>42.778232574462898</c:v>
                </c:pt>
                <c:pt idx="5881">
                  <c:v>42.777675628662102</c:v>
                </c:pt>
                <c:pt idx="5882">
                  <c:v>42.776004791259801</c:v>
                </c:pt>
                <c:pt idx="5883">
                  <c:v>42.773216247558601</c:v>
                </c:pt>
                <c:pt idx="5884">
                  <c:v>42.771785736083999</c:v>
                </c:pt>
                <c:pt idx="5885">
                  <c:v>42.772708892822301</c:v>
                </c:pt>
                <c:pt idx="5886">
                  <c:v>42.789028167724602</c:v>
                </c:pt>
                <c:pt idx="5887">
                  <c:v>42.784873962402301</c:v>
                </c:pt>
                <c:pt idx="5888">
                  <c:v>42.778736114502003</c:v>
                </c:pt>
                <c:pt idx="5889">
                  <c:v>42.767017364502003</c:v>
                </c:pt>
                <c:pt idx="5890">
                  <c:v>42.772605895996101</c:v>
                </c:pt>
                <c:pt idx="5891">
                  <c:v>42.762790679931598</c:v>
                </c:pt>
                <c:pt idx="5892">
                  <c:v>42.761177062988303</c:v>
                </c:pt>
                <c:pt idx="5893">
                  <c:v>42.779529571533203</c:v>
                </c:pt>
                <c:pt idx="5894">
                  <c:v>42.79296875</c:v>
                </c:pt>
                <c:pt idx="5895">
                  <c:v>42.790622711181598</c:v>
                </c:pt>
                <c:pt idx="5896">
                  <c:v>42.789276123046903</c:v>
                </c:pt>
                <c:pt idx="5897">
                  <c:v>42.8096923828125</c:v>
                </c:pt>
                <c:pt idx="5898">
                  <c:v>42.847511291503899</c:v>
                </c:pt>
                <c:pt idx="5899">
                  <c:v>42.886409759521499</c:v>
                </c:pt>
                <c:pt idx="5900">
                  <c:v>42.879188537597699</c:v>
                </c:pt>
                <c:pt idx="5901">
                  <c:v>42.894374847412102</c:v>
                </c:pt>
                <c:pt idx="5902">
                  <c:v>42.889617919921903</c:v>
                </c:pt>
                <c:pt idx="5903">
                  <c:v>42.860790252685597</c:v>
                </c:pt>
                <c:pt idx="5904">
                  <c:v>42.898029327392599</c:v>
                </c:pt>
                <c:pt idx="5905">
                  <c:v>42.925846099853501</c:v>
                </c:pt>
                <c:pt idx="5906">
                  <c:v>42.921352386474602</c:v>
                </c:pt>
                <c:pt idx="5907">
                  <c:v>42.976165771484403</c:v>
                </c:pt>
                <c:pt idx="5908">
                  <c:v>42.978645324707003</c:v>
                </c:pt>
                <c:pt idx="5909">
                  <c:v>42.981693267822301</c:v>
                </c:pt>
                <c:pt idx="5910">
                  <c:v>42.989498138427699</c:v>
                </c:pt>
                <c:pt idx="5911">
                  <c:v>42.977218627929702</c:v>
                </c:pt>
                <c:pt idx="5912">
                  <c:v>42.986839294433601</c:v>
                </c:pt>
                <c:pt idx="5913">
                  <c:v>43.0244140625</c:v>
                </c:pt>
                <c:pt idx="5914">
                  <c:v>43.012245178222699</c:v>
                </c:pt>
                <c:pt idx="5915">
                  <c:v>43.028404235839801</c:v>
                </c:pt>
                <c:pt idx="5916">
                  <c:v>43.064125061035199</c:v>
                </c:pt>
                <c:pt idx="5917">
                  <c:v>43.087642669677699</c:v>
                </c:pt>
                <c:pt idx="5918">
                  <c:v>43.151767730712898</c:v>
                </c:pt>
                <c:pt idx="5919">
                  <c:v>43.130588531494098</c:v>
                </c:pt>
                <c:pt idx="5920">
                  <c:v>43.085235595703097</c:v>
                </c:pt>
                <c:pt idx="5921">
                  <c:v>43.073539733886697</c:v>
                </c:pt>
                <c:pt idx="5922">
                  <c:v>43.082096099853501</c:v>
                </c:pt>
                <c:pt idx="5923">
                  <c:v>43.083343505859403</c:v>
                </c:pt>
                <c:pt idx="5924">
                  <c:v>43.099891662597699</c:v>
                </c:pt>
                <c:pt idx="5925">
                  <c:v>43.142303466796903</c:v>
                </c:pt>
                <c:pt idx="5926">
                  <c:v>43.096057891845703</c:v>
                </c:pt>
                <c:pt idx="5927">
                  <c:v>43.151180267333999</c:v>
                </c:pt>
                <c:pt idx="5928">
                  <c:v>43.146705627441399</c:v>
                </c:pt>
                <c:pt idx="5929">
                  <c:v>43.185100555419901</c:v>
                </c:pt>
                <c:pt idx="5930">
                  <c:v>43.162277221679702</c:v>
                </c:pt>
                <c:pt idx="5931">
                  <c:v>43.175994873046903</c:v>
                </c:pt>
                <c:pt idx="5932">
                  <c:v>43.190876007080099</c:v>
                </c:pt>
                <c:pt idx="5933">
                  <c:v>43.199241638183601</c:v>
                </c:pt>
                <c:pt idx="5934">
                  <c:v>43.190921783447301</c:v>
                </c:pt>
                <c:pt idx="5935">
                  <c:v>43.219398498535199</c:v>
                </c:pt>
                <c:pt idx="5936">
                  <c:v>43.239456176757798</c:v>
                </c:pt>
                <c:pt idx="5937">
                  <c:v>43.236946105957003</c:v>
                </c:pt>
                <c:pt idx="5938">
                  <c:v>43.225166320800803</c:v>
                </c:pt>
                <c:pt idx="5939">
                  <c:v>43.210773468017599</c:v>
                </c:pt>
                <c:pt idx="5940">
                  <c:v>43.221492767333999</c:v>
                </c:pt>
                <c:pt idx="5941">
                  <c:v>43.219234466552699</c:v>
                </c:pt>
                <c:pt idx="5942">
                  <c:v>43.227634429931598</c:v>
                </c:pt>
                <c:pt idx="5943">
                  <c:v>43.232128143310597</c:v>
                </c:pt>
                <c:pt idx="5944">
                  <c:v>43.231063842773402</c:v>
                </c:pt>
                <c:pt idx="5945">
                  <c:v>43.224254608154297</c:v>
                </c:pt>
                <c:pt idx="5946">
                  <c:v>43.255348205566399</c:v>
                </c:pt>
                <c:pt idx="5947">
                  <c:v>43.259212493896499</c:v>
                </c:pt>
                <c:pt idx="5948">
                  <c:v>43.228061676025398</c:v>
                </c:pt>
                <c:pt idx="5949">
                  <c:v>43.249301910400398</c:v>
                </c:pt>
                <c:pt idx="5950">
                  <c:v>43.247692108154297</c:v>
                </c:pt>
                <c:pt idx="5951">
                  <c:v>43.240341186523402</c:v>
                </c:pt>
                <c:pt idx="5952">
                  <c:v>43.216644287109403</c:v>
                </c:pt>
                <c:pt idx="5953">
                  <c:v>43.200130462646499</c:v>
                </c:pt>
                <c:pt idx="5954">
                  <c:v>43.234565734863303</c:v>
                </c:pt>
                <c:pt idx="5955">
                  <c:v>43.216846466064503</c:v>
                </c:pt>
                <c:pt idx="5956">
                  <c:v>43.172271728515597</c:v>
                </c:pt>
                <c:pt idx="5957">
                  <c:v>43.121456146240199</c:v>
                </c:pt>
                <c:pt idx="5958">
                  <c:v>43.086723327636697</c:v>
                </c:pt>
                <c:pt idx="5959">
                  <c:v>43.081260681152301</c:v>
                </c:pt>
                <c:pt idx="5960">
                  <c:v>43.082626342773402</c:v>
                </c:pt>
                <c:pt idx="5961">
                  <c:v>43.082439422607401</c:v>
                </c:pt>
                <c:pt idx="5962">
                  <c:v>43.052879333496101</c:v>
                </c:pt>
                <c:pt idx="5963">
                  <c:v>42.998226165771499</c:v>
                </c:pt>
                <c:pt idx="5964">
                  <c:v>42.978404998779297</c:v>
                </c:pt>
                <c:pt idx="5965">
                  <c:v>42.9869575500488</c:v>
                </c:pt>
                <c:pt idx="5966">
                  <c:v>42.966800689697301</c:v>
                </c:pt>
                <c:pt idx="5967">
                  <c:v>42.966995239257798</c:v>
                </c:pt>
                <c:pt idx="5968">
                  <c:v>42.969799041748097</c:v>
                </c:pt>
                <c:pt idx="5969">
                  <c:v>42.956451416015597</c:v>
                </c:pt>
                <c:pt idx="5970">
                  <c:v>42.944908142089801</c:v>
                </c:pt>
                <c:pt idx="5971">
                  <c:v>42.913871765136697</c:v>
                </c:pt>
                <c:pt idx="5972">
                  <c:v>42.877536773681598</c:v>
                </c:pt>
                <c:pt idx="5973">
                  <c:v>42.860916137695298</c:v>
                </c:pt>
                <c:pt idx="5974">
                  <c:v>42.8484497070313</c:v>
                </c:pt>
                <c:pt idx="5975">
                  <c:v>42.823657989502003</c:v>
                </c:pt>
                <c:pt idx="5976">
                  <c:v>42.8140869140625</c:v>
                </c:pt>
                <c:pt idx="5977">
                  <c:v>42.805606842041001</c:v>
                </c:pt>
                <c:pt idx="5978">
                  <c:v>42.789524078369098</c:v>
                </c:pt>
                <c:pt idx="5979">
                  <c:v>42.783847808837898</c:v>
                </c:pt>
                <c:pt idx="5980">
                  <c:v>42.779518127441399</c:v>
                </c:pt>
                <c:pt idx="5981">
                  <c:v>42.778213500976598</c:v>
                </c:pt>
                <c:pt idx="5982">
                  <c:v>42.779079437255902</c:v>
                </c:pt>
                <c:pt idx="5983">
                  <c:v>42.777309417724602</c:v>
                </c:pt>
                <c:pt idx="5984">
                  <c:v>42.778854370117202</c:v>
                </c:pt>
                <c:pt idx="5985">
                  <c:v>42.780445098877003</c:v>
                </c:pt>
                <c:pt idx="5986">
                  <c:v>42.777572631835902</c:v>
                </c:pt>
                <c:pt idx="5987">
                  <c:v>42.775741577148402</c:v>
                </c:pt>
                <c:pt idx="5988">
                  <c:v>42.773082733154297</c:v>
                </c:pt>
                <c:pt idx="5989">
                  <c:v>42.771717071533203</c:v>
                </c:pt>
                <c:pt idx="5990">
                  <c:v>42.7710151672363</c:v>
                </c:pt>
                <c:pt idx="5991">
                  <c:v>42.771453857421903</c:v>
                </c:pt>
                <c:pt idx="5992">
                  <c:v>42.770999908447301</c:v>
                </c:pt>
                <c:pt idx="5993">
                  <c:v>42.749141693115199</c:v>
                </c:pt>
                <c:pt idx="5994">
                  <c:v>42.7369575500488</c:v>
                </c:pt>
                <c:pt idx="5995">
                  <c:v>42.751602172851598</c:v>
                </c:pt>
                <c:pt idx="5996">
                  <c:v>42.720039367675803</c:v>
                </c:pt>
                <c:pt idx="5997">
                  <c:v>42.7325630187988</c:v>
                </c:pt>
                <c:pt idx="5998">
                  <c:v>42.703910827636697</c:v>
                </c:pt>
                <c:pt idx="5999">
                  <c:v>42.642631530761697</c:v>
                </c:pt>
                <c:pt idx="6000">
                  <c:v>42.624691009521499</c:v>
                </c:pt>
                <c:pt idx="6001">
                  <c:v>42.639499664306598</c:v>
                </c:pt>
                <c:pt idx="6002">
                  <c:v>42.679283142089801</c:v>
                </c:pt>
                <c:pt idx="6003">
                  <c:v>42.662803649902301</c:v>
                </c:pt>
                <c:pt idx="6004">
                  <c:v>42.593936920166001</c:v>
                </c:pt>
                <c:pt idx="6005">
                  <c:v>42.579856872558601</c:v>
                </c:pt>
                <c:pt idx="6006">
                  <c:v>42.457115173339801</c:v>
                </c:pt>
                <c:pt idx="6007">
                  <c:v>42.380271911621101</c:v>
                </c:pt>
                <c:pt idx="6008">
                  <c:v>42.337451934814503</c:v>
                </c:pt>
                <c:pt idx="6009">
                  <c:v>42.182594299316399</c:v>
                </c:pt>
                <c:pt idx="6010">
                  <c:v>42.180614471435597</c:v>
                </c:pt>
                <c:pt idx="6011">
                  <c:v>42.0805053710938</c:v>
                </c:pt>
                <c:pt idx="6012">
                  <c:v>42.005416870117202</c:v>
                </c:pt>
                <c:pt idx="6013">
                  <c:v>41.985836029052699</c:v>
                </c:pt>
                <c:pt idx="6014">
                  <c:v>41.969562530517599</c:v>
                </c:pt>
                <c:pt idx="6015">
                  <c:v>41.955230712890597</c:v>
                </c:pt>
                <c:pt idx="6016">
                  <c:v>41.852264404296903</c:v>
                </c:pt>
                <c:pt idx="6017">
                  <c:v>41.782745361328097</c:v>
                </c:pt>
                <c:pt idx="6018">
                  <c:v>41.819129943847699</c:v>
                </c:pt>
                <c:pt idx="6019">
                  <c:v>41.766090393066399</c:v>
                </c:pt>
                <c:pt idx="6020">
                  <c:v>41.7702827453613</c:v>
                </c:pt>
                <c:pt idx="6021">
                  <c:v>41.726062774658203</c:v>
                </c:pt>
                <c:pt idx="6022">
                  <c:v>41.723415374755902</c:v>
                </c:pt>
                <c:pt idx="6023">
                  <c:v>41.704513549804702</c:v>
                </c:pt>
                <c:pt idx="6024">
                  <c:v>41.653369903564503</c:v>
                </c:pt>
                <c:pt idx="6025">
                  <c:v>41.596614837646499</c:v>
                </c:pt>
                <c:pt idx="6026">
                  <c:v>41.568252563476598</c:v>
                </c:pt>
                <c:pt idx="6027">
                  <c:v>41.592720031738303</c:v>
                </c:pt>
                <c:pt idx="6028">
                  <c:v>41.527645111083999</c:v>
                </c:pt>
                <c:pt idx="6029">
                  <c:v>41.351062774658203</c:v>
                </c:pt>
                <c:pt idx="6030">
                  <c:v>41.320346832275398</c:v>
                </c:pt>
                <c:pt idx="6031">
                  <c:v>41.260116577148402</c:v>
                </c:pt>
                <c:pt idx="6032">
                  <c:v>41.341087341308601</c:v>
                </c:pt>
                <c:pt idx="6033">
                  <c:v>41.361915588378899</c:v>
                </c:pt>
                <c:pt idx="6034">
                  <c:v>41.454948425292997</c:v>
                </c:pt>
                <c:pt idx="6035">
                  <c:v>41.493457794189503</c:v>
                </c:pt>
                <c:pt idx="6036">
                  <c:v>41.402233123779297</c:v>
                </c:pt>
                <c:pt idx="6037">
                  <c:v>41.347217559814503</c:v>
                </c:pt>
                <c:pt idx="6038">
                  <c:v>41.227489471435597</c:v>
                </c:pt>
                <c:pt idx="6039">
                  <c:v>41.169776916503899</c:v>
                </c:pt>
                <c:pt idx="6040">
                  <c:v>41.134185791015597</c:v>
                </c:pt>
                <c:pt idx="6041">
                  <c:v>41.162673950195298</c:v>
                </c:pt>
                <c:pt idx="6042">
                  <c:v>41.208614349365199</c:v>
                </c:pt>
                <c:pt idx="6043">
                  <c:v>41.186923980712898</c:v>
                </c:pt>
                <c:pt idx="6044">
                  <c:v>41.175384521484403</c:v>
                </c:pt>
                <c:pt idx="6045">
                  <c:v>41.197555541992202</c:v>
                </c:pt>
                <c:pt idx="6046">
                  <c:v>41.207462310791001</c:v>
                </c:pt>
                <c:pt idx="6047">
                  <c:v>41.2230224609375</c:v>
                </c:pt>
                <c:pt idx="6048">
                  <c:v>41.109836578369098</c:v>
                </c:pt>
                <c:pt idx="6049">
                  <c:v>41.184730529785199</c:v>
                </c:pt>
                <c:pt idx="6050">
                  <c:v>41.2451362609863</c:v>
                </c:pt>
                <c:pt idx="6051">
                  <c:v>41.269187927246101</c:v>
                </c:pt>
                <c:pt idx="6052">
                  <c:v>41.236858367919901</c:v>
                </c:pt>
                <c:pt idx="6053">
                  <c:v>41.301803588867202</c:v>
                </c:pt>
                <c:pt idx="6054">
                  <c:v>41.265285491943402</c:v>
                </c:pt>
                <c:pt idx="6055">
                  <c:v>41.258907318115199</c:v>
                </c:pt>
                <c:pt idx="6056">
                  <c:v>41.350650787353501</c:v>
                </c:pt>
                <c:pt idx="6057">
                  <c:v>41.426559448242202</c:v>
                </c:pt>
                <c:pt idx="6058">
                  <c:v>41.333824157714801</c:v>
                </c:pt>
                <c:pt idx="6059">
                  <c:v>41.383628845214801</c:v>
                </c:pt>
                <c:pt idx="6060">
                  <c:v>41.496433258056598</c:v>
                </c:pt>
                <c:pt idx="6061">
                  <c:v>41.603996276855497</c:v>
                </c:pt>
                <c:pt idx="6062">
                  <c:v>41.590278625488303</c:v>
                </c:pt>
                <c:pt idx="6063">
                  <c:v>41.5886421203613</c:v>
                </c:pt>
                <c:pt idx="6064">
                  <c:v>41.676891326904297</c:v>
                </c:pt>
                <c:pt idx="6065">
                  <c:v>41.7458305358887</c:v>
                </c:pt>
                <c:pt idx="6066">
                  <c:v>41.7487602233887</c:v>
                </c:pt>
                <c:pt idx="6067">
                  <c:v>41.780773162841797</c:v>
                </c:pt>
                <c:pt idx="6068">
                  <c:v>41.821556091308601</c:v>
                </c:pt>
                <c:pt idx="6069">
                  <c:v>41.851554870605497</c:v>
                </c:pt>
                <c:pt idx="6070">
                  <c:v>41.850391387939503</c:v>
                </c:pt>
                <c:pt idx="6071">
                  <c:v>41.871082305908203</c:v>
                </c:pt>
                <c:pt idx="6072">
                  <c:v>41.907039642333999</c:v>
                </c:pt>
                <c:pt idx="6073">
                  <c:v>41.900825500488303</c:v>
                </c:pt>
                <c:pt idx="6074">
                  <c:v>41.878429412841797</c:v>
                </c:pt>
                <c:pt idx="6075">
                  <c:v>41.886394500732401</c:v>
                </c:pt>
                <c:pt idx="6076">
                  <c:v>41.8778686523438</c:v>
                </c:pt>
                <c:pt idx="6077">
                  <c:v>41.875919342041001</c:v>
                </c:pt>
                <c:pt idx="6078">
                  <c:v>41.904190063476598</c:v>
                </c:pt>
                <c:pt idx="6079">
                  <c:v>41.977512359619098</c:v>
                </c:pt>
                <c:pt idx="6080">
                  <c:v>41.9779663085938</c:v>
                </c:pt>
                <c:pt idx="6081">
                  <c:v>41.9548530578613</c:v>
                </c:pt>
                <c:pt idx="6082">
                  <c:v>41.949436187744098</c:v>
                </c:pt>
                <c:pt idx="6083">
                  <c:v>42.0171508789063</c:v>
                </c:pt>
                <c:pt idx="6084">
                  <c:v>42.020133972167997</c:v>
                </c:pt>
                <c:pt idx="6085">
                  <c:v>42.006336212158203</c:v>
                </c:pt>
                <c:pt idx="6086">
                  <c:v>41.973506927490199</c:v>
                </c:pt>
                <c:pt idx="6087">
                  <c:v>42.004589080810597</c:v>
                </c:pt>
                <c:pt idx="6088">
                  <c:v>42.060585021972699</c:v>
                </c:pt>
                <c:pt idx="6089">
                  <c:v>42.065952301025398</c:v>
                </c:pt>
                <c:pt idx="6090">
                  <c:v>42.024532318115199</c:v>
                </c:pt>
                <c:pt idx="6091">
                  <c:v>42.049606323242202</c:v>
                </c:pt>
                <c:pt idx="6092">
                  <c:v>42.028362274169901</c:v>
                </c:pt>
                <c:pt idx="6093">
                  <c:v>42.049713134765597</c:v>
                </c:pt>
                <c:pt idx="6094">
                  <c:v>42.059707641601598</c:v>
                </c:pt>
                <c:pt idx="6095">
                  <c:v>42.100433349609403</c:v>
                </c:pt>
                <c:pt idx="6096">
                  <c:v>42.264278411865199</c:v>
                </c:pt>
                <c:pt idx="6097">
                  <c:v>42.370948791503899</c:v>
                </c:pt>
                <c:pt idx="6098">
                  <c:v>42.392776489257798</c:v>
                </c:pt>
                <c:pt idx="6099">
                  <c:v>42.269821166992202</c:v>
                </c:pt>
                <c:pt idx="6100">
                  <c:v>42.177986145019503</c:v>
                </c:pt>
                <c:pt idx="6101">
                  <c:v>42.317947387695298</c:v>
                </c:pt>
                <c:pt idx="6102">
                  <c:v>42.448940277099602</c:v>
                </c:pt>
                <c:pt idx="6103">
                  <c:v>42.540119171142599</c:v>
                </c:pt>
                <c:pt idx="6104">
                  <c:v>42.524574279785199</c:v>
                </c:pt>
                <c:pt idx="6105">
                  <c:v>42.4600830078125</c:v>
                </c:pt>
                <c:pt idx="6106">
                  <c:v>42.363254547119098</c:v>
                </c:pt>
                <c:pt idx="6107">
                  <c:v>42.424556732177699</c:v>
                </c:pt>
                <c:pt idx="6108">
                  <c:v>42.561634063720703</c:v>
                </c:pt>
                <c:pt idx="6109">
                  <c:v>42.605236053466797</c:v>
                </c:pt>
                <c:pt idx="6110">
                  <c:v>42.680171966552699</c:v>
                </c:pt>
                <c:pt idx="6111">
                  <c:v>42.724002838134801</c:v>
                </c:pt>
                <c:pt idx="6112">
                  <c:v>42.746517181396499</c:v>
                </c:pt>
                <c:pt idx="6113">
                  <c:v>42.719879150390597</c:v>
                </c:pt>
                <c:pt idx="6114">
                  <c:v>42.723159790039098</c:v>
                </c:pt>
                <c:pt idx="6115">
                  <c:v>42.715564727783203</c:v>
                </c:pt>
                <c:pt idx="6116">
                  <c:v>42.719486236572301</c:v>
                </c:pt>
                <c:pt idx="6117">
                  <c:v>42.681934356689503</c:v>
                </c:pt>
                <c:pt idx="6118">
                  <c:v>42.704715728759801</c:v>
                </c:pt>
                <c:pt idx="6119">
                  <c:v>42.736572265625</c:v>
                </c:pt>
                <c:pt idx="6120">
                  <c:v>42.755874633789098</c:v>
                </c:pt>
                <c:pt idx="6121">
                  <c:v>42.763130187988303</c:v>
                </c:pt>
                <c:pt idx="6122">
                  <c:v>42.766609191894503</c:v>
                </c:pt>
                <c:pt idx="6123">
                  <c:v>42.7597045898438</c:v>
                </c:pt>
                <c:pt idx="6124">
                  <c:v>42.764850616455099</c:v>
                </c:pt>
                <c:pt idx="6125">
                  <c:v>42.767490386962898</c:v>
                </c:pt>
                <c:pt idx="6126">
                  <c:v>42.789676666259801</c:v>
                </c:pt>
                <c:pt idx="6127">
                  <c:v>42.7895698547363</c:v>
                </c:pt>
                <c:pt idx="6128">
                  <c:v>42.7954292297363</c:v>
                </c:pt>
                <c:pt idx="6129">
                  <c:v>42.787921905517599</c:v>
                </c:pt>
                <c:pt idx="6130">
                  <c:v>42.7916450500488</c:v>
                </c:pt>
                <c:pt idx="6131">
                  <c:v>42.825000762939503</c:v>
                </c:pt>
                <c:pt idx="6132">
                  <c:v>42.863372802734403</c:v>
                </c:pt>
                <c:pt idx="6133">
                  <c:v>42.896224975585902</c:v>
                </c:pt>
                <c:pt idx="6134">
                  <c:v>42.938056945800803</c:v>
                </c:pt>
                <c:pt idx="6135">
                  <c:v>42.978363037109403</c:v>
                </c:pt>
                <c:pt idx="6136">
                  <c:v>43.017696380615199</c:v>
                </c:pt>
                <c:pt idx="6137">
                  <c:v>43.025367736816399</c:v>
                </c:pt>
                <c:pt idx="6138">
                  <c:v>43.015201568603501</c:v>
                </c:pt>
                <c:pt idx="6139">
                  <c:v>43.100738525390597</c:v>
                </c:pt>
                <c:pt idx="6140">
                  <c:v>43.184993743896499</c:v>
                </c:pt>
                <c:pt idx="6141">
                  <c:v>43.228919982910199</c:v>
                </c:pt>
                <c:pt idx="6142">
                  <c:v>43.209384918212898</c:v>
                </c:pt>
                <c:pt idx="6143">
                  <c:v>43.214088439941399</c:v>
                </c:pt>
                <c:pt idx="6144">
                  <c:v>43.210121154785199</c:v>
                </c:pt>
                <c:pt idx="6145">
                  <c:v>43.301994323730497</c:v>
                </c:pt>
                <c:pt idx="6146">
                  <c:v>43.3367729187012</c:v>
                </c:pt>
                <c:pt idx="6147">
                  <c:v>43.353477478027301</c:v>
                </c:pt>
                <c:pt idx="6148">
                  <c:v>43.413219451904297</c:v>
                </c:pt>
                <c:pt idx="6149">
                  <c:v>43.469779968261697</c:v>
                </c:pt>
                <c:pt idx="6150">
                  <c:v>43.558849334716797</c:v>
                </c:pt>
                <c:pt idx="6151">
                  <c:v>43.585212707519503</c:v>
                </c:pt>
                <c:pt idx="6152">
                  <c:v>43.602718353271499</c:v>
                </c:pt>
                <c:pt idx="6153">
                  <c:v>43.694664001464801</c:v>
                </c:pt>
                <c:pt idx="6154">
                  <c:v>43.920627593994098</c:v>
                </c:pt>
                <c:pt idx="6155">
                  <c:v>44.103313446044901</c:v>
                </c:pt>
                <c:pt idx="6156">
                  <c:v>44.132125854492202</c:v>
                </c:pt>
                <c:pt idx="6157">
                  <c:v>44.22412109375</c:v>
                </c:pt>
                <c:pt idx="6158">
                  <c:v>44.311550140380902</c:v>
                </c:pt>
                <c:pt idx="6159">
                  <c:v>44.349613189697301</c:v>
                </c:pt>
                <c:pt idx="6160">
                  <c:v>44.373832702636697</c:v>
                </c:pt>
                <c:pt idx="6161">
                  <c:v>44.389255523681598</c:v>
                </c:pt>
                <c:pt idx="6162">
                  <c:v>44.407646179199197</c:v>
                </c:pt>
                <c:pt idx="6163">
                  <c:v>44.425197601318402</c:v>
                </c:pt>
                <c:pt idx="6164">
                  <c:v>44.444652557373097</c:v>
                </c:pt>
                <c:pt idx="6165">
                  <c:v>44.472404479980497</c:v>
                </c:pt>
                <c:pt idx="6166">
                  <c:v>44.492847442627003</c:v>
                </c:pt>
                <c:pt idx="6167">
                  <c:v>44.520401000976598</c:v>
                </c:pt>
                <c:pt idx="6168">
                  <c:v>44.557159423828097</c:v>
                </c:pt>
                <c:pt idx="6169">
                  <c:v>44.586711883544901</c:v>
                </c:pt>
                <c:pt idx="6170">
                  <c:v>44.645427703857401</c:v>
                </c:pt>
                <c:pt idx="6171">
                  <c:v>44.717243194580099</c:v>
                </c:pt>
                <c:pt idx="6172">
                  <c:v>44.807907104492202</c:v>
                </c:pt>
                <c:pt idx="6173">
                  <c:v>44.869480133056598</c:v>
                </c:pt>
                <c:pt idx="6174">
                  <c:v>44.881374359130902</c:v>
                </c:pt>
                <c:pt idx="6175">
                  <c:v>44.970436096191399</c:v>
                </c:pt>
                <c:pt idx="6176">
                  <c:v>44.995841979980497</c:v>
                </c:pt>
                <c:pt idx="6177">
                  <c:v>45.010459899902301</c:v>
                </c:pt>
                <c:pt idx="6178">
                  <c:v>45.078910827636697</c:v>
                </c:pt>
                <c:pt idx="6179">
                  <c:v>45.156520843505902</c:v>
                </c:pt>
                <c:pt idx="6180">
                  <c:v>45.155647277832003</c:v>
                </c:pt>
                <c:pt idx="6181">
                  <c:v>45.170486450195298</c:v>
                </c:pt>
                <c:pt idx="6182">
                  <c:v>45.195186614990199</c:v>
                </c:pt>
                <c:pt idx="6183">
                  <c:v>45.2357177734375</c:v>
                </c:pt>
                <c:pt idx="6184">
                  <c:v>45.2557373046875</c:v>
                </c:pt>
                <c:pt idx="6185">
                  <c:v>45.271007537841797</c:v>
                </c:pt>
                <c:pt idx="6186">
                  <c:v>45.254337310791001</c:v>
                </c:pt>
                <c:pt idx="6187">
                  <c:v>45.262779235839801</c:v>
                </c:pt>
                <c:pt idx="6188">
                  <c:v>45.297321319580099</c:v>
                </c:pt>
                <c:pt idx="6189">
                  <c:v>45.300216674804702</c:v>
                </c:pt>
                <c:pt idx="6190">
                  <c:v>45.331222534179702</c:v>
                </c:pt>
                <c:pt idx="6191">
                  <c:v>45.387420654296903</c:v>
                </c:pt>
                <c:pt idx="6192">
                  <c:v>45.358318328857401</c:v>
                </c:pt>
                <c:pt idx="6193">
                  <c:v>45.400669097900398</c:v>
                </c:pt>
                <c:pt idx="6194">
                  <c:v>45.433841705322301</c:v>
                </c:pt>
                <c:pt idx="6195">
                  <c:v>45.519554138183601</c:v>
                </c:pt>
                <c:pt idx="6196">
                  <c:v>45.567691802978501</c:v>
                </c:pt>
                <c:pt idx="6197">
                  <c:v>45.596366882324197</c:v>
                </c:pt>
                <c:pt idx="6198">
                  <c:v>45.6063423156738</c:v>
                </c:pt>
                <c:pt idx="6199">
                  <c:v>45.630851745605497</c:v>
                </c:pt>
                <c:pt idx="6200">
                  <c:v>45.637962341308601</c:v>
                </c:pt>
                <c:pt idx="6201">
                  <c:v>45.693931579589801</c:v>
                </c:pt>
                <c:pt idx="6202">
                  <c:v>45.749168395996101</c:v>
                </c:pt>
                <c:pt idx="6203">
                  <c:v>45.787845611572301</c:v>
                </c:pt>
                <c:pt idx="6204">
                  <c:v>45.814464569091797</c:v>
                </c:pt>
                <c:pt idx="6205">
                  <c:v>45.849002838134801</c:v>
                </c:pt>
                <c:pt idx="6206">
                  <c:v>45.879585266113303</c:v>
                </c:pt>
                <c:pt idx="6207">
                  <c:v>45.899578094482401</c:v>
                </c:pt>
                <c:pt idx="6208">
                  <c:v>45.919765472412102</c:v>
                </c:pt>
                <c:pt idx="6209">
                  <c:v>45.928482055664098</c:v>
                </c:pt>
                <c:pt idx="6210">
                  <c:v>45.941295623779297</c:v>
                </c:pt>
                <c:pt idx="6211">
                  <c:v>45.952865600585902</c:v>
                </c:pt>
                <c:pt idx="6212">
                  <c:v>45.966999053955099</c:v>
                </c:pt>
                <c:pt idx="6213">
                  <c:v>45.975902557373097</c:v>
                </c:pt>
                <c:pt idx="6214">
                  <c:v>45.980091094970703</c:v>
                </c:pt>
                <c:pt idx="6215">
                  <c:v>45.981819152832003</c:v>
                </c:pt>
                <c:pt idx="6216">
                  <c:v>45.983940124511697</c:v>
                </c:pt>
                <c:pt idx="6217">
                  <c:v>45.9833374023438</c:v>
                </c:pt>
                <c:pt idx="6218">
                  <c:v>45.982173919677699</c:v>
                </c:pt>
                <c:pt idx="6219">
                  <c:v>45.981796264648402</c:v>
                </c:pt>
                <c:pt idx="6220">
                  <c:v>45.983928680419901</c:v>
                </c:pt>
                <c:pt idx="6221">
                  <c:v>45.985019683837898</c:v>
                </c:pt>
                <c:pt idx="6222">
                  <c:v>45.985584259033203</c:v>
                </c:pt>
                <c:pt idx="6223">
                  <c:v>45.985870361328097</c:v>
                </c:pt>
                <c:pt idx="6224">
                  <c:v>45.986019134521499</c:v>
                </c:pt>
                <c:pt idx="6225">
                  <c:v>45.986095428466797</c:v>
                </c:pt>
                <c:pt idx="6226">
                  <c:v>45.986133575439503</c:v>
                </c:pt>
                <c:pt idx="6227">
                  <c:v>45.986152648925803</c:v>
                </c:pt>
                <c:pt idx="6228">
                  <c:v>45.986164093017599</c:v>
                </c:pt>
                <c:pt idx="6229">
                  <c:v>45.986167907714801</c:v>
                </c:pt>
                <c:pt idx="6230">
                  <c:v>45.986171722412102</c:v>
                </c:pt>
                <c:pt idx="6231">
                  <c:v>45.986175537109403</c:v>
                </c:pt>
                <c:pt idx="6232">
                  <c:v>45.986175537109403</c:v>
                </c:pt>
                <c:pt idx="6233">
                  <c:v>45.986175537109403</c:v>
                </c:pt>
                <c:pt idx="6234">
                  <c:v>45.986175537109403</c:v>
                </c:pt>
                <c:pt idx="6235">
                  <c:v>45.986175537109403</c:v>
                </c:pt>
                <c:pt idx="6236">
                  <c:v>45.986175537109403</c:v>
                </c:pt>
                <c:pt idx="6237">
                  <c:v>45.986175537109403</c:v>
                </c:pt>
                <c:pt idx="6238">
                  <c:v>45.986175537109403</c:v>
                </c:pt>
                <c:pt idx="6239">
                  <c:v>45.986175537109403</c:v>
                </c:pt>
                <c:pt idx="6240">
                  <c:v>45.986175537109403</c:v>
                </c:pt>
                <c:pt idx="6241">
                  <c:v>45.986175537109403</c:v>
                </c:pt>
                <c:pt idx="6242">
                  <c:v>45.986175537109403</c:v>
                </c:pt>
                <c:pt idx="6243">
                  <c:v>45.986175537109403</c:v>
                </c:pt>
                <c:pt idx="6244">
                  <c:v>45.986175537109403</c:v>
                </c:pt>
                <c:pt idx="6245">
                  <c:v>45.986175537109403</c:v>
                </c:pt>
                <c:pt idx="6246">
                  <c:v>45.986175537109403</c:v>
                </c:pt>
                <c:pt idx="6247">
                  <c:v>45.986175537109403</c:v>
                </c:pt>
                <c:pt idx="6248">
                  <c:v>45.986175537109403</c:v>
                </c:pt>
                <c:pt idx="6249">
                  <c:v>45.986175537109403</c:v>
                </c:pt>
                <c:pt idx="6250">
                  <c:v>46.024990081787102</c:v>
                </c:pt>
                <c:pt idx="6251">
                  <c:v>46.006114959716797</c:v>
                </c:pt>
                <c:pt idx="6252">
                  <c:v>45.996410369873097</c:v>
                </c:pt>
                <c:pt idx="6253">
                  <c:v>45.991432189941399</c:v>
                </c:pt>
                <c:pt idx="6254">
                  <c:v>46.007190704345703</c:v>
                </c:pt>
                <c:pt idx="6255">
                  <c:v>46.206424713134801</c:v>
                </c:pt>
                <c:pt idx="6256">
                  <c:v>46.544448852539098</c:v>
                </c:pt>
                <c:pt idx="6257">
                  <c:v>46.6604194641113</c:v>
                </c:pt>
                <c:pt idx="6258">
                  <c:v>46.6283569335938</c:v>
                </c:pt>
                <c:pt idx="6259">
                  <c:v>46.677703857421903</c:v>
                </c:pt>
                <c:pt idx="6260">
                  <c:v>46.710289001464801</c:v>
                </c:pt>
                <c:pt idx="6261">
                  <c:v>46.819076538085902</c:v>
                </c:pt>
                <c:pt idx="6262">
                  <c:v>46.837162017822301</c:v>
                </c:pt>
                <c:pt idx="6263">
                  <c:v>47.3466186523438</c:v>
                </c:pt>
                <c:pt idx="6264">
                  <c:v>47.548500061035199</c:v>
                </c:pt>
                <c:pt idx="6265">
                  <c:v>47.755172729492202</c:v>
                </c:pt>
                <c:pt idx="6266">
                  <c:v>47.940853118896499</c:v>
                </c:pt>
                <c:pt idx="6267">
                  <c:v>48.0975952148438</c:v>
                </c:pt>
                <c:pt idx="6268">
                  <c:v>48.238727569580099</c:v>
                </c:pt>
                <c:pt idx="6269">
                  <c:v>48.333850860595703</c:v>
                </c:pt>
                <c:pt idx="6270">
                  <c:v>48.415771484375</c:v>
                </c:pt>
                <c:pt idx="6271">
                  <c:v>48.467567443847699</c:v>
                </c:pt>
                <c:pt idx="6272">
                  <c:v>48.460044860839801</c:v>
                </c:pt>
                <c:pt idx="6273">
                  <c:v>48.479122161865199</c:v>
                </c:pt>
                <c:pt idx="6274">
                  <c:v>48.492744445800803</c:v>
                </c:pt>
                <c:pt idx="6275">
                  <c:v>48.532379150390597</c:v>
                </c:pt>
                <c:pt idx="6276">
                  <c:v>48.550464630127003</c:v>
                </c:pt>
                <c:pt idx="6277">
                  <c:v>48.541980743408203</c:v>
                </c:pt>
                <c:pt idx="6278">
                  <c:v>48.573463439941399</c:v>
                </c:pt>
                <c:pt idx="6279">
                  <c:v>48.570743560791001</c:v>
                </c:pt>
                <c:pt idx="6280">
                  <c:v>48.640266418457003</c:v>
                </c:pt>
                <c:pt idx="6281">
                  <c:v>48.761417388916001</c:v>
                </c:pt>
                <c:pt idx="6282">
                  <c:v>48.882644653320298</c:v>
                </c:pt>
                <c:pt idx="6283">
                  <c:v>48.895217895507798</c:v>
                </c:pt>
                <c:pt idx="6284">
                  <c:v>49.020477294921903</c:v>
                </c:pt>
                <c:pt idx="6285">
                  <c:v>49.119625091552699</c:v>
                </c:pt>
                <c:pt idx="6286">
                  <c:v>49.126598358154297</c:v>
                </c:pt>
                <c:pt idx="6287">
                  <c:v>49.115451812744098</c:v>
                </c:pt>
                <c:pt idx="6288">
                  <c:v>49.133056640625</c:v>
                </c:pt>
                <c:pt idx="6289">
                  <c:v>49.180721282958999</c:v>
                </c:pt>
                <c:pt idx="6290">
                  <c:v>49.2434692382813</c:v>
                </c:pt>
                <c:pt idx="6291">
                  <c:v>49.269943237304702</c:v>
                </c:pt>
                <c:pt idx="6292">
                  <c:v>49.266487121582003</c:v>
                </c:pt>
                <c:pt idx="6293">
                  <c:v>49.284820556640597</c:v>
                </c:pt>
                <c:pt idx="6294">
                  <c:v>49.278305053710902</c:v>
                </c:pt>
                <c:pt idx="6295">
                  <c:v>49.283782958984403</c:v>
                </c:pt>
                <c:pt idx="6296">
                  <c:v>49.297065734863303</c:v>
                </c:pt>
                <c:pt idx="6297">
                  <c:v>49.3021240234375</c:v>
                </c:pt>
                <c:pt idx="6298">
                  <c:v>49.303115844726598</c:v>
                </c:pt>
                <c:pt idx="6299">
                  <c:v>49.305381774902301</c:v>
                </c:pt>
                <c:pt idx="6300">
                  <c:v>49.311771392822301</c:v>
                </c:pt>
                <c:pt idx="6301">
                  <c:v>49.311630249023402</c:v>
                </c:pt>
                <c:pt idx="6302">
                  <c:v>49.3145141601563</c:v>
                </c:pt>
                <c:pt idx="6303">
                  <c:v>49.314765930175803</c:v>
                </c:pt>
                <c:pt idx="6304">
                  <c:v>49.327823638916001</c:v>
                </c:pt>
                <c:pt idx="6305">
                  <c:v>49.346744537353501</c:v>
                </c:pt>
                <c:pt idx="6306">
                  <c:v>49.375717163085902</c:v>
                </c:pt>
                <c:pt idx="6307">
                  <c:v>49.396305084228501</c:v>
                </c:pt>
                <c:pt idx="6308">
                  <c:v>49.437091827392599</c:v>
                </c:pt>
                <c:pt idx="6309">
                  <c:v>49.518157958984403</c:v>
                </c:pt>
                <c:pt idx="6310">
                  <c:v>49.544815063476598</c:v>
                </c:pt>
                <c:pt idx="6311">
                  <c:v>49.604423522949197</c:v>
                </c:pt>
                <c:pt idx="6312">
                  <c:v>49.631698608398402</c:v>
                </c:pt>
                <c:pt idx="6313">
                  <c:v>49.686248779296903</c:v>
                </c:pt>
                <c:pt idx="6314">
                  <c:v>49.735054016113303</c:v>
                </c:pt>
                <c:pt idx="6315">
                  <c:v>49.806598663330099</c:v>
                </c:pt>
                <c:pt idx="6316">
                  <c:v>49.925827026367202</c:v>
                </c:pt>
                <c:pt idx="6317">
                  <c:v>49.9898490905762</c:v>
                </c:pt>
                <c:pt idx="6318">
                  <c:v>50.099025726318402</c:v>
                </c:pt>
                <c:pt idx="6319">
                  <c:v>50.1520385742188</c:v>
                </c:pt>
                <c:pt idx="6320">
                  <c:v>50.263996124267599</c:v>
                </c:pt>
                <c:pt idx="6321">
                  <c:v>50.557659149169901</c:v>
                </c:pt>
                <c:pt idx="6322">
                  <c:v>50.7081108093262</c:v>
                </c:pt>
                <c:pt idx="6323">
                  <c:v>50.798072814941399</c:v>
                </c:pt>
                <c:pt idx="6324">
                  <c:v>50.8403511047363</c:v>
                </c:pt>
                <c:pt idx="6325">
                  <c:v>50.880008697509801</c:v>
                </c:pt>
                <c:pt idx="6326">
                  <c:v>50.912452697753899</c:v>
                </c:pt>
                <c:pt idx="6327">
                  <c:v>50.959007263183601</c:v>
                </c:pt>
                <c:pt idx="6328">
                  <c:v>51.047199249267599</c:v>
                </c:pt>
                <c:pt idx="6329">
                  <c:v>51.09033203125</c:v>
                </c:pt>
                <c:pt idx="6330">
                  <c:v>51.209049224853501</c:v>
                </c:pt>
                <c:pt idx="6331">
                  <c:v>51.471427917480497</c:v>
                </c:pt>
                <c:pt idx="6332">
                  <c:v>51.753501892089801</c:v>
                </c:pt>
                <c:pt idx="6333">
                  <c:v>52.0524291992188</c:v>
                </c:pt>
                <c:pt idx="6334">
                  <c:v>52.281929016113303</c:v>
                </c:pt>
                <c:pt idx="6335">
                  <c:v>52.422599792480497</c:v>
                </c:pt>
                <c:pt idx="6336">
                  <c:v>52.494861602783203</c:v>
                </c:pt>
                <c:pt idx="6337">
                  <c:v>52.5319633483887</c:v>
                </c:pt>
                <c:pt idx="6338">
                  <c:v>52.551002502441399</c:v>
                </c:pt>
                <c:pt idx="6339">
                  <c:v>52.560791015625</c:v>
                </c:pt>
                <c:pt idx="6340">
                  <c:v>52.565811157226598</c:v>
                </c:pt>
                <c:pt idx="6341">
                  <c:v>52.569488525390597</c:v>
                </c:pt>
                <c:pt idx="6342">
                  <c:v>52.582592010498097</c:v>
                </c:pt>
                <c:pt idx="6343">
                  <c:v>52.609458923339801</c:v>
                </c:pt>
                <c:pt idx="6344">
                  <c:v>52.614585876464801</c:v>
                </c:pt>
                <c:pt idx="6345">
                  <c:v>52.658893585205099</c:v>
                </c:pt>
                <c:pt idx="6346">
                  <c:v>52.763069152832003</c:v>
                </c:pt>
                <c:pt idx="6347">
                  <c:v>52.856021881103501</c:v>
                </c:pt>
                <c:pt idx="6348">
                  <c:v>52.9178276062012</c:v>
                </c:pt>
                <c:pt idx="6349">
                  <c:v>52.9806938171387</c:v>
                </c:pt>
                <c:pt idx="6350">
                  <c:v>53.099903106689503</c:v>
                </c:pt>
                <c:pt idx="6351">
                  <c:v>53.182033538818402</c:v>
                </c:pt>
                <c:pt idx="6352">
                  <c:v>53.237178802490199</c:v>
                </c:pt>
                <c:pt idx="6353">
                  <c:v>53.2839965820313</c:v>
                </c:pt>
                <c:pt idx="6354">
                  <c:v>53.3830757141113</c:v>
                </c:pt>
                <c:pt idx="6355">
                  <c:v>53.535316467285199</c:v>
                </c:pt>
                <c:pt idx="6356">
                  <c:v>53.707489013671903</c:v>
                </c:pt>
                <c:pt idx="6357">
                  <c:v>53.881187438964801</c:v>
                </c:pt>
                <c:pt idx="6358">
                  <c:v>53.969718933105497</c:v>
                </c:pt>
                <c:pt idx="6359">
                  <c:v>54.021060943603501</c:v>
                </c:pt>
                <c:pt idx="6360">
                  <c:v>54.0897827148438</c:v>
                </c:pt>
                <c:pt idx="6361">
                  <c:v>54.125640869140597</c:v>
                </c:pt>
                <c:pt idx="6362">
                  <c:v>54.148891448974602</c:v>
                </c:pt>
                <c:pt idx="6363">
                  <c:v>54.1658935546875</c:v>
                </c:pt>
                <c:pt idx="6364">
                  <c:v>54.311805725097699</c:v>
                </c:pt>
                <c:pt idx="6365">
                  <c:v>54.426876068115199</c:v>
                </c:pt>
                <c:pt idx="6366">
                  <c:v>54.625633239746101</c:v>
                </c:pt>
                <c:pt idx="6367">
                  <c:v>54.753513336181598</c:v>
                </c:pt>
                <c:pt idx="6368">
                  <c:v>54.879776000976598</c:v>
                </c:pt>
                <c:pt idx="6369">
                  <c:v>55.143032073974602</c:v>
                </c:pt>
                <c:pt idx="6370">
                  <c:v>55.355472564697301</c:v>
                </c:pt>
                <c:pt idx="6371">
                  <c:v>55.550327301025398</c:v>
                </c:pt>
                <c:pt idx="6372">
                  <c:v>55.680652618408203</c:v>
                </c:pt>
                <c:pt idx="6373">
                  <c:v>55.757240295410199</c:v>
                </c:pt>
                <c:pt idx="6374">
                  <c:v>55.7982368469238</c:v>
                </c:pt>
                <c:pt idx="6375">
                  <c:v>55.825881958007798</c:v>
                </c:pt>
                <c:pt idx="6376">
                  <c:v>55.845870971679702</c:v>
                </c:pt>
                <c:pt idx="6377">
                  <c:v>55.891616821289098</c:v>
                </c:pt>
                <c:pt idx="6378">
                  <c:v>55.899215698242202</c:v>
                </c:pt>
                <c:pt idx="6379">
                  <c:v>55.982284545898402</c:v>
                </c:pt>
                <c:pt idx="6380">
                  <c:v>56.046344757080099</c:v>
                </c:pt>
                <c:pt idx="6381">
                  <c:v>56.1060180664063</c:v>
                </c:pt>
                <c:pt idx="6382">
                  <c:v>56.2068481445313</c:v>
                </c:pt>
                <c:pt idx="6383">
                  <c:v>56.274082183837898</c:v>
                </c:pt>
                <c:pt idx="6384">
                  <c:v>56.413364410400398</c:v>
                </c:pt>
                <c:pt idx="6385">
                  <c:v>56.565391540527301</c:v>
                </c:pt>
                <c:pt idx="6386">
                  <c:v>56.7606010437012</c:v>
                </c:pt>
                <c:pt idx="6387">
                  <c:v>57.0159721374512</c:v>
                </c:pt>
                <c:pt idx="6388">
                  <c:v>57.2166557312012</c:v>
                </c:pt>
                <c:pt idx="6389">
                  <c:v>57.3330688476563</c:v>
                </c:pt>
                <c:pt idx="6390">
                  <c:v>57.383922576904297</c:v>
                </c:pt>
                <c:pt idx="6391">
                  <c:v>57.450820922851598</c:v>
                </c:pt>
                <c:pt idx="6392">
                  <c:v>57.508338928222699</c:v>
                </c:pt>
                <c:pt idx="6393">
                  <c:v>57.5697631835938</c:v>
                </c:pt>
                <c:pt idx="6394">
                  <c:v>57.644027709960902</c:v>
                </c:pt>
                <c:pt idx="6395">
                  <c:v>57.730201721191399</c:v>
                </c:pt>
                <c:pt idx="6396">
                  <c:v>57.854343414306598</c:v>
                </c:pt>
                <c:pt idx="6397">
                  <c:v>57.979442596435597</c:v>
                </c:pt>
                <c:pt idx="6398">
                  <c:v>58.1031303405762</c:v>
                </c:pt>
                <c:pt idx="6399">
                  <c:v>58.203117370605497</c:v>
                </c:pt>
                <c:pt idx="6400">
                  <c:v>58.284805297851598</c:v>
                </c:pt>
                <c:pt idx="6401">
                  <c:v>58.4190864562988</c:v>
                </c:pt>
                <c:pt idx="6402">
                  <c:v>58.547935485839801</c:v>
                </c:pt>
                <c:pt idx="6403">
                  <c:v>58.653011322021499</c:v>
                </c:pt>
                <c:pt idx="6404">
                  <c:v>58.784763336181598</c:v>
                </c:pt>
                <c:pt idx="6405">
                  <c:v>58.878494262695298</c:v>
                </c:pt>
                <c:pt idx="6406">
                  <c:v>58.943061828613303</c:v>
                </c:pt>
                <c:pt idx="6407">
                  <c:v>59.068962097167997</c:v>
                </c:pt>
                <c:pt idx="6408">
                  <c:v>59.175579071044901</c:v>
                </c:pt>
                <c:pt idx="6409">
                  <c:v>59.266521453857401</c:v>
                </c:pt>
                <c:pt idx="6410">
                  <c:v>59.3610649108887</c:v>
                </c:pt>
                <c:pt idx="6411">
                  <c:v>59.428554534912102</c:v>
                </c:pt>
                <c:pt idx="6412">
                  <c:v>59.471477508544901</c:v>
                </c:pt>
                <c:pt idx="6413">
                  <c:v>59.544643402099602</c:v>
                </c:pt>
                <c:pt idx="6414">
                  <c:v>59.6495170593262</c:v>
                </c:pt>
                <c:pt idx="6415">
                  <c:v>59.7455024719238</c:v>
                </c:pt>
                <c:pt idx="6416">
                  <c:v>59.8050346374512</c:v>
                </c:pt>
                <c:pt idx="6417">
                  <c:v>59.8743896484375</c:v>
                </c:pt>
                <c:pt idx="6418">
                  <c:v>60.063079833984403</c:v>
                </c:pt>
                <c:pt idx="6419">
                  <c:v>60.225837707519503</c:v>
                </c:pt>
                <c:pt idx="6420">
                  <c:v>60.4040718078613</c:v>
                </c:pt>
                <c:pt idx="6421">
                  <c:v>60.5302124023438</c:v>
                </c:pt>
                <c:pt idx="6422">
                  <c:v>60.598453521728501</c:v>
                </c:pt>
                <c:pt idx="6423">
                  <c:v>60.635799407958999</c:v>
                </c:pt>
                <c:pt idx="6424">
                  <c:v>60.6719779968262</c:v>
                </c:pt>
                <c:pt idx="6425">
                  <c:v>60.762691497802699</c:v>
                </c:pt>
                <c:pt idx="6426">
                  <c:v>60.936290740966797</c:v>
                </c:pt>
                <c:pt idx="6427">
                  <c:v>61.007656097412102</c:v>
                </c:pt>
                <c:pt idx="6428">
                  <c:v>61.144435882568402</c:v>
                </c:pt>
                <c:pt idx="6429">
                  <c:v>61.249073028564503</c:v>
                </c:pt>
                <c:pt idx="6430">
                  <c:v>61.364395141601598</c:v>
                </c:pt>
                <c:pt idx="6431">
                  <c:v>61.446304321289098</c:v>
                </c:pt>
                <c:pt idx="6432">
                  <c:v>61.6602172851563</c:v>
                </c:pt>
                <c:pt idx="6433">
                  <c:v>61.779472351074197</c:v>
                </c:pt>
                <c:pt idx="6434">
                  <c:v>61.899501800537102</c:v>
                </c:pt>
                <c:pt idx="6435">
                  <c:v>61.9605102539063</c:v>
                </c:pt>
                <c:pt idx="6436">
                  <c:v>62.118717193603501</c:v>
                </c:pt>
                <c:pt idx="6437">
                  <c:v>62.242221832275398</c:v>
                </c:pt>
                <c:pt idx="6438">
                  <c:v>62.366340637207003</c:v>
                </c:pt>
                <c:pt idx="6439">
                  <c:v>62.454540252685597</c:v>
                </c:pt>
                <c:pt idx="6440">
                  <c:v>62.534263610839801</c:v>
                </c:pt>
                <c:pt idx="6441">
                  <c:v>62.6265258789063</c:v>
                </c:pt>
                <c:pt idx="6442">
                  <c:v>62.757366180419901</c:v>
                </c:pt>
                <c:pt idx="6443">
                  <c:v>62.825389862060597</c:v>
                </c:pt>
                <c:pt idx="6444">
                  <c:v>62.949558258056598</c:v>
                </c:pt>
                <c:pt idx="6445">
                  <c:v>63.062183380127003</c:v>
                </c:pt>
                <c:pt idx="6446">
                  <c:v>63.248641967773402</c:v>
                </c:pt>
                <c:pt idx="6447">
                  <c:v>63.351905822753899</c:v>
                </c:pt>
                <c:pt idx="6448">
                  <c:v>63.612094879150398</c:v>
                </c:pt>
                <c:pt idx="6449">
                  <c:v>63.7813911437988</c:v>
                </c:pt>
                <c:pt idx="6450">
                  <c:v>63.884571075439503</c:v>
                </c:pt>
                <c:pt idx="6451">
                  <c:v>63.961174011230497</c:v>
                </c:pt>
                <c:pt idx="6452">
                  <c:v>64.089469909667997</c:v>
                </c:pt>
                <c:pt idx="6453">
                  <c:v>64.195640563964801</c:v>
                </c:pt>
                <c:pt idx="6454">
                  <c:v>64.338226318359403</c:v>
                </c:pt>
                <c:pt idx="6455">
                  <c:v>64.3985595703125</c:v>
                </c:pt>
                <c:pt idx="6456">
                  <c:v>64.545059204101605</c:v>
                </c:pt>
                <c:pt idx="6457">
                  <c:v>64.701271057128906</c:v>
                </c:pt>
                <c:pt idx="6458">
                  <c:v>64.789146423339801</c:v>
                </c:pt>
                <c:pt idx="6459">
                  <c:v>64.8760986328125</c:v>
                </c:pt>
                <c:pt idx="6460">
                  <c:v>64.933174133300795</c:v>
                </c:pt>
                <c:pt idx="6461">
                  <c:v>65.106101989746094</c:v>
                </c:pt>
                <c:pt idx="6462">
                  <c:v>65.218299865722699</c:v>
                </c:pt>
                <c:pt idx="6463">
                  <c:v>65.315696716308594</c:v>
                </c:pt>
                <c:pt idx="6464">
                  <c:v>65.435821533203097</c:v>
                </c:pt>
                <c:pt idx="6465">
                  <c:v>65.508132934570298</c:v>
                </c:pt>
                <c:pt idx="6466">
                  <c:v>65.546905517578097</c:v>
                </c:pt>
                <c:pt idx="6467">
                  <c:v>65.566139221191406</c:v>
                </c:pt>
                <c:pt idx="6468">
                  <c:v>65.576698303222699</c:v>
                </c:pt>
                <c:pt idx="6469">
                  <c:v>65.582122802734403</c:v>
                </c:pt>
                <c:pt idx="6470">
                  <c:v>65.584907531738295</c:v>
                </c:pt>
                <c:pt idx="6471">
                  <c:v>65.610450744628906</c:v>
                </c:pt>
                <c:pt idx="6472">
                  <c:v>65.696365356445298</c:v>
                </c:pt>
                <c:pt idx="6473">
                  <c:v>65.748123168945298</c:v>
                </c:pt>
                <c:pt idx="6474">
                  <c:v>66.165214538574205</c:v>
                </c:pt>
                <c:pt idx="6475">
                  <c:v>66.335250854492202</c:v>
                </c:pt>
                <c:pt idx="6476">
                  <c:v>66.633255004882798</c:v>
                </c:pt>
                <c:pt idx="6477">
                  <c:v>66.894798278808594</c:v>
                </c:pt>
                <c:pt idx="6478">
                  <c:v>67.040481567382798</c:v>
                </c:pt>
                <c:pt idx="6479">
                  <c:v>67.159896850585895</c:v>
                </c:pt>
                <c:pt idx="6480">
                  <c:v>67.310111999511705</c:v>
                </c:pt>
                <c:pt idx="6481">
                  <c:v>67.404991149902301</c:v>
                </c:pt>
                <c:pt idx="6482">
                  <c:v>67.582313537597699</c:v>
                </c:pt>
                <c:pt idx="6483">
                  <c:v>67.718841552734403</c:v>
                </c:pt>
                <c:pt idx="6484">
                  <c:v>67.821533203125</c:v>
                </c:pt>
                <c:pt idx="6485">
                  <c:v>67.934829711914105</c:v>
                </c:pt>
                <c:pt idx="6486">
                  <c:v>68.173446655273395</c:v>
                </c:pt>
                <c:pt idx="6487">
                  <c:v>68.520034790039105</c:v>
                </c:pt>
                <c:pt idx="6488">
                  <c:v>68.640472412109403</c:v>
                </c:pt>
                <c:pt idx="6489">
                  <c:v>68.759918212890597</c:v>
                </c:pt>
                <c:pt idx="6490">
                  <c:v>68.830886840820298</c:v>
                </c:pt>
                <c:pt idx="6491">
                  <c:v>68.868751525878906</c:v>
                </c:pt>
                <c:pt idx="6492">
                  <c:v>68.890655517578097</c:v>
                </c:pt>
                <c:pt idx="6493">
                  <c:v>68.921768188476605</c:v>
                </c:pt>
                <c:pt idx="6494">
                  <c:v>68.975135803222699</c:v>
                </c:pt>
                <c:pt idx="6495">
                  <c:v>69.035362243652301</c:v>
                </c:pt>
                <c:pt idx="6496">
                  <c:v>69.062232971191406</c:v>
                </c:pt>
                <c:pt idx="6497">
                  <c:v>69.122451782226605</c:v>
                </c:pt>
                <c:pt idx="6498">
                  <c:v>69.216934204101605</c:v>
                </c:pt>
                <c:pt idx="6499">
                  <c:v>69.323715209960895</c:v>
                </c:pt>
                <c:pt idx="6500">
                  <c:v>69.387260437011705</c:v>
                </c:pt>
                <c:pt idx="6501">
                  <c:v>69.489509582519503</c:v>
                </c:pt>
                <c:pt idx="6502">
                  <c:v>69.549034118652301</c:v>
                </c:pt>
                <c:pt idx="6503">
                  <c:v>69.628753662109403</c:v>
                </c:pt>
                <c:pt idx="6504">
                  <c:v>69.953453063964801</c:v>
                </c:pt>
                <c:pt idx="6505">
                  <c:v>70.088798522949205</c:v>
                </c:pt>
                <c:pt idx="6506">
                  <c:v>70.246711730957003</c:v>
                </c:pt>
                <c:pt idx="6507">
                  <c:v>70.365631103515597</c:v>
                </c:pt>
                <c:pt idx="6508">
                  <c:v>70.440727233886705</c:v>
                </c:pt>
                <c:pt idx="6509">
                  <c:v>70.487487792968807</c:v>
                </c:pt>
                <c:pt idx="6510">
                  <c:v>70.515098571777301</c:v>
                </c:pt>
                <c:pt idx="6511">
                  <c:v>70.531044006347699</c:v>
                </c:pt>
                <c:pt idx="6512">
                  <c:v>70.547195434570298</c:v>
                </c:pt>
                <c:pt idx="6513">
                  <c:v>70.569953918457003</c:v>
                </c:pt>
                <c:pt idx="6514">
                  <c:v>70.607147216796903</c:v>
                </c:pt>
                <c:pt idx="6515">
                  <c:v>70.630928039550795</c:v>
                </c:pt>
                <c:pt idx="6516">
                  <c:v>70.723686218261705</c:v>
                </c:pt>
                <c:pt idx="6517">
                  <c:v>70.805831909179702</c:v>
                </c:pt>
                <c:pt idx="6518">
                  <c:v>70.869110107421903</c:v>
                </c:pt>
                <c:pt idx="6519">
                  <c:v>70.938690185546903</c:v>
                </c:pt>
                <c:pt idx="6520">
                  <c:v>71.072731018066406</c:v>
                </c:pt>
                <c:pt idx="6521">
                  <c:v>71.187973022460895</c:v>
                </c:pt>
                <c:pt idx="6522">
                  <c:v>71.253227233886705</c:v>
                </c:pt>
                <c:pt idx="6523">
                  <c:v>71.332206726074205</c:v>
                </c:pt>
                <c:pt idx="6524">
                  <c:v>71.384880065917997</c:v>
                </c:pt>
                <c:pt idx="6525">
                  <c:v>71.412658691406307</c:v>
                </c:pt>
                <c:pt idx="6526">
                  <c:v>71.459686279296903</c:v>
                </c:pt>
                <c:pt idx="6527">
                  <c:v>71.482467651367202</c:v>
                </c:pt>
                <c:pt idx="6528">
                  <c:v>71.560417175292997</c:v>
                </c:pt>
                <c:pt idx="6529">
                  <c:v>71.6495361328125</c:v>
                </c:pt>
                <c:pt idx="6530">
                  <c:v>71.709747314453097</c:v>
                </c:pt>
                <c:pt idx="6531">
                  <c:v>71.745780944824205</c:v>
                </c:pt>
                <c:pt idx="6532">
                  <c:v>71.793678283691406</c:v>
                </c:pt>
                <c:pt idx="6533">
                  <c:v>71.847183227539105</c:v>
                </c:pt>
                <c:pt idx="6534">
                  <c:v>71.933181762695298</c:v>
                </c:pt>
                <c:pt idx="6535">
                  <c:v>71.982376098632798</c:v>
                </c:pt>
                <c:pt idx="6536">
                  <c:v>72.025077819824205</c:v>
                </c:pt>
                <c:pt idx="6537">
                  <c:v>72.049652099609403</c:v>
                </c:pt>
                <c:pt idx="6538">
                  <c:v>72.063781738281307</c:v>
                </c:pt>
                <c:pt idx="6539">
                  <c:v>72.0869140625</c:v>
                </c:pt>
                <c:pt idx="6540">
                  <c:v>72.095069885253906</c:v>
                </c:pt>
                <c:pt idx="6541">
                  <c:v>72.1055908203125</c:v>
                </c:pt>
                <c:pt idx="6542">
                  <c:v>72.1072998046875</c:v>
                </c:pt>
                <c:pt idx="6543">
                  <c:v>72.114318847656307</c:v>
                </c:pt>
                <c:pt idx="6544">
                  <c:v>72.117927551269503</c:v>
                </c:pt>
                <c:pt idx="6545">
                  <c:v>72.118980407714801</c:v>
                </c:pt>
                <c:pt idx="6546">
                  <c:v>72.120201110839801</c:v>
                </c:pt>
                <c:pt idx="6547">
                  <c:v>72.120941162109403</c:v>
                </c:pt>
                <c:pt idx="6548">
                  <c:v>72.121322631835895</c:v>
                </c:pt>
                <c:pt idx="6549">
                  <c:v>72.121520996093807</c:v>
                </c:pt>
                <c:pt idx="6550">
                  <c:v>72.121620178222699</c:v>
                </c:pt>
                <c:pt idx="6551">
                  <c:v>72.121673583984403</c:v>
                </c:pt>
                <c:pt idx="6552">
                  <c:v>72.1217041015625</c:v>
                </c:pt>
                <c:pt idx="6553">
                  <c:v>72.121719360351605</c:v>
                </c:pt>
                <c:pt idx="6554">
                  <c:v>72.121719360351605</c:v>
                </c:pt>
                <c:pt idx="6555">
                  <c:v>72.121726989746094</c:v>
                </c:pt>
                <c:pt idx="6556">
                  <c:v>72.121726989746094</c:v>
                </c:pt>
                <c:pt idx="6557">
                  <c:v>72.121726989746094</c:v>
                </c:pt>
                <c:pt idx="6558">
                  <c:v>72.121726989746094</c:v>
                </c:pt>
                <c:pt idx="6559">
                  <c:v>72.121726989746094</c:v>
                </c:pt>
                <c:pt idx="6560">
                  <c:v>72.121726989746094</c:v>
                </c:pt>
                <c:pt idx="6561">
                  <c:v>72.121726989746094</c:v>
                </c:pt>
                <c:pt idx="6562">
                  <c:v>72.121726989746094</c:v>
                </c:pt>
                <c:pt idx="6563">
                  <c:v>72.121726989746094</c:v>
                </c:pt>
                <c:pt idx="6564">
                  <c:v>72.121726989746094</c:v>
                </c:pt>
                <c:pt idx="6565">
                  <c:v>72.121726989746094</c:v>
                </c:pt>
                <c:pt idx="6566">
                  <c:v>72.121726989746094</c:v>
                </c:pt>
                <c:pt idx="6567">
                  <c:v>72.121726989746094</c:v>
                </c:pt>
                <c:pt idx="6568">
                  <c:v>72.121726989746094</c:v>
                </c:pt>
                <c:pt idx="6569">
                  <c:v>72.121726989746094</c:v>
                </c:pt>
                <c:pt idx="6570">
                  <c:v>72.121726989746094</c:v>
                </c:pt>
                <c:pt idx="6571">
                  <c:v>72.121726989746094</c:v>
                </c:pt>
                <c:pt idx="6572">
                  <c:v>72.121726989746094</c:v>
                </c:pt>
                <c:pt idx="6573">
                  <c:v>72.121726989746094</c:v>
                </c:pt>
                <c:pt idx="6574">
                  <c:v>72.121726989746094</c:v>
                </c:pt>
                <c:pt idx="6575">
                  <c:v>72.121726989746094</c:v>
                </c:pt>
                <c:pt idx="6576">
                  <c:v>72.121726989746094</c:v>
                </c:pt>
                <c:pt idx="6577">
                  <c:v>72.121726989746094</c:v>
                </c:pt>
                <c:pt idx="6578">
                  <c:v>72.121726989746094</c:v>
                </c:pt>
                <c:pt idx="6579">
                  <c:v>72.121726989746094</c:v>
                </c:pt>
                <c:pt idx="6580">
                  <c:v>72.121726989746094</c:v>
                </c:pt>
                <c:pt idx="6581">
                  <c:v>72.121726989746094</c:v>
                </c:pt>
                <c:pt idx="6582">
                  <c:v>72.121726989746094</c:v>
                </c:pt>
                <c:pt idx="6583">
                  <c:v>72.121726989746094</c:v>
                </c:pt>
                <c:pt idx="6584">
                  <c:v>72.121726989746094</c:v>
                </c:pt>
                <c:pt idx="6585">
                  <c:v>72.121726989746094</c:v>
                </c:pt>
                <c:pt idx="6586">
                  <c:v>72.121726989746094</c:v>
                </c:pt>
                <c:pt idx="6587">
                  <c:v>72.121726989746094</c:v>
                </c:pt>
                <c:pt idx="6588">
                  <c:v>72.121726989746094</c:v>
                </c:pt>
                <c:pt idx="6589">
                  <c:v>72.121726989746094</c:v>
                </c:pt>
                <c:pt idx="6590">
                  <c:v>72.121726989746094</c:v>
                </c:pt>
                <c:pt idx="6591">
                  <c:v>72.121726989746094</c:v>
                </c:pt>
                <c:pt idx="6592">
                  <c:v>72.121726989746094</c:v>
                </c:pt>
                <c:pt idx="6593">
                  <c:v>72.121726989746094</c:v>
                </c:pt>
                <c:pt idx="6594">
                  <c:v>72.121726989746094</c:v>
                </c:pt>
                <c:pt idx="6595">
                  <c:v>72.121726989746094</c:v>
                </c:pt>
                <c:pt idx="6596">
                  <c:v>72.121726989746094</c:v>
                </c:pt>
                <c:pt idx="6597">
                  <c:v>72.121726989746094</c:v>
                </c:pt>
                <c:pt idx="6598">
                  <c:v>72.121726989746094</c:v>
                </c:pt>
                <c:pt idx="6599">
                  <c:v>72.121726989746094</c:v>
                </c:pt>
                <c:pt idx="6600">
                  <c:v>72.121726989746094</c:v>
                </c:pt>
                <c:pt idx="6601">
                  <c:v>72.121726989746094</c:v>
                </c:pt>
                <c:pt idx="6602">
                  <c:v>72.121726989746094</c:v>
                </c:pt>
                <c:pt idx="6603">
                  <c:v>72.121726989746094</c:v>
                </c:pt>
                <c:pt idx="6604">
                  <c:v>72.121726989746094</c:v>
                </c:pt>
                <c:pt idx="6605">
                  <c:v>72.121726989746094</c:v>
                </c:pt>
                <c:pt idx="6606">
                  <c:v>72.121726989746094</c:v>
                </c:pt>
                <c:pt idx="6607">
                  <c:v>72.121726989746094</c:v>
                </c:pt>
                <c:pt idx="6608">
                  <c:v>72.121726989746094</c:v>
                </c:pt>
                <c:pt idx="6609">
                  <c:v>72.121726989746094</c:v>
                </c:pt>
                <c:pt idx="6610">
                  <c:v>72.121726989746094</c:v>
                </c:pt>
                <c:pt idx="6611">
                  <c:v>72.121726989746094</c:v>
                </c:pt>
                <c:pt idx="6612">
                  <c:v>72.121726989746094</c:v>
                </c:pt>
                <c:pt idx="6613">
                  <c:v>72.121726989746094</c:v>
                </c:pt>
                <c:pt idx="6614">
                  <c:v>72.121726989746094</c:v>
                </c:pt>
                <c:pt idx="6615">
                  <c:v>72.121726989746094</c:v>
                </c:pt>
                <c:pt idx="6616">
                  <c:v>72.121726989746094</c:v>
                </c:pt>
                <c:pt idx="6617">
                  <c:v>72.121726989746094</c:v>
                </c:pt>
                <c:pt idx="6618">
                  <c:v>72.121726989746094</c:v>
                </c:pt>
                <c:pt idx="6619">
                  <c:v>72.121726989746094</c:v>
                </c:pt>
                <c:pt idx="6620">
                  <c:v>72.121726989746094</c:v>
                </c:pt>
                <c:pt idx="6621">
                  <c:v>72.121726989746094</c:v>
                </c:pt>
                <c:pt idx="6622">
                  <c:v>72.121726989746094</c:v>
                </c:pt>
                <c:pt idx="6623">
                  <c:v>72.121726989746094</c:v>
                </c:pt>
                <c:pt idx="6624">
                  <c:v>72.121726989746094</c:v>
                </c:pt>
                <c:pt idx="6625">
                  <c:v>72.121726989746094</c:v>
                </c:pt>
                <c:pt idx="6626">
                  <c:v>72.121726989746094</c:v>
                </c:pt>
                <c:pt idx="6627">
                  <c:v>72.121726989746094</c:v>
                </c:pt>
                <c:pt idx="6628">
                  <c:v>72.121726989746094</c:v>
                </c:pt>
                <c:pt idx="6629">
                  <c:v>72.121726989746094</c:v>
                </c:pt>
                <c:pt idx="6630">
                  <c:v>72.121726989746094</c:v>
                </c:pt>
                <c:pt idx="6631">
                  <c:v>72.121726989746094</c:v>
                </c:pt>
                <c:pt idx="6632">
                  <c:v>72.121726989746094</c:v>
                </c:pt>
                <c:pt idx="6633">
                  <c:v>72.121726989746094</c:v>
                </c:pt>
                <c:pt idx="6634">
                  <c:v>72.121726989746094</c:v>
                </c:pt>
                <c:pt idx="6635">
                  <c:v>72.145370483398395</c:v>
                </c:pt>
                <c:pt idx="6636">
                  <c:v>72.133872985839801</c:v>
                </c:pt>
                <c:pt idx="6637">
                  <c:v>72.127960205078097</c:v>
                </c:pt>
                <c:pt idx="6638">
                  <c:v>72.124931335449205</c:v>
                </c:pt>
                <c:pt idx="6639">
                  <c:v>72.123374938964801</c:v>
                </c:pt>
                <c:pt idx="6640">
                  <c:v>72.122573852539105</c:v>
                </c:pt>
                <c:pt idx="6641">
                  <c:v>72.122161865234403</c:v>
                </c:pt>
                <c:pt idx="6642">
                  <c:v>72.121955871582003</c:v>
                </c:pt>
                <c:pt idx="6643">
                  <c:v>72.121841430664105</c:v>
                </c:pt>
                <c:pt idx="6644">
                  <c:v>72.121788024902301</c:v>
                </c:pt>
                <c:pt idx="6645">
                  <c:v>72.121757507324205</c:v>
                </c:pt>
                <c:pt idx="6646">
                  <c:v>72.121742248535199</c:v>
                </c:pt>
                <c:pt idx="6647">
                  <c:v>72.121734619140597</c:v>
                </c:pt>
                <c:pt idx="6648">
                  <c:v>72.121734619140597</c:v>
                </c:pt>
                <c:pt idx="6649">
                  <c:v>72.121734619140597</c:v>
                </c:pt>
                <c:pt idx="6650">
                  <c:v>72.121734619140597</c:v>
                </c:pt>
                <c:pt idx="6651">
                  <c:v>72.121734619140597</c:v>
                </c:pt>
                <c:pt idx="6652">
                  <c:v>72.121726989746094</c:v>
                </c:pt>
                <c:pt idx="6653">
                  <c:v>72.146408081054702</c:v>
                </c:pt>
                <c:pt idx="6654">
                  <c:v>72.144355773925795</c:v>
                </c:pt>
                <c:pt idx="6655">
                  <c:v>72.133354187011705</c:v>
                </c:pt>
                <c:pt idx="6656">
                  <c:v>72.159286499023395</c:v>
                </c:pt>
                <c:pt idx="6657">
                  <c:v>72.141014099121094</c:v>
                </c:pt>
                <c:pt idx="6658">
                  <c:v>72.131637573242202</c:v>
                </c:pt>
                <c:pt idx="6659">
                  <c:v>72.187301635742202</c:v>
                </c:pt>
                <c:pt idx="6660">
                  <c:v>72.166107177734403</c:v>
                </c:pt>
                <c:pt idx="6661">
                  <c:v>72.144515991210895</c:v>
                </c:pt>
                <c:pt idx="6662">
                  <c:v>72.133430480957003</c:v>
                </c:pt>
                <c:pt idx="6663">
                  <c:v>72.127738952636705</c:v>
                </c:pt>
                <c:pt idx="6664">
                  <c:v>72.190818786621094</c:v>
                </c:pt>
                <c:pt idx="6665">
                  <c:v>72.297988891601605</c:v>
                </c:pt>
                <c:pt idx="6666">
                  <c:v>72.365768432617202</c:v>
                </c:pt>
                <c:pt idx="6667">
                  <c:v>72.272285461425795</c:v>
                </c:pt>
                <c:pt idx="6668">
                  <c:v>72.674263000488295</c:v>
                </c:pt>
                <c:pt idx="6669">
                  <c:v>73.300559997558594</c:v>
                </c:pt>
                <c:pt idx="6670">
                  <c:v>73.313980102539105</c:v>
                </c:pt>
                <c:pt idx="6671">
                  <c:v>72.990608215332003</c:v>
                </c:pt>
                <c:pt idx="6672">
                  <c:v>73.302726745605497</c:v>
                </c:pt>
                <c:pt idx="6673">
                  <c:v>73.709754943847699</c:v>
                </c:pt>
                <c:pt idx="6674">
                  <c:v>74.056579589843807</c:v>
                </c:pt>
                <c:pt idx="6675">
                  <c:v>74.308349609375</c:v>
                </c:pt>
                <c:pt idx="6676">
                  <c:v>74.411018371582003</c:v>
                </c:pt>
                <c:pt idx="6677">
                  <c:v>74.498466491699205</c:v>
                </c:pt>
                <c:pt idx="6678">
                  <c:v>74.567405700683594</c:v>
                </c:pt>
                <c:pt idx="6679">
                  <c:v>74.671134948730497</c:v>
                </c:pt>
                <c:pt idx="6680">
                  <c:v>74.829704284667997</c:v>
                </c:pt>
                <c:pt idx="6681">
                  <c:v>74.972770690917997</c:v>
                </c:pt>
                <c:pt idx="6682">
                  <c:v>75.170555114746094</c:v>
                </c:pt>
                <c:pt idx="6683">
                  <c:v>75.198753356933594</c:v>
                </c:pt>
                <c:pt idx="6684">
                  <c:v>75.3057861328125</c:v>
                </c:pt>
                <c:pt idx="6685">
                  <c:v>75.359901428222699</c:v>
                </c:pt>
                <c:pt idx="6686">
                  <c:v>75.398750305175795</c:v>
                </c:pt>
                <c:pt idx="6687">
                  <c:v>75.4205322265625</c:v>
                </c:pt>
                <c:pt idx="6688">
                  <c:v>75.430618286132798</c:v>
                </c:pt>
                <c:pt idx="6689">
                  <c:v>75.440574645996094</c:v>
                </c:pt>
                <c:pt idx="6690">
                  <c:v>75.440773010253906</c:v>
                </c:pt>
                <c:pt idx="6691">
                  <c:v>75.480514526367202</c:v>
                </c:pt>
                <c:pt idx="6692">
                  <c:v>75.505378723144503</c:v>
                </c:pt>
                <c:pt idx="6693">
                  <c:v>75.554389953613295</c:v>
                </c:pt>
                <c:pt idx="6694">
                  <c:v>75.555099487304702</c:v>
                </c:pt>
                <c:pt idx="6695">
                  <c:v>75.586479187011705</c:v>
                </c:pt>
                <c:pt idx="6696">
                  <c:v>75.622787475585895</c:v>
                </c:pt>
                <c:pt idx="6697">
                  <c:v>75.640243530273395</c:v>
                </c:pt>
                <c:pt idx="6698">
                  <c:v>75.716209411621094</c:v>
                </c:pt>
                <c:pt idx="6699">
                  <c:v>75.798118591308594</c:v>
                </c:pt>
                <c:pt idx="6700">
                  <c:v>75.876136779785199</c:v>
                </c:pt>
                <c:pt idx="6701">
                  <c:v>75.910537719726605</c:v>
                </c:pt>
                <c:pt idx="6702">
                  <c:v>75.976867675781307</c:v>
                </c:pt>
                <c:pt idx="6703">
                  <c:v>76.039115905761705</c:v>
                </c:pt>
                <c:pt idx="6704">
                  <c:v>76.110664367675795</c:v>
                </c:pt>
                <c:pt idx="6705">
                  <c:v>76.149208068847699</c:v>
                </c:pt>
                <c:pt idx="6706">
                  <c:v>76.158401489257798</c:v>
                </c:pt>
                <c:pt idx="6707">
                  <c:v>76.234001159667997</c:v>
                </c:pt>
                <c:pt idx="6708">
                  <c:v>76.243217468261705</c:v>
                </c:pt>
                <c:pt idx="6709">
                  <c:v>76.340538024902301</c:v>
                </c:pt>
                <c:pt idx="6710">
                  <c:v>76.375312805175795</c:v>
                </c:pt>
                <c:pt idx="6711">
                  <c:v>76.570396423339801</c:v>
                </c:pt>
                <c:pt idx="6712">
                  <c:v>76.748336791992202</c:v>
                </c:pt>
                <c:pt idx="6713">
                  <c:v>76.895591735839801</c:v>
                </c:pt>
                <c:pt idx="6714">
                  <c:v>76.968803405761705</c:v>
                </c:pt>
                <c:pt idx="6715">
                  <c:v>76.999259948730497</c:v>
                </c:pt>
                <c:pt idx="6716">
                  <c:v>76.995391845703097</c:v>
                </c:pt>
                <c:pt idx="6717">
                  <c:v>77.032585144042997</c:v>
                </c:pt>
                <c:pt idx="6718">
                  <c:v>77.0535888671875</c:v>
                </c:pt>
                <c:pt idx="6719">
                  <c:v>77.066703796386705</c:v>
                </c:pt>
                <c:pt idx="6720">
                  <c:v>77.154457092285199</c:v>
                </c:pt>
                <c:pt idx="6721">
                  <c:v>77.248596191406307</c:v>
                </c:pt>
                <c:pt idx="6722">
                  <c:v>77.402183532714801</c:v>
                </c:pt>
                <c:pt idx="6723">
                  <c:v>77.621116638183594</c:v>
                </c:pt>
                <c:pt idx="6724">
                  <c:v>78.087753295898395</c:v>
                </c:pt>
                <c:pt idx="6725">
                  <c:v>78.388908386230497</c:v>
                </c:pt>
                <c:pt idx="6726">
                  <c:v>78.518249511718807</c:v>
                </c:pt>
                <c:pt idx="6727">
                  <c:v>78.518142700195298</c:v>
                </c:pt>
                <c:pt idx="6728">
                  <c:v>78.602149963378906</c:v>
                </c:pt>
                <c:pt idx="6729">
                  <c:v>78.653007507324205</c:v>
                </c:pt>
                <c:pt idx="6730">
                  <c:v>78.679107666015597</c:v>
                </c:pt>
                <c:pt idx="6731">
                  <c:v>78.692520141601605</c:v>
                </c:pt>
                <c:pt idx="6732">
                  <c:v>78.699401855468807</c:v>
                </c:pt>
                <c:pt idx="6733">
                  <c:v>78.684432983398395</c:v>
                </c:pt>
                <c:pt idx="6734">
                  <c:v>78.687782287597699</c:v>
                </c:pt>
                <c:pt idx="6735">
                  <c:v>78.696968078613295</c:v>
                </c:pt>
                <c:pt idx="6736">
                  <c:v>78.701683044433594</c:v>
                </c:pt>
                <c:pt idx="6737">
                  <c:v>78.704109191894503</c:v>
                </c:pt>
                <c:pt idx="6738">
                  <c:v>78.705352783203097</c:v>
                </c:pt>
                <c:pt idx="6739">
                  <c:v>78.705993652343807</c:v>
                </c:pt>
                <c:pt idx="6740">
                  <c:v>78.706321716308594</c:v>
                </c:pt>
                <c:pt idx="6741">
                  <c:v>78.706489562988295</c:v>
                </c:pt>
                <c:pt idx="6742">
                  <c:v>78.706573486328097</c:v>
                </c:pt>
                <c:pt idx="6743">
                  <c:v>78.706619262695298</c:v>
                </c:pt>
                <c:pt idx="6744">
                  <c:v>78.707260131835895</c:v>
                </c:pt>
                <c:pt idx="6745">
                  <c:v>78.709686279296903</c:v>
                </c:pt>
                <c:pt idx="6746">
                  <c:v>78.71044921875</c:v>
                </c:pt>
                <c:pt idx="6747">
                  <c:v>78.7091064453125</c:v>
                </c:pt>
                <c:pt idx="6748">
                  <c:v>78.720306396484403</c:v>
                </c:pt>
                <c:pt idx="6749">
                  <c:v>78.715164184570298</c:v>
                </c:pt>
                <c:pt idx="6750">
                  <c:v>78.711814880371094</c:v>
                </c:pt>
                <c:pt idx="6751">
                  <c:v>78.712127685546903</c:v>
                </c:pt>
                <c:pt idx="6752">
                  <c:v>78.717544555664105</c:v>
                </c:pt>
                <c:pt idx="6753">
                  <c:v>78.725105285644503</c:v>
                </c:pt>
                <c:pt idx="6754">
                  <c:v>78.725563049316406</c:v>
                </c:pt>
                <c:pt idx="6755">
                  <c:v>78.732185363769503</c:v>
                </c:pt>
                <c:pt idx="6756">
                  <c:v>78.752258300781307</c:v>
                </c:pt>
                <c:pt idx="6757">
                  <c:v>78.760627746582003</c:v>
                </c:pt>
                <c:pt idx="6758">
                  <c:v>78.771537780761705</c:v>
                </c:pt>
                <c:pt idx="6759">
                  <c:v>78.841323852539105</c:v>
                </c:pt>
                <c:pt idx="6760">
                  <c:v>78.895751953125</c:v>
                </c:pt>
                <c:pt idx="6761">
                  <c:v>78.936279296875</c:v>
                </c:pt>
                <c:pt idx="6762">
                  <c:v>78.928863525390597</c:v>
                </c:pt>
                <c:pt idx="6763">
                  <c:v>78.965858459472699</c:v>
                </c:pt>
                <c:pt idx="6764">
                  <c:v>79.011306762695298</c:v>
                </c:pt>
                <c:pt idx="6765">
                  <c:v>79.051643371582003</c:v>
                </c:pt>
                <c:pt idx="6766">
                  <c:v>79.167022705078097</c:v>
                </c:pt>
                <c:pt idx="6767">
                  <c:v>79.223518371582003</c:v>
                </c:pt>
                <c:pt idx="6768">
                  <c:v>79.141853332519503</c:v>
                </c:pt>
                <c:pt idx="6769">
                  <c:v>79.136688232421903</c:v>
                </c:pt>
                <c:pt idx="6770">
                  <c:v>79.242530822753906</c:v>
                </c:pt>
                <c:pt idx="6771">
                  <c:v>79.339294433593807</c:v>
                </c:pt>
                <c:pt idx="6772">
                  <c:v>79.377922058105497</c:v>
                </c:pt>
                <c:pt idx="6773">
                  <c:v>79.397720336914105</c:v>
                </c:pt>
                <c:pt idx="6774">
                  <c:v>79.432502746582003</c:v>
                </c:pt>
                <c:pt idx="6775">
                  <c:v>79.449035644531307</c:v>
                </c:pt>
                <c:pt idx="6776">
                  <c:v>79.443695068359403</c:v>
                </c:pt>
                <c:pt idx="6777">
                  <c:v>79.434165954589801</c:v>
                </c:pt>
                <c:pt idx="6778">
                  <c:v>79.542465209960895</c:v>
                </c:pt>
                <c:pt idx="6779">
                  <c:v>79.663597106933594</c:v>
                </c:pt>
                <c:pt idx="6780">
                  <c:v>79.670135498046903</c:v>
                </c:pt>
                <c:pt idx="6781">
                  <c:v>79.843193054199205</c:v>
                </c:pt>
                <c:pt idx="6782">
                  <c:v>79.9293212890625</c:v>
                </c:pt>
                <c:pt idx="6783">
                  <c:v>79.994812011718807</c:v>
                </c:pt>
                <c:pt idx="6784">
                  <c:v>80.027961730957003</c:v>
                </c:pt>
                <c:pt idx="6785">
                  <c:v>80.099044799804702</c:v>
                </c:pt>
                <c:pt idx="6786">
                  <c:v>80.163322448730497</c:v>
                </c:pt>
                <c:pt idx="6787">
                  <c:v>80.182952880859403</c:v>
                </c:pt>
                <c:pt idx="6788">
                  <c:v>80.240119934082003</c:v>
                </c:pt>
                <c:pt idx="6789">
                  <c:v>80.266616821289105</c:v>
                </c:pt>
                <c:pt idx="6790">
                  <c:v>80.279739379882798</c:v>
                </c:pt>
                <c:pt idx="6791">
                  <c:v>80.3038330078125</c:v>
                </c:pt>
                <c:pt idx="6792">
                  <c:v>80.370277404785199</c:v>
                </c:pt>
                <c:pt idx="6793">
                  <c:v>80.656623840332003</c:v>
                </c:pt>
                <c:pt idx="6794">
                  <c:v>80.781311035156307</c:v>
                </c:pt>
                <c:pt idx="6795">
                  <c:v>80.925392150878906</c:v>
                </c:pt>
                <c:pt idx="6796">
                  <c:v>81.078102111816406</c:v>
                </c:pt>
                <c:pt idx="6797">
                  <c:v>81.150527954101605</c:v>
                </c:pt>
                <c:pt idx="6798">
                  <c:v>81.251449584960895</c:v>
                </c:pt>
                <c:pt idx="6799">
                  <c:v>81.363174438476605</c:v>
                </c:pt>
                <c:pt idx="6800">
                  <c:v>81.4423828125</c:v>
                </c:pt>
                <c:pt idx="6801">
                  <c:v>81.668251037597699</c:v>
                </c:pt>
                <c:pt idx="6802">
                  <c:v>81.796318054199205</c:v>
                </c:pt>
                <c:pt idx="6803">
                  <c:v>81.883682250976605</c:v>
                </c:pt>
                <c:pt idx="6804">
                  <c:v>81.918861389160199</c:v>
                </c:pt>
                <c:pt idx="6805">
                  <c:v>81.963249206542997</c:v>
                </c:pt>
                <c:pt idx="6806">
                  <c:v>82.003578186035199</c:v>
                </c:pt>
                <c:pt idx="6807">
                  <c:v>82.110252380371094</c:v>
                </c:pt>
                <c:pt idx="6808">
                  <c:v>82.166160583496094</c:v>
                </c:pt>
                <c:pt idx="6809">
                  <c:v>82.198432922363295</c:v>
                </c:pt>
                <c:pt idx="6810">
                  <c:v>82.236320495605497</c:v>
                </c:pt>
                <c:pt idx="6811">
                  <c:v>82.298194885253906</c:v>
                </c:pt>
                <c:pt idx="6812">
                  <c:v>82.455787658691406</c:v>
                </c:pt>
                <c:pt idx="6813">
                  <c:v>82.570091247558594</c:v>
                </c:pt>
                <c:pt idx="6814">
                  <c:v>82.650856018066406</c:v>
                </c:pt>
                <c:pt idx="6815">
                  <c:v>82.710151672363295</c:v>
                </c:pt>
                <c:pt idx="6816">
                  <c:v>82.917327880859403</c:v>
                </c:pt>
                <c:pt idx="6817">
                  <c:v>83.216865539550795</c:v>
                </c:pt>
                <c:pt idx="6818">
                  <c:v>83.402481079101605</c:v>
                </c:pt>
                <c:pt idx="6819">
                  <c:v>83.488151550292997</c:v>
                </c:pt>
                <c:pt idx="6820">
                  <c:v>83.549720764160199</c:v>
                </c:pt>
                <c:pt idx="6821">
                  <c:v>83.634193420410199</c:v>
                </c:pt>
                <c:pt idx="6822">
                  <c:v>83.694587707519503</c:v>
                </c:pt>
                <c:pt idx="6823">
                  <c:v>83.779220581054702</c:v>
                </c:pt>
                <c:pt idx="6824">
                  <c:v>83.962623596191406</c:v>
                </c:pt>
                <c:pt idx="6825">
                  <c:v>84.020774841308594</c:v>
                </c:pt>
                <c:pt idx="6826">
                  <c:v>84.161941528320298</c:v>
                </c:pt>
                <c:pt idx="6827">
                  <c:v>84.341339111328097</c:v>
                </c:pt>
                <c:pt idx="6828">
                  <c:v>84.539497375488295</c:v>
                </c:pt>
                <c:pt idx="6829">
                  <c:v>84.687705993652301</c:v>
                </c:pt>
                <c:pt idx="6830">
                  <c:v>84.832878112792997</c:v>
                </c:pt>
                <c:pt idx="6831">
                  <c:v>84.896026611328097</c:v>
                </c:pt>
                <c:pt idx="6832">
                  <c:v>85.004669189453097</c:v>
                </c:pt>
                <c:pt idx="6833">
                  <c:v>85.087104797363295</c:v>
                </c:pt>
                <c:pt idx="6834">
                  <c:v>85.116798400878906</c:v>
                </c:pt>
                <c:pt idx="6835">
                  <c:v>85.171745300292997</c:v>
                </c:pt>
                <c:pt idx="6836">
                  <c:v>85.254096984863295</c:v>
                </c:pt>
                <c:pt idx="6837">
                  <c:v>85.461341857910199</c:v>
                </c:pt>
                <c:pt idx="6838">
                  <c:v>85.593307495117202</c:v>
                </c:pt>
                <c:pt idx="6839">
                  <c:v>85.745056152343807</c:v>
                </c:pt>
                <c:pt idx="6840">
                  <c:v>85.709152221679702</c:v>
                </c:pt>
                <c:pt idx="6841">
                  <c:v>85.830245971679702</c:v>
                </c:pt>
                <c:pt idx="6842">
                  <c:v>86.0140380859375</c:v>
                </c:pt>
                <c:pt idx="6843">
                  <c:v>86.148200988769503</c:v>
                </c:pt>
                <c:pt idx="6844">
                  <c:v>86.305107116699205</c:v>
                </c:pt>
                <c:pt idx="6845">
                  <c:v>86.512641906738295</c:v>
                </c:pt>
                <c:pt idx="6846">
                  <c:v>86.603988647460895</c:v>
                </c:pt>
                <c:pt idx="6847">
                  <c:v>86.578254699707003</c:v>
                </c:pt>
                <c:pt idx="6848">
                  <c:v>86.648719787597699</c:v>
                </c:pt>
                <c:pt idx="6849">
                  <c:v>86.769363403320298</c:v>
                </c:pt>
                <c:pt idx="6850">
                  <c:v>86.867347717285199</c:v>
                </c:pt>
                <c:pt idx="6851">
                  <c:v>87.07080078125</c:v>
                </c:pt>
                <c:pt idx="6852">
                  <c:v>87.065269470214801</c:v>
                </c:pt>
                <c:pt idx="6853">
                  <c:v>87.095512390136705</c:v>
                </c:pt>
                <c:pt idx="6854">
                  <c:v>87.340972900390597</c:v>
                </c:pt>
                <c:pt idx="6855">
                  <c:v>87.498718261718807</c:v>
                </c:pt>
                <c:pt idx="6856">
                  <c:v>87.580802917480497</c:v>
                </c:pt>
                <c:pt idx="6857">
                  <c:v>87.668617248535199</c:v>
                </c:pt>
                <c:pt idx="6858">
                  <c:v>87.868904113769503</c:v>
                </c:pt>
                <c:pt idx="6859">
                  <c:v>87.995712280273395</c:v>
                </c:pt>
                <c:pt idx="6860">
                  <c:v>88.110137939453097</c:v>
                </c:pt>
                <c:pt idx="6861">
                  <c:v>88.254806518554702</c:v>
                </c:pt>
                <c:pt idx="6862">
                  <c:v>88.346359252929702</c:v>
                </c:pt>
                <c:pt idx="6863">
                  <c:v>88.429046630859403</c:v>
                </c:pt>
                <c:pt idx="6864">
                  <c:v>88.4932861328125</c:v>
                </c:pt>
                <c:pt idx="6865">
                  <c:v>88.552970886230497</c:v>
                </c:pt>
                <c:pt idx="6866">
                  <c:v>88.576835632324205</c:v>
                </c:pt>
                <c:pt idx="6867">
                  <c:v>88.680419921875</c:v>
                </c:pt>
                <c:pt idx="6868">
                  <c:v>88.704673767089801</c:v>
                </c:pt>
                <c:pt idx="6869">
                  <c:v>88.796012878417997</c:v>
                </c:pt>
                <c:pt idx="6870">
                  <c:v>89.101570129394503</c:v>
                </c:pt>
                <c:pt idx="6871">
                  <c:v>89.292121887207003</c:v>
                </c:pt>
                <c:pt idx="6872">
                  <c:v>89.247329711914105</c:v>
                </c:pt>
                <c:pt idx="6873">
                  <c:v>89.301902770996094</c:v>
                </c:pt>
                <c:pt idx="6874">
                  <c:v>89.415802001953097</c:v>
                </c:pt>
                <c:pt idx="6875">
                  <c:v>89.537796020507798</c:v>
                </c:pt>
                <c:pt idx="6876">
                  <c:v>89.532539367675795</c:v>
                </c:pt>
                <c:pt idx="6877">
                  <c:v>89.760978698730497</c:v>
                </c:pt>
                <c:pt idx="6878">
                  <c:v>89.840225219726605</c:v>
                </c:pt>
                <c:pt idx="6879">
                  <c:v>89.954200744628906</c:v>
                </c:pt>
                <c:pt idx="6880">
                  <c:v>90.037178039550795</c:v>
                </c:pt>
                <c:pt idx="6881">
                  <c:v>90.080390930175795</c:v>
                </c:pt>
                <c:pt idx="6882">
                  <c:v>90.130226135253906</c:v>
                </c:pt>
                <c:pt idx="6883">
                  <c:v>90.186729431152301</c:v>
                </c:pt>
                <c:pt idx="6884">
                  <c:v>90.186317443847699</c:v>
                </c:pt>
                <c:pt idx="6885">
                  <c:v>90.228408813476605</c:v>
                </c:pt>
                <c:pt idx="6886">
                  <c:v>90.281898498535199</c:v>
                </c:pt>
                <c:pt idx="6887">
                  <c:v>90.381332397460895</c:v>
                </c:pt>
                <c:pt idx="6888">
                  <c:v>90.543365478515597</c:v>
                </c:pt>
                <c:pt idx="6889">
                  <c:v>90.703674316406307</c:v>
                </c:pt>
                <c:pt idx="6890">
                  <c:v>90.739791870117202</c:v>
                </c:pt>
                <c:pt idx="6891">
                  <c:v>90.722640991210895</c:v>
                </c:pt>
                <c:pt idx="6892">
                  <c:v>90.836814880371094</c:v>
                </c:pt>
                <c:pt idx="6893">
                  <c:v>90.942474365234403</c:v>
                </c:pt>
                <c:pt idx="6894">
                  <c:v>90.990432739257798</c:v>
                </c:pt>
                <c:pt idx="6895">
                  <c:v>91.079910278320298</c:v>
                </c:pt>
                <c:pt idx="6896">
                  <c:v>91.118225097656307</c:v>
                </c:pt>
                <c:pt idx="6897">
                  <c:v>91.238220214843807</c:v>
                </c:pt>
                <c:pt idx="6898">
                  <c:v>91.315605163574205</c:v>
                </c:pt>
                <c:pt idx="6899">
                  <c:v>91.340728759765597</c:v>
                </c:pt>
                <c:pt idx="6900">
                  <c:v>91.400863647460895</c:v>
                </c:pt>
                <c:pt idx="6901">
                  <c:v>91.460380554199205</c:v>
                </c:pt>
                <c:pt idx="6902">
                  <c:v>91.496772766113295</c:v>
                </c:pt>
                <c:pt idx="6903">
                  <c:v>91.553352355957003</c:v>
                </c:pt>
                <c:pt idx="6904">
                  <c:v>91.640762329101605</c:v>
                </c:pt>
                <c:pt idx="6905">
                  <c:v>91.684516906738295</c:v>
                </c:pt>
                <c:pt idx="6906">
                  <c:v>91.726730346679702</c:v>
                </c:pt>
                <c:pt idx="6907">
                  <c:v>91.807197570800795</c:v>
                </c:pt>
                <c:pt idx="6908">
                  <c:v>91.847648620605497</c:v>
                </c:pt>
                <c:pt idx="6909">
                  <c:v>91.887168884277301</c:v>
                </c:pt>
                <c:pt idx="6910">
                  <c:v>92.003303527832003</c:v>
                </c:pt>
                <c:pt idx="6911">
                  <c:v>92.088310241699205</c:v>
                </c:pt>
                <c:pt idx="6912">
                  <c:v>92.120338439941406</c:v>
                </c:pt>
                <c:pt idx="6913">
                  <c:v>92.229362487792997</c:v>
                </c:pt>
                <c:pt idx="6914">
                  <c:v>92.342811584472699</c:v>
                </c:pt>
                <c:pt idx="6915">
                  <c:v>92.403251647949205</c:v>
                </c:pt>
                <c:pt idx="6916">
                  <c:v>92.452522277832003</c:v>
                </c:pt>
                <c:pt idx="6917">
                  <c:v>92.496841430664105</c:v>
                </c:pt>
                <c:pt idx="6918">
                  <c:v>92.572265625</c:v>
                </c:pt>
                <c:pt idx="6919">
                  <c:v>92.684669494628906</c:v>
                </c:pt>
                <c:pt idx="6920">
                  <c:v>92.796951293945298</c:v>
                </c:pt>
                <c:pt idx="6921">
                  <c:v>92.855880737304702</c:v>
                </c:pt>
                <c:pt idx="6922">
                  <c:v>92.986312866210895</c:v>
                </c:pt>
                <c:pt idx="6923">
                  <c:v>93.054908752441406</c:v>
                </c:pt>
                <c:pt idx="6924">
                  <c:v>93.101486206054702</c:v>
                </c:pt>
                <c:pt idx="6925">
                  <c:v>93.163780212402301</c:v>
                </c:pt>
                <c:pt idx="6926">
                  <c:v>93.222251892089801</c:v>
                </c:pt>
                <c:pt idx="6927">
                  <c:v>93.269020080566406</c:v>
                </c:pt>
                <c:pt idx="6928">
                  <c:v>93.305458068847699</c:v>
                </c:pt>
                <c:pt idx="6929">
                  <c:v>93.311714172363295</c:v>
                </c:pt>
                <c:pt idx="6930">
                  <c:v>93.327522277832003</c:v>
                </c:pt>
                <c:pt idx="6931">
                  <c:v>93.351997375488295</c:v>
                </c:pt>
                <c:pt idx="6932">
                  <c:v>93.471000671386705</c:v>
                </c:pt>
                <c:pt idx="6933">
                  <c:v>93.468727111816406</c:v>
                </c:pt>
                <c:pt idx="6934">
                  <c:v>93.501762390136705</c:v>
                </c:pt>
                <c:pt idx="6935">
                  <c:v>93.578498840332003</c:v>
                </c:pt>
                <c:pt idx="6936">
                  <c:v>93.623718261718807</c:v>
                </c:pt>
                <c:pt idx="6937">
                  <c:v>93.738998413085895</c:v>
                </c:pt>
                <c:pt idx="6938">
                  <c:v>93.769485473632798</c:v>
                </c:pt>
                <c:pt idx="6939">
                  <c:v>93.783401489257798</c:v>
                </c:pt>
                <c:pt idx="6940">
                  <c:v>93.880302429199205</c:v>
                </c:pt>
                <c:pt idx="6941">
                  <c:v>93.986274719238295</c:v>
                </c:pt>
                <c:pt idx="6942">
                  <c:v>94.3590087890625</c:v>
                </c:pt>
                <c:pt idx="6943">
                  <c:v>94.347457885742202</c:v>
                </c:pt>
                <c:pt idx="6944">
                  <c:v>94.302864074707003</c:v>
                </c:pt>
                <c:pt idx="6945">
                  <c:v>94.428131103515597</c:v>
                </c:pt>
                <c:pt idx="6946">
                  <c:v>94.577507019042997</c:v>
                </c:pt>
                <c:pt idx="6947">
                  <c:v>94.768783569335895</c:v>
                </c:pt>
                <c:pt idx="6948">
                  <c:v>94.879058837890597</c:v>
                </c:pt>
                <c:pt idx="6949">
                  <c:v>94.777435302734403</c:v>
                </c:pt>
                <c:pt idx="6950">
                  <c:v>94.832458496093807</c:v>
                </c:pt>
                <c:pt idx="6951">
                  <c:v>94.925552368164105</c:v>
                </c:pt>
                <c:pt idx="6952">
                  <c:v>94.9368896484375</c:v>
                </c:pt>
                <c:pt idx="6953">
                  <c:v>94.961242675781307</c:v>
                </c:pt>
                <c:pt idx="6954">
                  <c:v>94.993576049804702</c:v>
                </c:pt>
                <c:pt idx="6955">
                  <c:v>95.008750915527301</c:v>
                </c:pt>
                <c:pt idx="6956">
                  <c:v>95.025695800781307</c:v>
                </c:pt>
                <c:pt idx="6957">
                  <c:v>95.036041259765597</c:v>
                </c:pt>
                <c:pt idx="6958">
                  <c:v>95.038642883300795</c:v>
                </c:pt>
                <c:pt idx="6959">
                  <c:v>95.039978027343807</c:v>
                </c:pt>
                <c:pt idx="6960">
                  <c:v>95.041976928710895</c:v>
                </c:pt>
                <c:pt idx="6961">
                  <c:v>95.054039001464801</c:v>
                </c:pt>
                <c:pt idx="6962">
                  <c:v>95.065933227539105</c:v>
                </c:pt>
                <c:pt idx="6963">
                  <c:v>95.073677062988295</c:v>
                </c:pt>
                <c:pt idx="6964">
                  <c:v>95.094802856445298</c:v>
                </c:pt>
                <c:pt idx="6965">
                  <c:v>95.130043029785199</c:v>
                </c:pt>
                <c:pt idx="6966">
                  <c:v>95.134445190429702</c:v>
                </c:pt>
                <c:pt idx="6967">
                  <c:v>95.144401550292997</c:v>
                </c:pt>
                <c:pt idx="6968">
                  <c:v>95.201408386230497</c:v>
                </c:pt>
                <c:pt idx="6969">
                  <c:v>95.257911682128906</c:v>
                </c:pt>
                <c:pt idx="6970">
                  <c:v>95.290359497070298</c:v>
                </c:pt>
                <c:pt idx="6971">
                  <c:v>95.305999755859403</c:v>
                </c:pt>
                <c:pt idx="6972">
                  <c:v>95.340019226074205</c:v>
                </c:pt>
                <c:pt idx="6973">
                  <c:v>95.335777282714801</c:v>
                </c:pt>
                <c:pt idx="6974">
                  <c:v>95.394744873046903</c:v>
                </c:pt>
                <c:pt idx="6975">
                  <c:v>95.455993652343807</c:v>
                </c:pt>
                <c:pt idx="6976">
                  <c:v>95.473876953125</c:v>
                </c:pt>
                <c:pt idx="6977">
                  <c:v>95.492492675781307</c:v>
                </c:pt>
                <c:pt idx="6978">
                  <c:v>95.500473022460895</c:v>
                </c:pt>
                <c:pt idx="6979">
                  <c:v>95.508766174316406</c:v>
                </c:pt>
                <c:pt idx="6980">
                  <c:v>95.506011962890597</c:v>
                </c:pt>
                <c:pt idx="6981">
                  <c:v>95.583152770996094</c:v>
                </c:pt>
                <c:pt idx="6982">
                  <c:v>95.621513366699205</c:v>
                </c:pt>
                <c:pt idx="6983">
                  <c:v>95.646858215332003</c:v>
                </c:pt>
                <c:pt idx="6984">
                  <c:v>95.655754089355497</c:v>
                </c:pt>
                <c:pt idx="6985">
                  <c:v>95.687515258789105</c:v>
                </c:pt>
                <c:pt idx="6986">
                  <c:v>95.739738464355497</c:v>
                </c:pt>
                <c:pt idx="6987">
                  <c:v>95.7545166015625</c:v>
                </c:pt>
                <c:pt idx="6988">
                  <c:v>95.785385131835895</c:v>
                </c:pt>
                <c:pt idx="6989">
                  <c:v>95.817878723144503</c:v>
                </c:pt>
                <c:pt idx="6990">
                  <c:v>95.835395812988295</c:v>
                </c:pt>
                <c:pt idx="6991">
                  <c:v>95.894760131835895</c:v>
                </c:pt>
                <c:pt idx="6992">
                  <c:v>95.962753295898395</c:v>
                </c:pt>
                <c:pt idx="6993">
                  <c:v>95.967552185058594</c:v>
                </c:pt>
                <c:pt idx="6994">
                  <c:v>95.955520629882798</c:v>
                </c:pt>
                <c:pt idx="6995">
                  <c:v>95.975074768066406</c:v>
                </c:pt>
                <c:pt idx="6996">
                  <c:v>96.119705200195298</c:v>
                </c:pt>
                <c:pt idx="6997">
                  <c:v>96.228469848632798</c:v>
                </c:pt>
                <c:pt idx="6998">
                  <c:v>96.242561340332003</c:v>
                </c:pt>
                <c:pt idx="6999">
                  <c:v>96.350173950195298</c:v>
                </c:pt>
                <c:pt idx="7000">
                  <c:v>96.461219787597699</c:v>
                </c:pt>
                <c:pt idx="7001">
                  <c:v>96.472434997558594</c:v>
                </c:pt>
                <c:pt idx="7002">
                  <c:v>96.414710998535199</c:v>
                </c:pt>
                <c:pt idx="7003">
                  <c:v>96.432212829589801</c:v>
                </c:pt>
                <c:pt idx="7004">
                  <c:v>96.396179199218807</c:v>
                </c:pt>
                <c:pt idx="7005">
                  <c:v>96.395889282226605</c:v>
                </c:pt>
                <c:pt idx="7006">
                  <c:v>96.323638916015597</c:v>
                </c:pt>
                <c:pt idx="7007">
                  <c:v>96.416587829589801</c:v>
                </c:pt>
                <c:pt idx="7008">
                  <c:v>96.512184143066406</c:v>
                </c:pt>
                <c:pt idx="7009">
                  <c:v>96.565170288085895</c:v>
                </c:pt>
                <c:pt idx="7010">
                  <c:v>96.562187194824205</c:v>
                </c:pt>
                <c:pt idx="7011">
                  <c:v>96.597267150878906</c:v>
                </c:pt>
                <c:pt idx="7012">
                  <c:v>96.596778869628906</c:v>
                </c:pt>
                <c:pt idx="7013">
                  <c:v>96.5838623046875</c:v>
                </c:pt>
                <c:pt idx="7014">
                  <c:v>96.560630798339801</c:v>
                </c:pt>
                <c:pt idx="7015">
                  <c:v>96.495407104492202</c:v>
                </c:pt>
                <c:pt idx="7016">
                  <c:v>96.500137329101605</c:v>
                </c:pt>
                <c:pt idx="7017">
                  <c:v>96.417594909667997</c:v>
                </c:pt>
                <c:pt idx="7018">
                  <c:v>96.428077697753906</c:v>
                </c:pt>
                <c:pt idx="7019">
                  <c:v>96.482658386230497</c:v>
                </c:pt>
                <c:pt idx="7020">
                  <c:v>96.523674011230497</c:v>
                </c:pt>
                <c:pt idx="7021">
                  <c:v>96.505561828613295</c:v>
                </c:pt>
                <c:pt idx="7022">
                  <c:v>96.5535888671875</c:v>
                </c:pt>
                <c:pt idx="7023">
                  <c:v>96.532020568847699</c:v>
                </c:pt>
                <c:pt idx="7024">
                  <c:v>96.346824645996094</c:v>
                </c:pt>
                <c:pt idx="7025">
                  <c:v>96.287948608398395</c:v>
                </c:pt>
                <c:pt idx="7026">
                  <c:v>96.382385253906307</c:v>
                </c:pt>
                <c:pt idx="7027">
                  <c:v>96.383628845214801</c:v>
                </c:pt>
                <c:pt idx="7028">
                  <c:v>96.383888244628906</c:v>
                </c:pt>
                <c:pt idx="7029">
                  <c:v>96.319679260253906</c:v>
                </c:pt>
                <c:pt idx="7030">
                  <c:v>96.302101135253906</c:v>
                </c:pt>
                <c:pt idx="7031">
                  <c:v>96.289337158203097</c:v>
                </c:pt>
                <c:pt idx="7032">
                  <c:v>96.301734924316406</c:v>
                </c:pt>
                <c:pt idx="7033">
                  <c:v>96.264640808105497</c:v>
                </c:pt>
                <c:pt idx="7034">
                  <c:v>96.258064270019503</c:v>
                </c:pt>
                <c:pt idx="7035">
                  <c:v>96.2464599609375</c:v>
                </c:pt>
                <c:pt idx="7036">
                  <c:v>96.243606567382798</c:v>
                </c:pt>
                <c:pt idx="7037">
                  <c:v>96.338356018066406</c:v>
                </c:pt>
                <c:pt idx="7038">
                  <c:v>96.364143371582003</c:v>
                </c:pt>
                <c:pt idx="7039">
                  <c:v>96.352943420410199</c:v>
                </c:pt>
                <c:pt idx="7040">
                  <c:v>96.409408569335895</c:v>
                </c:pt>
                <c:pt idx="7041">
                  <c:v>96.461906433105497</c:v>
                </c:pt>
                <c:pt idx="7042">
                  <c:v>96.492584228515597</c:v>
                </c:pt>
                <c:pt idx="7043">
                  <c:v>96.531547546386705</c:v>
                </c:pt>
                <c:pt idx="7044">
                  <c:v>96.592338562011705</c:v>
                </c:pt>
                <c:pt idx="7045">
                  <c:v>96.615135192871094</c:v>
                </c:pt>
                <c:pt idx="7046">
                  <c:v>96.595046997070298</c:v>
                </c:pt>
                <c:pt idx="7047">
                  <c:v>96.587852478027301</c:v>
                </c:pt>
                <c:pt idx="7048">
                  <c:v>96.608650207519503</c:v>
                </c:pt>
                <c:pt idx="7049">
                  <c:v>96.605773925781307</c:v>
                </c:pt>
                <c:pt idx="7050">
                  <c:v>96.623718261718807</c:v>
                </c:pt>
                <c:pt idx="7051">
                  <c:v>96.6026611328125</c:v>
                </c:pt>
                <c:pt idx="7052">
                  <c:v>96.631507873535199</c:v>
                </c:pt>
                <c:pt idx="7053">
                  <c:v>96.642471313476605</c:v>
                </c:pt>
                <c:pt idx="7054">
                  <c:v>96.646507263183594</c:v>
                </c:pt>
                <c:pt idx="7055">
                  <c:v>96.661201477050795</c:v>
                </c:pt>
                <c:pt idx="7056">
                  <c:v>96.669654846191406</c:v>
                </c:pt>
                <c:pt idx="7057">
                  <c:v>96.665603637695298</c:v>
                </c:pt>
                <c:pt idx="7058">
                  <c:v>96.654083251953097</c:v>
                </c:pt>
                <c:pt idx="7059">
                  <c:v>96.669609069824205</c:v>
                </c:pt>
                <c:pt idx="7060">
                  <c:v>96.673065185546903</c:v>
                </c:pt>
                <c:pt idx="7061">
                  <c:v>96.671089172363295</c:v>
                </c:pt>
                <c:pt idx="7062">
                  <c:v>96.665977478027301</c:v>
                </c:pt>
                <c:pt idx="7063">
                  <c:v>96.671180725097699</c:v>
                </c:pt>
                <c:pt idx="7064">
                  <c:v>96.679153442382798</c:v>
                </c:pt>
                <c:pt idx="7065">
                  <c:v>96.678573608398395</c:v>
                </c:pt>
                <c:pt idx="7066">
                  <c:v>96.678733825683594</c:v>
                </c:pt>
                <c:pt idx="7067">
                  <c:v>96.677947998046903</c:v>
                </c:pt>
                <c:pt idx="7068">
                  <c:v>96.684234619140597</c:v>
                </c:pt>
                <c:pt idx="7069">
                  <c:v>96.689598083496094</c:v>
                </c:pt>
                <c:pt idx="7070">
                  <c:v>96.679405212402301</c:v>
                </c:pt>
                <c:pt idx="7071">
                  <c:v>96.698638916015597</c:v>
                </c:pt>
                <c:pt idx="7072">
                  <c:v>96.706809997558594</c:v>
                </c:pt>
                <c:pt idx="7073">
                  <c:v>96.711135864257798</c:v>
                </c:pt>
                <c:pt idx="7074">
                  <c:v>96.702140808105497</c:v>
                </c:pt>
                <c:pt idx="7075">
                  <c:v>96.702980041503906</c:v>
                </c:pt>
                <c:pt idx="7076">
                  <c:v>96.701255798339801</c:v>
                </c:pt>
                <c:pt idx="7077">
                  <c:v>96.703834533691406</c:v>
                </c:pt>
                <c:pt idx="7078">
                  <c:v>96.702957153320298</c:v>
                </c:pt>
                <c:pt idx="7079">
                  <c:v>96.712837219238295</c:v>
                </c:pt>
                <c:pt idx="7080">
                  <c:v>96.749259948730497</c:v>
                </c:pt>
                <c:pt idx="7081">
                  <c:v>96.733055114746094</c:v>
                </c:pt>
                <c:pt idx="7082">
                  <c:v>96.737060546875</c:v>
                </c:pt>
                <c:pt idx="7083">
                  <c:v>96.725440979003906</c:v>
                </c:pt>
                <c:pt idx="7084">
                  <c:v>96.735298156738295</c:v>
                </c:pt>
                <c:pt idx="7085">
                  <c:v>96.75927734375</c:v>
                </c:pt>
                <c:pt idx="7086">
                  <c:v>96.743568420410199</c:v>
                </c:pt>
                <c:pt idx="7087">
                  <c:v>96.751365661621094</c:v>
                </c:pt>
                <c:pt idx="7088">
                  <c:v>96.765876770019503</c:v>
                </c:pt>
                <c:pt idx="7089">
                  <c:v>96.777610778808594</c:v>
                </c:pt>
                <c:pt idx="7090">
                  <c:v>96.793426513671903</c:v>
                </c:pt>
                <c:pt idx="7091">
                  <c:v>96.837020874023395</c:v>
                </c:pt>
                <c:pt idx="7092">
                  <c:v>96.843513488769503</c:v>
                </c:pt>
                <c:pt idx="7093">
                  <c:v>96.828826904296903</c:v>
                </c:pt>
                <c:pt idx="7094">
                  <c:v>96.855262756347699</c:v>
                </c:pt>
                <c:pt idx="7095">
                  <c:v>96.838691711425795</c:v>
                </c:pt>
                <c:pt idx="7096">
                  <c:v>96.880943298339801</c:v>
                </c:pt>
                <c:pt idx="7097">
                  <c:v>96.897285461425795</c:v>
                </c:pt>
                <c:pt idx="7098">
                  <c:v>96.9039306640625</c:v>
                </c:pt>
                <c:pt idx="7099">
                  <c:v>96.923294067382798</c:v>
                </c:pt>
                <c:pt idx="7100">
                  <c:v>96.876495361328097</c:v>
                </c:pt>
                <c:pt idx="7101">
                  <c:v>96.870819091796903</c:v>
                </c:pt>
                <c:pt idx="7102">
                  <c:v>96.826263427734403</c:v>
                </c:pt>
                <c:pt idx="7103">
                  <c:v>96.825439453125</c:v>
                </c:pt>
                <c:pt idx="7104">
                  <c:v>96.811637878417997</c:v>
                </c:pt>
                <c:pt idx="7105">
                  <c:v>96.822906494140597</c:v>
                </c:pt>
                <c:pt idx="7106">
                  <c:v>96.833930969238295</c:v>
                </c:pt>
                <c:pt idx="7107">
                  <c:v>96.820823669433594</c:v>
                </c:pt>
                <c:pt idx="7108">
                  <c:v>96.822227478027301</c:v>
                </c:pt>
                <c:pt idx="7109">
                  <c:v>96.824600219726605</c:v>
                </c:pt>
                <c:pt idx="7110">
                  <c:v>96.824043273925795</c:v>
                </c:pt>
                <c:pt idx="7111">
                  <c:v>96.839340209960895</c:v>
                </c:pt>
                <c:pt idx="7112">
                  <c:v>96.853286743164105</c:v>
                </c:pt>
                <c:pt idx="7113">
                  <c:v>96.843864440917997</c:v>
                </c:pt>
                <c:pt idx="7114">
                  <c:v>96.849235534667997</c:v>
                </c:pt>
                <c:pt idx="7115">
                  <c:v>96.842926025390597</c:v>
                </c:pt>
                <c:pt idx="7116">
                  <c:v>96.840629577636705</c:v>
                </c:pt>
                <c:pt idx="7117">
                  <c:v>96.833793640136705</c:v>
                </c:pt>
                <c:pt idx="7118">
                  <c:v>96.834304809570298</c:v>
                </c:pt>
                <c:pt idx="7119">
                  <c:v>96.854545593261705</c:v>
                </c:pt>
                <c:pt idx="7120">
                  <c:v>96.835289001464801</c:v>
                </c:pt>
                <c:pt idx="7121">
                  <c:v>96.844673156738295</c:v>
                </c:pt>
                <c:pt idx="7122">
                  <c:v>96.859458923339801</c:v>
                </c:pt>
                <c:pt idx="7123">
                  <c:v>96.845809936523395</c:v>
                </c:pt>
                <c:pt idx="7124">
                  <c:v>96.848876953125</c:v>
                </c:pt>
                <c:pt idx="7125">
                  <c:v>96.861724853515597</c:v>
                </c:pt>
                <c:pt idx="7126">
                  <c:v>96.835678100585895</c:v>
                </c:pt>
                <c:pt idx="7127">
                  <c:v>96.844215393066406</c:v>
                </c:pt>
                <c:pt idx="7128">
                  <c:v>96.856887817382798</c:v>
                </c:pt>
                <c:pt idx="7129">
                  <c:v>96.872520446777301</c:v>
                </c:pt>
                <c:pt idx="7130">
                  <c:v>96.853759765625</c:v>
                </c:pt>
                <c:pt idx="7131">
                  <c:v>96.849914550781307</c:v>
                </c:pt>
                <c:pt idx="7132">
                  <c:v>96.848495483398395</c:v>
                </c:pt>
                <c:pt idx="7133">
                  <c:v>96.839775085449205</c:v>
                </c:pt>
                <c:pt idx="7134">
                  <c:v>96.857460021972699</c:v>
                </c:pt>
                <c:pt idx="7135">
                  <c:v>96.845054626464801</c:v>
                </c:pt>
                <c:pt idx="7136">
                  <c:v>96.854713439941406</c:v>
                </c:pt>
                <c:pt idx="7137">
                  <c:v>96.854812622070298</c:v>
                </c:pt>
                <c:pt idx="7138">
                  <c:v>96.848960876464801</c:v>
                </c:pt>
                <c:pt idx="7139">
                  <c:v>96.843147277832003</c:v>
                </c:pt>
                <c:pt idx="7140">
                  <c:v>96.855918884277301</c:v>
                </c:pt>
                <c:pt idx="7141">
                  <c:v>96.824539184570298</c:v>
                </c:pt>
                <c:pt idx="7142">
                  <c:v>96.828536987304702</c:v>
                </c:pt>
                <c:pt idx="7143">
                  <c:v>96.825653076171903</c:v>
                </c:pt>
                <c:pt idx="7144">
                  <c:v>96.806907653808594</c:v>
                </c:pt>
                <c:pt idx="7145">
                  <c:v>96.828392028808594</c:v>
                </c:pt>
                <c:pt idx="7146">
                  <c:v>96.823226928710895</c:v>
                </c:pt>
                <c:pt idx="7147">
                  <c:v>96.814247131347699</c:v>
                </c:pt>
                <c:pt idx="7148">
                  <c:v>96.809349060058594</c:v>
                </c:pt>
                <c:pt idx="7149">
                  <c:v>96.794967651367202</c:v>
                </c:pt>
                <c:pt idx="7150">
                  <c:v>96.797920227050795</c:v>
                </c:pt>
                <c:pt idx="7151">
                  <c:v>96.776298522949205</c:v>
                </c:pt>
                <c:pt idx="7152">
                  <c:v>96.760459899902301</c:v>
                </c:pt>
                <c:pt idx="7153">
                  <c:v>96.763374328613295</c:v>
                </c:pt>
                <c:pt idx="7154">
                  <c:v>96.777854919433594</c:v>
                </c:pt>
                <c:pt idx="7155">
                  <c:v>96.779075622558594</c:v>
                </c:pt>
                <c:pt idx="7156">
                  <c:v>96.779693603515597</c:v>
                </c:pt>
                <c:pt idx="7157">
                  <c:v>96.753967285156307</c:v>
                </c:pt>
                <c:pt idx="7158">
                  <c:v>96.720718383789105</c:v>
                </c:pt>
                <c:pt idx="7159">
                  <c:v>96.719932556152301</c:v>
                </c:pt>
                <c:pt idx="7160">
                  <c:v>96.704078674316406</c:v>
                </c:pt>
                <c:pt idx="7161">
                  <c:v>96.693168640136705</c:v>
                </c:pt>
                <c:pt idx="7162">
                  <c:v>96.687843322753906</c:v>
                </c:pt>
                <c:pt idx="7163">
                  <c:v>96.685806274414105</c:v>
                </c:pt>
                <c:pt idx="7164">
                  <c:v>96.682411193847699</c:v>
                </c:pt>
                <c:pt idx="7165">
                  <c:v>96.683013916015597</c:v>
                </c:pt>
                <c:pt idx="7166">
                  <c:v>96.685249328613295</c:v>
                </c:pt>
                <c:pt idx="7167">
                  <c:v>96.688331604003906</c:v>
                </c:pt>
                <c:pt idx="7168">
                  <c:v>96.688690185546903</c:v>
                </c:pt>
                <c:pt idx="7169">
                  <c:v>96.681961059570298</c:v>
                </c:pt>
                <c:pt idx="7170">
                  <c:v>96.667442321777301</c:v>
                </c:pt>
                <c:pt idx="7171">
                  <c:v>96.659202575683594</c:v>
                </c:pt>
                <c:pt idx="7172">
                  <c:v>96.670280456542997</c:v>
                </c:pt>
                <c:pt idx="7173">
                  <c:v>96.673889160156307</c:v>
                </c:pt>
                <c:pt idx="7174">
                  <c:v>96.674346923828097</c:v>
                </c:pt>
                <c:pt idx="7175">
                  <c:v>96.646453857421903</c:v>
                </c:pt>
                <c:pt idx="7176">
                  <c:v>96.660964965820298</c:v>
                </c:pt>
                <c:pt idx="7177">
                  <c:v>96.669105529785199</c:v>
                </c:pt>
                <c:pt idx="7178">
                  <c:v>96.671905517578097</c:v>
                </c:pt>
                <c:pt idx="7179">
                  <c:v>96.665046691894503</c:v>
                </c:pt>
                <c:pt idx="7180">
                  <c:v>96.669822692871094</c:v>
                </c:pt>
                <c:pt idx="7181">
                  <c:v>96.663284301757798</c:v>
                </c:pt>
                <c:pt idx="7182">
                  <c:v>96.668914794921903</c:v>
                </c:pt>
                <c:pt idx="7183">
                  <c:v>96.671806335449205</c:v>
                </c:pt>
                <c:pt idx="7184">
                  <c:v>96.647911071777301</c:v>
                </c:pt>
                <c:pt idx="7185">
                  <c:v>96.648483276367202</c:v>
                </c:pt>
                <c:pt idx="7186">
                  <c:v>96.661308288574205</c:v>
                </c:pt>
                <c:pt idx="7187">
                  <c:v>96.656158447265597</c:v>
                </c:pt>
                <c:pt idx="7188">
                  <c:v>96.618255615234403</c:v>
                </c:pt>
                <c:pt idx="7189">
                  <c:v>96.592567443847699</c:v>
                </c:pt>
                <c:pt idx="7190">
                  <c:v>96.597267150878906</c:v>
                </c:pt>
                <c:pt idx="7191">
                  <c:v>96.604263305664105</c:v>
                </c:pt>
                <c:pt idx="7192">
                  <c:v>96.597129821777301</c:v>
                </c:pt>
                <c:pt idx="7193">
                  <c:v>96.600837707519503</c:v>
                </c:pt>
                <c:pt idx="7194">
                  <c:v>96.606422424316406</c:v>
                </c:pt>
                <c:pt idx="7195">
                  <c:v>96.591423034667997</c:v>
                </c:pt>
                <c:pt idx="7196">
                  <c:v>96.568054199218807</c:v>
                </c:pt>
                <c:pt idx="7197">
                  <c:v>96.549606323242202</c:v>
                </c:pt>
                <c:pt idx="7198">
                  <c:v>96.548377990722699</c:v>
                </c:pt>
                <c:pt idx="7199">
                  <c:v>96.597358703613295</c:v>
                </c:pt>
                <c:pt idx="7200">
                  <c:v>96.606132507324205</c:v>
                </c:pt>
                <c:pt idx="7201">
                  <c:v>96.616264343261705</c:v>
                </c:pt>
                <c:pt idx="7202">
                  <c:v>96.582893371582003</c:v>
                </c:pt>
                <c:pt idx="7203">
                  <c:v>96.542793273925795</c:v>
                </c:pt>
                <c:pt idx="7204">
                  <c:v>96.524101257324205</c:v>
                </c:pt>
                <c:pt idx="7205">
                  <c:v>96.539100646972699</c:v>
                </c:pt>
                <c:pt idx="7206">
                  <c:v>96.540214538574205</c:v>
                </c:pt>
                <c:pt idx="7207">
                  <c:v>96.542709350585895</c:v>
                </c:pt>
                <c:pt idx="7208">
                  <c:v>96.541725158691406</c:v>
                </c:pt>
                <c:pt idx="7209">
                  <c:v>96.590461730957003</c:v>
                </c:pt>
                <c:pt idx="7210">
                  <c:v>96.522064208984403</c:v>
                </c:pt>
                <c:pt idx="7211">
                  <c:v>96.503593444824205</c:v>
                </c:pt>
                <c:pt idx="7212">
                  <c:v>96.558776855468807</c:v>
                </c:pt>
                <c:pt idx="7213">
                  <c:v>96.560935974121094</c:v>
                </c:pt>
                <c:pt idx="7214">
                  <c:v>96.599777221679702</c:v>
                </c:pt>
                <c:pt idx="7215">
                  <c:v>96.596572875976605</c:v>
                </c:pt>
                <c:pt idx="7216">
                  <c:v>96.584312438964801</c:v>
                </c:pt>
                <c:pt idx="7217">
                  <c:v>96.573745727539105</c:v>
                </c:pt>
                <c:pt idx="7218">
                  <c:v>96.592185974121094</c:v>
                </c:pt>
                <c:pt idx="7219">
                  <c:v>96.568397521972699</c:v>
                </c:pt>
                <c:pt idx="7220">
                  <c:v>96.566505432128906</c:v>
                </c:pt>
                <c:pt idx="7221">
                  <c:v>96.602828979492202</c:v>
                </c:pt>
                <c:pt idx="7222">
                  <c:v>96.601249694824205</c:v>
                </c:pt>
                <c:pt idx="7223">
                  <c:v>96.628204345703097</c:v>
                </c:pt>
                <c:pt idx="7224">
                  <c:v>96.6326904296875</c:v>
                </c:pt>
                <c:pt idx="7225">
                  <c:v>96.610160827636705</c:v>
                </c:pt>
                <c:pt idx="7226">
                  <c:v>96.628707885742202</c:v>
                </c:pt>
                <c:pt idx="7227">
                  <c:v>96.629631042480497</c:v>
                </c:pt>
                <c:pt idx="7228">
                  <c:v>96.640464782714801</c:v>
                </c:pt>
                <c:pt idx="7229">
                  <c:v>96.6468505859375</c:v>
                </c:pt>
                <c:pt idx="7230">
                  <c:v>96.639801025390597</c:v>
                </c:pt>
                <c:pt idx="7231">
                  <c:v>96.653968811035199</c:v>
                </c:pt>
                <c:pt idx="7232">
                  <c:v>96.664131164550795</c:v>
                </c:pt>
                <c:pt idx="7233">
                  <c:v>96.660530090332003</c:v>
                </c:pt>
                <c:pt idx="7234">
                  <c:v>96.655708312988295</c:v>
                </c:pt>
                <c:pt idx="7235">
                  <c:v>96.645088195800795</c:v>
                </c:pt>
                <c:pt idx="7236">
                  <c:v>96.658248901367202</c:v>
                </c:pt>
                <c:pt idx="7237">
                  <c:v>96.669342041015597</c:v>
                </c:pt>
                <c:pt idx="7238">
                  <c:v>96.661796569824205</c:v>
                </c:pt>
                <c:pt idx="7239">
                  <c:v>96.667381286621094</c:v>
                </c:pt>
                <c:pt idx="7240">
                  <c:v>96.671142578125</c:v>
                </c:pt>
                <c:pt idx="7241">
                  <c:v>96.676933288574205</c:v>
                </c:pt>
                <c:pt idx="7242">
                  <c:v>96.688346862792997</c:v>
                </c:pt>
                <c:pt idx="7243">
                  <c:v>96.684738159179702</c:v>
                </c:pt>
                <c:pt idx="7244">
                  <c:v>96.683006286621094</c:v>
                </c:pt>
                <c:pt idx="7245">
                  <c:v>96.682350158691406</c:v>
                </c:pt>
                <c:pt idx="7246">
                  <c:v>96.681221008300795</c:v>
                </c:pt>
                <c:pt idx="7247">
                  <c:v>96.681320190429702</c:v>
                </c:pt>
                <c:pt idx="7248">
                  <c:v>96.680007934570298</c:v>
                </c:pt>
                <c:pt idx="7249">
                  <c:v>96.6861572265625</c:v>
                </c:pt>
                <c:pt idx="7250">
                  <c:v>96.687408447265597</c:v>
                </c:pt>
                <c:pt idx="7251">
                  <c:v>96.692527770996094</c:v>
                </c:pt>
                <c:pt idx="7252">
                  <c:v>96.692901611328097</c:v>
                </c:pt>
                <c:pt idx="7253">
                  <c:v>96.692657470703097</c:v>
                </c:pt>
                <c:pt idx="7254">
                  <c:v>96.703826904296903</c:v>
                </c:pt>
                <c:pt idx="7255">
                  <c:v>96.722953796386705</c:v>
                </c:pt>
                <c:pt idx="7256">
                  <c:v>96.736610412597699</c:v>
                </c:pt>
                <c:pt idx="7257">
                  <c:v>96.714263916015597</c:v>
                </c:pt>
                <c:pt idx="7258">
                  <c:v>96.720718383789105</c:v>
                </c:pt>
                <c:pt idx="7259">
                  <c:v>96.735633850097699</c:v>
                </c:pt>
                <c:pt idx="7260">
                  <c:v>96.738235473632798</c:v>
                </c:pt>
                <c:pt idx="7261">
                  <c:v>96.739448547363295</c:v>
                </c:pt>
                <c:pt idx="7262">
                  <c:v>96.765998840332003</c:v>
                </c:pt>
                <c:pt idx="7263">
                  <c:v>96.809402465820298</c:v>
                </c:pt>
                <c:pt idx="7264">
                  <c:v>96.757369995117202</c:v>
                </c:pt>
                <c:pt idx="7265">
                  <c:v>96.751556396484403</c:v>
                </c:pt>
                <c:pt idx="7266">
                  <c:v>96.769958496093807</c:v>
                </c:pt>
                <c:pt idx="7267">
                  <c:v>96.781013488769503</c:v>
                </c:pt>
                <c:pt idx="7268">
                  <c:v>96.809410095214801</c:v>
                </c:pt>
                <c:pt idx="7269">
                  <c:v>96.834701538085895</c:v>
                </c:pt>
                <c:pt idx="7270">
                  <c:v>96.841590881347699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95A-48CE-B4BE-D687D5F749D6}"/>
            </c:ext>
          </c:extLst>
        </c:ser>
        <c:ser>
          <c:idx val="3"/>
          <c:order val="3"/>
          <c:tx>
            <c:strRef>
              <c:f>'DL-Model'!$E$1</c:f>
              <c:strCache>
                <c:ptCount val="1"/>
                <c:pt idx="0">
                  <c:v>T_rm_true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'DL-Model'!$E$2:$E$7272</c:f>
              <c:numCache>
                <c:formatCode>General</c:formatCode>
                <c:ptCount val="7271"/>
                <c:pt idx="0">
                  <c:v>35.525390625</c:v>
                </c:pt>
                <c:pt idx="1">
                  <c:v>35.527732849121101</c:v>
                </c:pt>
                <c:pt idx="2">
                  <c:v>35.531478881835902</c:v>
                </c:pt>
                <c:pt idx="3">
                  <c:v>35.550338745117202</c:v>
                </c:pt>
                <c:pt idx="4">
                  <c:v>35.601016998291001</c:v>
                </c:pt>
                <c:pt idx="5">
                  <c:v>35.527194976806598</c:v>
                </c:pt>
                <c:pt idx="6">
                  <c:v>35.583633422851598</c:v>
                </c:pt>
                <c:pt idx="7">
                  <c:v>35.523998260498097</c:v>
                </c:pt>
                <c:pt idx="8">
                  <c:v>35.612129211425803</c:v>
                </c:pt>
                <c:pt idx="9">
                  <c:v>35.574531555175803</c:v>
                </c:pt>
                <c:pt idx="10">
                  <c:v>35.555377960205099</c:v>
                </c:pt>
                <c:pt idx="11">
                  <c:v>35.620883941650398</c:v>
                </c:pt>
                <c:pt idx="12">
                  <c:v>35.643928527832003</c:v>
                </c:pt>
                <c:pt idx="13">
                  <c:v>35.615402221679702</c:v>
                </c:pt>
                <c:pt idx="14">
                  <c:v>35.592002868652301</c:v>
                </c:pt>
                <c:pt idx="15">
                  <c:v>35.593425750732401</c:v>
                </c:pt>
                <c:pt idx="16">
                  <c:v>35.587677001953097</c:v>
                </c:pt>
                <c:pt idx="17">
                  <c:v>35.577236175537102</c:v>
                </c:pt>
                <c:pt idx="18">
                  <c:v>35.592082977294901</c:v>
                </c:pt>
                <c:pt idx="19">
                  <c:v>35.5875854492188</c:v>
                </c:pt>
                <c:pt idx="20">
                  <c:v>35.617038726806598</c:v>
                </c:pt>
                <c:pt idx="21">
                  <c:v>35.632518768310597</c:v>
                </c:pt>
                <c:pt idx="22">
                  <c:v>35.636848449707003</c:v>
                </c:pt>
                <c:pt idx="23">
                  <c:v>35.634788513183601</c:v>
                </c:pt>
                <c:pt idx="24">
                  <c:v>35.628280639648402</c:v>
                </c:pt>
                <c:pt idx="25">
                  <c:v>35.629276275634801</c:v>
                </c:pt>
                <c:pt idx="26">
                  <c:v>35.632881164550803</c:v>
                </c:pt>
                <c:pt idx="27">
                  <c:v>35.646366119384801</c:v>
                </c:pt>
                <c:pt idx="28">
                  <c:v>35.642539978027301</c:v>
                </c:pt>
                <c:pt idx="29">
                  <c:v>35.656105041503899</c:v>
                </c:pt>
                <c:pt idx="30">
                  <c:v>35.662284851074197</c:v>
                </c:pt>
                <c:pt idx="31">
                  <c:v>35.621936798095703</c:v>
                </c:pt>
                <c:pt idx="32">
                  <c:v>35.643875122070298</c:v>
                </c:pt>
                <c:pt idx="33">
                  <c:v>35.675342559814503</c:v>
                </c:pt>
                <c:pt idx="34">
                  <c:v>35.669242858886697</c:v>
                </c:pt>
                <c:pt idx="35">
                  <c:v>35.667625427246101</c:v>
                </c:pt>
                <c:pt idx="36">
                  <c:v>35.664108276367202</c:v>
                </c:pt>
                <c:pt idx="37">
                  <c:v>35.608428955078097</c:v>
                </c:pt>
                <c:pt idx="38">
                  <c:v>35.640285491943402</c:v>
                </c:pt>
                <c:pt idx="39">
                  <c:v>35.622772216796903</c:v>
                </c:pt>
                <c:pt idx="40">
                  <c:v>35.6771850585938</c:v>
                </c:pt>
                <c:pt idx="41">
                  <c:v>35.730457305908203</c:v>
                </c:pt>
                <c:pt idx="42">
                  <c:v>35.769737243652301</c:v>
                </c:pt>
                <c:pt idx="43">
                  <c:v>35.7931938171387</c:v>
                </c:pt>
                <c:pt idx="44">
                  <c:v>35.771678924560597</c:v>
                </c:pt>
                <c:pt idx="45">
                  <c:v>35.757057189941399</c:v>
                </c:pt>
                <c:pt idx="46">
                  <c:v>35.721450805664098</c:v>
                </c:pt>
                <c:pt idx="47">
                  <c:v>35.752727508544901</c:v>
                </c:pt>
                <c:pt idx="48">
                  <c:v>35.820201873779297</c:v>
                </c:pt>
                <c:pt idx="49">
                  <c:v>35.862586975097699</c:v>
                </c:pt>
                <c:pt idx="50">
                  <c:v>35.887439727783203</c:v>
                </c:pt>
                <c:pt idx="51">
                  <c:v>35.909049987792997</c:v>
                </c:pt>
                <c:pt idx="52">
                  <c:v>35.910255432128899</c:v>
                </c:pt>
                <c:pt idx="53">
                  <c:v>36.042167663574197</c:v>
                </c:pt>
                <c:pt idx="54">
                  <c:v>35.994766235351598</c:v>
                </c:pt>
                <c:pt idx="55">
                  <c:v>36.030967712402301</c:v>
                </c:pt>
                <c:pt idx="56">
                  <c:v>36.030036926269503</c:v>
                </c:pt>
                <c:pt idx="57">
                  <c:v>35.987255096435597</c:v>
                </c:pt>
                <c:pt idx="58">
                  <c:v>36.137096405029297</c:v>
                </c:pt>
                <c:pt idx="59">
                  <c:v>36.1187744140625</c:v>
                </c:pt>
                <c:pt idx="60">
                  <c:v>36.125041961669901</c:v>
                </c:pt>
                <c:pt idx="61">
                  <c:v>36.235931396484403</c:v>
                </c:pt>
                <c:pt idx="62">
                  <c:v>36.081447601318402</c:v>
                </c:pt>
                <c:pt idx="63">
                  <c:v>36.058601379394503</c:v>
                </c:pt>
                <c:pt idx="64">
                  <c:v>36.039260864257798</c:v>
                </c:pt>
                <c:pt idx="65">
                  <c:v>36.087539672851598</c:v>
                </c:pt>
                <c:pt idx="66">
                  <c:v>36.181007385253899</c:v>
                </c:pt>
                <c:pt idx="67">
                  <c:v>36.235927581787102</c:v>
                </c:pt>
                <c:pt idx="68">
                  <c:v>36.253368377685597</c:v>
                </c:pt>
                <c:pt idx="69">
                  <c:v>36.277744293212898</c:v>
                </c:pt>
                <c:pt idx="70">
                  <c:v>36.299350738525398</c:v>
                </c:pt>
                <c:pt idx="71">
                  <c:v>36.242050170898402</c:v>
                </c:pt>
                <c:pt idx="72">
                  <c:v>36.240306854248097</c:v>
                </c:pt>
                <c:pt idx="73">
                  <c:v>36.540714263916001</c:v>
                </c:pt>
                <c:pt idx="74">
                  <c:v>37.100669860839801</c:v>
                </c:pt>
                <c:pt idx="75">
                  <c:v>36.792972564697301</c:v>
                </c:pt>
                <c:pt idx="76">
                  <c:v>36.667869567871101</c:v>
                </c:pt>
                <c:pt idx="77">
                  <c:v>36.718193054199197</c:v>
                </c:pt>
                <c:pt idx="78">
                  <c:v>36.696056365966797</c:v>
                </c:pt>
                <c:pt idx="79">
                  <c:v>36.661464691162102</c:v>
                </c:pt>
                <c:pt idx="80">
                  <c:v>36.390598297119098</c:v>
                </c:pt>
                <c:pt idx="81">
                  <c:v>36.5606079101563</c:v>
                </c:pt>
                <c:pt idx="82">
                  <c:v>36.672096252441399</c:v>
                </c:pt>
                <c:pt idx="83">
                  <c:v>36.773654937744098</c:v>
                </c:pt>
                <c:pt idx="84">
                  <c:v>36.590377807617202</c:v>
                </c:pt>
                <c:pt idx="85">
                  <c:v>36.744941711425803</c:v>
                </c:pt>
                <c:pt idx="86">
                  <c:v>36.616649627685597</c:v>
                </c:pt>
                <c:pt idx="87">
                  <c:v>36.822864532470703</c:v>
                </c:pt>
                <c:pt idx="88">
                  <c:v>37.066986083984403</c:v>
                </c:pt>
                <c:pt idx="89">
                  <c:v>37.336074829101598</c:v>
                </c:pt>
                <c:pt idx="90">
                  <c:v>37.395931243896499</c:v>
                </c:pt>
                <c:pt idx="91">
                  <c:v>37.235591888427699</c:v>
                </c:pt>
                <c:pt idx="92">
                  <c:v>37.076747894287102</c:v>
                </c:pt>
                <c:pt idx="93">
                  <c:v>36.941352844238303</c:v>
                </c:pt>
                <c:pt idx="94">
                  <c:v>37.033679962158203</c:v>
                </c:pt>
                <c:pt idx="95">
                  <c:v>37.171180725097699</c:v>
                </c:pt>
                <c:pt idx="96">
                  <c:v>37.176017761230497</c:v>
                </c:pt>
                <c:pt idx="97">
                  <c:v>37.211315155029297</c:v>
                </c:pt>
                <c:pt idx="98">
                  <c:v>37.342941284179702</c:v>
                </c:pt>
                <c:pt idx="99">
                  <c:v>37.283367156982401</c:v>
                </c:pt>
                <c:pt idx="100">
                  <c:v>37.363449096679702</c:v>
                </c:pt>
                <c:pt idx="101">
                  <c:v>37.356376647949197</c:v>
                </c:pt>
                <c:pt idx="102">
                  <c:v>37.219070434570298</c:v>
                </c:pt>
                <c:pt idx="103">
                  <c:v>37.286708831787102</c:v>
                </c:pt>
                <c:pt idx="104">
                  <c:v>37.3740425109863</c:v>
                </c:pt>
                <c:pt idx="105">
                  <c:v>37.386329650878899</c:v>
                </c:pt>
                <c:pt idx="106">
                  <c:v>37.413246154785199</c:v>
                </c:pt>
                <c:pt idx="107">
                  <c:v>37.455699920654297</c:v>
                </c:pt>
                <c:pt idx="108">
                  <c:v>37.508613586425803</c:v>
                </c:pt>
                <c:pt idx="109">
                  <c:v>37.472862243652301</c:v>
                </c:pt>
                <c:pt idx="110">
                  <c:v>37.463447570800803</c:v>
                </c:pt>
                <c:pt idx="111">
                  <c:v>37.449062347412102</c:v>
                </c:pt>
                <c:pt idx="112">
                  <c:v>37.652572631835902</c:v>
                </c:pt>
                <c:pt idx="113">
                  <c:v>37.549350738525398</c:v>
                </c:pt>
                <c:pt idx="114">
                  <c:v>37.739749908447301</c:v>
                </c:pt>
                <c:pt idx="115">
                  <c:v>37.702926635742202</c:v>
                </c:pt>
                <c:pt idx="116">
                  <c:v>37.678558349609403</c:v>
                </c:pt>
                <c:pt idx="117">
                  <c:v>37.857826232910199</c:v>
                </c:pt>
                <c:pt idx="118">
                  <c:v>37.7785034179688</c:v>
                </c:pt>
                <c:pt idx="119">
                  <c:v>37.704048156738303</c:v>
                </c:pt>
                <c:pt idx="120">
                  <c:v>37.428234100341797</c:v>
                </c:pt>
                <c:pt idx="121">
                  <c:v>37.589023590087898</c:v>
                </c:pt>
                <c:pt idx="122">
                  <c:v>37.728763580322301</c:v>
                </c:pt>
                <c:pt idx="123">
                  <c:v>37.642688751220703</c:v>
                </c:pt>
                <c:pt idx="124">
                  <c:v>37.626235961914098</c:v>
                </c:pt>
                <c:pt idx="125">
                  <c:v>37.641380310058601</c:v>
                </c:pt>
                <c:pt idx="126">
                  <c:v>37.873062133789098</c:v>
                </c:pt>
                <c:pt idx="127">
                  <c:v>37.778110504150398</c:v>
                </c:pt>
                <c:pt idx="128">
                  <c:v>37.885963439941399</c:v>
                </c:pt>
                <c:pt idx="129">
                  <c:v>37.910255432128899</c:v>
                </c:pt>
                <c:pt idx="130">
                  <c:v>37.932079315185597</c:v>
                </c:pt>
                <c:pt idx="131">
                  <c:v>38.016830444335902</c:v>
                </c:pt>
                <c:pt idx="132">
                  <c:v>38.301643371582003</c:v>
                </c:pt>
                <c:pt idx="133">
                  <c:v>38.441272735595703</c:v>
                </c:pt>
                <c:pt idx="134">
                  <c:v>38.6127738952637</c:v>
                </c:pt>
                <c:pt idx="135">
                  <c:v>38.419345855712898</c:v>
                </c:pt>
                <c:pt idx="136">
                  <c:v>38.598636627197301</c:v>
                </c:pt>
                <c:pt idx="137">
                  <c:v>38.608390808105497</c:v>
                </c:pt>
                <c:pt idx="138">
                  <c:v>38.688346862792997</c:v>
                </c:pt>
                <c:pt idx="139">
                  <c:v>38.820266723632798</c:v>
                </c:pt>
                <c:pt idx="140">
                  <c:v>38.684677124023402</c:v>
                </c:pt>
                <c:pt idx="141">
                  <c:v>38.597976684570298</c:v>
                </c:pt>
                <c:pt idx="142">
                  <c:v>38.347248077392599</c:v>
                </c:pt>
                <c:pt idx="143">
                  <c:v>38.554042816162102</c:v>
                </c:pt>
                <c:pt idx="144">
                  <c:v>38.853305816650398</c:v>
                </c:pt>
                <c:pt idx="145">
                  <c:v>39.345912933349602</c:v>
                </c:pt>
                <c:pt idx="146">
                  <c:v>39.117660522460902</c:v>
                </c:pt>
                <c:pt idx="147">
                  <c:v>39.049678802490199</c:v>
                </c:pt>
                <c:pt idx="148">
                  <c:v>39.212673187255902</c:v>
                </c:pt>
                <c:pt idx="149">
                  <c:v>39.537265777587898</c:v>
                </c:pt>
                <c:pt idx="150">
                  <c:v>40.089164733886697</c:v>
                </c:pt>
                <c:pt idx="151">
                  <c:v>39.969348907470703</c:v>
                </c:pt>
                <c:pt idx="152">
                  <c:v>39.810970306396499</c:v>
                </c:pt>
                <c:pt idx="153">
                  <c:v>39.976322174072301</c:v>
                </c:pt>
                <c:pt idx="154">
                  <c:v>39.995635986328097</c:v>
                </c:pt>
                <c:pt idx="155">
                  <c:v>40.173469543457003</c:v>
                </c:pt>
                <c:pt idx="156">
                  <c:v>39.9615669250488</c:v>
                </c:pt>
                <c:pt idx="157">
                  <c:v>40.0074272155762</c:v>
                </c:pt>
                <c:pt idx="158">
                  <c:v>40.251693725585902</c:v>
                </c:pt>
                <c:pt idx="159">
                  <c:v>40.450828552246101</c:v>
                </c:pt>
                <c:pt idx="160">
                  <c:v>40.696460723877003</c:v>
                </c:pt>
                <c:pt idx="161">
                  <c:v>40.691230773925803</c:v>
                </c:pt>
                <c:pt idx="162">
                  <c:v>40.9571533203125</c:v>
                </c:pt>
                <c:pt idx="163">
                  <c:v>41.012264251708999</c:v>
                </c:pt>
                <c:pt idx="164">
                  <c:v>40.646202087402301</c:v>
                </c:pt>
                <c:pt idx="165">
                  <c:v>40.986824035644503</c:v>
                </c:pt>
                <c:pt idx="166">
                  <c:v>41.177272796630902</c:v>
                </c:pt>
                <c:pt idx="167">
                  <c:v>41.219894409179702</c:v>
                </c:pt>
                <c:pt idx="168">
                  <c:v>41.203620910644503</c:v>
                </c:pt>
                <c:pt idx="169">
                  <c:v>41.3465766906738</c:v>
                </c:pt>
                <c:pt idx="170">
                  <c:v>41.401199340820298</c:v>
                </c:pt>
                <c:pt idx="171">
                  <c:v>41.463661193847699</c:v>
                </c:pt>
                <c:pt idx="172">
                  <c:v>41.520175933837898</c:v>
                </c:pt>
                <c:pt idx="173">
                  <c:v>41.627521514892599</c:v>
                </c:pt>
                <c:pt idx="174">
                  <c:v>41.797752380371101</c:v>
                </c:pt>
                <c:pt idx="175">
                  <c:v>41.795783996582003</c:v>
                </c:pt>
                <c:pt idx="176">
                  <c:v>42.027370452880902</c:v>
                </c:pt>
                <c:pt idx="177">
                  <c:v>41.964797973632798</c:v>
                </c:pt>
                <c:pt idx="178">
                  <c:v>41.9983100891113</c:v>
                </c:pt>
                <c:pt idx="179">
                  <c:v>42.004024505615199</c:v>
                </c:pt>
                <c:pt idx="180">
                  <c:v>42.083667755127003</c:v>
                </c:pt>
                <c:pt idx="181">
                  <c:v>42.313819885253899</c:v>
                </c:pt>
                <c:pt idx="182">
                  <c:v>42.264144897460902</c:v>
                </c:pt>
                <c:pt idx="183">
                  <c:v>42.560623168945298</c:v>
                </c:pt>
                <c:pt idx="184">
                  <c:v>42.439929962158203</c:v>
                </c:pt>
                <c:pt idx="185">
                  <c:v>42.3488578796387</c:v>
                </c:pt>
                <c:pt idx="186">
                  <c:v>42.255275726318402</c:v>
                </c:pt>
                <c:pt idx="187">
                  <c:v>42.358367919921903</c:v>
                </c:pt>
                <c:pt idx="188">
                  <c:v>42.341732025146499</c:v>
                </c:pt>
                <c:pt idx="189">
                  <c:v>41.764743804931598</c:v>
                </c:pt>
                <c:pt idx="190">
                  <c:v>42.130485534667997</c:v>
                </c:pt>
                <c:pt idx="191">
                  <c:v>41.986537933349602</c:v>
                </c:pt>
                <c:pt idx="192">
                  <c:v>42.297080993652301</c:v>
                </c:pt>
                <c:pt idx="193">
                  <c:v>42.4067192077637</c:v>
                </c:pt>
                <c:pt idx="194">
                  <c:v>42.788463592529297</c:v>
                </c:pt>
                <c:pt idx="195">
                  <c:v>42.832080841064503</c:v>
                </c:pt>
                <c:pt idx="196">
                  <c:v>42.833591461181598</c:v>
                </c:pt>
                <c:pt idx="197">
                  <c:v>43.027778625488303</c:v>
                </c:pt>
                <c:pt idx="198">
                  <c:v>42.935253143310597</c:v>
                </c:pt>
                <c:pt idx="199">
                  <c:v>43.082950592041001</c:v>
                </c:pt>
                <c:pt idx="200">
                  <c:v>43.253425598144503</c:v>
                </c:pt>
                <c:pt idx="201">
                  <c:v>43.082592010498097</c:v>
                </c:pt>
                <c:pt idx="202">
                  <c:v>42.986587524414098</c:v>
                </c:pt>
                <c:pt idx="203">
                  <c:v>43.111427307128899</c:v>
                </c:pt>
                <c:pt idx="204">
                  <c:v>42.970172882080099</c:v>
                </c:pt>
                <c:pt idx="205">
                  <c:v>43.142227172851598</c:v>
                </c:pt>
                <c:pt idx="206">
                  <c:v>43.192935943603501</c:v>
                </c:pt>
                <c:pt idx="207">
                  <c:v>43.267971038818402</c:v>
                </c:pt>
                <c:pt idx="208">
                  <c:v>43.410652160644503</c:v>
                </c:pt>
                <c:pt idx="209">
                  <c:v>43.027050018310597</c:v>
                </c:pt>
                <c:pt idx="210">
                  <c:v>43.272464752197301</c:v>
                </c:pt>
                <c:pt idx="211">
                  <c:v>43.405078887939503</c:v>
                </c:pt>
                <c:pt idx="212">
                  <c:v>43.570629119873097</c:v>
                </c:pt>
                <c:pt idx="213">
                  <c:v>44.2073783874512</c:v>
                </c:pt>
                <c:pt idx="214">
                  <c:v>43.973564147949197</c:v>
                </c:pt>
                <c:pt idx="215">
                  <c:v>43.760715484619098</c:v>
                </c:pt>
                <c:pt idx="216">
                  <c:v>43.651401519775398</c:v>
                </c:pt>
                <c:pt idx="217">
                  <c:v>43.795127868652301</c:v>
                </c:pt>
                <c:pt idx="218">
                  <c:v>43.7668266296387</c:v>
                </c:pt>
                <c:pt idx="219">
                  <c:v>43.7610473632813</c:v>
                </c:pt>
                <c:pt idx="220">
                  <c:v>43.843276977539098</c:v>
                </c:pt>
                <c:pt idx="221">
                  <c:v>43.844268798828097</c:v>
                </c:pt>
                <c:pt idx="222">
                  <c:v>44.004337310791001</c:v>
                </c:pt>
                <c:pt idx="223">
                  <c:v>43.812465667724602</c:v>
                </c:pt>
                <c:pt idx="224">
                  <c:v>43.973190307617202</c:v>
                </c:pt>
                <c:pt idx="225">
                  <c:v>43.7762260437012</c:v>
                </c:pt>
                <c:pt idx="226">
                  <c:v>43.980129241943402</c:v>
                </c:pt>
                <c:pt idx="227">
                  <c:v>44.2585258483887</c:v>
                </c:pt>
                <c:pt idx="228">
                  <c:v>44.094573974609403</c:v>
                </c:pt>
                <c:pt idx="229">
                  <c:v>44.244194030761697</c:v>
                </c:pt>
                <c:pt idx="230">
                  <c:v>44.220039367675803</c:v>
                </c:pt>
                <c:pt idx="231">
                  <c:v>44.045680999755902</c:v>
                </c:pt>
                <c:pt idx="232">
                  <c:v>44.159908294677699</c:v>
                </c:pt>
                <c:pt idx="233">
                  <c:v>44.472908020019503</c:v>
                </c:pt>
                <c:pt idx="234">
                  <c:v>44.3847465515137</c:v>
                </c:pt>
                <c:pt idx="235">
                  <c:v>44.417366027832003</c:v>
                </c:pt>
                <c:pt idx="236">
                  <c:v>44.371379852294901</c:v>
                </c:pt>
                <c:pt idx="237">
                  <c:v>44.291923522949197</c:v>
                </c:pt>
                <c:pt idx="238">
                  <c:v>44.240200042724602</c:v>
                </c:pt>
                <c:pt idx="239">
                  <c:v>44.338401794433601</c:v>
                </c:pt>
                <c:pt idx="240">
                  <c:v>44.428886413574197</c:v>
                </c:pt>
                <c:pt idx="241">
                  <c:v>44.4318656921387</c:v>
                </c:pt>
                <c:pt idx="242">
                  <c:v>44.431510925292997</c:v>
                </c:pt>
                <c:pt idx="243">
                  <c:v>44.201919555664098</c:v>
                </c:pt>
                <c:pt idx="244">
                  <c:v>44.397216796875</c:v>
                </c:pt>
                <c:pt idx="245">
                  <c:v>44.351249694824197</c:v>
                </c:pt>
                <c:pt idx="246">
                  <c:v>44.219486236572301</c:v>
                </c:pt>
                <c:pt idx="247">
                  <c:v>44.316238403320298</c:v>
                </c:pt>
                <c:pt idx="248">
                  <c:v>44.419712066650398</c:v>
                </c:pt>
                <c:pt idx="249">
                  <c:v>44.492706298828097</c:v>
                </c:pt>
                <c:pt idx="250">
                  <c:v>44.372364044189503</c:v>
                </c:pt>
                <c:pt idx="251">
                  <c:v>44.490066528320298</c:v>
                </c:pt>
                <c:pt idx="252">
                  <c:v>44.559818267822301</c:v>
                </c:pt>
                <c:pt idx="253">
                  <c:v>44.610530853271499</c:v>
                </c:pt>
                <c:pt idx="254">
                  <c:v>44.637439727783203</c:v>
                </c:pt>
                <c:pt idx="255">
                  <c:v>44.3051147460938</c:v>
                </c:pt>
                <c:pt idx="256">
                  <c:v>44.559238433837898</c:v>
                </c:pt>
                <c:pt idx="257">
                  <c:v>44.639411926269503</c:v>
                </c:pt>
                <c:pt idx="258">
                  <c:v>44.675472259521499</c:v>
                </c:pt>
                <c:pt idx="259">
                  <c:v>44.681209564208999</c:v>
                </c:pt>
                <c:pt idx="260">
                  <c:v>44.887516021728501</c:v>
                </c:pt>
                <c:pt idx="261">
                  <c:v>44.868892669677699</c:v>
                </c:pt>
                <c:pt idx="262">
                  <c:v>44.784072875976598</c:v>
                </c:pt>
                <c:pt idx="263">
                  <c:v>44.800266265869098</c:v>
                </c:pt>
                <c:pt idx="264">
                  <c:v>44.697357177734403</c:v>
                </c:pt>
                <c:pt idx="265">
                  <c:v>44.7169189453125</c:v>
                </c:pt>
                <c:pt idx="266">
                  <c:v>45.233009338378899</c:v>
                </c:pt>
                <c:pt idx="267">
                  <c:v>45.208763122558601</c:v>
                </c:pt>
                <c:pt idx="268">
                  <c:v>45.073581695556598</c:v>
                </c:pt>
                <c:pt idx="269">
                  <c:v>45.143390655517599</c:v>
                </c:pt>
                <c:pt idx="270">
                  <c:v>45.089004516601598</c:v>
                </c:pt>
                <c:pt idx="271">
                  <c:v>45.051998138427699</c:v>
                </c:pt>
                <c:pt idx="272">
                  <c:v>44.960033416748097</c:v>
                </c:pt>
                <c:pt idx="273">
                  <c:v>45.225151062011697</c:v>
                </c:pt>
                <c:pt idx="274">
                  <c:v>44.923866271972699</c:v>
                </c:pt>
                <c:pt idx="275">
                  <c:v>44.9447631835938</c:v>
                </c:pt>
                <c:pt idx="276">
                  <c:v>44.981246948242202</c:v>
                </c:pt>
                <c:pt idx="277">
                  <c:v>44.954105377197301</c:v>
                </c:pt>
                <c:pt idx="278">
                  <c:v>44.788288116455099</c:v>
                </c:pt>
                <c:pt idx="279">
                  <c:v>45.033607482910199</c:v>
                </c:pt>
                <c:pt idx="280">
                  <c:v>45.261280059814503</c:v>
                </c:pt>
                <c:pt idx="281">
                  <c:v>45.293991088867202</c:v>
                </c:pt>
                <c:pt idx="282">
                  <c:v>45.170330047607401</c:v>
                </c:pt>
                <c:pt idx="283">
                  <c:v>45.8954467773438</c:v>
                </c:pt>
                <c:pt idx="284">
                  <c:v>45.603507995605497</c:v>
                </c:pt>
                <c:pt idx="285">
                  <c:v>45.450099945068402</c:v>
                </c:pt>
                <c:pt idx="286">
                  <c:v>45.533561706542997</c:v>
                </c:pt>
                <c:pt idx="287">
                  <c:v>45.490047454833999</c:v>
                </c:pt>
                <c:pt idx="288">
                  <c:v>45.949878692627003</c:v>
                </c:pt>
                <c:pt idx="289">
                  <c:v>45.5816650390625</c:v>
                </c:pt>
                <c:pt idx="290">
                  <c:v>45.619697570800803</c:v>
                </c:pt>
                <c:pt idx="291">
                  <c:v>45.865669250488303</c:v>
                </c:pt>
                <c:pt idx="292">
                  <c:v>45.8723754882813</c:v>
                </c:pt>
                <c:pt idx="293">
                  <c:v>46.205039978027301</c:v>
                </c:pt>
                <c:pt idx="294">
                  <c:v>45.879367828369098</c:v>
                </c:pt>
                <c:pt idx="295">
                  <c:v>45.932052612304702</c:v>
                </c:pt>
                <c:pt idx="296">
                  <c:v>45.930274963378899</c:v>
                </c:pt>
                <c:pt idx="297">
                  <c:v>45.9161186218262</c:v>
                </c:pt>
                <c:pt idx="298">
                  <c:v>45.885398864746101</c:v>
                </c:pt>
                <c:pt idx="299">
                  <c:v>45.927791595458999</c:v>
                </c:pt>
                <c:pt idx="300">
                  <c:v>45.994586944580099</c:v>
                </c:pt>
                <c:pt idx="301">
                  <c:v>45.930168151855497</c:v>
                </c:pt>
                <c:pt idx="302">
                  <c:v>45.869960784912102</c:v>
                </c:pt>
                <c:pt idx="303">
                  <c:v>45.987373352050803</c:v>
                </c:pt>
                <c:pt idx="304">
                  <c:v>46.094100952148402</c:v>
                </c:pt>
                <c:pt idx="305">
                  <c:v>46.056808471679702</c:v>
                </c:pt>
                <c:pt idx="306">
                  <c:v>46.058769226074197</c:v>
                </c:pt>
                <c:pt idx="307">
                  <c:v>46.054660797119098</c:v>
                </c:pt>
                <c:pt idx="308">
                  <c:v>46.064285278320298</c:v>
                </c:pt>
                <c:pt idx="309">
                  <c:v>46.111949920654297</c:v>
                </c:pt>
                <c:pt idx="310">
                  <c:v>46.114185333252003</c:v>
                </c:pt>
                <c:pt idx="311">
                  <c:v>46.087718963623097</c:v>
                </c:pt>
                <c:pt idx="312">
                  <c:v>46.104938507080099</c:v>
                </c:pt>
                <c:pt idx="313">
                  <c:v>46.101066589355497</c:v>
                </c:pt>
                <c:pt idx="314">
                  <c:v>46.2148628234863</c:v>
                </c:pt>
                <c:pt idx="315">
                  <c:v>46.128200531005902</c:v>
                </c:pt>
                <c:pt idx="316">
                  <c:v>45.989837646484403</c:v>
                </c:pt>
                <c:pt idx="317">
                  <c:v>46.020671844482401</c:v>
                </c:pt>
                <c:pt idx="318">
                  <c:v>46.090267181396499</c:v>
                </c:pt>
                <c:pt idx="319">
                  <c:v>46.074466705322301</c:v>
                </c:pt>
                <c:pt idx="320">
                  <c:v>46.107448577880902</c:v>
                </c:pt>
                <c:pt idx="321">
                  <c:v>46.295944213867202</c:v>
                </c:pt>
                <c:pt idx="322">
                  <c:v>46.282299041748097</c:v>
                </c:pt>
                <c:pt idx="323">
                  <c:v>46.2337837219238</c:v>
                </c:pt>
                <c:pt idx="324">
                  <c:v>46.227188110351598</c:v>
                </c:pt>
                <c:pt idx="325">
                  <c:v>46.2319946289063</c:v>
                </c:pt>
                <c:pt idx="326">
                  <c:v>46.265480041503899</c:v>
                </c:pt>
                <c:pt idx="327">
                  <c:v>46.360740661621101</c:v>
                </c:pt>
                <c:pt idx="328">
                  <c:v>46.117130279541001</c:v>
                </c:pt>
                <c:pt idx="329">
                  <c:v>46.0844116210938</c:v>
                </c:pt>
                <c:pt idx="330">
                  <c:v>46.1694145202637</c:v>
                </c:pt>
                <c:pt idx="331">
                  <c:v>46.214553833007798</c:v>
                </c:pt>
                <c:pt idx="332">
                  <c:v>46.223598480224602</c:v>
                </c:pt>
                <c:pt idx="333">
                  <c:v>46.224937438964801</c:v>
                </c:pt>
                <c:pt idx="334">
                  <c:v>46.100715637207003</c:v>
                </c:pt>
                <c:pt idx="335">
                  <c:v>46.0455322265625</c:v>
                </c:pt>
                <c:pt idx="336">
                  <c:v>46.142459869384801</c:v>
                </c:pt>
                <c:pt idx="337">
                  <c:v>46.246025085449197</c:v>
                </c:pt>
                <c:pt idx="338">
                  <c:v>46.254711151123097</c:v>
                </c:pt>
                <c:pt idx="339">
                  <c:v>46.3066215515137</c:v>
                </c:pt>
                <c:pt idx="340">
                  <c:v>46.241500854492202</c:v>
                </c:pt>
                <c:pt idx="341">
                  <c:v>46.2258110046387</c:v>
                </c:pt>
                <c:pt idx="342">
                  <c:v>46.211181640625</c:v>
                </c:pt>
                <c:pt idx="343">
                  <c:v>46.149379730224602</c:v>
                </c:pt>
                <c:pt idx="344">
                  <c:v>46.256591796875</c:v>
                </c:pt>
                <c:pt idx="345">
                  <c:v>46.221405029296903</c:v>
                </c:pt>
                <c:pt idx="346">
                  <c:v>46.262989044189503</c:v>
                </c:pt>
                <c:pt idx="347">
                  <c:v>46.303600311279297</c:v>
                </c:pt>
                <c:pt idx="348">
                  <c:v>46.601589202880902</c:v>
                </c:pt>
                <c:pt idx="349">
                  <c:v>46.256660461425803</c:v>
                </c:pt>
                <c:pt idx="350">
                  <c:v>46.347984313964801</c:v>
                </c:pt>
                <c:pt idx="351">
                  <c:v>46.317836761474602</c:v>
                </c:pt>
                <c:pt idx="352">
                  <c:v>46.308773040771499</c:v>
                </c:pt>
                <c:pt idx="353">
                  <c:v>46.460475921630902</c:v>
                </c:pt>
                <c:pt idx="354">
                  <c:v>46.073760986328097</c:v>
                </c:pt>
                <c:pt idx="355">
                  <c:v>46.416927337646499</c:v>
                </c:pt>
                <c:pt idx="356">
                  <c:v>46.629966735839801</c:v>
                </c:pt>
                <c:pt idx="357">
                  <c:v>46.569660186767599</c:v>
                </c:pt>
                <c:pt idx="358">
                  <c:v>46.721340179443402</c:v>
                </c:pt>
                <c:pt idx="359">
                  <c:v>46.880012512207003</c:v>
                </c:pt>
                <c:pt idx="360">
                  <c:v>47.112319946289098</c:v>
                </c:pt>
                <c:pt idx="361">
                  <c:v>47.439975738525398</c:v>
                </c:pt>
                <c:pt idx="362">
                  <c:v>47.229751586914098</c:v>
                </c:pt>
                <c:pt idx="363">
                  <c:v>47.695095062255902</c:v>
                </c:pt>
                <c:pt idx="364">
                  <c:v>47.809146881103501</c:v>
                </c:pt>
                <c:pt idx="365">
                  <c:v>47.589321136474602</c:v>
                </c:pt>
                <c:pt idx="366">
                  <c:v>47.371631622314503</c:v>
                </c:pt>
                <c:pt idx="367">
                  <c:v>47.507396697998097</c:v>
                </c:pt>
                <c:pt idx="368">
                  <c:v>47.557346343994098</c:v>
                </c:pt>
                <c:pt idx="369">
                  <c:v>47.519325256347699</c:v>
                </c:pt>
                <c:pt idx="370">
                  <c:v>47.0440483093262</c:v>
                </c:pt>
                <c:pt idx="371">
                  <c:v>47.0820922851563</c:v>
                </c:pt>
                <c:pt idx="372">
                  <c:v>47.223258972167997</c:v>
                </c:pt>
                <c:pt idx="373">
                  <c:v>47.413478851318402</c:v>
                </c:pt>
                <c:pt idx="374">
                  <c:v>47.440254211425803</c:v>
                </c:pt>
                <c:pt idx="375">
                  <c:v>47.830116271972699</c:v>
                </c:pt>
                <c:pt idx="376">
                  <c:v>47.759761810302699</c:v>
                </c:pt>
                <c:pt idx="377">
                  <c:v>47.422142028808601</c:v>
                </c:pt>
                <c:pt idx="378">
                  <c:v>47.579322814941399</c:v>
                </c:pt>
                <c:pt idx="379">
                  <c:v>48.055160522460902</c:v>
                </c:pt>
                <c:pt idx="380">
                  <c:v>47.828693389892599</c:v>
                </c:pt>
                <c:pt idx="381">
                  <c:v>48.1375541687012</c:v>
                </c:pt>
                <c:pt idx="382">
                  <c:v>47.776279449462898</c:v>
                </c:pt>
                <c:pt idx="383">
                  <c:v>47.817680358886697</c:v>
                </c:pt>
                <c:pt idx="384">
                  <c:v>47.827293395996101</c:v>
                </c:pt>
                <c:pt idx="385">
                  <c:v>47.693527221679702</c:v>
                </c:pt>
                <c:pt idx="386">
                  <c:v>47.430633544921903</c:v>
                </c:pt>
                <c:pt idx="387">
                  <c:v>47.680465698242202</c:v>
                </c:pt>
                <c:pt idx="388">
                  <c:v>47.844776153564503</c:v>
                </c:pt>
                <c:pt idx="389">
                  <c:v>48.165714263916001</c:v>
                </c:pt>
                <c:pt idx="390">
                  <c:v>48.179206848144503</c:v>
                </c:pt>
                <c:pt idx="391">
                  <c:v>48.343029022216797</c:v>
                </c:pt>
                <c:pt idx="392">
                  <c:v>48.359893798828097</c:v>
                </c:pt>
                <c:pt idx="393">
                  <c:v>48.484470367431598</c:v>
                </c:pt>
                <c:pt idx="394">
                  <c:v>48.476776123046903</c:v>
                </c:pt>
                <c:pt idx="395">
                  <c:v>48.3463325500488</c:v>
                </c:pt>
                <c:pt idx="396">
                  <c:v>48.445655822753899</c:v>
                </c:pt>
                <c:pt idx="397">
                  <c:v>48.452011108398402</c:v>
                </c:pt>
                <c:pt idx="398">
                  <c:v>48.5422554016113</c:v>
                </c:pt>
                <c:pt idx="399">
                  <c:v>48.306476593017599</c:v>
                </c:pt>
                <c:pt idx="400">
                  <c:v>48.366966247558601</c:v>
                </c:pt>
                <c:pt idx="401">
                  <c:v>48.422267913818402</c:v>
                </c:pt>
                <c:pt idx="402">
                  <c:v>48.533695220947301</c:v>
                </c:pt>
                <c:pt idx="403">
                  <c:v>48.5504150390625</c:v>
                </c:pt>
                <c:pt idx="404">
                  <c:v>48.583438873291001</c:v>
                </c:pt>
                <c:pt idx="405">
                  <c:v>48.703392028808601</c:v>
                </c:pt>
                <c:pt idx="406">
                  <c:v>48.576839447021499</c:v>
                </c:pt>
                <c:pt idx="407">
                  <c:v>48.616302490234403</c:v>
                </c:pt>
                <c:pt idx="408">
                  <c:v>48.422649383544901</c:v>
                </c:pt>
                <c:pt idx="409">
                  <c:v>48.447799682617202</c:v>
                </c:pt>
                <c:pt idx="410">
                  <c:v>48.619060516357401</c:v>
                </c:pt>
                <c:pt idx="411">
                  <c:v>48.654266357421903</c:v>
                </c:pt>
                <c:pt idx="412">
                  <c:v>48.768253326416001</c:v>
                </c:pt>
                <c:pt idx="413">
                  <c:v>48.666801452636697</c:v>
                </c:pt>
                <c:pt idx="414">
                  <c:v>48.817272186279297</c:v>
                </c:pt>
                <c:pt idx="415">
                  <c:v>48.908336639404297</c:v>
                </c:pt>
                <c:pt idx="416">
                  <c:v>48.887165069580099</c:v>
                </c:pt>
                <c:pt idx="417">
                  <c:v>48.721725463867202</c:v>
                </c:pt>
                <c:pt idx="418">
                  <c:v>48.792457580566399</c:v>
                </c:pt>
                <c:pt idx="419">
                  <c:v>49.296009063720703</c:v>
                </c:pt>
                <c:pt idx="420">
                  <c:v>49.328948974609403</c:v>
                </c:pt>
                <c:pt idx="421">
                  <c:v>49.350433349609403</c:v>
                </c:pt>
                <c:pt idx="422">
                  <c:v>49.482070922851598</c:v>
                </c:pt>
                <c:pt idx="423">
                  <c:v>49.436069488525398</c:v>
                </c:pt>
                <c:pt idx="424">
                  <c:v>49.418079376220703</c:v>
                </c:pt>
                <c:pt idx="425">
                  <c:v>49.445865631103501</c:v>
                </c:pt>
                <c:pt idx="426">
                  <c:v>49.435924530029297</c:v>
                </c:pt>
                <c:pt idx="427">
                  <c:v>49.424793243408203</c:v>
                </c:pt>
                <c:pt idx="428">
                  <c:v>49.474338531494098</c:v>
                </c:pt>
                <c:pt idx="429">
                  <c:v>49.358078002929702</c:v>
                </c:pt>
                <c:pt idx="430">
                  <c:v>49.401691436767599</c:v>
                </c:pt>
                <c:pt idx="431">
                  <c:v>49.434310913085902</c:v>
                </c:pt>
                <c:pt idx="432">
                  <c:v>49.475868225097699</c:v>
                </c:pt>
                <c:pt idx="433">
                  <c:v>49.4830932617188</c:v>
                </c:pt>
                <c:pt idx="434">
                  <c:v>49.496170043945298</c:v>
                </c:pt>
                <c:pt idx="435">
                  <c:v>49.472648620605497</c:v>
                </c:pt>
                <c:pt idx="436">
                  <c:v>49.401153564453097</c:v>
                </c:pt>
                <c:pt idx="437">
                  <c:v>49.390647888183601</c:v>
                </c:pt>
                <c:pt idx="438">
                  <c:v>49.436439514160199</c:v>
                </c:pt>
                <c:pt idx="439">
                  <c:v>49.3964653015137</c:v>
                </c:pt>
                <c:pt idx="440">
                  <c:v>49.427391052246101</c:v>
                </c:pt>
                <c:pt idx="441">
                  <c:v>49.524085998535199</c:v>
                </c:pt>
                <c:pt idx="442">
                  <c:v>49.547649383544901</c:v>
                </c:pt>
                <c:pt idx="443">
                  <c:v>49.529972076416001</c:v>
                </c:pt>
                <c:pt idx="444">
                  <c:v>49.585487365722699</c:v>
                </c:pt>
                <c:pt idx="445">
                  <c:v>49.559604644775398</c:v>
                </c:pt>
                <c:pt idx="446">
                  <c:v>49.676826477050803</c:v>
                </c:pt>
                <c:pt idx="447">
                  <c:v>49.7057075500488</c:v>
                </c:pt>
                <c:pt idx="448">
                  <c:v>49.556034088134801</c:v>
                </c:pt>
                <c:pt idx="449">
                  <c:v>49.573047637939503</c:v>
                </c:pt>
                <c:pt idx="450">
                  <c:v>49.559940338134801</c:v>
                </c:pt>
                <c:pt idx="451">
                  <c:v>49.630775451660199</c:v>
                </c:pt>
                <c:pt idx="452">
                  <c:v>49.490188598632798</c:v>
                </c:pt>
                <c:pt idx="453">
                  <c:v>49.4744262695313</c:v>
                </c:pt>
                <c:pt idx="454">
                  <c:v>49.429561614990199</c:v>
                </c:pt>
                <c:pt idx="455">
                  <c:v>49.725925445556598</c:v>
                </c:pt>
                <c:pt idx="456">
                  <c:v>49.7927436828613</c:v>
                </c:pt>
                <c:pt idx="457">
                  <c:v>49.594291687011697</c:v>
                </c:pt>
                <c:pt idx="458">
                  <c:v>50.247035980224602</c:v>
                </c:pt>
                <c:pt idx="459">
                  <c:v>50.216907501220703</c:v>
                </c:pt>
                <c:pt idx="460">
                  <c:v>50.1185111999512</c:v>
                </c:pt>
                <c:pt idx="461">
                  <c:v>49.980934143066399</c:v>
                </c:pt>
                <c:pt idx="462">
                  <c:v>49.902694702148402</c:v>
                </c:pt>
                <c:pt idx="463">
                  <c:v>49.714790344238303</c:v>
                </c:pt>
                <c:pt idx="464">
                  <c:v>49.797256469726598</c:v>
                </c:pt>
                <c:pt idx="465">
                  <c:v>49.2029838562012</c:v>
                </c:pt>
                <c:pt idx="466">
                  <c:v>49.701023101806598</c:v>
                </c:pt>
                <c:pt idx="467">
                  <c:v>49.7201538085938</c:v>
                </c:pt>
                <c:pt idx="468">
                  <c:v>49.641628265380902</c:v>
                </c:pt>
                <c:pt idx="469">
                  <c:v>49.844242095947301</c:v>
                </c:pt>
                <c:pt idx="470">
                  <c:v>49.951946258544901</c:v>
                </c:pt>
                <c:pt idx="471">
                  <c:v>49.449878692627003</c:v>
                </c:pt>
                <c:pt idx="472">
                  <c:v>49.735897064208999</c:v>
                </c:pt>
                <c:pt idx="473">
                  <c:v>50.297771453857401</c:v>
                </c:pt>
                <c:pt idx="474">
                  <c:v>50.195255279541001</c:v>
                </c:pt>
                <c:pt idx="475">
                  <c:v>50.173759460449197</c:v>
                </c:pt>
                <c:pt idx="476">
                  <c:v>50.252578735351598</c:v>
                </c:pt>
                <c:pt idx="477">
                  <c:v>50.318630218505902</c:v>
                </c:pt>
                <c:pt idx="478">
                  <c:v>50.328258514404297</c:v>
                </c:pt>
                <c:pt idx="479">
                  <c:v>50.337917327880902</c:v>
                </c:pt>
                <c:pt idx="480">
                  <c:v>50.385536193847699</c:v>
                </c:pt>
                <c:pt idx="481">
                  <c:v>50.389598846435597</c:v>
                </c:pt>
                <c:pt idx="482">
                  <c:v>50.481769561767599</c:v>
                </c:pt>
                <c:pt idx="483">
                  <c:v>50.4881782531738</c:v>
                </c:pt>
                <c:pt idx="484">
                  <c:v>49.881317138671903</c:v>
                </c:pt>
                <c:pt idx="485">
                  <c:v>50.118927001953097</c:v>
                </c:pt>
                <c:pt idx="486">
                  <c:v>50.271198272705099</c:v>
                </c:pt>
                <c:pt idx="487">
                  <c:v>50.394351959228501</c:v>
                </c:pt>
                <c:pt idx="488">
                  <c:v>50.349555969238303</c:v>
                </c:pt>
                <c:pt idx="489">
                  <c:v>50.356014251708999</c:v>
                </c:pt>
                <c:pt idx="490">
                  <c:v>50.492019653320298</c:v>
                </c:pt>
                <c:pt idx="491">
                  <c:v>50.428417205810597</c:v>
                </c:pt>
                <c:pt idx="492">
                  <c:v>50.604560852050803</c:v>
                </c:pt>
                <c:pt idx="493">
                  <c:v>50.618976593017599</c:v>
                </c:pt>
                <c:pt idx="494">
                  <c:v>50.857959747314503</c:v>
                </c:pt>
                <c:pt idx="495">
                  <c:v>50.916950225830099</c:v>
                </c:pt>
                <c:pt idx="496">
                  <c:v>50.890163421630902</c:v>
                </c:pt>
                <c:pt idx="497">
                  <c:v>50.609199523925803</c:v>
                </c:pt>
                <c:pt idx="498">
                  <c:v>50.887672424316399</c:v>
                </c:pt>
                <c:pt idx="499">
                  <c:v>51.151638031005902</c:v>
                </c:pt>
                <c:pt idx="500">
                  <c:v>51.168869018554702</c:v>
                </c:pt>
                <c:pt idx="501">
                  <c:v>51.084239959716797</c:v>
                </c:pt>
                <c:pt idx="502">
                  <c:v>51.097904205322301</c:v>
                </c:pt>
                <c:pt idx="503">
                  <c:v>51.361160278320298</c:v>
                </c:pt>
                <c:pt idx="504">
                  <c:v>51.483165740966797</c:v>
                </c:pt>
                <c:pt idx="505">
                  <c:v>51.340061187744098</c:v>
                </c:pt>
                <c:pt idx="506">
                  <c:v>51.288707733154297</c:v>
                </c:pt>
                <c:pt idx="507">
                  <c:v>51.530525207519503</c:v>
                </c:pt>
                <c:pt idx="508">
                  <c:v>51.473396301269503</c:v>
                </c:pt>
                <c:pt idx="509">
                  <c:v>51.227851867675803</c:v>
                </c:pt>
                <c:pt idx="510">
                  <c:v>51.370964050292997</c:v>
                </c:pt>
                <c:pt idx="511">
                  <c:v>51.460964202880902</c:v>
                </c:pt>
                <c:pt idx="512">
                  <c:v>51.470207214355497</c:v>
                </c:pt>
                <c:pt idx="513">
                  <c:v>51.447677612304702</c:v>
                </c:pt>
                <c:pt idx="514">
                  <c:v>51.4627494812012</c:v>
                </c:pt>
                <c:pt idx="515">
                  <c:v>51.336330413818402</c:v>
                </c:pt>
                <c:pt idx="516">
                  <c:v>51.414031982421903</c:v>
                </c:pt>
                <c:pt idx="517">
                  <c:v>51.421600341796903</c:v>
                </c:pt>
                <c:pt idx="518">
                  <c:v>51.127811431884801</c:v>
                </c:pt>
                <c:pt idx="519">
                  <c:v>51.420284271240199</c:v>
                </c:pt>
                <c:pt idx="520">
                  <c:v>51.5512886047363</c:v>
                </c:pt>
                <c:pt idx="521">
                  <c:v>51.642017364502003</c:v>
                </c:pt>
                <c:pt idx="522">
                  <c:v>51.594676971435597</c:v>
                </c:pt>
                <c:pt idx="523">
                  <c:v>51.6378173828125</c:v>
                </c:pt>
                <c:pt idx="524">
                  <c:v>50.995349884033203</c:v>
                </c:pt>
                <c:pt idx="525">
                  <c:v>51.318832397460902</c:v>
                </c:pt>
                <c:pt idx="526">
                  <c:v>51.493415832519503</c:v>
                </c:pt>
                <c:pt idx="527">
                  <c:v>51.502532958984403</c:v>
                </c:pt>
                <c:pt idx="528">
                  <c:v>51.408981323242202</c:v>
                </c:pt>
                <c:pt idx="529">
                  <c:v>51.451942443847699</c:v>
                </c:pt>
                <c:pt idx="530">
                  <c:v>51.513309478759801</c:v>
                </c:pt>
                <c:pt idx="531">
                  <c:v>51.614822387695298</c:v>
                </c:pt>
                <c:pt idx="532">
                  <c:v>51.7336616516113</c:v>
                </c:pt>
                <c:pt idx="533">
                  <c:v>51.594650268554702</c:v>
                </c:pt>
                <c:pt idx="534">
                  <c:v>51.603042602539098</c:v>
                </c:pt>
                <c:pt idx="535">
                  <c:v>51.475872039794901</c:v>
                </c:pt>
                <c:pt idx="536">
                  <c:v>51.384578704833999</c:v>
                </c:pt>
                <c:pt idx="537">
                  <c:v>51.279331207275398</c:v>
                </c:pt>
                <c:pt idx="538">
                  <c:v>51.417160034179702</c:v>
                </c:pt>
                <c:pt idx="539">
                  <c:v>51.444789886474602</c:v>
                </c:pt>
                <c:pt idx="540">
                  <c:v>51.522838592529297</c:v>
                </c:pt>
                <c:pt idx="541">
                  <c:v>51.620689392089801</c:v>
                </c:pt>
                <c:pt idx="542">
                  <c:v>51.691444396972699</c:v>
                </c:pt>
                <c:pt idx="543">
                  <c:v>51.615264892578097</c:v>
                </c:pt>
                <c:pt idx="544">
                  <c:v>51.596504211425803</c:v>
                </c:pt>
                <c:pt idx="545">
                  <c:v>51.559906005859403</c:v>
                </c:pt>
                <c:pt idx="546">
                  <c:v>51.632530212402301</c:v>
                </c:pt>
                <c:pt idx="547">
                  <c:v>51.652565002441399</c:v>
                </c:pt>
                <c:pt idx="548">
                  <c:v>51.6077880859375</c:v>
                </c:pt>
                <c:pt idx="549">
                  <c:v>51.365139007568402</c:v>
                </c:pt>
                <c:pt idx="550">
                  <c:v>51.495975494384801</c:v>
                </c:pt>
                <c:pt idx="551">
                  <c:v>51.439857482910199</c:v>
                </c:pt>
                <c:pt idx="552">
                  <c:v>51.309978485107401</c:v>
                </c:pt>
                <c:pt idx="553">
                  <c:v>51.245326995849602</c:v>
                </c:pt>
                <c:pt idx="554">
                  <c:v>51.465255737304702</c:v>
                </c:pt>
                <c:pt idx="555">
                  <c:v>51.5606079101563</c:v>
                </c:pt>
                <c:pt idx="556">
                  <c:v>51.489639282226598</c:v>
                </c:pt>
                <c:pt idx="557">
                  <c:v>51.598796844482401</c:v>
                </c:pt>
                <c:pt idx="558">
                  <c:v>51.613941192627003</c:v>
                </c:pt>
                <c:pt idx="559">
                  <c:v>51.652824401855497</c:v>
                </c:pt>
                <c:pt idx="560">
                  <c:v>51.624526977539098</c:v>
                </c:pt>
                <c:pt idx="561">
                  <c:v>51.637138366699197</c:v>
                </c:pt>
                <c:pt idx="562">
                  <c:v>51.649711608886697</c:v>
                </c:pt>
                <c:pt idx="563">
                  <c:v>51.627445220947301</c:v>
                </c:pt>
                <c:pt idx="564">
                  <c:v>51.645816802978501</c:v>
                </c:pt>
                <c:pt idx="565">
                  <c:v>51.656169891357401</c:v>
                </c:pt>
                <c:pt idx="566">
                  <c:v>51.599048614502003</c:v>
                </c:pt>
                <c:pt idx="567">
                  <c:v>51.573028564453097</c:v>
                </c:pt>
                <c:pt idx="568">
                  <c:v>51.4468994140625</c:v>
                </c:pt>
                <c:pt idx="569">
                  <c:v>51.540664672851598</c:v>
                </c:pt>
                <c:pt idx="570">
                  <c:v>51.547473907470703</c:v>
                </c:pt>
                <c:pt idx="571">
                  <c:v>51.565841674804702</c:v>
                </c:pt>
                <c:pt idx="572">
                  <c:v>51.555137634277301</c:v>
                </c:pt>
                <c:pt idx="573">
                  <c:v>51.560768127441399</c:v>
                </c:pt>
                <c:pt idx="574">
                  <c:v>51.551597595214801</c:v>
                </c:pt>
                <c:pt idx="575">
                  <c:v>51.5521430969238</c:v>
                </c:pt>
                <c:pt idx="576">
                  <c:v>51.554893493652301</c:v>
                </c:pt>
                <c:pt idx="577">
                  <c:v>51.541103363037102</c:v>
                </c:pt>
                <c:pt idx="578">
                  <c:v>51.527675628662102</c:v>
                </c:pt>
                <c:pt idx="579">
                  <c:v>51.546497344970703</c:v>
                </c:pt>
                <c:pt idx="580">
                  <c:v>51.533458709716797</c:v>
                </c:pt>
                <c:pt idx="581">
                  <c:v>51.536247253417997</c:v>
                </c:pt>
                <c:pt idx="582">
                  <c:v>51.514739990234403</c:v>
                </c:pt>
                <c:pt idx="583">
                  <c:v>51.492343902587898</c:v>
                </c:pt>
                <c:pt idx="584">
                  <c:v>51.489696502685597</c:v>
                </c:pt>
                <c:pt idx="585">
                  <c:v>51.425624847412102</c:v>
                </c:pt>
                <c:pt idx="586">
                  <c:v>51.459640502929702</c:v>
                </c:pt>
                <c:pt idx="587">
                  <c:v>51.470867156982401</c:v>
                </c:pt>
                <c:pt idx="588">
                  <c:v>51.4458198547363</c:v>
                </c:pt>
                <c:pt idx="589">
                  <c:v>51.4730415344238</c:v>
                </c:pt>
                <c:pt idx="590">
                  <c:v>51.477149963378899</c:v>
                </c:pt>
                <c:pt idx="591">
                  <c:v>51.417415618896499</c:v>
                </c:pt>
                <c:pt idx="592">
                  <c:v>51.523216247558601</c:v>
                </c:pt>
                <c:pt idx="593">
                  <c:v>51.681159973144503</c:v>
                </c:pt>
                <c:pt idx="594">
                  <c:v>51.631137847900398</c:v>
                </c:pt>
                <c:pt idx="595">
                  <c:v>51.663303375244098</c:v>
                </c:pt>
                <c:pt idx="596">
                  <c:v>51.589313507080099</c:v>
                </c:pt>
                <c:pt idx="597">
                  <c:v>51.737319946289098</c:v>
                </c:pt>
                <c:pt idx="598">
                  <c:v>51.452648162841797</c:v>
                </c:pt>
                <c:pt idx="599">
                  <c:v>51.220897674560597</c:v>
                </c:pt>
                <c:pt idx="600">
                  <c:v>51.197311401367202</c:v>
                </c:pt>
                <c:pt idx="601">
                  <c:v>51.441261291503899</c:v>
                </c:pt>
                <c:pt idx="602">
                  <c:v>51.890228271484403</c:v>
                </c:pt>
                <c:pt idx="603">
                  <c:v>51.961910247802699</c:v>
                </c:pt>
                <c:pt idx="604">
                  <c:v>51.728580474853501</c:v>
                </c:pt>
                <c:pt idx="605">
                  <c:v>51.897380828857401</c:v>
                </c:pt>
                <c:pt idx="606">
                  <c:v>51.6956787109375</c:v>
                </c:pt>
                <c:pt idx="607">
                  <c:v>51.647747039794901</c:v>
                </c:pt>
                <c:pt idx="608">
                  <c:v>51.786838531494098</c:v>
                </c:pt>
                <c:pt idx="609">
                  <c:v>51.774341583252003</c:v>
                </c:pt>
                <c:pt idx="610">
                  <c:v>51.695125579833999</c:v>
                </c:pt>
                <c:pt idx="611">
                  <c:v>51.553642272949197</c:v>
                </c:pt>
                <c:pt idx="612">
                  <c:v>51.865558624267599</c:v>
                </c:pt>
                <c:pt idx="613">
                  <c:v>51.827442169189503</c:v>
                </c:pt>
                <c:pt idx="614">
                  <c:v>51.805519104003899</c:v>
                </c:pt>
                <c:pt idx="615">
                  <c:v>51.7063598632813</c:v>
                </c:pt>
                <c:pt idx="616">
                  <c:v>51.609092712402301</c:v>
                </c:pt>
                <c:pt idx="617">
                  <c:v>51.669368743896499</c:v>
                </c:pt>
                <c:pt idx="618">
                  <c:v>51.679527282714801</c:v>
                </c:pt>
                <c:pt idx="619">
                  <c:v>51.7791137695313</c:v>
                </c:pt>
                <c:pt idx="620">
                  <c:v>51.740711212158203</c:v>
                </c:pt>
                <c:pt idx="621">
                  <c:v>51.805412292480497</c:v>
                </c:pt>
                <c:pt idx="622">
                  <c:v>51.964775085449197</c:v>
                </c:pt>
                <c:pt idx="623">
                  <c:v>51.858272552490199</c:v>
                </c:pt>
                <c:pt idx="624">
                  <c:v>51.945285797119098</c:v>
                </c:pt>
                <c:pt idx="625">
                  <c:v>51.996799468994098</c:v>
                </c:pt>
                <c:pt idx="626">
                  <c:v>52.030845642089801</c:v>
                </c:pt>
                <c:pt idx="627">
                  <c:v>51.740837097167997</c:v>
                </c:pt>
                <c:pt idx="628">
                  <c:v>51.415138244628899</c:v>
                </c:pt>
                <c:pt idx="629">
                  <c:v>51.580863952636697</c:v>
                </c:pt>
                <c:pt idx="630">
                  <c:v>51.606899261474602</c:v>
                </c:pt>
                <c:pt idx="631">
                  <c:v>51.635780334472699</c:v>
                </c:pt>
                <c:pt idx="632">
                  <c:v>51.676227569580099</c:v>
                </c:pt>
                <c:pt idx="633">
                  <c:v>51.619712829589801</c:v>
                </c:pt>
                <c:pt idx="634">
                  <c:v>51.642494201660199</c:v>
                </c:pt>
                <c:pt idx="635">
                  <c:v>51.637016296386697</c:v>
                </c:pt>
                <c:pt idx="636">
                  <c:v>51.644840240478501</c:v>
                </c:pt>
                <c:pt idx="637">
                  <c:v>52.126556396484403</c:v>
                </c:pt>
                <c:pt idx="638">
                  <c:v>51.732994079589801</c:v>
                </c:pt>
                <c:pt idx="639">
                  <c:v>51.579689025878899</c:v>
                </c:pt>
                <c:pt idx="640">
                  <c:v>51.645545959472699</c:v>
                </c:pt>
                <c:pt idx="641">
                  <c:v>51.530391693115199</c:v>
                </c:pt>
                <c:pt idx="642">
                  <c:v>51.577754974365199</c:v>
                </c:pt>
                <c:pt idx="643">
                  <c:v>51.599308013916001</c:v>
                </c:pt>
                <c:pt idx="644">
                  <c:v>51.5765190124512</c:v>
                </c:pt>
                <c:pt idx="645">
                  <c:v>51.401992797851598</c:v>
                </c:pt>
                <c:pt idx="646">
                  <c:v>51.678287506103501</c:v>
                </c:pt>
                <c:pt idx="647">
                  <c:v>51.905529022216797</c:v>
                </c:pt>
                <c:pt idx="648">
                  <c:v>51.716873168945298</c:v>
                </c:pt>
                <c:pt idx="649">
                  <c:v>51.648414611816399</c:v>
                </c:pt>
                <c:pt idx="650">
                  <c:v>51.858089447021499</c:v>
                </c:pt>
                <c:pt idx="651">
                  <c:v>51.716178894042997</c:v>
                </c:pt>
                <c:pt idx="652">
                  <c:v>51.792224884033203</c:v>
                </c:pt>
                <c:pt idx="653">
                  <c:v>51.697097778320298</c:v>
                </c:pt>
                <c:pt idx="654">
                  <c:v>51.7812690734863</c:v>
                </c:pt>
                <c:pt idx="655">
                  <c:v>51.499900817871101</c:v>
                </c:pt>
                <c:pt idx="656">
                  <c:v>51.6187133789063</c:v>
                </c:pt>
                <c:pt idx="657">
                  <c:v>51.644168853759801</c:v>
                </c:pt>
                <c:pt idx="658">
                  <c:v>51.443077087402301</c:v>
                </c:pt>
                <c:pt idx="659">
                  <c:v>51.412685394287102</c:v>
                </c:pt>
                <c:pt idx="660">
                  <c:v>51.665908813476598</c:v>
                </c:pt>
                <c:pt idx="661">
                  <c:v>51.949409484863303</c:v>
                </c:pt>
                <c:pt idx="662">
                  <c:v>52.081069946289098</c:v>
                </c:pt>
                <c:pt idx="663">
                  <c:v>51.574680328369098</c:v>
                </c:pt>
                <c:pt idx="664">
                  <c:v>51.585487365722699</c:v>
                </c:pt>
                <c:pt idx="665">
                  <c:v>51.614170074462898</c:v>
                </c:pt>
                <c:pt idx="666">
                  <c:v>51.596286773681598</c:v>
                </c:pt>
                <c:pt idx="667">
                  <c:v>51.3974418640137</c:v>
                </c:pt>
                <c:pt idx="668">
                  <c:v>51.351879119873097</c:v>
                </c:pt>
                <c:pt idx="669">
                  <c:v>51.478801727294901</c:v>
                </c:pt>
                <c:pt idx="670">
                  <c:v>51.5897026062012</c:v>
                </c:pt>
                <c:pt idx="671">
                  <c:v>51.4614868164063</c:v>
                </c:pt>
                <c:pt idx="672">
                  <c:v>51.647571563720703</c:v>
                </c:pt>
                <c:pt idx="673">
                  <c:v>51.714248657226598</c:v>
                </c:pt>
                <c:pt idx="674">
                  <c:v>51.945709228515597</c:v>
                </c:pt>
                <c:pt idx="675">
                  <c:v>51.532428741455099</c:v>
                </c:pt>
                <c:pt idx="676">
                  <c:v>51.426342010498097</c:v>
                </c:pt>
                <c:pt idx="677">
                  <c:v>51.308677673339801</c:v>
                </c:pt>
                <c:pt idx="678">
                  <c:v>51.901004791259801</c:v>
                </c:pt>
                <c:pt idx="679">
                  <c:v>52.276889801025398</c:v>
                </c:pt>
                <c:pt idx="680">
                  <c:v>52.215816497802699</c:v>
                </c:pt>
                <c:pt idx="681">
                  <c:v>52.101173400878899</c:v>
                </c:pt>
                <c:pt idx="682">
                  <c:v>52.1212768554688</c:v>
                </c:pt>
                <c:pt idx="683">
                  <c:v>52.038642883300803</c:v>
                </c:pt>
                <c:pt idx="684">
                  <c:v>51.935626983642599</c:v>
                </c:pt>
                <c:pt idx="685">
                  <c:v>51.947711944580099</c:v>
                </c:pt>
                <c:pt idx="686">
                  <c:v>51.734321594238303</c:v>
                </c:pt>
                <c:pt idx="687">
                  <c:v>51.950172424316399</c:v>
                </c:pt>
                <c:pt idx="688">
                  <c:v>51.914833068847699</c:v>
                </c:pt>
                <c:pt idx="689">
                  <c:v>51.807632446289098</c:v>
                </c:pt>
                <c:pt idx="690">
                  <c:v>51.893184661865199</c:v>
                </c:pt>
                <c:pt idx="691">
                  <c:v>52.201480865478501</c:v>
                </c:pt>
                <c:pt idx="692">
                  <c:v>51.653133392333999</c:v>
                </c:pt>
                <c:pt idx="693">
                  <c:v>51.722827911377003</c:v>
                </c:pt>
                <c:pt idx="694">
                  <c:v>51.9169731140137</c:v>
                </c:pt>
                <c:pt idx="695">
                  <c:v>52.017829895019503</c:v>
                </c:pt>
                <c:pt idx="696">
                  <c:v>51.929996490478501</c:v>
                </c:pt>
                <c:pt idx="697">
                  <c:v>51.846248626708999</c:v>
                </c:pt>
                <c:pt idx="698">
                  <c:v>52.341014862060597</c:v>
                </c:pt>
                <c:pt idx="699">
                  <c:v>52.365653991699197</c:v>
                </c:pt>
                <c:pt idx="700">
                  <c:v>52.333545684814503</c:v>
                </c:pt>
                <c:pt idx="701">
                  <c:v>52.476078033447301</c:v>
                </c:pt>
                <c:pt idx="702">
                  <c:v>52.278305053710902</c:v>
                </c:pt>
                <c:pt idx="703">
                  <c:v>52.053146362304702</c:v>
                </c:pt>
                <c:pt idx="704">
                  <c:v>52.070339202880902</c:v>
                </c:pt>
                <c:pt idx="705">
                  <c:v>52.140739440917997</c:v>
                </c:pt>
                <c:pt idx="706">
                  <c:v>52.142650604248097</c:v>
                </c:pt>
                <c:pt idx="707">
                  <c:v>51.964546203613303</c:v>
                </c:pt>
                <c:pt idx="708">
                  <c:v>52.130332946777301</c:v>
                </c:pt>
                <c:pt idx="709">
                  <c:v>51.958049774169901</c:v>
                </c:pt>
                <c:pt idx="710">
                  <c:v>51.963264465332003</c:v>
                </c:pt>
                <c:pt idx="711">
                  <c:v>51.996742248535199</c:v>
                </c:pt>
                <c:pt idx="712">
                  <c:v>52.072200775146499</c:v>
                </c:pt>
                <c:pt idx="713">
                  <c:v>52.157512664794901</c:v>
                </c:pt>
                <c:pt idx="714">
                  <c:v>52.220939636230497</c:v>
                </c:pt>
                <c:pt idx="715">
                  <c:v>52.209545135498097</c:v>
                </c:pt>
                <c:pt idx="716">
                  <c:v>52.214710235595703</c:v>
                </c:pt>
                <c:pt idx="717">
                  <c:v>52.298667907714801</c:v>
                </c:pt>
                <c:pt idx="718">
                  <c:v>52.2667045593262</c:v>
                </c:pt>
                <c:pt idx="719">
                  <c:v>52.309497833252003</c:v>
                </c:pt>
                <c:pt idx="720">
                  <c:v>52.431735992431598</c:v>
                </c:pt>
                <c:pt idx="721">
                  <c:v>52.313846588134801</c:v>
                </c:pt>
                <c:pt idx="722">
                  <c:v>52.0262260437012</c:v>
                </c:pt>
                <c:pt idx="723">
                  <c:v>52.093482971191399</c:v>
                </c:pt>
                <c:pt idx="724">
                  <c:v>52.112682342529297</c:v>
                </c:pt>
                <c:pt idx="725">
                  <c:v>52.434246063232401</c:v>
                </c:pt>
                <c:pt idx="726">
                  <c:v>52.8182182312012</c:v>
                </c:pt>
                <c:pt idx="727">
                  <c:v>52.766578674316399</c:v>
                </c:pt>
                <c:pt idx="728">
                  <c:v>52.353893280029297</c:v>
                </c:pt>
                <c:pt idx="729">
                  <c:v>52.2708549499512</c:v>
                </c:pt>
                <c:pt idx="730">
                  <c:v>52.6393013000488</c:v>
                </c:pt>
                <c:pt idx="731">
                  <c:v>52.514133453369098</c:v>
                </c:pt>
                <c:pt idx="732">
                  <c:v>52.435081481933601</c:v>
                </c:pt>
                <c:pt idx="733">
                  <c:v>52.449977874755902</c:v>
                </c:pt>
                <c:pt idx="734">
                  <c:v>52.428096771240199</c:v>
                </c:pt>
                <c:pt idx="735">
                  <c:v>52.666828155517599</c:v>
                </c:pt>
                <c:pt idx="736">
                  <c:v>52.361671447753899</c:v>
                </c:pt>
                <c:pt idx="737">
                  <c:v>51.958885192871101</c:v>
                </c:pt>
                <c:pt idx="738">
                  <c:v>51.975509643554702</c:v>
                </c:pt>
                <c:pt idx="739">
                  <c:v>52.16845703125</c:v>
                </c:pt>
                <c:pt idx="740">
                  <c:v>52.312171936035199</c:v>
                </c:pt>
                <c:pt idx="741">
                  <c:v>52.334178924560597</c:v>
                </c:pt>
                <c:pt idx="742">
                  <c:v>52.386074066162102</c:v>
                </c:pt>
                <c:pt idx="743">
                  <c:v>52.488468170166001</c:v>
                </c:pt>
                <c:pt idx="744">
                  <c:v>52.5378227233887</c:v>
                </c:pt>
                <c:pt idx="745">
                  <c:v>52.531848907470703</c:v>
                </c:pt>
                <c:pt idx="746">
                  <c:v>52.469314575195298</c:v>
                </c:pt>
                <c:pt idx="747">
                  <c:v>52.485809326171903</c:v>
                </c:pt>
                <c:pt idx="748">
                  <c:v>52.4891357421875</c:v>
                </c:pt>
                <c:pt idx="749">
                  <c:v>52.526248931884801</c:v>
                </c:pt>
                <c:pt idx="750">
                  <c:v>52.528694152832003</c:v>
                </c:pt>
                <c:pt idx="751">
                  <c:v>52.533405303955099</c:v>
                </c:pt>
                <c:pt idx="752">
                  <c:v>52.546180725097699</c:v>
                </c:pt>
                <c:pt idx="753">
                  <c:v>52.505867004394503</c:v>
                </c:pt>
                <c:pt idx="754">
                  <c:v>52.505313873291001</c:v>
                </c:pt>
                <c:pt idx="755">
                  <c:v>52.512363433837898</c:v>
                </c:pt>
                <c:pt idx="756">
                  <c:v>52.494472503662102</c:v>
                </c:pt>
                <c:pt idx="757">
                  <c:v>52.537097930908203</c:v>
                </c:pt>
                <c:pt idx="758">
                  <c:v>52.597385406494098</c:v>
                </c:pt>
                <c:pt idx="759">
                  <c:v>52.538516998291001</c:v>
                </c:pt>
                <c:pt idx="760">
                  <c:v>52.539928436279297</c:v>
                </c:pt>
                <c:pt idx="761">
                  <c:v>52.531158447265597</c:v>
                </c:pt>
                <c:pt idx="762">
                  <c:v>52.489597320556598</c:v>
                </c:pt>
                <c:pt idx="763">
                  <c:v>52.466640472412102</c:v>
                </c:pt>
                <c:pt idx="764">
                  <c:v>52.489799499511697</c:v>
                </c:pt>
                <c:pt idx="765">
                  <c:v>52.527145385742202</c:v>
                </c:pt>
                <c:pt idx="766">
                  <c:v>52.517948150634801</c:v>
                </c:pt>
                <c:pt idx="767">
                  <c:v>52.491455078125</c:v>
                </c:pt>
                <c:pt idx="768">
                  <c:v>52.514286041259801</c:v>
                </c:pt>
                <c:pt idx="769">
                  <c:v>52.4970893859863</c:v>
                </c:pt>
                <c:pt idx="770">
                  <c:v>52.511238098144503</c:v>
                </c:pt>
                <c:pt idx="771">
                  <c:v>52.5463256835938</c:v>
                </c:pt>
                <c:pt idx="772">
                  <c:v>52.518218994140597</c:v>
                </c:pt>
                <c:pt idx="773">
                  <c:v>52.541545867919901</c:v>
                </c:pt>
                <c:pt idx="774">
                  <c:v>52.520114898681598</c:v>
                </c:pt>
                <c:pt idx="775">
                  <c:v>52.486965179443402</c:v>
                </c:pt>
                <c:pt idx="776">
                  <c:v>52.459995269775398</c:v>
                </c:pt>
                <c:pt idx="777">
                  <c:v>52.417835235595703</c:v>
                </c:pt>
                <c:pt idx="778">
                  <c:v>52.418777465820298</c:v>
                </c:pt>
                <c:pt idx="779">
                  <c:v>52.464878082275398</c:v>
                </c:pt>
                <c:pt idx="780">
                  <c:v>52.470649719238303</c:v>
                </c:pt>
                <c:pt idx="781">
                  <c:v>52.487621307373097</c:v>
                </c:pt>
                <c:pt idx="782">
                  <c:v>52.482460021972699</c:v>
                </c:pt>
                <c:pt idx="783">
                  <c:v>52.527252197265597</c:v>
                </c:pt>
                <c:pt idx="784">
                  <c:v>52.5023002624512</c:v>
                </c:pt>
                <c:pt idx="785">
                  <c:v>52.562946319580099</c:v>
                </c:pt>
                <c:pt idx="786">
                  <c:v>52.462814331054702</c:v>
                </c:pt>
                <c:pt idx="787">
                  <c:v>52.486961364746101</c:v>
                </c:pt>
                <c:pt idx="788">
                  <c:v>52.483264923095703</c:v>
                </c:pt>
                <c:pt idx="789">
                  <c:v>52.479152679443402</c:v>
                </c:pt>
                <c:pt idx="790">
                  <c:v>52.441932678222699</c:v>
                </c:pt>
                <c:pt idx="791">
                  <c:v>52.487819671630902</c:v>
                </c:pt>
                <c:pt idx="792">
                  <c:v>52.496246337890597</c:v>
                </c:pt>
                <c:pt idx="793">
                  <c:v>52.5297660827637</c:v>
                </c:pt>
                <c:pt idx="794">
                  <c:v>52.475543975830099</c:v>
                </c:pt>
                <c:pt idx="795">
                  <c:v>52.450740814208999</c:v>
                </c:pt>
                <c:pt idx="796">
                  <c:v>52.4195556640625</c:v>
                </c:pt>
                <c:pt idx="797">
                  <c:v>52.468185424804702</c:v>
                </c:pt>
                <c:pt idx="798">
                  <c:v>52.435890197753899</c:v>
                </c:pt>
                <c:pt idx="799">
                  <c:v>52.552402496337898</c:v>
                </c:pt>
                <c:pt idx="800">
                  <c:v>52.554931640625</c:v>
                </c:pt>
                <c:pt idx="801">
                  <c:v>52.532894134521499</c:v>
                </c:pt>
                <c:pt idx="802">
                  <c:v>52.521095275878899</c:v>
                </c:pt>
                <c:pt idx="803">
                  <c:v>52.494678497314503</c:v>
                </c:pt>
                <c:pt idx="804">
                  <c:v>52.4609184265137</c:v>
                </c:pt>
                <c:pt idx="805">
                  <c:v>52.4774780273438</c:v>
                </c:pt>
                <c:pt idx="806">
                  <c:v>52.490447998046903</c:v>
                </c:pt>
                <c:pt idx="807">
                  <c:v>52.512409210205099</c:v>
                </c:pt>
                <c:pt idx="808">
                  <c:v>52.482948303222699</c:v>
                </c:pt>
                <c:pt idx="809">
                  <c:v>52.492027282714801</c:v>
                </c:pt>
                <c:pt idx="810">
                  <c:v>52.463386535644503</c:v>
                </c:pt>
                <c:pt idx="811">
                  <c:v>52.456134796142599</c:v>
                </c:pt>
                <c:pt idx="812">
                  <c:v>52.3979682922363</c:v>
                </c:pt>
                <c:pt idx="813">
                  <c:v>52.386863708496101</c:v>
                </c:pt>
                <c:pt idx="814">
                  <c:v>52.480690002441399</c:v>
                </c:pt>
                <c:pt idx="815">
                  <c:v>52.428977966308601</c:v>
                </c:pt>
                <c:pt idx="816">
                  <c:v>52.519947052002003</c:v>
                </c:pt>
                <c:pt idx="817">
                  <c:v>52.509056091308601</c:v>
                </c:pt>
                <c:pt idx="818">
                  <c:v>52.4874076843262</c:v>
                </c:pt>
                <c:pt idx="819">
                  <c:v>52.905315399169901</c:v>
                </c:pt>
                <c:pt idx="820">
                  <c:v>52.583953857421903</c:v>
                </c:pt>
                <c:pt idx="821">
                  <c:v>52.663368225097699</c:v>
                </c:pt>
                <c:pt idx="822">
                  <c:v>52.7188110351563</c:v>
                </c:pt>
                <c:pt idx="823">
                  <c:v>52.678142547607401</c:v>
                </c:pt>
                <c:pt idx="824">
                  <c:v>52.6546630859375</c:v>
                </c:pt>
                <c:pt idx="825">
                  <c:v>52.581455230712898</c:v>
                </c:pt>
                <c:pt idx="826">
                  <c:v>52.683235168457003</c:v>
                </c:pt>
                <c:pt idx="827">
                  <c:v>52.605709075927699</c:v>
                </c:pt>
                <c:pt idx="828">
                  <c:v>52.723918914794901</c:v>
                </c:pt>
                <c:pt idx="829">
                  <c:v>52.643455505371101</c:v>
                </c:pt>
                <c:pt idx="830">
                  <c:v>52.611305236816399</c:v>
                </c:pt>
                <c:pt idx="831">
                  <c:v>52.5682563781738</c:v>
                </c:pt>
                <c:pt idx="832">
                  <c:v>52.475128173828097</c:v>
                </c:pt>
                <c:pt idx="833">
                  <c:v>52.506118774414098</c:v>
                </c:pt>
                <c:pt idx="834">
                  <c:v>52.4820365905762</c:v>
                </c:pt>
                <c:pt idx="835">
                  <c:v>52.575290679931598</c:v>
                </c:pt>
                <c:pt idx="836">
                  <c:v>52.614936828613303</c:v>
                </c:pt>
                <c:pt idx="837">
                  <c:v>52.620487213134801</c:v>
                </c:pt>
                <c:pt idx="838">
                  <c:v>52.607223510742202</c:v>
                </c:pt>
                <c:pt idx="839">
                  <c:v>52.695384979248097</c:v>
                </c:pt>
                <c:pt idx="840">
                  <c:v>52.591140747070298</c:v>
                </c:pt>
                <c:pt idx="841">
                  <c:v>52.617763519287102</c:v>
                </c:pt>
                <c:pt idx="842">
                  <c:v>52.520355224609403</c:v>
                </c:pt>
                <c:pt idx="843">
                  <c:v>52.569175720214801</c:v>
                </c:pt>
                <c:pt idx="844">
                  <c:v>52.652580261230497</c:v>
                </c:pt>
                <c:pt idx="845">
                  <c:v>52.641151428222699</c:v>
                </c:pt>
                <c:pt idx="846">
                  <c:v>52.645973205566399</c:v>
                </c:pt>
                <c:pt idx="847">
                  <c:v>52.840225219726598</c:v>
                </c:pt>
                <c:pt idx="848">
                  <c:v>52.611358642578097</c:v>
                </c:pt>
                <c:pt idx="849">
                  <c:v>52.611087799072301</c:v>
                </c:pt>
                <c:pt idx="850">
                  <c:v>52.498397827148402</c:v>
                </c:pt>
                <c:pt idx="851">
                  <c:v>52.548423767089801</c:v>
                </c:pt>
                <c:pt idx="852">
                  <c:v>52.583957672119098</c:v>
                </c:pt>
                <c:pt idx="853">
                  <c:v>52.623313903808601</c:v>
                </c:pt>
                <c:pt idx="854">
                  <c:v>52.6301078796387</c:v>
                </c:pt>
                <c:pt idx="855">
                  <c:v>52.640907287597699</c:v>
                </c:pt>
                <c:pt idx="856">
                  <c:v>52.645210266113303</c:v>
                </c:pt>
                <c:pt idx="857">
                  <c:v>52.667869567871101</c:v>
                </c:pt>
                <c:pt idx="858">
                  <c:v>52.650444030761697</c:v>
                </c:pt>
                <c:pt idx="859">
                  <c:v>52.645603179931598</c:v>
                </c:pt>
                <c:pt idx="860">
                  <c:v>52.636867523193402</c:v>
                </c:pt>
                <c:pt idx="861">
                  <c:v>52.599586486816399</c:v>
                </c:pt>
                <c:pt idx="862">
                  <c:v>52.567649841308601</c:v>
                </c:pt>
                <c:pt idx="863">
                  <c:v>52.585647583007798</c:v>
                </c:pt>
                <c:pt idx="864">
                  <c:v>52.579830169677699</c:v>
                </c:pt>
                <c:pt idx="865">
                  <c:v>52.638607025146499</c:v>
                </c:pt>
                <c:pt idx="866">
                  <c:v>52.863819122314503</c:v>
                </c:pt>
                <c:pt idx="867">
                  <c:v>52.758064270019503</c:v>
                </c:pt>
                <c:pt idx="868">
                  <c:v>52.689605712890597</c:v>
                </c:pt>
                <c:pt idx="869">
                  <c:v>52.616424560546903</c:v>
                </c:pt>
                <c:pt idx="870">
                  <c:v>52.585285186767599</c:v>
                </c:pt>
                <c:pt idx="871">
                  <c:v>52.574180603027301</c:v>
                </c:pt>
                <c:pt idx="872">
                  <c:v>52.590648651123097</c:v>
                </c:pt>
                <c:pt idx="873">
                  <c:v>52.652858734130902</c:v>
                </c:pt>
                <c:pt idx="874">
                  <c:v>52.653701782226598</c:v>
                </c:pt>
                <c:pt idx="875">
                  <c:v>52.635345458984403</c:v>
                </c:pt>
                <c:pt idx="876">
                  <c:v>52.605251312255902</c:v>
                </c:pt>
                <c:pt idx="877">
                  <c:v>52.588466644287102</c:v>
                </c:pt>
                <c:pt idx="878">
                  <c:v>52.462490081787102</c:v>
                </c:pt>
                <c:pt idx="879">
                  <c:v>52.529384613037102</c:v>
                </c:pt>
                <c:pt idx="880">
                  <c:v>52.639541625976598</c:v>
                </c:pt>
                <c:pt idx="881">
                  <c:v>52.462703704833999</c:v>
                </c:pt>
                <c:pt idx="882">
                  <c:v>52.569652557373097</c:v>
                </c:pt>
                <c:pt idx="883">
                  <c:v>52.589256286621101</c:v>
                </c:pt>
                <c:pt idx="884">
                  <c:v>52.507270812988303</c:v>
                </c:pt>
                <c:pt idx="885">
                  <c:v>52.419769287109403</c:v>
                </c:pt>
                <c:pt idx="886">
                  <c:v>52.502838134765597</c:v>
                </c:pt>
                <c:pt idx="887">
                  <c:v>52.419677734375</c:v>
                </c:pt>
                <c:pt idx="888">
                  <c:v>52.354846954345703</c:v>
                </c:pt>
                <c:pt idx="889">
                  <c:v>52.474185943603501</c:v>
                </c:pt>
                <c:pt idx="890">
                  <c:v>52.6571235656738</c:v>
                </c:pt>
                <c:pt idx="891">
                  <c:v>52.969150543212898</c:v>
                </c:pt>
                <c:pt idx="892">
                  <c:v>53.045425415039098</c:v>
                </c:pt>
                <c:pt idx="893">
                  <c:v>52.771244049072301</c:v>
                </c:pt>
                <c:pt idx="894">
                  <c:v>52.792396545410199</c:v>
                </c:pt>
                <c:pt idx="895">
                  <c:v>52.891555786132798</c:v>
                </c:pt>
                <c:pt idx="896">
                  <c:v>52.8917427062988</c:v>
                </c:pt>
                <c:pt idx="897">
                  <c:v>52.813346862792997</c:v>
                </c:pt>
                <c:pt idx="898">
                  <c:v>52.9661674499512</c:v>
                </c:pt>
                <c:pt idx="899">
                  <c:v>52.852378845214801</c:v>
                </c:pt>
                <c:pt idx="900">
                  <c:v>52.843631744384801</c:v>
                </c:pt>
                <c:pt idx="901">
                  <c:v>53.018375396728501</c:v>
                </c:pt>
                <c:pt idx="902">
                  <c:v>52.775989532470703</c:v>
                </c:pt>
                <c:pt idx="903">
                  <c:v>53.058158874511697</c:v>
                </c:pt>
                <c:pt idx="904">
                  <c:v>53.186439514160199</c:v>
                </c:pt>
                <c:pt idx="905">
                  <c:v>53.614223480224602</c:v>
                </c:pt>
                <c:pt idx="906">
                  <c:v>53.366401672363303</c:v>
                </c:pt>
                <c:pt idx="907">
                  <c:v>53.263195037841797</c:v>
                </c:pt>
                <c:pt idx="908">
                  <c:v>53.467086791992202</c:v>
                </c:pt>
                <c:pt idx="909">
                  <c:v>53.427532196044901</c:v>
                </c:pt>
                <c:pt idx="910">
                  <c:v>53.044013977050803</c:v>
                </c:pt>
                <c:pt idx="911">
                  <c:v>53.210521697998097</c:v>
                </c:pt>
                <c:pt idx="912">
                  <c:v>53.2411499023438</c:v>
                </c:pt>
                <c:pt idx="913">
                  <c:v>53.371086120605497</c:v>
                </c:pt>
                <c:pt idx="914">
                  <c:v>53.432186126708999</c:v>
                </c:pt>
                <c:pt idx="915">
                  <c:v>53.488849639892599</c:v>
                </c:pt>
                <c:pt idx="916">
                  <c:v>53.599822998046903</c:v>
                </c:pt>
                <c:pt idx="917">
                  <c:v>53.579143524169901</c:v>
                </c:pt>
                <c:pt idx="918">
                  <c:v>53.399822235107401</c:v>
                </c:pt>
                <c:pt idx="919">
                  <c:v>53.483844757080099</c:v>
                </c:pt>
                <c:pt idx="920">
                  <c:v>53.423458099365199</c:v>
                </c:pt>
                <c:pt idx="921">
                  <c:v>53.283424377441399</c:v>
                </c:pt>
                <c:pt idx="922">
                  <c:v>53.351764678955099</c:v>
                </c:pt>
                <c:pt idx="923">
                  <c:v>53.396686553955099</c:v>
                </c:pt>
                <c:pt idx="924">
                  <c:v>53.436229705810597</c:v>
                </c:pt>
                <c:pt idx="925">
                  <c:v>53.439540863037102</c:v>
                </c:pt>
                <c:pt idx="926">
                  <c:v>53.372001647949197</c:v>
                </c:pt>
                <c:pt idx="927">
                  <c:v>53.400325775146499</c:v>
                </c:pt>
                <c:pt idx="928">
                  <c:v>53.385982513427699</c:v>
                </c:pt>
                <c:pt idx="929">
                  <c:v>53.366485595703097</c:v>
                </c:pt>
                <c:pt idx="930">
                  <c:v>53.413814544677699</c:v>
                </c:pt>
                <c:pt idx="931">
                  <c:v>53.450550079345703</c:v>
                </c:pt>
                <c:pt idx="932">
                  <c:v>53.496646881103501</c:v>
                </c:pt>
                <c:pt idx="933">
                  <c:v>53.412818908691399</c:v>
                </c:pt>
                <c:pt idx="934">
                  <c:v>54.116813659667997</c:v>
                </c:pt>
                <c:pt idx="935">
                  <c:v>53.761451721191399</c:v>
                </c:pt>
                <c:pt idx="936">
                  <c:v>53.309085845947301</c:v>
                </c:pt>
                <c:pt idx="937">
                  <c:v>53.2753715515137</c:v>
                </c:pt>
                <c:pt idx="938">
                  <c:v>53.315685272216797</c:v>
                </c:pt>
                <c:pt idx="939">
                  <c:v>53.485649108886697</c:v>
                </c:pt>
                <c:pt idx="940">
                  <c:v>53.5200004577637</c:v>
                </c:pt>
                <c:pt idx="941">
                  <c:v>53.477390289306598</c:v>
                </c:pt>
                <c:pt idx="942">
                  <c:v>53.574722290039098</c:v>
                </c:pt>
                <c:pt idx="943">
                  <c:v>53.499919891357401</c:v>
                </c:pt>
                <c:pt idx="944">
                  <c:v>53.467498779296903</c:v>
                </c:pt>
                <c:pt idx="945">
                  <c:v>53.488452911377003</c:v>
                </c:pt>
                <c:pt idx="946">
                  <c:v>53.493412017822301</c:v>
                </c:pt>
                <c:pt idx="947">
                  <c:v>53.481288909912102</c:v>
                </c:pt>
                <c:pt idx="948">
                  <c:v>53.552600860595703</c:v>
                </c:pt>
                <c:pt idx="949">
                  <c:v>53.568752288818402</c:v>
                </c:pt>
                <c:pt idx="950">
                  <c:v>53.514816284179702</c:v>
                </c:pt>
                <c:pt idx="951">
                  <c:v>53.486499786377003</c:v>
                </c:pt>
                <c:pt idx="952">
                  <c:v>53.482551574707003</c:v>
                </c:pt>
                <c:pt idx="953">
                  <c:v>53.460453033447301</c:v>
                </c:pt>
                <c:pt idx="954">
                  <c:v>53.421188354492202</c:v>
                </c:pt>
                <c:pt idx="955">
                  <c:v>53.376846313476598</c:v>
                </c:pt>
                <c:pt idx="956">
                  <c:v>53.3672065734863</c:v>
                </c:pt>
                <c:pt idx="957">
                  <c:v>53.262981414794901</c:v>
                </c:pt>
                <c:pt idx="958">
                  <c:v>53.334873199462898</c:v>
                </c:pt>
                <c:pt idx="959">
                  <c:v>53.377025604248097</c:v>
                </c:pt>
                <c:pt idx="960">
                  <c:v>53.319358825683601</c:v>
                </c:pt>
                <c:pt idx="961">
                  <c:v>53.544441223144503</c:v>
                </c:pt>
                <c:pt idx="962">
                  <c:v>53.471340179443402</c:v>
                </c:pt>
                <c:pt idx="963">
                  <c:v>53.3648071289063</c:v>
                </c:pt>
                <c:pt idx="964">
                  <c:v>53.532798767089801</c:v>
                </c:pt>
                <c:pt idx="965">
                  <c:v>53.472164154052699</c:v>
                </c:pt>
                <c:pt idx="966">
                  <c:v>53.585948944091797</c:v>
                </c:pt>
                <c:pt idx="967">
                  <c:v>53.574924468994098</c:v>
                </c:pt>
                <c:pt idx="968">
                  <c:v>53.526416778564503</c:v>
                </c:pt>
                <c:pt idx="969">
                  <c:v>53.439910888671903</c:v>
                </c:pt>
                <c:pt idx="970">
                  <c:v>53.355613708496101</c:v>
                </c:pt>
                <c:pt idx="971">
                  <c:v>53.322925567627003</c:v>
                </c:pt>
                <c:pt idx="972">
                  <c:v>53.263225555419901</c:v>
                </c:pt>
                <c:pt idx="973">
                  <c:v>53.271862030029297</c:v>
                </c:pt>
                <c:pt idx="974">
                  <c:v>53.289405822753899</c:v>
                </c:pt>
                <c:pt idx="975">
                  <c:v>53.324085235595703</c:v>
                </c:pt>
                <c:pt idx="976">
                  <c:v>53.338172912597699</c:v>
                </c:pt>
                <c:pt idx="977">
                  <c:v>53.351711273193402</c:v>
                </c:pt>
                <c:pt idx="978">
                  <c:v>53.339733123779297</c:v>
                </c:pt>
                <c:pt idx="979">
                  <c:v>53.312965393066399</c:v>
                </c:pt>
                <c:pt idx="980">
                  <c:v>53.3237495422363</c:v>
                </c:pt>
                <c:pt idx="981">
                  <c:v>53.304119110107401</c:v>
                </c:pt>
                <c:pt idx="982">
                  <c:v>53.281318664550803</c:v>
                </c:pt>
                <c:pt idx="983">
                  <c:v>53.288032531738303</c:v>
                </c:pt>
                <c:pt idx="984">
                  <c:v>53.216747283935597</c:v>
                </c:pt>
                <c:pt idx="985">
                  <c:v>53.217235565185597</c:v>
                </c:pt>
                <c:pt idx="986">
                  <c:v>53.242664337158203</c:v>
                </c:pt>
                <c:pt idx="987">
                  <c:v>53.242713928222699</c:v>
                </c:pt>
                <c:pt idx="988">
                  <c:v>53.211101531982401</c:v>
                </c:pt>
                <c:pt idx="989">
                  <c:v>53.176929473877003</c:v>
                </c:pt>
                <c:pt idx="990">
                  <c:v>53.240135192871101</c:v>
                </c:pt>
                <c:pt idx="991">
                  <c:v>53.214744567871101</c:v>
                </c:pt>
                <c:pt idx="992">
                  <c:v>53.162849426269503</c:v>
                </c:pt>
                <c:pt idx="993">
                  <c:v>53.1935424804688</c:v>
                </c:pt>
                <c:pt idx="994">
                  <c:v>53.205574035644503</c:v>
                </c:pt>
                <c:pt idx="995">
                  <c:v>53.199142456054702</c:v>
                </c:pt>
                <c:pt idx="996">
                  <c:v>53.181327819824197</c:v>
                </c:pt>
                <c:pt idx="997">
                  <c:v>53.189762115478501</c:v>
                </c:pt>
                <c:pt idx="998">
                  <c:v>53.252712249755902</c:v>
                </c:pt>
                <c:pt idx="999">
                  <c:v>53.272098541259801</c:v>
                </c:pt>
                <c:pt idx="1000">
                  <c:v>52.999088287353501</c:v>
                </c:pt>
                <c:pt idx="1001">
                  <c:v>53.135162353515597</c:v>
                </c:pt>
                <c:pt idx="1002">
                  <c:v>53.293033599853501</c:v>
                </c:pt>
                <c:pt idx="1003">
                  <c:v>52.960975646972699</c:v>
                </c:pt>
                <c:pt idx="1004">
                  <c:v>52.899223327636697</c:v>
                </c:pt>
                <c:pt idx="1005">
                  <c:v>53.001415252685597</c:v>
                </c:pt>
                <c:pt idx="1006">
                  <c:v>53.117042541503899</c:v>
                </c:pt>
                <c:pt idx="1007">
                  <c:v>53.314308166503899</c:v>
                </c:pt>
                <c:pt idx="1008">
                  <c:v>53.140216827392599</c:v>
                </c:pt>
                <c:pt idx="1009">
                  <c:v>53.126087188720703</c:v>
                </c:pt>
                <c:pt idx="1010">
                  <c:v>53.2331733703613</c:v>
                </c:pt>
                <c:pt idx="1011">
                  <c:v>53.364982604980497</c:v>
                </c:pt>
                <c:pt idx="1012">
                  <c:v>53.3320922851563</c:v>
                </c:pt>
                <c:pt idx="1013">
                  <c:v>53.230010986328097</c:v>
                </c:pt>
                <c:pt idx="1014">
                  <c:v>53.253768920898402</c:v>
                </c:pt>
                <c:pt idx="1015">
                  <c:v>53.241481781005902</c:v>
                </c:pt>
                <c:pt idx="1016">
                  <c:v>53.267585754394503</c:v>
                </c:pt>
                <c:pt idx="1017">
                  <c:v>53.148582458496101</c:v>
                </c:pt>
                <c:pt idx="1018">
                  <c:v>53.057456970214801</c:v>
                </c:pt>
                <c:pt idx="1019">
                  <c:v>53.146827697753899</c:v>
                </c:pt>
                <c:pt idx="1020">
                  <c:v>53.212875366210902</c:v>
                </c:pt>
                <c:pt idx="1021">
                  <c:v>53.274089813232401</c:v>
                </c:pt>
                <c:pt idx="1022">
                  <c:v>53.216358184814503</c:v>
                </c:pt>
                <c:pt idx="1023">
                  <c:v>53.182647705078097</c:v>
                </c:pt>
                <c:pt idx="1024">
                  <c:v>53.192096710205099</c:v>
                </c:pt>
                <c:pt idx="1025">
                  <c:v>53.217121124267599</c:v>
                </c:pt>
                <c:pt idx="1026">
                  <c:v>53.2637939453125</c:v>
                </c:pt>
                <c:pt idx="1027">
                  <c:v>53.189441680908203</c:v>
                </c:pt>
                <c:pt idx="1028">
                  <c:v>53.129798889160199</c:v>
                </c:pt>
                <c:pt idx="1029">
                  <c:v>53.090995788574197</c:v>
                </c:pt>
                <c:pt idx="1030">
                  <c:v>53.1326713562012</c:v>
                </c:pt>
                <c:pt idx="1031">
                  <c:v>53.115077972412102</c:v>
                </c:pt>
                <c:pt idx="1032">
                  <c:v>53.114723205566399</c:v>
                </c:pt>
                <c:pt idx="1033">
                  <c:v>53.109474182128899</c:v>
                </c:pt>
                <c:pt idx="1034">
                  <c:v>53.107372283935597</c:v>
                </c:pt>
                <c:pt idx="1035">
                  <c:v>53.116077423095703</c:v>
                </c:pt>
                <c:pt idx="1036">
                  <c:v>53.027687072753899</c:v>
                </c:pt>
                <c:pt idx="1037">
                  <c:v>53.185237884521499</c:v>
                </c:pt>
                <c:pt idx="1038">
                  <c:v>53.193805694580099</c:v>
                </c:pt>
                <c:pt idx="1039">
                  <c:v>53.142864227294901</c:v>
                </c:pt>
                <c:pt idx="1040">
                  <c:v>53.0612602233887</c:v>
                </c:pt>
                <c:pt idx="1041">
                  <c:v>53.095848083496101</c:v>
                </c:pt>
                <c:pt idx="1042">
                  <c:v>53.146385192871101</c:v>
                </c:pt>
                <c:pt idx="1043">
                  <c:v>53.195671081542997</c:v>
                </c:pt>
                <c:pt idx="1044">
                  <c:v>53.174205780029297</c:v>
                </c:pt>
                <c:pt idx="1045">
                  <c:v>53.159656524658203</c:v>
                </c:pt>
                <c:pt idx="1046">
                  <c:v>53.117382049560597</c:v>
                </c:pt>
                <c:pt idx="1047">
                  <c:v>53.225303649902301</c:v>
                </c:pt>
                <c:pt idx="1048">
                  <c:v>53.182315826416001</c:v>
                </c:pt>
                <c:pt idx="1049">
                  <c:v>53.153755187988303</c:v>
                </c:pt>
                <c:pt idx="1050">
                  <c:v>53.2088623046875</c:v>
                </c:pt>
                <c:pt idx="1051">
                  <c:v>53.1334419250488</c:v>
                </c:pt>
                <c:pt idx="1052">
                  <c:v>52.965843200683601</c:v>
                </c:pt>
                <c:pt idx="1053">
                  <c:v>52.998786926269503</c:v>
                </c:pt>
                <c:pt idx="1054">
                  <c:v>53.010547637939503</c:v>
                </c:pt>
                <c:pt idx="1055">
                  <c:v>53.065177917480497</c:v>
                </c:pt>
                <c:pt idx="1056">
                  <c:v>53.041114807128899</c:v>
                </c:pt>
                <c:pt idx="1057">
                  <c:v>53.018692016601598</c:v>
                </c:pt>
                <c:pt idx="1058">
                  <c:v>53.0927925109863</c:v>
                </c:pt>
                <c:pt idx="1059">
                  <c:v>53.091457366943402</c:v>
                </c:pt>
                <c:pt idx="1060">
                  <c:v>53.134773254394503</c:v>
                </c:pt>
                <c:pt idx="1061">
                  <c:v>53.106449127197301</c:v>
                </c:pt>
                <c:pt idx="1062">
                  <c:v>53.112617492675803</c:v>
                </c:pt>
                <c:pt idx="1063">
                  <c:v>53.085136413574197</c:v>
                </c:pt>
                <c:pt idx="1064">
                  <c:v>53.12353515625</c:v>
                </c:pt>
                <c:pt idx="1065">
                  <c:v>53.0368461608887</c:v>
                </c:pt>
                <c:pt idx="1066">
                  <c:v>52.963245391845703</c:v>
                </c:pt>
                <c:pt idx="1067">
                  <c:v>53.016609191894503</c:v>
                </c:pt>
                <c:pt idx="1068">
                  <c:v>53.038936614990199</c:v>
                </c:pt>
                <c:pt idx="1069">
                  <c:v>53.050537109375</c:v>
                </c:pt>
                <c:pt idx="1070">
                  <c:v>53.068557739257798</c:v>
                </c:pt>
                <c:pt idx="1071">
                  <c:v>53.064582824707003</c:v>
                </c:pt>
                <c:pt idx="1072">
                  <c:v>53.058738708496101</c:v>
                </c:pt>
                <c:pt idx="1073">
                  <c:v>53.103916168212898</c:v>
                </c:pt>
                <c:pt idx="1074">
                  <c:v>53.049369812011697</c:v>
                </c:pt>
                <c:pt idx="1075">
                  <c:v>52.988918304443402</c:v>
                </c:pt>
                <c:pt idx="1076">
                  <c:v>52.978809356689503</c:v>
                </c:pt>
                <c:pt idx="1077">
                  <c:v>53.013172149658203</c:v>
                </c:pt>
                <c:pt idx="1078">
                  <c:v>53.016101837158203</c:v>
                </c:pt>
                <c:pt idx="1079">
                  <c:v>52.983833312988303</c:v>
                </c:pt>
                <c:pt idx="1080">
                  <c:v>53.017177581787102</c:v>
                </c:pt>
                <c:pt idx="1081">
                  <c:v>53.052196502685597</c:v>
                </c:pt>
                <c:pt idx="1082">
                  <c:v>53.039443969726598</c:v>
                </c:pt>
                <c:pt idx="1083">
                  <c:v>53.031223297119098</c:v>
                </c:pt>
                <c:pt idx="1084">
                  <c:v>53.026031494140597</c:v>
                </c:pt>
                <c:pt idx="1085">
                  <c:v>53.013629913330099</c:v>
                </c:pt>
                <c:pt idx="1086">
                  <c:v>53.021903991699197</c:v>
                </c:pt>
                <c:pt idx="1087">
                  <c:v>53.019989013671903</c:v>
                </c:pt>
                <c:pt idx="1088">
                  <c:v>52.985424041748097</c:v>
                </c:pt>
                <c:pt idx="1089">
                  <c:v>52.956920623779297</c:v>
                </c:pt>
                <c:pt idx="1090">
                  <c:v>52.966030120849602</c:v>
                </c:pt>
                <c:pt idx="1091">
                  <c:v>52.973052978515597</c:v>
                </c:pt>
                <c:pt idx="1092">
                  <c:v>52.98046875</c:v>
                </c:pt>
                <c:pt idx="1093">
                  <c:v>52.992218017578097</c:v>
                </c:pt>
                <c:pt idx="1094">
                  <c:v>52.930599212646499</c:v>
                </c:pt>
                <c:pt idx="1095">
                  <c:v>52.933109283447301</c:v>
                </c:pt>
                <c:pt idx="1096">
                  <c:v>53.019866943359403</c:v>
                </c:pt>
                <c:pt idx="1097">
                  <c:v>52.989585876464801</c:v>
                </c:pt>
                <c:pt idx="1098">
                  <c:v>52.936115264892599</c:v>
                </c:pt>
                <c:pt idx="1099">
                  <c:v>52.915378570556598</c:v>
                </c:pt>
                <c:pt idx="1100">
                  <c:v>52.9186401367188</c:v>
                </c:pt>
                <c:pt idx="1101">
                  <c:v>52.8456001281738</c:v>
                </c:pt>
                <c:pt idx="1102">
                  <c:v>52.860988616943402</c:v>
                </c:pt>
                <c:pt idx="1103">
                  <c:v>52.915554046630902</c:v>
                </c:pt>
                <c:pt idx="1104">
                  <c:v>52.9128608703613</c:v>
                </c:pt>
                <c:pt idx="1105">
                  <c:v>52.7925415039063</c:v>
                </c:pt>
                <c:pt idx="1106">
                  <c:v>52.753227233886697</c:v>
                </c:pt>
                <c:pt idx="1107">
                  <c:v>52.746292114257798</c:v>
                </c:pt>
                <c:pt idx="1108">
                  <c:v>52.761459350585902</c:v>
                </c:pt>
                <c:pt idx="1109">
                  <c:v>52.870979309082003</c:v>
                </c:pt>
                <c:pt idx="1110">
                  <c:v>52.947994232177699</c:v>
                </c:pt>
                <c:pt idx="1111">
                  <c:v>52.989784240722699</c:v>
                </c:pt>
                <c:pt idx="1112">
                  <c:v>53.027145385742202</c:v>
                </c:pt>
                <c:pt idx="1113">
                  <c:v>52.913787841796903</c:v>
                </c:pt>
                <c:pt idx="1114">
                  <c:v>52.882595062255902</c:v>
                </c:pt>
                <c:pt idx="1115">
                  <c:v>52.947563171386697</c:v>
                </c:pt>
                <c:pt idx="1116">
                  <c:v>52.828479766845703</c:v>
                </c:pt>
                <c:pt idx="1117">
                  <c:v>52.9097900390625</c:v>
                </c:pt>
                <c:pt idx="1118">
                  <c:v>52.802139282226598</c:v>
                </c:pt>
                <c:pt idx="1119">
                  <c:v>52.803909301757798</c:v>
                </c:pt>
                <c:pt idx="1120">
                  <c:v>52.8021850585938</c:v>
                </c:pt>
                <c:pt idx="1121">
                  <c:v>52.823413848877003</c:v>
                </c:pt>
                <c:pt idx="1122">
                  <c:v>52.853988647460902</c:v>
                </c:pt>
                <c:pt idx="1123">
                  <c:v>52.840133666992202</c:v>
                </c:pt>
                <c:pt idx="1124">
                  <c:v>52.839878082275398</c:v>
                </c:pt>
                <c:pt idx="1125">
                  <c:v>52.849208831787102</c:v>
                </c:pt>
                <c:pt idx="1126">
                  <c:v>52.8629150390625</c:v>
                </c:pt>
                <c:pt idx="1127">
                  <c:v>52.905769348144503</c:v>
                </c:pt>
                <c:pt idx="1128">
                  <c:v>52.932300567627003</c:v>
                </c:pt>
                <c:pt idx="1129">
                  <c:v>52.932769775390597</c:v>
                </c:pt>
                <c:pt idx="1130">
                  <c:v>52.924571990966797</c:v>
                </c:pt>
                <c:pt idx="1131">
                  <c:v>52.872642517089801</c:v>
                </c:pt>
                <c:pt idx="1132">
                  <c:v>52.857872009277301</c:v>
                </c:pt>
                <c:pt idx="1133">
                  <c:v>52.852836608886697</c:v>
                </c:pt>
                <c:pt idx="1134">
                  <c:v>52.807395935058601</c:v>
                </c:pt>
                <c:pt idx="1135">
                  <c:v>52.776679992675803</c:v>
                </c:pt>
                <c:pt idx="1136">
                  <c:v>52.750030517578097</c:v>
                </c:pt>
                <c:pt idx="1137">
                  <c:v>52.748447418212898</c:v>
                </c:pt>
                <c:pt idx="1138">
                  <c:v>52.763134002685597</c:v>
                </c:pt>
                <c:pt idx="1139">
                  <c:v>52.800472259521499</c:v>
                </c:pt>
                <c:pt idx="1140">
                  <c:v>52.894886016845703</c:v>
                </c:pt>
                <c:pt idx="1141">
                  <c:v>52.932243347167997</c:v>
                </c:pt>
                <c:pt idx="1142">
                  <c:v>52.846248626708999</c:v>
                </c:pt>
                <c:pt idx="1143">
                  <c:v>52.943405151367202</c:v>
                </c:pt>
                <c:pt idx="1144">
                  <c:v>53.068923950195298</c:v>
                </c:pt>
                <c:pt idx="1145">
                  <c:v>53.150554656982401</c:v>
                </c:pt>
                <c:pt idx="1146">
                  <c:v>53.178180694580099</c:v>
                </c:pt>
                <c:pt idx="1147">
                  <c:v>53.0283203125</c:v>
                </c:pt>
                <c:pt idx="1148">
                  <c:v>52.956367492675803</c:v>
                </c:pt>
                <c:pt idx="1149">
                  <c:v>52.986644744873097</c:v>
                </c:pt>
                <c:pt idx="1150">
                  <c:v>52.9818305969238</c:v>
                </c:pt>
                <c:pt idx="1151">
                  <c:v>52.648609161377003</c:v>
                </c:pt>
                <c:pt idx="1152">
                  <c:v>52.956024169921903</c:v>
                </c:pt>
                <c:pt idx="1153">
                  <c:v>52.984443664550803</c:v>
                </c:pt>
                <c:pt idx="1154">
                  <c:v>53.078449249267599</c:v>
                </c:pt>
                <c:pt idx="1155">
                  <c:v>53.177944183349602</c:v>
                </c:pt>
                <c:pt idx="1156">
                  <c:v>53.245418548583999</c:v>
                </c:pt>
                <c:pt idx="1157">
                  <c:v>53.356155395507798</c:v>
                </c:pt>
                <c:pt idx="1158">
                  <c:v>53.1846313476563</c:v>
                </c:pt>
                <c:pt idx="1159">
                  <c:v>53.347049713134801</c:v>
                </c:pt>
                <c:pt idx="1160">
                  <c:v>53.231502532958999</c:v>
                </c:pt>
                <c:pt idx="1161">
                  <c:v>53.2624702453613</c:v>
                </c:pt>
                <c:pt idx="1162">
                  <c:v>53.5715522766113</c:v>
                </c:pt>
                <c:pt idx="1163">
                  <c:v>53.750068664550803</c:v>
                </c:pt>
                <c:pt idx="1164">
                  <c:v>53.6128540039063</c:v>
                </c:pt>
                <c:pt idx="1165">
                  <c:v>53.617576599121101</c:v>
                </c:pt>
                <c:pt idx="1166">
                  <c:v>53.463413238525398</c:v>
                </c:pt>
                <c:pt idx="1167">
                  <c:v>53.574405670166001</c:v>
                </c:pt>
                <c:pt idx="1168">
                  <c:v>53.748073577880902</c:v>
                </c:pt>
                <c:pt idx="1169">
                  <c:v>53.9613227844238</c:v>
                </c:pt>
                <c:pt idx="1170">
                  <c:v>53.632900238037102</c:v>
                </c:pt>
                <c:pt idx="1171">
                  <c:v>53.894729614257798</c:v>
                </c:pt>
                <c:pt idx="1172">
                  <c:v>54.084186553955099</c:v>
                </c:pt>
                <c:pt idx="1173">
                  <c:v>54.2835884094238</c:v>
                </c:pt>
                <c:pt idx="1174">
                  <c:v>54.283336639404297</c:v>
                </c:pt>
                <c:pt idx="1175">
                  <c:v>54.293262481689503</c:v>
                </c:pt>
                <c:pt idx="1176">
                  <c:v>54.450157165527301</c:v>
                </c:pt>
                <c:pt idx="1177">
                  <c:v>54.467681884765597</c:v>
                </c:pt>
                <c:pt idx="1178">
                  <c:v>54.484603881835902</c:v>
                </c:pt>
                <c:pt idx="1179">
                  <c:v>54.368900299072301</c:v>
                </c:pt>
                <c:pt idx="1180">
                  <c:v>54.553127288818402</c:v>
                </c:pt>
                <c:pt idx="1181">
                  <c:v>54.613346099853501</c:v>
                </c:pt>
                <c:pt idx="1182">
                  <c:v>54.416831970214801</c:v>
                </c:pt>
                <c:pt idx="1183">
                  <c:v>54.487319946289098</c:v>
                </c:pt>
                <c:pt idx="1184">
                  <c:v>54.467662811279297</c:v>
                </c:pt>
                <c:pt idx="1185">
                  <c:v>54.438056945800803</c:v>
                </c:pt>
                <c:pt idx="1186">
                  <c:v>54.795444488525398</c:v>
                </c:pt>
                <c:pt idx="1187">
                  <c:v>54.916568756103501</c:v>
                </c:pt>
                <c:pt idx="1188">
                  <c:v>55.042476654052699</c:v>
                </c:pt>
                <c:pt idx="1189">
                  <c:v>54.968017578125</c:v>
                </c:pt>
                <c:pt idx="1190">
                  <c:v>55.0197143554688</c:v>
                </c:pt>
                <c:pt idx="1191">
                  <c:v>55.0543403625488</c:v>
                </c:pt>
                <c:pt idx="1192">
                  <c:v>55.0393676757813</c:v>
                </c:pt>
                <c:pt idx="1193">
                  <c:v>54.9932250976563</c:v>
                </c:pt>
                <c:pt idx="1194">
                  <c:v>55.013454437255902</c:v>
                </c:pt>
                <c:pt idx="1195">
                  <c:v>55.111083984375</c:v>
                </c:pt>
                <c:pt idx="1196">
                  <c:v>55.1810302734375</c:v>
                </c:pt>
                <c:pt idx="1197">
                  <c:v>55.282405853271499</c:v>
                </c:pt>
                <c:pt idx="1198">
                  <c:v>55.203952789306598</c:v>
                </c:pt>
                <c:pt idx="1199">
                  <c:v>55.328624725341797</c:v>
                </c:pt>
                <c:pt idx="1200">
                  <c:v>55.194931030273402</c:v>
                </c:pt>
                <c:pt idx="1201">
                  <c:v>55.188026428222699</c:v>
                </c:pt>
                <c:pt idx="1202">
                  <c:v>55.230312347412102</c:v>
                </c:pt>
                <c:pt idx="1203">
                  <c:v>55.2571411132813</c:v>
                </c:pt>
                <c:pt idx="1204">
                  <c:v>55.044399261474602</c:v>
                </c:pt>
                <c:pt idx="1205">
                  <c:v>55.5895385742188</c:v>
                </c:pt>
                <c:pt idx="1206">
                  <c:v>55.490993499755902</c:v>
                </c:pt>
                <c:pt idx="1207">
                  <c:v>55.497241973877003</c:v>
                </c:pt>
                <c:pt idx="1208">
                  <c:v>55.457328796386697</c:v>
                </c:pt>
                <c:pt idx="1209">
                  <c:v>55.520217895507798</c:v>
                </c:pt>
                <c:pt idx="1210">
                  <c:v>55.654647827148402</c:v>
                </c:pt>
                <c:pt idx="1211">
                  <c:v>55.894783020019503</c:v>
                </c:pt>
                <c:pt idx="1212">
                  <c:v>55.987266540527301</c:v>
                </c:pt>
                <c:pt idx="1213">
                  <c:v>55.740116119384801</c:v>
                </c:pt>
                <c:pt idx="1214">
                  <c:v>55.633792877197301</c:v>
                </c:pt>
                <c:pt idx="1215">
                  <c:v>55.735721588134801</c:v>
                </c:pt>
                <c:pt idx="1216">
                  <c:v>55.775875091552699</c:v>
                </c:pt>
                <c:pt idx="1217">
                  <c:v>55.891162872314503</c:v>
                </c:pt>
                <c:pt idx="1218">
                  <c:v>56.101329803466797</c:v>
                </c:pt>
                <c:pt idx="1219">
                  <c:v>56.030296325683601</c:v>
                </c:pt>
                <c:pt idx="1220">
                  <c:v>56.018642425537102</c:v>
                </c:pt>
                <c:pt idx="1221">
                  <c:v>56.121696472167997</c:v>
                </c:pt>
                <c:pt idx="1222">
                  <c:v>56.514259338378899</c:v>
                </c:pt>
                <c:pt idx="1223">
                  <c:v>56.128585815429702</c:v>
                </c:pt>
                <c:pt idx="1224">
                  <c:v>56.0551147460938</c:v>
                </c:pt>
                <c:pt idx="1225">
                  <c:v>56.305934906005902</c:v>
                </c:pt>
                <c:pt idx="1226">
                  <c:v>56.2586479187012</c:v>
                </c:pt>
                <c:pt idx="1227">
                  <c:v>55.961128234863303</c:v>
                </c:pt>
                <c:pt idx="1228">
                  <c:v>55.878150939941399</c:v>
                </c:pt>
                <c:pt idx="1229">
                  <c:v>55.872390747070298</c:v>
                </c:pt>
                <c:pt idx="1230">
                  <c:v>55.9044189453125</c:v>
                </c:pt>
                <c:pt idx="1231">
                  <c:v>56.2683296203613</c:v>
                </c:pt>
                <c:pt idx="1232">
                  <c:v>56.346767425537102</c:v>
                </c:pt>
                <c:pt idx="1233">
                  <c:v>56.402740478515597</c:v>
                </c:pt>
                <c:pt idx="1234">
                  <c:v>56.5073432922363</c:v>
                </c:pt>
                <c:pt idx="1235">
                  <c:v>56.709430694580099</c:v>
                </c:pt>
                <c:pt idx="1236">
                  <c:v>56.795085906982401</c:v>
                </c:pt>
                <c:pt idx="1237">
                  <c:v>56.6883735656738</c:v>
                </c:pt>
                <c:pt idx="1238">
                  <c:v>56.5579223632813</c:v>
                </c:pt>
                <c:pt idx="1239">
                  <c:v>56.631984710693402</c:v>
                </c:pt>
                <c:pt idx="1240">
                  <c:v>56.6802787780762</c:v>
                </c:pt>
                <c:pt idx="1241">
                  <c:v>56.935997009277301</c:v>
                </c:pt>
                <c:pt idx="1242">
                  <c:v>57.080108642578097</c:v>
                </c:pt>
                <c:pt idx="1243">
                  <c:v>57.018440246582003</c:v>
                </c:pt>
                <c:pt idx="1244">
                  <c:v>57.185691833496101</c:v>
                </c:pt>
                <c:pt idx="1245">
                  <c:v>57.269870758056598</c:v>
                </c:pt>
                <c:pt idx="1246">
                  <c:v>57.135997772216797</c:v>
                </c:pt>
                <c:pt idx="1247">
                  <c:v>57.250492095947301</c:v>
                </c:pt>
                <c:pt idx="1248">
                  <c:v>57.195079803466797</c:v>
                </c:pt>
                <c:pt idx="1249">
                  <c:v>57.122005462646499</c:v>
                </c:pt>
                <c:pt idx="1250">
                  <c:v>56.895175933837898</c:v>
                </c:pt>
                <c:pt idx="1251">
                  <c:v>57.071418762207003</c:v>
                </c:pt>
                <c:pt idx="1252">
                  <c:v>57.023876190185597</c:v>
                </c:pt>
                <c:pt idx="1253">
                  <c:v>57.1313667297363</c:v>
                </c:pt>
                <c:pt idx="1254">
                  <c:v>57.235694885253899</c:v>
                </c:pt>
                <c:pt idx="1255">
                  <c:v>57.498451232910199</c:v>
                </c:pt>
                <c:pt idx="1256">
                  <c:v>57.690292358398402</c:v>
                </c:pt>
                <c:pt idx="1257">
                  <c:v>57.708141326904297</c:v>
                </c:pt>
                <c:pt idx="1258">
                  <c:v>57.782764434814503</c:v>
                </c:pt>
                <c:pt idx="1259">
                  <c:v>57.897354125976598</c:v>
                </c:pt>
                <c:pt idx="1260">
                  <c:v>57.850467681884801</c:v>
                </c:pt>
                <c:pt idx="1261">
                  <c:v>57.950820922851598</c:v>
                </c:pt>
                <c:pt idx="1262">
                  <c:v>58.033500671386697</c:v>
                </c:pt>
                <c:pt idx="1263">
                  <c:v>58.075569152832003</c:v>
                </c:pt>
                <c:pt idx="1264">
                  <c:v>58.150455474853501</c:v>
                </c:pt>
                <c:pt idx="1265">
                  <c:v>58.178291320800803</c:v>
                </c:pt>
                <c:pt idx="1266">
                  <c:v>58.213939666748097</c:v>
                </c:pt>
                <c:pt idx="1267">
                  <c:v>58.279697418212898</c:v>
                </c:pt>
                <c:pt idx="1268">
                  <c:v>58.324310302734403</c:v>
                </c:pt>
                <c:pt idx="1269">
                  <c:v>58.712913513183601</c:v>
                </c:pt>
                <c:pt idx="1270">
                  <c:v>58.820110321044901</c:v>
                </c:pt>
                <c:pt idx="1271">
                  <c:v>58.466114044189503</c:v>
                </c:pt>
                <c:pt idx="1272">
                  <c:v>58.421398162841797</c:v>
                </c:pt>
                <c:pt idx="1273">
                  <c:v>58.337886810302699</c:v>
                </c:pt>
                <c:pt idx="1274">
                  <c:v>58.351943969726598</c:v>
                </c:pt>
                <c:pt idx="1275">
                  <c:v>58.504878997802699</c:v>
                </c:pt>
                <c:pt idx="1276">
                  <c:v>58.772171020507798</c:v>
                </c:pt>
                <c:pt idx="1277">
                  <c:v>58.603591918945298</c:v>
                </c:pt>
                <c:pt idx="1278">
                  <c:v>58.688381195068402</c:v>
                </c:pt>
                <c:pt idx="1279">
                  <c:v>58.746753692627003</c:v>
                </c:pt>
                <c:pt idx="1280">
                  <c:v>58.8364868164063</c:v>
                </c:pt>
                <c:pt idx="1281">
                  <c:v>58.517665863037102</c:v>
                </c:pt>
                <c:pt idx="1282">
                  <c:v>58.883804321289098</c:v>
                </c:pt>
                <c:pt idx="1283">
                  <c:v>58.908454895019503</c:v>
                </c:pt>
                <c:pt idx="1284">
                  <c:v>58.868255615234403</c:v>
                </c:pt>
                <c:pt idx="1285">
                  <c:v>58.527336120605497</c:v>
                </c:pt>
                <c:pt idx="1286">
                  <c:v>58.734813690185597</c:v>
                </c:pt>
                <c:pt idx="1287">
                  <c:v>58.884777069091797</c:v>
                </c:pt>
                <c:pt idx="1288">
                  <c:v>59.052577972412102</c:v>
                </c:pt>
                <c:pt idx="1289">
                  <c:v>59.056079864502003</c:v>
                </c:pt>
                <c:pt idx="1290">
                  <c:v>59.0003051757813</c:v>
                </c:pt>
                <c:pt idx="1291">
                  <c:v>58.977500915527301</c:v>
                </c:pt>
                <c:pt idx="1292">
                  <c:v>59.105865478515597</c:v>
                </c:pt>
                <c:pt idx="1293">
                  <c:v>59.114158630371101</c:v>
                </c:pt>
                <c:pt idx="1294">
                  <c:v>59.095813751220703</c:v>
                </c:pt>
                <c:pt idx="1295">
                  <c:v>59.3092231750488</c:v>
                </c:pt>
                <c:pt idx="1296">
                  <c:v>59.367649078369098</c:v>
                </c:pt>
                <c:pt idx="1297">
                  <c:v>59.337234497070298</c:v>
                </c:pt>
                <c:pt idx="1298">
                  <c:v>59.256416320800803</c:v>
                </c:pt>
                <c:pt idx="1299">
                  <c:v>59.269603729248097</c:v>
                </c:pt>
                <c:pt idx="1300">
                  <c:v>59.522064208984403</c:v>
                </c:pt>
                <c:pt idx="1301">
                  <c:v>59.525539398193402</c:v>
                </c:pt>
                <c:pt idx="1302">
                  <c:v>59.440723419189503</c:v>
                </c:pt>
                <c:pt idx="1303">
                  <c:v>59.279075622558601</c:v>
                </c:pt>
                <c:pt idx="1304">
                  <c:v>59.323844909667997</c:v>
                </c:pt>
                <c:pt idx="1305">
                  <c:v>59.321315765380902</c:v>
                </c:pt>
                <c:pt idx="1306">
                  <c:v>59.316005706787102</c:v>
                </c:pt>
                <c:pt idx="1307">
                  <c:v>59.413116455078097</c:v>
                </c:pt>
                <c:pt idx="1308">
                  <c:v>59.476406097412102</c:v>
                </c:pt>
                <c:pt idx="1309">
                  <c:v>59.408882141113303</c:v>
                </c:pt>
                <c:pt idx="1310">
                  <c:v>59.2258110046387</c:v>
                </c:pt>
                <c:pt idx="1311">
                  <c:v>59.275661468505902</c:v>
                </c:pt>
                <c:pt idx="1312">
                  <c:v>59.303699493408203</c:v>
                </c:pt>
                <c:pt idx="1313">
                  <c:v>59.6305961608887</c:v>
                </c:pt>
                <c:pt idx="1314">
                  <c:v>59.584938049316399</c:v>
                </c:pt>
                <c:pt idx="1315">
                  <c:v>59.536182403564503</c:v>
                </c:pt>
                <c:pt idx="1316">
                  <c:v>59.633579254150398</c:v>
                </c:pt>
                <c:pt idx="1317">
                  <c:v>59.901451110839801</c:v>
                </c:pt>
                <c:pt idx="1318">
                  <c:v>59.437469482421903</c:v>
                </c:pt>
                <c:pt idx="1319">
                  <c:v>59.217666625976598</c:v>
                </c:pt>
                <c:pt idx="1320">
                  <c:v>59.373050689697301</c:v>
                </c:pt>
                <c:pt idx="1321">
                  <c:v>59.877658843994098</c:v>
                </c:pt>
                <c:pt idx="1322">
                  <c:v>60.032745361328097</c:v>
                </c:pt>
                <c:pt idx="1323">
                  <c:v>59.946670532226598</c:v>
                </c:pt>
                <c:pt idx="1324">
                  <c:v>59.898757934570298</c:v>
                </c:pt>
                <c:pt idx="1325">
                  <c:v>60.0261039733887</c:v>
                </c:pt>
                <c:pt idx="1326">
                  <c:v>60.2028198242188</c:v>
                </c:pt>
                <c:pt idx="1327">
                  <c:v>60.512165069580099</c:v>
                </c:pt>
                <c:pt idx="1328">
                  <c:v>60.346519470214801</c:v>
                </c:pt>
                <c:pt idx="1329">
                  <c:v>60.315349578857401</c:v>
                </c:pt>
                <c:pt idx="1330">
                  <c:v>60.119358062744098</c:v>
                </c:pt>
                <c:pt idx="1331">
                  <c:v>60.181453704833999</c:v>
                </c:pt>
                <c:pt idx="1332">
                  <c:v>60.3163032531738</c:v>
                </c:pt>
                <c:pt idx="1333">
                  <c:v>60.4179878234863</c:v>
                </c:pt>
                <c:pt idx="1334">
                  <c:v>60.523555755615199</c:v>
                </c:pt>
                <c:pt idx="1335">
                  <c:v>60.637783050537102</c:v>
                </c:pt>
                <c:pt idx="1336">
                  <c:v>60.649097442627003</c:v>
                </c:pt>
                <c:pt idx="1337">
                  <c:v>60.689033508300803</c:v>
                </c:pt>
                <c:pt idx="1338">
                  <c:v>60.708850860595703</c:v>
                </c:pt>
                <c:pt idx="1339">
                  <c:v>60.4111938476563</c:v>
                </c:pt>
                <c:pt idx="1340">
                  <c:v>60.375232696533203</c:v>
                </c:pt>
                <c:pt idx="1341">
                  <c:v>60.577808380127003</c:v>
                </c:pt>
                <c:pt idx="1342">
                  <c:v>60.709228515625</c:v>
                </c:pt>
                <c:pt idx="1343">
                  <c:v>60.570896148681598</c:v>
                </c:pt>
                <c:pt idx="1344">
                  <c:v>60.492618560791001</c:v>
                </c:pt>
                <c:pt idx="1345">
                  <c:v>60.485538482666001</c:v>
                </c:pt>
                <c:pt idx="1346">
                  <c:v>60.725753784179702</c:v>
                </c:pt>
                <c:pt idx="1347">
                  <c:v>61.1640014648438</c:v>
                </c:pt>
                <c:pt idx="1348">
                  <c:v>61.811496734619098</c:v>
                </c:pt>
                <c:pt idx="1349">
                  <c:v>61.2698364257813</c:v>
                </c:pt>
                <c:pt idx="1350">
                  <c:v>61.705307006835902</c:v>
                </c:pt>
                <c:pt idx="1351">
                  <c:v>61.600582122802699</c:v>
                </c:pt>
                <c:pt idx="1352">
                  <c:v>61.689674377441399</c:v>
                </c:pt>
                <c:pt idx="1353">
                  <c:v>61.550212860107401</c:v>
                </c:pt>
                <c:pt idx="1354">
                  <c:v>61.6475830078125</c:v>
                </c:pt>
                <c:pt idx="1355">
                  <c:v>61.389400482177699</c:v>
                </c:pt>
                <c:pt idx="1356">
                  <c:v>61.101184844970703</c:v>
                </c:pt>
                <c:pt idx="1357">
                  <c:v>61.186481475830099</c:v>
                </c:pt>
                <c:pt idx="1358">
                  <c:v>61.386711120605497</c:v>
                </c:pt>
                <c:pt idx="1359">
                  <c:v>61.662174224853501</c:v>
                </c:pt>
                <c:pt idx="1360">
                  <c:v>61.857349395752003</c:v>
                </c:pt>
                <c:pt idx="1361">
                  <c:v>61.959690093994098</c:v>
                </c:pt>
                <c:pt idx="1362">
                  <c:v>61.851764678955099</c:v>
                </c:pt>
                <c:pt idx="1363">
                  <c:v>61.774681091308601</c:v>
                </c:pt>
                <c:pt idx="1364">
                  <c:v>61.648277282714801</c:v>
                </c:pt>
                <c:pt idx="1365">
                  <c:v>61.780429840087898</c:v>
                </c:pt>
                <c:pt idx="1366">
                  <c:v>61.886863708496101</c:v>
                </c:pt>
                <c:pt idx="1367">
                  <c:v>62.049602508544901</c:v>
                </c:pt>
                <c:pt idx="1368">
                  <c:v>62.089168548583999</c:v>
                </c:pt>
                <c:pt idx="1369">
                  <c:v>62.000942230224602</c:v>
                </c:pt>
                <c:pt idx="1370">
                  <c:v>62.023109436035199</c:v>
                </c:pt>
                <c:pt idx="1371">
                  <c:v>62.1557006835938</c:v>
                </c:pt>
                <c:pt idx="1372">
                  <c:v>62.129070281982401</c:v>
                </c:pt>
                <c:pt idx="1373">
                  <c:v>62.152305603027301</c:v>
                </c:pt>
                <c:pt idx="1374">
                  <c:v>61.992240905761697</c:v>
                </c:pt>
                <c:pt idx="1375">
                  <c:v>62.117294311523402</c:v>
                </c:pt>
                <c:pt idx="1376">
                  <c:v>62.079788208007798</c:v>
                </c:pt>
                <c:pt idx="1377">
                  <c:v>62.326736450195298</c:v>
                </c:pt>
                <c:pt idx="1378">
                  <c:v>62.271308898925803</c:v>
                </c:pt>
                <c:pt idx="1379">
                  <c:v>62.345409393310597</c:v>
                </c:pt>
                <c:pt idx="1380">
                  <c:v>62.125934600830099</c:v>
                </c:pt>
                <c:pt idx="1381">
                  <c:v>62.1771850585938</c:v>
                </c:pt>
                <c:pt idx="1382">
                  <c:v>62.305980682373097</c:v>
                </c:pt>
                <c:pt idx="1383">
                  <c:v>62.350543975830099</c:v>
                </c:pt>
                <c:pt idx="1384">
                  <c:v>62.601478576660199</c:v>
                </c:pt>
                <c:pt idx="1385">
                  <c:v>62.615428924560597</c:v>
                </c:pt>
                <c:pt idx="1386">
                  <c:v>62.558006286621101</c:v>
                </c:pt>
                <c:pt idx="1387">
                  <c:v>62.462699890136697</c:v>
                </c:pt>
                <c:pt idx="1388">
                  <c:v>62.477882385253899</c:v>
                </c:pt>
                <c:pt idx="1389">
                  <c:v>62.697147369384801</c:v>
                </c:pt>
                <c:pt idx="1390">
                  <c:v>62.443168640136697</c:v>
                </c:pt>
                <c:pt idx="1391">
                  <c:v>62.689033508300803</c:v>
                </c:pt>
                <c:pt idx="1392">
                  <c:v>62.6648979187012</c:v>
                </c:pt>
                <c:pt idx="1393">
                  <c:v>62.688430786132798</c:v>
                </c:pt>
                <c:pt idx="1394">
                  <c:v>62.952434539794901</c:v>
                </c:pt>
                <c:pt idx="1395">
                  <c:v>62.953910827636697</c:v>
                </c:pt>
                <c:pt idx="1396">
                  <c:v>62.9815483093262</c:v>
                </c:pt>
                <c:pt idx="1397">
                  <c:v>63.226776123046903</c:v>
                </c:pt>
                <c:pt idx="1398">
                  <c:v>62.994476318359403</c:v>
                </c:pt>
                <c:pt idx="1399">
                  <c:v>62.897491455078097</c:v>
                </c:pt>
                <c:pt idx="1400">
                  <c:v>63.430587768554702</c:v>
                </c:pt>
                <c:pt idx="1401">
                  <c:v>63.265510559082003</c:v>
                </c:pt>
                <c:pt idx="1402">
                  <c:v>63.047359466552699</c:v>
                </c:pt>
                <c:pt idx="1403">
                  <c:v>62.9151611328125</c:v>
                </c:pt>
                <c:pt idx="1404">
                  <c:v>62.830417633056598</c:v>
                </c:pt>
                <c:pt idx="1405">
                  <c:v>62.8809204101563</c:v>
                </c:pt>
                <c:pt idx="1406">
                  <c:v>62.904380798339801</c:v>
                </c:pt>
                <c:pt idx="1407">
                  <c:v>62.868595123291001</c:v>
                </c:pt>
                <c:pt idx="1408">
                  <c:v>62.387821197509801</c:v>
                </c:pt>
                <c:pt idx="1409">
                  <c:v>62.765983581542997</c:v>
                </c:pt>
                <c:pt idx="1410">
                  <c:v>63.247161865234403</c:v>
                </c:pt>
                <c:pt idx="1411">
                  <c:v>63.1843070983887</c:v>
                </c:pt>
                <c:pt idx="1412">
                  <c:v>63.2669677734375</c:v>
                </c:pt>
                <c:pt idx="1413">
                  <c:v>63.245071411132798</c:v>
                </c:pt>
                <c:pt idx="1414">
                  <c:v>64.289329528808594</c:v>
                </c:pt>
                <c:pt idx="1415">
                  <c:v>64.025581359863295</c:v>
                </c:pt>
                <c:pt idx="1416">
                  <c:v>63.572940826416001</c:v>
                </c:pt>
                <c:pt idx="1417">
                  <c:v>63.594684600830099</c:v>
                </c:pt>
                <c:pt idx="1418">
                  <c:v>63.529552459716797</c:v>
                </c:pt>
                <c:pt idx="1419">
                  <c:v>63.242992401123097</c:v>
                </c:pt>
                <c:pt idx="1420">
                  <c:v>63.2854614257813</c:v>
                </c:pt>
                <c:pt idx="1421">
                  <c:v>63.3265571594238</c:v>
                </c:pt>
                <c:pt idx="1422">
                  <c:v>63.556110382080099</c:v>
                </c:pt>
                <c:pt idx="1423">
                  <c:v>63.870891571044901</c:v>
                </c:pt>
                <c:pt idx="1424">
                  <c:v>64.4052734375</c:v>
                </c:pt>
                <c:pt idx="1425">
                  <c:v>63.932567596435597</c:v>
                </c:pt>
                <c:pt idx="1426">
                  <c:v>63.862834930419901</c:v>
                </c:pt>
                <c:pt idx="1427">
                  <c:v>63.921920776367202</c:v>
                </c:pt>
                <c:pt idx="1428">
                  <c:v>63.746292114257798</c:v>
                </c:pt>
                <c:pt idx="1429">
                  <c:v>63.499927520752003</c:v>
                </c:pt>
                <c:pt idx="1430">
                  <c:v>63.538242340087898</c:v>
                </c:pt>
                <c:pt idx="1431">
                  <c:v>63.775730133056598</c:v>
                </c:pt>
                <c:pt idx="1432">
                  <c:v>63.7554931640625</c:v>
                </c:pt>
                <c:pt idx="1433">
                  <c:v>63.908416748046903</c:v>
                </c:pt>
                <c:pt idx="1434">
                  <c:v>63.939971923828097</c:v>
                </c:pt>
                <c:pt idx="1435">
                  <c:v>63.864231109619098</c:v>
                </c:pt>
                <c:pt idx="1436">
                  <c:v>64.114807128906307</c:v>
                </c:pt>
                <c:pt idx="1437">
                  <c:v>63.978710174560597</c:v>
                </c:pt>
                <c:pt idx="1438">
                  <c:v>63.7107543945313</c:v>
                </c:pt>
                <c:pt idx="1439">
                  <c:v>63.703689575195298</c:v>
                </c:pt>
                <c:pt idx="1440">
                  <c:v>63.781455993652301</c:v>
                </c:pt>
                <c:pt idx="1441">
                  <c:v>63.702785491943402</c:v>
                </c:pt>
                <c:pt idx="1442">
                  <c:v>63.477901458740199</c:v>
                </c:pt>
                <c:pt idx="1443">
                  <c:v>63.712810516357401</c:v>
                </c:pt>
                <c:pt idx="1444">
                  <c:v>63.7412109375</c:v>
                </c:pt>
                <c:pt idx="1445">
                  <c:v>63.716110229492202</c:v>
                </c:pt>
                <c:pt idx="1446">
                  <c:v>63.748401641845703</c:v>
                </c:pt>
                <c:pt idx="1447">
                  <c:v>63.782421112060597</c:v>
                </c:pt>
                <c:pt idx="1448">
                  <c:v>63.989936828613303</c:v>
                </c:pt>
                <c:pt idx="1449">
                  <c:v>64.084655761718807</c:v>
                </c:pt>
                <c:pt idx="1450">
                  <c:v>63.996173858642599</c:v>
                </c:pt>
                <c:pt idx="1451">
                  <c:v>63.868209838867202</c:v>
                </c:pt>
                <c:pt idx="1452">
                  <c:v>63.977859497070298</c:v>
                </c:pt>
                <c:pt idx="1453">
                  <c:v>63.8978881835938</c:v>
                </c:pt>
                <c:pt idx="1454">
                  <c:v>63.6800727844238</c:v>
                </c:pt>
                <c:pt idx="1455">
                  <c:v>63.7833862304688</c:v>
                </c:pt>
                <c:pt idx="1456">
                  <c:v>63.876064300537102</c:v>
                </c:pt>
                <c:pt idx="1457">
                  <c:v>63.903530120849602</c:v>
                </c:pt>
                <c:pt idx="1458">
                  <c:v>63.989330291748097</c:v>
                </c:pt>
                <c:pt idx="1459">
                  <c:v>64.080711364746094</c:v>
                </c:pt>
                <c:pt idx="1460">
                  <c:v>63.991321563720703</c:v>
                </c:pt>
                <c:pt idx="1461">
                  <c:v>63.968734741210902</c:v>
                </c:pt>
                <c:pt idx="1462">
                  <c:v>63.898757934570298</c:v>
                </c:pt>
                <c:pt idx="1463">
                  <c:v>63.952693939208999</c:v>
                </c:pt>
                <c:pt idx="1464">
                  <c:v>63.959560394287102</c:v>
                </c:pt>
                <c:pt idx="1465">
                  <c:v>63.9473876953125</c:v>
                </c:pt>
                <c:pt idx="1466">
                  <c:v>63.946205139160199</c:v>
                </c:pt>
                <c:pt idx="1467">
                  <c:v>63.992191314697301</c:v>
                </c:pt>
                <c:pt idx="1468">
                  <c:v>63.993217468261697</c:v>
                </c:pt>
                <c:pt idx="1469">
                  <c:v>63.9295043945313</c:v>
                </c:pt>
                <c:pt idx="1470">
                  <c:v>63.958244323730497</c:v>
                </c:pt>
                <c:pt idx="1471">
                  <c:v>63.956172943115199</c:v>
                </c:pt>
                <c:pt idx="1472">
                  <c:v>63.910850524902301</c:v>
                </c:pt>
                <c:pt idx="1473">
                  <c:v>63.923542022705099</c:v>
                </c:pt>
                <c:pt idx="1474">
                  <c:v>63.886417388916001</c:v>
                </c:pt>
                <c:pt idx="1475">
                  <c:v>63.864215850830099</c:v>
                </c:pt>
                <c:pt idx="1476">
                  <c:v>63.891395568847699</c:v>
                </c:pt>
                <c:pt idx="1477">
                  <c:v>63.886627197265597</c:v>
                </c:pt>
                <c:pt idx="1478">
                  <c:v>63.8772163391113</c:v>
                </c:pt>
                <c:pt idx="1479">
                  <c:v>63.902576446533203</c:v>
                </c:pt>
                <c:pt idx="1480">
                  <c:v>63.825122833252003</c:v>
                </c:pt>
                <c:pt idx="1481">
                  <c:v>63.871009826660199</c:v>
                </c:pt>
                <c:pt idx="1482">
                  <c:v>63.909294128417997</c:v>
                </c:pt>
                <c:pt idx="1483">
                  <c:v>63.757335662841797</c:v>
                </c:pt>
                <c:pt idx="1484">
                  <c:v>63.670654296875</c:v>
                </c:pt>
                <c:pt idx="1485">
                  <c:v>64.014076232910199</c:v>
                </c:pt>
                <c:pt idx="1486">
                  <c:v>63.906787872314503</c:v>
                </c:pt>
                <c:pt idx="1487">
                  <c:v>64.0311279296875</c:v>
                </c:pt>
                <c:pt idx="1488">
                  <c:v>63.946144104003899</c:v>
                </c:pt>
                <c:pt idx="1489">
                  <c:v>64.519798278808594</c:v>
                </c:pt>
                <c:pt idx="1490">
                  <c:v>63.966640472412102</c:v>
                </c:pt>
                <c:pt idx="1491">
                  <c:v>63.751316070556598</c:v>
                </c:pt>
                <c:pt idx="1492">
                  <c:v>63.762474060058601</c:v>
                </c:pt>
                <c:pt idx="1493">
                  <c:v>63.890159606933601</c:v>
                </c:pt>
                <c:pt idx="1494">
                  <c:v>63.940273284912102</c:v>
                </c:pt>
                <c:pt idx="1495">
                  <c:v>64.021247863769503</c:v>
                </c:pt>
                <c:pt idx="1496">
                  <c:v>64.031639099121094</c:v>
                </c:pt>
                <c:pt idx="1497">
                  <c:v>64.068923950195298</c:v>
                </c:pt>
                <c:pt idx="1498">
                  <c:v>64.150337219238295</c:v>
                </c:pt>
                <c:pt idx="1499">
                  <c:v>64.058975219726605</c:v>
                </c:pt>
                <c:pt idx="1500">
                  <c:v>63.943042755127003</c:v>
                </c:pt>
                <c:pt idx="1501">
                  <c:v>64.028778076171903</c:v>
                </c:pt>
                <c:pt idx="1502">
                  <c:v>63.9099731445313</c:v>
                </c:pt>
                <c:pt idx="1503">
                  <c:v>64.100425720214801</c:v>
                </c:pt>
                <c:pt idx="1504">
                  <c:v>64.262977600097699</c:v>
                </c:pt>
                <c:pt idx="1505">
                  <c:v>64.184761047363295</c:v>
                </c:pt>
                <c:pt idx="1506">
                  <c:v>64.170471191406307</c:v>
                </c:pt>
                <c:pt idx="1507">
                  <c:v>64.229499816894503</c:v>
                </c:pt>
                <c:pt idx="1508">
                  <c:v>64.241661071777301</c:v>
                </c:pt>
                <c:pt idx="1509">
                  <c:v>64.137954711914105</c:v>
                </c:pt>
                <c:pt idx="1510">
                  <c:v>64.148651123046903</c:v>
                </c:pt>
                <c:pt idx="1511">
                  <c:v>64.1551513671875</c:v>
                </c:pt>
                <c:pt idx="1512">
                  <c:v>64.220809936523395</c:v>
                </c:pt>
                <c:pt idx="1513">
                  <c:v>64.193359375</c:v>
                </c:pt>
                <c:pt idx="1514">
                  <c:v>64.072586059570298</c:v>
                </c:pt>
                <c:pt idx="1515">
                  <c:v>64.259201049804702</c:v>
                </c:pt>
                <c:pt idx="1516">
                  <c:v>64.251953125</c:v>
                </c:pt>
                <c:pt idx="1517">
                  <c:v>64.008628845214801</c:v>
                </c:pt>
                <c:pt idx="1518">
                  <c:v>64.113502502441406</c:v>
                </c:pt>
                <c:pt idx="1519">
                  <c:v>64.169906616210895</c:v>
                </c:pt>
                <c:pt idx="1520">
                  <c:v>64.196983337402301</c:v>
                </c:pt>
                <c:pt idx="1521">
                  <c:v>64.192703247070298</c:v>
                </c:pt>
                <c:pt idx="1522">
                  <c:v>64.205749511718807</c:v>
                </c:pt>
                <c:pt idx="1523">
                  <c:v>64.264541625976605</c:v>
                </c:pt>
                <c:pt idx="1524">
                  <c:v>64.248207092285199</c:v>
                </c:pt>
                <c:pt idx="1525">
                  <c:v>64.324676513671903</c:v>
                </c:pt>
                <c:pt idx="1526">
                  <c:v>64.147239685058594</c:v>
                </c:pt>
                <c:pt idx="1527">
                  <c:v>64.213729858398395</c:v>
                </c:pt>
                <c:pt idx="1528">
                  <c:v>64.333518981933594</c:v>
                </c:pt>
                <c:pt idx="1529">
                  <c:v>64.604606628417997</c:v>
                </c:pt>
                <c:pt idx="1530">
                  <c:v>64.593498229980497</c:v>
                </c:pt>
                <c:pt idx="1531">
                  <c:v>64.697624206542997</c:v>
                </c:pt>
                <c:pt idx="1532">
                  <c:v>64.318519592285199</c:v>
                </c:pt>
                <c:pt idx="1533">
                  <c:v>64.255065917968807</c:v>
                </c:pt>
                <c:pt idx="1534">
                  <c:v>64.2489013671875</c:v>
                </c:pt>
                <c:pt idx="1535">
                  <c:v>64.415550231933594</c:v>
                </c:pt>
                <c:pt idx="1536">
                  <c:v>64.516738891601605</c:v>
                </c:pt>
                <c:pt idx="1537">
                  <c:v>64.420753479003906</c:v>
                </c:pt>
                <c:pt idx="1538">
                  <c:v>64.047279357910199</c:v>
                </c:pt>
                <c:pt idx="1539">
                  <c:v>64.307205200195298</c:v>
                </c:pt>
                <c:pt idx="1540">
                  <c:v>64.391410827636705</c:v>
                </c:pt>
                <c:pt idx="1541">
                  <c:v>64.435890197753906</c:v>
                </c:pt>
                <c:pt idx="1542">
                  <c:v>64.424476623535199</c:v>
                </c:pt>
                <c:pt idx="1543">
                  <c:v>64.873428344726605</c:v>
                </c:pt>
                <c:pt idx="1544">
                  <c:v>64.829666137695298</c:v>
                </c:pt>
                <c:pt idx="1545">
                  <c:v>64.685256958007798</c:v>
                </c:pt>
                <c:pt idx="1546">
                  <c:v>64.891120910644503</c:v>
                </c:pt>
                <c:pt idx="1547">
                  <c:v>64.797309875488295</c:v>
                </c:pt>
                <c:pt idx="1548">
                  <c:v>64.471717834472699</c:v>
                </c:pt>
                <c:pt idx="1549">
                  <c:v>64.790733337402301</c:v>
                </c:pt>
                <c:pt idx="1550">
                  <c:v>64.423156738281307</c:v>
                </c:pt>
                <c:pt idx="1551">
                  <c:v>64.963455200195298</c:v>
                </c:pt>
                <c:pt idx="1552">
                  <c:v>64.867980957031307</c:v>
                </c:pt>
                <c:pt idx="1553">
                  <c:v>64.746833801269503</c:v>
                </c:pt>
                <c:pt idx="1554">
                  <c:v>65.004379272460895</c:v>
                </c:pt>
                <c:pt idx="1555">
                  <c:v>64.991027832031307</c:v>
                </c:pt>
                <c:pt idx="1556">
                  <c:v>65.225425720214801</c:v>
                </c:pt>
                <c:pt idx="1557">
                  <c:v>65.040374755859403</c:v>
                </c:pt>
                <c:pt idx="1558">
                  <c:v>64.674850463867202</c:v>
                </c:pt>
                <c:pt idx="1559">
                  <c:v>64.896766662597699</c:v>
                </c:pt>
                <c:pt idx="1560">
                  <c:v>64.613983154296903</c:v>
                </c:pt>
                <c:pt idx="1561">
                  <c:v>64.491104125976605</c:v>
                </c:pt>
                <c:pt idx="1562">
                  <c:v>64.601234436035199</c:v>
                </c:pt>
                <c:pt idx="1563">
                  <c:v>65.047393798828097</c:v>
                </c:pt>
                <c:pt idx="1564">
                  <c:v>65.118011474609403</c:v>
                </c:pt>
                <c:pt idx="1565">
                  <c:v>65.554656982421903</c:v>
                </c:pt>
                <c:pt idx="1566">
                  <c:v>65.386756896972699</c:v>
                </c:pt>
                <c:pt idx="1567">
                  <c:v>64.995895385742202</c:v>
                </c:pt>
                <c:pt idx="1568">
                  <c:v>65.104583740234403</c:v>
                </c:pt>
                <c:pt idx="1569">
                  <c:v>65.257659912109403</c:v>
                </c:pt>
                <c:pt idx="1570">
                  <c:v>65.248573303222699</c:v>
                </c:pt>
                <c:pt idx="1571">
                  <c:v>65.414199829101605</c:v>
                </c:pt>
                <c:pt idx="1572">
                  <c:v>65.363853454589801</c:v>
                </c:pt>
                <c:pt idx="1573">
                  <c:v>65.327651977539105</c:v>
                </c:pt>
                <c:pt idx="1574">
                  <c:v>65.4510498046875</c:v>
                </c:pt>
                <c:pt idx="1575">
                  <c:v>65.718727111816406</c:v>
                </c:pt>
                <c:pt idx="1576">
                  <c:v>65.538887023925795</c:v>
                </c:pt>
                <c:pt idx="1577">
                  <c:v>65.657821655273395</c:v>
                </c:pt>
                <c:pt idx="1578">
                  <c:v>65.607025146484403</c:v>
                </c:pt>
                <c:pt idx="1579">
                  <c:v>65.540687561035199</c:v>
                </c:pt>
                <c:pt idx="1580">
                  <c:v>65.615257263183594</c:v>
                </c:pt>
                <c:pt idx="1581">
                  <c:v>65.621261596679702</c:v>
                </c:pt>
                <c:pt idx="1582">
                  <c:v>65.563529968261705</c:v>
                </c:pt>
                <c:pt idx="1583">
                  <c:v>65.604713439941406</c:v>
                </c:pt>
                <c:pt idx="1584">
                  <c:v>65.522979736328097</c:v>
                </c:pt>
                <c:pt idx="1585">
                  <c:v>65.522720336914105</c:v>
                </c:pt>
                <c:pt idx="1586">
                  <c:v>65.569328308105497</c:v>
                </c:pt>
                <c:pt idx="1587">
                  <c:v>65.527420043945298</c:v>
                </c:pt>
                <c:pt idx="1588">
                  <c:v>65.427581787109403</c:v>
                </c:pt>
                <c:pt idx="1589">
                  <c:v>65.536941528320298</c:v>
                </c:pt>
                <c:pt idx="1590">
                  <c:v>65.421501159667997</c:v>
                </c:pt>
                <c:pt idx="1591">
                  <c:v>65.390472412109403</c:v>
                </c:pt>
                <c:pt idx="1592">
                  <c:v>65.432823181152301</c:v>
                </c:pt>
                <c:pt idx="1593">
                  <c:v>65.308799743652301</c:v>
                </c:pt>
                <c:pt idx="1594">
                  <c:v>65.504631042480497</c:v>
                </c:pt>
                <c:pt idx="1595">
                  <c:v>65.689033508300795</c:v>
                </c:pt>
                <c:pt idx="1596">
                  <c:v>65.460800170898395</c:v>
                </c:pt>
                <c:pt idx="1597">
                  <c:v>65.480331420898395</c:v>
                </c:pt>
                <c:pt idx="1598">
                  <c:v>65.633155822753906</c:v>
                </c:pt>
                <c:pt idx="1599">
                  <c:v>65.250831604003906</c:v>
                </c:pt>
                <c:pt idx="1600">
                  <c:v>65.355812072753906</c:v>
                </c:pt>
                <c:pt idx="1601">
                  <c:v>65.503868103027301</c:v>
                </c:pt>
                <c:pt idx="1602">
                  <c:v>66.026893615722699</c:v>
                </c:pt>
                <c:pt idx="1603">
                  <c:v>65.925735473632798</c:v>
                </c:pt>
                <c:pt idx="1604">
                  <c:v>65.910324096679702</c:v>
                </c:pt>
                <c:pt idx="1605">
                  <c:v>65.977546691894503</c:v>
                </c:pt>
                <c:pt idx="1606">
                  <c:v>66.322731018066406</c:v>
                </c:pt>
                <c:pt idx="1607">
                  <c:v>66.081481933593807</c:v>
                </c:pt>
                <c:pt idx="1608">
                  <c:v>65.941062927246094</c:v>
                </c:pt>
                <c:pt idx="1609">
                  <c:v>66.284881591796903</c:v>
                </c:pt>
                <c:pt idx="1610">
                  <c:v>65.942726135253906</c:v>
                </c:pt>
                <c:pt idx="1611">
                  <c:v>65.955909729003906</c:v>
                </c:pt>
                <c:pt idx="1612">
                  <c:v>65.683242797851605</c:v>
                </c:pt>
                <c:pt idx="1613">
                  <c:v>65.56298828125</c:v>
                </c:pt>
                <c:pt idx="1614">
                  <c:v>66.101135253906307</c:v>
                </c:pt>
                <c:pt idx="1615">
                  <c:v>66.226478576660199</c:v>
                </c:pt>
                <c:pt idx="1616">
                  <c:v>66.3367919921875</c:v>
                </c:pt>
                <c:pt idx="1617">
                  <c:v>66.143302917480497</c:v>
                </c:pt>
                <c:pt idx="1618">
                  <c:v>65.930130004882798</c:v>
                </c:pt>
                <c:pt idx="1619">
                  <c:v>65.737960815429702</c:v>
                </c:pt>
                <c:pt idx="1620">
                  <c:v>65.787185668945298</c:v>
                </c:pt>
                <c:pt idx="1621">
                  <c:v>65.988136291503906</c:v>
                </c:pt>
                <c:pt idx="1622">
                  <c:v>65.965682983398395</c:v>
                </c:pt>
                <c:pt idx="1623">
                  <c:v>65.967681884765597</c:v>
                </c:pt>
                <c:pt idx="1624">
                  <c:v>66.109649658203097</c:v>
                </c:pt>
                <c:pt idx="1625">
                  <c:v>66.357177734375</c:v>
                </c:pt>
                <c:pt idx="1626">
                  <c:v>66.065002441406307</c:v>
                </c:pt>
                <c:pt idx="1627">
                  <c:v>65.662582397460895</c:v>
                </c:pt>
                <c:pt idx="1628">
                  <c:v>65.525573730468807</c:v>
                </c:pt>
                <c:pt idx="1629">
                  <c:v>65.789848327636705</c:v>
                </c:pt>
                <c:pt idx="1630">
                  <c:v>65.941680908203097</c:v>
                </c:pt>
                <c:pt idx="1631">
                  <c:v>65.821449279785199</c:v>
                </c:pt>
                <c:pt idx="1632">
                  <c:v>65.555419921875</c:v>
                </c:pt>
                <c:pt idx="1633">
                  <c:v>66.176246643066406</c:v>
                </c:pt>
                <c:pt idx="1634">
                  <c:v>66.388397216796903</c:v>
                </c:pt>
                <c:pt idx="1635">
                  <c:v>66.064193725585895</c:v>
                </c:pt>
                <c:pt idx="1636">
                  <c:v>66.160110473632798</c:v>
                </c:pt>
                <c:pt idx="1637">
                  <c:v>65.910377502441406</c:v>
                </c:pt>
                <c:pt idx="1638">
                  <c:v>65.871025085449205</c:v>
                </c:pt>
                <c:pt idx="1639">
                  <c:v>66.003730773925795</c:v>
                </c:pt>
                <c:pt idx="1640">
                  <c:v>66.305335998535199</c:v>
                </c:pt>
                <c:pt idx="1641">
                  <c:v>66.456855773925795</c:v>
                </c:pt>
                <c:pt idx="1642">
                  <c:v>66.565872192382798</c:v>
                </c:pt>
                <c:pt idx="1643">
                  <c:v>66.809875488281307</c:v>
                </c:pt>
                <c:pt idx="1644">
                  <c:v>66.819305419921903</c:v>
                </c:pt>
                <c:pt idx="1645">
                  <c:v>67.451301574707003</c:v>
                </c:pt>
                <c:pt idx="1646">
                  <c:v>67.771247863769503</c:v>
                </c:pt>
                <c:pt idx="1647">
                  <c:v>68.405479431152301</c:v>
                </c:pt>
                <c:pt idx="1648">
                  <c:v>67.8944091796875</c:v>
                </c:pt>
                <c:pt idx="1649">
                  <c:v>67.522911071777301</c:v>
                </c:pt>
                <c:pt idx="1650">
                  <c:v>67.332382202148395</c:v>
                </c:pt>
                <c:pt idx="1651">
                  <c:v>67.169448852539105</c:v>
                </c:pt>
                <c:pt idx="1652">
                  <c:v>67.132781982421903</c:v>
                </c:pt>
                <c:pt idx="1653">
                  <c:v>67.243934631347699</c:v>
                </c:pt>
                <c:pt idx="1654">
                  <c:v>67.147125244140597</c:v>
                </c:pt>
                <c:pt idx="1655">
                  <c:v>67.020759582519503</c:v>
                </c:pt>
                <c:pt idx="1656">
                  <c:v>66.811576843261705</c:v>
                </c:pt>
                <c:pt idx="1657">
                  <c:v>66.327590942382798</c:v>
                </c:pt>
                <c:pt idx="1658">
                  <c:v>66.743301391601605</c:v>
                </c:pt>
                <c:pt idx="1659">
                  <c:v>67.089752197265597</c:v>
                </c:pt>
                <c:pt idx="1660">
                  <c:v>67.115295410156307</c:v>
                </c:pt>
                <c:pt idx="1661">
                  <c:v>66.843788146972699</c:v>
                </c:pt>
                <c:pt idx="1662">
                  <c:v>66.834197998046903</c:v>
                </c:pt>
                <c:pt idx="1663">
                  <c:v>66.822364807128906</c:v>
                </c:pt>
                <c:pt idx="1664">
                  <c:v>66.842010498046903</c:v>
                </c:pt>
                <c:pt idx="1665">
                  <c:v>66.890464782714801</c:v>
                </c:pt>
                <c:pt idx="1666">
                  <c:v>67.081855773925795</c:v>
                </c:pt>
                <c:pt idx="1667">
                  <c:v>66.739730834960895</c:v>
                </c:pt>
                <c:pt idx="1668">
                  <c:v>66.717689514160199</c:v>
                </c:pt>
                <c:pt idx="1669">
                  <c:v>66.811386108398395</c:v>
                </c:pt>
                <c:pt idx="1670">
                  <c:v>66.762748718261705</c:v>
                </c:pt>
                <c:pt idx="1671">
                  <c:v>66.907081604003906</c:v>
                </c:pt>
                <c:pt idx="1672">
                  <c:v>66.884078979492202</c:v>
                </c:pt>
                <c:pt idx="1673">
                  <c:v>66.623527526855497</c:v>
                </c:pt>
                <c:pt idx="1674">
                  <c:v>66.703872680664105</c:v>
                </c:pt>
                <c:pt idx="1675">
                  <c:v>66.835174560546903</c:v>
                </c:pt>
                <c:pt idx="1676">
                  <c:v>66.774192810058594</c:v>
                </c:pt>
                <c:pt idx="1677">
                  <c:v>66.578231811523395</c:v>
                </c:pt>
                <c:pt idx="1678">
                  <c:v>66.785812377929702</c:v>
                </c:pt>
                <c:pt idx="1679">
                  <c:v>66.761367797851605</c:v>
                </c:pt>
                <c:pt idx="1680">
                  <c:v>66.863845825195298</c:v>
                </c:pt>
                <c:pt idx="1681">
                  <c:v>67.070198059082003</c:v>
                </c:pt>
                <c:pt idx="1682">
                  <c:v>67.329742431640597</c:v>
                </c:pt>
                <c:pt idx="1683">
                  <c:v>67.501274108886705</c:v>
                </c:pt>
                <c:pt idx="1684">
                  <c:v>67.209480285644503</c:v>
                </c:pt>
                <c:pt idx="1685">
                  <c:v>67.1861572265625</c:v>
                </c:pt>
                <c:pt idx="1686">
                  <c:v>67.188545227050795</c:v>
                </c:pt>
                <c:pt idx="1687">
                  <c:v>67.240119934082003</c:v>
                </c:pt>
                <c:pt idx="1688">
                  <c:v>67.260734558105497</c:v>
                </c:pt>
                <c:pt idx="1689">
                  <c:v>67.241340637207003</c:v>
                </c:pt>
                <c:pt idx="1690">
                  <c:v>67.213287353515597</c:v>
                </c:pt>
                <c:pt idx="1691">
                  <c:v>67.201332092285199</c:v>
                </c:pt>
                <c:pt idx="1692">
                  <c:v>67.293037414550795</c:v>
                </c:pt>
                <c:pt idx="1693">
                  <c:v>67.228080749511705</c:v>
                </c:pt>
                <c:pt idx="1694">
                  <c:v>66.933341979980497</c:v>
                </c:pt>
                <c:pt idx="1695">
                  <c:v>66.953865051269503</c:v>
                </c:pt>
                <c:pt idx="1696">
                  <c:v>66.982513427734403</c:v>
                </c:pt>
                <c:pt idx="1697">
                  <c:v>67.149749755859403</c:v>
                </c:pt>
                <c:pt idx="1698">
                  <c:v>67.397850036621094</c:v>
                </c:pt>
                <c:pt idx="1699">
                  <c:v>67.103378295898395</c:v>
                </c:pt>
                <c:pt idx="1700">
                  <c:v>67.557144165039105</c:v>
                </c:pt>
                <c:pt idx="1701">
                  <c:v>67.541877746582003</c:v>
                </c:pt>
                <c:pt idx="1702">
                  <c:v>67.220169067382798</c:v>
                </c:pt>
                <c:pt idx="1703">
                  <c:v>67.215469360351605</c:v>
                </c:pt>
                <c:pt idx="1704">
                  <c:v>67.266471862792997</c:v>
                </c:pt>
                <c:pt idx="1705">
                  <c:v>67.595977783203097</c:v>
                </c:pt>
                <c:pt idx="1706">
                  <c:v>67.780776977539105</c:v>
                </c:pt>
                <c:pt idx="1707">
                  <c:v>67.725814819335895</c:v>
                </c:pt>
                <c:pt idx="1708">
                  <c:v>67.654220581054702</c:v>
                </c:pt>
                <c:pt idx="1709">
                  <c:v>67.631202697753906</c:v>
                </c:pt>
                <c:pt idx="1710">
                  <c:v>67.569725036621094</c:v>
                </c:pt>
                <c:pt idx="1711">
                  <c:v>67.525009155273395</c:v>
                </c:pt>
                <c:pt idx="1712">
                  <c:v>67.549934387207003</c:v>
                </c:pt>
                <c:pt idx="1713">
                  <c:v>67.600486755371094</c:v>
                </c:pt>
                <c:pt idx="1714">
                  <c:v>67.598541259765597</c:v>
                </c:pt>
                <c:pt idx="1715">
                  <c:v>67.574333190917997</c:v>
                </c:pt>
                <c:pt idx="1716">
                  <c:v>67.541366577148395</c:v>
                </c:pt>
                <c:pt idx="1717">
                  <c:v>67.519187927246094</c:v>
                </c:pt>
                <c:pt idx="1718">
                  <c:v>67.380790710449205</c:v>
                </c:pt>
                <c:pt idx="1719">
                  <c:v>67.588653564453097</c:v>
                </c:pt>
                <c:pt idx="1720">
                  <c:v>67.703292846679702</c:v>
                </c:pt>
                <c:pt idx="1721">
                  <c:v>67.701751708984403</c:v>
                </c:pt>
                <c:pt idx="1722">
                  <c:v>67.507026672363295</c:v>
                </c:pt>
                <c:pt idx="1723">
                  <c:v>67.550651550292997</c:v>
                </c:pt>
                <c:pt idx="1724">
                  <c:v>67.571128845214801</c:v>
                </c:pt>
                <c:pt idx="1725">
                  <c:v>67.500526428222699</c:v>
                </c:pt>
                <c:pt idx="1726">
                  <c:v>67.5875244140625</c:v>
                </c:pt>
                <c:pt idx="1727">
                  <c:v>67.613510131835895</c:v>
                </c:pt>
                <c:pt idx="1728">
                  <c:v>67.657699584960895</c:v>
                </c:pt>
                <c:pt idx="1729">
                  <c:v>67.684906005859403</c:v>
                </c:pt>
                <c:pt idx="1730">
                  <c:v>67.683761596679702</c:v>
                </c:pt>
                <c:pt idx="1731">
                  <c:v>67.645317077636705</c:v>
                </c:pt>
                <c:pt idx="1732">
                  <c:v>67.693710327148395</c:v>
                </c:pt>
                <c:pt idx="1733">
                  <c:v>67.722793579101605</c:v>
                </c:pt>
                <c:pt idx="1734">
                  <c:v>67.721603393554702</c:v>
                </c:pt>
                <c:pt idx="1735">
                  <c:v>67.710929870605497</c:v>
                </c:pt>
                <c:pt idx="1736">
                  <c:v>67.712669372558594</c:v>
                </c:pt>
                <c:pt idx="1737">
                  <c:v>67.7083740234375</c:v>
                </c:pt>
                <c:pt idx="1738">
                  <c:v>67.717277526855497</c:v>
                </c:pt>
                <c:pt idx="1739">
                  <c:v>67.709983825683594</c:v>
                </c:pt>
                <c:pt idx="1740">
                  <c:v>67.755653381347699</c:v>
                </c:pt>
                <c:pt idx="1741">
                  <c:v>67.709335327148395</c:v>
                </c:pt>
                <c:pt idx="1742">
                  <c:v>67.682464599609403</c:v>
                </c:pt>
                <c:pt idx="1743">
                  <c:v>67.721122741699205</c:v>
                </c:pt>
                <c:pt idx="1744">
                  <c:v>67.652976989746094</c:v>
                </c:pt>
                <c:pt idx="1745">
                  <c:v>67.682342529296903</c:v>
                </c:pt>
                <c:pt idx="1746">
                  <c:v>67.717254638671903</c:v>
                </c:pt>
                <c:pt idx="1747">
                  <c:v>67.732826232910199</c:v>
                </c:pt>
                <c:pt idx="1748">
                  <c:v>67.722793579101605</c:v>
                </c:pt>
                <c:pt idx="1749">
                  <c:v>67.680900573730497</c:v>
                </c:pt>
                <c:pt idx="1750">
                  <c:v>67.704536437988295</c:v>
                </c:pt>
                <c:pt idx="1751">
                  <c:v>67.735572814941406</c:v>
                </c:pt>
                <c:pt idx="1752">
                  <c:v>67.738082885742202</c:v>
                </c:pt>
                <c:pt idx="1753">
                  <c:v>67.737297058105497</c:v>
                </c:pt>
                <c:pt idx="1754">
                  <c:v>67.773521423339801</c:v>
                </c:pt>
                <c:pt idx="1755">
                  <c:v>67.736129760742202</c:v>
                </c:pt>
                <c:pt idx="1756">
                  <c:v>67.711364746093807</c:v>
                </c:pt>
                <c:pt idx="1757">
                  <c:v>67.810615539550795</c:v>
                </c:pt>
                <c:pt idx="1758">
                  <c:v>67.837196350097699</c:v>
                </c:pt>
                <c:pt idx="1759">
                  <c:v>67.824478149414105</c:v>
                </c:pt>
                <c:pt idx="1760">
                  <c:v>67.815147399902301</c:v>
                </c:pt>
                <c:pt idx="1761">
                  <c:v>67.857635498046903</c:v>
                </c:pt>
                <c:pt idx="1762">
                  <c:v>67.858848571777301</c:v>
                </c:pt>
                <c:pt idx="1763">
                  <c:v>67.800338745117202</c:v>
                </c:pt>
                <c:pt idx="1764">
                  <c:v>67.831130981445298</c:v>
                </c:pt>
                <c:pt idx="1765">
                  <c:v>67.850746154785199</c:v>
                </c:pt>
                <c:pt idx="1766">
                  <c:v>67.854095458984403</c:v>
                </c:pt>
                <c:pt idx="1767">
                  <c:v>67.792549133300795</c:v>
                </c:pt>
                <c:pt idx="1768">
                  <c:v>67.800453186035199</c:v>
                </c:pt>
                <c:pt idx="1769">
                  <c:v>67.846626281738295</c:v>
                </c:pt>
                <c:pt idx="1770">
                  <c:v>67.820892333984403</c:v>
                </c:pt>
                <c:pt idx="1771">
                  <c:v>67.86572265625</c:v>
                </c:pt>
                <c:pt idx="1772">
                  <c:v>67.927467346191406</c:v>
                </c:pt>
                <c:pt idx="1773">
                  <c:v>67.908226013183594</c:v>
                </c:pt>
                <c:pt idx="1774">
                  <c:v>67.818672180175795</c:v>
                </c:pt>
                <c:pt idx="1775">
                  <c:v>67.833824157714801</c:v>
                </c:pt>
                <c:pt idx="1776">
                  <c:v>67.849220275878906</c:v>
                </c:pt>
                <c:pt idx="1777">
                  <c:v>67.796455383300795</c:v>
                </c:pt>
                <c:pt idx="1778">
                  <c:v>67.737472534179702</c:v>
                </c:pt>
                <c:pt idx="1779">
                  <c:v>67.749320983886705</c:v>
                </c:pt>
                <c:pt idx="1780">
                  <c:v>67.7806396484375</c:v>
                </c:pt>
                <c:pt idx="1781">
                  <c:v>67.801200866699205</c:v>
                </c:pt>
                <c:pt idx="1782">
                  <c:v>67.792831420898395</c:v>
                </c:pt>
                <c:pt idx="1783">
                  <c:v>67.733741760253906</c:v>
                </c:pt>
                <c:pt idx="1784">
                  <c:v>67.764709472656307</c:v>
                </c:pt>
                <c:pt idx="1785">
                  <c:v>67.790611267089801</c:v>
                </c:pt>
                <c:pt idx="1786">
                  <c:v>67.786193847656307</c:v>
                </c:pt>
                <c:pt idx="1787">
                  <c:v>67.776832580566406</c:v>
                </c:pt>
                <c:pt idx="1788">
                  <c:v>67.796134948730497</c:v>
                </c:pt>
                <c:pt idx="1789">
                  <c:v>67.786148071289105</c:v>
                </c:pt>
                <c:pt idx="1790">
                  <c:v>67.804870605468807</c:v>
                </c:pt>
                <c:pt idx="1791">
                  <c:v>67.783599853515597</c:v>
                </c:pt>
                <c:pt idx="1792">
                  <c:v>67.750038146972699</c:v>
                </c:pt>
                <c:pt idx="1793">
                  <c:v>67.728782653808594</c:v>
                </c:pt>
                <c:pt idx="1794">
                  <c:v>67.770271301269503</c:v>
                </c:pt>
                <c:pt idx="1795">
                  <c:v>67.713233947753906</c:v>
                </c:pt>
                <c:pt idx="1796">
                  <c:v>67.707382202148395</c:v>
                </c:pt>
                <c:pt idx="1797">
                  <c:v>67.730995178222699</c:v>
                </c:pt>
                <c:pt idx="1798">
                  <c:v>67.701301574707003</c:v>
                </c:pt>
                <c:pt idx="1799">
                  <c:v>67.744026184082003</c:v>
                </c:pt>
                <c:pt idx="1800">
                  <c:v>67.724182128906307</c:v>
                </c:pt>
                <c:pt idx="1801">
                  <c:v>67.696136474609403</c:v>
                </c:pt>
                <c:pt idx="1802">
                  <c:v>67.734550476074205</c:v>
                </c:pt>
                <c:pt idx="1803">
                  <c:v>67.734512329101605</c:v>
                </c:pt>
                <c:pt idx="1804">
                  <c:v>67.688812255859403</c:v>
                </c:pt>
                <c:pt idx="1805">
                  <c:v>67.707595825195298</c:v>
                </c:pt>
                <c:pt idx="1806">
                  <c:v>67.738479614257798</c:v>
                </c:pt>
                <c:pt idx="1807">
                  <c:v>67.753570556640597</c:v>
                </c:pt>
                <c:pt idx="1808">
                  <c:v>67.742950439453097</c:v>
                </c:pt>
                <c:pt idx="1809">
                  <c:v>67.726737976074205</c:v>
                </c:pt>
                <c:pt idx="1810">
                  <c:v>67.716346740722699</c:v>
                </c:pt>
                <c:pt idx="1811">
                  <c:v>67.733856201171903</c:v>
                </c:pt>
                <c:pt idx="1812">
                  <c:v>67.732719421386705</c:v>
                </c:pt>
                <c:pt idx="1813">
                  <c:v>67.686851501464801</c:v>
                </c:pt>
                <c:pt idx="1814">
                  <c:v>67.736434936523395</c:v>
                </c:pt>
                <c:pt idx="1815">
                  <c:v>67.922012329101605</c:v>
                </c:pt>
                <c:pt idx="1816">
                  <c:v>67.964378356933594</c:v>
                </c:pt>
                <c:pt idx="1817">
                  <c:v>67.930686950683594</c:v>
                </c:pt>
                <c:pt idx="1818">
                  <c:v>67.924575805664105</c:v>
                </c:pt>
                <c:pt idx="1819">
                  <c:v>67.894378662109403</c:v>
                </c:pt>
                <c:pt idx="1820">
                  <c:v>68.076896667480497</c:v>
                </c:pt>
                <c:pt idx="1821">
                  <c:v>67.680160522460895</c:v>
                </c:pt>
                <c:pt idx="1822">
                  <c:v>67.396453857421903</c:v>
                </c:pt>
                <c:pt idx="1823">
                  <c:v>67.386512756347699</c:v>
                </c:pt>
                <c:pt idx="1824">
                  <c:v>68.208213806152301</c:v>
                </c:pt>
                <c:pt idx="1825">
                  <c:v>68.246185302734403</c:v>
                </c:pt>
                <c:pt idx="1826">
                  <c:v>68.494216918945298</c:v>
                </c:pt>
                <c:pt idx="1827">
                  <c:v>68.153205871582003</c:v>
                </c:pt>
                <c:pt idx="1828">
                  <c:v>68.404861450195298</c:v>
                </c:pt>
                <c:pt idx="1829">
                  <c:v>68.077209472656307</c:v>
                </c:pt>
                <c:pt idx="1830">
                  <c:v>68.557388305664105</c:v>
                </c:pt>
                <c:pt idx="1831">
                  <c:v>68.685348510742202</c:v>
                </c:pt>
                <c:pt idx="1832">
                  <c:v>68.506164550781307</c:v>
                </c:pt>
                <c:pt idx="1833">
                  <c:v>68.395187377929702</c:v>
                </c:pt>
                <c:pt idx="1834">
                  <c:v>68.169563293457003</c:v>
                </c:pt>
                <c:pt idx="1835">
                  <c:v>67.955848693847699</c:v>
                </c:pt>
                <c:pt idx="1836">
                  <c:v>67.920913696289105</c:v>
                </c:pt>
                <c:pt idx="1837">
                  <c:v>68.222145080566406</c:v>
                </c:pt>
                <c:pt idx="1838">
                  <c:v>68.41015625</c:v>
                </c:pt>
                <c:pt idx="1839">
                  <c:v>68.936111450195298</c:v>
                </c:pt>
                <c:pt idx="1840">
                  <c:v>69.192687988281307</c:v>
                </c:pt>
                <c:pt idx="1841">
                  <c:v>68.9215087890625</c:v>
                </c:pt>
                <c:pt idx="1842">
                  <c:v>68.851531982421903</c:v>
                </c:pt>
                <c:pt idx="1843">
                  <c:v>68.829132080078097</c:v>
                </c:pt>
                <c:pt idx="1844">
                  <c:v>68.703781127929702</c:v>
                </c:pt>
                <c:pt idx="1845">
                  <c:v>68.812934875488295</c:v>
                </c:pt>
                <c:pt idx="1846">
                  <c:v>68.916358947753906</c:v>
                </c:pt>
                <c:pt idx="1847">
                  <c:v>68.770080566406307</c:v>
                </c:pt>
                <c:pt idx="1848">
                  <c:v>68.754806518554702</c:v>
                </c:pt>
                <c:pt idx="1849">
                  <c:v>68.758583068847699</c:v>
                </c:pt>
                <c:pt idx="1850">
                  <c:v>68.797256469726605</c:v>
                </c:pt>
                <c:pt idx="1851">
                  <c:v>68.844818115234403</c:v>
                </c:pt>
                <c:pt idx="1852">
                  <c:v>68.905982971191406</c:v>
                </c:pt>
                <c:pt idx="1853">
                  <c:v>68.776145935058594</c:v>
                </c:pt>
                <c:pt idx="1854">
                  <c:v>68.887504577636705</c:v>
                </c:pt>
                <c:pt idx="1855">
                  <c:v>68.887664794921903</c:v>
                </c:pt>
                <c:pt idx="1856">
                  <c:v>68.923263549804702</c:v>
                </c:pt>
                <c:pt idx="1857">
                  <c:v>68.891166687011705</c:v>
                </c:pt>
                <c:pt idx="1858">
                  <c:v>68.991889953613295</c:v>
                </c:pt>
                <c:pt idx="1859">
                  <c:v>68.797958374023395</c:v>
                </c:pt>
                <c:pt idx="1860">
                  <c:v>68.888328552246094</c:v>
                </c:pt>
                <c:pt idx="1861">
                  <c:v>68.971473693847699</c:v>
                </c:pt>
                <c:pt idx="1862">
                  <c:v>69.079895019531307</c:v>
                </c:pt>
                <c:pt idx="1863">
                  <c:v>69.134010314941406</c:v>
                </c:pt>
                <c:pt idx="1864">
                  <c:v>69.235343933105497</c:v>
                </c:pt>
                <c:pt idx="1865">
                  <c:v>69.236045837402301</c:v>
                </c:pt>
                <c:pt idx="1866">
                  <c:v>69.161949157714801</c:v>
                </c:pt>
                <c:pt idx="1867">
                  <c:v>69.215980529785199</c:v>
                </c:pt>
                <c:pt idx="1868">
                  <c:v>69.213691711425795</c:v>
                </c:pt>
                <c:pt idx="1869">
                  <c:v>69.5401611328125</c:v>
                </c:pt>
                <c:pt idx="1870">
                  <c:v>69.377853393554702</c:v>
                </c:pt>
                <c:pt idx="1871">
                  <c:v>69.327476501464801</c:v>
                </c:pt>
                <c:pt idx="1872">
                  <c:v>69.226478576660199</c:v>
                </c:pt>
                <c:pt idx="1873">
                  <c:v>69.193428039550795</c:v>
                </c:pt>
                <c:pt idx="1874">
                  <c:v>69.3399658203125</c:v>
                </c:pt>
                <c:pt idx="1875">
                  <c:v>69.302558898925795</c:v>
                </c:pt>
                <c:pt idx="1876">
                  <c:v>69.249412536621094</c:v>
                </c:pt>
                <c:pt idx="1877">
                  <c:v>69.4468994140625</c:v>
                </c:pt>
                <c:pt idx="1878">
                  <c:v>69.422348022460895</c:v>
                </c:pt>
                <c:pt idx="1879">
                  <c:v>69.257606506347699</c:v>
                </c:pt>
                <c:pt idx="1880">
                  <c:v>69.442184448242202</c:v>
                </c:pt>
                <c:pt idx="1881">
                  <c:v>69.650459289550795</c:v>
                </c:pt>
                <c:pt idx="1882">
                  <c:v>69.685363769531307</c:v>
                </c:pt>
                <c:pt idx="1883">
                  <c:v>70.004615783691406</c:v>
                </c:pt>
                <c:pt idx="1884">
                  <c:v>70.061584472656307</c:v>
                </c:pt>
                <c:pt idx="1885">
                  <c:v>69.800399780273395</c:v>
                </c:pt>
                <c:pt idx="1886">
                  <c:v>70.485687255859403</c:v>
                </c:pt>
                <c:pt idx="1887">
                  <c:v>70.110931396484403</c:v>
                </c:pt>
                <c:pt idx="1888">
                  <c:v>70.190994262695298</c:v>
                </c:pt>
                <c:pt idx="1889">
                  <c:v>70.106605529785199</c:v>
                </c:pt>
                <c:pt idx="1890">
                  <c:v>70.070404052734403</c:v>
                </c:pt>
                <c:pt idx="1891">
                  <c:v>70.012901306152301</c:v>
                </c:pt>
                <c:pt idx="1892">
                  <c:v>70.085136413574205</c:v>
                </c:pt>
                <c:pt idx="1893">
                  <c:v>70.3232421875</c:v>
                </c:pt>
                <c:pt idx="1894">
                  <c:v>70.500007629394503</c:v>
                </c:pt>
                <c:pt idx="1895">
                  <c:v>70.343551635742202</c:v>
                </c:pt>
                <c:pt idx="1896">
                  <c:v>70.598167419433594</c:v>
                </c:pt>
                <c:pt idx="1897">
                  <c:v>70.638648986816406</c:v>
                </c:pt>
                <c:pt idx="1898">
                  <c:v>70.4422607421875</c:v>
                </c:pt>
                <c:pt idx="1899">
                  <c:v>70.289260864257798</c:v>
                </c:pt>
                <c:pt idx="1900">
                  <c:v>70.484840393066406</c:v>
                </c:pt>
                <c:pt idx="1901">
                  <c:v>70.73583984375</c:v>
                </c:pt>
                <c:pt idx="1902">
                  <c:v>70.821296691894503</c:v>
                </c:pt>
                <c:pt idx="1903">
                  <c:v>70.985519409179702</c:v>
                </c:pt>
                <c:pt idx="1904">
                  <c:v>71.092811584472699</c:v>
                </c:pt>
                <c:pt idx="1905">
                  <c:v>71.121696472167997</c:v>
                </c:pt>
                <c:pt idx="1906">
                  <c:v>71.100837707519503</c:v>
                </c:pt>
                <c:pt idx="1907">
                  <c:v>71.171676635742202</c:v>
                </c:pt>
                <c:pt idx="1908">
                  <c:v>71.150566101074205</c:v>
                </c:pt>
                <c:pt idx="1909">
                  <c:v>71.258392333984403</c:v>
                </c:pt>
                <c:pt idx="1910">
                  <c:v>71.404914855957003</c:v>
                </c:pt>
                <c:pt idx="1911">
                  <c:v>71.536399841308594</c:v>
                </c:pt>
                <c:pt idx="1912">
                  <c:v>71.569519042968807</c:v>
                </c:pt>
                <c:pt idx="1913">
                  <c:v>71.474205017089801</c:v>
                </c:pt>
                <c:pt idx="1914">
                  <c:v>71.724967956542997</c:v>
                </c:pt>
                <c:pt idx="1915">
                  <c:v>71.435653686523395</c:v>
                </c:pt>
                <c:pt idx="1916">
                  <c:v>71.340423583984403</c:v>
                </c:pt>
                <c:pt idx="1917">
                  <c:v>71.434432983398395</c:v>
                </c:pt>
                <c:pt idx="1918">
                  <c:v>71.451286315917997</c:v>
                </c:pt>
                <c:pt idx="1919">
                  <c:v>71.610633850097699</c:v>
                </c:pt>
                <c:pt idx="1920">
                  <c:v>71.594856262207003</c:v>
                </c:pt>
                <c:pt idx="1921">
                  <c:v>71.6185302734375</c:v>
                </c:pt>
                <c:pt idx="1922">
                  <c:v>71.601310729980497</c:v>
                </c:pt>
                <c:pt idx="1923">
                  <c:v>71.574150085449205</c:v>
                </c:pt>
                <c:pt idx="1924">
                  <c:v>71.786788940429702</c:v>
                </c:pt>
                <c:pt idx="1925">
                  <c:v>71.840049743652301</c:v>
                </c:pt>
                <c:pt idx="1926">
                  <c:v>71.985290527343807</c:v>
                </c:pt>
                <c:pt idx="1927">
                  <c:v>72.051170349121094</c:v>
                </c:pt>
                <c:pt idx="1928">
                  <c:v>71.994689941406307</c:v>
                </c:pt>
                <c:pt idx="1929">
                  <c:v>71.950065612792997</c:v>
                </c:pt>
                <c:pt idx="1930">
                  <c:v>71.967048645019503</c:v>
                </c:pt>
                <c:pt idx="1931">
                  <c:v>72.008171081542997</c:v>
                </c:pt>
                <c:pt idx="1932">
                  <c:v>71.944671630859403</c:v>
                </c:pt>
                <c:pt idx="1933">
                  <c:v>71.660850524902301</c:v>
                </c:pt>
                <c:pt idx="1934">
                  <c:v>71.83740234375</c:v>
                </c:pt>
                <c:pt idx="1935">
                  <c:v>72.025611877441406</c:v>
                </c:pt>
                <c:pt idx="1936">
                  <c:v>72.149406433105497</c:v>
                </c:pt>
                <c:pt idx="1937">
                  <c:v>72.180549621582003</c:v>
                </c:pt>
                <c:pt idx="1938">
                  <c:v>72.226188659667997</c:v>
                </c:pt>
                <c:pt idx="1939">
                  <c:v>72.375144958496094</c:v>
                </c:pt>
                <c:pt idx="1940">
                  <c:v>72.568199157714801</c:v>
                </c:pt>
                <c:pt idx="1941">
                  <c:v>72.583229064941406</c:v>
                </c:pt>
                <c:pt idx="1942">
                  <c:v>72.718444824218807</c:v>
                </c:pt>
                <c:pt idx="1943">
                  <c:v>72.720809936523395</c:v>
                </c:pt>
                <c:pt idx="1944">
                  <c:v>72.592544555664105</c:v>
                </c:pt>
                <c:pt idx="1945">
                  <c:v>72.032600402832003</c:v>
                </c:pt>
                <c:pt idx="1946">
                  <c:v>71.973304748535199</c:v>
                </c:pt>
                <c:pt idx="1947">
                  <c:v>72.331848144531307</c:v>
                </c:pt>
                <c:pt idx="1948">
                  <c:v>72.146522521972699</c:v>
                </c:pt>
                <c:pt idx="1949">
                  <c:v>72.681991577148395</c:v>
                </c:pt>
                <c:pt idx="1950">
                  <c:v>73.087188720703097</c:v>
                </c:pt>
                <c:pt idx="1951">
                  <c:v>73.308898925781307</c:v>
                </c:pt>
                <c:pt idx="1952">
                  <c:v>73.762161254882798</c:v>
                </c:pt>
                <c:pt idx="1953">
                  <c:v>73.483421325683594</c:v>
                </c:pt>
                <c:pt idx="1954">
                  <c:v>73.509826660156307</c:v>
                </c:pt>
                <c:pt idx="1955">
                  <c:v>73.362701416015597</c:v>
                </c:pt>
                <c:pt idx="1956">
                  <c:v>73.3878173828125</c:v>
                </c:pt>
                <c:pt idx="1957">
                  <c:v>73.461051940917997</c:v>
                </c:pt>
                <c:pt idx="1958">
                  <c:v>73.507209777832003</c:v>
                </c:pt>
                <c:pt idx="1959">
                  <c:v>73.500434875488295</c:v>
                </c:pt>
                <c:pt idx="1960">
                  <c:v>73.163803100585895</c:v>
                </c:pt>
                <c:pt idx="1961">
                  <c:v>73.990608215332003</c:v>
                </c:pt>
                <c:pt idx="1962">
                  <c:v>73.909988403320298</c:v>
                </c:pt>
                <c:pt idx="1963">
                  <c:v>73.816947937011705</c:v>
                </c:pt>
                <c:pt idx="1964">
                  <c:v>73.980575561523395</c:v>
                </c:pt>
                <c:pt idx="1965">
                  <c:v>74.278556823730497</c:v>
                </c:pt>
                <c:pt idx="1966">
                  <c:v>74.494560241699205</c:v>
                </c:pt>
                <c:pt idx="1967">
                  <c:v>74.339286804199205</c:v>
                </c:pt>
                <c:pt idx="1968">
                  <c:v>74.244522094726605</c:v>
                </c:pt>
                <c:pt idx="1969">
                  <c:v>74.252143859863295</c:v>
                </c:pt>
                <c:pt idx="1970">
                  <c:v>74.019210815429702</c:v>
                </c:pt>
                <c:pt idx="1971">
                  <c:v>74.241371154785199</c:v>
                </c:pt>
                <c:pt idx="1972">
                  <c:v>74.493064880371094</c:v>
                </c:pt>
                <c:pt idx="1973">
                  <c:v>74.549934387207003</c:v>
                </c:pt>
                <c:pt idx="1974">
                  <c:v>74.537567138671903</c:v>
                </c:pt>
                <c:pt idx="1975">
                  <c:v>74.698341369628906</c:v>
                </c:pt>
                <c:pt idx="1976">
                  <c:v>74.868461608886705</c:v>
                </c:pt>
                <c:pt idx="1977">
                  <c:v>74.806365966796903</c:v>
                </c:pt>
                <c:pt idx="1978">
                  <c:v>74.989418029785199</c:v>
                </c:pt>
                <c:pt idx="1979">
                  <c:v>74.807426452636705</c:v>
                </c:pt>
                <c:pt idx="1980">
                  <c:v>75.150085449218807</c:v>
                </c:pt>
                <c:pt idx="1981">
                  <c:v>75.172431945800795</c:v>
                </c:pt>
                <c:pt idx="1982">
                  <c:v>75.153396606445298</c:v>
                </c:pt>
                <c:pt idx="1983">
                  <c:v>75.862663269042997</c:v>
                </c:pt>
                <c:pt idx="1984">
                  <c:v>75.484580993652301</c:v>
                </c:pt>
                <c:pt idx="1985">
                  <c:v>75.258689880371094</c:v>
                </c:pt>
                <c:pt idx="1986">
                  <c:v>75.3280029296875</c:v>
                </c:pt>
                <c:pt idx="1987">
                  <c:v>75.421241760253906</c:v>
                </c:pt>
                <c:pt idx="1988">
                  <c:v>75.455009460449205</c:v>
                </c:pt>
                <c:pt idx="1989">
                  <c:v>75.518600463867202</c:v>
                </c:pt>
                <c:pt idx="1990">
                  <c:v>75.548942565917997</c:v>
                </c:pt>
                <c:pt idx="1991">
                  <c:v>75.710990905761705</c:v>
                </c:pt>
                <c:pt idx="1992">
                  <c:v>75.810516357421903</c:v>
                </c:pt>
                <c:pt idx="1993">
                  <c:v>75.764869689941406</c:v>
                </c:pt>
                <c:pt idx="1994">
                  <c:v>75.718986511230497</c:v>
                </c:pt>
                <c:pt idx="1995">
                  <c:v>75.681785583496094</c:v>
                </c:pt>
                <c:pt idx="1996">
                  <c:v>74.927902221679702</c:v>
                </c:pt>
                <c:pt idx="1997">
                  <c:v>75.288337707519503</c:v>
                </c:pt>
                <c:pt idx="1998">
                  <c:v>75.479309082031307</c:v>
                </c:pt>
                <c:pt idx="1999">
                  <c:v>75.592872619628906</c:v>
                </c:pt>
                <c:pt idx="2000">
                  <c:v>75.639396667480497</c:v>
                </c:pt>
                <c:pt idx="2001">
                  <c:v>75.769378662109403</c:v>
                </c:pt>
                <c:pt idx="2002">
                  <c:v>76.084709167480497</c:v>
                </c:pt>
                <c:pt idx="2003">
                  <c:v>75.851097106933594</c:v>
                </c:pt>
                <c:pt idx="2004">
                  <c:v>75.782302856445298</c:v>
                </c:pt>
                <c:pt idx="2005">
                  <c:v>75.737983703613295</c:v>
                </c:pt>
                <c:pt idx="2006">
                  <c:v>75.677352905273395</c:v>
                </c:pt>
                <c:pt idx="2007">
                  <c:v>75.695564270019503</c:v>
                </c:pt>
                <c:pt idx="2008">
                  <c:v>75.856155395507798</c:v>
                </c:pt>
                <c:pt idx="2009">
                  <c:v>75.713279724121094</c:v>
                </c:pt>
                <c:pt idx="2010">
                  <c:v>75.292457580566406</c:v>
                </c:pt>
                <c:pt idx="2011">
                  <c:v>75.491401672363295</c:v>
                </c:pt>
                <c:pt idx="2012">
                  <c:v>75.2325439453125</c:v>
                </c:pt>
                <c:pt idx="2013">
                  <c:v>75.449752807617202</c:v>
                </c:pt>
                <c:pt idx="2014">
                  <c:v>75.685852050781307</c:v>
                </c:pt>
                <c:pt idx="2015">
                  <c:v>75.923957824707003</c:v>
                </c:pt>
                <c:pt idx="2016">
                  <c:v>75.895164489746094</c:v>
                </c:pt>
                <c:pt idx="2017">
                  <c:v>75.7501220703125</c:v>
                </c:pt>
                <c:pt idx="2018">
                  <c:v>75.728706359863295</c:v>
                </c:pt>
                <c:pt idx="2019">
                  <c:v>75.776191711425795</c:v>
                </c:pt>
                <c:pt idx="2020">
                  <c:v>75.843780517578097</c:v>
                </c:pt>
                <c:pt idx="2021">
                  <c:v>75.836723327636705</c:v>
                </c:pt>
                <c:pt idx="2022">
                  <c:v>75.779006958007798</c:v>
                </c:pt>
                <c:pt idx="2023">
                  <c:v>75.788520812988295</c:v>
                </c:pt>
                <c:pt idx="2024">
                  <c:v>75.793251037597699</c:v>
                </c:pt>
                <c:pt idx="2025">
                  <c:v>76.029541015625</c:v>
                </c:pt>
                <c:pt idx="2026">
                  <c:v>75.909309387207003</c:v>
                </c:pt>
                <c:pt idx="2027">
                  <c:v>76.118896484375</c:v>
                </c:pt>
                <c:pt idx="2028">
                  <c:v>75.784698486328097</c:v>
                </c:pt>
                <c:pt idx="2029">
                  <c:v>75.788902282714801</c:v>
                </c:pt>
                <c:pt idx="2030">
                  <c:v>75.871009826660199</c:v>
                </c:pt>
                <c:pt idx="2031">
                  <c:v>75.735374450683594</c:v>
                </c:pt>
                <c:pt idx="2032">
                  <c:v>75.980995178222699</c:v>
                </c:pt>
                <c:pt idx="2033">
                  <c:v>76.075569152832003</c:v>
                </c:pt>
                <c:pt idx="2034">
                  <c:v>76.068824768066406</c:v>
                </c:pt>
                <c:pt idx="2035">
                  <c:v>75.953529357910199</c:v>
                </c:pt>
                <c:pt idx="2036">
                  <c:v>75.890708923339801</c:v>
                </c:pt>
                <c:pt idx="2037">
                  <c:v>76.009513854980497</c:v>
                </c:pt>
                <c:pt idx="2038">
                  <c:v>76.061454772949205</c:v>
                </c:pt>
                <c:pt idx="2039">
                  <c:v>75.986213684082003</c:v>
                </c:pt>
                <c:pt idx="2040">
                  <c:v>76.064781188964801</c:v>
                </c:pt>
                <c:pt idx="2041">
                  <c:v>76.019592285156307</c:v>
                </c:pt>
                <c:pt idx="2042">
                  <c:v>76.011894226074205</c:v>
                </c:pt>
                <c:pt idx="2043">
                  <c:v>76.011245727539105</c:v>
                </c:pt>
                <c:pt idx="2044">
                  <c:v>76.244155883789105</c:v>
                </c:pt>
                <c:pt idx="2045">
                  <c:v>76.122444152832003</c:v>
                </c:pt>
                <c:pt idx="2046">
                  <c:v>76.168159484863295</c:v>
                </c:pt>
                <c:pt idx="2047">
                  <c:v>76.4093017578125</c:v>
                </c:pt>
                <c:pt idx="2048">
                  <c:v>76.229110717773395</c:v>
                </c:pt>
                <c:pt idx="2049">
                  <c:v>76.093444824218807</c:v>
                </c:pt>
                <c:pt idx="2050">
                  <c:v>76.045448303222699</c:v>
                </c:pt>
                <c:pt idx="2051">
                  <c:v>76.010185241699205</c:v>
                </c:pt>
                <c:pt idx="2052">
                  <c:v>76.024017333984403</c:v>
                </c:pt>
                <c:pt idx="2053">
                  <c:v>75.970886230468807</c:v>
                </c:pt>
                <c:pt idx="2054">
                  <c:v>76.042533874511705</c:v>
                </c:pt>
                <c:pt idx="2055">
                  <c:v>76.053337097167997</c:v>
                </c:pt>
                <c:pt idx="2056">
                  <c:v>76.074310302734403</c:v>
                </c:pt>
                <c:pt idx="2057">
                  <c:v>76.112068176269503</c:v>
                </c:pt>
                <c:pt idx="2058">
                  <c:v>76.275527954101605</c:v>
                </c:pt>
                <c:pt idx="2059">
                  <c:v>76.477256774902301</c:v>
                </c:pt>
                <c:pt idx="2060">
                  <c:v>76.214691162109403</c:v>
                </c:pt>
                <c:pt idx="2061">
                  <c:v>76.217529296875</c:v>
                </c:pt>
                <c:pt idx="2062">
                  <c:v>76.323677062988295</c:v>
                </c:pt>
                <c:pt idx="2063">
                  <c:v>76.086364746093807</c:v>
                </c:pt>
                <c:pt idx="2064">
                  <c:v>76.085830688476605</c:v>
                </c:pt>
                <c:pt idx="2065">
                  <c:v>76.077453613281307</c:v>
                </c:pt>
                <c:pt idx="2066">
                  <c:v>76.078254699707003</c:v>
                </c:pt>
                <c:pt idx="2067">
                  <c:v>76.105560302734403</c:v>
                </c:pt>
                <c:pt idx="2068">
                  <c:v>76.182685852050795</c:v>
                </c:pt>
                <c:pt idx="2069">
                  <c:v>76.100044250488295</c:v>
                </c:pt>
                <c:pt idx="2070">
                  <c:v>76.100036621093807</c:v>
                </c:pt>
                <c:pt idx="2071">
                  <c:v>76.012527465820298</c:v>
                </c:pt>
                <c:pt idx="2072">
                  <c:v>75.976509094238295</c:v>
                </c:pt>
                <c:pt idx="2073">
                  <c:v>76.245056152343807</c:v>
                </c:pt>
                <c:pt idx="2074">
                  <c:v>75.862083435058594</c:v>
                </c:pt>
                <c:pt idx="2075">
                  <c:v>75.910423278808594</c:v>
                </c:pt>
                <c:pt idx="2076">
                  <c:v>75.921379089355497</c:v>
                </c:pt>
                <c:pt idx="2077">
                  <c:v>75.982101440429702</c:v>
                </c:pt>
                <c:pt idx="2078">
                  <c:v>75.993194580078097</c:v>
                </c:pt>
                <c:pt idx="2079">
                  <c:v>75.989715576171903</c:v>
                </c:pt>
                <c:pt idx="2080">
                  <c:v>75.939765930175795</c:v>
                </c:pt>
                <c:pt idx="2081">
                  <c:v>75.988342285156307</c:v>
                </c:pt>
                <c:pt idx="2082">
                  <c:v>75.950889587402301</c:v>
                </c:pt>
                <c:pt idx="2083">
                  <c:v>75.884460449218807</c:v>
                </c:pt>
                <c:pt idx="2084">
                  <c:v>75.835121154785199</c:v>
                </c:pt>
                <c:pt idx="2085">
                  <c:v>75.837608337402301</c:v>
                </c:pt>
                <c:pt idx="2086">
                  <c:v>75.861740112304702</c:v>
                </c:pt>
                <c:pt idx="2087">
                  <c:v>75.792404174804702</c:v>
                </c:pt>
                <c:pt idx="2088">
                  <c:v>75.823707580566406</c:v>
                </c:pt>
                <c:pt idx="2089">
                  <c:v>76.128067016601605</c:v>
                </c:pt>
                <c:pt idx="2090">
                  <c:v>76.117774963378906</c:v>
                </c:pt>
                <c:pt idx="2091">
                  <c:v>75.998748779296903</c:v>
                </c:pt>
                <c:pt idx="2092">
                  <c:v>75.932624816894503</c:v>
                </c:pt>
                <c:pt idx="2093">
                  <c:v>76.136383056640597</c:v>
                </c:pt>
                <c:pt idx="2094">
                  <c:v>75.844749450683594</c:v>
                </c:pt>
                <c:pt idx="2095">
                  <c:v>75.705696105957003</c:v>
                </c:pt>
                <c:pt idx="2096">
                  <c:v>75.411117553710895</c:v>
                </c:pt>
                <c:pt idx="2097">
                  <c:v>75.633621215820298</c:v>
                </c:pt>
                <c:pt idx="2098">
                  <c:v>75.781501770019503</c:v>
                </c:pt>
                <c:pt idx="2099">
                  <c:v>75.802177429199205</c:v>
                </c:pt>
                <c:pt idx="2100">
                  <c:v>75.323150634765597</c:v>
                </c:pt>
                <c:pt idx="2101">
                  <c:v>75.662734985351605</c:v>
                </c:pt>
                <c:pt idx="2102">
                  <c:v>75.793762207031307</c:v>
                </c:pt>
                <c:pt idx="2103">
                  <c:v>75.938919067382798</c:v>
                </c:pt>
                <c:pt idx="2104">
                  <c:v>75.826774597167997</c:v>
                </c:pt>
                <c:pt idx="2105">
                  <c:v>75.918067932128906</c:v>
                </c:pt>
                <c:pt idx="2106">
                  <c:v>76.564682006835895</c:v>
                </c:pt>
                <c:pt idx="2107">
                  <c:v>76.400970458984403</c:v>
                </c:pt>
                <c:pt idx="2108">
                  <c:v>76.392333984375</c:v>
                </c:pt>
                <c:pt idx="2109">
                  <c:v>76.242172241210895</c:v>
                </c:pt>
                <c:pt idx="2110">
                  <c:v>76.263900756835895</c:v>
                </c:pt>
                <c:pt idx="2111">
                  <c:v>75.946525573730497</c:v>
                </c:pt>
                <c:pt idx="2112">
                  <c:v>75.696197509765597</c:v>
                </c:pt>
                <c:pt idx="2113">
                  <c:v>75.774940490722699</c:v>
                </c:pt>
                <c:pt idx="2114">
                  <c:v>75.758560180664105</c:v>
                </c:pt>
                <c:pt idx="2115">
                  <c:v>75.788337707519503</c:v>
                </c:pt>
                <c:pt idx="2116">
                  <c:v>75.790771484375</c:v>
                </c:pt>
                <c:pt idx="2117">
                  <c:v>75.649665832519503</c:v>
                </c:pt>
                <c:pt idx="2118">
                  <c:v>75.717826843261705</c:v>
                </c:pt>
                <c:pt idx="2119">
                  <c:v>75.684875488281307</c:v>
                </c:pt>
                <c:pt idx="2120">
                  <c:v>75.788642883300795</c:v>
                </c:pt>
                <c:pt idx="2121">
                  <c:v>75.870201110839801</c:v>
                </c:pt>
                <c:pt idx="2122">
                  <c:v>75.841735839843807</c:v>
                </c:pt>
                <c:pt idx="2123">
                  <c:v>75.906982421875</c:v>
                </c:pt>
                <c:pt idx="2124">
                  <c:v>75.8419189453125</c:v>
                </c:pt>
                <c:pt idx="2125">
                  <c:v>75.833427429199205</c:v>
                </c:pt>
                <c:pt idx="2126">
                  <c:v>75.873977661132798</c:v>
                </c:pt>
                <c:pt idx="2127">
                  <c:v>75.827690124511705</c:v>
                </c:pt>
                <c:pt idx="2128">
                  <c:v>75.923233032226605</c:v>
                </c:pt>
                <c:pt idx="2129">
                  <c:v>75.810348510742202</c:v>
                </c:pt>
                <c:pt idx="2130">
                  <c:v>75.630287170410199</c:v>
                </c:pt>
                <c:pt idx="2131">
                  <c:v>75.441719055175795</c:v>
                </c:pt>
                <c:pt idx="2132">
                  <c:v>75.352241516113295</c:v>
                </c:pt>
                <c:pt idx="2133">
                  <c:v>74.885551452636705</c:v>
                </c:pt>
                <c:pt idx="2134">
                  <c:v>75.0400390625</c:v>
                </c:pt>
                <c:pt idx="2135">
                  <c:v>76.3040771484375</c:v>
                </c:pt>
                <c:pt idx="2136">
                  <c:v>77.001976013183594</c:v>
                </c:pt>
                <c:pt idx="2137">
                  <c:v>76.149002075195298</c:v>
                </c:pt>
                <c:pt idx="2138">
                  <c:v>76.786643981933594</c:v>
                </c:pt>
                <c:pt idx="2139">
                  <c:v>76.579833984375</c:v>
                </c:pt>
                <c:pt idx="2140">
                  <c:v>75.748985290527301</c:v>
                </c:pt>
                <c:pt idx="2141">
                  <c:v>75.882308959960895</c:v>
                </c:pt>
                <c:pt idx="2142">
                  <c:v>76.300125122070298</c:v>
                </c:pt>
                <c:pt idx="2143">
                  <c:v>76.027679443359403</c:v>
                </c:pt>
                <c:pt idx="2144">
                  <c:v>76.100578308105497</c:v>
                </c:pt>
                <c:pt idx="2145">
                  <c:v>76.097969055175795</c:v>
                </c:pt>
                <c:pt idx="2146">
                  <c:v>76.512794494628906</c:v>
                </c:pt>
                <c:pt idx="2147">
                  <c:v>76.200332641601605</c:v>
                </c:pt>
                <c:pt idx="2148">
                  <c:v>76.422431945800795</c:v>
                </c:pt>
                <c:pt idx="2149">
                  <c:v>76.193313598632798</c:v>
                </c:pt>
                <c:pt idx="2150">
                  <c:v>76.235183715820298</c:v>
                </c:pt>
                <c:pt idx="2151">
                  <c:v>76.107688903808594</c:v>
                </c:pt>
                <c:pt idx="2152">
                  <c:v>75.934547424316406</c:v>
                </c:pt>
                <c:pt idx="2153">
                  <c:v>76.274581909179702</c:v>
                </c:pt>
                <c:pt idx="2154">
                  <c:v>76.583717346191406</c:v>
                </c:pt>
                <c:pt idx="2155">
                  <c:v>76.390068054199205</c:v>
                </c:pt>
                <c:pt idx="2156">
                  <c:v>76.262588500976605</c:v>
                </c:pt>
                <c:pt idx="2157">
                  <c:v>76.334129333496094</c:v>
                </c:pt>
                <c:pt idx="2158">
                  <c:v>76.040107727050795</c:v>
                </c:pt>
                <c:pt idx="2159">
                  <c:v>75.651679992675795</c:v>
                </c:pt>
                <c:pt idx="2160">
                  <c:v>75.696250915527301</c:v>
                </c:pt>
                <c:pt idx="2161">
                  <c:v>75.370887756347699</c:v>
                </c:pt>
                <c:pt idx="2162">
                  <c:v>75.739944458007798</c:v>
                </c:pt>
                <c:pt idx="2163">
                  <c:v>75.805206298828097</c:v>
                </c:pt>
                <c:pt idx="2164">
                  <c:v>75.977378845214801</c:v>
                </c:pt>
                <c:pt idx="2165">
                  <c:v>76.429351806640597</c:v>
                </c:pt>
                <c:pt idx="2166">
                  <c:v>76.10107421875</c:v>
                </c:pt>
                <c:pt idx="2167">
                  <c:v>76.158981323242202</c:v>
                </c:pt>
                <c:pt idx="2168">
                  <c:v>76.273002624511705</c:v>
                </c:pt>
                <c:pt idx="2169">
                  <c:v>76.176063537597699</c:v>
                </c:pt>
                <c:pt idx="2170">
                  <c:v>76.650520324707003</c:v>
                </c:pt>
                <c:pt idx="2171">
                  <c:v>78.120040893554702</c:v>
                </c:pt>
                <c:pt idx="2172">
                  <c:v>77.390518188476605</c:v>
                </c:pt>
                <c:pt idx="2173">
                  <c:v>76.744461059570298</c:v>
                </c:pt>
                <c:pt idx="2174">
                  <c:v>76.322845458984403</c:v>
                </c:pt>
                <c:pt idx="2175">
                  <c:v>76.344444274902301</c:v>
                </c:pt>
                <c:pt idx="2176">
                  <c:v>75.999908447265597</c:v>
                </c:pt>
                <c:pt idx="2177">
                  <c:v>75.893508911132798</c:v>
                </c:pt>
                <c:pt idx="2178">
                  <c:v>76.177154541015597</c:v>
                </c:pt>
                <c:pt idx="2179">
                  <c:v>76.6356201171875</c:v>
                </c:pt>
                <c:pt idx="2180">
                  <c:v>76.432777404785199</c:v>
                </c:pt>
                <c:pt idx="2181">
                  <c:v>77.155509948730497</c:v>
                </c:pt>
                <c:pt idx="2182">
                  <c:v>76.349464416503906</c:v>
                </c:pt>
                <c:pt idx="2183">
                  <c:v>76.227241516113295</c:v>
                </c:pt>
                <c:pt idx="2184">
                  <c:v>75.357620239257798</c:v>
                </c:pt>
                <c:pt idx="2185">
                  <c:v>76.039810180664105</c:v>
                </c:pt>
                <c:pt idx="2186">
                  <c:v>76.897071838378906</c:v>
                </c:pt>
                <c:pt idx="2187">
                  <c:v>76.639778137207003</c:v>
                </c:pt>
                <c:pt idx="2188">
                  <c:v>76.173713684082003</c:v>
                </c:pt>
                <c:pt idx="2189">
                  <c:v>76.205825805664105</c:v>
                </c:pt>
                <c:pt idx="2190">
                  <c:v>76.040298461914105</c:v>
                </c:pt>
                <c:pt idx="2191">
                  <c:v>76.105354309082003</c:v>
                </c:pt>
                <c:pt idx="2192">
                  <c:v>76.518646240234403</c:v>
                </c:pt>
                <c:pt idx="2193">
                  <c:v>76.393630981445298</c:v>
                </c:pt>
                <c:pt idx="2194">
                  <c:v>75.99267578125</c:v>
                </c:pt>
                <c:pt idx="2195">
                  <c:v>76.308639526367202</c:v>
                </c:pt>
                <c:pt idx="2196">
                  <c:v>76.333587646484403</c:v>
                </c:pt>
                <c:pt idx="2197">
                  <c:v>77.028846740722699</c:v>
                </c:pt>
                <c:pt idx="2198">
                  <c:v>77.064521789550795</c:v>
                </c:pt>
                <c:pt idx="2199">
                  <c:v>76.908676147460895</c:v>
                </c:pt>
                <c:pt idx="2200">
                  <c:v>76.669219970703097</c:v>
                </c:pt>
                <c:pt idx="2201">
                  <c:v>76.511932373046903</c:v>
                </c:pt>
                <c:pt idx="2202">
                  <c:v>76.425598144531307</c:v>
                </c:pt>
                <c:pt idx="2203">
                  <c:v>76.494003295898395</c:v>
                </c:pt>
                <c:pt idx="2204">
                  <c:v>76.752113342285199</c:v>
                </c:pt>
                <c:pt idx="2205">
                  <c:v>76.362854003906307</c:v>
                </c:pt>
                <c:pt idx="2206">
                  <c:v>76.4354248046875</c:v>
                </c:pt>
                <c:pt idx="2207">
                  <c:v>75.932884216308594</c:v>
                </c:pt>
                <c:pt idx="2208">
                  <c:v>76.176513671875</c:v>
                </c:pt>
                <c:pt idx="2209">
                  <c:v>76.369644165039105</c:v>
                </c:pt>
                <c:pt idx="2210">
                  <c:v>76.993583679199205</c:v>
                </c:pt>
                <c:pt idx="2211">
                  <c:v>76.971755981445298</c:v>
                </c:pt>
                <c:pt idx="2212">
                  <c:v>76.687194824218807</c:v>
                </c:pt>
                <c:pt idx="2213">
                  <c:v>76.416923522949205</c:v>
                </c:pt>
                <c:pt idx="2214">
                  <c:v>76.646667480468807</c:v>
                </c:pt>
                <c:pt idx="2215">
                  <c:v>76.989555358886705</c:v>
                </c:pt>
                <c:pt idx="2216">
                  <c:v>77.266532897949205</c:v>
                </c:pt>
                <c:pt idx="2217">
                  <c:v>76.770240783691406</c:v>
                </c:pt>
                <c:pt idx="2218">
                  <c:v>77.053123474121094</c:v>
                </c:pt>
                <c:pt idx="2219">
                  <c:v>77.698463439941406</c:v>
                </c:pt>
                <c:pt idx="2220">
                  <c:v>77.360740661621094</c:v>
                </c:pt>
                <c:pt idx="2221">
                  <c:v>76.839202880859403</c:v>
                </c:pt>
                <c:pt idx="2222">
                  <c:v>76.797264099121094</c:v>
                </c:pt>
                <c:pt idx="2223">
                  <c:v>77.078529357910199</c:v>
                </c:pt>
                <c:pt idx="2224">
                  <c:v>77.318626403808594</c:v>
                </c:pt>
                <c:pt idx="2225">
                  <c:v>76.770301818847699</c:v>
                </c:pt>
                <c:pt idx="2226">
                  <c:v>76.959053039550795</c:v>
                </c:pt>
                <c:pt idx="2227">
                  <c:v>76.143096923828097</c:v>
                </c:pt>
                <c:pt idx="2228">
                  <c:v>76.346420288085895</c:v>
                </c:pt>
                <c:pt idx="2229">
                  <c:v>77.113586425781307</c:v>
                </c:pt>
                <c:pt idx="2230">
                  <c:v>76.670204162597699</c:v>
                </c:pt>
                <c:pt idx="2231">
                  <c:v>76.913597106933594</c:v>
                </c:pt>
                <c:pt idx="2232">
                  <c:v>77.065727233886705</c:v>
                </c:pt>
                <c:pt idx="2233">
                  <c:v>75.900222778320298</c:v>
                </c:pt>
                <c:pt idx="2234">
                  <c:v>76.57275390625</c:v>
                </c:pt>
                <c:pt idx="2235">
                  <c:v>76.206329345703097</c:v>
                </c:pt>
                <c:pt idx="2236">
                  <c:v>76.341537475585895</c:v>
                </c:pt>
                <c:pt idx="2237">
                  <c:v>76.797386169433594</c:v>
                </c:pt>
                <c:pt idx="2238">
                  <c:v>77.045455932617202</c:v>
                </c:pt>
                <c:pt idx="2239">
                  <c:v>77.331642150878906</c:v>
                </c:pt>
                <c:pt idx="2240">
                  <c:v>77.542266845703097</c:v>
                </c:pt>
                <c:pt idx="2241">
                  <c:v>77.495437622070298</c:v>
                </c:pt>
                <c:pt idx="2242">
                  <c:v>77.868515014648395</c:v>
                </c:pt>
                <c:pt idx="2243">
                  <c:v>77.868820190429702</c:v>
                </c:pt>
                <c:pt idx="2244">
                  <c:v>77.570487976074205</c:v>
                </c:pt>
                <c:pt idx="2245">
                  <c:v>77.819160461425795</c:v>
                </c:pt>
                <c:pt idx="2246">
                  <c:v>77.573265075683594</c:v>
                </c:pt>
                <c:pt idx="2247">
                  <c:v>77.351646423339801</c:v>
                </c:pt>
                <c:pt idx="2248">
                  <c:v>77.510475158691406</c:v>
                </c:pt>
                <c:pt idx="2249">
                  <c:v>77.577033996582003</c:v>
                </c:pt>
                <c:pt idx="2250">
                  <c:v>77.584068298339801</c:v>
                </c:pt>
                <c:pt idx="2251">
                  <c:v>77.713302612304702</c:v>
                </c:pt>
                <c:pt idx="2252">
                  <c:v>77.592796325683594</c:v>
                </c:pt>
                <c:pt idx="2253">
                  <c:v>77.201400756835895</c:v>
                </c:pt>
                <c:pt idx="2254">
                  <c:v>77.165382385253906</c:v>
                </c:pt>
                <c:pt idx="2255">
                  <c:v>77.245780944824205</c:v>
                </c:pt>
                <c:pt idx="2256">
                  <c:v>77.2740478515625</c:v>
                </c:pt>
                <c:pt idx="2257">
                  <c:v>77.630294799804702</c:v>
                </c:pt>
                <c:pt idx="2258">
                  <c:v>77.597946166992202</c:v>
                </c:pt>
                <c:pt idx="2259">
                  <c:v>77.584609985351605</c:v>
                </c:pt>
                <c:pt idx="2260">
                  <c:v>77.692329406738295</c:v>
                </c:pt>
                <c:pt idx="2261">
                  <c:v>77.564590454101605</c:v>
                </c:pt>
                <c:pt idx="2262">
                  <c:v>77.7003173828125</c:v>
                </c:pt>
                <c:pt idx="2263">
                  <c:v>77.705863952636705</c:v>
                </c:pt>
                <c:pt idx="2264">
                  <c:v>77.712249755859403</c:v>
                </c:pt>
                <c:pt idx="2265">
                  <c:v>77.689498901367202</c:v>
                </c:pt>
                <c:pt idx="2266">
                  <c:v>77.749595642089801</c:v>
                </c:pt>
                <c:pt idx="2267">
                  <c:v>77.977958679199205</c:v>
                </c:pt>
                <c:pt idx="2268">
                  <c:v>77.682350158691406</c:v>
                </c:pt>
                <c:pt idx="2269">
                  <c:v>77.701774597167997</c:v>
                </c:pt>
                <c:pt idx="2270">
                  <c:v>78.017730712890597</c:v>
                </c:pt>
                <c:pt idx="2271">
                  <c:v>77.7100830078125</c:v>
                </c:pt>
                <c:pt idx="2272">
                  <c:v>77.776252746582003</c:v>
                </c:pt>
                <c:pt idx="2273">
                  <c:v>76.600151062011705</c:v>
                </c:pt>
                <c:pt idx="2274">
                  <c:v>77.234626770019503</c:v>
                </c:pt>
                <c:pt idx="2275">
                  <c:v>77.7470703125</c:v>
                </c:pt>
                <c:pt idx="2276">
                  <c:v>77.156921386718807</c:v>
                </c:pt>
                <c:pt idx="2277">
                  <c:v>77.416259765625</c:v>
                </c:pt>
                <c:pt idx="2278">
                  <c:v>77.604873657226605</c:v>
                </c:pt>
                <c:pt idx="2279">
                  <c:v>77.844841003417997</c:v>
                </c:pt>
                <c:pt idx="2280">
                  <c:v>77.843818664550795</c:v>
                </c:pt>
                <c:pt idx="2281">
                  <c:v>77.786636352539105</c:v>
                </c:pt>
                <c:pt idx="2282">
                  <c:v>78.0179443359375</c:v>
                </c:pt>
                <c:pt idx="2283">
                  <c:v>78.281898498535199</c:v>
                </c:pt>
                <c:pt idx="2284">
                  <c:v>78.004081726074205</c:v>
                </c:pt>
                <c:pt idx="2285">
                  <c:v>76.214408874511705</c:v>
                </c:pt>
                <c:pt idx="2286">
                  <c:v>77.204032897949205</c:v>
                </c:pt>
                <c:pt idx="2287">
                  <c:v>77.122535705566406</c:v>
                </c:pt>
                <c:pt idx="2288">
                  <c:v>77.264450073242202</c:v>
                </c:pt>
                <c:pt idx="2289">
                  <c:v>77.564254760742202</c:v>
                </c:pt>
                <c:pt idx="2290">
                  <c:v>77.524894714355497</c:v>
                </c:pt>
                <c:pt idx="2291">
                  <c:v>77.901763916015597</c:v>
                </c:pt>
                <c:pt idx="2292">
                  <c:v>77.381484985351605</c:v>
                </c:pt>
                <c:pt idx="2293">
                  <c:v>77.656425476074205</c:v>
                </c:pt>
                <c:pt idx="2294">
                  <c:v>77.788581848144503</c:v>
                </c:pt>
                <c:pt idx="2295">
                  <c:v>77.241401672363295</c:v>
                </c:pt>
                <c:pt idx="2296">
                  <c:v>77.619224548339801</c:v>
                </c:pt>
                <c:pt idx="2297">
                  <c:v>77.798385620117202</c:v>
                </c:pt>
                <c:pt idx="2298">
                  <c:v>77.936988830566406</c:v>
                </c:pt>
                <c:pt idx="2299">
                  <c:v>77.842117309570298</c:v>
                </c:pt>
                <c:pt idx="2300">
                  <c:v>77.652511596679702</c:v>
                </c:pt>
                <c:pt idx="2301">
                  <c:v>77.573867797851605</c:v>
                </c:pt>
                <c:pt idx="2302">
                  <c:v>77.615989685058594</c:v>
                </c:pt>
                <c:pt idx="2303">
                  <c:v>77.536827087402301</c:v>
                </c:pt>
                <c:pt idx="2304">
                  <c:v>77.745918273925795</c:v>
                </c:pt>
                <c:pt idx="2305">
                  <c:v>77.730018615722699</c:v>
                </c:pt>
                <c:pt idx="2306">
                  <c:v>77.863342285156307</c:v>
                </c:pt>
                <c:pt idx="2307">
                  <c:v>77.952400207519503</c:v>
                </c:pt>
                <c:pt idx="2308">
                  <c:v>77.796531677246094</c:v>
                </c:pt>
                <c:pt idx="2309">
                  <c:v>77.809738159179702</c:v>
                </c:pt>
                <c:pt idx="2310">
                  <c:v>77.790504455566406</c:v>
                </c:pt>
                <c:pt idx="2311">
                  <c:v>77.746490478515597</c:v>
                </c:pt>
                <c:pt idx="2312">
                  <c:v>77.714454650878906</c:v>
                </c:pt>
                <c:pt idx="2313">
                  <c:v>77.642425537109403</c:v>
                </c:pt>
                <c:pt idx="2314">
                  <c:v>77.511741638183594</c:v>
                </c:pt>
                <c:pt idx="2315">
                  <c:v>77.606285095214801</c:v>
                </c:pt>
                <c:pt idx="2316">
                  <c:v>77.9986572265625</c:v>
                </c:pt>
                <c:pt idx="2317">
                  <c:v>78.019393920898395</c:v>
                </c:pt>
                <c:pt idx="2318">
                  <c:v>77.471977233886705</c:v>
                </c:pt>
                <c:pt idx="2319">
                  <c:v>78.261894226074205</c:v>
                </c:pt>
                <c:pt idx="2320">
                  <c:v>78.123794555664105</c:v>
                </c:pt>
                <c:pt idx="2321">
                  <c:v>77.934494018554702</c:v>
                </c:pt>
                <c:pt idx="2322">
                  <c:v>77.907562255859403</c:v>
                </c:pt>
                <c:pt idx="2323">
                  <c:v>77.534004211425795</c:v>
                </c:pt>
                <c:pt idx="2324">
                  <c:v>77.847885131835895</c:v>
                </c:pt>
                <c:pt idx="2325">
                  <c:v>77.867424011230497</c:v>
                </c:pt>
                <c:pt idx="2326">
                  <c:v>77.459007263183594</c:v>
                </c:pt>
                <c:pt idx="2327">
                  <c:v>77.971900939941406</c:v>
                </c:pt>
                <c:pt idx="2328">
                  <c:v>77.876159667968807</c:v>
                </c:pt>
                <c:pt idx="2329">
                  <c:v>78.101036071777301</c:v>
                </c:pt>
                <c:pt idx="2330">
                  <c:v>78.005760192871094</c:v>
                </c:pt>
                <c:pt idx="2331">
                  <c:v>78.249298095703097</c:v>
                </c:pt>
                <c:pt idx="2332">
                  <c:v>78.570159912109403</c:v>
                </c:pt>
                <c:pt idx="2333">
                  <c:v>78.178215026855497</c:v>
                </c:pt>
                <c:pt idx="2334">
                  <c:v>77.793533325195298</c:v>
                </c:pt>
                <c:pt idx="2335">
                  <c:v>77.928276062011705</c:v>
                </c:pt>
                <c:pt idx="2336">
                  <c:v>78.086357116699205</c:v>
                </c:pt>
                <c:pt idx="2337">
                  <c:v>78.190216064453097</c:v>
                </c:pt>
                <c:pt idx="2338">
                  <c:v>78.049453735351605</c:v>
                </c:pt>
                <c:pt idx="2339">
                  <c:v>78.126739501953097</c:v>
                </c:pt>
                <c:pt idx="2340">
                  <c:v>77.531646728515597</c:v>
                </c:pt>
                <c:pt idx="2341">
                  <c:v>77.742294311523395</c:v>
                </c:pt>
                <c:pt idx="2342">
                  <c:v>77.735221862792997</c:v>
                </c:pt>
                <c:pt idx="2343">
                  <c:v>78.053596496582003</c:v>
                </c:pt>
                <c:pt idx="2344">
                  <c:v>77.930641174316406</c:v>
                </c:pt>
                <c:pt idx="2345">
                  <c:v>77.840614318847699</c:v>
                </c:pt>
                <c:pt idx="2346">
                  <c:v>78.112022399902301</c:v>
                </c:pt>
                <c:pt idx="2347">
                  <c:v>78.070266723632798</c:v>
                </c:pt>
                <c:pt idx="2348">
                  <c:v>78.112358093261705</c:v>
                </c:pt>
                <c:pt idx="2349">
                  <c:v>78.064041137695298</c:v>
                </c:pt>
                <c:pt idx="2350">
                  <c:v>77.723083496093807</c:v>
                </c:pt>
                <c:pt idx="2351">
                  <c:v>78.100975036621094</c:v>
                </c:pt>
                <c:pt idx="2352">
                  <c:v>78.001609802246094</c:v>
                </c:pt>
                <c:pt idx="2353">
                  <c:v>78.474357604980497</c:v>
                </c:pt>
                <c:pt idx="2354">
                  <c:v>78.497993469238295</c:v>
                </c:pt>
                <c:pt idx="2355">
                  <c:v>78.163490295410199</c:v>
                </c:pt>
                <c:pt idx="2356">
                  <c:v>78.171478271484403</c:v>
                </c:pt>
                <c:pt idx="2357">
                  <c:v>78.070831298828097</c:v>
                </c:pt>
                <c:pt idx="2358">
                  <c:v>78.346572875976605</c:v>
                </c:pt>
                <c:pt idx="2359">
                  <c:v>78.195388793945298</c:v>
                </c:pt>
                <c:pt idx="2360">
                  <c:v>78.221496582031307</c:v>
                </c:pt>
                <c:pt idx="2361">
                  <c:v>78.108291625976605</c:v>
                </c:pt>
                <c:pt idx="2362">
                  <c:v>78.202903747558594</c:v>
                </c:pt>
                <c:pt idx="2363">
                  <c:v>78.091316223144503</c:v>
                </c:pt>
                <c:pt idx="2364">
                  <c:v>78.0887451171875</c:v>
                </c:pt>
                <c:pt idx="2365">
                  <c:v>78.476791381835895</c:v>
                </c:pt>
                <c:pt idx="2366">
                  <c:v>78.351257324218807</c:v>
                </c:pt>
                <c:pt idx="2367">
                  <c:v>78.136634826660199</c:v>
                </c:pt>
                <c:pt idx="2368">
                  <c:v>78.456130981445298</c:v>
                </c:pt>
                <c:pt idx="2369">
                  <c:v>78.455978393554702</c:v>
                </c:pt>
                <c:pt idx="2370">
                  <c:v>78.073143005371094</c:v>
                </c:pt>
                <c:pt idx="2371">
                  <c:v>78.183212280273395</c:v>
                </c:pt>
                <c:pt idx="2372">
                  <c:v>78.123786926269503</c:v>
                </c:pt>
                <c:pt idx="2373">
                  <c:v>78.140563964843807</c:v>
                </c:pt>
                <c:pt idx="2374">
                  <c:v>78.041191101074205</c:v>
                </c:pt>
                <c:pt idx="2375">
                  <c:v>77.988433837890597</c:v>
                </c:pt>
                <c:pt idx="2376">
                  <c:v>78.012145996093807</c:v>
                </c:pt>
                <c:pt idx="2377">
                  <c:v>78.014305114746094</c:v>
                </c:pt>
                <c:pt idx="2378">
                  <c:v>77.998725891113295</c:v>
                </c:pt>
                <c:pt idx="2379">
                  <c:v>78.061065673828097</c:v>
                </c:pt>
                <c:pt idx="2380">
                  <c:v>78.061233520507798</c:v>
                </c:pt>
                <c:pt idx="2381">
                  <c:v>78.013206481933594</c:v>
                </c:pt>
                <c:pt idx="2382">
                  <c:v>77.967353820800795</c:v>
                </c:pt>
                <c:pt idx="2383">
                  <c:v>77.888526916503906</c:v>
                </c:pt>
                <c:pt idx="2384">
                  <c:v>77.927696228027301</c:v>
                </c:pt>
                <c:pt idx="2385">
                  <c:v>78.005966186523395</c:v>
                </c:pt>
                <c:pt idx="2386">
                  <c:v>78.102287292480497</c:v>
                </c:pt>
                <c:pt idx="2387">
                  <c:v>78.011054992675795</c:v>
                </c:pt>
                <c:pt idx="2388">
                  <c:v>77.916648864746094</c:v>
                </c:pt>
                <c:pt idx="2389">
                  <c:v>77.939270019531307</c:v>
                </c:pt>
                <c:pt idx="2390">
                  <c:v>77.943672180175795</c:v>
                </c:pt>
                <c:pt idx="2391">
                  <c:v>78.040580749511705</c:v>
                </c:pt>
                <c:pt idx="2392">
                  <c:v>77.812187194824205</c:v>
                </c:pt>
                <c:pt idx="2393">
                  <c:v>77.894882202148395</c:v>
                </c:pt>
                <c:pt idx="2394">
                  <c:v>77.767616271972699</c:v>
                </c:pt>
                <c:pt idx="2395">
                  <c:v>77.978927612304702</c:v>
                </c:pt>
                <c:pt idx="2396">
                  <c:v>77.899505615234403</c:v>
                </c:pt>
                <c:pt idx="2397">
                  <c:v>78.003494262695298</c:v>
                </c:pt>
                <c:pt idx="2398">
                  <c:v>77.980384826660199</c:v>
                </c:pt>
                <c:pt idx="2399">
                  <c:v>78.041183471679702</c:v>
                </c:pt>
                <c:pt idx="2400">
                  <c:v>77.850524902343807</c:v>
                </c:pt>
                <c:pt idx="2401">
                  <c:v>77.862014770507798</c:v>
                </c:pt>
                <c:pt idx="2402">
                  <c:v>78.084999084472699</c:v>
                </c:pt>
                <c:pt idx="2403">
                  <c:v>78.067810058593807</c:v>
                </c:pt>
                <c:pt idx="2404">
                  <c:v>77.99365234375</c:v>
                </c:pt>
                <c:pt idx="2405">
                  <c:v>78.124809265136705</c:v>
                </c:pt>
                <c:pt idx="2406">
                  <c:v>78.033943176269503</c:v>
                </c:pt>
                <c:pt idx="2407">
                  <c:v>77.884422302246094</c:v>
                </c:pt>
                <c:pt idx="2408">
                  <c:v>77.916007995605497</c:v>
                </c:pt>
                <c:pt idx="2409">
                  <c:v>77.898750305175795</c:v>
                </c:pt>
                <c:pt idx="2410">
                  <c:v>77.863006591796903</c:v>
                </c:pt>
                <c:pt idx="2411">
                  <c:v>77.82421875</c:v>
                </c:pt>
                <c:pt idx="2412">
                  <c:v>77.908508300781307</c:v>
                </c:pt>
                <c:pt idx="2413">
                  <c:v>77.930206298828097</c:v>
                </c:pt>
                <c:pt idx="2414">
                  <c:v>77.839164733886705</c:v>
                </c:pt>
                <c:pt idx="2415">
                  <c:v>77.840690612792997</c:v>
                </c:pt>
                <c:pt idx="2416">
                  <c:v>77.832611083984403</c:v>
                </c:pt>
                <c:pt idx="2417">
                  <c:v>77.54833984375</c:v>
                </c:pt>
                <c:pt idx="2418">
                  <c:v>77.6591796875</c:v>
                </c:pt>
                <c:pt idx="2419">
                  <c:v>77.776649475097699</c:v>
                </c:pt>
                <c:pt idx="2420">
                  <c:v>77.791885375976605</c:v>
                </c:pt>
                <c:pt idx="2421">
                  <c:v>77.854721069335895</c:v>
                </c:pt>
                <c:pt idx="2422">
                  <c:v>77.861419677734403</c:v>
                </c:pt>
                <c:pt idx="2423">
                  <c:v>77.885848999023395</c:v>
                </c:pt>
                <c:pt idx="2424">
                  <c:v>77.723388671875</c:v>
                </c:pt>
                <c:pt idx="2425">
                  <c:v>77.767402648925795</c:v>
                </c:pt>
                <c:pt idx="2426">
                  <c:v>77.807304382324205</c:v>
                </c:pt>
                <c:pt idx="2427">
                  <c:v>77.830604553222699</c:v>
                </c:pt>
                <c:pt idx="2428">
                  <c:v>77.819046020507798</c:v>
                </c:pt>
                <c:pt idx="2429">
                  <c:v>77.921478271484403</c:v>
                </c:pt>
                <c:pt idx="2430">
                  <c:v>77.899467468261705</c:v>
                </c:pt>
                <c:pt idx="2431">
                  <c:v>77.922035217285199</c:v>
                </c:pt>
                <c:pt idx="2432">
                  <c:v>77.670883178710895</c:v>
                </c:pt>
                <c:pt idx="2433">
                  <c:v>77.803131103515597</c:v>
                </c:pt>
                <c:pt idx="2434">
                  <c:v>77.897979736328097</c:v>
                </c:pt>
                <c:pt idx="2435">
                  <c:v>77.938423156738295</c:v>
                </c:pt>
                <c:pt idx="2436">
                  <c:v>77.957588195800795</c:v>
                </c:pt>
                <c:pt idx="2437">
                  <c:v>78.119163513183594</c:v>
                </c:pt>
                <c:pt idx="2438">
                  <c:v>78.101097106933594</c:v>
                </c:pt>
                <c:pt idx="2439">
                  <c:v>78.081024169921903</c:v>
                </c:pt>
                <c:pt idx="2440">
                  <c:v>78.082298278808594</c:v>
                </c:pt>
                <c:pt idx="2441">
                  <c:v>78.078857421875</c:v>
                </c:pt>
                <c:pt idx="2442">
                  <c:v>78.248947143554702</c:v>
                </c:pt>
                <c:pt idx="2443">
                  <c:v>78.193252563476605</c:v>
                </c:pt>
                <c:pt idx="2444">
                  <c:v>78.113265991210895</c:v>
                </c:pt>
                <c:pt idx="2445">
                  <c:v>78.101448059082003</c:v>
                </c:pt>
                <c:pt idx="2446">
                  <c:v>78.131179809570298</c:v>
                </c:pt>
                <c:pt idx="2447">
                  <c:v>78.127342224121094</c:v>
                </c:pt>
                <c:pt idx="2448">
                  <c:v>78.526840209960895</c:v>
                </c:pt>
                <c:pt idx="2449">
                  <c:v>78.613441467285199</c:v>
                </c:pt>
                <c:pt idx="2450">
                  <c:v>78.521270751953097</c:v>
                </c:pt>
                <c:pt idx="2451">
                  <c:v>78.336555480957003</c:v>
                </c:pt>
                <c:pt idx="2452">
                  <c:v>78.475982666015597</c:v>
                </c:pt>
                <c:pt idx="2453">
                  <c:v>78.398239135742202</c:v>
                </c:pt>
                <c:pt idx="2454">
                  <c:v>78.479698181152301</c:v>
                </c:pt>
                <c:pt idx="2455">
                  <c:v>78.473762512207003</c:v>
                </c:pt>
                <c:pt idx="2456">
                  <c:v>78.390975952148395</c:v>
                </c:pt>
                <c:pt idx="2457">
                  <c:v>78.191474914550795</c:v>
                </c:pt>
                <c:pt idx="2458">
                  <c:v>78.3323974609375</c:v>
                </c:pt>
                <c:pt idx="2459">
                  <c:v>78.297698974609403</c:v>
                </c:pt>
                <c:pt idx="2460">
                  <c:v>78.544876098632798</c:v>
                </c:pt>
                <c:pt idx="2461">
                  <c:v>78.663856506347699</c:v>
                </c:pt>
                <c:pt idx="2462">
                  <c:v>78.772216796875</c:v>
                </c:pt>
                <c:pt idx="2463">
                  <c:v>78.751037597656307</c:v>
                </c:pt>
                <c:pt idx="2464">
                  <c:v>78.766784667968807</c:v>
                </c:pt>
                <c:pt idx="2465">
                  <c:v>78.811592102050795</c:v>
                </c:pt>
                <c:pt idx="2466">
                  <c:v>78.8026123046875</c:v>
                </c:pt>
                <c:pt idx="2467">
                  <c:v>79.225730895996094</c:v>
                </c:pt>
                <c:pt idx="2468">
                  <c:v>79.321182250976605</c:v>
                </c:pt>
                <c:pt idx="2469">
                  <c:v>79.067146301269503</c:v>
                </c:pt>
                <c:pt idx="2470">
                  <c:v>79.056571960449205</c:v>
                </c:pt>
                <c:pt idx="2471">
                  <c:v>79.182884216308594</c:v>
                </c:pt>
                <c:pt idx="2472">
                  <c:v>79.196159362792997</c:v>
                </c:pt>
                <c:pt idx="2473">
                  <c:v>79.275917053222699</c:v>
                </c:pt>
                <c:pt idx="2474">
                  <c:v>79.277427673339801</c:v>
                </c:pt>
                <c:pt idx="2475">
                  <c:v>79.290931701660199</c:v>
                </c:pt>
                <c:pt idx="2476">
                  <c:v>79.2406005859375</c:v>
                </c:pt>
                <c:pt idx="2477">
                  <c:v>78.974205017089801</c:v>
                </c:pt>
                <c:pt idx="2478">
                  <c:v>79.110130310058594</c:v>
                </c:pt>
                <c:pt idx="2479">
                  <c:v>79.139701843261705</c:v>
                </c:pt>
                <c:pt idx="2480">
                  <c:v>79.160514831542997</c:v>
                </c:pt>
                <c:pt idx="2481">
                  <c:v>79.400871276855497</c:v>
                </c:pt>
                <c:pt idx="2482">
                  <c:v>79.506721496582003</c:v>
                </c:pt>
                <c:pt idx="2483">
                  <c:v>79.594459533691406</c:v>
                </c:pt>
                <c:pt idx="2484">
                  <c:v>79.591926574707003</c:v>
                </c:pt>
                <c:pt idx="2485">
                  <c:v>79.590278625488295</c:v>
                </c:pt>
                <c:pt idx="2486">
                  <c:v>79.647132873535199</c:v>
                </c:pt>
                <c:pt idx="2487">
                  <c:v>79.7342529296875</c:v>
                </c:pt>
                <c:pt idx="2488">
                  <c:v>79.765098571777301</c:v>
                </c:pt>
                <c:pt idx="2489">
                  <c:v>79.690521240234403</c:v>
                </c:pt>
                <c:pt idx="2490">
                  <c:v>79.699470520019503</c:v>
                </c:pt>
                <c:pt idx="2491">
                  <c:v>79.535972595214801</c:v>
                </c:pt>
                <c:pt idx="2492">
                  <c:v>79.667518615722699</c:v>
                </c:pt>
                <c:pt idx="2493">
                  <c:v>79.668884277343807</c:v>
                </c:pt>
                <c:pt idx="2494">
                  <c:v>79.611907958984403</c:v>
                </c:pt>
                <c:pt idx="2495">
                  <c:v>79.617637634277301</c:v>
                </c:pt>
                <c:pt idx="2496">
                  <c:v>79.714859008789105</c:v>
                </c:pt>
                <c:pt idx="2497">
                  <c:v>80.048538208007798</c:v>
                </c:pt>
                <c:pt idx="2498">
                  <c:v>79.989341735839801</c:v>
                </c:pt>
                <c:pt idx="2499">
                  <c:v>79.886039733886705</c:v>
                </c:pt>
                <c:pt idx="2500">
                  <c:v>79.402473449707003</c:v>
                </c:pt>
                <c:pt idx="2501">
                  <c:v>79.634292602539105</c:v>
                </c:pt>
                <c:pt idx="2502">
                  <c:v>79.698791503906307</c:v>
                </c:pt>
                <c:pt idx="2503">
                  <c:v>79.716644287109403</c:v>
                </c:pt>
                <c:pt idx="2504">
                  <c:v>79.693008422851605</c:v>
                </c:pt>
                <c:pt idx="2505">
                  <c:v>79.725303649902301</c:v>
                </c:pt>
                <c:pt idx="2506">
                  <c:v>79.749931335449205</c:v>
                </c:pt>
                <c:pt idx="2507">
                  <c:v>79.878356933593807</c:v>
                </c:pt>
                <c:pt idx="2508">
                  <c:v>80.181449890136705</c:v>
                </c:pt>
                <c:pt idx="2509">
                  <c:v>80.12744140625</c:v>
                </c:pt>
                <c:pt idx="2510">
                  <c:v>79.964271545410199</c:v>
                </c:pt>
                <c:pt idx="2511">
                  <c:v>79.901473999023395</c:v>
                </c:pt>
                <c:pt idx="2512">
                  <c:v>79.897483825683594</c:v>
                </c:pt>
                <c:pt idx="2513">
                  <c:v>79.8267822265625</c:v>
                </c:pt>
                <c:pt idx="2514">
                  <c:v>79.848526000976605</c:v>
                </c:pt>
                <c:pt idx="2515">
                  <c:v>79.858078002929702</c:v>
                </c:pt>
                <c:pt idx="2516">
                  <c:v>79.845680236816406</c:v>
                </c:pt>
                <c:pt idx="2517">
                  <c:v>79.573455810546903</c:v>
                </c:pt>
                <c:pt idx="2518">
                  <c:v>79.6729736328125</c:v>
                </c:pt>
                <c:pt idx="2519">
                  <c:v>79.393081665039105</c:v>
                </c:pt>
                <c:pt idx="2520">
                  <c:v>79.570999145507798</c:v>
                </c:pt>
                <c:pt idx="2521">
                  <c:v>79.6505126953125</c:v>
                </c:pt>
                <c:pt idx="2522">
                  <c:v>79.728744506835895</c:v>
                </c:pt>
                <c:pt idx="2523">
                  <c:v>79.811706542968807</c:v>
                </c:pt>
                <c:pt idx="2524">
                  <c:v>79.921058654785199</c:v>
                </c:pt>
                <c:pt idx="2525">
                  <c:v>79.921058654785199</c:v>
                </c:pt>
                <c:pt idx="2526">
                  <c:v>79.922683715820298</c:v>
                </c:pt>
                <c:pt idx="2527">
                  <c:v>79.577453613281307</c:v>
                </c:pt>
                <c:pt idx="2528">
                  <c:v>79.590934753417997</c:v>
                </c:pt>
                <c:pt idx="2529">
                  <c:v>80.471656799316406</c:v>
                </c:pt>
                <c:pt idx="2530">
                  <c:v>80.240669250488295</c:v>
                </c:pt>
                <c:pt idx="2531">
                  <c:v>79.992568969726605</c:v>
                </c:pt>
                <c:pt idx="2532">
                  <c:v>79.887435913085895</c:v>
                </c:pt>
                <c:pt idx="2533">
                  <c:v>79.812820434570298</c:v>
                </c:pt>
                <c:pt idx="2534">
                  <c:v>79.883644104003906</c:v>
                </c:pt>
                <c:pt idx="2535">
                  <c:v>79.959136962890597</c:v>
                </c:pt>
                <c:pt idx="2536">
                  <c:v>79.944923400878906</c:v>
                </c:pt>
                <c:pt idx="2537">
                  <c:v>80.017341613769503</c:v>
                </c:pt>
                <c:pt idx="2538">
                  <c:v>80.051223754882798</c:v>
                </c:pt>
                <c:pt idx="2539">
                  <c:v>80.153167724609403</c:v>
                </c:pt>
                <c:pt idx="2540">
                  <c:v>80.337150573730497</c:v>
                </c:pt>
                <c:pt idx="2541">
                  <c:v>80.462646484375</c:v>
                </c:pt>
                <c:pt idx="2542">
                  <c:v>80.351852416992202</c:v>
                </c:pt>
                <c:pt idx="2543">
                  <c:v>80.489967346191406</c:v>
                </c:pt>
                <c:pt idx="2544">
                  <c:v>80.3826904296875</c:v>
                </c:pt>
                <c:pt idx="2545">
                  <c:v>80.133125305175795</c:v>
                </c:pt>
                <c:pt idx="2546">
                  <c:v>80.648841857910199</c:v>
                </c:pt>
                <c:pt idx="2547">
                  <c:v>81.004112243652301</c:v>
                </c:pt>
                <c:pt idx="2548">
                  <c:v>80.887847900390597</c:v>
                </c:pt>
                <c:pt idx="2549">
                  <c:v>80.898254394531307</c:v>
                </c:pt>
                <c:pt idx="2550">
                  <c:v>80.815330505371094</c:v>
                </c:pt>
                <c:pt idx="2551">
                  <c:v>80.793792724609403</c:v>
                </c:pt>
                <c:pt idx="2552">
                  <c:v>81.4600830078125</c:v>
                </c:pt>
                <c:pt idx="2553">
                  <c:v>81.066543579101605</c:v>
                </c:pt>
                <c:pt idx="2554">
                  <c:v>81.133811950683594</c:v>
                </c:pt>
                <c:pt idx="2555">
                  <c:v>81.169258117675795</c:v>
                </c:pt>
                <c:pt idx="2556">
                  <c:v>81.188247680664105</c:v>
                </c:pt>
                <c:pt idx="2557">
                  <c:v>81.191375732421903</c:v>
                </c:pt>
                <c:pt idx="2558">
                  <c:v>81.246269226074205</c:v>
                </c:pt>
                <c:pt idx="2559">
                  <c:v>81.358741760253906</c:v>
                </c:pt>
                <c:pt idx="2560">
                  <c:v>81.555892944335895</c:v>
                </c:pt>
                <c:pt idx="2561">
                  <c:v>81.724601745605497</c:v>
                </c:pt>
                <c:pt idx="2562">
                  <c:v>81.682769775390597</c:v>
                </c:pt>
                <c:pt idx="2563">
                  <c:v>81.654106140136705</c:v>
                </c:pt>
                <c:pt idx="2564">
                  <c:v>82.081672668457003</c:v>
                </c:pt>
                <c:pt idx="2565">
                  <c:v>81.951606750488295</c:v>
                </c:pt>
                <c:pt idx="2566">
                  <c:v>81.907417297363295</c:v>
                </c:pt>
                <c:pt idx="2567">
                  <c:v>81.925666809082003</c:v>
                </c:pt>
                <c:pt idx="2568">
                  <c:v>81.925231933593807</c:v>
                </c:pt>
                <c:pt idx="2569">
                  <c:v>81.937370300292997</c:v>
                </c:pt>
                <c:pt idx="2570">
                  <c:v>81.894309997558594</c:v>
                </c:pt>
                <c:pt idx="2571">
                  <c:v>82.050628662109403</c:v>
                </c:pt>
                <c:pt idx="2572">
                  <c:v>82.020263671875</c:v>
                </c:pt>
                <c:pt idx="2573">
                  <c:v>82.572731018066406</c:v>
                </c:pt>
                <c:pt idx="2574">
                  <c:v>82.221343994140597</c:v>
                </c:pt>
                <c:pt idx="2575">
                  <c:v>81.764030456542997</c:v>
                </c:pt>
                <c:pt idx="2576">
                  <c:v>82.004814147949205</c:v>
                </c:pt>
                <c:pt idx="2577">
                  <c:v>81.793342590332003</c:v>
                </c:pt>
                <c:pt idx="2578">
                  <c:v>82.007537841796903</c:v>
                </c:pt>
                <c:pt idx="2579">
                  <c:v>82.099449157714801</c:v>
                </c:pt>
                <c:pt idx="2580">
                  <c:v>82.161880493164105</c:v>
                </c:pt>
                <c:pt idx="2581">
                  <c:v>81.881164550781307</c:v>
                </c:pt>
                <c:pt idx="2582">
                  <c:v>82.151481628417997</c:v>
                </c:pt>
                <c:pt idx="2583">
                  <c:v>82.277259826660199</c:v>
                </c:pt>
                <c:pt idx="2584">
                  <c:v>82.336555480957003</c:v>
                </c:pt>
                <c:pt idx="2585">
                  <c:v>82.348579406738295</c:v>
                </c:pt>
                <c:pt idx="2586">
                  <c:v>82.417869567871094</c:v>
                </c:pt>
                <c:pt idx="2587">
                  <c:v>82.541931152343807</c:v>
                </c:pt>
                <c:pt idx="2588">
                  <c:v>82.644477844238295</c:v>
                </c:pt>
                <c:pt idx="2589">
                  <c:v>82.465270996093807</c:v>
                </c:pt>
                <c:pt idx="2590">
                  <c:v>82.577232360839801</c:v>
                </c:pt>
                <c:pt idx="2591">
                  <c:v>82.596778869628906</c:v>
                </c:pt>
                <c:pt idx="2592">
                  <c:v>82.571052551269503</c:v>
                </c:pt>
                <c:pt idx="2593">
                  <c:v>82.433990478515597</c:v>
                </c:pt>
                <c:pt idx="2594">
                  <c:v>82.335464477539105</c:v>
                </c:pt>
                <c:pt idx="2595">
                  <c:v>82.462104797363295</c:v>
                </c:pt>
                <c:pt idx="2596">
                  <c:v>82.545753479003906</c:v>
                </c:pt>
                <c:pt idx="2597">
                  <c:v>82.595535278320298</c:v>
                </c:pt>
                <c:pt idx="2598">
                  <c:v>82.732887268066406</c:v>
                </c:pt>
                <c:pt idx="2599">
                  <c:v>82.798645019531307</c:v>
                </c:pt>
                <c:pt idx="2600">
                  <c:v>82.887054443359403</c:v>
                </c:pt>
                <c:pt idx="2601">
                  <c:v>82.893348693847699</c:v>
                </c:pt>
                <c:pt idx="2602">
                  <c:v>82.824844360351605</c:v>
                </c:pt>
                <c:pt idx="2603">
                  <c:v>82.886505126953097</c:v>
                </c:pt>
                <c:pt idx="2604">
                  <c:v>83.026741027832003</c:v>
                </c:pt>
                <c:pt idx="2605">
                  <c:v>83.012359619140597</c:v>
                </c:pt>
                <c:pt idx="2606">
                  <c:v>82.934410095214801</c:v>
                </c:pt>
                <c:pt idx="2607">
                  <c:v>83.170303344726605</c:v>
                </c:pt>
                <c:pt idx="2608">
                  <c:v>83.064659118652301</c:v>
                </c:pt>
                <c:pt idx="2609">
                  <c:v>83.128715515136705</c:v>
                </c:pt>
                <c:pt idx="2610">
                  <c:v>83.183395385742202</c:v>
                </c:pt>
                <c:pt idx="2611">
                  <c:v>83.168762207031307</c:v>
                </c:pt>
                <c:pt idx="2612">
                  <c:v>83.187179565429702</c:v>
                </c:pt>
                <c:pt idx="2613">
                  <c:v>82.616027832031307</c:v>
                </c:pt>
                <c:pt idx="2614">
                  <c:v>82.889671325683594</c:v>
                </c:pt>
                <c:pt idx="2615">
                  <c:v>83.090560913085895</c:v>
                </c:pt>
                <c:pt idx="2616">
                  <c:v>82.996963500976605</c:v>
                </c:pt>
                <c:pt idx="2617">
                  <c:v>83.149948120117202</c:v>
                </c:pt>
                <c:pt idx="2618">
                  <c:v>83.251968383789105</c:v>
                </c:pt>
                <c:pt idx="2619">
                  <c:v>83.275932312011705</c:v>
                </c:pt>
                <c:pt idx="2620">
                  <c:v>83.236930847167997</c:v>
                </c:pt>
                <c:pt idx="2621">
                  <c:v>83.393653869628906</c:v>
                </c:pt>
                <c:pt idx="2622">
                  <c:v>83.439537048339801</c:v>
                </c:pt>
                <c:pt idx="2623">
                  <c:v>83.497833251953097</c:v>
                </c:pt>
                <c:pt idx="2624">
                  <c:v>83.5357666015625</c:v>
                </c:pt>
                <c:pt idx="2625">
                  <c:v>83.575721740722699</c:v>
                </c:pt>
                <c:pt idx="2626">
                  <c:v>83.575508117675795</c:v>
                </c:pt>
                <c:pt idx="2627">
                  <c:v>83.730598449707003</c:v>
                </c:pt>
                <c:pt idx="2628">
                  <c:v>83.688919067382798</c:v>
                </c:pt>
                <c:pt idx="2629">
                  <c:v>83.738418579101605</c:v>
                </c:pt>
                <c:pt idx="2630">
                  <c:v>83.626121520996094</c:v>
                </c:pt>
                <c:pt idx="2631">
                  <c:v>83.535491943359403</c:v>
                </c:pt>
                <c:pt idx="2632">
                  <c:v>83.511001586914105</c:v>
                </c:pt>
                <c:pt idx="2633">
                  <c:v>83.582672119140597</c:v>
                </c:pt>
                <c:pt idx="2634">
                  <c:v>83.589111328125</c:v>
                </c:pt>
                <c:pt idx="2635">
                  <c:v>83.493995666503906</c:v>
                </c:pt>
                <c:pt idx="2636">
                  <c:v>83.4700927734375</c:v>
                </c:pt>
                <c:pt idx="2637">
                  <c:v>83.456504821777301</c:v>
                </c:pt>
                <c:pt idx="2638">
                  <c:v>83.4222412109375</c:v>
                </c:pt>
                <c:pt idx="2639">
                  <c:v>83.386665344238295</c:v>
                </c:pt>
                <c:pt idx="2640">
                  <c:v>83.403427124023395</c:v>
                </c:pt>
                <c:pt idx="2641">
                  <c:v>83.415626525878906</c:v>
                </c:pt>
                <c:pt idx="2642">
                  <c:v>83.436088562011705</c:v>
                </c:pt>
                <c:pt idx="2643">
                  <c:v>83.426376342773395</c:v>
                </c:pt>
                <c:pt idx="2644">
                  <c:v>83.415313720703097</c:v>
                </c:pt>
                <c:pt idx="2645">
                  <c:v>83.276191711425795</c:v>
                </c:pt>
                <c:pt idx="2646">
                  <c:v>83.542068481445298</c:v>
                </c:pt>
                <c:pt idx="2647">
                  <c:v>83.419059753417997</c:v>
                </c:pt>
                <c:pt idx="2648">
                  <c:v>83.328727722167997</c:v>
                </c:pt>
                <c:pt idx="2649">
                  <c:v>83.345573425292997</c:v>
                </c:pt>
                <c:pt idx="2650">
                  <c:v>83.313156127929702</c:v>
                </c:pt>
                <c:pt idx="2651">
                  <c:v>83.216278076171903</c:v>
                </c:pt>
                <c:pt idx="2652">
                  <c:v>83.244850158691406</c:v>
                </c:pt>
                <c:pt idx="2653">
                  <c:v>83.280975341796903</c:v>
                </c:pt>
                <c:pt idx="2654">
                  <c:v>83.305595397949205</c:v>
                </c:pt>
                <c:pt idx="2655">
                  <c:v>83.378555297851605</c:v>
                </c:pt>
                <c:pt idx="2656">
                  <c:v>83.424491882324205</c:v>
                </c:pt>
                <c:pt idx="2657">
                  <c:v>83.966629028320298</c:v>
                </c:pt>
                <c:pt idx="2658">
                  <c:v>83.425300598144503</c:v>
                </c:pt>
                <c:pt idx="2659">
                  <c:v>83.347236633300795</c:v>
                </c:pt>
                <c:pt idx="2660">
                  <c:v>83.258697509765597</c:v>
                </c:pt>
                <c:pt idx="2661">
                  <c:v>83.239723205566406</c:v>
                </c:pt>
                <c:pt idx="2662">
                  <c:v>82.992691040039105</c:v>
                </c:pt>
                <c:pt idx="2663">
                  <c:v>81.866462707519503</c:v>
                </c:pt>
                <c:pt idx="2664">
                  <c:v>82.336990356445298</c:v>
                </c:pt>
                <c:pt idx="2665">
                  <c:v>82.768684387207003</c:v>
                </c:pt>
                <c:pt idx="2666">
                  <c:v>83.592544555664105</c:v>
                </c:pt>
                <c:pt idx="2667">
                  <c:v>83.483825683593807</c:v>
                </c:pt>
                <c:pt idx="2668">
                  <c:v>83.325424194335895</c:v>
                </c:pt>
                <c:pt idx="2669">
                  <c:v>83.588569641113295</c:v>
                </c:pt>
                <c:pt idx="2670">
                  <c:v>83.719955444335895</c:v>
                </c:pt>
                <c:pt idx="2671">
                  <c:v>83.551910400390597</c:v>
                </c:pt>
                <c:pt idx="2672">
                  <c:v>83.470611572265597</c:v>
                </c:pt>
                <c:pt idx="2673">
                  <c:v>83.396553039550795</c:v>
                </c:pt>
                <c:pt idx="2674">
                  <c:v>83.274848937988295</c:v>
                </c:pt>
                <c:pt idx="2675">
                  <c:v>83.312019348144503</c:v>
                </c:pt>
                <c:pt idx="2676">
                  <c:v>83.347122192382798</c:v>
                </c:pt>
                <c:pt idx="2677">
                  <c:v>83.340316772460895</c:v>
                </c:pt>
                <c:pt idx="2678">
                  <c:v>83.414314270019503</c:v>
                </c:pt>
                <c:pt idx="2679">
                  <c:v>83.421607971191406</c:v>
                </c:pt>
                <c:pt idx="2680">
                  <c:v>83.460586547851605</c:v>
                </c:pt>
                <c:pt idx="2681">
                  <c:v>83.440322875976605</c:v>
                </c:pt>
                <c:pt idx="2682">
                  <c:v>83.505584716796903</c:v>
                </c:pt>
                <c:pt idx="2683">
                  <c:v>83.647476196289105</c:v>
                </c:pt>
                <c:pt idx="2684">
                  <c:v>83.484359741210895</c:v>
                </c:pt>
                <c:pt idx="2685">
                  <c:v>83.391334533691406</c:v>
                </c:pt>
                <c:pt idx="2686">
                  <c:v>83.444679260253906</c:v>
                </c:pt>
                <c:pt idx="2687">
                  <c:v>83.474853515625</c:v>
                </c:pt>
                <c:pt idx="2688">
                  <c:v>83.472747802734403</c:v>
                </c:pt>
                <c:pt idx="2689">
                  <c:v>83.566497802734403</c:v>
                </c:pt>
                <c:pt idx="2690">
                  <c:v>83.552848815917997</c:v>
                </c:pt>
                <c:pt idx="2691">
                  <c:v>83.592079162597699</c:v>
                </c:pt>
                <c:pt idx="2692">
                  <c:v>83.603591918945298</c:v>
                </c:pt>
                <c:pt idx="2693">
                  <c:v>83.634620666503906</c:v>
                </c:pt>
                <c:pt idx="2694">
                  <c:v>83.671371459960895</c:v>
                </c:pt>
                <c:pt idx="2695">
                  <c:v>83.652091979980497</c:v>
                </c:pt>
                <c:pt idx="2696">
                  <c:v>83.680427551269503</c:v>
                </c:pt>
                <c:pt idx="2697">
                  <c:v>83.611160278320298</c:v>
                </c:pt>
                <c:pt idx="2698">
                  <c:v>83.602729797363295</c:v>
                </c:pt>
                <c:pt idx="2699">
                  <c:v>83.672668457031307</c:v>
                </c:pt>
                <c:pt idx="2700">
                  <c:v>83.692428588867202</c:v>
                </c:pt>
                <c:pt idx="2701">
                  <c:v>83.698959350585895</c:v>
                </c:pt>
                <c:pt idx="2702">
                  <c:v>83.744110107421903</c:v>
                </c:pt>
                <c:pt idx="2703">
                  <c:v>83.730812072753906</c:v>
                </c:pt>
                <c:pt idx="2704">
                  <c:v>83.750213623046903</c:v>
                </c:pt>
                <c:pt idx="2705">
                  <c:v>83.742095947265597</c:v>
                </c:pt>
                <c:pt idx="2706">
                  <c:v>83.740272521972699</c:v>
                </c:pt>
                <c:pt idx="2707">
                  <c:v>83.819717407226605</c:v>
                </c:pt>
                <c:pt idx="2708">
                  <c:v>83.798988342285199</c:v>
                </c:pt>
                <c:pt idx="2709">
                  <c:v>83.818107604980497</c:v>
                </c:pt>
                <c:pt idx="2710">
                  <c:v>83.876258850097699</c:v>
                </c:pt>
                <c:pt idx="2711">
                  <c:v>84.030250549316406</c:v>
                </c:pt>
                <c:pt idx="2712">
                  <c:v>83.935630798339801</c:v>
                </c:pt>
                <c:pt idx="2713">
                  <c:v>83.98095703125</c:v>
                </c:pt>
                <c:pt idx="2714">
                  <c:v>83.898628234863295</c:v>
                </c:pt>
                <c:pt idx="2715">
                  <c:v>83.816856384277301</c:v>
                </c:pt>
                <c:pt idx="2716">
                  <c:v>83.815231323242202</c:v>
                </c:pt>
                <c:pt idx="2717">
                  <c:v>83.790817260742202</c:v>
                </c:pt>
                <c:pt idx="2718">
                  <c:v>83.763259887695298</c:v>
                </c:pt>
                <c:pt idx="2719">
                  <c:v>83.7481689453125</c:v>
                </c:pt>
                <c:pt idx="2720">
                  <c:v>83.728675842285199</c:v>
                </c:pt>
                <c:pt idx="2721">
                  <c:v>83.694854736328097</c:v>
                </c:pt>
                <c:pt idx="2722">
                  <c:v>83.646469116210895</c:v>
                </c:pt>
                <c:pt idx="2723">
                  <c:v>83.616638183593807</c:v>
                </c:pt>
                <c:pt idx="2724">
                  <c:v>83.581047058105497</c:v>
                </c:pt>
                <c:pt idx="2725">
                  <c:v>83.540351867675795</c:v>
                </c:pt>
                <c:pt idx="2726">
                  <c:v>83.508460998535199</c:v>
                </c:pt>
                <c:pt idx="2727">
                  <c:v>83.479652404785199</c:v>
                </c:pt>
                <c:pt idx="2728">
                  <c:v>83.461692810058594</c:v>
                </c:pt>
                <c:pt idx="2729">
                  <c:v>83.440254211425795</c:v>
                </c:pt>
                <c:pt idx="2730">
                  <c:v>83.400825500488295</c:v>
                </c:pt>
                <c:pt idx="2731">
                  <c:v>83.372138977050795</c:v>
                </c:pt>
                <c:pt idx="2732">
                  <c:v>83.359275817871094</c:v>
                </c:pt>
                <c:pt idx="2733">
                  <c:v>83.333572387695298</c:v>
                </c:pt>
                <c:pt idx="2734">
                  <c:v>83.305702209472699</c:v>
                </c:pt>
                <c:pt idx="2735">
                  <c:v>83.296058654785199</c:v>
                </c:pt>
                <c:pt idx="2736">
                  <c:v>83.271156311035199</c:v>
                </c:pt>
                <c:pt idx="2737">
                  <c:v>83.246864318847699</c:v>
                </c:pt>
                <c:pt idx="2738">
                  <c:v>83.224418640136705</c:v>
                </c:pt>
                <c:pt idx="2739">
                  <c:v>83.198036193847699</c:v>
                </c:pt>
                <c:pt idx="2740">
                  <c:v>83.186683654785199</c:v>
                </c:pt>
                <c:pt idx="2741">
                  <c:v>83.177780151367202</c:v>
                </c:pt>
                <c:pt idx="2742">
                  <c:v>83.164192199707003</c:v>
                </c:pt>
                <c:pt idx="2743">
                  <c:v>83.130958557128906</c:v>
                </c:pt>
                <c:pt idx="2744">
                  <c:v>83.11376953125</c:v>
                </c:pt>
                <c:pt idx="2745">
                  <c:v>83.102920532226605</c:v>
                </c:pt>
                <c:pt idx="2746">
                  <c:v>83.111076354980497</c:v>
                </c:pt>
                <c:pt idx="2747">
                  <c:v>83.099967956542997</c:v>
                </c:pt>
                <c:pt idx="2748">
                  <c:v>83.085784912109403</c:v>
                </c:pt>
                <c:pt idx="2749">
                  <c:v>83.079544067382798</c:v>
                </c:pt>
                <c:pt idx="2750">
                  <c:v>83.067047119140597</c:v>
                </c:pt>
                <c:pt idx="2751">
                  <c:v>83.056922912597699</c:v>
                </c:pt>
                <c:pt idx="2752">
                  <c:v>83.033828735351605</c:v>
                </c:pt>
                <c:pt idx="2753">
                  <c:v>83.009658813476605</c:v>
                </c:pt>
                <c:pt idx="2754">
                  <c:v>82.994201660156307</c:v>
                </c:pt>
                <c:pt idx="2755">
                  <c:v>82.988754272460895</c:v>
                </c:pt>
                <c:pt idx="2756">
                  <c:v>82.981163024902301</c:v>
                </c:pt>
                <c:pt idx="2757">
                  <c:v>82.976844787597699</c:v>
                </c:pt>
                <c:pt idx="2758">
                  <c:v>82.954017639160199</c:v>
                </c:pt>
                <c:pt idx="2759">
                  <c:v>82.935272216796903</c:v>
                </c:pt>
                <c:pt idx="2760">
                  <c:v>82.921241760253906</c:v>
                </c:pt>
                <c:pt idx="2761">
                  <c:v>82.926223754882798</c:v>
                </c:pt>
                <c:pt idx="2762">
                  <c:v>82.919380187988295</c:v>
                </c:pt>
                <c:pt idx="2763">
                  <c:v>82.907554626464801</c:v>
                </c:pt>
                <c:pt idx="2764">
                  <c:v>82.912834167480497</c:v>
                </c:pt>
                <c:pt idx="2765">
                  <c:v>82.890899658203097</c:v>
                </c:pt>
                <c:pt idx="2766">
                  <c:v>82.879959106445298</c:v>
                </c:pt>
                <c:pt idx="2767">
                  <c:v>82.873443603515597</c:v>
                </c:pt>
                <c:pt idx="2768">
                  <c:v>82.852508544921903</c:v>
                </c:pt>
                <c:pt idx="2769">
                  <c:v>82.83642578125</c:v>
                </c:pt>
                <c:pt idx="2770">
                  <c:v>82.827949523925795</c:v>
                </c:pt>
                <c:pt idx="2771">
                  <c:v>82.817855834960895</c:v>
                </c:pt>
                <c:pt idx="2772">
                  <c:v>82.814636230468807</c:v>
                </c:pt>
                <c:pt idx="2773">
                  <c:v>82.800018310546903</c:v>
                </c:pt>
                <c:pt idx="2774">
                  <c:v>82.783409118652301</c:v>
                </c:pt>
                <c:pt idx="2775">
                  <c:v>82.778045654296903</c:v>
                </c:pt>
                <c:pt idx="2776">
                  <c:v>82.757110595703097</c:v>
                </c:pt>
                <c:pt idx="2777">
                  <c:v>82.731307983398395</c:v>
                </c:pt>
                <c:pt idx="2778">
                  <c:v>82.726890563964801</c:v>
                </c:pt>
                <c:pt idx="2779">
                  <c:v>82.723197937011705</c:v>
                </c:pt>
                <c:pt idx="2780">
                  <c:v>82.702247619628906</c:v>
                </c:pt>
                <c:pt idx="2781">
                  <c:v>82.694252014160199</c:v>
                </c:pt>
                <c:pt idx="2782">
                  <c:v>82.696029663085895</c:v>
                </c:pt>
                <c:pt idx="2783">
                  <c:v>82.675010681152301</c:v>
                </c:pt>
                <c:pt idx="2784">
                  <c:v>82.661560058593807</c:v>
                </c:pt>
                <c:pt idx="2785">
                  <c:v>82.637184143066406</c:v>
                </c:pt>
                <c:pt idx="2786">
                  <c:v>82.639732360839801</c:v>
                </c:pt>
                <c:pt idx="2787">
                  <c:v>82.616859436035199</c:v>
                </c:pt>
                <c:pt idx="2788">
                  <c:v>82.615425109863295</c:v>
                </c:pt>
                <c:pt idx="2789">
                  <c:v>82.589309692382798</c:v>
                </c:pt>
                <c:pt idx="2790">
                  <c:v>82.571357727050795</c:v>
                </c:pt>
                <c:pt idx="2791">
                  <c:v>82.576026916503906</c:v>
                </c:pt>
                <c:pt idx="2792">
                  <c:v>82.550521850585895</c:v>
                </c:pt>
                <c:pt idx="2793">
                  <c:v>82.534202575683594</c:v>
                </c:pt>
                <c:pt idx="2794">
                  <c:v>82.532936096191406</c:v>
                </c:pt>
                <c:pt idx="2795">
                  <c:v>82.532691955566406</c:v>
                </c:pt>
                <c:pt idx="2796">
                  <c:v>82.519493103027301</c:v>
                </c:pt>
                <c:pt idx="2797">
                  <c:v>82.524185180664105</c:v>
                </c:pt>
                <c:pt idx="2798">
                  <c:v>82.523597717285199</c:v>
                </c:pt>
                <c:pt idx="2799">
                  <c:v>82.501594543457003</c:v>
                </c:pt>
                <c:pt idx="2800">
                  <c:v>82.484367370605497</c:v>
                </c:pt>
                <c:pt idx="2801">
                  <c:v>82.452217102050795</c:v>
                </c:pt>
                <c:pt idx="2802">
                  <c:v>82.413688659667997</c:v>
                </c:pt>
                <c:pt idx="2803">
                  <c:v>82.412910461425795</c:v>
                </c:pt>
                <c:pt idx="2804">
                  <c:v>82.390625</c:v>
                </c:pt>
                <c:pt idx="2805">
                  <c:v>82.380088806152301</c:v>
                </c:pt>
                <c:pt idx="2806">
                  <c:v>82.359283447265597</c:v>
                </c:pt>
                <c:pt idx="2807">
                  <c:v>82.353759765625</c:v>
                </c:pt>
                <c:pt idx="2808">
                  <c:v>82.349029541015597</c:v>
                </c:pt>
                <c:pt idx="2809">
                  <c:v>82.334854125976605</c:v>
                </c:pt>
                <c:pt idx="2810">
                  <c:v>82.300636291503906</c:v>
                </c:pt>
                <c:pt idx="2811">
                  <c:v>82.273628234863295</c:v>
                </c:pt>
                <c:pt idx="2812">
                  <c:v>82.267318725585895</c:v>
                </c:pt>
                <c:pt idx="2813">
                  <c:v>82.257904052734403</c:v>
                </c:pt>
                <c:pt idx="2814">
                  <c:v>82.231300354003906</c:v>
                </c:pt>
                <c:pt idx="2815">
                  <c:v>82.233337402343807</c:v>
                </c:pt>
                <c:pt idx="2816">
                  <c:v>82.223663330078097</c:v>
                </c:pt>
                <c:pt idx="2817">
                  <c:v>82.207336425781307</c:v>
                </c:pt>
                <c:pt idx="2818">
                  <c:v>82.205459594726605</c:v>
                </c:pt>
                <c:pt idx="2819">
                  <c:v>82.191360473632798</c:v>
                </c:pt>
                <c:pt idx="2820">
                  <c:v>82.160484313964801</c:v>
                </c:pt>
                <c:pt idx="2821">
                  <c:v>82.144584655761705</c:v>
                </c:pt>
                <c:pt idx="2822">
                  <c:v>82.132308959960895</c:v>
                </c:pt>
                <c:pt idx="2823">
                  <c:v>82.102516174316406</c:v>
                </c:pt>
                <c:pt idx="2824">
                  <c:v>82.079383850097699</c:v>
                </c:pt>
                <c:pt idx="2825">
                  <c:v>82.065994262695298</c:v>
                </c:pt>
                <c:pt idx="2826">
                  <c:v>82.062561035156307</c:v>
                </c:pt>
                <c:pt idx="2827">
                  <c:v>82.064720153808594</c:v>
                </c:pt>
                <c:pt idx="2828">
                  <c:v>82.045845031738295</c:v>
                </c:pt>
                <c:pt idx="2829">
                  <c:v>82.033065795898395</c:v>
                </c:pt>
                <c:pt idx="2830">
                  <c:v>82.024559020996094</c:v>
                </c:pt>
                <c:pt idx="2831">
                  <c:v>81.991622924804702</c:v>
                </c:pt>
                <c:pt idx="2832">
                  <c:v>81.968330383300795</c:v>
                </c:pt>
                <c:pt idx="2833">
                  <c:v>81.967666625976605</c:v>
                </c:pt>
                <c:pt idx="2834">
                  <c:v>81.943870544433594</c:v>
                </c:pt>
                <c:pt idx="2835">
                  <c:v>81.928756713867202</c:v>
                </c:pt>
                <c:pt idx="2836">
                  <c:v>81.898956298828097</c:v>
                </c:pt>
                <c:pt idx="2837">
                  <c:v>81.893745422363295</c:v>
                </c:pt>
                <c:pt idx="2838">
                  <c:v>81.888626098632798</c:v>
                </c:pt>
                <c:pt idx="2839">
                  <c:v>81.866371154785199</c:v>
                </c:pt>
                <c:pt idx="2840">
                  <c:v>81.849990844726605</c:v>
                </c:pt>
                <c:pt idx="2841">
                  <c:v>81.852073669433594</c:v>
                </c:pt>
                <c:pt idx="2842">
                  <c:v>81.854660034179702</c:v>
                </c:pt>
                <c:pt idx="2843">
                  <c:v>81.832847595214801</c:v>
                </c:pt>
                <c:pt idx="2844">
                  <c:v>81.813705444335895</c:v>
                </c:pt>
                <c:pt idx="2845">
                  <c:v>81.793449401855497</c:v>
                </c:pt>
                <c:pt idx="2846">
                  <c:v>81.765678405761705</c:v>
                </c:pt>
                <c:pt idx="2847">
                  <c:v>81.750907897949205</c:v>
                </c:pt>
                <c:pt idx="2848">
                  <c:v>81.739707946777301</c:v>
                </c:pt>
                <c:pt idx="2849">
                  <c:v>81.731155395507798</c:v>
                </c:pt>
                <c:pt idx="2850">
                  <c:v>81.724037170410199</c:v>
                </c:pt>
                <c:pt idx="2851">
                  <c:v>81.715057373046903</c:v>
                </c:pt>
                <c:pt idx="2852">
                  <c:v>81.687774658203097</c:v>
                </c:pt>
                <c:pt idx="2853">
                  <c:v>81.668853759765597</c:v>
                </c:pt>
                <c:pt idx="2854">
                  <c:v>81.649017333984403</c:v>
                </c:pt>
                <c:pt idx="2855">
                  <c:v>81.654235839843807</c:v>
                </c:pt>
                <c:pt idx="2856">
                  <c:v>81.632827758789105</c:v>
                </c:pt>
                <c:pt idx="2857">
                  <c:v>81.624382019042997</c:v>
                </c:pt>
                <c:pt idx="2858">
                  <c:v>81.621726989746094</c:v>
                </c:pt>
                <c:pt idx="2859">
                  <c:v>81.602867126464801</c:v>
                </c:pt>
                <c:pt idx="2860">
                  <c:v>81.578361511230497</c:v>
                </c:pt>
                <c:pt idx="2861">
                  <c:v>81.574729919433594</c:v>
                </c:pt>
                <c:pt idx="2862">
                  <c:v>81.550102233886705</c:v>
                </c:pt>
                <c:pt idx="2863">
                  <c:v>81.529319763183594</c:v>
                </c:pt>
                <c:pt idx="2864">
                  <c:v>81.532844543457003</c:v>
                </c:pt>
                <c:pt idx="2865">
                  <c:v>81.515304565429702</c:v>
                </c:pt>
                <c:pt idx="2866">
                  <c:v>81.481704711914105</c:v>
                </c:pt>
                <c:pt idx="2867">
                  <c:v>81.455024719238295</c:v>
                </c:pt>
                <c:pt idx="2868">
                  <c:v>81.433532714843807</c:v>
                </c:pt>
                <c:pt idx="2869">
                  <c:v>81.437126159667997</c:v>
                </c:pt>
                <c:pt idx="2870">
                  <c:v>81.4193115234375</c:v>
                </c:pt>
                <c:pt idx="2871">
                  <c:v>81.391365051269503</c:v>
                </c:pt>
                <c:pt idx="2872">
                  <c:v>81.402809143066406</c:v>
                </c:pt>
                <c:pt idx="2873">
                  <c:v>81.396415710449205</c:v>
                </c:pt>
                <c:pt idx="2874">
                  <c:v>81.375274658203097</c:v>
                </c:pt>
                <c:pt idx="2875">
                  <c:v>81.367012023925795</c:v>
                </c:pt>
                <c:pt idx="2876">
                  <c:v>81.349258422851605</c:v>
                </c:pt>
                <c:pt idx="2877">
                  <c:v>81.340789794921903</c:v>
                </c:pt>
                <c:pt idx="2878">
                  <c:v>81.326385498046903</c:v>
                </c:pt>
                <c:pt idx="2879">
                  <c:v>81.303810119628906</c:v>
                </c:pt>
                <c:pt idx="2880">
                  <c:v>81.281173706054702</c:v>
                </c:pt>
                <c:pt idx="2881">
                  <c:v>81.289558410644503</c:v>
                </c:pt>
                <c:pt idx="2882">
                  <c:v>81.274177551269503</c:v>
                </c:pt>
                <c:pt idx="2883">
                  <c:v>81.257591247558594</c:v>
                </c:pt>
                <c:pt idx="2884">
                  <c:v>81.266159057617202</c:v>
                </c:pt>
                <c:pt idx="2885">
                  <c:v>81.257026672363295</c:v>
                </c:pt>
                <c:pt idx="2886">
                  <c:v>81.248428344726605</c:v>
                </c:pt>
                <c:pt idx="2887">
                  <c:v>81.228713989257798</c:v>
                </c:pt>
                <c:pt idx="2888">
                  <c:v>81.205528259277301</c:v>
                </c:pt>
                <c:pt idx="2889">
                  <c:v>81.178390502929702</c:v>
                </c:pt>
                <c:pt idx="2890">
                  <c:v>81.165260314941406</c:v>
                </c:pt>
                <c:pt idx="2891">
                  <c:v>81.121849060058594</c:v>
                </c:pt>
                <c:pt idx="2892">
                  <c:v>81.106842041015597</c:v>
                </c:pt>
                <c:pt idx="2893">
                  <c:v>81.099678039550795</c:v>
                </c:pt>
                <c:pt idx="2894">
                  <c:v>81.101119995117202</c:v>
                </c:pt>
                <c:pt idx="2895">
                  <c:v>81.101028442382798</c:v>
                </c:pt>
                <c:pt idx="2896">
                  <c:v>81.094970703125</c:v>
                </c:pt>
                <c:pt idx="2897">
                  <c:v>81.063018798828097</c:v>
                </c:pt>
                <c:pt idx="2898">
                  <c:v>81.050956726074205</c:v>
                </c:pt>
                <c:pt idx="2899">
                  <c:v>81.032005310058594</c:v>
                </c:pt>
                <c:pt idx="2900">
                  <c:v>81.0185546875</c:v>
                </c:pt>
                <c:pt idx="2901">
                  <c:v>81.008796691894503</c:v>
                </c:pt>
                <c:pt idx="2902">
                  <c:v>80.998252868652301</c:v>
                </c:pt>
                <c:pt idx="2903">
                  <c:v>80.980438232421903</c:v>
                </c:pt>
                <c:pt idx="2904">
                  <c:v>80.964248657226605</c:v>
                </c:pt>
                <c:pt idx="2905">
                  <c:v>80.936843872070298</c:v>
                </c:pt>
                <c:pt idx="2906">
                  <c:v>80.940162658691406</c:v>
                </c:pt>
                <c:pt idx="2907">
                  <c:v>80.934646606445298</c:v>
                </c:pt>
                <c:pt idx="2908">
                  <c:v>80.923851013183594</c:v>
                </c:pt>
                <c:pt idx="2909">
                  <c:v>80.912017822265597</c:v>
                </c:pt>
                <c:pt idx="2910">
                  <c:v>80.882156372070298</c:v>
                </c:pt>
                <c:pt idx="2911">
                  <c:v>80.8848876953125</c:v>
                </c:pt>
                <c:pt idx="2912">
                  <c:v>80.861160278320298</c:v>
                </c:pt>
                <c:pt idx="2913">
                  <c:v>80.835617065429702</c:v>
                </c:pt>
                <c:pt idx="2914">
                  <c:v>80.838577270507798</c:v>
                </c:pt>
                <c:pt idx="2915">
                  <c:v>80.830833435058594</c:v>
                </c:pt>
                <c:pt idx="2916">
                  <c:v>80.816650390625</c:v>
                </c:pt>
                <c:pt idx="2917">
                  <c:v>80.780235290527301</c:v>
                </c:pt>
                <c:pt idx="2918">
                  <c:v>80.768203735351605</c:v>
                </c:pt>
                <c:pt idx="2919">
                  <c:v>80.756301879882798</c:v>
                </c:pt>
                <c:pt idx="2920">
                  <c:v>80.744987487792997</c:v>
                </c:pt>
                <c:pt idx="2921">
                  <c:v>80.736869812011705</c:v>
                </c:pt>
                <c:pt idx="2922">
                  <c:v>80.731643676757798</c:v>
                </c:pt>
                <c:pt idx="2923">
                  <c:v>80.717109680175795</c:v>
                </c:pt>
                <c:pt idx="2924">
                  <c:v>80.707374572753906</c:v>
                </c:pt>
                <c:pt idx="2925">
                  <c:v>80.678001403808594</c:v>
                </c:pt>
                <c:pt idx="2926">
                  <c:v>80.666893005371094</c:v>
                </c:pt>
                <c:pt idx="2927">
                  <c:v>80.639167785644503</c:v>
                </c:pt>
                <c:pt idx="2928">
                  <c:v>80.621528625488295</c:v>
                </c:pt>
                <c:pt idx="2929">
                  <c:v>80.604919433593807</c:v>
                </c:pt>
                <c:pt idx="2930">
                  <c:v>80.603630065917997</c:v>
                </c:pt>
                <c:pt idx="2931">
                  <c:v>80.604240417480497</c:v>
                </c:pt>
                <c:pt idx="2932">
                  <c:v>80.593032836914105</c:v>
                </c:pt>
                <c:pt idx="2933">
                  <c:v>80.573326110839801</c:v>
                </c:pt>
                <c:pt idx="2934">
                  <c:v>80.561080932617202</c:v>
                </c:pt>
                <c:pt idx="2935">
                  <c:v>80.558280944824205</c:v>
                </c:pt>
                <c:pt idx="2936">
                  <c:v>80.550369262695298</c:v>
                </c:pt>
                <c:pt idx="2937">
                  <c:v>80.516250610351605</c:v>
                </c:pt>
                <c:pt idx="2938">
                  <c:v>80.479507446289105</c:v>
                </c:pt>
                <c:pt idx="2939">
                  <c:v>80.472702026367202</c:v>
                </c:pt>
                <c:pt idx="2940">
                  <c:v>80.438751220703097</c:v>
                </c:pt>
                <c:pt idx="2941">
                  <c:v>80.433784484863295</c:v>
                </c:pt>
                <c:pt idx="2942">
                  <c:v>80.437965393066406</c:v>
                </c:pt>
                <c:pt idx="2943">
                  <c:v>80.422767639160199</c:v>
                </c:pt>
                <c:pt idx="2944">
                  <c:v>80.420135498046903</c:v>
                </c:pt>
                <c:pt idx="2945">
                  <c:v>80.385467529296903</c:v>
                </c:pt>
                <c:pt idx="2946">
                  <c:v>80.386451721191406</c:v>
                </c:pt>
                <c:pt idx="2947">
                  <c:v>80.372505187988295</c:v>
                </c:pt>
                <c:pt idx="2948">
                  <c:v>80.348815917968807</c:v>
                </c:pt>
                <c:pt idx="2949">
                  <c:v>80.344261169433594</c:v>
                </c:pt>
                <c:pt idx="2950">
                  <c:v>80.324531555175795</c:v>
                </c:pt>
                <c:pt idx="2951">
                  <c:v>80.300773620605497</c:v>
                </c:pt>
                <c:pt idx="2952">
                  <c:v>80.298225402832003</c:v>
                </c:pt>
                <c:pt idx="2953">
                  <c:v>80.289794921875</c:v>
                </c:pt>
                <c:pt idx="2954">
                  <c:v>80.277969360351605</c:v>
                </c:pt>
                <c:pt idx="2955">
                  <c:v>80.257835388183594</c:v>
                </c:pt>
                <c:pt idx="2956">
                  <c:v>80.240798950195298</c:v>
                </c:pt>
                <c:pt idx="2957">
                  <c:v>80.218864440917997</c:v>
                </c:pt>
                <c:pt idx="2958">
                  <c:v>80.211982727050795</c:v>
                </c:pt>
                <c:pt idx="2959">
                  <c:v>80.200798034667997</c:v>
                </c:pt>
                <c:pt idx="2960">
                  <c:v>80.203582763671903</c:v>
                </c:pt>
                <c:pt idx="2961">
                  <c:v>80.170654296875</c:v>
                </c:pt>
                <c:pt idx="2962">
                  <c:v>80.142921447753906</c:v>
                </c:pt>
                <c:pt idx="2963">
                  <c:v>80.101631164550795</c:v>
                </c:pt>
                <c:pt idx="2964">
                  <c:v>80.090682983398395</c:v>
                </c:pt>
                <c:pt idx="2965">
                  <c:v>80.087509155273395</c:v>
                </c:pt>
                <c:pt idx="2966">
                  <c:v>80.097106933593807</c:v>
                </c:pt>
                <c:pt idx="2967">
                  <c:v>80.078727722167997</c:v>
                </c:pt>
                <c:pt idx="2968">
                  <c:v>80.060211181640597</c:v>
                </c:pt>
                <c:pt idx="2969">
                  <c:v>80.047439575195298</c:v>
                </c:pt>
                <c:pt idx="2970">
                  <c:v>80.010276794433594</c:v>
                </c:pt>
                <c:pt idx="2971">
                  <c:v>79.991584777832003</c:v>
                </c:pt>
                <c:pt idx="2972">
                  <c:v>79.991416931152301</c:v>
                </c:pt>
                <c:pt idx="2973">
                  <c:v>79.998222351074205</c:v>
                </c:pt>
                <c:pt idx="2974">
                  <c:v>79.985443115234403</c:v>
                </c:pt>
                <c:pt idx="2975">
                  <c:v>79.9769287109375</c:v>
                </c:pt>
                <c:pt idx="2976">
                  <c:v>79.947952270507798</c:v>
                </c:pt>
                <c:pt idx="2977">
                  <c:v>79.927162170410199</c:v>
                </c:pt>
                <c:pt idx="2978">
                  <c:v>79.894378662109403</c:v>
                </c:pt>
                <c:pt idx="2979">
                  <c:v>79.883827209472699</c:v>
                </c:pt>
                <c:pt idx="2980">
                  <c:v>79.874191284179702</c:v>
                </c:pt>
                <c:pt idx="2981">
                  <c:v>79.854240417480497</c:v>
                </c:pt>
                <c:pt idx="2982">
                  <c:v>79.845863342285199</c:v>
                </c:pt>
                <c:pt idx="2983">
                  <c:v>79.831382751464801</c:v>
                </c:pt>
                <c:pt idx="2984">
                  <c:v>79.809303283691406</c:v>
                </c:pt>
                <c:pt idx="2985">
                  <c:v>79.804740905761705</c:v>
                </c:pt>
                <c:pt idx="2986">
                  <c:v>79.790206909179702</c:v>
                </c:pt>
                <c:pt idx="2987">
                  <c:v>79.780311584472699</c:v>
                </c:pt>
                <c:pt idx="2988">
                  <c:v>79.779243469238295</c:v>
                </c:pt>
                <c:pt idx="2989">
                  <c:v>79.750801086425795</c:v>
                </c:pt>
                <c:pt idx="2990">
                  <c:v>79.739608764648395</c:v>
                </c:pt>
                <c:pt idx="2991">
                  <c:v>79.727577209472699</c:v>
                </c:pt>
                <c:pt idx="2992">
                  <c:v>79.695480346679702</c:v>
                </c:pt>
                <c:pt idx="2993">
                  <c:v>79.681991577148395</c:v>
                </c:pt>
                <c:pt idx="2994">
                  <c:v>79.683113098144503</c:v>
                </c:pt>
                <c:pt idx="2995">
                  <c:v>79.673072814941406</c:v>
                </c:pt>
                <c:pt idx="2996">
                  <c:v>79.654075622558594</c:v>
                </c:pt>
                <c:pt idx="2997">
                  <c:v>79.649757385253906</c:v>
                </c:pt>
                <c:pt idx="2998">
                  <c:v>79.638198852539105</c:v>
                </c:pt>
                <c:pt idx="2999">
                  <c:v>79.610794067382798</c:v>
                </c:pt>
                <c:pt idx="3000">
                  <c:v>79.597190856933594</c:v>
                </c:pt>
                <c:pt idx="3001">
                  <c:v>79.579696655273395</c:v>
                </c:pt>
                <c:pt idx="3002">
                  <c:v>79.568138122558594</c:v>
                </c:pt>
                <c:pt idx="3003">
                  <c:v>79.570419311523395</c:v>
                </c:pt>
                <c:pt idx="3004">
                  <c:v>79.550109863281307</c:v>
                </c:pt>
                <c:pt idx="3005">
                  <c:v>79.535133361816406</c:v>
                </c:pt>
                <c:pt idx="3006">
                  <c:v>79.522155761718807</c:v>
                </c:pt>
                <c:pt idx="3007">
                  <c:v>79.497779846191406</c:v>
                </c:pt>
                <c:pt idx="3008">
                  <c:v>79.487785339355497</c:v>
                </c:pt>
                <c:pt idx="3009">
                  <c:v>79.481300354003906</c:v>
                </c:pt>
                <c:pt idx="3010">
                  <c:v>79.457321166992202</c:v>
                </c:pt>
                <c:pt idx="3011">
                  <c:v>79.438652038574205</c:v>
                </c:pt>
                <c:pt idx="3012">
                  <c:v>79.421394348144503</c:v>
                </c:pt>
                <c:pt idx="3013">
                  <c:v>79.406799316406307</c:v>
                </c:pt>
                <c:pt idx="3014">
                  <c:v>79.405700683593807</c:v>
                </c:pt>
                <c:pt idx="3015">
                  <c:v>79.382362365722699</c:v>
                </c:pt>
                <c:pt idx="3016">
                  <c:v>79.345458984375</c:v>
                </c:pt>
                <c:pt idx="3017">
                  <c:v>79.343116760253906</c:v>
                </c:pt>
                <c:pt idx="3018">
                  <c:v>79.327194213867202</c:v>
                </c:pt>
                <c:pt idx="3019">
                  <c:v>79.318008422851605</c:v>
                </c:pt>
                <c:pt idx="3020">
                  <c:v>79.313468933105497</c:v>
                </c:pt>
                <c:pt idx="3021">
                  <c:v>79.301460266113295</c:v>
                </c:pt>
                <c:pt idx="3022">
                  <c:v>79.288665771484403</c:v>
                </c:pt>
                <c:pt idx="3023">
                  <c:v>79.27587890625</c:v>
                </c:pt>
                <c:pt idx="3024">
                  <c:v>79.275070190429702</c:v>
                </c:pt>
                <c:pt idx="3025">
                  <c:v>79.252922058105497</c:v>
                </c:pt>
                <c:pt idx="3026">
                  <c:v>79.242614746093807</c:v>
                </c:pt>
                <c:pt idx="3027">
                  <c:v>79.227966308593807</c:v>
                </c:pt>
                <c:pt idx="3028">
                  <c:v>79.206779479980497</c:v>
                </c:pt>
                <c:pt idx="3029">
                  <c:v>79.199661254882798</c:v>
                </c:pt>
                <c:pt idx="3030">
                  <c:v>79.191726684570298</c:v>
                </c:pt>
                <c:pt idx="3031">
                  <c:v>79.1727294921875</c:v>
                </c:pt>
                <c:pt idx="3032">
                  <c:v>79.146186828613295</c:v>
                </c:pt>
                <c:pt idx="3033">
                  <c:v>79.143981933593807</c:v>
                </c:pt>
                <c:pt idx="3034">
                  <c:v>79.140907287597699</c:v>
                </c:pt>
                <c:pt idx="3035">
                  <c:v>79.135261535644503</c:v>
                </c:pt>
                <c:pt idx="3036">
                  <c:v>79.108299255371094</c:v>
                </c:pt>
                <c:pt idx="3037">
                  <c:v>79.084457397460895</c:v>
                </c:pt>
                <c:pt idx="3038">
                  <c:v>79.056655883789105</c:v>
                </c:pt>
                <c:pt idx="3039">
                  <c:v>79.039421081542997</c:v>
                </c:pt>
                <c:pt idx="3040">
                  <c:v>79.044326782226605</c:v>
                </c:pt>
                <c:pt idx="3041">
                  <c:v>79.026496887207003</c:v>
                </c:pt>
                <c:pt idx="3042">
                  <c:v>79.012886047363295</c:v>
                </c:pt>
                <c:pt idx="3043">
                  <c:v>79.008636474609403</c:v>
                </c:pt>
                <c:pt idx="3044">
                  <c:v>78.999107360839801</c:v>
                </c:pt>
                <c:pt idx="3045">
                  <c:v>78.976257324218807</c:v>
                </c:pt>
                <c:pt idx="3046">
                  <c:v>78.972007751464801</c:v>
                </c:pt>
                <c:pt idx="3047">
                  <c:v>78.968711853027301</c:v>
                </c:pt>
                <c:pt idx="3048">
                  <c:v>78.954383850097699</c:v>
                </c:pt>
                <c:pt idx="3049">
                  <c:v>78.945686340332003</c:v>
                </c:pt>
                <c:pt idx="3050">
                  <c:v>78.928123474121094</c:v>
                </c:pt>
                <c:pt idx="3051">
                  <c:v>78.901161193847699</c:v>
                </c:pt>
                <c:pt idx="3052">
                  <c:v>78.879127502441406</c:v>
                </c:pt>
                <c:pt idx="3053">
                  <c:v>78.874595642089801</c:v>
                </c:pt>
                <c:pt idx="3054">
                  <c:v>78.859977722167997</c:v>
                </c:pt>
                <c:pt idx="3055">
                  <c:v>78.849967956542997</c:v>
                </c:pt>
                <c:pt idx="3056">
                  <c:v>78.822059631347699</c:v>
                </c:pt>
                <c:pt idx="3057">
                  <c:v>78.808509826660199</c:v>
                </c:pt>
                <c:pt idx="3058">
                  <c:v>78.7867431640625</c:v>
                </c:pt>
                <c:pt idx="3059">
                  <c:v>78.757270812988295</c:v>
                </c:pt>
                <c:pt idx="3060">
                  <c:v>78.747329711914105</c:v>
                </c:pt>
                <c:pt idx="3061">
                  <c:v>78.745056152343807</c:v>
                </c:pt>
                <c:pt idx="3062">
                  <c:v>78.738716125488295</c:v>
                </c:pt>
                <c:pt idx="3063">
                  <c:v>78.734886169433594</c:v>
                </c:pt>
                <c:pt idx="3064">
                  <c:v>78.716094970703097</c:v>
                </c:pt>
                <c:pt idx="3065">
                  <c:v>78.696540832519503</c:v>
                </c:pt>
                <c:pt idx="3066">
                  <c:v>78.683151245117202</c:v>
                </c:pt>
                <c:pt idx="3067">
                  <c:v>78.671661376953097</c:v>
                </c:pt>
                <c:pt idx="3068">
                  <c:v>78.653785705566406</c:v>
                </c:pt>
                <c:pt idx="3069">
                  <c:v>78.654136657714801</c:v>
                </c:pt>
                <c:pt idx="3070">
                  <c:v>78.651451110839801</c:v>
                </c:pt>
                <c:pt idx="3071">
                  <c:v>78.644134521484403</c:v>
                </c:pt>
                <c:pt idx="3072">
                  <c:v>78.615379333496094</c:v>
                </c:pt>
                <c:pt idx="3073">
                  <c:v>78.591567993164105</c:v>
                </c:pt>
                <c:pt idx="3074">
                  <c:v>78.582946777343807</c:v>
                </c:pt>
                <c:pt idx="3075">
                  <c:v>78.570472717285199</c:v>
                </c:pt>
                <c:pt idx="3076">
                  <c:v>78.560493469238295</c:v>
                </c:pt>
                <c:pt idx="3077">
                  <c:v>78.538406372070298</c:v>
                </c:pt>
                <c:pt idx="3078">
                  <c:v>78.506927490234403</c:v>
                </c:pt>
                <c:pt idx="3079">
                  <c:v>78.518424987792997</c:v>
                </c:pt>
                <c:pt idx="3080">
                  <c:v>78.481307983398395</c:v>
                </c:pt>
                <c:pt idx="3081">
                  <c:v>78.470130920410199</c:v>
                </c:pt>
                <c:pt idx="3082">
                  <c:v>78.462417602539105</c:v>
                </c:pt>
                <c:pt idx="3083">
                  <c:v>78.478706359863295</c:v>
                </c:pt>
                <c:pt idx="3084">
                  <c:v>78.465065002441406</c:v>
                </c:pt>
                <c:pt idx="3085">
                  <c:v>78.457191467285199</c:v>
                </c:pt>
                <c:pt idx="3086">
                  <c:v>78.422477722167997</c:v>
                </c:pt>
                <c:pt idx="3087">
                  <c:v>78.393493652343807</c:v>
                </c:pt>
                <c:pt idx="3088">
                  <c:v>78.406921386718807</c:v>
                </c:pt>
                <c:pt idx="3089">
                  <c:v>78.414306640625</c:v>
                </c:pt>
                <c:pt idx="3090">
                  <c:v>78.390052795410199</c:v>
                </c:pt>
                <c:pt idx="3091">
                  <c:v>78.366058349609403</c:v>
                </c:pt>
                <c:pt idx="3092">
                  <c:v>78.357856750488295</c:v>
                </c:pt>
                <c:pt idx="3093">
                  <c:v>78.3397216796875</c:v>
                </c:pt>
                <c:pt idx="3094">
                  <c:v>78.304710388183594</c:v>
                </c:pt>
                <c:pt idx="3095">
                  <c:v>78.288879394531307</c:v>
                </c:pt>
                <c:pt idx="3096">
                  <c:v>78.271858215332003</c:v>
                </c:pt>
                <c:pt idx="3097">
                  <c:v>78.269805908203097</c:v>
                </c:pt>
                <c:pt idx="3098">
                  <c:v>78.259262084960895</c:v>
                </c:pt>
                <c:pt idx="3099">
                  <c:v>78.240165710449205</c:v>
                </c:pt>
                <c:pt idx="3100">
                  <c:v>78.218208312988295</c:v>
                </c:pt>
                <c:pt idx="3101">
                  <c:v>78.222831726074205</c:v>
                </c:pt>
                <c:pt idx="3102">
                  <c:v>78.193572998046903</c:v>
                </c:pt>
                <c:pt idx="3103">
                  <c:v>78.174110412597699</c:v>
                </c:pt>
                <c:pt idx="3104">
                  <c:v>78.177406311035199</c:v>
                </c:pt>
                <c:pt idx="3105">
                  <c:v>78.154838562011705</c:v>
                </c:pt>
                <c:pt idx="3106">
                  <c:v>78.151039123535199</c:v>
                </c:pt>
                <c:pt idx="3107">
                  <c:v>78.154136657714801</c:v>
                </c:pt>
                <c:pt idx="3108">
                  <c:v>78.155143737792997</c:v>
                </c:pt>
                <c:pt idx="3109">
                  <c:v>78.119712829589801</c:v>
                </c:pt>
                <c:pt idx="3110">
                  <c:v>78.130210876464801</c:v>
                </c:pt>
                <c:pt idx="3111">
                  <c:v>78.107048034667997</c:v>
                </c:pt>
                <c:pt idx="3112">
                  <c:v>78.073501586914105</c:v>
                </c:pt>
                <c:pt idx="3113">
                  <c:v>78.053016662597699</c:v>
                </c:pt>
                <c:pt idx="3114">
                  <c:v>78.019233703613295</c:v>
                </c:pt>
                <c:pt idx="3115">
                  <c:v>78.006256103515597</c:v>
                </c:pt>
                <c:pt idx="3116">
                  <c:v>77.984306335449205</c:v>
                </c:pt>
                <c:pt idx="3117">
                  <c:v>77.970634460449205</c:v>
                </c:pt>
                <c:pt idx="3118">
                  <c:v>77.969329833984403</c:v>
                </c:pt>
                <c:pt idx="3119">
                  <c:v>77.971351623535199</c:v>
                </c:pt>
                <c:pt idx="3120">
                  <c:v>77.979278564453097</c:v>
                </c:pt>
                <c:pt idx="3121">
                  <c:v>77.958824157714801</c:v>
                </c:pt>
                <c:pt idx="3122">
                  <c:v>77.940650939941406</c:v>
                </c:pt>
                <c:pt idx="3123">
                  <c:v>77.916297912597699</c:v>
                </c:pt>
                <c:pt idx="3124">
                  <c:v>77.886466979980497</c:v>
                </c:pt>
                <c:pt idx="3125">
                  <c:v>77.871917724609403</c:v>
                </c:pt>
                <c:pt idx="3126">
                  <c:v>77.868179321289105</c:v>
                </c:pt>
                <c:pt idx="3127">
                  <c:v>77.878257751464801</c:v>
                </c:pt>
                <c:pt idx="3128">
                  <c:v>77.862228393554702</c:v>
                </c:pt>
                <c:pt idx="3129">
                  <c:v>77.840667724609403</c:v>
                </c:pt>
                <c:pt idx="3130">
                  <c:v>77.834495544433594</c:v>
                </c:pt>
                <c:pt idx="3131">
                  <c:v>77.823188781738295</c:v>
                </c:pt>
                <c:pt idx="3132">
                  <c:v>77.809356689453097</c:v>
                </c:pt>
                <c:pt idx="3133">
                  <c:v>77.809020996093807</c:v>
                </c:pt>
                <c:pt idx="3134">
                  <c:v>77.787063598632798</c:v>
                </c:pt>
                <c:pt idx="3135">
                  <c:v>77.774177551269503</c:v>
                </c:pt>
                <c:pt idx="3136">
                  <c:v>77.753761291503906</c:v>
                </c:pt>
                <c:pt idx="3137">
                  <c:v>77.739562988281307</c:v>
                </c:pt>
                <c:pt idx="3138">
                  <c:v>77.722480773925795</c:v>
                </c:pt>
                <c:pt idx="3139">
                  <c:v>77.706153869628906</c:v>
                </c:pt>
                <c:pt idx="3140">
                  <c:v>77.684051513671903</c:v>
                </c:pt>
                <c:pt idx="3141">
                  <c:v>77.681579589843807</c:v>
                </c:pt>
                <c:pt idx="3142">
                  <c:v>77.668243408203097</c:v>
                </c:pt>
                <c:pt idx="3143">
                  <c:v>77.643821716308594</c:v>
                </c:pt>
                <c:pt idx="3144">
                  <c:v>77.635803222656307</c:v>
                </c:pt>
                <c:pt idx="3145">
                  <c:v>77.641921997070298</c:v>
                </c:pt>
                <c:pt idx="3146">
                  <c:v>77.631637573242202</c:v>
                </c:pt>
                <c:pt idx="3147">
                  <c:v>77.633071899414105</c:v>
                </c:pt>
                <c:pt idx="3148">
                  <c:v>77.614143371582003</c:v>
                </c:pt>
                <c:pt idx="3149">
                  <c:v>77.596008300781307</c:v>
                </c:pt>
                <c:pt idx="3150">
                  <c:v>77.582427978515597</c:v>
                </c:pt>
                <c:pt idx="3151">
                  <c:v>77.563285827636705</c:v>
                </c:pt>
                <c:pt idx="3152">
                  <c:v>77.541809082031307</c:v>
                </c:pt>
                <c:pt idx="3153">
                  <c:v>77.538803100585895</c:v>
                </c:pt>
                <c:pt idx="3154">
                  <c:v>77.527244567871094</c:v>
                </c:pt>
                <c:pt idx="3155">
                  <c:v>77.515823364257798</c:v>
                </c:pt>
                <c:pt idx="3156">
                  <c:v>77.500274658203097</c:v>
                </c:pt>
                <c:pt idx="3157">
                  <c:v>77.493171691894503</c:v>
                </c:pt>
                <c:pt idx="3158">
                  <c:v>77.480377197265597</c:v>
                </c:pt>
                <c:pt idx="3159">
                  <c:v>77.465263366699205</c:v>
                </c:pt>
                <c:pt idx="3160">
                  <c:v>77.457603454589801</c:v>
                </c:pt>
                <c:pt idx="3161">
                  <c:v>77.459808349609403</c:v>
                </c:pt>
                <c:pt idx="3162">
                  <c:v>77.448898315429702</c:v>
                </c:pt>
                <c:pt idx="3163">
                  <c:v>77.423988342285199</c:v>
                </c:pt>
                <c:pt idx="3164">
                  <c:v>77.396141052246094</c:v>
                </c:pt>
                <c:pt idx="3165">
                  <c:v>77.397003173828097</c:v>
                </c:pt>
                <c:pt idx="3166">
                  <c:v>77.39208984375</c:v>
                </c:pt>
                <c:pt idx="3167">
                  <c:v>77.382553100585895</c:v>
                </c:pt>
                <c:pt idx="3168">
                  <c:v>77.379142761230497</c:v>
                </c:pt>
                <c:pt idx="3169">
                  <c:v>77.373817443847699</c:v>
                </c:pt>
                <c:pt idx="3170">
                  <c:v>77.368896484375</c:v>
                </c:pt>
                <c:pt idx="3171">
                  <c:v>77.354675292968807</c:v>
                </c:pt>
                <c:pt idx="3172">
                  <c:v>77.316253662109403</c:v>
                </c:pt>
                <c:pt idx="3173">
                  <c:v>77.295593261718807</c:v>
                </c:pt>
                <c:pt idx="3174">
                  <c:v>77.293556213378906</c:v>
                </c:pt>
                <c:pt idx="3175">
                  <c:v>77.288291931152301</c:v>
                </c:pt>
                <c:pt idx="3176">
                  <c:v>77.275146484375</c:v>
                </c:pt>
                <c:pt idx="3177">
                  <c:v>77.254081726074205</c:v>
                </c:pt>
                <c:pt idx="3178">
                  <c:v>77.236495971679702</c:v>
                </c:pt>
                <c:pt idx="3179">
                  <c:v>77.225181579589801</c:v>
                </c:pt>
                <c:pt idx="3180">
                  <c:v>77.239494323730497</c:v>
                </c:pt>
                <c:pt idx="3181">
                  <c:v>77.238937377929702</c:v>
                </c:pt>
                <c:pt idx="3182">
                  <c:v>77.234268188476605</c:v>
                </c:pt>
                <c:pt idx="3183">
                  <c:v>77.220199584960895</c:v>
                </c:pt>
                <c:pt idx="3184">
                  <c:v>77.213424682617202</c:v>
                </c:pt>
                <c:pt idx="3185">
                  <c:v>77.211341857910199</c:v>
                </c:pt>
                <c:pt idx="3186">
                  <c:v>77.191787719726605</c:v>
                </c:pt>
                <c:pt idx="3187">
                  <c:v>77.160476684570298</c:v>
                </c:pt>
                <c:pt idx="3188">
                  <c:v>77.133636474609403</c:v>
                </c:pt>
                <c:pt idx="3189">
                  <c:v>77.119445800781307</c:v>
                </c:pt>
                <c:pt idx="3190">
                  <c:v>77.114814758300795</c:v>
                </c:pt>
                <c:pt idx="3191">
                  <c:v>77.100387573242202</c:v>
                </c:pt>
                <c:pt idx="3192">
                  <c:v>77.109405517578097</c:v>
                </c:pt>
                <c:pt idx="3193">
                  <c:v>77.098854064941406</c:v>
                </c:pt>
                <c:pt idx="3194">
                  <c:v>77.078147888183594</c:v>
                </c:pt>
                <c:pt idx="3195">
                  <c:v>77.074150085449205</c:v>
                </c:pt>
                <c:pt idx="3196">
                  <c:v>77.042755126953097</c:v>
                </c:pt>
                <c:pt idx="3197">
                  <c:v>77.022392272949205</c:v>
                </c:pt>
                <c:pt idx="3198">
                  <c:v>77.009086608886705</c:v>
                </c:pt>
                <c:pt idx="3199">
                  <c:v>77.015495300292997</c:v>
                </c:pt>
                <c:pt idx="3200">
                  <c:v>77.000633239746094</c:v>
                </c:pt>
                <c:pt idx="3201">
                  <c:v>76.988128662109403</c:v>
                </c:pt>
                <c:pt idx="3202">
                  <c:v>76.977867126464801</c:v>
                </c:pt>
                <c:pt idx="3203">
                  <c:v>76.958488464355497</c:v>
                </c:pt>
                <c:pt idx="3204">
                  <c:v>76.967788696289105</c:v>
                </c:pt>
                <c:pt idx="3205">
                  <c:v>76.961181640625</c:v>
                </c:pt>
                <c:pt idx="3206">
                  <c:v>76.941291809082003</c:v>
                </c:pt>
                <c:pt idx="3207">
                  <c:v>76.941795349121094</c:v>
                </c:pt>
                <c:pt idx="3208">
                  <c:v>76.928596496582003</c:v>
                </c:pt>
                <c:pt idx="3209">
                  <c:v>76.916824340820298</c:v>
                </c:pt>
                <c:pt idx="3210">
                  <c:v>76.899444580078097</c:v>
                </c:pt>
                <c:pt idx="3211">
                  <c:v>76.872398376464801</c:v>
                </c:pt>
                <c:pt idx="3212">
                  <c:v>76.858215332031307</c:v>
                </c:pt>
                <c:pt idx="3213">
                  <c:v>76.843284606933594</c:v>
                </c:pt>
                <c:pt idx="3214">
                  <c:v>76.839859008789105</c:v>
                </c:pt>
                <c:pt idx="3215">
                  <c:v>76.842689514160199</c:v>
                </c:pt>
                <c:pt idx="3216">
                  <c:v>76.830833435058594</c:v>
                </c:pt>
                <c:pt idx="3217">
                  <c:v>76.8214111328125</c:v>
                </c:pt>
                <c:pt idx="3218">
                  <c:v>76.823074340820298</c:v>
                </c:pt>
                <c:pt idx="3219">
                  <c:v>76.809745788574205</c:v>
                </c:pt>
                <c:pt idx="3220">
                  <c:v>76.788948059082003</c:v>
                </c:pt>
                <c:pt idx="3221">
                  <c:v>76.772201538085895</c:v>
                </c:pt>
                <c:pt idx="3222">
                  <c:v>76.751358032226605</c:v>
                </c:pt>
                <c:pt idx="3223">
                  <c:v>76.738121032714801</c:v>
                </c:pt>
                <c:pt idx="3224">
                  <c:v>76.730995178222699</c:v>
                </c:pt>
                <c:pt idx="3225">
                  <c:v>76.713188171386705</c:v>
                </c:pt>
                <c:pt idx="3226">
                  <c:v>76.698165893554702</c:v>
                </c:pt>
                <c:pt idx="3227">
                  <c:v>76.691734313964801</c:v>
                </c:pt>
                <c:pt idx="3228">
                  <c:v>76.684272766113295</c:v>
                </c:pt>
                <c:pt idx="3229">
                  <c:v>76.668907165527301</c:v>
                </c:pt>
                <c:pt idx="3230">
                  <c:v>76.658851623535199</c:v>
                </c:pt>
                <c:pt idx="3231">
                  <c:v>76.651718139648395</c:v>
                </c:pt>
                <c:pt idx="3232">
                  <c:v>76.641654968261705</c:v>
                </c:pt>
                <c:pt idx="3233">
                  <c:v>76.624504089355497</c:v>
                </c:pt>
                <c:pt idx="3234">
                  <c:v>76.617950439453097</c:v>
                </c:pt>
                <c:pt idx="3235">
                  <c:v>76.608749389648395</c:v>
                </c:pt>
                <c:pt idx="3236">
                  <c:v>76.600410461425795</c:v>
                </c:pt>
                <c:pt idx="3237">
                  <c:v>76.579994201660199</c:v>
                </c:pt>
                <c:pt idx="3238">
                  <c:v>76.580253601074205</c:v>
                </c:pt>
                <c:pt idx="3239">
                  <c:v>76.563545227050795</c:v>
                </c:pt>
                <c:pt idx="3240">
                  <c:v>76.552871704101605</c:v>
                </c:pt>
                <c:pt idx="3241">
                  <c:v>76.544258117675795</c:v>
                </c:pt>
                <c:pt idx="3242">
                  <c:v>76.525711059570298</c:v>
                </c:pt>
                <c:pt idx="3243">
                  <c:v>76.503105163574205</c:v>
                </c:pt>
                <c:pt idx="3244">
                  <c:v>76.489456176757798</c:v>
                </c:pt>
                <c:pt idx="3245">
                  <c:v>76.476913452148395</c:v>
                </c:pt>
                <c:pt idx="3246">
                  <c:v>76.471008300781307</c:v>
                </c:pt>
                <c:pt idx="3247">
                  <c:v>76.462379455566406</c:v>
                </c:pt>
                <c:pt idx="3248">
                  <c:v>76.453956604003906</c:v>
                </c:pt>
                <c:pt idx="3249">
                  <c:v>76.443778991699205</c:v>
                </c:pt>
                <c:pt idx="3250">
                  <c:v>76.426902770996094</c:v>
                </c:pt>
                <c:pt idx="3251">
                  <c:v>76.421005249023395</c:v>
                </c:pt>
                <c:pt idx="3252">
                  <c:v>76.403366088867202</c:v>
                </c:pt>
                <c:pt idx="3253">
                  <c:v>76.393341064453097</c:v>
                </c:pt>
                <c:pt idx="3254">
                  <c:v>76.383102416992202</c:v>
                </c:pt>
                <c:pt idx="3255">
                  <c:v>76.367927551269503</c:v>
                </c:pt>
                <c:pt idx="3256">
                  <c:v>76.354705810546903</c:v>
                </c:pt>
                <c:pt idx="3257">
                  <c:v>76.338218688964801</c:v>
                </c:pt>
                <c:pt idx="3258">
                  <c:v>76.335739135742202</c:v>
                </c:pt>
                <c:pt idx="3259">
                  <c:v>76.306076049804702</c:v>
                </c:pt>
                <c:pt idx="3260">
                  <c:v>76.302040100097699</c:v>
                </c:pt>
                <c:pt idx="3261">
                  <c:v>76.298690795898395</c:v>
                </c:pt>
                <c:pt idx="3262">
                  <c:v>76.298202514648395</c:v>
                </c:pt>
                <c:pt idx="3263">
                  <c:v>76.296096801757798</c:v>
                </c:pt>
                <c:pt idx="3264">
                  <c:v>76.283515930175795</c:v>
                </c:pt>
                <c:pt idx="3265">
                  <c:v>76.247306823730497</c:v>
                </c:pt>
                <c:pt idx="3266">
                  <c:v>76.231506347656307</c:v>
                </c:pt>
                <c:pt idx="3267">
                  <c:v>76.226287841796903</c:v>
                </c:pt>
                <c:pt idx="3268">
                  <c:v>76.217063903808594</c:v>
                </c:pt>
                <c:pt idx="3269">
                  <c:v>76.210105895996094</c:v>
                </c:pt>
                <c:pt idx="3270">
                  <c:v>76.198570251464801</c:v>
                </c:pt>
                <c:pt idx="3271">
                  <c:v>76.185539245605497</c:v>
                </c:pt>
                <c:pt idx="3272">
                  <c:v>76.152336120605497</c:v>
                </c:pt>
                <c:pt idx="3273">
                  <c:v>76.140098571777301</c:v>
                </c:pt>
                <c:pt idx="3274">
                  <c:v>76.143508911132798</c:v>
                </c:pt>
                <c:pt idx="3275">
                  <c:v>76.146965026855497</c:v>
                </c:pt>
                <c:pt idx="3276">
                  <c:v>76.142265319824205</c:v>
                </c:pt>
                <c:pt idx="3277">
                  <c:v>76.124427795410199</c:v>
                </c:pt>
                <c:pt idx="3278">
                  <c:v>76.125442504882798</c:v>
                </c:pt>
                <c:pt idx="3279">
                  <c:v>76.1082763671875</c:v>
                </c:pt>
                <c:pt idx="3280">
                  <c:v>76.082206726074205</c:v>
                </c:pt>
                <c:pt idx="3281">
                  <c:v>76.073768615722699</c:v>
                </c:pt>
                <c:pt idx="3282">
                  <c:v>76.055625915527301</c:v>
                </c:pt>
                <c:pt idx="3283">
                  <c:v>76.042823791503906</c:v>
                </c:pt>
                <c:pt idx="3284">
                  <c:v>76.028717041015597</c:v>
                </c:pt>
                <c:pt idx="3285">
                  <c:v>76.029396057128906</c:v>
                </c:pt>
                <c:pt idx="3286">
                  <c:v>76.012382507324205</c:v>
                </c:pt>
                <c:pt idx="3287">
                  <c:v>75.989639282226605</c:v>
                </c:pt>
                <c:pt idx="3288">
                  <c:v>75.972663879394503</c:v>
                </c:pt>
                <c:pt idx="3289">
                  <c:v>75.961265563964801</c:v>
                </c:pt>
                <c:pt idx="3290">
                  <c:v>75.958427429199205</c:v>
                </c:pt>
                <c:pt idx="3291">
                  <c:v>75.935394287109403</c:v>
                </c:pt>
                <c:pt idx="3292">
                  <c:v>75.911781311035199</c:v>
                </c:pt>
                <c:pt idx="3293">
                  <c:v>75.903572082519503</c:v>
                </c:pt>
                <c:pt idx="3294">
                  <c:v>75.914840698242202</c:v>
                </c:pt>
                <c:pt idx="3295">
                  <c:v>75.913192749023395</c:v>
                </c:pt>
                <c:pt idx="3296">
                  <c:v>75.904655456542997</c:v>
                </c:pt>
                <c:pt idx="3297">
                  <c:v>75.873123168945298</c:v>
                </c:pt>
                <c:pt idx="3298">
                  <c:v>75.876136779785199</c:v>
                </c:pt>
                <c:pt idx="3299">
                  <c:v>75.869956970214801</c:v>
                </c:pt>
                <c:pt idx="3300">
                  <c:v>75.851425170898395</c:v>
                </c:pt>
                <c:pt idx="3301">
                  <c:v>75.847450256347699</c:v>
                </c:pt>
                <c:pt idx="3302">
                  <c:v>75.847015380859403</c:v>
                </c:pt>
                <c:pt idx="3303">
                  <c:v>75.843025207519503</c:v>
                </c:pt>
                <c:pt idx="3304">
                  <c:v>75.819831848144503</c:v>
                </c:pt>
                <c:pt idx="3305">
                  <c:v>75.799003601074205</c:v>
                </c:pt>
                <c:pt idx="3306">
                  <c:v>75.784751892089801</c:v>
                </c:pt>
                <c:pt idx="3307">
                  <c:v>75.784355163574205</c:v>
                </c:pt>
                <c:pt idx="3308">
                  <c:v>75.764404296875</c:v>
                </c:pt>
                <c:pt idx="3309">
                  <c:v>75.759071350097699</c:v>
                </c:pt>
                <c:pt idx="3310">
                  <c:v>75.753112792968807</c:v>
                </c:pt>
                <c:pt idx="3311">
                  <c:v>75.733741760253906</c:v>
                </c:pt>
                <c:pt idx="3312">
                  <c:v>75.722991943359403</c:v>
                </c:pt>
                <c:pt idx="3313">
                  <c:v>75.707489013671903</c:v>
                </c:pt>
                <c:pt idx="3314">
                  <c:v>75.711738586425795</c:v>
                </c:pt>
                <c:pt idx="3315">
                  <c:v>75.708358764648395</c:v>
                </c:pt>
                <c:pt idx="3316">
                  <c:v>75.694404602050795</c:v>
                </c:pt>
                <c:pt idx="3317">
                  <c:v>75.671470642089801</c:v>
                </c:pt>
                <c:pt idx="3318">
                  <c:v>75.642005920410199</c:v>
                </c:pt>
                <c:pt idx="3319">
                  <c:v>75.640396118164105</c:v>
                </c:pt>
                <c:pt idx="3320">
                  <c:v>75.638488769531307</c:v>
                </c:pt>
                <c:pt idx="3321">
                  <c:v>75.623687744140597</c:v>
                </c:pt>
                <c:pt idx="3322">
                  <c:v>75.618888854980497</c:v>
                </c:pt>
                <c:pt idx="3323">
                  <c:v>75.606101989746094</c:v>
                </c:pt>
                <c:pt idx="3324">
                  <c:v>75.598274230957003</c:v>
                </c:pt>
                <c:pt idx="3325">
                  <c:v>75.577346801757798</c:v>
                </c:pt>
                <c:pt idx="3326">
                  <c:v>75.581092834472699</c:v>
                </c:pt>
                <c:pt idx="3327">
                  <c:v>75.575119018554702</c:v>
                </c:pt>
                <c:pt idx="3328">
                  <c:v>75.569023132324205</c:v>
                </c:pt>
                <c:pt idx="3329">
                  <c:v>75.566246032714801</c:v>
                </c:pt>
                <c:pt idx="3330">
                  <c:v>75.546562194824205</c:v>
                </c:pt>
                <c:pt idx="3331">
                  <c:v>75.521095275878906</c:v>
                </c:pt>
                <c:pt idx="3332">
                  <c:v>75.520553588867202</c:v>
                </c:pt>
                <c:pt idx="3333">
                  <c:v>75.506393432617202</c:v>
                </c:pt>
                <c:pt idx="3334">
                  <c:v>75.493728637695298</c:v>
                </c:pt>
                <c:pt idx="3335">
                  <c:v>75.464492797851605</c:v>
                </c:pt>
                <c:pt idx="3336">
                  <c:v>75.465225219726605</c:v>
                </c:pt>
                <c:pt idx="3337">
                  <c:v>75.456115722656307</c:v>
                </c:pt>
                <c:pt idx="3338">
                  <c:v>75.441734313964801</c:v>
                </c:pt>
                <c:pt idx="3339">
                  <c:v>75.432151794433594</c:v>
                </c:pt>
                <c:pt idx="3340">
                  <c:v>75.4051513671875</c:v>
                </c:pt>
                <c:pt idx="3341">
                  <c:v>75.392745971679702</c:v>
                </c:pt>
                <c:pt idx="3342">
                  <c:v>75.3843994140625</c:v>
                </c:pt>
                <c:pt idx="3343">
                  <c:v>75.3697509765625</c:v>
                </c:pt>
                <c:pt idx="3344">
                  <c:v>75.370124816894503</c:v>
                </c:pt>
                <c:pt idx="3345">
                  <c:v>75.353782653808594</c:v>
                </c:pt>
                <c:pt idx="3346">
                  <c:v>75.337509155273395</c:v>
                </c:pt>
                <c:pt idx="3347">
                  <c:v>75.325508117675795</c:v>
                </c:pt>
                <c:pt idx="3348">
                  <c:v>75.347976684570298</c:v>
                </c:pt>
                <c:pt idx="3349">
                  <c:v>75.346580505371094</c:v>
                </c:pt>
                <c:pt idx="3350">
                  <c:v>75.327308654785199</c:v>
                </c:pt>
                <c:pt idx="3351">
                  <c:v>75.334182739257798</c:v>
                </c:pt>
                <c:pt idx="3352">
                  <c:v>75.337684631347699</c:v>
                </c:pt>
                <c:pt idx="3353">
                  <c:v>75.311927795410199</c:v>
                </c:pt>
                <c:pt idx="3354">
                  <c:v>75.274002075195298</c:v>
                </c:pt>
                <c:pt idx="3355">
                  <c:v>75.252769470214801</c:v>
                </c:pt>
                <c:pt idx="3356">
                  <c:v>75.250381469726605</c:v>
                </c:pt>
                <c:pt idx="3357">
                  <c:v>75.231513977050795</c:v>
                </c:pt>
                <c:pt idx="3358">
                  <c:v>75.227455139160199</c:v>
                </c:pt>
                <c:pt idx="3359">
                  <c:v>75.2374267578125</c:v>
                </c:pt>
                <c:pt idx="3360">
                  <c:v>75.215850830078097</c:v>
                </c:pt>
                <c:pt idx="3361">
                  <c:v>75.169349670410199</c:v>
                </c:pt>
                <c:pt idx="3362">
                  <c:v>75.146499633789105</c:v>
                </c:pt>
                <c:pt idx="3363">
                  <c:v>75.125862121582003</c:v>
                </c:pt>
                <c:pt idx="3364">
                  <c:v>75.102340698242202</c:v>
                </c:pt>
                <c:pt idx="3365">
                  <c:v>75.096023559570298</c:v>
                </c:pt>
                <c:pt idx="3366">
                  <c:v>75.118011474609403</c:v>
                </c:pt>
                <c:pt idx="3367">
                  <c:v>75.130584716796903</c:v>
                </c:pt>
                <c:pt idx="3368">
                  <c:v>75.117042541503906</c:v>
                </c:pt>
                <c:pt idx="3369">
                  <c:v>75.099220275878906</c:v>
                </c:pt>
                <c:pt idx="3370">
                  <c:v>75.083175659179702</c:v>
                </c:pt>
                <c:pt idx="3371">
                  <c:v>75.098220825195298</c:v>
                </c:pt>
                <c:pt idx="3372">
                  <c:v>75.084701538085895</c:v>
                </c:pt>
                <c:pt idx="3373">
                  <c:v>75.075736999511705</c:v>
                </c:pt>
                <c:pt idx="3374">
                  <c:v>75.069129943847699</c:v>
                </c:pt>
                <c:pt idx="3375">
                  <c:v>75.048538208007798</c:v>
                </c:pt>
                <c:pt idx="3376">
                  <c:v>75.059371948242202</c:v>
                </c:pt>
                <c:pt idx="3377">
                  <c:v>75.063156127929702</c:v>
                </c:pt>
                <c:pt idx="3378">
                  <c:v>75.048370361328097</c:v>
                </c:pt>
                <c:pt idx="3379">
                  <c:v>75.017662048339801</c:v>
                </c:pt>
                <c:pt idx="3380">
                  <c:v>75.000137329101605</c:v>
                </c:pt>
                <c:pt idx="3381">
                  <c:v>74.998222351074205</c:v>
                </c:pt>
                <c:pt idx="3382">
                  <c:v>75.002189636230497</c:v>
                </c:pt>
                <c:pt idx="3383">
                  <c:v>74.971275329589801</c:v>
                </c:pt>
                <c:pt idx="3384">
                  <c:v>74.962272644042997</c:v>
                </c:pt>
                <c:pt idx="3385">
                  <c:v>74.972312927246094</c:v>
                </c:pt>
                <c:pt idx="3386">
                  <c:v>74.956489562988295</c:v>
                </c:pt>
                <c:pt idx="3387">
                  <c:v>74.938179016113295</c:v>
                </c:pt>
                <c:pt idx="3388">
                  <c:v>74.935478210449205</c:v>
                </c:pt>
                <c:pt idx="3389">
                  <c:v>74.914031982421903</c:v>
                </c:pt>
                <c:pt idx="3390">
                  <c:v>74.897636413574205</c:v>
                </c:pt>
                <c:pt idx="3391">
                  <c:v>74.884231567382798</c:v>
                </c:pt>
                <c:pt idx="3392">
                  <c:v>74.875663757324205</c:v>
                </c:pt>
                <c:pt idx="3393">
                  <c:v>74.860099792480497</c:v>
                </c:pt>
                <c:pt idx="3394">
                  <c:v>74.845146179199205</c:v>
                </c:pt>
                <c:pt idx="3395">
                  <c:v>74.827507019042997</c:v>
                </c:pt>
                <c:pt idx="3396">
                  <c:v>74.833473205566406</c:v>
                </c:pt>
                <c:pt idx="3397">
                  <c:v>74.824554443359403</c:v>
                </c:pt>
                <c:pt idx="3398">
                  <c:v>74.822547912597699</c:v>
                </c:pt>
                <c:pt idx="3399">
                  <c:v>74.808486938476605</c:v>
                </c:pt>
                <c:pt idx="3400">
                  <c:v>74.806961059570298</c:v>
                </c:pt>
                <c:pt idx="3401">
                  <c:v>74.799140930175795</c:v>
                </c:pt>
                <c:pt idx="3402">
                  <c:v>74.797691345214801</c:v>
                </c:pt>
                <c:pt idx="3403">
                  <c:v>74.789901733398395</c:v>
                </c:pt>
                <c:pt idx="3404">
                  <c:v>74.788375854492202</c:v>
                </c:pt>
                <c:pt idx="3405">
                  <c:v>74.777297973632798</c:v>
                </c:pt>
                <c:pt idx="3406">
                  <c:v>74.755165100097699</c:v>
                </c:pt>
                <c:pt idx="3407">
                  <c:v>74.755088806152301</c:v>
                </c:pt>
                <c:pt idx="3408">
                  <c:v>74.723899841308594</c:v>
                </c:pt>
                <c:pt idx="3409">
                  <c:v>74.730094909667997</c:v>
                </c:pt>
                <c:pt idx="3410">
                  <c:v>74.732360839843807</c:v>
                </c:pt>
                <c:pt idx="3411">
                  <c:v>74.709251403808594</c:v>
                </c:pt>
                <c:pt idx="3412">
                  <c:v>74.695220947265597</c:v>
                </c:pt>
                <c:pt idx="3413">
                  <c:v>74.671813964843807</c:v>
                </c:pt>
                <c:pt idx="3414">
                  <c:v>74.665596008300795</c:v>
                </c:pt>
                <c:pt idx="3415">
                  <c:v>74.663459777832003</c:v>
                </c:pt>
                <c:pt idx="3416">
                  <c:v>74.653228759765597</c:v>
                </c:pt>
                <c:pt idx="3417">
                  <c:v>74.646423339843807</c:v>
                </c:pt>
                <c:pt idx="3418">
                  <c:v>74.621604919433594</c:v>
                </c:pt>
                <c:pt idx="3419">
                  <c:v>74.604896545410199</c:v>
                </c:pt>
                <c:pt idx="3420">
                  <c:v>74.603431701660199</c:v>
                </c:pt>
                <c:pt idx="3421">
                  <c:v>74.586753845214801</c:v>
                </c:pt>
                <c:pt idx="3422">
                  <c:v>74.581558227539105</c:v>
                </c:pt>
                <c:pt idx="3423">
                  <c:v>74.575721740722699</c:v>
                </c:pt>
                <c:pt idx="3424">
                  <c:v>74.5828857421875</c:v>
                </c:pt>
                <c:pt idx="3425">
                  <c:v>74.569740295410199</c:v>
                </c:pt>
                <c:pt idx="3426">
                  <c:v>74.563926696777301</c:v>
                </c:pt>
                <c:pt idx="3427">
                  <c:v>74.557319641113295</c:v>
                </c:pt>
                <c:pt idx="3428">
                  <c:v>74.550621032714801</c:v>
                </c:pt>
                <c:pt idx="3429">
                  <c:v>74.540023803710895</c:v>
                </c:pt>
                <c:pt idx="3430">
                  <c:v>74.533264160156307</c:v>
                </c:pt>
                <c:pt idx="3431">
                  <c:v>74.515121459960895</c:v>
                </c:pt>
                <c:pt idx="3432">
                  <c:v>74.508529663085895</c:v>
                </c:pt>
                <c:pt idx="3433">
                  <c:v>74.507102966308594</c:v>
                </c:pt>
                <c:pt idx="3434">
                  <c:v>74.488418579101605</c:v>
                </c:pt>
                <c:pt idx="3435">
                  <c:v>74.474876403808594</c:v>
                </c:pt>
                <c:pt idx="3436">
                  <c:v>74.469940185546903</c:v>
                </c:pt>
                <c:pt idx="3437">
                  <c:v>74.453697204589801</c:v>
                </c:pt>
                <c:pt idx="3438">
                  <c:v>74.454055786132798</c:v>
                </c:pt>
                <c:pt idx="3439">
                  <c:v>74.450492858886705</c:v>
                </c:pt>
                <c:pt idx="3440">
                  <c:v>74.4500732421875</c:v>
                </c:pt>
                <c:pt idx="3441">
                  <c:v>74.414512634277301</c:v>
                </c:pt>
                <c:pt idx="3442">
                  <c:v>74.392761230468807</c:v>
                </c:pt>
                <c:pt idx="3443">
                  <c:v>74.377738952636705</c:v>
                </c:pt>
                <c:pt idx="3444">
                  <c:v>74.371047973632798</c:v>
                </c:pt>
                <c:pt idx="3445">
                  <c:v>74.3724365234375</c:v>
                </c:pt>
                <c:pt idx="3446">
                  <c:v>74.379081726074205</c:v>
                </c:pt>
                <c:pt idx="3447">
                  <c:v>74.381950378417997</c:v>
                </c:pt>
                <c:pt idx="3448">
                  <c:v>74.378013610839801</c:v>
                </c:pt>
                <c:pt idx="3449">
                  <c:v>74.366134643554702</c:v>
                </c:pt>
                <c:pt idx="3450">
                  <c:v>74.358741760253906</c:v>
                </c:pt>
                <c:pt idx="3451">
                  <c:v>74.345443725585895</c:v>
                </c:pt>
                <c:pt idx="3452">
                  <c:v>74.348136901855497</c:v>
                </c:pt>
                <c:pt idx="3453">
                  <c:v>74.3311767578125</c:v>
                </c:pt>
                <c:pt idx="3454">
                  <c:v>74.311912536621094</c:v>
                </c:pt>
                <c:pt idx="3455">
                  <c:v>74.297424316406307</c:v>
                </c:pt>
                <c:pt idx="3456">
                  <c:v>74.286354064941406</c:v>
                </c:pt>
                <c:pt idx="3457">
                  <c:v>74.280036926269503</c:v>
                </c:pt>
                <c:pt idx="3458">
                  <c:v>74.266906738281307</c:v>
                </c:pt>
                <c:pt idx="3459">
                  <c:v>74.259811401367202</c:v>
                </c:pt>
                <c:pt idx="3460">
                  <c:v>74.240310668945298</c:v>
                </c:pt>
                <c:pt idx="3461">
                  <c:v>74.230751037597699</c:v>
                </c:pt>
                <c:pt idx="3462">
                  <c:v>74.218299865722699</c:v>
                </c:pt>
                <c:pt idx="3463">
                  <c:v>74.205581665039105</c:v>
                </c:pt>
                <c:pt idx="3464">
                  <c:v>74.206680297851605</c:v>
                </c:pt>
                <c:pt idx="3465">
                  <c:v>74.191101074218807</c:v>
                </c:pt>
                <c:pt idx="3466">
                  <c:v>74.191825866699205</c:v>
                </c:pt>
                <c:pt idx="3467">
                  <c:v>74.186653137207003</c:v>
                </c:pt>
                <c:pt idx="3468">
                  <c:v>74.180603027343807</c:v>
                </c:pt>
                <c:pt idx="3469">
                  <c:v>74.178047180175795</c:v>
                </c:pt>
                <c:pt idx="3470">
                  <c:v>74.164978027343807</c:v>
                </c:pt>
                <c:pt idx="3471">
                  <c:v>74.147232055664105</c:v>
                </c:pt>
                <c:pt idx="3472">
                  <c:v>74.136947631835895</c:v>
                </c:pt>
                <c:pt idx="3473">
                  <c:v>74.136917114257798</c:v>
                </c:pt>
                <c:pt idx="3474">
                  <c:v>74.128120422363295</c:v>
                </c:pt>
                <c:pt idx="3475">
                  <c:v>74.098609924316406</c:v>
                </c:pt>
                <c:pt idx="3476">
                  <c:v>74.097473144531307</c:v>
                </c:pt>
                <c:pt idx="3477">
                  <c:v>74.098533630371094</c:v>
                </c:pt>
                <c:pt idx="3478">
                  <c:v>74.095680236816406</c:v>
                </c:pt>
                <c:pt idx="3479">
                  <c:v>74.085823059082003</c:v>
                </c:pt>
                <c:pt idx="3480">
                  <c:v>74.079193115234403</c:v>
                </c:pt>
                <c:pt idx="3481">
                  <c:v>74.069557189941406</c:v>
                </c:pt>
                <c:pt idx="3482">
                  <c:v>74.052276611328097</c:v>
                </c:pt>
                <c:pt idx="3483">
                  <c:v>74.041267395019503</c:v>
                </c:pt>
                <c:pt idx="3484">
                  <c:v>74.014541625976605</c:v>
                </c:pt>
                <c:pt idx="3485">
                  <c:v>74.011390686035199</c:v>
                </c:pt>
                <c:pt idx="3486">
                  <c:v>74.003700256347699</c:v>
                </c:pt>
                <c:pt idx="3487">
                  <c:v>73.993324279785199</c:v>
                </c:pt>
                <c:pt idx="3488">
                  <c:v>73.974182128906307</c:v>
                </c:pt>
                <c:pt idx="3489">
                  <c:v>73.962020874023395</c:v>
                </c:pt>
                <c:pt idx="3490">
                  <c:v>73.951492309570298</c:v>
                </c:pt>
                <c:pt idx="3491">
                  <c:v>73.936225891113295</c:v>
                </c:pt>
                <c:pt idx="3492">
                  <c:v>73.944557189941406</c:v>
                </c:pt>
                <c:pt idx="3493">
                  <c:v>73.937080383300795</c:v>
                </c:pt>
                <c:pt idx="3494">
                  <c:v>73.917251586914105</c:v>
                </c:pt>
                <c:pt idx="3495">
                  <c:v>73.912513732910199</c:v>
                </c:pt>
                <c:pt idx="3496">
                  <c:v>73.893630981445298</c:v>
                </c:pt>
                <c:pt idx="3497">
                  <c:v>73.882118225097699</c:v>
                </c:pt>
                <c:pt idx="3498">
                  <c:v>73.878074645996094</c:v>
                </c:pt>
                <c:pt idx="3499">
                  <c:v>73.873481750488295</c:v>
                </c:pt>
                <c:pt idx="3500">
                  <c:v>73.881843566894503</c:v>
                </c:pt>
                <c:pt idx="3501">
                  <c:v>73.868339538574205</c:v>
                </c:pt>
                <c:pt idx="3502">
                  <c:v>73.864494323730497</c:v>
                </c:pt>
                <c:pt idx="3503">
                  <c:v>73.853332519531307</c:v>
                </c:pt>
                <c:pt idx="3504">
                  <c:v>73.854331970214801</c:v>
                </c:pt>
                <c:pt idx="3505">
                  <c:v>73.842529296875</c:v>
                </c:pt>
                <c:pt idx="3506">
                  <c:v>73.818931579589801</c:v>
                </c:pt>
                <c:pt idx="3507">
                  <c:v>73.811248779296903</c:v>
                </c:pt>
                <c:pt idx="3508">
                  <c:v>73.804382324218807</c:v>
                </c:pt>
                <c:pt idx="3509">
                  <c:v>73.799781799316406</c:v>
                </c:pt>
                <c:pt idx="3510">
                  <c:v>73.796363830566406</c:v>
                </c:pt>
                <c:pt idx="3511">
                  <c:v>73.788101196289105</c:v>
                </c:pt>
                <c:pt idx="3512">
                  <c:v>73.755905151367202</c:v>
                </c:pt>
                <c:pt idx="3513">
                  <c:v>73.758270263671903</c:v>
                </c:pt>
                <c:pt idx="3514">
                  <c:v>73.745643615722699</c:v>
                </c:pt>
                <c:pt idx="3515">
                  <c:v>73.753425598144503</c:v>
                </c:pt>
                <c:pt idx="3516">
                  <c:v>73.718826293945298</c:v>
                </c:pt>
                <c:pt idx="3517">
                  <c:v>73.714202880859403</c:v>
                </c:pt>
                <c:pt idx="3518">
                  <c:v>73.724723815917997</c:v>
                </c:pt>
                <c:pt idx="3519">
                  <c:v>73.71484375</c:v>
                </c:pt>
                <c:pt idx="3520">
                  <c:v>73.707199096679702</c:v>
                </c:pt>
                <c:pt idx="3521">
                  <c:v>73.700942993164105</c:v>
                </c:pt>
                <c:pt idx="3522">
                  <c:v>73.686233520507798</c:v>
                </c:pt>
                <c:pt idx="3523">
                  <c:v>73.667930603027301</c:v>
                </c:pt>
                <c:pt idx="3524">
                  <c:v>73.686866760253906</c:v>
                </c:pt>
                <c:pt idx="3525">
                  <c:v>73.670433044433594</c:v>
                </c:pt>
                <c:pt idx="3526">
                  <c:v>73.672988891601605</c:v>
                </c:pt>
                <c:pt idx="3527">
                  <c:v>73.648605346679702</c:v>
                </c:pt>
                <c:pt idx="3528">
                  <c:v>73.631797790527301</c:v>
                </c:pt>
                <c:pt idx="3529">
                  <c:v>73.63427734375</c:v>
                </c:pt>
                <c:pt idx="3530">
                  <c:v>73.630798339843807</c:v>
                </c:pt>
                <c:pt idx="3531">
                  <c:v>73.635604858398395</c:v>
                </c:pt>
                <c:pt idx="3532">
                  <c:v>73.635101318359403</c:v>
                </c:pt>
                <c:pt idx="3533">
                  <c:v>73.616828918457003</c:v>
                </c:pt>
                <c:pt idx="3534">
                  <c:v>73.602478027343807</c:v>
                </c:pt>
                <c:pt idx="3535">
                  <c:v>73.603233337402301</c:v>
                </c:pt>
                <c:pt idx="3536">
                  <c:v>73.574432373046903</c:v>
                </c:pt>
                <c:pt idx="3537">
                  <c:v>73.558624267578097</c:v>
                </c:pt>
                <c:pt idx="3538">
                  <c:v>73.546577453613295</c:v>
                </c:pt>
                <c:pt idx="3539">
                  <c:v>73.545478820800795</c:v>
                </c:pt>
                <c:pt idx="3540">
                  <c:v>73.52783203125</c:v>
                </c:pt>
                <c:pt idx="3541">
                  <c:v>73.524200439453097</c:v>
                </c:pt>
                <c:pt idx="3542">
                  <c:v>73.501884460449205</c:v>
                </c:pt>
                <c:pt idx="3543">
                  <c:v>73.504722595214801</c:v>
                </c:pt>
                <c:pt idx="3544">
                  <c:v>73.511276245117202</c:v>
                </c:pt>
                <c:pt idx="3545">
                  <c:v>73.515686035156307</c:v>
                </c:pt>
                <c:pt idx="3546">
                  <c:v>73.518867492675795</c:v>
                </c:pt>
                <c:pt idx="3547">
                  <c:v>73.499694824218807</c:v>
                </c:pt>
                <c:pt idx="3548">
                  <c:v>73.485763549804702</c:v>
                </c:pt>
                <c:pt idx="3549">
                  <c:v>73.445259094238295</c:v>
                </c:pt>
                <c:pt idx="3550">
                  <c:v>73.442306518554702</c:v>
                </c:pt>
                <c:pt idx="3551">
                  <c:v>73.420166015625</c:v>
                </c:pt>
                <c:pt idx="3552">
                  <c:v>73.415191650390597</c:v>
                </c:pt>
                <c:pt idx="3553">
                  <c:v>73.428329467773395</c:v>
                </c:pt>
                <c:pt idx="3554">
                  <c:v>73.418029785156307</c:v>
                </c:pt>
                <c:pt idx="3555">
                  <c:v>73.405166625976605</c:v>
                </c:pt>
                <c:pt idx="3556">
                  <c:v>73.393272399902301</c:v>
                </c:pt>
                <c:pt idx="3557">
                  <c:v>73.376502990722699</c:v>
                </c:pt>
                <c:pt idx="3558">
                  <c:v>73.374977111816406</c:v>
                </c:pt>
                <c:pt idx="3559">
                  <c:v>73.379714965820298</c:v>
                </c:pt>
                <c:pt idx="3560">
                  <c:v>73.374107360839801</c:v>
                </c:pt>
                <c:pt idx="3561">
                  <c:v>73.358489990234403</c:v>
                </c:pt>
                <c:pt idx="3562">
                  <c:v>73.343124389648395</c:v>
                </c:pt>
                <c:pt idx="3563">
                  <c:v>73.340927124023395</c:v>
                </c:pt>
                <c:pt idx="3564">
                  <c:v>73.328910827636705</c:v>
                </c:pt>
                <c:pt idx="3565">
                  <c:v>73.304817199707003</c:v>
                </c:pt>
                <c:pt idx="3566">
                  <c:v>73.315101623535199</c:v>
                </c:pt>
                <c:pt idx="3567">
                  <c:v>73.322311401367202</c:v>
                </c:pt>
                <c:pt idx="3568">
                  <c:v>73.308135986328097</c:v>
                </c:pt>
                <c:pt idx="3569">
                  <c:v>73.290702819824205</c:v>
                </c:pt>
                <c:pt idx="3570">
                  <c:v>73.286148071289105</c:v>
                </c:pt>
                <c:pt idx="3571">
                  <c:v>73.261695861816406</c:v>
                </c:pt>
                <c:pt idx="3572">
                  <c:v>73.254119873046903</c:v>
                </c:pt>
                <c:pt idx="3573">
                  <c:v>73.245574951171903</c:v>
                </c:pt>
                <c:pt idx="3574">
                  <c:v>73.240081787109403</c:v>
                </c:pt>
                <c:pt idx="3575">
                  <c:v>73.247505187988295</c:v>
                </c:pt>
                <c:pt idx="3576">
                  <c:v>73.229499816894503</c:v>
                </c:pt>
                <c:pt idx="3577">
                  <c:v>73.230667114257798</c:v>
                </c:pt>
                <c:pt idx="3578">
                  <c:v>73.231109619140597</c:v>
                </c:pt>
                <c:pt idx="3579">
                  <c:v>73.213455200195298</c:v>
                </c:pt>
                <c:pt idx="3580">
                  <c:v>73.208892822265597</c:v>
                </c:pt>
                <c:pt idx="3581">
                  <c:v>73.188827514648395</c:v>
                </c:pt>
                <c:pt idx="3582">
                  <c:v>73.173149108886705</c:v>
                </c:pt>
                <c:pt idx="3583">
                  <c:v>73.156570434570298</c:v>
                </c:pt>
                <c:pt idx="3584">
                  <c:v>73.162620544433594</c:v>
                </c:pt>
                <c:pt idx="3585">
                  <c:v>73.179458618164105</c:v>
                </c:pt>
                <c:pt idx="3586">
                  <c:v>73.165184020996094</c:v>
                </c:pt>
                <c:pt idx="3587">
                  <c:v>73.157356262207003</c:v>
                </c:pt>
                <c:pt idx="3588">
                  <c:v>73.1287841796875</c:v>
                </c:pt>
                <c:pt idx="3589">
                  <c:v>73.126556396484403</c:v>
                </c:pt>
                <c:pt idx="3590">
                  <c:v>73.105087280273395</c:v>
                </c:pt>
                <c:pt idx="3591">
                  <c:v>73.104362487792997</c:v>
                </c:pt>
                <c:pt idx="3592">
                  <c:v>73.094169616699205</c:v>
                </c:pt>
                <c:pt idx="3593">
                  <c:v>73.096588134765597</c:v>
                </c:pt>
                <c:pt idx="3594">
                  <c:v>73.068603515625</c:v>
                </c:pt>
                <c:pt idx="3595">
                  <c:v>73.058944702148395</c:v>
                </c:pt>
                <c:pt idx="3596">
                  <c:v>73.0521240234375</c:v>
                </c:pt>
                <c:pt idx="3597">
                  <c:v>73.060760498046903</c:v>
                </c:pt>
                <c:pt idx="3598">
                  <c:v>73.039268493652301</c:v>
                </c:pt>
                <c:pt idx="3599">
                  <c:v>73.013648986816406</c:v>
                </c:pt>
                <c:pt idx="3600">
                  <c:v>72.995452880859403</c:v>
                </c:pt>
                <c:pt idx="3601">
                  <c:v>72.998001098632798</c:v>
                </c:pt>
                <c:pt idx="3602">
                  <c:v>73.011131286621094</c:v>
                </c:pt>
                <c:pt idx="3603">
                  <c:v>72.984474182128906</c:v>
                </c:pt>
                <c:pt idx="3604">
                  <c:v>72.985214233398395</c:v>
                </c:pt>
                <c:pt idx="3605">
                  <c:v>72.983650207519503</c:v>
                </c:pt>
                <c:pt idx="3606">
                  <c:v>72.975860595703097</c:v>
                </c:pt>
                <c:pt idx="3607">
                  <c:v>72.960403442382798</c:v>
                </c:pt>
                <c:pt idx="3608">
                  <c:v>72.941467285156307</c:v>
                </c:pt>
                <c:pt idx="3609">
                  <c:v>72.940017700195298</c:v>
                </c:pt>
                <c:pt idx="3610">
                  <c:v>72.934600830078097</c:v>
                </c:pt>
                <c:pt idx="3611">
                  <c:v>72.946922302246094</c:v>
                </c:pt>
                <c:pt idx="3612">
                  <c:v>72.942657470703097</c:v>
                </c:pt>
                <c:pt idx="3613">
                  <c:v>72.949394226074205</c:v>
                </c:pt>
                <c:pt idx="3614">
                  <c:v>72.932212829589801</c:v>
                </c:pt>
                <c:pt idx="3615">
                  <c:v>72.9136962890625</c:v>
                </c:pt>
                <c:pt idx="3616">
                  <c:v>72.921813964843807</c:v>
                </c:pt>
                <c:pt idx="3617">
                  <c:v>72.896232604980497</c:v>
                </c:pt>
                <c:pt idx="3618">
                  <c:v>72.880058288574205</c:v>
                </c:pt>
                <c:pt idx="3619">
                  <c:v>72.882369995117202</c:v>
                </c:pt>
                <c:pt idx="3620">
                  <c:v>72.880050659179702</c:v>
                </c:pt>
                <c:pt idx="3621">
                  <c:v>72.880027770996094</c:v>
                </c:pt>
                <c:pt idx="3622">
                  <c:v>72.852546691894503</c:v>
                </c:pt>
                <c:pt idx="3623">
                  <c:v>72.849075317382798</c:v>
                </c:pt>
                <c:pt idx="3624">
                  <c:v>72.834671020507798</c:v>
                </c:pt>
                <c:pt idx="3625">
                  <c:v>72.831398010253906</c:v>
                </c:pt>
                <c:pt idx="3626">
                  <c:v>72.805130004882798</c:v>
                </c:pt>
                <c:pt idx="3627">
                  <c:v>72.789649963378906</c:v>
                </c:pt>
                <c:pt idx="3628">
                  <c:v>72.769432067871094</c:v>
                </c:pt>
                <c:pt idx="3629">
                  <c:v>72.759132385253906</c:v>
                </c:pt>
                <c:pt idx="3630">
                  <c:v>72.770332336425795</c:v>
                </c:pt>
                <c:pt idx="3631">
                  <c:v>72.767990112304702</c:v>
                </c:pt>
                <c:pt idx="3632">
                  <c:v>72.760643005371094</c:v>
                </c:pt>
                <c:pt idx="3633">
                  <c:v>72.751121520996094</c:v>
                </c:pt>
                <c:pt idx="3634">
                  <c:v>72.748085021972699</c:v>
                </c:pt>
                <c:pt idx="3635">
                  <c:v>72.739303588867202</c:v>
                </c:pt>
                <c:pt idx="3636">
                  <c:v>72.717956542968807</c:v>
                </c:pt>
                <c:pt idx="3637">
                  <c:v>72.712257385253906</c:v>
                </c:pt>
                <c:pt idx="3638">
                  <c:v>72.711860656738295</c:v>
                </c:pt>
                <c:pt idx="3639">
                  <c:v>72.708335876464801</c:v>
                </c:pt>
                <c:pt idx="3640">
                  <c:v>72.703910827636705</c:v>
                </c:pt>
                <c:pt idx="3641">
                  <c:v>72.699050903320298</c:v>
                </c:pt>
                <c:pt idx="3642">
                  <c:v>72.691558837890597</c:v>
                </c:pt>
                <c:pt idx="3643">
                  <c:v>72.672988891601605</c:v>
                </c:pt>
                <c:pt idx="3644">
                  <c:v>72.644149780273395</c:v>
                </c:pt>
                <c:pt idx="3645">
                  <c:v>72.641998291015597</c:v>
                </c:pt>
                <c:pt idx="3646">
                  <c:v>72.651901245117202</c:v>
                </c:pt>
                <c:pt idx="3647">
                  <c:v>72.645606994628906</c:v>
                </c:pt>
                <c:pt idx="3648">
                  <c:v>72.637489318847699</c:v>
                </c:pt>
                <c:pt idx="3649">
                  <c:v>72.630752563476605</c:v>
                </c:pt>
                <c:pt idx="3650">
                  <c:v>72.618003845214801</c:v>
                </c:pt>
                <c:pt idx="3651">
                  <c:v>72.617095947265597</c:v>
                </c:pt>
                <c:pt idx="3652">
                  <c:v>72.611305236816406</c:v>
                </c:pt>
                <c:pt idx="3653">
                  <c:v>72.591545104980497</c:v>
                </c:pt>
                <c:pt idx="3654">
                  <c:v>72.581893920898395</c:v>
                </c:pt>
                <c:pt idx="3655">
                  <c:v>72.572273254394503</c:v>
                </c:pt>
                <c:pt idx="3656">
                  <c:v>72.558738708496094</c:v>
                </c:pt>
                <c:pt idx="3657">
                  <c:v>72.532951354980497</c:v>
                </c:pt>
                <c:pt idx="3658">
                  <c:v>72.527336120605497</c:v>
                </c:pt>
                <c:pt idx="3659">
                  <c:v>72.532127380371094</c:v>
                </c:pt>
                <c:pt idx="3660">
                  <c:v>72.524108886718807</c:v>
                </c:pt>
                <c:pt idx="3661">
                  <c:v>72.5347900390625</c:v>
                </c:pt>
                <c:pt idx="3662">
                  <c:v>72.522308349609403</c:v>
                </c:pt>
                <c:pt idx="3663">
                  <c:v>72.513420104980497</c:v>
                </c:pt>
                <c:pt idx="3664">
                  <c:v>72.485992431640597</c:v>
                </c:pt>
                <c:pt idx="3665">
                  <c:v>72.494781494140597</c:v>
                </c:pt>
                <c:pt idx="3666">
                  <c:v>72.496223449707003</c:v>
                </c:pt>
                <c:pt idx="3667">
                  <c:v>72.476943969726605</c:v>
                </c:pt>
                <c:pt idx="3668">
                  <c:v>72.458854675292997</c:v>
                </c:pt>
                <c:pt idx="3669">
                  <c:v>72.444877624511705</c:v>
                </c:pt>
                <c:pt idx="3670">
                  <c:v>72.453269958496094</c:v>
                </c:pt>
                <c:pt idx="3671">
                  <c:v>72.453018188476605</c:v>
                </c:pt>
                <c:pt idx="3672">
                  <c:v>72.443122863769503</c:v>
                </c:pt>
                <c:pt idx="3673">
                  <c:v>72.439682006835895</c:v>
                </c:pt>
                <c:pt idx="3674">
                  <c:v>72.415710449218807</c:v>
                </c:pt>
                <c:pt idx="3675">
                  <c:v>72.397087097167997</c:v>
                </c:pt>
                <c:pt idx="3676">
                  <c:v>72.402259826660199</c:v>
                </c:pt>
                <c:pt idx="3677">
                  <c:v>72.387123107910199</c:v>
                </c:pt>
                <c:pt idx="3678">
                  <c:v>72.383354187011705</c:v>
                </c:pt>
                <c:pt idx="3679">
                  <c:v>72.386116027832003</c:v>
                </c:pt>
                <c:pt idx="3680">
                  <c:v>72.380783081054702</c:v>
                </c:pt>
                <c:pt idx="3681">
                  <c:v>72.365615844726605</c:v>
                </c:pt>
                <c:pt idx="3682">
                  <c:v>72.348289489746094</c:v>
                </c:pt>
                <c:pt idx="3683">
                  <c:v>72.346015930175795</c:v>
                </c:pt>
                <c:pt idx="3684">
                  <c:v>72.353820800781307</c:v>
                </c:pt>
                <c:pt idx="3685">
                  <c:v>72.355545043945298</c:v>
                </c:pt>
                <c:pt idx="3686">
                  <c:v>72.325363159179702</c:v>
                </c:pt>
                <c:pt idx="3687">
                  <c:v>72.302192687988295</c:v>
                </c:pt>
                <c:pt idx="3688">
                  <c:v>72.301597595214801</c:v>
                </c:pt>
                <c:pt idx="3689">
                  <c:v>72.297592163085895</c:v>
                </c:pt>
                <c:pt idx="3690">
                  <c:v>72.289566040039105</c:v>
                </c:pt>
                <c:pt idx="3691">
                  <c:v>72.293045043945298</c:v>
                </c:pt>
                <c:pt idx="3692">
                  <c:v>72.296249389648395</c:v>
                </c:pt>
                <c:pt idx="3693">
                  <c:v>72.272758483886705</c:v>
                </c:pt>
                <c:pt idx="3694">
                  <c:v>72.280143737792997</c:v>
                </c:pt>
                <c:pt idx="3695">
                  <c:v>72.302696228027301</c:v>
                </c:pt>
                <c:pt idx="3696">
                  <c:v>72.322067260742202</c:v>
                </c:pt>
                <c:pt idx="3697">
                  <c:v>72.288825988769503</c:v>
                </c:pt>
                <c:pt idx="3698">
                  <c:v>72.267852783203097</c:v>
                </c:pt>
                <c:pt idx="3699">
                  <c:v>72.260475158691406</c:v>
                </c:pt>
                <c:pt idx="3700">
                  <c:v>72.244300842285199</c:v>
                </c:pt>
                <c:pt idx="3701">
                  <c:v>72.218498229980497</c:v>
                </c:pt>
                <c:pt idx="3702">
                  <c:v>72.202110290527301</c:v>
                </c:pt>
                <c:pt idx="3703">
                  <c:v>72.201141357421903</c:v>
                </c:pt>
                <c:pt idx="3704">
                  <c:v>72.176773071289105</c:v>
                </c:pt>
                <c:pt idx="3705">
                  <c:v>72.164382934570298</c:v>
                </c:pt>
                <c:pt idx="3706">
                  <c:v>72.172508239746094</c:v>
                </c:pt>
                <c:pt idx="3707">
                  <c:v>72.177253723144503</c:v>
                </c:pt>
                <c:pt idx="3708">
                  <c:v>72.176589965820298</c:v>
                </c:pt>
                <c:pt idx="3709">
                  <c:v>72.167770385742202</c:v>
                </c:pt>
                <c:pt idx="3710">
                  <c:v>72.165481567382798</c:v>
                </c:pt>
                <c:pt idx="3711">
                  <c:v>72.136375427246094</c:v>
                </c:pt>
                <c:pt idx="3712">
                  <c:v>72.123077392578097</c:v>
                </c:pt>
                <c:pt idx="3713">
                  <c:v>72.120956420898395</c:v>
                </c:pt>
                <c:pt idx="3714">
                  <c:v>72.121986389160199</c:v>
                </c:pt>
                <c:pt idx="3715">
                  <c:v>72.098861694335895</c:v>
                </c:pt>
                <c:pt idx="3716">
                  <c:v>72.0830078125</c:v>
                </c:pt>
                <c:pt idx="3717">
                  <c:v>72.070091247558594</c:v>
                </c:pt>
                <c:pt idx="3718">
                  <c:v>72.075241088867202</c:v>
                </c:pt>
                <c:pt idx="3719">
                  <c:v>72.065177917480497</c:v>
                </c:pt>
                <c:pt idx="3720">
                  <c:v>72.059089660644503</c:v>
                </c:pt>
                <c:pt idx="3721">
                  <c:v>72.038993835449205</c:v>
                </c:pt>
                <c:pt idx="3722">
                  <c:v>72.032989501953097</c:v>
                </c:pt>
                <c:pt idx="3723">
                  <c:v>72.025627136230497</c:v>
                </c:pt>
                <c:pt idx="3724">
                  <c:v>72.031112670898395</c:v>
                </c:pt>
                <c:pt idx="3725">
                  <c:v>72.021736145019503</c:v>
                </c:pt>
                <c:pt idx="3726">
                  <c:v>72.008361816406307</c:v>
                </c:pt>
                <c:pt idx="3727">
                  <c:v>71.991912841796903</c:v>
                </c:pt>
                <c:pt idx="3728">
                  <c:v>71.978279113769503</c:v>
                </c:pt>
                <c:pt idx="3729">
                  <c:v>71.982978820800795</c:v>
                </c:pt>
                <c:pt idx="3730">
                  <c:v>71.974761962890597</c:v>
                </c:pt>
                <c:pt idx="3731">
                  <c:v>71.968498229980497</c:v>
                </c:pt>
                <c:pt idx="3732">
                  <c:v>71.953605651855497</c:v>
                </c:pt>
                <c:pt idx="3733">
                  <c:v>71.945182800292997</c:v>
                </c:pt>
                <c:pt idx="3734">
                  <c:v>71.9354248046875</c:v>
                </c:pt>
                <c:pt idx="3735">
                  <c:v>71.9248046875</c:v>
                </c:pt>
                <c:pt idx="3736">
                  <c:v>71.9046630859375</c:v>
                </c:pt>
                <c:pt idx="3737">
                  <c:v>71.900520324707003</c:v>
                </c:pt>
                <c:pt idx="3738">
                  <c:v>71.891403198242202</c:v>
                </c:pt>
                <c:pt idx="3739">
                  <c:v>71.908180236816406</c:v>
                </c:pt>
                <c:pt idx="3740">
                  <c:v>71.911308288574205</c:v>
                </c:pt>
                <c:pt idx="3741">
                  <c:v>71.912254333496094</c:v>
                </c:pt>
                <c:pt idx="3742">
                  <c:v>71.892196655273395</c:v>
                </c:pt>
                <c:pt idx="3743">
                  <c:v>71.869827270507798</c:v>
                </c:pt>
                <c:pt idx="3744">
                  <c:v>71.879341125488295</c:v>
                </c:pt>
                <c:pt idx="3745">
                  <c:v>71.865669250488295</c:v>
                </c:pt>
                <c:pt idx="3746">
                  <c:v>71.852203369140597</c:v>
                </c:pt>
                <c:pt idx="3747">
                  <c:v>71.833091735839801</c:v>
                </c:pt>
                <c:pt idx="3748">
                  <c:v>71.832664489746094</c:v>
                </c:pt>
                <c:pt idx="3749">
                  <c:v>71.8232421875</c:v>
                </c:pt>
                <c:pt idx="3750">
                  <c:v>71.810729980468807</c:v>
                </c:pt>
                <c:pt idx="3751">
                  <c:v>71.797782897949205</c:v>
                </c:pt>
                <c:pt idx="3752">
                  <c:v>71.798820495605497</c:v>
                </c:pt>
                <c:pt idx="3753">
                  <c:v>71.777740478515597</c:v>
                </c:pt>
                <c:pt idx="3754">
                  <c:v>71.763725280761705</c:v>
                </c:pt>
                <c:pt idx="3755">
                  <c:v>71.759445190429702</c:v>
                </c:pt>
                <c:pt idx="3756">
                  <c:v>71.759208679199205</c:v>
                </c:pt>
                <c:pt idx="3757">
                  <c:v>71.758850097656307</c:v>
                </c:pt>
                <c:pt idx="3758">
                  <c:v>71.753654479980497</c:v>
                </c:pt>
                <c:pt idx="3759">
                  <c:v>71.746398925781307</c:v>
                </c:pt>
                <c:pt idx="3760">
                  <c:v>71.725997924804702</c:v>
                </c:pt>
                <c:pt idx="3761">
                  <c:v>71.706642150878906</c:v>
                </c:pt>
                <c:pt idx="3762">
                  <c:v>71.698745727539105</c:v>
                </c:pt>
                <c:pt idx="3763">
                  <c:v>71.685775756835895</c:v>
                </c:pt>
                <c:pt idx="3764">
                  <c:v>71.686874389648395</c:v>
                </c:pt>
                <c:pt idx="3765">
                  <c:v>71.663520812988295</c:v>
                </c:pt>
                <c:pt idx="3766">
                  <c:v>71.6600341796875</c:v>
                </c:pt>
                <c:pt idx="3767">
                  <c:v>71.653892517089801</c:v>
                </c:pt>
                <c:pt idx="3768">
                  <c:v>71.640243530273395</c:v>
                </c:pt>
                <c:pt idx="3769">
                  <c:v>71.630996704101605</c:v>
                </c:pt>
                <c:pt idx="3770">
                  <c:v>71.631889343261705</c:v>
                </c:pt>
                <c:pt idx="3771">
                  <c:v>71.637947082519503</c:v>
                </c:pt>
                <c:pt idx="3772">
                  <c:v>71.630523681640597</c:v>
                </c:pt>
                <c:pt idx="3773">
                  <c:v>71.599029541015597</c:v>
                </c:pt>
                <c:pt idx="3774">
                  <c:v>71.5909423828125</c:v>
                </c:pt>
                <c:pt idx="3775">
                  <c:v>71.578422546386705</c:v>
                </c:pt>
                <c:pt idx="3776">
                  <c:v>71.561935424804702</c:v>
                </c:pt>
                <c:pt idx="3777">
                  <c:v>71.544242858886705</c:v>
                </c:pt>
                <c:pt idx="3778">
                  <c:v>71.525871276855497</c:v>
                </c:pt>
                <c:pt idx="3779">
                  <c:v>71.534759521484403</c:v>
                </c:pt>
                <c:pt idx="3780">
                  <c:v>71.513008117675795</c:v>
                </c:pt>
                <c:pt idx="3781">
                  <c:v>71.497062683105497</c:v>
                </c:pt>
                <c:pt idx="3782">
                  <c:v>71.494735717773395</c:v>
                </c:pt>
                <c:pt idx="3783">
                  <c:v>71.480422973632798</c:v>
                </c:pt>
                <c:pt idx="3784">
                  <c:v>71.482963562011705</c:v>
                </c:pt>
                <c:pt idx="3785">
                  <c:v>71.473464965820298</c:v>
                </c:pt>
                <c:pt idx="3786">
                  <c:v>71.458969116210895</c:v>
                </c:pt>
                <c:pt idx="3787">
                  <c:v>71.452697753906307</c:v>
                </c:pt>
                <c:pt idx="3788">
                  <c:v>71.436599731445298</c:v>
                </c:pt>
                <c:pt idx="3789">
                  <c:v>71.436218261718807</c:v>
                </c:pt>
                <c:pt idx="3790">
                  <c:v>71.434959411621094</c:v>
                </c:pt>
                <c:pt idx="3791">
                  <c:v>71.424713134765597</c:v>
                </c:pt>
                <c:pt idx="3792">
                  <c:v>71.403007507324205</c:v>
                </c:pt>
                <c:pt idx="3793">
                  <c:v>71.396240234375</c:v>
                </c:pt>
                <c:pt idx="3794">
                  <c:v>71.397483825683594</c:v>
                </c:pt>
                <c:pt idx="3795">
                  <c:v>71.397781372070298</c:v>
                </c:pt>
                <c:pt idx="3796">
                  <c:v>71.367057800292997</c:v>
                </c:pt>
                <c:pt idx="3797">
                  <c:v>71.353157043457003</c:v>
                </c:pt>
                <c:pt idx="3798">
                  <c:v>71.349838256835895</c:v>
                </c:pt>
                <c:pt idx="3799">
                  <c:v>71.332832336425795</c:v>
                </c:pt>
                <c:pt idx="3800">
                  <c:v>71.311340332031307</c:v>
                </c:pt>
                <c:pt idx="3801">
                  <c:v>71.303146362304702</c:v>
                </c:pt>
                <c:pt idx="3802">
                  <c:v>71.290840148925795</c:v>
                </c:pt>
                <c:pt idx="3803">
                  <c:v>71.278579711914105</c:v>
                </c:pt>
                <c:pt idx="3804">
                  <c:v>71.283073425292997</c:v>
                </c:pt>
                <c:pt idx="3805">
                  <c:v>71.257919311523395</c:v>
                </c:pt>
                <c:pt idx="3806">
                  <c:v>71.241859436035199</c:v>
                </c:pt>
                <c:pt idx="3807">
                  <c:v>71.243446350097699</c:v>
                </c:pt>
                <c:pt idx="3808">
                  <c:v>71.226402282714801</c:v>
                </c:pt>
                <c:pt idx="3809">
                  <c:v>71.221839904785199</c:v>
                </c:pt>
                <c:pt idx="3810">
                  <c:v>71.224876403808594</c:v>
                </c:pt>
                <c:pt idx="3811">
                  <c:v>71.215911865234403</c:v>
                </c:pt>
                <c:pt idx="3812">
                  <c:v>71.203041076660199</c:v>
                </c:pt>
                <c:pt idx="3813">
                  <c:v>71.188438415527301</c:v>
                </c:pt>
                <c:pt idx="3814">
                  <c:v>71.158515930175795</c:v>
                </c:pt>
                <c:pt idx="3815">
                  <c:v>71.145172119140597</c:v>
                </c:pt>
                <c:pt idx="3816">
                  <c:v>71.152618408203097</c:v>
                </c:pt>
                <c:pt idx="3817">
                  <c:v>71.137237548828097</c:v>
                </c:pt>
                <c:pt idx="3818">
                  <c:v>71.123245239257798</c:v>
                </c:pt>
                <c:pt idx="3819">
                  <c:v>71.121604919433594</c:v>
                </c:pt>
                <c:pt idx="3820">
                  <c:v>71.100898742675795</c:v>
                </c:pt>
                <c:pt idx="3821">
                  <c:v>71.061248779296903</c:v>
                </c:pt>
                <c:pt idx="3822">
                  <c:v>71.049949645996094</c:v>
                </c:pt>
                <c:pt idx="3823">
                  <c:v>71.044227600097699</c:v>
                </c:pt>
                <c:pt idx="3824">
                  <c:v>71.031066894531307</c:v>
                </c:pt>
                <c:pt idx="3825">
                  <c:v>71.031379699707003</c:v>
                </c:pt>
                <c:pt idx="3826">
                  <c:v>71.037757873535199</c:v>
                </c:pt>
                <c:pt idx="3827">
                  <c:v>71.032859802246094</c:v>
                </c:pt>
                <c:pt idx="3828">
                  <c:v>71.004402160644503</c:v>
                </c:pt>
                <c:pt idx="3829">
                  <c:v>70.988479614257798</c:v>
                </c:pt>
                <c:pt idx="3830">
                  <c:v>70.963417053222699</c:v>
                </c:pt>
                <c:pt idx="3831">
                  <c:v>70.964065551757798</c:v>
                </c:pt>
                <c:pt idx="3832">
                  <c:v>70.949752807617202</c:v>
                </c:pt>
                <c:pt idx="3833">
                  <c:v>70.931205749511705</c:v>
                </c:pt>
                <c:pt idx="3834">
                  <c:v>70.923088073730497</c:v>
                </c:pt>
                <c:pt idx="3835">
                  <c:v>70.910827636718807</c:v>
                </c:pt>
                <c:pt idx="3836">
                  <c:v>70.881896972656307</c:v>
                </c:pt>
                <c:pt idx="3837">
                  <c:v>70.838417053222699</c:v>
                </c:pt>
                <c:pt idx="3838">
                  <c:v>70.838409423828097</c:v>
                </c:pt>
                <c:pt idx="3839">
                  <c:v>70.840423583984403</c:v>
                </c:pt>
                <c:pt idx="3840">
                  <c:v>70.834182739257798</c:v>
                </c:pt>
                <c:pt idx="3841">
                  <c:v>70.826499938964801</c:v>
                </c:pt>
                <c:pt idx="3842">
                  <c:v>70.820075988769503</c:v>
                </c:pt>
                <c:pt idx="3843">
                  <c:v>70.805389404296903</c:v>
                </c:pt>
                <c:pt idx="3844">
                  <c:v>70.779258728027301</c:v>
                </c:pt>
                <c:pt idx="3845">
                  <c:v>70.783561706542997</c:v>
                </c:pt>
                <c:pt idx="3846">
                  <c:v>70.76904296875</c:v>
                </c:pt>
                <c:pt idx="3847">
                  <c:v>70.761581420898395</c:v>
                </c:pt>
                <c:pt idx="3848">
                  <c:v>70.753471374511705</c:v>
                </c:pt>
                <c:pt idx="3849">
                  <c:v>70.732589721679702</c:v>
                </c:pt>
                <c:pt idx="3850">
                  <c:v>70.710273742675795</c:v>
                </c:pt>
                <c:pt idx="3851">
                  <c:v>70.693878173828097</c:v>
                </c:pt>
                <c:pt idx="3852">
                  <c:v>70.679588317871094</c:v>
                </c:pt>
                <c:pt idx="3853">
                  <c:v>70.668960571289105</c:v>
                </c:pt>
                <c:pt idx="3854">
                  <c:v>70.667236328125</c:v>
                </c:pt>
                <c:pt idx="3855">
                  <c:v>70.655944824218807</c:v>
                </c:pt>
                <c:pt idx="3856">
                  <c:v>70.653022766113295</c:v>
                </c:pt>
                <c:pt idx="3857">
                  <c:v>70.631988525390597</c:v>
                </c:pt>
                <c:pt idx="3858">
                  <c:v>70.6243896484375</c:v>
                </c:pt>
                <c:pt idx="3859">
                  <c:v>70.603660583496094</c:v>
                </c:pt>
                <c:pt idx="3860">
                  <c:v>70.588150024414105</c:v>
                </c:pt>
                <c:pt idx="3861">
                  <c:v>70.563171386718807</c:v>
                </c:pt>
                <c:pt idx="3862">
                  <c:v>70.548751831054702</c:v>
                </c:pt>
                <c:pt idx="3863">
                  <c:v>70.518745422363295</c:v>
                </c:pt>
                <c:pt idx="3864">
                  <c:v>70.502250671386705</c:v>
                </c:pt>
                <c:pt idx="3865">
                  <c:v>70.514884948730497</c:v>
                </c:pt>
                <c:pt idx="3866">
                  <c:v>70.508628845214801</c:v>
                </c:pt>
                <c:pt idx="3867">
                  <c:v>70.487312316894503</c:v>
                </c:pt>
                <c:pt idx="3868">
                  <c:v>70.474449157714801</c:v>
                </c:pt>
                <c:pt idx="3869">
                  <c:v>70.444023132324205</c:v>
                </c:pt>
                <c:pt idx="3870">
                  <c:v>70.433128356933594</c:v>
                </c:pt>
                <c:pt idx="3871">
                  <c:v>70.404846191406307</c:v>
                </c:pt>
                <c:pt idx="3872">
                  <c:v>70.402282714843807</c:v>
                </c:pt>
                <c:pt idx="3873">
                  <c:v>70.404067993164105</c:v>
                </c:pt>
                <c:pt idx="3874">
                  <c:v>70.394088745117202</c:v>
                </c:pt>
                <c:pt idx="3875">
                  <c:v>70.360031127929702</c:v>
                </c:pt>
                <c:pt idx="3876">
                  <c:v>70.344398498535199</c:v>
                </c:pt>
                <c:pt idx="3877">
                  <c:v>70.329162597656307</c:v>
                </c:pt>
                <c:pt idx="3878">
                  <c:v>70.316551208496094</c:v>
                </c:pt>
                <c:pt idx="3879">
                  <c:v>70.30810546875</c:v>
                </c:pt>
                <c:pt idx="3880">
                  <c:v>70.295562744140597</c:v>
                </c:pt>
                <c:pt idx="3881">
                  <c:v>70.278060913085895</c:v>
                </c:pt>
                <c:pt idx="3882">
                  <c:v>70.256301879882798</c:v>
                </c:pt>
                <c:pt idx="3883">
                  <c:v>70.236145019531307</c:v>
                </c:pt>
                <c:pt idx="3884">
                  <c:v>70.211105346679702</c:v>
                </c:pt>
                <c:pt idx="3885">
                  <c:v>70.212585449218807</c:v>
                </c:pt>
                <c:pt idx="3886">
                  <c:v>70.206726074218807</c:v>
                </c:pt>
                <c:pt idx="3887">
                  <c:v>70.209274291992202</c:v>
                </c:pt>
                <c:pt idx="3888">
                  <c:v>70.194015502929702</c:v>
                </c:pt>
                <c:pt idx="3889">
                  <c:v>70.168006896972699</c:v>
                </c:pt>
                <c:pt idx="3890">
                  <c:v>70.134124755859403</c:v>
                </c:pt>
                <c:pt idx="3891">
                  <c:v>70.118148803710895</c:v>
                </c:pt>
                <c:pt idx="3892">
                  <c:v>70.096244812011705</c:v>
                </c:pt>
                <c:pt idx="3893">
                  <c:v>70.079002380371094</c:v>
                </c:pt>
                <c:pt idx="3894">
                  <c:v>70.070655822753906</c:v>
                </c:pt>
                <c:pt idx="3895">
                  <c:v>70.06396484375</c:v>
                </c:pt>
                <c:pt idx="3896">
                  <c:v>70.045364379882798</c:v>
                </c:pt>
                <c:pt idx="3897">
                  <c:v>70.042930603027301</c:v>
                </c:pt>
                <c:pt idx="3898">
                  <c:v>70.026481628417997</c:v>
                </c:pt>
                <c:pt idx="3899">
                  <c:v>70.014587402343807</c:v>
                </c:pt>
                <c:pt idx="3900">
                  <c:v>70.007743835449205</c:v>
                </c:pt>
                <c:pt idx="3901">
                  <c:v>69.991989135742202</c:v>
                </c:pt>
                <c:pt idx="3902">
                  <c:v>69.971328735351605</c:v>
                </c:pt>
                <c:pt idx="3903">
                  <c:v>69.936599731445298</c:v>
                </c:pt>
                <c:pt idx="3904">
                  <c:v>69.922767639160199</c:v>
                </c:pt>
                <c:pt idx="3905">
                  <c:v>69.908180236816406</c:v>
                </c:pt>
                <c:pt idx="3906">
                  <c:v>69.899032592773395</c:v>
                </c:pt>
                <c:pt idx="3907">
                  <c:v>69.897071838378906</c:v>
                </c:pt>
                <c:pt idx="3908">
                  <c:v>69.883552551269503</c:v>
                </c:pt>
                <c:pt idx="3909">
                  <c:v>69.852851867675795</c:v>
                </c:pt>
                <c:pt idx="3910">
                  <c:v>69.825096130371094</c:v>
                </c:pt>
                <c:pt idx="3911">
                  <c:v>69.820358276367202</c:v>
                </c:pt>
                <c:pt idx="3912">
                  <c:v>69.826080322265597</c:v>
                </c:pt>
                <c:pt idx="3913">
                  <c:v>69.824073791503906</c:v>
                </c:pt>
                <c:pt idx="3914">
                  <c:v>69.790740966796903</c:v>
                </c:pt>
                <c:pt idx="3915">
                  <c:v>69.77294921875</c:v>
                </c:pt>
                <c:pt idx="3916">
                  <c:v>69.768585205078097</c:v>
                </c:pt>
                <c:pt idx="3917">
                  <c:v>69.752548217773395</c:v>
                </c:pt>
                <c:pt idx="3918">
                  <c:v>69.725845336914105</c:v>
                </c:pt>
                <c:pt idx="3919">
                  <c:v>69.705146789550795</c:v>
                </c:pt>
                <c:pt idx="3920">
                  <c:v>69.701583862304702</c:v>
                </c:pt>
                <c:pt idx="3921">
                  <c:v>69.682456970214801</c:v>
                </c:pt>
                <c:pt idx="3922">
                  <c:v>69.666458129882798</c:v>
                </c:pt>
                <c:pt idx="3923">
                  <c:v>69.661315917968807</c:v>
                </c:pt>
                <c:pt idx="3924">
                  <c:v>69.618499755859403</c:v>
                </c:pt>
                <c:pt idx="3925">
                  <c:v>69.605911254882798</c:v>
                </c:pt>
                <c:pt idx="3926">
                  <c:v>69.601852416992202</c:v>
                </c:pt>
                <c:pt idx="3927">
                  <c:v>69.608856201171903</c:v>
                </c:pt>
                <c:pt idx="3928">
                  <c:v>69.597518920898395</c:v>
                </c:pt>
                <c:pt idx="3929">
                  <c:v>69.592521667480497</c:v>
                </c:pt>
                <c:pt idx="3930">
                  <c:v>69.575347900390597</c:v>
                </c:pt>
                <c:pt idx="3931">
                  <c:v>69.556755065917997</c:v>
                </c:pt>
                <c:pt idx="3932">
                  <c:v>69.531646728515597</c:v>
                </c:pt>
                <c:pt idx="3933">
                  <c:v>69.502494812011705</c:v>
                </c:pt>
                <c:pt idx="3934">
                  <c:v>69.493179321289105</c:v>
                </c:pt>
                <c:pt idx="3935">
                  <c:v>69.482368469238295</c:v>
                </c:pt>
                <c:pt idx="3936">
                  <c:v>69.469657897949205</c:v>
                </c:pt>
                <c:pt idx="3937">
                  <c:v>69.448348999023395</c:v>
                </c:pt>
                <c:pt idx="3938">
                  <c:v>69.434295654296903</c:v>
                </c:pt>
                <c:pt idx="3939">
                  <c:v>69.434028625488295</c:v>
                </c:pt>
                <c:pt idx="3940">
                  <c:v>69.405548095703097</c:v>
                </c:pt>
                <c:pt idx="3941">
                  <c:v>69.377731323242202</c:v>
                </c:pt>
                <c:pt idx="3942">
                  <c:v>69.358802795410199</c:v>
                </c:pt>
                <c:pt idx="3943">
                  <c:v>69.348472595214801</c:v>
                </c:pt>
                <c:pt idx="3944">
                  <c:v>69.336799621582003</c:v>
                </c:pt>
                <c:pt idx="3945">
                  <c:v>69.319641113281307</c:v>
                </c:pt>
                <c:pt idx="3946">
                  <c:v>69.294517517089801</c:v>
                </c:pt>
                <c:pt idx="3947">
                  <c:v>69.300056457519503</c:v>
                </c:pt>
                <c:pt idx="3948">
                  <c:v>69.296424865722699</c:v>
                </c:pt>
                <c:pt idx="3949">
                  <c:v>69.263641357421903</c:v>
                </c:pt>
                <c:pt idx="3950">
                  <c:v>69.242446899414105</c:v>
                </c:pt>
                <c:pt idx="3951">
                  <c:v>69.230949401855497</c:v>
                </c:pt>
                <c:pt idx="3952">
                  <c:v>69.221015930175795</c:v>
                </c:pt>
                <c:pt idx="3953">
                  <c:v>69.194786071777301</c:v>
                </c:pt>
                <c:pt idx="3954">
                  <c:v>69.179206848144503</c:v>
                </c:pt>
                <c:pt idx="3955">
                  <c:v>69.181724548339801</c:v>
                </c:pt>
                <c:pt idx="3956">
                  <c:v>69.16259765625</c:v>
                </c:pt>
                <c:pt idx="3957">
                  <c:v>69.134819030761705</c:v>
                </c:pt>
                <c:pt idx="3958">
                  <c:v>69.118362426757798</c:v>
                </c:pt>
                <c:pt idx="3959">
                  <c:v>69.102973937988295</c:v>
                </c:pt>
                <c:pt idx="3960">
                  <c:v>69.092498779296903</c:v>
                </c:pt>
                <c:pt idx="3961">
                  <c:v>69.072700500488295</c:v>
                </c:pt>
                <c:pt idx="3962">
                  <c:v>69.050880432128906</c:v>
                </c:pt>
                <c:pt idx="3963">
                  <c:v>69.038040161132798</c:v>
                </c:pt>
                <c:pt idx="3964">
                  <c:v>69.025787353515597</c:v>
                </c:pt>
                <c:pt idx="3965">
                  <c:v>69.009925842285199</c:v>
                </c:pt>
                <c:pt idx="3966">
                  <c:v>68.998878479003906</c:v>
                </c:pt>
                <c:pt idx="3967">
                  <c:v>68.983306884765597</c:v>
                </c:pt>
                <c:pt idx="3968">
                  <c:v>68.956047058105497</c:v>
                </c:pt>
                <c:pt idx="3969">
                  <c:v>68.936149597167997</c:v>
                </c:pt>
                <c:pt idx="3970">
                  <c:v>68.898048400878906</c:v>
                </c:pt>
                <c:pt idx="3971">
                  <c:v>68.892318725585895</c:v>
                </c:pt>
                <c:pt idx="3972">
                  <c:v>68.888435363769503</c:v>
                </c:pt>
                <c:pt idx="3973">
                  <c:v>68.8685302734375</c:v>
                </c:pt>
                <c:pt idx="3974">
                  <c:v>68.835319519042997</c:v>
                </c:pt>
                <c:pt idx="3975">
                  <c:v>68.808944702148395</c:v>
                </c:pt>
                <c:pt idx="3976">
                  <c:v>68.794151306152301</c:v>
                </c:pt>
                <c:pt idx="3977">
                  <c:v>68.791549682617202</c:v>
                </c:pt>
                <c:pt idx="3978">
                  <c:v>68.7862548828125</c:v>
                </c:pt>
                <c:pt idx="3979">
                  <c:v>68.769004821777301</c:v>
                </c:pt>
                <c:pt idx="3980">
                  <c:v>68.752174377441406</c:v>
                </c:pt>
                <c:pt idx="3981">
                  <c:v>68.738265991210895</c:v>
                </c:pt>
                <c:pt idx="3982">
                  <c:v>68.716995239257798</c:v>
                </c:pt>
                <c:pt idx="3983">
                  <c:v>68.690757751464801</c:v>
                </c:pt>
                <c:pt idx="3984">
                  <c:v>68.669868469238295</c:v>
                </c:pt>
                <c:pt idx="3985">
                  <c:v>68.652305603027301</c:v>
                </c:pt>
                <c:pt idx="3986">
                  <c:v>68.639022827148395</c:v>
                </c:pt>
                <c:pt idx="3987">
                  <c:v>68.637031555175795</c:v>
                </c:pt>
                <c:pt idx="3988">
                  <c:v>68.625083923339801</c:v>
                </c:pt>
                <c:pt idx="3989">
                  <c:v>68.609725952148395</c:v>
                </c:pt>
                <c:pt idx="3990">
                  <c:v>68.587989807128906</c:v>
                </c:pt>
                <c:pt idx="3991">
                  <c:v>68.569442749023395</c:v>
                </c:pt>
                <c:pt idx="3992">
                  <c:v>68.550430297851605</c:v>
                </c:pt>
                <c:pt idx="3993">
                  <c:v>68.531776428222699</c:v>
                </c:pt>
                <c:pt idx="3994">
                  <c:v>68.510597229003906</c:v>
                </c:pt>
                <c:pt idx="3995">
                  <c:v>68.484916687011705</c:v>
                </c:pt>
                <c:pt idx="3996">
                  <c:v>68.470100402832003</c:v>
                </c:pt>
                <c:pt idx="3997">
                  <c:v>68.452583312988295</c:v>
                </c:pt>
                <c:pt idx="3998">
                  <c:v>68.433357238769503</c:v>
                </c:pt>
                <c:pt idx="3999">
                  <c:v>68.433311462402301</c:v>
                </c:pt>
                <c:pt idx="4000">
                  <c:v>68.425910949707003</c:v>
                </c:pt>
                <c:pt idx="4001">
                  <c:v>68.394035339355497</c:v>
                </c:pt>
                <c:pt idx="4002">
                  <c:v>68.371253967285199</c:v>
                </c:pt>
                <c:pt idx="4003">
                  <c:v>68.341522216796903</c:v>
                </c:pt>
                <c:pt idx="4004">
                  <c:v>68.335441589355497</c:v>
                </c:pt>
                <c:pt idx="4005">
                  <c:v>68.324371337890597</c:v>
                </c:pt>
                <c:pt idx="4006">
                  <c:v>68.292251586914105</c:v>
                </c:pt>
                <c:pt idx="4007">
                  <c:v>68.266654968261705</c:v>
                </c:pt>
                <c:pt idx="4008">
                  <c:v>68.248908996582003</c:v>
                </c:pt>
                <c:pt idx="4009">
                  <c:v>68.238136291503906</c:v>
                </c:pt>
                <c:pt idx="4010">
                  <c:v>68.216445922851605</c:v>
                </c:pt>
                <c:pt idx="4011">
                  <c:v>68.199050903320298</c:v>
                </c:pt>
                <c:pt idx="4012">
                  <c:v>68.174835205078097</c:v>
                </c:pt>
                <c:pt idx="4013">
                  <c:v>68.166694641113295</c:v>
                </c:pt>
                <c:pt idx="4014">
                  <c:v>68.165397644042997</c:v>
                </c:pt>
                <c:pt idx="4015">
                  <c:v>68.149497985839801</c:v>
                </c:pt>
                <c:pt idx="4016">
                  <c:v>68.125946044921903</c:v>
                </c:pt>
                <c:pt idx="4017">
                  <c:v>68.105644226074205</c:v>
                </c:pt>
                <c:pt idx="4018">
                  <c:v>68.091087341308594</c:v>
                </c:pt>
                <c:pt idx="4019">
                  <c:v>68.071342468261705</c:v>
                </c:pt>
                <c:pt idx="4020">
                  <c:v>68.054428100585895</c:v>
                </c:pt>
                <c:pt idx="4021">
                  <c:v>68.031097412109403</c:v>
                </c:pt>
                <c:pt idx="4022">
                  <c:v>68.002952575683594</c:v>
                </c:pt>
                <c:pt idx="4023">
                  <c:v>67.992889404296903</c:v>
                </c:pt>
                <c:pt idx="4024">
                  <c:v>67.971862792968807</c:v>
                </c:pt>
                <c:pt idx="4025">
                  <c:v>67.958488464355497</c:v>
                </c:pt>
                <c:pt idx="4026">
                  <c:v>67.938316345214801</c:v>
                </c:pt>
                <c:pt idx="4027">
                  <c:v>67.9017333984375</c:v>
                </c:pt>
                <c:pt idx="4028">
                  <c:v>67.893508911132798</c:v>
                </c:pt>
                <c:pt idx="4029">
                  <c:v>67.887237548828097</c:v>
                </c:pt>
                <c:pt idx="4030">
                  <c:v>67.861007690429702</c:v>
                </c:pt>
                <c:pt idx="4031">
                  <c:v>67.849044799804702</c:v>
                </c:pt>
                <c:pt idx="4032">
                  <c:v>67.818641662597699</c:v>
                </c:pt>
                <c:pt idx="4033">
                  <c:v>67.802749633789105</c:v>
                </c:pt>
                <c:pt idx="4034">
                  <c:v>67.779922485351605</c:v>
                </c:pt>
                <c:pt idx="4035">
                  <c:v>67.776359558105497</c:v>
                </c:pt>
                <c:pt idx="4036">
                  <c:v>67.763282775878906</c:v>
                </c:pt>
                <c:pt idx="4037">
                  <c:v>67.734535217285199</c:v>
                </c:pt>
                <c:pt idx="4038">
                  <c:v>67.723602294921903</c:v>
                </c:pt>
                <c:pt idx="4039">
                  <c:v>67.7059326171875</c:v>
                </c:pt>
                <c:pt idx="4040">
                  <c:v>67.687942504882798</c:v>
                </c:pt>
                <c:pt idx="4041">
                  <c:v>67.668235778808594</c:v>
                </c:pt>
                <c:pt idx="4042">
                  <c:v>67.642005920410199</c:v>
                </c:pt>
                <c:pt idx="4043">
                  <c:v>67.612457275390597</c:v>
                </c:pt>
                <c:pt idx="4044">
                  <c:v>67.594886779785199</c:v>
                </c:pt>
                <c:pt idx="4045">
                  <c:v>67.567947387695298</c:v>
                </c:pt>
                <c:pt idx="4046">
                  <c:v>67.554969787597699</c:v>
                </c:pt>
                <c:pt idx="4047">
                  <c:v>67.543067932128906</c:v>
                </c:pt>
                <c:pt idx="4048">
                  <c:v>67.546157836914105</c:v>
                </c:pt>
                <c:pt idx="4049">
                  <c:v>67.514465332031307</c:v>
                </c:pt>
                <c:pt idx="4050">
                  <c:v>67.498336791992202</c:v>
                </c:pt>
                <c:pt idx="4051">
                  <c:v>67.477149963378906</c:v>
                </c:pt>
                <c:pt idx="4052">
                  <c:v>67.463264465332003</c:v>
                </c:pt>
                <c:pt idx="4053">
                  <c:v>67.441116333007798</c:v>
                </c:pt>
                <c:pt idx="4054">
                  <c:v>67.431159973144503</c:v>
                </c:pt>
                <c:pt idx="4055">
                  <c:v>67.411529541015597</c:v>
                </c:pt>
                <c:pt idx="4056">
                  <c:v>67.394218444824205</c:v>
                </c:pt>
                <c:pt idx="4057">
                  <c:v>67.379631042480497</c:v>
                </c:pt>
                <c:pt idx="4058">
                  <c:v>67.376426696777301</c:v>
                </c:pt>
                <c:pt idx="4059">
                  <c:v>67.355888366699205</c:v>
                </c:pt>
                <c:pt idx="4060">
                  <c:v>67.338333129882798</c:v>
                </c:pt>
                <c:pt idx="4061">
                  <c:v>67.326301574707003</c:v>
                </c:pt>
                <c:pt idx="4062">
                  <c:v>67.292739868164105</c:v>
                </c:pt>
                <c:pt idx="4063">
                  <c:v>67.274444580078097</c:v>
                </c:pt>
                <c:pt idx="4064">
                  <c:v>67.262367248535199</c:v>
                </c:pt>
                <c:pt idx="4065">
                  <c:v>67.252380371093807</c:v>
                </c:pt>
                <c:pt idx="4066">
                  <c:v>67.242019653320298</c:v>
                </c:pt>
                <c:pt idx="4067">
                  <c:v>67.228660583496094</c:v>
                </c:pt>
                <c:pt idx="4068">
                  <c:v>67.195793151855497</c:v>
                </c:pt>
                <c:pt idx="4069">
                  <c:v>67.175704956054702</c:v>
                </c:pt>
                <c:pt idx="4070">
                  <c:v>67.167518615722699</c:v>
                </c:pt>
                <c:pt idx="4071">
                  <c:v>67.137870788574205</c:v>
                </c:pt>
                <c:pt idx="4072">
                  <c:v>67.134819030761705</c:v>
                </c:pt>
                <c:pt idx="4073">
                  <c:v>67.112335205078097</c:v>
                </c:pt>
                <c:pt idx="4074">
                  <c:v>67.089263916015597</c:v>
                </c:pt>
                <c:pt idx="4075">
                  <c:v>67.077201843261705</c:v>
                </c:pt>
                <c:pt idx="4076">
                  <c:v>67.054550170898395</c:v>
                </c:pt>
                <c:pt idx="4077">
                  <c:v>67.022857666015597</c:v>
                </c:pt>
                <c:pt idx="4078">
                  <c:v>67.016082763671903</c:v>
                </c:pt>
                <c:pt idx="4079">
                  <c:v>67.007720947265597</c:v>
                </c:pt>
                <c:pt idx="4080">
                  <c:v>66.988334655761705</c:v>
                </c:pt>
                <c:pt idx="4081">
                  <c:v>66.964454650878906</c:v>
                </c:pt>
                <c:pt idx="4082">
                  <c:v>66.954399108886705</c:v>
                </c:pt>
                <c:pt idx="4083">
                  <c:v>66.931663513183594</c:v>
                </c:pt>
                <c:pt idx="4084">
                  <c:v>66.922019958496094</c:v>
                </c:pt>
                <c:pt idx="4085">
                  <c:v>66.913635253906307</c:v>
                </c:pt>
                <c:pt idx="4086">
                  <c:v>66.899421691894503</c:v>
                </c:pt>
                <c:pt idx="4087">
                  <c:v>66.8868408203125</c:v>
                </c:pt>
                <c:pt idx="4088">
                  <c:v>66.864768981933594</c:v>
                </c:pt>
                <c:pt idx="4089">
                  <c:v>66.849884033203097</c:v>
                </c:pt>
                <c:pt idx="4090">
                  <c:v>66.822761535644503</c:v>
                </c:pt>
                <c:pt idx="4091">
                  <c:v>66.808723449707003</c:v>
                </c:pt>
                <c:pt idx="4092">
                  <c:v>66.803466796875</c:v>
                </c:pt>
                <c:pt idx="4093">
                  <c:v>66.792266845703097</c:v>
                </c:pt>
                <c:pt idx="4094">
                  <c:v>66.764747619628906</c:v>
                </c:pt>
                <c:pt idx="4095">
                  <c:v>66.742301940917997</c:v>
                </c:pt>
                <c:pt idx="4096">
                  <c:v>66.733901977539105</c:v>
                </c:pt>
                <c:pt idx="4097">
                  <c:v>66.7176513671875</c:v>
                </c:pt>
                <c:pt idx="4098">
                  <c:v>66.700798034667997</c:v>
                </c:pt>
                <c:pt idx="4099">
                  <c:v>66.697776794433594</c:v>
                </c:pt>
                <c:pt idx="4100">
                  <c:v>66.673454284667997</c:v>
                </c:pt>
                <c:pt idx="4101">
                  <c:v>66.655220031738295</c:v>
                </c:pt>
                <c:pt idx="4102">
                  <c:v>66.628700256347699</c:v>
                </c:pt>
                <c:pt idx="4103">
                  <c:v>66.607177734375</c:v>
                </c:pt>
                <c:pt idx="4104">
                  <c:v>66.592994689941406</c:v>
                </c:pt>
                <c:pt idx="4105">
                  <c:v>66.574325561523395</c:v>
                </c:pt>
                <c:pt idx="4106">
                  <c:v>66.558074951171903</c:v>
                </c:pt>
                <c:pt idx="4107">
                  <c:v>66.546859741210895</c:v>
                </c:pt>
                <c:pt idx="4108">
                  <c:v>66.528701782226605</c:v>
                </c:pt>
                <c:pt idx="4109">
                  <c:v>66.519096374511705</c:v>
                </c:pt>
                <c:pt idx="4110">
                  <c:v>66.507247924804702</c:v>
                </c:pt>
                <c:pt idx="4111">
                  <c:v>66.479545593261705</c:v>
                </c:pt>
                <c:pt idx="4112">
                  <c:v>66.444816589355497</c:v>
                </c:pt>
                <c:pt idx="4113">
                  <c:v>66.445976257324205</c:v>
                </c:pt>
                <c:pt idx="4114">
                  <c:v>66.425041198730497</c:v>
                </c:pt>
                <c:pt idx="4115">
                  <c:v>66.401763916015597</c:v>
                </c:pt>
                <c:pt idx="4116">
                  <c:v>66.383399963378906</c:v>
                </c:pt>
                <c:pt idx="4117">
                  <c:v>66.375732421875</c:v>
                </c:pt>
                <c:pt idx="4118">
                  <c:v>66.360336303710895</c:v>
                </c:pt>
                <c:pt idx="4119">
                  <c:v>66.350090026855497</c:v>
                </c:pt>
                <c:pt idx="4120">
                  <c:v>66.334869384765597</c:v>
                </c:pt>
                <c:pt idx="4121">
                  <c:v>66.318740844726605</c:v>
                </c:pt>
                <c:pt idx="4122">
                  <c:v>66.302993774414105</c:v>
                </c:pt>
                <c:pt idx="4123">
                  <c:v>66.276290893554702</c:v>
                </c:pt>
                <c:pt idx="4124">
                  <c:v>66.2572021484375</c:v>
                </c:pt>
                <c:pt idx="4125">
                  <c:v>66.228729248046903</c:v>
                </c:pt>
                <c:pt idx="4126">
                  <c:v>66.201881408691406</c:v>
                </c:pt>
                <c:pt idx="4127">
                  <c:v>66.193153381347699</c:v>
                </c:pt>
                <c:pt idx="4128">
                  <c:v>66.175689697265597</c:v>
                </c:pt>
                <c:pt idx="4129">
                  <c:v>66.169883728027301</c:v>
                </c:pt>
                <c:pt idx="4130">
                  <c:v>66.166343688964801</c:v>
                </c:pt>
                <c:pt idx="4131">
                  <c:v>66.138160705566406</c:v>
                </c:pt>
                <c:pt idx="4132">
                  <c:v>66.112579345703097</c:v>
                </c:pt>
                <c:pt idx="4133">
                  <c:v>66.090339660644503</c:v>
                </c:pt>
                <c:pt idx="4134">
                  <c:v>66.057876586914105</c:v>
                </c:pt>
                <c:pt idx="4135">
                  <c:v>66.031120300292997</c:v>
                </c:pt>
                <c:pt idx="4136">
                  <c:v>66.016532897949205</c:v>
                </c:pt>
                <c:pt idx="4137">
                  <c:v>66.008872985839801</c:v>
                </c:pt>
                <c:pt idx="4138">
                  <c:v>65.995010375976605</c:v>
                </c:pt>
                <c:pt idx="4139">
                  <c:v>65.993110656738295</c:v>
                </c:pt>
                <c:pt idx="4140">
                  <c:v>65.986495971679702</c:v>
                </c:pt>
                <c:pt idx="4141">
                  <c:v>65.970718383789105</c:v>
                </c:pt>
                <c:pt idx="4142">
                  <c:v>65.947540283203097</c:v>
                </c:pt>
                <c:pt idx="4143">
                  <c:v>65.919708251953097</c:v>
                </c:pt>
                <c:pt idx="4144">
                  <c:v>65.893295288085895</c:v>
                </c:pt>
                <c:pt idx="4145">
                  <c:v>65.870689392089801</c:v>
                </c:pt>
                <c:pt idx="4146">
                  <c:v>65.852218627929702</c:v>
                </c:pt>
                <c:pt idx="4147">
                  <c:v>65.836174011230497</c:v>
                </c:pt>
                <c:pt idx="4148">
                  <c:v>65.83154296875</c:v>
                </c:pt>
                <c:pt idx="4149">
                  <c:v>65.822212219238295</c:v>
                </c:pt>
                <c:pt idx="4150">
                  <c:v>65.801307678222699</c:v>
                </c:pt>
                <c:pt idx="4151">
                  <c:v>65.771614074707003</c:v>
                </c:pt>
                <c:pt idx="4152">
                  <c:v>65.751029968261705</c:v>
                </c:pt>
                <c:pt idx="4153">
                  <c:v>65.738273620605497</c:v>
                </c:pt>
                <c:pt idx="4154">
                  <c:v>65.725151062011705</c:v>
                </c:pt>
                <c:pt idx="4155">
                  <c:v>65.714195251464801</c:v>
                </c:pt>
                <c:pt idx="4156">
                  <c:v>65.707954406738295</c:v>
                </c:pt>
                <c:pt idx="4157">
                  <c:v>65.689559936523395</c:v>
                </c:pt>
                <c:pt idx="4158">
                  <c:v>65.674171447753906</c:v>
                </c:pt>
                <c:pt idx="4159">
                  <c:v>65.660224914550795</c:v>
                </c:pt>
                <c:pt idx="4160">
                  <c:v>65.627571105957003</c:v>
                </c:pt>
                <c:pt idx="4161">
                  <c:v>65.619140625</c:v>
                </c:pt>
                <c:pt idx="4162">
                  <c:v>65.623542785644503</c:v>
                </c:pt>
                <c:pt idx="4163">
                  <c:v>65.605033874511705</c:v>
                </c:pt>
                <c:pt idx="4164">
                  <c:v>65.594001770019503</c:v>
                </c:pt>
                <c:pt idx="4165">
                  <c:v>65.569770812988295</c:v>
                </c:pt>
                <c:pt idx="4166">
                  <c:v>65.521804809570298</c:v>
                </c:pt>
                <c:pt idx="4167">
                  <c:v>65.491661071777301</c:v>
                </c:pt>
                <c:pt idx="4168">
                  <c:v>65.485519409179702</c:v>
                </c:pt>
                <c:pt idx="4169">
                  <c:v>65.484039306640597</c:v>
                </c:pt>
                <c:pt idx="4170">
                  <c:v>65.466224670410199</c:v>
                </c:pt>
                <c:pt idx="4171">
                  <c:v>65.441413879394503</c:v>
                </c:pt>
                <c:pt idx="4172">
                  <c:v>65.426651000976605</c:v>
                </c:pt>
                <c:pt idx="4173">
                  <c:v>65.413192749023395</c:v>
                </c:pt>
                <c:pt idx="4174">
                  <c:v>65.390632629394503</c:v>
                </c:pt>
                <c:pt idx="4175">
                  <c:v>65.388504028320298</c:v>
                </c:pt>
                <c:pt idx="4176">
                  <c:v>65.381721496582003</c:v>
                </c:pt>
                <c:pt idx="4177">
                  <c:v>65.340576171875</c:v>
                </c:pt>
                <c:pt idx="4178">
                  <c:v>65.331520080566406</c:v>
                </c:pt>
                <c:pt idx="4179">
                  <c:v>65.313789367675795</c:v>
                </c:pt>
                <c:pt idx="4180">
                  <c:v>65.296974182128906</c:v>
                </c:pt>
                <c:pt idx="4181">
                  <c:v>65.286216735839801</c:v>
                </c:pt>
                <c:pt idx="4182">
                  <c:v>65.258369445800795</c:v>
                </c:pt>
                <c:pt idx="4183">
                  <c:v>65.243064880371094</c:v>
                </c:pt>
                <c:pt idx="4184">
                  <c:v>65.225685119628906</c:v>
                </c:pt>
                <c:pt idx="4185">
                  <c:v>65.194183349609403</c:v>
                </c:pt>
                <c:pt idx="4186">
                  <c:v>65.179122924804702</c:v>
                </c:pt>
                <c:pt idx="4187">
                  <c:v>65.190994262695298</c:v>
                </c:pt>
                <c:pt idx="4188">
                  <c:v>65.178466796875</c:v>
                </c:pt>
                <c:pt idx="4189">
                  <c:v>65.144790649414105</c:v>
                </c:pt>
                <c:pt idx="4190">
                  <c:v>65.103935241699205</c:v>
                </c:pt>
                <c:pt idx="4191">
                  <c:v>65.093971252441406</c:v>
                </c:pt>
                <c:pt idx="4192">
                  <c:v>65.103775024414105</c:v>
                </c:pt>
                <c:pt idx="4193">
                  <c:v>65.067466735839801</c:v>
                </c:pt>
                <c:pt idx="4194">
                  <c:v>65.058586120605497</c:v>
                </c:pt>
                <c:pt idx="4195">
                  <c:v>65.044197082519503</c:v>
                </c:pt>
                <c:pt idx="4196">
                  <c:v>65.025413513183594</c:v>
                </c:pt>
                <c:pt idx="4197">
                  <c:v>65.022476196289105</c:v>
                </c:pt>
                <c:pt idx="4198">
                  <c:v>65.008720397949205</c:v>
                </c:pt>
                <c:pt idx="4199">
                  <c:v>64.991676330566406</c:v>
                </c:pt>
                <c:pt idx="4200">
                  <c:v>64.964378356933594</c:v>
                </c:pt>
                <c:pt idx="4201">
                  <c:v>64.948989868164105</c:v>
                </c:pt>
                <c:pt idx="4202">
                  <c:v>64.923934936523395</c:v>
                </c:pt>
                <c:pt idx="4203">
                  <c:v>64.935035705566406</c:v>
                </c:pt>
                <c:pt idx="4204">
                  <c:v>64.916328430175795</c:v>
                </c:pt>
                <c:pt idx="4205">
                  <c:v>64.886344909667997</c:v>
                </c:pt>
                <c:pt idx="4206">
                  <c:v>64.866691589355497</c:v>
                </c:pt>
                <c:pt idx="4207">
                  <c:v>64.846031188964801</c:v>
                </c:pt>
                <c:pt idx="4208">
                  <c:v>64.831878662109403</c:v>
                </c:pt>
                <c:pt idx="4209">
                  <c:v>64.817657470703097</c:v>
                </c:pt>
                <c:pt idx="4210">
                  <c:v>64.807212829589801</c:v>
                </c:pt>
                <c:pt idx="4211">
                  <c:v>64.781669616699205</c:v>
                </c:pt>
                <c:pt idx="4212">
                  <c:v>64.774765014648395</c:v>
                </c:pt>
                <c:pt idx="4213">
                  <c:v>64.743934631347699</c:v>
                </c:pt>
                <c:pt idx="4214">
                  <c:v>64.715133666992202</c:v>
                </c:pt>
                <c:pt idx="4215">
                  <c:v>64.704910278320298</c:v>
                </c:pt>
                <c:pt idx="4216">
                  <c:v>64.685501098632798</c:v>
                </c:pt>
                <c:pt idx="4217">
                  <c:v>64.690078735351605</c:v>
                </c:pt>
                <c:pt idx="4218">
                  <c:v>64.662025451660199</c:v>
                </c:pt>
                <c:pt idx="4219">
                  <c:v>64.639755249023395</c:v>
                </c:pt>
                <c:pt idx="4220">
                  <c:v>64.608383178710895</c:v>
                </c:pt>
                <c:pt idx="4221">
                  <c:v>64.594833374023395</c:v>
                </c:pt>
                <c:pt idx="4222">
                  <c:v>64.578826904296903</c:v>
                </c:pt>
                <c:pt idx="4223">
                  <c:v>64.577133178710895</c:v>
                </c:pt>
                <c:pt idx="4224">
                  <c:v>64.561248779296903</c:v>
                </c:pt>
                <c:pt idx="4225">
                  <c:v>64.547546386718807</c:v>
                </c:pt>
                <c:pt idx="4226">
                  <c:v>64.523635864257798</c:v>
                </c:pt>
                <c:pt idx="4227">
                  <c:v>64.519683837890597</c:v>
                </c:pt>
                <c:pt idx="4228">
                  <c:v>64.501800537109403</c:v>
                </c:pt>
                <c:pt idx="4229">
                  <c:v>64.485671997070298</c:v>
                </c:pt>
                <c:pt idx="4230">
                  <c:v>64.475090026855497</c:v>
                </c:pt>
                <c:pt idx="4231">
                  <c:v>64.454772949218807</c:v>
                </c:pt>
                <c:pt idx="4232">
                  <c:v>64.444320678710895</c:v>
                </c:pt>
                <c:pt idx="4233">
                  <c:v>64.422172546386705</c:v>
                </c:pt>
                <c:pt idx="4234">
                  <c:v>64.395759582519503</c:v>
                </c:pt>
                <c:pt idx="4235">
                  <c:v>64.381790161132798</c:v>
                </c:pt>
                <c:pt idx="4236">
                  <c:v>64.377685546875</c:v>
                </c:pt>
                <c:pt idx="4237">
                  <c:v>64.349662780761705</c:v>
                </c:pt>
                <c:pt idx="4238">
                  <c:v>64.342819213867202</c:v>
                </c:pt>
                <c:pt idx="4239">
                  <c:v>64.315673828125</c:v>
                </c:pt>
                <c:pt idx="4240">
                  <c:v>64.307266235351605</c:v>
                </c:pt>
                <c:pt idx="4241">
                  <c:v>64.289489746093807</c:v>
                </c:pt>
                <c:pt idx="4242">
                  <c:v>64.271774291992202</c:v>
                </c:pt>
                <c:pt idx="4243">
                  <c:v>64.266288757324205</c:v>
                </c:pt>
                <c:pt idx="4244">
                  <c:v>64.253662109375</c:v>
                </c:pt>
                <c:pt idx="4245">
                  <c:v>64.226531982421903</c:v>
                </c:pt>
                <c:pt idx="4246">
                  <c:v>64.205192565917997</c:v>
                </c:pt>
                <c:pt idx="4247">
                  <c:v>64.183937072753906</c:v>
                </c:pt>
                <c:pt idx="4248">
                  <c:v>64.157127380371094</c:v>
                </c:pt>
                <c:pt idx="4249">
                  <c:v>64.138671875</c:v>
                </c:pt>
                <c:pt idx="4250">
                  <c:v>64.140541076660199</c:v>
                </c:pt>
                <c:pt idx="4251">
                  <c:v>64.125656127929702</c:v>
                </c:pt>
                <c:pt idx="4252">
                  <c:v>64.105331420898395</c:v>
                </c:pt>
                <c:pt idx="4253">
                  <c:v>64.092819213867202</c:v>
                </c:pt>
                <c:pt idx="4254">
                  <c:v>64.073532104492202</c:v>
                </c:pt>
                <c:pt idx="4255">
                  <c:v>64.037986755371094</c:v>
                </c:pt>
                <c:pt idx="4256">
                  <c:v>64.020202636718807</c:v>
                </c:pt>
                <c:pt idx="4257">
                  <c:v>64.022384643554702</c:v>
                </c:pt>
                <c:pt idx="4258">
                  <c:v>64.003776550292997</c:v>
                </c:pt>
                <c:pt idx="4259">
                  <c:v>63.9762573242188</c:v>
                </c:pt>
                <c:pt idx="4260">
                  <c:v>63.969661712646499</c:v>
                </c:pt>
                <c:pt idx="4261">
                  <c:v>63.9440727233887</c:v>
                </c:pt>
                <c:pt idx="4262">
                  <c:v>63.931884765625</c:v>
                </c:pt>
                <c:pt idx="4263">
                  <c:v>63.892948150634801</c:v>
                </c:pt>
                <c:pt idx="4264">
                  <c:v>63.892063140869098</c:v>
                </c:pt>
                <c:pt idx="4265">
                  <c:v>63.886997222900398</c:v>
                </c:pt>
                <c:pt idx="4266">
                  <c:v>63.857173919677699</c:v>
                </c:pt>
                <c:pt idx="4267">
                  <c:v>63.844852447509801</c:v>
                </c:pt>
                <c:pt idx="4268">
                  <c:v>63.830204010009801</c:v>
                </c:pt>
                <c:pt idx="4269">
                  <c:v>63.829998016357401</c:v>
                </c:pt>
                <c:pt idx="4270">
                  <c:v>63.815940856933601</c:v>
                </c:pt>
                <c:pt idx="4271">
                  <c:v>63.792446136474602</c:v>
                </c:pt>
                <c:pt idx="4272">
                  <c:v>63.789985656738303</c:v>
                </c:pt>
                <c:pt idx="4273">
                  <c:v>63.780277252197301</c:v>
                </c:pt>
                <c:pt idx="4274">
                  <c:v>63.755599975585902</c:v>
                </c:pt>
                <c:pt idx="4275">
                  <c:v>63.731956481933601</c:v>
                </c:pt>
                <c:pt idx="4276">
                  <c:v>63.720813751220703</c:v>
                </c:pt>
                <c:pt idx="4277">
                  <c:v>63.695117950439503</c:v>
                </c:pt>
                <c:pt idx="4278">
                  <c:v>63.676292419433601</c:v>
                </c:pt>
                <c:pt idx="4279">
                  <c:v>63.648365020752003</c:v>
                </c:pt>
                <c:pt idx="4280">
                  <c:v>63.638519287109403</c:v>
                </c:pt>
                <c:pt idx="4281">
                  <c:v>63.634780883789098</c:v>
                </c:pt>
                <c:pt idx="4282">
                  <c:v>63.609672546386697</c:v>
                </c:pt>
                <c:pt idx="4283">
                  <c:v>63.593673706054702</c:v>
                </c:pt>
                <c:pt idx="4284">
                  <c:v>63.589179992675803</c:v>
                </c:pt>
                <c:pt idx="4285">
                  <c:v>63.571113586425803</c:v>
                </c:pt>
                <c:pt idx="4286">
                  <c:v>63.563655853271499</c:v>
                </c:pt>
                <c:pt idx="4287">
                  <c:v>63.5422973632813</c:v>
                </c:pt>
                <c:pt idx="4288">
                  <c:v>63.524642944335902</c:v>
                </c:pt>
                <c:pt idx="4289">
                  <c:v>63.506309509277301</c:v>
                </c:pt>
                <c:pt idx="4290">
                  <c:v>63.502399444580099</c:v>
                </c:pt>
                <c:pt idx="4291">
                  <c:v>63.4668998718262</c:v>
                </c:pt>
                <c:pt idx="4292">
                  <c:v>63.433296203613303</c:v>
                </c:pt>
                <c:pt idx="4293">
                  <c:v>63.416736602783203</c:v>
                </c:pt>
                <c:pt idx="4294">
                  <c:v>63.4164848327637</c:v>
                </c:pt>
                <c:pt idx="4295">
                  <c:v>63.400749206542997</c:v>
                </c:pt>
                <c:pt idx="4296">
                  <c:v>63.375705718994098</c:v>
                </c:pt>
                <c:pt idx="4297">
                  <c:v>63.352027893066399</c:v>
                </c:pt>
                <c:pt idx="4298">
                  <c:v>63.336536407470703</c:v>
                </c:pt>
                <c:pt idx="4299">
                  <c:v>63.3173637390137</c:v>
                </c:pt>
                <c:pt idx="4300">
                  <c:v>63.289661407470703</c:v>
                </c:pt>
                <c:pt idx="4301">
                  <c:v>63.291526794433601</c:v>
                </c:pt>
                <c:pt idx="4302">
                  <c:v>63.282127380371101</c:v>
                </c:pt>
                <c:pt idx="4303">
                  <c:v>63.260154724121101</c:v>
                </c:pt>
                <c:pt idx="4304">
                  <c:v>63.252285003662102</c:v>
                </c:pt>
                <c:pt idx="4305">
                  <c:v>63.237056732177699</c:v>
                </c:pt>
                <c:pt idx="4306">
                  <c:v>63.224769592285199</c:v>
                </c:pt>
                <c:pt idx="4307">
                  <c:v>63.204666137695298</c:v>
                </c:pt>
                <c:pt idx="4308">
                  <c:v>63.201694488525398</c:v>
                </c:pt>
                <c:pt idx="4309">
                  <c:v>63.168972015380902</c:v>
                </c:pt>
                <c:pt idx="4310">
                  <c:v>63.1587524414063</c:v>
                </c:pt>
                <c:pt idx="4311">
                  <c:v>63.145542144775398</c:v>
                </c:pt>
                <c:pt idx="4312">
                  <c:v>63.114326477050803</c:v>
                </c:pt>
                <c:pt idx="4313">
                  <c:v>63.089469909667997</c:v>
                </c:pt>
                <c:pt idx="4314">
                  <c:v>63.0678520202637</c:v>
                </c:pt>
                <c:pt idx="4315">
                  <c:v>63.055461883544901</c:v>
                </c:pt>
                <c:pt idx="4316">
                  <c:v>63.032352447509801</c:v>
                </c:pt>
                <c:pt idx="4317">
                  <c:v>63.033134460449197</c:v>
                </c:pt>
                <c:pt idx="4318">
                  <c:v>63.007633209228501</c:v>
                </c:pt>
                <c:pt idx="4319">
                  <c:v>62.982498168945298</c:v>
                </c:pt>
                <c:pt idx="4320">
                  <c:v>62.975765228271499</c:v>
                </c:pt>
                <c:pt idx="4321">
                  <c:v>62.969062805175803</c:v>
                </c:pt>
                <c:pt idx="4322">
                  <c:v>62.975273132324197</c:v>
                </c:pt>
                <c:pt idx="4323">
                  <c:v>62.973949432373097</c:v>
                </c:pt>
                <c:pt idx="4324">
                  <c:v>62.962436676025398</c:v>
                </c:pt>
                <c:pt idx="4325">
                  <c:v>62.938419342041001</c:v>
                </c:pt>
                <c:pt idx="4326">
                  <c:v>62.913002014160199</c:v>
                </c:pt>
                <c:pt idx="4327">
                  <c:v>62.883460998535199</c:v>
                </c:pt>
                <c:pt idx="4328">
                  <c:v>62.861003875732401</c:v>
                </c:pt>
                <c:pt idx="4329">
                  <c:v>62.860683441162102</c:v>
                </c:pt>
                <c:pt idx="4330">
                  <c:v>62.859539031982401</c:v>
                </c:pt>
                <c:pt idx="4331">
                  <c:v>62.822639465332003</c:v>
                </c:pt>
                <c:pt idx="4332">
                  <c:v>62.8124389648438</c:v>
                </c:pt>
                <c:pt idx="4333">
                  <c:v>62.789825439453097</c:v>
                </c:pt>
                <c:pt idx="4334">
                  <c:v>62.789012908935597</c:v>
                </c:pt>
                <c:pt idx="4335">
                  <c:v>62.789546966552699</c:v>
                </c:pt>
                <c:pt idx="4336">
                  <c:v>62.784263610839801</c:v>
                </c:pt>
                <c:pt idx="4337">
                  <c:v>62.76171875</c:v>
                </c:pt>
                <c:pt idx="4338">
                  <c:v>62.7406616210938</c:v>
                </c:pt>
                <c:pt idx="4339">
                  <c:v>62.723636627197301</c:v>
                </c:pt>
                <c:pt idx="4340">
                  <c:v>62.699234008789098</c:v>
                </c:pt>
                <c:pt idx="4341">
                  <c:v>62.675643920898402</c:v>
                </c:pt>
                <c:pt idx="4342">
                  <c:v>62.654056549072301</c:v>
                </c:pt>
                <c:pt idx="4343">
                  <c:v>62.644477844238303</c:v>
                </c:pt>
                <c:pt idx="4344">
                  <c:v>62.6106567382813</c:v>
                </c:pt>
                <c:pt idx="4345">
                  <c:v>62.591171264648402</c:v>
                </c:pt>
                <c:pt idx="4346">
                  <c:v>62.566761016845703</c:v>
                </c:pt>
                <c:pt idx="4347">
                  <c:v>62.568141937255902</c:v>
                </c:pt>
                <c:pt idx="4348">
                  <c:v>62.562335968017599</c:v>
                </c:pt>
                <c:pt idx="4349">
                  <c:v>62.548233032226598</c:v>
                </c:pt>
                <c:pt idx="4350">
                  <c:v>62.520675659179702</c:v>
                </c:pt>
                <c:pt idx="4351">
                  <c:v>62.531291961669901</c:v>
                </c:pt>
                <c:pt idx="4352">
                  <c:v>62.495590209960902</c:v>
                </c:pt>
                <c:pt idx="4353">
                  <c:v>62.460319519042997</c:v>
                </c:pt>
                <c:pt idx="4354">
                  <c:v>62.431957244873097</c:v>
                </c:pt>
                <c:pt idx="4355">
                  <c:v>62.433212280273402</c:v>
                </c:pt>
                <c:pt idx="4356">
                  <c:v>62.426586151123097</c:v>
                </c:pt>
                <c:pt idx="4357">
                  <c:v>62.393196105957003</c:v>
                </c:pt>
                <c:pt idx="4358">
                  <c:v>62.3760986328125</c:v>
                </c:pt>
                <c:pt idx="4359">
                  <c:v>62.373580932617202</c:v>
                </c:pt>
                <c:pt idx="4360">
                  <c:v>62.3644409179688</c:v>
                </c:pt>
                <c:pt idx="4361">
                  <c:v>62.357723236083999</c:v>
                </c:pt>
                <c:pt idx="4362">
                  <c:v>62.341869354248097</c:v>
                </c:pt>
                <c:pt idx="4363">
                  <c:v>62.343635559082003</c:v>
                </c:pt>
                <c:pt idx="4364">
                  <c:v>62.3284912109375</c:v>
                </c:pt>
                <c:pt idx="4365">
                  <c:v>62.306007385253899</c:v>
                </c:pt>
                <c:pt idx="4366">
                  <c:v>62.273891448974602</c:v>
                </c:pt>
                <c:pt idx="4367">
                  <c:v>62.277210235595703</c:v>
                </c:pt>
                <c:pt idx="4368">
                  <c:v>62.256763458252003</c:v>
                </c:pt>
                <c:pt idx="4369">
                  <c:v>62.245635986328097</c:v>
                </c:pt>
                <c:pt idx="4370">
                  <c:v>62.238800048828097</c:v>
                </c:pt>
                <c:pt idx="4371">
                  <c:v>62.234607696533203</c:v>
                </c:pt>
                <c:pt idx="4372">
                  <c:v>62.223831176757798</c:v>
                </c:pt>
                <c:pt idx="4373">
                  <c:v>62.195114135742202</c:v>
                </c:pt>
                <c:pt idx="4374">
                  <c:v>62.193874359130902</c:v>
                </c:pt>
                <c:pt idx="4375">
                  <c:v>62.184310913085902</c:v>
                </c:pt>
                <c:pt idx="4376">
                  <c:v>62.159576416015597</c:v>
                </c:pt>
                <c:pt idx="4377">
                  <c:v>62.1333198547363</c:v>
                </c:pt>
                <c:pt idx="4378">
                  <c:v>62.107170104980497</c:v>
                </c:pt>
                <c:pt idx="4379">
                  <c:v>62.104248046875</c:v>
                </c:pt>
                <c:pt idx="4380">
                  <c:v>62.078323364257798</c:v>
                </c:pt>
                <c:pt idx="4381">
                  <c:v>62.0402641296387</c:v>
                </c:pt>
                <c:pt idx="4382">
                  <c:v>62.036918640136697</c:v>
                </c:pt>
                <c:pt idx="4383">
                  <c:v>62.009994506835902</c:v>
                </c:pt>
                <c:pt idx="4384">
                  <c:v>61.994136810302699</c:v>
                </c:pt>
                <c:pt idx="4385">
                  <c:v>61.975547790527301</c:v>
                </c:pt>
                <c:pt idx="4386">
                  <c:v>61.960281372070298</c:v>
                </c:pt>
                <c:pt idx="4387">
                  <c:v>61.949653625488303</c:v>
                </c:pt>
                <c:pt idx="4388">
                  <c:v>61.951377868652301</c:v>
                </c:pt>
                <c:pt idx="4389">
                  <c:v>61.946544647216797</c:v>
                </c:pt>
                <c:pt idx="4390">
                  <c:v>61.925334930419901</c:v>
                </c:pt>
                <c:pt idx="4391">
                  <c:v>61.912345886230497</c:v>
                </c:pt>
                <c:pt idx="4392">
                  <c:v>61.904491424560597</c:v>
                </c:pt>
                <c:pt idx="4393">
                  <c:v>61.8827514648438</c:v>
                </c:pt>
                <c:pt idx="4394">
                  <c:v>61.863826751708999</c:v>
                </c:pt>
                <c:pt idx="4395">
                  <c:v>61.856555938720703</c:v>
                </c:pt>
                <c:pt idx="4396">
                  <c:v>61.840522766113303</c:v>
                </c:pt>
                <c:pt idx="4397">
                  <c:v>61.832725524902301</c:v>
                </c:pt>
                <c:pt idx="4398">
                  <c:v>61.8016548156738</c:v>
                </c:pt>
                <c:pt idx="4399">
                  <c:v>61.770195007324197</c:v>
                </c:pt>
                <c:pt idx="4400">
                  <c:v>61.751995086669901</c:v>
                </c:pt>
                <c:pt idx="4401">
                  <c:v>61.727615356445298</c:v>
                </c:pt>
                <c:pt idx="4402">
                  <c:v>61.710865020752003</c:v>
                </c:pt>
                <c:pt idx="4403">
                  <c:v>61.719039916992202</c:v>
                </c:pt>
                <c:pt idx="4404">
                  <c:v>61.707595825195298</c:v>
                </c:pt>
                <c:pt idx="4405">
                  <c:v>61.685298919677699</c:v>
                </c:pt>
                <c:pt idx="4406">
                  <c:v>61.6550903320313</c:v>
                </c:pt>
                <c:pt idx="4407">
                  <c:v>61.638790130615199</c:v>
                </c:pt>
                <c:pt idx="4408">
                  <c:v>61.622596740722699</c:v>
                </c:pt>
                <c:pt idx="4409">
                  <c:v>61.619220733642599</c:v>
                </c:pt>
                <c:pt idx="4410">
                  <c:v>61.606159210205099</c:v>
                </c:pt>
                <c:pt idx="4411">
                  <c:v>61.594955444335902</c:v>
                </c:pt>
                <c:pt idx="4412">
                  <c:v>61.5760307312012</c:v>
                </c:pt>
                <c:pt idx="4413">
                  <c:v>61.552833557128899</c:v>
                </c:pt>
                <c:pt idx="4414">
                  <c:v>61.539665222167997</c:v>
                </c:pt>
                <c:pt idx="4415">
                  <c:v>61.527278900146499</c:v>
                </c:pt>
                <c:pt idx="4416">
                  <c:v>61.513355255127003</c:v>
                </c:pt>
                <c:pt idx="4417">
                  <c:v>61.498756408691399</c:v>
                </c:pt>
                <c:pt idx="4418">
                  <c:v>61.467655181884801</c:v>
                </c:pt>
                <c:pt idx="4419">
                  <c:v>61.464714050292997</c:v>
                </c:pt>
                <c:pt idx="4420">
                  <c:v>61.448776245117202</c:v>
                </c:pt>
                <c:pt idx="4421">
                  <c:v>61.404273986816399</c:v>
                </c:pt>
                <c:pt idx="4422">
                  <c:v>61.390613555908203</c:v>
                </c:pt>
                <c:pt idx="4423">
                  <c:v>61.37353515625</c:v>
                </c:pt>
                <c:pt idx="4424">
                  <c:v>61.357551574707003</c:v>
                </c:pt>
                <c:pt idx="4425">
                  <c:v>61.3580322265625</c:v>
                </c:pt>
                <c:pt idx="4426">
                  <c:v>61.334236145019503</c:v>
                </c:pt>
                <c:pt idx="4427">
                  <c:v>61.315208435058601</c:v>
                </c:pt>
                <c:pt idx="4428">
                  <c:v>61.284709930419901</c:v>
                </c:pt>
                <c:pt idx="4429">
                  <c:v>61.265411376953097</c:v>
                </c:pt>
                <c:pt idx="4430">
                  <c:v>61.255035400390597</c:v>
                </c:pt>
                <c:pt idx="4431">
                  <c:v>61.243320465087898</c:v>
                </c:pt>
                <c:pt idx="4432">
                  <c:v>61.232265472412102</c:v>
                </c:pt>
                <c:pt idx="4433">
                  <c:v>61.228603363037102</c:v>
                </c:pt>
                <c:pt idx="4434">
                  <c:v>61.214103698730497</c:v>
                </c:pt>
                <c:pt idx="4435">
                  <c:v>61.198554992675803</c:v>
                </c:pt>
                <c:pt idx="4436">
                  <c:v>61.172782897949197</c:v>
                </c:pt>
                <c:pt idx="4437">
                  <c:v>61.165885925292997</c:v>
                </c:pt>
                <c:pt idx="4438">
                  <c:v>61.147964477539098</c:v>
                </c:pt>
                <c:pt idx="4439">
                  <c:v>61.138736724853501</c:v>
                </c:pt>
                <c:pt idx="4440">
                  <c:v>61.119888305664098</c:v>
                </c:pt>
                <c:pt idx="4441">
                  <c:v>61.104312896728501</c:v>
                </c:pt>
                <c:pt idx="4442">
                  <c:v>61.093807220458999</c:v>
                </c:pt>
                <c:pt idx="4443">
                  <c:v>61.066806793212898</c:v>
                </c:pt>
                <c:pt idx="4444">
                  <c:v>61.039257049560597</c:v>
                </c:pt>
                <c:pt idx="4445">
                  <c:v>61.024440765380902</c:v>
                </c:pt>
                <c:pt idx="4446">
                  <c:v>61.027671813964801</c:v>
                </c:pt>
                <c:pt idx="4447">
                  <c:v>61.012241363525398</c:v>
                </c:pt>
                <c:pt idx="4448">
                  <c:v>60.994636535644503</c:v>
                </c:pt>
                <c:pt idx="4449">
                  <c:v>60.984397888183601</c:v>
                </c:pt>
                <c:pt idx="4450">
                  <c:v>60.966053009033203</c:v>
                </c:pt>
                <c:pt idx="4451">
                  <c:v>60.965541839599602</c:v>
                </c:pt>
                <c:pt idx="4452">
                  <c:v>60.950065612792997</c:v>
                </c:pt>
                <c:pt idx="4453">
                  <c:v>60.946628570556598</c:v>
                </c:pt>
                <c:pt idx="4454">
                  <c:v>60.9200248718262</c:v>
                </c:pt>
                <c:pt idx="4455">
                  <c:v>60.911216735839801</c:v>
                </c:pt>
                <c:pt idx="4456">
                  <c:v>60.894920349121101</c:v>
                </c:pt>
                <c:pt idx="4457">
                  <c:v>60.874977111816399</c:v>
                </c:pt>
                <c:pt idx="4458">
                  <c:v>60.851188659667997</c:v>
                </c:pt>
                <c:pt idx="4459">
                  <c:v>60.843448638916001</c:v>
                </c:pt>
                <c:pt idx="4460">
                  <c:v>60.827720642089801</c:v>
                </c:pt>
                <c:pt idx="4461">
                  <c:v>60.817058563232401</c:v>
                </c:pt>
                <c:pt idx="4462">
                  <c:v>60.802608489990199</c:v>
                </c:pt>
                <c:pt idx="4463">
                  <c:v>60.781803131103501</c:v>
                </c:pt>
                <c:pt idx="4464">
                  <c:v>60.791725158691399</c:v>
                </c:pt>
                <c:pt idx="4465">
                  <c:v>60.760288238525398</c:v>
                </c:pt>
                <c:pt idx="4466">
                  <c:v>60.763736724853501</c:v>
                </c:pt>
                <c:pt idx="4467">
                  <c:v>60.746826171875</c:v>
                </c:pt>
                <c:pt idx="4468">
                  <c:v>60.7242622375488</c:v>
                </c:pt>
                <c:pt idx="4469">
                  <c:v>60.703369140625</c:v>
                </c:pt>
                <c:pt idx="4470">
                  <c:v>60.700584411621101</c:v>
                </c:pt>
                <c:pt idx="4471">
                  <c:v>60.680389404296903</c:v>
                </c:pt>
                <c:pt idx="4472">
                  <c:v>60.674549102783203</c:v>
                </c:pt>
                <c:pt idx="4473">
                  <c:v>60.673534393310597</c:v>
                </c:pt>
                <c:pt idx="4474">
                  <c:v>60.665206909179702</c:v>
                </c:pt>
                <c:pt idx="4475">
                  <c:v>60.647903442382798</c:v>
                </c:pt>
                <c:pt idx="4476">
                  <c:v>60.627639770507798</c:v>
                </c:pt>
                <c:pt idx="4477">
                  <c:v>60.610271453857401</c:v>
                </c:pt>
                <c:pt idx="4478">
                  <c:v>60.595867156982401</c:v>
                </c:pt>
                <c:pt idx="4479">
                  <c:v>60.570140838623097</c:v>
                </c:pt>
                <c:pt idx="4480">
                  <c:v>60.553211212158203</c:v>
                </c:pt>
                <c:pt idx="4481">
                  <c:v>60.507534027099602</c:v>
                </c:pt>
                <c:pt idx="4482">
                  <c:v>60.432952880859403</c:v>
                </c:pt>
                <c:pt idx="4483">
                  <c:v>60.540359497070298</c:v>
                </c:pt>
                <c:pt idx="4484">
                  <c:v>60.5520210266113</c:v>
                </c:pt>
                <c:pt idx="4485">
                  <c:v>60.519031524658203</c:v>
                </c:pt>
                <c:pt idx="4486">
                  <c:v>60.089118957519503</c:v>
                </c:pt>
                <c:pt idx="4487">
                  <c:v>60.134620666503899</c:v>
                </c:pt>
                <c:pt idx="4488">
                  <c:v>60.359546661377003</c:v>
                </c:pt>
                <c:pt idx="4489">
                  <c:v>60.321773529052699</c:v>
                </c:pt>
                <c:pt idx="4490">
                  <c:v>60.314708709716797</c:v>
                </c:pt>
                <c:pt idx="4491">
                  <c:v>60.260360717773402</c:v>
                </c:pt>
                <c:pt idx="4492">
                  <c:v>60.245067596435597</c:v>
                </c:pt>
                <c:pt idx="4493">
                  <c:v>60.286903381347699</c:v>
                </c:pt>
                <c:pt idx="4494">
                  <c:v>60.225887298583999</c:v>
                </c:pt>
                <c:pt idx="4495">
                  <c:v>60.079395294189503</c:v>
                </c:pt>
                <c:pt idx="4496">
                  <c:v>60.106723785400398</c:v>
                </c:pt>
                <c:pt idx="4497">
                  <c:v>60.138954162597699</c:v>
                </c:pt>
                <c:pt idx="4498">
                  <c:v>60.115352630615199</c:v>
                </c:pt>
                <c:pt idx="4499">
                  <c:v>60.093948364257798</c:v>
                </c:pt>
                <c:pt idx="4500">
                  <c:v>60.077587127685597</c:v>
                </c:pt>
                <c:pt idx="4501">
                  <c:v>60.0559692382813</c:v>
                </c:pt>
                <c:pt idx="4502">
                  <c:v>60.076366424560597</c:v>
                </c:pt>
                <c:pt idx="4503">
                  <c:v>60.077823638916001</c:v>
                </c:pt>
                <c:pt idx="4504">
                  <c:v>60.075874328613303</c:v>
                </c:pt>
                <c:pt idx="4505">
                  <c:v>60.059597015380902</c:v>
                </c:pt>
                <c:pt idx="4506">
                  <c:v>60.012584686279297</c:v>
                </c:pt>
                <c:pt idx="4507">
                  <c:v>59.974075317382798</c:v>
                </c:pt>
                <c:pt idx="4508">
                  <c:v>59.973411560058601</c:v>
                </c:pt>
                <c:pt idx="4509">
                  <c:v>59.971263885498097</c:v>
                </c:pt>
                <c:pt idx="4510">
                  <c:v>59.964019775390597</c:v>
                </c:pt>
                <c:pt idx="4511">
                  <c:v>59.966964721679702</c:v>
                </c:pt>
                <c:pt idx="4512">
                  <c:v>59.946811676025398</c:v>
                </c:pt>
                <c:pt idx="4513">
                  <c:v>59.9336128234863</c:v>
                </c:pt>
                <c:pt idx="4514">
                  <c:v>59.9201469421387</c:v>
                </c:pt>
                <c:pt idx="4515">
                  <c:v>59.884605407714801</c:v>
                </c:pt>
                <c:pt idx="4516">
                  <c:v>59.887016296386697</c:v>
                </c:pt>
                <c:pt idx="4517">
                  <c:v>59.862232208252003</c:v>
                </c:pt>
                <c:pt idx="4518">
                  <c:v>59.848209381103501</c:v>
                </c:pt>
                <c:pt idx="4519">
                  <c:v>59.838233947753899</c:v>
                </c:pt>
                <c:pt idx="4520">
                  <c:v>59.812454223632798</c:v>
                </c:pt>
                <c:pt idx="4521">
                  <c:v>59.742431640625</c:v>
                </c:pt>
                <c:pt idx="4522">
                  <c:v>59.728874206542997</c:v>
                </c:pt>
                <c:pt idx="4523">
                  <c:v>59.707565307617202</c:v>
                </c:pt>
                <c:pt idx="4524">
                  <c:v>59.7252388000488</c:v>
                </c:pt>
                <c:pt idx="4525">
                  <c:v>59.714290618896499</c:v>
                </c:pt>
                <c:pt idx="4526">
                  <c:v>59.689174652099602</c:v>
                </c:pt>
                <c:pt idx="4527">
                  <c:v>59.633598327636697</c:v>
                </c:pt>
                <c:pt idx="4528">
                  <c:v>59.628669738769503</c:v>
                </c:pt>
                <c:pt idx="4529">
                  <c:v>59.6119194030762</c:v>
                </c:pt>
                <c:pt idx="4530">
                  <c:v>59.6564750671387</c:v>
                </c:pt>
                <c:pt idx="4531">
                  <c:v>59.576847076416001</c:v>
                </c:pt>
                <c:pt idx="4532">
                  <c:v>59.4857177734375</c:v>
                </c:pt>
                <c:pt idx="4533">
                  <c:v>59.435062408447301</c:v>
                </c:pt>
                <c:pt idx="4534">
                  <c:v>59.419605255127003</c:v>
                </c:pt>
                <c:pt idx="4535">
                  <c:v>59.415229797363303</c:v>
                </c:pt>
                <c:pt idx="4536">
                  <c:v>59.346340179443402</c:v>
                </c:pt>
                <c:pt idx="4537">
                  <c:v>59.560855865478501</c:v>
                </c:pt>
                <c:pt idx="4538">
                  <c:v>59.5388374328613</c:v>
                </c:pt>
                <c:pt idx="4539">
                  <c:v>59.4875679016113</c:v>
                </c:pt>
                <c:pt idx="4540">
                  <c:v>59.370227813720703</c:v>
                </c:pt>
                <c:pt idx="4541">
                  <c:v>59.3700561523438</c:v>
                </c:pt>
                <c:pt idx="4542">
                  <c:v>59.300849914550803</c:v>
                </c:pt>
                <c:pt idx="4543">
                  <c:v>59.268440246582003</c:v>
                </c:pt>
                <c:pt idx="4544">
                  <c:v>58.921195983886697</c:v>
                </c:pt>
                <c:pt idx="4545">
                  <c:v>58.970474243164098</c:v>
                </c:pt>
                <c:pt idx="4546">
                  <c:v>59.042938232421903</c:v>
                </c:pt>
                <c:pt idx="4547">
                  <c:v>59.086399078369098</c:v>
                </c:pt>
                <c:pt idx="4548">
                  <c:v>59.096023559570298</c:v>
                </c:pt>
                <c:pt idx="4549">
                  <c:v>59.076595306396499</c:v>
                </c:pt>
                <c:pt idx="4550">
                  <c:v>59.112682342529297</c:v>
                </c:pt>
                <c:pt idx="4551">
                  <c:v>59.0659790039063</c:v>
                </c:pt>
                <c:pt idx="4552">
                  <c:v>59.140876770019503</c:v>
                </c:pt>
                <c:pt idx="4553">
                  <c:v>59.103729248046903</c:v>
                </c:pt>
                <c:pt idx="4554">
                  <c:v>59.019161224365199</c:v>
                </c:pt>
                <c:pt idx="4555">
                  <c:v>58.870677947998097</c:v>
                </c:pt>
                <c:pt idx="4556">
                  <c:v>58.853492736816399</c:v>
                </c:pt>
                <c:pt idx="4557">
                  <c:v>58.619251251220703</c:v>
                </c:pt>
                <c:pt idx="4558">
                  <c:v>58.753780364990199</c:v>
                </c:pt>
                <c:pt idx="4559">
                  <c:v>58.560676574707003</c:v>
                </c:pt>
                <c:pt idx="4560">
                  <c:v>58.825878143310597</c:v>
                </c:pt>
                <c:pt idx="4561">
                  <c:v>58.947074890136697</c:v>
                </c:pt>
                <c:pt idx="4562">
                  <c:v>58.8383598327637</c:v>
                </c:pt>
                <c:pt idx="4563">
                  <c:v>58.738372802734403</c:v>
                </c:pt>
                <c:pt idx="4564">
                  <c:v>58.790225982666001</c:v>
                </c:pt>
                <c:pt idx="4565">
                  <c:v>58.808609008789098</c:v>
                </c:pt>
                <c:pt idx="4566">
                  <c:v>58.963199615478501</c:v>
                </c:pt>
                <c:pt idx="4567">
                  <c:v>58.8994750976563</c:v>
                </c:pt>
                <c:pt idx="4568">
                  <c:v>58.853157043457003</c:v>
                </c:pt>
                <c:pt idx="4569">
                  <c:v>58.317222595214801</c:v>
                </c:pt>
                <c:pt idx="4570">
                  <c:v>58.297607421875</c:v>
                </c:pt>
                <c:pt idx="4571">
                  <c:v>58.378746032714801</c:v>
                </c:pt>
                <c:pt idx="4572">
                  <c:v>58.5177192687988</c:v>
                </c:pt>
                <c:pt idx="4573">
                  <c:v>58.544002532958999</c:v>
                </c:pt>
                <c:pt idx="4574">
                  <c:v>58.501914978027301</c:v>
                </c:pt>
                <c:pt idx="4575">
                  <c:v>58.276683807373097</c:v>
                </c:pt>
                <c:pt idx="4576">
                  <c:v>58.139015197753899</c:v>
                </c:pt>
                <c:pt idx="4577">
                  <c:v>58.3914184570313</c:v>
                </c:pt>
                <c:pt idx="4578">
                  <c:v>58.431072235107401</c:v>
                </c:pt>
                <c:pt idx="4579">
                  <c:v>58.7190551757813</c:v>
                </c:pt>
                <c:pt idx="4580">
                  <c:v>58.699058532714801</c:v>
                </c:pt>
                <c:pt idx="4581">
                  <c:v>58.595157623291001</c:v>
                </c:pt>
                <c:pt idx="4582">
                  <c:v>58.5775337219238</c:v>
                </c:pt>
                <c:pt idx="4583">
                  <c:v>58.519096374511697</c:v>
                </c:pt>
                <c:pt idx="4584">
                  <c:v>58.583377838134801</c:v>
                </c:pt>
                <c:pt idx="4585">
                  <c:v>58.501956939697301</c:v>
                </c:pt>
                <c:pt idx="4586">
                  <c:v>58.445919036865199</c:v>
                </c:pt>
                <c:pt idx="4587">
                  <c:v>58.353527069091797</c:v>
                </c:pt>
                <c:pt idx="4588">
                  <c:v>58.299732208252003</c:v>
                </c:pt>
                <c:pt idx="4589">
                  <c:v>58.281764984130902</c:v>
                </c:pt>
                <c:pt idx="4590">
                  <c:v>58.315757751464801</c:v>
                </c:pt>
                <c:pt idx="4591">
                  <c:v>58.339023590087898</c:v>
                </c:pt>
                <c:pt idx="4592">
                  <c:v>58.284122467041001</c:v>
                </c:pt>
                <c:pt idx="4593">
                  <c:v>58.214015960693402</c:v>
                </c:pt>
                <c:pt idx="4594">
                  <c:v>58.184288024902301</c:v>
                </c:pt>
                <c:pt idx="4595">
                  <c:v>58.129241943359403</c:v>
                </c:pt>
                <c:pt idx="4596">
                  <c:v>58.048179626464801</c:v>
                </c:pt>
                <c:pt idx="4597">
                  <c:v>58.0242309570313</c:v>
                </c:pt>
                <c:pt idx="4598">
                  <c:v>57.952457427978501</c:v>
                </c:pt>
                <c:pt idx="4599">
                  <c:v>58.024486541748097</c:v>
                </c:pt>
                <c:pt idx="4600">
                  <c:v>57.7790336608887</c:v>
                </c:pt>
                <c:pt idx="4601">
                  <c:v>57.887245178222699</c:v>
                </c:pt>
                <c:pt idx="4602">
                  <c:v>57.931476593017599</c:v>
                </c:pt>
                <c:pt idx="4603">
                  <c:v>57.968849182128899</c:v>
                </c:pt>
                <c:pt idx="4604">
                  <c:v>58.012332916259801</c:v>
                </c:pt>
                <c:pt idx="4605">
                  <c:v>58.1034126281738</c:v>
                </c:pt>
                <c:pt idx="4606">
                  <c:v>57.981678009033203</c:v>
                </c:pt>
                <c:pt idx="4607">
                  <c:v>57.912883758544901</c:v>
                </c:pt>
                <c:pt idx="4608">
                  <c:v>57.800373077392599</c:v>
                </c:pt>
                <c:pt idx="4609">
                  <c:v>57.741714477539098</c:v>
                </c:pt>
                <c:pt idx="4610">
                  <c:v>57.680217742919901</c:v>
                </c:pt>
                <c:pt idx="4611">
                  <c:v>57.888710021972699</c:v>
                </c:pt>
                <c:pt idx="4612">
                  <c:v>57.870834350585902</c:v>
                </c:pt>
                <c:pt idx="4613">
                  <c:v>57.846714019775398</c:v>
                </c:pt>
                <c:pt idx="4614">
                  <c:v>57.839363098144503</c:v>
                </c:pt>
                <c:pt idx="4615">
                  <c:v>57.7740669250488</c:v>
                </c:pt>
                <c:pt idx="4616">
                  <c:v>57.858848571777301</c:v>
                </c:pt>
                <c:pt idx="4617">
                  <c:v>58.086585998535199</c:v>
                </c:pt>
                <c:pt idx="4618">
                  <c:v>58.161327362060597</c:v>
                </c:pt>
                <c:pt idx="4619">
                  <c:v>58.138637542724602</c:v>
                </c:pt>
                <c:pt idx="4620">
                  <c:v>57.831451416015597</c:v>
                </c:pt>
                <c:pt idx="4621">
                  <c:v>57.851287841796903</c:v>
                </c:pt>
                <c:pt idx="4622">
                  <c:v>57.947544097900398</c:v>
                </c:pt>
                <c:pt idx="4623">
                  <c:v>58.049118041992202</c:v>
                </c:pt>
                <c:pt idx="4624">
                  <c:v>57.630760192871101</c:v>
                </c:pt>
                <c:pt idx="4625">
                  <c:v>57.629043579101598</c:v>
                </c:pt>
                <c:pt idx="4626">
                  <c:v>57.848731994628899</c:v>
                </c:pt>
                <c:pt idx="4627">
                  <c:v>58.0305786132813</c:v>
                </c:pt>
                <c:pt idx="4628">
                  <c:v>57.849449157714801</c:v>
                </c:pt>
                <c:pt idx="4629">
                  <c:v>57.891239166259801</c:v>
                </c:pt>
                <c:pt idx="4630">
                  <c:v>58.206699371337898</c:v>
                </c:pt>
                <c:pt idx="4631">
                  <c:v>58.276527404785199</c:v>
                </c:pt>
                <c:pt idx="4632">
                  <c:v>58.366844177246101</c:v>
                </c:pt>
                <c:pt idx="4633">
                  <c:v>58.963729858398402</c:v>
                </c:pt>
                <c:pt idx="4634">
                  <c:v>58.697513580322301</c:v>
                </c:pt>
                <c:pt idx="4635">
                  <c:v>58.718074798583999</c:v>
                </c:pt>
                <c:pt idx="4636">
                  <c:v>58.725090026855497</c:v>
                </c:pt>
                <c:pt idx="4637">
                  <c:v>58.691738128662102</c:v>
                </c:pt>
                <c:pt idx="4638">
                  <c:v>58.644180297851598</c:v>
                </c:pt>
                <c:pt idx="4639">
                  <c:v>58.774551391601598</c:v>
                </c:pt>
                <c:pt idx="4640">
                  <c:v>58.620410919189503</c:v>
                </c:pt>
                <c:pt idx="4641">
                  <c:v>58.691047668457003</c:v>
                </c:pt>
                <c:pt idx="4642">
                  <c:v>59.216754913330099</c:v>
                </c:pt>
                <c:pt idx="4643">
                  <c:v>59.149074554443402</c:v>
                </c:pt>
                <c:pt idx="4644">
                  <c:v>59.152927398681598</c:v>
                </c:pt>
                <c:pt idx="4645">
                  <c:v>59.249233245849602</c:v>
                </c:pt>
                <c:pt idx="4646">
                  <c:v>59.370227813720703</c:v>
                </c:pt>
                <c:pt idx="4647">
                  <c:v>59.590549468994098</c:v>
                </c:pt>
                <c:pt idx="4648">
                  <c:v>59.6808052062988</c:v>
                </c:pt>
                <c:pt idx="4649">
                  <c:v>59.586341857910199</c:v>
                </c:pt>
                <c:pt idx="4650">
                  <c:v>59.584987640380902</c:v>
                </c:pt>
                <c:pt idx="4651">
                  <c:v>59.915802001953097</c:v>
                </c:pt>
                <c:pt idx="4652">
                  <c:v>59.757797241210902</c:v>
                </c:pt>
                <c:pt idx="4653">
                  <c:v>59.5889701843262</c:v>
                </c:pt>
                <c:pt idx="4654">
                  <c:v>59.653232574462898</c:v>
                </c:pt>
                <c:pt idx="4655">
                  <c:v>59.695247650146499</c:v>
                </c:pt>
                <c:pt idx="4656">
                  <c:v>59.5962944030762</c:v>
                </c:pt>
                <c:pt idx="4657">
                  <c:v>59.580215454101598</c:v>
                </c:pt>
                <c:pt idx="4658">
                  <c:v>59.712356567382798</c:v>
                </c:pt>
                <c:pt idx="4659">
                  <c:v>59.734275817871101</c:v>
                </c:pt>
                <c:pt idx="4660">
                  <c:v>59.773094177246101</c:v>
                </c:pt>
                <c:pt idx="4661">
                  <c:v>59.682460784912102</c:v>
                </c:pt>
                <c:pt idx="4662">
                  <c:v>59.609748840332003</c:v>
                </c:pt>
                <c:pt idx="4663">
                  <c:v>59.6927680969238</c:v>
                </c:pt>
                <c:pt idx="4664">
                  <c:v>59.670829772949197</c:v>
                </c:pt>
                <c:pt idx="4665">
                  <c:v>59.713638305664098</c:v>
                </c:pt>
                <c:pt idx="4666">
                  <c:v>59.856662750244098</c:v>
                </c:pt>
                <c:pt idx="4667">
                  <c:v>59.485794067382798</c:v>
                </c:pt>
                <c:pt idx="4668">
                  <c:v>59.612350463867202</c:v>
                </c:pt>
                <c:pt idx="4669">
                  <c:v>59.920791625976598</c:v>
                </c:pt>
                <c:pt idx="4670">
                  <c:v>59.8628540039063</c:v>
                </c:pt>
                <c:pt idx="4671">
                  <c:v>59.798274993896499</c:v>
                </c:pt>
                <c:pt idx="4672">
                  <c:v>59.799449920654297</c:v>
                </c:pt>
                <c:pt idx="4673">
                  <c:v>59.772987365722699</c:v>
                </c:pt>
                <c:pt idx="4674">
                  <c:v>59.552574157714801</c:v>
                </c:pt>
                <c:pt idx="4675">
                  <c:v>59.511898040771499</c:v>
                </c:pt>
                <c:pt idx="4676">
                  <c:v>59.545791625976598</c:v>
                </c:pt>
                <c:pt idx="4677">
                  <c:v>59.427379608154297</c:v>
                </c:pt>
                <c:pt idx="4678">
                  <c:v>59.423454284667997</c:v>
                </c:pt>
                <c:pt idx="4679">
                  <c:v>59.571311950683601</c:v>
                </c:pt>
                <c:pt idx="4680">
                  <c:v>59.523670196533203</c:v>
                </c:pt>
                <c:pt idx="4681">
                  <c:v>59.599807739257798</c:v>
                </c:pt>
                <c:pt idx="4682">
                  <c:v>59.6282348632813</c:v>
                </c:pt>
                <c:pt idx="4683">
                  <c:v>59.340560913085902</c:v>
                </c:pt>
                <c:pt idx="4684">
                  <c:v>60.243946075439503</c:v>
                </c:pt>
                <c:pt idx="4685">
                  <c:v>59.853324890136697</c:v>
                </c:pt>
                <c:pt idx="4686">
                  <c:v>60.301052093505902</c:v>
                </c:pt>
                <c:pt idx="4687">
                  <c:v>59.976219177246101</c:v>
                </c:pt>
                <c:pt idx="4688">
                  <c:v>59.935749053955099</c:v>
                </c:pt>
                <c:pt idx="4689">
                  <c:v>59.976474761962898</c:v>
                </c:pt>
                <c:pt idx="4690">
                  <c:v>59.983074188232401</c:v>
                </c:pt>
                <c:pt idx="4691">
                  <c:v>59.939670562744098</c:v>
                </c:pt>
                <c:pt idx="4692">
                  <c:v>59.825569152832003</c:v>
                </c:pt>
                <c:pt idx="4693">
                  <c:v>59.873329162597699</c:v>
                </c:pt>
                <c:pt idx="4694">
                  <c:v>60.025283813476598</c:v>
                </c:pt>
                <c:pt idx="4695">
                  <c:v>60.220466613769503</c:v>
                </c:pt>
                <c:pt idx="4696">
                  <c:v>60.147911071777301</c:v>
                </c:pt>
                <c:pt idx="4697">
                  <c:v>60.187042236328097</c:v>
                </c:pt>
                <c:pt idx="4698">
                  <c:v>60.178295135498097</c:v>
                </c:pt>
                <c:pt idx="4699">
                  <c:v>60.3846435546875</c:v>
                </c:pt>
                <c:pt idx="4700">
                  <c:v>60.160190582275398</c:v>
                </c:pt>
                <c:pt idx="4701">
                  <c:v>60.011936187744098</c:v>
                </c:pt>
                <c:pt idx="4702">
                  <c:v>60.148452758789098</c:v>
                </c:pt>
                <c:pt idx="4703">
                  <c:v>59.993873596191399</c:v>
                </c:pt>
                <c:pt idx="4704">
                  <c:v>59.935535430908203</c:v>
                </c:pt>
                <c:pt idx="4705">
                  <c:v>59.991703033447301</c:v>
                </c:pt>
                <c:pt idx="4706">
                  <c:v>60.041427612304702</c:v>
                </c:pt>
                <c:pt idx="4707">
                  <c:v>60.1218872070313</c:v>
                </c:pt>
                <c:pt idx="4708">
                  <c:v>60.140151977539098</c:v>
                </c:pt>
                <c:pt idx="4709">
                  <c:v>60.113719940185597</c:v>
                </c:pt>
                <c:pt idx="4710">
                  <c:v>60.125663757324197</c:v>
                </c:pt>
                <c:pt idx="4711">
                  <c:v>60.204124450683601</c:v>
                </c:pt>
                <c:pt idx="4712">
                  <c:v>60.165939331054702</c:v>
                </c:pt>
                <c:pt idx="4713">
                  <c:v>60.448554992675803</c:v>
                </c:pt>
                <c:pt idx="4714">
                  <c:v>60.445499420166001</c:v>
                </c:pt>
                <c:pt idx="4715">
                  <c:v>60.376964569091797</c:v>
                </c:pt>
                <c:pt idx="4716">
                  <c:v>60.2154731750488</c:v>
                </c:pt>
                <c:pt idx="4717">
                  <c:v>59.937171936035199</c:v>
                </c:pt>
                <c:pt idx="4718">
                  <c:v>59.856678009033203</c:v>
                </c:pt>
                <c:pt idx="4719">
                  <c:v>59.914989471435597</c:v>
                </c:pt>
                <c:pt idx="4720">
                  <c:v>60.092517852783203</c:v>
                </c:pt>
                <c:pt idx="4721">
                  <c:v>60.059181213378899</c:v>
                </c:pt>
                <c:pt idx="4722">
                  <c:v>60.036121368408203</c:v>
                </c:pt>
                <c:pt idx="4723">
                  <c:v>60.053180694580099</c:v>
                </c:pt>
                <c:pt idx="4724">
                  <c:v>60.032012939453097</c:v>
                </c:pt>
                <c:pt idx="4725">
                  <c:v>60.039604187011697</c:v>
                </c:pt>
                <c:pt idx="4726">
                  <c:v>60.113033294677699</c:v>
                </c:pt>
                <c:pt idx="4727">
                  <c:v>60.065998077392599</c:v>
                </c:pt>
                <c:pt idx="4728">
                  <c:v>59.967319488525398</c:v>
                </c:pt>
                <c:pt idx="4729">
                  <c:v>59.6225776672363</c:v>
                </c:pt>
                <c:pt idx="4730">
                  <c:v>59.813766479492202</c:v>
                </c:pt>
                <c:pt idx="4731">
                  <c:v>59.933151245117202</c:v>
                </c:pt>
                <c:pt idx="4732">
                  <c:v>60.183769226074197</c:v>
                </c:pt>
                <c:pt idx="4733">
                  <c:v>60.148712158203097</c:v>
                </c:pt>
                <c:pt idx="4734">
                  <c:v>60.024364471435597</c:v>
                </c:pt>
                <c:pt idx="4735">
                  <c:v>59.914318084716797</c:v>
                </c:pt>
                <c:pt idx="4736">
                  <c:v>59.692874908447301</c:v>
                </c:pt>
                <c:pt idx="4737">
                  <c:v>59.811122894287102</c:v>
                </c:pt>
                <c:pt idx="4738">
                  <c:v>59.738086700439503</c:v>
                </c:pt>
                <c:pt idx="4739">
                  <c:v>59.640602111816399</c:v>
                </c:pt>
                <c:pt idx="4740">
                  <c:v>59.663524627685597</c:v>
                </c:pt>
                <c:pt idx="4741">
                  <c:v>59.684799194335902</c:v>
                </c:pt>
                <c:pt idx="4742">
                  <c:v>59.774753570556598</c:v>
                </c:pt>
                <c:pt idx="4743">
                  <c:v>59.836738586425803</c:v>
                </c:pt>
                <c:pt idx="4744">
                  <c:v>59.708019256591797</c:v>
                </c:pt>
                <c:pt idx="4745">
                  <c:v>59.7007026672363</c:v>
                </c:pt>
                <c:pt idx="4746">
                  <c:v>59.516036987304702</c:v>
                </c:pt>
                <c:pt idx="4747">
                  <c:v>59.746604919433601</c:v>
                </c:pt>
                <c:pt idx="4748">
                  <c:v>59.668479919433601</c:v>
                </c:pt>
                <c:pt idx="4749">
                  <c:v>59.646755218505902</c:v>
                </c:pt>
                <c:pt idx="4750">
                  <c:v>59.593154907226598</c:v>
                </c:pt>
                <c:pt idx="4751">
                  <c:v>59.5320434570313</c:v>
                </c:pt>
                <c:pt idx="4752">
                  <c:v>60.094074249267599</c:v>
                </c:pt>
                <c:pt idx="4753">
                  <c:v>59.799129486083999</c:v>
                </c:pt>
                <c:pt idx="4754">
                  <c:v>59.696754455566399</c:v>
                </c:pt>
                <c:pt idx="4755">
                  <c:v>59.522407531738303</c:v>
                </c:pt>
                <c:pt idx="4756">
                  <c:v>59.4697875976563</c:v>
                </c:pt>
                <c:pt idx="4757">
                  <c:v>59.3758544921875</c:v>
                </c:pt>
                <c:pt idx="4758">
                  <c:v>59.556026458740199</c:v>
                </c:pt>
                <c:pt idx="4759">
                  <c:v>59.3970947265625</c:v>
                </c:pt>
                <c:pt idx="4760">
                  <c:v>59.400676727294901</c:v>
                </c:pt>
                <c:pt idx="4761">
                  <c:v>59.362701416015597</c:v>
                </c:pt>
                <c:pt idx="4762">
                  <c:v>59.065284729003899</c:v>
                </c:pt>
                <c:pt idx="4763">
                  <c:v>59.178264617919901</c:v>
                </c:pt>
                <c:pt idx="4764">
                  <c:v>59.552600860595703</c:v>
                </c:pt>
                <c:pt idx="4765">
                  <c:v>59.5502319335938</c:v>
                </c:pt>
                <c:pt idx="4766">
                  <c:v>59.966354370117202</c:v>
                </c:pt>
                <c:pt idx="4767">
                  <c:v>59.780139923095703</c:v>
                </c:pt>
                <c:pt idx="4768">
                  <c:v>59.564163208007798</c:v>
                </c:pt>
                <c:pt idx="4769">
                  <c:v>59.945110321044901</c:v>
                </c:pt>
                <c:pt idx="4770">
                  <c:v>59.8659858703613</c:v>
                </c:pt>
                <c:pt idx="4771">
                  <c:v>59.630710601806598</c:v>
                </c:pt>
                <c:pt idx="4772">
                  <c:v>59.513103485107401</c:v>
                </c:pt>
                <c:pt idx="4773">
                  <c:v>59.657199859619098</c:v>
                </c:pt>
                <c:pt idx="4774">
                  <c:v>59.541038513183601</c:v>
                </c:pt>
                <c:pt idx="4775">
                  <c:v>59.3917846679688</c:v>
                </c:pt>
                <c:pt idx="4776">
                  <c:v>59.636432647705099</c:v>
                </c:pt>
                <c:pt idx="4777">
                  <c:v>60.099369049072301</c:v>
                </c:pt>
                <c:pt idx="4778">
                  <c:v>60.098384857177699</c:v>
                </c:pt>
                <c:pt idx="4779">
                  <c:v>60.647468566894503</c:v>
                </c:pt>
                <c:pt idx="4780">
                  <c:v>60.154243469238303</c:v>
                </c:pt>
                <c:pt idx="4781">
                  <c:v>60.020004272460902</c:v>
                </c:pt>
                <c:pt idx="4782">
                  <c:v>60.048744201660199</c:v>
                </c:pt>
                <c:pt idx="4783">
                  <c:v>59.939571380615199</c:v>
                </c:pt>
                <c:pt idx="4784">
                  <c:v>60.101821899414098</c:v>
                </c:pt>
                <c:pt idx="4785">
                  <c:v>60.045478820800803</c:v>
                </c:pt>
                <c:pt idx="4786">
                  <c:v>59.909805297851598</c:v>
                </c:pt>
                <c:pt idx="4787">
                  <c:v>59.853603363037102</c:v>
                </c:pt>
                <c:pt idx="4788">
                  <c:v>59.811397552490199</c:v>
                </c:pt>
                <c:pt idx="4789">
                  <c:v>59.802722930908203</c:v>
                </c:pt>
                <c:pt idx="4790">
                  <c:v>59.860832214355497</c:v>
                </c:pt>
                <c:pt idx="4791">
                  <c:v>59.816089630127003</c:v>
                </c:pt>
                <c:pt idx="4792">
                  <c:v>59.828201293945298</c:v>
                </c:pt>
                <c:pt idx="4793">
                  <c:v>59.7855224609375</c:v>
                </c:pt>
                <c:pt idx="4794">
                  <c:v>59.776290893554702</c:v>
                </c:pt>
                <c:pt idx="4795">
                  <c:v>59.775074005127003</c:v>
                </c:pt>
                <c:pt idx="4796">
                  <c:v>59.799201965332003</c:v>
                </c:pt>
                <c:pt idx="4797">
                  <c:v>59.744834899902301</c:v>
                </c:pt>
                <c:pt idx="4798">
                  <c:v>59.745113372802699</c:v>
                </c:pt>
                <c:pt idx="4799">
                  <c:v>59.734561920166001</c:v>
                </c:pt>
                <c:pt idx="4800">
                  <c:v>59.6710014343262</c:v>
                </c:pt>
                <c:pt idx="4801">
                  <c:v>59.685665130615199</c:v>
                </c:pt>
                <c:pt idx="4802">
                  <c:v>59.717384338378899</c:v>
                </c:pt>
                <c:pt idx="4803">
                  <c:v>59.7036743164063</c:v>
                </c:pt>
                <c:pt idx="4804">
                  <c:v>59.684120178222699</c:v>
                </c:pt>
                <c:pt idx="4805">
                  <c:v>59.6305122375488</c:v>
                </c:pt>
                <c:pt idx="4806">
                  <c:v>59.647705078125</c:v>
                </c:pt>
                <c:pt idx="4807">
                  <c:v>59.541473388671903</c:v>
                </c:pt>
                <c:pt idx="4808">
                  <c:v>59.632320404052699</c:v>
                </c:pt>
                <c:pt idx="4809">
                  <c:v>59.612068176269503</c:v>
                </c:pt>
                <c:pt idx="4810">
                  <c:v>59.606395721435597</c:v>
                </c:pt>
                <c:pt idx="4811">
                  <c:v>59.548233032226598</c:v>
                </c:pt>
                <c:pt idx="4812">
                  <c:v>59.530483245849602</c:v>
                </c:pt>
                <c:pt idx="4813">
                  <c:v>59.287479400634801</c:v>
                </c:pt>
                <c:pt idx="4814">
                  <c:v>59.389640808105497</c:v>
                </c:pt>
                <c:pt idx="4815">
                  <c:v>59.4286079406738</c:v>
                </c:pt>
                <c:pt idx="4816">
                  <c:v>59.4549560546875</c:v>
                </c:pt>
                <c:pt idx="4817">
                  <c:v>59.458377838134801</c:v>
                </c:pt>
                <c:pt idx="4818">
                  <c:v>59.424678802490199</c:v>
                </c:pt>
                <c:pt idx="4819">
                  <c:v>59.408470153808601</c:v>
                </c:pt>
                <c:pt idx="4820">
                  <c:v>59.391273498535199</c:v>
                </c:pt>
                <c:pt idx="4821">
                  <c:v>59.361202239990199</c:v>
                </c:pt>
                <c:pt idx="4822">
                  <c:v>59.411701202392599</c:v>
                </c:pt>
                <c:pt idx="4823">
                  <c:v>59.385410308837898</c:v>
                </c:pt>
                <c:pt idx="4824">
                  <c:v>59.358741760253899</c:v>
                </c:pt>
                <c:pt idx="4825">
                  <c:v>59.285247802734403</c:v>
                </c:pt>
                <c:pt idx="4826">
                  <c:v>59.341007232666001</c:v>
                </c:pt>
                <c:pt idx="4827">
                  <c:v>59.288425445556598</c:v>
                </c:pt>
                <c:pt idx="4828">
                  <c:v>59.180629730224602</c:v>
                </c:pt>
                <c:pt idx="4829">
                  <c:v>59.000759124755902</c:v>
                </c:pt>
                <c:pt idx="4830">
                  <c:v>59.096126556396499</c:v>
                </c:pt>
                <c:pt idx="4831">
                  <c:v>59.084327697753899</c:v>
                </c:pt>
                <c:pt idx="4832">
                  <c:v>59.052722930908203</c:v>
                </c:pt>
                <c:pt idx="4833">
                  <c:v>59.1696586608887</c:v>
                </c:pt>
                <c:pt idx="4834">
                  <c:v>59.024017333984403</c:v>
                </c:pt>
                <c:pt idx="4835">
                  <c:v>59.089096069335902</c:v>
                </c:pt>
                <c:pt idx="4836">
                  <c:v>59.1652641296387</c:v>
                </c:pt>
                <c:pt idx="4837">
                  <c:v>59.1749267578125</c:v>
                </c:pt>
                <c:pt idx="4838">
                  <c:v>59.228038787841797</c:v>
                </c:pt>
                <c:pt idx="4839">
                  <c:v>59.715400695800803</c:v>
                </c:pt>
                <c:pt idx="4840">
                  <c:v>59.639934539794901</c:v>
                </c:pt>
                <c:pt idx="4841">
                  <c:v>59.689212799072301</c:v>
                </c:pt>
                <c:pt idx="4842">
                  <c:v>59.668052673339801</c:v>
                </c:pt>
                <c:pt idx="4843">
                  <c:v>59.166622161865199</c:v>
                </c:pt>
                <c:pt idx="4844">
                  <c:v>59.282749176025398</c:v>
                </c:pt>
                <c:pt idx="4845">
                  <c:v>59.386112213134801</c:v>
                </c:pt>
                <c:pt idx="4846">
                  <c:v>59.560890197753899</c:v>
                </c:pt>
                <c:pt idx="4847">
                  <c:v>59.734138488769503</c:v>
                </c:pt>
                <c:pt idx="4848">
                  <c:v>59.720909118652301</c:v>
                </c:pt>
                <c:pt idx="4849">
                  <c:v>60.146907806396499</c:v>
                </c:pt>
                <c:pt idx="4850">
                  <c:v>59.915565490722699</c:v>
                </c:pt>
                <c:pt idx="4851">
                  <c:v>59.943267822265597</c:v>
                </c:pt>
                <c:pt idx="4852">
                  <c:v>59.773216247558601</c:v>
                </c:pt>
                <c:pt idx="4853">
                  <c:v>59.884395599365199</c:v>
                </c:pt>
                <c:pt idx="4854">
                  <c:v>60.2714653015137</c:v>
                </c:pt>
                <c:pt idx="4855">
                  <c:v>60.3596000671387</c:v>
                </c:pt>
                <c:pt idx="4856">
                  <c:v>60.346851348877003</c:v>
                </c:pt>
                <c:pt idx="4857">
                  <c:v>60.299179077148402</c:v>
                </c:pt>
                <c:pt idx="4858">
                  <c:v>59.9415473937988</c:v>
                </c:pt>
                <c:pt idx="4859">
                  <c:v>59.809379577636697</c:v>
                </c:pt>
                <c:pt idx="4860">
                  <c:v>59.832328796386697</c:v>
                </c:pt>
                <c:pt idx="4861">
                  <c:v>59.846420288085902</c:v>
                </c:pt>
                <c:pt idx="4862">
                  <c:v>59.680641174316399</c:v>
                </c:pt>
                <c:pt idx="4863">
                  <c:v>59.726356506347699</c:v>
                </c:pt>
                <c:pt idx="4864">
                  <c:v>59.728363037109403</c:v>
                </c:pt>
                <c:pt idx="4865">
                  <c:v>59.3820991516113</c:v>
                </c:pt>
                <c:pt idx="4866">
                  <c:v>59.456882476806598</c:v>
                </c:pt>
                <c:pt idx="4867">
                  <c:v>59.565605163574197</c:v>
                </c:pt>
                <c:pt idx="4868">
                  <c:v>59.380844116210902</c:v>
                </c:pt>
                <c:pt idx="4869">
                  <c:v>59.723243713378899</c:v>
                </c:pt>
                <c:pt idx="4870">
                  <c:v>59.806678771972699</c:v>
                </c:pt>
                <c:pt idx="4871">
                  <c:v>59.861530303955099</c:v>
                </c:pt>
                <c:pt idx="4872">
                  <c:v>60.297908782958999</c:v>
                </c:pt>
                <c:pt idx="4873">
                  <c:v>60.339725494384801</c:v>
                </c:pt>
                <c:pt idx="4874">
                  <c:v>60.2292289733887</c:v>
                </c:pt>
                <c:pt idx="4875">
                  <c:v>60.307300567627003</c:v>
                </c:pt>
                <c:pt idx="4876">
                  <c:v>60.1513671875</c:v>
                </c:pt>
                <c:pt idx="4877">
                  <c:v>60.028434753417997</c:v>
                </c:pt>
                <c:pt idx="4878">
                  <c:v>60.118259429931598</c:v>
                </c:pt>
                <c:pt idx="4879">
                  <c:v>60.083168029785199</c:v>
                </c:pt>
                <c:pt idx="4880">
                  <c:v>60.050949096679702</c:v>
                </c:pt>
                <c:pt idx="4881">
                  <c:v>60.0164604187012</c:v>
                </c:pt>
                <c:pt idx="4882">
                  <c:v>60.437911987304702</c:v>
                </c:pt>
                <c:pt idx="4883">
                  <c:v>60.102577209472699</c:v>
                </c:pt>
                <c:pt idx="4884">
                  <c:v>59.885009765625</c:v>
                </c:pt>
                <c:pt idx="4885">
                  <c:v>59.735652923583999</c:v>
                </c:pt>
                <c:pt idx="4886">
                  <c:v>59.892822265625</c:v>
                </c:pt>
                <c:pt idx="4887">
                  <c:v>60.0145454406738</c:v>
                </c:pt>
                <c:pt idx="4888">
                  <c:v>59.902503967285199</c:v>
                </c:pt>
                <c:pt idx="4889">
                  <c:v>60.042415618896499</c:v>
                </c:pt>
                <c:pt idx="4890">
                  <c:v>60.071201324462898</c:v>
                </c:pt>
                <c:pt idx="4891">
                  <c:v>60.104679107666001</c:v>
                </c:pt>
                <c:pt idx="4892">
                  <c:v>60.130359649658203</c:v>
                </c:pt>
                <c:pt idx="4893">
                  <c:v>60.118900299072301</c:v>
                </c:pt>
                <c:pt idx="4894">
                  <c:v>60.185382843017599</c:v>
                </c:pt>
                <c:pt idx="4895">
                  <c:v>60.312675476074197</c:v>
                </c:pt>
                <c:pt idx="4896">
                  <c:v>60.089191436767599</c:v>
                </c:pt>
                <c:pt idx="4897">
                  <c:v>60.116542816162102</c:v>
                </c:pt>
                <c:pt idx="4898">
                  <c:v>59.812393188476598</c:v>
                </c:pt>
                <c:pt idx="4899">
                  <c:v>59.984500885009801</c:v>
                </c:pt>
                <c:pt idx="4900">
                  <c:v>60.143150329589801</c:v>
                </c:pt>
                <c:pt idx="4901">
                  <c:v>60.233879089355497</c:v>
                </c:pt>
                <c:pt idx="4902">
                  <c:v>60.523544311523402</c:v>
                </c:pt>
                <c:pt idx="4903">
                  <c:v>59.921920776367202</c:v>
                </c:pt>
                <c:pt idx="4904">
                  <c:v>60.247535705566399</c:v>
                </c:pt>
                <c:pt idx="4905">
                  <c:v>60.734401702880902</c:v>
                </c:pt>
                <c:pt idx="4906">
                  <c:v>60.373283386230497</c:v>
                </c:pt>
                <c:pt idx="4907">
                  <c:v>60.154594421386697</c:v>
                </c:pt>
                <c:pt idx="4908">
                  <c:v>60.280303955078097</c:v>
                </c:pt>
                <c:pt idx="4909">
                  <c:v>60.202682495117202</c:v>
                </c:pt>
                <c:pt idx="4910">
                  <c:v>60.340019226074197</c:v>
                </c:pt>
                <c:pt idx="4911">
                  <c:v>60.423126220703097</c:v>
                </c:pt>
                <c:pt idx="4912">
                  <c:v>60.497722625732401</c:v>
                </c:pt>
                <c:pt idx="4913">
                  <c:v>60.541957855224602</c:v>
                </c:pt>
                <c:pt idx="4914">
                  <c:v>60.469142913818402</c:v>
                </c:pt>
                <c:pt idx="4915">
                  <c:v>60.488677978515597</c:v>
                </c:pt>
                <c:pt idx="4916">
                  <c:v>60.4750366210938</c:v>
                </c:pt>
                <c:pt idx="4917">
                  <c:v>60.267715454101598</c:v>
                </c:pt>
                <c:pt idx="4918">
                  <c:v>60.294929504394503</c:v>
                </c:pt>
                <c:pt idx="4919">
                  <c:v>60.393512725830099</c:v>
                </c:pt>
                <c:pt idx="4920">
                  <c:v>60.331069946289098</c:v>
                </c:pt>
                <c:pt idx="4921">
                  <c:v>60.252330780029297</c:v>
                </c:pt>
                <c:pt idx="4922">
                  <c:v>60.396697998046903</c:v>
                </c:pt>
                <c:pt idx="4923">
                  <c:v>60.389663696289098</c:v>
                </c:pt>
                <c:pt idx="4924">
                  <c:v>60.642585754394503</c:v>
                </c:pt>
                <c:pt idx="4925">
                  <c:v>60.451786041259801</c:v>
                </c:pt>
                <c:pt idx="4926">
                  <c:v>60.390159606933601</c:v>
                </c:pt>
                <c:pt idx="4927">
                  <c:v>60.294887542724602</c:v>
                </c:pt>
                <c:pt idx="4928">
                  <c:v>60.250198364257798</c:v>
                </c:pt>
                <c:pt idx="4929">
                  <c:v>60.234996795654297</c:v>
                </c:pt>
                <c:pt idx="4930">
                  <c:v>60.254768371582003</c:v>
                </c:pt>
                <c:pt idx="4931">
                  <c:v>60.291431427002003</c:v>
                </c:pt>
                <c:pt idx="4932">
                  <c:v>60.278678894042997</c:v>
                </c:pt>
                <c:pt idx="4933">
                  <c:v>60.063632965087898</c:v>
                </c:pt>
                <c:pt idx="4934">
                  <c:v>60.136463165283203</c:v>
                </c:pt>
                <c:pt idx="4935">
                  <c:v>60.123207092285199</c:v>
                </c:pt>
                <c:pt idx="4936">
                  <c:v>60.121284484863303</c:v>
                </c:pt>
                <c:pt idx="4937">
                  <c:v>60.115596771240199</c:v>
                </c:pt>
                <c:pt idx="4938">
                  <c:v>59.961345672607401</c:v>
                </c:pt>
                <c:pt idx="4939">
                  <c:v>59.8629341125488</c:v>
                </c:pt>
                <c:pt idx="4940">
                  <c:v>60.235832214355497</c:v>
                </c:pt>
                <c:pt idx="4941">
                  <c:v>60.223636627197301</c:v>
                </c:pt>
                <c:pt idx="4942">
                  <c:v>59.827297210693402</c:v>
                </c:pt>
                <c:pt idx="4943">
                  <c:v>59.606986999511697</c:v>
                </c:pt>
                <c:pt idx="4944">
                  <c:v>59.794349670410199</c:v>
                </c:pt>
                <c:pt idx="4945">
                  <c:v>59.875350952148402</c:v>
                </c:pt>
                <c:pt idx="4946">
                  <c:v>60.0417671203613</c:v>
                </c:pt>
                <c:pt idx="4947">
                  <c:v>60.064952850341797</c:v>
                </c:pt>
                <c:pt idx="4948">
                  <c:v>60.135528564453097</c:v>
                </c:pt>
                <c:pt idx="4949">
                  <c:v>60.035888671875</c:v>
                </c:pt>
                <c:pt idx="4950">
                  <c:v>60.003704071044901</c:v>
                </c:pt>
                <c:pt idx="4951">
                  <c:v>59.580875396728501</c:v>
                </c:pt>
                <c:pt idx="4952">
                  <c:v>59.976673126220703</c:v>
                </c:pt>
                <c:pt idx="4953">
                  <c:v>59.781711578369098</c:v>
                </c:pt>
                <c:pt idx="4954">
                  <c:v>60.605991363525398</c:v>
                </c:pt>
                <c:pt idx="4955">
                  <c:v>60.520362854003899</c:v>
                </c:pt>
                <c:pt idx="4956">
                  <c:v>60.364601135253899</c:v>
                </c:pt>
                <c:pt idx="4957">
                  <c:v>60.505725860595703</c:v>
                </c:pt>
                <c:pt idx="4958">
                  <c:v>60.403156280517599</c:v>
                </c:pt>
                <c:pt idx="4959">
                  <c:v>59.918430328369098</c:v>
                </c:pt>
                <c:pt idx="4960">
                  <c:v>60.238842010498097</c:v>
                </c:pt>
                <c:pt idx="4961">
                  <c:v>60.483108520507798</c:v>
                </c:pt>
                <c:pt idx="4962">
                  <c:v>60.411624908447301</c:v>
                </c:pt>
                <c:pt idx="4963">
                  <c:v>60.376144409179702</c:v>
                </c:pt>
                <c:pt idx="4964">
                  <c:v>60.311779022216797</c:v>
                </c:pt>
                <c:pt idx="4965">
                  <c:v>60.333259582519503</c:v>
                </c:pt>
                <c:pt idx="4966">
                  <c:v>60.272434234619098</c:v>
                </c:pt>
                <c:pt idx="4967">
                  <c:v>60.317493438720703</c:v>
                </c:pt>
                <c:pt idx="4968">
                  <c:v>60.0982055664063</c:v>
                </c:pt>
                <c:pt idx="4969">
                  <c:v>60.181159973144503</c:v>
                </c:pt>
                <c:pt idx="4970">
                  <c:v>60.6137886047363</c:v>
                </c:pt>
                <c:pt idx="4971">
                  <c:v>60.449653625488303</c:v>
                </c:pt>
                <c:pt idx="4972">
                  <c:v>60.330375671386697</c:v>
                </c:pt>
                <c:pt idx="4973">
                  <c:v>60.275733947753899</c:v>
                </c:pt>
                <c:pt idx="4974">
                  <c:v>60.048492431640597</c:v>
                </c:pt>
                <c:pt idx="4975">
                  <c:v>60.330154418945298</c:v>
                </c:pt>
                <c:pt idx="4976">
                  <c:v>60.507686614990199</c:v>
                </c:pt>
                <c:pt idx="4977">
                  <c:v>60.536941528320298</c:v>
                </c:pt>
                <c:pt idx="4978">
                  <c:v>60.7441215515137</c:v>
                </c:pt>
                <c:pt idx="4979">
                  <c:v>60.520248413085902</c:v>
                </c:pt>
                <c:pt idx="4980">
                  <c:v>60.711185455322301</c:v>
                </c:pt>
                <c:pt idx="4981">
                  <c:v>60.582309722900398</c:v>
                </c:pt>
                <c:pt idx="4982">
                  <c:v>60.364341735839801</c:v>
                </c:pt>
                <c:pt idx="4983">
                  <c:v>60.260013580322301</c:v>
                </c:pt>
                <c:pt idx="4984">
                  <c:v>60.787345886230497</c:v>
                </c:pt>
                <c:pt idx="4985">
                  <c:v>60.948860168457003</c:v>
                </c:pt>
                <c:pt idx="4986">
                  <c:v>60.7367553710938</c:v>
                </c:pt>
                <c:pt idx="4987">
                  <c:v>60.759059906005902</c:v>
                </c:pt>
                <c:pt idx="4988">
                  <c:v>60.872764587402301</c:v>
                </c:pt>
                <c:pt idx="4989">
                  <c:v>60.435325622558601</c:v>
                </c:pt>
                <c:pt idx="4990">
                  <c:v>60.494380950927699</c:v>
                </c:pt>
                <c:pt idx="4991">
                  <c:v>60.57958984375</c:v>
                </c:pt>
                <c:pt idx="4992">
                  <c:v>60.311004638671903</c:v>
                </c:pt>
                <c:pt idx="4993">
                  <c:v>60.486740112304702</c:v>
                </c:pt>
                <c:pt idx="4994">
                  <c:v>60.653968811035199</c:v>
                </c:pt>
                <c:pt idx="4995">
                  <c:v>60.376506805419901</c:v>
                </c:pt>
                <c:pt idx="4996">
                  <c:v>60.634372711181598</c:v>
                </c:pt>
                <c:pt idx="4997">
                  <c:v>60.725044250488303</c:v>
                </c:pt>
                <c:pt idx="4998">
                  <c:v>60.832412719726598</c:v>
                </c:pt>
                <c:pt idx="4999">
                  <c:v>60.843425750732401</c:v>
                </c:pt>
                <c:pt idx="5000">
                  <c:v>60.8343315124512</c:v>
                </c:pt>
                <c:pt idx="5001">
                  <c:v>60.957973480224602</c:v>
                </c:pt>
                <c:pt idx="5002">
                  <c:v>60.8565673828125</c:v>
                </c:pt>
                <c:pt idx="5003">
                  <c:v>60.731601715087898</c:v>
                </c:pt>
                <c:pt idx="5004">
                  <c:v>60.670345306396499</c:v>
                </c:pt>
                <c:pt idx="5005">
                  <c:v>60.693859100341797</c:v>
                </c:pt>
                <c:pt idx="5006">
                  <c:v>60.883655548095703</c:v>
                </c:pt>
                <c:pt idx="5007">
                  <c:v>60.914718627929702</c:v>
                </c:pt>
                <c:pt idx="5008">
                  <c:v>60.656829833984403</c:v>
                </c:pt>
                <c:pt idx="5009">
                  <c:v>60.6882514953613</c:v>
                </c:pt>
                <c:pt idx="5010">
                  <c:v>60.425239562988303</c:v>
                </c:pt>
                <c:pt idx="5011">
                  <c:v>60.581394195556598</c:v>
                </c:pt>
                <c:pt idx="5012">
                  <c:v>60.906620025634801</c:v>
                </c:pt>
                <c:pt idx="5013">
                  <c:v>60.8464164733887</c:v>
                </c:pt>
                <c:pt idx="5014">
                  <c:v>60.7504272460938</c:v>
                </c:pt>
                <c:pt idx="5015">
                  <c:v>60.6458549499512</c:v>
                </c:pt>
                <c:pt idx="5016">
                  <c:v>62.118457794189503</c:v>
                </c:pt>
                <c:pt idx="5017">
                  <c:v>61.728351593017599</c:v>
                </c:pt>
                <c:pt idx="5018">
                  <c:v>61.870647430419901</c:v>
                </c:pt>
                <c:pt idx="5019">
                  <c:v>61.284641265869098</c:v>
                </c:pt>
                <c:pt idx="5020">
                  <c:v>61.431308746337898</c:v>
                </c:pt>
                <c:pt idx="5021">
                  <c:v>60.9313774108887</c:v>
                </c:pt>
                <c:pt idx="5022">
                  <c:v>61.106777191162102</c:v>
                </c:pt>
                <c:pt idx="5023">
                  <c:v>60.7037353515625</c:v>
                </c:pt>
                <c:pt idx="5024">
                  <c:v>60.7117309570313</c:v>
                </c:pt>
                <c:pt idx="5025">
                  <c:v>60.767112731933601</c:v>
                </c:pt>
                <c:pt idx="5026">
                  <c:v>60.777179718017599</c:v>
                </c:pt>
                <c:pt idx="5027">
                  <c:v>60.596435546875</c:v>
                </c:pt>
                <c:pt idx="5028">
                  <c:v>60.667655944824197</c:v>
                </c:pt>
                <c:pt idx="5029">
                  <c:v>60.435214996337898</c:v>
                </c:pt>
                <c:pt idx="5030">
                  <c:v>60.483791351318402</c:v>
                </c:pt>
                <c:pt idx="5031">
                  <c:v>60.449092864990199</c:v>
                </c:pt>
                <c:pt idx="5032">
                  <c:v>60.482547760009801</c:v>
                </c:pt>
                <c:pt idx="5033">
                  <c:v>60.311069488525398</c:v>
                </c:pt>
                <c:pt idx="5034">
                  <c:v>60.3372993469238</c:v>
                </c:pt>
                <c:pt idx="5035">
                  <c:v>60.316818237304702</c:v>
                </c:pt>
                <c:pt idx="5036">
                  <c:v>60.3814086914063</c:v>
                </c:pt>
                <c:pt idx="5037">
                  <c:v>60.480476379394503</c:v>
                </c:pt>
                <c:pt idx="5038">
                  <c:v>60.5147705078125</c:v>
                </c:pt>
                <c:pt idx="5039">
                  <c:v>60.522994995117202</c:v>
                </c:pt>
                <c:pt idx="5040">
                  <c:v>60.469646453857401</c:v>
                </c:pt>
                <c:pt idx="5041">
                  <c:v>60.487777709960902</c:v>
                </c:pt>
                <c:pt idx="5042">
                  <c:v>60.245918273925803</c:v>
                </c:pt>
                <c:pt idx="5043">
                  <c:v>60.299510955810597</c:v>
                </c:pt>
                <c:pt idx="5044">
                  <c:v>60.359203338623097</c:v>
                </c:pt>
                <c:pt idx="5045">
                  <c:v>60.453659057617202</c:v>
                </c:pt>
                <c:pt idx="5046">
                  <c:v>60.434116363525398</c:v>
                </c:pt>
                <c:pt idx="5047">
                  <c:v>60.372959136962898</c:v>
                </c:pt>
                <c:pt idx="5048">
                  <c:v>60.339622497558601</c:v>
                </c:pt>
                <c:pt idx="5049">
                  <c:v>60.338127136230497</c:v>
                </c:pt>
                <c:pt idx="5050">
                  <c:v>60.312000274658203</c:v>
                </c:pt>
                <c:pt idx="5051">
                  <c:v>60.283008575439503</c:v>
                </c:pt>
                <c:pt idx="5052">
                  <c:v>60.290756225585902</c:v>
                </c:pt>
                <c:pt idx="5053">
                  <c:v>60.250076293945298</c:v>
                </c:pt>
                <c:pt idx="5054">
                  <c:v>60.319545745849602</c:v>
                </c:pt>
                <c:pt idx="5055">
                  <c:v>60.266323089599602</c:v>
                </c:pt>
                <c:pt idx="5056">
                  <c:v>60.252494812011697</c:v>
                </c:pt>
                <c:pt idx="5057">
                  <c:v>60.213779449462898</c:v>
                </c:pt>
                <c:pt idx="5058">
                  <c:v>60.195396423339801</c:v>
                </c:pt>
                <c:pt idx="5059">
                  <c:v>60.167266845703097</c:v>
                </c:pt>
                <c:pt idx="5060">
                  <c:v>60.157951354980497</c:v>
                </c:pt>
                <c:pt idx="5061">
                  <c:v>60.172168731689503</c:v>
                </c:pt>
                <c:pt idx="5062">
                  <c:v>60.132850646972699</c:v>
                </c:pt>
                <c:pt idx="5063">
                  <c:v>60.106327056884801</c:v>
                </c:pt>
                <c:pt idx="5064">
                  <c:v>60.105136871337898</c:v>
                </c:pt>
                <c:pt idx="5065">
                  <c:v>60.054782867431598</c:v>
                </c:pt>
                <c:pt idx="5066">
                  <c:v>60.039199829101598</c:v>
                </c:pt>
                <c:pt idx="5067">
                  <c:v>60.004352569580099</c:v>
                </c:pt>
                <c:pt idx="5068">
                  <c:v>59.9791870117188</c:v>
                </c:pt>
                <c:pt idx="5069">
                  <c:v>59.971920013427699</c:v>
                </c:pt>
                <c:pt idx="5070">
                  <c:v>59.979736328125</c:v>
                </c:pt>
                <c:pt idx="5071">
                  <c:v>59.946693420410199</c:v>
                </c:pt>
                <c:pt idx="5072">
                  <c:v>59.994869232177699</c:v>
                </c:pt>
                <c:pt idx="5073">
                  <c:v>59.946575164794901</c:v>
                </c:pt>
                <c:pt idx="5074">
                  <c:v>59.934165954589801</c:v>
                </c:pt>
                <c:pt idx="5075">
                  <c:v>59.872161865234403</c:v>
                </c:pt>
                <c:pt idx="5076">
                  <c:v>59.859485626220703</c:v>
                </c:pt>
                <c:pt idx="5077">
                  <c:v>59.843307495117202</c:v>
                </c:pt>
                <c:pt idx="5078">
                  <c:v>59.877372741699197</c:v>
                </c:pt>
                <c:pt idx="5079">
                  <c:v>60.024227142333999</c:v>
                </c:pt>
                <c:pt idx="5080">
                  <c:v>59.886215209960902</c:v>
                </c:pt>
                <c:pt idx="5081">
                  <c:v>59.5390434265137</c:v>
                </c:pt>
                <c:pt idx="5082">
                  <c:v>59.677658081054702</c:v>
                </c:pt>
                <c:pt idx="5083">
                  <c:v>59.713722229003899</c:v>
                </c:pt>
                <c:pt idx="5084">
                  <c:v>58.837059020996101</c:v>
                </c:pt>
                <c:pt idx="5085">
                  <c:v>59.033340454101598</c:v>
                </c:pt>
                <c:pt idx="5086">
                  <c:v>59.864376068115199</c:v>
                </c:pt>
                <c:pt idx="5087">
                  <c:v>59.829910278320298</c:v>
                </c:pt>
                <c:pt idx="5088">
                  <c:v>59.883621215820298</c:v>
                </c:pt>
                <c:pt idx="5089">
                  <c:v>60.109420776367202</c:v>
                </c:pt>
                <c:pt idx="5090">
                  <c:v>60.028289794921903</c:v>
                </c:pt>
                <c:pt idx="5091">
                  <c:v>60.170181274414098</c:v>
                </c:pt>
                <c:pt idx="5092">
                  <c:v>59.961494445800803</c:v>
                </c:pt>
                <c:pt idx="5093">
                  <c:v>59.692378997802699</c:v>
                </c:pt>
                <c:pt idx="5094">
                  <c:v>59.776241302490199</c:v>
                </c:pt>
                <c:pt idx="5095">
                  <c:v>59.738166809082003</c:v>
                </c:pt>
                <c:pt idx="5096">
                  <c:v>59.774940490722699</c:v>
                </c:pt>
                <c:pt idx="5097">
                  <c:v>59.695156097412102</c:v>
                </c:pt>
                <c:pt idx="5098">
                  <c:v>59.708972930908203</c:v>
                </c:pt>
                <c:pt idx="5099">
                  <c:v>59.989933013916001</c:v>
                </c:pt>
                <c:pt idx="5100">
                  <c:v>59.927089691162102</c:v>
                </c:pt>
                <c:pt idx="5101">
                  <c:v>59.785209655761697</c:v>
                </c:pt>
                <c:pt idx="5102">
                  <c:v>59.647796630859403</c:v>
                </c:pt>
                <c:pt idx="5103">
                  <c:v>59.697700500488303</c:v>
                </c:pt>
                <c:pt idx="5104">
                  <c:v>59.722053527832003</c:v>
                </c:pt>
                <c:pt idx="5105">
                  <c:v>60.027580261230497</c:v>
                </c:pt>
                <c:pt idx="5106">
                  <c:v>59.569583892822301</c:v>
                </c:pt>
                <c:pt idx="5107">
                  <c:v>59.589206695556598</c:v>
                </c:pt>
                <c:pt idx="5108">
                  <c:v>59.631576538085902</c:v>
                </c:pt>
                <c:pt idx="5109">
                  <c:v>59.716579437255902</c:v>
                </c:pt>
                <c:pt idx="5110">
                  <c:v>59.748332977294901</c:v>
                </c:pt>
                <c:pt idx="5111">
                  <c:v>60.100143432617202</c:v>
                </c:pt>
                <c:pt idx="5112">
                  <c:v>60.228855133056598</c:v>
                </c:pt>
                <c:pt idx="5113">
                  <c:v>59.934619903564503</c:v>
                </c:pt>
                <c:pt idx="5114">
                  <c:v>59.554267883300803</c:v>
                </c:pt>
                <c:pt idx="5115">
                  <c:v>59.5190238952637</c:v>
                </c:pt>
                <c:pt idx="5116">
                  <c:v>59.6085815429688</c:v>
                </c:pt>
                <c:pt idx="5117">
                  <c:v>59.668308258056598</c:v>
                </c:pt>
                <c:pt idx="5118">
                  <c:v>59.637420654296903</c:v>
                </c:pt>
                <c:pt idx="5119">
                  <c:v>59.670219421386697</c:v>
                </c:pt>
                <c:pt idx="5120">
                  <c:v>59.660636901855497</c:v>
                </c:pt>
                <c:pt idx="5121">
                  <c:v>59.6233940124512</c:v>
                </c:pt>
                <c:pt idx="5122">
                  <c:v>59.644943237304702</c:v>
                </c:pt>
                <c:pt idx="5123">
                  <c:v>59.344524383544901</c:v>
                </c:pt>
                <c:pt idx="5124">
                  <c:v>59.458362579345703</c:v>
                </c:pt>
                <c:pt idx="5125">
                  <c:v>59.834442138671903</c:v>
                </c:pt>
                <c:pt idx="5126">
                  <c:v>59.715732574462898</c:v>
                </c:pt>
                <c:pt idx="5127">
                  <c:v>59.262916564941399</c:v>
                </c:pt>
                <c:pt idx="5128">
                  <c:v>59.393348693847699</c:v>
                </c:pt>
                <c:pt idx="5129">
                  <c:v>59.495281219482401</c:v>
                </c:pt>
                <c:pt idx="5130">
                  <c:v>59.566970825195298</c:v>
                </c:pt>
                <c:pt idx="5131">
                  <c:v>59.413063049316399</c:v>
                </c:pt>
                <c:pt idx="5132">
                  <c:v>59.309734344482401</c:v>
                </c:pt>
                <c:pt idx="5133">
                  <c:v>59.338298797607401</c:v>
                </c:pt>
                <c:pt idx="5134">
                  <c:v>59.417766571044901</c:v>
                </c:pt>
                <c:pt idx="5135">
                  <c:v>59.746288299560597</c:v>
                </c:pt>
                <c:pt idx="5136">
                  <c:v>59.8082885742188</c:v>
                </c:pt>
                <c:pt idx="5137">
                  <c:v>59.690547943115199</c:v>
                </c:pt>
                <c:pt idx="5138">
                  <c:v>59.606986999511697</c:v>
                </c:pt>
                <c:pt idx="5139">
                  <c:v>59.364265441894503</c:v>
                </c:pt>
                <c:pt idx="5140">
                  <c:v>59.406017303466797</c:v>
                </c:pt>
                <c:pt idx="5141">
                  <c:v>59.415245056152301</c:v>
                </c:pt>
                <c:pt idx="5142">
                  <c:v>59.567813873291001</c:v>
                </c:pt>
                <c:pt idx="5143">
                  <c:v>59.1613578796387</c:v>
                </c:pt>
                <c:pt idx="5144">
                  <c:v>58.749095916748097</c:v>
                </c:pt>
                <c:pt idx="5145">
                  <c:v>58.658939361572301</c:v>
                </c:pt>
                <c:pt idx="5146">
                  <c:v>59.273628234863303</c:v>
                </c:pt>
                <c:pt idx="5147">
                  <c:v>60.570545196533203</c:v>
                </c:pt>
                <c:pt idx="5148">
                  <c:v>60.342777252197301</c:v>
                </c:pt>
                <c:pt idx="5149">
                  <c:v>60.741157531738303</c:v>
                </c:pt>
                <c:pt idx="5150">
                  <c:v>60.120418548583999</c:v>
                </c:pt>
                <c:pt idx="5151">
                  <c:v>59.7668266296387</c:v>
                </c:pt>
                <c:pt idx="5152">
                  <c:v>59.6455078125</c:v>
                </c:pt>
                <c:pt idx="5153">
                  <c:v>59.519203186035199</c:v>
                </c:pt>
                <c:pt idx="5154">
                  <c:v>59.202301025390597</c:v>
                </c:pt>
                <c:pt idx="5155">
                  <c:v>59.3558959960938</c:v>
                </c:pt>
                <c:pt idx="5156">
                  <c:v>59.422355651855497</c:v>
                </c:pt>
                <c:pt idx="5157">
                  <c:v>59.476921081542997</c:v>
                </c:pt>
                <c:pt idx="5158">
                  <c:v>59.392730712890597</c:v>
                </c:pt>
                <c:pt idx="5159">
                  <c:v>59.4759330749512</c:v>
                </c:pt>
                <c:pt idx="5160">
                  <c:v>59.894680023193402</c:v>
                </c:pt>
                <c:pt idx="5161">
                  <c:v>59.461929321289098</c:v>
                </c:pt>
                <c:pt idx="5162">
                  <c:v>59.596588134765597</c:v>
                </c:pt>
                <c:pt idx="5163">
                  <c:v>59.7338676452637</c:v>
                </c:pt>
                <c:pt idx="5164">
                  <c:v>59.759403228759801</c:v>
                </c:pt>
                <c:pt idx="5165">
                  <c:v>59.689754486083999</c:v>
                </c:pt>
                <c:pt idx="5166">
                  <c:v>59.700428009033203</c:v>
                </c:pt>
                <c:pt idx="5167">
                  <c:v>59.758266448974602</c:v>
                </c:pt>
                <c:pt idx="5168">
                  <c:v>59.667854309082003</c:v>
                </c:pt>
                <c:pt idx="5169">
                  <c:v>59.633453369140597</c:v>
                </c:pt>
                <c:pt idx="5170">
                  <c:v>60.032508850097699</c:v>
                </c:pt>
                <c:pt idx="5171">
                  <c:v>59.175304412841797</c:v>
                </c:pt>
                <c:pt idx="5172">
                  <c:v>59.255237579345703</c:v>
                </c:pt>
                <c:pt idx="5173">
                  <c:v>59.544689178466797</c:v>
                </c:pt>
                <c:pt idx="5174">
                  <c:v>59.766361236572301</c:v>
                </c:pt>
                <c:pt idx="5175">
                  <c:v>59.613117218017599</c:v>
                </c:pt>
                <c:pt idx="5176">
                  <c:v>59.852195739746101</c:v>
                </c:pt>
                <c:pt idx="5177">
                  <c:v>59.749839782714801</c:v>
                </c:pt>
                <c:pt idx="5178">
                  <c:v>59.643115997314503</c:v>
                </c:pt>
                <c:pt idx="5179">
                  <c:v>59.524734497070298</c:v>
                </c:pt>
                <c:pt idx="5180">
                  <c:v>59.742530822753899</c:v>
                </c:pt>
                <c:pt idx="5181">
                  <c:v>59.6038627624512</c:v>
                </c:pt>
                <c:pt idx="5182">
                  <c:v>59.710662841796903</c:v>
                </c:pt>
                <c:pt idx="5183">
                  <c:v>59.771930694580099</c:v>
                </c:pt>
                <c:pt idx="5184">
                  <c:v>59.645576477050803</c:v>
                </c:pt>
                <c:pt idx="5185">
                  <c:v>59.429512023925803</c:v>
                </c:pt>
                <c:pt idx="5186">
                  <c:v>59.2922554016113</c:v>
                </c:pt>
                <c:pt idx="5187">
                  <c:v>59.301799774169901</c:v>
                </c:pt>
                <c:pt idx="5188">
                  <c:v>59.569953918457003</c:v>
                </c:pt>
                <c:pt idx="5189">
                  <c:v>59.400367736816399</c:v>
                </c:pt>
                <c:pt idx="5190">
                  <c:v>59.511619567871101</c:v>
                </c:pt>
                <c:pt idx="5191">
                  <c:v>60.110847473144503</c:v>
                </c:pt>
                <c:pt idx="5192">
                  <c:v>59.820640563964801</c:v>
                </c:pt>
                <c:pt idx="5193">
                  <c:v>60.055233001708999</c:v>
                </c:pt>
                <c:pt idx="5194">
                  <c:v>59.955307006835902</c:v>
                </c:pt>
                <c:pt idx="5195">
                  <c:v>59.854831695556598</c:v>
                </c:pt>
                <c:pt idx="5196">
                  <c:v>59.712387084960902</c:v>
                </c:pt>
                <c:pt idx="5197">
                  <c:v>59.923625946044901</c:v>
                </c:pt>
                <c:pt idx="5198">
                  <c:v>59.705402374267599</c:v>
                </c:pt>
                <c:pt idx="5199">
                  <c:v>59.699527740478501</c:v>
                </c:pt>
                <c:pt idx="5200">
                  <c:v>59.5859375</c:v>
                </c:pt>
                <c:pt idx="5201">
                  <c:v>59.6073608398438</c:v>
                </c:pt>
                <c:pt idx="5202">
                  <c:v>59.670825958252003</c:v>
                </c:pt>
                <c:pt idx="5203">
                  <c:v>59.6917114257813</c:v>
                </c:pt>
                <c:pt idx="5204">
                  <c:v>59.623134613037102</c:v>
                </c:pt>
                <c:pt idx="5205">
                  <c:v>59.532474517822301</c:v>
                </c:pt>
                <c:pt idx="5206">
                  <c:v>59.390712738037102</c:v>
                </c:pt>
                <c:pt idx="5207">
                  <c:v>59.527687072753899</c:v>
                </c:pt>
                <c:pt idx="5208">
                  <c:v>59.902885437011697</c:v>
                </c:pt>
                <c:pt idx="5209">
                  <c:v>59.831710815429702</c:v>
                </c:pt>
                <c:pt idx="5210">
                  <c:v>59.679702758789098</c:v>
                </c:pt>
                <c:pt idx="5211">
                  <c:v>59.384849548339801</c:v>
                </c:pt>
                <c:pt idx="5212">
                  <c:v>59.612346649169901</c:v>
                </c:pt>
                <c:pt idx="5213">
                  <c:v>59.600887298583999</c:v>
                </c:pt>
                <c:pt idx="5214">
                  <c:v>59.383098602294901</c:v>
                </c:pt>
                <c:pt idx="5215">
                  <c:v>59.528972625732401</c:v>
                </c:pt>
                <c:pt idx="5216">
                  <c:v>59.541893005371101</c:v>
                </c:pt>
                <c:pt idx="5217">
                  <c:v>59.5370903015137</c:v>
                </c:pt>
                <c:pt idx="5218">
                  <c:v>59.555461883544901</c:v>
                </c:pt>
                <c:pt idx="5219">
                  <c:v>59.624797821044901</c:v>
                </c:pt>
                <c:pt idx="5220">
                  <c:v>59.642086029052699</c:v>
                </c:pt>
                <c:pt idx="5221">
                  <c:v>59.483119964599602</c:v>
                </c:pt>
                <c:pt idx="5222">
                  <c:v>59.5699272155762</c:v>
                </c:pt>
                <c:pt idx="5223">
                  <c:v>59.639671325683601</c:v>
                </c:pt>
                <c:pt idx="5224">
                  <c:v>59.823646545410199</c:v>
                </c:pt>
                <c:pt idx="5225">
                  <c:v>59.510765075683601</c:v>
                </c:pt>
                <c:pt idx="5226">
                  <c:v>59.548534393310597</c:v>
                </c:pt>
                <c:pt idx="5227">
                  <c:v>59.587734222412102</c:v>
                </c:pt>
                <c:pt idx="5228">
                  <c:v>59.642093658447301</c:v>
                </c:pt>
                <c:pt idx="5229">
                  <c:v>59.641231536865199</c:v>
                </c:pt>
                <c:pt idx="5230">
                  <c:v>59.697769165039098</c:v>
                </c:pt>
                <c:pt idx="5231">
                  <c:v>59.704631805419901</c:v>
                </c:pt>
                <c:pt idx="5232">
                  <c:v>59.680850982666001</c:v>
                </c:pt>
                <c:pt idx="5233">
                  <c:v>59.627937316894503</c:v>
                </c:pt>
                <c:pt idx="5234">
                  <c:v>59.601398468017599</c:v>
                </c:pt>
                <c:pt idx="5235">
                  <c:v>59.550571441650398</c:v>
                </c:pt>
                <c:pt idx="5236">
                  <c:v>59.5428466796875</c:v>
                </c:pt>
                <c:pt idx="5237">
                  <c:v>59.533966064453097</c:v>
                </c:pt>
                <c:pt idx="5238">
                  <c:v>59.505153656005902</c:v>
                </c:pt>
                <c:pt idx="5239">
                  <c:v>59.496143341064503</c:v>
                </c:pt>
                <c:pt idx="5240">
                  <c:v>59.475307464599602</c:v>
                </c:pt>
                <c:pt idx="5241">
                  <c:v>59.480312347412102</c:v>
                </c:pt>
                <c:pt idx="5242">
                  <c:v>59.506786346435597</c:v>
                </c:pt>
                <c:pt idx="5243">
                  <c:v>59.4456176757813</c:v>
                </c:pt>
                <c:pt idx="5244">
                  <c:v>59.427223205566399</c:v>
                </c:pt>
                <c:pt idx="5245">
                  <c:v>59.387706756591797</c:v>
                </c:pt>
                <c:pt idx="5246">
                  <c:v>59.414989471435597</c:v>
                </c:pt>
                <c:pt idx="5247">
                  <c:v>59.412776947021499</c:v>
                </c:pt>
                <c:pt idx="5248">
                  <c:v>59.350711822509801</c:v>
                </c:pt>
                <c:pt idx="5249">
                  <c:v>59.327770233154297</c:v>
                </c:pt>
                <c:pt idx="5250">
                  <c:v>59.219181060791001</c:v>
                </c:pt>
                <c:pt idx="5251">
                  <c:v>59.235393524169901</c:v>
                </c:pt>
                <c:pt idx="5252">
                  <c:v>59.281734466552699</c:v>
                </c:pt>
                <c:pt idx="5253">
                  <c:v>59.266262054443402</c:v>
                </c:pt>
                <c:pt idx="5254">
                  <c:v>59.266147613525398</c:v>
                </c:pt>
                <c:pt idx="5255">
                  <c:v>59.217220306396499</c:v>
                </c:pt>
                <c:pt idx="5256">
                  <c:v>59.2220268249512</c:v>
                </c:pt>
                <c:pt idx="5257">
                  <c:v>59.228172302246101</c:v>
                </c:pt>
                <c:pt idx="5258">
                  <c:v>59.215259552002003</c:v>
                </c:pt>
                <c:pt idx="5259">
                  <c:v>59.1919555664063</c:v>
                </c:pt>
                <c:pt idx="5260">
                  <c:v>59.147998809814503</c:v>
                </c:pt>
                <c:pt idx="5261">
                  <c:v>59.164875030517599</c:v>
                </c:pt>
                <c:pt idx="5262">
                  <c:v>59.1649169921875</c:v>
                </c:pt>
                <c:pt idx="5263">
                  <c:v>59.129913330078097</c:v>
                </c:pt>
                <c:pt idx="5264">
                  <c:v>59.135177612304702</c:v>
                </c:pt>
                <c:pt idx="5265">
                  <c:v>59.115028381347699</c:v>
                </c:pt>
                <c:pt idx="5266">
                  <c:v>59.084278106689503</c:v>
                </c:pt>
                <c:pt idx="5267">
                  <c:v>59.010704040527301</c:v>
                </c:pt>
                <c:pt idx="5268">
                  <c:v>58.995929718017599</c:v>
                </c:pt>
                <c:pt idx="5269">
                  <c:v>59.056510925292997</c:v>
                </c:pt>
                <c:pt idx="5270">
                  <c:v>59.0863647460938</c:v>
                </c:pt>
                <c:pt idx="5271">
                  <c:v>59.168624877929702</c:v>
                </c:pt>
                <c:pt idx="5272">
                  <c:v>59.056827545166001</c:v>
                </c:pt>
                <c:pt idx="5273">
                  <c:v>58.949550628662102</c:v>
                </c:pt>
                <c:pt idx="5274">
                  <c:v>58.9444389343262</c:v>
                </c:pt>
                <c:pt idx="5275">
                  <c:v>58.925792694091797</c:v>
                </c:pt>
                <c:pt idx="5276">
                  <c:v>58.948665618896499</c:v>
                </c:pt>
                <c:pt idx="5277">
                  <c:v>58.914573669433601</c:v>
                </c:pt>
                <c:pt idx="5278">
                  <c:v>58.918205261230497</c:v>
                </c:pt>
                <c:pt idx="5279">
                  <c:v>58.867568969726598</c:v>
                </c:pt>
                <c:pt idx="5280">
                  <c:v>58.803665161132798</c:v>
                </c:pt>
                <c:pt idx="5281">
                  <c:v>58.805160522460902</c:v>
                </c:pt>
                <c:pt idx="5282">
                  <c:v>58.83642578125</c:v>
                </c:pt>
                <c:pt idx="5283">
                  <c:v>58.813003540039098</c:v>
                </c:pt>
                <c:pt idx="5284">
                  <c:v>58.8316841125488</c:v>
                </c:pt>
                <c:pt idx="5285">
                  <c:v>58.921482086181598</c:v>
                </c:pt>
                <c:pt idx="5286">
                  <c:v>58.861526489257798</c:v>
                </c:pt>
                <c:pt idx="5287">
                  <c:v>58.786296844482401</c:v>
                </c:pt>
                <c:pt idx="5288">
                  <c:v>58.791000366210902</c:v>
                </c:pt>
                <c:pt idx="5289">
                  <c:v>58.778007507324197</c:v>
                </c:pt>
                <c:pt idx="5290">
                  <c:v>58.714591979980497</c:v>
                </c:pt>
                <c:pt idx="5291">
                  <c:v>58.689224243164098</c:v>
                </c:pt>
                <c:pt idx="5292">
                  <c:v>58.694812774658203</c:v>
                </c:pt>
                <c:pt idx="5293">
                  <c:v>58.636512756347699</c:v>
                </c:pt>
                <c:pt idx="5294">
                  <c:v>58.638683319091797</c:v>
                </c:pt>
                <c:pt idx="5295">
                  <c:v>58.625709533691399</c:v>
                </c:pt>
                <c:pt idx="5296">
                  <c:v>58.605072021484403</c:v>
                </c:pt>
                <c:pt idx="5297">
                  <c:v>58.604560852050803</c:v>
                </c:pt>
                <c:pt idx="5298">
                  <c:v>58.556911468505902</c:v>
                </c:pt>
                <c:pt idx="5299">
                  <c:v>58.549514770507798</c:v>
                </c:pt>
                <c:pt idx="5300">
                  <c:v>58.620841979980497</c:v>
                </c:pt>
                <c:pt idx="5301">
                  <c:v>58.603096008300803</c:v>
                </c:pt>
                <c:pt idx="5302">
                  <c:v>58.647083282470703</c:v>
                </c:pt>
                <c:pt idx="5303">
                  <c:v>58.579925537109403</c:v>
                </c:pt>
                <c:pt idx="5304">
                  <c:v>58.482734680175803</c:v>
                </c:pt>
                <c:pt idx="5305">
                  <c:v>58.620250701904297</c:v>
                </c:pt>
                <c:pt idx="5306">
                  <c:v>58.517742156982401</c:v>
                </c:pt>
                <c:pt idx="5307">
                  <c:v>58.541015625</c:v>
                </c:pt>
                <c:pt idx="5308">
                  <c:v>58.409114837646499</c:v>
                </c:pt>
                <c:pt idx="5309">
                  <c:v>58.5524291992188</c:v>
                </c:pt>
                <c:pt idx="5310">
                  <c:v>58.625637054443402</c:v>
                </c:pt>
                <c:pt idx="5311">
                  <c:v>58.441856384277301</c:v>
                </c:pt>
                <c:pt idx="5312">
                  <c:v>58.427757263183601</c:v>
                </c:pt>
                <c:pt idx="5313">
                  <c:v>58.209922790527301</c:v>
                </c:pt>
                <c:pt idx="5314">
                  <c:v>58.277091979980497</c:v>
                </c:pt>
                <c:pt idx="5315">
                  <c:v>58.326446533203097</c:v>
                </c:pt>
                <c:pt idx="5316">
                  <c:v>58.376861572265597</c:v>
                </c:pt>
                <c:pt idx="5317">
                  <c:v>58.363624572753899</c:v>
                </c:pt>
                <c:pt idx="5318">
                  <c:v>58.255611419677699</c:v>
                </c:pt>
                <c:pt idx="5319">
                  <c:v>58.394596099853501</c:v>
                </c:pt>
                <c:pt idx="5320">
                  <c:v>58.484897613525398</c:v>
                </c:pt>
                <c:pt idx="5321">
                  <c:v>58.439956665039098</c:v>
                </c:pt>
                <c:pt idx="5322">
                  <c:v>58.407909393310597</c:v>
                </c:pt>
                <c:pt idx="5323">
                  <c:v>58.297946929931598</c:v>
                </c:pt>
                <c:pt idx="5324">
                  <c:v>58.315681457519503</c:v>
                </c:pt>
                <c:pt idx="5325">
                  <c:v>58.407634735107401</c:v>
                </c:pt>
                <c:pt idx="5326">
                  <c:v>58.416923522949197</c:v>
                </c:pt>
                <c:pt idx="5327">
                  <c:v>58.343494415283203</c:v>
                </c:pt>
                <c:pt idx="5328">
                  <c:v>58.483020782470703</c:v>
                </c:pt>
                <c:pt idx="5329">
                  <c:v>58.352939605712898</c:v>
                </c:pt>
                <c:pt idx="5330">
                  <c:v>58.323806762695298</c:v>
                </c:pt>
                <c:pt idx="5331">
                  <c:v>58.2584838867188</c:v>
                </c:pt>
                <c:pt idx="5332">
                  <c:v>58.1813354492188</c:v>
                </c:pt>
                <c:pt idx="5333">
                  <c:v>58.183120727539098</c:v>
                </c:pt>
                <c:pt idx="5334">
                  <c:v>58.293979644775398</c:v>
                </c:pt>
                <c:pt idx="5335">
                  <c:v>58.268356323242202</c:v>
                </c:pt>
                <c:pt idx="5336">
                  <c:v>58.415859222412102</c:v>
                </c:pt>
                <c:pt idx="5337">
                  <c:v>58.324134826660199</c:v>
                </c:pt>
                <c:pt idx="5338">
                  <c:v>58.261348724365199</c:v>
                </c:pt>
                <c:pt idx="5339">
                  <c:v>58.199489593505902</c:v>
                </c:pt>
                <c:pt idx="5340">
                  <c:v>58.143260955810597</c:v>
                </c:pt>
                <c:pt idx="5341">
                  <c:v>58.141090393066399</c:v>
                </c:pt>
                <c:pt idx="5342">
                  <c:v>58.124500274658203</c:v>
                </c:pt>
                <c:pt idx="5343">
                  <c:v>58.113353729248097</c:v>
                </c:pt>
                <c:pt idx="5344">
                  <c:v>58.102340698242202</c:v>
                </c:pt>
                <c:pt idx="5345">
                  <c:v>58.087860107421903</c:v>
                </c:pt>
                <c:pt idx="5346">
                  <c:v>58.100772857666001</c:v>
                </c:pt>
                <c:pt idx="5347">
                  <c:v>58.067638397216797</c:v>
                </c:pt>
                <c:pt idx="5348">
                  <c:v>58.071563720703097</c:v>
                </c:pt>
                <c:pt idx="5349">
                  <c:v>58.049575805664098</c:v>
                </c:pt>
                <c:pt idx="5350">
                  <c:v>58.048568725585902</c:v>
                </c:pt>
                <c:pt idx="5351">
                  <c:v>58.059703826904297</c:v>
                </c:pt>
                <c:pt idx="5352">
                  <c:v>57.908374786377003</c:v>
                </c:pt>
                <c:pt idx="5353">
                  <c:v>57.930660247802699</c:v>
                </c:pt>
                <c:pt idx="5354">
                  <c:v>57.9738578796387</c:v>
                </c:pt>
                <c:pt idx="5355">
                  <c:v>57.959056854248097</c:v>
                </c:pt>
                <c:pt idx="5356">
                  <c:v>57.915252685546903</c:v>
                </c:pt>
                <c:pt idx="5357">
                  <c:v>57.874378204345703</c:v>
                </c:pt>
                <c:pt idx="5358">
                  <c:v>57.858570098877003</c:v>
                </c:pt>
                <c:pt idx="5359">
                  <c:v>57.8463325500488</c:v>
                </c:pt>
                <c:pt idx="5360">
                  <c:v>57.812252044677699</c:v>
                </c:pt>
                <c:pt idx="5361">
                  <c:v>57.787460327148402</c:v>
                </c:pt>
                <c:pt idx="5362">
                  <c:v>57.7859916687012</c:v>
                </c:pt>
                <c:pt idx="5363">
                  <c:v>57.799182891845703</c:v>
                </c:pt>
                <c:pt idx="5364">
                  <c:v>57.700874328613303</c:v>
                </c:pt>
                <c:pt idx="5365">
                  <c:v>57.6550903320313</c:v>
                </c:pt>
                <c:pt idx="5366">
                  <c:v>57.6667671203613</c:v>
                </c:pt>
                <c:pt idx="5367">
                  <c:v>57.5987358093262</c:v>
                </c:pt>
                <c:pt idx="5368">
                  <c:v>57.6144409179688</c:v>
                </c:pt>
                <c:pt idx="5369">
                  <c:v>57.646739959716797</c:v>
                </c:pt>
                <c:pt idx="5370">
                  <c:v>57.636516571044901</c:v>
                </c:pt>
                <c:pt idx="5371">
                  <c:v>57.624931335449197</c:v>
                </c:pt>
                <c:pt idx="5372">
                  <c:v>57.634963989257798</c:v>
                </c:pt>
                <c:pt idx="5373">
                  <c:v>57.6218872070313</c:v>
                </c:pt>
                <c:pt idx="5374">
                  <c:v>57.780826568603501</c:v>
                </c:pt>
                <c:pt idx="5375">
                  <c:v>57.764968872070298</c:v>
                </c:pt>
                <c:pt idx="5376">
                  <c:v>57.685249328613303</c:v>
                </c:pt>
                <c:pt idx="5377">
                  <c:v>57.218917846679702</c:v>
                </c:pt>
                <c:pt idx="5378">
                  <c:v>57.215316772460902</c:v>
                </c:pt>
                <c:pt idx="5379">
                  <c:v>57.496875762939503</c:v>
                </c:pt>
                <c:pt idx="5380">
                  <c:v>57.663532257080099</c:v>
                </c:pt>
                <c:pt idx="5381">
                  <c:v>57.655158996582003</c:v>
                </c:pt>
                <c:pt idx="5382">
                  <c:v>57.484451293945298</c:v>
                </c:pt>
                <c:pt idx="5383">
                  <c:v>57.715572357177699</c:v>
                </c:pt>
                <c:pt idx="5384">
                  <c:v>57.802276611328097</c:v>
                </c:pt>
                <c:pt idx="5385">
                  <c:v>57.704971313476598</c:v>
                </c:pt>
                <c:pt idx="5386">
                  <c:v>57.648128509521499</c:v>
                </c:pt>
                <c:pt idx="5387">
                  <c:v>57.574146270752003</c:v>
                </c:pt>
                <c:pt idx="5388">
                  <c:v>57.735069274902301</c:v>
                </c:pt>
                <c:pt idx="5389">
                  <c:v>58.226806640625</c:v>
                </c:pt>
                <c:pt idx="5390">
                  <c:v>58.165687561035199</c:v>
                </c:pt>
                <c:pt idx="5391">
                  <c:v>57.897647857666001</c:v>
                </c:pt>
                <c:pt idx="5392">
                  <c:v>58.003810882568402</c:v>
                </c:pt>
                <c:pt idx="5393">
                  <c:v>57.502597808837898</c:v>
                </c:pt>
                <c:pt idx="5394">
                  <c:v>57.748092651367202</c:v>
                </c:pt>
                <c:pt idx="5395">
                  <c:v>57.9771919250488</c:v>
                </c:pt>
                <c:pt idx="5396">
                  <c:v>58.316158294677699</c:v>
                </c:pt>
                <c:pt idx="5397">
                  <c:v>58.399856567382798</c:v>
                </c:pt>
                <c:pt idx="5398">
                  <c:v>58.296844482421903</c:v>
                </c:pt>
                <c:pt idx="5399">
                  <c:v>58.201915740966797</c:v>
                </c:pt>
                <c:pt idx="5400">
                  <c:v>58.214023590087898</c:v>
                </c:pt>
                <c:pt idx="5401">
                  <c:v>58.152599334716797</c:v>
                </c:pt>
                <c:pt idx="5402">
                  <c:v>58.110591888427699</c:v>
                </c:pt>
                <c:pt idx="5403">
                  <c:v>58.065498352050803</c:v>
                </c:pt>
                <c:pt idx="5404">
                  <c:v>58.204776763916001</c:v>
                </c:pt>
                <c:pt idx="5405">
                  <c:v>58.140838623046903</c:v>
                </c:pt>
                <c:pt idx="5406">
                  <c:v>58.135425567627003</c:v>
                </c:pt>
                <c:pt idx="5407">
                  <c:v>58.373245239257798</c:v>
                </c:pt>
                <c:pt idx="5408">
                  <c:v>58.174106597900398</c:v>
                </c:pt>
                <c:pt idx="5409">
                  <c:v>58.1274604797363</c:v>
                </c:pt>
                <c:pt idx="5410">
                  <c:v>58.117256164550803</c:v>
                </c:pt>
                <c:pt idx="5411">
                  <c:v>58.064250946044901</c:v>
                </c:pt>
                <c:pt idx="5412">
                  <c:v>57.978286743164098</c:v>
                </c:pt>
                <c:pt idx="5413">
                  <c:v>58.026828765869098</c:v>
                </c:pt>
                <c:pt idx="5414">
                  <c:v>57.9953422546387</c:v>
                </c:pt>
                <c:pt idx="5415">
                  <c:v>57.973823547363303</c:v>
                </c:pt>
                <c:pt idx="5416">
                  <c:v>57.978645324707003</c:v>
                </c:pt>
                <c:pt idx="5417">
                  <c:v>57.967693328857401</c:v>
                </c:pt>
                <c:pt idx="5418">
                  <c:v>57.926456451416001</c:v>
                </c:pt>
                <c:pt idx="5419">
                  <c:v>57.958175659179702</c:v>
                </c:pt>
                <c:pt idx="5420">
                  <c:v>57.248729705810597</c:v>
                </c:pt>
                <c:pt idx="5421">
                  <c:v>57.5922660827637</c:v>
                </c:pt>
                <c:pt idx="5422">
                  <c:v>57.555332183837898</c:v>
                </c:pt>
                <c:pt idx="5423">
                  <c:v>57.847644805908203</c:v>
                </c:pt>
                <c:pt idx="5424">
                  <c:v>57.809604644775398</c:v>
                </c:pt>
                <c:pt idx="5425">
                  <c:v>57.778938293457003</c:v>
                </c:pt>
                <c:pt idx="5426">
                  <c:v>57.750236511230497</c:v>
                </c:pt>
                <c:pt idx="5427">
                  <c:v>57.763191223144503</c:v>
                </c:pt>
                <c:pt idx="5428">
                  <c:v>57.826179504394503</c:v>
                </c:pt>
                <c:pt idx="5429">
                  <c:v>57.809162139892599</c:v>
                </c:pt>
                <c:pt idx="5430">
                  <c:v>57.841705322265597</c:v>
                </c:pt>
                <c:pt idx="5431">
                  <c:v>57.816741943359403</c:v>
                </c:pt>
                <c:pt idx="5432">
                  <c:v>57.761260986328097</c:v>
                </c:pt>
                <c:pt idx="5433">
                  <c:v>57.7486572265625</c:v>
                </c:pt>
                <c:pt idx="5434">
                  <c:v>57.689407348632798</c:v>
                </c:pt>
                <c:pt idx="5435">
                  <c:v>57.601490020752003</c:v>
                </c:pt>
                <c:pt idx="5436">
                  <c:v>57.578361511230497</c:v>
                </c:pt>
                <c:pt idx="5437">
                  <c:v>57.5916938781738</c:v>
                </c:pt>
                <c:pt idx="5438">
                  <c:v>57.568702697753899</c:v>
                </c:pt>
                <c:pt idx="5439">
                  <c:v>57.546672821044901</c:v>
                </c:pt>
                <c:pt idx="5440">
                  <c:v>57.488815307617202</c:v>
                </c:pt>
                <c:pt idx="5441">
                  <c:v>57.519969940185597</c:v>
                </c:pt>
                <c:pt idx="5442">
                  <c:v>57.572196960449197</c:v>
                </c:pt>
                <c:pt idx="5443">
                  <c:v>57.387752532958999</c:v>
                </c:pt>
                <c:pt idx="5444">
                  <c:v>57.320144653320298</c:v>
                </c:pt>
                <c:pt idx="5445">
                  <c:v>57.381462097167997</c:v>
                </c:pt>
                <c:pt idx="5446">
                  <c:v>57.479354858398402</c:v>
                </c:pt>
                <c:pt idx="5447">
                  <c:v>57.327827453613303</c:v>
                </c:pt>
                <c:pt idx="5448">
                  <c:v>57.374557495117202</c:v>
                </c:pt>
                <c:pt idx="5449">
                  <c:v>57.328845977783203</c:v>
                </c:pt>
                <c:pt idx="5450">
                  <c:v>57.520378112792997</c:v>
                </c:pt>
                <c:pt idx="5451">
                  <c:v>57.407718658447301</c:v>
                </c:pt>
                <c:pt idx="5452">
                  <c:v>56.834335327148402</c:v>
                </c:pt>
                <c:pt idx="5453">
                  <c:v>57.138454437255902</c:v>
                </c:pt>
                <c:pt idx="5454">
                  <c:v>57.247684478759801</c:v>
                </c:pt>
                <c:pt idx="5455">
                  <c:v>57.277961730957003</c:v>
                </c:pt>
                <c:pt idx="5456">
                  <c:v>57.249912261962898</c:v>
                </c:pt>
                <c:pt idx="5457">
                  <c:v>57.3094673156738</c:v>
                </c:pt>
                <c:pt idx="5458">
                  <c:v>57.338035583496101</c:v>
                </c:pt>
                <c:pt idx="5459">
                  <c:v>57.350822448730497</c:v>
                </c:pt>
                <c:pt idx="5460">
                  <c:v>57.325817108154297</c:v>
                </c:pt>
                <c:pt idx="5461">
                  <c:v>57.2751274108887</c:v>
                </c:pt>
                <c:pt idx="5462">
                  <c:v>57.247814178466797</c:v>
                </c:pt>
                <c:pt idx="5463">
                  <c:v>57.224708557128899</c:v>
                </c:pt>
                <c:pt idx="5464">
                  <c:v>57.216495513916001</c:v>
                </c:pt>
                <c:pt idx="5465">
                  <c:v>57.177112579345703</c:v>
                </c:pt>
                <c:pt idx="5466">
                  <c:v>57.192615509033203</c:v>
                </c:pt>
                <c:pt idx="5467">
                  <c:v>57.189319610595703</c:v>
                </c:pt>
                <c:pt idx="5468">
                  <c:v>57.168468475341797</c:v>
                </c:pt>
                <c:pt idx="5469">
                  <c:v>57.137439727783203</c:v>
                </c:pt>
                <c:pt idx="5470">
                  <c:v>57.127964019775398</c:v>
                </c:pt>
                <c:pt idx="5471">
                  <c:v>57.115390777587898</c:v>
                </c:pt>
                <c:pt idx="5472">
                  <c:v>57.073440551757798</c:v>
                </c:pt>
                <c:pt idx="5473">
                  <c:v>57.0717964172363</c:v>
                </c:pt>
                <c:pt idx="5474">
                  <c:v>57.0715942382813</c:v>
                </c:pt>
                <c:pt idx="5475">
                  <c:v>57.055042266845703</c:v>
                </c:pt>
                <c:pt idx="5476">
                  <c:v>56.998973846435597</c:v>
                </c:pt>
                <c:pt idx="5477">
                  <c:v>56.9293212890625</c:v>
                </c:pt>
                <c:pt idx="5478">
                  <c:v>56.850948333740199</c:v>
                </c:pt>
                <c:pt idx="5479">
                  <c:v>56.917881011962898</c:v>
                </c:pt>
                <c:pt idx="5480">
                  <c:v>56.927745819091797</c:v>
                </c:pt>
                <c:pt idx="5481">
                  <c:v>56.892288208007798</c:v>
                </c:pt>
                <c:pt idx="5482">
                  <c:v>56.901966094970703</c:v>
                </c:pt>
                <c:pt idx="5483">
                  <c:v>56.890674591064503</c:v>
                </c:pt>
                <c:pt idx="5484">
                  <c:v>56.931388854980497</c:v>
                </c:pt>
                <c:pt idx="5485">
                  <c:v>56.861274719238303</c:v>
                </c:pt>
                <c:pt idx="5486">
                  <c:v>57.211818695068402</c:v>
                </c:pt>
                <c:pt idx="5487">
                  <c:v>57.0116157531738</c:v>
                </c:pt>
                <c:pt idx="5488">
                  <c:v>57.316783905029297</c:v>
                </c:pt>
                <c:pt idx="5489">
                  <c:v>57.097053527832003</c:v>
                </c:pt>
                <c:pt idx="5490">
                  <c:v>57.110443115234403</c:v>
                </c:pt>
                <c:pt idx="5491">
                  <c:v>57.138416290283203</c:v>
                </c:pt>
                <c:pt idx="5492">
                  <c:v>57.055423736572301</c:v>
                </c:pt>
                <c:pt idx="5493">
                  <c:v>57.124542236328097</c:v>
                </c:pt>
                <c:pt idx="5494">
                  <c:v>57.161510467529297</c:v>
                </c:pt>
                <c:pt idx="5495">
                  <c:v>57.558792114257798</c:v>
                </c:pt>
                <c:pt idx="5496">
                  <c:v>57.210041046142599</c:v>
                </c:pt>
                <c:pt idx="5497">
                  <c:v>56.691837310791001</c:v>
                </c:pt>
                <c:pt idx="5498">
                  <c:v>56.824047088623097</c:v>
                </c:pt>
                <c:pt idx="5499">
                  <c:v>56.6790161132813</c:v>
                </c:pt>
                <c:pt idx="5500">
                  <c:v>56.730621337890597</c:v>
                </c:pt>
                <c:pt idx="5501">
                  <c:v>56.729038238525398</c:v>
                </c:pt>
                <c:pt idx="5502">
                  <c:v>56.773952484130902</c:v>
                </c:pt>
                <c:pt idx="5503">
                  <c:v>56.789627075195298</c:v>
                </c:pt>
                <c:pt idx="5504">
                  <c:v>56.709430694580099</c:v>
                </c:pt>
                <c:pt idx="5505">
                  <c:v>56.798423767089801</c:v>
                </c:pt>
                <c:pt idx="5506">
                  <c:v>56.750030517578097</c:v>
                </c:pt>
                <c:pt idx="5507">
                  <c:v>56.879146575927699</c:v>
                </c:pt>
                <c:pt idx="5508">
                  <c:v>56.785472869873097</c:v>
                </c:pt>
                <c:pt idx="5509">
                  <c:v>56.678474426269503</c:v>
                </c:pt>
                <c:pt idx="5510">
                  <c:v>56.615612030029297</c:v>
                </c:pt>
                <c:pt idx="5511">
                  <c:v>56.559658050537102</c:v>
                </c:pt>
                <c:pt idx="5512">
                  <c:v>56.489822387695298</c:v>
                </c:pt>
                <c:pt idx="5513">
                  <c:v>56.541675567627003</c:v>
                </c:pt>
                <c:pt idx="5514">
                  <c:v>56.524688720703097</c:v>
                </c:pt>
                <c:pt idx="5515">
                  <c:v>56.431587219238303</c:v>
                </c:pt>
                <c:pt idx="5516">
                  <c:v>56.4090576171875</c:v>
                </c:pt>
                <c:pt idx="5517">
                  <c:v>56.403171539306598</c:v>
                </c:pt>
                <c:pt idx="5518">
                  <c:v>56.430454254150398</c:v>
                </c:pt>
                <c:pt idx="5519">
                  <c:v>56.4171142578125</c:v>
                </c:pt>
                <c:pt idx="5520">
                  <c:v>56.416908264160199</c:v>
                </c:pt>
                <c:pt idx="5521">
                  <c:v>56.512344360351598</c:v>
                </c:pt>
                <c:pt idx="5522">
                  <c:v>56.320350646972699</c:v>
                </c:pt>
                <c:pt idx="5523">
                  <c:v>56.344646453857401</c:v>
                </c:pt>
                <c:pt idx="5524">
                  <c:v>56.276828765869098</c:v>
                </c:pt>
                <c:pt idx="5525">
                  <c:v>56.273330688476598</c:v>
                </c:pt>
                <c:pt idx="5526">
                  <c:v>56.249187469482401</c:v>
                </c:pt>
                <c:pt idx="5527">
                  <c:v>56.247138977050803</c:v>
                </c:pt>
                <c:pt idx="5528">
                  <c:v>56.325714111328097</c:v>
                </c:pt>
                <c:pt idx="5529">
                  <c:v>56.255691528320298</c:v>
                </c:pt>
                <c:pt idx="5530">
                  <c:v>56.231884002685597</c:v>
                </c:pt>
                <c:pt idx="5531">
                  <c:v>56.245002746582003</c:v>
                </c:pt>
                <c:pt idx="5532">
                  <c:v>56.256790161132798</c:v>
                </c:pt>
                <c:pt idx="5533">
                  <c:v>56.067779541015597</c:v>
                </c:pt>
                <c:pt idx="5534">
                  <c:v>56.046268463134801</c:v>
                </c:pt>
                <c:pt idx="5535">
                  <c:v>56.149280548095703</c:v>
                </c:pt>
                <c:pt idx="5536">
                  <c:v>56.055313110351598</c:v>
                </c:pt>
                <c:pt idx="5537">
                  <c:v>56.099361419677699</c:v>
                </c:pt>
                <c:pt idx="5538">
                  <c:v>55.884956359863303</c:v>
                </c:pt>
                <c:pt idx="5539">
                  <c:v>56.064243316650398</c:v>
                </c:pt>
                <c:pt idx="5540">
                  <c:v>56.121620178222699</c:v>
                </c:pt>
                <c:pt idx="5541">
                  <c:v>56.112743377685597</c:v>
                </c:pt>
                <c:pt idx="5542">
                  <c:v>56.124378204345703</c:v>
                </c:pt>
                <c:pt idx="5543">
                  <c:v>56.122116088867202</c:v>
                </c:pt>
                <c:pt idx="5544">
                  <c:v>56.154891967773402</c:v>
                </c:pt>
                <c:pt idx="5545">
                  <c:v>56.161476135253899</c:v>
                </c:pt>
                <c:pt idx="5546">
                  <c:v>56.111095428466797</c:v>
                </c:pt>
                <c:pt idx="5547">
                  <c:v>56.07666015625</c:v>
                </c:pt>
                <c:pt idx="5548">
                  <c:v>56.177135467529297</c:v>
                </c:pt>
                <c:pt idx="5549">
                  <c:v>56.069168090820298</c:v>
                </c:pt>
                <c:pt idx="5550">
                  <c:v>56.072456359863303</c:v>
                </c:pt>
                <c:pt idx="5551">
                  <c:v>56.104068756103501</c:v>
                </c:pt>
                <c:pt idx="5552">
                  <c:v>56.108531951904297</c:v>
                </c:pt>
                <c:pt idx="5553">
                  <c:v>56.0581665039063</c:v>
                </c:pt>
                <c:pt idx="5554">
                  <c:v>55.987678527832003</c:v>
                </c:pt>
                <c:pt idx="5555">
                  <c:v>55.96826171875</c:v>
                </c:pt>
                <c:pt idx="5556">
                  <c:v>55.986625671386697</c:v>
                </c:pt>
                <c:pt idx="5557">
                  <c:v>55.972377777099602</c:v>
                </c:pt>
                <c:pt idx="5558">
                  <c:v>55.925811767578097</c:v>
                </c:pt>
                <c:pt idx="5559">
                  <c:v>55.941085815429702</c:v>
                </c:pt>
                <c:pt idx="5560">
                  <c:v>55.973289489746101</c:v>
                </c:pt>
                <c:pt idx="5561">
                  <c:v>55.909751892089801</c:v>
                </c:pt>
                <c:pt idx="5562">
                  <c:v>55.908790588378899</c:v>
                </c:pt>
                <c:pt idx="5563">
                  <c:v>55.875511169433601</c:v>
                </c:pt>
                <c:pt idx="5564">
                  <c:v>55.8069458007813</c:v>
                </c:pt>
                <c:pt idx="5565">
                  <c:v>55.780941009521499</c:v>
                </c:pt>
                <c:pt idx="5566">
                  <c:v>55.846179962158203</c:v>
                </c:pt>
                <c:pt idx="5567">
                  <c:v>55.795253753662102</c:v>
                </c:pt>
                <c:pt idx="5568">
                  <c:v>55.753322601318402</c:v>
                </c:pt>
                <c:pt idx="5569">
                  <c:v>55.737411499023402</c:v>
                </c:pt>
                <c:pt idx="5570">
                  <c:v>55.681461334228501</c:v>
                </c:pt>
                <c:pt idx="5571">
                  <c:v>55.693508148193402</c:v>
                </c:pt>
                <c:pt idx="5572">
                  <c:v>55.703426361083999</c:v>
                </c:pt>
                <c:pt idx="5573">
                  <c:v>55.670242309570298</c:v>
                </c:pt>
                <c:pt idx="5574">
                  <c:v>55.625492095947301</c:v>
                </c:pt>
                <c:pt idx="5575">
                  <c:v>55.589500427246101</c:v>
                </c:pt>
                <c:pt idx="5576">
                  <c:v>55.559261322021499</c:v>
                </c:pt>
                <c:pt idx="5577">
                  <c:v>55.463657379150398</c:v>
                </c:pt>
                <c:pt idx="5578">
                  <c:v>55.524738311767599</c:v>
                </c:pt>
                <c:pt idx="5579">
                  <c:v>55.511604309082003</c:v>
                </c:pt>
                <c:pt idx="5580">
                  <c:v>55.5211372375488</c:v>
                </c:pt>
                <c:pt idx="5581">
                  <c:v>55.478725433349602</c:v>
                </c:pt>
                <c:pt idx="5582">
                  <c:v>55.467056274414098</c:v>
                </c:pt>
                <c:pt idx="5583">
                  <c:v>55.472938537597699</c:v>
                </c:pt>
                <c:pt idx="5584">
                  <c:v>55.463851928710902</c:v>
                </c:pt>
                <c:pt idx="5585">
                  <c:v>55.443790435791001</c:v>
                </c:pt>
                <c:pt idx="5586">
                  <c:v>55.429485321044901</c:v>
                </c:pt>
                <c:pt idx="5587">
                  <c:v>55.437870025634801</c:v>
                </c:pt>
                <c:pt idx="5588">
                  <c:v>55.422641754150398</c:v>
                </c:pt>
                <c:pt idx="5589">
                  <c:v>55.417648315429702</c:v>
                </c:pt>
                <c:pt idx="5590">
                  <c:v>55.382270812988303</c:v>
                </c:pt>
                <c:pt idx="5591">
                  <c:v>55.430088043212898</c:v>
                </c:pt>
                <c:pt idx="5592">
                  <c:v>55.3161010742188</c:v>
                </c:pt>
                <c:pt idx="5593">
                  <c:v>55.336151123046903</c:v>
                </c:pt>
                <c:pt idx="5594">
                  <c:v>55.355442047119098</c:v>
                </c:pt>
                <c:pt idx="5595">
                  <c:v>55.335567474365199</c:v>
                </c:pt>
                <c:pt idx="5596">
                  <c:v>55.335403442382798</c:v>
                </c:pt>
                <c:pt idx="5597">
                  <c:v>55.345138549804702</c:v>
                </c:pt>
                <c:pt idx="5598">
                  <c:v>55.304672241210902</c:v>
                </c:pt>
                <c:pt idx="5599">
                  <c:v>55.261684417724602</c:v>
                </c:pt>
                <c:pt idx="5600">
                  <c:v>55.278961181640597</c:v>
                </c:pt>
                <c:pt idx="5601">
                  <c:v>55.301601409912102</c:v>
                </c:pt>
                <c:pt idx="5602">
                  <c:v>55.260787963867202</c:v>
                </c:pt>
                <c:pt idx="5603">
                  <c:v>55.288906097412102</c:v>
                </c:pt>
                <c:pt idx="5604">
                  <c:v>55.236324310302699</c:v>
                </c:pt>
                <c:pt idx="5605">
                  <c:v>55.192150115966797</c:v>
                </c:pt>
                <c:pt idx="5606">
                  <c:v>55.219905853271499</c:v>
                </c:pt>
                <c:pt idx="5607">
                  <c:v>55.202407836914098</c:v>
                </c:pt>
                <c:pt idx="5608">
                  <c:v>55.172824859619098</c:v>
                </c:pt>
                <c:pt idx="5609">
                  <c:v>55.130199432373097</c:v>
                </c:pt>
                <c:pt idx="5610">
                  <c:v>55.104721069335902</c:v>
                </c:pt>
                <c:pt idx="5611">
                  <c:v>55.075584411621101</c:v>
                </c:pt>
                <c:pt idx="5612">
                  <c:v>55.025012969970703</c:v>
                </c:pt>
                <c:pt idx="5613">
                  <c:v>55.055587768554702</c:v>
                </c:pt>
                <c:pt idx="5614">
                  <c:v>55.048404693603501</c:v>
                </c:pt>
                <c:pt idx="5615">
                  <c:v>55.038322448730497</c:v>
                </c:pt>
                <c:pt idx="5616">
                  <c:v>54.951774597167997</c:v>
                </c:pt>
                <c:pt idx="5617">
                  <c:v>54.971168518066399</c:v>
                </c:pt>
                <c:pt idx="5618">
                  <c:v>54.960113525390597</c:v>
                </c:pt>
                <c:pt idx="5619">
                  <c:v>54.938808441162102</c:v>
                </c:pt>
                <c:pt idx="5620">
                  <c:v>54.878101348877003</c:v>
                </c:pt>
                <c:pt idx="5621">
                  <c:v>54.7980346679688</c:v>
                </c:pt>
                <c:pt idx="5622">
                  <c:v>54.817058563232401</c:v>
                </c:pt>
                <c:pt idx="5623">
                  <c:v>54.8590278625488</c:v>
                </c:pt>
                <c:pt idx="5624">
                  <c:v>54.878486633300803</c:v>
                </c:pt>
                <c:pt idx="5625">
                  <c:v>54.866207122802699</c:v>
                </c:pt>
                <c:pt idx="5626">
                  <c:v>54.768821716308601</c:v>
                </c:pt>
                <c:pt idx="5627">
                  <c:v>54.758174896240199</c:v>
                </c:pt>
                <c:pt idx="5628">
                  <c:v>54.727180480957003</c:v>
                </c:pt>
                <c:pt idx="5629">
                  <c:v>54.718082427978501</c:v>
                </c:pt>
                <c:pt idx="5630">
                  <c:v>54.843410491943402</c:v>
                </c:pt>
                <c:pt idx="5631">
                  <c:v>54.701442718505902</c:v>
                </c:pt>
                <c:pt idx="5632">
                  <c:v>54.4859619140625</c:v>
                </c:pt>
                <c:pt idx="5633">
                  <c:v>54.578800201416001</c:v>
                </c:pt>
                <c:pt idx="5634">
                  <c:v>54.6055717468262</c:v>
                </c:pt>
                <c:pt idx="5635">
                  <c:v>54.740200042724602</c:v>
                </c:pt>
                <c:pt idx="5636">
                  <c:v>54.7393989562988</c:v>
                </c:pt>
                <c:pt idx="5637">
                  <c:v>54.664394378662102</c:v>
                </c:pt>
                <c:pt idx="5638">
                  <c:v>54.667346954345703</c:v>
                </c:pt>
                <c:pt idx="5639">
                  <c:v>54.820838928222699</c:v>
                </c:pt>
                <c:pt idx="5640">
                  <c:v>54.678237915039098</c:v>
                </c:pt>
                <c:pt idx="5641">
                  <c:v>54.902431488037102</c:v>
                </c:pt>
                <c:pt idx="5642">
                  <c:v>54.936187744140597</c:v>
                </c:pt>
                <c:pt idx="5643">
                  <c:v>55.221832275390597</c:v>
                </c:pt>
                <c:pt idx="5644">
                  <c:v>55.548713684082003</c:v>
                </c:pt>
                <c:pt idx="5645">
                  <c:v>55.547824859619098</c:v>
                </c:pt>
                <c:pt idx="5646">
                  <c:v>55.276935577392599</c:v>
                </c:pt>
                <c:pt idx="5647">
                  <c:v>55.078220367431598</c:v>
                </c:pt>
                <c:pt idx="5648">
                  <c:v>55.039379119873097</c:v>
                </c:pt>
                <c:pt idx="5649">
                  <c:v>55.205974578857401</c:v>
                </c:pt>
                <c:pt idx="5650">
                  <c:v>56.065746307373097</c:v>
                </c:pt>
                <c:pt idx="5651">
                  <c:v>55.863636016845703</c:v>
                </c:pt>
                <c:pt idx="5652">
                  <c:v>55.993114471435597</c:v>
                </c:pt>
                <c:pt idx="5653">
                  <c:v>55.801433563232401</c:v>
                </c:pt>
                <c:pt idx="5654">
                  <c:v>55.716300964355497</c:v>
                </c:pt>
                <c:pt idx="5655">
                  <c:v>55.6156616210938</c:v>
                </c:pt>
                <c:pt idx="5656">
                  <c:v>55.993507385253899</c:v>
                </c:pt>
                <c:pt idx="5657">
                  <c:v>55.9026908874512</c:v>
                </c:pt>
                <c:pt idx="5658">
                  <c:v>55.682624816894503</c:v>
                </c:pt>
                <c:pt idx="5659">
                  <c:v>55.475265502929702</c:v>
                </c:pt>
                <c:pt idx="5660">
                  <c:v>55.763156890869098</c:v>
                </c:pt>
                <c:pt idx="5661">
                  <c:v>55.8915824890137</c:v>
                </c:pt>
                <c:pt idx="5662">
                  <c:v>55.851856231689503</c:v>
                </c:pt>
                <c:pt idx="5663">
                  <c:v>56.046623229980497</c:v>
                </c:pt>
                <c:pt idx="5664">
                  <c:v>56.0168647766113</c:v>
                </c:pt>
                <c:pt idx="5665">
                  <c:v>56.171768188476598</c:v>
                </c:pt>
                <c:pt idx="5666">
                  <c:v>55.675876617431598</c:v>
                </c:pt>
                <c:pt idx="5667">
                  <c:v>55.861259460449197</c:v>
                </c:pt>
                <c:pt idx="5668">
                  <c:v>56.3035888671875</c:v>
                </c:pt>
                <c:pt idx="5669">
                  <c:v>56.290702819824197</c:v>
                </c:pt>
                <c:pt idx="5670">
                  <c:v>56.161186218261697</c:v>
                </c:pt>
                <c:pt idx="5671">
                  <c:v>56.366115570068402</c:v>
                </c:pt>
                <c:pt idx="5672">
                  <c:v>56.267288208007798</c:v>
                </c:pt>
                <c:pt idx="5673">
                  <c:v>56.238613128662102</c:v>
                </c:pt>
                <c:pt idx="5674">
                  <c:v>56.4207572937012</c:v>
                </c:pt>
                <c:pt idx="5675">
                  <c:v>56.3241577148438</c:v>
                </c:pt>
                <c:pt idx="5676">
                  <c:v>56.094924926757798</c:v>
                </c:pt>
                <c:pt idx="5677">
                  <c:v>56.139724731445298</c:v>
                </c:pt>
                <c:pt idx="5678">
                  <c:v>56.146396636962898</c:v>
                </c:pt>
                <c:pt idx="5679">
                  <c:v>56.202873229980497</c:v>
                </c:pt>
                <c:pt idx="5680">
                  <c:v>56.227027893066399</c:v>
                </c:pt>
                <c:pt idx="5681">
                  <c:v>56.120994567871101</c:v>
                </c:pt>
                <c:pt idx="5682">
                  <c:v>56.100151062011697</c:v>
                </c:pt>
                <c:pt idx="5683">
                  <c:v>56.023170471191399</c:v>
                </c:pt>
                <c:pt idx="5684">
                  <c:v>56.106185913085902</c:v>
                </c:pt>
                <c:pt idx="5685">
                  <c:v>56.338695526123097</c:v>
                </c:pt>
                <c:pt idx="5686">
                  <c:v>56.294143676757798</c:v>
                </c:pt>
                <c:pt idx="5687">
                  <c:v>56.2785835266113</c:v>
                </c:pt>
                <c:pt idx="5688">
                  <c:v>56.1733207702637</c:v>
                </c:pt>
                <c:pt idx="5689">
                  <c:v>56.357059478759801</c:v>
                </c:pt>
                <c:pt idx="5690">
                  <c:v>56.254989624023402</c:v>
                </c:pt>
                <c:pt idx="5691">
                  <c:v>56.037704467773402</c:v>
                </c:pt>
                <c:pt idx="5692">
                  <c:v>56.346218109130902</c:v>
                </c:pt>
                <c:pt idx="5693">
                  <c:v>56.1769828796387</c:v>
                </c:pt>
                <c:pt idx="5694">
                  <c:v>56.211837768554702</c:v>
                </c:pt>
                <c:pt idx="5695">
                  <c:v>56.339492797851598</c:v>
                </c:pt>
                <c:pt idx="5696">
                  <c:v>56.357460021972699</c:v>
                </c:pt>
                <c:pt idx="5697">
                  <c:v>56.615211486816399</c:v>
                </c:pt>
                <c:pt idx="5698">
                  <c:v>56.417400360107401</c:v>
                </c:pt>
                <c:pt idx="5699">
                  <c:v>56.267154693603501</c:v>
                </c:pt>
                <c:pt idx="5700">
                  <c:v>56.6049194335938</c:v>
                </c:pt>
                <c:pt idx="5701">
                  <c:v>56.480587005615199</c:v>
                </c:pt>
                <c:pt idx="5702">
                  <c:v>56.547035217285199</c:v>
                </c:pt>
                <c:pt idx="5703">
                  <c:v>56.498855590820298</c:v>
                </c:pt>
                <c:pt idx="5704">
                  <c:v>56.914890289306598</c:v>
                </c:pt>
                <c:pt idx="5705">
                  <c:v>56.581787109375</c:v>
                </c:pt>
                <c:pt idx="5706">
                  <c:v>56.628871917724602</c:v>
                </c:pt>
                <c:pt idx="5707">
                  <c:v>56.260173797607401</c:v>
                </c:pt>
                <c:pt idx="5708">
                  <c:v>56.9461059570313</c:v>
                </c:pt>
                <c:pt idx="5709">
                  <c:v>56.727371215820298</c:v>
                </c:pt>
                <c:pt idx="5710">
                  <c:v>56.539932250976598</c:v>
                </c:pt>
                <c:pt idx="5711">
                  <c:v>56.802932739257798</c:v>
                </c:pt>
                <c:pt idx="5712">
                  <c:v>56.447280883789098</c:v>
                </c:pt>
                <c:pt idx="5713">
                  <c:v>56.429756164550803</c:v>
                </c:pt>
                <c:pt idx="5714">
                  <c:v>56.524227142333999</c:v>
                </c:pt>
                <c:pt idx="5715">
                  <c:v>56.344940185546903</c:v>
                </c:pt>
                <c:pt idx="5716">
                  <c:v>56.426082611083999</c:v>
                </c:pt>
                <c:pt idx="5717">
                  <c:v>56.494106292724602</c:v>
                </c:pt>
                <c:pt idx="5718">
                  <c:v>56.664337158203097</c:v>
                </c:pt>
                <c:pt idx="5719">
                  <c:v>56.579265594482401</c:v>
                </c:pt>
                <c:pt idx="5720">
                  <c:v>56.707000732421903</c:v>
                </c:pt>
                <c:pt idx="5721">
                  <c:v>56.6481742858887</c:v>
                </c:pt>
                <c:pt idx="5722">
                  <c:v>56.752857208252003</c:v>
                </c:pt>
                <c:pt idx="5723">
                  <c:v>56.6938667297363</c:v>
                </c:pt>
                <c:pt idx="5724">
                  <c:v>56.920169830322301</c:v>
                </c:pt>
                <c:pt idx="5725">
                  <c:v>56.884761810302699</c:v>
                </c:pt>
                <c:pt idx="5726">
                  <c:v>56.920333862304702</c:v>
                </c:pt>
                <c:pt idx="5727">
                  <c:v>57.035289764404297</c:v>
                </c:pt>
                <c:pt idx="5728">
                  <c:v>57.1027641296387</c:v>
                </c:pt>
                <c:pt idx="5729">
                  <c:v>56.998031616210902</c:v>
                </c:pt>
                <c:pt idx="5730">
                  <c:v>56.969474792480497</c:v>
                </c:pt>
                <c:pt idx="5731">
                  <c:v>56.840511322021499</c:v>
                </c:pt>
                <c:pt idx="5732">
                  <c:v>56.958122253417997</c:v>
                </c:pt>
                <c:pt idx="5733">
                  <c:v>57.123321533203097</c:v>
                </c:pt>
                <c:pt idx="5734">
                  <c:v>57.072586059570298</c:v>
                </c:pt>
                <c:pt idx="5735">
                  <c:v>56.962078094482401</c:v>
                </c:pt>
                <c:pt idx="5736">
                  <c:v>56.7248344421387</c:v>
                </c:pt>
                <c:pt idx="5737">
                  <c:v>56.989749908447301</c:v>
                </c:pt>
                <c:pt idx="5738">
                  <c:v>57.123073577880902</c:v>
                </c:pt>
                <c:pt idx="5739">
                  <c:v>57.186538696289098</c:v>
                </c:pt>
                <c:pt idx="5740">
                  <c:v>57.364833831787102</c:v>
                </c:pt>
                <c:pt idx="5741">
                  <c:v>57.322917938232401</c:v>
                </c:pt>
                <c:pt idx="5742">
                  <c:v>57.613025665283203</c:v>
                </c:pt>
                <c:pt idx="5743">
                  <c:v>57.581821441650398</c:v>
                </c:pt>
                <c:pt idx="5744">
                  <c:v>57.522876739502003</c:v>
                </c:pt>
                <c:pt idx="5745">
                  <c:v>57.543079376220703</c:v>
                </c:pt>
                <c:pt idx="5746">
                  <c:v>57.773094177246101</c:v>
                </c:pt>
                <c:pt idx="5747">
                  <c:v>57.655643463134801</c:v>
                </c:pt>
                <c:pt idx="5748">
                  <c:v>57.413383483886697</c:v>
                </c:pt>
                <c:pt idx="5749">
                  <c:v>57.533828735351598</c:v>
                </c:pt>
                <c:pt idx="5750">
                  <c:v>57.6879692077637</c:v>
                </c:pt>
                <c:pt idx="5751">
                  <c:v>57.731857299804702</c:v>
                </c:pt>
                <c:pt idx="5752">
                  <c:v>57.679943084716797</c:v>
                </c:pt>
                <c:pt idx="5753">
                  <c:v>57.749103546142599</c:v>
                </c:pt>
                <c:pt idx="5754">
                  <c:v>57.785621643066399</c:v>
                </c:pt>
                <c:pt idx="5755">
                  <c:v>57.5537300109863</c:v>
                </c:pt>
                <c:pt idx="5756">
                  <c:v>57.867198944091797</c:v>
                </c:pt>
                <c:pt idx="5757">
                  <c:v>57.890533447265597</c:v>
                </c:pt>
                <c:pt idx="5758">
                  <c:v>57.906944274902301</c:v>
                </c:pt>
                <c:pt idx="5759">
                  <c:v>58.058391571044901</c:v>
                </c:pt>
                <c:pt idx="5760">
                  <c:v>57.989036560058601</c:v>
                </c:pt>
                <c:pt idx="5761">
                  <c:v>58.002670288085902</c:v>
                </c:pt>
                <c:pt idx="5762">
                  <c:v>57.831211090087898</c:v>
                </c:pt>
                <c:pt idx="5763">
                  <c:v>57.954265594482401</c:v>
                </c:pt>
                <c:pt idx="5764">
                  <c:v>57.859504699707003</c:v>
                </c:pt>
                <c:pt idx="5765">
                  <c:v>57.941909790039098</c:v>
                </c:pt>
                <c:pt idx="5766">
                  <c:v>57.923030853271499</c:v>
                </c:pt>
                <c:pt idx="5767">
                  <c:v>57.569984436035199</c:v>
                </c:pt>
                <c:pt idx="5768">
                  <c:v>57.539955139160199</c:v>
                </c:pt>
                <c:pt idx="5769">
                  <c:v>57.709011077880902</c:v>
                </c:pt>
                <c:pt idx="5770">
                  <c:v>57.907512664794901</c:v>
                </c:pt>
                <c:pt idx="5771">
                  <c:v>58.302574157714801</c:v>
                </c:pt>
                <c:pt idx="5772">
                  <c:v>58.149276733398402</c:v>
                </c:pt>
                <c:pt idx="5773">
                  <c:v>58.173854827880902</c:v>
                </c:pt>
                <c:pt idx="5774">
                  <c:v>58.123386383056598</c:v>
                </c:pt>
                <c:pt idx="5775">
                  <c:v>57.9915161132813</c:v>
                </c:pt>
                <c:pt idx="5776">
                  <c:v>57.955715179443402</c:v>
                </c:pt>
                <c:pt idx="5777">
                  <c:v>57.957248687744098</c:v>
                </c:pt>
                <c:pt idx="5778">
                  <c:v>58.008750915527301</c:v>
                </c:pt>
                <c:pt idx="5779">
                  <c:v>58.009208679199197</c:v>
                </c:pt>
                <c:pt idx="5780">
                  <c:v>58.134494781494098</c:v>
                </c:pt>
                <c:pt idx="5781">
                  <c:v>58.326187133789098</c:v>
                </c:pt>
                <c:pt idx="5782">
                  <c:v>58.184978485107401</c:v>
                </c:pt>
                <c:pt idx="5783">
                  <c:v>58.043960571289098</c:v>
                </c:pt>
                <c:pt idx="5784">
                  <c:v>57.8042182922363</c:v>
                </c:pt>
                <c:pt idx="5785">
                  <c:v>57.780330657958999</c:v>
                </c:pt>
                <c:pt idx="5786">
                  <c:v>58.131355285644503</c:v>
                </c:pt>
                <c:pt idx="5787">
                  <c:v>58.0546684265137</c:v>
                </c:pt>
                <c:pt idx="5788">
                  <c:v>58.346248626708999</c:v>
                </c:pt>
                <c:pt idx="5789">
                  <c:v>58.443870544433601</c:v>
                </c:pt>
                <c:pt idx="5790">
                  <c:v>58.185508728027301</c:v>
                </c:pt>
                <c:pt idx="5791">
                  <c:v>58.100341796875</c:v>
                </c:pt>
                <c:pt idx="5792">
                  <c:v>58.226470947265597</c:v>
                </c:pt>
                <c:pt idx="5793">
                  <c:v>58.0980224609375</c:v>
                </c:pt>
                <c:pt idx="5794">
                  <c:v>58.071277618408203</c:v>
                </c:pt>
                <c:pt idx="5795">
                  <c:v>57.989376068115199</c:v>
                </c:pt>
                <c:pt idx="5796">
                  <c:v>58.181747436523402</c:v>
                </c:pt>
                <c:pt idx="5797">
                  <c:v>58.115833282470703</c:v>
                </c:pt>
                <c:pt idx="5798">
                  <c:v>58.246623992919901</c:v>
                </c:pt>
                <c:pt idx="5799">
                  <c:v>58.405357360839801</c:v>
                </c:pt>
                <c:pt idx="5800">
                  <c:v>58.175132751464801</c:v>
                </c:pt>
                <c:pt idx="5801">
                  <c:v>57.961128234863303</c:v>
                </c:pt>
                <c:pt idx="5802">
                  <c:v>57.886024475097699</c:v>
                </c:pt>
                <c:pt idx="5803">
                  <c:v>58.134654998779297</c:v>
                </c:pt>
                <c:pt idx="5804">
                  <c:v>58.129146575927699</c:v>
                </c:pt>
                <c:pt idx="5805">
                  <c:v>57.928092956542997</c:v>
                </c:pt>
                <c:pt idx="5806">
                  <c:v>58.083408355712898</c:v>
                </c:pt>
                <c:pt idx="5807">
                  <c:v>58.306892395019503</c:v>
                </c:pt>
                <c:pt idx="5808">
                  <c:v>57.875747680664098</c:v>
                </c:pt>
                <c:pt idx="5809">
                  <c:v>57.733074188232401</c:v>
                </c:pt>
                <c:pt idx="5810">
                  <c:v>57.863128662109403</c:v>
                </c:pt>
                <c:pt idx="5811">
                  <c:v>57.700309753417997</c:v>
                </c:pt>
                <c:pt idx="5812">
                  <c:v>57.988731384277301</c:v>
                </c:pt>
                <c:pt idx="5813">
                  <c:v>58.257698059082003</c:v>
                </c:pt>
                <c:pt idx="5814">
                  <c:v>58.536628723144503</c:v>
                </c:pt>
                <c:pt idx="5815">
                  <c:v>58.177326202392599</c:v>
                </c:pt>
                <c:pt idx="5816">
                  <c:v>57.750400543212898</c:v>
                </c:pt>
                <c:pt idx="5817">
                  <c:v>57.983528137207003</c:v>
                </c:pt>
                <c:pt idx="5818">
                  <c:v>58.184272766113303</c:v>
                </c:pt>
                <c:pt idx="5819">
                  <c:v>58.302932739257798</c:v>
                </c:pt>
                <c:pt idx="5820">
                  <c:v>58.308063507080099</c:v>
                </c:pt>
                <c:pt idx="5821">
                  <c:v>58.115440368652301</c:v>
                </c:pt>
                <c:pt idx="5822">
                  <c:v>58.244178771972699</c:v>
                </c:pt>
                <c:pt idx="5823">
                  <c:v>58.340198516845703</c:v>
                </c:pt>
                <c:pt idx="5824">
                  <c:v>58.907779693603501</c:v>
                </c:pt>
                <c:pt idx="5825">
                  <c:v>58.950511932373097</c:v>
                </c:pt>
                <c:pt idx="5826">
                  <c:v>58.340522766113303</c:v>
                </c:pt>
                <c:pt idx="5827">
                  <c:v>58.4556884765625</c:v>
                </c:pt>
                <c:pt idx="5828">
                  <c:v>58.627388000488303</c:v>
                </c:pt>
                <c:pt idx="5829">
                  <c:v>58.569759368896499</c:v>
                </c:pt>
                <c:pt idx="5830">
                  <c:v>58.721923828125</c:v>
                </c:pt>
                <c:pt idx="5831">
                  <c:v>58.823524475097699</c:v>
                </c:pt>
                <c:pt idx="5832">
                  <c:v>58.569179534912102</c:v>
                </c:pt>
                <c:pt idx="5833">
                  <c:v>58.736534118652301</c:v>
                </c:pt>
                <c:pt idx="5834">
                  <c:v>59.110080718994098</c:v>
                </c:pt>
                <c:pt idx="5835">
                  <c:v>58.950065612792997</c:v>
                </c:pt>
                <c:pt idx="5836">
                  <c:v>59.152488708496101</c:v>
                </c:pt>
                <c:pt idx="5837">
                  <c:v>59.078765869140597</c:v>
                </c:pt>
                <c:pt idx="5838">
                  <c:v>59.0135307312012</c:v>
                </c:pt>
                <c:pt idx="5839">
                  <c:v>58.922542572021499</c:v>
                </c:pt>
                <c:pt idx="5840">
                  <c:v>59.020702362060597</c:v>
                </c:pt>
                <c:pt idx="5841">
                  <c:v>58.934333801269503</c:v>
                </c:pt>
                <c:pt idx="5842">
                  <c:v>58.306175231933601</c:v>
                </c:pt>
                <c:pt idx="5843">
                  <c:v>58.639549255371101</c:v>
                </c:pt>
                <c:pt idx="5844">
                  <c:v>58.607349395752003</c:v>
                </c:pt>
                <c:pt idx="5845">
                  <c:v>58.944297790527301</c:v>
                </c:pt>
                <c:pt idx="5846">
                  <c:v>59.231037139892599</c:v>
                </c:pt>
                <c:pt idx="5847">
                  <c:v>59.614059448242202</c:v>
                </c:pt>
                <c:pt idx="5848">
                  <c:v>59.717037200927699</c:v>
                </c:pt>
                <c:pt idx="5849">
                  <c:v>59.6485404968262</c:v>
                </c:pt>
                <c:pt idx="5850">
                  <c:v>59.586910247802699</c:v>
                </c:pt>
                <c:pt idx="5851">
                  <c:v>59.453651428222699</c:v>
                </c:pt>
                <c:pt idx="5852">
                  <c:v>59.350379943847699</c:v>
                </c:pt>
                <c:pt idx="5853">
                  <c:v>59.303997039794901</c:v>
                </c:pt>
                <c:pt idx="5854">
                  <c:v>59.318023681640597</c:v>
                </c:pt>
                <c:pt idx="5855">
                  <c:v>59.37255859375</c:v>
                </c:pt>
                <c:pt idx="5856">
                  <c:v>59.240638732910199</c:v>
                </c:pt>
                <c:pt idx="5857">
                  <c:v>59.2159423828125</c:v>
                </c:pt>
                <c:pt idx="5858">
                  <c:v>59.282600402832003</c:v>
                </c:pt>
                <c:pt idx="5859">
                  <c:v>59.326831817627003</c:v>
                </c:pt>
                <c:pt idx="5860">
                  <c:v>59.485225677490199</c:v>
                </c:pt>
                <c:pt idx="5861">
                  <c:v>59.385055541992202</c:v>
                </c:pt>
                <c:pt idx="5862">
                  <c:v>59.522300720214801</c:v>
                </c:pt>
                <c:pt idx="5863">
                  <c:v>59.531509399414098</c:v>
                </c:pt>
                <c:pt idx="5864">
                  <c:v>59.6587104797363</c:v>
                </c:pt>
                <c:pt idx="5865">
                  <c:v>59.435626983642599</c:v>
                </c:pt>
                <c:pt idx="5866">
                  <c:v>59.180950164794901</c:v>
                </c:pt>
                <c:pt idx="5867">
                  <c:v>59.450881958007798</c:v>
                </c:pt>
                <c:pt idx="5868">
                  <c:v>59.410182952880902</c:v>
                </c:pt>
                <c:pt idx="5869">
                  <c:v>59.566673278808601</c:v>
                </c:pt>
                <c:pt idx="5870">
                  <c:v>59.618316650390597</c:v>
                </c:pt>
                <c:pt idx="5871">
                  <c:v>59.455841064453097</c:v>
                </c:pt>
                <c:pt idx="5872">
                  <c:v>59.423877716064503</c:v>
                </c:pt>
                <c:pt idx="5873">
                  <c:v>59.181022644042997</c:v>
                </c:pt>
                <c:pt idx="5874">
                  <c:v>59.187145233154297</c:v>
                </c:pt>
                <c:pt idx="5875">
                  <c:v>59.186805725097699</c:v>
                </c:pt>
                <c:pt idx="5876">
                  <c:v>59.468952178955099</c:v>
                </c:pt>
                <c:pt idx="5877">
                  <c:v>59.203033447265597</c:v>
                </c:pt>
                <c:pt idx="5878">
                  <c:v>59.2671089172363</c:v>
                </c:pt>
                <c:pt idx="5879">
                  <c:v>59.168491363525398</c:v>
                </c:pt>
                <c:pt idx="5880">
                  <c:v>59.003566741943402</c:v>
                </c:pt>
                <c:pt idx="5881">
                  <c:v>59.273513793945298</c:v>
                </c:pt>
                <c:pt idx="5882">
                  <c:v>59.561618804931598</c:v>
                </c:pt>
                <c:pt idx="5883">
                  <c:v>59.826099395752003</c:v>
                </c:pt>
                <c:pt idx="5884">
                  <c:v>59.749385833740199</c:v>
                </c:pt>
                <c:pt idx="5885">
                  <c:v>59.718994140625</c:v>
                </c:pt>
                <c:pt idx="5886">
                  <c:v>60.759716033935597</c:v>
                </c:pt>
                <c:pt idx="5887">
                  <c:v>60.084396362304702</c:v>
                </c:pt>
                <c:pt idx="5888">
                  <c:v>59.728588104248097</c:v>
                </c:pt>
                <c:pt idx="5889">
                  <c:v>59.484432220458999</c:v>
                </c:pt>
                <c:pt idx="5890">
                  <c:v>59.531730651855497</c:v>
                </c:pt>
                <c:pt idx="5891">
                  <c:v>59.482387542724602</c:v>
                </c:pt>
                <c:pt idx="5892">
                  <c:v>59.631546020507798</c:v>
                </c:pt>
                <c:pt idx="5893">
                  <c:v>59.691951751708999</c:v>
                </c:pt>
                <c:pt idx="5894">
                  <c:v>59.437999725341797</c:v>
                </c:pt>
                <c:pt idx="5895">
                  <c:v>59.5076713562012</c:v>
                </c:pt>
                <c:pt idx="5896">
                  <c:v>59.124763488769503</c:v>
                </c:pt>
                <c:pt idx="5897">
                  <c:v>59.2490425109863</c:v>
                </c:pt>
                <c:pt idx="5898">
                  <c:v>59.444717407226598</c:v>
                </c:pt>
                <c:pt idx="5899">
                  <c:v>59.580902099609403</c:v>
                </c:pt>
                <c:pt idx="5900">
                  <c:v>59.484745025634801</c:v>
                </c:pt>
                <c:pt idx="5901">
                  <c:v>57.685382843017599</c:v>
                </c:pt>
                <c:pt idx="5902">
                  <c:v>58.545272827148402</c:v>
                </c:pt>
                <c:pt idx="5903">
                  <c:v>58.912242889404297</c:v>
                </c:pt>
                <c:pt idx="5904">
                  <c:v>59.496879577636697</c:v>
                </c:pt>
                <c:pt idx="5905">
                  <c:v>59.364707946777301</c:v>
                </c:pt>
                <c:pt idx="5906">
                  <c:v>59.463924407958999</c:v>
                </c:pt>
                <c:pt idx="5907">
                  <c:v>59.6504516601563</c:v>
                </c:pt>
                <c:pt idx="5908">
                  <c:v>59.540435791015597</c:v>
                </c:pt>
                <c:pt idx="5909">
                  <c:v>59.0678520202637</c:v>
                </c:pt>
                <c:pt idx="5910">
                  <c:v>59.7017822265625</c:v>
                </c:pt>
                <c:pt idx="5911">
                  <c:v>59.845260620117202</c:v>
                </c:pt>
                <c:pt idx="5912">
                  <c:v>59.632564544677699</c:v>
                </c:pt>
                <c:pt idx="5913">
                  <c:v>59.635467529296903</c:v>
                </c:pt>
                <c:pt idx="5914">
                  <c:v>59.6766967773438</c:v>
                </c:pt>
                <c:pt idx="5915">
                  <c:v>59.840980529785199</c:v>
                </c:pt>
                <c:pt idx="5916">
                  <c:v>59.975807189941399</c:v>
                </c:pt>
                <c:pt idx="5917">
                  <c:v>60.086185455322301</c:v>
                </c:pt>
                <c:pt idx="5918">
                  <c:v>60.0372314453125</c:v>
                </c:pt>
                <c:pt idx="5919">
                  <c:v>60.182788848877003</c:v>
                </c:pt>
                <c:pt idx="5920">
                  <c:v>60.045631408691399</c:v>
                </c:pt>
                <c:pt idx="5921">
                  <c:v>59.858180999755902</c:v>
                </c:pt>
                <c:pt idx="5922">
                  <c:v>60.168849945068402</c:v>
                </c:pt>
                <c:pt idx="5923">
                  <c:v>60.180618286132798</c:v>
                </c:pt>
                <c:pt idx="5924">
                  <c:v>60.008186340332003</c:v>
                </c:pt>
                <c:pt idx="5925">
                  <c:v>59.983863830566399</c:v>
                </c:pt>
                <c:pt idx="5926">
                  <c:v>59.3448486328125</c:v>
                </c:pt>
                <c:pt idx="5927">
                  <c:v>59.582695007324197</c:v>
                </c:pt>
                <c:pt idx="5928">
                  <c:v>59.7325439453125</c:v>
                </c:pt>
                <c:pt idx="5929">
                  <c:v>59.782543182373097</c:v>
                </c:pt>
                <c:pt idx="5930">
                  <c:v>59.913043975830099</c:v>
                </c:pt>
                <c:pt idx="5931">
                  <c:v>59.7929496765137</c:v>
                </c:pt>
                <c:pt idx="5932">
                  <c:v>59.872219085693402</c:v>
                </c:pt>
                <c:pt idx="5933">
                  <c:v>59.832611083984403</c:v>
                </c:pt>
                <c:pt idx="5934">
                  <c:v>59.573116302490199</c:v>
                </c:pt>
                <c:pt idx="5935">
                  <c:v>59.422828674316399</c:v>
                </c:pt>
                <c:pt idx="5936">
                  <c:v>59.4907035827637</c:v>
                </c:pt>
                <c:pt idx="5937">
                  <c:v>59.645717620849602</c:v>
                </c:pt>
                <c:pt idx="5938">
                  <c:v>59.704341888427699</c:v>
                </c:pt>
                <c:pt idx="5939">
                  <c:v>59.683620452880902</c:v>
                </c:pt>
                <c:pt idx="5940">
                  <c:v>59.7392387390137</c:v>
                </c:pt>
                <c:pt idx="5941">
                  <c:v>59.647953033447301</c:v>
                </c:pt>
                <c:pt idx="5942">
                  <c:v>59.620155334472699</c:v>
                </c:pt>
                <c:pt idx="5943">
                  <c:v>59.600193023681598</c:v>
                </c:pt>
                <c:pt idx="5944">
                  <c:v>59.587039947509801</c:v>
                </c:pt>
                <c:pt idx="5945">
                  <c:v>59.631500244140597</c:v>
                </c:pt>
                <c:pt idx="5946">
                  <c:v>59.559524536132798</c:v>
                </c:pt>
                <c:pt idx="5947">
                  <c:v>59.545295715332003</c:v>
                </c:pt>
                <c:pt idx="5948">
                  <c:v>59.6024780273438</c:v>
                </c:pt>
                <c:pt idx="5949">
                  <c:v>59.563865661621101</c:v>
                </c:pt>
                <c:pt idx="5950">
                  <c:v>59.493282318115199</c:v>
                </c:pt>
                <c:pt idx="5951">
                  <c:v>59.524345397949197</c:v>
                </c:pt>
                <c:pt idx="5952">
                  <c:v>59.460231781005902</c:v>
                </c:pt>
                <c:pt idx="5953">
                  <c:v>59.376800537109403</c:v>
                </c:pt>
                <c:pt idx="5954">
                  <c:v>59.393115997314503</c:v>
                </c:pt>
                <c:pt idx="5955">
                  <c:v>59.401931762695298</c:v>
                </c:pt>
                <c:pt idx="5956">
                  <c:v>59.437717437744098</c:v>
                </c:pt>
                <c:pt idx="5957">
                  <c:v>59.416927337646499</c:v>
                </c:pt>
                <c:pt idx="5958">
                  <c:v>59.355690002441399</c:v>
                </c:pt>
                <c:pt idx="5959">
                  <c:v>59.394649505615199</c:v>
                </c:pt>
                <c:pt idx="5960">
                  <c:v>59.383308410644503</c:v>
                </c:pt>
                <c:pt idx="5961">
                  <c:v>59.318241119384801</c:v>
                </c:pt>
                <c:pt idx="5962">
                  <c:v>59.273349761962898</c:v>
                </c:pt>
                <c:pt idx="5963">
                  <c:v>59.268867492675803</c:v>
                </c:pt>
                <c:pt idx="5964">
                  <c:v>59.258640289306598</c:v>
                </c:pt>
                <c:pt idx="5965">
                  <c:v>59.258701324462898</c:v>
                </c:pt>
                <c:pt idx="5966">
                  <c:v>59.158687591552699</c:v>
                </c:pt>
                <c:pt idx="5967">
                  <c:v>59.279403686523402</c:v>
                </c:pt>
                <c:pt idx="5968">
                  <c:v>59.2116088867188</c:v>
                </c:pt>
                <c:pt idx="5969">
                  <c:v>59.009483337402301</c:v>
                </c:pt>
                <c:pt idx="5970">
                  <c:v>59.207279205322301</c:v>
                </c:pt>
                <c:pt idx="5971">
                  <c:v>59.379486083984403</c:v>
                </c:pt>
                <c:pt idx="5972">
                  <c:v>59.3870658874512</c:v>
                </c:pt>
                <c:pt idx="5973">
                  <c:v>59.310855865478501</c:v>
                </c:pt>
                <c:pt idx="5974">
                  <c:v>59.156845092773402</c:v>
                </c:pt>
                <c:pt idx="5975">
                  <c:v>58.905803680419901</c:v>
                </c:pt>
                <c:pt idx="5976">
                  <c:v>58.791656494140597</c:v>
                </c:pt>
                <c:pt idx="5977">
                  <c:v>58.977916717529297</c:v>
                </c:pt>
                <c:pt idx="5978">
                  <c:v>59.120018005371101</c:v>
                </c:pt>
                <c:pt idx="5979">
                  <c:v>59.115249633789098</c:v>
                </c:pt>
                <c:pt idx="5980">
                  <c:v>59.366573333740199</c:v>
                </c:pt>
                <c:pt idx="5981">
                  <c:v>59.223117828369098</c:v>
                </c:pt>
                <c:pt idx="5982">
                  <c:v>59.115989685058601</c:v>
                </c:pt>
                <c:pt idx="5983">
                  <c:v>59.059497833252003</c:v>
                </c:pt>
                <c:pt idx="5984">
                  <c:v>59.090675354003899</c:v>
                </c:pt>
                <c:pt idx="5985">
                  <c:v>59.034996032714801</c:v>
                </c:pt>
                <c:pt idx="5986">
                  <c:v>59.295463562011697</c:v>
                </c:pt>
                <c:pt idx="5987">
                  <c:v>59.132038116455099</c:v>
                </c:pt>
                <c:pt idx="5988">
                  <c:v>59.130653381347699</c:v>
                </c:pt>
                <c:pt idx="5989">
                  <c:v>59.121921539306598</c:v>
                </c:pt>
                <c:pt idx="5990">
                  <c:v>59.098014831542997</c:v>
                </c:pt>
                <c:pt idx="5991">
                  <c:v>59.0226860046387</c:v>
                </c:pt>
                <c:pt idx="5992">
                  <c:v>58.893836975097699</c:v>
                </c:pt>
                <c:pt idx="5993">
                  <c:v>58.839210510253899</c:v>
                </c:pt>
                <c:pt idx="5994">
                  <c:v>58.863677978515597</c:v>
                </c:pt>
                <c:pt idx="5995">
                  <c:v>58.830348968505902</c:v>
                </c:pt>
                <c:pt idx="5996">
                  <c:v>58.757499694824197</c:v>
                </c:pt>
                <c:pt idx="5997">
                  <c:v>58.7034721374512</c:v>
                </c:pt>
                <c:pt idx="5998">
                  <c:v>58.7148246765137</c:v>
                </c:pt>
                <c:pt idx="5999">
                  <c:v>58.6228218078613</c:v>
                </c:pt>
                <c:pt idx="6000">
                  <c:v>58.625637054443402</c:v>
                </c:pt>
                <c:pt idx="6001">
                  <c:v>58.799678802490199</c:v>
                </c:pt>
                <c:pt idx="6002">
                  <c:v>58.692333221435597</c:v>
                </c:pt>
                <c:pt idx="6003">
                  <c:v>58.643375396728501</c:v>
                </c:pt>
                <c:pt idx="6004">
                  <c:v>58.571521759033203</c:v>
                </c:pt>
                <c:pt idx="6005">
                  <c:v>58.581344604492202</c:v>
                </c:pt>
                <c:pt idx="6006">
                  <c:v>58.594669342041001</c:v>
                </c:pt>
                <c:pt idx="6007">
                  <c:v>58.632888793945298</c:v>
                </c:pt>
                <c:pt idx="6008">
                  <c:v>58.640220642089801</c:v>
                </c:pt>
                <c:pt idx="6009">
                  <c:v>58.8276557922363</c:v>
                </c:pt>
                <c:pt idx="6010">
                  <c:v>58.700492858886697</c:v>
                </c:pt>
                <c:pt idx="6011">
                  <c:v>58.686973571777301</c:v>
                </c:pt>
                <c:pt idx="6012">
                  <c:v>58.786933898925803</c:v>
                </c:pt>
                <c:pt idx="6013">
                  <c:v>58.500389099121101</c:v>
                </c:pt>
                <c:pt idx="6014">
                  <c:v>58.467472076416001</c:v>
                </c:pt>
                <c:pt idx="6015">
                  <c:v>58.279720306396499</c:v>
                </c:pt>
                <c:pt idx="6016">
                  <c:v>58.523567199707003</c:v>
                </c:pt>
                <c:pt idx="6017">
                  <c:v>58.541610717773402</c:v>
                </c:pt>
                <c:pt idx="6018">
                  <c:v>58.464435577392599</c:v>
                </c:pt>
                <c:pt idx="6019">
                  <c:v>58.595703125</c:v>
                </c:pt>
                <c:pt idx="6020">
                  <c:v>58.651729583740199</c:v>
                </c:pt>
                <c:pt idx="6021">
                  <c:v>58.78515625</c:v>
                </c:pt>
                <c:pt idx="6022">
                  <c:v>58.707351684570298</c:v>
                </c:pt>
                <c:pt idx="6023">
                  <c:v>58.555965423583999</c:v>
                </c:pt>
                <c:pt idx="6024">
                  <c:v>58.979831695556598</c:v>
                </c:pt>
                <c:pt idx="6025">
                  <c:v>58.765754699707003</c:v>
                </c:pt>
                <c:pt idx="6026">
                  <c:v>58.691513061523402</c:v>
                </c:pt>
                <c:pt idx="6027">
                  <c:v>58.701633453369098</c:v>
                </c:pt>
                <c:pt idx="6028">
                  <c:v>58.5931396484375</c:v>
                </c:pt>
                <c:pt idx="6029">
                  <c:v>57.932262420654297</c:v>
                </c:pt>
                <c:pt idx="6030">
                  <c:v>58.103160858154297</c:v>
                </c:pt>
                <c:pt idx="6031">
                  <c:v>58.348526000976598</c:v>
                </c:pt>
                <c:pt idx="6032">
                  <c:v>58.714317321777301</c:v>
                </c:pt>
                <c:pt idx="6033">
                  <c:v>58.724086761474602</c:v>
                </c:pt>
                <c:pt idx="6034">
                  <c:v>58.689342498779297</c:v>
                </c:pt>
                <c:pt idx="6035">
                  <c:v>58.632808685302699</c:v>
                </c:pt>
                <c:pt idx="6036">
                  <c:v>58.324817657470703</c:v>
                </c:pt>
                <c:pt idx="6037">
                  <c:v>58.3132514953613</c:v>
                </c:pt>
                <c:pt idx="6038">
                  <c:v>58.591224670410199</c:v>
                </c:pt>
                <c:pt idx="6039">
                  <c:v>59.539768218994098</c:v>
                </c:pt>
                <c:pt idx="6040">
                  <c:v>58.994483947753899</c:v>
                </c:pt>
                <c:pt idx="6041">
                  <c:v>58.9832572937012</c:v>
                </c:pt>
                <c:pt idx="6042">
                  <c:v>59.314926147460902</c:v>
                </c:pt>
                <c:pt idx="6043">
                  <c:v>58.977260589599602</c:v>
                </c:pt>
                <c:pt idx="6044">
                  <c:v>58.784801483154297</c:v>
                </c:pt>
                <c:pt idx="6045">
                  <c:v>58.382045745849602</c:v>
                </c:pt>
                <c:pt idx="6046">
                  <c:v>58.939369201660199</c:v>
                </c:pt>
                <c:pt idx="6047">
                  <c:v>58.848812103271499</c:v>
                </c:pt>
                <c:pt idx="6048">
                  <c:v>59.316356658935597</c:v>
                </c:pt>
                <c:pt idx="6049">
                  <c:v>59.353084564208999</c:v>
                </c:pt>
                <c:pt idx="6050">
                  <c:v>59.229537963867202</c:v>
                </c:pt>
                <c:pt idx="6051">
                  <c:v>58.812889099121101</c:v>
                </c:pt>
                <c:pt idx="6052">
                  <c:v>58.947509765625</c:v>
                </c:pt>
                <c:pt idx="6053">
                  <c:v>59.098251342773402</c:v>
                </c:pt>
                <c:pt idx="6054">
                  <c:v>58.894298553466797</c:v>
                </c:pt>
                <c:pt idx="6055">
                  <c:v>58.868156433105497</c:v>
                </c:pt>
                <c:pt idx="6056">
                  <c:v>59.022647857666001</c:v>
                </c:pt>
                <c:pt idx="6057">
                  <c:v>59.12841796875</c:v>
                </c:pt>
                <c:pt idx="6058">
                  <c:v>58.8994750976563</c:v>
                </c:pt>
                <c:pt idx="6059">
                  <c:v>58.947574615478501</c:v>
                </c:pt>
                <c:pt idx="6060">
                  <c:v>58.879314422607401</c:v>
                </c:pt>
                <c:pt idx="6061">
                  <c:v>58.6494140625</c:v>
                </c:pt>
                <c:pt idx="6062">
                  <c:v>58.6362113952637</c:v>
                </c:pt>
                <c:pt idx="6063">
                  <c:v>58.854629516601598</c:v>
                </c:pt>
                <c:pt idx="6064">
                  <c:v>58.768989562988303</c:v>
                </c:pt>
                <c:pt idx="6065">
                  <c:v>58.835693359375</c:v>
                </c:pt>
                <c:pt idx="6066">
                  <c:v>58.713977813720703</c:v>
                </c:pt>
                <c:pt idx="6067">
                  <c:v>58.740520477294901</c:v>
                </c:pt>
                <c:pt idx="6068">
                  <c:v>58.627517700195298</c:v>
                </c:pt>
                <c:pt idx="6069">
                  <c:v>58.674659729003899</c:v>
                </c:pt>
                <c:pt idx="6070">
                  <c:v>58.806663513183601</c:v>
                </c:pt>
                <c:pt idx="6071">
                  <c:v>58.8143920898438</c:v>
                </c:pt>
                <c:pt idx="6072">
                  <c:v>58.857151031494098</c:v>
                </c:pt>
                <c:pt idx="6073">
                  <c:v>58.799015045166001</c:v>
                </c:pt>
                <c:pt idx="6074">
                  <c:v>58.742961883544901</c:v>
                </c:pt>
                <c:pt idx="6075">
                  <c:v>58.794242858886697</c:v>
                </c:pt>
                <c:pt idx="6076">
                  <c:v>58.787647247314503</c:v>
                </c:pt>
                <c:pt idx="6077">
                  <c:v>58.848209381103501</c:v>
                </c:pt>
                <c:pt idx="6078">
                  <c:v>59.154026031494098</c:v>
                </c:pt>
                <c:pt idx="6079">
                  <c:v>58.973159790039098</c:v>
                </c:pt>
                <c:pt idx="6080">
                  <c:v>59.066337585449197</c:v>
                </c:pt>
                <c:pt idx="6081">
                  <c:v>58.973953247070298</c:v>
                </c:pt>
                <c:pt idx="6082">
                  <c:v>58.702968597412102</c:v>
                </c:pt>
                <c:pt idx="6083">
                  <c:v>58.7615966796875</c:v>
                </c:pt>
                <c:pt idx="6084">
                  <c:v>58.817874908447301</c:v>
                </c:pt>
                <c:pt idx="6085">
                  <c:v>59.1860542297363</c:v>
                </c:pt>
                <c:pt idx="6086">
                  <c:v>59.261642456054702</c:v>
                </c:pt>
                <c:pt idx="6087">
                  <c:v>59.112194061279297</c:v>
                </c:pt>
                <c:pt idx="6088">
                  <c:v>58.6526069641113</c:v>
                </c:pt>
                <c:pt idx="6089">
                  <c:v>58.900520324707003</c:v>
                </c:pt>
                <c:pt idx="6090">
                  <c:v>58.772769927978501</c:v>
                </c:pt>
                <c:pt idx="6091">
                  <c:v>58.860832214355497</c:v>
                </c:pt>
                <c:pt idx="6092">
                  <c:v>59.302791595458999</c:v>
                </c:pt>
                <c:pt idx="6093">
                  <c:v>59.003467559814503</c:v>
                </c:pt>
                <c:pt idx="6094">
                  <c:v>59.599594116210902</c:v>
                </c:pt>
                <c:pt idx="6095">
                  <c:v>59.1325492858887</c:v>
                </c:pt>
                <c:pt idx="6096">
                  <c:v>58.639026641845703</c:v>
                </c:pt>
                <c:pt idx="6097">
                  <c:v>58.820343017578097</c:v>
                </c:pt>
                <c:pt idx="6098">
                  <c:v>58.665397644042997</c:v>
                </c:pt>
                <c:pt idx="6099">
                  <c:v>58.552070617675803</c:v>
                </c:pt>
                <c:pt idx="6100">
                  <c:v>58.178142547607401</c:v>
                </c:pt>
                <c:pt idx="6101">
                  <c:v>58.682830810546903</c:v>
                </c:pt>
                <c:pt idx="6102">
                  <c:v>58.764396667480497</c:v>
                </c:pt>
                <c:pt idx="6103">
                  <c:v>58.964935302734403</c:v>
                </c:pt>
                <c:pt idx="6104">
                  <c:v>59.207382202148402</c:v>
                </c:pt>
                <c:pt idx="6105">
                  <c:v>59.378574371337898</c:v>
                </c:pt>
                <c:pt idx="6106">
                  <c:v>59.090591430664098</c:v>
                </c:pt>
                <c:pt idx="6107">
                  <c:v>58.992427825927699</c:v>
                </c:pt>
                <c:pt idx="6108">
                  <c:v>59.295578002929702</c:v>
                </c:pt>
                <c:pt idx="6109">
                  <c:v>59.222225189208999</c:v>
                </c:pt>
                <c:pt idx="6110">
                  <c:v>59.332977294921903</c:v>
                </c:pt>
                <c:pt idx="6111">
                  <c:v>59.432106018066399</c:v>
                </c:pt>
                <c:pt idx="6112">
                  <c:v>59.359771728515597</c:v>
                </c:pt>
                <c:pt idx="6113">
                  <c:v>59.496955871582003</c:v>
                </c:pt>
                <c:pt idx="6114">
                  <c:v>59.574291229248097</c:v>
                </c:pt>
                <c:pt idx="6115">
                  <c:v>59.331241607666001</c:v>
                </c:pt>
                <c:pt idx="6116">
                  <c:v>59.190242767333999</c:v>
                </c:pt>
                <c:pt idx="6117">
                  <c:v>58.958980560302699</c:v>
                </c:pt>
                <c:pt idx="6118">
                  <c:v>59.026454925537102</c:v>
                </c:pt>
                <c:pt idx="6119">
                  <c:v>59.295707702636697</c:v>
                </c:pt>
                <c:pt idx="6120">
                  <c:v>59.176395416259801</c:v>
                </c:pt>
                <c:pt idx="6121">
                  <c:v>58.840087890625</c:v>
                </c:pt>
                <c:pt idx="6122">
                  <c:v>58.898891448974602</c:v>
                </c:pt>
                <c:pt idx="6123">
                  <c:v>58.2171821594238</c:v>
                </c:pt>
                <c:pt idx="6124">
                  <c:v>58.459884643554702</c:v>
                </c:pt>
                <c:pt idx="6125">
                  <c:v>58.7984428405762</c:v>
                </c:pt>
                <c:pt idx="6126">
                  <c:v>59.265663146972699</c:v>
                </c:pt>
                <c:pt idx="6127">
                  <c:v>58.912742614746101</c:v>
                </c:pt>
                <c:pt idx="6128">
                  <c:v>58.536373138427699</c:v>
                </c:pt>
                <c:pt idx="6129">
                  <c:v>58.433254241943402</c:v>
                </c:pt>
                <c:pt idx="6130">
                  <c:v>58.819873809814503</c:v>
                </c:pt>
                <c:pt idx="6131">
                  <c:v>58.878612518310597</c:v>
                </c:pt>
                <c:pt idx="6132">
                  <c:v>59.655494689941399</c:v>
                </c:pt>
                <c:pt idx="6133">
                  <c:v>60.039882659912102</c:v>
                </c:pt>
                <c:pt idx="6134">
                  <c:v>59.6955757141113</c:v>
                </c:pt>
                <c:pt idx="6135">
                  <c:v>58.387767791748097</c:v>
                </c:pt>
                <c:pt idx="6136">
                  <c:v>58.834415435791001</c:v>
                </c:pt>
                <c:pt idx="6137">
                  <c:v>58.9139595031738</c:v>
                </c:pt>
                <c:pt idx="6138">
                  <c:v>59.076206207275398</c:v>
                </c:pt>
                <c:pt idx="6139">
                  <c:v>59.527000427246101</c:v>
                </c:pt>
                <c:pt idx="6140">
                  <c:v>59.5473823547363</c:v>
                </c:pt>
                <c:pt idx="6141">
                  <c:v>59.414497375488303</c:v>
                </c:pt>
                <c:pt idx="6142">
                  <c:v>59.917274475097699</c:v>
                </c:pt>
                <c:pt idx="6143">
                  <c:v>59.745780944824197</c:v>
                </c:pt>
                <c:pt idx="6144">
                  <c:v>59.879673004150398</c:v>
                </c:pt>
                <c:pt idx="6145">
                  <c:v>59.935886383056598</c:v>
                </c:pt>
                <c:pt idx="6146">
                  <c:v>59.434108734130902</c:v>
                </c:pt>
                <c:pt idx="6147">
                  <c:v>59.340389251708999</c:v>
                </c:pt>
                <c:pt idx="6148">
                  <c:v>59.319896697998097</c:v>
                </c:pt>
                <c:pt idx="6149">
                  <c:v>59.418022155761697</c:v>
                </c:pt>
                <c:pt idx="6150">
                  <c:v>59.232734680175803</c:v>
                </c:pt>
                <c:pt idx="6151">
                  <c:v>59.007266998291001</c:v>
                </c:pt>
                <c:pt idx="6152">
                  <c:v>58.845523834228501</c:v>
                </c:pt>
                <c:pt idx="6153">
                  <c:v>58.9522514343262</c:v>
                </c:pt>
                <c:pt idx="6154">
                  <c:v>59.102024078369098</c:v>
                </c:pt>
                <c:pt idx="6155">
                  <c:v>59.085762023925803</c:v>
                </c:pt>
                <c:pt idx="6156">
                  <c:v>59.000316619873097</c:v>
                </c:pt>
                <c:pt idx="6157">
                  <c:v>59.195610046386697</c:v>
                </c:pt>
                <c:pt idx="6158">
                  <c:v>59.1371879577637</c:v>
                </c:pt>
                <c:pt idx="6159">
                  <c:v>59.1324462890625</c:v>
                </c:pt>
                <c:pt idx="6160">
                  <c:v>59.22998046875</c:v>
                </c:pt>
                <c:pt idx="6161">
                  <c:v>59.076808929443402</c:v>
                </c:pt>
                <c:pt idx="6162">
                  <c:v>59.157951354980497</c:v>
                </c:pt>
                <c:pt idx="6163">
                  <c:v>59.0306205749512</c:v>
                </c:pt>
                <c:pt idx="6164">
                  <c:v>59.2480278015137</c:v>
                </c:pt>
                <c:pt idx="6165">
                  <c:v>59.246761322021499</c:v>
                </c:pt>
                <c:pt idx="6166">
                  <c:v>59.120986938476598</c:v>
                </c:pt>
                <c:pt idx="6167">
                  <c:v>59.288749694824197</c:v>
                </c:pt>
                <c:pt idx="6168">
                  <c:v>59.394001007080099</c:v>
                </c:pt>
                <c:pt idx="6169">
                  <c:v>59.647941589355497</c:v>
                </c:pt>
                <c:pt idx="6170">
                  <c:v>59.388702392578097</c:v>
                </c:pt>
                <c:pt idx="6171">
                  <c:v>59.388015747070298</c:v>
                </c:pt>
                <c:pt idx="6172">
                  <c:v>59.415565490722699</c:v>
                </c:pt>
                <c:pt idx="6173">
                  <c:v>59.357147216796903</c:v>
                </c:pt>
                <c:pt idx="6174">
                  <c:v>59.317535400390597</c:v>
                </c:pt>
                <c:pt idx="6175">
                  <c:v>59.301216125488303</c:v>
                </c:pt>
                <c:pt idx="6176">
                  <c:v>59.285518646240199</c:v>
                </c:pt>
                <c:pt idx="6177">
                  <c:v>59.23779296875</c:v>
                </c:pt>
                <c:pt idx="6178">
                  <c:v>59.2684326171875</c:v>
                </c:pt>
                <c:pt idx="6179">
                  <c:v>59.299846649169901</c:v>
                </c:pt>
                <c:pt idx="6180">
                  <c:v>59.1573486328125</c:v>
                </c:pt>
                <c:pt idx="6181">
                  <c:v>59.169490814208999</c:v>
                </c:pt>
                <c:pt idx="6182">
                  <c:v>59.113105773925803</c:v>
                </c:pt>
                <c:pt idx="6183">
                  <c:v>59.267524719238303</c:v>
                </c:pt>
                <c:pt idx="6184">
                  <c:v>59.421546936035199</c:v>
                </c:pt>
                <c:pt idx="6185">
                  <c:v>59.744686126708999</c:v>
                </c:pt>
                <c:pt idx="6186">
                  <c:v>59.3567924499512</c:v>
                </c:pt>
                <c:pt idx="6187">
                  <c:v>59.3060111999512</c:v>
                </c:pt>
                <c:pt idx="6188">
                  <c:v>59.6211967468262</c:v>
                </c:pt>
                <c:pt idx="6189">
                  <c:v>59.549331665039098</c:v>
                </c:pt>
                <c:pt idx="6190">
                  <c:v>59.3445434570313</c:v>
                </c:pt>
                <c:pt idx="6191">
                  <c:v>59.392486572265597</c:v>
                </c:pt>
                <c:pt idx="6192">
                  <c:v>59.402072906494098</c:v>
                </c:pt>
                <c:pt idx="6193">
                  <c:v>59.4267578125</c:v>
                </c:pt>
                <c:pt idx="6194">
                  <c:v>59.349075317382798</c:v>
                </c:pt>
                <c:pt idx="6195">
                  <c:v>59.425304412841797</c:v>
                </c:pt>
                <c:pt idx="6196">
                  <c:v>59.399673461914098</c:v>
                </c:pt>
                <c:pt idx="6197">
                  <c:v>59.427352905273402</c:v>
                </c:pt>
                <c:pt idx="6198">
                  <c:v>59.385093688964801</c:v>
                </c:pt>
                <c:pt idx="6199">
                  <c:v>59.359954833984403</c:v>
                </c:pt>
                <c:pt idx="6200">
                  <c:v>59.275089263916001</c:v>
                </c:pt>
                <c:pt idx="6201">
                  <c:v>59.247482299804702</c:v>
                </c:pt>
                <c:pt idx="6202">
                  <c:v>59.270774841308601</c:v>
                </c:pt>
                <c:pt idx="6203">
                  <c:v>59.3574829101563</c:v>
                </c:pt>
                <c:pt idx="6204">
                  <c:v>59.466590881347699</c:v>
                </c:pt>
                <c:pt idx="6205">
                  <c:v>59.348834991455099</c:v>
                </c:pt>
                <c:pt idx="6206">
                  <c:v>59.216594696044901</c:v>
                </c:pt>
                <c:pt idx="6207">
                  <c:v>59.188720703125</c:v>
                </c:pt>
                <c:pt idx="6208">
                  <c:v>59.209136962890597</c:v>
                </c:pt>
                <c:pt idx="6209">
                  <c:v>59.233718872070298</c:v>
                </c:pt>
                <c:pt idx="6210">
                  <c:v>59.234317779541001</c:v>
                </c:pt>
                <c:pt idx="6211">
                  <c:v>59.325569152832003</c:v>
                </c:pt>
                <c:pt idx="6212">
                  <c:v>59.253128051757798</c:v>
                </c:pt>
                <c:pt idx="6213">
                  <c:v>59.237525939941399</c:v>
                </c:pt>
                <c:pt idx="6214">
                  <c:v>59.218574523925803</c:v>
                </c:pt>
                <c:pt idx="6215">
                  <c:v>59.290122985839801</c:v>
                </c:pt>
                <c:pt idx="6216">
                  <c:v>59.2379760742188</c:v>
                </c:pt>
                <c:pt idx="6217">
                  <c:v>59.198661804199197</c:v>
                </c:pt>
                <c:pt idx="6218">
                  <c:v>59.166664123535199</c:v>
                </c:pt>
                <c:pt idx="6219">
                  <c:v>59.106292724609403</c:v>
                </c:pt>
                <c:pt idx="6220">
                  <c:v>59.113296508789098</c:v>
                </c:pt>
                <c:pt idx="6221">
                  <c:v>59.138988494873097</c:v>
                </c:pt>
                <c:pt idx="6222">
                  <c:v>59.115142822265597</c:v>
                </c:pt>
                <c:pt idx="6223">
                  <c:v>59.099418640136697</c:v>
                </c:pt>
                <c:pt idx="6224">
                  <c:v>59.063568115234403</c:v>
                </c:pt>
                <c:pt idx="6225">
                  <c:v>59.052131652832003</c:v>
                </c:pt>
                <c:pt idx="6226">
                  <c:v>59.050651550292997</c:v>
                </c:pt>
                <c:pt idx="6227">
                  <c:v>59.056034088134801</c:v>
                </c:pt>
                <c:pt idx="6228">
                  <c:v>59.116928100585902</c:v>
                </c:pt>
                <c:pt idx="6229">
                  <c:v>59.034782409667997</c:v>
                </c:pt>
                <c:pt idx="6230">
                  <c:v>58.988948822021499</c:v>
                </c:pt>
                <c:pt idx="6231">
                  <c:v>58.964309692382798</c:v>
                </c:pt>
                <c:pt idx="6232">
                  <c:v>58.909591674804702</c:v>
                </c:pt>
                <c:pt idx="6233">
                  <c:v>58.912891387939503</c:v>
                </c:pt>
                <c:pt idx="6234">
                  <c:v>58.906654357910199</c:v>
                </c:pt>
                <c:pt idx="6235">
                  <c:v>58.844245910644503</c:v>
                </c:pt>
                <c:pt idx="6236">
                  <c:v>58.883354187011697</c:v>
                </c:pt>
                <c:pt idx="6237">
                  <c:v>58.850879669189503</c:v>
                </c:pt>
                <c:pt idx="6238">
                  <c:v>58.856578826904297</c:v>
                </c:pt>
                <c:pt idx="6239">
                  <c:v>58.817985534667997</c:v>
                </c:pt>
                <c:pt idx="6240">
                  <c:v>58.858963012695298</c:v>
                </c:pt>
                <c:pt idx="6241">
                  <c:v>58.782760620117202</c:v>
                </c:pt>
                <c:pt idx="6242">
                  <c:v>58.788291931152301</c:v>
                </c:pt>
                <c:pt idx="6243">
                  <c:v>58.899894714355497</c:v>
                </c:pt>
                <c:pt idx="6244">
                  <c:v>58.782474517822301</c:v>
                </c:pt>
                <c:pt idx="6245">
                  <c:v>58.717002868652301</c:v>
                </c:pt>
                <c:pt idx="6246">
                  <c:v>58.6652221679688</c:v>
                </c:pt>
                <c:pt idx="6247">
                  <c:v>58.701992034912102</c:v>
                </c:pt>
                <c:pt idx="6248">
                  <c:v>58.723834991455099</c:v>
                </c:pt>
                <c:pt idx="6249">
                  <c:v>58.703174591064503</c:v>
                </c:pt>
                <c:pt idx="6250">
                  <c:v>58.652652740478501</c:v>
                </c:pt>
                <c:pt idx="6251">
                  <c:v>58.543972015380902</c:v>
                </c:pt>
                <c:pt idx="6252">
                  <c:v>58.607452392578097</c:v>
                </c:pt>
                <c:pt idx="6253">
                  <c:v>58.580402374267599</c:v>
                </c:pt>
                <c:pt idx="6254">
                  <c:v>58.575740814208999</c:v>
                </c:pt>
                <c:pt idx="6255">
                  <c:v>58.486972808837898</c:v>
                </c:pt>
                <c:pt idx="6256">
                  <c:v>58.544761657714801</c:v>
                </c:pt>
                <c:pt idx="6257">
                  <c:v>58.589206695556598</c:v>
                </c:pt>
                <c:pt idx="6258">
                  <c:v>58.585933685302699</c:v>
                </c:pt>
                <c:pt idx="6259">
                  <c:v>58.603221893310597</c:v>
                </c:pt>
                <c:pt idx="6260">
                  <c:v>58.542301177978501</c:v>
                </c:pt>
                <c:pt idx="6261">
                  <c:v>58.5222358703613</c:v>
                </c:pt>
                <c:pt idx="6262">
                  <c:v>58.572917938232401</c:v>
                </c:pt>
                <c:pt idx="6263">
                  <c:v>58.484718322753899</c:v>
                </c:pt>
                <c:pt idx="6264">
                  <c:v>58.443801879882798</c:v>
                </c:pt>
                <c:pt idx="6265">
                  <c:v>58.473064422607401</c:v>
                </c:pt>
                <c:pt idx="6266">
                  <c:v>58.473991394042997</c:v>
                </c:pt>
                <c:pt idx="6267">
                  <c:v>58.488224029541001</c:v>
                </c:pt>
                <c:pt idx="6268">
                  <c:v>58.468193054199197</c:v>
                </c:pt>
                <c:pt idx="6269">
                  <c:v>58.518321990966797</c:v>
                </c:pt>
                <c:pt idx="6270">
                  <c:v>58.522769927978501</c:v>
                </c:pt>
                <c:pt idx="6271">
                  <c:v>58.473445892333999</c:v>
                </c:pt>
                <c:pt idx="6272">
                  <c:v>58.426971435546903</c:v>
                </c:pt>
                <c:pt idx="6273">
                  <c:v>58.341133117675803</c:v>
                </c:pt>
                <c:pt idx="6274">
                  <c:v>58.354831695556598</c:v>
                </c:pt>
                <c:pt idx="6275">
                  <c:v>58.352424621582003</c:v>
                </c:pt>
                <c:pt idx="6276">
                  <c:v>58.413196563720703</c:v>
                </c:pt>
                <c:pt idx="6277">
                  <c:v>58.3662109375</c:v>
                </c:pt>
                <c:pt idx="6278">
                  <c:v>58.345188140869098</c:v>
                </c:pt>
                <c:pt idx="6279">
                  <c:v>58.389404296875</c:v>
                </c:pt>
                <c:pt idx="6280">
                  <c:v>58.372383117675803</c:v>
                </c:pt>
                <c:pt idx="6281">
                  <c:v>58.325096130371101</c:v>
                </c:pt>
                <c:pt idx="6282">
                  <c:v>58.315170288085902</c:v>
                </c:pt>
                <c:pt idx="6283">
                  <c:v>58.241619110107401</c:v>
                </c:pt>
                <c:pt idx="6284">
                  <c:v>58.222644805908203</c:v>
                </c:pt>
                <c:pt idx="6285">
                  <c:v>58.278778076171903</c:v>
                </c:pt>
                <c:pt idx="6286">
                  <c:v>58.217479705810597</c:v>
                </c:pt>
                <c:pt idx="6287">
                  <c:v>58.2034301757813</c:v>
                </c:pt>
                <c:pt idx="6288">
                  <c:v>58.225460052490199</c:v>
                </c:pt>
                <c:pt idx="6289">
                  <c:v>58.217983245849602</c:v>
                </c:pt>
                <c:pt idx="6290">
                  <c:v>58.167697906494098</c:v>
                </c:pt>
                <c:pt idx="6291">
                  <c:v>58.165294647216797</c:v>
                </c:pt>
                <c:pt idx="6292">
                  <c:v>58.145317077636697</c:v>
                </c:pt>
                <c:pt idx="6293">
                  <c:v>58.141284942627003</c:v>
                </c:pt>
                <c:pt idx="6294">
                  <c:v>58.1533012390137</c:v>
                </c:pt>
                <c:pt idx="6295">
                  <c:v>58.130340576171903</c:v>
                </c:pt>
                <c:pt idx="6296">
                  <c:v>58.13720703125</c:v>
                </c:pt>
                <c:pt idx="6297">
                  <c:v>58.132274627685597</c:v>
                </c:pt>
                <c:pt idx="6298">
                  <c:v>58.112197875976598</c:v>
                </c:pt>
                <c:pt idx="6299">
                  <c:v>58.088615417480497</c:v>
                </c:pt>
                <c:pt idx="6300">
                  <c:v>58.2946166992188</c:v>
                </c:pt>
                <c:pt idx="6301">
                  <c:v>57.892757415771499</c:v>
                </c:pt>
                <c:pt idx="6302">
                  <c:v>57.978279113769503</c:v>
                </c:pt>
                <c:pt idx="6303">
                  <c:v>57.974990844726598</c:v>
                </c:pt>
                <c:pt idx="6304">
                  <c:v>58.165836334228501</c:v>
                </c:pt>
                <c:pt idx="6305">
                  <c:v>58.291461944580099</c:v>
                </c:pt>
                <c:pt idx="6306">
                  <c:v>58.651309967041001</c:v>
                </c:pt>
                <c:pt idx="6307">
                  <c:v>57.596122741699197</c:v>
                </c:pt>
                <c:pt idx="6308">
                  <c:v>58.198024749755902</c:v>
                </c:pt>
                <c:pt idx="6309">
                  <c:v>58.076854705810597</c:v>
                </c:pt>
                <c:pt idx="6310">
                  <c:v>58.786956787109403</c:v>
                </c:pt>
                <c:pt idx="6311">
                  <c:v>58.891128540039098</c:v>
                </c:pt>
                <c:pt idx="6312">
                  <c:v>59.251022338867202</c:v>
                </c:pt>
                <c:pt idx="6313">
                  <c:v>59.156448364257798</c:v>
                </c:pt>
                <c:pt idx="6314">
                  <c:v>59.539505004882798</c:v>
                </c:pt>
                <c:pt idx="6315">
                  <c:v>58.927391052246101</c:v>
                </c:pt>
                <c:pt idx="6316">
                  <c:v>58.4784965515137</c:v>
                </c:pt>
                <c:pt idx="6317">
                  <c:v>58.566555023193402</c:v>
                </c:pt>
                <c:pt idx="6318">
                  <c:v>59.229892730712898</c:v>
                </c:pt>
                <c:pt idx="6319">
                  <c:v>58.893569946289098</c:v>
                </c:pt>
                <c:pt idx="6320">
                  <c:v>58.873748779296903</c:v>
                </c:pt>
                <c:pt idx="6321">
                  <c:v>59.102878570556598</c:v>
                </c:pt>
                <c:pt idx="6322">
                  <c:v>59.214584350585902</c:v>
                </c:pt>
                <c:pt idx="6323">
                  <c:v>59.019596099853501</c:v>
                </c:pt>
                <c:pt idx="6324">
                  <c:v>58.8590087890625</c:v>
                </c:pt>
                <c:pt idx="6325">
                  <c:v>58.7431640625</c:v>
                </c:pt>
                <c:pt idx="6326">
                  <c:v>59.495571136474602</c:v>
                </c:pt>
                <c:pt idx="6327">
                  <c:v>59.655063629150398</c:v>
                </c:pt>
                <c:pt idx="6328">
                  <c:v>59.3214111328125</c:v>
                </c:pt>
                <c:pt idx="6329">
                  <c:v>59.133575439453097</c:v>
                </c:pt>
                <c:pt idx="6330">
                  <c:v>58.559898376464801</c:v>
                </c:pt>
                <c:pt idx="6331">
                  <c:v>58.8942680358887</c:v>
                </c:pt>
                <c:pt idx="6332">
                  <c:v>58.922279357910199</c:v>
                </c:pt>
                <c:pt idx="6333">
                  <c:v>58.833187103271499</c:v>
                </c:pt>
                <c:pt idx="6334">
                  <c:v>58.908424377441399</c:v>
                </c:pt>
                <c:pt idx="6335">
                  <c:v>58.859020233154297</c:v>
                </c:pt>
                <c:pt idx="6336">
                  <c:v>58.795520782470703</c:v>
                </c:pt>
                <c:pt idx="6337">
                  <c:v>58.864921569824197</c:v>
                </c:pt>
                <c:pt idx="6338">
                  <c:v>58.865795135498097</c:v>
                </c:pt>
                <c:pt idx="6339">
                  <c:v>59.041286468505902</c:v>
                </c:pt>
                <c:pt idx="6340">
                  <c:v>58.907299041748097</c:v>
                </c:pt>
                <c:pt idx="6341">
                  <c:v>58.9266967773438</c:v>
                </c:pt>
                <c:pt idx="6342">
                  <c:v>58.945632934570298</c:v>
                </c:pt>
                <c:pt idx="6343">
                  <c:v>58.900955200195298</c:v>
                </c:pt>
                <c:pt idx="6344">
                  <c:v>59.011501312255902</c:v>
                </c:pt>
                <c:pt idx="6345">
                  <c:v>59.211936950683601</c:v>
                </c:pt>
                <c:pt idx="6346">
                  <c:v>59.009956359863303</c:v>
                </c:pt>
                <c:pt idx="6347">
                  <c:v>58.970516204833999</c:v>
                </c:pt>
                <c:pt idx="6348">
                  <c:v>58.9719047546387</c:v>
                </c:pt>
                <c:pt idx="6349">
                  <c:v>58.943954467773402</c:v>
                </c:pt>
                <c:pt idx="6350">
                  <c:v>58.941555023193402</c:v>
                </c:pt>
                <c:pt idx="6351">
                  <c:v>59.008514404296903</c:v>
                </c:pt>
                <c:pt idx="6352">
                  <c:v>58.966636657714801</c:v>
                </c:pt>
                <c:pt idx="6353">
                  <c:v>58.955654144287102</c:v>
                </c:pt>
                <c:pt idx="6354">
                  <c:v>59.275684356689503</c:v>
                </c:pt>
                <c:pt idx="6355">
                  <c:v>59.261539459228501</c:v>
                </c:pt>
                <c:pt idx="6356">
                  <c:v>59.209804534912102</c:v>
                </c:pt>
                <c:pt idx="6357">
                  <c:v>59.105415344238303</c:v>
                </c:pt>
                <c:pt idx="6358">
                  <c:v>59.189582824707003</c:v>
                </c:pt>
                <c:pt idx="6359">
                  <c:v>58.893344879150398</c:v>
                </c:pt>
                <c:pt idx="6360">
                  <c:v>59.0797729492188</c:v>
                </c:pt>
                <c:pt idx="6361">
                  <c:v>59.154296875</c:v>
                </c:pt>
                <c:pt idx="6362">
                  <c:v>59.436008453369098</c:v>
                </c:pt>
                <c:pt idx="6363">
                  <c:v>59.232372283935597</c:v>
                </c:pt>
                <c:pt idx="6364">
                  <c:v>59.532402038574197</c:v>
                </c:pt>
                <c:pt idx="6365">
                  <c:v>59.623836517333999</c:v>
                </c:pt>
                <c:pt idx="6366">
                  <c:v>59.661056518554702</c:v>
                </c:pt>
                <c:pt idx="6367">
                  <c:v>59.6264457702637</c:v>
                </c:pt>
                <c:pt idx="6368">
                  <c:v>59.491668701171903</c:v>
                </c:pt>
                <c:pt idx="6369">
                  <c:v>59.583610534667997</c:v>
                </c:pt>
                <c:pt idx="6370">
                  <c:v>59.541496276855497</c:v>
                </c:pt>
                <c:pt idx="6371">
                  <c:v>59.645240783691399</c:v>
                </c:pt>
                <c:pt idx="6372">
                  <c:v>59.314666748046903</c:v>
                </c:pt>
                <c:pt idx="6373">
                  <c:v>59.938526153564503</c:v>
                </c:pt>
                <c:pt idx="6374">
                  <c:v>59.803897857666001</c:v>
                </c:pt>
                <c:pt idx="6375">
                  <c:v>59.677577972412102</c:v>
                </c:pt>
                <c:pt idx="6376">
                  <c:v>59.860862731933601</c:v>
                </c:pt>
                <c:pt idx="6377">
                  <c:v>60.557846069335902</c:v>
                </c:pt>
                <c:pt idx="6378">
                  <c:v>60.184852600097699</c:v>
                </c:pt>
                <c:pt idx="6379">
                  <c:v>59.590530395507798</c:v>
                </c:pt>
                <c:pt idx="6380">
                  <c:v>59.910648345947301</c:v>
                </c:pt>
                <c:pt idx="6381">
                  <c:v>60.117755889892599</c:v>
                </c:pt>
                <c:pt idx="6382">
                  <c:v>60.204257965087898</c:v>
                </c:pt>
                <c:pt idx="6383">
                  <c:v>60.282379150390597</c:v>
                </c:pt>
                <c:pt idx="6384">
                  <c:v>60.147655487060597</c:v>
                </c:pt>
                <c:pt idx="6385">
                  <c:v>60.873439788818402</c:v>
                </c:pt>
                <c:pt idx="6386">
                  <c:v>60.521728515625</c:v>
                </c:pt>
                <c:pt idx="6387">
                  <c:v>60.537349700927699</c:v>
                </c:pt>
                <c:pt idx="6388">
                  <c:v>60.583766937255902</c:v>
                </c:pt>
                <c:pt idx="6389">
                  <c:v>60.586971282958999</c:v>
                </c:pt>
                <c:pt idx="6390">
                  <c:v>60.4213256835938</c:v>
                </c:pt>
                <c:pt idx="6391">
                  <c:v>60.506858825683601</c:v>
                </c:pt>
                <c:pt idx="6392">
                  <c:v>60.642593383789098</c:v>
                </c:pt>
                <c:pt idx="6393">
                  <c:v>60.698394775390597</c:v>
                </c:pt>
                <c:pt idx="6394">
                  <c:v>60.726993560791001</c:v>
                </c:pt>
                <c:pt idx="6395">
                  <c:v>60.653842926025398</c:v>
                </c:pt>
                <c:pt idx="6396">
                  <c:v>60.655719757080099</c:v>
                </c:pt>
                <c:pt idx="6397">
                  <c:v>60.801849365234403</c:v>
                </c:pt>
                <c:pt idx="6398">
                  <c:v>60.691246032714801</c:v>
                </c:pt>
                <c:pt idx="6399">
                  <c:v>60.776039123535199</c:v>
                </c:pt>
                <c:pt idx="6400">
                  <c:v>60.951984405517599</c:v>
                </c:pt>
                <c:pt idx="6401">
                  <c:v>60.9935111999512</c:v>
                </c:pt>
                <c:pt idx="6402">
                  <c:v>60.809295654296903</c:v>
                </c:pt>
                <c:pt idx="6403">
                  <c:v>60.918136596679702</c:v>
                </c:pt>
                <c:pt idx="6404">
                  <c:v>61.081718444824197</c:v>
                </c:pt>
                <c:pt idx="6405">
                  <c:v>61.076160430908203</c:v>
                </c:pt>
                <c:pt idx="6406">
                  <c:v>61.063396453857401</c:v>
                </c:pt>
                <c:pt idx="6407">
                  <c:v>61.167243957519503</c:v>
                </c:pt>
                <c:pt idx="6408">
                  <c:v>61.376899719238303</c:v>
                </c:pt>
                <c:pt idx="6409">
                  <c:v>61.388225555419901</c:v>
                </c:pt>
                <c:pt idx="6410">
                  <c:v>61.361747741699197</c:v>
                </c:pt>
                <c:pt idx="6411">
                  <c:v>61.390232086181598</c:v>
                </c:pt>
                <c:pt idx="6412">
                  <c:v>61.420440673828097</c:v>
                </c:pt>
                <c:pt idx="6413">
                  <c:v>61.397346496582003</c:v>
                </c:pt>
                <c:pt idx="6414">
                  <c:v>61.374053955078097</c:v>
                </c:pt>
                <c:pt idx="6415">
                  <c:v>61.133842468261697</c:v>
                </c:pt>
                <c:pt idx="6416">
                  <c:v>61.240604400634801</c:v>
                </c:pt>
                <c:pt idx="6417">
                  <c:v>61.348133087158203</c:v>
                </c:pt>
                <c:pt idx="6418">
                  <c:v>61.375541687011697</c:v>
                </c:pt>
                <c:pt idx="6419">
                  <c:v>61.305507659912102</c:v>
                </c:pt>
                <c:pt idx="6420">
                  <c:v>61.456062316894503</c:v>
                </c:pt>
                <c:pt idx="6421">
                  <c:v>61.474727630615199</c:v>
                </c:pt>
                <c:pt idx="6422">
                  <c:v>61.659824371337898</c:v>
                </c:pt>
                <c:pt idx="6423">
                  <c:v>61.646705627441399</c:v>
                </c:pt>
                <c:pt idx="6424">
                  <c:v>61.790523529052699</c:v>
                </c:pt>
                <c:pt idx="6425">
                  <c:v>61.886512756347699</c:v>
                </c:pt>
                <c:pt idx="6426">
                  <c:v>62.254776000976598</c:v>
                </c:pt>
                <c:pt idx="6427">
                  <c:v>62.029788970947301</c:v>
                </c:pt>
                <c:pt idx="6428">
                  <c:v>61.892810821533203</c:v>
                </c:pt>
                <c:pt idx="6429">
                  <c:v>61.963981628417997</c:v>
                </c:pt>
                <c:pt idx="6430">
                  <c:v>62.148872375488303</c:v>
                </c:pt>
                <c:pt idx="6431">
                  <c:v>62.036285400390597</c:v>
                </c:pt>
                <c:pt idx="6432">
                  <c:v>62.504432678222699</c:v>
                </c:pt>
                <c:pt idx="6433">
                  <c:v>62.471435546875</c:v>
                </c:pt>
                <c:pt idx="6434">
                  <c:v>63.136909484863303</c:v>
                </c:pt>
                <c:pt idx="6435">
                  <c:v>63.021652221679702</c:v>
                </c:pt>
                <c:pt idx="6436">
                  <c:v>63.255985260009801</c:v>
                </c:pt>
                <c:pt idx="6437">
                  <c:v>63.137561798095703</c:v>
                </c:pt>
                <c:pt idx="6438">
                  <c:v>62.768943786621101</c:v>
                </c:pt>
                <c:pt idx="6439">
                  <c:v>62.751087188720703</c:v>
                </c:pt>
                <c:pt idx="6440">
                  <c:v>62.682010650634801</c:v>
                </c:pt>
                <c:pt idx="6441">
                  <c:v>62.699478149414098</c:v>
                </c:pt>
                <c:pt idx="6442">
                  <c:v>62.779483795166001</c:v>
                </c:pt>
                <c:pt idx="6443">
                  <c:v>62.948539733886697</c:v>
                </c:pt>
                <c:pt idx="6444">
                  <c:v>63.104099273681598</c:v>
                </c:pt>
                <c:pt idx="6445">
                  <c:v>63.097434997558601</c:v>
                </c:pt>
                <c:pt idx="6446">
                  <c:v>63.318679809570298</c:v>
                </c:pt>
                <c:pt idx="6447">
                  <c:v>62.950248718261697</c:v>
                </c:pt>
                <c:pt idx="6448">
                  <c:v>63.020515441894503</c:v>
                </c:pt>
                <c:pt idx="6449">
                  <c:v>63.283329010009801</c:v>
                </c:pt>
                <c:pt idx="6450">
                  <c:v>63.630340576171903</c:v>
                </c:pt>
                <c:pt idx="6451">
                  <c:v>63.362957000732401</c:v>
                </c:pt>
                <c:pt idx="6452">
                  <c:v>63.1709175109863</c:v>
                </c:pt>
                <c:pt idx="6453">
                  <c:v>63.515178680419901</c:v>
                </c:pt>
                <c:pt idx="6454">
                  <c:v>63.653358459472699</c:v>
                </c:pt>
                <c:pt idx="6455">
                  <c:v>63.8056030273438</c:v>
                </c:pt>
                <c:pt idx="6456">
                  <c:v>64.240196228027301</c:v>
                </c:pt>
                <c:pt idx="6457">
                  <c:v>64.208145141601605</c:v>
                </c:pt>
                <c:pt idx="6458">
                  <c:v>64.172958374023395</c:v>
                </c:pt>
                <c:pt idx="6459">
                  <c:v>64.267051696777301</c:v>
                </c:pt>
                <c:pt idx="6460">
                  <c:v>64.162361145019503</c:v>
                </c:pt>
                <c:pt idx="6461">
                  <c:v>64.160209655761705</c:v>
                </c:pt>
                <c:pt idx="6462">
                  <c:v>64.396064758300795</c:v>
                </c:pt>
                <c:pt idx="6463">
                  <c:v>64.433128356933594</c:v>
                </c:pt>
                <c:pt idx="6464">
                  <c:v>64.172286987304702</c:v>
                </c:pt>
                <c:pt idx="6465">
                  <c:v>64.691909790039105</c:v>
                </c:pt>
                <c:pt idx="6466">
                  <c:v>64.542716979980497</c:v>
                </c:pt>
                <c:pt idx="6467">
                  <c:v>64.604301452636705</c:v>
                </c:pt>
                <c:pt idx="6468">
                  <c:v>64.752464294433594</c:v>
                </c:pt>
                <c:pt idx="6469">
                  <c:v>64.738319396972699</c:v>
                </c:pt>
                <c:pt idx="6470">
                  <c:v>64.825881958007798</c:v>
                </c:pt>
                <c:pt idx="6471">
                  <c:v>65.341697692871094</c:v>
                </c:pt>
                <c:pt idx="6472">
                  <c:v>65.185600280761705</c:v>
                </c:pt>
                <c:pt idx="6473">
                  <c:v>65.124000549316406</c:v>
                </c:pt>
                <c:pt idx="6474">
                  <c:v>65.207664489746094</c:v>
                </c:pt>
                <c:pt idx="6475">
                  <c:v>65.211082458496094</c:v>
                </c:pt>
                <c:pt idx="6476">
                  <c:v>65.242530822753906</c:v>
                </c:pt>
                <c:pt idx="6477">
                  <c:v>65.297309875488295</c:v>
                </c:pt>
                <c:pt idx="6478">
                  <c:v>65.284454345703097</c:v>
                </c:pt>
                <c:pt idx="6479">
                  <c:v>65.344406127929702</c:v>
                </c:pt>
                <c:pt idx="6480">
                  <c:v>65.327423095703097</c:v>
                </c:pt>
                <c:pt idx="6481">
                  <c:v>65.677772521972699</c:v>
                </c:pt>
                <c:pt idx="6482">
                  <c:v>65.661857604980497</c:v>
                </c:pt>
                <c:pt idx="6483">
                  <c:v>65.558441162109403</c:v>
                </c:pt>
                <c:pt idx="6484">
                  <c:v>65.549423217773395</c:v>
                </c:pt>
                <c:pt idx="6485">
                  <c:v>65.521621704101605</c:v>
                </c:pt>
                <c:pt idx="6486">
                  <c:v>65.548233032226605</c:v>
                </c:pt>
                <c:pt idx="6487">
                  <c:v>65.506492614746094</c:v>
                </c:pt>
                <c:pt idx="6488">
                  <c:v>65.257057189941406</c:v>
                </c:pt>
                <c:pt idx="6489">
                  <c:v>65.346664428710895</c:v>
                </c:pt>
                <c:pt idx="6490">
                  <c:v>65.369277954101605</c:v>
                </c:pt>
                <c:pt idx="6491">
                  <c:v>65.466209411621094</c:v>
                </c:pt>
                <c:pt idx="6492">
                  <c:v>65.450126647949205</c:v>
                </c:pt>
                <c:pt idx="6493">
                  <c:v>65.533096313476605</c:v>
                </c:pt>
                <c:pt idx="6494">
                  <c:v>65.616867065429702</c:v>
                </c:pt>
                <c:pt idx="6495">
                  <c:v>65.590538024902301</c:v>
                </c:pt>
                <c:pt idx="6496">
                  <c:v>65.578353881835895</c:v>
                </c:pt>
                <c:pt idx="6497">
                  <c:v>65.519020080566406</c:v>
                </c:pt>
                <c:pt idx="6498">
                  <c:v>65.777069091796903</c:v>
                </c:pt>
                <c:pt idx="6499">
                  <c:v>65.619796752929702</c:v>
                </c:pt>
                <c:pt idx="6500">
                  <c:v>65.551765441894503</c:v>
                </c:pt>
                <c:pt idx="6501">
                  <c:v>65.914031982421903</c:v>
                </c:pt>
                <c:pt idx="6502">
                  <c:v>66.048553466796903</c:v>
                </c:pt>
                <c:pt idx="6503">
                  <c:v>66.224311828613295</c:v>
                </c:pt>
                <c:pt idx="6504">
                  <c:v>65.892646789550795</c:v>
                </c:pt>
                <c:pt idx="6505">
                  <c:v>65.799667358398395</c:v>
                </c:pt>
                <c:pt idx="6506">
                  <c:v>65.738258361816406</c:v>
                </c:pt>
                <c:pt idx="6507">
                  <c:v>65.739555358886705</c:v>
                </c:pt>
                <c:pt idx="6508">
                  <c:v>65.740875244140597</c:v>
                </c:pt>
                <c:pt idx="6509">
                  <c:v>65.599723815917997</c:v>
                </c:pt>
                <c:pt idx="6510">
                  <c:v>65.80859375</c:v>
                </c:pt>
                <c:pt idx="6511">
                  <c:v>65.962654113769503</c:v>
                </c:pt>
                <c:pt idx="6512">
                  <c:v>65.622001647949205</c:v>
                </c:pt>
                <c:pt idx="6513">
                  <c:v>65.775131225585895</c:v>
                </c:pt>
                <c:pt idx="6514">
                  <c:v>65.908622741699205</c:v>
                </c:pt>
                <c:pt idx="6515">
                  <c:v>65.9205322265625</c:v>
                </c:pt>
                <c:pt idx="6516">
                  <c:v>65.9337158203125</c:v>
                </c:pt>
                <c:pt idx="6517">
                  <c:v>65.782432556152301</c:v>
                </c:pt>
                <c:pt idx="6518">
                  <c:v>65.950202941894503</c:v>
                </c:pt>
                <c:pt idx="6519">
                  <c:v>65.773536682128906</c:v>
                </c:pt>
                <c:pt idx="6520">
                  <c:v>65.884788513183594</c:v>
                </c:pt>
                <c:pt idx="6521">
                  <c:v>65.8028564453125</c:v>
                </c:pt>
                <c:pt idx="6522">
                  <c:v>65.937942504882798</c:v>
                </c:pt>
                <c:pt idx="6523">
                  <c:v>66.032135009765597</c:v>
                </c:pt>
                <c:pt idx="6524">
                  <c:v>66.053665161132798</c:v>
                </c:pt>
                <c:pt idx="6525">
                  <c:v>66.041648864746094</c:v>
                </c:pt>
                <c:pt idx="6526">
                  <c:v>66.284011840820298</c:v>
                </c:pt>
                <c:pt idx="6527">
                  <c:v>66.153495788574205</c:v>
                </c:pt>
                <c:pt idx="6528">
                  <c:v>66.090118408203097</c:v>
                </c:pt>
                <c:pt idx="6529">
                  <c:v>66.051078796386705</c:v>
                </c:pt>
                <c:pt idx="6530">
                  <c:v>66.015007019042997</c:v>
                </c:pt>
                <c:pt idx="6531">
                  <c:v>66.064994812011705</c:v>
                </c:pt>
                <c:pt idx="6532">
                  <c:v>66.034004211425795</c:v>
                </c:pt>
                <c:pt idx="6533">
                  <c:v>65.964424133300795</c:v>
                </c:pt>
                <c:pt idx="6534">
                  <c:v>65.924972534179702</c:v>
                </c:pt>
                <c:pt idx="6535">
                  <c:v>65.989067077636705</c:v>
                </c:pt>
                <c:pt idx="6536">
                  <c:v>66.111656188964801</c:v>
                </c:pt>
                <c:pt idx="6537">
                  <c:v>66.136016845703097</c:v>
                </c:pt>
                <c:pt idx="6538">
                  <c:v>66.158935546875</c:v>
                </c:pt>
                <c:pt idx="6539">
                  <c:v>66.387916564941406</c:v>
                </c:pt>
                <c:pt idx="6540">
                  <c:v>66.370338439941406</c:v>
                </c:pt>
                <c:pt idx="6541">
                  <c:v>66.594253540039105</c:v>
                </c:pt>
                <c:pt idx="6542">
                  <c:v>66.337882995605497</c:v>
                </c:pt>
                <c:pt idx="6543">
                  <c:v>66.161346435546903</c:v>
                </c:pt>
                <c:pt idx="6544">
                  <c:v>65.7440185546875</c:v>
                </c:pt>
                <c:pt idx="6545">
                  <c:v>66.256332397460895</c:v>
                </c:pt>
                <c:pt idx="6546">
                  <c:v>66.114463806152301</c:v>
                </c:pt>
                <c:pt idx="6547">
                  <c:v>66.094291687011705</c:v>
                </c:pt>
                <c:pt idx="6548">
                  <c:v>66.418045043945298</c:v>
                </c:pt>
                <c:pt idx="6549">
                  <c:v>66.313629150390597</c:v>
                </c:pt>
                <c:pt idx="6550">
                  <c:v>66.350776672363295</c:v>
                </c:pt>
                <c:pt idx="6551">
                  <c:v>66.449638366699205</c:v>
                </c:pt>
                <c:pt idx="6552">
                  <c:v>66.307220458984403</c:v>
                </c:pt>
                <c:pt idx="6553">
                  <c:v>66.217086791992202</c:v>
                </c:pt>
                <c:pt idx="6554">
                  <c:v>66.148483276367202</c:v>
                </c:pt>
                <c:pt idx="6555">
                  <c:v>66.139030456542997</c:v>
                </c:pt>
                <c:pt idx="6556">
                  <c:v>66.162933349609403</c:v>
                </c:pt>
                <c:pt idx="6557">
                  <c:v>66.156242370605497</c:v>
                </c:pt>
                <c:pt idx="6558">
                  <c:v>66.184387207031307</c:v>
                </c:pt>
                <c:pt idx="6559">
                  <c:v>66.203430175781307</c:v>
                </c:pt>
                <c:pt idx="6560">
                  <c:v>66.354385375976605</c:v>
                </c:pt>
                <c:pt idx="6561">
                  <c:v>66.349281311035199</c:v>
                </c:pt>
                <c:pt idx="6562">
                  <c:v>66.312225341796903</c:v>
                </c:pt>
                <c:pt idx="6563">
                  <c:v>66.236579895019503</c:v>
                </c:pt>
                <c:pt idx="6564">
                  <c:v>66.184425354003906</c:v>
                </c:pt>
                <c:pt idx="6565">
                  <c:v>66.223037719726605</c:v>
                </c:pt>
                <c:pt idx="6566">
                  <c:v>66.221595764160199</c:v>
                </c:pt>
                <c:pt idx="6567">
                  <c:v>66.209007263183594</c:v>
                </c:pt>
                <c:pt idx="6568">
                  <c:v>66.207527160644503</c:v>
                </c:pt>
                <c:pt idx="6569">
                  <c:v>66.224304199218807</c:v>
                </c:pt>
                <c:pt idx="6570">
                  <c:v>66.2254638671875</c:v>
                </c:pt>
                <c:pt idx="6571">
                  <c:v>66.254119873046903</c:v>
                </c:pt>
                <c:pt idx="6572">
                  <c:v>66.261116027832003</c:v>
                </c:pt>
                <c:pt idx="6573">
                  <c:v>66.182479858398395</c:v>
                </c:pt>
                <c:pt idx="6574">
                  <c:v>66.117446899414105</c:v>
                </c:pt>
                <c:pt idx="6575">
                  <c:v>66.079109191894503</c:v>
                </c:pt>
                <c:pt idx="6576">
                  <c:v>66.157722473144503</c:v>
                </c:pt>
                <c:pt idx="6577">
                  <c:v>66.161964416503906</c:v>
                </c:pt>
                <c:pt idx="6578">
                  <c:v>66.229408264160199</c:v>
                </c:pt>
                <c:pt idx="6579">
                  <c:v>65.982856750488295</c:v>
                </c:pt>
                <c:pt idx="6580">
                  <c:v>66.045684814453097</c:v>
                </c:pt>
                <c:pt idx="6581">
                  <c:v>66.084579467773395</c:v>
                </c:pt>
                <c:pt idx="6582">
                  <c:v>66.190673828125</c:v>
                </c:pt>
                <c:pt idx="6583">
                  <c:v>65.916099548339801</c:v>
                </c:pt>
                <c:pt idx="6584">
                  <c:v>66.023696899414105</c:v>
                </c:pt>
                <c:pt idx="6585">
                  <c:v>66.144569396972699</c:v>
                </c:pt>
                <c:pt idx="6586">
                  <c:v>66.325019836425795</c:v>
                </c:pt>
                <c:pt idx="6587">
                  <c:v>66.050537109375</c:v>
                </c:pt>
                <c:pt idx="6588">
                  <c:v>66.1053466796875</c:v>
                </c:pt>
                <c:pt idx="6589">
                  <c:v>66.336845397949205</c:v>
                </c:pt>
                <c:pt idx="6590">
                  <c:v>66.298133850097699</c:v>
                </c:pt>
                <c:pt idx="6591">
                  <c:v>66.115829467773395</c:v>
                </c:pt>
                <c:pt idx="6592">
                  <c:v>66.906509399414105</c:v>
                </c:pt>
                <c:pt idx="6593">
                  <c:v>66.530372619628906</c:v>
                </c:pt>
                <c:pt idx="6594">
                  <c:v>65.648849487304702</c:v>
                </c:pt>
                <c:pt idx="6595">
                  <c:v>66.027145385742202</c:v>
                </c:pt>
                <c:pt idx="6596">
                  <c:v>66.296043395996094</c:v>
                </c:pt>
                <c:pt idx="6597">
                  <c:v>66.1072998046875</c:v>
                </c:pt>
                <c:pt idx="6598">
                  <c:v>66.018020629882798</c:v>
                </c:pt>
                <c:pt idx="6599">
                  <c:v>65.957145690917997</c:v>
                </c:pt>
                <c:pt idx="6600">
                  <c:v>66.133346557617202</c:v>
                </c:pt>
                <c:pt idx="6601">
                  <c:v>66.247947692871094</c:v>
                </c:pt>
                <c:pt idx="6602">
                  <c:v>66.298507690429702</c:v>
                </c:pt>
                <c:pt idx="6603">
                  <c:v>66.254150390625</c:v>
                </c:pt>
                <c:pt idx="6604">
                  <c:v>66.300476074218807</c:v>
                </c:pt>
                <c:pt idx="6605">
                  <c:v>66.442390441894503</c:v>
                </c:pt>
                <c:pt idx="6606">
                  <c:v>66.419250488281307</c:v>
                </c:pt>
                <c:pt idx="6607">
                  <c:v>66.408401489257798</c:v>
                </c:pt>
                <c:pt idx="6608">
                  <c:v>66.424407958984403</c:v>
                </c:pt>
                <c:pt idx="6609">
                  <c:v>66.303115844726605</c:v>
                </c:pt>
                <c:pt idx="6610">
                  <c:v>66.329353332519503</c:v>
                </c:pt>
                <c:pt idx="6611">
                  <c:v>66.372108459472699</c:v>
                </c:pt>
                <c:pt idx="6612">
                  <c:v>66.386489868164105</c:v>
                </c:pt>
                <c:pt idx="6613">
                  <c:v>66.427040100097699</c:v>
                </c:pt>
                <c:pt idx="6614">
                  <c:v>66.438957214355497</c:v>
                </c:pt>
                <c:pt idx="6615">
                  <c:v>66.473251342773395</c:v>
                </c:pt>
                <c:pt idx="6616">
                  <c:v>66.489311218261705</c:v>
                </c:pt>
                <c:pt idx="6617">
                  <c:v>66.800369262695298</c:v>
                </c:pt>
                <c:pt idx="6618">
                  <c:v>66.956733703613295</c:v>
                </c:pt>
                <c:pt idx="6619">
                  <c:v>66.510757446289105</c:v>
                </c:pt>
                <c:pt idx="6620">
                  <c:v>66.597488403320298</c:v>
                </c:pt>
                <c:pt idx="6621">
                  <c:v>67.194450378417997</c:v>
                </c:pt>
                <c:pt idx="6622">
                  <c:v>67.755577087402301</c:v>
                </c:pt>
                <c:pt idx="6623">
                  <c:v>66.712722778320298</c:v>
                </c:pt>
                <c:pt idx="6624">
                  <c:v>66.397621154785199</c:v>
                </c:pt>
                <c:pt idx="6625">
                  <c:v>66.495712280273395</c:v>
                </c:pt>
                <c:pt idx="6626">
                  <c:v>66.095054626464801</c:v>
                </c:pt>
                <c:pt idx="6627">
                  <c:v>66.244285583496094</c:v>
                </c:pt>
                <c:pt idx="6628">
                  <c:v>66.693611145019503</c:v>
                </c:pt>
                <c:pt idx="6629">
                  <c:v>66.379913330078097</c:v>
                </c:pt>
                <c:pt idx="6630">
                  <c:v>66.475479125976605</c:v>
                </c:pt>
                <c:pt idx="6631">
                  <c:v>66.574485778808594</c:v>
                </c:pt>
                <c:pt idx="6632">
                  <c:v>66.784324645996094</c:v>
                </c:pt>
                <c:pt idx="6633">
                  <c:v>66.805244445800795</c:v>
                </c:pt>
                <c:pt idx="6634">
                  <c:v>66.348312377929702</c:v>
                </c:pt>
                <c:pt idx="6635">
                  <c:v>66.506256103515597</c:v>
                </c:pt>
                <c:pt idx="6636">
                  <c:v>66.695907592773395</c:v>
                </c:pt>
                <c:pt idx="6637">
                  <c:v>66.613883972167997</c:v>
                </c:pt>
                <c:pt idx="6638">
                  <c:v>67.394577026367202</c:v>
                </c:pt>
                <c:pt idx="6639">
                  <c:v>67.294647216796903</c:v>
                </c:pt>
                <c:pt idx="6640">
                  <c:v>66.797691345214801</c:v>
                </c:pt>
                <c:pt idx="6641">
                  <c:v>66.6026611328125</c:v>
                </c:pt>
                <c:pt idx="6642">
                  <c:v>66.814529418945298</c:v>
                </c:pt>
                <c:pt idx="6643">
                  <c:v>67.169006347656307</c:v>
                </c:pt>
                <c:pt idx="6644">
                  <c:v>66.776908874511705</c:v>
                </c:pt>
                <c:pt idx="6645">
                  <c:v>66.908157348632798</c:v>
                </c:pt>
                <c:pt idx="6646">
                  <c:v>66.894706726074205</c:v>
                </c:pt>
                <c:pt idx="6647">
                  <c:v>66.844161987304702</c:v>
                </c:pt>
                <c:pt idx="6648">
                  <c:v>66.707870483398395</c:v>
                </c:pt>
                <c:pt idx="6649">
                  <c:v>66.538162231445298</c:v>
                </c:pt>
                <c:pt idx="6650">
                  <c:v>66.516349792480497</c:v>
                </c:pt>
                <c:pt idx="6651">
                  <c:v>66.437934875488295</c:v>
                </c:pt>
                <c:pt idx="6652">
                  <c:v>66.877845764160199</c:v>
                </c:pt>
                <c:pt idx="6653">
                  <c:v>67.004852294921903</c:v>
                </c:pt>
                <c:pt idx="6654">
                  <c:v>66.971405029296903</c:v>
                </c:pt>
                <c:pt idx="6655">
                  <c:v>67.120635986328097</c:v>
                </c:pt>
                <c:pt idx="6656">
                  <c:v>67.103279113769503</c:v>
                </c:pt>
                <c:pt idx="6657">
                  <c:v>67.334403991699205</c:v>
                </c:pt>
                <c:pt idx="6658">
                  <c:v>67.263008117675795</c:v>
                </c:pt>
                <c:pt idx="6659">
                  <c:v>67.287094116210895</c:v>
                </c:pt>
                <c:pt idx="6660">
                  <c:v>67.332626342773395</c:v>
                </c:pt>
                <c:pt idx="6661">
                  <c:v>67.150215148925795</c:v>
                </c:pt>
                <c:pt idx="6662">
                  <c:v>67.112373352050795</c:v>
                </c:pt>
                <c:pt idx="6663">
                  <c:v>67.193244934082003</c:v>
                </c:pt>
                <c:pt idx="6664">
                  <c:v>67.305030822753906</c:v>
                </c:pt>
                <c:pt idx="6665">
                  <c:v>67.861427307128906</c:v>
                </c:pt>
                <c:pt idx="6666">
                  <c:v>67.8192138671875</c:v>
                </c:pt>
                <c:pt idx="6667">
                  <c:v>68.172653198242202</c:v>
                </c:pt>
                <c:pt idx="6668">
                  <c:v>68.790267944335895</c:v>
                </c:pt>
                <c:pt idx="6669">
                  <c:v>68.553382873535199</c:v>
                </c:pt>
                <c:pt idx="6670">
                  <c:v>67.936195373535199</c:v>
                </c:pt>
                <c:pt idx="6671">
                  <c:v>67.726478576660199</c:v>
                </c:pt>
                <c:pt idx="6672">
                  <c:v>67.787017822265597</c:v>
                </c:pt>
                <c:pt idx="6673">
                  <c:v>67.609832763671903</c:v>
                </c:pt>
                <c:pt idx="6674">
                  <c:v>67.588584899902301</c:v>
                </c:pt>
                <c:pt idx="6675">
                  <c:v>67.703109741210895</c:v>
                </c:pt>
                <c:pt idx="6676">
                  <c:v>67.665946960449205</c:v>
                </c:pt>
                <c:pt idx="6677">
                  <c:v>67.166999816894503</c:v>
                </c:pt>
                <c:pt idx="6678">
                  <c:v>67.166877746582003</c:v>
                </c:pt>
                <c:pt idx="6679">
                  <c:v>67.870246887207003</c:v>
                </c:pt>
                <c:pt idx="6680">
                  <c:v>67.969123840332003</c:v>
                </c:pt>
                <c:pt idx="6681">
                  <c:v>68.188568115234403</c:v>
                </c:pt>
                <c:pt idx="6682">
                  <c:v>68.040412902832003</c:v>
                </c:pt>
                <c:pt idx="6683">
                  <c:v>68.155715942382798</c:v>
                </c:pt>
                <c:pt idx="6684">
                  <c:v>68.132881164550795</c:v>
                </c:pt>
                <c:pt idx="6685">
                  <c:v>67.904045104980497</c:v>
                </c:pt>
                <c:pt idx="6686">
                  <c:v>67.633331298828097</c:v>
                </c:pt>
                <c:pt idx="6687">
                  <c:v>67.852188110351605</c:v>
                </c:pt>
                <c:pt idx="6688">
                  <c:v>67.612602233886705</c:v>
                </c:pt>
                <c:pt idx="6689">
                  <c:v>67.579421997070298</c:v>
                </c:pt>
                <c:pt idx="6690">
                  <c:v>67.832763671875</c:v>
                </c:pt>
                <c:pt idx="6691">
                  <c:v>68.109046936035199</c:v>
                </c:pt>
                <c:pt idx="6692">
                  <c:v>68.329345703125</c:v>
                </c:pt>
                <c:pt idx="6693">
                  <c:v>68.238708496093807</c:v>
                </c:pt>
                <c:pt idx="6694">
                  <c:v>68.218688964843807</c:v>
                </c:pt>
                <c:pt idx="6695">
                  <c:v>66.547607421875</c:v>
                </c:pt>
                <c:pt idx="6696">
                  <c:v>67.019340515136705</c:v>
                </c:pt>
                <c:pt idx="6697">
                  <c:v>68.153518676757798</c:v>
                </c:pt>
                <c:pt idx="6698">
                  <c:v>67.903045654296903</c:v>
                </c:pt>
                <c:pt idx="6699">
                  <c:v>67.808876037597699</c:v>
                </c:pt>
                <c:pt idx="6700">
                  <c:v>67.730369567871094</c:v>
                </c:pt>
                <c:pt idx="6701">
                  <c:v>67.887069702148395</c:v>
                </c:pt>
                <c:pt idx="6702">
                  <c:v>68.240325927734403</c:v>
                </c:pt>
                <c:pt idx="6703">
                  <c:v>68.218490600585895</c:v>
                </c:pt>
                <c:pt idx="6704">
                  <c:v>67.971412658691406</c:v>
                </c:pt>
                <c:pt idx="6705">
                  <c:v>67.752113342285199</c:v>
                </c:pt>
                <c:pt idx="6706">
                  <c:v>67.569061279296903</c:v>
                </c:pt>
                <c:pt idx="6707">
                  <c:v>67.733146667480497</c:v>
                </c:pt>
                <c:pt idx="6708">
                  <c:v>67.910140991210895</c:v>
                </c:pt>
                <c:pt idx="6709">
                  <c:v>68.097511291503906</c:v>
                </c:pt>
                <c:pt idx="6710">
                  <c:v>68.188018798828097</c:v>
                </c:pt>
                <c:pt idx="6711">
                  <c:v>68.019134521484403</c:v>
                </c:pt>
                <c:pt idx="6712">
                  <c:v>68.218688964843807</c:v>
                </c:pt>
                <c:pt idx="6713">
                  <c:v>67.989913940429702</c:v>
                </c:pt>
                <c:pt idx="6714">
                  <c:v>68.150917053222699</c:v>
                </c:pt>
                <c:pt idx="6715">
                  <c:v>68.451904296875</c:v>
                </c:pt>
                <c:pt idx="6716">
                  <c:v>69.14501953125</c:v>
                </c:pt>
                <c:pt idx="6717">
                  <c:v>69.260093688964801</c:v>
                </c:pt>
                <c:pt idx="6718">
                  <c:v>68.999656677246094</c:v>
                </c:pt>
                <c:pt idx="6719">
                  <c:v>69.073928833007798</c:v>
                </c:pt>
                <c:pt idx="6720">
                  <c:v>68.711982727050795</c:v>
                </c:pt>
                <c:pt idx="6721">
                  <c:v>68.803649902343807</c:v>
                </c:pt>
                <c:pt idx="6722">
                  <c:v>68.939445495605497</c:v>
                </c:pt>
                <c:pt idx="6723">
                  <c:v>68.859786987304702</c:v>
                </c:pt>
                <c:pt idx="6724">
                  <c:v>69.074386596679702</c:v>
                </c:pt>
                <c:pt idx="6725">
                  <c:v>68.832595825195298</c:v>
                </c:pt>
                <c:pt idx="6726">
                  <c:v>68.605331420898395</c:v>
                </c:pt>
                <c:pt idx="6727">
                  <c:v>68.647109985351605</c:v>
                </c:pt>
                <c:pt idx="6728">
                  <c:v>68.737464904785199</c:v>
                </c:pt>
                <c:pt idx="6729">
                  <c:v>68.883949279785199</c:v>
                </c:pt>
                <c:pt idx="6730">
                  <c:v>68.927513122558594</c:v>
                </c:pt>
                <c:pt idx="6731">
                  <c:v>69.201843261718807</c:v>
                </c:pt>
                <c:pt idx="6732">
                  <c:v>68.926673889160199</c:v>
                </c:pt>
                <c:pt idx="6733">
                  <c:v>68.930740356445298</c:v>
                </c:pt>
                <c:pt idx="6734">
                  <c:v>68.969680786132798</c:v>
                </c:pt>
                <c:pt idx="6735">
                  <c:v>68.750320434570298</c:v>
                </c:pt>
                <c:pt idx="6736">
                  <c:v>68.973922729492202</c:v>
                </c:pt>
                <c:pt idx="6737">
                  <c:v>69.0418701171875</c:v>
                </c:pt>
                <c:pt idx="6738">
                  <c:v>68.945976257324205</c:v>
                </c:pt>
                <c:pt idx="6739">
                  <c:v>68.718078613281307</c:v>
                </c:pt>
                <c:pt idx="6740">
                  <c:v>68.800010681152301</c:v>
                </c:pt>
                <c:pt idx="6741">
                  <c:v>69.095184326171903</c:v>
                </c:pt>
                <c:pt idx="6742">
                  <c:v>69.123123168945298</c:v>
                </c:pt>
                <c:pt idx="6743">
                  <c:v>68.659141540527301</c:v>
                </c:pt>
                <c:pt idx="6744">
                  <c:v>68.975578308105497</c:v>
                </c:pt>
                <c:pt idx="6745">
                  <c:v>69.206222534179702</c:v>
                </c:pt>
                <c:pt idx="6746">
                  <c:v>69.444602966308594</c:v>
                </c:pt>
                <c:pt idx="6747">
                  <c:v>69.266021728515597</c:v>
                </c:pt>
                <c:pt idx="6748">
                  <c:v>68.916564941406307</c:v>
                </c:pt>
                <c:pt idx="6749">
                  <c:v>68.915863037109403</c:v>
                </c:pt>
                <c:pt idx="6750">
                  <c:v>68.930381774902301</c:v>
                </c:pt>
                <c:pt idx="6751">
                  <c:v>69.189598083496094</c:v>
                </c:pt>
                <c:pt idx="6752">
                  <c:v>69.193923950195298</c:v>
                </c:pt>
                <c:pt idx="6753">
                  <c:v>69.241317749023395</c:v>
                </c:pt>
                <c:pt idx="6754">
                  <c:v>69.3408203125</c:v>
                </c:pt>
                <c:pt idx="6755">
                  <c:v>69.427528381347699</c:v>
                </c:pt>
                <c:pt idx="6756">
                  <c:v>69.649154663085895</c:v>
                </c:pt>
                <c:pt idx="6757">
                  <c:v>69.671684265136705</c:v>
                </c:pt>
                <c:pt idx="6758">
                  <c:v>69.754470825195298</c:v>
                </c:pt>
                <c:pt idx="6759">
                  <c:v>69.618919372558594</c:v>
                </c:pt>
                <c:pt idx="6760">
                  <c:v>69.851097106933594</c:v>
                </c:pt>
                <c:pt idx="6761">
                  <c:v>69.508872985839801</c:v>
                </c:pt>
                <c:pt idx="6762">
                  <c:v>69.83935546875</c:v>
                </c:pt>
                <c:pt idx="6763">
                  <c:v>69.892631530761705</c:v>
                </c:pt>
                <c:pt idx="6764">
                  <c:v>69.618751525878906</c:v>
                </c:pt>
                <c:pt idx="6765">
                  <c:v>69.4293212890625</c:v>
                </c:pt>
                <c:pt idx="6766">
                  <c:v>69.413864135742202</c:v>
                </c:pt>
                <c:pt idx="6767">
                  <c:v>69.379753112792997</c:v>
                </c:pt>
                <c:pt idx="6768">
                  <c:v>69.449226379394503</c:v>
                </c:pt>
                <c:pt idx="6769">
                  <c:v>69.669715881347699</c:v>
                </c:pt>
                <c:pt idx="6770">
                  <c:v>69.619155883789105</c:v>
                </c:pt>
                <c:pt idx="6771">
                  <c:v>69.535163879394503</c:v>
                </c:pt>
                <c:pt idx="6772">
                  <c:v>69.325294494628906</c:v>
                </c:pt>
                <c:pt idx="6773">
                  <c:v>69.869201660156307</c:v>
                </c:pt>
                <c:pt idx="6774">
                  <c:v>69.699935913085895</c:v>
                </c:pt>
                <c:pt idx="6775">
                  <c:v>69.498771667480497</c:v>
                </c:pt>
                <c:pt idx="6776">
                  <c:v>69.383209228515597</c:v>
                </c:pt>
                <c:pt idx="6777">
                  <c:v>69.229049682617202</c:v>
                </c:pt>
                <c:pt idx="6778">
                  <c:v>68.990333557128906</c:v>
                </c:pt>
                <c:pt idx="6779">
                  <c:v>69.473327636718807</c:v>
                </c:pt>
                <c:pt idx="6780">
                  <c:v>69.562736511230497</c:v>
                </c:pt>
                <c:pt idx="6781">
                  <c:v>69.482284545898395</c:v>
                </c:pt>
                <c:pt idx="6782">
                  <c:v>69.834983825683594</c:v>
                </c:pt>
                <c:pt idx="6783">
                  <c:v>69.352394104003906</c:v>
                </c:pt>
                <c:pt idx="6784">
                  <c:v>69.485397338867202</c:v>
                </c:pt>
                <c:pt idx="6785">
                  <c:v>69.475242614746094</c:v>
                </c:pt>
                <c:pt idx="6786">
                  <c:v>69.711067199707003</c:v>
                </c:pt>
                <c:pt idx="6787">
                  <c:v>70.062286376953097</c:v>
                </c:pt>
                <c:pt idx="6788">
                  <c:v>70.100028991699205</c:v>
                </c:pt>
                <c:pt idx="6789">
                  <c:v>69.679908752441406</c:v>
                </c:pt>
                <c:pt idx="6790">
                  <c:v>69.532096862792997</c:v>
                </c:pt>
                <c:pt idx="6791">
                  <c:v>69.640953063964801</c:v>
                </c:pt>
                <c:pt idx="6792">
                  <c:v>69.649955749511705</c:v>
                </c:pt>
                <c:pt idx="6793">
                  <c:v>69.926170349121094</c:v>
                </c:pt>
                <c:pt idx="6794">
                  <c:v>69.868934631347699</c:v>
                </c:pt>
                <c:pt idx="6795">
                  <c:v>69.767372131347699</c:v>
                </c:pt>
                <c:pt idx="6796">
                  <c:v>69.694847106933594</c:v>
                </c:pt>
                <c:pt idx="6797">
                  <c:v>69.6319580078125</c:v>
                </c:pt>
                <c:pt idx="6798">
                  <c:v>69.615257263183594</c:v>
                </c:pt>
                <c:pt idx="6799">
                  <c:v>69.58984375</c:v>
                </c:pt>
                <c:pt idx="6800">
                  <c:v>69.325538635253906</c:v>
                </c:pt>
                <c:pt idx="6801">
                  <c:v>69.350242614746094</c:v>
                </c:pt>
                <c:pt idx="6802">
                  <c:v>69.366035461425795</c:v>
                </c:pt>
                <c:pt idx="6803">
                  <c:v>69.373771667480497</c:v>
                </c:pt>
                <c:pt idx="6804">
                  <c:v>70.308532714843807</c:v>
                </c:pt>
                <c:pt idx="6805">
                  <c:v>70.237136840820298</c:v>
                </c:pt>
                <c:pt idx="6806">
                  <c:v>69.897186279296903</c:v>
                </c:pt>
                <c:pt idx="6807">
                  <c:v>69.746841430664105</c:v>
                </c:pt>
                <c:pt idx="6808">
                  <c:v>69.723350524902301</c:v>
                </c:pt>
                <c:pt idx="6809">
                  <c:v>70.053558349609403</c:v>
                </c:pt>
                <c:pt idx="6810">
                  <c:v>70.226509094238295</c:v>
                </c:pt>
                <c:pt idx="6811">
                  <c:v>70.213279724121094</c:v>
                </c:pt>
                <c:pt idx="6812">
                  <c:v>70.657249450683594</c:v>
                </c:pt>
                <c:pt idx="6813">
                  <c:v>70.309944152832003</c:v>
                </c:pt>
                <c:pt idx="6814">
                  <c:v>69.918876647949205</c:v>
                </c:pt>
                <c:pt idx="6815">
                  <c:v>69.670127868652301</c:v>
                </c:pt>
                <c:pt idx="6816">
                  <c:v>70.1282958984375</c:v>
                </c:pt>
                <c:pt idx="6817">
                  <c:v>69.886619567871094</c:v>
                </c:pt>
                <c:pt idx="6818">
                  <c:v>69.500549316406307</c:v>
                </c:pt>
                <c:pt idx="6819">
                  <c:v>69.718925476074205</c:v>
                </c:pt>
                <c:pt idx="6820">
                  <c:v>69.575164794921903</c:v>
                </c:pt>
                <c:pt idx="6821">
                  <c:v>70.100776672363295</c:v>
                </c:pt>
                <c:pt idx="6822">
                  <c:v>70.408470153808594</c:v>
                </c:pt>
                <c:pt idx="6823">
                  <c:v>70.088630676269503</c:v>
                </c:pt>
                <c:pt idx="6824">
                  <c:v>70.099845886230497</c:v>
                </c:pt>
                <c:pt idx="6825">
                  <c:v>70.352981567382798</c:v>
                </c:pt>
                <c:pt idx="6826">
                  <c:v>70.352241516113295</c:v>
                </c:pt>
                <c:pt idx="6827">
                  <c:v>70.406898498535199</c:v>
                </c:pt>
                <c:pt idx="6828">
                  <c:v>69.870597839355497</c:v>
                </c:pt>
                <c:pt idx="6829">
                  <c:v>69.944618225097699</c:v>
                </c:pt>
                <c:pt idx="6830">
                  <c:v>70.194267272949205</c:v>
                </c:pt>
                <c:pt idx="6831">
                  <c:v>70.198837280273395</c:v>
                </c:pt>
                <c:pt idx="6832">
                  <c:v>70.124664306640597</c:v>
                </c:pt>
                <c:pt idx="6833">
                  <c:v>70.364486694335895</c:v>
                </c:pt>
                <c:pt idx="6834">
                  <c:v>70.1982421875</c:v>
                </c:pt>
                <c:pt idx="6835">
                  <c:v>69.943176269531307</c:v>
                </c:pt>
                <c:pt idx="6836">
                  <c:v>70.488098144531307</c:v>
                </c:pt>
                <c:pt idx="6837">
                  <c:v>70.475616455078097</c:v>
                </c:pt>
                <c:pt idx="6838">
                  <c:v>70.235633850097699</c:v>
                </c:pt>
                <c:pt idx="6839">
                  <c:v>70.278526306152301</c:v>
                </c:pt>
                <c:pt idx="6840">
                  <c:v>70.743415832519503</c:v>
                </c:pt>
                <c:pt idx="6841">
                  <c:v>71.026100158691406</c:v>
                </c:pt>
                <c:pt idx="6842">
                  <c:v>70.582626342773395</c:v>
                </c:pt>
                <c:pt idx="6843">
                  <c:v>70.339317321777301</c:v>
                </c:pt>
                <c:pt idx="6844">
                  <c:v>70.759933471679702</c:v>
                </c:pt>
                <c:pt idx="6845">
                  <c:v>70.514518737792997</c:v>
                </c:pt>
                <c:pt idx="6846">
                  <c:v>70.361305236816406</c:v>
                </c:pt>
                <c:pt idx="6847">
                  <c:v>70.444160461425795</c:v>
                </c:pt>
                <c:pt idx="6848">
                  <c:v>70.222808837890597</c:v>
                </c:pt>
                <c:pt idx="6849">
                  <c:v>70.111709594726605</c:v>
                </c:pt>
                <c:pt idx="6850">
                  <c:v>70.170761108398395</c:v>
                </c:pt>
                <c:pt idx="6851">
                  <c:v>70.426315307617202</c:v>
                </c:pt>
                <c:pt idx="6852">
                  <c:v>71.194984436035199</c:v>
                </c:pt>
                <c:pt idx="6853">
                  <c:v>70.699981689453097</c:v>
                </c:pt>
                <c:pt idx="6854">
                  <c:v>70.040206909179702</c:v>
                </c:pt>
                <c:pt idx="6855">
                  <c:v>70.211334228515597</c:v>
                </c:pt>
                <c:pt idx="6856">
                  <c:v>70.489990234375</c:v>
                </c:pt>
                <c:pt idx="6857">
                  <c:v>70.384597778320298</c:v>
                </c:pt>
                <c:pt idx="6858">
                  <c:v>70.293975830078097</c:v>
                </c:pt>
                <c:pt idx="6859">
                  <c:v>70.358108520507798</c:v>
                </c:pt>
                <c:pt idx="6860">
                  <c:v>70.296005249023395</c:v>
                </c:pt>
                <c:pt idx="6861">
                  <c:v>70.263557434082003</c:v>
                </c:pt>
                <c:pt idx="6862">
                  <c:v>70.220207214355497</c:v>
                </c:pt>
                <c:pt idx="6863">
                  <c:v>70.186454772949205</c:v>
                </c:pt>
                <c:pt idx="6864">
                  <c:v>70.206031799316406</c:v>
                </c:pt>
                <c:pt idx="6865">
                  <c:v>70.287948608398395</c:v>
                </c:pt>
                <c:pt idx="6866">
                  <c:v>70.272872924804702</c:v>
                </c:pt>
                <c:pt idx="6867">
                  <c:v>70.2564697265625</c:v>
                </c:pt>
                <c:pt idx="6868">
                  <c:v>70.248832702636705</c:v>
                </c:pt>
                <c:pt idx="6869">
                  <c:v>70.260215759277301</c:v>
                </c:pt>
                <c:pt idx="6870">
                  <c:v>70.246070861816406</c:v>
                </c:pt>
                <c:pt idx="6871">
                  <c:v>70.2440185546875</c:v>
                </c:pt>
                <c:pt idx="6872">
                  <c:v>70.300079345703097</c:v>
                </c:pt>
                <c:pt idx="6873">
                  <c:v>70.332015991210895</c:v>
                </c:pt>
                <c:pt idx="6874">
                  <c:v>70.282295227050795</c:v>
                </c:pt>
                <c:pt idx="6875">
                  <c:v>70.175468444824205</c:v>
                </c:pt>
                <c:pt idx="6876">
                  <c:v>70.261550903320298</c:v>
                </c:pt>
                <c:pt idx="6877">
                  <c:v>70.270339965820298</c:v>
                </c:pt>
                <c:pt idx="6878">
                  <c:v>70.356201171875</c:v>
                </c:pt>
                <c:pt idx="6879">
                  <c:v>70.277732849121094</c:v>
                </c:pt>
                <c:pt idx="6880">
                  <c:v>70.301017761230497</c:v>
                </c:pt>
                <c:pt idx="6881">
                  <c:v>70.309959411621094</c:v>
                </c:pt>
                <c:pt idx="6882">
                  <c:v>70.222015380859403</c:v>
                </c:pt>
                <c:pt idx="6883">
                  <c:v>70.246383666992202</c:v>
                </c:pt>
                <c:pt idx="6884">
                  <c:v>70.205375671386705</c:v>
                </c:pt>
                <c:pt idx="6885">
                  <c:v>70.179649353027301</c:v>
                </c:pt>
                <c:pt idx="6886">
                  <c:v>70.181663513183594</c:v>
                </c:pt>
                <c:pt idx="6887">
                  <c:v>70.298477172851605</c:v>
                </c:pt>
                <c:pt idx="6888">
                  <c:v>70.39208984375</c:v>
                </c:pt>
                <c:pt idx="6889">
                  <c:v>70.312339782714801</c:v>
                </c:pt>
                <c:pt idx="6890">
                  <c:v>70.262031555175795</c:v>
                </c:pt>
                <c:pt idx="6891">
                  <c:v>70.367210388183594</c:v>
                </c:pt>
                <c:pt idx="6892">
                  <c:v>70.338638305664105</c:v>
                </c:pt>
                <c:pt idx="6893">
                  <c:v>70.512054443359403</c:v>
                </c:pt>
                <c:pt idx="6894">
                  <c:v>70.425430297851605</c:v>
                </c:pt>
                <c:pt idx="6895">
                  <c:v>70.305648803710895</c:v>
                </c:pt>
                <c:pt idx="6896">
                  <c:v>70.219596862792997</c:v>
                </c:pt>
                <c:pt idx="6897">
                  <c:v>70.203056335449205</c:v>
                </c:pt>
                <c:pt idx="6898">
                  <c:v>70.202369689941406</c:v>
                </c:pt>
                <c:pt idx="6899">
                  <c:v>70.196067810058594</c:v>
                </c:pt>
                <c:pt idx="6900">
                  <c:v>70.220573425292997</c:v>
                </c:pt>
                <c:pt idx="6901">
                  <c:v>70.213897705078097</c:v>
                </c:pt>
                <c:pt idx="6902">
                  <c:v>70.291679382324205</c:v>
                </c:pt>
                <c:pt idx="6903">
                  <c:v>70.619987487792997</c:v>
                </c:pt>
                <c:pt idx="6904">
                  <c:v>70.527015686035199</c:v>
                </c:pt>
                <c:pt idx="6905">
                  <c:v>70.411071777343807</c:v>
                </c:pt>
                <c:pt idx="6906">
                  <c:v>70.324562072753906</c:v>
                </c:pt>
                <c:pt idx="6907">
                  <c:v>70.332458496093807</c:v>
                </c:pt>
                <c:pt idx="6908">
                  <c:v>70.299560546875</c:v>
                </c:pt>
                <c:pt idx="6909">
                  <c:v>70.212074279785199</c:v>
                </c:pt>
                <c:pt idx="6910">
                  <c:v>70.255599975585895</c:v>
                </c:pt>
                <c:pt idx="6911">
                  <c:v>70.312225341796903</c:v>
                </c:pt>
                <c:pt idx="6912">
                  <c:v>70.407241821289105</c:v>
                </c:pt>
                <c:pt idx="6913">
                  <c:v>70.451507568359403</c:v>
                </c:pt>
                <c:pt idx="6914">
                  <c:v>70.470687866210895</c:v>
                </c:pt>
                <c:pt idx="6915">
                  <c:v>70.498741149902301</c:v>
                </c:pt>
                <c:pt idx="6916">
                  <c:v>70.5255126953125</c:v>
                </c:pt>
                <c:pt idx="6917">
                  <c:v>70.516784667968807</c:v>
                </c:pt>
                <c:pt idx="6918">
                  <c:v>70.567703247070298</c:v>
                </c:pt>
                <c:pt idx="6919">
                  <c:v>70.709754943847699</c:v>
                </c:pt>
                <c:pt idx="6920">
                  <c:v>70.701644897460895</c:v>
                </c:pt>
                <c:pt idx="6921">
                  <c:v>70.852790832519503</c:v>
                </c:pt>
                <c:pt idx="6922">
                  <c:v>70.821762084960895</c:v>
                </c:pt>
                <c:pt idx="6923">
                  <c:v>70.938346862792997</c:v>
                </c:pt>
                <c:pt idx="6924">
                  <c:v>70.845535278320298</c:v>
                </c:pt>
                <c:pt idx="6925">
                  <c:v>70.815567016601605</c:v>
                </c:pt>
                <c:pt idx="6926">
                  <c:v>70.809722900390597</c:v>
                </c:pt>
                <c:pt idx="6927">
                  <c:v>70.809242248535199</c:v>
                </c:pt>
                <c:pt idx="6928">
                  <c:v>70.732429504394503</c:v>
                </c:pt>
                <c:pt idx="6929">
                  <c:v>70.854385375976605</c:v>
                </c:pt>
                <c:pt idx="6930">
                  <c:v>70.903266906738295</c:v>
                </c:pt>
                <c:pt idx="6931">
                  <c:v>70.885498046875</c:v>
                </c:pt>
                <c:pt idx="6932">
                  <c:v>70.943733215332003</c:v>
                </c:pt>
                <c:pt idx="6933">
                  <c:v>70.958305358886705</c:v>
                </c:pt>
                <c:pt idx="6934">
                  <c:v>71.197601318359403</c:v>
                </c:pt>
                <c:pt idx="6935">
                  <c:v>71.193420410156307</c:v>
                </c:pt>
                <c:pt idx="6936">
                  <c:v>71.091217041015597</c:v>
                </c:pt>
                <c:pt idx="6937">
                  <c:v>71.125465393066406</c:v>
                </c:pt>
                <c:pt idx="6938">
                  <c:v>71.404563903808594</c:v>
                </c:pt>
                <c:pt idx="6939">
                  <c:v>71.443344116210895</c:v>
                </c:pt>
                <c:pt idx="6940">
                  <c:v>71.392906188964801</c:v>
                </c:pt>
                <c:pt idx="6941">
                  <c:v>71.404228210449205</c:v>
                </c:pt>
                <c:pt idx="6942">
                  <c:v>71.382286071777301</c:v>
                </c:pt>
                <c:pt idx="6943">
                  <c:v>71.328887939453097</c:v>
                </c:pt>
                <c:pt idx="6944">
                  <c:v>71.387702941894503</c:v>
                </c:pt>
                <c:pt idx="6945">
                  <c:v>71.502273559570298</c:v>
                </c:pt>
                <c:pt idx="6946">
                  <c:v>71.643318176269503</c:v>
                </c:pt>
                <c:pt idx="6947">
                  <c:v>71.784271240234403</c:v>
                </c:pt>
                <c:pt idx="6948">
                  <c:v>71.786941528320298</c:v>
                </c:pt>
                <c:pt idx="6949">
                  <c:v>71.804023742675795</c:v>
                </c:pt>
                <c:pt idx="6950">
                  <c:v>71.967147827148395</c:v>
                </c:pt>
                <c:pt idx="6951">
                  <c:v>72.040176391601605</c:v>
                </c:pt>
                <c:pt idx="6952">
                  <c:v>72.071594238281307</c:v>
                </c:pt>
                <c:pt idx="6953">
                  <c:v>72.376777648925795</c:v>
                </c:pt>
                <c:pt idx="6954">
                  <c:v>72.090423583984403</c:v>
                </c:pt>
                <c:pt idx="6955">
                  <c:v>72.320564270019503</c:v>
                </c:pt>
                <c:pt idx="6956">
                  <c:v>72.756309509277301</c:v>
                </c:pt>
                <c:pt idx="6957">
                  <c:v>72.730064392089801</c:v>
                </c:pt>
                <c:pt idx="6958">
                  <c:v>72.654846191406307</c:v>
                </c:pt>
                <c:pt idx="6959">
                  <c:v>72.635795593261705</c:v>
                </c:pt>
                <c:pt idx="6960">
                  <c:v>72.743942260742202</c:v>
                </c:pt>
                <c:pt idx="6961">
                  <c:v>72.685226440429702</c:v>
                </c:pt>
                <c:pt idx="6962">
                  <c:v>72.765487670898395</c:v>
                </c:pt>
                <c:pt idx="6963">
                  <c:v>73.168670654296903</c:v>
                </c:pt>
                <c:pt idx="6964">
                  <c:v>73.219902038574205</c:v>
                </c:pt>
                <c:pt idx="6965">
                  <c:v>73.213272094726605</c:v>
                </c:pt>
                <c:pt idx="6966">
                  <c:v>73.056205749511705</c:v>
                </c:pt>
                <c:pt idx="6967">
                  <c:v>73.226943969726605</c:v>
                </c:pt>
                <c:pt idx="6968">
                  <c:v>73.171234130859403</c:v>
                </c:pt>
                <c:pt idx="6969">
                  <c:v>73.164131164550795</c:v>
                </c:pt>
                <c:pt idx="6970">
                  <c:v>73.1507568359375</c:v>
                </c:pt>
                <c:pt idx="6971">
                  <c:v>73.296966552734403</c:v>
                </c:pt>
                <c:pt idx="6972">
                  <c:v>73.1817626953125</c:v>
                </c:pt>
                <c:pt idx="6973">
                  <c:v>73.196571350097699</c:v>
                </c:pt>
                <c:pt idx="6974">
                  <c:v>73.315933227539105</c:v>
                </c:pt>
                <c:pt idx="6975">
                  <c:v>73.372215270996094</c:v>
                </c:pt>
                <c:pt idx="6976">
                  <c:v>73.348083496093807</c:v>
                </c:pt>
                <c:pt idx="6977">
                  <c:v>73.243591308593807</c:v>
                </c:pt>
                <c:pt idx="6978">
                  <c:v>74.085693359375</c:v>
                </c:pt>
                <c:pt idx="6979">
                  <c:v>73.775161743164105</c:v>
                </c:pt>
                <c:pt idx="6980">
                  <c:v>73.650985717773395</c:v>
                </c:pt>
                <c:pt idx="6981">
                  <c:v>73.685585021972699</c:v>
                </c:pt>
                <c:pt idx="6982">
                  <c:v>73.612068176269503</c:v>
                </c:pt>
                <c:pt idx="6983">
                  <c:v>73.692398071289105</c:v>
                </c:pt>
                <c:pt idx="6984">
                  <c:v>73.273811340332003</c:v>
                </c:pt>
                <c:pt idx="6985">
                  <c:v>73.513191223144503</c:v>
                </c:pt>
                <c:pt idx="6986">
                  <c:v>74.071716308593807</c:v>
                </c:pt>
                <c:pt idx="6987">
                  <c:v>73.952339172363295</c:v>
                </c:pt>
                <c:pt idx="6988">
                  <c:v>73.845161437988295</c:v>
                </c:pt>
                <c:pt idx="6989">
                  <c:v>73.936210632324205</c:v>
                </c:pt>
                <c:pt idx="6990">
                  <c:v>73.848800659179702</c:v>
                </c:pt>
                <c:pt idx="6991">
                  <c:v>73.811843872070298</c:v>
                </c:pt>
                <c:pt idx="6992">
                  <c:v>73.848869323730497</c:v>
                </c:pt>
                <c:pt idx="6993">
                  <c:v>73.855712890625</c:v>
                </c:pt>
                <c:pt idx="6994">
                  <c:v>73.878990173339801</c:v>
                </c:pt>
                <c:pt idx="6995">
                  <c:v>73.655647277832003</c:v>
                </c:pt>
                <c:pt idx="6996">
                  <c:v>73.832939147949205</c:v>
                </c:pt>
                <c:pt idx="6997">
                  <c:v>73.954162597656307</c:v>
                </c:pt>
                <c:pt idx="6998">
                  <c:v>73.964981079101605</c:v>
                </c:pt>
                <c:pt idx="6999">
                  <c:v>73.995513916015597</c:v>
                </c:pt>
                <c:pt idx="7000">
                  <c:v>74.123336791992202</c:v>
                </c:pt>
                <c:pt idx="7001">
                  <c:v>74.163467407226605</c:v>
                </c:pt>
                <c:pt idx="7002">
                  <c:v>74.181533813476605</c:v>
                </c:pt>
                <c:pt idx="7003">
                  <c:v>73.832054138183594</c:v>
                </c:pt>
                <c:pt idx="7004">
                  <c:v>73.955368041992202</c:v>
                </c:pt>
                <c:pt idx="7005">
                  <c:v>74.357482910156307</c:v>
                </c:pt>
                <c:pt idx="7006">
                  <c:v>74.306900024414105</c:v>
                </c:pt>
                <c:pt idx="7007">
                  <c:v>74.202049255371094</c:v>
                </c:pt>
                <c:pt idx="7008">
                  <c:v>74.350502014160199</c:v>
                </c:pt>
                <c:pt idx="7009">
                  <c:v>74.282737731933594</c:v>
                </c:pt>
                <c:pt idx="7010">
                  <c:v>74.357589721679702</c:v>
                </c:pt>
                <c:pt idx="7011">
                  <c:v>74.328018188476605</c:v>
                </c:pt>
                <c:pt idx="7012">
                  <c:v>74.395950317382798</c:v>
                </c:pt>
                <c:pt idx="7013">
                  <c:v>74.474388122558594</c:v>
                </c:pt>
                <c:pt idx="7014">
                  <c:v>74.515151977539105</c:v>
                </c:pt>
                <c:pt idx="7015">
                  <c:v>75.286857604980497</c:v>
                </c:pt>
                <c:pt idx="7016">
                  <c:v>74.750900268554702</c:v>
                </c:pt>
                <c:pt idx="7017">
                  <c:v>74.567726135253906</c:v>
                </c:pt>
                <c:pt idx="7018">
                  <c:v>74.424606323242202</c:v>
                </c:pt>
                <c:pt idx="7019">
                  <c:v>74.450675964355497</c:v>
                </c:pt>
                <c:pt idx="7020">
                  <c:v>74.420753479003906</c:v>
                </c:pt>
                <c:pt idx="7021">
                  <c:v>74.754905700683594</c:v>
                </c:pt>
                <c:pt idx="7022">
                  <c:v>74.766532897949205</c:v>
                </c:pt>
                <c:pt idx="7023">
                  <c:v>74.853202819824205</c:v>
                </c:pt>
                <c:pt idx="7024">
                  <c:v>74.805694580078097</c:v>
                </c:pt>
                <c:pt idx="7025">
                  <c:v>74.808753967285199</c:v>
                </c:pt>
                <c:pt idx="7026">
                  <c:v>74.622909545898395</c:v>
                </c:pt>
                <c:pt idx="7027">
                  <c:v>74.759628295898395</c:v>
                </c:pt>
                <c:pt idx="7028">
                  <c:v>75.078147888183594</c:v>
                </c:pt>
                <c:pt idx="7029">
                  <c:v>74.076347351074205</c:v>
                </c:pt>
                <c:pt idx="7030">
                  <c:v>74.694068908691406</c:v>
                </c:pt>
                <c:pt idx="7031">
                  <c:v>74.711715698242202</c:v>
                </c:pt>
                <c:pt idx="7032">
                  <c:v>74.8387451171875</c:v>
                </c:pt>
                <c:pt idx="7033">
                  <c:v>75.306365966796903</c:v>
                </c:pt>
                <c:pt idx="7034">
                  <c:v>75.330718994140597</c:v>
                </c:pt>
                <c:pt idx="7035">
                  <c:v>75.642585754394503</c:v>
                </c:pt>
                <c:pt idx="7036">
                  <c:v>75.770530700683594</c:v>
                </c:pt>
                <c:pt idx="7037">
                  <c:v>75.820106506347699</c:v>
                </c:pt>
                <c:pt idx="7038">
                  <c:v>75.857093811035199</c:v>
                </c:pt>
                <c:pt idx="7039">
                  <c:v>75.980827331542997</c:v>
                </c:pt>
                <c:pt idx="7040">
                  <c:v>76.062088012695298</c:v>
                </c:pt>
                <c:pt idx="7041">
                  <c:v>76.110061645507798</c:v>
                </c:pt>
                <c:pt idx="7042">
                  <c:v>76.239570617675795</c:v>
                </c:pt>
                <c:pt idx="7043">
                  <c:v>76.386795043945298</c:v>
                </c:pt>
                <c:pt idx="7044">
                  <c:v>76.416923522949205</c:v>
                </c:pt>
                <c:pt idx="7045">
                  <c:v>76.530822753906307</c:v>
                </c:pt>
                <c:pt idx="7046">
                  <c:v>76.569557189941406</c:v>
                </c:pt>
                <c:pt idx="7047">
                  <c:v>76.637680053710895</c:v>
                </c:pt>
                <c:pt idx="7048">
                  <c:v>76.803398132324205</c:v>
                </c:pt>
                <c:pt idx="7049">
                  <c:v>76.894119262695298</c:v>
                </c:pt>
                <c:pt idx="7050">
                  <c:v>76.787445068359403</c:v>
                </c:pt>
                <c:pt idx="7051">
                  <c:v>76.972869873046903</c:v>
                </c:pt>
                <c:pt idx="7052">
                  <c:v>77.111999511718807</c:v>
                </c:pt>
                <c:pt idx="7053">
                  <c:v>77.092399597167997</c:v>
                </c:pt>
                <c:pt idx="7054">
                  <c:v>77.225654602050795</c:v>
                </c:pt>
                <c:pt idx="7055">
                  <c:v>77.257232666015597</c:v>
                </c:pt>
                <c:pt idx="7056">
                  <c:v>77.206573486328097</c:v>
                </c:pt>
                <c:pt idx="7057">
                  <c:v>77.284851074218807</c:v>
                </c:pt>
                <c:pt idx="7058">
                  <c:v>78.610153198242202</c:v>
                </c:pt>
                <c:pt idx="7059">
                  <c:v>78.248992919921903</c:v>
                </c:pt>
                <c:pt idx="7060">
                  <c:v>77.929611206054702</c:v>
                </c:pt>
                <c:pt idx="7061">
                  <c:v>78.481704711914105</c:v>
                </c:pt>
                <c:pt idx="7062">
                  <c:v>78.194274902343807</c:v>
                </c:pt>
                <c:pt idx="7063">
                  <c:v>77.778953552246094</c:v>
                </c:pt>
                <c:pt idx="7064">
                  <c:v>77.855232238769503</c:v>
                </c:pt>
                <c:pt idx="7065">
                  <c:v>77.839988708496094</c:v>
                </c:pt>
                <c:pt idx="7066">
                  <c:v>77.922279357910199</c:v>
                </c:pt>
                <c:pt idx="7067">
                  <c:v>77.572654724121094</c:v>
                </c:pt>
                <c:pt idx="7068">
                  <c:v>77.787307739257798</c:v>
                </c:pt>
                <c:pt idx="7069">
                  <c:v>77.964172363281307</c:v>
                </c:pt>
                <c:pt idx="7070">
                  <c:v>78.091247558593807</c:v>
                </c:pt>
                <c:pt idx="7071">
                  <c:v>78.185638427734403</c:v>
                </c:pt>
                <c:pt idx="7072">
                  <c:v>78.341865539550795</c:v>
                </c:pt>
                <c:pt idx="7073">
                  <c:v>78.3011474609375</c:v>
                </c:pt>
                <c:pt idx="7074">
                  <c:v>78.244316101074205</c:v>
                </c:pt>
                <c:pt idx="7075">
                  <c:v>78.260551452636705</c:v>
                </c:pt>
                <c:pt idx="7076">
                  <c:v>78.318717956542997</c:v>
                </c:pt>
                <c:pt idx="7077">
                  <c:v>78.436943054199205</c:v>
                </c:pt>
                <c:pt idx="7078">
                  <c:v>78.435287475585895</c:v>
                </c:pt>
                <c:pt idx="7079">
                  <c:v>78.622085571289105</c:v>
                </c:pt>
                <c:pt idx="7080">
                  <c:v>78.576843261718807</c:v>
                </c:pt>
                <c:pt idx="7081">
                  <c:v>78.666351318359403</c:v>
                </c:pt>
                <c:pt idx="7082">
                  <c:v>78.7333984375</c:v>
                </c:pt>
                <c:pt idx="7083">
                  <c:v>78.719749450683594</c:v>
                </c:pt>
                <c:pt idx="7084">
                  <c:v>78.722908020019503</c:v>
                </c:pt>
                <c:pt idx="7085">
                  <c:v>78.770423889160199</c:v>
                </c:pt>
                <c:pt idx="7086">
                  <c:v>78.717628479003906</c:v>
                </c:pt>
                <c:pt idx="7087">
                  <c:v>78.802719116210895</c:v>
                </c:pt>
                <c:pt idx="7088">
                  <c:v>78.862144470214801</c:v>
                </c:pt>
                <c:pt idx="7089">
                  <c:v>78.896591186523395</c:v>
                </c:pt>
                <c:pt idx="7090">
                  <c:v>78.938224792480497</c:v>
                </c:pt>
                <c:pt idx="7091">
                  <c:v>78.992172241210895</c:v>
                </c:pt>
                <c:pt idx="7092">
                  <c:v>79.125930786132798</c:v>
                </c:pt>
                <c:pt idx="7093">
                  <c:v>78.988235473632798</c:v>
                </c:pt>
                <c:pt idx="7094">
                  <c:v>79.117355346679702</c:v>
                </c:pt>
                <c:pt idx="7095">
                  <c:v>79.306388854980497</c:v>
                </c:pt>
                <c:pt idx="7096">
                  <c:v>79.3966064453125</c:v>
                </c:pt>
                <c:pt idx="7097">
                  <c:v>79.413230895996094</c:v>
                </c:pt>
                <c:pt idx="7098">
                  <c:v>79.405342102050795</c:v>
                </c:pt>
                <c:pt idx="7099">
                  <c:v>78.996017456054702</c:v>
                </c:pt>
                <c:pt idx="7100">
                  <c:v>79.284507751464801</c:v>
                </c:pt>
                <c:pt idx="7101">
                  <c:v>79.498237609863295</c:v>
                </c:pt>
                <c:pt idx="7102">
                  <c:v>79.697418212890597</c:v>
                </c:pt>
                <c:pt idx="7103">
                  <c:v>79.825454711914105</c:v>
                </c:pt>
                <c:pt idx="7104">
                  <c:v>79.959892272949205</c:v>
                </c:pt>
                <c:pt idx="7105">
                  <c:v>80.038665771484403</c:v>
                </c:pt>
                <c:pt idx="7106">
                  <c:v>79.981384277343807</c:v>
                </c:pt>
                <c:pt idx="7107">
                  <c:v>79.760391235351605</c:v>
                </c:pt>
                <c:pt idx="7108">
                  <c:v>79.946060180664105</c:v>
                </c:pt>
                <c:pt idx="7109">
                  <c:v>80.102302551269503</c:v>
                </c:pt>
                <c:pt idx="7110">
                  <c:v>80.143943786621094</c:v>
                </c:pt>
                <c:pt idx="7111">
                  <c:v>80.277847290039105</c:v>
                </c:pt>
                <c:pt idx="7112">
                  <c:v>80.292701721191406</c:v>
                </c:pt>
                <c:pt idx="7113">
                  <c:v>80.5986328125</c:v>
                </c:pt>
                <c:pt idx="7114">
                  <c:v>80.427864074707003</c:v>
                </c:pt>
                <c:pt idx="7115">
                  <c:v>80.015357971191406</c:v>
                </c:pt>
                <c:pt idx="7116">
                  <c:v>80.062034606933594</c:v>
                </c:pt>
                <c:pt idx="7117">
                  <c:v>80.244338989257798</c:v>
                </c:pt>
                <c:pt idx="7118">
                  <c:v>80.234794616699205</c:v>
                </c:pt>
                <c:pt idx="7119">
                  <c:v>80.279029846191406</c:v>
                </c:pt>
                <c:pt idx="7120">
                  <c:v>80.274597167968807</c:v>
                </c:pt>
                <c:pt idx="7121">
                  <c:v>80.293952941894503</c:v>
                </c:pt>
                <c:pt idx="7122">
                  <c:v>80.3232421875</c:v>
                </c:pt>
                <c:pt idx="7123">
                  <c:v>80.342514038085895</c:v>
                </c:pt>
                <c:pt idx="7124">
                  <c:v>80.365165710449205</c:v>
                </c:pt>
                <c:pt idx="7125">
                  <c:v>80.337341308593807</c:v>
                </c:pt>
                <c:pt idx="7126">
                  <c:v>80.342636108398395</c:v>
                </c:pt>
                <c:pt idx="7127">
                  <c:v>80.348075866699205</c:v>
                </c:pt>
                <c:pt idx="7128">
                  <c:v>80.291564941406307</c:v>
                </c:pt>
                <c:pt idx="7129">
                  <c:v>80.346527099609403</c:v>
                </c:pt>
                <c:pt idx="7130">
                  <c:v>80.397727966308594</c:v>
                </c:pt>
                <c:pt idx="7131">
                  <c:v>80.259300231933594</c:v>
                </c:pt>
                <c:pt idx="7132">
                  <c:v>80.421821594238295</c:v>
                </c:pt>
                <c:pt idx="7133">
                  <c:v>80.436813354492202</c:v>
                </c:pt>
                <c:pt idx="7134">
                  <c:v>80.748771667480497</c:v>
                </c:pt>
                <c:pt idx="7135">
                  <c:v>80.623641967773395</c:v>
                </c:pt>
                <c:pt idx="7136">
                  <c:v>80.454010009765597</c:v>
                </c:pt>
                <c:pt idx="7137">
                  <c:v>80.439300537109403</c:v>
                </c:pt>
                <c:pt idx="7138">
                  <c:v>80.4024658203125</c:v>
                </c:pt>
                <c:pt idx="7139">
                  <c:v>80.413139343261705</c:v>
                </c:pt>
                <c:pt idx="7140">
                  <c:v>80.471656799316406</c:v>
                </c:pt>
                <c:pt idx="7141">
                  <c:v>80.464248657226605</c:v>
                </c:pt>
                <c:pt idx="7142">
                  <c:v>80.452430725097699</c:v>
                </c:pt>
                <c:pt idx="7143">
                  <c:v>80.084312438964801</c:v>
                </c:pt>
                <c:pt idx="7144">
                  <c:v>80.388847351074205</c:v>
                </c:pt>
                <c:pt idx="7145">
                  <c:v>80.512481689453097</c:v>
                </c:pt>
                <c:pt idx="7146">
                  <c:v>80.538436889648395</c:v>
                </c:pt>
                <c:pt idx="7147">
                  <c:v>80.588127136230497</c:v>
                </c:pt>
                <c:pt idx="7148">
                  <c:v>80.580963134765597</c:v>
                </c:pt>
                <c:pt idx="7149">
                  <c:v>80.3690185546875</c:v>
                </c:pt>
                <c:pt idx="7150">
                  <c:v>80.827316284179702</c:v>
                </c:pt>
                <c:pt idx="7151">
                  <c:v>80.714805603027301</c:v>
                </c:pt>
                <c:pt idx="7152">
                  <c:v>81.156890869140597</c:v>
                </c:pt>
                <c:pt idx="7153">
                  <c:v>81.060928344726605</c:v>
                </c:pt>
                <c:pt idx="7154">
                  <c:v>80.887275695800795</c:v>
                </c:pt>
                <c:pt idx="7155">
                  <c:v>80.850509643554702</c:v>
                </c:pt>
                <c:pt idx="7156">
                  <c:v>81.116683959960895</c:v>
                </c:pt>
                <c:pt idx="7157">
                  <c:v>81.011009216308594</c:v>
                </c:pt>
                <c:pt idx="7158">
                  <c:v>80.918281555175795</c:v>
                </c:pt>
                <c:pt idx="7159">
                  <c:v>80.889701843261705</c:v>
                </c:pt>
                <c:pt idx="7160">
                  <c:v>80.674140930175795</c:v>
                </c:pt>
                <c:pt idx="7161">
                  <c:v>80.745849609375</c:v>
                </c:pt>
                <c:pt idx="7162">
                  <c:v>80.660949707031307</c:v>
                </c:pt>
                <c:pt idx="7163">
                  <c:v>80.959854125976605</c:v>
                </c:pt>
                <c:pt idx="7164">
                  <c:v>81.043556213378906</c:v>
                </c:pt>
                <c:pt idx="7165">
                  <c:v>81.385688781738295</c:v>
                </c:pt>
                <c:pt idx="7166">
                  <c:v>81.374984741210895</c:v>
                </c:pt>
                <c:pt idx="7167">
                  <c:v>81.285781860351605</c:v>
                </c:pt>
                <c:pt idx="7168">
                  <c:v>81.300247192382798</c:v>
                </c:pt>
                <c:pt idx="7169">
                  <c:v>81.338325500488295</c:v>
                </c:pt>
                <c:pt idx="7170">
                  <c:v>81.366455078125</c:v>
                </c:pt>
                <c:pt idx="7171">
                  <c:v>81.011566162109403</c:v>
                </c:pt>
                <c:pt idx="7172">
                  <c:v>81.161277770996094</c:v>
                </c:pt>
                <c:pt idx="7173">
                  <c:v>81.259971618652301</c:v>
                </c:pt>
                <c:pt idx="7174">
                  <c:v>81.324943542480497</c:v>
                </c:pt>
                <c:pt idx="7175">
                  <c:v>81.298576354980497</c:v>
                </c:pt>
                <c:pt idx="7176">
                  <c:v>81.382011413574205</c:v>
                </c:pt>
                <c:pt idx="7177">
                  <c:v>81.311340332031307</c:v>
                </c:pt>
                <c:pt idx="7178">
                  <c:v>81.532608032226605</c:v>
                </c:pt>
                <c:pt idx="7179">
                  <c:v>81.490745544433594</c:v>
                </c:pt>
                <c:pt idx="7180">
                  <c:v>81.454948425292997</c:v>
                </c:pt>
                <c:pt idx="7181">
                  <c:v>81.543663024902301</c:v>
                </c:pt>
                <c:pt idx="7182">
                  <c:v>81.644004821777301</c:v>
                </c:pt>
                <c:pt idx="7183">
                  <c:v>81.646522521972699</c:v>
                </c:pt>
                <c:pt idx="7184">
                  <c:v>81.672653198242202</c:v>
                </c:pt>
                <c:pt idx="7185">
                  <c:v>81.730072021484403</c:v>
                </c:pt>
                <c:pt idx="7186">
                  <c:v>81.765083312988295</c:v>
                </c:pt>
                <c:pt idx="7187">
                  <c:v>81.7760009765625</c:v>
                </c:pt>
                <c:pt idx="7188">
                  <c:v>81.785919189453097</c:v>
                </c:pt>
                <c:pt idx="7189">
                  <c:v>81.765029907226605</c:v>
                </c:pt>
                <c:pt idx="7190">
                  <c:v>81.858818054199205</c:v>
                </c:pt>
                <c:pt idx="7191">
                  <c:v>81.814750671386705</c:v>
                </c:pt>
                <c:pt idx="7192">
                  <c:v>81.914588928222699</c:v>
                </c:pt>
                <c:pt idx="7193">
                  <c:v>81.871734619140597</c:v>
                </c:pt>
                <c:pt idx="7194">
                  <c:v>82.014244079589801</c:v>
                </c:pt>
                <c:pt idx="7195">
                  <c:v>81.962226867675795</c:v>
                </c:pt>
                <c:pt idx="7196">
                  <c:v>82.074371337890597</c:v>
                </c:pt>
                <c:pt idx="7197">
                  <c:v>82.056114196777301</c:v>
                </c:pt>
                <c:pt idx="7198">
                  <c:v>82.156547546386705</c:v>
                </c:pt>
                <c:pt idx="7199">
                  <c:v>82.211410522460895</c:v>
                </c:pt>
                <c:pt idx="7200">
                  <c:v>82.213409423828097</c:v>
                </c:pt>
                <c:pt idx="7201">
                  <c:v>82.324012756347699</c:v>
                </c:pt>
                <c:pt idx="7202">
                  <c:v>82.329200744628906</c:v>
                </c:pt>
                <c:pt idx="7203">
                  <c:v>82.420944213867202</c:v>
                </c:pt>
                <c:pt idx="7204">
                  <c:v>82.481956481933594</c:v>
                </c:pt>
                <c:pt idx="7205">
                  <c:v>82.470375061035199</c:v>
                </c:pt>
                <c:pt idx="7206">
                  <c:v>82.501548767089801</c:v>
                </c:pt>
                <c:pt idx="7207">
                  <c:v>82.610534667968807</c:v>
                </c:pt>
                <c:pt idx="7208">
                  <c:v>82.649551391601605</c:v>
                </c:pt>
                <c:pt idx="7209">
                  <c:v>82.659645080566406</c:v>
                </c:pt>
                <c:pt idx="7210">
                  <c:v>82.714782714843807</c:v>
                </c:pt>
                <c:pt idx="7211">
                  <c:v>82.804328918457003</c:v>
                </c:pt>
                <c:pt idx="7212">
                  <c:v>82.840866088867202</c:v>
                </c:pt>
                <c:pt idx="7213">
                  <c:v>82.838562011718807</c:v>
                </c:pt>
                <c:pt idx="7214">
                  <c:v>82.887268066406307</c:v>
                </c:pt>
                <c:pt idx="7215">
                  <c:v>82.927917480468807</c:v>
                </c:pt>
                <c:pt idx="7216">
                  <c:v>82.977973937988295</c:v>
                </c:pt>
                <c:pt idx="7217">
                  <c:v>83.028610229492202</c:v>
                </c:pt>
                <c:pt idx="7218">
                  <c:v>83.073875427246094</c:v>
                </c:pt>
                <c:pt idx="7219">
                  <c:v>83.123268127441406</c:v>
                </c:pt>
                <c:pt idx="7220">
                  <c:v>83.158035278320298</c:v>
                </c:pt>
                <c:pt idx="7221">
                  <c:v>83.203681945800795</c:v>
                </c:pt>
                <c:pt idx="7222">
                  <c:v>83.2587890625</c:v>
                </c:pt>
                <c:pt idx="7223">
                  <c:v>83.313529968261705</c:v>
                </c:pt>
                <c:pt idx="7224">
                  <c:v>83.350067138671903</c:v>
                </c:pt>
                <c:pt idx="7225">
                  <c:v>83.397224426269503</c:v>
                </c:pt>
                <c:pt idx="7226">
                  <c:v>83.445861816406307</c:v>
                </c:pt>
                <c:pt idx="7227">
                  <c:v>83.480735778808594</c:v>
                </c:pt>
                <c:pt idx="7228">
                  <c:v>83.547210693359403</c:v>
                </c:pt>
                <c:pt idx="7229">
                  <c:v>83.581787109375</c:v>
                </c:pt>
                <c:pt idx="7230">
                  <c:v>83.643424987792997</c:v>
                </c:pt>
                <c:pt idx="7231">
                  <c:v>83.653976440429702</c:v>
                </c:pt>
                <c:pt idx="7232">
                  <c:v>83.682434082031307</c:v>
                </c:pt>
                <c:pt idx="7233">
                  <c:v>83.716125488281307</c:v>
                </c:pt>
                <c:pt idx="7234">
                  <c:v>83.749649047851605</c:v>
                </c:pt>
                <c:pt idx="7235">
                  <c:v>83.828567504882798</c:v>
                </c:pt>
                <c:pt idx="7236">
                  <c:v>83.889656066894503</c:v>
                </c:pt>
                <c:pt idx="7237">
                  <c:v>83.923751831054702</c:v>
                </c:pt>
                <c:pt idx="7238">
                  <c:v>83.966209411621094</c:v>
                </c:pt>
                <c:pt idx="7239">
                  <c:v>84.0277099609375</c:v>
                </c:pt>
                <c:pt idx="7240">
                  <c:v>84.0869140625</c:v>
                </c:pt>
                <c:pt idx="7241">
                  <c:v>84.101692199707003</c:v>
                </c:pt>
                <c:pt idx="7242">
                  <c:v>84.130500793457003</c:v>
                </c:pt>
                <c:pt idx="7243">
                  <c:v>84.187591552734403</c:v>
                </c:pt>
                <c:pt idx="7244">
                  <c:v>84.211555480957003</c:v>
                </c:pt>
                <c:pt idx="7245">
                  <c:v>84.218803405761705</c:v>
                </c:pt>
                <c:pt idx="7246">
                  <c:v>84.294570922851605</c:v>
                </c:pt>
                <c:pt idx="7247">
                  <c:v>84.288978576660199</c:v>
                </c:pt>
                <c:pt idx="7248">
                  <c:v>84.312751770019503</c:v>
                </c:pt>
                <c:pt idx="7249">
                  <c:v>84.414474487304702</c:v>
                </c:pt>
                <c:pt idx="7250">
                  <c:v>84.389060974121094</c:v>
                </c:pt>
                <c:pt idx="7251">
                  <c:v>84.511405944824205</c:v>
                </c:pt>
                <c:pt idx="7252">
                  <c:v>84.498893737792997</c:v>
                </c:pt>
                <c:pt idx="7253">
                  <c:v>84.612762451171903</c:v>
                </c:pt>
                <c:pt idx="7254">
                  <c:v>84.631553649902301</c:v>
                </c:pt>
                <c:pt idx="7255">
                  <c:v>84.668060302734403</c:v>
                </c:pt>
                <c:pt idx="7256">
                  <c:v>84.678428649902301</c:v>
                </c:pt>
                <c:pt idx="7257">
                  <c:v>84.746940612792997</c:v>
                </c:pt>
                <c:pt idx="7258">
                  <c:v>84.753143310546903</c:v>
                </c:pt>
                <c:pt idx="7259">
                  <c:v>84.880348205566406</c:v>
                </c:pt>
                <c:pt idx="7260">
                  <c:v>84.846908569335895</c:v>
                </c:pt>
                <c:pt idx="7261">
                  <c:v>84.912185668945298</c:v>
                </c:pt>
                <c:pt idx="7262">
                  <c:v>84.929672241210895</c:v>
                </c:pt>
                <c:pt idx="7263">
                  <c:v>84.975700378417997</c:v>
                </c:pt>
                <c:pt idx="7264">
                  <c:v>85.062751770019503</c:v>
                </c:pt>
                <c:pt idx="7265">
                  <c:v>85.080284118652301</c:v>
                </c:pt>
                <c:pt idx="7266">
                  <c:v>85.111267089843807</c:v>
                </c:pt>
                <c:pt idx="7267">
                  <c:v>85.107971191406307</c:v>
                </c:pt>
                <c:pt idx="7268">
                  <c:v>85.112121582031307</c:v>
                </c:pt>
                <c:pt idx="7269">
                  <c:v>85.123886108398395</c:v>
                </c:pt>
                <c:pt idx="7270">
                  <c:v>85.100479125976605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95A-48CE-B4BE-D687D5F749D6}"/>
            </c:ext>
          </c:extLst>
        </c:ser>
        <c:ser>
          <c:idx val="4"/>
          <c:order val="4"/>
          <c:tx>
            <c:strRef>
              <c:f>'DL-Model'!$F$1</c:f>
              <c:strCache>
                <c:ptCount val="1"/>
                <c:pt idx="0">
                  <c:v>T_sw_pred</c:v>
                </c:pt>
              </c:strCache>
            </c:strRef>
          </c:tx>
          <c:spPr>
            <a:ln w="19050" cap="rnd">
              <a:solidFill>
                <a:schemeClr val="accent1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'DL-Model'!$F$2:$F$7272</c:f>
              <c:numCache>
                <c:formatCode>General</c:formatCode>
                <c:ptCount val="7271"/>
                <c:pt idx="0">
                  <c:v>40.938980000000001</c:v>
                </c:pt>
                <c:pt idx="1">
                  <c:v>40.943961999999999</c:v>
                </c:pt>
                <c:pt idx="2">
                  <c:v>40.947234999999999</c:v>
                </c:pt>
                <c:pt idx="3">
                  <c:v>40.944710000000001</c:v>
                </c:pt>
                <c:pt idx="4">
                  <c:v>40.943184000000002</c:v>
                </c:pt>
                <c:pt idx="5">
                  <c:v>40.948444000000002</c:v>
                </c:pt>
                <c:pt idx="6">
                  <c:v>40.957790000000003</c:v>
                </c:pt>
                <c:pt idx="7">
                  <c:v>40.972003999999998</c:v>
                </c:pt>
                <c:pt idx="8">
                  <c:v>40.989738000000003</c:v>
                </c:pt>
                <c:pt idx="9">
                  <c:v>41.003773000000002</c:v>
                </c:pt>
                <c:pt idx="10">
                  <c:v>41.014637</c:v>
                </c:pt>
                <c:pt idx="11">
                  <c:v>41.026394000000003</c:v>
                </c:pt>
                <c:pt idx="12">
                  <c:v>41.037888000000002</c:v>
                </c:pt>
                <c:pt idx="13">
                  <c:v>41.047085000000003</c:v>
                </c:pt>
                <c:pt idx="14">
                  <c:v>41.055962000000001</c:v>
                </c:pt>
                <c:pt idx="15">
                  <c:v>41.067135</c:v>
                </c:pt>
                <c:pt idx="16">
                  <c:v>41.076031</c:v>
                </c:pt>
                <c:pt idx="17">
                  <c:v>41.076962000000002</c:v>
                </c:pt>
                <c:pt idx="18">
                  <c:v>41.071159000000002</c:v>
                </c:pt>
                <c:pt idx="19">
                  <c:v>41.065857000000001</c:v>
                </c:pt>
                <c:pt idx="20">
                  <c:v>41.061149999999998</c:v>
                </c:pt>
                <c:pt idx="21">
                  <c:v>41.053356000000001</c:v>
                </c:pt>
                <c:pt idx="22">
                  <c:v>41.042850000000001</c:v>
                </c:pt>
                <c:pt idx="23">
                  <c:v>41.035431000000003</c:v>
                </c:pt>
                <c:pt idx="24">
                  <c:v>41.035110000000003</c:v>
                </c:pt>
                <c:pt idx="25">
                  <c:v>41.033591999999999</c:v>
                </c:pt>
                <c:pt idx="26">
                  <c:v>41.030003000000001</c:v>
                </c:pt>
                <c:pt idx="27">
                  <c:v>41.026057999999999</c:v>
                </c:pt>
                <c:pt idx="28">
                  <c:v>41.023758000000001</c:v>
                </c:pt>
                <c:pt idx="29">
                  <c:v>41.021061000000003</c:v>
                </c:pt>
                <c:pt idx="30">
                  <c:v>41.019050999999997</c:v>
                </c:pt>
                <c:pt idx="31">
                  <c:v>41.017899</c:v>
                </c:pt>
                <c:pt idx="32">
                  <c:v>41.017631999999999</c:v>
                </c:pt>
                <c:pt idx="33">
                  <c:v>41.019759999999998</c:v>
                </c:pt>
                <c:pt idx="34">
                  <c:v>41.027161</c:v>
                </c:pt>
                <c:pt idx="35">
                  <c:v>41.040874000000002</c:v>
                </c:pt>
                <c:pt idx="36">
                  <c:v>41.058475000000001</c:v>
                </c:pt>
                <c:pt idx="37">
                  <c:v>41.069488999999997</c:v>
                </c:pt>
                <c:pt idx="38">
                  <c:v>41.072158999999999</c:v>
                </c:pt>
                <c:pt idx="39">
                  <c:v>41.076358999999997</c:v>
                </c:pt>
                <c:pt idx="40">
                  <c:v>41.082321</c:v>
                </c:pt>
                <c:pt idx="41">
                  <c:v>41.089500000000001</c:v>
                </c:pt>
                <c:pt idx="42">
                  <c:v>41.100856999999998</c:v>
                </c:pt>
                <c:pt idx="43">
                  <c:v>41.115143000000003</c:v>
                </c:pt>
                <c:pt idx="44">
                  <c:v>41.128551000000002</c:v>
                </c:pt>
                <c:pt idx="45">
                  <c:v>41.139220999999999</c:v>
                </c:pt>
                <c:pt idx="46">
                  <c:v>41.152659999999997</c:v>
                </c:pt>
                <c:pt idx="47">
                  <c:v>41.167121999999999</c:v>
                </c:pt>
                <c:pt idx="48">
                  <c:v>41.179400999999999</c:v>
                </c:pt>
                <c:pt idx="49">
                  <c:v>41.196533000000002</c:v>
                </c:pt>
                <c:pt idx="50">
                  <c:v>41.222042000000002</c:v>
                </c:pt>
                <c:pt idx="51">
                  <c:v>41.249329000000003</c:v>
                </c:pt>
                <c:pt idx="52">
                  <c:v>41.278809000000003</c:v>
                </c:pt>
                <c:pt idx="53">
                  <c:v>41.313271</c:v>
                </c:pt>
                <c:pt idx="54">
                  <c:v>41.352226000000002</c:v>
                </c:pt>
                <c:pt idx="55">
                  <c:v>41.396782000000002</c:v>
                </c:pt>
                <c:pt idx="56">
                  <c:v>41.442225999999998</c:v>
                </c:pt>
                <c:pt idx="57">
                  <c:v>41.483336999999999</c:v>
                </c:pt>
                <c:pt idx="58">
                  <c:v>41.518870999999997</c:v>
                </c:pt>
                <c:pt idx="59">
                  <c:v>41.550713000000002</c:v>
                </c:pt>
                <c:pt idx="60">
                  <c:v>41.578125</c:v>
                </c:pt>
                <c:pt idx="61">
                  <c:v>41.60463</c:v>
                </c:pt>
                <c:pt idx="62">
                  <c:v>41.629233999999997</c:v>
                </c:pt>
                <c:pt idx="63">
                  <c:v>41.650986000000003</c:v>
                </c:pt>
                <c:pt idx="64">
                  <c:v>41.670363999999999</c:v>
                </c:pt>
                <c:pt idx="65">
                  <c:v>41.688308999999997</c:v>
                </c:pt>
                <c:pt idx="66">
                  <c:v>41.706901999999999</c:v>
                </c:pt>
                <c:pt idx="67">
                  <c:v>41.727500999999997</c:v>
                </c:pt>
                <c:pt idx="68">
                  <c:v>41.754379</c:v>
                </c:pt>
                <c:pt idx="69">
                  <c:v>41.789619000000002</c:v>
                </c:pt>
                <c:pt idx="70">
                  <c:v>41.828434000000001</c:v>
                </c:pt>
                <c:pt idx="71">
                  <c:v>41.870280999999999</c:v>
                </c:pt>
                <c:pt idx="72">
                  <c:v>41.918556000000002</c:v>
                </c:pt>
                <c:pt idx="73">
                  <c:v>41.964782999999997</c:v>
                </c:pt>
                <c:pt idx="74">
                  <c:v>42.008212999999998</c:v>
                </c:pt>
                <c:pt idx="75">
                  <c:v>42.053393999999997</c:v>
                </c:pt>
                <c:pt idx="76">
                  <c:v>42.103149000000002</c:v>
                </c:pt>
                <c:pt idx="77">
                  <c:v>42.152500000000003</c:v>
                </c:pt>
                <c:pt idx="78">
                  <c:v>42.191422000000003</c:v>
                </c:pt>
                <c:pt idx="79">
                  <c:v>42.220222</c:v>
                </c:pt>
                <c:pt idx="80">
                  <c:v>42.24456</c:v>
                </c:pt>
                <c:pt idx="81">
                  <c:v>42.269516000000003</c:v>
                </c:pt>
                <c:pt idx="82">
                  <c:v>42.300797000000003</c:v>
                </c:pt>
                <c:pt idx="83">
                  <c:v>42.335175</c:v>
                </c:pt>
                <c:pt idx="84">
                  <c:v>42.371174000000003</c:v>
                </c:pt>
                <c:pt idx="85">
                  <c:v>42.409641000000001</c:v>
                </c:pt>
                <c:pt idx="86">
                  <c:v>42.452674999999999</c:v>
                </c:pt>
                <c:pt idx="87">
                  <c:v>42.504508999999999</c:v>
                </c:pt>
                <c:pt idx="88">
                  <c:v>42.567123000000002</c:v>
                </c:pt>
                <c:pt idx="89">
                  <c:v>42.633983999999998</c:v>
                </c:pt>
                <c:pt idx="90">
                  <c:v>42.696877000000001</c:v>
                </c:pt>
                <c:pt idx="91">
                  <c:v>42.754424999999998</c:v>
                </c:pt>
                <c:pt idx="92">
                  <c:v>42.804287000000002</c:v>
                </c:pt>
                <c:pt idx="93">
                  <c:v>42.850838000000003</c:v>
                </c:pt>
                <c:pt idx="94">
                  <c:v>42.897747000000003</c:v>
                </c:pt>
                <c:pt idx="95">
                  <c:v>42.940773</c:v>
                </c:pt>
                <c:pt idx="96">
                  <c:v>42.976429000000003</c:v>
                </c:pt>
                <c:pt idx="97">
                  <c:v>43.007342999999999</c:v>
                </c:pt>
                <c:pt idx="98">
                  <c:v>43.035336000000001</c:v>
                </c:pt>
                <c:pt idx="99">
                  <c:v>43.060532000000002</c:v>
                </c:pt>
                <c:pt idx="100">
                  <c:v>43.080131999999999</c:v>
                </c:pt>
                <c:pt idx="101">
                  <c:v>43.099148</c:v>
                </c:pt>
                <c:pt idx="102">
                  <c:v>43.121468</c:v>
                </c:pt>
                <c:pt idx="103">
                  <c:v>43.146549</c:v>
                </c:pt>
                <c:pt idx="104">
                  <c:v>43.170448</c:v>
                </c:pt>
                <c:pt idx="105">
                  <c:v>43.188277999999997</c:v>
                </c:pt>
                <c:pt idx="106">
                  <c:v>43.201256000000001</c:v>
                </c:pt>
                <c:pt idx="107">
                  <c:v>43.217812000000002</c:v>
                </c:pt>
                <c:pt idx="108">
                  <c:v>43.237526000000003</c:v>
                </c:pt>
                <c:pt idx="109">
                  <c:v>43.259273999999998</c:v>
                </c:pt>
                <c:pt idx="110">
                  <c:v>43.284950000000002</c:v>
                </c:pt>
                <c:pt idx="111">
                  <c:v>43.316569999999999</c:v>
                </c:pt>
                <c:pt idx="112">
                  <c:v>43.350548000000003</c:v>
                </c:pt>
                <c:pt idx="113">
                  <c:v>43.382213999999998</c:v>
                </c:pt>
                <c:pt idx="114">
                  <c:v>43.410366000000003</c:v>
                </c:pt>
                <c:pt idx="115">
                  <c:v>43.439945000000002</c:v>
                </c:pt>
                <c:pt idx="116">
                  <c:v>43.475861000000002</c:v>
                </c:pt>
                <c:pt idx="117">
                  <c:v>43.517291999999998</c:v>
                </c:pt>
                <c:pt idx="118">
                  <c:v>43.55986</c:v>
                </c:pt>
                <c:pt idx="119">
                  <c:v>43.603451</c:v>
                </c:pt>
                <c:pt idx="120">
                  <c:v>43.648968000000004</c:v>
                </c:pt>
                <c:pt idx="121">
                  <c:v>43.701042000000001</c:v>
                </c:pt>
                <c:pt idx="122">
                  <c:v>43.762146000000001</c:v>
                </c:pt>
                <c:pt idx="123">
                  <c:v>43.835738999999997</c:v>
                </c:pt>
                <c:pt idx="124">
                  <c:v>43.925086999999998</c:v>
                </c:pt>
                <c:pt idx="125">
                  <c:v>44.022804000000001</c:v>
                </c:pt>
                <c:pt idx="126">
                  <c:v>44.126677999999998</c:v>
                </c:pt>
                <c:pt idx="127">
                  <c:v>44.224986999999999</c:v>
                </c:pt>
                <c:pt idx="128">
                  <c:v>44.307727999999997</c:v>
                </c:pt>
                <c:pt idx="129">
                  <c:v>44.385928999999997</c:v>
                </c:pt>
                <c:pt idx="130">
                  <c:v>44.466189999999997</c:v>
                </c:pt>
                <c:pt idx="131">
                  <c:v>44.549816</c:v>
                </c:pt>
                <c:pt idx="132">
                  <c:v>44.629440000000002</c:v>
                </c:pt>
                <c:pt idx="133">
                  <c:v>44.704655000000002</c:v>
                </c:pt>
                <c:pt idx="134">
                  <c:v>44.796382999999999</c:v>
                </c:pt>
                <c:pt idx="135">
                  <c:v>44.908893999999997</c:v>
                </c:pt>
                <c:pt idx="136">
                  <c:v>45.029442000000003</c:v>
                </c:pt>
                <c:pt idx="137">
                  <c:v>45.151817000000001</c:v>
                </c:pt>
                <c:pt idx="138">
                  <c:v>45.274403</c:v>
                </c:pt>
                <c:pt idx="139">
                  <c:v>45.397002999999998</c:v>
                </c:pt>
                <c:pt idx="140">
                  <c:v>45.518475000000002</c:v>
                </c:pt>
                <c:pt idx="141">
                  <c:v>45.639141000000002</c:v>
                </c:pt>
                <c:pt idx="142">
                  <c:v>45.761974000000002</c:v>
                </c:pt>
                <c:pt idx="143">
                  <c:v>45.887157000000002</c:v>
                </c:pt>
                <c:pt idx="144">
                  <c:v>46.011561999999998</c:v>
                </c:pt>
                <c:pt idx="145">
                  <c:v>46.134155</c:v>
                </c:pt>
                <c:pt idx="146">
                  <c:v>46.253020999999997</c:v>
                </c:pt>
                <c:pt idx="147">
                  <c:v>46.364531999999997</c:v>
                </c:pt>
                <c:pt idx="148">
                  <c:v>46.473129</c:v>
                </c:pt>
                <c:pt idx="149">
                  <c:v>46.584907999999999</c:v>
                </c:pt>
                <c:pt idx="150">
                  <c:v>46.690120999999998</c:v>
                </c:pt>
                <c:pt idx="151">
                  <c:v>46.785629</c:v>
                </c:pt>
                <c:pt idx="152">
                  <c:v>46.884524999999996</c:v>
                </c:pt>
                <c:pt idx="153">
                  <c:v>46.988567000000003</c:v>
                </c:pt>
                <c:pt idx="154">
                  <c:v>47.100879999999997</c:v>
                </c:pt>
                <c:pt idx="155">
                  <c:v>47.212874999999997</c:v>
                </c:pt>
                <c:pt idx="156">
                  <c:v>47.309913999999999</c:v>
                </c:pt>
                <c:pt idx="157">
                  <c:v>47.390450000000001</c:v>
                </c:pt>
                <c:pt idx="158">
                  <c:v>47.458762999999998</c:v>
                </c:pt>
                <c:pt idx="159">
                  <c:v>47.514178999999999</c:v>
                </c:pt>
                <c:pt idx="160">
                  <c:v>47.566451999999998</c:v>
                </c:pt>
                <c:pt idx="161">
                  <c:v>47.619076</c:v>
                </c:pt>
                <c:pt idx="162">
                  <c:v>47.669189000000003</c:v>
                </c:pt>
                <c:pt idx="163">
                  <c:v>47.718307000000003</c:v>
                </c:pt>
                <c:pt idx="164">
                  <c:v>47.766579</c:v>
                </c:pt>
                <c:pt idx="165">
                  <c:v>47.814365000000002</c:v>
                </c:pt>
                <c:pt idx="166">
                  <c:v>47.863056</c:v>
                </c:pt>
                <c:pt idx="167">
                  <c:v>47.913685000000001</c:v>
                </c:pt>
                <c:pt idx="168">
                  <c:v>47.971767</c:v>
                </c:pt>
                <c:pt idx="169">
                  <c:v>48.035922999999997</c:v>
                </c:pt>
                <c:pt idx="170">
                  <c:v>48.095730000000003</c:v>
                </c:pt>
                <c:pt idx="171">
                  <c:v>48.149180999999999</c:v>
                </c:pt>
                <c:pt idx="172">
                  <c:v>48.199038999999999</c:v>
                </c:pt>
                <c:pt idx="173">
                  <c:v>48.247852000000002</c:v>
                </c:pt>
                <c:pt idx="174">
                  <c:v>48.295955999999997</c:v>
                </c:pt>
                <c:pt idx="175">
                  <c:v>48.342457000000003</c:v>
                </c:pt>
                <c:pt idx="176">
                  <c:v>48.387996999999999</c:v>
                </c:pt>
                <c:pt idx="177">
                  <c:v>48.432834999999997</c:v>
                </c:pt>
                <c:pt idx="178">
                  <c:v>48.477916999999998</c:v>
                </c:pt>
                <c:pt idx="179">
                  <c:v>48.522078999999998</c:v>
                </c:pt>
                <c:pt idx="180">
                  <c:v>48.565410999999997</c:v>
                </c:pt>
                <c:pt idx="181">
                  <c:v>48.608471000000002</c:v>
                </c:pt>
                <c:pt idx="182">
                  <c:v>48.650841</c:v>
                </c:pt>
                <c:pt idx="183">
                  <c:v>48.698746</c:v>
                </c:pt>
                <c:pt idx="184">
                  <c:v>48.749149000000003</c:v>
                </c:pt>
                <c:pt idx="185">
                  <c:v>48.790691000000002</c:v>
                </c:pt>
                <c:pt idx="186">
                  <c:v>48.825794000000002</c:v>
                </c:pt>
                <c:pt idx="187">
                  <c:v>48.859329000000002</c:v>
                </c:pt>
                <c:pt idx="188">
                  <c:v>48.895598999999997</c:v>
                </c:pt>
                <c:pt idx="189">
                  <c:v>48.936709999999998</c:v>
                </c:pt>
                <c:pt idx="190">
                  <c:v>48.987850000000002</c:v>
                </c:pt>
                <c:pt idx="191">
                  <c:v>49.044159000000001</c:v>
                </c:pt>
                <c:pt idx="192">
                  <c:v>49.096572999999999</c:v>
                </c:pt>
                <c:pt idx="193">
                  <c:v>49.146385000000002</c:v>
                </c:pt>
                <c:pt idx="194">
                  <c:v>49.203223999999999</c:v>
                </c:pt>
                <c:pt idx="195">
                  <c:v>49.273353999999998</c:v>
                </c:pt>
                <c:pt idx="196">
                  <c:v>49.352921000000002</c:v>
                </c:pt>
                <c:pt idx="197">
                  <c:v>49.450073000000003</c:v>
                </c:pt>
                <c:pt idx="198">
                  <c:v>49.575336</c:v>
                </c:pt>
                <c:pt idx="199">
                  <c:v>49.712631000000002</c:v>
                </c:pt>
                <c:pt idx="200">
                  <c:v>49.845900999999998</c:v>
                </c:pt>
                <c:pt idx="201">
                  <c:v>49.980136999999999</c:v>
                </c:pt>
                <c:pt idx="202">
                  <c:v>50.115982000000002</c:v>
                </c:pt>
                <c:pt idx="203">
                  <c:v>50.237560000000002</c:v>
                </c:pt>
                <c:pt idx="204">
                  <c:v>50.347659999999998</c:v>
                </c:pt>
                <c:pt idx="205">
                  <c:v>50.456820999999998</c:v>
                </c:pt>
                <c:pt idx="206">
                  <c:v>50.568195000000003</c:v>
                </c:pt>
                <c:pt idx="207">
                  <c:v>50.679554000000003</c:v>
                </c:pt>
                <c:pt idx="208">
                  <c:v>50.792023</c:v>
                </c:pt>
                <c:pt idx="209">
                  <c:v>50.903168000000001</c:v>
                </c:pt>
                <c:pt idx="210">
                  <c:v>51.012264000000002</c:v>
                </c:pt>
                <c:pt idx="211">
                  <c:v>51.119853999999997</c:v>
                </c:pt>
                <c:pt idx="212">
                  <c:v>51.230227999999997</c:v>
                </c:pt>
                <c:pt idx="213">
                  <c:v>51.345405999999997</c:v>
                </c:pt>
                <c:pt idx="214">
                  <c:v>51.463923999999999</c:v>
                </c:pt>
                <c:pt idx="215">
                  <c:v>51.582298000000002</c:v>
                </c:pt>
                <c:pt idx="216">
                  <c:v>51.699477999999999</c:v>
                </c:pt>
                <c:pt idx="217">
                  <c:v>51.819771000000003</c:v>
                </c:pt>
                <c:pt idx="218">
                  <c:v>51.932194000000003</c:v>
                </c:pt>
                <c:pt idx="219">
                  <c:v>52.031033000000001</c:v>
                </c:pt>
                <c:pt idx="220">
                  <c:v>52.115383000000001</c:v>
                </c:pt>
                <c:pt idx="221">
                  <c:v>52.191456000000002</c:v>
                </c:pt>
                <c:pt idx="222">
                  <c:v>52.248874999999998</c:v>
                </c:pt>
                <c:pt idx="223">
                  <c:v>52.288815</c:v>
                </c:pt>
                <c:pt idx="224">
                  <c:v>52.324589000000003</c:v>
                </c:pt>
                <c:pt idx="225">
                  <c:v>52.363067999999998</c:v>
                </c:pt>
                <c:pt idx="226">
                  <c:v>52.405388000000002</c:v>
                </c:pt>
                <c:pt idx="227">
                  <c:v>52.444167999999998</c:v>
                </c:pt>
                <c:pt idx="228">
                  <c:v>52.479103000000002</c:v>
                </c:pt>
                <c:pt idx="229">
                  <c:v>52.512855999999999</c:v>
                </c:pt>
                <c:pt idx="230">
                  <c:v>52.546889999999998</c:v>
                </c:pt>
                <c:pt idx="231">
                  <c:v>52.581817999999998</c:v>
                </c:pt>
                <c:pt idx="232">
                  <c:v>52.618977000000001</c:v>
                </c:pt>
                <c:pt idx="233">
                  <c:v>52.653140999999998</c:v>
                </c:pt>
                <c:pt idx="234">
                  <c:v>52.684322000000002</c:v>
                </c:pt>
                <c:pt idx="235">
                  <c:v>52.718829999999997</c:v>
                </c:pt>
                <c:pt idx="236">
                  <c:v>52.758285999999998</c:v>
                </c:pt>
                <c:pt idx="237">
                  <c:v>52.800797000000003</c:v>
                </c:pt>
                <c:pt idx="238">
                  <c:v>52.840224999999997</c:v>
                </c:pt>
                <c:pt idx="239">
                  <c:v>52.873600000000003</c:v>
                </c:pt>
                <c:pt idx="240">
                  <c:v>52.906441000000001</c:v>
                </c:pt>
                <c:pt idx="241">
                  <c:v>52.937710000000003</c:v>
                </c:pt>
                <c:pt idx="242">
                  <c:v>52.964759999999998</c:v>
                </c:pt>
                <c:pt idx="243">
                  <c:v>52.989586000000003</c:v>
                </c:pt>
                <c:pt idx="244">
                  <c:v>53.016075000000001</c:v>
                </c:pt>
                <c:pt idx="245">
                  <c:v>53.050190000000001</c:v>
                </c:pt>
                <c:pt idx="246">
                  <c:v>53.094912999999998</c:v>
                </c:pt>
                <c:pt idx="247">
                  <c:v>53.137290999999998</c:v>
                </c:pt>
                <c:pt idx="248">
                  <c:v>53.166508</c:v>
                </c:pt>
                <c:pt idx="249">
                  <c:v>53.192604000000003</c:v>
                </c:pt>
                <c:pt idx="250">
                  <c:v>53.228718000000001</c:v>
                </c:pt>
                <c:pt idx="251">
                  <c:v>53.272731999999998</c:v>
                </c:pt>
                <c:pt idx="252">
                  <c:v>53.315520999999997</c:v>
                </c:pt>
                <c:pt idx="253">
                  <c:v>53.353973000000003</c:v>
                </c:pt>
                <c:pt idx="254">
                  <c:v>53.390414999999997</c:v>
                </c:pt>
                <c:pt idx="255">
                  <c:v>53.425418999999998</c:v>
                </c:pt>
                <c:pt idx="256">
                  <c:v>53.458179000000001</c:v>
                </c:pt>
                <c:pt idx="257">
                  <c:v>53.490077999999997</c:v>
                </c:pt>
                <c:pt idx="258">
                  <c:v>53.525219</c:v>
                </c:pt>
                <c:pt idx="259">
                  <c:v>53.559887000000003</c:v>
                </c:pt>
                <c:pt idx="260">
                  <c:v>53.591178999999997</c:v>
                </c:pt>
                <c:pt idx="261">
                  <c:v>53.620334999999997</c:v>
                </c:pt>
                <c:pt idx="262">
                  <c:v>53.651600000000002</c:v>
                </c:pt>
                <c:pt idx="263">
                  <c:v>53.683990000000001</c:v>
                </c:pt>
                <c:pt idx="264">
                  <c:v>53.718581999999998</c:v>
                </c:pt>
                <c:pt idx="265">
                  <c:v>53.760756999999998</c:v>
                </c:pt>
                <c:pt idx="266">
                  <c:v>53.811233999999999</c:v>
                </c:pt>
                <c:pt idx="267">
                  <c:v>53.868031000000002</c:v>
                </c:pt>
                <c:pt idx="268">
                  <c:v>53.924590999999999</c:v>
                </c:pt>
                <c:pt idx="269">
                  <c:v>53.980578999999999</c:v>
                </c:pt>
                <c:pt idx="270">
                  <c:v>54.038978999999998</c:v>
                </c:pt>
                <c:pt idx="271">
                  <c:v>54.104103000000002</c:v>
                </c:pt>
                <c:pt idx="272">
                  <c:v>54.171740999999997</c:v>
                </c:pt>
                <c:pt idx="273">
                  <c:v>54.232914000000001</c:v>
                </c:pt>
                <c:pt idx="274">
                  <c:v>54.291606999999999</c:v>
                </c:pt>
                <c:pt idx="275">
                  <c:v>54.355972000000001</c:v>
                </c:pt>
                <c:pt idx="276">
                  <c:v>54.427073999999998</c:v>
                </c:pt>
                <c:pt idx="277">
                  <c:v>54.5</c:v>
                </c:pt>
                <c:pt idx="278">
                  <c:v>54.571486999999998</c:v>
                </c:pt>
                <c:pt idx="279">
                  <c:v>54.658397999999998</c:v>
                </c:pt>
                <c:pt idx="280">
                  <c:v>54.755459000000002</c:v>
                </c:pt>
                <c:pt idx="281">
                  <c:v>54.850074999999997</c:v>
                </c:pt>
                <c:pt idx="282">
                  <c:v>54.947575000000001</c:v>
                </c:pt>
                <c:pt idx="283">
                  <c:v>55.058093999999997</c:v>
                </c:pt>
                <c:pt idx="284">
                  <c:v>55.175353999999999</c:v>
                </c:pt>
                <c:pt idx="285">
                  <c:v>55.295883000000003</c:v>
                </c:pt>
                <c:pt idx="286">
                  <c:v>55.421123999999999</c:v>
                </c:pt>
                <c:pt idx="287">
                  <c:v>55.556365999999997</c:v>
                </c:pt>
                <c:pt idx="288">
                  <c:v>55.699370999999999</c:v>
                </c:pt>
                <c:pt idx="289">
                  <c:v>55.830807</c:v>
                </c:pt>
                <c:pt idx="290">
                  <c:v>55.949477999999999</c:v>
                </c:pt>
                <c:pt idx="291">
                  <c:v>56.065910000000002</c:v>
                </c:pt>
                <c:pt idx="292">
                  <c:v>56.190154999999997</c:v>
                </c:pt>
                <c:pt idx="293">
                  <c:v>56.318843999999999</c:v>
                </c:pt>
                <c:pt idx="294">
                  <c:v>56.438206000000001</c:v>
                </c:pt>
                <c:pt idx="295">
                  <c:v>56.538772999999999</c:v>
                </c:pt>
                <c:pt idx="296">
                  <c:v>56.622523999999999</c:v>
                </c:pt>
                <c:pt idx="297">
                  <c:v>56.694186999999999</c:v>
                </c:pt>
                <c:pt idx="298">
                  <c:v>56.755015999999998</c:v>
                </c:pt>
                <c:pt idx="299">
                  <c:v>56.792144999999998</c:v>
                </c:pt>
                <c:pt idx="300">
                  <c:v>56.810054999999998</c:v>
                </c:pt>
                <c:pt idx="301">
                  <c:v>56.826759000000003</c:v>
                </c:pt>
                <c:pt idx="302">
                  <c:v>56.845078000000001</c:v>
                </c:pt>
                <c:pt idx="303">
                  <c:v>56.860973000000001</c:v>
                </c:pt>
                <c:pt idx="304">
                  <c:v>56.873714</c:v>
                </c:pt>
                <c:pt idx="305">
                  <c:v>56.884602000000001</c:v>
                </c:pt>
                <c:pt idx="306">
                  <c:v>56.897891999999999</c:v>
                </c:pt>
                <c:pt idx="307">
                  <c:v>56.911735999999998</c:v>
                </c:pt>
                <c:pt idx="308">
                  <c:v>56.924301</c:v>
                </c:pt>
                <c:pt idx="309">
                  <c:v>56.933540000000001</c:v>
                </c:pt>
                <c:pt idx="310">
                  <c:v>56.940162999999998</c:v>
                </c:pt>
                <c:pt idx="311">
                  <c:v>56.945244000000002</c:v>
                </c:pt>
                <c:pt idx="312">
                  <c:v>56.948166000000001</c:v>
                </c:pt>
                <c:pt idx="313">
                  <c:v>56.953754000000004</c:v>
                </c:pt>
                <c:pt idx="314">
                  <c:v>56.962681000000003</c:v>
                </c:pt>
                <c:pt idx="315">
                  <c:v>56.969245999999998</c:v>
                </c:pt>
                <c:pt idx="316">
                  <c:v>56.97448</c:v>
                </c:pt>
                <c:pt idx="317">
                  <c:v>56.981048999999999</c:v>
                </c:pt>
                <c:pt idx="318">
                  <c:v>56.988284999999998</c:v>
                </c:pt>
                <c:pt idx="319">
                  <c:v>56.992972999999999</c:v>
                </c:pt>
                <c:pt idx="320">
                  <c:v>56.996048000000002</c:v>
                </c:pt>
                <c:pt idx="321">
                  <c:v>57.000393000000003</c:v>
                </c:pt>
                <c:pt idx="322">
                  <c:v>57.006176000000004</c:v>
                </c:pt>
                <c:pt idx="323">
                  <c:v>57.011642000000002</c:v>
                </c:pt>
                <c:pt idx="324">
                  <c:v>57.010852999999997</c:v>
                </c:pt>
                <c:pt idx="325">
                  <c:v>57.008178999999998</c:v>
                </c:pt>
                <c:pt idx="326">
                  <c:v>57.009579000000002</c:v>
                </c:pt>
                <c:pt idx="327">
                  <c:v>57.015697000000003</c:v>
                </c:pt>
                <c:pt idx="328">
                  <c:v>57.019393999999998</c:v>
                </c:pt>
                <c:pt idx="329">
                  <c:v>57.015255000000003</c:v>
                </c:pt>
                <c:pt idx="330">
                  <c:v>57.005211000000003</c:v>
                </c:pt>
                <c:pt idx="331">
                  <c:v>56.997748999999999</c:v>
                </c:pt>
                <c:pt idx="332">
                  <c:v>56.997191999999998</c:v>
                </c:pt>
                <c:pt idx="333">
                  <c:v>57.002960000000002</c:v>
                </c:pt>
                <c:pt idx="334">
                  <c:v>57.014515000000003</c:v>
                </c:pt>
                <c:pt idx="335">
                  <c:v>57.028365999999998</c:v>
                </c:pt>
                <c:pt idx="336">
                  <c:v>57.041466</c:v>
                </c:pt>
                <c:pt idx="337">
                  <c:v>57.052917000000001</c:v>
                </c:pt>
                <c:pt idx="338">
                  <c:v>57.063178999999998</c:v>
                </c:pt>
                <c:pt idx="339">
                  <c:v>57.079158999999997</c:v>
                </c:pt>
                <c:pt idx="340">
                  <c:v>57.100333999999997</c:v>
                </c:pt>
                <c:pt idx="341">
                  <c:v>57.124775</c:v>
                </c:pt>
                <c:pt idx="342">
                  <c:v>57.151477999999997</c:v>
                </c:pt>
                <c:pt idx="343">
                  <c:v>57.176547999999997</c:v>
                </c:pt>
                <c:pt idx="344">
                  <c:v>57.200588000000003</c:v>
                </c:pt>
                <c:pt idx="345">
                  <c:v>57.229733000000003</c:v>
                </c:pt>
                <c:pt idx="346">
                  <c:v>57.264896</c:v>
                </c:pt>
                <c:pt idx="347">
                  <c:v>57.309010000000001</c:v>
                </c:pt>
                <c:pt idx="348">
                  <c:v>57.374167999999997</c:v>
                </c:pt>
                <c:pt idx="349">
                  <c:v>57.473267</c:v>
                </c:pt>
                <c:pt idx="350">
                  <c:v>57.600341999999998</c:v>
                </c:pt>
                <c:pt idx="351">
                  <c:v>57.723782</c:v>
                </c:pt>
                <c:pt idx="352">
                  <c:v>57.847023</c:v>
                </c:pt>
                <c:pt idx="353">
                  <c:v>57.974705</c:v>
                </c:pt>
                <c:pt idx="354">
                  <c:v>58.092751</c:v>
                </c:pt>
                <c:pt idx="355">
                  <c:v>58.195670999999997</c:v>
                </c:pt>
                <c:pt idx="356">
                  <c:v>58.28463</c:v>
                </c:pt>
                <c:pt idx="357">
                  <c:v>58.355080000000001</c:v>
                </c:pt>
                <c:pt idx="358">
                  <c:v>58.417633000000002</c:v>
                </c:pt>
                <c:pt idx="359">
                  <c:v>58.470661</c:v>
                </c:pt>
                <c:pt idx="360">
                  <c:v>58.528412000000003</c:v>
                </c:pt>
                <c:pt idx="361">
                  <c:v>58.601570000000002</c:v>
                </c:pt>
                <c:pt idx="362">
                  <c:v>58.692340999999999</c:v>
                </c:pt>
                <c:pt idx="363">
                  <c:v>58.796444000000001</c:v>
                </c:pt>
                <c:pt idx="364">
                  <c:v>58.896419999999999</c:v>
                </c:pt>
                <c:pt idx="365">
                  <c:v>58.986609999999999</c:v>
                </c:pt>
                <c:pt idx="366">
                  <c:v>59.072071000000001</c:v>
                </c:pt>
                <c:pt idx="367">
                  <c:v>59.169463999999998</c:v>
                </c:pt>
                <c:pt idx="368">
                  <c:v>59.290882000000003</c:v>
                </c:pt>
                <c:pt idx="369">
                  <c:v>59.426464000000003</c:v>
                </c:pt>
                <c:pt idx="370">
                  <c:v>59.562331999999998</c:v>
                </c:pt>
                <c:pt idx="371">
                  <c:v>59.687049999999999</c:v>
                </c:pt>
                <c:pt idx="372">
                  <c:v>59.790484999999997</c:v>
                </c:pt>
                <c:pt idx="373">
                  <c:v>59.883614000000001</c:v>
                </c:pt>
                <c:pt idx="374">
                  <c:v>59.975479</c:v>
                </c:pt>
                <c:pt idx="375">
                  <c:v>60.066108999999997</c:v>
                </c:pt>
                <c:pt idx="376">
                  <c:v>60.155296</c:v>
                </c:pt>
                <c:pt idx="377">
                  <c:v>60.247002000000002</c:v>
                </c:pt>
                <c:pt idx="378">
                  <c:v>60.346744999999999</c:v>
                </c:pt>
                <c:pt idx="379">
                  <c:v>60.463740999999999</c:v>
                </c:pt>
                <c:pt idx="380">
                  <c:v>60.592666999999999</c:v>
                </c:pt>
                <c:pt idx="381">
                  <c:v>60.717154999999998</c:v>
                </c:pt>
                <c:pt idx="382">
                  <c:v>60.825287000000003</c:v>
                </c:pt>
                <c:pt idx="383">
                  <c:v>60.926071</c:v>
                </c:pt>
                <c:pt idx="384">
                  <c:v>61.029300999999997</c:v>
                </c:pt>
                <c:pt idx="385">
                  <c:v>61.134627999999999</c:v>
                </c:pt>
                <c:pt idx="386">
                  <c:v>61.237965000000003</c:v>
                </c:pt>
                <c:pt idx="387">
                  <c:v>61.326363000000001</c:v>
                </c:pt>
                <c:pt idx="388">
                  <c:v>61.395256000000003</c:v>
                </c:pt>
                <c:pt idx="389">
                  <c:v>61.459679000000001</c:v>
                </c:pt>
                <c:pt idx="390">
                  <c:v>61.523769000000001</c:v>
                </c:pt>
                <c:pt idx="391">
                  <c:v>61.588546999999998</c:v>
                </c:pt>
                <c:pt idx="392">
                  <c:v>61.645614999999999</c:v>
                </c:pt>
                <c:pt idx="393">
                  <c:v>61.688972</c:v>
                </c:pt>
                <c:pt idx="394">
                  <c:v>61.726452000000002</c:v>
                </c:pt>
                <c:pt idx="395">
                  <c:v>61.769191999999997</c:v>
                </c:pt>
                <c:pt idx="396">
                  <c:v>61.819313000000001</c:v>
                </c:pt>
                <c:pt idx="397">
                  <c:v>61.889533999999998</c:v>
                </c:pt>
                <c:pt idx="398">
                  <c:v>61.975932999999998</c:v>
                </c:pt>
                <c:pt idx="399">
                  <c:v>62.054707000000001</c:v>
                </c:pt>
                <c:pt idx="400">
                  <c:v>62.118679</c:v>
                </c:pt>
                <c:pt idx="401">
                  <c:v>62.163738000000002</c:v>
                </c:pt>
                <c:pt idx="402">
                  <c:v>62.198462999999997</c:v>
                </c:pt>
                <c:pt idx="403">
                  <c:v>62.235137999999999</c:v>
                </c:pt>
                <c:pt idx="404">
                  <c:v>62.271656</c:v>
                </c:pt>
                <c:pt idx="405">
                  <c:v>62.302619999999997</c:v>
                </c:pt>
                <c:pt idx="406">
                  <c:v>62.329166000000001</c:v>
                </c:pt>
                <c:pt idx="407">
                  <c:v>62.355075999999997</c:v>
                </c:pt>
                <c:pt idx="408">
                  <c:v>62.389068999999999</c:v>
                </c:pt>
                <c:pt idx="409">
                  <c:v>62.438332000000003</c:v>
                </c:pt>
                <c:pt idx="410">
                  <c:v>62.509456999999998</c:v>
                </c:pt>
                <c:pt idx="411">
                  <c:v>62.607235000000003</c:v>
                </c:pt>
                <c:pt idx="412">
                  <c:v>62.722523000000002</c:v>
                </c:pt>
                <c:pt idx="413">
                  <c:v>62.843941000000001</c:v>
                </c:pt>
                <c:pt idx="414">
                  <c:v>62.969799000000002</c:v>
                </c:pt>
                <c:pt idx="415">
                  <c:v>63.100822000000001</c:v>
                </c:pt>
                <c:pt idx="416">
                  <c:v>63.236682999999999</c:v>
                </c:pt>
                <c:pt idx="417">
                  <c:v>63.368293999999999</c:v>
                </c:pt>
                <c:pt idx="418">
                  <c:v>63.482224000000002</c:v>
                </c:pt>
                <c:pt idx="419">
                  <c:v>63.584975999999997</c:v>
                </c:pt>
                <c:pt idx="420">
                  <c:v>63.679993000000003</c:v>
                </c:pt>
                <c:pt idx="421">
                  <c:v>63.769447</c:v>
                </c:pt>
                <c:pt idx="422">
                  <c:v>63.851188999999998</c:v>
                </c:pt>
                <c:pt idx="423">
                  <c:v>63.924827999999998</c:v>
                </c:pt>
                <c:pt idx="424">
                  <c:v>63.984752999999998</c:v>
                </c:pt>
                <c:pt idx="425">
                  <c:v>64.026275999999996</c:v>
                </c:pt>
                <c:pt idx="426">
                  <c:v>64.047156999999999</c:v>
                </c:pt>
                <c:pt idx="427">
                  <c:v>64.059601000000001</c:v>
                </c:pt>
                <c:pt idx="428">
                  <c:v>64.075142</c:v>
                </c:pt>
                <c:pt idx="429">
                  <c:v>64.095580999999996</c:v>
                </c:pt>
                <c:pt idx="430">
                  <c:v>64.116707000000005</c:v>
                </c:pt>
                <c:pt idx="431">
                  <c:v>64.130500999999995</c:v>
                </c:pt>
                <c:pt idx="432">
                  <c:v>64.139977000000002</c:v>
                </c:pt>
                <c:pt idx="433">
                  <c:v>64.150795000000002</c:v>
                </c:pt>
                <c:pt idx="434">
                  <c:v>64.164794999999998</c:v>
                </c:pt>
                <c:pt idx="435">
                  <c:v>64.180565000000001</c:v>
                </c:pt>
                <c:pt idx="436">
                  <c:v>64.199721999999994</c:v>
                </c:pt>
                <c:pt idx="437">
                  <c:v>64.227012999999999</c:v>
                </c:pt>
                <c:pt idx="438">
                  <c:v>64.255431999999999</c:v>
                </c:pt>
                <c:pt idx="439">
                  <c:v>64.272537</c:v>
                </c:pt>
                <c:pt idx="440">
                  <c:v>64.279572000000002</c:v>
                </c:pt>
                <c:pt idx="441">
                  <c:v>64.285431000000003</c:v>
                </c:pt>
                <c:pt idx="442">
                  <c:v>64.290970000000002</c:v>
                </c:pt>
                <c:pt idx="443">
                  <c:v>64.302238000000003</c:v>
                </c:pt>
                <c:pt idx="444">
                  <c:v>64.320250999999999</c:v>
                </c:pt>
                <c:pt idx="445">
                  <c:v>64.346847999999994</c:v>
                </c:pt>
                <c:pt idx="446">
                  <c:v>64.379424999999998</c:v>
                </c:pt>
                <c:pt idx="447">
                  <c:v>64.408919999999995</c:v>
                </c:pt>
                <c:pt idx="448">
                  <c:v>64.431915000000004</c:v>
                </c:pt>
                <c:pt idx="449">
                  <c:v>64.450851</c:v>
                </c:pt>
                <c:pt idx="450">
                  <c:v>64.47184</c:v>
                </c:pt>
                <c:pt idx="451">
                  <c:v>64.494484</c:v>
                </c:pt>
                <c:pt idx="452">
                  <c:v>64.517989999999998</c:v>
                </c:pt>
                <c:pt idx="453">
                  <c:v>64.545897999999994</c:v>
                </c:pt>
                <c:pt idx="454">
                  <c:v>64.582497000000004</c:v>
                </c:pt>
                <c:pt idx="455">
                  <c:v>64.631675999999999</c:v>
                </c:pt>
                <c:pt idx="456">
                  <c:v>64.697745999999995</c:v>
                </c:pt>
                <c:pt idx="457">
                  <c:v>64.777709999999999</c:v>
                </c:pt>
                <c:pt idx="458">
                  <c:v>64.865959000000004</c:v>
                </c:pt>
                <c:pt idx="459">
                  <c:v>64.948127999999997</c:v>
                </c:pt>
                <c:pt idx="460">
                  <c:v>65.018860000000004</c:v>
                </c:pt>
                <c:pt idx="461">
                  <c:v>65.081649999999996</c:v>
                </c:pt>
                <c:pt idx="462">
                  <c:v>65.144356000000002</c:v>
                </c:pt>
                <c:pt idx="463">
                  <c:v>65.218254000000002</c:v>
                </c:pt>
                <c:pt idx="464">
                  <c:v>65.315551999999997</c:v>
                </c:pt>
                <c:pt idx="465">
                  <c:v>65.430717000000001</c:v>
                </c:pt>
                <c:pt idx="466">
                  <c:v>65.549025999999998</c:v>
                </c:pt>
                <c:pt idx="467">
                  <c:v>65.668694000000002</c:v>
                </c:pt>
                <c:pt idx="468">
                  <c:v>65.777503999999993</c:v>
                </c:pt>
                <c:pt idx="469">
                  <c:v>65.877585999999994</c:v>
                </c:pt>
                <c:pt idx="470">
                  <c:v>65.976860000000002</c:v>
                </c:pt>
                <c:pt idx="471">
                  <c:v>66.074782999999996</c:v>
                </c:pt>
                <c:pt idx="472">
                  <c:v>66.167914999999994</c:v>
                </c:pt>
                <c:pt idx="473">
                  <c:v>66.248481999999996</c:v>
                </c:pt>
                <c:pt idx="474">
                  <c:v>66.309066999999999</c:v>
                </c:pt>
                <c:pt idx="475">
                  <c:v>66.33802</c:v>
                </c:pt>
                <c:pt idx="476">
                  <c:v>66.347747999999996</c:v>
                </c:pt>
                <c:pt idx="477">
                  <c:v>66.359673000000001</c:v>
                </c:pt>
                <c:pt idx="478">
                  <c:v>66.373726000000005</c:v>
                </c:pt>
                <c:pt idx="479">
                  <c:v>66.388710000000003</c:v>
                </c:pt>
                <c:pt idx="480">
                  <c:v>66.402725000000004</c:v>
                </c:pt>
                <c:pt idx="481">
                  <c:v>66.416488999999999</c:v>
                </c:pt>
                <c:pt idx="482">
                  <c:v>66.431297000000001</c:v>
                </c:pt>
                <c:pt idx="483">
                  <c:v>66.457847999999998</c:v>
                </c:pt>
                <c:pt idx="484">
                  <c:v>66.498519999999999</c:v>
                </c:pt>
                <c:pt idx="485">
                  <c:v>66.554535000000001</c:v>
                </c:pt>
                <c:pt idx="486">
                  <c:v>66.632896000000002</c:v>
                </c:pt>
                <c:pt idx="487">
                  <c:v>66.738540999999998</c:v>
                </c:pt>
                <c:pt idx="488">
                  <c:v>66.862564000000006</c:v>
                </c:pt>
                <c:pt idx="489">
                  <c:v>66.983208000000005</c:v>
                </c:pt>
                <c:pt idx="490">
                  <c:v>67.106476000000001</c:v>
                </c:pt>
                <c:pt idx="491">
                  <c:v>67.226027999999999</c:v>
                </c:pt>
                <c:pt idx="492">
                  <c:v>67.333748</c:v>
                </c:pt>
                <c:pt idx="493">
                  <c:v>67.432288999999997</c:v>
                </c:pt>
                <c:pt idx="494">
                  <c:v>67.521705999999995</c:v>
                </c:pt>
                <c:pt idx="495">
                  <c:v>67.604384999999994</c:v>
                </c:pt>
                <c:pt idx="496">
                  <c:v>67.691665999999998</c:v>
                </c:pt>
                <c:pt idx="497">
                  <c:v>67.789931999999993</c:v>
                </c:pt>
                <c:pt idx="498">
                  <c:v>67.899887000000007</c:v>
                </c:pt>
                <c:pt idx="499">
                  <c:v>68.012726000000001</c:v>
                </c:pt>
                <c:pt idx="500">
                  <c:v>68.125632999999993</c:v>
                </c:pt>
                <c:pt idx="501">
                  <c:v>68.244247000000001</c:v>
                </c:pt>
                <c:pt idx="502">
                  <c:v>68.369720000000001</c:v>
                </c:pt>
                <c:pt idx="503">
                  <c:v>68.492621999999997</c:v>
                </c:pt>
                <c:pt idx="504">
                  <c:v>68.599318999999994</c:v>
                </c:pt>
                <c:pt idx="505">
                  <c:v>68.690460000000002</c:v>
                </c:pt>
                <c:pt idx="506">
                  <c:v>68.766425999999996</c:v>
                </c:pt>
                <c:pt idx="507">
                  <c:v>68.831695999999994</c:v>
                </c:pt>
                <c:pt idx="508">
                  <c:v>68.888740999999996</c:v>
                </c:pt>
                <c:pt idx="509">
                  <c:v>68.930992000000003</c:v>
                </c:pt>
                <c:pt idx="510">
                  <c:v>68.958449999999999</c:v>
                </c:pt>
                <c:pt idx="511">
                  <c:v>68.973015000000004</c:v>
                </c:pt>
                <c:pt idx="512">
                  <c:v>68.979782</c:v>
                </c:pt>
                <c:pt idx="513">
                  <c:v>68.988654999999994</c:v>
                </c:pt>
                <c:pt idx="514">
                  <c:v>68.999290000000002</c:v>
                </c:pt>
                <c:pt idx="515">
                  <c:v>69.019965999999997</c:v>
                </c:pt>
                <c:pt idx="516">
                  <c:v>69.046584999999993</c:v>
                </c:pt>
                <c:pt idx="517">
                  <c:v>69.075607000000005</c:v>
                </c:pt>
                <c:pt idx="518">
                  <c:v>69.102654000000001</c:v>
                </c:pt>
                <c:pt idx="519">
                  <c:v>69.133026000000001</c:v>
                </c:pt>
                <c:pt idx="520">
                  <c:v>69.160422999999994</c:v>
                </c:pt>
                <c:pt idx="521">
                  <c:v>69.182288999999997</c:v>
                </c:pt>
                <c:pt idx="522">
                  <c:v>69.203117000000006</c:v>
                </c:pt>
                <c:pt idx="523">
                  <c:v>69.225387999999995</c:v>
                </c:pt>
                <c:pt idx="524">
                  <c:v>69.251189999999994</c:v>
                </c:pt>
                <c:pt idx="525">
                  <c:v>69.274071000000006</c:v>
                </c:pt>
                <c:pt idx="526">
                  <c:v>69.292205999999993</c:v>
                </c:pt>
                <c:pt idx="527">
                  <c:v>69.311583999999996</c:v>
                </c:pt>
                <c:pt idx="528">
                  <c:v>69.335059999999999</c:v>
                </c:pt>
                <c:pt idx="529">
                  <c:v>69.374153000000007</c:v>
                </c:pt>
                <c:pt idx="530">
                  <c:v>69.420990000000003</c:v>
                </c:pt>
                <c:pt idx="531">
                  <c:v>69.464989000000003</c:v>
                </c:pt>
                <c:pt idx="532">
                  <c:v>69.505600000000001</c:v>
                </c:pt>
                <c:pt idx="533">
                  <c:v>69.545035999999996</c:v>
                </c:pt>
                <c:pt idx="534">
                  <c:v>69.581856000000002</c:v>
                </c:pt>
                <c:pt idx="535">
                  <c:v>69.619240000000005</c:v>
                </c:pt>
                <c:pt idx="536">
                  <c:v>69.658683999999994</c:v>
                </c:pt>
                <c:pt idx="537">
                  <c:v>69.696387999999999</c:v>
                </c:pt>
                <c:pt idx="538">
                  <c:v>69.730545000000006</c:v>
                </c:pt>
                <c:pt idx="539">
                  <c:v>69.758895999999993</c:v>
                </c:pt>
                <c:pt idx="540">
                  <c:v>69.778694000000002</c:v>
                </c:pt>
                <c:pt idx="541">
                  <c:v>69.791656000000003</c:v>
                </c:pt>
                <c:pt idx="542">
                  <c:v>69.802025</c:v>
                </c:pt>
                <c:pt idx="543">
                  <c:v>69.813384999999997</c:v>
                </c:pt>
                <c:pt idx="544">
                  <c:v>69.824248999999995</c:v>
                </c:pt>
                <c:pt idx="545">
                  <c:v>69.833168000000001</c:v>
                </c:pt>
                <c:pt idx="546">
                  <c:v>69.838013000000004</c:v>
                </c:pt>
                <c:pt idx="547">
                  <c:v>69.843079000000003</c:v>
                </c:pt>
                <c:pt idx="548">
                  <c:v>69.852431999999993</c:v>
                </c:pt>
                <c:pt idx="549">
                  <c:v>69.871245999999999</c:v>
                </c:pt>
                <c:pt idx="550">
                  <c:v>69.902618000000004</c:v>
                </c:pt>
                <c:pt idx="551">
                  <c:v>69.94014</c:v>
                </c:pt>
                <c:pt idx="552">
                  <c:v>69.967170999999993</c:v>
                </c:pt>
                <c:pt idx="553">
                  <c:v>69.979598999999993</c:v>
                </c:pt>
                <c:pt idx="554">
                  <c:v>69.982269000000002</c:v>
                </c:pt>
                <c:pt idx="555">
                  <c:v>69.982628000000005</c:v>
                </c:pt>
                <c:pt idx="556">
                  <c:v>69.985129999999998</c:v>
                </c:pt>
                <c:pt idx="557">
                  <c:v>69.987740000000002</c:v>
                </c:pt>
                <c:pt idx="558">
                  <c:v>69.987388999999993</c:v>
                </c:pt>
                <c:pt idx="559">
                  <c:v>69.984329000000002</c:v>
                </c:pt>
                <c:pt idx="560">
                  <c:v>69.979431000000005</c:v>
                </c:pt>
                <c:pt idx="561">
                  <c:v>69.973845999999995</c:v>
                </c:pt>
                <c:pt idx="562">
                  <c:v>69.968040000000002</c:v>
                </c:pt>
                <c:pt idx="563">
                  <c:v>69.965125999999998</c:v>
                </c:pt>
                <c:pt idx="564">
                  <c:v>69.965614000000002</c:v>
                </c:pt>
                <c:pt idx="565">
                  <c:v>69.969536000000005</c:v>
                </c:pt>
                <c:pt idx="566">
                  <c:v>69.973411999999996</c:v>
                </c:pt>
                <c:pt idx="567">
                  <c:v>69.974884000000003</c:v>
                </c:pt>
                <c:pt idx="568">
                  <c:v>69.977424999999997</c:v>
                </c:pt>
                <c:pt idx="569">
                  <c:v>69.978554000000003</c:v>
                </c:pt>
                <c:pt idx="570">
                  <c:v>69.977058</c:v>
                </c:pt>
                <c:pt idx="571">
                  <c:v>69.971794000000003</c:v>
                </c:pt>
                <c:pt idx="572">
                  <c:v>69.960999000000001</c:v>
                </c:pt>
                <c:pt idx="573">
                  <c:v>69.951294000000004</c:v>
                </c:pt>
                <c:pt idx="574">
                  <c:v>69.941199999999995</c:v>
                </c:pt>
                <c:pt idx="575">
                  <c:v>69.931952999999993</c:v>
                </c:pt>
                <c:pt idx="576">
                  <c:v>69.913917999999995</c:v>
                </c:pt>
                <c:pt idx="577">
                  <c:v>69.908790999999994</c:v>
                </c:pt>
                <c:pt idx="578">
                  <c:v>69.903175000000005</c:v>
                </c:pt>
                <c:pt idx="579">
                  <c:v>69.897803999999994</c:v>
                </c:pt>
                <c:pt idx="580">
                  <c:v>69.890686000000002</c:v>
                </c:pt>
                <c:pt idx="581">
                  <c:v>69.886436000000003</c:v>
                </c:pt>
                <c:pt idx="582">
                  <c:v>69.883681999999993</c:v>
                </c:pt>
                <c:pt idx="583">
                  <c:v>69.879845000000003</c:v>
                </c:pt>
                <c:pt idx="584">
                  <c:v>69.876868999999999</c:v>
                </c:pt>
                <c:pt idx="585">
                  <c:v>69.875136999999995</c:v>
                </c:pt>
                <c:pt idx="586">
                  <c:v>69.876525999999998</c:v>
                </c:pt>
                <c:pt idx="587">
                  <c:v>69.877762000000004</c:v>
                </c:pt>
                <c:pt idx="588">
                  <c:v>69.876250999999996</c:v>
                </c:pt>
                <c:pt idx="589">
                  <c:v>69.873817000000003</c:v>
                </c:pt>
                <c:pt idx="590">
                  <c:v>69.872596999999999</c:v>
                </c:pt>
                <c:pt idx="591">
                  <c:v>69.875450000000001</c:v>
                </c:pt>
                <c:pt idx="592">
                  <c:v>69.887100000000004</c:v>
                </c:pt>
                <c:pt idx="593">
                  <c:v>69.909615000000002</c:v>
                </c:pt>
                <c:pt idx="594">
                  <c:v>69.930176000000003</c:v>
                </c:pt>
                <c:pt idx="595">
                  <c:v>69.952620999999994</c:v>
                </c:pt>
                <c:pt idx="596">
                  <c:v>69.986846999999997</c:v>
                </c:pt>
                <c:pt idx="597">
                  <c:v>70.03492</c:v>
                </c:pt>
                <c:pt idx="598">
                  <c:v>70.097046000000006</c:v>
                </c:pt>
                <c:pt idx="599">
                  <c:v>70.173866000000004</c:v>
                </c:pt>
                <c:pt idx="600">
                  <c:v>70.271927000000005</c:v>
                </c:pt>
                <c:pt idx="601">
                  <c:v>70.383339000000007</c:v>
                </c:pt>
                <c:pt idx="602">
                  <c:v>70.493622000000002</c:v>
                </c:pt>
                <c:pt idx="603">
                  <c:v>70.599213000000006</c:v>
                </c:pt>
                <c:pt idx="604">
                  <c:v>70.694855000000004</c:v>
                </c:pt>
                <c:pt idx="605">
                  <c:v>70.778724999999994</c:v>
                </c:pt>
                <c:pt idx="606">
                  <c:v>70.850928999999994</c:v>
                </c:pt>
                <c:pt idx="607">
                  <c:v>70.900077999999993</c:v>
                </c:pt>
                <c:pt idx="608">
                  <c:v>70.930610999999999</c:v>
                </c:pt>
                <c:pt idx="609">
                  <c:v>70.956726000000003</c:v>
                </c:pt>
                <c:pt idx="610">
                  <c:v>70.991257000000004</c:v>
                </c:pt>
                <c:pt idx="611">
                  <c:v>71.039428999999998</c:v>
                </c:pt>
                <c:pt idx="612">
                  <c:v>71.091148000000004</c:v>
                </c:pt>
                <c:pt idx="613">
                  <c:v>71.151084999999995</c:v>
                </c:pt>
                <c:pt idx="614">
                  <c:v>71.218909999999994</c:v>
                </c:pt>
                <c:pt idx="615">
                  <c:v>71.301826000000005</c:v>
                </c:pt>
                <c:pt idx="616">
                  <c:v>71.408271999999997</c:v>
                </c:pt>
                <c:pt idx="617">
                  <c:v>71.526687999999993</c:v>
                </c:pt>
                <c:pt idx="618">
                  <c:v>71.649704</c:v>
                </c:pt>
                <c:pt idx="619">
                  <c:v>71.774146999999999</c:v>
                </c:pt>
                <c:pt idx="620">
                  <c:v>71.900092999999998</c:v>
                </c:pt>
                <c:pt idx="621">
                  <c:v>72.023537000000005</c:v>
                </c:pt>
                <c:pt idx="622">
                  <c:v>72.140181999999996</c:v>
                </c:pt>
                <c:pt idx="623">
                  <c:v>72.248412999999999</c:v>
                </c:pt>
                <c:pt idx="624">
                  <c:v>72.353438999999995</c:v>
                </c:pt>
                <c:pt idx="625">
                  <c:v>72.452231999999995</c:v>
                </c:pt>
                <c:pt idx="626">
                  <c:v>72.543723999999997</c:v>
                </c:pt>
                <c:pt idx="627">
                  <c:v>72.623024000000001</c:v>
                </c:pt>
                <c:pt idx="628">
                  <c:v>72.693184000000002</c:v>
                </c:pt>
                <c:pt idx="629">
                  <c:v>72.758469000000005</c:v>
                </c:pt>
                <c:pt idx="630">
                  <c:v>72.826424000000003</c:v>
                </c:pt>
                <c:pt idx="631">
                  <c:v>72.894454999999994</c:v>
                </c:pt>
                <c:pt idx="632">
                  <c:v>72.962012999999999</c:v>
                </c:pt>
                <c:pt idx="633">
                  <c:v>73.034835999999999</c:v>
                </c:pt>
                <c:pt idx="634">
                  <c:v>73.119072000000003</c:v>
                </c:pt>
                <c:pt idx="635">
                  <c:v>73.216255000000004</c:v>
                </c:pt>
                <c:pt idx="636">
                  <c:v>73.324012999999994</c:v>
                </c:pt>
                <c:pt idx="637">
                  <c:v>73.443932000000004</c:v>
                </c:pt>
                <c:pt idx="638">
                  <c:v>73.570847000000001</c:v>
                </c:pt>
                <c:pt idx="639">
                  <c:v>73.692740999999998</c:v>
                </c:pt>
                <c:pt idx="640">
                  <c:v>73.807220000000001</c:v>
                </c:pt>
                <c:pt idx="641">
                  <c:v>73.916588000000004</c:v>
                </c:pt>
                <c:pt idx="642">
                  <c:v>74.016959999999997</c:v>
                </c:pt>
                <c:pt idx="643">
                  <c:v>74.104111000000003</c:v>
                </c:pt>
                <c:pt idx="644">
                  <c:v>74.183090000000007</c:v>
                </c:pt>
                <c:pt idx="645">
                  <c:v>74.257430999999997</c:v>
                </c:pt>
                <c:pt idx="646">
                  <c:v>74.331856000000002</c:v>
                </c:pt>
                <c:pt idx="647">
                  <c:v>74.401534999999996</c:v>
                </c:pt>
                <c:pt idx="648">
                  <c:v>74.463500999999994</c:v>
                </c:pt>
                <c:pt idx="649">
                  <c:v>74.525374999999997</c:v>
                </c:pt>
                <c:pt idx="650">
                  <c:v>74.583160000000007</c:v>
                </c:pt>
                <c:pt idx="651">
                  <c:v>74.637917000000002</c:v>
                </c:pt>
                <c:pt idx="652">
                  <c:v>74.699860000000001</c:v>
                </c:pt>
                <c:pt idx="653">
                  <c:v>74.773155000000003</c:v>
                </c:pt>
                <c:pt idx="654">
                  <c:v>74.855827000000005</c:v>
                </c:pt>
                <c:pt idx="655">
                  <c:v>74.950432000000006</c:v>
                </c:pt>
                <c:pt idx="656">
                  <c:v>75.061638000000002</c:v>
                </c:pt>
                <c:pt idx="657">
                  <c:v>75.185721999999998</c:v>
                </c:pt>
                <c:pt idx="658">
                  <c:v>75.311813000000001</c:v>
                </c:pt>
                <c:pt idx="659">
                  <c:v>75.438254999999998</c:v>
                </c:pt>
                <c:pt idx="660">
                  <c:v>75.566642999999999</c:v>
                </c:pt>
                <c:pt idx="661">
                  <c:v>75.701438999999993</c:v>
                </c:pt>
                <c:pt idx="662">
                  <c:v>75.842856999999995</c:v>
                </c:pt>
                <c:pt idx="663">
                  <c:v>75.977005000000005</c:v>
                </c:pt>
                <c:pt idx="664">
                  <c:v>76.096030999999996</c:v>
                </c:pt>
                <c:pt idx="665">
                  <c:v>76.199744999999993</c:v>
                </c:pt>
                <c:pt idx="666">
                  <c:v>76.297691</c:v>
                </c:pt>
                <c:pt idx="667">
                  <c:v>76.398239000000004</c:v>
                </c:pt>
                <c:pt idx="668">
                  <c:v>76.504233999999997</c:v>
                </c:pt>
                <c:pt idx="669">
                  <c:v>76.608513000000002</c:v>
                </c:pt>
                <c:pt idx="670">
                  <c:v>76.712317999999996</c:v>
                </c:pt>
                <c:pt idx="671">
                  <c:v>76.823066999999995</c:v>
                </c:pt>
                <c:pt idx="672">
                  <c:v>76.942665000000005</c:v>
                </c:pt>
                <c:pt idx="673">
                  <c:v>77.067284000000001</c:v>
                </c:pt>
                <c:pt idx="674">
                  <c:v>77.187859000000003</c:v>
                </c:pt>
                <c:pt idx="675">
                  <c:v>77.306563999999995</c:v>
                </c:pt>
                <c:pt idx="676">
                  <c:v>77.429976999999994</c:v>
                </c:pt>
                <c:pt idx="677">
                  <c:v>77.552734000000001</c:v>
                </c:pt>
                <c:pt idx="678">
                  <c:v>77.668105999999995</c:v>
                </c:pt>
                <c:pt idx="679">
                  <c:v>77.772400000000005</c:v>
                </c:pt>
                <c:pt idx="680">
                  <c:v>77.857474999999994</c:v>
                </c:pt>
                <c:pt idx="681">
                  <c:v>77.930237000000005</c:v>
                </c:pt>
                <c:pt idx="682">
                  <c:v>77.997955000000005</c:v>
                </c:pt>
                <c:pt idx="683">
                  <c:v>78.062279000000004</c:v>
                </c:pt>
                <c:pt idx="684">
                  <c:v>78.125480999999994</c:v>
                </c:pt>
                <c:pt idx="685">
                  <c:v>78.181968999999995</c:v>
                </c:pt>
                <c:pt idx="686">
                  <c:v>78.227348000000006</c:v>
                </c:pt>
                <c:pt idx="687">
                  <c:v>78.264579999999995</c:v>
                </c:pt>
                <c:pt idx="688">
                  <c:v>78.299965</c:v>
                </c:pt>
                <c:pt idx="689">
                  <c:v>78.337624000000005</c:v>
                </c:pt>
                <c:pt idx="690">
                  <c:v>78.378380000000007</c:v>
                </c:pt>
                <c:pt idx="691">
                  <c:v>78.414619000000002</c:v>
                </c:pt>
                <c:pt idx="692">
                  <c:v>78.447235000000006</c:v>
                </c:pt>
                <c:pt idx="693">
                  <c:v>78.487183000000002</c:v>
                </c:pt>
                <c:pt idx="694">
                  <c:v>78.542473000000001</c:v>
                </c:pt>
                <c:pt idx="695">
                  <c:v>78.609283000000005</c:v>
                </c:pt>
                <c:pt idx="696">
                  <c:v>78.681685999999999</c:v>
                </c:pt>
                <c:pt idx="697">
                  <c:v>78.756720999999999</c:v>
                </c:pt>
                <c:pt idx="698">
                  <c:v>78.839141999999995</c:v>
                </c:pt>
                <c:pt idx="699">
                  <c:v>78.932533000000006</c:v>
                </c:pt>
                <c:pt idx="700">
                  <c:v>79.028305000000003</c:v>
                </c:pt>
                <c:pt idx="701">
                  <c:v>79.124695000000003</c:v>
                </c:pt>
                <c:pt idx="702">
                  <c:v>79.219703999999993</c:v>
                </c:pt>
                <c:pt idx="703">
                  <c:v>79.306358000000003</c:v>
                </c:pt>
                <c:pt idx="704">
                  <c:v>79.380218999999997</c:v>
                </c:pt>
                <c:pt idx="705">
                  <c:v>79.439887999999996</c:v>
                </c:pt>
                <c:pt idx="706">
                  <c:v>79.482651000000004</c:v>
                </c:pt>
                <c:pt idx="707">
                  <c:v>79.507705999999999</c:v>
                </c:pt>
                <c:pt idx="708">
                  <c:v>79.525772000000003</c:v>
                </c:pt>
                <c:pt idx="709">
                  <c:v>79.544830000000005</c:v>
                </c:pt>
                <c:pt idx="710">
                  <c:v>79.572823</c:v>
                </c:pt>
                <c:pt idx="711">
                  <c:v>79.608481999999995</c:v>
                </c:pt>
                <c:pt idx="712">
                  <c:v>79.637969999999996</c:v>
                </c:pt>
                <c:pt idx="713">
                  <c:v>79.649780000000007</c:v>
                </c:pt>
                <c:pt idx="714">
                  <c:v>79.6511</c:v>
                </c:pt>
                <c:pt idx="715">
                  <c:v>79.648658999999995</c:v>
                </c:pt>
                <c:pt idx="716">
                  <c:v>79.642921000000001</c:v>
                </c:pt>
                <c:pt idx="717">
                  <c:v>79.633499</c:v>
                </c:pt>
                <c:pt idx="718">
                  <c:v>79.621055999999996</c:v>
                </c:pt>
                <c:pt idx="719">
                  <c:v>79.607658000000001</c:v>
                </c:pt>
                <c:pt idx="720">
                  <c:v>79.593834000000001</c:v>
                </c:pt>
                <c:pt idx="721">
                  <c:v>79.573372000000006</c:v>
                </c:pt>
                <c:pt idx="722">
                  <c:v>79.553314</c:v>
                </c:pt>
                <c:pt idx="723">
                  <c:v>79.531715000000005</c:v>
                </c:pt>
                <c:pt idx="724">
                  <c:v>79.508469000000005</c:v>
                </c:pt>
                <c:pt idx="725">
                  <c:v>79.487099000000001</c:v>
                </c:pt>
                <c:pt idx="726">
                  <c:v>79.474770000000007</c:v>
                </c:pt>
                <c:pt idx="727">
                  <c:v>79.474091000000001</c:v>
                </c:pt>
                <c:pt idx="728">
                  <c:v>79.469489999999993</c:v>
                </c:pt>
                <c:pt idx="729">
                  <c:v>79.456749000000002</c:v>
                </c:pt>
                <c:pt idx="730">
                  <c:v>79.437325000000001</c:v>
                </c:pt>
                <c:pt idx="731">
                  <c:v>79.411124999999998</c:v>
                </c:pt>
                <c:pt idx="732">
                  <c:v>79.363784999999993</c:v>
                </c:pt>
                <c:pt idx="733">
                  <c:v>79.300719999999998</c:v>
                </c:pt>
                <c:pt idx="734">
                  <c:v>79.238074999999995</c:v>
                </c:pt>
                <c:pt idx="735">
                  <c:v>79.179230000000004</c:v>
                </c:pt>
                <c:pt idx="736">
                  <c:v>79.127098000000004</c:v>
                </c:pt>
                <c:pt idx="737">
                  <c:v>79.072577999999993</c:v>
                </c:pt>
                <c:pt idx="738">
                  <c:v>79.012946999999997</c:v>
                </c:pt>
                <c:pt idx="739">
                  <c:v>78.950935000000001</c:v>
                </c:pt>
                <c:pt idx="740">
                  <c:v>78.88073</c:v>
                </c:pt>
                <c:pt idx="741">
                  <c:v>78.805160999999998</c:v>
                </c:pt>
                <c:pt idx="742">
                  <c:v>78.729736000000003</c:v>
                </c:pt>
                <c:pt idx="743">
                  <c:v>78.647209000000004</c:v>
                </c:pt>
                <c:pt idx="744">
                  <c:v>78.554955000000007</c:v>
                </c:pt>
                <c:pt idx="745">
                  <c:v>78.462729999999993</c:v>
                </c:pt>
                <c:pt idx="746">
                  <c:v>78.370659000000003</c:v>
                </c:pt>
                <c:pt idx="747">
                  <c:v>78.274826000000004</c:v>
                </c:pt>
                <c:pt idx="748">
                  <c:v>78.187775000000002</c:v>
                </c:pt>
                <c:pt idx="749">
                  <c:v>78.110328999999993</c:v>
                </c:pt>
                <c:pt idx="750">
                  <c:v>78.027794</c:v>
                </c:pt>
                <c:pt idx="751">
                  <c:v>77.934546999999995</c:v>
                </c:pt>
                <c:pt idx="752">
                  <c:v>77.840301999999994</c:v>
                </c:pt>
                <c:pt idx="753">
                  <c:v>77.742194999999995</c:v>
                </c:pt>
                <c:pt idx="754">
                  <c:v>77.646957</c:v>
                </c:pt>
                <c:pt idx="755">
                  <c:v>77.567413000000002</c:v>
                </c:pt>
                <c:pt idx="756">
                  <c:v>77.512978000000004</c:v>
                </c:pt>
                <c:pt idx="757">
                  <c:v>77.470673000000005</c:v>
                </c:pt>
                <c:pt idx="758">
                  <c:v>77.429039000000003</c:v>
                </c:pt>
                <c:pt idx="759">
                  <c:v>77.384293</c:v>
                </c:pt>
                <c:pt idx="760">
                  <c:v>77.340569000000002</c:v>
                </c:pt>
                <c:pt idx="761">
                  <c:v>77.302017000000006</c:v>
                </c:pt>
                <c:pt idx="762">
                  <c:v>77.269524000000004</c:v>
                </c:pt>
                <c:pt idx="763">
                  <c:v>77.241737000000001</c:v>
                </c:pt>
                <c:pt idx="764">
                  <c:v>77.211815000000001</c:v>
                </c:pt>
                <c:pt idx="765">
                  <c:v>77.172500999999997</c:v>
                </c:pt>
                <c:pt idx="766">
                  <c:v>77.128365000000002</c:v>
                </c:pt>
                <c:pt idx="767">
                  <c:v>77.084029999999998</c:v>
                </c:pt>
                <c:pt idx="768">
                  <c:v>77.041083999999998</c:v>
                </c:pt>
                <c:pt idx="769">
                  <c:v>77.000259</c:v>
                </c:pt>
                <c:pt idx="770">
                  <c:v>76.963486000000003</c:v>
                </c:pt>
                <c:pt idx="771">
                  <c:v>76.931495999999996</c:v>
                </c:pt>
                <c:pt idx="772">
                  <c:v>76.899719000000005</c:v>
                </c:pt>
                <c:pt idx="773">
                  <c:v>76.864333999999999</c:v>
                </c:pt>
                <c:pt idx="774">
                  <c:v>76.827613999999997</c:v>
                </c:pt>
                <c:pt idx="775">
                  <c:v>76.794189000000003</c:v>
                </c:pt>
                <c:pt idx="776">
                  <c:v>76.764403999999999</c:v>
                </c:pt>
                <c:pt idx="777">
                  <c:v>76.734924000000007</c:v>
                </c:pt>
                <c:pt idx="778">
                  <c:v>76.706374999999994</c:v>
                </c:pt>
                <c:pt idx="779">
                  <c:v>76.679085000000001</c:v>
                </c:pt>
                <c:pt idx="780">
                  <c:v>76.654137000000006</c:v>
                </c:pt>
                <c:pt idx="781">
                  <c:v>76.632439000000005</c:v>
                </c:pt>
                <c:pt idx="782">
                  <c:v>76.613533000000004</c:v>
                </c:pt>
                <c:pt idx="783">
                  <c:v>76.594025000000002</c:v>
                </c:pt>
                <c:pt idx="784">
                  <c:v>76.573241999999993</c:v>
                </c:pt>
                <c:pt idx="785">
                  <c:v>76.552086000000003</c:v>
                </c:pt>
                <c:pt idx="786">
                  <c:v>76.531647000000007</c:v>
                </c:pt>
                <c:pt idx="787">
                  <c:v>76.510970999999998</c:v>
                </c:pt>
                <c:pt idx="788">
                  <c:v>76.487251000000001</c:v>
                </c:pt>
                <c:pt idx="789">
                  <c:v>76.456924000000001</c:v>
                </c:pt>
                <c:pt idx="790">
                  <c:v>76.421181000000004</c:v>
                </c:pt>
                <c:pt idx="791">
                  <c:v>76.382644999999997</c:v>
                </c:pt>
                <c:pt idx="792">
                  <c:v>76.342185999999998</c:v>
                </c:pt>
                <c:pt idx="793">
                  <c:v>76.288971000000004</c:v>
                </c:pt>
                <c:pt idx="794">
                  <c:v>76.224853999999993</c:v>
                </c:pt>
                <c:pt idx="795">
                  <c:v>76.150215000000003</c:v>
                </c:pt>
                <c:pt idx="796">
                  <c:v>76.056579999999997</c:v>
                </c:pt>
                <c:pt idx="797">
                  <c:v>75.944664000000003</c:v>
                </c:pt>
                <c:pt idx="798">
                  <c:v>75.828132999999994</c:v>
                </c:pt>
                <c:pt idx="799">
                  <c:v>75.710151999999994</c:v>
                </c:pt>
                <c:pt idx="800">
                  <c:v>75.583786000000003</c:v>
                </c:pt>
                <c:pt idx="801">
                  <c:v>75.462181000000001</c:v>
                </c:pt>
                <c:pt idx="802">
                  <c:v>75.355354000000005</c:v>
                </c:pt>
                <c:pt idx="803">
                  <c:v>75.25573</c:v>
                </c:pt>
                <c:pt idx="804">
                  <c:v>75.150017000000005</c:v>
                </c:pt>
                <c:pt idx="805">
                  <c:v>75.045944000000006</c:v>
                </c:pt>
                <c:pt idx="806">
                  <c:v>74.946197999999995</c:v>
                </c:pt>
                <c:pt idx="807">
                  <c:v>74.848892000000006</c:v>
                </c:pt>
                <c:pt idx="808">
                  <c:v>74.752617000000001</c:v>
                </c:pt>
                <c:pt idx="809">
                  <c:v>74.656563000000006</c:v>
                </c:pt>
                <c:pt idx="810">
                  <c:v>74.559464000000006</c:v>
                </c:pt>
                <c:pt idx="811">
                  <c:v>74.461250000000007</c:v>
                </c:pt>
                <c:pt idx="812">
                  <c:v>74.365036000000003</c:v>
                </c:pt>
                <c:pt idx="813">
                  <c:v>74.270095999999995</c:v>
                </c:pt>
                <c:pt idx="814">
                  <c:v>74.170624000000004</c:v>
                </c:pt>
                <c:pt idx="815">
                  <c:v>74.069168000000005</c:v>
                </c:pt>
                <c:pt idx="816">
                  <c:v>73.975219999999993</c:v>
                </c:pt>
                <c:pt idx="817">
                  <c:v>73.901107999999994</c:v>
                </c:pt>
                <c:pt idx="818">
                  <c:v>73.852515999999994</c:v>
                </c:pt>
                <c:pt idx="819">
                  <c:v>73.825378000000001</c:v>
                </c:pt>
                <c:pt idx="820">
                  <c:v>73.817711000000003</c:v>
                </c:pt>
                <c:pt idx="821">
                  <c:v>73.823273</c:v>
                </c:pt>
                <c:pt idx="822">
                  <c:v>73.836571000000006</c:v>
                </c:pt>
                <c:pt idx="823">
                  <c:v>73.862555999999998</c:v>
                </c:pt>
                <c:pt idx="824">
                  <c:v>73.895065000000002</c:v>
                </c:pt>
                <c:pt idx="825">
                  <c:v>73.927672999999999</c:v>
                </c:pt>
                <c:pt idx="826">
                  <c:v>73.958336000000003</c:v>
                </c:pt>
                <c:pt idx="827">
                  <c:v>73.978966</c:v>
                </c:pt>
                <c:pt idx="828">
                  <c:v>73.984786999999997</c:v>
                </c:pt>
                <c:pt idx="829">
                  <c:v>73.980331000000007</c:v>
                </c:pt>
                <c:pt idx="830">
                  <c:v>73.975800000000007</c:v>
                </c:pt>
                <c:pt idx="831">
                  <c:v>73.976005999999998</c:v>
                </c:pt>
                <c:pt idx="832">
                  <c:v>73.975348999999994</c:v>
                </c:pt>
                <c:pt idx="833">
                  <c:v>73.962722999999997</c:v>
                </c:pt>
                <c:pt idx="834">
                  <c:v>73.940101999999996</c:v>
                </c:pt>
                <c:pt idx="835">
                  <c:v>73.919150999999999</c:v>
                </c:pt>
                <c:pt idx="836">
                  <c:v>73.908210999999994</c:v>
                </c:pt>
                <c:pt idx="837">
                  <c:v>73.900786999999994</c:v>
                </c:pt>
                <c:pt idx="838">
                  <c:v>73.894478000000007</c:v>
                </c:pt>
                <c:pt idx="839">
                  <c:v>73.893187999999995</c:v>
                </c:pt>
                <c:pt idx="840">
                  <c:v>73.892685</c:v>
                </c:pt>
                <c:pt idx="841">
                  <c:v>73.894440000000003</c:v>
                </c:pt>
                <c:pt idx="842">
                  <c:v>73.900063000000003</c:v>
                </c:pt>
                <c:pt idx="843">
                  <c:v>73.905319000000006</c:v>
                </c:pt>
                <c:pt idx="844">
                  <c:v>73.910004000000001</c:v>
                </c:pt>
                <c:pt idx="845">
                  <c:v>73.918221000000003</c:v>
                </c:pt>
                <c:pt idx="846">
                  <c:v>73.926963999999998</c:v>
                </c:pt>
                <c:pt idx="847">
                  <c:v>73.934653999999995</c:v>
                </c:pt>
                <c:pt idx="848">
                  <c:v>73.934227000000007</c:v>
                </c:pt>
                <c:pt idx="849">
                  <c:v>73.924094999999994</c:v>
                </c:pt>
                <c:pt idx="850">
                  <c:v>73.903862000000004</c:v>
                </c:pt>
                <c:pt idx="851">
                  <c:v>73.876746999999995</c:v>
                </c:pt>
                <c:pt idx="852">
                  <c:v>73.849174000000005</c:v>
                </c:pt>
                <c:pt idx="853">
                  <c:v>73.826415999999995</c:v>
                </c:pt>
                <c:pt idx="854">
                  <c:v>73.806685999999999</c:v>
                </c:pt>
                <c:pt idx="855">
                  <c:v>73.784385999999998</c:v>
                </c:pt>
                <c:pt idx="856">
                  <c:v>73.759681999999998</c:v>
                </c:pt>
                <c:pt idx="857">
                  <c:v>73.736960999999994</c:v>
                </c:pt>
                <c:pt idx="858">
                  <c:v>73.714714000000001</c:v>
                </c:pt>
                <c:pt idx="859">
                  <c:v>73.693466000000001</c:v>
                </c:pt>
                <c:pt idx="860">
                  <c:v>73.672852000000006</c:v>
                </c:pt>
                <c:pt idx="861">
                  <c:v>73.651711000000006</c:v>
                </c:pt>
                <c:pt idx="862">
                  <c:v>73.629638999999997</c:v>
                </c:pt>
                <c:pt idx="863">
                  <c:v>73.606139999999996</c:v>
                </c:pt>
                <c:pt idx="864">
                  <c:v>73.582053999999999</c:v>
                </c:pt>
                <c:pt idx="865">
                  <c:v>73.555183</c:v>
                </c:pt>
                <c:pt idx="866">
                  <c:v>73.523392000000001</c:v>
                </c:pt>
                <c:pt idx="867">
                  <c:v>73.487305000000006</c:v>
                </c:pt>
                <c:pt idx="868">
                  <c:v>73.442047000000002</c:v>
                </c:pt>
                <c:pt idx="869">
                  <c:v>73.389847000000003</c:v>
                </c:pt>
                <c:pt idx="870">
                  <c:v>73.337661999999995</c:v>
                </c:pt>
                <c:pt idx="871">
                  <c:v>73.293853999999996</c:v>
                </c:pt>
                <c:pt idx="872">
                  <c:v>73.257216999999997</c:v>
                </c:pt>
                <c:pt idx="873">
                  <c:v>73.220848000000004</c:v>
                </c:pt>
                <c:pt idx="874">
                  <c:v>73.176192999999998</c:v>
                </c:pt>
                <c:pt idx="875">
                  <c:v>73.117019999999997</c:v>
                </c:pt>
                <c:pt idx="876">
                  <c:v>73.047379000000006</c:v>
                </c:pt>
                <c:pt idx="877">
                  <c:v>72.973320000000001</c:v>
                </c:pt>
                <c:pt idx="878">
                  <c:v>72.899162000000004</c:v>
                </c:pt>
                <c:pt idx="879">
                  <c:v>72.825774999999993</c:v>
                </c:pt>
                <c:pt idx="880">
                  <c:v>72.748047</c:v>
                </c:pt>
                <c:pt idx="881">
                  <c:v>72.662368999999998</c:v>
                </c:pt>
                <c:pt idx="882">
                  <c:v>72.573441000000003</c:v>
                </c:pt>
                <c:pt idx="883">
                  <c:v>72.491401999999994</c:v>
                </c:pt>
                <c:pt idx="884">
                  <c:v>72.411315999999999</c:v>
                </c:pt>
                <c:pt idx="885">
                  <c:v>72.317466999999994</c:v>
                </c:pt>
                <c:pt idx="886">
                  <c:v>72.210999000000001</c:v>
                </c:pt>
                <c:pt idx="887">
                  <c:v>72.109343999999993</c:v>
                </c:pt>
                <c:pt idx="888">
                  <c:v>72.025413999999998</c:v>
                </c:pt>
                <c:pt idx="889">
                  <c:v>71.949623000000003</c:v>
                </c:pt>
                <c:pt idx="890">
                  <c:v>71.871773000000005</c:v>
                </c:pt>
                <c:pt idx="891">
                  <c:v>71.789505000000005</c:v>
                </c:pt>
                <c:pt idx="892">
                  <c:v>71.714455000000001</c:v>
                </c:pt>
                <c:pt idx="893">
                  <c:v>71.664985999999999</c:v>
                </c:pt>
                <c:pt idx="894">
                  <c:v>71.64743</c:v>
                </c:pt>
                <c:pt idx="895">
                  <c:v>71.656379999999999</c:v>
                </c:pt>
                <c:pt idx="896">
                  <c:v>71.678443999999999</c:v>
                </c:pt>
                <c:pt idx="897">
                  <c:v>71.721039000000005</c:v>
                </c:pt>
                <c:pt idx="898">
                  <c:v>71.791388999999995</c:v>
                </c:pt>
                <c:pt idx="899">
                  <c:v>71.875220999999996</c:v>
                </c:pt>
                <c:pt idx="900">
                  <c:v>71.960144</c:v>
                </c:pt>
                <c:pt idx="901">
                  <c:v>72.041695000000004</c:v>
                </c:pt>
                <c:pt idx="902">
                  <c:v>72.126709000000005</c:v>
                </c:pt>
                <c:pt idx="903">
                  <c:v>72.210944999999995</c:v>
                </c:pt>
                <c:pt idx="904">
                  <c:v>72.294075000000007</c:v>
                </c:pt>
                <c:pt idx="905">
                  <c:v>72.377266000000006</c:v>
                </c:pt>
                <c:pt idx="906">
                  <c:v>72.449921000000003</c:v>
                </c:pt>
                <c:pt idx="907">
                  <c:v>72.515929999999997</c:v>
                </c:pt>
                <c:pt idx="908">
                  <c:v>72.573227000000003</c:v>
                </c:pt>
                <c:pt idx="909">
                  <c:v>72.621155000000002</c:v>
                </c:pt>
                <c:pt idx="910">
                  <c:v>72.674994999999996</c:v>
                </c:pt>
                <c:pt idx="911">
                  <c:v>72.728699000000006</c:v>
                </c:pt>
                <c:pt idx="912">
                  <c:v>72.766486999999998</c:v>
                </c:pt>
                <c:pt idx="913">
                  <c:v>72.787537</c:v>
                </c:pt>
                <c:pt idx="914">
                  <c:v>72.797927999999999</c:v>
                </c:pt>
                <c:pt idx="915">
                  <c:v>72.806899999999999</c:v>
                </c:pt>
                <c:pt idx="916">
                  <c:v>72.817870999999997</c:v>
                </c:pt>
                <c:pt idx="917">
                  <c:v>72.833693999999994</c:v>
                </c:pt>
                <c:pt idx="918">
                  <c:v>72.845939999999999</c:v>
                </c:pt>
                <c:pt idx="919">
                  <c:v>72.853783000000007</c:v>
                </c:pt>
                <c:pt idx="920">
                  <c:v>72.861762999999996</c:v>
                </c:pt>
                <c:pt idx="921">
                  <c:v>72.871551999999994</c:v>
                </c:pt>
                <c:pt idx="922">
                  <c:v>72.885551000000007</c:v>
                </c:pt>
                <c:pt idx="923">
                  <c:v>72.901450999999994</c:v>
                </c:pt>
                <c:pt idx="924">
                  <c:v>72.913269</c:v>
                </c:pt>
                <c:pt idx="925">
                  <c:v>72.925308000000001</c:v>
                </c:pt>
                <c:pt idx="926">
                  <c:v>72.944023000000001</c:v>
                </c:pt>
                <c:pt idx="927">
                  <c:v>72.971824999999995</c:v>
                </c:pt>
                <c:pt idx="928">
                  <c:v>73.013084000000006</c:v>
                </c:pt>
                <c:pt idx="929">
                  <c:v>73.058295999999999</c:v>
                </c:pt>
                <c:pt idx="930">
                  <c:v>73.092513999999994</c:v>
                </c:pt>
                <c:pt idx="931">
                  <c:v>73.112091000000007</c:v>
                </c:pt>
                <c:pt idx="932">
                  <c:v>73.128876000000005</c:v>
                </c:pt>
                <c:pt idx="933">
                  <c:v>73.149612000000005</c:v>
                </c:pt>
                <c:pt idx="934">
                  <c:v>73.172256000000004</c:v>
                </c:pt>
                <c:pt idx="935">
                  <c:v>73.189605999999998</c:v>
                </c:pt>
                <c:pt idx="936">
                  <c:v>73.197456000000003</c:v>
                </c:pt>
                <c:pt idx="937">
                  <c:v>73.196731999999997</c:v>
                </c:pt>
                <c:pt idx="938">
                  <c:v>73.185813999999993</c:v>
                </c:pt>
                <c:pt idx="939">
                  <c:v>73.170860000000005</c:v>
                </c:pt>
                <c:pt idx="940">
                  <c:v>73.156943999999996</c:v>
                </c:pt>
                <c:pt idx="941">
                  <c:v>73.144240999999994</c:v>
                </c:pt>
                <c:pt idx="942">
                  <c:v>73.127312000000003</c:v>
                </c:pt>
                <c:pt idx="943">
                  <c:v>73.104720999999998</c:v>
                </c:pt>
                <c:pt idx="944">
                  <c:v>73.075958</c:v>
                </c:pt>
                <c:pt idx="945">
                  <c:v>73.041320999999996</c:v>
                </c:pt>
                <c:pt idx="946">
                  <c:v>72.987930000000006</c:v>
                </c:pt>
                <c:pt idx="947">
                  <c:v>72.914589000000007</c:v>
                </c:pt>
                <c:pt idx="948">
                  <c:v>72.825705999999997</c:v>
                </c:pt>
                <c:pt idx="949">
                  <c:v>72.723022</c:v>
                </c:pt>
                <c:pt idx="950">
                  <c:v>72.612731999999994</c:v>
                </c:pt>
                <c:pt idx="951">
                  <c:v>72.496689000000003</c:v>
                </c:pt>
                <c:pt idx="952">
                  <c:v>72.380684000000002</c:v>
                </c:pt>
                <c:pt idx="953">
                  <c:v>72.271041999999994</c:v>
                </c:pt>
                <c:pt idx="954">
                  <c:v>72.177277000000004</c:v>
                </c:pt>
                <c:pt idx="955">
                  <c:v>72.110946999999996</c:v>
                </c:pt>
                <c:pt idx="956">
                  <c:v>72.062843000000001</c:v>
                </c:pt>
                <c:pt idx="957">
                  <c:v>72.016227999999998</c:v>
                </c:pt>
                <c:pt idx="958">
                  <c:v>71.963768000000002</c:v>
                </c:pt>
                <c:pt idx="959">
                  <c:v>71.904488000000001</c:v>
                </c:pt>
                <c:pt idx="960">
                  <c:v>71.838898</c:v>
                </c:pt>
                <c:pt idx="961">
                  <c:v>71.767257999999998</c:v>
                </c:pt>
                <c:pt idx="962">
                  <c:v>71.693213999999998</c:v>
                </c:pt>
                <c:pt idx="963">
                  <c:v>71.627791999999999</c:v>
                </c:pt>
                <c:pt idx="964">
                  <c:v>71.568222000000006</c:v>
                </c:pt>
                <c:pt idx="965">
                  <c:v>71.499595999999997</c:v>
                </c:pt>
                <c:pt idx="966">
                  <c:v>71.413116000000002</c:v>
                </c:pt>
                <c:pt idx="967">
                  <c:v>71.313202000000004</c:v>
                </c:pt>
                <c:pt idx="968">
                  <c:v>71.206092999999996</c:v>
                </c:pt>
                <c:pt idx="969">
                  <c:v>71.099106000000006</c:v>
                </c:pt>
                <c:pt idx="970">
                  <c:v>71.006659999999997</c:v>
                </c:pt>
                <c:pt idx="971">
                  <c:v>70.927788000000007</c:v>
                </c:pt>
                <c:pt idx="972">
                  <c:v>70.851089000000002</c:v>
                </c:pt>
                <c:pt idx="973">
                  <c:v>70.769028000000006</c:v>
                </c:pt>
                <c:pt idx="974">
                  <c:v>70.683678</c:v>
                </c:pt>
                <c:pt idx="975">
                  <c:v>70.594809999999995</c:v>
                </c:pt>
                <c:pt idx="976">
                  <c:v>70.499306000000004</c:v>
                </c:pt>
                <c:pt idx="977">
                  <c:v>70.392653999999993</c:v>
                </c:pt>
                <c:pt idx="978">
                  <c:v>70.273124999999993</c:v>
                </c:pt>
                <c:pt idx="979">
                  <c:v>70.154694000000006</c:v>
                </c:pt>
                <c:pt idx="980">
                  <c:v>70.048659999999998</c:v>
                </c:pt>
                <c:pt idx="981">
                  <c:v>69.949188000000007</c:v>
                </c:pt>
                <c:pt idx="982">
                  <c:v>69.843047999999996</c:v>
                </c:pt>
                <c:pt idx="983">
                  <c:v>69.732498000000007</c:v>
                </c:pt>
                <c:pt idx="984">
                  <c:v>69.624397000000002</c:v>
                </c:pt>
                <c:pt idx="985">
                  <c:v>69.528259000000006</c:v>
                </c:pt>
                <c:pt idx="986">
                  <c:v>69.456192000000001</c:v>
                </c:pt>
                <c:pt idx="987">
                  <c:v>69.401473999999993</c:v>
                </c:pt>
                <c:pt idx="988">
                  <c:v>69.345421000000002</c:v>
                </c:pt>
                <c:pt idx="989">
                  <c:v>69.283828999999997</c:v>
                </c:pt>
                <c:pt idx="990">
                  <c:v>69.224113000000003</c:v>
                </c:pt>
                <c:pt idx="991">
                  <c:v>69.178711000000007</c:v>
                </c:pt>
                <c:pt idx="992">
                  <c:v>69.138572999999994</c:v>
                </c:pt>
                <c:pt idx="993">
                  <c:v>69.090652000000006</c:v>
                </c:pt>
                <c:pt idx="994">
                  <c:v>69.032616000000004</c:v>
                </c:pt>
                <c:pt idx="995">
                  <c:v>68.964493000000004</c:v>
                </c:pt>
                <c:pt idx="996">
                  <c:v>68.889258999999996</c:v>
                </c:pt>
                <c:pt idx="997">
                  <c:v>68.817336999999995</c:v>
                </c:pt>
                <c:pt idx="998">
                  <c:v>68.764144999999999</c:v>
                </c:pt>
                <c:pt idx="999">
                  <c:v>68.731551999999994</c:v>
                </c:pt>
                <c:pt idx="1000">
                  <c:v>68.714211000000006</c:v>
                </c:pt>
                <c:pt idx="1001">
                  <c:v>68.702759</c:v>
                </c:pt>
                <c:pt idx="1002">
                  <c:v>68.697379999999995</c:v>
                </c:pt>
                <c:pt idx="1003">
                  <c:v>68.701248000000007</c:v>
                </c:pt>
                <c:pt idx="1004">
                  <c:v>68.709518000000003</c:v>
                </c:pt>
                <c:pt idx="1005">
                  <c:v>68.713256999999999</c:v>
                </c:pt>
                <c:pt idx="1006">
                  <c:v>68.708893000000003</c:v>
                </c:pt>
                <c:pt idx="1007">
                  <c:v>68.700699</c:v>
                </c:pt>
                <c:pt idx="1008">
                  <c:v>68.681404000000001</c:v>
                </c:pt>
                <c:pt idx="1009">
                  <c:v>68.641295999999997</c:v>
                </c:pt>
                <c:pt idx="1010">
                  <c:v>68.578979000000004</c:v>
                </c:pt>
                <c:pt idx="1011">
                  <c:v>68.495354000000006</c:v>
                </c:pt>
                <c:pt idx="1012">
                  <c:v>68.392487000000003</c:v>
                </c:pt>
                <c:pt idx="1013">
                  <c:v>68.281906000000006</c:v>
                </c:pt>
                <c:pt idx="1014">
                  <c:v>68.165122999999994</c:v>
                </c:pt>
                <c:pt idx="1015">
                  <c:v>68.045860000000005</c:v>
                </c:pt>
                <c:pt idx="1016">
                  <c:v>67.933539999999994</c:v>
                </c:pt>
                <c:pt idx="1017">
                  <c:v>67.832419999999999</c:v>
                </c:pt>
                <c:pt idx="1018">
                  <c:v>67.740905999999995</c:v>
                </c:pt>
                <c:pt idx="1019">
                  <c:v>67.659576000000001</c:v>
                </c:pt>
                <c:pt idx="1020">
                  <c:v>67.595291000000003</c:v>
                </c:pt>
                <c:pt idx="1021">
                  <c:v>67.539992999999996</c:v>
                </c:pt>
                <c:pt idx="1022">
                  <c:v>67.489517000000006</c:v>
                </c:pt>
                <c:pt idx="1023">
                  <c:v>67.452950000000001</c:v>
                </c:pt>
                <c:pt idx="1024">
                  <c:v>67.436745000000002</c:v>
                </c:pt>
                <c:pt idx="1025">
                  <c:v>67.429687999999999</c:v>
                </c:pt>
                <c:pt idx="1026">
                  <c:v>67.423446999999996</c:v>
                </c:pt>
                <c:pt idx="1027">
                  <c:v>67.416702000000001</c:v>
                </c:pt>
                <c:pt idx="1028">
                  <c:v>67.413177000000005</c:v>
                </c:pt>
                <c:pt idx="1029">
                  <c:v>67.415497000000002</c:v>
                </c:pt>
                <c:pt idx="1030">
                  <c:v>67.425231999999994</c:v>
                </c:pt>
                <c:pt idx="1031">
                  <c:v>67.437866</c:v>
                </c:pt>
                <c:pt idx="1032">
                  <c:v>67.445969000000005</c:v>
                </c:pt>
                <c:pt idx="1033">
                  <c:v>67.449707000000004</c:v>
                </c:pt>
                <c:pt idx="1034">
                  <c:v>67.451590999999993</c:v>
                </c:pt>
                <c:pt idx="1035">
                  <c:v>67.452972000000003</c:v>
                </c:pt>
                <c:pt idx="1036">
                  <c:v>67.453598</c:v>
                </c:pt>
                <c:pt idx="1037">
                  <c:v>67.451819999999998</c:v>
                </c:pt>
                <c:pt idx="1038">
                  <c:v>67.449188000000007</c:v>
                </c:pt>
                <c:pt idx="1039">
                  <c:v>67.454521</c:v>
                </c:pt>
                <c:pt idx="1040">
                  <c:v>67.465439000000003</c:v>
                </c:pt>
                <c:pt idx="1041">
                  <c:v>67.474204999999998</c:v>
                </c:pt>
                <c:pt idx="1042">
                  <c:v>67.474074999999999</c:v>
                </c:pt>
                <c:pt idx="1043">
                  <c:v>67.464134000000001</c:v>
                </c:pt>
                <c:pt idx="1044">
                  <c:v>67.452933999999999</c:v>
                </c:pt>
                <c:pt idx="1045">
                  <c:v>67.446006999999994</c:v>
                </c:pt>
                <c:pt idx="1046">
                  <c:v>67.443038999999999</c:v>
                </c:pt>
                <c:pt idx="1047">
                  <c:v>67.443404999999998</c:v>
                </c:pt>
                <c:pt idx="1048">
                  <c:v>67.448089999999993</c:v>
                </c:pt>
                <c:pt idx="1049">
                  <c:v>67.457199000000003</c:v>
                </c:pt>
                <c:pt idx="1050">
                  <c:v>67.471039000000005</c:v>
                </c:pt>
                <c:pt idx="1051">
                  <c:v>67.492737000000005</c:v>
                </c:pt>
                <c:pt idx="1052">
                  <c:v>67.512649999999994</c:v>
                </c:pt>
                <c:pt idx="1053">
                  <c:v>67.524520999999993</c:v>
                </c:pt>
                <c:pt idx="1054">
                  <c:v>67.514510999999999</c:v>
                </c:pt>
                <c:pt idx="1055">
                  <c:v>67.487350000000006</c:v>
                </c:pt>
                <c:pt idx="1056">
                  <c:v>67.447670000000002</c:v>
                </c:pt>
                <c:pt idx="1057">
                  <c:v>67.404953000000006</c:v>
                </c:pt>
                <c:pt idx="1058">
                  <c:v>67.371437</c:v>
                </c:pt>
                <c:pt idx="1059">
                  <c:v>67.351082000000005</c:v>
                </c:pt>
                <c:pt idx="1060">
                  <c:v>67.328659000000002</c:v>
                </c:pt>
                <c:pt idx="1061">
                  <c:v>67.297225999999995</c:v>
                </c:pt>
                <c:pt idx="1062">
                  <c:v>67.254608000000005</c:v>
                </c:pt>
                <c:pt idx="1063">
                  <c:v>67.198265000000006</c:v>
                </c:pt>
                <c:pt idx="1064">
                  <c:v>67.128189000000006</c:v>
                </c:pt>
                <c:pt idx="1065">
                  <c:v>67.051063999999997</c:v>
                </c:pt>
                <c:pt idx="1066">
                  <c:v>66.974853999999993</c:v>
                </c:pt>
                <c:pt idx="1067">
                  <c:v>66.901038999999997</c:v>
                </c:pt>
                <c:pt idx="1068">
                  <c:v>66.823372000000006</c:v>
                </c:pt>
                <c:pt idx="1069">
                  <c:v>66.742531</c:v>
                </c:pt>
                <c:pt idx="1070">
                  <c:v>66.662422000000007</c:v>
                </c:pt>
                <c:pt idx="1071">
                  <c:v>66.597397000000001</c:v>
                </c:pt>
                <c:pt idx="1072">
                  <c:v>66.558791999999997</c:v>
                </c:pt>
                <c:pt idx="1073">
                  <c:v>66.551070999999993</c:v>
                </c:pt>
                <c:pt idx="1074">
                  <c:v>66.553284000000005</c:v>
                </c:pt>
                <c:pt idx="1075">
                  <c:v>66.562659999999994</c:v>
                </c:pt>
                <c:pt idx="1076">
                  <c:v>66.570007000000004</c:v>
                </c:pt>
                <c:pt idx="1077">
                  <c:v>66.576346999999998</c:v>
                </c:pt>
                <c:pt idx="1078">
                  <c:v>66.584564</c:v>
                </c:pt>
                <c:pt idx="1079">
                  <c:v>66.593018000000001</c:v>
                </c:pt>
                <c:pt idx="1080">
                  <c:v>66.595909000000006</c:v>
                </c:pt>
                <c:pt idx="1081">
                  <c:v>66.587387000000007</c:v>
                </c:pt>
                <c:pt idx="1082">
                  <c:v>66.569496000000001</c:v>
                </c:pt>
                <c:pt idx="1083">
                  <c:v>66.537261999999998</c:v>
                </c:pt>
                <c:pt idx="1084">
                  <c:v>66.487601999999995</c:v>
                </c:pt>
                <c:pt idx="1085">
                  <c:v>66.421982</c:v>
                </c:pt>
                <c:pt idx="1086">
                  <c:v>66.345978000000002</c:v>
                </c:pt>
                <c:pt idx="1087">
                  <c:v>66.258499</c:v>
                </c:pt>
                <c:pt idx="1088">
                  <c:v>66.163642999999993</c:v>
                </c:pt>
                <c:pt idx="1089">
                  <c:v>66.068702999999999</c:v>
                </c:pt>
                <c:pt idx="1090">
                  <c:v>65.984047000000004</c:v>
                </c:pt>
                <c:pt idx="1091">
                  <c:v>65.914505000000005</c:v>
                </c:pt>
                <c:pt idx="1092">
                  <c:v>65.859222000000003</c:v>
                </c:pt>
                <c:pt idx="1093">
                  <c:v>65.812256000000005</c:v>
                </c:pt>
                <c:pt idx="1094">
                  <c:v>65.757750999999999</c:v>
                </c:pt>
                <c:pt idx="1095">
                  <c:v>65.689803999999995</c:v>
                </c:pt>
                <c:pt idx="1096">
                  <c:v>65.615066999999996</c:v>
                </c:pt>
                <c:pt idx="1097">
                  <c:v>65.535622000000004</c:v>
                </c:pt>
                <c:pt idx="1098">
                  <c:v>65.454880000000003</c:v>
                </c:pt>
                <c:pt idx="1099">
                  <c:v>65.368522999999996</c:v>
                </c:pt>
                <c:pt idx="1100">
                  <c:v>65.277473000000001</c:v>
                </c:pt>
                <c:pt idx="1101">
                  <c:v>65.189803999999995</c:v>
                </c:pt>
                <c:pt idx="1102">
                  <c:v>65.121132000000003</c:v>
                </c:pt>
                <c:pt idx="1103">
                  <c:v>65.075699</c:v>
                </c:pt>
                <c:pt idx="1104">
                  <c:v>65.052216000000001</c:v>
                </c:pt>
                <c:pt idx="1105">
                  <c:v>65.039894000000004</c:v>
                </c:pt>
                <c:pt idx="1106">
                  <c:v>65.028244000000001</c:v>
                </c:pt>
                <c:pt idx="1107">
                  <c:v>65.019035000000002</c:v>
                </c:pt>
                <c:pt idx="1108">
                  <c:v>65.013908000000001</c:v>
                </c:pt>
                <c:pt idx="1109">
                  <c:v>65.026236999999995</c:v>
                </c:pt>
                <c:pt idx="1110">
                  <c:v>65.047043000000002</c:v>
                </c:pt>
                <c:pt idx="1111">
                  <c:v>65.070839000000007</c:v>
                </c:pt>
                <c:pt idx="1112">
                  <c:v>65.091804999999994</c:v>
                </c:pt>
                <c:pt idx="1113">
                  <c:v>65.105461000000005</c:v>
                </c:pt>
                <c:pt idx="1114">
                  <c:v>65.114067000000006</c:v>
                </c:pt>
                <c:pt idx="1115">
                  <c:v>65.124167999999997</c:v>
                </c:pt>
                <c:pt idx="1116">
                  <c:v>65.143874999999994</c:v>
                </c:pt>
                <c:pt idx="1117">
                  <c:v>65.163314999999997</c:v>
                </c:pt>
                <c:pt idx="1118">
                  <c:v>65.165588</c:v>
                </c:pt>
                <c:pt idx="1119">
                  <c:v>65.158966000000007</c:v>
                </c:pt>
                <c:pt idx="1120">
                  <c:v>65.186927999999995</c:v>
                </c:pt>
                <c:pt idx="1121">
                  <c:v>65.204291999999995</c:v>
                </c:pt>
                <c:pt idx="1122">
                  <c:v>65.217087000000006</c:v>
                </c:pt>
                <c:pt idx="1123">
                  <c:v>65.227333000000002</c:v>
                </c:pt>
                <c:pt idx="1124">
                  <c:v>65.237808000000001</c:v>
                </c:pt>
                <c:pt idx="1125">
                  <c:v>65.248694999999998</c:v>
                </c:pt>
                <c:pt idx="1126">
                  <c:v>65.257110999999995</c:v>
                </c:pt>
                <c:pt idx="1127">
                  <c:v>65.256568999999999</c:v>
                </c:pt>
                <c:pt idx="1128">
                  <c:v>65.247528000000003</c:v>
                </c:pt>
                <c:pt idx="1129">
                  <c:v>65.236487999999994</c:v>
                </c:pt>
                <c:pt idx="1130">
                  <c:v>65.227028000000004</c:v>
                </c:pt>
                <c:pt idx="1131">
                  <c:v>65.219481999999999</c:v>
                </c:pt>
                <c:pt idx="1132">
                  <c:v>65.215294</c:v>
                </c:pt>
                <c:pt idx="1133">
                  <c:v>65.212836999999993</c:v>
                </c:pt>
                <c:pt idx="1134">
                  <c:v>65.214409000000003</c:v>
                </c:pt>
                <c:pt idx="1135">
                  <c:v>65.219215000000005</c:v>
                </c:pt>
                <c:pt idx="1136">
                  <c:v>65.225288000000006</c:v>
                </c:pt>
                <c:pt idx="1137">
                  <c:v>65.234916999999996</c:v>
                </c:pt>
                <c:pt idx="1138">
                  <c:v>65.251480000000001</c:v>
                </c:pt>
                <c:pt idx="1139">
                  <c:v>65.279007000000007</c:v>
                </c:pt>
                <c:pt idx="1140">
                  <c:v>65.313514999999995</c:v>
                </c:pt>
                <c:pt idx="1141">
                  <c:v>65.353745000000004</c:v>
                </c:pt>
                <c:pt idx="1142">
                  <c:v>65.398521000000002</c:v>
                </c:pt>
                <c:pt idx="1143">
                  <c:v>65.448791999999997</c:v>
                </c:pt>
                <c:pt idx="1144">
                  <c:v>65.504638999999997</c:v>
                </c:pt>
                <c:pt idx="1145">
                  <c:v>65.566742000000005</c:v>
                </c:pt>
                <c:pt idx="1146">
                  <c:v>65.643646000000004</c:v>
                </c:pt>
                <c:pt idx="1147">
                  <c:v>65.724029999999999</c:v>
                </c:pt>
                <c:pt idx="1148">
                  <c:v>65.797034999999994</c:v>
                </c:pt>
                <c:pt idx="1149">
                  <c:v>65.865211000000002</c:v>
                </c:pt>
                <c:pt idx="1150">
                  <c:v>65.928664999999995</c:v>
                </c:pt>
                <c:pt idx="1151">
                  <c:v>66.006607000000002</c:v>
                </c:pt>
                <c:pt idx="1152">
                  <c:v>66.108292000000006</c:v>
                </c:pt>
                <c:pt idx="1153">
                  <c:v>66.237526000000003</c:v>
                </c:pt>
                <c:pt idx="1154">
                  <c:v>66.386925000000005</c:v>
                </c:pt>
                <c:pt idx="1155">
                  <c:v>66.546576999999999</c:v>
                </c:pt>
                <c:pt idx="1156">
                  <c:v>66.700325000000007</c:v>
                </c:pt>
                <c:pt idx="1157">
                  <c:v>66.844772000000006</c:v>
                </c:pt>
                <c:pt idx="1158">
                  <c:v>66.981482999999997</c:v>
                </c:pt>
                <c:pt idx="1159">
                  <c:v>67.115516999999997</c:v>
                </c:pt>
                <c:pt idx="1160">
                  <c:v>67.249390000000005</c:v>
                </c:pt>
                <c:pt idx="1161">
                  <c:v>67.391434000000004</c:v>
                </c:pt>
                <c:pt idx="1162">
                  <c:v>67.542655999999994</c:v>
                </c:pt>
                <c:pt idx="1163">
                  <c:v>67.700546000000003</c:v>
                </c:pt>
                <c:pt idx="1164">
                  <c:v>67.861450000000005</c:v>
                </c:pt>
                <c:pt idx="1165">
                  <c:v>68.015152</c:v>
                </c:pt>
                <c:pt idx="1166">
                  <c:v>68.155708000000004</c:v>
                </c:pt>
                <c:pt idx="1167">
                  <c:v>68.286300999999995</c:v>
                </c:pt>
                <c:pt idx="1168">
                  <c:v>68.409073000000006</c:v>
                </c:pt>
                <c:pt idx="1169">
                  <c:v>68.528717</c:v>
                </c:pt>
                <c:pt idx="1170">
                  <c:v>68.652625999999998</c:v>
                </c:pt>
                <c:pt idx="1171">
                  <c:v>68.785186999999993</c:v>
                </c:pt>
                <c:pt idx="1172">
                  <c:v>68.925612999999998</c:v>
                </c:pt>
                <c:pt idx="1173">
                  <c:v>69.075119000000001</c:v>
                </c:pt>
                <c:pt idx="1174">
                  <c:v>69.251671000000002</c:v>
                </c:pt>
                <c:pt idx="1175">
                  <c:v>69.427543999999997</c:v>
                </c:pt>
                <c:pt idx="1176">
                  <c:v>69.599052</c:v>
                </c:pt>
                <c:pt idx="1177">
                  <c:v>69.765174999999999</c:v>
                </c:pt>
                <c:pt idx="1178">
                  <c:v>69.927536000000003</c:v>
                </c:pt>
                <c:pt idx="1179">
                  <c:v>70.092865000000003</c:v>
                </c:pt>
                <c:pt idx="1180">
                  <c:v>70.257194999999996</c:v>
                </c:pt>
                <c:pt idx="1181">
                  <c:v>70.408896999999996</c:v>
                </c:pt>
                <c:pt idx="1182">
                  <c:v>70.537070999999997</c:v>
                </c:pt>
                <c:pt idx="1183">
                  <c:v>70.642707999999999</c:v>
                </c:pt>
                <c:pt idx="1184">
                  <c:v>70.728706000000003</c:v>
                </c:pt>
                <c:pt idx="1185">
                  <c:v>70.803130999999993</c:v>
                </c:pt>
                <c:pt idx="1186">
                  <c:v>70.867690999999994</c:v>
                </c:pt>
                <c:pt idx="1187">
                  <c:v>70.927352999999997</c:v>
                </c:pt>
                <c:pt idx="1188">
                  <c:v>70.978461999999993</c:v>
                </c:pt>
                <c:pt idx="1189">
                  <c:v>71.026657</c:v>
                </c:pt>
                <c:pt idx="1190">
                  <c:v>71.071579</c:v>
                </c:pt>
                <c:pt idx="1191">
                  <c:v>71.112410999999994</c:v>
                </c:pt>
                <c:pt idx="1192">
                  <c:v>71.152457999999996</c:v>
                </c:pt>
                <c:pt idx="1193">
                  <c:v>71.187766999999994</c:v>
                </c:pt>
                <c:pt idx="1194">
                  <c:v>71.213661000000002</c:v>
                </c:pt>
                <c:pt idx="1195">
                  <c:v>71.223243999999994</c:v>
                </c:pt>
                <c:pt idx="1196">
                  <c:v>71.219879000000006</c:v>
                </c:pt>
                <c:pt idx="1197">
                  <c:v>71.204162999999994</c:v>
                </c:pt>
                <c:pt idx="1198">
                  <c:v>71.175467999999995</c:v>
                </c:pt>
                <c:pt idx="1199">
                  <c:v>71.145454000000001</c:v>
                </c:pt>
                <c:pt idx="1200">
                  <c:v>71.118545999999995</c:v>
                </c:pt>
                <c:pt idx="1201">
                  <c:v>71.092078999999998</c:v>
                </c:pt>
                <c:pt idx="1202">
                  <c:v>71.078841999999995</c:v>
                </c:pt>
                <c:pt idx="1203">
                  <c:v>71.088249000000005</c:v>
                </c:pt>
                <c:pt idx="1204">
                  <c:v>71.115166000000002</c:v>
                </c:pt>
                <c:pt idx="1205">
                  <c:v>71.144737000000006</c:v>
                </c:pt>
                <c:pt idx="1206">
                  <c:v>71.179885999999996</c:v>
                </c:pt>
                <c:pt idx="1207">
                  <c:v>71.205589000000003</c:v>
                </c:pt>
                <c:pt idx="1208">
                  <c:v>71.231162999999995</c:v>
                </c:pt>
                <c:pt idx="1209">
                  <c:v>71.250427000000002</c:v>
                </c:pt>
                <c:pt idx="1210">
                  <c:v>71.260384000000002</c:v>
                </c:pt>
                <c:pt idx="1211">
                  <c:v>71.258529999999993</c:v>
                </c:pt>
                <c:pt idx="1212">
                  <c:v>71.245666999999997</c:v>
                </c:pt>
                <c:pt idx="1213">
                  <c:v>71.224013999999997</c:v>
                </c:pt>
                <c:pt idx="1214">
                  <c:v>71.190398999999999</c:v>
                </c:pt>
                <c:pt idx="1215">
                  <c:v>71.149635000000004</c:v>
                </c:pt>
                <c:pt idx="1216">
                  <c:v>71.109466999999995</c:v>
                </c:pt>
                <c:pt idx="1217">
                  <c:v>71.073493999999997</c:v>
                </c:pt>
                <c:pt idx="1218">
                  <c:v>71.045471000000006</c:v>
                </c:pt>
                <c:pt idx="1219">
                  <c:v>71.018967000000004</c:v>
                </c:pt>
                <c:pt idx="1220">
                  <c:v>70.988883999999999</c:v>
                </c:pt>
                <c:pt idx="1221">
                  <c:v>70.965003999999993</c:v>
                </c:pt>
                <c:pt idx="1222">
                  <c:v>70.953093999999993</c:v>
                </c:pt>
                <c:pt idx="1223">
                  <c:v>70.952042000000006</c:v>
                </c:pt>
                <c:pt idx="1224">
                  <c:v>70.963607999999994</c:v>
                </c:pt>
                <c:pt idx="1225">
                  <c:v>71.005591999999993</c:v>
                </c:pt>
                <c:pt idx="1226">
                  <c:v>71.070435000000003</c:v>
                </c:pt>
                <c:pt idx="1227">
                  <c:v>71.144240999999994</c:v>
                </c:pt>
                <c:pt idx="1228">
                  <c:v>71.220817999999994</c:v>
                </c:pt>
                <c:pt idx="1229">
                  <c:v>71.287009999999995</c:v>
                </c:pt>
                <c:pt idx="1230">
                  <c:v>71.342155000000005</c:v>
                </c:pt>
                <c:pt idx="1231">
                  <c:v>71.392585999999994</c:v>
                </c:pt>
                <c:pt idx="1232">
                  <c:v>71.428595999999999</c:v>
                </c:pt>
                <c:pt idx="1233">
                  <c:v>71.441047999999995</c:v>
                </c:pt>
                <c:pt idx="1234">
                  <c:v>71.422866999999997</c:v>
                </c:pt>
                <c:pt idx="1235">
                  <c:v>71.383681999999993</c:v>
                </c:pt>
                <c:pt idx="1236">
                  <c:v>71.337135000000004</c:v>
                </c:pt>
                <c:pt idx="1237">
                  <c:v>71.289863999999994</c:v>
                </c:pt>
                <c:pt idx="1238">
                  <c:v>71.245506000000006</c:v>
                </c:pt>
                <c:pt idx="1239">
                  <c:v>71.212051000000002</c:v>
                </c:pt>
                <c:pt idx="1240">
                  <c:v>71.191162000000006</c:v>
                </c:pt>
                <c:pt idx="1241">
                  <c:v>71.180526999999998</c:v>
                </c:pt>
                <c:pt idx="1242">
                  <c:v>71.174706</c:v>
                </c:pt>
                <c:pt idx="1243">
                  <c:v>71.168892</c:v>
                </c:pt>
                <c:pt idx="1244">
                  <c:v>71.164551000000003</c:v>
                </c:pt>
                <c:pt idx="1245">
                  <c:v>71.162650999999997</c:v>
                </c:pt>
                <c:pt idx="1246">
                  <c:v>71.161445999999998</c:v>
                </c:pt>
                <c:pt idx="1247">
                  <c:v>71.164046999999997</c:v>
                </c:pt>
                <c:pt idx="1248">
                  <c:v>71.173171999999994</c:v>
                </c:pt>
                <c:pt idx="1249">
                  <c:v>71.192169000000007</c:v>
                </c:pt>
                <c:pt idx="1250">
                  <c:v>71.218742000000006</c:v>
                </c:pt>
                <c:pt idx="1251">
                  <c:v>71.242797999999993</c:v>
                </c:pt>
                <c:pt idx="1252">
                  <c:v>71.256645000000006</c:v>
                </c:pt>
                <c:pt idx="1253">
                  <c:v>71.247107999999997</c:v>
                </c:pt>
                <c:pt idx="1254">
                  <c:v>71.219420999999997</c:v>
                </c:pt>
                <c:pt idx="1255">
                  <c:v>71.186272000000002</c:v>
                </c:pt>
                <c:pt idx="1256">
                  <c:v>71.144813999999997</c:v>
                </c:pt>
                <c:pt idx="1257">
                  <c:v>71.094391000000002</c:v>
                </c:pt>
                <c:pt idx="1258">
                  <c:v>71.045974999999999</c:v>
                </c:pt>
                <c:pt idx="1259">
                  <c:v>71.005615000000006</c:v>
                </c:pt>
                <c:pt idx="1260">
                  <c:v>70.966330999999997</c:v>
                </c:pt>
                <c:pt idx="1261">
                  <c:v>70.927634999999995</c:v>
                </c:pt>
                <c:pt idx="1262">
                  <c:v>70.879470999999995</c:v>
                </c:pt>
                <c:pt idx="1263">
                  <c:v>70.827065000000005</c:v>
                </c:pt>
                <c:pt idx="1264">
                  <c:v>70.771996000000001</c:v>
                </c:pt>
                <c:pt idx="1265">
                  <c:v>70.713310000000007</c:v>
                </c:pt>
                <c:pt idx="1266">
                  <c:v>70.654555999999999</c:v>
                </c:pt>
                <c:pt idx="1267">
                  <c:v>70.578888000000006</c:v>
                </c:pt>
                <c:pt idx="1268">
                  <c:v>70.509299999999996</c:v>
                </c:pt>
                <c:pt idx="1269">
                  <c:v>70.435721999999998</c:v>
                </c:pt>
                <c:pt idx="1270">
                  <c:v>70.366187999999994</c:v>
                </c:pt>
                <c:pt idx="1271">
                  <c:v>70.291206000000003</c:v>
                </c:pt>
                <c:pt idx="1272">
                  <c:v>70.217788999999996</c:v>
                </c:pt>
                <c:pt idx="1273">
                  <c:v>70.159415999999993</c:v>
                </c:pt>
                <c:pt idx="1274">
                  <c:v>70.121544</c:v>
                </c:pt>
                <c:pt idx="1275">
                  <c:v>70.086594000000005</c:v>
                </c:pt>
                <c:pt idx="1276">
                  <c:v>70.045586</c:v>
                </c:pt>
                <c:pt idx="1277">
                  <c:v>69.998772000000002</c:v>
                </c:pt>
                <c:pt idx="1278">
                  <c:v>69.956283999999997</c:v>
                </c:pt>
                <c:pt idx="1279">
                  <c:v>69.919556</c:v>
                </c:pt>
                <c:pt idx="1280">
                  <c:v>69.888953999999998</c:v>
                </c:pt>
                <c:pt idx="1281">
                  <c:v>69.857803000000004</c:v>
                </c:pt>
                <c:pt idx="1282">
                  <c:v>69.829155</c:v>
                </c:pt>
                <c:pt idx="1283">
                  <c:v>69.80471</c:v>
                </c:pt>
                <c:pt idx="1284">
                  <c:v>69.790229999999994</c:v>
                </c:pt>
                <c:pt idx="1285">
                  <c:v>69.782416999999995</c:v>
                </c:pt>
                <c:pt idx="1286">
                  <c:v>69.774878999999999</c:v>
                </c:pt>
                <c:pt idx="1287">
                  <c:v>69.769264000000007</c:v>
                </c:pt>
                <c:pt idx="1288">
                  <c:v>69.769005000000007</c:v>
                </c:pt>
                <c:pt idx="1289">
                  <c:v>69.775345000000002</c:v>
                </c:pt>
                <c:pt idx="1290">
                  <c:v>69.785865999999999</c:v>
                </c:pt>
                <c:pt idx="1291">
                  <c:v>69.794769000000002</c:v>
                </c:pt>
                <c:pt idx="1292">
                  <c:v>69.797522999999998</c:v>
                </c:pt>
                <c:pt idx="1293">
                  <c:v>69.802436999999998</c:v>
                </c:pt>
                <c:pt idx="1294">
                  <c:v>69.805695</c:v>
                </c:pt>
                <c:pt idx="1295">
                  <c:v>69.793137000000002</c:v>
                </c:pt>
                <c:pt idx="1296">
                  <c:v>69.766891000000001</c:v>
                </c:pt>
                <c:pt idx="1297">
                  <c:v>69.732947999999993</c:v>
                </c:pt>
                <c:pt idx="1298">
                  <c:v>69.697013999999996</c:v>
                </c:pt>
                <c:pt idx="1299">
                  <c:v>69.662064000000001</c:v>
                </c:pt>
                <c:pt idx="1300">
                  <c:v>69.629661999999996</c:v>
                </c:pt>
                <c:pt idx="1301">
                  <c:v>69.600928999999994</c:v>
                </c:pt>
                <c:pt idx="1302">
                  <c:v>69.579268999999996</c:v>
                </c:pt>
                <c:pt idx="1303">
                  <c:v>69.570839000000007</c:v>
                </c:pt>
                <c:pt idx="1304">
                  <c:v>69.581467000000004</c:v>
                </c:pt>
                <c:pt idx="1305">
                  <c:v>69.607360999999997</c:v>
                </c:pt>
                <c:pt idx="1306">
                  <c:v>69.640747000000005</c:v>
                </c:pt>
                <c:pt idx="1307">
                  <c:v>69.667441999999994</c:v>
                </c:pt>
                <c:pt idx="1308">
                  <c:v>69.691376000000005</c:v>
                </c:pt>
                <c:pt idx="1309">
                  <c:v>69.713927999999996</c:v>
                </c:pt>
                <c:pt idx="1310">
                  <c:v>69.736732000000003</c:v>
                </c:pt>
                <c:pt idx="1311">
                  <c:v>69.775054999999995</c:v>
                </c:pt>
                <c:pt idx="1312">
                  <c:v>69.832001000000005</c:v>
                </c:pt>
                <c:pt idx="1313">
                  <c:v>69.902884999999998</c:v>
                </c:pt>
                <c:pt idx="1314">
                  <c:v>69.984367000000006</c:v>
                </c:pt>
                <c:pt idx="1315">
                  <c:v>70.080810999999997</c:v>
                </c:pt>
                <c:pt idx="1316">
                  <c:v>70.191474999999997</c:v>
                </c:pt>
                <c:pt idx="1317">
                  <c:v>70.308768999999998</c:v>
                </c:pt>
                <c:pt idx="1318">
                  <c:v>70.429039000000003</c:v>
                </c:pt>
                <c:pt idx="1319">
                  <c:v>70.544951999999995</c:v>
                </c:pt>
                <c:pt idx="1320">
                  <c:v>70.646895999999998</c:v>
                </c:pt>
                <c:pt idx="1321">
                  <c:v>70.745270000000005</c:v>
                </c:pt>
                <c:pt idx="1322">
                  <c:v>70.841269999999994</c:v>
                </c:pt>
                <c:pt idx="1323">
                  <c:v>70.926261999999994</c:v>
                </c:pt>
                <c:pt idx="1324">
                  <c:v>71.005272000000005</c:v>
                </c:pt>
                <c:pt idx="1325">
                  <c:v>71.074828999999994</c:v>
                </c:pt>
                <c:pt idx="1326">
                  <c:v>71.135979000000006</c:v>
                </c:pt>
                <c:pt idx="1327">
                  <c:v>71.194678999999994</c:v>
                </c:pt>
                <c:pt idx="1328">
                  <c:v>71.255981000000006</c:v>
                </c:pt>
                <c:pt idx="1329">
                  <c:v>71.331374999999994</c:v>
                </c:pt>
                <c:pt idx="1330">
                  <c:v>71.426002999999994</c:v>
                </c:pt>
                <c:pt idx="1331">
                  <c:v>71.532227000000006</c:v>
                </c:pt>
                <c:pt idx="1332">
                  <c:v>71.638664000000006</c:v>
                </c:pt>
                <c:pt idx="1333">
                  <c:v>71.739044000000007</c:v>
                </c:pt>
                <c:pt idx="1334">
                  <c:v>71.831740999999994</c:v>
                </c:pt>
                <c:pt idx="1335">
                  <c:v>71.916634000000002</c:v>
                </c:pt>
                <c:pt idx="1336">
                  <c:v>71.999770999999996</c:v>
                </c:pt>
                <c:pt idx="1337">
                  <c:v>72.088638000000003</c:v>
                </c:pt>
                <c:pt idx="1338">
                  <c:v>72.185203999999999</c:v>
                </c:pt>
                <c:pt idx="1339">
                  <c:v>72.285659999999993</c:v>
                </c:pt>
                <c:pt idx="1340">
                  <c:v>72.396827999999999</c:v>
                </c:pt>
                <c:pt idx="1341">
                  <c:v>72.518326000000002</c:v>
                </c:pt>
                <c:pt idx="1342">
                  <c:v>72.648787999999996</c:v>
                </c:pt>
                <c:pt idx="1343">
                  <c:v>72.785483999999997</c:v>
                </c:pt>
                <c:pt idx="1344">
                  <c:v>72.932472000000004</c:v>
                </c:pt>
                <c:pt idx="1345">
                  <c:v>73.084586999999999</c:v>
                </c:pt>
                <c:pt idx="1346">
                  <c:v>73.234961999999996</c:v>
                </c:pt>
                <c:pt idx="1347">
                  <c:v>73.387862999999996</c:v>
                </c:pt>
                <c:pt idx="1348">
                  <c:v>73.537719999999993</c:v>
                </c:pt>
                <c:pt idx="1349">
                  <c:v>73.672568999999996</c:v>
                </c:pt>
                <c:pt idx="1350">
                  <c:v>73.791435000000007</c:v>
                </c:pt>
                <c:pt idx="1351">
                  <c:v>73.903969000000004</c:v>
                </c:pt>
                <c:pt idx="1352">
                  <c:v>74.018958999999995</c:v>
                </c:pt>
                <c:pt idx="1353">
                  <c:v>74.137450999999999</c:v>
                </c:pt>
                <c:pt idx="1354">
                  <c:v>74.261512999999994</c:v>
                </c:pt>
                <c:pt idx="1355">
                  <c:v>74.386223000000001</c:v>
                </c:pt>
                <c:pt idx="1356">
                  <c:v>74.501389000000003</c:v>
                </c:pt>
                <c:pt idx="1357">
                  <c:v>74.615844999999993</c:v>
                </c:pt>
                <c:pt idx="1358">
                  <c:v>74.738602</c:v>
                </c:pt>
                <c:pt idx="1359">
                  <c:v>74.857574</c:v>
                </c:pt>
                <c:pt idx="1360">
                  <c:v>74.965987999999996</c:v>
                </c:pt>
                <c:pt idx="1361">
                  <c:v>75.065665999999993</c:v>
                </c:pt>
                <c:pt idx="1362">
                  <c:v>75.157416999999995</c:v>
                </c:pt>
                <c:pt idx="1363">
                  <c:v>75.240097000000006</c:v>
                </c:pt>
                <c:pt idx="1364">
                  <c:v>75.315826000000001</c:v>
                </c:pt>
                <c:pt idx="1365">
                  <c:v>75.381682999999995</c:v>
                </c:pt>
                <c:pt idx="1366">
                  <c:v>75.440887000000004</c:v>
                </c:pt>
                <c:pt idx="1367">
                  <c:v>75.497428999999997</c:v>
                </c:pt>
                <c:pt idx="1368">
                  <c:v>75.552002000000002</c:v>
                </c:pt>
                <c:pt idx="1369">
                  <c:v>75.605994999999993</c:v>
                </c:pt>
                <c:pt idx="1370">
                  <c:v>75.663360999999995</c:v>
                </c:pt>
                <c:pt idx="1371">
                  <c:v>75.728188000000003</c:v>
                </c:pt>
                <c:pt idx="1372">
                  <c:v>75.797859000000003</c:v>
                </c:pt>
                <c:pt idx="1373">
                  <c:v>75.864479000000003</c:v>
                </c:pt>
                <c:pt idx="1374">
                  <c:v>75.921654000000004</c:v>
                </c:pt>
                <c:pt idx="1375">
                  <c:v>75.976333999999994</c:v>
                </c:pt>
                <c:pt idx="1376">
                  <c:v>76.032668999999999</c:v>
                </c:pt>
                <c:pt idx="1377">
                  <c:v>76.094573999999994</c:v>
                </c:pt>
                <c:pt idx="1378">
                  <c:v>76.173378</c:v>
                </c:pt>
                <c:pt idx="1379">
                  <c:v>76.260138999999995</c:v>
                </c:pt>
                <c:pt idx="1380">
                  <c:v>76.334900000000005</c:v>
                </c:pt>
                <c:pt idx="1381">
                  <c:v>76.406768999999997</c:v>
                </c:pt>
                <c:pt idx="1382">
                  <c:v>76.46772</c:v>
                </c:pt>
                <c:pt idx="1383">
                  <c:v>76.526664999999994</c:v>
                </c:pt>
                <c:pt idx="1384">
                  <c:v>76.587883000000005</c:v>
                </c:pt>
                <c:pt idx="1385">
                  <c:v>76.649635000000004</c:v>
                </c:pt>
                <c:pt idx="1386">
                  <c:v>76.708679000000004</c:v>
                </c:pt>
                <c:pt idx="1387">
                  <c:v>76.768196000000003</c:v>
                </c:pt>
                <c:pt idx="1388">
                  <c:v>76.827217000000005</c:v>
                </c:pt>
                <c:pt idx="1389">
                  <c:v>76.888251999999994</c:v>
                </c:pt>
                <c:pt idx="1390">
                  <c:v>76.951042000000001</c:v>
                </c:pt>
                <c:pt idx="1391">
                  <c:v>77.014114000000006</c:v>
                </c:pt>
                <c:pt idx="1392">
                  <c:v>77.078048999999993</c:v>
                </c:pt>
                <c:pt idx="1393">
                  <c:v>77.142204000000007</c:v>
                </c:pt>
                <c:pt idx="1394">
                  <c:v>77.210387999999995</c:v>
                </c:pt>
                <c:pt idx="1395">
                  <c:v>77.291222000000005</c:v>
                </c:pt>
                <c:pt idx="1396">
                  <c:v>77.391746999999995</c:v>
                </c:pt>
                <c:pt idx="1397">
                  <c:v>77.512810000000002</c:v>
                </c:pt>
                <c:pt idx="1398">
                  <c:v>77.650490000000005</c:v>
                </c:pt>
                <c:pt idx="1399">
                  <c:v>77.798575999999997</c:v>
                </c:pt>
                <c:pt idx="1400">
                  <c:v>77.948684999999998</c:v>
                </c:pt>
                <c:pt idx="1401">
                  <c:v>78.097999999999999</c:v>
                </c:pt>
                <c:pt idx="1402">
                  <c:v>78.251648000000003</c:v>
                </c:pt>
                <c:pt idx="1403">
                  <c:v>78.402145000000004</c:v>
                </c:pt>
                <c:pt idx="1404">
                  <c:v>78.547843999999998</c:v>
                </c:pt>
                <c:pt idx="1405">
                  <c:v>78.693862999999993</c:v>
                </c:pt>
                <c:pt idx="1406">
                  <c:v>78.839248999999995</c:v>
                </c:pt>
                <c:pt idx="1407">
                  <c:v>78.972206</c:v>
                </c:pt>
                <c:pt idx="1408">
                  <c:v>79.088341</c:v>
                </c:pt>
                <c:pt idx="1409">
                  <c:v>79.191681000000003</c:v>
                </c:pt>
                <c:pt idx="1410">
                  <c:v>79.294212000000002</c:v>
                </c:pt>
                <c:pt idx="1411">
                  <c:v>79.403191000000007</c:v>
                </c:pt>
                <c:pt idx="1412">
                  <c:v>79.52449</c:v>
                </c:pt>
                <c:pt idx="1413">
                  <c:v>79.647614000000004</c:v>
                </c:pt>
                <c:pt idx="1414">
                  <c:v>79.758133000000001</c:v>
                </c:pt>
                <c:pt idx="1415">
                  <c:v>79.854729000000006</c:v>
                </c:pt>
                <c:pt idx="1416">
                  <c:v>79.943398000000002</c:v>
                </c:pt>
                <c:pt idx="1417">
                  <c:v>80.037987000000001</c:v>
                </c:pt>
                <c:pt idx="1418">
                  <c:v>80.142821999999995</c:v>
                </c:pt>
                <c:pt idx="1419">
                  <c:v>80.251204999999999</c:v>
                </c:pt>
                <c:pt idx="1420">
                  <c:v>80.353415999999996</c:v>
                </c:pt>
                <c:pt idx="1421">
                  <c:v>80.443603999999993</c:v>
                </c:pt>
                <c:pt idx="1422">
                  <c:v>80.520042000000004</c:v>
                </c:pt>
                <c:pt idx="1423">
                  <c:v>80.586830000000006</c:v>
                </c:pt>
                <c:pt idx="1424">
                  <c:v>80.643378999999996</c:v>
                </c:pt>
                <c:pt idx="1425">
                  <c:v>80.693038999999999</c:v>
                </c:pt>
                <c:pt idx="1426">
                  <c:v>80.743392999999998</c:v>
                </c:pt>
                <c:pt idx="1427">
                  <c:v>80.796188000000001</c:v>
                </c:pt>
                <c:pt idx="1428">
                  <c:v>80.853638000000004</c:v>
                </c:pt>
                <c:pt idx="1429">
                  <c:v>80.913345000000007</c:v>
                </c:pt>
                <c:pt idx="1430">
                  <c:v>80.979957999999996</c:v>
                </c:pt>
                <c:pt idx="1431">
                  <c:v>81.060524000000001</c:v>
                </c:pt>
                <c:pt idx="1432">
                  <c:v>81.148109000000005</c:v>
                </c:pt>
                <c:pt idx="1433">
                  <c:v>81.241325000000003</c:v>
                </c:pt>
                <c:pt idx="1434">
                  <c:v>81.337547000000001</c:v>
                </c:pt>
                <c:pt idx="1435">
                  <c:v>81.436104</c:v>
                </c:pt>
                <c:pt idx="1436">
                  <c:v>81.52758</c:v>
                </c:pt>
                <c:pt idx="1437">
                  <c:v>81.604506999999998</c:v>
                </c:pt>
                <c:pt idx="1438">
                  <c:v>81.669876000000002</c:v>
                </c:pt>
                <c:pt idx="1439">
                  <c:v>81.731032999999996</c:v>
                </c:pt>
                <c:pt idx="1440">
                  <c:v>81.776938999999999</c:v>
                </c:pt>
                <c:pt idx="1441">
                  <c:v>81.811133999999996</c:v>
                </c:pt>
                <c:pt idx="1442">
                  <c:v>81.838272000000003</c:v>
                </c:pt>
                <c:pt idx="1443">
                  <c:v>81.865302999999997</c:v>
                </c:pt>
                <c:pt idx="1444">
                  <c:v>81.890181999999996</c:v>
                </c:pt>
                <c:pt idx="1445">
                  <c:v>81.910706000000005</c:v>
                </c:pt>
                <c:pt idx="1446">
                  <c:v>81.933655000000002</c:v>
                </c:pt>
                <c:pt idx="1447">
                  <c:v>81.965477000000007</c:v>
                </c:pt>
                <c:pt idx="1448">
                  <c:v>82.004493999999994</c:v>
                </c:pt>
                <c:pt idx="1449">
                  <c:v>82.048446999999996</c:v>
                </c:pt>
                <c:pt idx="1450">
                  <c:v>82.096680000000006</c:v>
                </c:pt>
                <c:pt idx="1451">
                  <c:v>82.146904000000006</c:v>
                </c:pt>
                <c:pt idx="1452">
                  <c:v>82.198936000000003</c:v>
                </c:pt>
                <c:pt idx="1453">
                  <c:v>82.257476999999994</c:v>
                </c:pt>
                <c:pt idx="1454">
                  <c:v>82.320723999999998</c:v>
                </c:pt>
                <c:pt idx="1455">
                  <c:v>82.385589999999993</c:v>
                </c:pt>
                <c:pt idx="1456">
                  <c:v>82.448920999999999</c:v>
                </c:pt>
                <c:pt idx="1457">
                  <c:v>82.510047999999998</c:v>
                </c:pt>
                <c:pt idx="1458">
                  <c:v>82.570510999999996</c:v>
                </c:pt>
                <c:pt idx="1459">
                  <c:v>82.628951999999998</c:v>
                </c:pt>
                <c:pt idx="1460">
                  <c:v>82.680305000000004</c:v>
                </c:pt>
                <c:pt idx="1461">
                  <c:v>82.721610999999996</c:v>
                </c:pt>
                <c:pt idx="1462">
                  <c:v>82.754219000000006</c:v>
                </c:pt>
                <c:pt idx="1463">
                  <c:v>82.792350999999996</c:v>
                </c:pt>
                <c:pt idx="1464">
                  <c:v>82.839661000000007</c:v>
                </c:pt>
                <c:pt idx="1465">
                  <c:v>82.888390000000001</c:v>
                </c:pt>
                <c:pt idx="1466">
                  <c:v>82.935516000000007</c:v>
                </c:pt>
                <c:pt idx="1467">
                  <c:v>82.983176999999998</c:v>
                </c:pt>
                <c:pt idx="1468">
                  <c:v>83.033423999999997</c:v>
                </c:pt>
                <c:pt idx="1469">
                  <c:v>83.083297999999999</c:v>
                </c:pt>
                <c:pt idx="1470">
                  <c:v>83.123206999999994</c:v>
                </c:pt>
                <c:pt idx="1471">
                  <c:v>83.155593999999994</c:v>
                </c:pt>
                <c:pt idx="1472">
                  <c:v>83.190002000000007</c:v>
                </c:pt>
                <c:pt idx="1473">
                  <c:v>83.225250000000003</c:v>
                </c:pt>
                <c:pt idx="1474">
                  <c:v>83.262321</c:v>
                </c:pt>
                <c:pt idx="1475">
                  <c:v>83.300644000000005</c:v>
                </c:pt>
                <c:pt idx="1476">
                  <c:v>83.341125000000005</c:v>
                </c:pt>
                <c:pt idx="1477">
                  <c:v>83.379608000000005</c:v>
                </c:pt>
                <c:pt idx="1478">
                  <c:v>83.413657999999998</c:v>
                </c:pt>
                <c:pt idx="1479">
                  <c:v>83.445442</c:v>
                </c:pt>
                <c:pt idx="1480">
                  <c:v>83.467331000000001</c:v>
                </c:pt>
                <c:pt idx="1481">
                  <c:v>83.483672999999996</c:v>
                </c:pt>
                <c:pt idx="1482">
                  <c:v>83.503051999999997</c:v>
                </c:pt>
                <c:pt idx="1483">
                  <c:v>83.531570000000002</c:v>
                </c:pt>
                <c:pt idx="1484">
                  <c:v>83.571647999999996</c:v>
                </c:pt>
                <c:pt idx="1485">
                  <c:v>83.617912000000004</c:v>
                </c:pt>
                <c:pt idx="1486">
                  <c:v>83.656525000000002</c:v>
                </c:pt>
                <c:pt idx="1487">
                  <c:v>83.680862000000005</c:v>
                </c:pt>
                <c:pt idx="1488">
                  <c:v>83.697342000000006</c:v>
                </c:pt>
                <c:pt idx="1489">
                  <c:v>83.707358999999997</c:v>
                </c:pt>
                <c:pt idx="1490">
                  <c:v>83.710944999999995</c:v>
                </c:pt>
                <c:pt idx="1491">
                  <c:v>83.704559000000003</c:v>
                </c:pt>
                <c:pt idx="1492">
                  <c:v>83.689048999999997</c:v>
                </c:pt>
                <c:pt idx="1493">
                  <c:v>83.675231999999994</c:v>
                </c:pt>
                <c:pt idx="1494">
                  <c:v>83.663971000000004</c:v>
                </c:pt>
                <c:pt idx="1495">
                  <c:v>83.644081</c:v>
                </c:pt>
                <c:pt idx="1496">
                  <c:v>83.607253999999998</c:v>
                </c:pt>
                <c:pt idx="1497">
                  <c:v>83.558600999999996</c:v>
                </c:pt>
                <c:pt idx="1498">
                  <c:v>83.512787000000003</c:v>
                </c:pt>
                <c:pt idx="1499">
                  <c:v>83.472838999999993</c:v>
                </c:pt>
                <c:pt idx="1500">
                  <c:v>83.435126999999994</c:v>
                </c:pt>
                <c:pt idx="1501">
                  <c:v>83.395988000000003</c:v>
                </c:pt>
                <c:pt idx="1502">
                  <c:v>83.356048999999999</c:v>
                </c:pt>
                <c:pt idx="1503">
                  <c:v>83.317100999999994</c:v>
                </c:pt>
                <c:pt idx="1504">
                  <c:v>83.285499999999999</c:v>
                </c:pt>
                <c:pt idx="1505">
                  <c:v>83.267487000000003</c:v>
                </c:pt>
                <c:pt idx="1506">
                  <c:v>83.261619999999994</c:v>
                </c:pt>
                <c:pt idx="1507">
                  <c:v>83.261864000000003</c:v>
                </c:pt>
                <c:pt idx="1508">
                  <c:v>83.259299999999996</c:v>
                </c:pt>
                <c:pt idx="1509">
                  <c:v>83.258194000000003</c:v>
                </c:pt>
                <c:pt idx="1510">
                  <c:v>83.267914000000005</c:v>
                </c:pt>
                <c:pt idx="1511">
                  <c:v>83.295410000000004</c:v>
                </c:pt>
                <c:pt idx="1512">
                  <c:v>83.331023999999999</c:v>
                </c:pt>
                <c:pt idx="1513">
                  <c:v>83.373069999999998</c:v>
                </c:pt>
                <c:pt idx="1514">
                  <c:v>83.420058999999995</c:v>
                </c:pt>
                <c:pt idx="1515">
                  <c:v>83.475632000000004</c:v>
                </c:pt>
                <c:pt idx="1516">
                  <c:v>83.535622000000004</c:v>
                </c:pt>
                <c:pt idx="1517">
                  <c:v>83.589889999999997</c:v>
                </c:pt>
                <c:pt idx="1518">
                  <c:v>83.643257000000006</c:v>
                </c:pt>
                <c:pt idx="1519">
                  <c:v>83.699889999999996</c:v>
                </c:pt>
                <c:pt idx="1520">
                  <c:v>83.762649999999994</c:v>
                </c:pt>
                <c:pt idx="1521">
                  <c:v>83.833129999999997</c:v>
                </c:pt>
                <c:pt idx="1522">
                  <c:v>83.909401000000003</c:v>
                </c:pt>
                <c:pt idx="1523">
                  <c:v>83.985930999999994</c:v>
                </c:pt>
                <c:pt idx="1524">
                  <c:v>84.061638000000002</c:v>
                </c:pt>
                <c:pt idx="1525">
                  <c:v>84.130508000000006</c:v>
                </c:pt>
                <c:pt idx="1526">
                  <c:v>84.195335</c:v>
                </c:pt>
                <c:pt idx="1527">
                  <c:v>84.258842000000001</c:v>
                </c:pt>
                <c:pt idx="1528">
                  <c:v>84.326935000000006</c:v>
                </c:pt>
                <c:pt idx="1529">
                  <c:v>84.407829000000007</c:v>
                </c:pt>
                <c:pt idx="1530">
                  <c:v>84.495827000000006</c:v>
                </c:pt>
                <c:pt idx="1531">
                  <c:v>84.581787000000006</c:v>
                </c:pt>
                <c:pt idx="1532">
                  <c:v>84.656600999999995</c:v>
                </c:pt>
                <c:pt idx="1533">
                  <c:v>84.720305999999994</c:v>
                </c:pt>
                <c:pt idx="1534">
                  <c:v>84.787903</c:v>
                </c:pt>
                <c:pt idx="1535">
                  <c:v>84.865707</c:v>
                </c:pt>
                <c:pt idx="1536">
                  <c:v>84.956519999999998</c:v>
                </c:pt>
                <c:pt idx="1537">
                  <c:v>85.058952000000005</c:v>
                </c:pt>
                <c:pt idx="1538">
                  <c:v>85.161963999999998</c:v>
                </c:pt>
                <c:pt idx="1539">
                  <c:v>85.258437999999998</c:v>
                </c:pt>
                <c:pt idx="1540">
                  <c:v>85.353476999999998</c:v>
                </c:pt>
                <c:pt idx="1541">
                  <c:v>85.455078</c:v>
                </c:pt>
                <c:pt idx="1542">
                  <c:v>85.570815999999994</c:v>
                </c:pt>
                <c:pt idx="1543">
                  <c:v>85.698547000000005</c:v>
                </c:pt>
                <c:pt idx="1544">
                  <c:v>85.829093999999998</c:v>
                </c:pt>
                <c:pt idx="1545">
                  <c:v>85.957031000000001</c:v>
                </c:pt>
                <c:pt idx="1546">
                  <c:v>86.079978999999994</c:v>
                </c:pt>
                <c:pt idx="1547">
                  <c:v>86.203063999999998</c:v>
                </c:pt>
                <c:pt idx="1548">
                  <c:v>86.324989000000002</c:v>
                </c:pt>
                <c:pt idx="1549">
                  <c:v>86.443939</c:v>
                </c:pt>
                <c:pt idx="1550">
                  <c:v>86.564055999999994</c:v>
                </c:pt>
                <c:pt idx="1551">
                  <c:v>86.690346000000005</c:v>
                </c:pt>
                <c:pt idx="1552">
                  <c:v>86.825699</c:v>
                </c:pt>
                <c:pt idx="1553">
                  <c:v>86.964827999999997</c:v>
                </c:pt>
                <c:pt idx="1554">
                  <c:v>87.107094000000004</c:v>
                </c:pt>
                <c:pt idx="1555">
                  <c:v>87.247649999999993</c:v>
                </c:pt>
                <c:pt idx="1556">
                  <c:v>87.383667000000003</c:v>
                </c:pt>
                <c:pt idx="1557">
                  <c:v>87.518112000000002</c:v>
                </c:pt>
                <c:pt idx="1558">
                  <c:v>87.640754999999999</c:v>
                </c:pt>
                <c:pt idx="1559">
                  <c:v>87.756172000000007</c:v>
                </c:pt>
                <c:pt idx="1560">
                  <c:v>87.869941999999995</c:v>
                </c:pt>
                <c:pt idx="1561">
                  <c:v>87.996521000000001</c:v>
                </c:pt>
                <c:pt idx="1562">
                  <c:v>88.134917999999999</c:v>
                </c:pt>
                <c:pt idx="1563">
                  <c:v>88.280700999999993</c:v>
                </c:pt>
                <c:pt idx="1564">
                  <c:v>88.420990000000003</c:v>
                </c:pt>
                <c:pt idx="1565">
                  <c:v>88.543487999999996</c:v>
                </c:pt>
                <c:pt idx="1566">
                  <c:v>88.649581999999995</c:v>
                </c:pt>
                <c:pt idx="1567">
                  <c:v>88.743019000000004</c:v>
                </c:pt>
                <c:pt idx="1568">
                  <c:v>88.829659000000007</c:v>
                </c:pt>
                <c:pt idx="1569">
                  <c:v>88.915512000000007</c:v>
                </c:pt>
                <c:pt idx="1570">
                  <c:v>89.003410000000002</c:v>
                </c:pt>
                <c:pt idx="1571">
                  <c:v>89.098251000000005</c:v>
                </c:pt>
                <c:pt idx="1572">
                  <c:v>89.204123999999993</c:v>
                </c:pt>
                <c:pt idx="1573">
                  <c:v>89.311501000000007</c:v>
                </c:pt>
                <c:pt idx="1574">
                  <c:v>89.414978000000005</c:v>
                </c:pt>
                <c:pt idx="1575">
                  <c:v>89.513351</c:v>
                </c:pt>
                <c:pt idx="1576">
                  <c:v>89.604927000000004</c:v>
                </c:pt>
                <c:pt idx="1577">
                  <c:v>89.684387000000001</c:v>
                </c:pt>
                <c:pt idx="1578">
                  <c:v>89.753608999999997</c:v>
                </c:pt>
                <c:pt idx="1579">
                  <c:v>89.822136</c:v>
                </c:pt>
                <c:pt idx="1580">
                  <c:v>89.894829000000001</c:v>
                </c:pt>
                <c:pt idx="1581">
                  <c:v>89.969871999999995</c:v>
                </c:pt>
                <c:pt idx="1582">
                  <c:v>90.046813999999998</c:v>
                </c:pt>
                <c:pt idx="1583">
                  <c:v>90.124336</c:v>
                </c:pt>
                <c:pt idx="1584">
                  <c:v>90.197120999999996</c:v>
                </c:pt>
                <c:pt idx="1585">
                  <c:v>90.263351</c:v>
                </c:pt>
                <c:pt idx="1586">
                  <c:v>90.328163000000004</c:v>
                </c:pt>
                <c:pt idx="1587">
                  <c:v>90.396240000000006</c:v>
                </c:pt>
                <c:pt idx="1588">
                  <c:v>90.474402999999995</c:v>
                </c:pt>
                <c:pt idx="1589">
                  <c:v>90.565703999999997</c:v>
                </c:pt>
                <c:pt idx="1590">
                  <c:v>90.668494999999993</c:v>
                </c:pt>
                <c:pt idx="1591">
                  <c:v>90.780349999999999</c:v>
                </c:pt>
                <c:pt idx="1592">
                  <c:v>90.895720999999995</c:v>
                </c:pt>
                <c:pt idx="1593">
                  <c:v>91.006020000000007</c:v>
                </c:pt>
                <c:pt idx="1594">
                  <c:v>91.107879999999994</c:v>
                </c:pt>
                <c:pt idx="1595">
                  <c:v>91.200714000000005</c:v>
                </c:pt>
                <c:pt idx="1596">
                  <c:v>91.284110999999996</c:v>
                </c:pt>
                <c:pt idx="1597">
                  <c:v>91.359741</c:v>
                </c:pt>
                <c:pt idx="1598">
                  <c:v>91.433029000000005</c:v>
                </c:pt>
                <c:pt idx="1599">
                  <c:v>91.508469000000005</c:v>
                </c:pt>
                <c:pt idx="1600">
                  <c:v>91.589554000000007</c:v>
                </c:pt>
                <c:pt idx="1601">
                  <c:v>91.678855999999996</c:v>
                </c:pt>
                <c:pt idx="1602">
                  <c:v>91.777206000000007</c:v>
                </c:pt>
                <c:pt idx="1603">
                  <c:v>91.879051000000004</c:v>
                </c:pt>
                <c:pt idx="1604">
                  <c:v>91.980652000000006</c:v>
                </c:pt>
                <c:pt idx="1605">
                  <c:v>92.083083999999999</c:v>
                </c:pt>
                <c:pt idx="1606">
                  <c:v>92.189384000000004</c:v>
                </c:pt>
                <c:pt idx="1607">
                  <c:v>92.302550999999994</c:v>
                </c:pt>
                <c:pt idx="1608">
                  <c:v>92.433273</c:v>
                </c:pt>
                <c:pt idx="1609">
                  <c:v>92.582808999999997</c:v>
                </c:pt>
                <c:pt idx="1610">
                  <c:v>92.747107999999997</c:v>
                </c:pt>
                <c:pt idx="1611">
                  <c:v>92.912909999999997</c:v>
                </c:pt>
                <c:pt idx="1612">
                  <c:v>93.074286999999998</c:v>
                </c:pt>
                <c:pt idx="1613">
                  <c:v>93.228713999999997</c:v>
                </c:pt>
                <c:pt idx="1614">
                  <c:v>93.379372000000004</c:v>
                </c:pt>
                <c:pt idx="1615">
                  <c:v>93.529410999999996</c:v>
                </c:pt>
                <c:pt idx="1616">
                  <c:v>93.669701000000003</c:v>
                </c:pt>
                <c:pt idx="1617">
                  <c:v>93.796951000000007</c:v>
                </c:pt>
                <c:pt idx="1618">
                  <c:v>93.919746000000004</c:v>
                </c:pt>
                <c:pt idx="1619">
                  <c:v>94.051720000000003</c:v>
                </c:pt>
                <c:pt idx="1620">
                  <c:v>94.192138999999997</c:v>
                </c:pt>
                <c:pt idx="1621">
                  <c:v>94.336082000000005</c:v>
                </c:pt>
                <c:pt idx="1622">
                  <c:v>94.481460999999996</c:v>
                </c:pt>
                <c:pt idx="1623">
                  <c:v>94.628189000000006</c:v>
                </c:pt>
                <c:pt idx="1624">
                  <c:v>94.774238999999994</c:v>
                </c:pt>
                <c:pt idx="1625">
                  <c:v>94.917175</c:v>
                </c:pt>
                <c:pt idx="1626">
                  <c:v>95.056137000000007</c:v>
                </c:pt>
                <c:pt idx="1627">
                  <c:v>95.190437000000003</c:v>
                </c:pt>
                <c:pt idx="1628">
                  <c:v>95.324432000000002</c:v>
                </c:pt>
                <c:pt idx="1629">
                  <c:v>95.464127000000005</c:v>
                </c:pt>
                <c:pt idx="1630">
                  <c:v>95.615325999999996</c:v>
                </c:pt>
                <c:pt idx="1631">
                  <c:v>95.776840000000007</c:v>
                </c:pt>
                <c:pt idx="1632">
                  <c:v>95.941451999999998</c:v>
                </c:pt>
                <c:pt idx="1633">
                  <c:v>96.101806999999994</c:v>
                </c:pt>
                <c:pt idx="1634">
                  <c:v>96.257378000000003</c:v>
                </c:pt>
                <c:pt idx="1635">
                  <c:v>96.406302999999994</c:v>
                </c:pt>
                <c:pt idx="1636">
                  <c:v>96.555892999999998</c:v>
                </c:pt>
                <c:pt idx="1637">
                  <c:v>96.705414000000005</c:v>
                </c:pt>
                <c:pt idx="1638">
                  <c:v>96.855423000000002</c:v>
                </c:pt>
                <c:pt idx="1639">
                  <c:v>97.005836000000002</c:v>
                </c:pt>
                <c:pt idx="1640">
                  <c:v>97.152161000000007</c:v>
                </c:pt>
                <c:pt idx="1641">
                  <c:v>97.284187000000003</c:v>
                </c:pt>
                <c:pt idx="1642">
                  <c:v>97.417732000000001</c:v>
                </c:pt>
                <c:pt idx="1643">
                  <c:v>97.550499000000002</c:v>
                </c:pt>
                <c:pt idx="1644">
                  <c:v>97.681258999999997</c:v>
                </c:pt>
                <c:pt idx="1645">
                  <c:v>97.833641</c:v>
                </c:pt>
                <c:pt idx="1646">
                  <c:v>98.000061000000002</c:v>
                </c:pt>
                <c:pt idx="1647">
                  <c:v>98.175803999999999</c:v>
                </c:pt>
                <c:pt idx="1648">
                  <c:v>98.353713999999997</c:v>
                </c:pt>
                <c:pt idx="1649">
                  <c:v>98.522803999999994</c:v>
                </c:pt>
                <c:pt idx="1650">
                  <c:v>98.681045999999995</c:v>
                </c:pt>
                <c:pt idx="1651">
                  <c:v>98.833443000000003</c:v>
                </c:pt>
                <c:pt idx="1652">
                  <c:v>98.979812999999993</c:v>
                </c:pt>
                <c:pt idx="1653">
                  <c:v>99.127471999999997</c:v>
                </c:pt>
                <c:pt idx="1654">
                  <c:v>99.287064000000001</c:v>
                </c:pt>
                <c:pt idx="1655">
                  <c:v>99.454796000000002</c:v>
                </c:pt>
                <c:pt idx="1656">
                  <c:v>99.619606000000005</c:v>
                </c:pt>
                <c:pt idx="1657">
                  <c:v>99.773544000000001</c:v>
                </c:pt>
                <c:pt idx="1658">
                  <c:v>99.911873</c:v>
                </c:pt>
                <c:pt idx="1659">
                  <c:v>100.03273</c:v>
                </c:pt>
                <c:pt idx="1660">
                  <c:v>100.13963</c:v>
                </c:pt>
                <c:pt idx="1661">
                  <c:v>100.23761</c:v>
                </c:pt>
                <c:pt idx="1662">
                  <c:v>100.33457</c:v>
                </c:pt>
                <c:pt idx="1663">
                  <c:v>100.43685000000001</c:v>
                </c:pt>
                <c:pt idx="1664">
                  <c:v>100.54974</c:v>
                </c:pt>
                <c:pt idx="1665">
                  <c:v>100.66901</c:v>
                </c:pt>
                <c:pt idx="1666">
                  <c:v>100.79194</c:v>
                </c:pt>
                <c:pt idx="1667">
                  <c:v>100.90949999999999</c:v>
                </c:pt>
                <c:pt idx="1668">
                  <c:v>101.01985000000001</c:v>
                </c:pt>
                <c:pt idx="1669">
                  <c:v>101.12533999999999</c:v>
                </c:pt>
                <c:pt idx="1670">
                  <c:v>101.22235000000001</c:v>
                </c:pt>
                <c:pt idx="1671">
                  <c:v>101.30897</c:v>
                </c:pt>
                <c:pt idx="1672">
                  <c:v>101.39201</c:v>
                </c:pt>
                <c:pt idx="1673">
                  <c:v>101.47171</c:v>
                </c:pt>
                <c:pt idx="1674">
                  <c:v>101.55636</c:v>
                </c:pt>
                <c:pt idx="1675">
                  <c:v>101.6469</c:v>
                </c:pt>
                <c:pt idx="1676">
                  <c:v>101.74275</c:v>
                </c:pt>
                <c:pt idx="1677">
                  <c:v>101.84220999999999</c:v>
                </c:pt>
                <c:pt idx="1678">
                  <c:v>101.9461</c:v>
                </c:pt>
                <c:pt idx="1679">
                  <c:v>102.05018</c:v>
                </c:pt>
                <c:pt idx="1680">
                  <c:v>102.15383</c:v>
                </c:pt>
                <c:pt idx="1681">
                  <c:v>102.26497000000001</c:v>
                </c:pt>
                <c:pt idx="1682">
                  <c:v>102.37826</c:v>
                </c:pt>
                <c:pt idx="1683">
                  <c:v>102.48327</c:v>
                </c:pt>
                <c:pt idx="1684">
                  <c:v>102.57928</c:v>
                </c:pt>
                <c:pt idx="1685">
                  <c:v>102.66007</c:v>
                </c:pt>
                <c:pt idx="1686">
                  <c:v>102.72869</c:v>
                </c:pt>
                <c:pt idx="1687">
                  <c:v>102.79553</c:v>
                </c:pt>
                <c:pt idx="1688">
                  <c:v>102.85947</c:v>
                </c:pt>
                <c:pt idx="1689">
                  <c:v>102.92026</c:v>
                </c:pt>
                <c:pt idx="1690">
                  <c:v>102.98354999999999</c:v>
                </c:pt>
                <c:pt idx="1691">
                  <c:v>103.05504999999999</c:v>
                </c:pt>
                <c:pt idx="1692">
                  <c:v>103.13894999999999</c:v>
                </c:pt>
                <c:pt idx="1693">
                  <c:v>103.2319</c:v>
                </c:pt>
                <c:pt idx="1694">
                  <c:v>103.33691</c:v>
                </c:pt>
                <c:pt idx="1695">
                  <c:v>103.45545</c:v>
                </c:pt>
                <c:pt idx="1696">
                  <c:v>103.58418</c:v>
                </c:pt>
                <c:pt idx="1697">
                  <c:v>103.72019</c:v>
                </c:pt>
                <c:pt idx="1698">
                  <c:v>103.85628</c:v>
                </c:pt>
                <c:pt idx="1699">
                  <c:v>103.97829</c:v>
                </c:pt>
                <c:pt idx="1700">
                  <c:v>104.08304</c:v>
                </c:pt>
                <c:pt idx="1701">
                  <c:v>104.17471</c:v>
                </c:pt>
                <c:pt idx="1702">
                  <c:v>104.26091</c:v>
                </c:pt>
                <c:pt idx="1703">
                  <c:v>104.34479</c:v>
                </c:pt>
                <c:pt idx="1704">
                  <c:v>104.42768</c:v>
                </c:pt>
                <c:pt idx="1705">
                  <c:v>104.50702</c:v>
                </c:pt>
                <c:pt idx="1706">
                  <c:v>104.57886999999999</c:v>
                </c:pt>
                <c:pt idx="1707">
                  <c:v>104.63393000000001</c:v>
                </c:pt>
                <c:pt idx="1708">
                  <c:v>104.67498999999999</c:v>
                </c:pt>
                <c:pt idx="1709">
                  <c:v>104.70493999999999</c:v>
                </c:pt>
                <c:pt idx="1710">
                  <c:v>104.72978000000001</c:v>
                </c:pt>
                <c:pt idx="1711">
                  <c:v>104.75783</c:v>
                </c:pt>
                <c:pt idx="1712">
                  <c:v>104.78637000000001</c:v>
                </c:pt>
                <c:pt idx="1713">
                  <c:v>104.80977</c:v>
                </c:pt>
                <c:pt idx="1714">
                  <c:v>104.83109</c:v>
                </c:pt>
                <c:pt idx="1715">
                  <c:v>104.85745</c:v>
                </c:pt>
                <c:pt idx="1716">
                  <c:v>104.88822</c:v>
                </c:pt>
                <c:pt idx="1717">
                  <c:v>104.91418</c:v>
                </c:pt>
                <c:pt idx="1718">
                  <c:v>104.94103</c:v>
                </c:pt>
                <c:pt idx="1719">
                  <c:v>104.97083000000001</c:v>
                </c:pt>
                <c:pt idx="1720">
                  <c:v>105.00574</c:v>
                </c:pt>
                <c:pt idx="1721">
                  <c:v>105.04386</c:v>
                </c:pt>
                <c:pt idx="1722">
                  <c:v>105.07655</c:v>
                </c:pt>
                <c:pt idx="1723">
                  <c:v>105.10420999999999</c:v>
                </c:pt>
                <c:pt idx="1724">
                  <c:v>105.12942</c:v>
                </c:pt>
                <c:pt idx="1725">
                  <c:v>105.1524</c:v>
                </c:pt>
                <c:pt idx="1726">
                  <c:v>105.17374</c:v>
                </c:pt>
                <c:pt idx="1727">
                  <c:v>105.19516</c:v>
                </c:pt>
                <c:pt idx="1728">
                  <c:v>105.218</c:v>
                </c:pt>
                <c:pt idx="1729">
                  <c:v>105.23953</c:v>
                </c:pt>
                <c:pt idx="1730">
                  <c:v>105.26148999999999</c:v>
                </c:pt>
                <c:pt idx="1731">
                  <c:v>105.28205</c:v>
                </c:pt>
                <c:pt idx="1732">
                  <c:v>105.29792999999999</c:v>
                </c:pt>
                <c:pt idx="1733">
                  <c:v>105.30877</c:v>
                </c:pt>
                <c:pt idx="1734">
                  <c:v>105.32093999999999</c:v>
                </c:pt>
                <c:pt idx="1735">
                  <c:v>105.33439</c:v>
                </c:pt>
                <c:pt idx="1736">
                  <c:v>105.34717000000001</c:v>
                </c:pt>
                <c:pt idx="1737">
                  <c:v>105.35384000000001</c:v>
                </c:pt>
                <c:pt idx="1738">
                  <c:v>105.35541000000001</c:v>
                </c:pt>
                <c:pt idx="1739">
                  <c:v>105.35722</c:v>
                </c:pt>
                <c:pt idx="1740">
                  <c:v>105.35898</c:v>
                </c:pt>
                <c:pt idx="1741">
                  <c:v>105.36264</c:v>
                </c:pt>
                <c:pt idx="1742">
                  <c:v>105.36184</c:v>
                </c:pt>
                <c:pt idx="1743">
                  <c:v>105.34715</c:v>
                </c:pt>
                <c:pt idx="1744">
                  <c:v>105.31985</c:v>
                </c:pt>
                <c:pt idx="1745">
                  <c:v>105.28167999999999</c:v>
                </c:pt>
                <c:pt idx="1746">
                  <c:v>105.23979</c:v>
                </c:pt>
                <c:pt idx="1747">
                  <c:v>105.20113000000001</c:v>
                </c:pt>
                <c:pt idx="1748">
                  <c:v>105.16708</c:v>
                </c:pt>
                <c:pt idx="1749">
                  <c:v>105.12838000000001</c:v>
                </c:pt>
                <c:pt idx="1750">
                  <c:v>105.07055</c:v>
                </c:pt>
                <c:pt idx="1751">
                  <c:v>104.99654</c:v>
                </c:pt>
                <c:pt idx="1752">
                  <c:v>104.91431</c:v>
                </c:pt>
                <c:pt idx="1753">
                  <c:v>104.82603</c:v>
                </c:pt>
                <c:pt idx="1754">
                  <c:v>104.73676</c:v>
                </c:pt>
                <c:pt idx="1755">
                  <c:v>104.65345000000001</c:v>
                </c:pt>
                <c:pt idx="1756">
                  <c:v>104.58092000000001</c:v>
                </c:pt>
                <c:pt idx="1757">
                  <c:v>104.51394000000001</c:v>
                </c:pt>
                <c:pt idx="1758">
                  <c:v>104.44687999999999</c:v>
                </c:pt>
                <c:pt idx="1759">
                  <c:v>104.37685</c:v>
                </c:pt>
                <c:pt idx="1760">
                  <c:v>104.29588</c:v>
                </c:pt>
                <c:pt idx="1761">
                  <c:v>104.19971</c:v>
                </c:pt>
                <c:pt idx="1762">
                  <c:v>104.09614000000001</c:v>
                </c:pt>
                <c:pt idx="1763">
                  <c:v>103.99336</c:v>
                </c:pt>
                <c:pt idx="1764">
                  <c:v>103.90075</c:v>
                </c:pt>
                <c:pt idx="1765">
                  <c:v>103.81959000000001</c:v>
                </c:pt>
                <c:pt idx="1766">
                  <c:v>103.74863000000001</c:v>
                </c:pt>
                <c:pt idx="1767">
                  <c:v>103.68595999999999</c:v>
                </c:pt>
                <c:pt idx="1768">
                  <c:v>103.62369</c:v>
                </c:pt>
                <c:pt idx="1769">
                  <c:v>103.5573</c:v>
                </c:pt>
                <c:pt idx="1770">
                  <c:v>103.48166999999999</c:v>
                </c:pt>
                <c:pt idx="1771">
                  <c:v>103.39485999999999</c:v>
                </c:pt>
                <c:pt idx="1772">
                  <c:v>103.30059</c:v>
                </c:pt>
                <c:pt idx="1773">
                  <c:v>103.20363999999999</c:v>
                </c:pt>
                <c:pt idx="1774">
                  <c:v>103.10642</c:v>
                </c:pt>
                <c:pt idx="1775">
                  <c:v>103.00779</c:v>
                </c:pt>
                <c:pt idx="1776">
                  <c:v>102.90819</c:v>
                </c:pt>
                <c:pt idx="1777">
                  <c:v>102.80713</c:v>
                </c:pt>
                <c:pt idx="1778">
                  <c:v>102.70151</c:v>
                </c:pt>
                <c:pt idx="1779">
                  <c:v>102.59818</c:v>
                </c:pt>
                <c:pt idx="1780">
                  <c:v>102.51116</c:v>
                </c:pt>
                <c:pt idx="1781">
                  <c:v>102.44077</c:v>
                </c:pt>
                <c:pt idx="1782">
                  <c:v>102.39297000000001</c:v>
                </c:pt>
                <c:pt idx="1783">
                  <c:v>102.36870999999999</c:v>
                </c:pt>
                <c:pt idx="1784">
                  <c:v>102.35724999999999</c:v>
                </c:pt>
                <c:pt idx="1785">
                  <c:v>102.35026999999999</c:v>
                </c:pt>
                <c:pt idx="1786">
                  <c:v>102.34178</c:v>
                </c:pt>
                <c:pt idx="1787">
                  <c:v>102.32928</c:v>
                </c:pt>
                <c:pt idx="1788">
                  <c:v>102.31437</c:v>
                </c:pt>
                <c:pt idx="1789">
                  <c:v>102.30065</c:v>
                </c:pt>
                <c:pt idx="1790">
                  <c:v>102.28708</c:v>
                </c:pt>
                <c:pt idx="1791">
                  <c:v>102.27419999999999</c:v>
                </c:pt>
                <c:pt idx="1792">
                  <c:v>102.26678</c:v>
                </c:pt>
                <c:pt idx="1793">
                  <c:v>102.26361</c:v>
                </c:pt>
                <c:pt idx="1794">
                  <c:v>102.25924000000001</c:v>
                </c:pt>
                <c:pt idx="1795">
                  <c:v>102.25320000000001</c:v>
                </c:pt>
                <c:pt idx="1796">
                  <c:v>102.24903999999999</c:v>
                </c:pt>
                <c:pt idx="1797">
                  <c:v>102.2413</c:v>
                </c:pt>
                <c:pt idx="1798">
                  <c:v>102.23035</c:v>
                </c:pt>
                <c:pt idx="1799">
                  <c:v>102.21711999999999</c:v>
                </c:pt>
                <c:pt idx="1800">
                  <c:v>102.18725000000001</c:v>
                </c:pt>
                <c:pt idx="1801">
                  <c:v>102.13924</c:v>
                </c:pt>
                <c:pt idx="1802">
                  <c:v>102.08063</c:v>
                </c:pt>
                <c:pt idx="1803">
                  <c:v>102.02762</c:v>
                </c:pt>
                <c:pt idx="1804">
                  <c:v>101.98611</c:v>
                </c:pt>
                <c:pt idx="1805">
                  <c:v>101.95097</c:v>
                </c:pt>
                <c:pt idx="1806">
                  <c:v>101.91793</c:v>
                </c:pt>
                <c:pt idx="1807">
                  <c:v>101.8858</c:v>
                </c:pt>
                <c:pt idx="1808">
                  <c:v>101.85925</c:v>
                </c:pt>
                <c:pt idx="1809">
                  <c:v>101.83967</c:v>
                </c:pt>
                <c:pt idx="1810">
                  <c:v>101.82276</c:v>
                </c:pt>
                <c:pt idx="1811">
                  <c:v>101.80289</c:v>
                </c:pt>
                <c:pt idx="1812">
                  <c:v>101.78043</c:v>
                </c:pt>
                <c:pt idx="1813">
                  <c:v>101.76945000000001</c:v>
                </c:pt>
                <c:pt idx="1814">
                  <c:v>101.77499</c:v>
                </c:pt>
                <c:pt idx="1815">
                  <c:v>101.7961</c:v>
                </c:pt>
                <c:pt idx="1816">
                  <c:v>101.84274000000001</c:v>
                </c:pt>
                <c:pt idx="1817">
                  <c:v>101.91891</c:v>
                </c:pt>
                <c:pt idx="1818">
                  <c:v>102.00519</c:v>
                </c:pt>
                <c:pt idx="1819">
                  <c:v>102.09186</c:v>
                </c:pt>
                <c:pt idx="1820">
                  <c:v>102.18422</c:v>
                </c:pt>
                <c:pt idx="1821">
                  <c:v>102.27171</c:v>
                </c:pt>
                <c:pt idx="1822">
                  <c:v>102.35448</c:v>
                </c:pt>
                <c:pt idx="1823">
                  <c:v>102.41267000000001</c:v>
                </c:pt>
                <c:pt idx="1824">
                  <c:v>102.44929999999999</c:v>
                </c:pt>
                <c:pt idx="1825">
                  <c:v>102.48287000000001</c:v>
                </c:pt>
                <c:pt idx="1826">
                  <c:v>102.50555</c:v>
                </c:pt>
                <c:pt idx="1827">
                  <c:v>102.53063</c:v>
                </c:pt>
                <c:pt idx="1828">
                  <c:v>102.56363</c:v>
                </c:pt>
                <c:pt idx="1829">
                  <c:v>102.59048</c:v>
                </c:pt>
                <c:pt idx="1830">
                  <c:v>102.62197</c:v>
                </c:pt>
                <c:pt idx="1831">
                  <c:v>102.65903</c:v>
                </c:pt>
                <c:pt idx="1832">
                  <c:v>102.70650000000001</c:v>
                </c:pt>
                <c:pt idx="1833">
                  <c:v>102.75879999999999</c:v>
                </c:pt>
                <c:pt idx="1834">
                  <c:v>102.81137</c:v>
                </c:pt>
                <c:pt idx="1835">
                  <c:v>102.8626</c:v>
                </c:pt>
                <c:pt idx="1836">
                  <c:v>102.91119</c:v>
                </c:pt>
                <c:pt idx="1837">
                  <c:v>102.95283000000001</c:v>
                </c:pt>
                <c:pt idx="1838">
                  <c:v>102.98430999999999</c:v>
                </c:pt>
                <c:pt idx="1839">
                  <c:v>103.01279</c:v>
                </c:pt>
                <c:pt idx="1840">
                  <c:v>103.04589</c:v>
                </c:pt>
                <c:pt idx="1841">
                  <c:v>103.08716</c:v>
                </c:pt>
                <c:pt idx="1842">
                  <c:v>103.13512</c:v>
                </c:pt>
                <c:pt idx="1843">
                  <c:v>103.1848</c:v>
                </c:pt>
                <c:pt idx="1844">
                  <c:v>103.23443</c:v>
                </c:pt>
                <c:pt idx="1845">
                  <c:v>103.2771</c:v>
                </c:pt>
                <c:pt idx="1846">
                  <c:v>103.29655</c:v>
                </c:pt>
                <c:pt idx="1847">
                  <c:v>103.2906</c:v>
                </c:pt>
                <c:pt idx="1848">
                  <c:v>103.2599</c:v>
                </c:pt>
                <c:pt idx="1849">
                  <c:v>103.21651</c:v>
                </c:pt>
                <c:pt idx="1850">
                  <c:v>103.16912000000001</c:v>
                </c:pt>
                <c:pt idx="1851">
                  <c:v>103.12141</c:v>
                </c:pt>
                <c:pt idx="1852">
                  <c:v>103.07863</c:v>
                </c:pt>
                <c:pt idx="1853">
                  <c:v>103.04300000000001</c:v>
                </c:pt>
                <c:pt idx="1854">
                  <c:v>103.02752</c:v>
                </c:pt>
                <c:pt idx="1855">
                  <c:v>103.02833</c:v>
                </c:pt>
                <c:pt idx="1856">
                  <c:v>103.03416</c:v>
                </c:pt>
                <c:pt idx="1857">
                  <c:v>103.03201</c:v>
                </c:pt>
                <c:pt idx="1858">
                  <c:v>103.03055999999999</c:v>
                </c:pt>
                <c:pt idx="1859">
                  <c:v>103.02378</c:v>
                </c:pt>
                <c:pt idx="1860">
                  <c:v>103.02081</c:v>
                </c:pt>
                <c:pt idx="1861">
                  <c:v>103.02682</c:v>
                </c:pt>
                <c:pt idx="1862">
                  <c:v>103.03852999999999</c:v>
                </c:pt>
                <c:pt idx="1863">
                  <c:v>103.04955</c:v>
                </c:pt>
                <c:pt idx="1864">
                  <c:v>103.0733</c:v>
                </c:pt>
                <c:pt idx="1865">
                  <c:v>103.08826999999999</c:v>
                </c:pt>
                <c:pt idx="1866">
                  <c:v>103.1208</c:v>
                </c:pt>
                <c:pt idx="1867">
                  <c:v>103.14400000000001</c:v>
                </c:pt>
                <c:pt idx="1868">
                  <c:v>103.16567999999999</c:v>
                </c:pt>
                <c:pt idx="1869">
                  <c:v>103.19016999999999</c:v>
                </c:pt>
                <c:pt idx="1870">
                  <c:v>103.20005999999999</c:v>
                </c:pt>
                <c:pt idx="1871">
                  <c:v>103.19946</c:v>
                </c:pt>
                <c:pt idx="1872">
                  <c:v>103.19674999999999</c:v>
                </c:pt>
                <c:pt idx="1873">
                  <c:v>103.21187999999999</c:v>
                </c:pt>
                <c:pt idx="1874">
                  <c:v>103.25172000000001</c:v>
                </c:pt>
                <c:pt idx="1875">
                  <c:v>103.31586</c:v>
                </c:pt>
                <c:pt idx="1876">
                  <c:v>103.3998</c:v>
                </c:pt>
                <c:pt idx="1877">
                  <c:v>103.49370999999999</c:v>
                </c:pt>
                <c:pt idx="1878">
                  <c:v>103.59387</c:v>
                </c:pt>
                <c:pt idx="1879">
                  <c:v>103.69129</c:v>
                </c:pt>
                <c:pt idx="1880">
                  <c:v>103.78207</c:v>
                </c:pt>
                <c:pt idx="1881">
                  <c:v>103.8716</c:v>
                </c:pt>
                <c:pt idx="1882">
                  <c:v>103.96040000000001</c:v>
                </c:pt>
                <c:pt idx="1883">
                  <c:v>104.0521</c:v>
                </c:pt>
                <c:pt idx="1884">
                  <c:v>104.14230999999999</c:v>
                </c:pt>
                <c:pt idx="1885">
                  <c:v>104.22497</c:v>
                </c:pt>
                <c:pt idx="1886">
                  <c:v>104.29888</c:v>
                </c:pt>
                <c:pt idx="1887">
                  <c:v>104.36229</c:v>
                </c:pt>
                <c:pt idx="1888">
                  <c:v>104.4091</c:v>
                </c:pt>
                <c:pt idx="1889">
                  <c:v>104.44083000000001</c:v>
                </c:pt>
                <c:pt idx="1890">
                  <c:v>104.46217</c:v>
                </c:pt>
                <c:pt idx="1891">
                  <c:v>104.48209</c:v>
                </c:pt>
                <c:pt idx="1892">
                  <c:v>104.51644</c:v>
                </c:pt>
                <c:pt idx="1893">
                  <c:v>104.57599</c:v>
                </c:pt>
                <c:pt idx="1894">
                  <c:v>104.6528</c:v>
                </c:pt>
                <c:pt idx="1895">
                  <c:v>104.73209</c:v>
                </c:pt>
                <c:pt idx="1896">
                  <c:v>104.80846</c:v>
                </c:pt>
                <c:pt idx="1897">
                  <c:v>104.87999000000001</c:v>
                </c:pt>
                <c:pt idx="1898">
                  <c:v>104.95050999999999</c:v>
                </c:pt>
                <c:pt idx="1899">
                  <c:v>105.01633</c:v>
                </c:pt>
                <c:pt idx="1900">
                  <c:v>105.06737</c:v>
                </c:pt>
                <c:pt idx="1901">
                  <c:v>105.10011</c:v>
                </c:pt>
                <c:pt idx="1902">
                  <c:v>105.11556</c:v>
                </c:pt>
                <c:pt idx="1903">
                  <c:v>105.12427</c:v>
                </c:pt>
                <c:pt idx="1904">
                  <c:v>105.12994999999999</c:v>
                </c:pt>
                <c:pt idx="1905">
                  <c:v>105.13299000000001</c:v>
                </c:pt>
                <c:pt idx="1906">
                  <c:v>105.13218999999999</c:v>
                </c:pt>
                <c:pt idx="1907">
                  <c:v>105.13173999999999</c:v>
                </c:pt>
                <c:pt idx="1908">
                  <c:v>105.13781</c:v>
                </c:pt>
                <c:pt idx="1909">
                  <c:v>105.13835</c:v>
                </c:pt>
                <c:pt idx="1910">
                  <c:v>105.1263</c:v>
                </c:pt>
                <c:pt idx="1911">
                  <c:v>105.10559000000001</c:v>
                </c:pt>
                <c:pt idx="1912">
                  <c:v>105.07832000000001</c:v>
                </c:pt>
                <c:pt idx="1913">
                  <c:v>105.03837</c:v>
                </c:pt>
                <c:pt idx="1914">
                  <c:v>104.98426000000001</c:v>
                </c:pt>
                <c:pt idx="1915">
                  <c:v>104.92699</c:v>
                </c:pt>
                <c:pt idx="1916">
                  <c:v>104.86887</c:v>
                </c:pt>
                <c:pt idx="1917">
                  <c:v>104.81106</c:v>
                </c:pt>
                <c:pt idx="1918">
                  <c:v>104.75436000000001</c:v>
                </c:pt>
                <c:pt idx="1919">
                  <c:v>104.68684</c:v>
                </c:pt>
                <c:pt idx="1920">
                  <c:v>104.61313</c:v>
                </c:pt>
                <c:pt idx="1921">
                  <c:v>104.54501999999999</c:v>
                </c:pt>
                <c:pt idx="1922">
                  <c:v>104.48256000000001</c:v>
                </c:pt>
                <c:pt idx="1923">
                  <c:v>104.42533</c:v>
                </c:pt>
                <c:pt idx="1924">
                  <c:v>104.37339</c:v>
                </c:pt>
                <c:pt idx="1925">
                  <c:v>104.32735</c:v>
                </c:pt>
                <c:pt idx="1926">
                  <c:v>104.27985</c:v>
                </c:pt>
                <c:pt idx="1927">
                  <c:v>104.22649</c:v>
                </c:pt>
                <c:pt idx="1928">
                  <c:v>104.16691</c:v>
                </c:pt>
                <c:pt idx="1929">
                  <c:v>104.10523999999999</c:v>
                </c:pt>
                <c:pt idx="1930">
                  <c:v>104.04442</c:v>
                </c:pt>
                <c:pt idx="1931">
                  <c:v>103.98622</c:v>
                </c:pt>
                <c:pt idx="1932">
                  <c:v>103.93714</c:v>
                </c:pt>
                <c:pt idx="1933">
                  <c:v>103.90882000000001</c:v>
                </c:pt>
                <c:pt idx="1934">
                  <c:v>103.90430000000001</c:v>
                </c:pt>
                <c:pt idx="1935">
                  <c:v>103.90646</c:v>
                </c:pt>
                <c:pt idx="1936">
                  <c:v>103.90603</c:v>
                </c:pt>
                <c:pt idx="1937">
                  <c:v>103.89209</c:v>
                </c:pt>
                <c:pt idx="1938">
                  <c:v>103.86243</c:v>
                </c:pt>
                <c:pt idx="1939">
                  <c:v>103.82859000000001</c:v>
                </c:pt>
                <c:pt idx="1940">
                  <c:v>103.80171</c:v>
                </c:pt>
                <c:pt idx="1941">
                  <c:v>103.78274999999999</c:v>
                </c:pt>
                <c:pt idx="1942">
                  <c:v>103.76517</c:v>
                </c:pt>
                <c:pt idx="1943">
                  <c:v>103.74636</c:v>
                </c:pt>
                <c:pt idx="1944">
                  <c:v>103.73112999999999</c:v>
                </c:pt>
                <c:pt idx="1945">
                  <c:v>103.71825</c:v>
                </c:pt>
                <c:pt idx="1946">
                  <c:v>103.70191</c:v>
                </c:pt>
                <c:pt idx="1947">
                  <c:v>103.69105999999999</c:v>
                </c:pt>
                <c:pt idx="1948">
                  <c:v>103.694</c:v>
                </c:pt>
                <c:pt idx="1949">
                  <c:v>103.70795</c:v>
                </c:pt>
                <c:pt idx="1950">
                  <c:v>103.72359</c:v>
                </c:pt>
                <c:pt idx="1951">
                  <c:v>103.73819</c:v>
                </c:pt>
                <c:pt idx="1952">
                  <c:v>103.75388</c:v>
                </c:pt>
                <c:pt idx="1953">
                  <c:v>103.76982</c:v>
                </c:pt>
                <c:pt idx="1954">
                  <c:v>103.78561000000001</c:v>
                </c:pt>
                <c:pt idx="1955">
                  <c:v>103.80094</c:v>
                </c:pt>
                <c:pt idx="1956">
                  <c:v>103.81189000000001</c:v>
                </c:pt>
                <c:pt idx="1957">
                  <c:v>103.81943</c:v>
                </c:pt>
                <c:pt idx="1958">
                  <c:v>103.82668</c:v>
                </c:pt>
                <c:pt idx="1959">
                  <c:v>103.83167</c:v>
                </c:pt>
                <c:pt idx="1960">
                  <c:v>103.83365999999999</c:v>
                </c:pt>
                <c:pt idx="1961">
                  <c:v>103.8437</c:v>
                </c:pt>
                <c:pt idx="1962">
                  <c:v>103.87662</c:v>
                </c:pt>
                <c:pt idx="1963">
                  <c:v>103.93679</c:v>
                </c:pt>
                <c:pt idx="1964">
                  <c:v>104.01609999999999</c:v>
                </c:pt>
                <c:pt idx="1965">
                  <c:v>104.10151999999999</c:v>
                </c:pt>
                <c:pt idx="1966">
                  <c:v>104.18874</c:v>
                </c:pt>
                <c:pt idx="1967">
                  <c:v>104.27203</c:v>
                </c:pt>
                <c:pt idx="1968">
                  <c:v>104.35087</c:v>
                </c:pt>
                <c:pt idx="1969">
                  <c:v>104.42465</c:v>
                </c:pt>
                <c:pt idx="1970">
                  <c:v>104.49361</c:v>
                </c:pt>
                <c:pt idx="1971">
                  <c:v>104.55804999999999</c:v>
                </c:pt>
                <c:pt idx="1972">
                  <c:v>104.622</c:v>
                </c:pt>
                <c:pt idx="1973">
                  <c:v>104.67941</c:v>
                </c:pt>
                <c:pt idx="1974">
                  <c:v>104.7229</c:v>
                </c:pt>
                <c:pt idx="1975">
                  <c:v>104.75758999999999</c:v>
                </c:pt>
                <c:pt idx="1976">
                  <c:v>104.77966000000001</c:v>
                </c:pt>
                <c:pt idx="1977">
                  <c:v>104.79765</c:v>
                </c:pt>
                <c:pt idx="1978">
                  <c:v>104.82159</c:v>
                </c:pt>
                <c:pt idx="1979">
                  <c:v>104.85297</c:v>
                </c:pt>
                <c:pt idx="1980">
                  <c:v>104.89914</c:v>
                </c:pt>
                <c:pt idx="1981">
                  <c:v>104.95783</c:v>
                </c:pt>
                <c:pt idx="1982">
                  <c:v>105.0254</c:v>
                </c:pt>
                <c:pt idx="1983">
                  <c:v>105.0966</c:v>
                </c:pt>
                <c:pt idx="1984">
                  <c:v>105.16198</c:v>
                </c:pt>
                <c:pt idx="1985">
                  <c:v>105.21619</c:v>
                </c:pt>
                <c:pt idx="1986">
                  <c:v>105.25854</c:v>
                </c:pt>
                <c:pt idx="1987">
                  <c:v>105.28904</c:v>
                </c:pt>
                <c:pt idx="1988">
                  <c:v>105.30983000000001</c:v>
                </c:pt>
                <c:pt idx="1989">
                  <c:v>105.32379</c:v>
                </c:pt>
                <c:pt idx="1990">
                  <c:v>105.33322</c:v>
                </c:pt>
                <c:pt idx="1991">
                  <c:v>105.33685</c:v>
                </c:pt>
                <c:pt idx="1992">
                  <c:v>105.33877</c:v>
                </c:pt>
                <c:pt idx="1993">
                  <c:v>105.32884</c:v>
                </c:pt>
                <c:pt idx="1994">
                  <c:v>105.30965999999999</c:v>
                </c:pt>
                <c:pt idx="1995">
                  <c:v>105.27936</c:v>
                </c:pt>
                <c:pt idx="1996">
                  <c:v>105.2328</c:v>
                </c:pt>
                <c:pt idx="1997">
                  <c:v>105.17151</c:v>
                </c:pt>
                <c:pt idx="1998">
                  <c:v>105.09820000000001</c:v>
                </c:pt>
                <c:pt idx="1999">
                  <c:v>105.01600999999999</c:v>
                </c:pt>
                <c:pt idx="2000">
                  <c:v>104.92757</c:v>
                </c:pt>
                <c:pt idx="2001">
                  <c:v>104.83897</c:v>
                </c:pt>
                <c:pt idx="2002">
                  <c:v>104.75537</c:v>
                </c:pt>
                <c:pt idx="2003">
                  <c:v>104.6733</c:v>
                </c:pt>
                <c:pt idx="2004">
                  <c:v>104.59305999999999</c:v>
                </c:pt>
                <c:pt idx="2005">
                  <c:v>104.52088999999999</c:v>
                </c:pt>
                <c:pt idx="2006">
                  <c:v>104.46453</c:v>
                </c:pt>
                <c:pt idx="2007">
                  <c:v>104.42249</c:v>
                </c:pt>
                <c:pt idx="2008">
                  <c:v>104.3784</c:v>
                </c:pt>
                <c:pt idx="2009">
                  <c:v>104.32987</c:v>
                </c:pt>
                <c:pt idx="2010">
                  <c:v>104.28088</c:v>
                </c:pt>
                <c:pt idx="2011">
                  <c:v>104.23388</c:v>
                </c:pt>
                <c:pt idx="2012">
                  <c:v>104.19501</c:v>
                </c:pt>
                <c:pt idx="2013">
                  <c:v>104.16755000000001</c:v>
                </c:pt>
                <c:pt idx="2014">
                  <c:v>104.13807</c:v>
                </c:pt>
                <c:pt idx="2015">
                  <c:v>104.09343</c:v>
                </c:pt>
                <c:pt idx="2016">
                  <c:v>104.03789999999999</c:v>
                </c:pt>
                <c:pt idx="2017">
                  <c:v>103.98196</c:v>
                </c:pt>
                <c:pt idx="2018">
                  <c:v>103.93035999999999</c:v>
                </c:pt>
                <c:pt idx="2019">
                  <c:v>103.88718</c:v>
                </c:pt>
                <c:pt idx="2020">
                  <c:v>103.85401</c:v>
                </c:pt>
                <c:pt idx="2021">
                  <c:v>103.83682</c:v>
                </c:pt>
                <c:pt idx="2022">
                  <c:v>103.84095000000001</c:v>
                </c:pt>
                <c:pt idx="2023">
                  <c:v>103.8625</c:v>
                </c:pt>
                <c:pt idx="2024">
                  <c:v>103.90138</c:v>
                </c:pt>
                <c:pt idx="2025">
                  <c:v>103.95683</c:v>
                </c:pt>
                <c:pt idx="2026">
                  <c:v>104.01732</c:v>
                </c:pt>
                <c:pt idx="2027">
                  <c:v>104.06954</c:v>
                </c:pt>
                <c:pt idx="2028">
                  <c:v>104.1066</c:v>
                </c:pt>
                <c:pt idx="2029">
                  <c:v>104.13043</c:v>
                </c:pt>
                <c:pt idx="2030">
                  <c:v>104.13702000000001</c:v>
                </c:pt>
                <c:pt idx="2031">
                  <c:v>104.13039000000001</c:v>
                </c:pt>
                <c:pt idx="2032">
                  <c:v>104.11874</c:v>
                </c:pt>
                <c:pt idx="2033">
                  <c:v>104.09818</c:v>
                </c:pt>
                <c:pt idx="2034">
                  <c:v>104.06937000000001</c:v>
                </c:pt>
                <c:pt idx="2035">
                  <c:v>104.0385</c:v>
                </c:pt>
                <c:pt idx="2036">
                  <c:v>104.01034</c:v>
                </c:pt>
                <c:pt idx="2037">
                  <c:v>103.98990999999999</c:v>
                </c:pt>
                <c:pt idx="2038">
                  <c:v>103.98013</c:v>
                </c:pt>
                <c:pt idx="2039">
                  <c:v>103.97775</c:v>
                </c:pt>
                <c:pt idx="2040">
                  <c:v>103.98071</c:v>
                </c:pt>
                <c:pt idx="2041">
                  <c:v>103.99014</c:v>
                </c:pt>
                <c:pt idx="2042">
                  <c:v>104.0057</c:v>
                </c:pt>
                <c:pt idx="2043">
                  <c:v>104.02460000000001</c:v>
                </c:pt>
                <c:pt idx="2044">
                  <c:v>104.04304</c:v>
                </c:pt>
                <c:pt idx="2045">
                  <c:v>104.06498999999999</c:v>
                </c:pt>
                <c:pt idx="2046">
                  <c:v>104.09549</c:v>
                </c:pt>
                <c:pt idx="2047">
                  <c:v>104.13908000000001</c:v>
                </c:pt>
                <c:pt idx="2048">
                  <c:v>104.18468</c:v>
                </c:pt>
                <c:pt idx="2049">
                  <c:v>104.22713</c:v>
                </c:pt>
                <c:pt idx="2050">
                  <c:v>104.26294</c:v>
                </c:pt>
                <c:pt idx="2051">
                  <c:v>104.29244</c:v>
                </c:pt>
                <c:pt idx="2052">
                  <c:v>104.3194</c:v>
                </c:pt>
                <c:pt idx="2053">
                  <c:v>104.34833</c:v>
                </c:pt>
                <c:pt idx="2054">
                  <c:v>104.38314</c:v>
                </c:pt>
                <c:pt idx="2055">
                  <c:v>104.42274</c:v>
                </c:pt>
                <c:pt idx="2056">
                  <c:v>104.46832999999999</c:v>
                </c:pt>
                <c:pt idx="2057">
                  <c:v>104.51473</c:v>
                </c:pt>
                <c:pt idx="2058">
                  <c:v>104.55627</c:v>
                </c:pt>
                <c:pt idx="2059">
                  <c:v>104.59408000000001</c:v>
                </c:pt>
                <c:pt idx="2060">
                  <c:v>104.62781</c:v>
                </c:pt>
                <c:pt idx="2061">
                  <c:v>104.64919999999999</c:v>
                </c:pt>
                <c:pt idx="2062">
                  <c:v>104.66415000000001</c:v>
                </c:pt>
                <c:pt idx="2063">
                  <c:v>104.67794000000001</c:v>
                </c:pt>
                <c:pt idx="2064">
                  <c:v>104.68994000000001</c:v>
                </c:pt>
                <c:pt idx="2065">
                  <c:v>104.70032999999999</c:v>
                </c:pt>
                <c:pt idx="2066">
                  <c:v>104.70945</c:v>
                </c:pt>
                <c:pt idx="2067">
                  <c:v>104.71876</c:v>
                </c:pt>
                <c:pt idx="2068">
                  <c:v>104.72747</c:v>
                </c:pt>
                <c:pt idx="2069">
                  <c:v>104.73714</c:v>
                </c:pt>
                <c:pt idx="2070">
                  <c:v>104.74679999999999</c:v>
                </c:pt>
                <c:pt idx="2071">
                  <c:v>104.7557</c:v>
                </c:pt>
                <c:pt idx="2072">
                  <c:v>104.76206999999999</c:v>
                </c:pt>
                <c:pt idx="2073">
                  <c:v>104.76785</c:v>
                </c:pt>
                <c:pt idx="2074">
                  <c:v>104.77500000000001</c:v>
                </c:pt>
                <c:pt idx="2075">
                  <c:v>104.78476000000001</c:v>
                </c:pt>
                <c:pt idx="2076">
                  <c:v>104.79771</c:v>
                </c:pt>
                <c:pt idx="2077">
                  <c:v>104.81162</c:v>
                </c:pt>
                <c:pt idx="2078">
                  <c:v>104.82934</c:v>
                </c:pt>
                <c:pt idx="2079">
                  <c:v>104.84921</c:v>
                </c:pt>
                <c:pt idx="2080">
                  <c:v>104.86038000000001</c:v>
                </c:pt>
                <c:pt idx="2081">
                  <c:v>104.85981</c:v>
                </c:pt>
                <c:pt idx="2082">
                  <c:v>104.84232</c:v>
                </c:pt>
                <c:pt idx="2083">
                  <c:v>104.81835</c:v>
                </c:pt>
                <c:pt idx="2084">
                  <c:v>104.79919</c:v>
                </c:pt>
                <c:pt idx="2085">
                  <c:v>104.79</c:v>
                </c:pt>
                <c:pt idx="2086">
                  <c:v>104.78951000000001</c:v>
                </c:pt>
                <c:pt idx="2087">
                  <c:v>104.79633</c:v>
                </c:pt>
                <c:pt idx="2088">
                  <c:v>104.80938</c:v>
                </c:pt>
                <c:pt idx="2089">
                  <c:v>104.82813</c:v>
                </c:pt>
                <c:pt idx="2090">
                  <c:v>104.85129999999999</c:v>
                </c:pt>
                <c:pt idx="2091">
                  <c:v>104.87423</c:v>
                </c:pt>
                <c:pt idx="2092">
                  <c:v>104.89716</c:v>
                </c:pt>
                <c:pt idx="2093">
                  <c:v>104.92496</c:v>
                </c:pt>
                <c:pt idx="2094">
                  <c:v>104.96127</c:v>
                </c:pt>
                <c:pt idx="2095">
                  <c:v>105.0078</c:v>
                </c:pt>
                <c:pt idx="2096">
                  <c:v>105.05582</c:v>
                </c:pt>
                <c:pt idx="2097">
                  <c:v>105.09045999999999</c:v>
                </c:pt>
                <c:pt idx="2098">
                  <c:v>105.11124</c:v>
                </c:pt>
                <c:pt idx="2099">
                  <c:v>105.12837</c:v>
                </c:pt>
                <c:pt idx="2100">
                  <c:v>105.1448</c:v>
                </c:pt>
                <c:pt idx="2101">
                  <c:v>105.15788000000001</c:v>
                </c:pt>
                <c:pt idx="2102">
                  <c:v>105.16951</c:v>
                </c:pt>
                <c:pt idx="2103">
                  <c:v>105.18407999999999</c:v>
                </c:pt>
                <c:pt idx="2104">
                  <c:v>105.20684</c:v>
                </c:pt>
                <c:pt idx="2105">
                  <c:v>105.23990999999999</c:v>
                </c:pt>
                <c:pt idx="2106">
                  <c:v>105.27754</c:v>
                </c:pt>
                <c:pt idx="2107">
                  <c:v>105.30916000000001</c:v>
                </c:pt>
                <c:pt idx="2108">
                  <c:v>105.33076</c:v>
                </c:pt>
                <c:pt idx="2109">
                  <c:v>105.34695000000001</c:v>
                </c:pt>
                <c:pt idx="2110">
                  <c:v>105.36157</c:v>
                </c:pt>
                <c:pt idx="2111">
                  <c:v>105.37148000000001</c:v>
                </c:pt>
                <c:pt idx="2112">
                  <c:v>105.36939</c:v>
                </c:pt>
                <c:pt idx="2113">
                  <c:v>105.35799</c:v>
                </c:pt>
                <c:pt idx="2114">
                  <c:v>105.34196</c:v>
                </c:pt>
                <c:pt idx="2115">
                  <c:v>105.32716000000001</c:v>
                </c:pt>
                <c:pt idx="2116">
                  <c:v>105.30958</c:v>
                </c:pt>
                <c:pt idx="2117">
                  <c:v>105.2856</c:v>
                </c:pt>
                <c:pt idx="2118">
                  <c:v>105.25584000000001</c:v>
                </c:pt>
                <c:pt idx="2119">
                  <c:v>105.22169</c:v>
                </c:pt>
                <c:pt idx="2120">
                  <c:v>105.19092000000001</c:v>
                </c:pt>
                <c:pt idx="2121">
                  <c:v>105.16256</c:v>
                </c:pt>
                <c:pt idx="2122">
                  <c:v>105.13056</c:v>
                </c:pt>
                <c:pt idx="2123">
                  <c:v>105.09595</c:v>
                </c:pt>
                <c:pt idx="2124">
                  <c:v>105.06171000000001</c:v>
                </c:pt>
                <c:pt idx="2125">
                  <c:v>105.0265</c:v>
                </c:pt>
                <c:pt idx="2126">
                  <c:v>104.98626</c:v>
                </c:pt>
                <c:pt idx="2127">
                  <c:v>104.93882000000001</c:v>
                </c:pt>
                <c:pt idx="2128">
                  <c:v>104.89068</c:v>
                </c:pt>
                <c:pt idx="2129">
                  <c:v>104.85451999999999</c:v>
                </c:pt>
                <c:pt idx="2130">
                  <c:v>104.84126000000001</c:v>
                </c:pt>
                <c:pt idx="2131">
                  <c:v>104.85686</c:v>
                </c:pt>
                <c:pt idx="2132">
                  <c:v>104.88563000000001</c:v>
                </c:pt>
                <c:pt idx="2133">
                  <c:v>104.91106000000001</c:v>
                </c:pt>
                <c:pt idx="2134">
                  <c:v>104.92336</c:v>
                </c:pt>
                <c:pt idx="2135">
                  <c:v>104.9269</c:v>
                </c:pt>
                <c:pt idx="2136">
                  <c:v>104.93445</c:v>
                </c:pt>
                <c:pt idx="2137">
                  <c:v>104.95105</c:v>
                </c:pt>
                <c:pt idx="2138">
                  <c:v>104.97826000000001</c:v>
                </c:pt>
                <c:pt idx="2139">
                  <c:v>105.00563</c:v>
                </c:pt>
                <c:pt idx="2140">
                  <c:v>105.02109</c:v>
                </c:pt>
                <c:pt idx="2141">
                  <c:v>105.02068</c:v>
                </c:pt>
                <c:pt idx="2142">
                  <c:v>105.01192</c:v>
                </c:pt>
                <c:pt idx="2143">
                  <c:v>104.99863999999999</c:v>
                </c:pt>
                <c:pt idx="2144">
                  <c:v>104.97435</c:v>
                </c:pt>
                <c:pt idx="2145">
                  <c:v>104.93998999999999</c:v>
                </c:pt>
                <c:pt idx="2146">
                  <c:v>104.90696</c:v>
                </c:pt>
                <c:pt idx="2147">
                  <c:v>104.87845</c:v>
                </c:pt>
                <c:pt idx="2148">
                  <c:v>104.85248</c:v>
                </c:pt>
                <c:pt idx="2149">
                  <c:v>104.82704</c:v>
                </c:pt>
                <c:pt idx="2150">
                  <c:v>104.80262999999999</c:v>
                </c:pt>
                <c:pt idx="2151">
                  <c:v>104.78223</c:v>
                </c:pt>
                <c:pt idx="2152">
                  <c:v>104.76824999999999</c:v>
                </c:pt>
                <c:pt idx="2153">
                  <c:v>104.75892</c:v>
                </c:pt>
                <c:pt idx="2154">
                  <c:v>104.74588</c:v>
                </c:pt>
                <c:pt idx="2155">
                  <c:v>104.7243</c:v>
                </c:pt>
                <c:pt idx="2156">
                  <c:v>104.69991</c:v>
                </c:pt>
                <c:pt idx="2157">
                  <c:v>104.67551</c:v>
                </c:pt>
                <c:pt idx="2158">
                  <c:v>104.64977</c:v>
                </c:pt>
                <c:pt idx="2159">
                  <c:v>104.61954</c:v>
                </c:pt>
                <c:pt idx="2160">
                  <c:v>104.58833</c:v>
                </c:pt>
                <c:pt idx="2161">
                  <c:v>104.56191</c:v>
                </c:pt>
                <c:pt idx="2162">
                  <c:v>104.54456</c:v>
                </c:pt>
                <c:pt idx="2163">
                  <c:v>104.54752000000001</c:v>
                </c:pt>
                <c:pt idx="2164">
                  <c:v>104.56910999999999</c:v>
                </c:pt>
                <c:pt idx="2165">
                  <c:v>104.61</c:v>
                </c:pt>
                <c:pt idx="2166">
                  <c:v>104.66634000000001</c:v>
                </c:pt>
                <c:pt idx="2167">
                  <c:v>104.7308</c:v>
                </c:pt>
                <c:pt idx="2168">
                  <c:v>104.79322000000001</c:v>
                </c:pt>
                <c:pt idx="2169">
                  <c:v>104.84775999999999</c:v>
                </c:pt>
                <c:pt idx="2170">
                  <c:v>104.89632</c:v>
                </c:pt>
                <c:pt idx="2171">
                  <c:v>104.94636</c:v>
                </c:pt>
                <c:pt idx="2172">
                  <c:v>104.99834</c:v>
                </c:pt>
                <c:pt idx="2173">
                  <c:v>105.05334000000001</c:v>
                </c:pt>
                <c:pt idx="2174">
                  <c:v>105.11758</c:v>
                </c:pt>
                <c:pt idx="2175">
                  <c:v>105.18691</c:v>
                </c:pt>
                <c:pt idx="2176">
                  <c:v>105.261</c:v>
                </c:pt>
                <c:pt idx="2177">
                  <c:v>105.34505</c:v>
                </c:pt>
                <c:pt idx="2178">
                  <c:v>105.43550999999999</c:v>
                </c:pt>
                <c:pt idx="2179">
                  <c:v>105.5308</c:v>
                </c:pt>
                <c:pt idx="2180">
                  <c:v>105.62826</c:v>
                </c:pt>
                <c:pt idx="2181">
                  <c:v>105.73520000000001</c:v>
                </c:pt>
                <c:pt idx="2182">
                  <c:v>105.85217</c:v>
                </c:pt>
                <c:pt idx="2183">
                  <c:v>105.97511</c:v>
                </c:pt>
                <c:pt idx="2184">
                  <c:v>106.09087</c:v>
                </c:pt>
                <c:pt idx="2185">
                  <c:v>106.19101999999999</c:v>
                </c:pt>
                <c:pt idx="2186">
                  <c:v>106.27128</c:v>
                </c:pt>
                <c:pt idx="2187">
                  <c:v>106.33923</c:v>
                </c:pt>
                <c:pt idx="2188">
                  <c:v>106.39718999999999</c:v>
                </c:pt>
                <c:pt idx="2189">
                  <c:v>106.45164</c:v>
                </c:pt>
                <c:pt idx="2190">
                  <c:v>106.50530999999999</c:v>
                </c:pt>
                <c:pt idx="2191">
                  <c:v>106.5575</c:v>
                </c:pt>
                <c:pt idx="2192">
                  <c:v>106.60729000000001</c:v>
                </c:pt>
                <c:pt idx="2193">
                  <c:v>106.65414</c:v>
                </c:pt>
                <c:pt idx="2194">
                  <c:v>106.69994</c:v>
                </c:pt>
                <c:pt idx="2195">
                  <c:v>106.75328</c:v>
                </c:pt>
                <c:pt idx="2196">
                  <c:v>106.81950000000001</c:v>
                </c:pt>
                <c:pt idx="2197">
                  <c:v>106.87940999999999</c:v>
                </c:pt>
                <c:pt idx="2198">
                  <c:v>106.90801</c:v>
                </c:pt>
                <c:pt idx="2199">
                  <c:v>106.90763</c:v>
                </c:pt>
                <c:pt idx="2200">
                  <c:v>106.89164</c:v>
                </c:pt>
                <c:pt idx="2201">
                  <c:v>106.86843</c:v>
                </c:pt>
                <c:pt idx="2202">
                  <c:v>106.84177</c:v>
                </c:pt>
                <c:pt idx="2203">
                  <c:v>106.81001999999999</c:v>
                </c:pt>
                <c:pt idx="2204">
                  <c:v>106.77642</c:v>
                </c:pt>
                <c:pt idx="2205">
                  <c:v>106.74316</c:v>
                </c:pt>
                <c:pt idx="2206">
                  <c:v>106.70603</c:v>
                </c:pt>
                <c:pt idx="2207">
                  <c:v>106.67214</c:v>
                </c:pt>
                <c:pt idx="2208">
                  <c:v>106.65088</c:v>
                </c:pt>
                <c:pt idx="2209">
                  <c:v>106.6422</c:v>
                </c:pt>
                <c:pt idx="2210">
                  <c:v>106.6408</c:v>
                </c:pt>
                <c:pt idx="2211">
                  <c:v>106.63882</c:v>
                </c:pt>
                <c:pt idx="2212">
                  <c:v>106.63412</c:v>
                </c:pt>
                <c:pt idx="2213">
                  <c:v>106.63003999999999</c:v>
                </c:pt>
                <c:pt idx="2214">
                  <c:v>106.62132</c:v>
                </c:pt>
                <c:pt idx="2215">
                  <c:v>106.61964</c:v>
                </c:pt>
                <c:pt idx="2216">
                  <c:v>106.62822</c:v>
                </c:pt>
                <c:pt idx="2217">
                  <c:v>106.63473999999999</c:v>
                </c:pt>
                <c:pt idx="2218">
                  <c:v>106.63245000000001</c:v>
                </c:pt>
                <c:pt idx="2219">
                  <c:v>106.62044</c:v>
                </c:pt>
                <c:pt idx="2220">
                  <c:v>106.59827</c:v>
                </c:pt>
                <c:pt idx="2221">
                  <c:v>106.57008999999999</c:v>
                </c:pt>
                <c:pt idx="2222">
                  <c:v>106.54111</c:v>
                </c:pt>
                <c:pt idx="2223">
                  <c:v>106.51806999999999</c:v>
                </c:pt>
                <c:pt idx="2224">
                  <c:v>106.50015</c:v>
                </c:pt>
                <c:pt idx="2225">
                  <c:v>106.48976</c:v>
                </c:pt>
                <c:pt idx="2226">
                  <c:v>106.48783</c:v>
                </c:pt>
                <c:pt idx="2227">
                  <c:v>106.49133</c:v>
                </c:pt>
                <c:pt idx="2228">
                  <c:v>106.49404</c:v>
                </c:pt>
                <c:pt idx="2229">
                  <c:v>106.48974</c:v>
                </c:pt>
                <c:pt idx="2230">
                  <c:v>106.48027</c:v>
                </c:pt>
                <c:pt idx="2231">
                  <c:v>106.46151</c:v>
                </c:pt>
                <c:pt idx="2232">
                  <c:v>106.43764</c:v>
                </c:pt>
                <c:pt idx="2233">
                  <c:v>106.41771</c:v>
                </c:pt>
                <c:pt idx="2234">
                  <c:v>106.39928999999999</c:v>
                </c:pt>
                <c:pt idx="2235">
                  <c:v>106.38115000000001</c:v>
                </c:pt>
                <c:pt idx="2236">
                  <c:v>106.35696</c:v>
                </c:pt>
                <c:pt idx="2237">
                  <c:v>106.32668</c:v>
                </c:pt>
                <c:pt idx="2238">
                  <c:v>106.29823</c:v>
                </c:pt>
                <c:pt idx="2239">
                  <c:v>106.28067</c:v>
                </c:pt>
                <c:pt idx="2240">
                  <c:v>106.26751</c:v>
                </c:pt>
                <c:pt idx="2241">
                  <c:v>106.25033999999999</c:v>
                </c:pt>
                <c:pt idx="2242">
                  <c:v>106.23390000000001</c:v>
                </c:pt>
                <c:pt idx="2243">
                  <c:v>106.20549</c:v>
                </c:pt>
                <c:pt idx="2244">
                  <c:v>106.16041</c:v>
                </c:pt>
                <c:pt idx="2245">
                  <c:v>106.10126</c:v>
                </c:pt>
                <c:pt idx="2246">
                  <c:v>106.03149000000001</c:v>
                </c:pt>
                <c:pt idx="2247">
                  <c:v>105.9576</c:v>
                </c:pt>
                <c:pt idx="2248">
                  <c:v>105.88387</c:v>
                </c:pt>
                <c:pt idx="2249">
                  <c:v>105.81558</c:v>
                </c:pt>
                <c:pt idx="2250">
                  <c:v>105.75642000000001</c:v>
                </c:pt>
                <c:pt idx="2251">
                  <c:v>105.70259</c:v>
                </c:pt>
                <c:pt idx="2252">
                  <c:v>105.64859</c:v>
                </c:pt>
                <c:pt idx="2253">
                  <c:v>105.59486</c:v>
                </c:pt>
                <c:pt idx="2254">
                  <c:v>105.55176</c:v>
                </c:pt>
                <c:pt idx="2255">
                  <c:v>105.5209</c:v>
                </c:pt>
                <c:pt idx="2256">
                  <c:v>105.50149999999999</c:v>
                </c:pt>
                <c:pt idx="2257">
                  <c:v>105.49406</c:v>
                </c:pt>
                <c:pt idx="2258">
                  <c:v>105.49309</c:v>
                </c:pt>
                <c:pt idx="2259">
                  <c:v>105.49733000000001</c:v>
                </c:pt>
                <c:pt idx="2260">
                  <c:v>105.5018</c:v>
                </c:pt>
                <c:pt idx="2261">
                  <c:v>105.50299</c:v>
                </c:pt>
                <c:pt idx="2262">
                  <c:v>105.49539</c:v>
                </c:pt>
                <c:pt idx="2263">
                  <c:v>105.4806</c:v>
                </c:pt>
                <c:pt idx="2264">
                  <c:v>105.46366999999999</c:v>
                </c:pt>
                <c:pt idx="2265">
                  <c:v>105.45065</c:v>
                </c:pt>
                <c:pt idx="2266">
                  <c:v>105.44387</c:v>
                </c:pt>
                <c:pt idx="2267">
                  <c:v>105.44019</c:v>
                </c:pt>
                <c:pt idx="2268">
                  <c:v>105.44099</c:v>
                </c:pt>
                <c:pt idx="2269">
                  <c:v>105.45614</c:v>
                </c:pt>
                <c:pt idx="2270">
                  <c:v>105.48193999999999</c:v>
                </c:pt>
                <c:pt idx="2271">
                  <c:v>105.5106</c:v>
                </c:pt>
                <c:pt idx="2272">
                  <c:v>105.53167999999999</c:v>
                </c:pt>
                <c:pt idx="2273">
                  <c:v>105.5472</c:v>
                </c:pt>
                <c:pt idx="2274">
                  <c:v>105.56274000000001</c:v>
                </c:pt>
                <c:pt idx="2275">
                  <c:v>105.57944000000001</c:v>
                </c:pt>
                <c:pt idx="2276">
                  <c:v>105.59573</c:v>
                </c:pt>
                <c:pt idx="2277">
                  <c:v>105.61271000000001</c:v>
                </c:pt>
                <c:pt idx="2278">
                  <c:v>105.63248</c:v>
                </c:pt>
                <c:pt idx="2279">
                  <c:v>105.64874</c:v>
                </c:pt>
                <c:pt idx="2280">
                  <c:v>105.66139</c:v>
                </c:pt>
                <c:pt idx="2281">
                  <c:v>105.67740000000001</c:v>
                </c:pt>
                <c:pt idx="2282">
                  <c:v>105.69436</c:v>
                </c:pt>
                <c:pt idx="2283">
                  <c:v>105.72056000000001</c:v>
                </c:pt>
                <c:pt idx="2284">
                  <c:v>105.76752</c:v>
                </c:pt>
                <c:pt idx="2285">
                  <c:v>105.82813</c:v>
                </c:pt>
                <c:pt idx="2286">
                  <c:v>105.89682000000001</c:v>
                </c:pt>
                <c:pt idx="2287">
                  <c:v>105.97232</c:v>
                </c:pt>
                <c:pt idx="2288">
                  <c:v>106.05477</c:v>
                </c:pt>
                <c:pt idx="2289">
                  <c:v>106.14357</c:v>
                </c:pt>
                <c:pt idx="2290">
                  <c:v>106.22935</c:v>
                </c:pt>
                <c:pt idx="2291">
                  <c:v>106.30994</c:v>
                </c:pt>
                <c:pt idx="2292">
                  <c:v>106.38630999999999</c:v>
                </c:pt>
                <c:pt idx="2293">
                  <c:v>106.44974999999999</c:v>
                </c:pt>
                <c:pt idx="2294">
                  <c:v>106.4966</c:v>
                </c:pt>
                <c:pt idx="2295">
                  <c:v>106.52851</c:v>
                </c:pt>
                <c:pt idx="2296">
                  <c:v>106.55033</c:v>
                </c:pt>
                <c:pt idx="2297">
                  <c:v>106.57577999999999</c:v>
                </c:pt>
                <c:pt idx="2298">
                  <c:v>106.59842999999999</c:v>
                </c:pt>
                <c:pt idx="2299">
                  <c:v>106.64087000000001</c:v>
                </c:pt>
                <c:pt idx="2300">
                  <c:v>106.67784</c:v>
                </c:pt>
                <c:pt idx="2301">
                  <c:v>106.71091</c:v>
                </c:pt>
                <c:pt idx="2302">
                  <c:v>106.75116</c:v>
                </c:pt>
                <c:pt idx="2303">
                  <c:v>106.80364</c:v>
                </c:pt>
                <c:pt idx="2304">
                  <c:v>106.86799999999999</c:v>
                </c:pt>
                <c:pt idx="2305">
                  <c:v>106.93916</c:v>
                </c:pt>
                <c:pt idx="2306">
                  <c:v>107.01568</c:v>
                </c:pt>
                <c:pt idx="2307">
                  <c:v>107.10229</c:v>
                </c:pt>
                <c:pt idx="2308">
                  <c:v>107.19576000000001</c:v>
                </c:pt>
                <c:pt idx="2309">
                  <c:v>107.29388</c:v>
                </c:pt>
                <c:pt idx="2310">
                  <c:v>107.39378000000001</c:v>
                </c:pt>
                <c:pt idx="2311">
                  <c:v>107.48936999999999</c:v>
                </c:pt>
                <c:pt idx="2312">
                  <c:v>107.58196</c:v>
                </c:pt>
                <c:pt idx="2313">
                  <c:v>107.67740999999999</c:v>
                </c:pt>
                <c:pt idx="2314">
                  <c:v>107.77912000000001</c:v>
                </c:pt>
                <c:pt idx="2315">
                  <c:v>107.88439</c:v>
                </c:pt>
                <c:pt idx="2316">
                  <c:v>107.98827</c:v>
                </c:pt>
                <c:pt idx="2317">
                  <c:v>108.08495000000001</c:v>
                </c:pt>
                <c:pt idx="2318">
                  <c:v>108.17798999999999</c:v>
                </c:pt>
                <c:pt idx="2319">
                  <c:v>108.27</c:v>
                </c:pt>
                <c:pt idx="2320">
                  <c:v>108.36296</c:v>
                </c:pt>
                <c:pt idx="2321">
                  <c:v>108.45303</c:v>
                </c:pt>
                <c:pt idx="2322">
                  <c:v>108.53954</c:v>
                </c:pt>
                <c:pt idx="2323">
                  <c:v>108.6357</c:v>
                </c:pt>
                <c:pt idx="2324">
                  <c:v>108.73996</c:v>
                </c:pt>
                <c:pt idx="2325">
                  <c:v>108.85289</c:v>
                </c:pt>
                <c:pt idx="2326">
                  <c:v>108.97566</c:v>
                </c:pt>
                <c:pt idx="2327">
                  <c:v>109.09842999999999</c:v>
                </c:pt>
                <c:pt idx="2328">
                  <c:v>109.21759</c:v>
                </c:pt>
                <c:pt idx="2329">
                  <c:v>109.33553999999999</c:v>
                </c:pt>
                <c:pt idx="2330">
                  <c:v>109.45538999999999</c:v>
                </c:pt>
                <c:pt idx="2331">
                  <c:v>109.57379</c:v>
                </c:pt>
                <c:pt idx="2332">
                  <c:v>109.69126</c:v>
                </c:pt>
                <c:pt idx="2333">
                  <c:v>109.80683000000001</c:v>
                </c:pt>
                <c:pt idx="2334">
                  <c:v>109.91838</c:v>
                </c:pt>
                <c:pt idx="2335">
                  <c:v>110.02399</c:v>
                </c:pt>
                <c:pt idx="2336">
                  <c:v>110.12488999999999</c:v>
                </c:pt>
                <c:pt idx="2337">
                  <c:v>110.22432999999999</c:v>
                </c:pt>
                <c:pt idx="2338">
                  <c:v>110.32503</c:v>
                </c:pt>
                <c:pt idx="2339">
                  <c:v>110.42612</c:v>
                </c:pt>
                <c:pt idx="2340">
                  <c:v>110.52507</c:v>
                </c:pt>
                <c:pt idx="2341">
                  <c:v>110.61771</c:v>
                </c:pt>
                <c:pt idx="2342">
                  <c:v>110.70071</c:v>
                </c:pt>
                <c:pt idx="2343">
                  <c:v>110.78162</c:v>
                </c:pt>
                <c:pt idx="2344">
                  <c:v>110.86548000000001</c:v>
                </c:pt>
                <c:pt idx="2345">
                  <c:v>110.95398</c:v>
                </c:pt>
                <c:pt idx="2346">
                  <c:v>111.04496</c:v>
                </c:pt>
                <c:pt idx="2347">
                  <c:v>111.13249</c:v>
                </c:pt>
                <c:pt idx="2348">
                  <c:v>111.21722</c:v>
                </c:pt>
                <c:pt idx="2349">
                  <c:v>111.30109</c:v>
                </c:pt>
                <c:pt idx="2350">
                  <c:v>111.38011</c:v>
                </c:pt>
                <c:pt idx="2351">
                  <c:v>111.46001</c:v>
                </c:pt>
                <c:pt idx="2352">
                  <c:v>111.54104</c:v>
                </c:pt>
                <c:pt idx="2353">
                  <c:v>111.61705000000001</c:v>
                </c:pt>
                <c:pt idx="2354">
                  <c:v>111.68841999999999</c:v>
                </c:pt>
                <c:pt idx="2355">
                  <c:v>111.75557999999999</c:v>
                </c:pt>
                <c:pt idx="2356">
                  <c:v>111.81861000000001</c:v>
                </c:pt>
                <c:pt idx="2357">
                  <c:v>111.87882</c:v>
                </c:pt>
                <c:pt idx="2358">
                  <c:v>111.93913000000001</c:v>
                </c:pt>
                <c:pt idx="2359">
                  <c:v>112.00375</c:v>
                </c:pt>
                <c:pt idx="2360">
                  <c:v>112.0714</c:v>
                </c:pt>
                <c:pt idx="2361">
                  <c:v>112.13831</c:v>
                </c:pt>
                <c:pt idx="2362">
                  <c:v>112.20453999999999</c:v>
                </c:pt>
                <c:pt idx="2363">
                  <c:v>112.27175</c:v>
                </c:pt>
                <c:pt idx="2364">
                  <c:v>112.34045</c:v>
                </c:pt>
                <c:pt idx="2365">
                  <c:v>112.40427</c:v>
                </c:pt>
                <c:pt idx="2366">
                  <c:v>112.46526</c:v>
                </c:pt>
                <c:pt idx="2367">
                  <c:v>112.52509999999999</c:v>
                </c:pt>
                <c:pt idx="2368">
                  <c:v>112.58617</c:v>
                </c:pt>
                <c:pt idx="2369">
                  <c:v>112.64596</c:v>
                </c:pt>
                <c:pt idx="2370">
                  <c:v>112.70258</c:v>
                </c:pt>
                <c:pt idx="2371">
                  <c:v>112.75783</c:v>
                </c:pt>
                <c:pt idx="2372">
                  <c:v>112.81198000000001</c:v>
                </c:pt>
                <c:pt idx="2373">
                  <c:v>112.85883</c:v>
                </c:pt>
                <c:pt idx="2374">
                  <c:v>112.89758999999999</c:v>
                </c:pt>
                <c:pt idx="2375">
                  <c:v>112.92570000000001</c:v>
                </c:pt>
                <c:pt idx="2376">
                  <c:v>112.94601</c:v>
                </c:pt>
                <c:pt idx="2377">
                  <c:v>112.96805000000001</c:v>
                </c:pt>
                <c:pt idx="2378">
                  <c:v>112.99638</c:v>
                </c:pt>
                <c:pt idx="2379">
                  <c:v>113.02670999999999</c:v>
                </c:pt>
                <c:pt idx="2380">
                  <c:v>113.0536</c:v>
                </c:pt>
                <c:pt idx="2381">
                  <c:v>113.07671999999999</c:v>
                </c:pt>
                <c:pt idx="2382">
                  <c:v>113.09319000000001</c:v>
                </c:pt>
                <c:pt idx="2383">
                  <c:v>113.10347</c:v>
                </c:pt>
                <c:pt idx="2384">
                  <c:v>113.10845</c:v>
                </c:pt>
                <c:pt idx="2385">
                  <c:v>113.13093000000001</c:v>
                </c:pt>
                <c:pt idx="2386">
                  <c:v>113.17153</c:v>
                </c:pt>
                <c:pt idx="2387">
                  <c:v>113.21368</c:v>
                </c:pt>
                <c:pt idx="2388">
                  <c:v>113.24835</c:v>
                </c:pt>
                <c:pt idx="2389">
                  <c:v>113.27412</c:v>
                </c:pt>
                <c:pt idx="2390">
                  <c:v>113.29817</c:v>
                </c:pt>
                <c:pt idx="2391">
                  <c:v>113.32896</c:v>
                </c:pt>
                <c:pt idx="2392">
                  <c:v>113.37385999999999</c:v>
                </c:pt>
                <c:pt idx="2393">
                  <c:v>113.43068</c:v>
                </c:pt>
                <c:pt idx="2394">
                  <c:v>113.49263000000001</c:v>
                </c:pt>
                <c:pt idx="2395">
                  <c:v>113.55557</c:v>
                </c:pt>
                <c:pt idx="2396">
                  <c:v>113.61802</c:v>
                </c:pt>
                <c:pt idx="2397">
                  <c:v>113.68368</c:v>
                </c:pt>
                <c:pt idx="2398">
                  <c:v>113.75637999999999</c:v>
                </c:pt>
                <c:pt idx="2399">
                  <c:v>113.83498</c:v>
                </c:pt>
                <c:pt idx="2400">
                  <c:v>113.91409</c:v>
                </c:pt>
                <c:pt idx="2401">
                  <c:v>113.98846</c:v>
                </c:pt>
                <c:pt idx="2402">
                  <c:v>114.05745</c:v>
                </c:pt>
                <c:pt idx="2403">
                  <c:v>114.11969999999999</c:v>
                </c:pt>
                <c:pt idx="2404">
                  <c:v>114.17797</c:v>
                </c:pt>
                <c:pt idx="2405">
                  <c:v>114.23907</c:v>
                </c:pt>
                <c:pt idx="2406">
                  <c:v>114.30148</c:v>
                </c:pt>
                <c:pt idx="2407">
                  <c:v>114.366</c:v>
                </c:pt>
                <c:pt idx="2408">
                  <c:v>114.43489</c:v>
                </c:pt>
                <c:pt idx="2409">
                  <c:v>114.50693</c:v>
                </c:pt>
                <c:pt idx="2410">
                  <c:v>114.57809</c:v>
                </c:pt>
                <c:pt idx="2411">
                  <c:v>114.63648999999999</c:v>
                </c:pt>
                <c:pt idx="2412">
                  <c:v>114.67001999999999</c:v>
                </c:pt>
                <c:pt idx="2413">
                  <c:v>114.68557</c:v>
                </c:pt>
                <c:pt idx="2414">
                  <c:v>114.68275</c:v>
                </c:pt>
                <c:pt idx="2415">
                  <c:v>114.67027</c:v>
                </c:pt>
                <c:pt idx="2416">
                  <c:v>114.65658999999999</c:v>
                </c:pt>
                <c:pt idx="2417">
                  <c:v>114.60437</c:v>
                </c:pt>
                <c:pt idx="2418">
                  <c:v>114.49393000000001</c:v>
                </c:pt>
                <c:pt idx="2419">
                  <c:v>114.35437</c:v>
                </c:pt>
                <c:pt idx="2420">
                  <c:v>114.21115</c:v>
                </c:pt>
                <c:pt idx="2421">
                  <c:v>114.07883</c:v>
                </c:pt>
                <c:pt idx="2422">
                  <c:v>113.96026999999999</c:v>
                </c:pt>
                <c:pt idx="2423">
                  <c:v>113.8503</c:v>
                </c:pt>
                <c:pt idx="2424">
                  <c:v>113.74854000000001</c:v>
                </c:pt>
                <c:pt idx="2425">
                  <c:v>113.65079</c:v>
                </c:pt>
                <c:pt idx="2426">
                  <c:v>113.55076</c:v>
                </c:pt>
                <c:pt idx="2427">
                  <c:v>113.45396</c:v>
                </c:pt>
                <c:pt idx="2428">
                  <c:v>113.36096999999999</c:v>
                </c:pt>
                <c:pt idx="2429">
                  <c:v>113.27159</c:v>
                </c:pt>
                <c:pt idx="2430">
                  <c:v>113.18855000000001</c:v>
                </c:pt>
                <c:pt idx="2431">
                  <c:v>113.11671</c:v>
                </c:pt>
                <c:pt idx="2432">
                  <c:v>113.05204000000001</c:v>
                </c:pt>
                <c:pt idx="2433">
                  <c:v>112.98886</c:v>
                </c:pt>
                <c:pt idx="2434">
                  <c:v>112.92661</c:v>
                </c:pt>
                <c:pt idx="2435">
                  <c:v>112.86987000000001</c:v>
                </c:pt>
                <c:pt idx="2436">
                  <c:v>112.81913</c:v>
                </c:pt>
                <c:pt idx="2437">
                  <c:v>112.77016999999999</c:v>
                </c:pt>
                <c:pt idx="2438">
                  <c:v>112.71857</c:v>
                </c:pt>
                <c:pt idx="2439">
                  <c:v>112.66285999999999</c:v>
                </c:pt>
                <c:pt idx="2440">
                  <c:v>112.60471</c:v>
                </c:pt>
                <c:pt idx="2441">
                  <c:v>112.54447</c:v>
                </c:pt>
                <c:pt idx="2442">
                  <c:v>112.48353</c:v>
                </c:pt>
                <c:pt idx="2443">
                  <c:v>112.4278</c:v>
                </c:pt>
                <c:pt idx="2444">
                  <c:v>112.38815</c:v>
                </c:pt>
                <c:pt idx="2445">
                  <c:v>112.37511000000001</c:v>
                </c:pt>
                <c:pt idx="2446">
                  <c:v>112.39091000000001</c:v>
                </c:pt>
                <c:pt idx="2447">
                  <c:v>112.41959</c:v>
                </c:pt>
                <c:pt idx="2448">
                  <c:v>112.44943000000001</c:v>
                </c:pt>
                <c:pt idx="2449">
                  <c:v>112.47964</c:v>
                </c:pt>
                <c:pt idx="2450">
                  <c:v>112.50754999999999</c:v>
                </c:pt>
                <c:pt idx="2451">
                  <c:v>112.53310999999999</c:v>
                </c:pt>
                <c:pt idx="2452">
                  <c:v>112.55947999999999</c:v>
                </c:pt>
                <c:pt idx="2453">
                  <c:v>112.59287999999999</c:v>
                </c:pt>
                <c:pt idx="2454">
                  <c:v>112.63008000000001</c:v>
                </c:pt>
                <c:pt idx="2455">
                  <c:v>112.66789</c:v>
                </c:pt>
                <c:pt idx="2456">
                  <c:v>112.70782</c:v>
                </c:pt>
                <c:pt idx="2457">
                  <c:v>112.74988999999999</c:v>
                </c:pt>
                <c:pt idx="2458">
                  <c:v>112.79555999999999</c:v>
                </c:pt>
                <c:pt idx="2459">
                  <c:v>112.8417</c:v>
                </c:pt>
                <c:pt idx="2460">
                  <c:v>112.88287</c:v>
                </c:pt>
                <c:pt idx="2461">
                  <c:v>112.91718</c:v>
                </c:pt>
                <c:pt idx="2462">
                  <c:v>112.94153</c:v>
                </c:pt>
                <c:pt idx="2463">
                  <c:v>112.95831</c:v>
                </c:pt>
                <c:pt idx="2464">
                  <c:v>112.97363</c:v>
                </c:pt>
                <c:pt idx="2465">
                  <c:v>112.99447000000001</c:v>
                </c:pt>
                <c:pt idx="2466">
                  <c:v>113.02030000000001</c:v>
                </c:pt>
                <c:pt idx="2467">
                  <c:v>113.04971999999999</c:v>
                </c:pt>
                <c:pt idx="2468">
                  <c:v>113.07953000000001</c:v>
                </c:pt>
                <c:pt idx="2469">
                  <c:v>113.09678</c:v>
                </c:pt>
                <c:pt idx="2470">
                  <c:v>113.09565000000001</c:v>
                </c:pt>
                <c:pt idx="2471">
                  <c:v>113.07724</c:v>
                </c:pt>
                <c:pt idx="2472">
                  <c:v>113.04098999999999</c:v>
                </c:pt>
                <c:pt idx="2473">
                  <c:v>112.99388999999999</c:v>
                </c:pt>
                <c:pt idx="2474">
                  <c:v>112.9389</c:v>
                </c:pt>
                <c:pt idx="2475">
                  <c:v>112.87125</c:v>
                </c:pt>
                <c:pt idx="2476">
                  <c:v>112.79118</c:v>
                </c:pt>
                <c:pt idx="2477">
                  <c:v>112.70589</c:v>
                </c:pt>
                <c:pt idx="2478">
                  <c:v>112.62260000000001</c:v>
                </c:pt>
                <c:pt idx="2479">
                  <c:v>112.53743</c:v>
                </c:pt>
                <c:pt idx="2480">
                  <c:v>112.45004</c:v>
                </c:pt>
                <c:pt idx="2481">
                  <c:v>112.36212</c:v>
                </c:pt>
                <c:pt idx="2482">
                  <c:v>112.27477</c:v>
                </c:pt>
                <c:pt idx="2483">
                  <c:v>112.1908</c:v>
                </c:pt>
                <c:pt idx="2484">
                  <c:v>112.10848</c:v>
                </c:pt>
                <c:pt idx="2485">
                  <c:v>112.03048</c:v>
                </c:pt>
                <c:pt idx="2486">
                  <c:v>111.96605</c:v>
                </c:pt>
                <c:pt idx="2487">
                  <c:v>111.91755999999999</c:v>
                </c:pt>
                <c:pt idx="2488">
                  <c:v>111.87958999999999</c:v>
                </c:pt>
                <c:pt idx="2489">
                  <c:v>111.83864</c:v>
                </c:pt>
                <c:pt idx="2490">
                  <c:v>111.78586</c:v>
                </c:pt>
                <c:pt idx="2491">
                  <c:v>111.72704</c:v>
                </c:pt>
                <c:pt idx="2492">
                  <c:v>111.6686</c:v>
                </c:pt>
                <c:pt idx="2493">
                  <c:v>111.60911</c:v>
                </c:pt>
                <c:pt idx="2494">
                  <c:v>111.54792</c:v>
                </c:pt>
                <c:pt idx="2495">
                  <c:v>111.48797</c:v>
                </c:pt>
                <c:pt idx="2496">
                  <c:v>111.43245</c:v>
                </c:pt>
                <c:pt idx="2497">
                  <c:v>111.38187000000001</c:v>
                </c:pt>
                <c:pt idx="2498">
                  <c:v>111.34018</c:v>
                </c:pt>
                <c:pt idx="2499">
                  <c:v>111.30782000000001</c:v>
                </c:pt>
                <c:pt idx="2500">
                  <c:v>111.28899</c:v>
                </c:pt>
                <c:pt idx="2501">
                  <c:v>111.28151</c:v>
                </c:pt>
                <c:pt idx="2502">
                  <c:v>111.28172000000001</c:v>
                </c:pt>
                <c:pt idx="2503">
                  <c:v>111.28608</c:v>
                </c:pt>
                <c:pt idx="2504">
                  <c:v>111.29227</c:v>
                </c:pt>
                <c:pt idx="2505">
                  <c:v>111.29698999999999</c:v>
                </c:pt>
                <c:pt idx="2506">
                  <c:v>111.29652</c:v>
                </c:pt>
                <c:pt idx="2507">
                  <c:v>111.2936</c:v>
                </c:pt>
                <c:pt idx="2508">
                  <c:v>111.29219999999999</c:v>
                </c:pt>
                <c:pt idx="2509">
                  <c:v>111.28975</c:v>
                </c:pt>
                <c:pt idx="2510">
                  <c:v>111.28803000000001</c:v>
                </c:pt>
                <c:pt idx="2511">
                  <c:v>111.28691999999999</c:v>
                </c:pt>
                <c:pt idx="2512">
                  <c:v>111.28182</c:v>
                </c:pt>
                <c:pt idx="2513">
                  <c:v>111.27143</c:v>
                </c:pt>
                <c:pt idx="2514">
                  <c:v>111.25716</c:v>
                </c:pt>
                <c:pt idx="2515">
                  <c:v>111.24166</c:v>
                </c:pt>
                <c:pt idx="2516">
                  <c:v>111.22532</c:v>
                </c:pt>
                <c:pt idx="2517">
                  <c:v>111.21239</c:v>
                </c:pt>
                <c:pt idx="2518">
                  <c:v>111.20473</c:v>
                </c:pt>
                <c:pt idx="2519">
                  <c:v>111.19717</c:v>
                </c:pt>
                <c:pt idx="2520">
                  <c:v>111.18792999999999</c:v>
                </c:pt>
                <c:pt idx="2521">
                  <c:v>111.18004999999999</c:v>
                </c:pt>
                <c:pt idx="2522">
                  <c:v>111.17523</c:v>
                </c:pt>
                <c:pt idx="2523">
                  <c:v>111.17228</c:v>
                </c:pt>
                <c:pt idx="2524">
                  <c:v>111.1691</c:v>
                </c:pt>
                <c:pt idx="2525">
                  <c:v>111.16857</c:v>
                </c:pt>
                <c:pt idx="2526">
                  <c:v>111.17310999999999</c:v>
                </c:pt>
                <c:pt idx="2527">
                  <c:v>111.17796</c:v>
                </c:pt>
                <c:pt idx="2528">
                  <c:v>111.1797</c:v>
                </c:pt>
                <c:pt idx="2529">
                  <c:v>111.18053999999999</c:v>
                </c:pt>
                <c:pt idx="2530">
                  <c:v>111.18183000000001</c:v>
                </c:pt>
                <c:pt idx="2531">
                  <c:v>111.17448</c:v>
                </c:pt>
                <c:pt idx="2532">
                  <c:v>111.15147</c:v>
                </c:pt>
                <c:pt idx="2533">
                  <c:v>111.12609999999999</c:v>
                </c:pt>
                <c:pt idx="2534">
                  <c:v>111.11706</c:v>
                </c:pt>
                <c:pt idx="2535">
                  <c:v>111.123</c:v>
                </c:pt>
                <c:pt idx="2536">
                  <c:v>111.13993000000001</c:v>
                </c:pt>
                <c:pt idx="2537">
                  <c:v>111.1601</c:v>
                </c:pt>
                <c:pt idx="2538">
                  <c:v>111.17359999999999</c:v>
                </c:pt>
                <c:pt idx="2539">
                  <c:v>111.18001</c:v>
                </c:pt>
                <c:pt idx="2540">
                  <c:v>111.1829</c:v>
                </c:pt>
                <c:pt idx="2541">
                  <c:v>111.18304999999999</c:v>
                </c:pt>
                <c:pt idx="2542">
                  <c:v>111.17972</c:v>
                </c:pt>
                <c:pt idx="2543">
                  <c:v>111.17303</c:v>
                </c:pt>
                <c:pt idx="2544">
                  <c:v>111.16622</c:v>
                </c:pt>
                <c:pt idx="2545">
                  <c:v>111.15667999999999</c:v>
                </c:pt>
                <c:pt idx="2546">
                  <c:v>111.14</c:v>
                </c:pt>
                <c:pt idx="2547">
                  <c:v>111.12341000000001</c:v>
                </c:pt>
                <c:pt idx="2548">
                  <c:v>111.11418</c:v>
                </c:pt>
                <c:pt idx="2549">
                  <c:v>111.11198</c:v>
                </c:pt>
                <c:pt idx="2550">
                  <c:v>111.11246</c:v>
                </c:pt>
                <c:pt idx="2551">
                  <c:v>111.11284999999999</c:v>
                </c:pt>
                <c:pt idx="2552">
                  <c:v>111.11427999999999</c:v>
                </c:pt>
                <c:pt idx="2553">
                  <c:v>111.11457</c:v>
                </c:pt>
                <c:pt idx="2554">
                  <c:v>111.11269</c:v>
                </c:pt>
                <c:pt idx="2555">
                  <c:v>111.10863999999999</c:v>
                </c:pt>
                <c:pt idx="2556">
                  <c:v>111.09603</c:v>
                </c:pt>
                <c:pt idx="2557">
                  <c:v>111.08193</c:v>
                </c:pt>
                <c:pt idx="2558">
                  <c:v>111.07691</c:v>
                </c:pt>
                <c:pt idx="2559">
                  <c:v>111.08054</c:v>
                </c:pt>
                <c:pt idx="2560">
                  <c:v>111.08188</c:v>
                </c:pt>
                <c:pt idx="2561">
                  <c:v>111.06623999999999</c:v>
                </c:pt>
                <c:pt idx="2562">
                  <c:v>111.03682999999999</c:v>
                </c:pt>
                <c:pt idx="2563">
                  <c:v>111.00237</c:v>
                </c:pt>
                <c:pt idx="2564">
                  <c:v>110.96495</c:v>
                </c:pt>
                <c:pt idx="2565">
                  <c:v>110.92623</c:v>
                </c:pt>
                <c:pt idx="2566">
                  <c:v>110.88847</c:v>
                </c:pt>
                <c:pt idx="2567">
                  <c:v>110.8523</c:v>
                </c:pt>
                <c:pt idx="2568">
                  <c:v>110.81771999999999</c:v>
                </c:pt>
                <c:pt idx="2569">
                  <c:v>110.78915000000001</c:v>
                </c:pt>
                <c:pt idx="2570">
                  <c:v>110.76797000000001</c:v>
                </c:pt>
                <c:pt idx="2571">
                  <c:v>110.76367</c:v>
                </c:pt>
                <c:pt idx="2572">
                  <c:v>110.77663</c:v>
                </c:pt>
                <c:pt idx="2573">
                  <c:v>110.79792999999999</c:v>
                </c:pt>
                <c:pt idx="2574">
                  <c:v>110.81519</c:v>
                </c:pt>
                <c:pt idx="2575">
                  <c:v>110.81921</c:v>
                </c:pt>
                <c:pt idx="2576">
                  <c:v>110.80713</c:v>
                </c:pt>
                <c:pt idx="2577">
                  <c:v>110.78211</c:v>
                </c:pt>
                <c:pt idx="2578">
                  <c:v>110.74571</c:v>
                </c:pt>
                <c:pt idx="2579">
                  <c:v>110.70854</c:v>
                </c:pt>
                <c:pt idx="2580">
                  <c:v>110.67221000000001</c:v>
                </c:pt>
                <c:pt idx="2581">
                  <c:v>110.63866</c:v>
                </c:pt>
                <c:pt idx="2582">
                  <c:v>110.61118</c:v>
                </c:pt>
                <c:pt idx="2583">
                  <c:v>110.58967</c:v>
                </c:pt>
                <c:pt idx="2584">
                  <c:v>110.57067000000001</c:v>
                </c:pt>
                <c:pt idx="2585">
                  <c:v>110.55275</c:v>
                </c:pt>
                <c:pt idx="2586">
                  <c:v>110.53427000000001</c:v>
                </c:pt>
                <c:pt idx="2587">
                  <c:v>110.52106000000001</c:v>
                </c:pt>
                <c:pt idx="2588">
                  <c:v>110.51486</c:v>
                </c:pt>
                <c:pt idx="2589">
                  <c:v>110.51009000000001</c:v>
                </c:pt>
                <c:pt idx="2590">
                  <c:v>110.50519</c:v>
                </c:pt>
                <c:pt idx="2591">
                  <c:v>110.50561999999999</c:v>
                </c:pt>
                <c:pt idx="2592">
                  <c:v>110.51817</c:v>
                </c:pt>
                <c:pt idx="2593">
                  <c:v>110.53748</c:v>
                </c:pt>
                <c:pt idx="2594">
                  <c:v>110.55364</c:v>
                </c:pt>
                <c:pt idx="2595">
                  <c:v>110.56771999999999</c:v>
                </c:pt>
                <c:pt idx="2596">
                  <c:v>110.58665000000001</c:v>
                </c:pt>
                <c:pt idx="2597">
                  <c:v>110.61166</c:v>
                </c:pt>
                <c:pt idx="2598">
                  <c:v>110.63685</c:v>
                </c:pt>
                <c:pt idx="2599">
                  <c:v>110.66162</c:v>
                </c:pt>
                <c:pt idx="2600">
                  <c:v>110.68387</c:v>
                </c:pt>
                <c:pt idx="2601">
                  <c:v>110.705</c:v>
                </c:pt>
                <c:pt idx="2602">
                  <c:v>110.72948</c:v>
                </c:pt>
                <c:pt idx="2603">
                  <c:v>110.75851</c:v>
                </c:pt>
                <c:pt idx="2604">
                  <c:v>110.79434999999999</c:v>
                </c:pt>
                <c:pt idx="2605">
                  <c:v>110.8245</c:v>
                </c:pt>
                <c:pt idx="2606">
                  <c:v>110.85097</c:v>
                </c:pt>
                <c:pt idx="2607">
                  <c:v>110.87302</c:v>
                </c:pt>
                <c:pt idx="2608">
                  <c:v>110.88086</c:v>
                </c:pt>
                <c:pt idx="2609">
                  <c:v>110.88077</c:v>
                </c:pt>
                <c:pt idx="2610">
                  <c:v>110.87521</c:v>
                </c:pt>
                <c:pt idx="2611">
                  <c:v>110.86572</c:v>
                </c:pt>
                <c:pt idx="2612">
                  <c:v>110.86404</c:v>
                </c:pt>
                <c:pt idx="2613">
                  <c:v>110.87469</c:v>
                </c:pt>
                <c:pt idx="2614">
                  <c:v>110.89163000000001</c:v>
                </c:pt>
                <c:pt idx="2615">
                  <c:v>110.90667999999999</c:v>
                </c:pt>
                <c:pt idx="2616">
                  <c:v>110.91622</c:v>
                </c:pt>
                <c:pt idx="2617">
                  <c:v>110.93301</c:v>
                </c:pt>
                <c:pt idx="2618">
                  <c:v>110.95393</c:v>
                </c:pt>
                <c:pt idx="2619">
                  <c:v>110.97410000000001</c:v>
                </c:pt>
                <c:pt idx="2620">
                  <c:v>110.98513</c:v>
                </c:pt>
                <c:pt idx="2621">
                  <c:v>110.98049</c:v>
                </c:pt>
                <c:pt idx="2622">
                  <c:v>110.95636</c:v>
                </c:pt>
                <c:pt idx="2623">
                  <c:v>110.91708</c:v>
                </c:pt>
                <c:pt idx="2624">
                  <c:v>110.86526000000001</c:v>
                </c:pt>
                <c:pt idx="2625">
                  <c:v>110.80834</c:v>
                </c:pt>
                <c:pt idx="2626">
                  <c:v>110.7533</c:v>
                </c:pt>
                <c:pt idx="2627">
                  <c:v>110.70139</c:v>
                </c:pt>
                <c:pt idx="2628">
                  <c:v>110.65597</c:v>
                </c:pt>
                <c:pt idx="2629">
                  <c:v>110.61673</c:v>
                </c:pt>
                <c:pt idx="2630">
                  <c:v>110.58443</c:v>
                </c:pt>
                <c:pt idx="2631">
                  <c:v>110.56012</c:v>
                </c:pt>
                <c:pt idx="2632">
                  <c:v>110.54543</c:v>
                </c:pt>
                <c:pt idx="2633">
                  <c:v>110.54034</c:v>
                </c:pt>
                <c:pt idx="2634">
                  <c:v>110.54138</c:v>
                </c:pt>
                <c:pt idx="2635">
                  <c:v>110.54237000000001</c:v>
                </c:pt>
                <c:pt idx="2636">
                  <c:v>110.54015</c:v>
                </c:pt>
                <c:pt idx="2637">
                  <c:v>110.53776999999999</c:v>
                </c:pt>
                <c:pt idx="2638">
                  <c:v>110.53448</c:v>
                </c:pt>
                <c:pt idx="2639">
                  <c:v>110.529</c:v>
                </c:pt>
                <c:pt idx="2640">
                  <c:v>110.5209</c:v>
                </c:pt>
                <c:pt idx="2641">
                  <c:v>110.51183</c:v>
                </c:pt>
                <c:pt idx="2642">
                  <c:v>110.50215</c:v>
                </c:pt>
                <c:pt idx="2643">
                  <c:v>110.49008000000001</c:v>
                </c:pt>
                <c:pt idx="2644">
                  <c:v>110.46929</c:v>
                </c:pt>
                <c:pt idx="2645">
                  <c:v>110.44353</c:v>
                </c:pt>
                <c:pt idx="2646">
                  <c:v>110.41897</c:v>
                </c:pt>
                <c:pt idx="2647">
                  <c:v>110.39653</c:v>
                </c:pt>
                <c:pt idx="2648">
                  <c:v>110.37693</c:v>
                </c:pt>
                <c:pt idx="2649">
                  <c:v>110.35944000000001</c:v>
                </c:pt>
                <c:pt idx="2650">
                  <c:v>110.34425</c:v>
                </c:pt>
                <c:pt idx="2651">
                  <c:v>110.3259</c:v>
                </c:pt>
                <c:pt idx="2652">
                  <c:v>110.30115000000001</c:v>
                </c:pt>
                <c:pt idx="2653">
                  <c:v>110.2728</c:v>
                </c:pt>
                <c:pt idx="2654">
                  <c:v>110.24590000000001</c:v>
                </c:pt>
                <c:pt idx="2655">
                  <c:v>110.22674000000001</c:v>
                </c:pt>
                <c:pt idx="2656">
                  <c:v>110.21417</c:v>
                </c:pt>
                <c:pt idx="2657">
                  <c:v>110.20438</c:v>
                </c:pt>
                <c:pt idx="2658">
                  <c:v>110.19911999999999</c:v>
                </c:pt>
                <c:pt idx="2659">
                  <c:v>110.20196</c:v>
                </c:pt>
                <c:pt idx="2660">
                  <c:v>110.20465</c:v>
                </c:pt>
                <c:pt idx="2661">
                  <c:v>110.20396</c:v>
                </c:pt>
                <c:pt idx="2662">
                  <c:v>110.20726999999999</c:v>
                </c:pt>
                <c:pt idx="2663">
                  <c:v>110.2145</c:v>
                </c:pt>
                <c:pt idx="2664">
                  <c:v>110.22597</c:v>
                </c:pt>
                <c:pt idx="2665">
                  <c:v>110.24576999999999</c:v>
                </c:pt>
                <c:pt idx="2666">
                  <c:v>110.27158</c:v>
                </c:pt>
                <c:pt idx="2667">
                  <c:v>110.29813</c:v>
                </c:pt>
                <c:pt idx="2668">
                  <c:v>110.3252</c:v>
                </c:pt>
                <c:pt idx="2669">
                  <c:v>110.36082</c:v>
                </c:pt>
                <c:pt idx="2670">
                  <c:v>110.39924999999999</c:v>
                </c:pt>
                <c:pt idx="2671">
                  <c:v>110.43309000000001</c:v>
                </c:pt>
                <c:pt idx="2672">
                  <c:v>110.46455</c:v>
                </c:pt>
                <c:pt idx="2673">
                  <c:v>110.49818</c:v>
                </c:pt>
                <c:pt idx="2674">
                  <c:v>110.53731000000001</c:v>
                </c:pt>
                <c:pt idx="2675">
                  <c:v>110.57886999999999</c:v>
                </c:pt>
                <c:pt idx="2676">
                  <c:v>110.62461999999999</c:v>
                </c:pt>
                <c:pt idx="2677">
                  <c:v>110.66952999999999</c:v>
                </c:pt>
                <c:pt idx="2678">
                  <c:v>110.70448</c:v>
                </c:pt>
                <c:pt idx="2679">
                  <c:v>110.73124</c:v>
                </c:pt>
                <c:pt idx="2680">
                  <c:v>110.76087</c:v>
                </c:pt>
                <c:pt idx="2681">
                  <c:v>110.80204999999999</c:v>
                </c:pt>
                <c:pt idx="2682">
                  <c:v>110.84817</c:v>
                </c:pt>
                <c:pt idx="2683">
                  <c:v>110.89162</c:v>
                </c:pt>
                <c:pt idx="2684">
                  <c:v>110.92749999999999</c:v>
                </c:pt>
                <c:pt idx="2685">
                  <c:v>110.94904</c:v>
                </c:pt>
                <c:pt idx="2686">
                  <c:v>110.96353999999999</c:v>
                </c:pt>
                <c:pt idx="2687">
                  <c:v>110.97526999999999</c:v>
                </c:pt>
                <c:pt idx="2688">
                  <c:v>110.98226</c:v>
                </c:pt>
                <c:pt idx="2689">
                  <c:v>110.9823</c:v>
                </c:pt>
                <c:pt idx="2690">
                  <c:v>110.98105</c:v>
                </c:pt>
                <c:pt idx="2691">
                  <c:v>110.97986</c:v>
                </c:pt>
                <c:pt idx="2692">
                  <c:v>110.9753</c:v>
                </c:pt>
                <c:pt idx="2693">
                  <c:v>110.96653999999999</c:v>
                </c:pt>
                <c:pt idx="2694">
                  <c:v>110.95097</c:v>
                </c:pt>
                <c:pt idx="2695">
                  <c:v>110.93713</c:v>
                </c:pt>
                <c:pt idx="2696">
                  <c:v>110.93106</c:v>
                </c:pt>
                <c:pt idx="2697">
                  <c:v>110.93380999999999</c:v>
                </c:pt>
                <c:pt idx="2698">
                  <c:v>110.94517999999999</c:v>
                </c:pt>
                <c:pt idx="2699">
                  <c:v>110.96335999999999</c:v>
                </c:pt>
                <c:pt idx="2700">
                  <c:v>110.9875</c:v>
                </c:pt>
                <c:pt idx="2701">
                  <c:v>111.01357</c:v>
                </c:pt>
                <c:pt idx="2702">
                  <c:v>111.03773</c:v>
                </c:pt>
                <c:pt idx="2703">
                  <c:v>111.05878</c:v>
                </c:pt>
                <c:pt idx="2704">
                  <c:v>111.07993999999999</c:v>
                </c:pt>
                <c:pt idx="2705">
                  <c:v>111.1026</c:v>
                </c:pt>
                <c:pt idx="2706">
                  <c:v>111.12833000000001</c:v>
                </c:pt>
                <c:pt idx="2707">
                  <c:v>111.15684</c:v>
                </c:pt>
                <c:pt idx="2708">
                  <c:v>111.18409</c:v>
                </c:pt>
                <c:pt idx="2709">
                  <c:v>111.19154</c:v>
                </c:pt>
                <c:pt idx="2710">
                  <c:v>111.19378</c:v>
                </c:pt>
                <c:pt idx="2711">
                  <c:v>111.19476</c:v>
                </c:pt>
                <c:pt idx="2712">
                  <c:v>111.19662</c:v>
                </c:pt>
                <c:pt idx="2713">
                  <c:v>111.19401000000001</c:v>
                </c:pt>
                <c:pt idx="2714">
                  <c:v>111.19005</c:v>
                </c:pt>
                <c:pt idx="2715">
                  <c:v>111.18667000000001</c:v>
                </c:pt>
                <c:pt idx="2716">
                  <c:v>111.18832999999999</c:v>
                </c:pt>
                <c:pt idx="2717">
                  <c:v>111.18828999999999</c:v>
                </c:pt>
                <c:pt idx="2718">
                  <c:v>111.18085000000001</c:v>
                </c:pt>
                <c:pt idx="2719">
                  <c:v>111.16607999999999</c:v>
                </c:pt>
                <c:pt idx="2720">
                  <c:v>111.14552</c:v>
                </c:pt>
                <c:pt idx="2721">
                  <c:v>111.12502000000001</c:v>
                </c:pt>
                <c:pt idx="2722">
                  <c:v>111.10298</c:v>
                </c:pt>
                <c:pt idx="2723">
                  <c:v>111.08378999999999</c:v>
                </c:pt>
                <c:pt idx="2724">
                  <c:v>111.06814</c:v>
                </c:pt>
                <c:pt idx="2725">
                  <c:v>111.05094</c:v>
                </c:pt>
                <c:pt idx="2726">
                  <c:v>111.02838</c:v>
                </c:pt>
                <c:pt idx="2727">
                  <c:v>110.99590999999999</c:v>
                </c:pt>
                <c:pt idx="2728">
                  <c:v>110.95213</c:v>
                </c:pt>
                <c:pt idx="2729">
                  <c:v>110.89566000000001</c:v>
                </c:pt>
                <c:pt idx="2730">
                  <c:v>110.82829</c:v>
                </c:pt>
                <c:pt idx="2731">
                  <c:v>110.75642999999999</c:v>
                </c:pt>
                <c:pt idx="2732">
                  <c:v>110.68768</c:v>
                </c:pt>
                <c:pt idx="2733">
                  <c:v>110.62035</c:v>
                </c:pt>
                <c:pt idx="2734">
                  <c:v>110.54922999999999</c:v>
                </c:pt>
                <c:pt idx="2735">
                  <c:v>110.47044</c:v>
                </c:pt>
                <c:pt idx="2736">
                  <c:v>110.38348000000001</c:v>
                </c:pt>
                <c:pt idx="2737">
                  <c:v>110.29346</c:v>
                </c:pt>
                <c:pt idx="2738">
                  <c:v>110.20425</c:v>
                </c:pt>
                <c:pt idx="2739">
                  <c:v>110.11803</c:v>
                </c:pt>
                <c:pt idx="2740">
                  <c:v>110.03608</c:v>
                </c:pt>
                <c:pt idx="2741">
                  <c:v>109.9585</c:v>
                </c:pt>
                <c:pt idx="2742">
                  <c:v>109.88809000000001</c:v>
                </c:pt>
                <c:pt idx="2743">
                  <c:v>109.82462</c:v>
                </c:pt>
                <c:pt idx="2744">
                  <c:v>109.76204</c:v>
                </c:pt>
                <c:pt idx="2745">
                  <c:v>109.69871999999999</c:v>
                </c:pt>
                <c:pt idx="2746">
                  <c:v>109.6347</c:v>
                </c:pt>
                <c:pt idx="2747">
                  <c:v>109.56733</c:v>
                </c:pt>
                <c:pt idx="2748">
                  <c:v>109.49386</c:v>
                </c:pt>
                <c:pt idx="2749">
                  <c:v>109.41378</c:v>
                </c:pt>
                <c:pt idx="2750">
                  <c:v>109.3272</c:v>
                </c:pt>
                <c:pt idx="2751">
                  <c:v>109.23676</c:v>
                </c:pt>
                <c:pt idx="2752">
                  <c:v>109.14879999999999</c:v>
                </c:pt>
                <c:pt idx="2753">
                  <c:v>109.06759</c:v>
                </c:pt>
                <c:pt idx="2754">
                  <c:v>108.99118</c:v>
                </c:pt>
                <c:pt idx="2755">
                  <c:v>108.91689</c:v>
                </c:pt>
                <c:pt idx="2756">
                  <c:v>108.84350999999999</c:v>
                </c:pt>
                <c:pt idx="2757">
                  <c:v>108.76711</c:v>
                </c:pt>
                <c:pt idx="2758">
                  <c:v>108.68433</c:v>
                </c:pt>
                <c:pt idx="2759">
                  <c:v>108.5937</c:v>
                </c:pt>
                <c:pt idx="2760">
                  <c:v>108.49458</c:v>
                </c:pt>
                <c:pt idx="2761">
                  <c:v>108.38682</c:v>
                </c:pt>
                <c:pt idx="2762">
                  <c:v>108.27413</c:v>
                </c:pt>
                <c:pt idx="2763">
                  <c:v>108.1571</c:v>
                </c:pt>
                <c:pt idx="2764">
                  <c:v>108.03493</c:v>
                </c:pt>
                <c:pt idx="2765">
                  <c:v>107.90961</c:v>
                </c:pt>
                <c:pt idx="2766">
                  <c:v>107.78561000000001</c:v>
                </c:pt>
                <c:pt idx="2767">
                  <c:v>107.66502</c:v>
                </c:pt>
                <c:pt idx="2768">
                  <c:v>107.54595999999999</c:v>
                </c:pt>
                <c:pt idx="2769">
                  <c:v>107.42719</c:v>
                </c:pt>
                <c:pt idx="2770">
                  <c:v>107.31128</c:v>
                </c:pt>
                <c:pt idx="2771">
                  <c:v>107.19757</c:v>
                </c:pt>
                <c:pt idx="2772">
                  <c:v>107.08408</c:v>
                </c:pt>
                <c:pt idx="2773">
                  <c:v>106.97161</c:v>
                </c:pt>
                <c:pt idx="2774">
                  <c:v>106.85908999999999</c:v>
                </c:pt>
                <c:pt idx="2775">
                  <c:v>106.74258</c:v>
                </c:pt>
                <c:pt idx="2776">
                  <c:v>106.62103</c:v>
                </c:pt>
                <c:pt idx="2777">
                  <c:v>106.49558</c:v>
                </c:pt>
                <c:pt idx="2778">
                  <c:v>106.36526000000001</c:v>
                </c:pt>
                <c:pt idx="2779">
                  <c:v>106.22741000000001</c:v>
                </c:pt>
                <c:pt idx="2780">
                  <c:v>106.08293999999999</c:v>
                </c:pt>
                <c:pt idx="2781">
                  <c:v>105.93633</c:v>
                </c:pt>
                <c:pt idx="2782">
                  <c:v>105.79459</c:v>
                </c:pt>
                <c:pt idx="2783">
                  <c:v>105.66127</c:v>
                </c:pt>
                <c:pt idx="2784">
                  <c:v>105.53664999999999</c:v>
                </c:pt>
                <c:pt idx="2785">
                  <c:v>105.41737000000001</c:v>
                </c:pt>
                <c:pt idx="2786">
                  <c:v>105.29992</c:v>
                </c:pt>
                <c:pt idx="2787">
                  <c:v>105.1837</c:v>
                </c:pt>
                <c:pt idx="2788">
                  <c:v>105.06738</c:v>
                </c:pt>
                <c:pt idx="2789">
                  <c:v>104.95371</c:v>
                </c:pt>
                <c:pt idx="2790">
                  <c:v>104.84542</c:v>
                </c:pt>
                <c:pt idx="2791">
                  <c:v>104.74298</c:v>
                </c:pt>
                <c:pt idx="2792">
                  <c:v>104.64053</c:v>
                </c:pt>
                <c:pt idx="2793">
                  <c:v>104.53254</c:v>
                </c:pt>
                <c:pt idx="2794">
                  <c:v>104.41804999999999</c:v>
                </c:pt>
                <c:pt idx="2795">
                  <c:v>104.30244999999999</c:v>
                </c:pt>
                <c:pt idx="2796">
                  <c:v>104.20005</c:v>
                </c:pt>
                <c:pt idx="2797">
                  <c:v>104.11577</c:v>
                </c:pt>
                <c:pt idx="2798">
                  <c:v>104.04339</c:v>
                </c:pt>
                <c:pt idx="2799">
                  <c:v>103.97644</c:v>
                </c:pt>
                <c:pt idx="2800">
                  <c:v>103.91041</c:v>
                </c:pt>
                <c:pt idx="2801">
                  <c:v>103.84344</c:v>
                </c:pt>
                <c:pt idx="2802">
                  <c:v>103.77273</c:v>
                </c:pt>
                <c:pt idx="2803">
                  <c:v>103.69604</c:v>
                </c:pt>
                <c:pt idx="2804">
                  <c:v>103.61427</c:v>
                </c:pt>
                <c:pt idx="2805">
                  <c:v>103.52193</c:v>
                </c:pt>
                <c:pt idx="2806">
                  <c:v>103.41472</c:v>
                </c:pt>
                <c:pt idx="2807">
                  <c:v>103.29799</c:v>
                </c:pt>
                <c:pt idx="2808">
                  <c:v>103.17945</c:v>
                </c:pt>
                <c:pt idx="2809">
                  <c:v>103.06244</c:v>
                </c:pt>
                <c:pt idx="2810">
                  <c:v>102.94777999999999</c:v>
                </c:pt>
                <c:pt idx="2811">
                  <c:v>102.83698</c:v>
                </c:pt>
                <c:pt idx="2812">
                  <c:v>102.73165</c:v>
                </c:pt>
                <c:pt idx="2813">
                  <c:v>102.62585</c:v>
                </c:pt>
                <c:pt idx="2814">
                  <c:v>102.51295</c:v>
                </c:pt>
                <c:pt idx="2815">
                  <c:v>102.39892</c:v>
                </c:pt>
                <c:pt idx="2816">
                  <c:v>102.29038</c:v>
                </c:pt>
                <c:pt idx="2817">
                  <c:v>102.18819000000001</c:v>
                </c:pt>
                <c:pt idx="2818">
                  <c:v>102.09327</c:v>
                </c:pt>
                <c:pt idx="2819">
                  <c:v>102.003</c:v>
                </c:pt>
                <c:pt idx="2820">
                  <c:v>101.91401999999999</c:v>
                </c:pt>
                <c:pt idx="2821">
                  <c:v>101.82283</c:v>
                </c:pt>
                <c:pt idx="2822">
                  <c:v>101.72865</c:v>
                </c:pt>
                <c:pt idx="2823">
                  <c:v>101.62846999999999</c:v>
                </c:pt>
                <c:pt idx="2824">
                  <c:v>101.52043</c:v>
                </c:pt>
                <c:pt idx="2825">
                  <c:v>101.40272</c:v>
                </c:pt>
                <c:pt idx="2826">
                  <c:v>101.27924</c:v>
                </c:pt>
                <c:pt idx="2827">
                  <c:v>101.15546000000001</c:v>
                </c:pt>
                <c:pt idx="2828">
                  <c:v>101.0331</c:v>
                </c:pt>
                <c:pt idx="2829">
                  <c:v>100.91598999999999</c:v>
                </c:pt>
                <c:pt idx="2830">
                  <c:v>100.80459999999999</c:v>
                </c:pt>
                <c:pt idx="2831">
                  <c:v>100.69499999999999</c:v>
                </c:pt>
                <c:pt idx="2832">
                  <c:v>100.58704</c:v>
                </c:pt>
                <c:pt idx="2833">
                  <c:v>100.48381000000001</c:v>
                </c:pt>
                <c:pt idx="2834">
                  <c:v>100.386</c:v>
                </c:pt>
                <c:pt idx="2835">
                  <c:v>100.29016</c:v>
                </c:pt>
                <c:pt idx="2836">
                  <c:v>100.19549000000001</c:v>
                </c:pt>
                <c:pt idx="2837">
                  <c:v>100.1006</c:v>
                </c:pt>
                <c:pt idx="2838">
                  <c:v>100.00456</c:v>
                </c:pt>
                <c:pt idx="2839">
                  <c:v>99.907805999999994</c:v>
                </c:pt>
                <c:pt idx="2840">
                  <c:v>99.808914000000001</c:v>
                </c:pt>
                <c:pt idx="2841">
                  <c:v>99.708939000000001</c:v>
                </c:pt>
                <c:pt idx="2842">
                  <c:v>99.609702999999996</c:v>
                </c:pt>
                <c:pt idx="2843">
                  <c:v>99.513274999999993</c:v>
                </c:pt>
                <c:pt idx="2844">
                  <c:v>99.418746999999996</c:v>
                </c:pt>
                <c:pt idx="2845">
                  <c:v>99.325385999999995</c:v>
                </c:pt>
                <c:pt idx="2846">
                  <c:v>99.232605000000007</c:v>
                </c:pt>
                <c:pt idx="2847">
                  <c:v>99.137932000000006</c:v>
                </c:pt>
                <c:pt idx="2848">
                  <c:v>99.039199999999994</c:v>
                </c:pt>
                <c:pt idx="2849">
                  <c:v>98.937484999999995</c:v>
                </c:pt>
                <c:pt idx="2850">
                  <c:v>98.834068000000002</c:v>
                </c:pt>
                <c:pt idx="2851">
                  <c:v>98.726112000000001</c:v>
                </c:pt>
                <c:pt idx="2852">
                  <c:v>98.612166999999999</c:v>
                </c:pt>
                <c:pt idx="2853">
                  <c:v>98.49485</c:v>
                </c:pt>
                <c:pt idx="2854">
                  <c:v>98.376755000000003</c:v>
                </c:pt>
                <c:pt idx="2855">
                  <c:v>98.258849999999995</c:v>
                </c:pt>
                <c:pt idx="2856">
                  <c:v>98.143058999999994</c:v>
                </c:pt>
                <c:pt idx="2857">
                  <c:v>98.031066999999993</c:v>
                </c:pt>
                <c:pt idx="2858">
                  <c:v>97.922606999999999</c:v>
                </c:pt>
                <c:pt idx="2859">
                  <c:v>97.816231000000002</c:v>
                </c:pt>
                <c:pt idx="2860">
                  <c:v>97.714416999999997</c:v>
                </c:pt>
                <c:pt idx="2861">
                  <c:v>97.619422999999998</c:v>
                </c:pt>
                <c:pt idx="2862">
                  <c:v>97.529860999999997</c:v>
                </c:pt>
                <c:pt idx="2863">
                  <c:v>97.442222999999998</c:v>
                </c:pt>
                <c:pt idx="2864">
                  <c:v>97.355652000000006</c:v>
                </c:pt>
                <c:pt idx="2865">
                  <c:v>97.271552999999997</c:v>
                </c:pt>
                <c:pt idx="2866">
                  <c:v>97.189796000000001</c:v>
                </c:pt>
                <c:pt idx="2867">
                  <c:v>97.106133</c:v>
                </c:pt>
                <c:pt idx="2868">
                  <c:v>97.018897999999993</c:v>
                </c:pt>
                <c:pt idx="2869">
                  <c:v>96.930672000000001</c:v>
                </c:pt>
                <c:pt idx="2870">
                  <c:v>96.844429000000005</c:v>
                </c:pt>
                <c:pt idx="2871">
                  <c:v>96.759972000000005</c:v>
                </c:pt>
                <c:pt idx="2872">
                  <c:v>96.671233999999998</c:v>
                </c:pt>
                <c:pt idx="2873">
                  <c:v>96.577415000000002</c:v>
                </c:pt>
                <c:pt idx="2874">
                  <c:v>96.480964999999998</c:v>
                </c:pt>
                <c:pt idx="2875">
                  <c:v>96.382462000000004</c:v>
                </c:pt>
                <c:pt idx="2876">
                  <c:v>96.281479000000004</c:v>
                </c:pt>
                <c:pt idx="2877">
                  <c:v>96.180237000000005</c:v>
                </c:pt>
                <c:pt idx="2878">
                  <c:v>96.080573999999999</c:v>
                </c:pt>
                <c:pt idx="2879">
                  <c:v>95.982056</c:v>
                </c:pt>
                <c:pt idx="2880">
                  <c:v>95.883492000000004</c:v>
                </c:pt>
                <c:pt idx="2881">
                  <c:v>95.782623000000001</c:v>
                </c:pt>
                <c:pt idx="2882">
                  <c:v>95.676345999999995</c:v>
                </c:pt>
                <c:pt idx="2883">
                  <c:v>95.56353</c:v>
                </c:pt>
                <c:pt idx="2884">
                  <c:v>95.444076999999993</c:v>
                </c:pt>
                <c:pt idx="2885">
                  <c:v>95.316040000000001</c:v>
                </c:pt>
                <c:pt idx="2886">
                  <c:v>95.177436999999998</c:v>
                </c:pt>
                <c:pt idx="2887">
                  <c:v>95.030181999999996</c:v>
                </c:pt>
                <c:pt idx="2888">
                  <c:v>94.878547999999995</c:v>
                </c:pt>
                <c:pt idx="2889">
                  <c:v>94.723517999999999</c:v>
                </c:pt>
                <c:pt idx="2890">
                  <c:v>94.565781000000001</c:v>
                </c:pt>
                <c:pt idx="2891">
                  <c:v>94.409476999999995</c:v>
                </c:pt>
                <c:pt idx="2892">
                  <c:v>94.257346999999996</c:v>
                </c:pt>
                <c:pt idx="2893">
                  <c:v>94.109131000000005</c:v>
                </c:pt>
                <c:pt idx="2894">
                  <c:v>93.964775000000003</c:v>
                </c:pt>
                <c:pt idx="2895">
                  <c:v>93.822852999999995</c:v>
                </c:pt>
                <c:pt idx="2896">
                  <c:v>93.680533999999994</c:v>
                </c:pt>
                <c:pt idx="2897">
                  <c:v>93.539291000000006</c:v>
                </c:pt>
                <c:pt idx="2898">
                  <c:v>93.402884999999998</c:v>
                </c:pt>
                <c:pt idx="2899">
                  <c:v>93.270988000000003</c:v>
                </c:pt>
                <c:pt idx="2900">
                  <c:v>93.139129999999994</c:v>
                </c:pt>
                <c:pt idx="2901">
                  <c:v>93.005454999999998</c:v>
                </c:pt>
                <c:pt idx="2902">
                  <c:v>92.873131000000001</c:v>
                </c:pt>
                <c:pt idx="2903">
                  <c:v>92.746025000000003</c:v>
                </c:pt>
                <c:pt idx="2904">
                  <c:v>92.626045000000005</c:v>
                </c:pt>
                <c:pt idx="2905">
                  <c:v>92.507507000000004</c:v>
                </c:pt>
                <c:pt idx="2906">
                  <c:v>92.390029999999996</c:v>
                </c:pt>
                <c:pt idx="2907">
                  <c:v>92.273269999999997</c:v>
                </c:pt>
                <c:pt idx="2908">
                  <c:v>92.157248999999993</c:v>
                </c:pt>
                <c:pt idx="2909">
                  <c:v>92.041847000000004</c:v>
                </c:pt>
                <c:pt idx="2910">
                  <c:v>91.923919999999995</c:v>
                </c:pt>
                <c:pt idx="2911">
                  <c:v>91.803191999999996</c:v>
                </c:pt>
                <c:pt idx="2912">
                  <c:v>91.680961999999994</c:v>
                </c:pt>
                <c:pt idx="2913">
                  <c:v>91.559601000000001</c:v>
                </c:pt>
                <c:pt idx="2914">
                  <c:v>91.439751000000001</c:v>
                </c:pt>
                <c:pt idx="2915">
                  <c:v>91.320847000000001</c:v>
                </c:pt>
                <c:pt idx="2916">
                  <c:v>91.203322999999997</c:v>
                </c:pt>
                <c:pt idx="2917">
                  <c:v>91.086333999999994</c:v>
                </c:pt>
                <c:pt idx="2918">
                  <c:v>90.971405000000004</c:v>
                </c:pt>
                <c:pt idx="2919">
                  <c:v>90.858337000000006</c:v>
                </c:pt>
                <c:pt idx="2920">
                  <c:v>90.749176000000006</c:v>
                </c:pt>
                <c:pt idx="2921">
                  <c:v>90.640975999999995</c:v>
                </c:pt>
                <c:pt idx="2922">
                  <c:v>90.526871</c:v>
                </c:pt>
                <c:pt idx="2923">
                  <c:v>90.404640000000001</c:v>
                </c:pt>
                <c:pt idx="2924">
                  <c:v>90.275786999999994</c:v>
                </c:pt>
                <c:pt idx="2925">
                  <c:v>90.144867000000005</c:v>
                </c:pt>
                <c:pt idx="2926">
                  <c:v>90.013701999999995</c:v>
                </c:pt>
                <c:pt idx="2927">
                  <c:v>89.881432000000004</c:v>
                </c:pt>
                <c:pt idx="2928">
                  <c:v>89.748581000000001</c:v>
                </c:pt>
                <c:pt idx="2929">
                  <c:v>89.617012000000003</c:v>
                </c:pt>
                <c:pt idx="2930">
                  <c:v>89.487610000000004</c:v>
                </c:pt>
                <c:pt idx="2931">
                  <c:v>89.361464999999995</c:v>
                </c:pt>
                <c:pt idx="2932">
                  <c:v>89.239609000000002</c:v>
                </c:pt>
                <c:pt idx="2933">
                  <c:v>89.123374999999996</c:v>
                </c:pt>
                <c:pt idx="2934">
                  <c:v>89.010375999999994</c:v>
                </c:pt>
                <c:pt idx="2935">
                  <c:v>88.897514000000001</c:v>
                </c:pt>
                <c:pt idx="2936">
                  <c:v>88.782264999999995</c:v>
                </c:pt>
                <c:pt idx="2937">
                  <c:v>88.665374999999997</c:v>
                </c:pt>
                <c:pt idx="2938">
                  <c:v>88.550072</c:v>
                </c:pt>
                <c:pt idx="2939">
                  <c:v>88.440787999999998</c:v>
                </c:pt>
                <c:pt idx="2940">
                  <c:v>88.33963</c:v>
                </c:pt>
                <c:pt idx="2941">
                  <c:v>88.242644999999996</c:v>
                </c:pt>
                <c:pt idx="2942">
                  <c:v>88.146384999999995</c:v>
                </c:pt>
                <c:pt idx="2943">
                  <c:v>88.049126000000001</c:v>
                </c:pt>
                <c:pt idx="2944">
                  <c:v>87.951706000000001</c:v>
                </c:pt>
                <c:pt idx="2945">
                  <c:v>87.856071</c:v>
                </c:pt>
                <c:pt idx="2946">
                  <c:v>87.761764999999997</c:v>
                </c:pt>
                <c:pt idx="2947">
                  <c:v>87.667854000000005</c:v>
                </c:pt>
                <c:pt idx="2948">
                  <c:v>87.574768000000006</c:v>
                </c:pt>
                <c:pt idx="2949">
                  <c:v>87.482162000000002</c:v>
                </c:pt>
                <c:pt idx="2950">
                  <c:v>87.389281999999994</c:v>
                </c:pt>
                <c:pt idx="2951">
                  <c:v>87.296417000000005</c:v>
                </c:pt>
                <c:pt idx="2952">
                  <c:v>87.205146999999997</c:v>
                </c:pt>
                <c:pt idx="2953">
                  <c:v>87.116028</c:v>
                </c:pt>
                <c:pt idx="2954">
                  <c:v>87.028412000000003</c:v>
                </c:pt>
                <c:pt idx="2955">
                  <c:v>86.942368000000002</c:v>
                </c:pt>
                <c:pt idx="2956">
                  <c:v>86.857521000000006</c:v>
                </c:pt>
                <c:pt idx="2957">
                  <c:v>86.773842000000002</c:v>
                </c:pt>
                <c:pt idx="2958">
                  <c:v>86.691322</c:v>
                </c:pt>
                <c:pt idx="2959">
                  <c:v>86.609656999999999</c:v>
                </c:pt>
                <c:pt idx="2960">
                  <c:v>86.529105999999999</c:v>
                </c:pt>
                <c:pt idx="2961">
                  <c:v>86.449912999999995</c:v>
                </c:pt>
                <c:pt idx="2962">
                  <c:v>86.371971000000002</c:v>
                </c:pt>
                <c:pt idx="2963">
                  <c:v>86.294280999999998</c:v>
                </c:pt>
                <c:pt idx="2964">
                  <c:v>86.217277999999993</c:v>
                </c:pt>
                <c:pt idx="2965">
                  <c:v>86.141907000000003</c:v>
                </c:pt>
                <c:pt idx="2966">
                  <c:v>86.067970000000003</c:v>
                </c:pt>
                <c:pt idx="2967">
                  <c:v>85.994781000000003</c:v>
                </c:pt>
                <c:pt idx="2968">
                  <c:v>85.922545999999997</c:v>
                </c:pt>
                <c:pt idx="2969">
                  <c:v>85.850669999999994</c:v>
                </c:pt>
                <c:pt idx="2970">
                  <c:v>85.780251000000007</c:v>
                </c:pt>
                <c:pt idx="2971">
                  <c:v>85.714080999999993</c:v>
                </c:pt>
                <c:pt idx="2972">
                  <c:v>85.655640000000005</c:v>
                </c:pt>
                <c:pt idx="2973">
                  <c:v>85.605987999999996</c:v>
                </c:pt>
                <c:pt idx="2974">
                  <c:v>85.565948000000006</c:v>
                </c:pt>
                <c:pt idx="2975">
                  <c:v>85.530106000000004</c:v>
                </c:pt>
                <c:pt idx="2976">
                  <c:v>85.491287</c:v>
                </c:pt>
                <c:pt idx="2977">
                  <c:v>85.449562</c:v>
                </c:pt>
                <c:pt idx="2978">
                  <c:v>85.407753</c:v>
                </c:pt>
                <c:pt idx="2979">
                  <c:v>85.372292000000002</c:v>
                </c:pt>
                <c:pt idx="2980">
                  <c:v>85.340774999999994</c:v>
                </c:pt>
                <c:pt idx="2981">
                  <c:v>85.305938999999995</c:v>
                </c:pt>
                <c:pt idx="2982">
                  <c:v>85.304862999999997</c:v>
                </c:pt>
                <c:pt idx="2983">
                  <c:v>85.280868999999996</c:v>
                </c:pt>
                <c:pt idx="2984">
                  <c:v>85.246161999999998</c:v>
                </c:pt>
                <c:pt idx="2985">
                  <c:v>85.208618000000001</c:v>
                </c:pt>
                <c:pt idx="2986">
                  <c:v>85.172470000000004</c:v>
                </c:pt>
                <c:pt idx="2987">
                  <c:v>85.138503999999998</c:v>
                </c:pt>
                <c:pt idx="2988">
                  <c:v>85.102699000000001</c:v>
                </c:pt>
                <c:pt idx="2989">
                  <c:v>85.060158000000001</c:v>
                </c:pt>
                <c:pt idx="2990">
                  <c:v>85.008460999999997</c:v>
                </c:pt>
                <c:pt idx="2991">
                  <c:v>84.948150999999996</c:v>
                </c:pt>
                <c:pt idx="2992">
                  <c:v>84.881637999999995</c:v>
                </c:pt>
                <c:pt idx="2993">
                  <c:v>84.810822000000002</c:v>
                </c:pt>
                <c:pt idx="2994">
                  <c:v>84.735847000000007</c:v>
                </c:pt>
                <c:pt idx="2995">
                  <c:v>84.657486000000006</c:v>
                </c:pt>
                <c:pt idx="2996">
                  <c:v>84.576819999999998</c:v>
                </c:pt>
                <c:pt idx="2997">
                  <c:v>84.495307999999994</c:v>
                </c:pt>
                <c:pt idx="2998">
                  <c:v>84.415749000000005</c:v>
                </c:pt>
                <c:pt idx="2999">
                  <c:v>84.340964999999997</c:v>
                </c:pt>
                <c:pt idx="3000">
                  <c:v>84.270843999999997</c:v>
                </c:pt>
                <c:pt idx="3001">
                  <c:v>84.204223999999996</c:v>
                </c:pt>
                <c:pt idx="3002">
                  <c:v>84.138762999999997</c:v>
                </c:pt>
                <c:pt idx="3003">
                  <c:v>84.072829999999996</c:v>
                </c:pt>
                <c:pt idx="3004">
                  <c:v>84.005629999999996</c:v>
                </c:pt>
                <c:pt idx="3005">
                  <c:v>83.937920000000005</c:v>
                </c:pt>
                <c:pt idx="3006">
                  <c:v>83.866973999999999</c:v>
                </c:pt>
                <c:pt idx="3007">
                  <c:v>83.793426999999994</c:v>
                </c:pt>
                <c:pt idx="3008">
                  <c:v>83.721305999999998</c:v>
                </c:pt>
                <c:pt idx="3009">
                  <c:v>83.653037999999995</c:v>
                </c:pt>
                <c:pt idx="3010">
                  <c:v>83.587990000000005</c:v>
                </c:pt>
                <c:pt idx="3011">
                  <c:v>83.523574999999994</c:v>
                </c:pt>
                <c:pt idx="3012">
                  <c:v>83.450134000000006</c:v>
                </c:pt>
                <c:pt idx="3013">
                  <c:v>83.370238999999998</c:v>
                </c:pt>
                <c:pt idx="3014">
                  <c:v>83.290244999999999</c:v>
                </c:pt>
                <c:pt idx="3015">
                  <c:v>83.213936000000004</c:v>
                </c:pt>
                <c:pt idx="3016">
                  <c:v>83.170203999999998</c:v>
                </c:pt>
                <c:pt idx="3017">
                  <c:v>83.161788999999999</c:v>
                </c:pt>
                <c:pt idx="3018">
                  <c:v>83.166060999999999</c:v>
                </c:pt>
                <c:pt idx="3019">
                  <c:v>83.169487000000004</c:v>
                </c:pt>
                <c:pt idx="3020">
                  <c:v>83.164696000000006</c:v>
                </c:pt>
                <c:pt idx="3021">
                  <c:v>83.154182000000006</c:v>
                </c:pt>
                <c:pt idx="3022">
                  <c:v>83.139129999999994</c:v>
                </c:pt>
                <c:pt idx="3023">
                  <c:v>83.122733999999994</c:v>
                </c:pt>
                <c:pt idx="3024">
                  <c:v>83.105057000000002</c:v>
                </c:pt>
                <c:pt idx="3025">
                  <c:v>83.086455999999998</c:v>
                </c:pt>
                <c:pt idx="3026">
                  <c:v>83.066237999999998</c:v>
                </c:pt>
                <c:pt idx="3027">
                  <c:v>83.044510000000002</c:v>
                </c:pt>
                <c:pt idx="3028">
                  <c:v>83.022155999999995</c:v>
                </c:pt>
                <c:pt idx="3029">
                  <c:v>82.999420000000001</c:v>
                </c:pt>
                <c:pt idx="3030">
                  <c:v>82.976851999999994</c:v>
                </c:pt>
                <c:pt idx="3031">
                  <c:v>82.954505999999995</c:v>
                </c:pt>
                <c:pt idx="3032">
                  <c:v>82.930808999999996</c:v>
                </c:pt>
                <c:pt idx="3033">
                  <c:v>82.905983000000006</c:v>
                </c:pt>
                <c:pt idx="3034">
                  <c:v>82.881348000000003</c:v>
                </c:pt>
                <c:pt idx="3035">
                  <c:v>82.857758000000004</c:v>
                </c:pt>
                <c:pt idx="3036">
                  <c:v>82.834464999999994</c:v>
                </c:pt>
                <c:pt idx="3037">
                  <c:v>82.811508000000003</c:v>
                </c:pt>
                <c:pt idx="3038">
                  <c:v>82.788741999999999</c:v>
                </c:pt>
                <c:pt idx="3039">
                  <c:v>82.764915000000002</c:v>
                </c:pt>
                <c:pt idx="3040">
                  <c:v>82.738410999999999</c:v>
                </c:pt>
                <c:pt idx="3041">
                  <c:v>82.706649999999996</c:v>
                </c:pt>
                <c:pt idx="3042">
                  <c:v>82.666945999999996</c:v>
                </c:pt>
                <c:pt idx="3043">
                  <c:v>82.620215999999999</c:v>
                </c:pt>
                <c:pt idx="3044">
                  <c:v>82.570992000000004</c:v>
                </c:pt>
                <c:pt idx="3045">
                  <c:v>82.521064999999993</c:v>
                </c:pt>
                <c:pt idx="3046">
                  <c:v>82.473442000000006</c:v>
                </c:pt>
                <c:pt idx="3047">
                  <c:v>82.424178999999995</c:v>
                </c:pt>
                <c:pt idx="3048">
                  <c:v>82.371384000000006</c:v>
                </c:pt>
                <c:pt idx="3049">
                  <c:v>82.313598999999996</c:v>
                </c:pt>
                <c:pt idx="3050">
                  <c:v>82.248588999999996</c:v>
                </c:pt>
                <c:pt idx="3051">
                  <c:v>82.173552999999998</c:v>
                </c:pt>
                <c:pt idx="3052">
                  <c:v>82.089873999999995</c:v>
                </c:pt>
                <c:pt idx="3053">
                  <c:v>82.002525000000006</c:v>
                </c:pt>
                <c:pt idx="3054">
                  <c:v>81.912589999999994</c:v>
                </c:pt>
                <c:pt idx="3055">
                  <c:v>81.823029000000005</c:v>
                </c:pt>
                <c:pt idx="3056">
                  <c:v>81.734961999999996</c:v>
                </c:pt>
                <c:pt idx="3057">
                  <c:v>81.647942</c:v>
                </c:pt>
                <c:pt idx="3058">
                  <c:v>81.562904000000003</c:v>
                </c:pt>
                <c:pt idx="3059">
                  <c:v>81.481269999999995</c:v>
                </c:pt>
                <c:pt idx="3060">
                  <c:v>81.404929999999993</c:v>
                </c:pt>
                <c:pt idx="3061">
                  <c:v>81.333877999999999</c:v>
                </c:pt>
                <c:pt idx="3062">
                  <c:v>81.263000000000005</c:v>
                </c:pt>
                <c:pt idx="3063">
                  <c:v>81.188141000000002</c:v>
                </c:pt>
                <c:pt idx="3064">
                  <c:v>81.108337000000006</c:v>
                </c:pt>
                <c:pt idx="3065">
                  <c:v>81.027602999999999</c:v>
                </c:pt>
                <c:pt idx="3066">
                  <c:v>80.947875999999994</c:v>
                </c:pt>
                <c:pt idx="3067">
                  <c:v>80.875609999999995</c:v>
                </c:pt>
                <c:pt idx="3068">
                  <c:v>80.812042000000005</c:v>
                </c:pt>
                <c:pt idx="3069">
                  <c:v>80.754463000000001</c:v>
                </c:pt>
                <c:pt idx="3070">
                  <c:v>80.701035000000005</c:v>
                </c:pt>
                <c:pt idx="3071">
                  <c:v>80.651320999999996</c:v>
                </c:pt>
                <c:pt idx="3072">
                  <c:v>80.603531000000004</c:v>
                </c:pt>
                <c:pt idx="3073">
                  <c:v>80.559562999999997</c:v>
                </c:pt>
                <c:pt idx="3074">
                  <c:v>80.521355</c:v>
                </c:pt>
                <c:pt idx="3075">
                  <c:v>80.486464999999995</c:v>
                </c:pt>
                <c:pt idx="3076">
                  <c:v>80.451697999999993</c:v>
                </c:pt>
                <c:pt idx="3077">
                  <c:v>80.415665000000004</c:v>
                </c:pt>
                <c:pt idx="3078">
                  <c:v>80.378615999999994</c:v>
                </c:pt>
                <c:pt idx="3079">
                  <c:v>80.342308000000003</c:v>
                </c:pt>
                <c:pt idx="3080">
                  <c:v>80.307868999999997</c:v>
                </c:pt>
                <c:pt idx="3081">
                  <c:v>80.274628000000007</c:v>
                </c:pt>
                <c:pt idx="3082">
                  <c:v>80.242301999999995</c:v>
                </c:pt>
                <c:pt idx="3083">
                  <c:v>80.210708999999994</c:v>
                </c:pt>
                <c:pt idx="3084">
                  <c:v>80.179237000000001</c:v>
                </c:pt>
                <c:pt idx="3085">
                  <c:v>80.147323999999998</c:v>
                </c:pt>
                <c:pt idx="3086">
                  <c:v>80.114647000000005</c:v>
                </c:pt>
                <c:pt idx="3087">
                  <c:v>80.080933000000002</c:v>
                </c:pt>
                <c:pt idx="3088">
                  <c:v>80.046631000000005</c:v>
                </c:pt>
                <c:pt idx="3089">
                  <c:v>80.010536000000002</c:v>
                </c:pt>
                <c:pt idx="3090">
                  <c:v>79.972160000000002</c:v>
                </c:pt>
                <c:pt idx="3091">
                  <c:v>79.934471000000002</c:v>
                </c:pt>
                <c:pt idx="3092">
                  <c:v>79.898124999999993</c:v>
                </c:pt>
                <c:pt idx="3093">
                  <c:v>79.859283000000005</c:v>
                </c:pt>
                <c:pt idx="3094">
                  <c:v>79.816817999999998</c:v>
                </c:pt>
                <c:pt idx="3095">
                  <c:v>79.773560000000003</c:v>
                </c:pt>
                <c:pt idx="3096">
                  <c:v>79.731232000000006</c:v>
                </c:pt>
                <c:pt idx="3097">
                  <c:v>79.691208000000003</c:v>
                </c:pt>
                <c:pt idx="3098">
                  <c:v>79.655654999999996</c:v>
                </c:pt>
                <c:pt idx="3099">
                  <c:v>79.622992999999994</c:v>
                </c:pt>
                <c:pt idx="3100">
                  <c:v>79.589302000000004</c:v>
                </c:pt>
                <c:pt idx="3101">
                  <c:v>79.552093999999997</c:v>
                </c:pt>
                <c:pt idx="3102">
                  <c:v>79.512855999999999</c:v>
                </c:pt>
                <c:pt idx="3103">
                  <c:v>79.474959999999996</c:v>
                </c:pt>
                <c:pt idx="3104">
                  <c:v>79.439407000000003</c:v>
                </c:pt>
                <c:pt idx="3105">
                  <c:v>79.405288999999996</c:v>
                </c:pt>
                <c:pt idx="3106">
                  <c:v>79.371864000000002</c:v>
                </c:pt>
                <c:pt idx="3107">
                  <c:v>79.339600000000004</c:v>
                </c:pt>
                <c:pt idx="3108">
                  <c:v>79.308791999999997</c:v>
                </c:pt>
                <c:pt idx="3109">
                  <c:v>79.278060999999994</c:v>
                </c:pt>
                <c:pt idx="3110">
                  <c:v>79.246978999999996</c:v>
                </c:pt>
                <c:pt idx="3111">
                  <c:v>79.216339000000005</c:v>
                </c:pt>
                <c:pt idx="3112">
                  <c:v>79.187042000000005</c:v>
                </c:pt>
                <c:pt idx="3113">
                  <c:v>79.158874999999995</c:v>
                </c:pt>
                <c:pt idx="3114">
                  <c:v>79.131789999999995</c:v>
                </c:pt>
                <c:pt idx="3115">
                  <c:v>79.105759000000006</c:v>
                </c:pt>
                <c:pt idx="3116">
                  <c:v>79.079787999999994</c:v>
                </c:pt>
                <c:pt idx="3117">
                  <c:v>79.052932999999996</c:v>
                </c:pt>
                <c:pt idx="3118">
                  <c:v>79.025452000000001</c:v>
                </c:pt>
                <c:pt idx="3119">
                  <c:v>78.998008999999996</c:v>
                </c:pt>
                <c:pt idx="3120">
                  <c:v>78.970528000000002</c:v>
                </c:pt>
                <c:pt idx="3121">
                  <c:v>78.94162</c:v>
                </c:pt>
                <c:pt idx="3122">
                  <c:v>78.910988000000003</c:v>
                </c:pt>
                <c:pt idx="3123">
                  <c:v>78.879097000000002</c:v>
                </c:pt>
                <c:pt idx="3124">
                  <c:v>78.844397999999998</c:v>
                </c:pt>
                <c:pt idx="3125">
                  <c:v>78.808395000000004</c:v>
                </c:pt>
                <c:pt idx="3126">
                  <c:v>78.768508999999995</c:v>
                </c:pt>
                <c:pt idx="3127">
                  <c:v>78.723167000000004</c:v>
                </c:pt>
                <c:pt idx="3128">
                  <c:v>78.673653000000002</c:v>
                </c:pt>
                <c:pt idx="3129">
                  <c:v>78.622382999999999</c:v>
                </c:pt>
                <c:pt idx="3130">
                  <c:v>78.569710000000001</c:v>
                </c:pt>
                <c:pt idx="3131">
                  <c:v>78.510231000000005</c:v>
                </c:pt>
                <c:pt idx="3132">
                  <c:v>78.437973</c:v>
                </c:pt>
                <c:pt idx="3133">
                  <c:v>78.353904999999997</c:v>
                </c:pt>
                <c:pt idx="3134">
                  <c:v>78.266463999999999</c:v>
                </c:pt>
                <c:pt idx="3135">
                  <c:v>78.174225000000007</c:v>
                </c:pt>
                <c:pt idx="3136">
                  <c:v>78.079093999999998</c:v>
                </c:pt>
                <c:pt idx="3137">
                  <c:v>77.983779999999996</c:v>
                </c:pt>
                <c:pt idx="3138">
                  <c:v>77.888030999999998</c:v>
                </c:pt>
                <c:pt idx="3139">
                  <c:v>77.791916000000001</c:v>
                </c:pt>
                <c:pt idx="3140">
                  <c:v>77.696526000000006</c:v>
                </c:pt>
                <c:pt idx="3141">
                  <c:v>77.602249</c:v>
                </c:pt>
                <c:pt idx="3142">
                  <c:v>77.509658999999999</c:v>
                </c:pt>
                <c:pt idx="3143">
                  <c:v>77.423698000000002</c:v>
                </c:pt>
                <c:pt idx="3144">
                  <c:v>77.344727000000006</c:v>
                </c:pt>
                <c:pt idx="3145">
                  <c:v>77.263817000000003</c:v>
                </c:pt>
                <c:pt idx="3146">
                  <c:v>77.175217000000004</c:v>
                </c:pt>
                <c:pt idx="3147">
                  <c:v>77.083008000000007</c:v>
                </c:pt>
                <c:pt idx="3148">
                  <c:v>76.990746000000001</c:v>
                </c:pt>
                <c:pt idx="3149">
                  <c:v>76.898658999999995</c:v>
                </c:pt>
                <c:pt idx="3150">
                  <c:v>76.807449000000005</c:v>
                </c:pt>
                <c:pt idx="3151">
                  <c:v>76.717262000000005</c:v>
                </c:pt>
                <c:pt idx="3152">
                  <c:v>76.627426</c:v>
                </c:pt>
                <c:pt idx="3153">
                  <c:v>76.540588</c:v>
                </c:pt>
                <c:pt idx="3154">
                  <c:v>76.464302000000004</c:v>
                </c:pt>
                <c:pt idx="3155">
                  <c:v>76.398696999999999</c:v>
                </c:pt>
                <c:pt idx="3156">
                  <c:v>76.331451000000001</c:v>
                </c:pt>
                <c:pt idx="3157">
                  <c:v>76.256798000000003</c:v>
                </c:pt>
                <c:pt idx="3158">
                  <c:v>76.179931999999994</c:v>
                </c:pt>
                <c:pt idx="3159">
                  <c:v>76.108329999999995</c:v>
                </c:pt>
                <c:pt idx="3160">
                  <c:v>76.042755</c:v>
                </c:pt>
                <c:pt idx="3161">
                  <c:v>75.978461999999993</c:v>
                </c:pt>
                <c:pt idx="3162">
                  <c:v>75.914101000000002</c:v>
                </c:pt>
                <c:pt idx="3163">
                  <c:v>75.850998000000004</c:v>
                </c:pt>
                <c:pt idx="3164">
                  <c:v>75.788498000000004</c:v>
                </c:pt>
                <c:pt idx="3165">
                  <c:v>75.726128000000003</c:v>
                </c:pt>
                <c:pt idx="3166">
                  <c:v>75.665099999999995</c:v>
                </c:pt>
                <c:pt idx="3167">
                  <c:v>75.603843999999995</c:v>
                </c:pt>
                <c:pt idx="3168">
                  <c:v>75.538773000000006</c:v>
                </c:pt>
                <c:pt idx="3169">
                  <c:v>75.466971999999998</c:v>
                </c:pt>
                <c:pt idx="3170">
                  <c:v>75.384827000000001</c:v>
                </c:pt>
                <c:pt idx="3171">
                  <c:v>75.298942999999994</c:v>
                </c:pt>
                <c:pt idx="3172">
                  <c:v>75.214118999999997</c:v>
                </c:pt>
                <c:pt idx="3173">
                  <c:v>75.137375000000006</c:v>
                </c:pt>
                <c:pt idx="3174">
                  <c:v>75.075905000000006</c:v>
                </c:pt>
                <c:pt idx="3175">
                  <c:v>75.027946</c:v>
                </c:pt>
                <c:pt idx="3176">
                  <c:v>74.982292000000001</c:v>
                </c:pt>
                <c:pt idx="3177">
                  <c:v>74.932952999999998</c:v>
                </c:pt>
                <c:pt idx="3178">
                  <c:v>74.879692000000006</c:v>
                </c:pt>
                <c:pt idx="3179">
                  <c:v>74.822815000000006</c:v>
                </c:pt>
                <c:pt idx="3180">
                  <c:v>74.763367000000002</c:v>
                </c:pt>
                <c:pt idx="3181">
                  <c:v>74.705016999999998</c:v>
                </c:pt>
                <c:pt idx="3182">
                  <c:v>74.649612000000005</c:v>
                </c:pt>
                <c:pt idx="3183">
                  <c:v>74.600273000000001</c:v>
                </c:pt>
                <c:pt idx="3184">
                  <c:v>74.559905999999998</c:v>
                </c:pt>
                <c:pt idx="3185">
                  <c:v>74.525711000000001</c:v>
                </c:pt>
                <c:pt idx="3186">
                  <c:v>74.495925999999997</c:v>
                </c:pt>
                <c:pt idx="3187">
                  <c:v>74.465935000000002</c:v>
                </c:pt>
                <c:pt idx="3188">
                  <c:v>74.432158999999999</c:v>
                </c:pt>
                <c:pt idx="3189">
                  <c:v>74.389999000000003</c:v>
                </c:pt>
                <c:pt idx="3190">
                  <c:v>74.340819999999994</c:v>
                </c:pt>
                <c:pt idx="3191">
                  <c:v>74.288216000000006</c:v>
                </c:pt>
                <c:pt idx="3192">
                  <c:v>74.239318999999995</c:v>
                </c:pt>
                <c:pt idx="3193">
                  <c:v>74.194710000000001</c:v>
                </c:pt>
                <c:pt idx="3194">
                  <c:v>74.1511</c:v>
                </c:pt>
                <c:pt idx="3195">
                  <c:v>74.106009999999998</c:v>
                </c:pt>
                <c:pt idx="3196">
                  <c:v>74.061035000000004</c:v>
                </c:pt>
                <c:pt idx="3197">
                  <c:v>74.017059000000003</c:v>
                </c:pt>
                <c:pt idx="3198">
                  <c:v>73.973015000000004</c:v>
                </c:pt>
                <c:pt idx="3199">
                  <c:v>73.926826000000005</c:v>
                </c:pt>
                <c:pt idx="3200">
                  <c:v>73.876671000000002</c:v>
                </c:pt>
                <c:pt idx="3201">
                  <c:v>73.822104999999993</c:v>
                </c:pt>
                <c:pt idx="3202">
                  <c:v>73.765456999999998</c:v>
                </c:pt>
                <c:pt idx="3203">
                  <c:v>73.709350999999998</c:v>
                </c:pt>
                <c:pt idx="3204">
                  <c:v>73.654151999999996</c:v>
                </c:pt>
                <c:pt idx="3205">
                  <c:v>73.599654999999998</c:v>
                </c:pt>
                <c:pt idx="3206">
                  <c:v>73.551544000000007</c:v>
                </c:pt>
                <c:pt idx="3207">
                  <c:v>73.509056000000001</c:v>
                </c:pt>
                <c:pt idx="3208">
                  <c:v>73.472115000000002</c:v>
                </c:pt>
                <c:pt idx="3209">
                  <c:v>73.431258999999997</c:v>
                </c:pt>
                <c:pt idx="3210">
                  <c:v>73.383560000000003</c:v>
                </c:pt>
                <c:pt idx="3211">
                  <c:v>73.329857000000004</c:v>
                </c:pt>
                <c:pt idx="3212">
                  <c:v>73.274901999999997</c:v>
                </c:pt>
                <c:pt idx="3213">
                  <c:v>73.219025000000002</c:v>
                </c:pt>
                <c:pt idx="3214">
                  <c:v>73.161643999999995</c:v>
                </c:pt>
                <c:pt idx="3215">
                  <c:v>73.095032000000003</c:v>
                </c:pt>
                <c:pt idx="3216">
                  <c:v>73.017837999999998</c:v>
                </c:pt>
                <c:pt idx="3217">
                  <c:v>72.938911000000004</c:v>
                </c:pt>
                <c:pt idx="3218">
                  <c:v>72.860550000000003</c:v>
                </c:pt>
                <c:pt idx="3219">
                  <c:v>72.783028000000002</c:v>
                </c:pt>
                <c:pt idx="3220">
                  <c:v>72.711417999999995</c:v>
                </c:pt>
                <c:pt idx="3221">
                  <c:v>72.651093000000003</c:v>
                </c:pt>
                <c:pt idx="3222">
                  <c:v>72.600966999999997</c:v>
                </c:pt>
                <c:pt idx="3223">
                  <c:v>72.560401999999996</c:v>
                </c:pt>
                <c:pt idx="3224">
                  <c:v>72.527473000000001</c:v>
                </c:pt>
                <c:pt idx="3225">
                  <c:v>72.501266000000001</c:v>
                </c:pt>
                <c:pt idx="3226">
                  <c:v>72.478431999999998</c:v>
                </c:pt>
                <c:pt idx="3227">
                  <c:v>72.456749000000002</c:v>
                </c:pt>
                <c:pt idx="3228">
                  <c:v>72.434798999999998</c:v>
                </c:pt>
                <c:pt idx="3229">
                  <c:v>72.412955999999994</c:v>
                </c:pt>
                <c:pt idx="3230">
                  <c:v>72.391693000000004</c:v>
                </c:pt>
                <c:pt idx="3231">
                  <c:v>72.369370000000004</c:v>
                </c:pt>
                <c:pt idx="3232">
                  <c:v>72.345817999999994</c:v>
                </c:pt>
                <c:pt idx="3233">
                  <c:v>72.322556000000006</c:v>
                </c:pt>
                <c:pt idx="3234">
                  <c:v>72.300407000000007</c:v>
                </c:pt>
                <c:pt idx="3235">
                  <c:v>72.277855000000002</c:v>
                </c:pt>
                <c:pt idx="3236">
                  <c:v>72.256653</c:v>
                </c:pt>
                <c:pt idx="3237">
                  <c:v>72.236946000000003</c:v>
                </c:pt>
                <c:pt idx="3238">
                  <c:v>72.217262000000005</c:v>
                </c:pt>
                <c:pt idx="3239">
                  <c:v>72.198158000000006</c:v>
                </c:pt>
                <c:pt idx="3240">
                  <c:v>72.179221999999996</c:v>
                </c:pt>
                <c:pt idx="3241">
                  <c:v>72.160408000000004</c:v>
                </c:pt>
                <c:pt idx="3242">
                  <c:v>72.141289</c:v>
                </c:pt>
                <c:pt idx="3243">
                  <c:v>72.121573999999995</c:v>
                </c:pt>
                <c:pt idx="3244">
                  <c:v>72.100966999999997</c:v>
                </c:pt>
                <c:pt idx="3245">
                  <c:v>72.080391000000006</c:v>
                </c:pt>
                <c:pt idx="3246">
                  <c:v>72.057495000000003</c:v>
                </c:pt>
                <c:pt idx="3247">
                  <c:v>72.031143</c:v>
                </c:pt>
                <c:pt idx="3248">
                  <c:v>72.002037000000001</c:v>
                </c:pt>
                <c:pt idx="3249">
                  <c:v>71.97287</c:v>
                </c:pt>
                <c:pt idx="3250">
                  <c:v>71.945815999999994</c:v>
                </c:pt>
                <c:pt idx="3251">
                  <c:v>71.918884000000006</c:v>
                </c:pt>
                <c:pt idx="3252">
                  <c:v>71.886841000000004</c:v>
                </c:pt>
                <c:pt idx="3253">
                  <c:v>71.849007</c:v>
                </c:pt>
                <c:pt idx="3254">
                  <c:v>71.811890000000005</c:v>
                </c:pt>
                <c:pt idx="3255">
                  <c:v>71.779655000000005</c:v>
                </c:pt>
                <c:pt idx="3256">
                  <c:v>71.747283999999993</c:v>
                </c:pt>
                <c:pt idx="3257">
                  <c:v>71.714568999999997</c:v>
                </c:pt>
                <c:pt idx="3258">
                  <c:v>71.684494000000001</c:v>
                </c:pt>
                <c:pt idx="3259">
                  <c:v>71.659392999999994</c:v>
                </c:pt>
                <c:pt idx="3260">
                  <c:v>71.634765999999999</c:v>
                </c:pt>
                <c:pt idx="3261">
                  <c:v>71.606255000000004</c:v>
                </c:pt>
                <c:pt idx="3262">
                  <c:v>71.575928000000005</c:v>
                </c:pt>
                <c:pt idx="3263">
                  <c:v>71.542877000000004</c:v>
                </c:pt>
                <c:pt idx="3264">
                  <c:v>71.508087000000003</c:v>
                </c:pt>
                <c:pt idx="3265">
                  <c:v>71.474579000000006</c:v>
                </c:pt>
                <c:pt idx="3266">
                  <c:v>71.438773999999995</c:v>
                </c:pt>
                <c:pt idx="3267">
                  <c:v>71.397330999999994</c:v>
                </c:pt>
                <c:pt idx="3268">
                  <c:v>71.353935000000007</c:v>
                </c:pt>
                <c:pt idx="3269">
                  <c:v>71.313202000000004</c:v>
                </c:pt>
                <c:pt idx="3270">
                  <c:v>71.271705999999995</c:v>
                </c:pt>
                <c:pt idx="3271">
                  <c:v>71.225700000000003</c:v>
                </c:pt>
                <c:pt idx="3272">
                  <c:v>71.175719999999998</c:v>
                </c:pt>
                <c:pt idx="3273">
                  <c:v>71.123206999999994</c:v>
                </c:pt>
                <c:pt idx="3274">
                  <c:v>71.068123</c:v>
                </c:pt>
                <c:pt idx="3275">
                  <c:v>71.011168999999995</c:v>
                </c:pt>
                <c:pt idx="3276">
                  <c:v>70.960442</c:v>
                </c:pt>
                <c:pt idx="3277">
                  <c:v>70.922950999999998</c:v>
                </c:pt>
                <c:pt idx="3278">
                  <c:v>70.884940999999998</c:v>
                </c:pt>
                <c:pt idx="3279">
                  <c:v>70.839211000000006</c:v>
                </c:pt>
                <c:pt idx="3280">
                  <c:v>70.786102</c:v>
                </c:pt>
                <c:pt idx="3281">
                  <c:v>70.735373999999993</c:v>
                </c:pt>
                <c:pt idx="3282">
                  <c:v>70.688430999999994</c:v>
                </c:pt>
                <c:pt idx="3283">
                  <c:v>70.648330999999999</c:v>
                </c:pt>
                <c:pt idx="3284">
                  <c:v>70.609870999999998</c:v>
                </c:pt>
                <c:pt idx="3285">
                  <c:v>70.569282999999999</c:v>
                </c:pt>
                <c:pt idx="3286">
                  <c:v>70.530434</c:v>
                </c:pt>
                <c:pt idx="3287">
                  <c:v>70.494225</c:v>
                </c:pt>
                <c:pt idx="3288">
                  <c:v>70.456260999999998</c:v>
                </c:pt>
                <c:pt idx="3289">
                  <c:v>70.414230000000003</c:v>
                </c:pt>
                <c:pt idx="3290">
                  <c:v>70.371291999999997</c:v>
                </c:pt>
                <c:pt idx="3291">
                  <c:v>70.330719000000002</c:v>
                </c:pt>
                <c:pt idx="3292">
                  <c:v>70.295685000000006</c:v>
                </c:pt>
                <c:pt idx="3293">
                  <c:v>70.265822999999997</c:v>
                </c:pt>
                <c:pt idx="3294">
                  <c:v>70.233551000000006</c:v>
                </c:pt>
                <c:pt idx="3295">
                  <c:v>70.195342999999994</c:v>
                </c:pt>
                <c:pt idx="3296">
                  <c:v>70.152801999999994</c:v>
                </c:pt>
                <c:pt idx="3297">
                  <c:v>70.108001999999999</c:v>
                </c:pt>
                <c:pt idx="3298">
                  <c:v>70.058784000000003</c:v>
                </c:pt>
                <c:pt idx="3299">
                  <c:v>70.005309999999994</c:v>
                </c:pt>
                <c:pt idx="3300">
                  <c:v>69.949554000000006</c:v>
                </c:pt>
                <c:pt idx="3301">
                  <c:v>69.892798999999997</c:v>
                </c:pt>
                <c:pt idx="3302">
                  <c:v>69.836074999999994</c:v>
                </c:pt>
                <c:pt idx="3303">
                  <c:v>69.779015000000001</c:v>
                </c:pt>
                <c:pt idx="3304">
                  <c:v>69.721367000000001</c:v>
                </c:pt>
                <c:pt idx="3305">
                  <c:v>69.662941000000004</c:v>
                </c:pt>
                <c:pt idx="3306">
                  <c:v>69.605057000000002</c:v>
                </c:pt>
                <c:pt idx="3307">
                  <c:v>69.560753000000005</c:v>
                </c:pt>
                <c:pt idx="3308">
                  <c:v>69.527771000000001</c:v>
                </c:pt>
                <c:pt idx="3309">
                  <c:v>69.511809999999997</c:v>
                </c:pt>
                <c:pt idx="3310">
                  <c:v>69.497253000000001</c:v>
                </c:pt>
                <c:pt idx="3311">
                  <c:v>69.483565999999996</c:v>
                </c:pt>
                <c:pt idx="3312">
                  <c:v>69.471969999999999</c:v>
                </c:pt>
                <c:pt idx="3313">
                  <c:v>69.461624</c:v>
                </c:pt>
                <c:pt idx="3314">
                  <c:v>69.450362999999996</c:v>
                </c:pt>
                <c:pt idx="3315">
                  <c:v>69.440033</c:v>
                </c:pt>
                <c:pt idx="3316">
                  <c:v>69.432250999999994</c:v>
                </c:pt>
                <c:pt idx="3317">
                  <c:v>69.427222999999998</c:v>
                </c:pt>
                <c:pt idx="3318">
                  <c:v>69.429862999999997</c:v>
                </c:pt>
                <c:pt idx="3319">
                  <c:v>69.432404000000005</c:v>
                </c:pt>
                <c:pt idx="3320">
                  <c:v>69.433762000000002</c:v>
                </c:pt>
                <c:pt idx="3321">
                  <c:v>69.434380000000004</c:v>
                </c:pt>
                <c:pt idx="3322">
                  <c:v>69.434258</c:v>
                </c:pt>
                <c:pt idx="3323">
                  <c:v>69.433593999999999</c:v>
                </c:pt>
                <c:pt idx="3324">
                  <c:v>69.432686000000004</c:v>
                </c:pt>
                <c:pt idx="3325">
                  <c:v>69.431656000000004</c:v>
                </c:pt>
                <c:pt idx="3326">
                  <c:v>69.430649000000003</c:v>
                </c:pt>
                <c:pt idx="3327">
                  <c:v>69.429558</c:v>
                </c:pt>
                <c:pt idx="3328">
                  <c:v>69.428489999999996</c:v>
                </c:pt>
                <c:pt idx="3329">
                  <c:v>69.427588999999998</c:v>
                </c:pt>
                <c:pt idx="3330">
                  <c:v>69.426772999999997</c:v>
                </c:pt>
                <c:pt idx="3331">
                  <c:v>69.426063999999997</c:v>
                </c:pt>
                <c:pt idx="3332">
                  <c:v>69.425376999999997</c:v>
                </c:pt>
                <c:pt idx="3333">
                  <c:v>69.424767000000003</c:v>
                </c:pt>
                <c:pt idx="3334">
                  <c:v>69.424294000000003</c:v>
                </c:pt>
                <c:pt idx="3335">
                  <c:v>69.423835999999994</c:v>
                </c:pt>
                <c:pt idx="3336">
                  <c:v>69.423423999999997</c:v>
                </c:pt>
                <c:pt idx="3337">
                  <c:v>69.423073000000002</c:v>
                </c:pt>
                <c:pt idx="3338">
                  <c:v>69.422836000000004</c:v>
                </c:pt>
                <c:pt idx="3339">
                  <c:v>69.422675999999996</c:v>
                </c:pt>
                <c:pt idx="3340">
                  <c:v>69.422646</c:v>
                </c:pt>
                <c:pt idx="3341">
                  <c:v>69.422454999999999</c:v>
                </c:pt>
                <c:pt idx="3342">
                  <c:v>69.422066000000001</c:v>
                </c:pt>
                <c:pt idx="3343">
                  <c:v>69.421576999999999</c:v>
                </c:pt>
                <c:pt idx="3344">
                  <c:v>69.420815000000005</c:v>
                </c:pt>
                <c:pt idx="3345">
                  <c:v>69.419846000000007</c:v>
                </c:pt>
                <c:pt idx="3346">
                  <c:v>69.418357999999998</c:v>
                </c:pt>
                <c:pt idx="3347">
                  <c:v>69.416579999999996</c:v>
                </c:pt>
                <c:pt idx="3348">
                  <c:v>69.414687999999998</c:v>
                </c:pt>
                <c:pt idx="3349">
                  <c:v>69.412627999999998</c:v>
                </c:pt>
                <c:pt idx="3350">
                  <c:v>69.410606000000001</c:v>
                </c:pt>
                <c:pt idx="3351">
                  <c:v>69.408744999999996</c:v>
                </c:pt>
                <c:pt idx="3352">
                  <c:v>69.406814999999995</c:v>
                </c:pt>
                <c:pt idx="3353">
                  <c:v>69.405212000000006</c:v>
                </c:pt>
                <c:pt idx="3354">
                  <c:v>69.403510999999995</c:v>
                </c:pt>
                <c:pt idx="3355">
                  <c:v>69.401741000000001</c:v>
                </c:pt>
                <c:pt idx="3356">
                  <c:v>69.399994000000007</c:v>
                </c:pt>
                <c:pt idx="3357">
                  <c:v>69.398589999999999</c:v>
                </c:pt>
                <c:pt idx="3358">
                  <c:v>69.397178999999994</c:v>
                </c:pt>
                <c:pt idx="3359">
                  <c:v>69.396193999999994</c:v>
                </c:pt>
                <c:pt idx="3360">
                  <c:v>69.394729999999996</c:v>
                </c:pt>
                <c:pt idx="3361">
                  <c:v>69.393585000000002</c:v>
                </c:pt>
                <c:pt idx="3362">
                  <c:v>69.392493999999999</c:v>
                </c:pt>
                <c:pt idx="3363">
                  <c:v>69.391036999999997</c:v>
                </c:pt>
                <c:pt idx="3364">
                  <c:v>69.389472999999995</c:v>
                </c:pt>
                <c:pt idx="3365">
                  <c:v>69.388114999999999</c:v>
                </c:pt>
                <c:pt idx="3366">
                  <c:v>69.386771999999993</c:v>
                </c:pt>
                <c:pt idx="3367">
                  <c:v>69.385681000000005</c:v>
                </c:pt>
                <c:pt idx="3368">
                  <c:v>69.384583000000006</c:v>
                </c:pt>
                <c:pt idx="3369">
                  <c:v>69.383369000000002</c:v>
                </c:pt>
                <c:pt idx="3370">
                  <c:v>69.382362000000001</c:v>
                </c:pt>
                <c:pt idx="3371">
                  <c:v>69.381172000000007</c:v>
                </c:pt>
                <c:pt idx="3372">
                  <c:v>69.379852</c:v>
                </c:pt>
                <c:pt idx="3373">
                  <c:v>69.378349</c:v>
                </c:pt>
                <c:pt idx="3374">
                  <c:v>69.376801</c:v>
                </c:pt>
                <c:pt idx="3375">
                  <c:v>69.375174999999999</c:v>
                </c:pt>
                <c:pt idx="3376">
                  <c:v>69.373619000000005</c:v>
                </c:pt>
                <c:pt idx="3377">
                  <c:v>69.371727000000007</c:v>
                </c:pt>
                <c:pt idx="3378">
                  <c:v>69.370232000000001</c:v>
                </c:pt>
                <c:pt idx="3379">
                  <c:v>69.368576000000004</c:v>
                </c:pt>
                <c:pt idx="3380">
                  <c:v>69.366912999999997</c:v>
                </c:pt>
                <c:pt idx="3381">
                  <c:v>69.365143000000003</c:v>
                </c:pt>
                <c:pt idx="3382">
                  <c:v>69.363815000000002</c:v>
                </c:pt>
                <c:pt idx="3383">
                  <c:v>69.362350000000006</c:v>
                </c:pt>
                <c:pt idx="3384">
                  <c:v>69.361114999999998</c:v>
                </c:pt>
                <c:pt idx="3385">
                  <c:v>69.360138000000006</c:v>
                </c:pt>
                <c:pt idx="3386">
                  <c:v>69.359534999999994</c:v>
                </c:pt>
                <c:pt idx="3387">
                  <c:v>69.358733999999998</c:v>
                </c:pt>
                <c:pt idx="3388">
                  <c:v>69.357879999999994</c:v>
                </c:pt>
                <c:pt idx="3389">
                  <c:v>69.356689000000003</c:v>
                </c:pt>
                <c:pt idx="3390">
                  <c:v>69.355682000000002</c:v>
                </c:pt>
                <c:pt idx="3391">
                  <c:v>69.354477000000003</c:v>
                </c:pt>
                <c:pt idx="3392">
                  <c:v>69.353393999999994</c:v>
                </c:pt>
                <c:pt idx="3393">
                  <c:v>69.351973999999998</c:v>
                </c:pt>
                <c:pt idx="3394">
                  <c:v>69.350432999999995</c:v>
                </c:pt>
                <c:pt idx="3395">
                  <c:v>69.349013999999997</c:v>
                </c:pt>
                <c:pt idx="3396">
                  <c:v>69.347465999999997</c:v>
                </c:pt>
                <c:pt idx="3397">
                  <c:v>69.346114999999998</c:v>
                </c:pt>
                <c:pt idx="3398">
                  <c:v>69.344573999999994</c:v>
                </c:pt>
                <c:pt idx="3399">
                  <c:v>69.343200999999993</c:v>
                </c:pt>
                <c:pt idx="3400">
                  <c:v>69.341530000000006</c:v>
                </c:pt>
                <c:pt idx="3401">
                  <c:v>69.339813000000007</c:v>
                </c:pt>
                <c:pt idx="3402">
                  <c:v>69.338120000000004</c:v>
                </c:pt>
                <c:pt idx="3403">
                  <c:v>69.336571000000006</c:v>
                </c:pt>
                <c:pt idx="3404">
                  <c:v>69.335098000000002</c:v>
                </c:pt>
                <c:pt idx="3405">
                  <c:v>69.333922999999999</c:v>
                </c:pt>
                <c:pt idx="3406">
                  <c:v>69.333198999999993</c:v>
                </c:pt>
                <c:pt idx="3407">
                  <c:v>69.332390000000004</c:v>
                </c:pt>
                <c:pt idx="3408">
                  <c:v>69.331642000000002</c:v>
                </c:pt>
                <c:pt idx="3409">
                  <c:v>69.330742000000001</c:v>
                </c:pt>
                <c:pt idx="3410">
                  <c:v>69.329536000000004</c:v>
                </c:pt>
                <c:pt idx="3411">
                  <c:v>69.328270000000003</c:v>
                </c:pt>
                <c:pt idx="3412">
                  <c:v>69.326897000000002</c:v>
                </c:pt>
                <c:pt idx="3413">
                  <c:v>69.325339999999997</c:v>
                </c:pt>
                <c:pt idx="3414">
                  <c:v>69.323836999999997</c:v>
                </c:pt>
                <c:pt idx="3415">
                  <c:v>69.322165999999996</c:v>
                </c:pt>
                <c:pt idx="3416">
                  <c:v>69.320625000000007</c:v>
                </c:pt>
                <c:pt idx="3417">
                  <c:v>69.319046</c:v>
                </c:pt>
                <c:pt idx="3418">
                  <c:v>69.317702999999995</c:v>
                </c:pt>
                <c:pt idx="3419">
                  <c:v>69.316292000000004</c:v>
                </c:pt>
                <c:pt idx="3420">
                  <c:v>69.315117000000001</c:v>
                </c:pt>
                <c:pt idx="3421">
                  <c:v>69.314055999999994</c:v>
                </c:pt>
                <c:pt idx="3422">
                  <c:v>69.313064999999995</c:v>
                </c:pt>
                <c:pt idx="3423">
                  <c:v>69.311942999999999</c:v>
                </c:pt>
                <c:pt idx="3424">
                  <c:v>69.310997</c:v>
                </c:pt>
                <c:pt idx="3425">
                  <c:v>69.309685000000002</c:v>
                </c:pt>
                <c:pt idx="3426">
                  <c:v>69.308434000000005</c:v>
                </c:pt>
                <c:pt idx="3427">
                  <c:v>69.302413999999999</c:v>
                </c:pt>
                <c:pt idx="3428">
                  <c:v>69.290154000000001</c:v>
                </c:pt>
                <c:pt idx="3429">
                  <c:v>69.272880999999998</c:v>
                </c:pt>
                <c:pt idx="3430">
                  <c:v>69.265579000000002</c:v>
                </c:pt>
                <c:pt idx="3431">
                  <c:v>69.263283000000001</c:v>
                </c:pt>
                <c:pt idx="3432">
                  <c:v>69.261520000000004</c:v>
                </c:pt>
                <c:pt idx="3433">
                  <c:v>69.259879999999995</c:v>
                </c:pt>
                <c:pt idx="3434">
                  <c:v>69.258185999999995</c:v>
                </c:pt>
                <c:pt idx="3435">
                  <c:v>69.256309999999999</c:v>
                </c:pt>
                <c:pt idx="3436">
                  <c:v>69.254638999999997</c:v>
                </c:pt>
                <c:pt idx="3437">
                  <c:v>69.252785000000003</c:v>
                </c:pt>
                <c:pt idx="3438">
                  <c:v>69.251305000000002</c:v>
                </c:pt>
                <c:pt idx="3439">
                  <c:v>69.249602999999993</c:v>
                </c:pt>
                <c:pt idx="3440">
                  <c:v>69.248215000000002</c:v>
                </c:pt>
                <c:pt idx="3441">
                  <c:v>69.246780000000001</c:v>
                </c:pt>
                <c:pt idx="3442">
                  <c:v>69.245621</c:v>
                </c:pt>
                <c:pt idx="3443">
                  <c:v>69.244361999999995</c:v>
                </c:pt>
                <c:pt idx="3444">
                  <c:v>69.243072999999995</c:v>
                </c:pt>
                <c:pt idx="3445">
                  <c:v>69.241721999999996</c:v>
                </c:pt>
                <c:pt idx="3446">
                  <c:v>69.240189000000001</c:v>
                </c:pt>
                <c:pt idx="3447">
                  <c:v>69.238815000000002</c:v>
                </c:pt>
                <c:pt idx="3448">
                  <c:v>69.237426999999997</c:v>
                </c:pt>
                <c:pt idx="3449">
                  <c:v>69.235962000000001</c:v>
                </c:pt>
                <c:pt idx="3450">
                  <c:v>69.234656999999999</c:v>
                </c:pt>
                <c:pt idx="3451">
                  <c:v>69.233292000000006</c:v>
                </c:pt>
                <c:pt idx="3452">
                  <c:v>69.231903000000003</c:v>
                </c:pt>
                <c:pt idx="3453">
                  <c:v>69.230369999999994</c:v>
                </c:pt>
                <c:pt idx="3454">
                  <c:v>69.229118</c:v>
                </c:pt>
                <c:pt idx="3455">
                  <c:v>69.228179999999995</c:v>
                </c:pt>
                <c:pt idx="3456">
                  <c:v>69.227378999999999</c:v>
                </c:pt>
                <c:pt idx="3457">
                  <c:v>69.226746000000006</c:v>
                </c:pt>
                <c:pt idx="3458">
                  <c:v>69.225989999999996</c:v>
                </c:pt>
                <c:pt idx="3459">
                  <c:v>69.225136000000006</c:v>
                </c:pt>
                <c:pt idx="3460">
                  <c:v>69.224197000000004</c:v>
                </c:pt>
                <c:pt idx="3461">
                  <c:v>69.223022</c:v>
                </c:pt>
                <c:pt idx="3462">
                  <c:v>69.221549999999993</c:v>
                </c:pt>
                <c:pt idx="3463">
                  <c:v>69.220153999999994</c:v>
                </c:pt>
                <c:pt idx="3464">
                  <c:v>69.218445000000003</c:v>
                </c:pt>
                <c:pt idx="3465">
                  <c:v>69.216826999999995</c:v>
                </c:pt>
                <c:pt idx="3466">
                  <c:v>69.215339999999998</c:v>
                </c:pt>
                <c:pt idx="3467">
                  <c:v>69.213904999999997</c:v>
                </c:pt>
                <c:pt idx="3468">
                  <c:v>69.212615999999997</c:v>
                </c:pt>
                <c:pt idx="3469">
                  <c:v>69.211585999999997</c:v>
                </c:pt>
                <c:pt idx="3470">
                  <c:v>69.210517999999993</c:v>
                </c:pt>
                <c:pt idx="3471">
                  <c:v>69.209778</c:v>
                </c:pt>
                <c:pt idx="3472">
                  <c:v>69.209175000000002</c:v>
                </c:pt>
                <c:pt idx="3473">
                  <c:v>69.208656000000005</c:v>
                </c:pt>
                <c:pt idx="3474">
                  <c:v>69.208220999999995</c:v>
                </c:pt>
                <c:pt idx="3475">
                  <c:v>69.207786999999996</c:v>
                </c:pt>
                <c:pt idx="3476">
                  <c:v>69.207390000000004</c:v>
                </c:pt>
                <c:pt idx="3477">
                  <c:v>69.207108000000005</c:v>
                </c:pt>
                <c:pt idx="3478">
                  <c:v>69.206710999999999</c:v>
                </c:pt>
                <c:pt idx="3479">
                  <c:v>69.206328999999997</c:v>
                </c:pt>
                <c:pt idx="3480">
                  <c:v>69.205933000000002</c:v>
                </c:pt>
                <c:pt idx="3481">
                  <c:v>69.205428999999995</c:v>
                </c:pt>
                <c:pt idx="3482">
                  <c:v>69.204864999999998</c:v>
                </c:pt>
                <c:pt idx="3483">
                  <c:v>69.204193000000004</c:v>
                </c:pt>
                <c:pt idx="3484">
                  <c:v>69.203270000000003</c:v>
                </c:pt>
                <c:pt idx="3485">
                  <c:v>69.202324000000004</c:v>
                </c:pt>
                <c:pt idx="3486">
                  <c:v>69.201042000000001</c:v>
                </c:pt>
                <c:pt idx="3487">
                  <c:v>69.199730000000002</c:v>
                </c:pt>
                <c:pt idx="3488">
                  <c:v>69.198043999999996</c:v>
                </c:pt>
                <c:pt idx="3489">
                  <c:v>69.196395999999993</c:v>
                </c:pt>
                <c:pt idx="3490">
                  <c:v>69.194610999999995</c:v>
                </c:pt>
                <c:pt idx="3491">
                  <c:v>69.192893999999995</c:v>
                </c:pt>
                <c:pt idx="3492">
                  <c:v>69.191451999999998</c:v>
                </c:pt>
                <c:pt idx="3493">
                  <c:v>69.190085999999994</c:v>
                </c:pt>
                <c:pt idx="3494">
                  <c:v>69.189132999999998</c:v>
                </c:pt>
                <c:pt idx="3495">
                  <c:v>69.188354000000004</c:v>
                </c:pt>
                <c:pt idx="3496">
                  <c:v>69.187599000000006</c:v>
                </c:pt>
                <c:pt idx="3497">
                  <c:v>69.186790000000002</c:v>
                </c:pt>
                <c:pt idx="3498">
                  <c:v>69.185822000000002</c:v>
                </c:pt>
                <c:pt idx="3499">
                  <c:v>69.184890999999993</c:v>
                </c:pt>
                <c:pt idx="3500">
                  <c:v>69.183700999999999</c:v>
                </c:pt>
                <c:pt idx="3501">
                  <c:v>69.182686000000004</c:v>
                </c:pt>
                <c:pt idx="3502">
                  <c:v>69.181244000000007</c:v>
                </c:pt>
                <c:pt idx="3503">
                  <c:v>69.180069000000003</c:v>
                </c:pt>
                <c:pt idx="3504">
                  <c:v>69.178512999999995</c:v>
                </c:pt>
                <c:pt idx="3505">
                  <c:v>69.177124000000006</c:v>
                </c:pt>
                <c:pt idx="3506">
                  <c:v>69.175545</c:v>
                </c:pt>
                <c:pt idx="3507">
                  <c:v>69.173964999999995</c:v>
                </c:pt>
                <c:pt idx="3508">
                  <c:v>69.172424000000007</c:v>
                </c:pt>
                <c:pt idx="3509">
                  <c:v>69.170974999999999</c:v>
                </c:pt>
                <c:pt idx="3510">
                  <c:v>69.169494999999998</c:v>
                </c:pt>
                <c:pt idx="3511">
                  <c:v>69.168036999999998</c:v>
                </c:pt>
                <c:pt idx="3512">
                  <c:v>69.166550000000001</c:v>
                </c:pt>
                <c:pt idx="3513">
                  <c:v>69.165053999999998</c:v>
                </c:pt>
                <c:pt idx="3514">
                  <c:v>69.163535999999993</c:v>
                </c:pt>
                <c:pt idx="3515">
                  <c:v>69.161995000000005</c:v>
                </c:pt>
                <c:pt idx="3516">
                  <c:v>69.16037</c:v>
                </c:pt>
                <c:pt idx="3517">
                  <c:v>69.158707000000007</c:v>
                </c:pt>
                <c:pt idx="3518">
                  <c:v>69.157318000000004</c:v>
                </c:pt>
                <c:pt idx="3519">
                  <c:v>69.155777</c:v>
                </c:pt>
                <c:pt idx="3520">
                  <c:v>69.154601999999997</c:v>
                </c:pt>
                <c:pt idx="3521">
                  <c:v>69.153305000000003</c:v>
                </c:pt>
                <c:pt idx="3522">
                  <c:v>69.152266999999995</c:v>
                </c:pt>
                <c:pt idx="3523">
                  <c:v>69.151413000000005</c:v>
                </c:pt>
                <c:pt idx="3524">
                  <c:v>69.150810000000007</c:v>
                </c:pt>
                <c:pt idx="3525">
                  <c:v>69.150313999999995</c:v>
                </c:pt>
                <c:pt idx="3526">
                  <c:v>69.149895000000001</c:v>
                </c:pt>
                <c:pt idx="3527">
                  <c:v>69.149276999999998</c:v>
                </c:pt>
                <c:pt idx="3528">
                  <c:v>69.148848999999998</c:v>
                </c:pt>
                <c:pt idx="3529">
                  <c:v>69.148132000000004</c:v>
                </c:pt>
                <c:pt idx="3530">
                  <c:v>69.147644</c:v>
                </c:pt>
                <c:pt idx="3531">
                  <c:v>69.146682999999996</c:v>
                </c:pt>
                <c:pt idx="3532">
                  <c:v>69.145957999999993</c:v>
                </c:pt>
                <c:pt idx="3533">
                  <c:v>69.144820999999993</c:v>
                </c:pt>
                <c:pt idx="3534">
                  <c:v>69.143630999999999</c:v>
                </c:pt>
                <c:pt idx="3535">
                  <c:v>69.142380000000003</c:v>
                </c:pt>
                <c:pt idx="3536">
                  <c:v>69.141090000000005</c:v>
                </c:pt>
                <c:pt idx="3537">
                  <c:v>69.140038000000004</c:v>
                </c:pt>
                <c:pt idx="3538">
                  <c:v>69.138938999999993</c:v>
                </c:pt>
                <c:pt idx="3539">
                  <c:v>69.138062000000005</c:v>
                </c:pt>
                <c:pt idx="3540">
                  <c:v>69.137114999999994</c:v>
                </c:pt>
                <c:pt idx="3541">
                  <c:v>69.136062999999993</c:v>
                </c:pt>
                <c:pt idx="3542">
                  <c:v>69.134895</c:v>
                </c:pt>
                <c:pt idx="3543">
                  <c:v>69.133453000000003</c:v>
                </c:pt>
                <c:pt idx="3544">
                  <c:v>69.132103000000001</c:v>
                </c:pt>
                <c:pt idx="3545">
                  <c:v>69.130645999999999</c:v>
                </c:pt>
                <c:pt idx="3546">
                  <c:v>69.129242000000005</c:v>
                </c:pt>
                <c:pt idx="3547">
                  <c:v>69.127921999999998</c:v>
                </c:pt>
                <c:pt idx="3548">
                  <c:v>69.126534000000007</c:v>
                </c:pt>
                <c:pt idx="3549">
                  <c:v>69.125214</c:v>
                </c:pt>
                <c:pt idx="3550">
                  <c:v>69.123901000000004</c:v>
                </c:pt>
                <c:pt idx="3551">
                  <c:v>69.122580999999997</c:v>
                </c:pt>
                <c:pt idx="3552">
                  <c:v>69.121384000000006</c:v>
                </c:pt>
                <c:pt idx="3553">
                  <c:v>69.120223999999993</c:v>
                </c:pt>
                <c:pt idx="3554">
                  <c:v>69.119179000000003</c:v>
                </c:pt>
                <c:pt idx="3555">
                  <c:v>69.118217000000001</c:v>
                </c:pt>
                <c:pt idx="3556">
                  <c:v>69.117255999999998</c:v>
                </c:pt>
                <c:pt idx="3557">
                  <c:v>69.116280000000003</c:v>
                </c:pt>
                <c:pt idx="3558">
                  <c:v>69.115211000000002</c:v>
                </c:pt>
                <c:pt idx="3559">
                  <c:v>69.114006000000003</c:v>
                </c:pt>
                <c:pt idx="3560">
                  <c:v>69.112823000000006</c:v>
                </c:pt>
                <c:pt idx="3561">
                  <c:v>69.111571999999995</c:v>
                </c:pt>
                <c:pt idx="3562">
                  <c:v>69.110420000000005</c:v>
                </c:pt>
                <c:pt idx="3563">
                  <c:v>69.109116</c:v>
                </c:pt>
                <c:pt idx="3564">
                  <c:v>69.107833999999997</c:v>
                </c:pt>
                <c:pt idx="3565">
                  <c:v>69.106560000000002</c:v>
                </c:pt>
                <c:pt idx="3566">
                  <c:v>69.105446000000001</c:v>
                </c:pt>
                <c:pt idx="3567">
                  <c:v>69.104538000000005</c:v>
                </c:pt>
                <c:pt idx="3568">
                  <c:v>69.103859</c:v>
                </c:pt>
                <c:pt idx="3569">
                  <c:v>69.103378000000006</c:v>
                </c:pt>
                <c:pt idx="3570">
                  <c:v>69.103026999999997</c:v>
                </c:pt>
                <c:pt idx="3571">
                  <c:v>69.102744999999999</c:v>
                </c:pt>
                <c:pt idx="3572">
                  <c:v>69.102501000000004</c:v>
                </c:pt>
                <c:pt idx="3573">
                  <c:v>69.102279999999993</c:v>
                </c:pt>
                <c:pt idx="3574">
                  <c:v>69.102097000000001</c:v>
                </c:pt>
                <c:pt idx="3575">
                  <c:v>69.101928999999998</c:v>
                </c:pt>
                <c:pt idx="3576">
                  <c:v>69.101746000000006</c:v>
                </c:pt>
                <c:pt idx="3577">
                  <c:v>69.101562999999999</c:v>
                </c:pt>
                <c:pt idx="3578">
                  <c:v>69.101401999999993</c:v>
                </c:pt>
                <c:pt idx="3579">
                  <c:v>69.101226999999994</c:v>
                </c:pt>
                <c:pt idx="3580">
                  <c:v>69.101073999999997</c:v>
                </c:pt>
                <c:pt idx="3581">
                  <c:v>69.100937000000002</c:v>
                </c:pt>
                <c:pt idx="3582">
                  <c:v>69.100776999999994</c:v>
                </c:pt>
                <c:pt idx="3583">
                  <c:v>69.100609000000006</c:v>
                </c:pt>
                <c:pt idx="3584">
                  <c:v>69.100418000000005</c:v>
                </c:pt>
                <c:pt idx="3585">
                  <c:v>69.100257999999997</c:v>
                </c:pt>
                <c:pt idx="3586">
                  <c:v>69.100089999999994</c:v>
                </c:pt>
                <c:pt idx="3587">
                  <c:v>69.099898999999994</c:v>
                </c:pt>
                <c:pt idx="3588">
                  <c:v>69.099716000000001</c:v>
                </c:pt>
                <c:pt idx="3589">
                  <c:v>69.099556000000007</c:v>
                </c:pt>
                <c:pt idx="3590">
                  <c:v>69.099388000000005</c:v>
                </c:pt>
                <c:pt idx="3591">
                  <c:v>69.099250999999995</c:v>
                </c:pt>
                <c:pt idx="3592">
                  <c:v>69.099091000000001</c:v>
                </c:pt>
                <c:pt idx="3593">
                  <c:v>69.098938000000004</c:v>
                </c:pt>
                <c:pt idx="3594">
                  <c:v>69.098754999999997</c:v>
                </c:pt>
                <c:pt idx="3595">
                  <c:v>69.098526000000007</c:v>
                </c:pt>
                <c:pt idx="3596">
                  <c:v>69.098312000000007</c:v>
                </c:pt>
                <c:pt idx="3597">
                  <c:v>69.098052999999993</c:v>
                </c:pt>
                <c:pt idx="3598">
                  <c:v>69.097824000000003</c:v>
                </c:pt>
                <c:pt idx="3599">
                  <c:v>69.097610000000003</c:v>
                </c:pt>
                <c:pt idx="3600">
                  <c:v>69.097403999999997</c:v>
                </c:pt>
                <c:pt idx="3601">
                  <c:v>69.097213999999994</c:v>
                </c:pt>
                <c:pt idx="3602">
                  <c:v>69.096999999999994</c:v>
                </c:pt>
                <c:pt idx="3603">
                  <c:v>69.096808999999993</c:v>
                </c:pt>
                <c:pt idx="3604">
                  <c:v>69.096610999999996</c:v>
                </c:pt>
                <c:pt idx="3605">
                  <c:v>69.096442999999994</c:v>
                </c:pt>
                <c:pt idx="3606">
                  <c:v>69.096305999999998</c:v>
                </c:pt>
                <c:pt idx="3607">
                  <c:v>69.096214000000003</c:v>
                </c:pt>
                <c:pt idx="3608">
                  <c:v>69.096076999999994</c:v>
                </c:pt>
                <c:pt idx="3609">
                  <c:v>69.096024</c:v>
                </c:pt>
                <c:pt idx="3610">
                  <c:v>69.095939999999999</c:v>
                </c:pt>
                <c:pt idx="3611">
                  <c:v>69.095885999999993</c:v>
                </c:pt>
                <c:pt idx="3612">
                  <c:v>69.095894000000001</c:v>
                </c:pt>
                <c:pt idx="3613">
                  <c:v>69.095839999999995</c:v>
                </c:pt>
                <c:pt idx="3614">
                  <c:v>69.095839999999995</c:v>
                </c:pt>
                <c:pt idx="3615">
                  <c:v>69.09581</c:v>
                </c:pt>
                <c:pt idx="3616">
                  <c:v>69.095787000000001</c:v>
                </c:pt>
                <c:pt idx="3617">
                  <c:v>69.095771999999997</c:v>
                </c:pt>
                <c:pt idx="3618">
                  <c:v>69.095778999999993</c:v>
                </c:pt>
                <c:pt idx="3619">
                  <c:v>69.095778999999993</c:v>
                </c:pt>
                <c:pt idx="3620">
                  <c:v>69.095778999999993</c:v>
                </c:pt>
                <c:pt idx="3621">
                  <c:v>69.095778999999993</c:v>
                </c:pt>
                <c:pt idx="3622">
                  <c:v>69.095748999999998</c:v>
                </c:pt>
                <c:pt idx="3623">
                  <c:v>69.095718000000005</c:v>
                </c:pt>
                <c:pt idx="3624">
                  <c:v>69.095687999999996</c:v>
                </c:pt>
                <c:pt idx="3625">
                  <c:v>69.095657000000003</c:v>
                </c:pt>
                <c:pt idx="3626">
                  <c:v>69.095664999999997</c:v>
                </c:pt>
                <c:pt idx="3627">
                  <c:v>69.095641999999998</c:v>
                </c:pt>
                <c:pt idx="3628">
                  <c:v>69.095641999999998</c:v>
                </c:pt>
                <c:pt idx="3629">
                  <c:v>69.095641999999998</c:v>
                </c:pt>
                <c:pt idx="3630">
                  <c:v>69.095634000000004</c:v>
                </c:pt>
                <c:pt idx="3631">
                  <c:v>69.095596</c:v>
                </c:pt>
                <c:pt idx="3632">
                  <c:v>69.095566000000005</c:v>
                </c:pt>
                <c:pt idx="3633">
                  <c:v>69.095534999999998</c:v>
                </c:pt>
                <c:pt idx="3634">
                  <c:v>69.095534999999998</c:v>
                </c:pt>
                <c:pt idx="3635">
                  <c:v>69.095489999999998</c:v>
                </c:pt>
                <c:pt idx="3636">
                  <c:v>69.095421000000002</c:v>
                </c:pt>
                <c:pt idx="3637">
                  <c:v>69.095359999999999</c:v>
                </c:pt>
                <c:pt idx="3638">
                  <c:v>69.095237999999995</c:v>
                </c:pt>
                <c:pt idx="3639">
                  <c:v>69.095191999999997</c:v>
                </c:pt>
                <c:pt idx="3640">
                  <c:v>69.095161000000004</c:v>
                </c:pt>
                <c:pt idx="3641">
                  <c:v>69.095130999999995</c:v>
                </c:pt>
                <c:pt idx="3642">
                  <c:v>69.095139000000003</c:v>
                </c:pt>
                <c:pt idx="3643">
                  <c:v>69.095168999999999</c:v>
                </c:pt>
                <c:pt idx="3644">
                  <c:v>69.095184000000003</c:v>
                </c:pt>
                <c:pt idx="3645">
                  <c:v>69.095191999999997</c:v>
                </c:pt>
                <c:pt idx="3646">
                  <c:v>69.095184000000003</c:v>
                </c:pt>
                <c:pt idx="3647">
                  <c:v>69.095139000000003</c:v>
                </c:pt>
                <c:pt idx="3648">
                  <c:v>69.095061999999999</c:v>
                </c:pt>
                <c:pt idx="3649">
                  <c:v>69.095009000000005</c:v>
                </c:pt>
                <c:pt idx="3650">
                  <c:v>69.094893999999996</c:v>
                </c:pt>
                <c:pt idx="3651">
                  <c:v>69.094772000000006</c:v>
                </c:pt>
                <c:pt idx="3652">
                  <c:v>69.094650000000001</c:v>
                </c:pt>
                <c:pt idx="3653">
                  <c:v>69.094527999999997</c:v>
                </c:pt>
                <c:pt idx="3654">
                  <c:v>69.094368000000003</c:v>
                </c:pt>
                <c:pt idx="3655">
                  <c:v>69.094261000000003</c:v>
                </c:pt>
                <c:pt idx="3656">
                  <c:v>69.093993999999995</c:v>
                </c:pt>
                <c:pt idx="3657">
                  <c:v>69.093818999999996</c:v>
                </c:pt>
                <c:pt idx="3658">
                  <c:v>69.093558999999999</c:v>
                </c:pt>
                <c:pt idx="3659">
                  <c:v>69.093338000000003</c:v>
                </c:pt>
                <c:pt idx="3660">
                  <c:v>69.093108999999998</c:v>
                </c:pt>
                <c:pt idx="3661">
                  <c:v>69.092911000000001</c:v>
                </c:pt>
                <c:pt idx="3662">
                  <c:v>69.092704999999995</c:v>
                </c:pt>
                <c:pt idx="3663">
                  <c:v>69.092490999999995</c:v>
                </c:pt>
                <c:pt idx="3664">
                  <c:v>69.092299999999994</c:v>
                </c:pt>
                <c:pt idx="3665">
                  <c:v>69.092117000000002</c:v>
                </c:pt>
                <c:pt idx="3666">
                  <c:v>69.091956999999994</c:v>
                </c:pt>
                <c:pt idx="3667">
                  <c:v>69.091858000000002</c:v>
                </c:pt>
                <c:pt idx="3668">
                  <c:v>69.091712999999999</c:v>
                </c:pt>
                <c:pt idx="3669">
                  <c:v>69.091628999999998</c:v>
                </c:pt>
                <c:pt idx="3670">
                  <c:v>69.091507000000007</c:v>
                </c:pt>
                <c:pt idx="3671">
                  <c:v>69.091392999999997</c:v>
                </c:pt>
                <c:pt idx="3672">
                  <c:v>69.091324</c:v>
                </c:pt>
                <c:pt idx="3673">
                  <c:v>69.091269999999994</c:v>
                </c:pt>
                <c:pt idx="3674">
                  <c:v>69.091239999999999</c:v>
                </c:pt>
                <c:pt idx="3675">
                  <c:v>69.091194000000002</c:v>
                </c:pt>
                <c:pt idx="3676">
                  <c:v>69.091164000000006</c:v>
                </c:pt>
                <c:pt idx="3677">
                  <c:v>69.09111</c:v>
                </c:pt>
                <c:pt idx="3678">
                  <c:v>69.091103000000004</c:v>
                </c:pt>
                <c:pt idx="3679">
                  <c:v>69.091064000000003</c:v>
                </c:pt>
                <c:pt idx="3680">
                  <c:v>69.091048999999998</c:v>
                </c:pt>
                <c:pt idx="3681">
                  <c:v>69.091019000000003</c:v>
                </c:pt>
                <c:pt idx="3682">
                  <c:v>69.090973000000005</c:v>
                </c:pt>
                <c:pt idx="3683">
                  <c:v>69.090941999999998</c:v>
                </c:pt>
                <c:pt idx="3684">
                  <c:v>69.090843000000007</c:v>
                </c:pt>
                <c:pt idx="3685">
                  <c:v>69.090125999999998</c:v>
                </c:pt>
                <c:pt idx="3686">
                  <c:v>69.08802</c:v>
                </c:pt>
                <c:pt idx="3687">
                  <c:v>69.084655999999995</c:v>
                </c:pt>
                <c:pt idx="3688">
                  <c:v>69.080275999999998</c:v>
                </c:pt>
                <c:pt idx="3689">
                  <c:v>69.074928</c:v>
                </c:pt>
                <c:pt idx="3690">
                  <c:v>69.069153</c:v>
                </c:pt>
                <c:pt idx="3691">
                  <c:v>69.063300999999996</c:v>
                </c:pt>
                <c:pt idx="3692">
                  <c:v>69.057541000000001</c:v>
                </c:pt>
                <c:pt idx="3693">
                  <c:v>69.052154999999999</c:v>
                </c:pt>
                <c:pt idx="3694">
                  <c:v>69.046897999999999</c:v>
                </c:pt>
                <c:pt idx="3695">
                  <c:v>69.041435000000007</c:v>
                </c:pt>
                <c:pt idx="3696">
                  <c:v>69.033882000000006</c:v>
                </c:pt>
                <c:pt idx="3697">
                  <c:v>69.023101999999994</c:v>
                </c:pt>
                <c:pt idx="3698">
                  <c:v>69.007758999999993</c:v>
                </c:pt>
                <c:pt idx="3699">
                  <c:v>68.987633000000002</c:v>
                </c:pt>
                <c:pt idx="3700">
                  <c:v>68.962540000000004</c:v>
                </c:pt>
                <c:pt idx="3701">
                  <c:v>68.931777999999994</c:v>
                </c:pt>
                <c:pt idx="3702">
                  <c:v>68.896789999999996</c:v>
                </c:pt>
                <c:pt idx="3703">
                  <c:v>68.858436999999995</c:v>
                </c:pt>
                <c:pt idx="3704">
                  <c:v>68.817276000000007</c:v>
                </c:pt>
                <c:pt idx="3705">
                  <c:v>68.774924999999996</c:v>
                </c:pt>
                <c:pt idx="3706">
                  <c:v>68.731605999999999</c:v>
                </c:pt>
                <c:pt idx="3707">
                  <c:v>68.687019000000006</c:v>
                </c:pt>
                <c:pt idx="3708">
                  <c:v>68.641334999999998</c:v>
                </c:pt>
                <c:pt idx="3709">
                  <c:v>68.595009000000005</c:v>
                </c:pt>
                <c:pt idx="3710">
                  <c:v>68.548873999999998</c:v>
                </c:pt>
                <c:pt idx="3711">
                  <c:v>68.503983000000005</c:v>
                </c:pt>
                <c:pt idx="3712">
                  <c:v>68.461319000000003</c:v>
                </c:pt>
                <c:pt idx="3713">
                  <c:v>68.421813999999998</c:v>
                </c:pt>
                <c:pt idx="3714">
                  <c:v>68.385574000000005</c:v>
                </c:pt>
                <c:pt idx="3715">
                  <c:v>68.351546999999997</c:v>
                </c:pt>
                <c:pt idx="3716">
                  <c:v>68.318389999999994</c:v>
                </c:pt>
                <c:pt idx="3717">
                  <c:v>68.28434</c:v>
                </c:pt>
                <c:pt idx="3718">
                  <c:v>68.248397999999995</c:v>
                </c:pt>
                <c:pt idx="3719">
                  <c:v>68.210487000000001</c:v>
                </c:pt>
                <c:pt idx="3720">
                  <c:v>68.170601000000005</c:v>
                </c:pt>
                <c:pt idx="3721">
                  <c:v>68.129486</c:v>
                </c:pt>
                <c:pt idx="3722">
                  <c:v>68.087975</c:v>
                </c:pt>
                <c:pt idx="3723">
                  <c:v>68.047043000000002</c:v>
                </c:pt>
                <c:pt idx="3724">
                  <c:v>68.007446000000002</c:v>
                </c:pt>
                <c:pt idx="3725">
                  <c:v>67.969215000000005</c:v>
                </c:pt>
                <c:pt idx="3726">
                  <c:v>67.931800999999993</c:v>
                </c:pt>
                <c:pt idx="3727">
                  <c:v>67.894028000000006</c:v>
                </c:pt>
                <c:pt idx="3728">
                  <c:v>67.854904000000005</c:v>
                </c:pt>
                <c:pt idx="3729">
                  <c:v>67.813911000000004</c:v>
                </c:pt>
                <c:pt idx="3730">
                  <c:v>67.771377999999999</c:v>
                </c:pt>
                <c:pt idx="3731">
                  <c:v>67.728226000000006</c:v>
                </c:pt>
                <c:pt idx="3732">
                  <c:v>67.685660999999996</c:v>
                </c:pt>
                <c:pt idx="3733">
                  <c:v>67.644485000000003</c:v>
                </c:pt>
                <c:pt idx="3734">
                  <c:v>67.605209000000002</c:v>
                </c:pt>
                <c:pt idx="3735">
                  <c:v>67.567276000000007</c:v>
                </c:pt>
                <c:pt idx="3736">
                  <c:v>67.529678000000004</c:v>
                </c:pt>
                <c:pt idx="3737">
                  <c:v>67.491257000000004</c:v>
                </c:pt>
                <c:pt idx="3738">
                  <c:v>67.451530000000005</c:v>
                </c:pt>
                <c:pt idx="3739">
                  <c:v>67.409660000000002</c:v>
                </c:pt>
                <c:pt idx="3740">
                  <c:v>67.365234000000001</c:v>
                </c:pt>
                <c:pt idx="3741">
                  <c:v>67.318909000000005</c:v>
                </c:pt>
                <c:pt idx="3742">
                  <c:v>67.271682999999996</c:v>
                </c:pt>
                <c:pt idx="3743">
                  <c:v>67.224853999999993</c:v>
                </c:pt>
                <c:pt idx="3744">
                  <c:v>67.179214000000002</c:v>
                </c:pt>
                <c:pt idx="3745">
                  <c:v>67.134772999999996</c:v>
                </c:pt>
                <c:pt idx="3746">
                  <c:v>67.090698000000003</c:v>
                </c:pt>
                <c:pt idx="3747">
                  <c:v>67.045944000000006</c:v>
                </c:pt>
                <c:pt idx="3748">
                  <c:v>66.999763000000002</c:v>
                </c:pt>
                <c:pt idx="3749">
                  <c:v>66.952331999999998</c:v>
                </c:pt>
                <c:pt idx="3750">
                  <c:v>66.904326999999995</c:v>
                </c:pt>
                <c:pt idx="3751">
                  <c:v>66.856796000000003</c:v>
                </c:pt>
                <c:pt idx="3752">
                  <c:v>66.810547</c:v>
                </c:pt>
                <c:pt idx="3753">
                  <c:v>66.766166999999996</c:v>
                </c:pt>
                <c:pt idx="3754">
                  <c:v>66.723419000000007</c:v>
                </c:pt>
                <c:pt idx="3755">
                  <c:v>66.681640999999999</c:v>
                </c:pt>
                <c:pt idx="3756">
                  <c:v>66.639770999999996</c:v>
                </c:pt>
                <c:pt idx="3757">
                  <c:v>66.596367000000001</c:v>
                </c:pt>
                <c:pt idx="3758">
                  <c:v>66.550735000000003</c:v>
                </c:pt>
                <c:pt idx="3759">
                  <c:v>66.502762000000004</c:v>
                </c:pt>
                <c:pt idx="3760">
                  <c:v>66.453040999999999</c:v>
                </c:pt>
                <c:pt idx="3761">
                  <c:v>66.402039000000002</c:v>
                </c:pt>
                <c:pt idx="3762">
                  <c:v>66.350326999999993</c:v>
                </c:pt>
                <c:pt idx="3763">
                  <c:v>66.298575999999997</c:v>
                </c:pt>
                <c:pt idx="3764">
                  <c:v>66.246917999999994</c:v>
                </c:pt>
                <c:pt idx="3765">
                  <c:v>66.195556999999994</c:v>
                </c:pt>
                <c:pt idx="3766">
                  <c:v>66.144272000000001</c:v>
                </c:pt>
                <c:pt idx="3767">
                  <c:v>66.092476000000005</c:v>
                </c:pt>
                <c:pt idx="3768">
                  <c:v>66.039863999999994</c:v>
                </c:pt>
                <c:pt idx="3769">
                  <c:v>65.986649</c:v>
                </c:pt>
                <c:pt idx="3770">
                  <c:v>65.932998999999995</c:v>
                </c:pt>
                <c:pt idx="3771">
                  <c:v>65.879615999999999</c:v>
                </c:pt>
                <c:pt idx="3772">
                  <c:v>65.827110000000005</c:v>
                </c:pt>
                <c:pt idx="3773">
                  <c:v>65.775658000000007</c:v>
                </c:pt>
                <c:pt idx="3774">
                  <c:v>65.725173999999996</c:v>
                </c:pt>
                <c:pt idx="3775">
                  <c:v>65.675246999999999</c:v>
                </c:pt>
                <c:pt idx="3776">
                  <c:v>65.625220999999996</c:v>
                </c:pt>
                <c:pt idx="3777">
                  <c:v>65.574676999999994</c:v>
                </c:pt>
                <c:pt idx="3778">
                  <c:v>65.522910999999993</c:v>
                </c:pt>
                <c:pt idx="3779">
                  <c:v>65.470177000000007</c:v>
                </c:pt>
                <c:pt idx="3780">
                  <c:v>65.416672000000005</c:v>
                </c:pt>
                <c:pt idx="3781">
                  <c:v>65.362740000000002</c:v>
                </c:pt>
                <c:pt idx="3782">
                  <c:v>65.308768999999998</c:v>
                </c:pt>
                <c:pt idx="3783">
                  <c:v>65.255279999999999</c:v>
                </c:pt>
                <c:pt idx="3784">
                  <c:v>65.202545000000001</c:v>
                </c:pt>
                <c:pt idx="3785">
                  <c:v>65.150283999999999</c:v>
                </c:pt>
                <c:pt idx="3786">
                  <c:v>65.097908000000004</c:v>
                </c:pt>
                <c:pt idx="3787">
                  <c:v>65.045035999999996</c:v>
                </c:pt>
                <c:pt idx="3788">
                  <c:v>64.991470000000007</c:v>
                </c:pt>
                <c:pt idx="3789">
                  <c:v>64.937140999999997</c:v>
                </c:pt>
                <c:pt idx="3790">
                  <c:v>64.882171999999997</c:v>
                </c:pt>
                <c:pt idx="3791">
                  <c:v>64.826920000000001</c:v>
                </c:pt>
                <c:pt idx="3792">
                  <c:v>64.771759000000003</c:v>
                </c:pt>
                <c:pt idx="3793">
                  <c:v>64.716904</c:v>
                </c:pt>
                <c:pt idx="3794">
                  <c:v>64.662482999999995</c:v>
                </c:pt>
                <c:pt idx="3795">
                  <c:v>64.608360000000005</c:v>
                </c:pt>
                <c:pt idx="3796">
                  <c:v>64.554298000000003</c:v>
                </c:pt>
                <c:pt idx="3797">
                  <c:v>64.499984999999995</c:v>
                </c:pt>
                <c:pt idx="3798">
                  <c:v>64.445053000000001</c:v>
                </c:pt>
                <c:pt idx="3799">
                  <c:v>64.389472999999995</c:v>
                </c:pt>
                <c:pt idx="3800">
                  <c:v>64.333336000000003</c:v>
                </c:pt>
                <c:pt idx="3801">
                  <c:v>64.276932000000002</c:v>
                </c:pt>
                <c:pt idx="3802">
                  <c:v>64.220634000000004</c:v>
                </c:pt>
                <c:pt idx="3803">
                  <c:v>64.164664999999999</c:v>
                </c:pt>
                <c:pt idx="3804">
                  <c:v>64.109229999999997</c:v>
                </c:pt>
                <c:pt idx="3805">
                  <c:v>64.054169000000002</c:v>
                </c:pt>
                <c:pt idx="3806">
                  <c:v>63.999077</c:v>
                </c:pt>
                <c:pt idx="3807">
                  <c:v>63.943821</c:v>
                </c:pt>
                <c:pt idx="3808">
                  <c:v>63.887855999999999</c:v>
                </c:pt>
                <c:pt idx="3809">
                  <c:v>63.831302999999998</c:v>
                </c:pt>
                <c:pt idx="3810">
                  <c:v>63.774113</c:v>
                </c:pt>
                <c:pt idx="3811">
                  <c:v>63.716728000000003</c:v>
                </c:pt>
                <c:pt idx="3812">
                  <c:v>63.659560999999997</c:v>
                </c:pt>
                <c:pt idx="3813">
                  <c:v>63.602801999999997</c:v>
                </c:pt>
                <c:pt idx="3814">
                  <c:v>63.546478</c:v>
                </c:pt>
                <c:pt idx="3815">
                  <c:v>63.490386999999998</c:v>
                </c:pt>
                <c:pt idx="3816">
                  <c:v>63.434314999999998</c:v>
                </c:pt>
                <c:pt idx="3817">
                  <c:v>63.377907</c:v>
                </c:pt>
                <c:pt idx="3818">
                  <c:v>63.321007000000002</c:v>
                </c:pt>
                <c:pt idx="3819">
                  <c:v>63.263511999999999</c:v>
                </c:pt>
                <c:pt idx="3820">
                  <c:v>63.205635000000001</c:v>
                </c:pt>
                <c:pt idx="3821">
                  <c:v>63.147571999999997</c:v>
                </c:pt>
                <c:pt idx="3822">
                  <c:v>63.089554</c:v>
                </c:pt>
                <c:pt idx="3823">
                  <c:v>63.031928999999998</c:v>
                </c:pt>
                <c:pt idx="3824">
                  <c:v>62.974719999999998</c:v>
                </c:pt>
                <c:pt idx="3825">
                  <c:v>62.917786</c:v>
                </c:pt>
                <c:pt idx="3826">
                  <c:v>62.860847</c:v>
                </c:pt>
                <c:pt idx="3827">
                  <c:v>62.803612000000001</c:v>
                </c:pt>
                <c:pt idx="3828">
                  <c:v>62.746032999999997</c:v>
                </c:pt>
                <c:pt idx="3829">
                  <c:v>62.687958000000002</c:v>
                </c:pt>
                <c:pt idx="3830">
                  <c:v>62.629489999999997</c:v>
                </c:pt>
                <c:pt idx="3831">
                  <c:v>62.570811999999997</c:v>
                </c:pt>
                <c:pt idx="3832">
                  <c:v>62.512000999999998</c:v>
                </c:pt>
                <c:pt idx="3833">
                  <c:v>62.453387999999997</c:v>
                </c:pt>
                <c:pt idx="3834">
                  <c:v>62.395012000000001</c:v>
                </c:pt>
                <c:pt idx="3835">
                  <c:v>62.336826000000002</c:v>
                </c:pt>
                <c:pt idx="3836">
                  <c:v>62.278621999999999</c:v>
                </c:pt>
                <c:pt idx="3837">
                  <c:v>62.220267999999997</c:v>
                </c:pt>
                <c:pt idx="3838">
                  <c:v>62.161681999999999</c:v>
                </c:pt>
                <c:pt idx="3839">
                  <c:v>62.102767999999998</c:v>
                </c:pt>
                <c:pt idx="3840">
                  <c:v>62.043629000000003</c:v>
                </c:pt>
                <c:pt idx="3841">
                  <c:v>61.984344</c:v>
                </c:pt>
                <c:pt idx="3842">
                  <c:v>61.925055999999998</c:v>
                </c:pt>
                <c:pt idx="3843">
                  <c:v>61.865803</c:v>
                </c:pt>
                <c:pt idx="3844">
                  <c:v>61.806716999999999</c:v>
                </c:pt>
                <c:pt idx="3845">
                  <c:v>61.747802999999998</c:v>
                </c:pt>
                <c:pt idx="3846">
                  <c:v>61.688910999999997</c:v>
                </c:pt>
                <c:pt idx="3847">
                  <c:v>61.629931999999997</c:v>
                </c:pt>
                <c:pt idx="3848">
                  <c:v>61.570801000000003</c:v>
                </c:pt>
                <c:pt idx="3849">
                  <c:v>61.511386999999999</c:v>
                </c:pt>
                <c:pt idx="3850">
                  <c:v>61.451735999999997</c:v>
                </c:pt>
                <c:pt idx="3851">
                  <c:v>61.391925999999998</c:v>
                </c:pt>
                <c:pt idx="3852">
                  <c:v>61.332175999999997</c:v>
                </c:pt>
                <c:pt idx="3853">
                  <c:v>61.272655</c:v>
                </c:pt>
                <c:pt idx="3854">
                  <c:v>61.213383</c:v>
                </c:pt>
                <c:pt idx="3855">
                  <c:v>61.154288999999999</c:v>
                </c:pt>
                <c:pt idx="3856">
                  <c:v>61.095188</c:v>
                </c:pt>
                <c:pt idx="3857">
                  <c:v>61.035980000000002</c:v>
                </c:pt>
                <c:pt idx="3858">
                  <c:v>60.976512999999997</c:v>
                </c:pt>
                <c:pt idx="3859">
                  <c:v>60.916843</c:v>
                </c:pt>
                <c:pt idx="3860">
                  <c:v>60.856873</c:v>
                </c:pt>
                <c:pt idx="3861">
                  <c:v>60.796836999999996</c:v>
                </c:pt>
                <c:pt idx="3862">
                  <c:v>60.736832</c:v>
                </c:pt>
                <c:pt idx="3863">
                  <c:v>60.677101</c:v>
                </c:pt>
                <c:pt idx="3864">
                  <c:v>60.617645000000003</c:v>
                </c:pt>
                <c:pt idx="3865">
                  <c:v>60.558331000000003</c:v>
                </c:pt>
                <c:pt idx="3866">
                  <c:v>60.499043</c:v>
                </c:pt>
                <c:pt idx="3867">
                  <c:v>60.439587000000003</c:v>
                </c:pt>
                <c:pt idx="3868">
                  <c:v>60.379868000000002</c:v>
                </c:pt>
                <c:pt idx="3869">
                  <c:v>60.319851</c:v>
                </c:pt>
                <c:pt idx="3870">
                  <c:v>60.259666000000003</c:v>
                </c:pt>
                <c:pt idx="3871">
                  <c:v>60.199432000000002</c:v>
                </c:pt>
                <c:pt idx="3872">
                  <c:v>60.139308999999997</c:v>
                </c:pt>
                <c:pt idx="3873">
                  <c:v>60.079422000000001</c:v>
                </c:pt>
                <c:pt idx="3874">
                  <c:v>60.021068999999997</c:v>
                </c:pt>
                <c:pt idx="3875">
                  <c:v>59.963839999999998</c:v>
                </c:pt>
                <c:pt idx="3876">
                  <c:v>59.906692999999997</c:v>
                </c:pt>
                <c:pt idx="3877">
                  <c:v>59.849243000000001</c:v>
                </c:pt>
                <c:pt idx="3878">
                  <c:v>59.791587999999997</c:v>
                </c:pt>
                <c:pt idx="3879">
                  <c:v>59.733749000000003</c:v>
                </c:pt>
                <c:pt idx="3880">
                  <c:v>59.675742999999997</c:v>
                </c:pt>
                <c:pt idx="3881">
                  <c:v>59.617725</c:v>
                </c:pt>
                <c:pt idx="3882">
                  <c:v>59.559704000000004</c:v>
                </c:pt>
                <c:pt idx="3883">
                  <c:v>59.501933999999999</c:v>
                </c:pt>
                <c:pt idx="3884">
                  <c:v>59.444408000000003</c:v>
                </c:pt>
                <c:pt idx="3885">
                  <c:v>59.387073999999998</c:v>
                </c:pt>
                <c:pt idx="3886">
                  <c:v>59.329563</c:v>
                </c:pt>
                <c:pt idx="3887">
                  <c:v>59.271937999999999</c:v>
                </c:pt>
                <c:pt idx="3888">
                  <c:v>59.213920999999999</c:v>
                </c:pt>
                <c:pt idx="3889">
                  <c:v>59.155884</c:v>
                </c:pt>
                <c:pt idx="3890">
                  <c:v>59.097549000000001</c:v>
                </c:pt>
                <c:pt idx="3891">
                  <c:v>59.039279999999998</c:v>
                </c:pt>
                <c:pt idx="3892">
                  <c:v>58.981236000000003</c:v>
                </c:pt>
                <c:pt idx="3893">
                  <c:v>58.923358999999998</c:v>
                </c:pt>
                <c:pt idx="3894">
                  <c:v>58.865684999999999</c:v>
                </c:pt>
                <c:pt idx="3895">
                  <c:v>58.808052000000004</c:v>
                </c:pt>
                <c:pt idx="3896">
                  <c:v>58.750312999999998</c:v>
                </c:pt>
                <c:pt idx="3897">
                  <c:v>58.692478000000001</c:v>
                </c:pt>
                <c:pt idx="3898">
                  <c:v>58.634377000000001</c:v>
                </c:pt>
                <c:pt idx="3899">
                  <c:v>58.576061000000003</c:v>
                </c:pt>
                <c:pt idx="3900">
                  <c:v>58.517792</c:v>
                </c:pt>
                <c:pt idx="3901">
                  <c:v>58.459395999999998</c:v>
                </c:pt>
                <c:pt idx="3902">
                  <c:v>58.401206999999999</c:v>
                </c:pt>
                <c:pt idx="3903">
                  <c:v>58.343246000000001</c:v>
                </c:pt>
                <c:pt idx="3904">
                  <c:v>58.285483999999997</c:v>
                </c:pt>
                <c:pt idx="3905">
                  <c:v>58.227753</c:v>
                </c:pt>
                <c:pt idx="3906">
                  <c:v>58.170017000000001</c:v>
                </c:pt>
                <c:pt idx="3907">
                  <c:v>58.112018999999997</c:v>
                </c:pt>
                <c:pt idx="3908">
                  <c:v>58.043804000000002</c:v>
                </c:pt>
                <c:pt idx="3909">
                  <c:v>57.973869000000001</c:v>
                </c:pt>
                <c:pt idx="3910">
                  <c:v>57.903976</c:v>
                </c:pt>
                <c:pt idx="3911">
                  <c:v>57.834136999999998</c:v>
                </c:pt>
                <c:pt idx="3912">
                  <c:v>57.764561</c:v>
                </c:pt>
                <c:pt idx="3913">
                  <c:v>57.695121999999998</c:v>
                </c:pt>
                <c:pt idx="3914">
                  <c:v>57.625801000000003</c:v>
                </c:pt>
                <c:pt idx="3915">
                  <c:v>57.556519000000002</c:v>
                </c:pt>
                <c:pt idx="3916">
                  <c:v>57.487087000000002</c:v>
                </c:pt>
                <c:pt idx="3917">
                  <c:v>57.417468999999997</c:v>
                </c:pt>
                <c:pt idx="3918">
                  <c:v>57.347591000000001</c:v>
                </c:pt>
                <c:pt idx="3919">
                  <c:v>57.277591999999999</c:v>
                </c:pt>
                <c:pt idx="3920">
                  <c:v>57.207580999999998</c:v>
                </c:pt>
                <c:pt idx="3921">
                  <c:v>57.137732999999997</c:v>
                </c:pt>
                <c:pt idx="3922">
                  <c:v>57.068095999999997</c:v>
                </c:pt>
                <c:pt idx="3923">
                  <c:v>56.998600000000003</c:v>
                </c:pt>
                <c:pt idx="3924">
                  <c:v>56.929226</c:v>
                </c:pt>
                <c:pt idx="3925">
                  <c:v>56.859805999999999</c:v>
                </c:pt>
                <c:pt idx="3926">
                  <c:v>56.790264000000001</c:v>
                </c:pt>
                <c:pt idx="3927">
                  <c:v>56.720528000000002</c:v>
                </c:pt>
                <c:pt idx="3928">
                  <c:v>56.650570000000002</c:v>
                </c:pt>
                <c:pt idx="3929">
                  <c:v>56.580505000000002</c:v>
                </c:pt>
                <c:pt idx="3930">
                  <c:v>56.510353000000002</c:v>
                </c:pt>
                <c:pt idx="3931">
                  <c:v>56.440387999999999</c:v>
                </c:pt>
                <c:pt idx="3932">
                  <c:v>56.370601999999998</c:v>
                </c:pt>
                <c:pt idx="3933">
                  <c:v>56.301124999999999</c:v>
                </c:pt>
                <c:pt idx="3934">
                  <c:v>56.231746999999999</c:v>
                </c:pt>
                <c:pt idx="3935">
                  <c:v>56.162388</c:v>
                </c:pt>
                <c:pt idx="3936">
                  <c:v>56.092793</c:v>
                </c:pt>
                <c:pt idx="3937">
                  <c:v>56.022938000000003</c:v>
                </c:pt>
                <c:pt idx="3938">
                  <c:v>55.952755000000003</c:v>
                </c:pt>
                <c:pt idx="3939">
                  <c:v>55.882565</c:v>
                </c:pt>
                <c:pt idx="3940">
                  <c:v>55.812347000000003</c:v>
                </c:pt>
                <c:pt idx="3941">
                  <c:v>55.742401000000001</c:v>
                </c:pt>
                <c:pt idx="3942">
                  <c:v>55.672553999999998</c:v>
                </c:pt>
                <c:pt idx="3943">
                  <c:v>55.602916999999998</c:v>
                </c:pt>
                <c:pt idx="3944">
                  <c:v>55.533417</c:v>
                </c:pt>
                <c:pt idx="3945">
                  <c:v>55.463875000000002</c:v>
                </c:pt>
                <c:pt idx="3946">
                  <c:v>55.394160999999997</c:v>
                </c:pt>
                <c:pt idx="3947">
                  <c:v>55.324226000000003</c:v>
                </c:pt>
                <c:pt idx="3948">
                  <c:v>55.254173000000002</c:v>
                </c:pt>
                <c:pt idx="3949">
                  <c:v>55.184040000000003</c:v>
                </c:pt>
                <c:pt idx="3950">
                  <c:v>55.114021000000001</c:v>
                </c:pt>
                <c:pt idx="3951">
                  <c:v>55.044159000000001</c:v>
                </c:pt>
                <c:pt idx="3952">
                  <c:v>54.974556</c:v>
                </c:pt>
                <c:pt idx="3953">
                  <c:v>54.905064000000003</c:v>
                </c:pt>
                <c:pt idx="3954">
                  <c:v>54.835639999999998</c:v>
                </c:pt>
                <c:pt idx="3955">
                  <c:v>54.765991</c:v>
                </c:pt>
                <c:pt idx="3956">
                  <c:v>54.696086999999999</c:v>
                </c:pt>
                <c:pt idx="3957">
                  <c:v>54.626002999999997</c:v>
                </c:pt>
                <c:pt idx="3958">
                  <c:v>54.555847</c:v>
                </c:pt>
                <c:pt idx="3959">
                  <c:v>54.485767000000003</c:v>
                </c:pt>
                <c:pt idx="3960">
                  <c:v>54.415782999999998</c:v>
                </c:pt>
                <c:pt idx="3961">
                  <c:v>54.346004000000001</c:v>
                </c:pt>
                <c:pt idx="3962">
                  <c:v>54.276401999999997</c:v>
                </c:pt>
                <c:pt idx="3963">
                  <c:v>54.206859999999999</c:v>
                </c:pt>
                <c:pt idx="3964">
                  <c:v>54.137383</c:v>
                </c:pt>
                <c:pt idx="3965">
                  <c:v>54.067748999999999</c:v>
                </c:pt>
                <c:pt idx="3966">
                  <c:v>53.998013</c:v>
                </c:pt>
                <c:pt idx="3967">
                  <c:v>53.928168999999997</c:v>
                </c:pt>
                <c:pt idx="3968">
                  <c:v>53.858199999999997</c:v>
                </c:pt>
                <c:pt idx="3969">
                  <c:v>53.788235</c:v>
                </c:pt>
                <c:pt idx="3970">
                  <c:v>53.718345999999997</c:v>
                </c:pt>
                <c:pt idx="3971">
                  <c:v>53.648659000000002</c:v>
                </c:pt>
                <c:pt idx="3972">
                  <c:v>53.579079</c:v>
                </c:pt>
                <c:pt idx="3973">
                  <c:v>53.509757999999998</c:v>
                </c:pt>
                <c:pt idx="3974">
                  <c:v>53.440300000000001</c:v>
                </c:pt>
                <c:pt idx="3975">
                  <c:v>53.37088</c:v>
                </c:pt>
                <c:pt idx="3976">
                  <c:v>53.301246999999996</c:v>
                </c:pt>
                <c:pt idx="3977">
                  <c:v>53.231532999999999</c:v>
                </c:pt>
                <c:pt idx="3978">
                  <c:v>53.161724</c:v>
                </c:pt>
                <c:pt idx="3979">
                  <c:v>53.092075000000001</c:v>
                </c:pt>
                <c:pt idx="3980">
                  <c:v>53.022396000000001</c:v>
                </c:pt>
                <c:pt idx="3981">
                  <c:v>52.952938000000003</c:v>
                </c:pt>
                <c:pt idx="3982">
                  <c:v>52.883450000000003</c:v>
                </c:pt>
                <c:pt idx="3983">
                  <c:v>52.814067999999999</c:v>
                </c:pt>
                <c:pt idx="3984">
                  <c:v>52.744605999999997</c:v>
                </c:pt>
                <c:pt idx="3985">
                  <c:v>52.675072</c:v>
                </c:pt>
                <c:pt idx="3986">
                  <c:v>52.605370000000001</c:v>
                </c:pt>
                <c:pt idx="3987">
                  <c:v>52.535774000000004</c:v>
                </c:pt>
                <c:pt idx="3988">
                  <c:v>52.466037999999998</c:v>
                </c:pt>
                <c:pt idx="3989">
                  <c:v>52.396431</c:v>
                </c:pt>
                <c:pt idx="3990">
                  <c:v>52.326866000000003</c:v>
                </c:pt>
                <c:pt idx="3991">
                  <c:v>52.257491999999999</c:v>
                </c:pt>
                <c:pt idx="3992">
                  <c:v>52.188274</c:v>
                </c:pt>
                <c:pt idx="3993">
                  <c:v>52.119140999999999</c:v>
                </c:pt>
                <c:pt idx="3994">
                  <c:v>52.050018000000001</c:v>
                </c:pt>
                <c:pt idx="3995">
                  <c:v>51.980801</c:v>
                </c:pt>
                <c:pt idx="3996">
                  <c:v>51.911521999999998</c:v>
                </c:pt>
                <c:pt idx="3997">
                  <c:v>51.842185999999998</c:v>
                </c:pt>
                <c:pt idx="3998">
                  <c:v>51.772854000000002</c:v>
                </c:pt>
                <c:pt idx="3999">
                  <c:v>51.703567999999997</c:v>
                </c:pt>
                <c:pt idx="4000">
                  <c:v>51.634338</c:v>
                </c:pt>
                <c:pt idx="4001">
                  <c:v>51.565182</c:v>
                </c:pt>
                <c:pt idx="4002">
                  <c:v>51.496105</c:v>
                </c:pt>
                <c:pt idx="4003">
                  <c:v>51.427132</c:v>
                </c:pt>
                <c:pt idx="4004">
                  <c:v>51.358055</c:v>
                </c:pt>
                <c:pt idx="4005">
                  <c:v>51.288955999999999</c:v>
                </c:pt>
                <c:pt idx="4006">
                  <c:v>51.219692000000002</c:v>
                </c:pt>
                <c:pt idx="4007">
                  <c:v>51.150410000000001</c:v>
                </c:pt>
                <c:pt idx="4008">
                  <c:v>51.081139</c:v>
                </c:pt>
                <c:pt idx="4009">
                  <c:v>51.011916999999997</c:v>
                </c:pt>
                <c:pt idx="4010">
                  <c:v>50.942771999999998</c:v>
                </c:pt>
                <c:pt idx="4011">
                  <c:v>50.873730000000002</c:v>
                </c:pt>
                <c:pt idx="4012">
                  <c:v>50.804768000000003</c:v>
                </c:pt>
                <c:pt idx="4013">
                  <c:v>50.735850999999997</c:v>
                </c:pt>
                <c:pt idx="4014">
                  <c:v>50.666946000000003</c:v>
                </c:pt>
                <c:pt idx="4015">
                  <c:v>50.597954000000001</c:v>
                </c:pt>
                <c:pt idx="4016">
                  <c:v>50.528908000000001</c:v>
                </c:pt>
                <c:pt idx="4017">
                  <c:v>50.459792999999998</c:v>
                </c:pt>
                <c:pt idx="4018">
                  <c:v>50.390723999999999</c:v>
                </c:pt>
                <c:pt idx="4019">
                  <c:v>50.321742999999998</c:v>
                </c:pt>
                <c:pt idx="4020">
                  <c:v>50.252746999999999</c:v>
                </c:pt>
                <c:pt idx="4021">
                  <c:v>50.183903000000001</c:v>
                </c:pt>
                <c:pt idx="4022">
                  <c:v>50.115734000000003</c:v>
                </c:pt>
                <c:pt idx="4023">
                  <c:v>50.045715000000001</c:v>
                </c:pt>
                <c:pt idx="4024">
                  <c:v>49.977055</c:v>
                </c:pt>
                <c:pt idx="4025">
                  <c:v>49.911887999999998</c:v>
                </c:pt>
                <c:pt idx="4026">
                  <c:v>49.840243999999998</c:v>
                </c:pt>
                <c:pt idx="4027">
                  <c:v>49.786113999999998</c:v>
                </c:pt>
                <c:pt idx="4028">
                  <c:v>49.728661000000002</c:v>
                </c:pt>
                <c:pt idx="4029">
                  <c:v>49.666283</c:v>
                </c:pt>
                <c:pt idx="4030">
                  <c:v>49.601357</c:v>
                </c:pt>
                <c:pt idx="4031">
                  <c:v>49.534779</c:v>
                </c:pt>
                <c:pt idx="4032">
                  <c:v>49.467373000000002</c:v>
                </c:pt>
                <c:pt idx="4033">
                  <c:v>49.399517000000003</c:v>
                </c:pt>
                <c:pt idx="4034">
                  <c:v>49.331386999999999</c:v>
                </c:pt>
                <c:pt idx="4035">
                  <c:v>49.26305</c:v>
                </c:pt>
                <c:pt idx="4036">
                  <c:v>49.194572000000001</c:v>
                </c:pt>
                <c:pt idx="4037">
                  <c:v>49.125976999999999</c:v>
                </c:pt>
                <c:pt idx="4038">
                  <c:v>49.057361999999998</c:v>
                </c:pt>
                <c:pt idx="4039">
                  <c:v>48.988810999999998</c:v>
                </c:pt>
                <c:pt idx="4040">
                  <c:v>48.920363999999999</c:v>
                </c:pt>
                <c:pt idx="4041">
                  <c:v>48.851967000000002</c:v>
                </c:pt>
                <c:pt idx="4042">
                  <c:v>48.783603999999997</c:v>
                </c:pt>
                <c:pt idx="4043">
                  <c:v>48.715255999999997</c:v>
                </c:pt>
                <c:pt idx="4044">
                  <c:v>48.646918999999997</c:v>
                </c:pt>
                <c:pt idx="4045">
                  <c:v>48.578606000000001</c:v>
                </c:pt>
                <c:pt idx="4046">
                  <c:v>48.510300000000001</c:v>
                </c:pt>
                <c:pt idx="4047">
                  <c:v>48.442031999999998</c:v>
                </c:pt>
                <c:pt idx="4048">
                  <c:v>48.373745</c:v>
                </c:pt>
                <c:pt idx="4049">
                  <c:v>48.305458000000002</c:v>
                </c:pt>
                <c:pt idx="4050">
                  <c:v>48.237152000000002</c:v>
                </c:pt>
                <c:pt idx="4051">
                  <c:v>48.168854000000003</c:v>
                </c:pt>
                <c:pt idx="4052">
                  <c:v>48.100532999999999</c:v>
                </c:pt>
                <c:pt idx="4053">
                  <c:v>48.032200000000003</c:v>
                </c:pt>
                <c:pt idx="4054">
                  <c:v>47.963881999999998</c:v>
                </c:pt>
                <c:pt idx="4055">
                  <c:v>47.895569000000002</c:v>
                </c:pt>
                <c:pt idx="4056">
                  <c:v>47.827266999999999</c:v>
                </c:pt>
                <c:pt idx="4057">
                  <c:v>47.758972</c:v>
                </c:pt>
                <c:pt idx="4058">
                  <c:v>47.690674000000001</c:v>
                </c:pt>
                <c:pt idx="4059">
                  <c:v>47.622387000000003</c:v>
                </c:pt>
                <c:pt idx="4060">
                  <c:v>47.554110999999999</c:v>
                </c:pt>
                <c:pt idx="4061">
                  <c:v>47.485855000000001</c:v>
                </c:pt>
                <c:pt idx="4062">
                  <c:v>47.417617999999997</c:v>
                </c:pt>
                <c:pt idx="4063">
                  <c:v>47.349415</c:v>
                </c:pt>
                <c:pt idx="4064">
                  <c:v>47.281227000000001</c:v>
                </c:pt>
                <c:pt idx="4065">
                  <c:v>47.213012999999997</c:v>
                </c:pt>
                <c:pt idx="4066">
                  <c:v>47.144790999999998</c:v>
                </c:pt>
                <c:pt idx="4067">
                  <c:v>47.076571999999999</c:v>
                </c:pt>
                <c:pt idx="4068">
                  <c:v>47.008366000000002</c:v>
                </c:pt>
                <c:pt idx="4069">
                  <c:v>46.940182</c:v>
                </c:pt>
                <c:pt idx="4070">
                  <c:v>46.872059</c:v>
                </c:pt>
                <c:pt idx="4071">
                  <c:v>46.803992999999998</c:v>
                </c:pt>
                <c:pt idx="4072">
                  <c:v>46.735984999999999</c:v>
                </c:pt>
                <c:pt idx="4073">
                  <c:v>46.667937999999999</c:v>
                </c:pt>
                <c:pt idx="4074">
                  <c:v>46.599921999999999</c:v>
                </c:pt>
                <c:pt idx="4075">
                  <c:v>46.531818000000001</c:v>
                </c:pt>
                <c:pt idx="4076">
                  <c:v>46.463692000000002</c:v>
                </c:pt>
                <c:pt idx="4077">
                  <c:v>46.395538000000002</c:v>
                </c:pt>
                <c:pt idx="4078">
                  <c:v>46.327404000000001</c:v>
                </c:pt>
                <c:pt idx="4079">
                  <c:v>46.259335</c:v>
                </c:pt>
                <c:pt idx="4080">
                  <c:v>46.191315000000003</c:v>
                </c:pt>
                <c:pt idx="4081">
                  <c:v>46.123356000000001</c:v>
                </c:pt>
                <c:pt idx="4082">
                  <c:v>46.055461999999999</c:v>
                </c:pt>
                <c:pt idx="4083">
                  <c:v>45.987563999999999</c:v>
                </c:pt>
                <c:pt idx="4084">
                  <c:v>45.919659000000003</c:v>
                </c:pt>
                <c:pt idx="4085">
                  <c:v>45.851685000000003</c:v>
                </c:pt>
                <c:pt idx="4086">
                  <c:v>45.783684000000001</c:v>
                </c:pt>
                <c:pt idx="4087">
                  <c:v>45.715674999999997</c:v>
                </c:pt>
                <c:pt idx="4088">
                  <c:v>45.647635999999999</c:v>
                </c:pt>
                <c:pt idx="4089">
                  <c:v>45.579619999999998</c:v>
                </c:pt>
                <c:pt idx="4090">
                  <c:v>45.511668999999998</c:v>
                </c:pt>
                <c:pt idx="4091">
                  <c:v>45.443793999999997</c:v>
                </c:pt>
                <c:pt idx="4092">
                  <c:v>45.375973000000002</c:v>
                </c:pt>
                <c:pt idx="4093">
                  <c:v>45.308174000000001</c:v>
                </c:pt>
                <c:pt idx="4094">
                  <c:v>45.240318000000002</c:v>
                </c:pt>
                <c:pt idx="4095">
                  <c:v>45.172454999999999</c:v>
                </c:pt>
                <c:pt idx="4096">
                  <c:v>45.104526999999997</c:v>
                </c:pt>
                <c:pt idx="4097">
                  <c:v>45.036610000000003</c:v>
                </c:pt>
                <c:pt idx="4098">
                  <c:v>44.968727000000001</c:v>
                </c:pt>
                <c:pt idx="4099">
                  <c:v>44.900886999999997</c:v>
                </c:pt>
                <c:pt idx="4100">
                  <c:v>44.833087999999996</c:v>
                </c:pt>
                <c:pt idx="4101">
                  <c:v>44.765338999999997</c:v>
                </c:pt>
                <c:pt idx="4102">
                  <c:v>44.697631999999999</c:v>
                </c:pt>
                <c:pt idx="4103">
                  <c:v>44.629939999999998</c:v>
                </c:pt>
                <c:pt idx="4104">
                  <c:v>44.562218000000001</c:v>
                </c:pt>
                <c:pt idx="4105">
                  <c:v>44.494414999999996</c:v>
                </c:pt>
                <c:pt idx="4106">
                  <c:v>44.426566999999999</c:v>
                </c:pt>
                <c:pt idx="4107">
                  <c:v>44.358707000000003</c:v>
                </c:pt>
                <c:pt idx="4108">
                  <c:v>44.290871000000003</c:v>
                </c:pt>
                <c:pt idx="4109">
                  <c:v>44.223075999999999</c:v>
                </c:pt>
                <c:pt idx="4110">
                  <c:v>44.155346000000002</c:v>
                </c:pt>
                <c:pt idx="4111">
                  <c:v>44.087676999999999</c:v>
                </c:pt>
                <c:pt idx="4112">
                  <c:v>44.020060999999998</c:v>
                </c:pt>
                <c:pt idx="4113">
                  <c:v>43.952469000000001</c:v>
                </c:pt>
                <c:pt idx="4114">
                  <c:v>43.88485</c:v>
                </c:pt>
                <c:pt idx="4115">
                  <c:v>43.817154000000002</c:v>
                </c:pt>
                <c:pt idx="4116">
                  <c:v>43.749386000000001</c:v>
                </c:pt>
                <c:pt idx="4117">
                  <c:v>43.681629000000001</c:v>
                </c:pt>
                <c:pt idx="4118">
                  <c:v>43.613875999999998</c:v>
                </c:pt>
                <c:pt idx="4119">
                  <c:v>43.546180999999997</c:v>
                </c:pt>
                <c:pt idx="4120">
                  <c:v>43.478496999999997</c:v>
                </c:pt>
                <c:pt idx="4121">
                  <c:v>43.410865999999999</c:v>
                </c:pt>
                <c:pt idx="4122">
                  <c:v>43.343285000000002</c:v>
                </c:pt>
                <c:pt idx="4123">
                  <c:v>43.275714999999998</c:v>
                </c:pt>
                <c:pt idx="4124">
                  <c:v>43.208114999999999</c:v>
                </c:pt>
                <c:pt idx="4125">
                  <c:v>43.140479999999997</c:v>
                </c:pt>
                <c:pt idx="4126">
                  <c:v>43.072830000000003</c:v>
                </c:pt>
                <c:pt idx="4127">
                  <c:v>43.005156999999997</c:v>
                </c:pt>
                <c:pt idx="4128">
                  <c:v>42.937472999999997</c:v>
                </c:pt>
                <c:pt idx="4129">
                  <c:v>42.869804000000002</c:v>
                </c:pt>
                <c:pt idx="4130">
                  <c:v>42.802185000000001</c:v>
                </c:pt>
                <c:pt idx="4131">
                  <c:v>42.734603999999997</c:v>
                </c:pt>
                <c:pt idx="4132">
                  <c:v>42.667107000000001</c:v>
                </c:pt>
                <c:pt idx="4133">
                  <c:v>42.599609000000001</c:v>
                </c:pt>
                <c:pt idx="4134">
                  <c:v>42.532066</c:v>
                </c:pt>
                <c:pt idx="4135">
                  <c:v>42.464455000000001</c:v>
                </c:pt>
                <c:pt idx="4136">
                  <c:v>42.396777999999998</c:v>
                </c:pt>
                <c:pt idx="4137">
                  <c:v>42.329075000000003</c:v>
                </c:pt>
                <c:pt idx="4138">
                  <c:v>42.261336999999997</c:v>
                </c:pt>
                <c:pt idx="4139">
                  <c:v>42.193641999999997</c:v>
                </c:pt>
                <c:pt idx="4140">
                  <c:v>42.125988</c:v>
                </c:pt>
                <c:pt idx="4141">
                  <c:v>42.058391999999998</c:v>
                </c:pt>
                <c:pt idx="4142">
                  <c:v>41.990848999999997</c:v>
                </c:pt>
                <c:pt idx="4143">
                  <c:v>41.923309000000003</c:v>
                </c:pt>
                <c:pt idx="4144">
                  <c:v>41.855713000000002</c:v>
                </c:pt>
                <c:pt idx="4145">
                  <c:v>41.788017000000004</c:v>
                </c:pt>
                <c:pt idx="4146">
                  <c:v>41.720275999999998</c:v>
                </c:pt>
                <c:pt idx="4147">
                  <c:v>41.652495999999999</c:v>
                </c:pt>
                <c:pt idx="4148">
                  <c:v>41.584705</c:v>
                </c:pt>
                <c:pt idx="4149">
                  <c:v>41.516936999999999</c:v>
                </c:pt>
                <c:pt idx="4150">
                  <c:v>41.449233999999997</c:v>
                </c:pt>
                <c:pt idx="4151">
                  <c:v>41.381591999999998</c:v>
                </c:pt>
                <c:pt idx="4152">
                  <c:v>41.314003</c:v>
                </c:pt>
                <c:pt idx="4153">
                  <c:v>41.246414000000001</c:v>
                </c:pt>
                <c:pt idx="4154">
                  <c:v>41.178787</c:v>
                </c:pt>
                <c:pt idx="4155">
                  <c:v>41.111080000000001</c:v>
                </c:pt>
                <c:pt idx="4156">
                  <c:v>41.043255000000002</c:v>
                </c:pt>
                <c:pt idx="4157">
                  <c:v>40.975403</c:v>
                </c:pt>
                <c:pt idx="4158">
                  <c:v>40.907589000000002</c:v>
                </c:pt>
                <c:pt idx="4159">
                  <c:v>40.839801999999999</c:v>
                </c:pt>
                <c:pt idx="4160">
                  <c:v>40.772075999999998</c:v>
                </c:pt>
                <c:pt idx="4161">
                  <c:v>40.704411</c:v>
                </c:pt>
                <c:pt idx="4162">
                  <c:v>40.636803</c:v>
                </c:pt>
                <c:pt idx="4163">
                  <c:v>40.569201999999997</c:v>
                </c:pt>
                <c:pt idx="4164">
                  <c:v>40.501536999999999</c:v>
                </c:pt>
                <c:pt idx="4165">
                  <c:v>40.433773000000002</c:v>
                </c:pt>
                <c:pt idx="4166">
                  <c:v>40.365912999999999</c:v>
                </c:pt>
                <c:pt idx="4167">
                  <c:v>40.298012</c:v>
                </c:pt>
                <c:pt idx="4168">
                  <c:v>40.230128999999998</c:v>
                </c:pt>
                <c:pt idx="4169">
                  <c:v>40.162308000000003</c:v>
                </c:pt>
                <c:pt idx="4170">
                  <c:v>40.094527999999997</c:v>
                </c:pt>
                <c:pt idx="4171">
                  <c:v>40.026833000000003</c:v>
                </c:pt>
                <c:pt idx="4172">
                  <c:v>39.959170999999998</c:v>
                </c:pt>
                <c:pt idx="4173">
                  <c:v>39.891540999999997</c:v>
                </c:pt>
                <c:pt idx="4174">
                  <c:v>39.823855999999999</c:v>
                </c:pt>
                <c:pt idx="4175">
                  <c:v>39.756062</c:v>
                </c:pt>
                <c:pt idx="4176">
                  <c:v>39.688183000000002</c:v>
                </c:pt>
                <c:pt idx="4177">
                  <c:v>39.620258</c:v>
                </c:pt>
                <c:pt idx="4178">
                  <c:v>39.552360999999998</c:v>
                </c:pt>
                <c:pt idx="4179">
                  <c:v>39.484512000000002</c:v>
                </c:pt>
                <c:pt idx="4180">
                  <c:v>39.416736999999998</c:v>
                </c:pt>
                <c:pt idx="4181">
                  <c:v>39.349037000000003</c:v>
                </c:pt>
                <c:pt idx="4182">
                  <c:v>39.281379999999999</c:v>
                </c:pt>
                <c:pt idx="4183">
                  <c:v>39.213760000000001</c:v>
                </c:pt>
                <c:pt idx="4184">
                  <c:v>39.146068999999997</c:v>
                </c:pt>
                <c:pt idx="4185">
                  <c:v>39.078251000000002</c:v>
                </c:pt>
                <c:pt idx="4186">
                  <c:v>39.010306999999997</c:v>
                </c:pt>
                <c:pt idx="4187">
                  <c:v>38.942332999999998</c:v>
                </c:pt>
                <c:pt idx="4188">
                  <c:v>38.874370999999996</c:v>
                </c:pt>
                <c:pt idx="4189">
                  <c:v>38.806477000000001</c:v>
                </c:pt>
                <c:pt idx="4190">
                  <c:v>38.738655000000001</c:v>
                </c:pt>
                <c:pt idx="4191">
                  <c:v>38.670932999999998</c:v>
                </c:pt>
                <c:pt idx="4192">
                  <c:v>38.603279000000001</c:v>
                </c:pt>
                <c:pt idx="4193">
                  <c:v>38.535648000000002</c:v>
                </c:pt>
                <c:pt idx="4194">
                  <c:v>38.467953000000001</c:v>
                </c:pt>
                <c:pt idx="4195">
                  <c:v>38.400120000000001</c:v>
                </c:pt>
                <c:pt idx="4196">
                  <c:v>38.332183999999998</c:v>
                </c:pt>
                <c:pt idx="4197">
                  <c:v>38.264183000000003</c:v>
                </c:pt>
                <c:pt idx="4198">
                  <c:v>38.196213</c:v>
                </c:pt>
                <c:pt idx="4199">
                  <c:v>38.128304</c:v>
                </c:pt>
                <c:pt idx="4200">
                  <c:v>38.060496999999998</c:v>
                </c:pt>
                <c:pt idx="4201">
                  <c:v>37.992794000000004</c:v>
                </c:pt>
                <c:pt idx="4202">
                  <c:v>37.925128999999998</c:v>
                </c:pt>
                <c:pt idx="4203">
                  <c:v>37.857467999999997</c:v>
                </c:pt>
                <c:pt idx="4204">
                  <c:v>37.789760999999999</c:v>
                </c:pt>
                <c:pt idx="4205">
                  <c:v>37.721896999999998</c:v>
                </c:pt>
                <c:pt idx="4206">
                  <c:v>37.653919000000002</c:v>
                </c:pt>
                <c:pt idx="4207">
                  <c:v>37.585872999999999</c:v>
                </c:pt>
                <c:pt idx="4208">
                  <c:v>37.517853000000002</c:v>
                </c:pt>
                <c:pt idx="4209">
                  <c:v>37.449897999999997</c:v>
                </c:pt>
                <c:pt idx="4210">
                  <c:v>37.382004000000002</c:v>
                </c:pt>
                <c:pt idx="4211">
                  <c:v>37.314239999999998</c:v>
                </c:pt>
                <c:pt idx="4212">
                  <c:v>37.246566999999999</c:v>
                </c:pt>
                <c:pt idx="4213">
                  <c:v>37.178916999999998</c:v>
                </c:pt>
                <c:pt idx="4214">
                  <c:v>37.111206000000003</c:v>
                </c:pt>
                <c:pt idx="4215">
                  <c:v>37.043343</c:v>
                </c:pt>
                <c:pt idx="4216">
                  <c:v>36.975372</c:v>
                </c:pt>
                <c:pt idx="4217">
                  <c:v>36.907352000000003</c:v>
                </c:pt>
                <c:pt idx="4218">
                  <c:v>36.839336000000003</c:v>
                </c:pt>
                <c:pt idx="4219">
                  <c:v>36.771408000000001</c:v>
                </c:pt>
                <c:pt idx="4220">
                  <c:v>36.703586999999999</c:v>
                </c:pt>
                <c:pt idx="4221">
                  <c:v>36.635886999999997</c:v>
                </c:pt>
                <c:pt idx="4222">
                  <c:v>36.568252999999999</c:v>
                </c:pt>
                <c:pt idx="4223">
                  <c:v>36.500613999999999</c:v>
                </c:pt>
                <c:pt idx="4224">
                  <c:v>36.432868999999997</c:v>
                </c:pt>
                <c:pt idx="4225">
                  <c:v>36.364970999999997</c:v>
                </c:pt>
                <c:pt idx="4226">
                  <c:v>36.296959000000001</c:v>
                </c:pt>
                <c:pt idx="4227">
                  <c:v>36.228886000000003</c:v>
                </c:pt>
                <c:pt idx="4228">
                  <c:v>36.160820000000001</c:v>
                </c:pt>
                <c:pt idx="4229">
                  <c:v>36.092838</c:v>
                </c:pt>
                <c:pt idx="4230">
                  <c:v>36.024929</c:v>
                </c:pt>
                <c:pt idx="4231">
                  <c:v>35.957127</c:v>
                </c:pt>
                <c:pt idx="4232">
                  <c:v>35.889384999999997</c:v>
                </c:pt>
                <c:pt idx="4233">
                  <c:v>35.821674000000002</c:v>
                </c:pt>
                <c:pt idx="4234">
                  <c:v>35.753922000000003</c:v>
                </c:pt>
                <c:pt idx="4235">
                  <c:v>35.686042999999998</c:v>
                </c:pt>
                <c:pt idx="4236">
                  <c:v>35.618046</c:v>
                </c:pt>
                <c:pt idx="4237">
                  <c:v>35.550013999999997</c:v>
                </c:pt>
                <c:pt idx="4238">
                  <c:v>35.481971999999999</c:v>
                </c:pt>
                <c:pt idx="4239">
                  <c:v>35.414031999999999</c:v>
                </c:pt>
                <c:pt idx="4240">
                  <c:v>35.346179999999997</c:v>
                </c:pt>
                <c:pt idx="4241">
                  <c:v>35.278416</c:v>
                </c:pt>
                <c:pt idx="4242">
                  <c:v>35.210709000000001</c:v>
                </c:pt>
                <c:pt idx="4243">
                  <c:v>35.142966999999999</c:v>
                </c:pt>
                <c:pt idx="4244">
                  <c:v>35.075133999999998</c:v>
                </c:pt>
                <c:pt idx="4245">
                  <c:v>35.007182999999998</c:v>
                </c:pt>
                <c:pt idx="4246">
                  <c:v>34.939129000000001</c:v>
                </c:pt>
                <c:pt idx="4247">
                  <c:v>34.871006000000001</c:v>
                </c:pt>
                <c:pt idx="4248">
                  <c:v>34.802937</c:v>
                </c:pt>
                <c:pt idx="4249">
                  <c:v>34.734951000000002</c:v>
                </c:pt>
                <c:pt idx="4250">
                  <c:v>34.667057</c:v>
                </c:pt>
                <c:pt idx="4251">
                  <c:v>34.599251000000002</c:v>
                </c:pt>
                <c:pt idx="4252">
                  <c:v>34.531509</c:v>
                </c:pt>
                <c:pt idx="4253">
                  <c:v>34.463745000000003</c:v>
                </c:pt>
                <c:pt idx="4254">
                  <c:v>34.395904999999999</c:v>
                </c:pt>
                <c:pt idx="4255">
                  <c:v>34.327919000000001</c:v>
                </c:pt>
                <c:pt idx="4256">
                  <c:v>34.259841999999999</c:v>
                </c:pt>
                <c:pt idx="4257">
                  <c:v>34.191723000000003</c:v>
                </c:pt>
                <c:pt idx="4258">
                  <c:v>34.123631000000003</c:v>
                </c:pt>
                <c:pt idx="4259">
                  <c:v>34.055613999999998</c:v>
                </c:pt>
                <c:pt idx="4260">
                  <c:v>33.987709000000002</c:v>
                </c:pt>
                <c:pt idx="4261">
                  <c:v>33.919894999999997</c:v>
                </c:pt>
                <c:pt idx="4262">
                  <c:v>33.852150000000002</c:v>
                </c:pt>
                <c:pt idx="4263">
                  <c:v>33.784396999999998</c:v>
                </c:pt>
                <c:pt idx="4264">
                  <c:v>33.716529999999999</c:v>
                </c:pt>
                <c:pt idx="4265">
                  <c:v>33.648499000000001</c:v>
                </c:pt>
                <c:pt idx="4266">
                  <c:v>33.580368</c:v>
                </c:pt>
                <c:pt idx="4267">
                  <c:v>33.512217999999997</c:v>
                </c:pt>
                <c:pt idx="4268">
                  <c:v>33.444083999999997</c:v>
                </c:pt>
                <c:pt idx="4269">
                  <c:v>33.376033999999997</c:v>
                </c:pt>
                <c:pt idx="4270">
                  <c:v>33.308083000000003</c:v>
                </c:pt>
                <c:pt idx="4271">
                  <c:v>33.240234000000001</c:v>
                </c:pt>
                <c:pt idx="4272">
                  <c:v>33.172462000000003</c:v>
                </c:pt>
                <c:pt idx="4273">
                  <c:v>33.104694000000002</c:v>
                </c:pt>
                <c:pt idx="4274">
                  <c:v>33.036830999999999</c:v>
                </c:pt>
                <c:pt idx="4275">
                  <c:v>32.968857</c:v>
                </c:pt>
                <c:pt idx="4276">
                  <c:v>32.900795000000002</c:v>
                </c:pt>
                <c:pt idx="4277">
                  <c:v>32.832706000000002</c:v>
                </c:pt>
                <c:pt idx="4278">
                  <c:v>32.764637</c:v>
                </c:pt>
                <c:pt idx="4279">
                  <c:v>32.696648000000003</c:v>
                </c:pt>
                <c:pt idx="4280">
                  <c:v>32.628830000000001</c:v>
                </c:pt>
                <c:pt idx="4281">
                  <c:v>32.561225999999998</c:v>
                </c:pt>
                <c:pt idx="4282">
                  <c:v>32.493996000000003</c:v>
                </c:pt>
                <c:pt idx="4283">
                  <c:v>32.427318999999997</c:v>
                </c:pt>
                <c:pt idx="4284">
                  <c:v>32.361342999999998</c:v>
                </c:pt>
                <c:pt idx="4285">
                  <c:v>32.296497000000002</c:v>
                </c:pt>
                <c:pt idx="4286">
                  <c:v>32.233108999999999</c:v>
                </c:pt>
                <c:pt idx="4287">
                  <c:v>32.170848999999997</c:v>
                </c:pt>
                <c:pt idx="4288">
                  <c:v>32.109366999999999</c:v>
                </c:pt>
                <c:pt idx="4289">
                  <c:v>32.048282999999998</c:v>
                </c:pt>
                <c:pt idx="4290">
                  <c:v>31.987293000000001</c:v>
                </c:pt>
                <c:pt idx="4291">
                  <c:v>31.926485</c:v>
                </c:pt>
                <c:pt idx="4292">
                  <c:v>31.865662</c:v>
                </c:pt>
                <c:pt idx="4293">
                  <c:v>31.804955</c:v>
                </c:pt>
                <c:pt idx="4294">
                  <c:v>31.745691000000001</c:v>
                </c:pt>
                <c:pt idx="4295">
                  <c:v>31.688725000000002</c:v>
                </c:pt>
                <c:pt idx="4296">
                  <c:v>31.636126999999998</c:v>
                </c:pt>
                <c:pt idx="4297">
                  <c:v>31.589064</c:v>
                </c:pt>
                <c:pt idx="4298">
                  <c:v>31.548615999999999</c:v>
                </c:pt>
                <c:pt idx="4299">
                  <c:v>31.513451</c:v>
                </c:pt>
                <c:pt idx="4300">
                  <c:v>31.481788999999999</c:v>
                </c:pt>
                <c:pt idx="4301">
                  <c:v>31.453644000000001</c:v>
                </c:pt>
                <c:pt idx="4302">
                  <c:v>31.428896000000002</c:v>
                </c:pt>
                <c:pt idx="4303">
                  <c:v>31.407160000000001</c:v>
                </c:pt>
                <c:pt idx="4304">
                  <c:v>31.387771999999998</c:v>
                </c:pt>
                <c:pt idx="4305">
                  <c:v>31.370283000000001</c:v>
                </c:pt>
                <c:pt idx="4306">
                  <c:v>31.354084</c:v>
                </c:pt>
                <c:pt idx="4307">
                  <c:v>31.338795000000001</c:v>
                </c:pt>
                <c:pt idx="4308">
                  <c:v>31.323419999999999</c:v>
                </c:pt>
                <c:pt idx="4309">
                  <c:v>31.306850000000001</c:v>
                </c:pt>
                <c:pt idx="4310">
                  <c:v>31.288184999999999</c:v>
                </c:pt>
                <c:pt idx="4311">
                  <c:v>31.267479000000002</c:v>
                </c:pt>
                <c:pt idx="4312">
                  <c:v>31.244292999999999</c:v>
                </c:pt>
                <c:pt idx="4313">
                  <c:v>31.218847</c:v>
                </c:pt>
                <c:pt idx="4314">
                  <c:v>31.191673000000002</c:v>
                </c:pt>
                <c:pt idx="4315">
                  <c:v>31.163882999999998</c:v>
                </c:pt>
                <c:pt idx="4316">
                  <c:v>31.136918999999999</c:v>
                </c:pt>
                <c:pt idx="4317">
                  <c:v>31.111519000000001</c:v>
                </c:pt>
                <c:pt idx="4318">
                  <c:v>31.088077999999999</c:v>
                </c:pt>
                <c:pt idx="4319">
                  <c:v>31.066313000000001</c:v>
                </c:pt>
                <c:pt idx="4320">
                  <c:v>31.045504000000001</c:v>
                </c:pt>
                <c:pt idx="4321">
                  <c:v>31.024640999999999</c:v>
                </c:pt>
                <c:pt idx="4322">
                  <c:v>31.002918000000001</c:v>
                </c:pt>
                <c:pt idx="4323">
                  <c:v>30.980046999999999</c:v>
                </c:pt>
                <c:pt idx="4324">
                  <c:v>30.956520000000001</c:v>
                </c:pt>
                <c:pt idx="4325">
                  <c:v>30.932960999999999</c:v>
                </c:pt>
                <c:pt idx="4326">
                  <c:v>30.910404</c:v>
                </c:pt>
                <c:pt idx="4327">
                  <c:v>30.889403999999999</c:v>
                </c:pt>
                <c:pt idx="4328">
                  <c:v>30.869866999999999</c:v>
                </c:pt>
                <c:pt idx="4329">
                  <c:v>30.851050999999998</c:v>
                </c:pt>
                <c:pt idx="4330">
                  <c:v>30.832056000000001</c:v>
                </c:pt>
                <c:pt idx="4331">
                  <c:v>30.811973999999999</c:v>
                </c:pt>
                <c:pt idx="4332">
                  <c:v>30.790396000000001</c:v>
                </c:pt>
                <c:pt idx="4333">
                  <c:v>30.767548000000001</c:v>
                </c:pt>
                <c:pt idx="4334">
                  <c:v>30.744116000000002</c:v>
                </c:pt>
                <c:pt idx="4335">
                  <c:v>30.721150999999999</c:v>
                </c:pt>
                <c:pt idx="4336">
                  <c:v>30.699470999999999</c:v>
                </c:pt>
                <c:pt idx="4337">
                  <c:v>30.679527</c:v>
                </c:pt>
                <c:pt idx="4338">
                  <c:v>30.661840000000002</c:v>
                </c:pt>
                <c:pt idx="4339">
                  <c:v>30.646284000000001</c:v>
                </c:pt>
                <c:pt idx="4340">
                  <c:v>30.632093000000001</c:v>
                </c:pt>
                <c:pt idx="4341">
                  <c:v>30.617920000000002</c:v>
                </c:pt>
                <c:pt idx="4342">
                  <c:v>30.602872999999999</c:v>
                </c:pt>
                <c:pt idx="4343">
                  <c:v>30.586836000000002</c:v>
                </c:pt>
                <c:pt idx="4344">
                  <c:v>30.570305000000001</c:v>
                </c:pt>
                <c:pt idx="4345">
                  <c:v>30.554237000000001</c:v>
                </c:pt>
                <c:pt idx="4346">
                  <c:v>30.539114000000001</c:v>
                </c:pt>
                <c:pt idx="4347">
                  <c:v>30.525133</c:v>
                </c:pt>
                <c:pt idx="4348">
                  <c:v>30.511744</c:v>
                </c:pt>
                <c:pt idx="4349">
                  <c:v>30.498228000000001</c:v>
                </c:pt>
                <c:pt idx="4350">
                  <c:v>30.483609999999999</c:v>
                </c:pt>
                <c:pt idx="4351">
                  <c:v>30.467338999999999</c:v>
                </c:pt>
                <c:pt idx="4352">
                  <c:v>30.449494999999999</c:v>
                </c:pt>
                <c:pt idx="4353">
                  <c:v>30.430745999999999</c:v>
                </c:pt>
                <c:pt idx="4354">
                  <c:v>30.412116999999999</c:v>
                </c:pt>
                <c:pt idx="4355">
                  <c:v>30.394359999999999</c:v>
                </c:pt>
                <c:pt idx="4356">
                  <c:v>30.378418</c:v>
                </c:pt>
                <c:pt idx="4357">
                  <c:v>30.364462</c:v>
                </c:pt>
                <c:pt idx="4358">
                  <c:v>30.352585000000001</c:v>
                </c:pt>
                <c:pt idx="4359">
                  <c:v>30.342188</c:v>
                </c:pt>
                <c:pt idx="4360">
                  <c:v>30.332868999999999</c:v>
                </c:pt>
                <c:pt idx="4361">
                  <c:v>30.324265</c:v>
                </c:pt>
                <c:pt idx="4362">
                  <c:v>30.315842</c:v>
                </c:pt>
                <c:pt idx="4363">
                  <c:v>30.307220000000001</c:v>
                </c:pt>
                <c:pt idx="4364">
                  <c:v>30.298508000000002</c:v>
                </c:pt>
                <c:pt idx="4365">
                  <c:v>30.289915000000001</c:v>
                </c:pt>
                <c:pt idx="4366">
                  <c:v>30.281735999999999</c:v>
                </c:pt>
                <c:pt idx="4367">
                  <c:v>30.274211999999999</c:v>
                </c:pt>
                <c:pt idx="4368">
                  <c:v>30.267284</c:v>
                </c:pt>
                <c:pt idx="4369">
                  <c:v>30.260538</c:v>
                </c:pt>
                <c:pt idx="4370">
                  <c:v>30.253537999999999</c:v>
                </c:pt>
                <c:pt idx="4371">
                  <c:v>30.245695000000001</c:v>
                </c:pt>
                <c:pt idx="4372">
                  <c:v>30.236941999999999</c:v>
                </c:pt>
                <c:pt idx="4373">
                  <c:v>30.227323999999999</c:v>
                </c:pt>
                <c:pt idx="4374">
                  <c:v>30.21726</c:v>
                </c:pt>
                <c:pt idx="4375">
                  <c:v>30.207481000000001</c:v>
                </c:pt>
                <c:pt idx="4376">
                  <c:v>30.198295999999999</c:v>
                </c:pt>
                <c:pt idx="4377">
                  <c:v>30.190016</c:v>
                </c:pt>
                <c:pt idx="4378">
                  <c:v>30.182693</c:v>
                </c:pt>
                <c:pt idx="4379">
                  <c:v>30.176089999999999</c:v>
                </c:pt>
                <c:pt idx="4380">
                  <c:v>30.169888</c:v>
                </c:pt>
                <c:pt idx="4381">
                  <c:v>30.163665999999999</c:v>
                </c:pt>
                <c:pt idx="4382">
                  <c:v>30.157187</c:v>
                </c:pt>
                <c:pt idx="4383">
                  <c:v>30.150106000000001</c:v>
                </c:pt>
                <c:pt idx="4384">
                  <c:v>30.142595</c:v>
                </c:pt>
                <c:pt idx="4385">
                  <c:v>30.135124000000001</c:v>
                </c:pt>
                <c:pt idx="4386">
                  <c:v>30.128197</c:v>
                </c:pt>
                <c:pt idx="4387">
                  <c:v>30.121970999999998</c:v>
                </c:pt>
                <c:pt idx="4388">
                  <c:v>30.116479999999999</c:v>
                </c:pt>
                <c:pt idx="4389">
                  <c:v>30.11158</c:v>
                </c:pt>
                <c:pt idx="4390">
                  <c:v>30.107042</c:v>
                </c:pt>
                <c:pt idx="4391">
                  <c:v>30.102505000000001</c:v>
                </c:pt>
                <c:pt idx="4392">
                  <c:v>30.097695999999999</c:v>
                </c:pt>
                <c:pt idx="4393">
                  <c:v>30.092468</c:v>
                </c:pt>
                <c:pt idx="4394">
                  <c:v>30.086983</c:v>
                </c:pt>
                <c:pt idx="4395">
                  <c:v>30.081465000000001</c:v>
                </c:pt>
                <c:pt idx="4396">
                  <c:v>30.076229000000001</c:v>
                </c:pt>
                <c:pt idx="4397">
                  <c:v>30.071449000000001</c:v>
                </c:pt>
                <c:pt idx="4398">
                  <c:v>30.067350000000001</c:v>
                </c:pt>
                <c:pt idx="4399">
                  <c:v>30.063766000000001</c:v>
                </c:pt>
                <c:pt idx="4400">
                  <c:v>30.060513</c:v>
                </c:pt>
                <c:pt idx="4401">
                  <c:v>30.057217000000001</c:v>
                </c:pt>
                <c:pt idx="4402">
                  <c:v>30.053643999999998</c:v>
                </c:pt>
                <c:pt idx="4403">
                  <c:v>30.049616</c:v>
                </c:pt>
                <c:pt idx="4404">
                  <c:v>30.045162000000001</c:v>
                </c:pt>
                <c:pt idx="4405">
                  <c:v>30.040644</c:v>
                </c:pt>
                <c:pt idx="4406">
                  <c:v>30.036377000000002</c:v>
                </c:pt>
                <c:pt idx="4407">
                  <c:v>30.032679000000002</c:v>
                </c:pt>
                <c:pt idx="4408">
                  <c:v>30.029693999999999</c:v>
                </c:pt>
                <c:pt idx="4409">
                  <c:v>30.026968</c:v>
                </c:pt>
                <c:pt idx="4410">
                  <c:v>30.024650999999999</c:v>
                </c:pt>
                <c:pt idx="4411">
                  <c:v>30.022345999999999</c:v>
                </c:pt>
                <c:pt idx="4412">
                  <c:v>30.01981</c:v>
                </c:pt>
                <c:pt idx="4413">
                  <c:v>30.016795999999999</c:v>
                </c:pt>
                <c:pt idx="4414">
                  <c:v>30.013484999999999</c:v>
                </c:pt>
                <c:pt idx="4415">
                  <c:v>30.010092</c:v>
                </c:pt>
                <c:pt idx="4416">
                  <c:v>30.007086000000001</c:v>
                </c:pt>
                <c:pt idx="4417">
                  <c:v>30.004487999999998</c:v>
                </c:pt>
                <c:pt idx="4418">
                  <c:v>30.002486999999999</c:v>
                </c:pt>
                <c:pt idx="4419">
                  <c:v>30.000858000000001</c:v>
                </c:pt>
                <c:pt idx="4420">
                  <c:v>29.999413000000001</c:v>
                </c:pt>
                <c:pt idx="4421">
                  <c:v>29.998038999999999</c:v>
                </c:pt>
                <c:pt idx="4422">
                  <c:v>29.996475</c:v>
                </c:pt>
                <c:pt idx="4423">
                  <c:v>29.994510999999999</c:v>
                </c:pt>
                <c:pt idx="4424">
                  <c:v>29.9923</c:v>
                </c:pt>
                <c:pt idx="4425">
                  <c:v>29.989951999999999</c:v>
                </c:pt>
                <c:pt idx="4426">
                  <c:v>29.987777999999999</c:v>
                </c:pt>
                <c:pt idx="4427">
                  <c:v>29.986022999999999</c:v>
                </c:pt>
                <c:pt idx="4428">
                  <c:v>29.984832999999998</c:v>
                </c:pt>
                <c:pt idx="4429">
                  <c:v>29.984044999999998</c:v>
                </c:pt>
                <c:pt idx="4430">
                  <c:v>29.983585000000001</c:v>
                </c:pt>
                <c:pt idx="4431">
                  <c:v>29.983248</c:v>
                </c:pt>
                <c:pt idx="4432">
                  <c:v>29.982932999999999</c:v>
                </c:pt>
                <c:pt idx="4433">
                  <c:v>29.982367</c:v>
                </c:pt>
                <c:pt idx="4434">
                  <c:v>29.981562</c:v>
                </c:pt>
                <c:pt idx="4435">
                  <c:v>29.980658999999999</c:v>
                </c:pt>
                <c:pt idx="4436">
                  <c:v>29.979869999999998</c:v>
                </c:pt>
                <c:pt idx="4437">
                  <c:v>29.979341999999999</c:v>
                </c:pt>
                <c:pt idx="4438">
                  <c:v>29.979136</c:v>
                </c:pt>
                <c:pt idx="4439">
                  <c:v>29.979279999999999</c:v>
                </c:pt>
                <c:pt idx="4440">
                  <c:v>29.979652000000002</c:v>
                </c:pt>
                <c:pt idx="4441">
                  <c:v>29.980046999999999</c:v>
                </c:pt>
                <c:pt idx="4442">
                  <c:v>29.980446000000001</c:v>
                </c:pt>
                <c:pt idx="4443">
                  <c:v>29.980656</c:v>
                </c:pt>
                <c:pt idx="4444">
                  <c:v>29.980633000000001</c:v>
                </c:pt>
                <c:pt idx="4445">
                  <c:v>29.980450000000001</c:v>
                </c:pt>
                <c:pt idx="4446">
                  <c:v>29.980291000000001</c:v>
                </c:pt>
                <c:pt idx="4447">
                  <c:v>29.980383</c:v>
                </c:pt>
                <c:pt idx="4448">
                  <c:v>29.980758999999999</c:v>
                </c:pt>
                <c:pt idx="4449">
                  <c:v>29.981421999999998</c:v>
                </c:pt>
                <c:pt idx="4450">
                  <c:v>29.982239</c:v>
                </c:pt>
                <c:pt idx="4451">
                  <c:v>29.983128000000001</c:v>
                </c:pt>
                <c:pt idx="4452">
                  <c:v>29.983829</c:v>
                </c:pt>
                <c:pt idx="4453">
                  <c:v>29.984238000000001</c:v>
                </c:pt>
                <c:pt idx="4454">
                  <c:v>29.984370999999999</c:v>
                </c:pt>
                <c:pt idx="4455">
                  <c:v>29.984337</c:v>
                </c:pt>
                <c:pt idx="4456">
                  <c:v>29.984425000000002</c:v>
                </c:pt>
                <c:pt idx="4457">
                  <c:v>29.984708999999999</c:v>
                </c:pt>
                <c:pt idx="4458">
                  <c:v>29.985347999999998</c:v>
                </c:pt>
                <c:pt idx="4459">
                  <c:v>29.986248</c:v>
                </c:pt>
                <c:pt idx="4460">
                  <c:v>29.987311999999999</c:v>
                </c:pt>
                <c:pt idx="4461">
                  <c:v>29.988350000000001</c:v>
                </c:pt>
                <c:pt idx="4462">
                  <c:v>29.989263999999999</c:v>
                </c:pt>
                <c:pt idx="4463">
                  <c:v>29.989923000000001</c:v>
                </c:pt>
                <c:pt idx="4464">
                  <c:v>29.990355000000001</c:v>
                </c:pt>
                <c:pt idx="4465">
                  <c:v>29.990711000000001</c:v>
                </c:pt>
                <c:pt idx="4466">
                  <c:v>29.991130999999999</c:v>
                </c:pt>
                <c:pt idx="4467">
                  <c:v>29.991841999999998</c:v>
                </c:pt>
                <c:pt idx="4468">
                  <c:v>29.992844000000002</c:v>
                </c:pt>
                <c:pt idx="4469">
                  <c:v>29.994059</c:v>
                </c:pt>
                <c:pt idx="4470">
                  <c:v>29.995373000000001</c:v>
                </c:pt>
                <c:pt idx="4471">
                  <c:v>29.996663999999999</c:v>
                </c:pt>
                <c:pt idx="4472">
                  <c:v>29.997795</c:v>
                </c:pt>
                <c:pt idx="4473">
                  <c:v>29.998667000000001</c:v>
                </c:pt>
                <c:pt idx="4474">
                  <c:v>29.999344000000001</c:v>
                </c:pt>
                <c:pt idx="4475">
                  <c:v>29.999973000000001</c:v>
                </c:pt>
                <c:pt idx="4476">
                  <c:v>30.000751000000001</c:v>
                </c:pt>
                <c:pt idx="4477">
                  <c:v>30.001759</c:v>
                </c:pt>
                <c:pt idx="4478">
                  <c:v>30.003032999999999</c:v>
                </c:pt>
                <c:pt idx="4479">
                  <c:v>30.008261000000001</c:v>
                </c:pt>
                <c:pt idx="4480">
                  <c:v>30.016148000000001</c:v>
                </c:pt>
                <c:pt idx="4481">
                  <c:v>30.018929</c:v>
                </c:pt>
                <c:pt idx="4482">
                  <c:v>30.019613</c:v>
                </c:pt>
                <c:pt idx="4483">
                  <c:v>30.030994</c:v>
                </c:pt>
                <c:pt idx="4484">
                  <c:v>30.060385</c:v>
                </c:pt>
                <c:pt idx="4485">
                  <c:v>30.080134999999999</c:v>
                </c:pt>
                <c:pt idx="4486">
                  <c:v>30.113651000000001</c:v>
                </c:pt>
                <c:pt idx="4487">
                  <c:v>30.151039000000001</c:v>
                </c:pt>
                <c:pt idx="4488">
                  <c:v>30.182272000000001</c:v>
                </c:pt>
                <c:pt idx="4489">
                  <c:v>30.203312</c:v>
                </c:pt>
                <c:pt idx="4490">
                  <c:v>30.222569</c:v>
                </c:pt>
                <c:pt idx="4491">
                  <c:v>30.241918999999999</c:v>
                </c:pt>
                <c:pt idx="4492">
                  <c:v>30.263216</c:v>
                </c:pt>
                <c:pt idx="4493">
                  <c:v>30.285627000000002</c:v>
                </c:pt>
                <c:pt idx="4494">
                  <c:v>30.309052000000001</c:v>
                </c:pt>
                <c:pt idx="4495">
                  <c:v>30.335975999999999</c:v>
                </c:pt>
                <c:pt idx="4496">
                  <c:v>30.361954000000001</c:v>
                </c:pt>
                <c:pt idx="4497">
                  <c:v>30.375312999999998</c:v>
                </c:pt>
                <c:pt idx="4498">
                  <c:v>30.385961999999999</c:v>
                </c:pt>
                <c:pt idx="4499">
                  <c:v>30.397787000000001</c:v>
                </c:pt>
                <c:pt idx="4500">
                  <c:v>30.410032000000001</c:v>
                </c:pt>
                <c:pt idx="4501">
                  <c:v>30.425058</c:v>
                </c:pt>
                <c:pt idx="4502">
                  <c:v>30.438862</c:v>
                </c:pt>
                <c:pt idx="4503">
                  <c:v>30.445087000000001</c:v>
                </c:pt>
                <c:pt idx="4504">
                  <c:v>30.443853000000001</c:v>
                </c:pt>
                <c:pt idx="4505">
                  <c:v>30.444365000000001</c:v>
                </c:pt>
                <c:pt idx="4506">
                  <c:v>30.448093</c:v>
                </c:pt>
                <c:pt idx="4507">
                  <c:v>30.44595</c:v>
                </c:pt>
                <c:pt idx="4508">
                  <c:v>30.438424999999999</c:v>
                </c:pt>
                <c:pt idx="4509">
                  <c:v>30.430524999999999</c:v>
                </c:pt>
                <c:pt idx="4510">
                  <c:v>30.428272</c:v>
                </c:pt>
                <c:pt idx="4511">
                  <c:v>30.424994999999999</c:v>
                </c:pt>
                <c:pt idx="4512">
                  <c:v>30.421620999999998</c:v>
                </c:pt>
                <c:pt idx="4513">
                  <c:v>30.417363999999999</c:v>
                </c:pt>
                <c:pt idx="4514">
                  <c:v>30.416367999999999</c:v>
                </c:pt>
                <c:pt idx="4515">
                  <c:v>30.414793</c:v>
                </c:pt>
                <c:pt idx="4516">
                  <c:v>30.413252</c:v>
                </c:pt>
                <c:pt idx="4517">
                  <c:v>30.412030999999999</c:v>
                </c:pt>
                <c:pt idx="4518">
                  <c:v>30.411556000000001</c:v>
                </c:pt>
                <c:pt idx="4519">
                  <c:v>30.411615000000001</c:v>
                </c:pt>
                <c:pt idx="4520">
                  <c:v>30.412571</c:v>
                </c:pt>
                <c:pt idx="4521">
                  <c:v>30.419968000000001</c:v>
                </c:pt>
                <c:pt idx="4522">
                  <c:v>30.434608000000001</c:v>
                </c:pt>
                <c:pt idx="4523">
                  <c:v>30.446262000000001</c:v>
                </c:pt>
                <c:pt idx="4524">
                  <c:v>30.447535999999999</c:v>
                </c:pt>
                <c:pt idx="4525">
                  <c:v>30.452490000000001</c:v>
                </c:pt>
                <c:pt idx="4526">
                  <c:v>30.458549000000001</c:v>
                </c:pt>
                <c:pt idx="4527">
                  <c:v>30.467037000000001</c:v>
                </c:pt>
                <c:pt idx="4528">
                  <c:v>30.478441</c:v>
                </c:pt>
                <c:pt idx="4529">
                  <c:v>30.493074</c:v>
                </c:pt>
                <c:pt idx="4530">
                  <c:v>30.503471000000001</c:v>
                </c:pt>
                <c:pt idx="4531">
                  <c:v>30.512753</c:v>
                </c:pt>
                <c:pt idx="4532">
                  <c:v>30.523951</c:v>
                </c:pt>
                <c:pt idx="4533">
                  <c:v>30.535678999999998</c:v>
                </c:pt>
                <c:pt idx="4534">
                  <c:v>30.544764000000001</c:v>
                </c:pt>
                <c:pt idx="4535">
                  <c:v>30.558813000000001</c:v>
                </c:pt>
                <c:pt idx="4536">
                  <c:v>30.582785000000001</c:v>
                </c:pt>
                <c:pt idx="4537">
                  <c:v>30.609026</c:v>
                </c:pt>
                <c:pt idx="4538">
                  <c:v>30.635693</c:v>
                </c:pt>
                <c:pt idx="4539">
                  <c:v>30.666004000000001</c:v>
                </c:pt>
                <c:pt idx="4540">
                  <c:v>30.700182000000002</c:v>
                </c:pt>
                <c:pt idx="4541">
                  <c:v>30.740175000000001</c:v>
                </c:pt>
                <c:pt idx="4542">
                  <c:v>30.780766</c:v>
                </c:pt>
                <c:pt idx="4543">
                  <c:v>30.819006000000002</c:v>
                </c:pt>
                <c:pt idx="4544">
                  <c:v>30.852266</c:v>
                </c:pt>
                <c:pt idx="4545">
                  <c:v>30.882021000000002</c:v>
                </c:pt>
                <c:pt idx="4546">
                  <c:v>30.908424</c:v>
                </c:pt>
                <c:pt idx="4547">
                  <c:v>30.934070999999999</c:v>
                </c:pt>
                <c:pt idx="4548">
                  <c:v>30.958196999999998</c:v>
                </c:pt>
                <c:pt idx="4549">
                  <c:v>30.980091000000002</c:v>
                </c:pt>
                <c:pt idx="4550">
                  <c:v>30.999846000000002</c:v>
                </c:pt>
                <c:pt idx="4551">
                  <c:v>31.018388999999999</c:v>
                </c:pt>
                <c:pt idx="4552">
                  <c:v>31.036771999999999</c:v>
                </c:pt>
                <c:pt idx="4553">
                  <c:v>31.057327000000001</c:v>
                </c:pt>
                <c:pt idx="4554">
                  <c:v>31.083126</c:v>
                </c:pt>
                <c:pt idx="4555">
                  <c:v>31.115179000000001</c:v>
                </c:pt>
                <c:pt idx="4556">
                  <c:v>31.14967</c:v>
                </c:pt>
                <c:pt idx="4557">
                  <c:v>31.187172</c:v>
                </c:pt>
                <c:pt idx="4558">
                  <c:v>31.229939000000002</c:v>
                </c:pt>
                <c:pt idx="4559">
                  <c:v>31.272545000000001</c:v>
                </c:pt>
                <c:pt idx="4560">
                  <c:v>31.312691000000001</c:v>
                </c:pt>
                <c:pt idx="4561">
                  <c:v>31.354315</c:v>
                </c:pt>
                <c:pt idx="4562">
                  <c:v>31.400041999999999</c:v>
                </c:pt>
                <c:pt idx="4563">
                  <c:v>31.445612000000001</c:v>
                </c:pt>
                <c:pt idx="4564">
                  <c:v>31.482455999999999</c:v>
                </c:pt>
                <c:pt idx="4565">
                  <c:v>31.509551999999999</c:v>
                </c:pt>
                <c:pt idx="4566">
                  <c:v>31.533611000000001</c:v>
                </c:pt>
                <c:pt idx="4567">
                  <c:v>31.559387000000001</c:v>
                </c:pt>
                <c:pt idx="4568">
                  <c:v>31.588888000000001</c:v>
                </c:pt>
                <c:pt idx="4569">
                  <c:v>31.620846</c:v>
                </c:pt>
                <c:pt idx="4570">
                  <c:v>31.653437</c:v>
                </c:pt>
                <c:pt idx="4571">
                  <c:v>31.687985999999999</c:v>
                </c:pt>
                <c:pt idx="4572">
                  <c:v>31.726599</c:v>
                </c:pt>
                <c:pt idx="4573">
                  <c:v>31.772337</c:v>
                </c:pt>
                <c:pt idx="4574">
                  <c:v>31.829782000000002</c:v>
                </c:pt>
                <c:pt idx="4575">
                  <c:v>31.893063999999999</c:v>
                </c:pt>
                <c:pt idx="4576">
                  <c:v>31.952497000000001</c:v>
                </c:pt>
                <c:pt idx="4577">
                  <c:v>32.005809999999997</c:v>
                </c:pt>
                <c:pt idx="4578">
                  <c:v>32.051940999999999</c:v>
                </c:pt>
                <c:pt idx="4579">
                  <c:v>32.094963</c:v>
                </c:pt>
                <c:pt idx="4580">
                  <c:v>32.139034000000002</c:v>
                </c:pt>
                <c:pt idx="4581">
                  <c:v>32.179985000000002</c:v>
                </c:pt>
                <c:pt idx="4582">
                  <c:v>32.212769000000002</c:v>
                </c:pt>
                <c:pt idx="4583">
                  <c:v>32.241619</c:v>
                </c:pt>
                <c:pt idx="4584">
                  <c:v>32.269398000000002</c:v>
                </c:pt>
                <c:pt idx="4585">
                  <c:v>32.294125000000001</c:v>
                </c:pt>
                <c:pt idx="4586">
                  <c:v>32.313873000000001</c:v>
                </c:pt>
                <c:pt idx="4587">
                  <c:v>32.332366999999998</c:v>
                </c:pt>
                <c:pt idx="4588">
                  <c:v>32.354278999999998</c:v>
                </c:pt>
                <c:pt idx="4589">
                  <c:v>32.379508999999999</c:v>
                </c:pt>
                <c:pt idx="4590">
                  <c:v>32.402588000000002</c:v>
                </c:pt>
                <c:pt idx="4591">
                  <c:v>32.419204999999998</c:v>
                </c:pt>
                <c:pt idx="4592">
                  <c:v>32.431263000000001</c:v>
                </c:pt>
                <c:pt idx="4593">
                  <c:v>32.446213</c:v>
                </c:pt>
                <c:pt idx="4594">
                  <c:v>32.465294</c:v>
                </c:pt>
                <c:pt idx="4595">
                  <c:v>32.486027</c:v>
                </c:pt>
                <c:pt idx="4596">
                  <c:v>32.509475999999999</c:v>
                </c:pt>
                <c:pt idx="4597">
                  <c:v>32.538485999999999</c:v>
                </c:pt>
                <c:pt idx="4598">
                  <c:v>32.568297999999999</c:v>
                </c:pt>
                <c:pt idx="4599">
                  <c:v>32.594849000000004</c:v>
                </c:pt>
                <c:pt idx="4600">
                  <c:v>32.619106000000002</c:v>
                </c:pt>
                <c:pt idx="4601">
                  <c:v>32.645977000000002</c:v>
                </c:pt>
                <c:pt idx="4602">
                  <c:v>32.678412999999999</c:v>
                </c:pt>
                <c:pt idx="4603">
                  <c:v>32.715595</c:v>
                </c:pt>
                <c:pt idx="4604">
                  <c:v>32.753051999999997</c:v>
                </c:pt>
                <c:pt idx="4605">
                  <c:v>32.791710000000002</c:v>
                </c:pt>
                <c:pt idx="4606">
                  <c:v>32.833019</c:v>
                </c:pt>
                <c:pt idx="4607">
                  <c:v>32.880187999999997</c:v>
                </c:pt>
                <c:pt idx="4608">
                  <c:v>32.936419999999998</c:v>
                </c:pt>
                <c:pt idx="4609">
                  <c:v>33.006171999999999</c:v>
                </c:pt>
                <c:pt idx="4610">
                  <c:v>33.090904000000002</c:v>
                </c:pt>
                <c:pt idx="4611">
                  <c:v>33.181393</c:v>
                </c:pt>
                <c:pt idx="4612">
                  <c:v>33.280735</c:v>
                </c:pt>
                <c:pt idx="4613">
                  <c:v>33.374305999999997</c:v>
                </c:pt>
                <c:pt idx="4614">
                  <c:v>33.452198000000003</c:v>
                </c:pt>
                <c:pt idx="4615">
                  <c:v>33.524116999999997</c:v>
                </c:pt>
                <c:pt idx="4616">
                  <c:v>33.598080000000003</c:v>
                </c:pt>
                <c:pt idx="4617">
                  <c:v>33.676281000000003</c:v>
                </c:pt>
                <c:pt idx="4618">
                  <c:v>33.749302</c:v>
                </c:pt>
                <c:pt idx="4619">
                  <c:v>33.817799000000001</c:v>
                </c:pt>
                <c:pt idx="4620">
                  <c:v>33.902102999999997</c:v>
                </c:pt>
                <c:pt idx="4621">
                  <c:v>34.012141999999997</c:v>
                </c:pt>
                <c:pt idx="4622">
                  <c:v>34.133450000000003</c:v>
                </c:pt>
                <c:pt idx="4623">
                  <c:v>34.263190999999999</c:v>
                </c:pt>
                <c:pt idx="4624">
                  <c:v>34.393859999999997</c:v>
                </c:pt>
                <c:pt idx="4625">
                  <c:v>34.523560000000003</c:v>
                </c:pt>
                <c:pt idx="4626">
                  <c:v>34.650959</c:v>
                </c:pt>
                <c:pt idx="4627">
                  <c:v>34.777343999999999</c:v>
                </c:pt>
                <c:pt idx="4628">
                  <c:v>34.905197000000001</c:v>
                </c:pt>
                <c:pt idx="4629">
                  <c:v>35.033985000000001</c:v>
                </c:pt>
                <c:pt idx="4630">
                  <c:v>35.161648</c:v>
                </c:pt>
                <c:pt idx="4631">
                  <c:v>35.287860999999999</c:v>
                </c:pt>
                <c:pt idx="4632">
                  <c:v>35.410839000000003</c:v>
                </c:pt>
                <c:pt idx="4633">
                  <c:v>35.526992999999997</c:v>
                </c:pt>
                <c:pt idx="4634">
                  <c:v>35.641269999999999</c:v>
                </c:pt>
                <c:pt idx="4635">
                  <c:v>35.756599000000001</c:v>
                </c:pt>
                <c:pt idx="4636">
                  <c:v>35.865200000000002</c:v>
                </c:pt>
                <c:pt idx="4637">
                  <c:v>35.962311</c:v>
                </c:pt>
                <c:pt idx="4638">
                  <c:v>36.063437999999998</c:v>
                </c:pt>
                <c:pt idx="4639">
                  <c:v>36.169876000000002</c:v>
                </c:pt>
                <c:pt idx="4640">
                  <c:v>36.287616999999997</c:v>
                </c:pt>
                <c:pt idx="4641">
                  <c:v>36.406418000000002</c:v>
                </c:pt>
                <c:pt idx="4642">
                  <c:v>36.506374000000001</c:v>
                </c:pt>
                <c:pt idx="4643">
                  <c:v>36.585720000000002</c:v>
                </c:pt>
                <c:pt idx="4644">
                  <c:v>36.643250000000002</c:v>
                </c:pt>
                <c:pt idx="4645">
                  <c:v>36.686965999999998</c:v>
                </c:pt>
                <c:pt idx="4646">
                  <c:v>36.731926000000001</c:v>
                </c:pt>
                <c:pt idx="4647">
                  <c:v>36.779221</c:v>
                </c:pt>
                <c:pt idx="4648">
                  <c:v>36.824238000000001</c:v>
                </c:pt>
                <c:pt idx="4649">
                  <c:v>36.867396999999997</c:v>
                </c:pt>
                <c:pt idx="4650">
                  <c:v>36.91037</c:v>
                </c:pt>
                <c:pt idx="4651">
                  <c:v>36.953747</c:v>
                </c:pt>
                <c:pt idx="4652">
                  <c:v>36.997326000000001</c:v>
                </c:pt>
                <c:pt idx="4653">
                  <c:v>37.042591000000002</c:v>
                </c:pt>
                <c:pt idx="4654">
                  <c:v>37.093601</c:v>
                </c:pt>
                <c:pt idx="4655">
                  <c:v>37.151542999999997</c:v>
                </c:pt>
                <c:pt idx="4656">
                  <c:v>37.204757999999998</c:v>
                </c:pt>
                <c:pt idx="4657">
                  <c:v>37.250892999999998</c:v>
                </c:pt>
                <c:pt idx="4658">
                  <c:v>37.294333999999999</c:v>
                </c:pt>
                <c:pt idx="4659">
                  <c:v>37.337780000000002</c:v>
                </c:pt>
                <c:pt idx="4660">
                  <c:v>37.380347999999998</c:v>
                </c:pt>
                <c:pt idx="4661">
                  <c:v>37.421768</c:v>
                </c:pt>
                <c:pt idx="4662">
                  <c:v>37.462463</c:v>
                </c:pt>
                <c:pt idx="4663">
                  <c:v>37.502704999999999</c:v>
                </c:pt>
                <c:pt idx="4664">
                  <c:v>37.543067999999998</c:v>
                </c:pt>
                <c:pt idx="4665">
                  <c:v>37.582473999999998</c:v>
                </c:pt>
                <c:pt idx="4666">
                  <c:v>37.620922</c:v>
                </c:pt>
                <c:pt idx="4667">
                  <c:v>37.659064999999998</c:v>
                </c:pt>
                <c:pt idx="4668">
                  <c:v>37.696807999999997</c:v>
                </c:pt>
                <c:pt idx="4669">
                  <c:v>37.739147000000003</c:v>
                </c:pt>
                <c:pt idx="4670">
                  <c:v>37.783836000000001</c:v>
                </c:pt>
                <c:pt idx="4671">
                  <c:v>37.821323</c:v>
                </c:pt>
                <c:pt idx="4672">
                  <c:v>37.852862999999999</c:v>
                </c:pt>
                <c:pt idx="4673">
                  <c:v>37.883682</c:v>
                </c:pt>
                <c:pt idx="4674">
                  <c:v>37.917316</c:v>
                </c:pt>
                <c:pt idx="4675">
                  <c:v>37.953845999999999</c:v>
                </c:pt>
                <c:pt idx="4676">
                  <c:v>37.997931999999999</c:v>
                </c:pt>
                <c:pt idx="4677">
                  <c:v>38.047652999999997</c:v>
                </c:pt>
                <c:pt idx="4678">
                  <c:v>38.094700000000003</c:v>
                </c:pt>
                <c:pt idx="4679">
                  <c:v>38.138950000000001</c:v>
                </c:pt>
                <c:pt idx="4680">
                  <c:v>38.189574999999998</c:v>
                </c:pt>
                <c:pt idx="4681">
                  <c:v>38.253590000000003</c:v>
                </c:pt>
                <c:pt idx="4682">
                  <c:v>38.328738999999999</c:v>
                </c:pt>
                <c:pt idx="4683">
                  <c:v>38.417499999999997</c:v>
                </c:pt>
                <c:pt idx="4684">
                  <c:v>38.536296999999998</c:v>
                </c:pt>
                <c:pt idx="4685">
                  <c:v>38.676291999999997</c:v>
                </c:pt>
                <c:pt idx="4686">
                  <c:v>38.818565</c:v>
                </c:pt>
                <c:pt idx="4687">
                  <c:v>38.956370999999997</c:v>
                </c:pt>
                <c:pt idx="4688">
                  <c:v>39.094237999999997</c:v>
                </c:pt>
                <c:pt idx="4689">
                  <c:v>39.219147</c:v>
                </c:pt>
                <c:pt idx="4690">
                  <c:v>39.333595000000003</c:v>
                </c:pt>
                <c:pt idx="4691">
                  <c:v>39.447524999999999</c:v>
                </c:pt>
                <c:pt idx="4692">
                  <c:v>39.563006999999999</c:v>
                </c:pt>
                <c:pt idx="4693">
                  <c:v>39.678184999999999</c:v>
                </c:pt>
                <c:pt idx="4694">
                  <c:v>39.796207000000003</c:v>
                </c:pt>
                <c:pt idx="4695">
                  <c:v>39.912368999999998</c:v>
                </c:pt>
                <c:pt idx="4696">
                  <c:v>40.026404999999997</c:v>
                </c:pt>
                <c:pt idx="4697">
                  <c:v>40.138168</c:v>
                </c:pt>
                <c:pt idx="4698">
                  <c:v>40.252670000000002</c:v>
                </c:pt>
                <c:pt idx="4699">
                  <c:v>40.373916999999999</c:v>
                </c:pt>
                <c:pt idx="4700">
                  <c:v>40.498421</c:v>
                </c:pt>
                <c:pt idx="4701">
                  <c:v>40.622196000000002</c:v>
                </c:pt>
                <c:pt idx="4702">
                  <c:v>40.743664000000003</c:v>
                </c:pt>
                <c:pt idx="4703">
                  <c:v>40.867764000000001</c:v>
                </c:pt>
                <c:pt idx="4704">
                  <c:v>40.982787999999999</c:v>
                </c:pt>
                <c:pt idx="4705">
                  <c:v>41.083011999999997</c:v>
                </c:pt>
                <c:pt idx="4706">
                  <c:v>41.164444000000003</c:v>
                </c:pt>
                <c:pt idx="4707">
                  <c:v>41.226379000000001</c:v>
                </c:pt>
                <c:pt idx="4708">
                  <c:v>41.276184000000001</c:v>
                </c:pt>
                <c:pt idx="4709">
                  <c:v>41.313679</c:v>
                </c:pt>
                <c:pt idx="4710">
                  <c:v>41.346232999999998</c:v>
                </c:pt>
                <c:pt idx="4711">
                  <c:v>41.380946999999999</c:v>
                </c:pt>
                <c:pt idx="4712">
                  <c:v>41.419742999999997</c:v>
                </c:pt>
                <c:pt idx="4713">
                  <c:v>41.453999000000003</c:v>
                </c:pt>
                <c:pt idx="4714">
                  <c:v>41.484763999999998</c:v>
                </c:pt>
                <c:pt idx="4715">
                  <c:v>41.515003</c:v>
                </c:pt>
                <c:pt idx="4716">
                  <c:v>41.545485999999997</c:v>
                </c:pt>
                <c:pt idx="4717">
                  <c:v>41.576618000000003</c:v>
                </c:pt>
                <c:pt idx="4718">
                  <c:v>41.609637999999997</c:v>
                </c:pt>
                <c:pt idx="4719">
                  <c:v>41.639870000000002</c:v>
                </c:pt>
                <c:pt idx="4720">
                  <c:v>41.667693999999997</c:v>
                </c:pt>
                <c:pt idx="4721">
                  <c:v>41.698985999999998</c:v>
                </c:pt>
                <c:pt idx="4722">
                  <c:v>41.734271999999997</c:v>
                </c:pt>
                <c:pt idx="4723">
                  <c:v>41.771351000000003</c:v>
                </c:pt>
                <c:pt idx="4724">
                  <c:v>41.805489000000001</c:v>
                </c:pt>
                <c:pt idx="4725">
                  <c:v>41.834941999999998</c:v>
                </c:pt>
                <c:pt idx="4726">
                  <c:v>41.864235000000001</c:v>
                </c:pt>
                <c:pt idx="4727">
                  <c:v>41.892871999999997</c:v>
                </c:pt>
                <c:pt idx="4728">
                  <c:v>41.917664000000002</c:v>
                </c:pt>
                <c:pt idx="4729">
                  <c:v>41.940224000000001</c:v>
                </c:pt>
                <c:pt idx="4730">
                  <c:v>41.964283000000002</c:v>
                </c:pt>
                <c:pt idx="4731">
                  <c:v>41.994675000000001</c:v>
                </c:pt>
                <c:pt idx="4732">
                  <c:v>42.033904999999997</c:v>
                </c:pt>
                <c:pt idx="4733">
                  <c:v>42.069381999999997</c:v>
                </c:pt>
                <c:pt idx="4734">
                  <c:v>42.094059000000001</c:v>
                </c:pt>
                <c:pt idx="4735">
                  <c:v>42.117370999999999</c:v>
                </c:pt>
                <c:pt idx="4736">
                  <c:v>42.150252999999999</c:v>
                </c:pt>
                <c:pt idx="4737">
                  <c:v>42.188488</c:v>
                </c:pt>
                <c:pt idx="4738">
                  <c:v>42.224727999999999</c:v>
                </c:pt>
                <c:pt idx="4739">
                  <c:v>42.258175000000001</c:v>
                </c:pt>
                <c:pt idx="4740">
                  <c:v>42.290633999999997</c:v>
                </c:pt>
                <c:pt idx="4741">
                  <c:v>42.322215999999997</c:v>
                </c:pt>
                <c:pt idx="4742">
                  <c:v>42.351978000000003</c:v>
                </c:pt>
                <c:pt idx="4743">
                  <c:v>42.381115000000001</c:v>
                </c:pt>
                <c:pt idx="4744">
                  <c:v>42.412258000000001</c:v>
                </c:pt>
                <c:pt idx="4745">
                  <c:v>42.442664999999998</c:v>
                </c:pt>
                <c:pt idx="4746">
                  <c:v>42.470219</c:v>
                </c:pt>
                <c:pt idx="4747">
                  <c:v>42.496657999999996</c:v>
                </c:pt>
                <c:pt idx="4748">
                  <c:v>42.524920999999999</c:v>
                </c:pt>
                <c:pt idx="4749">
                  <c:v>42.554096000000001</c:v>
                </c:pt>
                <c:pt idx="4750">
                  <c:v>42.584755000000001</c:v>
                </c:pt>
                <c:pt idx="4751">
                  <c:v>42.621906000000003</c:v>
                </c:pt>
                <c:pt idx="4752">
                  <c:v>42.665962</c:v>
                </c:pt>
                <c:pt idx="4753">
                  <c:v>42.716662999999997</c:v>
                </c:pt>
                <c:pt idx="4754">
                  <c:v>42.768158</c:v>
                </c:pt>
                <c:pt idx="4755">
                  <c:v>42.818072999999998</c:v>
                </c:pt>
                <c:pt idx="4756">
                  <c:v>42.870102000000003</c:v>
                </c:pt>
                <c:pt idx="4757">
                  <c:v>42.928489999999996</c:v>
                </c:pt>
                <c:pt idx="4758">
                  <c:v>42.989693000000003</c:v>
                </c:pt>
                <c:pt idx="4759">
                  <c:v>43.045349000000002</c:v>
                </c:pt>
                <c:pt idx="4760">
                  <c:v>43.098488000000003</c:v>
                </c:pt>
                <c:pt idx="4761">
                  <c:v>43.158355999999998</c:v>
                </c:pt>
                <c:pt idx="4762">
                  <c:v>43.224269999999997</c:v>
                </c:pt>
                <c:pt idx="4763">
                  <c:v>43.290923999999997</c:v>
                </c:pt>
                <c:pt idx="4764">
                  <c:v>43.365360000000003</c:v>
                </c:pt>
                <c:pt idx="4765">
                  <c:v>43.456885999999997</c:v>
                </c:pt>
                <c:pt idx="4766">
                  <c:v>43.559249999999999</c:v>
                </c:pt>
                <c:pt idx="4767">
                  <c:v>43.658225999999999</c:v>
                </c:pt>
                <c:pt idx="4768">
                  <c:v>43.763241000000001</c:v>
                </c:pt>
                <c:pt idx="4769">
                  <c:v>43.885581999999999</c:v>
                </c:pt>
                <c:pt idx="4770">
                  <c:v>44.021000000000001</c:v>
                </c:pt>
                <c:pt idx="4771">
                  <c:v>44.156807000000001</c:v>
                </c:pt>
                <c:pt idx="4772">
                  <c:v>44.294777000000003</c:v>
                </c:pt>
                <c:pt idx="4773">
                  <c:v>44.437916000000001</c:v>
                </c:pt>
                <c:pt idx="4774">
                  <c:v>44.588996999999999</c:v>
                </c:pt>
                <c:pt idx="4775">
                  <c:v>44.729885000000003</c:v>
                </c:pt>
                <c:pt idx="4776">
                  <c:v>44.860489000000001</c:v>
                </c:pt>
                <c:pt idx="4777">
                  <c:v>44.989986000000002</c:v>
                </c:pt>
                <c:pt idx="4778">
                  <c:v>45.127459999999999</c:v>
                </c:pt>
                <c:pt idx="4779">
                  <c:v>45.269444</c:v>
                </c:pt>
                <c:pt idx="4780">
                  <c:v>45.403122000000003</c:v>
                </c:pt>
                <c:pt idx="4781">
                  <c:v>45.517288000000001</c:v>
                </c:pt>
                <c:pt idx="4782">
                  <c:v>45.615600999999998</c:v>
                </c:pt>
                <c:pt idx="4783">
                  <c:v>45.696316000000003</c:v>
                </c:pt>
                <c:pt idx="4784">
                  <c:v>45.754936000000001</c:v>
                </c:pt>
                <c:pt idx="4785">
                  <c:v>45.797268000000003</c:v>
                </c:pt>
                <c:pt idx="4786">
                  <c:v>45.825538999999999</c:v>
                </c:pt>
                <c:pt idx="4787">
                  <c:v>45.852341000000003</c:v>
                </c:pt>
                <c:pt idx="4788">
                  <c:v>45.879299000000003</c:v>
                </c:pt>
                <c:pt idx="4789">
                  <c:v>45.905330999999997</c:v>
                </c:pt>
                <c:pt idx="4790">
                  <c:v>45.927062999999997</c:v>
                </c:pt>
                <c:pt idx="4791">
                  <c:v>45.946967999999998</c:v>
                </c:pt>
                <c:pt idx="4792">
                  <c:v>45.968719</c:v>
                </c:pt>
                <c:pt idx="4793">
                  <c:v>45.991467</c:v>
                </c:pt>
                <c:pt idx="4794">
                  <c:v>46.012253000000001</c:v>
                </c:pt>
                <c:pt idx="4795">
                  <c:v>46.029907000000001</c:v>
                </c:pt>
                <c:pt idx="4796">
                  <c:v>46.044860999999997</c:v>
                </c:pt>
                <c:pt idx="4797">
                  <c:v>46.058311000000003</c:v>
                </c:pt>
                <c:pt idx="4798">
                  <c:v>46.069415999999997</c:v>
                </c:pt>
                <c:pt idx="4799">
                  <c:v>46.082943</c:v>
                </c:pt>
                <c:pt idx="4800">
                  <c:v>46.099086999999997</c:v>
                </c:pt>
                <c:pt idx="4801">
                  <c:v>46.113224000000002</c:v>
                </c:pt>
                <c:pt idx="4802">
                  <c:v>46.125565000000002</c:v>
                </c:pt>
                <c:pt idx="4803">
                  <c:v>46.138966000000003</c:v>
                </c:pt>
                <c:pt idx="4804">
                  <c:v>46.153305000000003</c:v>
                </c:pt>
                <c:pt idx="4805">
                  <c:v>46.165390000000002</c:v>
                </c:pt>
                <c:pt idx="4806">
                  <c:v>46.175995</c:v>
                </c:pt>
                <c:pt idx="4807">
                  <c:v>46.187919999999998</c:v>
                </c:pt>
                <c:pt idx="4808">
                  <c:v>46.201214</c:v>
                </c:pt>
                <c:pt idx="4809">
                  <c:v>46.213928000000003</c:v>
                </c:pt>
                <c:pt idx="4810">
                  <c:v>46.222282</c:v>
                </c:pt>
                <c:pt idx="4811">
                  <c:v>46.227825000000003</c:v>
                </c:pt>
                <c:pt idx="4812">
                  <c:v>46.236477000000001</c:v>
                </c:pt>
                <c:pt idx="4813">
                  <c:v>46.248393999999998</c:v>
                </c:pt>
                <c:pt idx="4814">
                  <c:v>46.258609999999997</c:v>
                </c:pt>
                <c:pt idx="4815">
                  <c:v>46.261817999999998</c:v>
                </c:pt>
                <c:pt idx="4816">
                  <c:v>46.257435000000001</c:v>
                </c:pt>
                <c:pt idx="4817">
                  <c:v>46.252434000000001</c:v>
                </c:pt>
                <c:pt idx="4818">
                  <c:v>46.254292</c:v>
                </c:pt>
                <c:pt idx="4819">
                  <c:v>46.264083999999997</c:v>
                </c:pt>
                <c:pt idx="4820">
                  <c:v>46.280620999999996</c:v>
                </c:pt>
                <c:pt idx="4821">
                  <c:v>46.303618999999998</c:v>
                </c:pt>
                <c:pt idx="4822">
                  <c:v>46.323447999999999</c:v>
                </c:pt>
                <c:pt idx="4823">
                  <c:v>46.340561000000001</c:v>
                </c:pt>
                <c:pt idx="4824">
                  <c:v>46.356918</c:v>
                </c:pt>
                <c:pt idx="4825">
                  <c:v>46.378838000000002</c:v>
                </c:pt>
                <c:pt idx="4826">
                  <c:v>46.406112999999998</c:v>
                </c:pt>
                <c:pt idx="4827">
                  <c:v>46.436478000000001</c:v>
                </c:pt>
                <c:pt idx="4828">
                  <c:v>46.469150999999997</c:v>
                </c:pt>
                <c:pt idx="4829">
                  <c:v>46.500571999999998</c:v>
                </c:pt>
                <c:pt idx="4830">
                  <c:v>46.531157999999998</c:v>
                </c:pt>
                <c:pt idx="4831">
                  <c:v>46.566558999999998</c:v>
                </c:pt>
                <c:pt idx="4832">
                  <c:v>46.607413999999999</c:v>
                </c:pt>
                <c:pt idx="4833">
                  <c:v>46.655845999999997</c:v>
                </c:pt>
                <c:pt idx="4834">
                  <c:v>46.725909999999999</c:v>
                </c:pt>
                <c:pt idx="4835">
                  <c:v>46.827213</c:v>
                </c:pt>
                <c:pt idx="4836">
                  <c:v>46.952205999999997</c:v>
                </c:pt>
                <c:pt idx="4837">
                  <c:v>47.087539999999997</c:v>
                </c:pt>
                <c:pt idx="4838">
                  <c:v>47.221642000000003</c:v>
                </c:pt>
                <c:pt idx="4839">
                  <c:v>47.359447000000003</c:v>
                </c:pt>
                <c:pt idx="4840">
                  <c:v>47.488337999999999</c:v>
                </c:pt>
                <c:pt idx="4841">
                  <c:v>47.605232000000001</c:v>
                </c:pt>
                <c:pt idx="4842">
                  <c:v>47.708182999999998</c:v>
                </c:pt>
                <c:pt idx="4843">
                  <c:v>47.789622999999999</c:v>
                </c:pt>
                <c:pt idx="4844">
                  <c:v>47.850189</c:v>
                </c:pt>
                <c:pt idx="4845">
                  <c:v>47.906894999999999</c:v>
                </c:pt>
                <c:pt idx="4846">
                  <c:v>47.971024</c:v>
                </c:pt>
                <c:pt idx="4847">
                  <c:v>48.049399999999999</c:v>
                </c:pt>
                <c:pt idx="4848">
                  <c:v>48.144782999999997</c:v>
                </c:pt>
                <c:pt idx="4849">
                  <c:v>48.254272</c:v>
                </c:pt>
                <c:pt idx="4850">
                  <c:v>48.364345999999998</c:v>
                </c:pt>
                <c:pt idx="4851">
                  <c:v>48.461533000000003</c:v>
                </c:pt>
                <c:pt idx="4852">
                  <c:v>48.553165</c:v>
                </c:pt>
                <c:pt idx="4853">
                  <c:v>48.661586999999997</c:v>
                </c:pt>
                <c:pt idx="4854">
                  <c:v>48.797203000000003</c:v>
                </c:pt>
                <c:pt idx="4855">
                  <c:v>48.949359999999999</c:v>
                </c:pt>
                <c:pt idx="4856">
                  <c:v>49.095779</c:v>
                </c:pt>
                <c:pt idx="4857">
                  <c:v>49.231212999999997</c:v>
                </c:pt>
                <c:pt idx="4858">
                  <c:v>49.347690999999998</c:v>
                </c:pt>
                <c:pt idx="4859">
                  <c:v>49.455753000000001</c:v>
                </c:pt>
                <c:pt idx="4860">
                  <c:v>49.560513</c:v>
                </c:pt>
                <c:pt idx="4861">
                  <c:v>49.660674999999998</c:v>
                </c:pt>
                <c:pt idx="4862">
                  <c:v>49.758437999999998</c:v>
                </c:pt>
                <c:pt idx="4863">
                  <c:v>49.859749000000001</c:v>
                </c:pt>
                <c:pt idx="4864">
                  <c:v>49.972197999999999</c:v>
                </c:pt>
                <c:pt idx="4865">
                  <c:v>50.107036999999998</c:v>
                </c:pt>
                <c:pt idx="4866">
                  <c:v>50.255629999999996</c:v>
                </c:pt>
                <c:pt idx="4867">
                  <c:v>50.392741999999998</c:v>
                </c:pt>
                <c:pt idx="4868">
                  <c:v>50.515366</c:v>
                </c:pt>
                <c:pt idx="4869">
                  <c:v>50.629989999999999</c:v>
                </c:pt>
                <c:pt idx="4870">
                  <c:v>50.748417000000003</c:v>
                </c:pt>
                <c:pt idx="4871">
                  <c:v>50.868949999999998</c:v>
                </c:pt>
                <c:pt idx="4872">
                  <c:v>50.986809000000001</c:v>
                </c:pt>
                <c:pt idx="4873">
                  <c:v>51.087387</c:v>
                </c:pt>
                <c:pt idx="4874">
                  <c:v>51.164738</c:v>
                </c:pt>
                <c:pt idx="4875">
                  <c:v>51.226925000000001</c:v>
                </c:pt>
                <c:pt idx="4876">
                  <c:v>51.293762000000001</c:v>
                </c:pt>
                <c:pt idx="4877">
                  <c:v>51.364311000000001</c:v>
                </c:pt>
                <c:pt idx="4878">
                  <c:v>51.425465000000003</c:v>
                </c:pt>
                <c:pt idx="4879">
                  <c:v>51.474606000000001</c:v>
                </c:pt>
                <c:pt idx="4880">
                  <c:v>51.519649999999999</c:v>
                </c:pt>
                <c:pt idx="4881">
                  <c:v>51.569285999999998</c:v>
                </c:pt>
                <c:pt idx="4882">
                  <c:v>51.625523000000001</c:v>
                </c:pt>
                <c:pt idx="4883">
                  <c:v>51.701529999999998</c:v>
                </c:pt>
                <c:pt idx="4884">
                  <c:v>51.790958000000003</c:v>
                </c:pt>
                <c:pt idx="4885">
                  <c:v>51.873592000000002</c:v>
                </c:pt>
                <c:pt idx="4886">
                  <c:v>51.940331</c:v>
                </c:pt>
                <c:pt idx="4887">
                  <c:v>51.990017000000002</c:v>
                </c:pt>
                <c:pt idx="4888">
                  <c:v>52.032459000000003</c:v>
                </c:pt>
                <c:pt idx="4889">
                  <c:v>52.076236999999999</c:v>
                </c:pt>
                <c:pt idx="4890">
                  <c:v>52.120773</c:v>
                </c:pt>
                <c:pt idx="4891">
                  <c:v>52.159996</c:v>
                </c:pt>
                <c:pt idx="4892">
                  <c:v>52.194344000000001</c:v>
                </c:pt>
                <c:pt idx="4893">
                  <c:v>52.228732999999998</c:v>
                </c:pt>
                <c:pt idx="4894">
                  <c:v>52.269444</c:v>
                </c:pt>
                <c:pt idx="4895">
                  <c:v>52.323086000000004</c:v>
                </c:pt>
                <c:pt idx="4896">
                  <c:v>52.396774000000001</c:v>
                </c:pt>
                <c:pt idx="4897">
                  <c:v>52.487884999999999</c:v>
                </c:pt>
                <c:pt idx="4898">
                  <c:v>52.597191000000002</c:v>
                </c:pt>
                <c:pt idx="4899">
                  <c:v>52.722496</c:v>
                </c:pt>
                <c:pt idx="4900">
                  <c:v>52.852623000000001</c:v>
                </c:pt>
                <c:pt idx="4901">
                  <c:v>52.983100999999998</c:v>
                </c:pt>
                <c:pt idx="4902">
                  <c:v>53.117480999999998</c:v>
                </c:pt>
                <c:pt idx="4903">
                  <c:v>53.248924000000002</c:v>
                </c:pt>
                <c:pt idx="4904">
                  <c:v>53.365639000000002</c:v>
                </c:pt>
                <c:pt idx="4905">
                  <c:v>53.471893000000001</c:v>
                </c:pt>
                <c:pt idx="4906">
                  <c:v>53.571216999999997</c:v>
                </c:pt>
                <c:pt idx="4907">
                  <c:v>53.664200000000001</c:v>
                </c:pt>
                <c:pt idx="4908">
                  <c:v>53.744129000000001</c:v>
                </c:pt>
                <c:pt idx="4909">
                  <c:v>53.811774999999997</c:v>
                </c:pt>
                <c:pt idx="4910">
                  <c:v>53.865443999999997</c:v>
                </c:pt>
                <c:pt idx="4911">
                  <c:v>53.904998999999997</c:v>
                </c:pt>
                <c:pt idx="4912">
                  <c:v>53.929465999999998</c:v>
                </c:pt>
                <c:pt idx="4913">
                  <c:v>53.944671999999997</c:v>
                </c:pt>
                <c:pt idx="4914">
                  <c:v>53.960495000000002</c:v>
                </c:pt>
                <c:pt idx="4915">
                  <c:v>53.981796000000003</c:v>
                </c:pt>
                <c:pt idx="4916">
                  <c:v>54.002369000000002</c:v>
                </c:pt>
                <c:pt idx="4917">
                  <c:v>54.016582</c:v>
                </c:pt>
                <c:pt idx="4918">
                  <c:v>54.026721999999999</c:v>
                </c:pt>
                <c:pt idx="4919">
                  <c:v>54.03783</c:v>
                </c:pt>
                <c:pt idx="4920">
                  <c:v>54.052062999999997</c:v>
                </c:pt>
                <c:pt idx="4921">
                  <c:v>54.068072999999998</c:v>
                </c:pt>
                <c:pt idx="4922">
                  <c:v>54.085326999999999</c:v>
                </c:pt>
                <c:pt idx="4923">
                  <c:v>54.109473999999999</c:v>
                </c:pt>
                <c:pt idx="4924">
                  <c:v>54.135596999999997</c:v>
                </c:pt>
                <c:pt idx="4925">
                  <c:v>54.151375000000002</c:v>
                </c:pt>
                <c:pt idx="4926">
                  <c:v>54.159484999999997</c:v>
                </c:pt>
                <c:pt idx="4927">
                  <c:v>54.165557999999997</c:v>
                </c:pt>
                <c:pt idx="4928">
                  <c:v>54.171188000000001</c:v>
                </c:pt>
                <c:pt idx="4929">
                  <c:v>54.181446000000001</c:v>
                </c:pt>
                <c:pt idx="4930">
                  <c:v>54.198677000000004</c:v>
                </c:pt>
                <c:pt idx="4931">
                  <c:v>54.223202000000001</c:v>
                </c:pt>
                <c:pt idx="4932">
                  <c:v>54.252079000000002</c:v>
                </c:pt>
                <c:pt idx="4933">
                  <c:v>54.277335999999998</c:v>
                </c:pt>
                <c:pt idx="4934">
                  <c:v>54.297935000000003</c:v>
                </c:pt>
                <c:pt idx="4935">
                  <c:v>54.317017</c:v>
                </c:pt>
                <c:pt idx="4936">
                  <c:v>54.337798999999997</c:v>
                </c:pt>
                <c:pt idx="4937">
                  <c:v>54.359627000000003</c:v>
                </c:pt>
                <c:pt idx="4938">
                  <c:v>54.381798000000003</c:v>
                </c:pt>
                <c:pt idx="4939">
                  <c:v>54.406914</c:v>
                </c:pt>
                <c:pt idx="4940">
                  <c:v>54.439804000000002</c:v>
                </c:pt>
                <c:pt idx="4941">
                  <c:v>54.483646</c:v>
                </c:pt>
                <c:pt idx="4942">
                  <c:v>54.546768</c:v>
                </c:pt>
                <c:pt idx="4943">
                  <c:v>54.622436999999998</c:v>
                </c:pt>
                <c:pt idx="4944">
                  <c:v>54.703609</c:v>
                </c:pt>
                <c:pt idx="4945">
                  <c:v>54.779980000000002</c:v>
                </c:pt>
                <c:pt idx="4946">
                  <c:v>54.845863000000001</c:v>
                </c:pt>
                <c:pt idx="4947">
                  <c:v>54.904778</c:v>
                </c:pt>
                <c:pt idx="4948">
                  <c:v>54.963321999999998</c:v>
                </c:pt>
                <c:pt idx="4949">
                  <c:v>55.033707</c:v>
                </c:pt>
                <c:pt idx="4950">
                  <c:v>55.127952999999998</c:v>
                </c:pt>
                <c:pt idx="4951">
                  <c:v>55.241321999999997</c:v>
                </c:pt>
                <c:pt idx="4952">
                  <c:v>55.364628000000003</c:v>
                </c:pt>
                <c:pt idx="4953">
                  <c:v>55.490561999999997</c:v>
                </c:pt>
                <c:pt idx="4954">
                  <c:v>55.603454999999997</c:v>
                </c:pt>
                <c:pt idx="4955">
                  <c:v>55.707484999999998</c:v>
                </c:pt>
                <c:pt idx="4956">
                  <c:v>55.811881999999997</c:v>
                </c:pt>
                <c:pt idx="4957">
                  <c:v>55.91328</c:v>
                </c:pt>
                <c:pt idx="4958">
                  <c:v>56.010081999999997</c:v>
                </c:pt>
                <c:pt idx="4959">
                  <c:v>56.088572999999997</c:v>
                </c:pt>
                <c:pt idx="4960">
                  <c:v>56.141871999999999</c:v>
                </c:pt>
                <c:pt idx="4961">
                  <c:v>56.16798</c:v>
                </c:pt>
                <c:pt idx="4962">
                  <c:v>56.181328000000001</c:v>
                </c:pt>
                <c:pt idx="4963">
                  <c:v>56.195613999999999</c:v>
                </c:pt>
                <c:pt idx="4964">
                  <c:v>56.211319000000003</c:v>
                </c:pt>
                <c:pt idx="4965">
                  <c:v>56.22625</c:v>
                </c:pt>
                <c:pt idx="4966">
                  <c:v>56.240025000000003</c:v>
                </c:pt>
                <c:pt idx="4967">
                  <c:v>56.253712</c:v>
                </c:pt>
                <c:pt idx="4968">
                  <c:v>56.268379000000003</c:v>
                </c:pt>
                <c:pt idx="4969">
                  <c:v>56.292746999999999</c:v>
                </c:pt>
                <c:pt idx="4970">
                  <c:v>56.330306999999998</c:v>
                </c:pt>
                <c:pt idx="4971">
                  <c:v>56.382308999999999</c:v>
                </c:pt>
                <c:pt idx="4972">
                  <c:v>56.454642999999997</c:v>
                </c:pt>
                <c:pt idx="4973">
                  <c:v>56.553542999999998</c:v>
                </c:pt>
                <c:pt idx="4974">
                  <c:v>56.675441999999997</c:v>
                </c:pt>
                <c:pt idx="4975">
                  <c:v>56.801482999999998</c:v>
                </c:pt>
                <c:pt idx="4976">
                  <c:v>56.927382999999999</c:v>
                </c:pt>
                <c:pt idx="4977">
                  <c:v>57.047958000000001</c:v>
                </c:pt>
                <c:pt idx="4978">
                  <c:v>57.158493</c:v>
                </c:pt>
                <c:pt idx="4979">
                  <c:v>57.261848000000001</c:v>
                </c:pt>
                <c:pt idx="4980">
                  <c:v>57.356644000000003</c:v>
                </c:pt>
                <c:pt idx="4981">
                  <c:v>57.441696</c:v>
                </c:pt>
                <c:pt idx="4982">
                  <c:v>57.528174999999997</c:v>
                </c:pt>
                <c:pt idx="4983">
                  <c:v>57.628506000000002</c:v>
                </c:pt>
                <c:pt idx="4984">
                  <c:v>57.743523000000003</c:v>
                </c:pt>
                <c:pt idx="4985">
                  <c:v>57.863059999999997</c:v>
                </c:pt>
                <c:pt idx="4986">
                  <c:v>57.982937</c:v>
                </c:pt>
                <c:pt idx="4987">
                  <c:v>58.105179</c:v>
                </c:pt>
                <c:pt idx="4988">
                  <c:v>58.233947999999998</c:v>
                </c:pt>
                <c:pt idx="4989">
                  <c:v>58.360126000000001</c:v>
                </c:pt>
                <c:pt idx="4990">
                  <c:v>58.471221999999997</c:v>
                </c:pt>
                <c:pt idx="4991">
                  <c:v>58.567450999999998</c:v>
                </c:pt>
                <c:pt idx="4992">
                  <c:v>58.650593000000001</c:v>
                </c:pt>
                <c:pt idx="4993">
                  <c:v>58.716712999999999</c:v>
                </c:pt>
                <c:pt idx="4994">
                  <c:v>58.773555999999999</c:v>
                </c:pt>
                <c:pt idx="4995">
                  <c:v>58.816746000000002</c:v>
                </c:pt>
                <c:pt idx="4996">
                  <c:v>58.846218</c:v>
                </c:pt>
                <c:pt idx="4997">
                  <c:v>58.863197</c:v>
                </c:pt>
                <c:pt idx="4998">
                  <c:v>58.875160000000001</c:v>
                </c:pt>
                <c:pt idx="4999">
                  <c:v>58.886783999999999</c:v>
                </c:pt>
                <c:pt idx="5000">
                  <c:v>58.898890999999999</c:v>
                </c:pt>
                <c:pt idx="5001">
                  <c:v>58.919327000000003</c:v>
                </c:pt>
                <c:pt idx="5002">
                  <c:v>58.948132000000001</c:v>
                </c:pt>
                <c:pt idx="5003">
                  <c:v>58.977939999999997</c:v>
                </c:pt>
                <c:pt idx="5004">
                  <c:v>59.006050000000002</c:v>
                </c:pt>
                <c:pt idx="5005">
                  <c:v>59.038254000000002</c:v>
                </c:pt>
                <c:pt idx="5006">
                  <c:v>59.072048000000002</c:v>
                </c:pt>
                <c:pt idx="5007">
                  <c:v>59.107418000000003</c:v>
                </c:pt>
                <c:pt idx="5008">
                  <c:v>59.143044000000003</c:v>
                </c:pt>
                <c:pt idx="5009">
                  <c:v>59.174885000000003</c:v>
                </c:pt>
                <c:pt idx="5010">
                  <c:v>59.205719000000002</c:v>
                </c:pt>
                <c:pt idx="5011">
                  <c:v>59.233272999999997</c:v>
                </c:pt>
                <c:pt idx="5012">
                  <c:v>59.254638999999997</c:v>
                </c:pt>
                <c:pt idx="5013">
                  <c:v>59.272930000000002</c:v>
                </c:pt>
                <c:pt idx="5014">
                  <c:v>59.296871000000003</c:v>
                </c:pt>
                <c:pt idx="5015">
                  <c:v>59.331535000000002</c:v>
                </c:pt>
                <c:pt idx="5016">
                  <c:v>59.372745999999999</c:v>
                </c:pt>
                <c:pt idx="5017">
                  <c:v>59.411076000000001</c:v>
                </c:pt>
                <c:pt idx="5018">
                  <c:v>59.446739000000001</c:v>
                </c:pt>
                <c:pt idx="5019">
                  <c:v>59.483111999999998</c:v>
                </c:pt>
                <c:pt idx="5020">
                  <c:v>59.518447999999999</c:v>
                </c:pt>
                <c:pt idx="5021">
                  <c:v>59.554687999999999</c:v>
                </c:pt>
                <c:pt idx="5022">
                  <c:v>59.592796</c:v>
                </c:pt>
                <c:pt idx="5023">
                  <c:v>59.630257</c:v>
                </c:pt>
                <c:pt idx="5024">
                  <c:v>59.663853000000003</c:v>
                </c:pt>
                <c:pt idx="5025">
                  <c:v>59.690361000000003</c:v>
                </c:pt>
                <c:pt idx="5026">
                  <c:v>59.709792999999998</c:v>
                </c:pt>
                <c:pt idx="5027">
                  <c:v>59.723812000000002</c:v>
                </c:pt>
                <c:pt idx="5028">
                  <c:v>59.736274999999999</c:v>
                </c:pt>
                <c:pt idx="5029">
                  <c:v>59.748370999999999</c:v>
                </c:pt>
                <c:pt idx="5030">
                  <c:v>59.759182000000003</c:v>
                </c:pt>
                <c:pt idx="5031">
                  <c:v>59.768752999999997</c:v>
                </c:pt>
                <c:pt idx="5032">
                  <c:v>59.774878999999999</c:v>
                </c:pt>
                <c:pt idx="5033">
                  <c:v>59.779784999999997</c:v>
                </c:pt>
                <c:pt idx="5034">
                  <c:v>59.789020999999998</c:v>
                </c:pt>
                <c:pt idx="5035">
                  <c:v>59.804661000000003</c:v>
                </c:pt>
                <c:pt idx="5036">
                  <c:v>59.831389999999999</c:v>
                </c:pt>
                <c:pt idx="5037">
                  <c:v>59.862800999999997</c:v>
                </c:pt>
                <c:pt idx="5038">
                  <c:v>59.885693000000003</c:v>
                </c:pt>
                <c:pt idx="5039">
                  <c:v>59.896712999999998</c:v>
                </c:pt>
                <c:pt idx="5040">
                  <c:v>59.904175000000002</c:v>
                </c:pt>
                <c:pt idx="5041">
                  <c:v>59.908028000000002</c:v>
                </c:pt>
                <c:pt idx="5042">
                  <c:v>59.911830999999999</c:v>
                </c:pt>
                <c:pt idx="5043">
                  <c:v>59.915199000000001</c:v>
                </c:pt>
                <c:pt idx="5044">
                  <c:v>59.914078000000003</c:v>
                </c:pt>
                <c:pt idx="5045">
                  <c:v>59.909374</c:v>
                </c:pt>
                <c:pt idx="5046">
                  <c:v>59.899631999999997</c:v>
                </c:pt>
                <c:pt idx="5047">
                  <c:v>59.889930999999997</c:v>
                </c:pt>
                <c:pt idx="5048">
                  <c:v>59.881138</c:v>
                </c:pt>
                <c:pt idx="5049">
                  <c:v>59.876052999999999</c:v>
                </c:pt>
                <c:pt idx="5050">
                  <c:v>59.873573</c:v>
                </c:pt>
                <c:pt idx="5051">
                  <c:v>59.873824999999997</c:v>
                </c:pt>
                <c:pt idx="5052">
                  <c:v>59.876362</c:v>
                </c:pt>
                <c:pt idx="5053">
                  <c:v>59.878056000000001</c:v>
                </c:pt>
                <c:pt idx="5054">
                  <c:v>59.879852</c:v>
                </c:pt>
                <c:pt idx="5055">
                  <c:v>59.880206999999999</c:v>
                </c:pt>
                <c:pt idx="5056">
                  <c:v>59.878501999999997</c:v>
                </c:pt>
                <c:pt idx="5057">
                  <c:v>59.874583999999999</c:v>
                </c:pt>
                <c:pt idx="5058">
                  <c:v>59.865653999999999</c:v>
                </c:pt>
                <c:pt idx="5059">
                  <c:v>59.855465000000002</c:v>
                </c:pt>
                <c:pt idx="5060">
                  <c:v>59.845790999999998</c:v>
                </c:pt>
                <c:pt idx="5061">
                  <c:v>59.837966999999999</c:v>
                </c:pt>
                <c:pt idx="5062">
                  <c:v>59.834454000000001</c:v>
                </c:pt>
                <c:pt idx="5063">
                  <c:v>59.831699</c:v>
                </c:pt>
                <c:pt idx="5064">
                  <c:v>59.826549999999997</c:v>
                </c:pt>
                <c:pt idx="5065">
                  <c:v>59.818179999999998</c:v>
                </c:pt>
                <c:pt idx="5066">
                  <c:v>59.807133</c:v>
                </c:pt>
                <c:pt idx="5067">
                  <c:v>59.799767000000003</c:v>
                </c:pt>
                <c:pt idx="5068">
                  <c:v>59.794150999999999</c:v>
                </c:pt>
                <c:pt idx="5069">
                  <c:v>59.788176999999997</c:v>
                </c:pt>
                <c:pt idx="5070">
                  <c:v>59.782791000000003</c:v>
                </c:pt>
                <c:pt idx="5071">
                  <c:v>59.779212999999999</c:v>
                </c:pt>
                <c:pt idx="5072">
                  <c:v>59.779324000000003</c:v>
                </c:pt>
                <c:pt idx="5073">
                  <c:v>59.778629000000002</c:v>
                </c:pt>
                <c:pt idx="5074">
                  <c:v>59.775528000000001</c:v>
                </c:pt>
                <c:pt idx="5075">
                  <c:v>59.768974</c:v>
                </c:pt>
                <c:pt idx="5076">
                  <c:v>59.767864000000003</c:v>
                </c:pt>
                <c:pt idx="5077">
                  <c:v>59.770949999999999</c:v>
                </c:pt>
                <c:pt idx="5078">
                  <c:v>59.785117999999997</c:v>
                </c:pt>
                <c:pt idx="5079">
                  <c:v>59.803992999999998</c:v>
                </c:pt>
                <c:pt idx="5080">
                  <c:v>59.818893000000003</c:v>
                </c:pt>
                <c:pt idx="5081">
                  <c:v>59.833309</c:v>
                </c:pt>
                <c:pt idx="5082">
                  <c:v>59.855441999999996</c:v>
                </c:pt>
                <c:pt idx="5083">
                  <c:v>59.885348999999998</c:v>
                </c:pt>
                <c:pt idx="5084">
                  <c:v>59.920380000000002</c:v>
                </c:pt>
                <c:pt idx="5085">
                  <c:v>59.966163999999999</c:v>
                </c:pt>
                <c:pt idx="5086">
                  <c:v>60.031711999999999</c:v>
                </c:pt>
                <c:pt idx="5087">
                  <c:v>60.119183</c:v>
                </c:pt>
                <c:pt idx="5088">
                  <c:v>60.214869999999998</c:v>
                </c:pt>
                <c:pt idx="5089">
                  <c:v>60.312820000000002</c:v>
                </c:pt>
                <c:pt idx="5090">
                  <c:v>60.401080999999998</c:v>
                </c:pt>
                <c:pt idx="5091">
                  <c:v>60.489303999999997</c:v>
                </c:pt>
                <c:pt idx="5092">
                  <c:v>60.559483</c:v>
                </c:pt>
                <c:pt idx="5093">
                  <c:v>60.611637000000002</c:v>
                </c:pt>
                <c:pt idx="5094">
                  <c:v>60.644053999999997</c:v>
                </c:pt>
                <c:pt idx="5095">
                  <c:v>60.664326000000003</c:v>
                </c:pt>
                <c:pt idx="5096">
                  <c:v>60.691090000000003</c:v>
                </c:pt>
                <c:pt idx="5097">
                  <c:v>60.731686000000003</c:v>
                </c:pt>
                <c:pt idx="5098">
                  <c:v>60.778312999999997</c:v>
                </c:pt>
                <c:pt idx="5099">
                  <c:v>60.828856999999999</c:v>
                </c:pt>
                <c:pt idx="5100">
                  <c:v>60.887135000000001</c:v>
                </c:pt>
                <c:pt idx="5101">
                  <c:v>60.955021000000002</c:v>
                </c:pt>
                <c:pt idx="5102">
                  <c:v>61.036456999999999</c:v>
                </c:pt>
                <c:pt idx="5103">
                  <c:v>61.134788999999998</c:v>
                </c:pt>
                <c:pt idx="5104">
                  <c:v>61.24194</c:v>
                </c:pt>
                <c:pt idx="5105">
                  <c:v>61.347346999999999</c:v>
                </c:pt>
                <c:pt idx="5106">
                  <c:v>61.453071999999999</c:v>
                </c:pt>
                <c:pt idx="5107">
                  <c:v>61.561442999999997</c:v>
                </c:pt>
                <c:pt idx="5108">
                  <c:v>61.664710999999997</c:v>
                </c:pt>
                <c:pt idx="5109">
                  <c:v>61.766373000000002</c:v>
                </c:pt>
                <c:pt idx="5110">
                  <c:v>61.859729999999999</c:v>
                </c:pt>
                <c:pt idx="5111">
                  <c:v>61.946896000000002</c:v>
                </c:pt>
                <c:pt idx="5112">
                  <c:v>62.027377999999999</c:v>
                </c:pt>
                <c:pt idx="5113">
                  <c:v>62.098972000000003</c:v>
                </c:pt>
                <c:pt idx="5114">
                  <c:v>62.163970999999997</c:v>
                </c:pt>
                <c:pt idx="5115">
                  <c:v>62.228408999999999</c:v>
                </c:pt>
                <c:pt idx="5116">
                  <c:v>62.294578999999999</c:v>
                </c:pt>
                <c:pt idx="5117">
                  <c:v>62.359760000000001</c:v>
                </c:pt>
                <c:pt idx="5118">
                  <c:v>62.426837999999996</c:v>
                </c:pt>
                <c:pt idx="5119">
                  <c:v>62.490414000000001</c:v>
                </c:pt>
                <c:pt idx="5120">
                  <c:v>62.562592000000002</c:v>
                </c:pt>
                <c:pt idx="5121">
                  <c:v>62.647469000000001</c:v>
                </c:pt>
                <c:pt idx="5122">
                  <c:v>62.740341000000001</c:v>
                </c:pt>
                <c:pt idx="5123">
                  <c:v>62.841735999999997</c:v>
                </c:pt>
                <c:pt idx="5124">
                  <c:v>62.948169999999998</c:v>
                </c:pt>
                <c:pt idx="5125">
                  <c:v>63.049103000000002</c:v>
                </c:pt>
                <c:pt idx="5126">
                  <c:v>63.145797999999999</c:v>
                </c:pt>
                <c:pt idx="5127">
                  <c:v>63.238998000000002</c:v>
                </c:pt>
                <c:pt idx="5128">
                  <c:v>63.325648999999999</c:v>
                </c:pt>
                <c:pt idx="5129">
                  <c:v>63.402583999999997</c:v>
                </c:pt>
                <c:pt idx="5130">
                  <c:v>63.472752</c:v>
                </c:pt>
                <c:pt idx="5131">
                  <c:v>63.539527999999997</c:v>
                </c:pt>
                <c:pt idx="5132">
                  <c:v>63.606636000000002</c:v>
                </c:pt>
                <c:pt idx="5133">
                  <c:v>63.669601</c:v>
                </c:pt>
                <c:pt idx="5134">
                  <c:v>63.725403</c:v>
                </c:pt>
                <c:pt idx="5135">
                  <c:v>63.780354000000003</c:v>
                </c:pt>
                <c:pt idx="5136">
                  <c:v>63.830406000000004</c:v>
                </c:pt>
                <c:pt idx="5137">
                  <c:v>63.876289</c:v>
                </c:pt>
                <c:pt idx="5138">
                  <c:v>63.926448999999998</c:v>
                </c:pt>
                <c:pt idx="5139">
                  <c:v>63.985256</c:v>
                </c:pt>
                <c:pt idx="5140">
                  <c:v>64.052482999999995</c:v>
                </c:pt>
                <c:pt idx="5141">
                  <c:v>64.132300999999998</c:v>
                </c:pt>
                <c:pt idx="5142">
                  <c:v>64.237328000000005</c:v>
                </c:pt>
                <c:pt idx="5143">
                  <c:v>64.349936999999997</c:v>
                </c:pt>
                <c:pt idx="5144">
                  <c:v>64.447654999999997</c:v>
                </c:pt>
                <c:pt idx="5145">
                  <c:v>64.561119000000005</c:v>
                </c:pt>
                <c:pt idx="5146">
                  <c:v>64.673484999999999</c:v>
                </c:pt>
                <c:pt idx="5147">
                  <c:v>64.790733000000003</c:v>
                </c:pt>
                <c:pt idx="5148">
                  <c:v>64.914398000000006</c:v>
                </c:pt>
                <c:pt idx="5149">
                  <c:v>65.032096999999993</c:v>
                </c:pt>
                <c:pt idx="5150">
                  <c:v>65.136734000000004</c:v>
                </c:pt>
                <c:pt idx="5151">
                  <c:v>65.229568</c:v>
                </c:pt>
                <c:pt idx="5152">
                  <c:v>65.316635000000005</c:v>
                </c:pt>
                <c:pt idx="5153">
                  <c:v>65.405426000000006</c:v>
                </c:pt>
                <c:pt idx="5154">
                  <c:v>65.495818999999997</c:v>
                </c:pt>
                <c:pt idx="5155">
                  <c:v>65.580253999999996</c:v>
                </c:pt>
                <c:pt idx="5156">
                  <c:v>65.668633</c:v>
                </c:pt>
                <c:pt idx="5157">
                  <c:v>65.761902000000006</c:v>
                </c:pt>
                <c:pt idx="5158">
                  <c:v>65.862007000000006</c:v>
                </c:pt>
                <c:pt idx="5159">
                  <c:v>65.965171999999995</c:v>
                </c:pt>
                <c:pt idx="5160">
                  <c:v>66.065002000000007</c:v>
                </c:pt>
                <c:pt idx="5161">
                  <c:v>66.165749000000005</c:v>
                </c:pt>
                <c:pt idx="5162">
                  <c:v>66.272186000000005</c:v>
                </c:pt>
                <c:pt idx="5163">
                  <c:v>66.378021000000004</c:v>
                </c:pt>
                <c:pt idx="5164">
                  <c:v>66.479881000000006</c:v>
                </c:pt>
                <c:pt idx="5165">
                  <c:v>66.573340999999999</c:v>
                </c:pt>
                <c:pt idx="5166">
                  <c:v>66.648865000000001</c:v>
                </c:pt>
                <c:pt idx="5167">
                  <c:v>66.712883000000005</c:v>
                </c:pt>
                <c:pt idx="5168">
                  <c:v>66.772048999999996</c:v>
                </c:pt>
                <c:pt idx="5169">
                  <c:v>66.826248000000007</c:v>
                </c:pt>
                <c:pt idx="5170">
                  <c:v>66.878731000000002</c:v>
                </c:pt>
                <c:pt idx="5171">
                  <c:v>66.924118000000007</c:v>
                </c:pt>
                <c:pt idx="5172">
                  <c:v>66.960373000000004</c:v>
                </c:pt>
                <c:pt idx="5173">
                  <c:v>66.990211000000002</c:v>
                </c:pt>
                <c:pt idx="5174">
                  <c:v>67.018021000000005</c:v>
                </c:pt>
                <c:pt idx="5175">
                  <c:v>67.047698999999994</c:v>
                </c:pt>
                <c:pt idx="5176">
                  <c:v>67.081885999999997</c:v>
                </c:pt>
                <c:pt idx="5177">
                  <c:v>67.113213000000002</c:v>
                </c:pt>
                <c:pt idx="5178">
                  <c:v>67.144615000000002</c:v>
                </c:pt>
                <c:pt idx="5179">
                  <c:v>67.183487</c:v>
                </c:pt>
                <c:pt idx="5180">
                  <c:v>67.233231000000004</c:v>
                </c:pt>
                <c:pt idx="5181">
                  <c:v>67.291908000000006</c:v>
                </c:pt>
                <c:pt idx="5182">
                  <c:v>67.353461999999993</c:v>
                </c:pt>
                <c:pt idx="5183">
                  <c:v>67.417038000000005</c:v>
                </c:pt>
                <c:pt idx="5184">
                  <c:v>67.487244000000004</c:v>
                </c:pt>
                <c:pt idx="5185">
                  <c:v>67.567261000000002</c:v>
                </c:pt>
                <c:pt idx="5186">
                  <c:v>67.651298999999995</c:v>
                </c:pt>
                <c:pt idx="5187">
                  <c:v>67.736389000000003</c:v>
                </c:pt>
                <c:pt idx="5188">
                  <c:v>67.818702999999999</c:v>
                </c:pt>
                <c:pt idx="5189">
                  <c:v>67.891968000000006</c:v>
                </c:pt>
                <c:pt idx="5190">
                  <c:v>67.954575000000006</c:v>
                </c:pt>
                <c:pt idx="5191">
                  <c:v>68.006675999999999</c:v>
                </c:pt>
                <c:pt idx="5192">
                  <c:v>68.046149999999997</c:v>
                </c:pt>
                <c:pt idx="5193">
                  <c:v>68.070847000000001</c:v>
                </c:pt>
                <c:pt idx="5194">
                  <c:v>68.090958000000001</c:v>
                </c:pt>
                <c:pt idx="5195">
                  <c:v>68.114410000000007</c:v>
                </c:pt>
                <c:pt idx="5196">
                  <c:v>68.143280000000004</c:v>
                </c:pt>
                <c:pt idx="5197">
                  <c:v>68.175797000000003</c:v>
                </c:pt>
                <c:pt idx="5198">
                  <c:v>68.201110999999997</c:v>
                </c:pt>
                <c:pt idx="5199">
                  <c:v>68.211997999999994</c:v>
                </c:pt>
                <c:pt idx="5200">
                  <c:v>68.213058000000004</c:v>
                </c:pt>
                <c:pt idx="5201">
                  <c:v>68.211021000000002</c:v>
                </c:pt>
                <c:pt idx="5202">
                  <c:v>68.207695000000001</c:v>
                </c:pt>
                <c:pt idx="5203">
                  <c:v>68.201415999999995</c:v>
                </c:pt>
                <c:pt idx="5204">
                  <c:v>68.190689000000006</c:v>
                </c:pt>
                <c:pt idx="5205">
                  <c:v>68.173430999999994</c:v>
                </c:pt>
                <c:pt idx="5206">
                  <c:v>68.151443</c:v>
                </c:pt>
                <c:pt idx="5207">
                  <c:v>68.129745</c:v>
                </c:pt>
                <c:pt idx="5208">
                  <c:v>68.106392</c:v>
                </c:pt>
                <c:pt idx="5209">
                  <c:v>68.080810999999997</c:v>
                </c:pt>
                <c:pt idx="5210">
                  <c:v>68.053696000000002</c:v>
                </c:pt>
                <c:pt idx="5211">
                  <c:v>68.025329999999997</c:v>
                </c:pt>
                <c:pt idx="5212">
                  <c:v>68.012244999999993</c:v>
                </c:pt>
                <c:pt idx="5213">
                  <c:v>68.007851000000002</c:v>
                </c:pt>
                <c:pt idx="5214">
                  <c:v>68.002814999999998</c:v>
                </c:pt>
                <c:pt idx="5215">
                  <c:v>67.991219000000001</c:v>
                </c:pt>
                <c:pt idx="5216">
                  <c:v>67.975937000000002</c:v>
                </c:pt>
                <c:pt idx="5217">
                  <c:v>67.955108999999993</c:v>
                </c:pt>
                <c:pt idx="5218">
                  <c:v>67.916054000000003</c:v>
                </c:pt>
                <c:pt idx="5219">
                  <c:v>67.857185000000001</c:v>
                </c:pt>
                <c:pt idx="5220">
                  <c:v>67.791213999999997</c:v>
                </c:pt>
                <c:pt idx="5221">
                  <c:v>67.729033999999999</c:v>
                </c:pt>
                <c:pt idx="5222">
                  <c:v>67.671622999999997</c:v>
                </c:pt>
                <c:pt idx="5223">
                  <c:v>67.612206</c:v>
                </c:pt>
                <c:pt idx="5224">
                  <c:v>67.544083000000001</c:v>
                </c:pt>
                <c:pt idx="5225">
                  <c:v>67.470268000000004</c:v>
                </c:pt>
                <c:pt idx="5226">
                  <c:v>67.391716000000002</c:v>
                </c:pt>
                <c:pt idx="5227">
                  <c:v>67.313338999999999</c:v>
                </c:pt>
                <c:pt idx="5228">
                  <c:v>67.236159999999998</c:v>
                </c:pt>
                <c:pt idx="5229">
                  <c:v>67.150977999999995</c:v>
                </c:pt>
                <c:pt idx="5230">
                  <c:v>67.056540999999996</c:v>
                </c:pt>
                <c:pt idx="5231">
                  <c:v>66.961867999999996</c:v>
                </c:pt>
                <c:pt idx="5232">
                  <c:v>66.867576999999997</c:v>
                </c:pt>
                <c:pt idx="5233">
                  <c:v>66.769440000000003</c:v>
                </c:pt>
                <c:pt idx="5234">
                  <c:v>66.676529000000002</c:v>
                </c:pt>
                <c:pt idx="5235">
                  <c:v>66.594406000000006</c:v>
                </c:pt>
                <c:pt idx="5236">
                  <c:v>66.507903999999996</c:v>
                </c:pt>
                <c:pt idx="5237">
                  <c:v>66.413878999999994</c:v>
                </c:pt>
                <c:pt idx="5238">
                  <c:v>66.315735000000004</c:v>
                </c:pt>
                <c:pt idx="5239">
                  <c:v>66.215012000000002</c:v>
                </c:pt>
                <c:pt idx="5240">
                  <c:v>66.120789000000002</c:v>
                </c:pt>
                <c:pt idx="5241">
                  <c:v>66.041931000000005</c:v>
                </c:pt>
                <c:pt idx="5242">
                  <c:v>65.986771000000005</c:v>
                </c:pt>
                <c:pt idx="5243">
                  <c:v>65.942656999999997</c:v>
                </c:pt>
                <c:pt idx="5244">
                  <c:v>65.900772000000003</c:v>
                </c:pt>
                <c:pt idx="5245">
                  <c:v>65.856437999999997</c:v>
                </c:pt>
                <c:pt idx="5246">
                  <c:v>65.812201999999999</c:v>
                </c:pt>
                <c:pt idx="5247">
                  <c:v>65.772345999999999</c:v>
                </c:pt>
                <c:pt idx="5248">
                  <c:v>65.739182</c:v>
                </c:pt>
                <c:pt idx="5249">
                  <c:v>65.709984000000006</c:v>
                </c:pt>
                <c:pt idx="5250">
                  <c:v>65.679550000000006</c:v>
                </c:pt>
                <c:pt idx="5251">
                  <c:v>65.640029999999996</c:v>
                </c:pt>
                <c:pt idx="5252">
                  <c:v>65.596137999999996</c:v>
                </c:pt>
                <c:pt idx="5253">
                  <c:v>65.551651000000007</c:v>
                </c:pt>
                <c:pt idx="5254">
                  <c:v>65.508240000000001</c:v>
                </c:pt>
                <c:pt idx="5255">
                  <c:v>65.466530000000006</c:v>
                </c:pt>
                <c:pt idx="5256">
                  <c:v>65.428184999999999</c:v>
                </c:pt>
                <c:pt idx="5257">
                  <c:v>65.394249000000002</c:v>
                </c:pt>
                <c:pt idx="5258">
                  <c:v>65.360686999999999</c:v>
                </c:pt>
                <c:pt idx="5259">
                  <c:v>65.323914000000002</c:v>
                </c:pt>
                <c:pt idx="5260">
                  <c:v>65.286095000000003</c:v>
                </c:pt>
                <c:pt idx="5261">
                  <c:v>65.250679000000005</c:v>
                </c:pt>
                <c:pt idx="5262">
                  <c:v>65.218658000000005</c:v>
                </c:pt>
                <c:pt idx="5263">
                  <c:v>65.186836</c:v>
                </c:pt>
                <c:pt idx="5264">
                  <c:v>65.156075000000001</c:v>
                </c:pt>
                <c:pt idx="5265">
                  <c:v>65.126953</c:v>
                </c:pt>
                <c:pt idx="5266">
                  <c:v>65.100037</c:v>
                </c:pt>
                <c:pt idx="5267">
                  <c:v>65.075867000000002</c:v>
                </c:pt>
                <c:pt idx="5268">
                  <c:v>65.057129000000003</c:v>
                </c:pt>
                <c:pt idx="5269">
                  <c:v>65.039779999999993</c:v>
                </c:pt>
                <c:pt idx="5270">
                  <c:v>65.018569999999997</c:v>
                </c:pt>
                <c:pt idx="5271">
                  <c:v>64.996437</c:v>
                </c:pt>
                <c:pt idx="5272">
                  <c:v>64.975960000000001</c:v>
                </c:pt>
                <c:pt idx="5273">
                  <c:v>64.954871999999995</c:v>
                </c:pt>
                <c:pt idx="5274">
                  <c:v>64.931503000000006</c:v>
                </c:pt>
                <c:pt idx="5275">
                  <c:v>64.902030999999994</c:v>
                </c:pt>
                <c:pt idx="5276">
                  <c:v>64.866851999999994</c:v>
                </c:pt>
                <c:pt idx="5277">
                  <c:v>64.828270000000003</c:v>
                </c:pt>
                <c:pt idx="5278">
                  <c:v>64.787750000000003</c:v>
                </c:pt>
                <c:pt idx="5279">
                  <c:v>64.737778000000006</c:v>
                </c:pt>
                <c:pt idx="5280">
                  <c:v>64.673820000000006</c:v>
                </c:pt>
                <c:pt idx="5281">
                  <c:v>64.595566000000005</c:v>
                </c:pt>
                <c:pt idx="5282">
                  <c:v>64.499870000000001</c:v>
                </c:pt>
                <c:pt idx="5283">
                  <c:v>64.388869999999997</c:v>
                </c:pt>
                <c:pt idx="5284">
                  <c:v>64.273482999999999</c:v>
                </c:pt>
                <c:pt idx="5285">
                  <c:v>64.154387999999997</c:v>
                </c:pt>
                <c:pt idx="5286">
                  <c:v>64.026450999999994</c:v>
                </c:pt>
                <c:pt idx="5287">
                  <c:v>63.900776</c:v>
                </c:pt>
                <c:pt idx="5288">
                  <c:v>63.788077999999999</c:v>
                </c:pt>
                <c:pt idx="5289">
                  <c:v>63.679912999999999</c:v>
                </c:pt>
                <c:pt idx="5290">
                  <c:v>63.567753000000003</c:v>
                </c:pt>
                <c:pt idx="5291">
                  <c:v>63.455649999999999</c:v>
                </c:pt>
                <c:pt idx="5292">
                  <c:v>63.346046000000001</c:v>
                </c:pt>
                <c:pt idx="5293">
                  <c:v>63.238354000000001</c:v>
                </c:pt>
                <c:pt idx="5294">
                  <c:v>63.130833000000003</c:v>
                </c:pt>
                <c:pt idx="5295">
                  <c:v>63.024292000000003</c:v>
                </c:pt>
                <c:pt idx="5296">
                  <c:v>62.917400000000001</c:v>
                </c:pt>
                <c:pt idx="5297">
                  <c:v>62.809956</c:v>
                </c:pt>
                <c:pt idx="5298">
                  <c:v>62.705345000000001</c:v>
                </c:pt>
                <c:pt idx="5299">
                  <c:v>62.603439000000002</c:v>
                </c:pt>
                <c:pt idx="5300">
                  <c:v>62.499381999999997</c:v>
                </c:pt>
                <c:pt idx="5301">
                  <c:v>62.392372000000002</c:v>
                </c:pt>
                <c:pt idx="5302">
                  <c:v>62.297069999999998</c:v>
                </c:pt>
                <c:pt idx="5303">
                  <c:v>62.223998999999999</c:v>
                </c:pt>
                <c:pt idx="5304">
                  <c:v>62.173411999999999</c:v>
                </c:pt>
                <c:pt idx="5305">
                  <c:v>62.143599999999999</c:v>
                </c:pt>
                <c:pt idx="5306">
                  <c:v>62.134158999999997</c:v>
                </c:pt>
                <c:pt idx="5307">
                  <c:v>62.139018999999998</c:v>
                </c:pt>
                <c:pt idx="5308">
                  <c:v>62.150238000000002</c:v>
                </c:pt>
                <c:pt idx="5309">
                  <c:v>62.173557000000002</c:v>
                </c:pt>
                <c:pt idx="5310">
                  <c:v>62.203910999999998</c:v>
                </c:pt>
                <c:pt idx="5311">
                  <c:v>62.235359000000003</c:v>
                </c:pt>
                <c:pt idx="5312">
                  <c:v>62.263179999999998</c:v>
                </c:pt>
                <c:pt idx="5313">
                  <c:v>62.283287000000001</c:v>
                </c:pt>
                <c:pt idx="5314">
                  <c:v>62.289673000000001</c:v>
                </c:pt>
                <c:pt idx="5315">
                  <c:v>62.287083000000003</c:v>
                </c:pt>
                <c:pt idx="5316">
                  <c:v>62.284568999999998</c:v>
                </c:pt>
                <c:pt idx="5317">
                  <c:v>62.285980000000002</c:v>
                </c:pt>
                <c:pt idx="5318">
                  <c:v>62.282615999999997</c:v>
                </c:pt>
                <c:pt idx="5319">
                  <c:v>62.268391000000001</c:v>
                </c:pt>
                <c:pt idx="5320">
                  <c:v>62.243133999999998</c:v>
                </c:pt>
                <c:pt idx="5321">
                  <c:v>62.225650999999999</c:v>
                </c:pt>
                <c:pt idx="5322">
                  <c:v>62.215178999999999</c:v>
                </c:pt>
                <c:pt idx="5323">
                  <c:v>62.206696000000001</c:v>
                </c:pt>
                <c:pt idx="5324">
                  <c:v>62.199680000000001</c:v>
                </c:pt>
                <c:pt idx="5325">
                  <c:v>62.196975999999999</c:v>
                </c:pt>
                <c:pt idx="5326">
                  <c:v>62.195968999999998</c:v>
                </c:pt>
                <c:pt idx="5327">
                  <c:v>62.196693000000003</c:v>
                </c:pt>
                <c:pt idx="5328">
                  <c:v>62.201092000000003</c:v>
                </c:pt>
                <c:pt idx="5329">
                  <c:v>62.205185</c:v>
                </c:pt>
                <c:pt idx="5330">
                  <c:v>62.208480999999999</c:v>
                </c:pt>
                <c:pt idx="5331">
                  <c:v>62.216442000000001</c:v>
                </c:pt>
                <c:pt idx="5332">
                  <c:v>62.223483999999999</c:v>
                </c:pt>
                <c:pt idx="5333">
                  <c:v>62.228923999999999</c:v>
                </c:pt>
                <c:pt idx="5334">
                  <c:v>62.229080000000003</c:v>
                </c:pt>
                <c:pt idx="5335">
                  <c:v>62.220356000000002</c:v>
                </c:pt>
                <c:pt idx="5336">
                  <c:v>62.202648000000003</c:v>
                </c:pt>
                <c:pt idx="5337">
                  <c:v>62.177410000000002</c:v>
                </c:pt>
                <c:pt idx="5338">
                  <c:v>62.150078000000001</c:v>
                </c:pt>
                <c:pt idx="5339">
                  <c:v>62.127163000000003</c:v>
                </c:pt>
                <c:pt idx="5340">
                  <c:v>62.104393000000002</c:v>
                </c:pt>
                <c:pt idx="5341">
                  <c:v>62.078727999999998</c:v>
                </c:pt>
                <c:pt idx="5342">
                  <c:v>62.049709</c:v>
                </c:pt>
                <c:pt idx="5343">
                  <c:v>62.020854999999997</c:v>
                </c:pt>
                <c:pt idx="5344">
                  <c:v>61.993918999999998</c:v>
                </c:pt>
                <c:pt idx="5345">
                  <c:v>61.967635999999999</c:v>
                </c:pt>
                <c:pt idx="5346">
                  <c:v>61.941830000000003</c:v>
                </c:pt>
                <c:pt idx="5347">
                  <c:v>61.916156999999998</c:v>
                </c:pt>
                <c:pt idx="5348">
                  <c:v>61.890686000000002</c:v>
                </c:pt>
                <c:pt idx="5349">
                  <c:v>61.862583000000001</c:v>
                </c:pt>
                <c:pt idx="5350">
                  <c:v>61.835365000000003</c:v>
                </c:pt>
                <c:pt idx="5351">
                  <c:v>61.809105000000002</c:v>
                </c:pt>
                <c:pt idx="5352">
                  <c:v>61.778286000000001</c:v>
                </c:pt>
                <c:pt idx="5353">
                  <c:v>61.739964000000001</c:v>
                </c:pt>
                <c:pt idx="5354">
                  <c:v>61.694671999999997</c:v>
                </c:pt>
                <c:pt idx="5355">
                  <c:v>61.643940000000001</c:v>
                </c:pt>
                <c:pt idx="5356">
                  <c:v>61.591994999999997</c:v>
                </c:pt>
                <c:pt idx="5357">
                  <c:v>61.544682000000002</c:v>
                </c:pt>
                <c:pt idx="5358">
                  <c:v>61.504111999999999</c:v>
                </c:pt>
                <c:pt idx="5359">
                  <c:v>61.465091999999999</c:v>
                </c:pt>
                <c:pt idx="5360">
                  <c:v>61.422728999999997</c:v>
                </c:pt>
                <c:pt idx="5361">
                  <c:v>61.368541999999998</c:v>
                </c:pt>
                <c:pt idx="5362">
                  <c:v>61.301430000000003</c:v>
                </c:pt>
                <c:pt idx="5363">
                  <c:v>61.229553000000003</c:v>
                </c:pt>
                <c:pt idx="5364">
                  <c:v>61.155631999999997</c:v>
                </c:pt>
                <c:pt idx="5365">
                  <c:v>61.078411000000003</c:v>
                </c:pt>
                <c:pt idx="5366">
                  <c:v>60.994553000000003</c:v>
                </c:pt>
                <c:pt idx="5367">
                  <c:v>60.901985000000003</c:v>
                </c:pt>
                <c:pt idx="5368">
                  <c:v>60.809623999999999</c:v>
                </c:pt>
                <c:pt idx="5369">
                  <c:v>60.724510000000002</c:v>
                </c:pt>
                <c:pt idx="5370">
                  <c:v>60.641829999999999</c:v>
                </c:pt>
                <c:pt idx="5371">
                  <c:v>60.547623000000002</c:v>
                </c:pt>
                <c:pt idx="5372">
                  <c:v>60.441761</c:v>
                </c:pt>
                <c:pt idx="5373">
                  <c:v>60.337418</c:v>
                </c:pt>
                <c:pt idx="5374">
                  <c:v>60.248268000000003</c:v>
                </c:pt>
                <c:pt idx="5375">
                  <c:v>60.167686000000003</c:v>
                </c:pt>
                <c:pt idx="5376">
                  <c:v>60.086246000000003</c:v>
                </c:pt>
                <c:pt idx="5377">
                  <c:v>60.000785999999998</c:v>
                </c:pt>
                <c:pt idx="5378">
                  <c:v>59.918610000000001</c:v>
                </c:pt>
                <c:pt idx="5379">
                  <c:v>59.862372999999998</c:v>
                </c:pt>
                <c:pt idx="5380">
                  <c:v>59.841102999999997</c:v>
                </c:pt>
                <c:pt idx="5381">
                  <c:v>59.844203999999998</c:v>
                </c:pt>
                <c:pt idx="5382">
                  <c:v>59.865929000000001</c:v>
                </c:pt>
                <c:pt idx="5383">
                  <c:v>59.908791000000001</c:v>
                </c:pt>
                <c:pt idx="5384">
                  <c:v>59.978938999999997</c:v>
                </c:pt>
                <c:pt idx="5385">
                  <c:v>60.065013999999998</c:v>
                </c:pt>
                <c:pt idx="5386">
                  <c:v>60.153534000000001</c:v>
                </c:pt>
                <c:pt idx="5387">
                  <c:v>60.239792000000001</c:v>
                </c:pt>
                <c:pt idx="5388">
                  <c:v>60.328175000000002</c:v>
                </c:pt>
                <c:pt idx="5389">
                  <c:v>60.416167999999999</c:v>
                </c:pt>
                <c:pt idx="5390">
                  <c:v>60.503464000000001</c:v>
                </c:pt>
                <c:pt idx="5391">
                  <c:v>60.589950999999999</c:v>
                </c:pt>
                <c:pt idx="5392">
                  <c:v>60.662140000000001</c:v>
                </c:pt>
                <c:pt idx="5393">
                  <c:v>60.723708999999999</c:v>
                </c:pt>
                <c:pt idx="5394">
                  <c:v>60.774075000000003</c:v>
                </c:pt>
                <c:pt idx="5395">
                  <c:v>60.818717999999997</c:v>
                </c:pt>
                <c:pt idx="5396">
                  <c:v>60.870730999999999</c:v>
                </c:pt>
                <c:pt idx="5397">
                  <c:v>60.923676</c:v>
                </c:pt>
                <c:pt idx="5398">
                  <c:v>60.963383</c:v>
                </c:pt>
                <c:pt idx="5399">
                  <c:v>60.988318999999997</c:v>
                </c:pt>
                <c:pt idx="5400">
                  <c:v>61.001907000000003</c:v>
                </c:pt>
                <c:pt idx="5401">
                  <c:v>61.012810000000002</c:v>
                </c:pt>
                <c:pt idx="5402">
                  <c:v>61.025855999999997</c:v>
                </c:pt>
                <c:pt idx="5403">
                  <c:v>61.040489000000001</c:v>
                </c:pt>
                <c:pt idx="5404">
                  <c:v>61.051926000000002</c:v>
                </c:pt>
                <c:pt idx="5405">
                  <c:v>61.059162000000001</c:v>
                </c:pt>
                <c:pt idx="5406">
                  <c:v>61.065769000000003</c:v>
                </c:pt>
                <c:pt idx="5407">
                  <c:v>61.074286999999998</c:v>
                </c:pt>
                <c:pt idx="5408">
                  <c:v>61.086528999999999</c:v>
                </c:pt>
                <c:pt idx="5409">
                  <c:v>61.100951999999999</c:v>
                </c:pt>
                <c:pt idx="5410">
                  <c:v>61.112079999999999</c:v>
                </c:pt>
                <c:pt idx="5411">
                  <c:v>61.123142000000001</c:v>
                </c:pt>
                <c:pt idx="5412">
                  <c:v>61.139656000000002</c:v>
                </c:pt>
                <c:pt idx="5413">
                  <c:v>61.163967</c:v>
                </c:pt>
                <c:pt idx="5414">
                  <c:v>61.201529999999998</c:v>
                </c:pt>
                <c:pt idx="5415">
                  <c:v>61.243564999999997</c:v>
                </c:pt>
                <c:pt idx="5416">
                  <c:v>61.277576000000003</c:v>
                </c:pt>
                <c:pt idx="5417">
                  <c:v>61.298717000000003</c:v>
                </c:pt>
                <c:pt idx="5418">
                  <c:v>61.316733999999997</c:v>
                </c:pt>
                <c:pt idx="5419">
                  <c:v>61.337673000000002</c:v>
                </c:pt>
                <c:pt idx="5420">
                  <c:v>61.359439999999999</c:v>
                </c:pt>
                <c:pt idx="5421">
                  <c:v>61.37632</c:v>
                </c:pt>
                <c:pt idx="5422">
                  <c:v>61.384456999999998</c:v>
                </c:pt>
                <c:pt idx="5423">
                  <c:v>61.384262</c:v>
                </c:pt>
                <c:pt idx="5424">
                  <c:v>61.37603</c:v>
                </c:pt>
                <c:pt idx="5425">
                  <c:v>61.362907</c:v>
                </c:pt>
                <c:pt idx="5426">
                  <c:v>61.349049000000001</c:v>
                </c:pt>
                <c:pt idx="5427">
                  <c:v>61.335518</c:v>
                </c:pt>
                <c:pt idx="5428">
                  <c:v>61.319305</c:v>
                </c:pt>
                <c:pt idx="5429">
                  <c:v>61.296478</c:v>
                </c:pt>
                <c:pt idx="5430">
                  <c:v>61.266635999999998</c:v>
                </c:pt>
                <c:pt idx="5431">
                  <c:v>61.232120999999999</c:v>
                </c:pt>
                <c:pt idx="5432">
                  <c:v>61.183140000000002</c:v>
                </c:pt>
                <c:pt idx="5433">
                  <c:v>61.110667999999997</c:v>
                </c:pt>
                <c:pt idx="5434">
                  <c:v>61.022258999999998</c:v>
                </c:pt>
                <c:pt idx="5435">
                  <c:v>60.921967000000002</c:v>
                </c:pt>
                <c:pt idx="5436">
                  <c:v>60.813975999999997</c:v>
                </c:pt>
                <c:pt idx="5437">
                  <c:v>60.700370999999997</c:v>
                </c:pt>
                <c:pt idx="5438">
                  <c:v>60.584083999999997</c:v>
                </c:pt>
                <c:pt idx="5439">
                  <c:v>60.473765999999998</c:v>
                </c:pt>
                <c:pt idx="5440">
                  <c:v>60.381537999999999</c:v>
                </c:pt>
                <c:pt idx="5441">
                  <c:v>60.316738000000001</c:v>
                </c:pt>
                <c:pt idx="5442">
                  <c:v>60.268627000000002</c:v>
                </c:pt>
                <c:pt idx="5443">
                  <c:v>60.225211999999999</c:v>
                </c:pt>
                <c:pt idx="5444">
                  <c:v>60.177883000000001</c:v>
                </c:pt>
                <c:pt idx="5445">
                  <c:v>60.121872000000003</c:v>
                </c:pt>
                <c:pt idx="5446">
                  <c:v>60.058619999999998</c:v>
                </c:pt>
                <c:pt idx="5447">
                  <c:v>59.989288000000002</c:v>
                </c:pt>
                <c:pt idx="5448">
                  <c:v>59.915176000000002</c:v>
                </c:pt>
                <c:pt idx="5449">
                  <c:v>59.843173999999998</c:v>
                </c:pt>
                <c:pt idx="5450">
                  <c:v>59.774344999999997</c:v>
                </c:pt>
                <c:pt idx="5451">
                  <c:v>59.702728</c:v>
                </c:pt>
                <c:pt idx="5452">
                  <c:v>59.615901999999998</c:v>
                </c:pt>
                <c:pt idx="5453">
                  <c:v>59.517059000000003</c:v>
                </c:pt>
                <c:pt idx="5454">
                  <c:v>59.410556999999997</c:v>
                </c:pt>
                <c:pt idx="5455">
                  <c:v>59.301281000000003</c:v>
                </c:pt>
                <c:pt idx="5456">
                  <c:v>59.205016999999998</c:v>
                </c:pt>
                <c:pt idx="5457">
                  <c:v>59.121338000000002</c:v>
                </c:pt>
                <c:pt idx="5458">
                  <c:v>59.043671000000003</c:v>
                </c:pt>
                <c:pt idx="5459">
                  <c:v>58.963420999999997</c:v>
                </c:pt>
                <c:pt idx="5460">
                  <c:v>58.877150999999998</c:v>
                </c:pt>
                <c:pt idx="5461">
                  <c:v>58.781756999999999</c:v>
                </c:pt>
                <c:pt idx="5462">
                  <c:v>58.680121999999997</c:v>
                </c:pt>
                <c:pt idx="5463">
                  <c:v>58.566764999999997</c:v>
                </c:pt>
                <c:pt idx="5464">
                  <c:v>58.440834000000002</c:v>
                </c:pt>
                <c:pt idx="5465">
                  <c:v>58.315899000000002</c:v>
                </c:pt>
                <c:pt idx="5466">
                  <c:v>58.202022999999997</c:v>
                </c:pt>
                <c:pt idx="5467">
                  <c:v>58.095413000000001</c:v>
                </c:pt>
                <c:pt idx="5468">
                  <c:v>57.983021000000001</c:v>
                </c:pt>
                <c:pt idx="5469">
                  <c:v>57.865501000000002</c:v>
                </c:pt>
                <c:pt idx="5470">
                  <c:v>57.751907000000003</c:v>
                </c:pt>
                <c:pt idx="5471">
                  <c:v>57.655113</c:v>
                </c:pt>
                <c:pt idx="5472">
                  <c:v>57.584105999999998</c:v>
                </c:pt>
                <c:pt idx="5473">
                  <c:v>57.528629000000002</c:v>
                </c:pt>
                <c:pt idx="5474">
                  <c:v>57.475681000000002</c:v>
                </c:pt>
                <c:pt idx="5475">
                  <c:v>57.417060999999997</c:v>
                </c:pt>
                <c:pt idx="5476">
                  <c:v>57.361828000000003</c:v>
                </c:pt>
                <c:pt idx="5477">
                  <c:v>57.317616000000001</c:v>
                </c:pt>
                <c:pt idx="5478">
                  <c:v>57.276772000000001</c:v>
                </c:pt>
                <c:pt idx="5479">
                  <c:v>57.228073000000002</c:v>
                </c:pt>
                <c:pt idx="5480">
                  <c:v>57.169209000000002</c:v>
                </c:pt>
                <c:pt idx="5481">
                  <c:v>57.102542999999997</c:v>
                </c:pt>
                <c:pt idx="5482">
                  <c:v>57.029491</c:v>
                </c:pt>
                <c:pt idx="5483">
                  <c:v>56.957436000000001</c:v>
                </c:pt>
                <c:pt idx="5484">
                  <c:v>56.901488999999998</c:v>
                </c:pt>
                <c:pt idx="5485">
                  <c:v>56.870106</c:v>
                </c:pt>
                <c:pt idx="5486">
                  <c:v>56.850951999999999</c:v>
                </c:pt>
                <c:pt idx="5487">
                  <c:v>56.836033</c:v>
                </c:pt>
                <c:pt idx="5488">
                  <c:v>56.828341999999999</c:v>
                </c:pt>
                <c:pt idx="5489">
                  <c:v>56.829445</c:v>
                </c:pt>
                <c:pt idx="5490">
                  <c:v>56.835383999999998</c:v>
                </c:pt>
                <c:pt idx="5491">
                  <c:v>56.837780000000002</c:v>
                </c:pt>
                <c:pt idx="5492">
                  <c:v>56.831443999999998</c:v>
                </c:pt>
                <c:pt idx="5493">
                  <c:v>56.823546999999998</c:v>
                </c:pt>
                <c:pt idx="5494">
                  <c:v>56.804698999999999</c:v>
                </c:pt>
                <c:pt idx="5495">
                  <c:v>56.761631000000001</c:v>
                </c:pt>
                <c:pt idx="5496">
                  <c:v>56.696381000000002</c:v>
                </c:pt>
                <c:pt idx="5497">
                  <c:v>56.612518000000001</c:v>
                </c:pt>
                <c:pt idx="5498">
                  <c:v>56.512588999999998</c:v>
                </c:pt>
                <c:pt idx="5499">
                  <c:v>56.402962000000002</c:v>
                </c:pt>
                <c:pt idx="5500">
                  <c:v>56.286586999999997</c:v>
                </c:pt>
                <c:pt idx="5501">
                  <c:v>56.165199000000001</c:v>
                </c:pt>
                <c:pt idx="5502">
                  <c:v>56.047108000000001</c:v>
                </c:pt>
                <c:pt idx="5503">
                  <c:v>55.939526000000001</c:v>
                </c:pt>
                <c:pt idx="5504">
                  <c:v>55.842342000000002</c:v>
                </c:pt>
                <c:pt idx="5505">
                  <c:v>55.760722999999999</c:v>
                </c:pt>
                <c:pt idx="5506">
                  <c:v>55.696261999999997</c:v>
                </c:pt>
                <c:pt idx="5507">
                  <c:v>55.63879</c:v>
                </c:pt>
                <c:pt idx="5508">
                  <c:v>55.588496999999997</c:v>
                </c:pt>
                <c:pt idx="5509">
                  <c:v>55.554428000000001</c:v>
                </c:pt>
                <c:pt idx="5510">
                  <c:v>55.534976999999998</c:v>
                </c:pt>
                <c:pt idx="5511">
                  <c:v>55.524647000000002</c:v>
                </c:pt>
                <c:pt idx="5512">
                  <c:v>55.514259000000003</c:v>
                </c:pt>
                <c:pt idx="5513">
                  <c:v>55.503529</c:v>
                </c:pt>
                <c:pt idx="5514">
                  <c:v>55.494830999999998</c:v>
                </c:pt>
                <c:pt idx="5515">
                  <c:v>55.491019999999999</c:v>
                </c:pt>
                <c:pt idx="5516">
                  <c:v>55.492984999999997</c:v>
                </c:pt>
                <c:pt idx="5517">
                  <c:v>55.497154000000002</c:v>
                </c:pt>
                <c:pt idx="5518">
                  <c:v>55.498569000000003</c:v>
                </c:pt>
                <c:pt idx="5519">
                  <c:v>55.495598000000001</c:v>
                </c:pt>
                <c:pt idx="5520">
                  <c:v>55.492424</c:v>
                </c:pt>
                <c:pt idx="5521">
                  <c:v>55.488667</c:v>
                </c:pt>
                <c:pt idx="5522">
                  <c:v>55.483131</c:v>
                </c:pt>
                <c:pt idx="5523">
                  <c:v>55.473770000000002</c:v>
                </c:pt>
                <c:pt idx="5524">
                  <c:v>55.463341</c:v>
                </c:pt>
                <c:pt idx="5525">
                  <c:v>55.459038</c:v>
                </c:pt>
                <c:pt idx="5526">
                  <c:v>55.460377000000001</c:v>
                </c:pt>
                <c:pt idx="5527">
                  <c:v>55.460254999999997</c:v>
                </c:pt>
                <c:pt idx="5528">
                  <c:v>55.452370000000002</c:v>
                </c:pt>
                <c:pt idx="5529">
                  <c:v>55.436278999999999</c:v>
                </c:pt>
                <c:pt idx="5530">
                  <c:v>55.415725999999999</c:v>
                </c:pt>
                <c:pt idx="5531">
                  <c:v>55.399582000000002</c:v>
                </c:pt>
                <c:pt idx="5532">
                  <c:v>55.385894999999998</c:v>
                </c:pt>
                <c:pt idx="5533">
                  <c:v>55.374825000000001</c:v>
                </c:pt>
                <c:pt idx="5534">
                  <c:v>55.367393</c:v>
                </c:pt>
                <c:pt idx="5535">
                  <c:v>55.364246000000001</c:v>
                </c:pt>
                <c:pt idx="5536">
                  <c:v>55.366382999999999</c:v>
                </c:pt>
                <c:pt idx="5537">
                  <c:v>55.374339999999997</c:v>
                </c:pt>
                <c:pt idx="5538">
                  <c:v>55.378951999999998</c:v>
                </c:pt>
                <c:pt idx="5539">
                  <c:v>55.378647000000001</c:v>
                </c:pt>
                <c:pt idx="5540">
                  <c:v>55.361660000000001</c:v>
                </c:pt>
                <c:pt idx="5541">
                  <c:v>55.327641</c:v>
                </c:pt>
                <c:pt idx="5542">
                  <c:v>55.280949</c:v>
                </c:pt>
                <c:pt idx="5543">
                  <c:v>55.230324000000003</c:v>
                </c:pt>
                <c:pt idx="5544">
                  <c:v>55.187542000000001</c:v>
                </c:pt>
                <c:pt idx="5545">
                  <c:v>55.154601999999997</c:v>
                </c:pt>
                <c:pt idx="5546">
                  <c:v>55.119067999999999</c:v>
                </c:pt>
                <c:pt idx="5547">
                  <c:v>55.073681000000001</c:v>
                </c:pt>
                <c:pt idx="5548">
                  <c:v>55.015529999999998</c:v>
                </c:pt>
                <c:pt idx="5549">
                  <c:v>54.943508000000001</c:v>
                </c:pt>
                <c:pt idx="5550">
                  <c:v>54.858822000000004</c:v>
                </c:pt>
                <c:pt idx="5551">
                  <c:v>54.765945000000002</c:v>
                </c:pt>
                <c:pt idx="5552">
                  <c:v>54.674118</c:v>
                </c:pt>
                <c:pt idx="5553">
                  <c:v>54.582970000000003</c:v>
                </c:pt>
                <c:pt idx="5554">
                  <c:v>54.488650999999997</c:v>
                </c:pt>
                <c:pt idx="5555">
                  <c:v>54.39555</c:v>
                </c:pt>
                <c:pt idx="5556">
                  <c:v>54.306156000000001</c:v>
                </c:pt>
                <c:pt idx="5557">
                  <c:v>54.225707999999997</c:v>
                </c:pt>
                <c:pt idx="5558">
                  <c:v>54.174560999999997</c:v>
                </c:pt>
                <c:pt idx="5559">
                  <c:v>54.149616000000002</c:v>
                </c:pt>
                <c:pt idx="5560">
                  <c:v>54.134509999999999</c:v>
                </c:pt>
                <c:pt idx="5561">
                  <c:v>54.123958999999999</c:v>
                </c:pt>
                <c:pt idx="5562">
                  <c:v>54.112087000000002</c:v>
                </c:pt>
                <c:pt idx="5563">
                  <c:v>54.100276999999998</c:v>
                </c:pt>
                <c:pt idx="5564">
                  <c:v>54.089942999999998</c:v>
                </c:pt>
                <c:pt idx="5565">
                  <c:v>54.078785000000003</c:v>
                </c:pt>
                <c:pt idx="5566">
                  <c:v>54.062339999999999</c:v>
                </c:pt>
                <c:pt idx="5567">
                  <c:v>54.033648999999997</c:v>
                </c:pt>
                <c:pt idx="5568">
                  <c:v>53.995556000000001</c:v>
                </c:pt>
                <c:pt idx="5569">
                  <c:v>53.946326999999997</c:v>
                </c:pt>
                <c:pt idx="5570">
                  <c:v>53.875537999999999</c:v>
                </c:pt>
                <c:pt idx="5571">
                  <c:v>53.786681999999999</c:v>
                </c:pt>
                <c:pt idx="5572">
                  <c:v>53.684921000000003</c:v>
                </c:pt>
                <c:pt idx="5573">
                  <c:v>53.571331000000001</c:v>
                </c:pt>
                <c:pt idx="5574">
                  <c:v>53.451068999999997</c:v>
                </c:pt>
                <c:pt idx="5575">
                  <c:v>53.330531999999998</c:v>
                </c:pt>
                <c:pt idx="5576">
                  <c:v>53.219119999999997</c:v>
                </c:pt>
                <c:pt idx="5577">
                  <c:v>53.119720000000001</c:v>
                </c:pt>
                <c:pt idx="5578">
                  <c:v>53.036419000000002</c:v>
                </c:pt>
                <c:pt idx="5579">
                  <c:v>52.961948</c:v>
                </c:pt>
                <c:pt idx="5580">
                  <c:v>52.880443999999997</c:v>
                </c:pt>
                <c:pt idx="5581">
                  <c:v>52.785656000000003</c:v>
                </c:pt>
                <c:pt idx="5582">
                  <c:v>52.685065999999999</c:v>
                </c:pt>
                <c:pt idx="5583">
                  <c:v>52.579383999999997</c:v>
                </c:pt>
                <c:pt idx="5584">
                  <c:v>52.471066</c:v>
                </c:pt>
                <c:pt idx="5585">
                  <c:v>52.358459000000003</c:v>
                </c:pt>
                <c:pt idx="5586">
                  <c:v>52.240791000000002</c:v>
                </c:pt>
                <c:pt idx="5587">
                  <c:v>52.125270999999998</c:v>
                </c:pt>
                <c:pt idx="5588">
                  <c:v>52.026066</c:v>
                </c:pt>
                <c:pt idx="5589">
                  <c:v>51.948588999999998</c:v>
                </c:pt>
                <c:pt idx="5590">
                  <c:v>51.893577999999998</c:v>
                </c:pt>
                <c:pt idx="5591">
                  <c:v>51.854179000000002</c:v>
                </c:pt>
                <c:pt idx="5592">
                  <c:v>51.820647999999998</c:v>
                </c:pt>
                <c:pt idx="5593">
                  <c:v>51.790871000000003</c:v>
                </c:pt>
                <c:pt idx="5594">
                  <c:v>51.766689</c:v>
                </c:pt>
                <c:pt idx="5595">
                  <c:v>51.754447999999996</c:v>
                </c:pt>
                <c:pt idx="5596">
                  <c:v>51.75132</c:v>
                </c:pt>
                <c:pt idx="5597">
                  <c:v>51.752124999999999</c:v>
                </c:pt>
                <c:pt idx="5598">
                  <c:v>51.750031</c:v>
                </c:pt>
                <c:pt idx="5599">
                  <c:v>51.741931999999998</c:v>
                </c:pt>
                <c:pt idx="5600">
                  <c:v>51.726951999999997</c:v>
                </c:pt>
                <c:pt idx="5601">
                  <c:v>51.708987999999998</c:v>
                </c:pt>
                <c:pt idx="5602">
                  <c:v>51.695427000000002</c:v>
                </c:pt>
                <c:pt idx="5603">
                  <c:v>51.681857999999998</c:v>
                </c:pt>
                <c:pt idx="5604">
                  <c:v>51.660057000000002</c:v>
                </c:pt>
                <c:pt idx="5605">
                  <c:v>51.633518000000002</c:v>
                </c:pt>
                <c:pt idx="5606">
                  <c:v>51.610821000000001</c:v>
                </c:pt>
                <c:pt idx="5607">
                  <c:v>51.592888000000002</c:v>
                </c:pt>
                <c:pt idx="5608">
                  <c:v>51.573188999999999</c:v>
                </c:pt>
                <c:pt idx="5609">
                  <c:v>51.553375000000003</c:v>
                </c:pt>
                <c:pt idx="5610">
                  <c:v>51.533707</c:v>
                </c:pt>
                <c:pt idx="5611">
                  <c:v>51.516716000000002</c:v>
                </c:pt>
                <c:pt idx="5612">
                  <c:v>51.498199</c:v>
                </c:pt>
                <c:pt idx="5613">
                  <c:v>51.470688000000003</c:v>
                </c:pt>
                <c:pt idx="5614">
                  <c:v>51.434547000000002</c:v>
                </c:pt>
                <c:pt idx="5615">
                  <c:v>51.395843999999997</c:v>
                </c:pt>
                <c:pt idx="5616">
                  <c:v>51.357574</c:v>
                </c:pt>
                <c:pt idx="5617">
                  <c:v>51.321021999999999</c:v>
                </c:pt>
                <c:pt idx="5618">
                  <c:v>51.287506</c:v>
                </c:pt>
                <c:pt idx="5619">
                  <c:v>51.254004999999999</c:v>
                </c:pt>
                <c:pt idx="5620">
                  <c:v>51.223185999999998</c:v>
                </c:pt>
                <c:pt idx="5621">
                  <c:v>51.195819999999998</c:v>
                </c:pt>
                <c:pt idx="5622">
                  <c:v>51.169978999999998</c:v>
                </c:pt>
                <c:pt idx="5623">
                  <c:v>51.148327000000002</c:v>
                </c:pt>
                <c:pt idx="5624">
                  <c:v>51.134106000000003</c:v>
                </c:pt>
                <c:pt idx="5625">
                  <c:v>51.129032000000002</c:v>
                </c:pt>
                <c:pt idx="5626">
                  <c:v>51.130401999999997</c:v>
                </c:pt>
                <c:pt idx="5627">
                  <c:v>51.137394</c:v>
                </c:pt>
                <c:pt idx="5628">
                  <c:v>51.148601999999997</c:v>
                </c:pt>
                <c:pt idx="5629">
                  <c:v>51.163795</c:v>
                </c:pt>
                <c:pt idx="5630">
                  <c:v>51.185616000000003</c:v>
                </c:pt>
                <c:pt idx="5631">
                  <c:v>51.215076000000003</c:v>
                </c:pt>
                <c:pt idx="5632">
                  <c:v>51.256656999999997</c:v>
                </c:pt>
                <c:pt idx="5633">
                  <c:v>51.306213</c:v>
                </c:pt>
                <c:pt idx="5634">
                  <c:v>51.353175999999998</c:v>
                </c:pt>
                <c:pt idx="5635">
                  <c:v>51.391804</c:v>
                </c:pt>
                <c:pt idx="5636">
                  <c:v>51.428040000000003</c:v>
                </c:pt>
                <c:pt idx="5637">
                  <c:v>51.475867999999998</c:v>
                </c:pt>
                <c:pt idx="5638">
                  <c:v>51.555053999999998</c:v>
                </c:pt>
                <c:pt idx="5639">
                  <c:v>51.666313000000002</c:v>
                </c:pt>
                <c:pt idx="5640">
                  <c:v>51.796585</c:v>
                </c:pt>
                <c:pt idx="5641">
                  <c:v>51.930370000000003</c:v>
                </c:pt>
                <c:pt idx="5642">
                  <c:v>52.058784000000003</c:v>
                </c:pt>
                <c:pt idx="5643">
                  <c:v>52.182445999999999</c:v>
                </c:pt>
                <c:pt idx="5644">
                  <c:v>52.303989000000001</c:v>
                </c:pt>
                <c:pt idx="5645">
                  <c:v>52.424754999999998</c:v>
                </c:pt>
                <c:pt idx="5646">
                  <c:v>52.546908999999999</c:v>
                </c:pt>
                <c:pt idx="5647">
                  <c:v>52.671883000000001</c:v>
                </c:pt>
                <c:pt idx="5648">
                  <c:v>52.801712000000002</c:v>
                </c:pt>
                <c:pt idx="5649">
                  <c:v>52.932304000000002</c:v>
                </c:pt>
                <c:pt idx="5650">
                  <c:v>53.066757000000003</c:v>
                </c:pt>
                <c:pt idx="5651">
                  <c:v>53.197417999999999</c:v>
                </c:pt>
                <c:pt idx="5652">
                  <c:v>53.317107999999998</c:v>
                </c:pt>
                <c:pt idx="5653">
                  <c:v>53.427298999999998</c:v>
                </c:pt>
                <c:pt idx="5654">
                  <c:v>53.531737999999997</c:v>
                </c:pt>
                <c:pt idx="5655">
                  <c:v>53.63644</c:v>
                </c:pt>
                <c:pt idx="5656">
                  <c:v>53.742171999999997</c:v>
                </c:pt>
                <c:pt idx="5657">
                  <c:v>53.856349999999999</c:v>
                </c:pt>
                <c:pt idx="5658">
                  <c:v>53.980376999999997</c:v>
                </c:pt>
                <c:pt idx="5659">
                  <c:v>54.114693000000003</c:v>
                </c:pt>
                <c:pt idx="5660">
                  <c:v>54.254631000000003</c:v>
                </c:pt>
                <c:pt idx="5661">
                  <c:v>54.392569999999999</c:v>
                </c:pt>
                <c:pt idx="5662">
                  <c:v>54.531970999999999</c:v>
                </c:pt>
                <c:pt idx="5663">
                  <c:v>54.669620999999999</c:v>
                </c:pt>
                <c:pt idx="5664">
                  <c:v>54.806556999999998</c:v>
                </c:pt>
                <c:pt idx="5665">
                  <c:v>54.946831000000003</c:v>
                </c:pt>
                <c:pt idx="5666">
                  <c:v>55.084667000000003</c:v>
                </c:pt>
                <c:pt idx="5667">
                  <c:v>55.211689</c:v>
                </c:pt>
                <c:pt idx="5668">
                  <c:v>55.318375000000003</c:v>
                </c:pt>
                <c:pt idx="5669">
                  <c:v>55.407325999999998</c:v>
                </c:pt>
                <c:pt idx="5670">
                  <c:v>55.474159</c:v>
                </c:pt>
                <c:pt idx="5671">
                  <c:v>55.511966999999999</c:v>
                </c:pt>
                <c:pt idx="5672">
                  <c:v>55.536045000000001</c:v>
                </c:pt>
                <c:pt idx="5673">
                  <c:v>55.556576</c:v>
                </c:pt>
                <c:pt idx="5674">
                  <c:v>55.574787000000001</c:v>
                </c:pt>
                <c:pt idx="5675">
                  <c:v>55.589108000000003</c:v>
                </c:pt>
                <c:pt idx="5676">
                  <c:v>55.597777999999998</c:v>
                </c:pt>
                <c:pt idx="5677">
                  <c:v>55.601536000000003</c:v>
                </c:pt>
                <c:pt idx="5678">
                  <c:v>55.604843000000002</c:v>
                </c:pt>
                <c:pt idx="5679">
                  <c:v>55.605518000000004</c:v>
                </c:pt>
                <c:pt idx="5680">
                  <c:v>55.595633999999997</c:v>
                </c:pt>
                <c:pt idx="5681">
                  <c:v>55.571860999999998</c:v>
                </c:pt>
                <c:pt idx="5682">
                  <c:v>55.535446</c:v>
                </c:pt>
                <c:pt idx="5683">
                  <c:v>55.483856000000003</c:v>
                </c:pt>
                <c:pt idx="5684">
                  <c:v>55.417411999999999</c:v>
                </c:pt>
                <c:pt idx="5685">
                  <c:v>55.342700999999998</c:v>
                </c:pt>
                <c:pt idx="5686">
                  <c:v>55.267330000000001</c:v>
                </c:pt>
                <c:pt idx="5687">
                  <c:v>55.189467999999998</c:v>
                </c:pt>
                <c:pt idx="5688">
                  <c:v>55.122757</c:v>
                </c:pt>
                <c:pt idx="5689">
                  <c:v>55.084133000000001</c:v>
                </c:pt>
                <c:pt idx="5690">
                  <c:v>55.074440000000003</c:v>
                </c:pt>
                <c:pt idx="5691">
                  <c:v>55.065125000000002</c:v>
                </c:pt>
                <c:pt idx="5692">
                  <c:v>55.054107999999999</c:v>
                </c:pt>
                <c:pt idx="5693">
                  <c:v>55.040591999999997</c:v>
                </c:pt>
                <c:pt idx="5694">
                  <c:v>55.036377000000002</c:v>
                </c:pt>
                <c:pt idx="5695">
                  <c:v>55.026404999999997</c:v>
                </c:pt>
                <c:pt idx="5696">
                  <c:v>55.001877</c:v>
                </c:pt>
                <c:pt idx="5697">
                  <c:v>54.965190999999997</c:v>
                </c:pt>
                <c:pt idx="5698">
                  <c:v>54.920127999999998</c:v>
                </c:pt>
                <c:pt idx="5699">
                  <c:v>54.871837999999997</c:v>
                </c:pt>
                <c:pt idx="5700">
                  <c:v>54.815876000000003</c:v>
                </c:pt>
                <c:pt idx="5701">
                  <c:v>54.751637000000002</c:v>
                </c:pt>
                <c:pt idx="5702">
                  <c:v>54.681449999999998</c:v>
                </c:pt>
                <c:pt idx="5703">
                  <c:v>54.615391000000002</c:v>
                </c:pt>
                <c:pt idx="5704">
                  <c:v>54.557720000000003</c:v>
                </c:pt>
                <c:pt idx="5705">
                  <c:v>54.501545</c:v>
                </c:pt>
                <c:pt idx="5706">
                  <c:v>54.441558999999998</c:v>
                </c:pt>
                <c:pt idx="5707">
                  <c:v>54.385952000000003</c:v>
                </c:pt>
                <c:pt idx="5708">
                  <c:v>54.343487000000003</c:v>
                </c:pt>
                <c:pt idx="5709">
                  <c:v>54.311829000000003</c:v>
                </c:pt>
                <c:pt idx="5710">
                  <c:v>54.292178999999997</c:v>
                </c:pt>
                <c:pt idx="5711">
                  <c:v>54.302132</c:v>
                </c:pt>
                <c:pt idx="5712">
                  <c:v>54.346710000000002</c:v>
                </c:pt>
                <c:pt idx="5713">
                  <c:v>54.403297000000002</c:v>
                </c:pt>
                <c:pt idx="5714">
                  <c:v>54.460835000000003</c:v>
                </c:pt>
                <c:pt idx="5715">
                  <c:v>54.509377000000001</c:v>
                </c:pt>
                <c:pt idx="5716">
                  <c:v>54.548988000000001</c:v>
                </c:pt>
                <c:pt idx="5717">
                  <c:v>54.585735</c:v>
                </c:pt>
                <c:pt idx="5718">
                  <c:v>54.610137999999999</c:v>
                </c:pt>
                <c:pt idx="5719">
                  <c:v>54.610424000000002</c:v>
                </c:pt>
                <c:pt idx="5720">
                  <c:v>54.580329999999996</c:v>
                </c:pt>
                <c:pt idx="5721">
                  <c:v>54.520446999999997</c:v>
                </c:pt>
                <c:pt idx="5722">
                  <c:v>54.448574000000001</c:v>
                </c:pt>
                <c:pt idx="5723">
                  <c:v>54.374786</c:v>
                </c:pt>
                <c:pt idx="5724">
                  <c:v>54.303741000000002</c:v>
                </c:pt>
                <c:pt idx="5725">
                  <c:v>54.239395000000002</c:v>
                </c:pt>
                <c:pt idx="5726">
                  <c:v>54.187618000000001</c:v>
                </c:pt>
                <c:pt idx="5727">
                  <c:v>54.144657000000002</c:v>
                </c:pt>
                <c:pt idx="5728">
                  <c:v>54.104301</c:v>
                </c:pt>
                <c:pt idx="5729">
                  <c:v>54.063884999999999</c:v>
                </c:pt>
                <c:pt idx="5730">
                  <c:v>54.025447999999997</c:v>
                </c:pt>
                <c:pt idx="5731">
                  <c:v>53.989776999999997</c:v>
                </c:pt>
                <c:pt idx="5732">
                  <c:v>53.954346000000001</c:v>
                </c:pt>
                <c:pt idx="5733">
                  <c:v>53.920704000000001</c:v>
                </c:pt>
                <c:pt idx="5734">
                  <c:v>53.893954999999998</c:v>
                </c:pt>
                <c:pt idx="5735">
                  <c:v>53.883738999999998</c:v>
                </c:pt>
                <c:pt idx="5736">
                  <c:v>53.888202999999997</c:v>
                </c:pt>
                <c:pt idx="5737">
                  <c:v>53.895828000000002</c:v>
                </c:pt>
                <c:pt idx="5738">
                  <c:v>53.885871999999999</c:v>
                </c:pt>
                <c:pt idx="5739">
                  <c:v>53.855446000000001</c:v>
                </c:pt>
                <c:pt idx="5740">
                  <c:v>53.797255999999997</c:v>
                </c:pt>
                <c:pt idx="5741">
                  <c:v>53.742339999999999</c:v>
                </c:pt>
                <c:pt idx="5742">
                  <c:v>53.686633999999998</c:v>
                </c:pt>
                <c:pt idx="5743">
                  <c:v>53.618808999999999</c:v>
                </c:pt>
                <c:pt idx="5744">
                  <c:v>53.552528000000002</c:v>
                </c:pt>
                <c:pt idx="5745">
                  <c:v>53.497352999999997</c:v>
                </c:pt>
                <c:pt idx="5746">
                  <c:v>53.440277000000002</c:v>
                </c:pt>
                <c:pt idx="5747">
                  <c:v>53.377625000000002</c:v>
                </c:pt>
                <c:pt idx="5748">
                  <c:v>53.304546000000002</c:v>
                </c:pt>
                <c:pt idx="5749">
                  <c:v>53.225085999999997</c:v>
                </c:pt>
                <c:pt idx="5750">
                  <c:v>53.137206999999997</c:v>
                </c:pt>
                <c:pt idx="5751">
                  <c:v>53.048565000000004</c:v>
                </c:pt>
                <c:pt idx="5752">
                  <c:v>52.961609000000003</c:v>
                </c:pt>
                <c:pt idx="5753">
                  <c:v>52.871780000000001</c:v>
                </c:pt>
                <c:pt idx="5754">
                  <c:v>52.782691999999997</c:v>
                </c:pt>
                <c:pt idx="5755">
                  <c:v>52.692847999999998</c:v>
                </c:pt>
                <c:pt idx="5756">
                  <c:v>52.598216999999998</c:v>
                </c:pt>
                <c:pt idx="5757">
                  <c:v>52.495292999999997</c:v>
                </c:pt>
                <c:pt idx="5758">
                  <c:v>52.393355999999997</c:v>
                </c:pt>
                <c:pt idx="5759">
                  <c:v>52.313679</c:v>
                </c:pt>
                <c:pt idx="5760">
                  <c:v>52.257117999999998</c:v>
                </c:pt>
                <c:pt idx="5761">
                  <c:v>52.194889000000003</c:v>
                </c:pt>
                <c:pt idx="5762">
                  <c:v>52.121364999999997</c:v>
                </c:pt>
                <c:pt idx="5763">
                  <c:v>52.04298</c:v>
                </c:pt>
                <c:pt idx="5764">
                  <c:v>51.967167000000003</c:v>
                </c:pt>
                <c:pt idx="5765">
                  <c:v>51.897083000000002</c:v>
                </c:pt>
                <c:pt idx="5766">
                  <c:v>51.834274000000001</c:v>
                </c:pt>
                <c:pt idx="5767">
                  <c:v>51.774261000000003</c:v>
                </c:pt>
                <c:pt idx="5768">
                  <c:v>51.714092000000001</c:v>
                </c:pt>
                <c:pt idx="5769">
                  <c:v>51.654891999999997</c:v>
                </c:pt>
                <c:pt idx="5770">
                  <c:v>51.603306000000003</c:v>
                </c:pt>
                <c:pt idx="5771">
                  <c:v>51.558261999999999</c:v>
                </c:pt>
                <c:pt idx="5772">
                  <c:v>51.513030999999998</c:v>
                </c:pt>
                <c:pt idx="5773">
                  <c:v>51.467444999999998</c:v>
                </c:pt>
                <c:pt idx="5774">
                  <c:v>51.426608999999999</c:v>
                </c:pt>
                <c:pt idx="5775">
                  <c:v>51.392539999999997</c:v>
                </c:pt>
                <c:pt idx="5776">
                  <c:v>51.362952999999997</c:v>
                </c:pt>
                <c:pt idx="5777">
                  <c:v>51.331825000000002</c:v>
                </c:pt>
                <c:pt idx="5778">
                  <c:v>51.296745000000001</c:v>
                </c:pt>
                <c:pt idx="5779">
                  <c:v>51.265231999999997</c:v>
                </c:pt>
                <c:pt idx="5780">
                  <c:v>51.233673000000003</c:v>
                </c:pt>
                <c:pt idx="5781">
                  <c:v>51.184891</c:v>
                </c:pt>
                <c:pt idx="5782">
                  <c:v>51.122467</c:v>
                </c:pt>
                <c:pt idx="5783">
                  <c:v>51.052185000000001</c:v>
                </c:pt>
                <c:pt idx="5784">
                  <c:v>50.982647</c:v>
                </c:pt>
                <c:pt idx="5785">
                  <c:v>50.916260000000001</c:v>
                </c:pt>
                <c:pt idx="5786">
                  <c:v>50.848320000000001</c:v>
                </c:pt>
                <c:pt idx="5787">
                  <c:v>50.784626000000003</c:v>
                </c:pt>
                <c:pt idx="5788">
                  <c:v>50.729889</c:v>
                </c:pt>
                <c:pt idx="5789">
                  <c:v>50.687668000000002</c:v>
                </c:pt>
                <c:pt idx="5790">
                  <c:v>50.661006999999998</c:v>
                </c:pt>
                <c:pt idx="5791">
                  <c:v>50.645080999999998</c:v>
                </c:pt>
                <c:pt idx="5792">
                  <c:v>50.633442000000002</c:v>
                </c:pt>
                <c:pt idx="5793">
                  <c:v>50.615929000000001</c:v>
                </c:pt>
                <c:pt idx="5794">
                  <c:v>50.595351999999998</c:v>
                </c:pt>
                <c:pt idx="5795">
                  <c:v>50.572890999999998</c:v>
                </c:pt>
                <c:pt idx="5796">
                  <c:v>50.551575</c:v>
                </c:pt>
                <c:pt idx="5797">
                  <c:v>50.544704000000003</c:v>
                </c:pt>
                <c:pt idx="5798">
                  <c:v>50.559494000000001</c:v>
                </c:pt>
                <c:pt idx="5799">
                  <c:v>50.588261000000003</c:v>
                </c:pt>
                <c:pt idx="5800">
                  <c:v>50.627341999999999</c:v>
                </c:pt>
                <c:pt idx="5801">
                  <c:v>50.684334</c:v>
                </c:pt>
                <c:pt idx="5802">
                  <c:v>50.768452000000003</c:v>
                </c:pt>
                <c:pt idx="5803">
                  <c:v>50.867386000000003</c:v>
                </c:pt>
                <c:pt idx="5804">
                  <c:v>50.967891999999999</c:v>
                </c:pt>
                <c:pt idx="5805">
                  <c:v>51.061889999999998</c:v>
                </c:pt>
                <c:pt idx="5806">
                  <c:v>51.143635000000003</c:v>
                </c:pt>
                <c:pt idx="5807">
                  <c:v>51.222136999999996</c:v>
                </c:pt>
                <c:pt idx="5808">
                  <c:v>51.295333999999997</c:v>
                </c:pt>
                <c:pt idx="5809">
                  <c:v>51.358764999999998</c:v>
                </c:pt>
                <c:pt idx="5810">
                  <c:v>51.417865999999997</c:v>
                </c:pt>
                <c:pt idx="5811">
                  <c:v>51.466999000000001</c:v>
                </c:pt>
                <c:pt idx="5812">
                  <c:v>51.505875000000003</c:v>
                </c:pt>
                <c:pt idx="5813">
                  <c:v>51.541691</c:v>
                </c:pt>
                <c:pt idx="5814">
                  <c:v>51.579791999999998</c:v>
                </c:pt>
                <c:pt idx="5815">
                  <c:v>51.630642000000002</c:v>
                </c:pt>
                <c:pt idx="5816">
                  <c:v>51.690922</c:v>
                </c:pt>
                <c:pt idx="5817">
                  <c:v>51.769542999999999</c:v>
                </c:pt>
                <c:pt idx="5818">
                  <c:v>51.852725999999997</c:v>
                </c:pt>
                <c:pt idx="5819">
                  <c:v>51.931423000000002</c:v>
                </c:pt>
                <c:pt idx="5820">
                  <c:v>51.999889000000003</c:v>
                </c:pt>
                <c:pt idx="5821">
                  <c:v>52.061562000000002</c:v>
                </c:pt>
                <c:pt idx="5822">
                  <c:v>52.121552000000001</c:v>
                </c:pt>
                <c:pt idx="5823">
                  <c:v>52.191803</c:v>
                </c:pt>
                <c:pt idx="5824">
                  <c:v>52.267845000000001</c:v>
                </c:pt>
                <c:pt idx="5825">
                  <c:v>52.346648999999999</c:v>
                </c:pt>
                <c:pt idx="5826">
                  <c:v>52.432713</c:v>
                </c:pt>
                <c:pt idx="5827">
                  <c:v>52.527569</c:v>
                </c:pt>
                <c:pt idx="5828">
                  <c:v>52.629500999999998</c:v>
                </c:pt>
                <c:pt idx="5829">
                  <c:v>52.737267000000003</c:v>
                </c:pt>
                <c:pt idx="5830">
                  <c:v>52.855141000000003</c:v>
                </c:pt>
                <c:pt idx="5831">
                  <c:v>52.976906</c:v>
                </c:pt>
                <c:pt idx="5832">
                  <c:v>53.097237</c:v>
                </c:pt>
                <c:pt idx="5833">
                  <c:v>53.220855999999998</c:v>
                </c:pt>
                <c:pt idx="5834">
                  <c:v>53.341304999999998</c:v>
                </c:pt>
                <c:pt idx="5835">
                  <c:v>53.448844999999999</c:v>
                </c:pt>
                <c:pt idx="5836">
                  <c:v>53.544955999999999</c:v>
                </c:pt>
                <c:pt idx="5837">
                  <c:v>53.638714</c:v>
                </c:pt>
                <c:pt idx="5838">
                  <c:v>53.731746999999999</c:v>
                </c:pt>
                <c:pt idx="5839">
                  <c:v>53.830112</c:v>
                </c:pt>
                <c:pt idx="5840">
                  <c:v>53.934258</c:v>
                </c:pt>
                <c:pt idx="5841">
                  <c:v>54.036949</c:v>
                </c:pt>
                <c:pt idx="5842">
                  <c:v>54.12809</c:v>
                </c:pt>
                <c:pt idx="5843">
                  <c:v>54.221283</c:v>
                </c:pt>
                <c:pt idx="5844">
                  <c:v>54.320225000000001</c:v>
                </c:pt>
                <c:pt idx="5845">
                  <c:v>54.412208999999997</c:v>
                </c:pt>
                <c:pt idx="5846">
                  <c:v>54.491923999999997</c:v>
                </c:pt>
                <c:pt idx="5847">
                  <c:v>54.563319999999997</c:v>
                </c:pt>
                <c:pt idx="5848">
                  <c:v>54.620902999999998</c:v>
                </c:pt>
                <c:pt idx="5849">
                  <c:v>54.664059000000002</c:v>
                </c:pt>
                <c:pt idx="5850">
                  <c:v>54.698273</c:v>
                </c:pt>
                <c:pt idx="5851">
                  <c:v>54.721809</c:v>
                </c:pt>
                <c:pt idx="5852">
                  <c:v>54.741024000000003</c:v>
                </c:pt>
                <c:pt idx="5853">
                  <c:v>54.759430000000002</c:v>
                </c:pt>
                <c:pt idx="5854">
                  <c:v>54.778511000000002</c:v>
                </c:pt>
                <c:pt idx="5855">
                  <c:v>54.794665999999999</c:v>
                </c:pt>
                <c:pt idx="5856">
                  <c:v>54.811233999999999</c:v>
                </c:pt>
                <c:pt idx="5857">
                  <c:v>54.831524000000002</c:v>
                </c:pt>
                <c:pt idx="5858">
                  <c:v>54.854526999999997</c:v>
                </c:pt>
                <c:pt idx="5859">
                  <c:v>54.875464999999998</c:v>
                </c:pt>
                <c:pt idx="5860">
                  <c:v>54.888927000000002</c:v>
                </c:pt>
                <c:pt idx="5861">
                  <c:v>54.903156000000003</c:v>
                </c:pt>
                <c:pt idx="5862">
                  <c:v>54.919860999999997</c:v>
                </c:pt>
                <c:pt idx="5863">
                  <c:v>54.939072000000003</c:v>
                </c:pt>
                <c:pt idx="5864">
                  <c:v>54.970202999999998</c:v>
                </c:pt>
                <c:pt idx="5865">
                  <c:v>55.013634000000003</c:v>
                </c:pt>
                <c:pt idx="5866">
                  <c:v>55.045113000000001</c:v>
                </c:pt>
                <c:pt idx="5867">
                  <c:v>55.067222999999998</c:v>
                </c:pt>
                <c:pt idx="5868">
                  <c:v>55.083678999999997</c:v>
                </c:pt>
                <c:pt idx="5869">
                  <c:v>55.099308000000001</c:v>
                </c:pt>
                <c:pt idx="5870">
                  <c:v>55.117877999999997</c:v>
                </c:pt>
                <c:pt idx="5871">
                  <c:v>55.138213999999998</c:v>
                </c:pt>
                <c:pt idx="5872">
                  <c:v>55.157715000000003</c:v>
                </c:pt>
                <c:pt idx="5873">
                  <c:v>55.174171000000001</c:v>
                </c:pt>
                <c:pt idx="5874">
                  <c:v>55.190685000000002</c:v>
                </c:pt>
                <c:pt idx="5875">
                  <c:v>55.210208999999999</c:v>
                </c:pt>
                <c:pt idx="5876">
                  <c:v>55.231884000000001</c:v>
                </c:pt>
                <c:pt idx="5877">
                  <c:v>55.253371999999999</c:v>
                </c:pt>
                <c:pt idx="5878">
                  <c:v>55.274192999999997</c:v>
                </c:pt>
                <c:pt idx="5879">
                  <c:v>55.294933</c:v>
                </c:pt>
                <c:pt idx="5880">
                  <c:v>55.317802</c:v>
                </c:pt>
                <c:pt idx="5881">
                  <c:v>55.350364999999996</c:v>
                </c:pt>
                <c:pt idx="5882">
                  <c:v>55.405406999999997</c:v>
                </c:pt>
                <c:pt idx="5883">
                  <c:v>55.486969000000002</c:v>
                </c:pt>
                <c:pt idx="5884">
                  <c:v>55.590156999999998</c:v>
                </c:pt>
                <c:pt idx="5885">
                  <c:v>55.710583</c:v>
                </c:pt>
                <c:pt idx="5886">
                  <c:v>55.830584999999999</c:v>
                </c:pt>
                <c:pt idx="5887">
                  <c:v>55.954692999999999</c:v>
                </c:pt>
                <c:pt idx="5888">
                  <c:v>56.082386</c:v>
                </c:pt>
                <c:pt idx="5889">
                  <c:v>56.206406000000001</c:v>
                </c:pt>
                <c:pt idx="5890">
                  <c:v>56.327393000000001</c:v>
                </c:pt>
                <c:pt idx="5891">
                  <c:v>56.449741000000003</c:v>
                </c:pt>
                <c:pt idx="5892">
                  <c:v>56.570435000000003</c:v>
                </c:pt>
                <c:pt idx="5893">
                  <c:v>56.679561999999997</c:v>
                </c:pt>
                <c:pt idx="5894">
                  <c:v>56.774799000000002</c:v>
                </c:pt>
                <c:pt idx="5895">
                  <c:v>56.857467999999997</c:v>
                </c:pt>
                <c:pt idx="5896">
                  <c:v>56.935951000000003</c:v>
                </c:pt>
                <c:pt idx="5897">
                  <c:v>57.021973000000003</c:v>
                </c:pt>
                <c:pt idx="5898">
                  <c:v>57.121108999999997</c:v>
                </c:pt>
                <c:pt idx="5899">
                  <c:v>57.221519000000001</c:v>
                </c:pt>
                <c:pt idx="5900">
                  <c:v>57.307388000000003</c:v>
                </c:pt>
                <c:pt idx="5901">
                  <c:v>57.382300999999998</c:v>
                </c:pt>
                <c:pt idx="5902">
                  <c:v>57.450386000000002</c:v>
                </c:pt>
                <c:pt idx="5903">
                  <c:v>57.525711000000001</c:v>
                </c:pt>
                <c:pt idx="5904">
                  <c:v>57.613289000000002</c:v>
                </c:pt>
                <c:pt idx="5905">
                  <c:v>57.700038999999997</c:v>
                </c:pt>
                <c:pt idx="5906">
                  <c:v>57.777949999999997</c:v>
                </c:pt>
                <c:pt idx="5907">
                  <c:v>57.844971000000001</c:v>
                </c:pt>
                <c:pt idx="5908">
                  <c:v>57.902484999999999</c:v>
                </c:pt>
                <c:pt idx="5909">
                  <c:v>57.950062000000003</c:v>
                </c:pt>
                <c:pt idx="5910">
                  <c:v>57.987060999999997</c:v>
                </c:pt>
                <c:pt idx="5911">
                  <c:v>58.015082999999997</c:v>
                </c:pt>
                <c:pt idx="5912">
                  <c:v>58.037993999999998</c:v>
                </c:pt>
                <c:pt idx="5913">
                  <c:v>58.058891000000003</c:v>
                </c:pt>
                <c:pt idx="5914">
                  <c:v>58.078606000000001</c:v>
                </c:pt>
                <c:pt idx="5915">
                  <c:v>58.097411999999998</c:v>
                </c:pt>
                <c:pt idx="5916">
                  <c:v>58.121386999999999</c:v>
                </c:pt>
                <c:pt idx="5917">
                  <c:v>58.153419</c:v>
                </c:pt>
                <c:pt idx="5918">
                  <c:v>58.192321999999997</c:v>
                </c:pt>
                <c:pt idx="5919">
                  <c:v>58.237873</c:v>
                </c:pt>
                <c:pt idx="5920">
                  <c:v>58.289054999999998</c:v>
                </c:pt>
                <c:pt idx="5921">
                  <c:v>58.347045999999999</c:v>
                </c:pt>
                <c:pt idx="5922">
                  <c:v>58.403343</c:v>
                </c:pt>
                <c:pt idx="5923">
                  <c:v>58.451908000000003</c:v>
                </c:pt>
                <c:pt idx="5924">
                  <c:v>58.490279999999998</c:v>
                </c:pt>
                <c:pt idx="5925">
                  <c:v>58.523552000000002</c:v>
                </c:pt>
                <c:pt idx="5926">
                  <c:v>58.544063999999999</c:v>
                </c:pt>
                <c:pt idx="5927">
                  <c:v>58.552624000000002</c:v>
                </c:pt>
                <c:pt idx="5928">
                  <c:v>58.551895000000002</c:v>
                </c:pt>
                <c:pt idx="5929">
                  <c:v>58.546570000000003</c:v>
                </c:pt>
                <c:pt idx="5930">
                  <c:v>58.537154999999998</c:v>
                </c:pt>
                <c:pt idx="5931">
                  <c:v>58.523426000000001</c:v>
                </c:pt>
                <c:pt idx="5932">
                  <c:v>58.511840999999997</c:v>
                </c:pt>
                <c:pt idx="5933">
                  <c:v>58.503365000000002</c:v>
                </c:pt>
                <c:pt idx="5934">
                  <c:v>58.499820999999997</c:v>
                </c:pt>
                <c:pt idx="5935">
                  <c:v>58.501102000000003</c:v>
                </c:pt>
                <c:pt idx="5936">
                  <c:v>58.506720999999999</c:v>
                </c:pt>
                <c:pt idx="5937">
                  <c:v>58.513897</c:v>
                </c:pt>
                <c:pt idx="5938">
                  <c:v>58.523350000000001</c:v>
                </c:pt>
                <c:pt idx="5939">
                  <c:v>58.536816000000002</c:v>
                </c:pt>
                <c:pt idx="5940">
                  <c:v>58.554786999999997</c:v>
                </c:pt>
                <c:pt idx="5941">
                  <c:v>58.573746</c:v>
                </c:pt>
                <c:pt idx="5942">
                  <c:v>58.589675999999997</c:v>
                </c:pt>
                <c:pt idx="5943">
                  <c:v>58.604832000000002</c:v>
                </c:pt>
                <c:pt idx="5944">
                  <c:v>58.620235000000001</c:v>
                </c:pt>
                <c:pt idx="5945">
                  <c:v>58.636223000000001</c:v>
                </c:pt>
                <c:pt idx="5946">
                  <c:v>58.647731999999998</c:v>
                </c:pt>
                <c:pt idx="5947">
                  <c:v>58.649062999999998</c:v>
                </c:pt>
                <c:pt idx="5948">
                  <c:v>58.648026000000002</c:v>
                </c:pt>
                <c:pt idx="5949">
                  <c:v>58.649653999999998</c:v>
                </c:pt>
                <c:pt idx="5950">
                  <c:v>58.657524000000002</c:v>
                </c:pt>
                <c:pt idx="5951">
                  <c:v>58.668227999999999</c:v>
                </c:pt>
                <c:pt idx="5952">
                  <c:v>58.680560999999997</c:v>
                </c:pt>
                <c:pt idx="5953">
                  <c:v>58.694705999999996</c:v>
                </c:pt>
                <c:pt idx="5954">
                  <c:v>58.708275</c:v>
                </c:pt>
                <c:pt idx="5955">
                  <c:v>58.719493999999997</c:v>
                </c:pt>
                <c:pt idx="5956">
                  <c:v>58.722614</c:v>
                </c:pt>
                <c:pt idx="5957">
                  <c:v>58.717995000000002</c:v>
                </c:pt>
                <c:pt idx="5958">
                  <c:v>58.710804000000003</c:v>
                </c:pt>
                <c:pt idx="5959">
                  <c:v>58.703262000000002</c:v>
                </c:pt>
                <c:pt idx="5960">
                  <c:v>58.697445000000002</c:v>
                </c:pt>
                <c:pt idx="5961">
                  <c:v>58.694771000000003</c:v>
                </c:pt>
                <c:pt idx="5962">
                  <c:v>58.692279999999997</c:v>
                </c:pt>
                <c:pt idx="5963">
                  <c:v>58.689548000000002</c:v>
                </c:pt>
                <c:pt idx="5964">
                  <c:v>58.682746999999999</c:v>
                </c:pt>
                <c:pt idx="5965">
                  <c:v>58.669395000000002</c:v>
                </c:pt>
                <c:pt idx="5966">
                  <c:v>58.651451000000002</c:v>
                </c:pt>
                <c:pt idx="5967">
                  <c:v>58.627963999999999</c:v>
                </c:pt>
                <c:pt idx="5968">
                  <c:v>58.602859000000002</c:v>
                </c:pt>
                <c:pt idx="5969">
                  <c:v>58.585323000000002</c:v>
                </c:pt>
                <c:pt idx="5970">
                  <c:v>58.577351</c:v>
                </c:pt>
                <c:pt idx="5971">
                  <c:v>58.575878000000003</c:v>
                </c:pt>
                <c:pt idx="5972">
                  <c:v>58.570450000000001</c:v>
                </c:pt>
                <c:pt idx="5973">
                  <c:v>58.55294</c:v>
                </c:pt>
                <c:pt idx="5974">
                  <c:v>58.529369000000003</c:v>
                </c:pt>
                <c:pt idx="5975">
                  <c:v>58.503784000000003</c:v>
                </c:pt>
                <c:pt idx="5976">
                  <c:v>58.473815999999999</c:v>
                </c:pt>
                <c:pt idx="5977">
                  <c:v>58.433700999999999</c:v>
                </c:pt>
                <c:pt idx="5978">
                  <c:v>58.381905000000003</c:v>
                </c:pt>
                <c:pt idx="5979">
                  <c:v>58.327781999999999</c:v>
                </c:pt>
                <c:pt idx="5980">
                  <c:v>58.271968999999999</c:v>
                </c:pt>
                <c:pt idx="5981">
                  <c:v>58.207546000000001</c:v>
                </c:pt>
                <c:pt idx="5982">
                  <c:v>58.126617000000003</c:v>
                </c:pt>
                <c:pt idx="5983">
                  <c:v>58.033679999999997</c:v>
                </c:pt>
                <c:pt idx="5984">
                  <c:v>57.941352999999999</c:v>
                </c:pt>
                <c:pt idx="5985">
                  <c:v>57.854675</c:v>
                </c:pt>
                <c:pt idx="5986">
                  <c:v>57.768593000000003</c:v>
                </c:pt>
                <c:pt idx="5987">
                  <c:v>57.681156000000001</c:v>
                </c:pt>
                <c:pt idx="5988">
                  <c:v>57.594600999999997</c:v>
                </c:pt>
                <c:pt idx="5989">
                  <c:v>57.510483000000001</c:v>
                </c:pt>
                <c:pt idx="5990">
                  <c:v>57.435676999999998</c:v>
                </c:pt>
                <c:pt idx="5991">
                  <c:v>57.373137999999997</c:v>
                </c:pt>
                <c:pt idx="5992">
                  <c:v>57.322848999999998</c:v>
                </c:pt>
                <c:pt idx="5993">
                  <c:v>57.278987999999998</c:v>
                </c:pt>
                <c:pt idx="5994">
                  <c:v>57.234099999999998</c:v>
                </c:pt>
                <c:pt idx="5995">
                  <c:v>57.193260000000002</c:v>
                </c:pt>
                <c:pt idx="5996">
                  <c:v>57.163119999999999</c:v>
                </c:pt>
                <c:pt idx="5997">
                  <c:v>57.143802999999998</c:v>
                </c:pt>
                <c:pt idx="5998">
                  <c:v>57.132190999999999</c:v>
                </c:pt>
                <c:pt idx="5999">
                  <c:v>57.126441999999997</c:v>
                </c:pt>
                <c:pt idx="6000">
                  <c:v>57.126263000000002</c:v>
                </c:pt>
                <c:pt idx="6001">
                  <c:v>57.133884000000002</c:v>
                </c:pt>
                <c:pt idx="6002">
                  <c:v>57.145428000000003</c:v>
                </c:pt>
                <c:pt idx="6003">
                  <c:v>57.152785999999999</c:v>
                </c:pt>
                <c:pt idx="6004">
                  <c:v>57.160792999999998</c:v>
                </c:pt>
                <c:pt idx="6005">
                  <c:v>57.174613999999998</c:v>
                </c:pt>
                <c:pt idx="6006">
                  <c:v>57.193199</c:v>
                </c:pt>
                <c:pt idx="6007">
                  <c:v>57.218947999999997</c:v>
                </c:pt>
                <c:pt idx="6008">
                  <c:v>57.251057000000003</c:v>
                </c:pt>
                <c:pt idx="6009">
                  <c:v>57.284739999999999</c:v>
                </c:pt>
                <c:pt idx="6010">
                  <c:v>57.319781999999996</c:v>
                </c:pt>
                <c:pt idx="6011">
                  <c:v>57.350394999999999</c:v>
                </c:pt>
                <c:pt idx="6012">
                  <c:v>57.376328000000001</c:v>
                </c:pt>
                <c:pt idx="6013">
                  <c:v>57.399597</c:v>
                </c:pt>
                <c:pt idx="6014">
                  <c:v>57.427570000000003</c:v>
                </c:pt>
                <c:pt idx="6015">
                  <c:v>57.472220999999998</c:v>
                </c:pt>
                <c:pt idx="6016">
                  <c:v>57.527813000000002</c:v>
                </c:pt>
                <c:pt idx="6017">
                  <c:v>57.582042999999999</c:v>
                </c:pt>
                <c:pt idx="6018">
                  <c:v>57.623069999999998</c:v>
                </c:pt>
                <c:pt idx="6019">
                  <c:v>57.653103000000002</c:v>
                </c:pt>
                <c:pt idx="6020">
                  <c:v>57.681057000000003</c:v>
                </c:pt>
                <c:pt idx="6021">
                  <c:v>57.720047000000001</c:v>
                </c:pt>
                <c:pt idx="6022">
                  <c:v>57.776882000000001</c:v>
                </c:pt>
                <c:pt idx="6023">
                  <c:v>57.841845999999997</c:v>
                </c:pt>
                <c:pt idx="6024">
                  <c:v>57.907085000000002</c:v>
                </c:pt>
                <c:pt idx="6025">
                  <c:v>57.970154000000001</c:v>
                </c:pt>
                <c:pt idx="6026">
                  <c:v>58.033951000000002</c:v>
                </c:pt>
                <c:pt idx="6027">
                  <c:v>58.102631000000002</c:v>
                </c:pt>
                <c:pt idx="6028">
                  <c:v>58.190842000000004</c:v>
                </c:pt>
                <c:pt idx="6029">
                  <c:v>58.292698000000001</c:v>
                </c:pt>
                <c:pt idx="6030">
                  <c:v>58.398330999999999</c:v>
                </c:pt>
                <c:pt idx="6031">
                  <c:v>58.501685999999999</c:v>
                </c:pt>
                <c:pt idx="6032">
                  <c:v>58.599601999999997</c:v>
                </c:pt>
                <c:pt idx="6033">
                  <c:v>58.697913999999997</c:v>
                </c:pt>
                <c:pt idx="6034">
                  <c:v>58.795025000000003</c:v>
                </c:pt>
                <c:pt idx="6035">
                  <c:v>58.890171000000002</c:v>
                </c:pt>
                <c:pt idx="6036">
                  <c:v>58.987243999999997</c:v>
                </c:pt>
                <c:pt idx="6037">
                  <c:v>59.090328</c:v>
                </c:pt>
                <c:pt idx="6038">
                  <c:v>59.203952999999998</c:v>
                </c:pt>
                <c:pt idx="6039">
                  <c:v>59.318260000000002</c:v>
                </c:pt>
                <c:pt idx="6040">
                  <c:v>59.434604999999998</c:v>
                </c:pt>
                <c:pt idx="6041">
                  <c:v>59.547573</c:v>
                </c:pt>
                <c:pt idx="6042">
                  <c:v>59.657200000000003</c:v>
                </c:pt>
                <c:pt idx="6043">
                  <c:v>59.763278999999997</c:v>
                </c:pt>
                <c:pt idx="6044">
                  <c:v>59.860053999999998</c:v>
                </c:pt>
                <c:pt idx="6045">
                  <c:v>59.952587000000001</c:v>
                </c:pt>
                <c:pt idx="6046">
                  <c:v>60.043900000000001</c:v>
                </c:pt>
                <c:pt idx="6047">
                  <c:v>60.146785999999999</c:v>
                </c:pt>
                <c:pt idx="6048">
                  <c:v>60.257201999999999</c:v>
                </c:pt>
                <c:pt idx="6049">
                  <c:v>60.373649999999998</c:v>
                </c:pt>
                <c:pt idx="6050">
                  <c:v>60.484881999999999</c:v>
                </c:pt>
                <c:pt idx="6051">
                  <c:v>60.580528000000001</c:v>
                </c:pt>
                <c:pt idx="6052">
                  <c:v>60.663550999999998</c:v>
                </c:pt>
                <c:pt idx="6053">
                  <c:v>60.735809000000003</c:v>
                </c:pt>
                <c:pt idx="6054">
                  <c:v>60.798687000000001</c:v>
                </c:pt>
                <c:pt idx="6055">
                  <c:v>60.855426999999999</c:v>
                </c:pt>
                <c:pt idx="6056">
                  <c:v>60.908703000000003</c:v>
                </c:pt>
                <c:pt idx="6057">
                  <c:v>60.967308000000003</c:v>
                </c:pt>
                <c:pt idx="6058">
                  <c:v>61.038193</c:v>
                </c:pt>
                <c:pt idx="6059">
                  <c:v>61.111503999999996</c:v>
                </c:pt>
                <c:pt idx="6060">
                  <c:v>61.181258999999997</c:v>
                </c:pt>
                <c:pt idx="6061">
                  <c:v>61.244273999999997</c:v>
                </c:pt>
                <c:pt idx="6062">
                  <c:v>61.298755999999997</c:v>
                </c:pt>
                <c:pt idx="6063">
                  <c:v>61.342834000000003</c:v>
                </c:pt>
                <c:pt idx="6064">
                  <c:v>61.380572999999998</c:v>
                </c:pt>
                <c:pt idx="6065">
                  <c:v>61.423439000000002</c:v>
                </c:pt>
                <c:pt idx="6066">
                  <c:v>61.468800000000002</c:v>
                </c:pt>
                <c:pt idx="6067">
                  <c:v>61.511046999999998</c:v>
                </c:pt>
                <c:pt idx="6068">
                  <c:v>61.548847000000002</c:v>
                </c:pt>
                <c:pt idx="6069">
                  <c:v>61.580879000000003</c:v>
                </c:pt>
                <c:pt idx="6070">
                  <c:v>61.606358</c:v>
                </c:pt>
                <c:pt idx="6071">
                  <c:v>61.627316</c:v>
                </c:pt>
                <c:pt idx="6072">
                  <c:v>61.649605000000001</c:v>
                </c:pt>
                <c:pt idx="6073">
                  <c:v>61.676338000000001</c:v>
                </c:pt>
                <c:pt idx="6074">
                  <c:v>61.709964999999997</c:v>
                </c:pt>
                <c:pt idx="6075">
                  <c:v>61.757277999999999</c:v>
                </c:pt>
                <c:pt idx="6076">
                  <c:v>61.817135</c:v>
                </c:pt>
                <c:pt idx="6077">
                  <c:v>61.887622999999998</c:v>
                </c:pt>
                <c:pt idx="6078">
                  <c:v>61.962502000000001</c:v>
                </c:pt>
                <c:pt idx="6079">
                  <c:v>62.035130000000002</c:v>
                </c:pt>
                <c:pt idx="6080">
                  <c:v>62.099730999999998</c:v>
                </c:pt>
                <c:pt idx="6081">
                  <c:v>62.157223000000002</c:v>
                </c:pt>
                <c:pt idx="6082">
                  <c:v>62.210360999999999</c:v>
                </c:pt>
                <c:pt idx="6083">
                  <c:v>62.257843000000001</c:v>
                </c:pt>
                <c:pt idx="6084">
                  <c:v>62.300353999999999</c:v>
                </c:pt>
                <c:pt idx="6085">
                  <c:v>62.339809000000002</c:v>
                </c:pt>
                <c:pt idx="6086">
                  <c:v>62.387188000000002</c:v>
                </c:pt>
                <c:pt idx="6087">
                  <c:v>62.449008999999997</c:v>
                </c:pt>
                <c:pt idx="6088">
                  <c:v>62.522647999999997</c:v>
                </c:pt>
                <c:pt idx="6089">
                  <c:v>62.601348999999999</c:v>
                </c:pt>
                <c:pt idx="6090">
                  <c:v>62.679538999999998</c:v>
                </c:pt>
                <c:pt idx="6091">
                  <c:v>62.757022999999997</c:v>
                </c:pt>
                <c:pt idx="6092">
                  <c:v>62.837981999999997</c:v>
                </c:pt>
                <c:pt idx="6093">
                  <c:v>62.922691</c:v>
                </c:pt>
                <c:pt idx="6094">
                  <c:v>63.021495999999999</c:v>
                </c:pt>
                <c:pt idx="6095">
                  <c:v>63.132446000000002</c:v>
                </c:pt>
                <c:pt idx="6096">
                  <c:v>63.251553000000001</c:v>
                </c:pt>
                <c:pt idx="6097">
                  <c:v>63.371943999999999</c:v>
                </c:pt>
                <c:pt idx="6098">
                  <c:v>63.486012000000002</c:v>
                </c:pt>
                <c:pt idx="6099">
                  <c:v>63.593108999999998</c:v>
                </c:pt>
                <c:pt idx="6100">
                  <c:v>63.701267000000001</c:v>
                </c:pt>
                <c:pt idx="6101">
                  <c:v>63.812621999999998</c:v>
                </c:pt>
                <c:pt idx="6102">
                  <c:v>63.918036999999998</c:v>
                </c:pt>
                <c:pt idx="6103">
                  <c:v>64.015861999999998</c:v>
                </c:pt>
                <c:pt idx="6104">
                  <c:v>64.110221999999993</c:v>
                </c:pt>
                <c:pt idx="6105">
                  <c:v>64.202811999999994</c:v>
                </c:pt>
                <c:pt idx="6106">
                  <c:v>64.291702000000001</c:v>
                </c:pt>
                <c:pt idx="6107">
                  <c:v>64.382767000000001</c:v>
                </c:pt>
                <c:pt idx="6108">
                  <c:v>64.476027999999999</c:v>
                </c:pt>
                <c:pt idx="6109">
                  <c:v>64.571053000000006</c:v>
                </c:pt>
                <c:pt idx="6110">
                  <c:v>64.666649000000007</c:v>
                </c:pt>
                <c:pt idx="6111">
                  <c:v>64.759925999999993</c:v>
                </c:pt>
                <c:pt idx="6112">
                  <c:v>64.850876</c:v>
                </c:pt>
                <c:pt idx="6113">
                  <c:v>64.938034000000002</c:v>
                </c:pt>
                <c:pt idx="6114">
                  <c:v>65.027137999999994</c:v>
                </c:pt>
                <c:pt idx="6115">
                  <c:v>65.122765000000001</c:v>
                </c:pt>
                <c:pt idx="6116">
                  <c:v>65.227806000000001</c:v>
                </c:pt>
                <c:pt idx="6117">
                  <c:v>65.342055999999999</c:v>
                </c:pt>
                <c:pt idx="6118">
                  <c:v>65.460144</c:v>
                </c:pt>
                <c:pt idx="6119">
                  <c:v>65.575325000000007</c:v>
                </c:pt>
                <c:pt idx="6120">
                  <c:v>65.685867000000002</c:v>
                </c:pt>
                <c:pt idx="6121">
                  <c:v>65.791938999999999</c:v>
                </c:pt>
                <c:pt idx="6122">
                  <c:v>65.904785000000004</c:v>
                </c:pt>
                <c:pt idx="6123">
                  <c:v>66.022636000000006</c:v>
                </c:pt>
                <c:pt idx="6124">
                  <c:v>66.144485000000003</c:v>
                </c:pt>
                <c:pt idx="6125">
                  <c:v>66.269729999999996</c:v>
                </c:pt>
                <c:pt idx="6126">
                  <c:v>66.393187999999995</c:v>
                </c:pt>
                <c:pt idx="6127">
                  <c:v>66.505249000000006</c:v>
                </c:pt>
                <c:pt idx="6128">
                  <c:v>66.623901000000004</c:v>
                </c:pt>
                <c:pt idx="6129">
                  <c:v>66.738326999999998</c:v>
                </c:pt>
                <c:pt idx="6130">
                  <c:v>66.851257000000004</c:v>
                </c:pt>
                <c:pt idx="6131">
                  <c:v>66.980705</c:v>
                </c:pt>
                <c:pt idx="6132">
                  <c:v>67.116507999999996</c:v>
                </c:pt>
                <c:pt idx="6133">
                  <c:v>67.259597999999997</c:v>
                </c:pt>
                <c:pt idx="6134">
                  <c:v>67.401886000000005</c:v>
                </c:pt>
                <c:pt idx="6135">
                  <c:v>67.529892000000004</c:v>
                </c:pt>
                <c:pt idx="6136">
                  <c:v>67.639824000000004</c:v>
                </c:pt>
                <c:pt idx="6137">
                  <c:v>67.745177999999996</c:v>
                </c:pt>
                <c:pt idx="6138">
                  <c:v>67.844802999999999</c:v>
                </c:pt>
                <c:pt idx="6139">
                  <c:v>67.947272999999996</c:v>
                </c:pt>
                <c:pt idx="6140">
                  <c:v>68.059653999999995</c:v>
                </c:pt>
                <c:pt idx="6141">
                  <c:v>68.17765</c:v>
                </c:pt>
                <c:pt idx="6142">
                  <c:v>68.290961999999993</c:v>
                </c:pt>
                <c:pt idx="6143">
                  <c:v>68.395759999999996</c:v>
                </c:pt>
                <c:pt idx="6144">
                  <c:v>68.486832000000007</c:v>
                </c:pt>
                <c:pt idx="6145">
                  <c:v>68.562897000000007</c:v>
                </c:pt>
                <c:pt idx="6146">
                  <c:v>68.627914000000004</c:v>
                </c:pt>
                <c:pt idx="6147">
                  <c:v>68.684166000000005</c:v>
                </c:pt>
                <c:pt idx="6148">
                  <c:v>68.738014000000007</c:v>
                </c:pt>
                <c:pt idx="6149">
                  <c:v>68.796265000000005</c:v>
                </c:pt>
                <c:pt idx="6150">
                  <c:v>68.861198000000002</c:v>
                </c:pt>
                <c:pt idx="6151">
                  <c:v>68.931122000000002</c:v>
                </c:pt>
                <c:pt idx="6152">
                  <c:v>69.005759999999995</c:v>
                </c:pt>
                <c:pt idx="6153">
                  <c:v>69.078697000000005</c:v>
                </c:pt>
                <c:pt idx="6154">
                  <c:v>69.148514000000006</c:v>
                </c:pt>
                <c:pt idx="6155">
                  <c:v>69.21772</c:v>
                </c:pt>
                <c:pt idx="6156">
                  <c:v>69.283034999999998</c:v>
                </c:pt>
                <c:pt idx="6157">
                  <c:v>69.345139000000003</c:v>
                </c:pt>
                <c:pt idx="6158">
                  <c:v>69.409194999999997</c:v>
                </c:pt>
                <c:pt idx="6159">
                  <c:v>69.477271999999999</c:v>
                </c:pt>
                <c:pt idx="6160">
                  <c:v>69.550612999999998</c:v>
                </c:pt>
                <c:pt idx="6161">
                  <c:v>69.630356000000006</c:v>
                </c:pt>
                <c:pt idx="6162">
                  <c:v>69.716339000000005</c:v>
                </c:pt>
                <c:pt idx="6163">
                  <c:v>69.806633000000005</c:v>
                </c:pt>
                <c:pt idx="6164">
                  <c:v>69.903671000000003</c:v>
                </c:pt>
                <c:pt idx="6165">
                  <c:v>70.001541000000003</c:v>
                </c:pt>
                <c:pt idx="6166">
                  <c:v>70.100898999999998</c:v>
                </c:pt>
                <c:pt idx="6167">
                  <c:v>70.211494000000002</c:v>
                </c:pt>
                <c:pt idx="6168">
                  <c:v>70.324837000000002</c:v>
                </c:pt>
                <c:pt idx="6169">
                  <c:v>70.430335999999997</c:v>
                </c:pt>
                <c:pt idx="6170">
                  <c:v>70.520484999999994</c:v>
                </c:pt>
                <c:pt idx="6171">
                  <c:v>70.591414999999998</c:v>
                </c:pt>
                <c:pt idx="6172">
                  <c:v>70.642380000000003</c:v>
                </c:pt>
                <c:pt idx="6173">
                  <c:v>70.679146000000003</c:v>
                </c:pt>
                <c:pt idx="6174">
                  <c:v>70.709045000000003</c:v>
                </c:pt>
                <c:pt idx="6175">
                  <c:v>70.742133999999993</c:v>
                </c:pt>
                <c:pt idx="6176">
                  <c:v>70.776848000000001</c:v>
                </c:pt>
                <c:pt idx="6177">
                  <c:v>70.815291999999999</c:v>
                </c:pt>
                <c:pt idx="6178">
                  <c:v>70.859604000000004</c:v>
                </c:pt>
                <c:pt idx="6179">
                  <c:v>70.915779000000001</c:v>
                </c:pt>
                <c:pt idx="6180">
                  <c:v>70.984283000000005</c:v>
                </c:pt>
                <c:pt idx="6181">
                  <c:v>71.069999999999993</c:v>
                </c:pt>
                <c:pt idx="6182">
                  <c:v>71.167679000000007</c:v>
                </c:pt>
                <c:pt idx="6183">
                  <c:v>71.270004</c:v>
                </c:pt>
                <c:pt idx="6184">
                  <c:v>71.371323000000004</c:v>
                </c:pt>
                <c:pt idx="6185">
                  <c:v>71.464271999999994</c:v>
                </c:pt>
                <c:pt idx="6186">
                  <c:v>71.543861000000007</c:v>
                </c:pt>
                <c:pt idx="6187">
                  <c:v>71.610412999999994</c:v>
                </c:pt>
                <c:pt idx="6188">
                  <c:v>71.670424999999994</c:v>
                </c:pt>
                <c:pt idx="6189">
                  <c:v>71.728095999999994</c:v>
                </c:pt>
                <c:pt idx="6190">
                  <c:v>71.788321999999994</c:v>
                </c:pt>
                <c:pt idx="6191">
                  <c:v>71.850227000000004</c:v>
                </c:pt>
                <c:pt idx="6192">
                  <c:v>71.909676000000005</c:v>
                </c:pt>
                <c:pt idx="6193">
                  <c:v>71.959250999999995</c:v>
                </c:pt>
                <c:pt idx="6194">
                  <c:v>71.997849000000002</c:v>
                </c:pt>
                <c:pt idx="6195">
                  <c:v>72.022094999999993</c:v>
                </c:pt>
                <c:pt idx="6196">
                  <c:v>72.035103000000007</c:v>
                </c:pt>
                <c:pt idx="6197">
                  <c:v>72.045653999999999</c:v>
                </c:pt>
                <c:pt idx="6198">
                  <c:v>72.055488999999994</c:v>
                </c:pt>
                <c:pt idx="6199">
                  <c:v>72.066772</c:v>
                </c:pt>
                <c:pt idx="6200">
                  <c:v>72.079063000000005</c:v>
                </c:pt>
                <c:pt idx="6201">
                  <c:v>72.096680000000006</c:v>
                </c:pt>
                <c:pt idx="6202">
                  <c:v>72.114547999999999</c:v>
                </c:pt>
                <c:pt idx="6203">
                  <c:v>72.130065999999999</c:v>
                </c:pt>
                <c:pt idx="6204">
                  <c:v>72.148246999999998</c:v>
                </c:pt>
                <c:pt idx="6205">
                  <c:v>72.168327000000005</c:v>
                </c:pt>
                <c:pt idx="6206">
                  <c:v>72.190117000000001</c:v>
                </c:pt>
                <c:pt idx="6207">
                  <c:v>72.212967000000006</c:v>
                </c:pt>
                <c:pt idx="6208">
                  <c:v>72.234748999999994</c:v>
                </c:pt>
                <c:pt idx="6209">
                  <c:v>72.258842000000001</c:v>
                </c:pt>
                <c:pt idx="6210">
                  <c:v>72.281975000000003</c:v>
                </c:pt>
                <c:pt idx="6211">
                  <c:v>72.299744000000004</c:v>
                </c:pt>
                <c:pt idx="6212">
                  <c:v>72.315926000000005</c:v>
                </c:pt>
                <c:pt idx="6213">
                  <c:v>72.336044000000001</c:v>
                </c:pt>
                <c:pt idx="6214">
                  <c:v>72.359558000000007</c:v>
                </c:pt>
                <c:pt idx="6215">
                  <c:v>72.382544999999993</c:v>
                </c:pt>
                <c:pt idx="6216">
                  <c:v>72.405197000000001</c:v>
                </c:pt>
                <c:pt idx="6217">
                  <c:v>72.426224000000005</c:v>
                </c:pt>
                <c:pt idx="6218">
                  <c:v>72.441933000000006</c:v>
                </c:pt>
                <c:pt idx="6219">
                  <c:v>72.453040999999999</c:v>
                </c:pt>
                <c:pt idx="6220">
                  <c:v>72.462676999999999</c:v>
                </c:pt>
                <c:pt idx="6221">
                  <c:v>72.472603000000007</c:v>
                </c:pt>
                <c:pt idx="6222">
                  <c:v>72.481269999999995</c:v>
                </c:pt>
                <c:pt idx="6223">
                  <c:v>72.485091999999995</c:v>
                </c:pt>
                <c:pt idx="6224">
                  <c:v>72.484390000000005</c:v>
                </c:pt>
                <c:pt idx="6225">
                  <c:v>72.484313999999998</c:v>
                </c:pt>
                <c:pt idx="6226">
                  <c:v>72.484566000000001</c:v>
                </c:pt>
                <c:pt idx="6227">
                  <c:v>72.485802000000007</c:v>
                </c:pt>
                <c:pt idx="6228">
                  <c:v>72.482498000000007</c:v>
                </c:pt>
                <c:pt idx="6229">
                  <c:v>72.468215999999998</c:v>
                </c:pt>
                <c:pt idx="6230">
                  <c:v>72.442008999999999</c:v>
                </c:pt>
                <c:pt idx="6231">
                  <c:v>72.404503000000005</c:v>
                </c:pt>
                <c:pt idx="6232">
                  <c:v>72.360221999999993</c:v>
                </c:pt>
                <c:pt idx="6233">
                  <c:v>72.316406000000001</c:v>
                </c:pt>
                <c:pt idx="6234">
                  <c:v>72.275161999999995</c:v>
                </c:pt>
                <c:pt idx="6235">
                  <c:v>72.22654</c:v>
                </c:pt>
                <c:pt idx="6236">
                  <c:v>72.160872999999995</c:v>
                </c:pt>
                <c:pt idx="6237">
                  <c:v>72.082656999999998</c:v>
                </c:pt>
                <c:pt idx="6238">
                  <c:v>71.995711999999997</c:v>
                </c:pt>
                <c:pt idx="6239">
                  <c:v>71.899451999999997</c:v>
                </c:pt>
                <c:pt idx="6240">
                  <c:v>71.799605999999997</c:v>
                </c:pt>
                <c:pt idx="6241">
                  <c:v>71.704093999999998</c:v>
                </c:pt>
                <c:pt idx="6242">
                  <c:v>71.619225</c:v>
                </c:pt>
                <c:pt idx="6243">
                  <c:v>71.543189999999996</c:v>
                </c:pt>
                <c:pt idx="6244">
                  <c:v>71.472037999999998</c:v>
                </c:pt>
                <c:pt idx="6245">
                  <c:v>71.401611000000003</c:v>
                </c:pt>
                <c:pt idx="6246">
                  <c:v>71.324546999999995</c:v>
                </c:pt>
                <c:pt idx="6247">
                  <c:v>71.233024999999998</c:v>
                </c:pt>
                <c:pt idx="6248">
                  <c:v>71.133453000000003</c:v>
                </c:pt>
                <c:pt idx="6249">
                  <c:v>71.033203</c:v>
                </c:pt>
                <c:pt idx="6250">
                  <c:v>70.937781999999999</c:v>
                </c:pt>
                <c:pt idx="6251">
                  <c:v>70.849532999999994</c:v>
                </c:pt>
                <c:pt idx="6252">
                  <c:v>70.767448000000002</c:v>
                </c:pt>
                <c:pt idx="6253">
                  <c:v>70.695510999999996</c:v>
                </c:pt>
                <c:pt idx="6254">
                  <c:v>70.626311999999999</c:v>
                </c:pt>
                <c:pt idx="6255">
                  <c:v>70.558197000000007</c:v>
                </c:pt>
                <c:pt idx="6256">
                  <c:v>70.486114999999998</c:v>
                </c:pt>
                <c:pt idx="6257">
                  <c:v>70.405067000000003</c:v>
                </c:pt>
                <c:pt idx="6258">
                  <c:v>70.314200999999997</c:v>
                </c:pt>
                <c:pt idx="6259">
                  <c:v>70.217003000000005</c:v>
                </c:pt>
                <c:pt idx="6260">
                  <c:v>70.120116999999993</c:v>
                </c:pt>
                <c:pt idx="6261">
                  <c:v>70.020767000000006</c:v>
                </c:pt>
                <c:pt idx="6262">
                  <c:v>69.920021000000006</c:v>
                </c:pt>
                <c:pt idx="6263">
                  <c:v>69.819916000000006</c:v>
                </c:pt>
                <c:pt idx="6264">
                  <c:v>69.713500999999994</c:v>
                </c:pt>
                <c:pt idx="6265">
                  <c:v>69.605025999999995</c:v>
                </c:pt>
                <c:pt idx="6266">
                  <c:v>69.512198999999995</c:v>
                </c:pt>
                <c:pt idx="6267">
                  <c:v>69.445060999999995</c:v>
                </c:pt>
                <c:pt idx="6268">
                  <c:v>69.408783</c:v>
                </c:pt>
                <c:pt idx="6269">
                  <c:v>69.398078999999996</c:v>
                </c:pt>
                <c:pt idx="6270">
                  <c:v>69.397354000000007</c:v>
                </c:pt>
                <c:pt idx="6271">
                  <c:v>69.403296999999995</c:v>
                </c:pt>
                <c:pt idx="6272">
                  <c:v>69.411300999999995</c:v>
                </c:pt>
                <c:pt idx="6273">
                  <c:v>69.419548000000006</c:v>
                </c:pt>
                <c:pt idx="6274">
                  <c:v>69.425644000000005</c:v>
                </c:pt>
                <c:pt idx="6275">
                  <c:v>69.430289999999999</c:v>
                </c:pt>
                <c:pt idx="6276">
                  <c:v>69.432937999999993</c:v>
                </c:pt>
                <c:pt idx="6277">
                  <c:v>69.438911000000004</c:v>
                </c:pt>
                <c:pt idx="6278">
                  <c:v>69.449698999999995</c:v>
                </c:pt>
                <c:pt idx="6279">
                  <c:v>69.465416000000005</c:v>
                </c:pt>
                <c:pt idx="6280">
                  <c:v>69.484527999999997</c:v>
                </c:pt>
                <c:pt idx="6281">
                  <c:v>69.505882</c:v>
                </c:pt>
                <c:pt idx="6282">
                  <c:v>69.528969000000004</c:v>
                </c:pt>
                <c:pt idx="6283">
                  <c:v>69.552254000000005</c:v>
                </c:pt>
                <c:pt idx="6284">
                  <c:v>69.571815000000001</c:v>
                </c:pt>
                <c:pt idx="6285">
                  <c:v>69.583031000000005</c:v>
                </c:pt>
                <c:pt idx="6286">
                  <c:v>69.582145999999995</c:v>
                </c:pt>
                <c:pt idx="6287">
                  <c:v>69.563727999999998</c:v>
                </c:pt>
                <c:pt idx="6288">
                  <c:v>69.534760000000006</c:v>
                </c:pt>
                <c:pt idx="6289">
                  <c:v>69.504836999999995</c:v>
                </c:pt>
                <c:pt idx="6290">
                  <c:v>69.478927999999996</c:v>
                </c:pt>
                <c:pt idx="6291">
                  <c:v>69.463997000000006</c:v>
                </c:pt>
                <c:pt idx="6292">
                  <c:v>69.454918000000006</c:v>
                </c:pt>
                <c:pt idx="6293">
                  <c:v>69.446556000000001</c:v>
                </c:pt>
                <c:pt idx="6294">
                  <c:v>69.446426000000002</c:v>
                </c:pt>
                <c:pt idx="6295">
                  <c:v>69.448807000000002</c:v>
                </c:pt>
                <c:pt idx="6296">
                  <c:v>69.456573000000006</c:v>
                </c:pt>
                <c:pt idx="6297">
                  <c:v>69.462592999999998</c:v>
                </c:pt>
                <c:pt idx="6298">
                  <c:v>69.466751000000002</c:v>
                </c:pt>
                <c:pt idx="6299">
                  <c:v>69.481078999999994</c:v>
                </c:pt>
                <c:pt idx="6300">
                  <c:v>69.517455999999996</c:v>
                </c:pt>
                <c:pt idx="6301">
                  <c:v>69.575835999999995</c:v>
                </c:pt>
                <c:pt idx="6302">
                  <c:v>69.658271999999997</c:v>
                </c:pt>
                <c:pt idx="6303">
                  <c:v>69.771927000000005</c:v>
                </c:pt>
                <c:pt idx="6304">
                  <c:v>69.893280000000004</c:v>
                </c:pt>
                <c:pt idx="6305">
                  <c:v>70.016578999999993</c:v>
                </c:pt>
                <c:pt idx="6306">
                  <c:v>70.149635000000004</c:v>
                </c:pt>
                <c:pt idx="6307">
                  <c:v>70.271332000000001</c:v>
                </c:pt>
                <c:pt idx="6308">
                  <c:v>70.383965000000003</c:v>
                </c:pt>
                <c:pt idx="6309">
                  <c:v>70.468079000000003</c:v>
                </c:pt>
                <c:pt idx="6310">
                  <c:v>70.527953999999994</c:v>
                </c:pt>
                <c:pt idx="6311">
                  <c:v>70.581207000000006</c:v>
                </c:pt>
                <c:pt idx="6312">
                  <c:v>70.620636000000005</c:v>
                </c:pt>
                <c:pt idx="6313">
                  <c:v>70.664719000000005</c:v>
                </c:pt>
                <c:pt idx="6314">
                  <c:v>70.714873999999995</c:v>
                </c:pt>
                <c:pt idx="6315">
                  <c:v>70.760673999999995</c:v>
                </c:pt>
                <c:pt idx="6316">
                  <c:v>70.815917999999996</c:v>
                </c:pt>
                <c:pt idx="6317">
                  <c:v>70.879493999999994</c:v>
                </c:pt>
                <c:pt idx="6318">
                  <c:v>70.957863000000003</c:v>
                </c:pt>
                <c:pt idx="6319">
                  <c:v>71.048743999999999</c:v>
                </c:pt>
                <c:pt idx="6320">
                  <c:v>71.143722999999994</c:v>
                </c:pt>
                <c:pt idx="6321">
                  <c:v>71.238997999999995</c:v>
                </c:pt>
                <c:pt idx="6322">
                  <c:v>71.331963000000002</c:v>
                </c:pt>
                <c:pt idx="6323">
                  <c:v>71.419846000000007</c:v>
                </c:pt>
                <c:pt idx="6324">
                  <c:v>71.500007999999994</c:v>
                </c:pt>
                <c:pt idx="6325">
                  <c:v>71.575111000000007</c:v>
                </c:pt>
                <c:pt idx="6326">
                  <c:v>71.654792999999998</c:v>
                </c:pt>
                <c:pt idx="6327">
                  <c:v>71.741776000000002</c:v>
                </c:pt>
                <c:pt idx="6328">
                  <c:v>71.834327999999999</c:v>
                </c:pt>
                <c:pt idx="6329">
                  <c:v>71.930167999999995</c:v>
                </c:pt>
                <c:pt idx="6330">
                  <c:v>72.025497000000001</c:v>
                </c:pt>
                <c:pt idx="6331">
                  <c:v>72.112846000000005</c:v>
                </c:pt>
                <c:pt idx="6332">
                  <c:v>72.182975999999996</c:v>
                </c:pt>
                <c:pt idx="6333">
                  <c:v>72.226646000000002</c:v>
                </c:pt>
                <c:pt idx="6334">
                  <c:v>72.241234000000006</c:v>
                </c:pt>
                <c:pt idx="6335">
                  <c:v>72.227660999999998</c:v>
                </c:pt>
                <c:pt idx="6336">
                  <c:v>72.202895999999996</c:v>
                </c:pt>
                <c:pt idx="6337">
                  <c:v>72.185340999999994</c:v>
                </c:pt>
                <c:pt idx="6338">
                  <c:v>72.175583000000003</c:v>
                </c:pt>
                <c:pt idx="6339">
                  <c:v>72.175483999999997</c:v>
                </c:pt>
                <c:pt idx="6340">
                  <c:v>72.192870999999997</c:v>
                </c:pt>
                <c:pt idx="6341">
                  <c:v>72.230712999999994</c:v>
                </c:pt>
                <c:pt idx="6342">
                  <c:v>72.278412000000003</c:v>
                </c:pt>
                <c:pt idx="6343">
                  <c:v>72.319930999999997</c:v>
                </c:pt>
                <c:pt idx="6344">
                  <c:v>72.360457999999994</c:v>
                </c:pt>
                <c:pt idx="6345">
                  <c:v>72.395020000000002</c:v>
                </c:pt>
                <c:pt idx="6346">
                  <c:v>72.435822000000002</c:v>
                </c:pt>
                <c:pt idx="6347">
                  <c:v>72.488731000000001</c:v>
                </c:pt>
                <c:pt idx="6348">
                  <c:v>72.546622999999997</c:v>
                </c:pt>
                <c:pt idx="6349">
                  <c:v>72.609359999999995</c:v>
                </c:pt>
                <c:pt idx="6350">
                  <c:v>72.677597000000006</c:v>
                </c:pt>
                <c:pt idx="6351">
                  <c:v>72.750107</c:v>
                </c:pt>
                <c:pt idx="6352">
                  <c:v>72.823043999999996</c:v>
                </c:pt>
                <c:pt idx="6353">
                  <c:v>72.893378999999996</c:v>
                </c:pt>
                <c:pt idx="6354">
                  <c:v>72.965607000000006</c:v>
                </c:pt>
                <c:pt idx="6355">
                  <c:v>73.037803999999994</c:v>
                </c:pt>
                <c:pt idx="6356">
                  <c:v>73.100716000000006</c:v>
                </c:pt>
                <c:pt idx="6357">
                  <c:v>73.152648999999997</c:v>
                </c:pt>
                <c:pt idx="6358">
                  <c:v>73.201042000000001</c:v>
                </c:pt>
                <c:pt idx="6359">
                  <c:v>73.263831999999994</c:v>
                </c:pt>
                <c:pt idx="6360">
                  <c:v>73.351630999999998</c:v>
                </c:pt>
                <c:pt idx="6361">
                  <c:v>73.466209000000006</c:v>
                </c:pt>
                <c:pt idx="6362">
                  <c:v>73.597908000000004</c:v>
                </c:pt>
                <c:pt idx="6363">
                  <c:v>73.739647000000005</c:v>
                </c:pt>
                <c:pt idx="6364">
                  <c:v>73.889076000000003</c:v>
                </c:pt>
                <c:pt idx="6365">
                  <c:v>74.039321999999999</c:v>
                </c:pt>
                <c:pt idx="6366">
                  <c:v>74.184173999999999</c:v>
                </c:pt>
                <c:pt idx="6367">
                  <c:v>74.328948999999994</c:v>
                </c:pt>
                <c:pt idx="6368">
                  <c:v>74.472115000000002</c:v>
                </c:pt>
                <c:pt idx="6369">
                  <c:v>74.618049999999997</c:v>
                </c:pt>
                <c:pt idx="6370">
                  <c:v>74.759086999999994</c:v>
                </c:pt>
                <c:pt idx="6371">
                  <c:v>74.892775999999998</c:v>
                </c:pt>
                <c:pt idx="6372">
                  <c:v>75.019073000000006</c:v>
                </c:pt>
                <c:pt idx="6373">
                  <c:v>75.134888000000004</c:v>
                </c:pt>
                <c:pt idx="6374">
                  <c:v>75.235839999999996</c:v>
                </c:pt>
                <c:pt idx="6375">
                  <c:v>75.322570999999996</c:v>
                </c:pt>
                <c:pt idx="6376">
                  <c:v>75.400290999999996</c:v>
                </c:pt>
                <c:pt idx="6377">
                  <c:v>75.478424000000004</c:v>
                </c:pt>
                <c:pt idx="6378">
                  <c:v>75.566451999999998</c:v>
                </c:pt>
                <c:pt idx="6379">
                  <c:v>75.680098999999998</c:v>
                </c:pt>
                <c:pt idx="6380">
                  <c:v>75.808639999999997</c:v>
                </c:pt>
                <c:pt idx="6381">
                  <c:v>75.941399000000004</c:v>
                </c:pt>
                <c:pt idx="6382">
                  <c:v>76.075126999999995</c:v>
                </c:pt>
                <c:pt idx="6383">
                  <c:v>76.204498000000001</c:v>
                </c:pt>
                <c:pt idx="6384">
                  <c:v>76.330642999999995</c:v>
                </c:pt>
                <c:pt idx="6385">
                  <c:v>76.451065</c:v>
                </c:pt>
                <c:pt idx="6386">
                  <c:v>76.558341999999996</c:v>
                </c:pt>
                <c:pt idx="6387">
                  <c:v>76.649367999999996</c:v>
                </c:pt>
                <c:pt idx="6388">
                  <c:v>76.725677000000005</c:v>
                </c:pt>
                <c:pt idx="6389">
                  <c:v>76.794701000000003</c:v>
                </c:pt>
                <c:pt idx="6390">
                  <c:v>76.861915999999994</c:v>
                </c:pt>
                <c:pt idx="6391">
                  <c:v>76.925797000000003</c:v>
                </c:pt>
                <c:pt idx="6392">
                  <c:v>76.985885999999994</c:v>
                </c:pt>
                <c:pt idx="6393">
                  <c:v>77.047141999999994</c:v>
                </c:pt>
                <c:pt idx="6394">
                  <c:v>77.111816000000005</c:v>
                </c:pt>
                <c:pt idx="6395">
                  <c:v>77.170501999999999</c:v>
                </c:pt>
                <c:pt idx="6396">
                  <c:v>77.221207000000007</c:v>
                </c:pt>
                <c:pt idx="6397">
                  <c:v>77.260779999999997</c:v>
                </c:pt>
                <c:pt idx="6398">
                  <c:v>77.287704000000005</c:v>
                </c:pt>
                <c:pt idx="6399">
                  <c:v>77.296477999999993</c:v>
                </c:pt>
                <c:pt idx="6400">
                  <c:v>77.288833999999994</c:v>
                </c:pt>
                <c:pt idx="6401">
                  <c:v>77.276093000000003</c:v>
                </c:pt>
                <c:pt idx="6402">
                  <c:v>77.261977999999999</c:v>
                </c:pt>
                <c:pt idx="6403">
                  <c:v>77.248840000000001</c:v>
                </c:pt>
                <c:pt idx="6404">
                  <c:v>77.235732999999996</c:v>
                </c:pt>
                <c:pt idx="6405">
                  <c:v>77.210632000000004</c:v>
                </c:pt>
                <c:pt idx="6406">
                  <c:v>77.179062000000002</c:v>
                </c:pt>
                <c:pt idx="6407">
                  <c:v>77.151871</c:v>
                </c:pt>
                <c:pt idx="6408">
                  <c:v>77.128754000000001</c:v>
                </c:pt>
                <c:pt idx="6409">
                  <c:v>77.109245000000001</c:v>
                </c:pt>
                <c:pt idx="6410">
                  <c:v>77.096999999999994</c:v>
                </c:pt>
                <c:pt idx="6411">
                  <c:v>77.092406999999994</c:v>
                </c:pt>
                <c:pt idx="6412">
                  <c:v>77.089866999999998</c:v>
                </c:pt>
                <c:pt idx="6413">
                  <c:v>77.079528999999994</c:v>
                </c:pt>
                <c:pt idx="6414">
                  <c:v>77.063179000000005</c:v>
                </c:pt>
                <c:pt idx="6415">
                  <c:v>77.045554999999993</c:v>
                </c:pt>
                <c:pt idx="6416">
                  <c:v>77.028580000000005</c:v>
                </c:pt>
                <c:pt idx="6417">
                  <c:v>77.014954000000003</c:v>
                </c:pt>
                <c:pt idx="6418">
                  <c:v>77.009452999999993</c:v>
                </c:pt>
                <c:pt idx="6419">
                  <c:v>77.022400000000005</c:v>
                </c:pt>
                <c:pt idx="6420">
                  <c:v>77.060660999999996</c:v>
                </c:pt>
                <c:pt idx="6421">
                  <c:v>77.105620999999999</c:v>
                </c:pt>
                <c:pt idx="6422">
                  <c:v>77.149590000000003</c:v>
                </c:pt>
                <c:pt idx="6423">
                  <c:v>77.182945000000004</c:v>
                </c:pt>
                <c:pt idx="6424">
                  <c:v>77.201378000000005</c:v>
                </c:pt>
                <c:pt idx="6425">
                  <c:v>77.214989000000003</c:v>
                </c:pt>
                <c:pt idx="6426">
                  <c:v>77.234932000000001</c:v>
                </c:pt>
                <c:pt idx="6427">
                  <c:v>77.263465999999994</c:v>
                </c:pt>
                <c:pt idx="6428">
                  <c:v>77.293021999999993</c:v>
                </c:pt>
                <c:pt idx="6429">
                  <c:v>77.321579</c:v>
                </c:pt>
                <c:pt idx="6430">
                  <c:v>77.352417000000003</c:v>
                </c:pt>
                <c:pt idx="6431">
                  <c:v>77.382523000000006</c:v>
                </c:pt>
                <c:pt idx="6432">
                  <c:v>77.409217999999996</c:v>
                </c:pt>
                <c:pt idx="6433">
                  <c:v>77.440772999999993</c:v>
                </c:pt>
                <c:pt idx="6434">
                  <c:v>77.483849000000006</c:v>
                </c:pt>
                <c:pt idx="6435">
                  <c:v>77.540488999999994</c:v>
                </c:pt>
                <c:pt idx="6436">
                  <c:v>77.601890999999995</c:v>
                </c:pt>
                <c:pt idx="6437">
                  <c:v>77.663330000000002</c:v>
                </c:pt>
                <c:pt idx="6438">
                  <c:v>77.724639999999994</c:v>
                </c:pt>
                <c:pt idx="6439">
                  <c:v>77.784599</c:v>
                </c:pt>
                <c:pt idx="6440">
                  <c:v>77.847130000000007</c:v>
                </c:pt>
                <c:pt idx="6441">
                  <c:v>77.911736000000005</c:v>
                </c:pt>
                <c:pt idx="6442">
                  <c:v>77.972717000000003</c:v>
                </c:pt>
                <c:pt idx="6443">
                  <c:v>78.029983999999999</c:v>
                </c:pt>
                <c:pt idx="6444">
                  <c:v>78.089568999999997</c:v>
                </c:pt>
                <c:pt idx="6445">
                  <c:v>78.150031999999996</c:v>
                </c:pt>
                <c:pt idx="6446">
                  <c:v>78.213310000000007</c:v>
                </c:pt>
                <c:pt idx="6447">
                  <c:v>78.289185000000003</c:v>
                </c:pt>
                <c:pt idx="6448">
                  <c:v>78.386832999999996</c:v>
                </c:pt>
                <c:pt idx="6449">
                  <c:v>78.507216999999997</c:v>
                </c:pt>
                <c:pt idx="6450">
                  <c:v>78.644829000000001</c:v>
                </c:pt>
                <c:pt idx="6451">
                  <c:v>78.791077000000001</c:v>
                </c:pt>
                <c:pt idx="6452">
                  <c:v>78.942183999999997</c:v>
                </c:pt>
                <c:pt idx="6453">
                  <c:v>79.092758000000003</c:v>
                </c:pt>
                <c:pt idx="6454">
                  <c:v>79.241095999999999</c:v>
                </c:pt>
                <c:pt idx="6455">
                  <c:v>79.386016999999995</c:v>
                </c:pt>
                <c:pt idx="6456">
                  <c:v>79.524651000000006</c:v>
                </c:pt>
                <c:pt idx="6457">
                  <c:v>79.655097999999995</c:v>
                </c:pt>
                <c:pt idx="6458">
                  <c:v>79.782272000000006</c:v>
                </c:pt>
                <c:pt idx="6459">
                  <c:v>79.904990999999995</c:v>
                </c:pt>
                <c:pt idx="6460">
                  <c:v>80.020966000000001</c:v>
                </c:pt>
                <c:pt idx="6461">
                  <c:v>80.125450000000001</c:v>
                </c:pt>
                <c:pt idx="6462">
                  <c:v>80.222244000000003</c:v>
                </c:pt>
                <c:pt idx="6463">
                  <c:v>80.311508000000003</c:v>
                </c:pt>
                <c:pt idx="6464">
                  <c:v>80.402930999999995</c:v>
                </c:pt>
                <c:pt idx="6465">
                  <c:v>80.493103000000005</c:v>
                </c:pt>
                <c:pt idx="6466">
                  <c:v>80.594200000000001</c:v>
                </c:pt>
                <c:pt idx="6467">
                  <c:v>80.705956</c:v>
                </c:pt>
                <c:pt idx="6468">
                  <c:v>80.826545999999993</c:v>
                </c:pt>
                <c:pt idx="6469">
                  <c:v>80.953093999999993</c:v>
                </c:pt>
                <c:pt idx="6470">
                  <c:v>81.074455</c:v>
                </c:pt>
                <c:pt idx="6471">
                  <c:v>81.183898999999997</c:v>
                </c:pt>
                <c:pt idx="6472">
                  <c:v>81.281143</c:v>
                </c:pt>
                <c:pt idx="6473">
                  <c:v>81.368178999999998</c:v>
                </c:pt>
                <c:pt idx="6474">
                  <c:v>81.447220000000002</c:v>
                </c:pt>
                <c:pt idx="6475">
                  <c:v>81.518539000000004</c:v>
                </c:pt>
                <c:pt idx="6476">
                  <c:v>81.585555999999997</c:v>
                </c:pt>
                <c:pt idx="6477">
                  <c:v>81.648773000000006</c:v>
                </c:pt>
                <c:pt idx="6478">
                  <c:v>81.706603999999999</c:v>
                </c:pt>
                <c:pt idx="6479">
                  <c:v>81.757050000000007</c:v>
                </c:pt>
                <c:pt idx="6480">
                  <c:v>81.793289000000001</c:v>
                </c:pt>
                <c:pt idx="6481">
                  <c:v>81.809937000000005</c:v>
                </c:pt>
                <c:pt idx="6482">
                  <c:v>81.8078</c:v>
                </c:pt>
                <c:pt idx="6483">
                  <c:v>81.786552</c:v>
                </c:pt>
                <c:pt idx="6484">
                  <c:v>81.751655999999997</c:v>
                </c:pt>
                <c:pt idx="6485">
                  <c:v>81.706130999999999</c:v>
                </c:pt>
                <c:pt idx="6486">
                  <c:v>81.653992000000002</c:v>
                </c:pt>
                <c:pt idx="6487">
                  <c:v>81.602126999999996</c:v>
                </c:pt>
                <c:pt idx="6488">
                  <c:v>81.553657999999999</c:v>
                </c:pt>
                <c:pt idx="6489">
                  <c:v>81.505118999999993</c:v>
                </c:pt>
                <c:pt idx="6490">
                  <c:v>81.457603000000006</c:v>
                </c:pt>
                <c:pt idx="6491">
                  <c:v>81.416770999999997</c:v>
                </c:pt>
                <c:pt idx="6492">
                  <c:v>81.391373000000002</c:v>
                </c:pt>
                <c:pt idx="6493">
                  <c:v>81.384345999999994</c:v>
                </c:pt>
                <c:pt idx="6494">
                  <c:v>81.379440000000002</c:v>
                </c:pt>
                <c:pt idx="6495">
                  <c:v>81.370316000000003</c:v>
                </c:pt>
                <c:pt idx="6496">
                  <c:v>81.357956000000001</c:v>
                </c:pt>
                <c:pt idx="6497">
                  <c:v>81.345078000000001</c:v>
                </c:pt>
                <c:pt idx="6498">
                  <c:v>81.340018999999998</c:v>
                </c:pt>
                <c:pt idx="6499">
                  <c:v>81.346832000000006</c:v>
                </c:pt>
                <c:pt idx="6500">
                  <c:v>81.354668000000004</c:v>
                </c:pt>
                <c:pt idx="6501">
                  <c:v>81.349120999999997</c:v>
                </c:pt>
                <c:pt idx="6502">
                  <c:v>81.332138</c:v>
                </c:pt>
                <c:pt idx="6503">
                  <c:v>81.314010999999994</c:v>
                </c:pt>
                <c:pt idx="6504">
                  <c:v>81.298835999999994</c:v>
                </c:pt>
                <c:pt idx="6505">
                  <c:v>81.290260000000004</c:v>
                </c:pt>
                <c:pt idx="6506">
                  <c:v>81.291718000000003</c:v>
                </c:pt>
                <c:pt idx="6507">
                  <c:v>81.309676999999994</c:v>
                </c:pt>
                <c:pt idx="6508">
                  <c:v>81.351021000000003</c:v>
                </c:pt>
                <c:pt idx="6509">
                  <c:v>81.415131000000002</c:v>
                </c:pt>
                <c:pt idx="6510">
                  <c:v>81.498878000000005</c:v>
                </c:pt>
                <c:pt idx="6511">
                  <c:v>81.601746000000006</c:v>
                </c:pt>
                <c:pt idx="6512">
                  <c:v>81.716728000000003</c:v>
                </c:pt>
                <c:pt idx="6513">
                  <c:v>81.828018</c:v>
                </c:pt>
                <c:pt idx="6514">
                  <c:v>81.925224</c:v>
                </c:pt>
                <c:pt idx="6515">
                  <c:v>82.010574000000005</c:v>
                </c:pt>
                <c:pt idx="6516">
                  <c:v>82.079750000000004</c:v>
                </c:pt>
                <c:pt idx="6517">
                  <c:v>82.134499000000005</c:v>
                </c:pt>
                <c:pt idx="6518">
                  <c:v>82.176238999999995</c:v>
                </c:pt>
                <c:pt idx="6519">
                  <c:v>82.202583000000004</c:v>
                </c:pt>
                <c:pt idx="6520">
                  <c:v>82.217322999999993</c:v>
                </c:pt>
                <c:pt idx="6521">
                  <c:v>82.228333000000006</c:v>
                </c:pt>
                <c:pt idx="6522">
                  <c:v>82.240584999999996</c:v>
                </c:pt>
                <c:pt idx="6523">
                  <c:v>82.260216</c:v>
                </c:pt>
                <c:pt idx="6524">
                  <c:v>82.291656000000003</c:v>
                </c:pt>
                <c:pt idx="6525">
                  <c:v>82.331931999999995</c:v>
                </c:pt>
                <c:pt idx="6526">
                  <c:v>82.380263999999997</c:v>
                </c:pt>
                <c:pt idx="6527">
                  <c:v>82.437820000000002</c:v>
                </c:pt>
                <c:pt idx="6528">
                  <c:v>82.504813999999996</c:v>
                </c:pt>
                <c:pt idx="6529">
                  <c:v>82.576981000000004</c:v>
                </c:pt>
                <c:pt idx="6530">
                  <c:v>82.651259999999994</c:v>
                </c:pt>
                <c:pt idx="6531">
                  <c:v>82.730759000000006</c:v>
                </c:pt>
                <c:pt idx="6532">
                  <c:v>82.818314000000001</c:v>
                </c:pt>
                <c:pt idx="6533">
                  <c:v>82.916740000000004</c:v>
                </c:pt>
                <c:pt idx="6534">
                  <c:v>83.018203999999997</c:v>
                </c:pt>
                <c:pt idx="6535">
                  <c:v>83.11721</c:v>
                </c:pt>
                <c:pt idx="6536">
                  <c:v>83.212128000000007</c:v>
                </c:pt>
                <c:pt idx="6537">
                  <c:v>83.301993999999993</c:v>
                </c:pt>
                <c:pt idx="6538">
                  <c:v>83.391243000000003</c:v>
                </c:pt>
                <c:pt idx="6539">
                  <c:v>83.483413999999996</c:v>
                </c:pt>
                <c:pt idx="6540">
                  <c:v>83.580153999999993</c:v>
                </c:pt>
                <c:pt idx="6541">
                  <c:v>83.680687000000006</c:v>
                </c:pt>
                <c:pt idx="6542">
                  <c:v>83.784706</c:v>
                </c:pt>
                <c:pt idx="6543">
                  <c:v>83.889747999999997</c:v>
                </c:pt>
                <c:pt idx="6544">
                  <c:v>83.989136000000002</c:v>
                </c:pt>
                <c:pt idx="6545">
                  <c:v>84.080794999999995</c:v>
                </c:pt>
                <c:pt idx="6546">
                  <c:v>84.166145</c:v>
                </c:pt>
                <c:pt idx="6547">
                  <c:v>84.243804999999995</c:v>
                </c:pt>
                <c:pt idx="6548">
                  <c:v>84.316208000000003</c:v>
                </c:pt>
                <c:pt idx="6549">
                  <c:v>84.382689999999997</c:v>
                </c:pt>
                <c:pt idx="6550">
                  <c:v>84.448097000000004</c:v>
                </c:pt>
                <c:pt idx="6551">
                  <c:v>84.514313000000001</c:v>
                </c:pt>
                <c:pt idx="6552">
                  <c:v>84.581992999999997</c:v>
                </c:pt>
                <c:pt idx="6553">
                  <c:v>84.650810000000007</c:v>
                </c:pt>
                <c:pt idx="6554">
                  <c:v>84.718277</c:v>
                </c:pt>
                <c:pt idx="6555">
                  <c:v>84.784698000000006</c:v>
                </c:pt>
                <c:pt idx="6556">
                  <c:v>84.850219999999993</c:v>
                </c:pt>
                <c:pt idx="6557">
                  <c:v>84.915290999999996</c:v>
                </c:pt>
                <c:pt idx="6558">
                  <c:v>84.981064000000003</c:v>
                </c:pt>
                <c:pt idx="6559">
                  <c:v>85.048537999999994</c:v>
                </c:pt>
                <c:pt idx="6560">
                  <c:v>85.119163999999998</c:v>
                </c:pt>
                <c:pt idx="6561">
                  <c:v>85.191231000000002</c:v>
                </c:pt>
                <c:pt idx="6562">
                  <c:v>85.263137999999998</c:v>
                </c:pt>
                <c:pt idx="6563">
                  <c:v>85.333611000000005</c:v>
                </c:pt>
                <c:pt idx="6564">
                  <c:v>85.406334000000001</c:v>
                </c:pt>
                <c:pt idx="6565">
                  <c:v>85.480743000000004</c:v>
                </c:pt>
                <c:pt idx="6566">
                  <c:v>85.549994999999996</c:v>
                </c:pt>
                <c:pt idx="6567">
                  <c:v>85.609061999999994</c:v>
                </c:pt>
                <c:pt idx="6568">
                  <c:v>85.652541999999997</c:v>
                </c:pt>
                <c:pt idx="6569">
                  <c:v>85.687195000000003</c:v>
                </c:pt>
                <c:pt idx="6570">
                  <c:v>85.725479000000007</c:v>
                </c:pt>
                <c:pt idx="6571">
                  <c:v>85.768630999999999</c:v>
                </c:pt>
                <c:pt idx="6572">
                  <c:v>85.819107000000002</c:v>
                </c:pt>
                <c:pt idx="6573">
                  <c:v>85.878715999999997</c:v>
                </c:pt>
                <c:pt idx="6574">
                  <c:v>85.945892000000001</c:v>
                </c:pt>
                <c:pt idx="6575">
                  <c:v>86.020118999999994</c:v>
                </c:pt>
                <c:pt idx="6576">
                  <c:v>86.100280999999995</c:v>
                </c:pt>
                <c:pt idx="6577">
                  <c:v>86.182190000000006</c:v>
                </c:pt>
                <c:pt idx="6578">
                  <c:v>86.263130000000004</c:v>
                </c:pt>
                <c:pt idx="6579">
                  <c:v>86.346412999999998</c:v>
                </c:pt>
                <c:pt idx="6580">
                  <c:v>86.437461999999996</c:v>
                </c:pt>
                <c:pt idx="6581">
                  <c:v>86.537955999999994</c:v>
                </c:pt>
                <c:pt idx="6582">
                  <c:v>86.641082999999995</c:v>
                </c:pt>
                <c:pt idx="6583">
                  <c:v>86.734145999999996</c:v>
                </c:pt>
                <c:pt idx="6584">
                  <c:v>86.814734999999999</c:v>
                </c:pt>
                <c:pt idx="6585">
                  <c:v>86.890433999999999</c:v>
                </c:pt>
                <c:pt idx="6586">
                  <c:v>86.964813000000007</c:v>
                </c:pt>
                <c:pt idx="6587">
                  <c:v>87.036545000000004</c:v>
                </c:pt>
                <c:pt idx="6588">
                  <c:v>87.106849999999994</c:v>
                </c:pt>
                <c:pt idx="6589">
                  <c:v>87.179321000000002</c:v>
                </c:pt>
                <c:pt idx="6590">
                  <c:v>87.259048000000007</c:v>
                </c:pt>
                <c:pt idx="6591">
                  <c:v>87.347504000000001</c:v>
                </c:pt>
                <c:pt idx="6592">
                  <c:v>87.439293000000006</c:v>
                </c:pt>
                <c:pt idx="6593">
                  <c:v>87.527953999999994</c:v>
                </c:pt>
                <c:pt idx="6594">
                  <c:v>87.608581999999998</c:v>
                </c:pt>
                <c:pt idx="6595">
                  <c:v>87.683539999999994</c:v>
                </c:pt>
                <c:pt idx="6596">
                  <c:v>87.756568999999999</c:v>
                </c:pt>
                <c:pt idx="6597">
                  <c:v>87.824157999999997</c:v>
                </c:pt>
                <c:pt idx="6598">
                  <c:v>87.881614999999996</c:v>
                </c:pt>
                <c:pt idx="6599">
                  <c:v>87.929512000000003</c:v>
                </c:pt>
                <c:pt idx="6600">
                  <c:v>87.972678999999999</c:v>
                </c:pt>
                <c:pt idx="6601">
                  <c:v>88.013153000000003</c:v>
                </c:pt>
                <c:pt idx="6602">
                  <c:v>88.051040999999998</c:v>
                </c:pt>
                <c:pt idx="6603">
                  <c:v>88.084770000000006</c:v>
                </c:pt>
                <c:pt idx="6604">
                  <c:v>88.111571999999995</c:v>
                </c:pt>
                <c:pt idx="6605">
                  <c:v>88.133933999999996</c:v>
                </c:pt>
                <c:pt idx="6606">
                  <c:v>88.157775999999998</c:v>
                </c:pt>
                <c:pt idx="6607">
                  <c:v>88.183456000000007</c:v>
                </c:pt>
                <c:pt idx="6608">
                  <c:v>88.203163000000004</c:v>
                </c:pt>
                <c:pt idx="6609">
                  <c:v>88.220771999999997</c:v>
                </c:pt>
                <c:pt idx="6610">
                  <c:v>88.237235999999996</c:v>
                </c:pt>
                <c:pt idx="6611">
                  <c:v>88.252540999999994</c:v>
                </c:pt>
                <c:pt idx="6612">
                  <c:v>88.263007999999999</c:v>
                </c:pt>
                <c:pt idx="6613">
                  <c:v>88.264495999999994</c:v>
                </c:pt>
                <c:pt idx="6614">
                  <c:v>88.262816999999998</c:v>
                </c:pt>
                <c:pt idx="6615">
                  <c:v>88.269295</c:v>
                </c:pt>
                <c:pt idx="6616">
                  <c:v>88.299187000000003</c:v>
                </c:pt>
                <c:pt idx="6617">
                  <c:v>88.358513000000002</c:v>
                </c:pt>
                <c:pt idx="6618">
                  <c:v>88.434921000000003</c:v>
                </c:pt>
                <c:pt idx="6619">
                  <c:v>88.510147000000003</c:v>
                </c:pt>
                <c:pt idx="6620">
                  <c:v>88.570853999999997</c:v>
                </c:pt>
                <c:pt idx="6621">
                  <c:v>88.620734999999996</c:v>
                </c:pt>
                <c:pt idx="6622">
                  <c:v>88.672225999999995</c:v>
                </c:pt>
                <c:pt idx="6623">
                  <c:v>88.732658000000001</c:v>
                </c:pt>
                <c:pt idx="6624">
                  <c:v>88.800826999999998</c:v>
                </c:pt>
                <c:pt idx="6625">
                  <c:v>88.871109000000004</c:v>
                </c:pt>
                <c:pt idx="6626">
                  <c:v>88.927681000000007</c:v>
                </c:pt>
                <c:pt idx="6627">
                  <c:v>88.965553</c:v>
                </c:pt>
                <c:pt idx="6628">
                  <c:v>88.992844000000005</c:v>
                </c:pt>
                <c:pt idx="6629">
                  <c:v>89.014472999999995</c:v>
                </c:pt>
                <c:pt idx="6630">
                  <c:v>89.024878999999999</c:v>
                </c:pt>
                <c:pt idx="6631">
                  <c:v>89.022354000000007</c:v>
                </c:pt>
                <c:pt idx="6632">
                  <c:v>89.019951000000006</c:v>
                </c:pt>
                <c:pt idx="6633">
                  <c:v>89.022780999999995</c:v>
                </c:pt>
                <c:pt idx="6634">
                  <c:v>89.029510000000002</c:v>
                </c:pt>
                <c:pt idx="6635">
                  <c:v>89.038109000000006</c:v>
                </c:pt>
                <c:pt idx="6636">
                  <c:v>89.048164</c:v>
                </c:pt>
                <c:pt idx="6637">
                  <c:v>89.061950999999993</c:v>
                </c:pt>
                <c:pt idx="6638">
                  <c:v>89.081146000000004</c:v>
                </c:pt>
                <c:pt idx="6639">
                  <c:v>89.105164000000002</c:v>
                </c:pt>
                <c:pt idx="6640">
                  <c:v>89.124542000000005</c:v>
                </c:pt>
                <c:pt idx="6641">
                  <c:v>89.134781000000004</c:v>
                </c:pt>
                <c:pt idx="6642">
                  <c:v>89.141434000000004</c:v>
                </c:pt>
                <c:pt idx="6643">
                  <c:v>89.151398</c:v>
                </c:pt>
                <c:pt idx="6644">
                  <c:v>89.162711999999999</c:v>
                </c:pt>
                <c:pt idx="6645">
                  <c:v>89.170280000000005</c:v>
                </c:pt>
                <c:pt idx="6646">
                  <c:v>89.175055999999998</c:v>
                </c:pt>
                <c:pt idx="6647">
                  <c:v>89.184096999999994</c:v>
                </c:pt>
                <c:pt idx="6648">
                  <c:v>89.198982000000001</c:v>
                </c:pt>
                <c:pt idx="6649">
                  <c:v>89.230095000000006</c:v>
                </c:pt>
                <c:pt idx="6650">
                  <c:v>89.277985000000001</c:v>
                </c:pt>
                <c:pt idx="6651">
                  <c:v>89.346046000000001</c:v>
                </c:pt>
                <c:pt idx="6652">
                  <c:v>89.436531000000002</c:v>
                </c:pt>
                <c:pt idx="6653">
                  <c:v>89.539603999999997</c:v>
                </c:pt>
                <c:pt idx="6654">
                  <c:v>89.645095999999995</c:v>
                </c:pt>
                <c:pt idx="6655">
                  <c:v>89.743790000000004</c:v>
                </c:pt>
                <c:pt idx="6656">
                  <c:v>89.834709000000004</c:v>
                </c:pt>
                <c:pt idx="6657">
                  <c:v>89.927002000000002</c:v>
                </c:pt>
                <c:pt idx="6658">
                  <c:v>90.021422999999999</c:v>
                </c:pt>
                <c:pt idx="6659">
                  <c:v>90.119750999999994</c:v>
                </c:pt>
                <c:pt idx="6660">
                  <c:v>90.226532000000006</c:v>
                </c:pt>
                <c:pt idx="6661">
                  <c:v>90.340141000000003</c:v>
                </c:pt>
                <c:pt idx="6662">
                  <c:v>90.459434999999999</c:v>
                </c:pt>
                <c:pt idx="6663">
                  <c:v>90.586844999999997</c:v>
                </c:pt>
                <c:pt idx="6664">
                  <c:v>90.721710000000002</c:v>
                </c:pt>
                <c:pt idx="6665">
                  <c:v>90.861892999999995</c:v>
                </c:pt>
                <c:pt idx="6666">
                  <c:v>91.009536999999995</c:v>
                </c:pt>
                <c:pt idx="6667">
                  <c:v>91.168364999999994</c:v>
                </c:pt>
                <c:pt idx="6668">
                  <c:v>91.337090000000003</c:v>
                </c:pt>
                <c:pt idx="6669">
                  <c:v>91.510863999999998</c:v>
                </c:pt>
                <c:pt idx="6670">
                  <c:v>91.678955000000002</c:v>
                </c:pt>
                <c:pt idx="6671">
                  <c:v>91.832840000000004</c:v>
                </c:pt>
                <c:pt idx="6672">
                  <c:v>91.969871999999995</c:v>
                </c:pt>
                <c:pt idx="6673">
                  <c:v>92.092613</c:v>
                </c:pt>
                <c:pt idx="6674">
                  <c:v>92.202965000000006</c:v>
                </c:pt>
                <c:pt idx="6675">
                  <c:v>92.305908000000002</c:v>
                </c:pt>
                <c:pt idx="6676">
                  <c:v>92.404906999999994</c:v>
                </c:pt>
                <c:pt idx="6677">
                  <c:v>92.499877999999995</c:v>
                </c:pt>
                <c:pt idx="6678">
                  <c:v>92.589928</c:v>
                </c:pt>
                <c:pt idx="6679">
                  <c:v>92.679175999999998</c:v>
                </c:pt>
                <c:pt idx="6680">
                  <c:v>92.769005000000007</c:v>
                </c:pt>
                <c:pt idx="6681">
                  <c:v>92.867157000000006</c:v>
                </c:pt>
                <c:pt idx="6682">
                  <c:v>92.9786</c:v>
                </c:pt>
                <c:pt idx="6683">
                  <c:v>93.085030000000003</c:v>
                </c:pt>
                <c:pt idx="6684">
                  <c:v>93.157570000000007</c:v>
                </c:pt>
                <c:pt idx="6685">
                  <c:v>93.197051999999999</c:v>
                </c:pt>
                <c:pt idx="6686">
                  <c:v>93.218261999999996</c:v>
                </c:pt>
                <c:pt idx="6687">
                  <c:v>93.234154000000004</c:v>
                </c:pt>
                <c:pt idx="6688">
                  <c:v>93.249306000000004</c:v>
                </c:pt>
                <c:pt idx="6689">
                  <c:v>93.262816999999998</c:v>
                </c:pt>
                <c:pt idx="6690">
                  <c:v>93.274833999999998</c:v>
                </c:pt>
                <c:pt idx="6691">
                  <c:v>93.287666000000002</c:v>
                </c:pt>
                <c:pt idx="6692">
                  <c:v>93.297027999999997</c:v>
                </c:pt>
                <c:pt idx="6693">
                  <c:v>93.312011999999996</c:v>
                </c:pt>
                <c:pt idx="6694">
                  <c:v>93.340323999999995</c:v>
                </c:pt>
                <c:pt idx="6695">
                  <c:v>93.383506999999994</c:v>
                </c:pt>
                <c:pt idx="6696">
                  <c:v>93.433075000000002</c:v>
                </c:pt>
                <c:pt idx="6697">
                  <c:v>93.482108999999994</c:v>
                </c:pt>
                <c:pt idx="6698">
                  <c:v>93.528625000000005</c:v>
                </c:pt>
                <c:pt idx="6699">
                  <c:v>93.570541000000006</c:v>
                </c:pt>
                <c:pt idx="6700">
                  <c:v>93.606926000000001</c:v>
                </c:pt>
                <c:pt idx="6701">
                  <c:v>93.649817999999996</c:v>
                </c:pt>
                <c:pt idx="6702">
                  <c:v>93.706092999999996</c:v>
                </c:pt>
                <c:pt idx="6703">
                  <c:v>93.763785999999996</c:v>
                </c:pt>
                <c:pt idx="6704">
                  <c:v>93.816665999999998</c:v>
                </c:pt>
                <c:pt idx="6705">
                  <c:v>93.862694000000005</c:v>
                </c:pt>
                <c:pt idx="6706">
                  <c:v>93.900620000000004</c:v>
                </c:pt>
                <c:pt idx="6707">
                  <c:v>93.933121</c:v>
                </c:pt>
                <c:pt idx="6708">
                  <c:v>93.965569000000002</c:v>
                </c:pt>
                <c:pt idx="6709">
                  <c:v>94.006073000000001</c:v>
                </c:pt>
                <c:pt idx="6710">
                  <c:v>94.052925000000002</c:v>
                </c:pt>
                <c:pt idx="6711">
                  <c:v>94.105331000000007</c:v>
                </c:pt>
                <c:pt idx="6712">
                  <c:v>94.162766000000005</c:v>
                </c:pt>
                <c:pt idx="6713">
                  <c:v>94.224288999999999</c:v>
                </c:pt>
                <c:pt idx="6714">
                  <c:v>94.286758000000006</c:v>
                </c:pt>
                <c:pt idx="6715">
                  <c:v>94.343650999999994</c:v>
                </c:pt>
                <c:pt idx="6716">
                  <c:v>94.395499999999998</c:v>
                </c:pt>
                <c:pt idx="6717">
                  <c:v>94.436126999999999</c:v>
                </c:pt>
                <c:pt idx="6718">
                  <c:v>94.469971000000001</c:v>
                </c:pt>
                <c:pt idx="6719">
                  <c:v>94.504456000000005</c:v>
                </c:pt>
                <c:pt idx="6720">
                  <c:v>94.536452999999995</c:v>
                </c:pt>
                <c:pt idx="6721">
                  <c:v>94.563927000000007</c:v>
                </c:pt>
                <c:pt idx="6722">
                  <c:v>94.581978000000007</c:v>
                </c:pt>
                <c:pt idx="6723">
                  <c:v>94.588454999999996</c:v>
                </c:pt>
                <c:pt idx="6724">
                  <c:v>94.595695000000006</c:v>
                </c:pt>
                <c:pt idx="6725">
                  <c:v>94.614036999999996</c:v>
                </c:pt>
                <c:pt idx="6726">
                  <c:v>94.639977000000002</c:v>
                </c:pt>
                <c:pt idx="6727">
                  <c:v>94.664817999999997</c:v>
                </c:pt>
                <c:pt idx="6728">
                  <c:v>94.691765000000004</c:v>
                </c:pt>
                <c:pt idx="6729">
                  <c:v>94.708961000000002</c:v>
                </c:pt>
                <c:pt idx="6730">
                  <c:v>94.710228000000001</c:v>
                </c:pt>
                <c:pt idx="6731">
                  <c:v>94.698241999999993</c:v>
                </c:pt>
                <c:pt idx="6732">
                  <c:v>94.678223000000003</c:v>
                </c:pt>
                <c:pt idx="6733">
                  <c:v>94.657332999999994</c:v>
                </c:pt>
                <c:pt idx="6734">
                  <c:v>94.636512999999994</c:v>
                </c:pt>
                <c:pt idx="6735">
                  <c:v>94.622246000000004</c:v>
                </c:pt>
                <c:pt idx="6736">
                  <c:v>94.615973999999994</c:v>
                </c:pt>
                <c:pt idx="6737">
                  <c:v>94.613433999999998</c:v>
                </c:pt>
                <c:pt idx="6738">
                  <c:v>94.61515</c:v>
                </c:pt>
                <c:pt idx="6739">
                  <c:v>94.622428999999997</c:v>
                </c:pt>
                <c:pt idx="6740">
                  <c:v>94.641281000000006</c:v>
                </c:pt>
                <c:pt idx="6741">
                  <c:v>94.669357000000005</c:v>
                </c:pt>
                <c:pt idx="6742">
                  <c:v>94.706207000000006</c:v>
                </c:pt>
                <c:pt idx="6743">
                  <c:v>94.753067000000001</c:v>
                </c:pt>
                <c:pt idx="6744">
                  <c:v>94.808341999999996</c:v>
                </c:pt>
                <c:pt idx="6745">
                  <c:v>94.869620999999995</c:v>
                </c:pt>
                <c:pt idx="6746">
                  <c:v>94.932877000000005</c:v>
                </c:pt>
                <c:pt idx="6747">
                  <c:v>94.996262000000002</c:v>
                </c:pt>
                <c:pt idx="6748">
                  <c:v>95.053039999999996</c:v>
                </c:pt>
                <c:pt idx="6749">
                  <c:v>95.100845000000007</c:v>
                </c:pt>
                <c:pt idx="6750">
                  <c:v>95.146445999999997</c:v>
                </c:pt>
                <c:pt idx="6751">
                  <c:v>95.192322000000004</c:v>
                </c:pt>
                <c:pt idx="6752">
                  <c:v>95.243378000000007</c:v>
                </c:pt>
                <c:pt idx="6753">
                  <c:v>95.294807000000006</c:v>
                </c:pt>
                <c:pt idx="6754">
                  <c:v>95.351378999999994</c:v>
                </c:pt>
                <c:pt idx="6755">
                  <c:v>95.406418000000002</c:v>
                </c:pt>
                <c:pt idx="6756">
                  <c:v>95.468277</c:v>
                </c:pt>
                <c:pt idx="6757">
                  <c:v>95.536208999999999</c:v>
                </c:pt>
                <c:pt idx="6758">
                  <c:v>95.600112999999993</c:v>
                </c:pt>
                <c:pt idx="6759">
                  <c:v>95.657768000000004</c:v>
                </c:pt>
                <c:pt idx="6760">
                  <c:v>95.714195000000004</c:v>
                </c:pt>
                <c:pt idx="6761">
                  <c:v>95.772246999999993</c:v>
                </c:pt>
                <c:pt idx="6762">
                  <c:v>95.827956999999998</c:v>
                </c:pt>
                <c:pt idx="6763">
                  <c:v>95.881027000000003</c:v>
                </c:pt>
                <c:pt idx="6764">
                  <c:v>95.936256</c:v>
                </c:pt>
                <c:pt idx="6765">
                  <c:v>95.986908</c:v>
                </c:pt>
                <c:pt idx="6766">
                  <c:v>96.038184999999999</c:v>
                </c:pt>
                <c:pt idx="6767">
                  <c:v>96.095237999999995</c:v>
                </c:pt>
                <c:pt idx="6768">
                  <c:v>96.156379999999999</c:v>
                </c:pt>
                <c:pt idx="6769">
                  <c:v>96.233665000000002</c:v>
                </c:pt>
                <c:pt idx="6770">
                  <c:v>96.332825</c:v>
                </c:pt>
                <c:pt idx="6771">
                  <c:v>96.440437000000003</c:v>
                </c:pt>
                <c:pt idx="6772">
                  <c:v>96.566986</c:v>
                </c:pt>
                <c:pt idx="6773">
                  <c:v>96.704773000000003</c:v>
                </c:pt>
                <c:pt idx="6774">
                  <c:v>96.853424000000004</c:v>
                </c:pt>
                <c:pt idx="6775">
                  <c:v>97.011711000000005</c:v>
                </c:pt>
                <c:pt idx="6776">
                  <c:v>97.173561000000007</c:v>
                </c:pt>
                <c:pt idx="6777">
                  <c:v>97.328345999999996</c:v>
                </c:pt>
                <c:pt idx="6778">
                  <c:v>97.475525000000005</c:v>
                </c:pt>
                <c:pt idx="6779">
                  <c:v>97.608681000000004</c:v>
                </c:pt>
                <c:pt idx="6780">
                  <c:v>97.722717000000003</c:v>
                </c:pt>
                <c:pt idx="6781">
                  <c:v>97.820518000000007</c:v>
                </c:pt>
                <c:pt idx="6782">
                  <c:v>97.910683000000006</c:v>
                </c:pt>
                <c:pt idx="6783">
                  <c:v>98.001639999999995</c:v>
                </c:pt>
                <c:pt idx="6784">
                  <c:v>98.098151999999999</c:v>
                </c:pt>
                <c:pt idx="6785">
                  <c:v>98.200073000000003</c:v>
                </c:pt>
                <c:pt idx="6786">
                  <c:v>98.302443999999994</c:v>
                </c:pt>
                <c:pt idx="6787">
                  <c:v>98.397071999999994</c:v>
                </c:pt>
                <c:pt idx="6788">
                  <c:v>98.491095999999999</c:v>
                </c:pt>
                <c:pt idx="6789">
                  <c:v>98.590805000000003</c:v>
                </c:pt>
                <c:pt idx="6790">
                  <c:v>98.702331999999998</c:v>
                </c:pt>
                <c:pt idx="6791">
                  <c:v>98.821037000000004</c:v>
                </c:pt>
                <c:pt idx="6792">
                  <c:v>98.949112</c:v>
                </c:pt>
                <c:pt idx="6793">
                  <c:v>99.090057000000002</c:v>
                </c:pt>
                <c:pt idx="6794">
                  <c:v>99.245987</c:v>
                </c:pt>
                <c:pt idx="6795">
                  <c:v>99.409308999999993</c:v>
                </c:pt>
                <c:pt idx="6796">
                  <c:v>99.572456000000003</c:v>
                </c:pt>
                <c:pt idx="6797">
                  <c:v>99.731032999999996</c:v>
                </c:pt>
                <c:pt idx="6798">
                  <c:v>99.888610999999997</c:v>
                </c:pt>
                <c:pt idx="6799">
                  <c:v>100.04816</c:v>
                </c:pt>
                <c:pt idx="6800">
                  <c:v>100.2132</c:v>
                </c:pt>
                <c:pt idx="6801">
                  <c:v>100.37855</c:v>
                </c:pt>
                <c:pt idx="6802">
                  <c:v>100.54185</c:v>
                </c:pt>
                <c:pt idx="6803">
                  <c:v>100.70332000000001</c:v>
                </c:pt>
                <c:pt idx="6804">
                  <c:v>100.85988</c:v>
                </c:pt>
                <c:pt idx="6805">
                  <c:v>101.01563</c:v>
                </c:pt>
                <c:pt idx="6806">
                  <c:v>101.17146</c:v>
                </c:pt>
                <c:pt idx="6807">
                  <c:v>101.32452000000001</c:v>
                </c:pt>
                <c:pt idx="6808">
                  <c:v>101.47803999999999</c:v>
                </c:pt>
                <c:pt idx="6809">
                  <c:v>101.63426</c:v>
                </c:pt>
                <c:pt idx="6810">
                  <c:v>101.79674</c:v>
                </c:pt>
                <c:pt idx="6811">
                  <c:v>101.97067</c:v>
                </c:pt>
                <c:pt idx="6812">
                  <c:v>102.15488000000001</c:v>
                </c:pt>
                <c:pt idx="6813">
                  <c:v>102.34016</c:v>
                </c:pt>
                <c:pt idx="6814">
                  <c:v>102.52399</c:v>
                </c:pt>
                <c:pt idx="6815">
                  <c:v>102.70771999999999</c:v>
                </c:pt>
                <c:pt idx="6816">
                  <c:v>102.89305</c:v>
                </c:pt>
                <c:pt idx="6817">
                  <c:v>103.07765999999999</c:v>
                </c:pt>
                <c:pt idx="6818">
                  <c:v>103.26134</c:v>
                </c:pt>
                <c:pt idx="6819">
                  <c:v>103.44347</c:v>
                </c:pt>
                <c:pt idx="6820">
                  <c:v>103.62217</c:v>
                </c:pt>
                <c:pt idx="6821">
                  <c:v>103.79575</c:v>
                </c:pt>
                <c:pt idx="6822">
                  <c:v>103.96395</c:v>
                </c:pt>
                <c:pt idx="6823">
                  <c:v>104.13074</c:v>
                </c:pt>
                <c:pt idx="6824">
                  <c:v>104.29854</c:v>
                </c:pt>
                <c:pt idx="6825">
                  <c:v>104.46777</c:v>
                </c:pt>
                <c:pt idx="6826">
                  <c:v>104.63562</c:v>
                </c:pt>
                <c:pt idx="6827">
                  <c:v>104.79703000000001</c:v>
                </c:pt>
                <c:pt idx="6828">
                  <c:v>104.94812</c:v>
                </c:pt>
                <c:pt idx="6829">
                  <c:v>105.09607</c:v>
                </c:pt>
                <c:pt idx="6830">
                  <c:v>105.24696</c:v>
                </c:pt>
                <c:pt idx="6831">
                  <c:v>105.40242000000001</c:v>
                </c:pt>
                <c:pt idx="6832">
                  <c:v>105.55996</c:v>
                </c:pt>
                <c:pt idx="6833">
                  <c:v>105.71451</c:v>
                </c:pt>
                <c:pt idx="6834">
                  <c:v>105.86615999999999</c:v>
                </c:pt>
                <c:pt idx="6835">
                  <c:v>106.01869000000001</c:v>
                </c:pt>
                <c:pt idx="6836">
                  <c:v>106.17744</c:v>
                </c:pt>
                <c:pt idx="6837">
                  <c:v>106.34508</c:v>
                </c:pt>
                <c:pt idx="6838">
                  <c:v>106.51383</c:v>
                </c:pt>
                <c:pt idx="6839">
                  <c:v>106.67865999999999</c:v>
                </c:pt>
                <c:pt idx="6840">
                  <c:v>106.84075</c:v>
                </c:pt>
                <c:pt idx="6841">
                  <c:v>106.99948999999999</c:v>
                </c:pt>
                <c:pt idx="6842">
                  <c:v>107.1481</c:v>
                </c:pt>
                <c:pt idx="6843">
                  <c:v>107.28529</c:v>
                </c:pt>
                <c:pt idx="6844">
                  <c:v>107.41689</c:v>
                </c:pt>
                <c:pt idx="6845">
                  <c:v>107.54977</c:v>
                </c:pt>
                <c:pt idx="6846">
                  <c:v>107.68577999999999</c:v>
                </c:pt>
                <c:pt idx="6847">
                  <c:v>107.82550000000001</c:v>
                </c:pt>
                <c:pt idx="6848">
                  <c:v>107.97031</c:v>
                </c:pt>
                <c:pt idx="6849">
                  <c:v>108.12188</c:v>
                </c:pt>
                <c:pt idx="6850">
                  <c:v>108.2831</c:v>
                </c:pt>
                <c:pt idx="6851">
                  <c:v>108.44763</c:v>
                </c:pt>
                <c:pt idx="6852">
                  <c:v>108.60794</c:v>
                </c:pt>
                <c:pt idx="6853">
                  <c:v>108.76297</c:v>
                </c:pt>
                <c:pt idx="6854">
                  <c:v>108.91537</c:v>
                </c:pt>
                <c:pt idx="6855">
                  <c:v>109.06395999999999</c:v>
                </c:pt>
                <c:pt idx="6856">
                  <c:v>109.20699</c:v>
                </c:pt>
                <c:pt idx="6857">
                  <c:v>109.34184999999999</c:v>
                </c:pt>
                <c:pt idx="6858">
                  <c:v>109.46603</c:v>
                </c:pt>
                <c:pt idx="6859">
                  <c:v>109.57727</c:v>
                </c:pt>
                <c:pt idx="6860">
                  <c:v>109.6776</c:v>
                </c:pt>
                <c:pt idx="6861">
                  <c:v>109.76716</c:v>
                </c:pt>
                <c:pt idx="6862">
                  <c:v>109.84797</c:v>
                </c:pt>
                <c:pt idx="6863">
                  <c:v>109.92959</c:v>
                </c:pt>
                <c:pt idx="6864">
                  <c:v>110.01698</c:v>
                </c:pt>
                <c:pt idx="6865">
                  <c:v>110.10841000000001</c:v>
                </c:pt>
                <c:pt idx="6866">
                  <c:v>110.19815</c:v>
                </c:pt>
                <c:pt idx="6867">
                  <c:v>110.28313</c:v>
                </c:pt>
                <c:pt idx="6868">
                  <c:v>110.36620000000001</c:v>
                </c:pt>
                <c:pt idx="6869">
                  <c:v>110.45126999999999</c:v>
                </c:pt>
                <c:pt idx="6870">
                  <c:v>110.54364</c:v>
                </c:pt>
                <c:pt idx="6871">
                  <c:v>110.64608</c:v>
                </c:pt>
                <c:pt idx="6872">
                  <c:v>110.75539999999999</c:v>
                </c:pt>
                <c:pt idx="6873">
                  <c:v>110.86342999999999</c:v>
                </c:pt>
                <c:pt idx="6874">
                  <c:v>110.96585</c:v>
                </c:pt>
                <c:pt idx="6875">
                  <c:v>111.0587</c:v>
                </c:pt>
                <c:pt idx="6876">
                  <c:v>111.14861000000001</c:v>
                </c:pt>
                <c:pt idx="6877">
                  <c:v>111.24323</c:v>
                </c:pt>
                <c:pt idx="6878">
                  <c:v>111.34837</c:v>
                </c:pt>
                <c:pt idx="6879">
                  <c:v>111.46386</c:v>
                </c:pt>
                <c:pt idx="6880">
                  <c:v>111.58578</c:v>
                </c:pt>
                <c:pt idx="6881">
                  <c:v>111.70923999999999</c:v>
                </c:pt>
                <c:pt idx="6882">
                  <c:v>111.83179</c:v>
                </c:pt>
                <c:pt idx="6883">
                  <c:v>111.95918</c:v>
                </c:pt>
                <c:pt idx="6884">
                  <c:v>112.09359000000001</c:v>
                </c:pt>
                <c:pt idx="6885">
                  <c:v>112.23504</c:v>
                </c:pt>
                <c:pt idx="6886">
                  <c:v>112.37584</c:v>
                </c:pt>
                <c:pt idx="6887">
                  <c:v>112.51261</c:v>
                </c:pt>
                <c:pt idx="6888">
                  <c:v>112.64422</c:v>
                </c:pt>
                <c:pt idx="6889">
                  <c:v>112.76917</c:v>
                </c:pt>
                <c:pt idx="6890">
                  <c:v>112.89113999999999</c:v>
                </c:pt>
                <c:pt idx="6891">
                  <c:v>113.01591000000001</c:v>
                </c:pt>
                <c:pt idx="6892">
                  <c:v>113.14224</c:v>
                </c:pt>
                <c:pt idx="6893">
                  <c:v>113.26976000000001</c:v>
                </c:pt>
                <c:pt idx="6894">
                  <c:v>113.40187</c:v>
                </c:pt>
                <c:pt idx="6895">
                  <c:v>113.53910999999999</c:v>
                </c:pt>
                <c:pt idx="6896">
                  <c:v>113.67301</c:v>
                </c:pt>
                <c:pt idx="6897">
                  <c:v>113.78994</c:v>
                </c:pt>
                <c:pt idx="6898">
                  <c:v>113.8877</c:v>
                </c:pt>
                <c:pt idx="6899">
                  <c:v>113.96906</c:v>
                </c:pt>
                <c:pt idx="6900">
                  <c:v>114.02509999999999</c:v>
                </c:pt>
                <c:pt idx="6901">
                  <c:v>114.06619000000001</c:v>
                </c:pt>
                <c:pt idx="6902">
                  <c:v>114.10632</c:v>
                </c:pt>
                <c:pt idx="6903">
                  <c:v>114.10941</c:v>
                </c:pt>
                <c:pt idx="6904">
                  <c:v>114.05345</c:v>
                </c:pt>
                <c:pt idx="6905">
                  <c:v>113.97408</c:v>
                </c:pt>
                <c:pt idx="6906">
                  <c:v>113.88718</c:v>
                </c:pt>
                <c:pt idx="6907">
                  <c:v>113.80457</c:v>
                </c:pt>
                <c:pt idx="6908">
                  <c:v>113.74218</c:v>
                </c:pt>
                <c:pt idx="6909">
                  <c:v>113.68576</c:v>
                </c:pt>
                <c:pt idx="6910">
                  <c:v>113.64224</c:v>
                </c:pt>
                <c:pt idx="6911">
                  <c:v>113.60411999999999</c:v>
                </c:pt>
                <c:pt idx="6912">
                  <c:v>113.56294</c:v>
                </c:pt>
                <c:pt idx="6913">
                  <c:v>113.52547</c:v>
                </c:pt>
                <c:pt idx="6914">
                  <c:v>113.49095</c:v>
                </c:pt>
                <c:pt idx="6915">
                  <c:v>113.45877</c:v>
                </c:pt>
                <c:pt idx="6916">
                  <c:v>113.43191</c:v>
                </c:pt>
                <c:pt idx="6917">
                  <c:v>113.41558999999999</c:v>
                </c:pt>
                <c:pt idx="6918">
                  <c:v>113.40572</c:v>
                </c:pt>
                <c:pt idx="6919">
                  <c:v>113.39679</c:v>
                </c:pt>
                <c:pt idx="6920">
                  <c:v>113.38805000000001</c:v>
                </c:pt>
                <c:pt idx="6921">
                  <c:v>113.38321999999999</c:v>
                </c:pt>
                <c:pt idx="6922">
                  <c:v>113.38464999999999</c:v>
                </c:pt>
                <c:pt idx="6923">
                  <c:v>113.38925</c:v>
                </c:pt>
                <c:pt idx="6924">
                  <c:v>113.39227</c:v>
                </c:pt>
                <c:pt idx="6925">
                  <c:v>113.39191</c:v>
                </c:pt>
                <c:pt idx="6926">
                  <c:v>113.38892</c:v>
                </c:pt>
                <c:pt idx="6927">
                  <c:v>113.38263000000001</c:v>
                </c:pt>
                <c:pt idx="6928">
                  <c:v>113.37306</c:v>
                </c:pt>
                <c:pt idx="6929">
                  <c:v>113.3669</c:v>
                </c:pt>
                <c:pt idx="6930">
                  <c:v>113.37593</c:v>
                </c:pt>
                <c:pt idx="6931">
                  <c:v>113.41701</c:v>
                </c:pt>
                <c:pt idx="6932">
                  <c:v>113.48567</c:v>
                </c:pt>
                <c:pt idx="6933">
                  <c:v>113.5655</c:v>
                </c:pt>
                <c:pt idx="6934">
                  <c:v>113.64565</c:v>
                </c:pt>
                <c:pt idx="6935">
                  <c:v>113.72694</c:v>
                </c:pt>
                <c:pt idx="6936">
                  <c:v>113.80647</c:v>
                </c:pt>
                <c:pt idx="6937">
                  <c:v>113.8836</c:v>
                </c:pt>
                <c:pt idx="6938">
                  <c:v>113.96162</c:v>
                </c:pt>
                <c:pt idx="6939">
                  <c:v>114.04052</c:v>
                </c:pt>
                <c:pt idx="6940">
                  <c:v>114.12121999999999</c:v>
                </c:pt>
                <c:pt idx="6941">
                  <c:v>114.20116</c:v>
                </c:pt>
                <c:pt idx="6942">
                  <c:v>114.28203999999999</c:v>
                </c:pt>
                <c:pt idx="6943">
                  <c:v>114.36492</c:v>
                </c:pt>
                <c:pt idx="6944">
                  <c:v>114.45415</c:v>
                </c:pt>
                <c:pt idx="6945">
                  <c:v>114.54404</c:v>
                </c:pt>
                <c:pt idx="6946">
                  <c:v>114.62897</c:v>
                </c:pt>
                <c:pt idx="6947">
                  <c:v>114.70712</c:v>
                </c:pt>
                <c:pt idx="6948">
                  <c:v>114.77472</c:v>
                </c:pt>
                <c:pt idx="6949">
                  <c:v>114.83336</c:v>
                </c:pt>
                <c:pt idx="6950">
                  <c:v>114.88936</c:v>
                </c:pt>
                <c:pt idx="6951">
                  <c:v>114.95044</c:v>
                </c:pt>
                <c:pt idx="6952">
                  <c:v>115.01703000000001</c:v>
                </c:pt>
                <c:pt idx="6953">
                  <c:v>115.08762</c:v>
                </c:pt>
                <c:pt idx="6954">
                  <c:v>115.15891000000001</c:v>
                </c:pt>
                <c:pt idx="6955">
                  <c:v>115.21805999999999</c:v>
                </c:pt>
                <c:pt idx="6956">
                  <c:v>115.258</c:v>
                </c:pt>
                <c:pt idx="6957">
                  <c:v>115.28100999999999</c:v>
                </c:pt>
                <c:pt idx="6958">
                  <c:v>115.28785999999999</c:v>
                </c:pt>
                <c:pt idx="6959">
                  <c:v>115.2822</c:v>
                </c:pt>
                <c:pt idx="6960">
                  <c:v>115.26899</c:v>
                </c:pt>
                <c:pt idx="6961">
                  <c:v>115.24454</c:v>
                </c:pt>
                <c:pt idx="6962">
                  <c:v>115.20905</c:v>
                </c:pt>
                <c:pt idx="6963">
                  <c:v>115.16909</c:v>
                </c:pt>
                <c:pt idx="6964">
                  <c:v>115.13115999999999</c:v>
                </c:pt>
                <c:pt idx="6965">
                  <c:v>115.09263</c:v>
                </c:pt>
                <c:pt idx="6966">
                  <c:v>115.0527</c:v>
                </c:pt>
                <c:pt idx="6967">
                  <c:v>115.01244</c:v>
                </c:pt>
                <c:pt idx="6968">
                  <c:v>114.97297</c:v>
                </c:pt>
                <c:pt idx="6969">
                  <c:v>114.93658000000001</c:v>
                </c:pt>
                <c:pt idx="6970">
                  <c:v>114.90148000000001</c:v>
                </c:pt>
                <c:pt idx="6971">
                  <c:v>114.87109</c:v>
                </c:pt>
                <c:pt idx="6972">
                  <c:v>114.85413</c:v>
                </c:pt>
                <c:pt idx="6973">
                  <c:v>114.85201000000001</c:v>
                </c:pt>
                <c:pt idx="6974">
                  <c:v>114.86145999999999</c:v>
                </c:pt>
                <c:pt idx="6975">
                  <c:v>114.86826000000001</c:v>
                </c:pt>
                <c:pt idx="6976">
                  <c:v>114.86327</c:v>
                </c:pt>
                <c:pt idx="6977">
                  <c:v>114.84977000000001</c:v>
                </c:pt>
                <c:pt idx="6978">
                  <c:v>114.83604</c:v>
                </c:pt>
                <c:pt idx="6979">
                  <c:v>114.82084999999999</c:v>
                </c:pt>
                <c:pt idx="6980">
                  <c:v>114.8034</c:v>
                </c:pt>
                <c:pt idx="6981">
                  <c:v>114.78677</c:v>
                </c:pt>
                <c:pt idx="6982">
                  <c:v>114.77342</c:v>
                </c:pt>
                <c:pt idx="6983">
                  <c:v>114.76476</c:v>
                </c:pt>
                <c:pt idx="6984">
                  <c:v>114.76258</c:v>
                </c:pt>
                <c:pt idx="6985">
                  <c:v>114.77048000000001</c:v>
                </c:pt>
                <c:pt idx="6986">
                  <c:v>114.79061</c:v>
                </c:pt>
                <c:pt idx="6987">
                  <c:v>114.82501000000001</c:v>
                </c:pt>
                <c:pt idx="6988">
                  <c:v>114.8687</c:v>
                </c:pt>
                <c:pt idx="6989">
                  <c:v>114.91697000000001</c:v>
                </c:pt>
                <c:pt idx="6990">
                  <c:v>114.96679</c:v>
                </c:pt>
                <c:pt idx="6991">
                  <c:v>115.01467</c:v>
                </c:pt>
                <c:pt idx="6992">
                  <c:v>115.0573</c:v>
                </c:pt>
                <c:pt idx="6993">
                  <c:v>115.09726999999999</c:v>
                </c:pt>
                <c:pt idx="6994">
                  <c:v>115.13826</c:v>
                </c:pt>
                <c:pt idx="6995">
                  <c:v>115.17971</c:v>
                </c:pt>
                <c:pt idx="6996">
                  <c:v>115.22202</c:v>
                </c:pt>
                <c:pt idx="6997">
                  <c:v>115.26466000000001</c:v>
                </c:pt>
                <c:pt idx="6998">
                  <c:v>115.30387</c:v>
                </c:pt>
                <c:pt idx="6999">
                  <c:v>115.33699</c:v>
                </c:pt>
                <c:pt idx="7000">
                  <c:v>115.36623</c:v>
                </c:pt>
                <c:pt idx="7001">
                  <c:v>115.39394</c:v>
                </c:pt>
                <c:pt idx="7002">
                  <c:v>115.42082000000001</c:v>
                </c:pt>
                <c:pt idx="7003">
                  <c:v>115.45113000000001</c:v>
                </c:pt>
                <c:pt idx="7004">
                  <c:v>115.48666</c:v>
                </c:pt>
                <c:pt idx="7005">
                  <c:v>115.52378</c:v>
                </c:pt>
                <c:pt idx="7006">
                  <c:v>115.55933</c:v>
                </c:pt>
                <c:pt idx="7007">
                  <c:v>115.59554</c:v>
                </c:pt>
                <c:pt idx="7008">
                  <c:v>115.63411000000001</c:v>
                </c:pt>
                <c:pt idx="7009">
                  <c:v>115.6743</c:v>
                </c:pt>
                <c:pt idx="7010">
                  <c:v>115.71505999999999</c:v>
                </c:pt>
                <c:pt idx="7011">
                  <c:v>115.75763999999999</c:v>
                </c:pt>
                <c:pt idx="7012">
                  <c:v>115.80354</c:v>
                </c:pt>
                <c:pt idx="7013">
                  <c:v>115.84874000000001</c:v>
                </c:pt>
                <c:pt idx="7014">
                  <c:v>115.88879</c:v>
                </c:pt>
                <c:pt idx="7015">
                  <c:v>115.92822</c:v>
                </c:pt>
                <c:pt idx="7016">
                  <c:v>115.96516</c:v>
                </c:pt>
                <c:pt idx="7017">
                  <c:v>115.99290000000001</c:v>
                </c:pt>
                <c:pt idx="7018">
                  <c:v>116.00494</c:v>
                </c:pt>
                <c:pt idx="7019">
                  <c:v>116.01078</c:v>
                </c:pt>
                <c:pt idx="7020">
                  <c:v>116.03049</c:v>
                </c:pt>
                <c:pt idx="7021">
                  <c:v>116.06478</c:v>
                </c:pt>
                <c:pt idx="7022">
                  <c:v>116.11135</c:v>
                </c:pt>
                <c:pt idx="7023">
                  <c:v>116.16267999999999</c:v>
                </c:pt>
                <c:pt idx="7024">
                  <c:v>116.20854</c:v>
                </c:pt>
                <c:pt idx="7025">
                  <c:v>116.24912</c:v>
                </c:pt>
                <c:pt idx="7026">
                  <c:v>116.28489999999999</c:v>
                </c:pt>
                <c:pt idx="7027">
                  <c:v>116.31586</c:v>
                </c:pt>
                <c:pt idx="7028">
                  <c:v>116.34235</c:v>
                </c:pt>
                <c:pt idx="7029">
                  <c:v>116.36526000000001</c:v>
                </c:pt>
                <c:pt idx="7030">
                  <c:v>116.38717</c:v>
                </c:pt>
                <c:pt idx="7031">
                  <c:v>116.40663000000001</c:v>
                </c:pt>
                <c:pt idx="7032">
                  <c:v>116.4181</c:v>
                </c:pt>
                <c:pt idx="7033">
                  <c:v>116.42834000000001</c:v>
                </c:pt>
                <c:pt idx="7034">
                  <c:v>116.44626</c:v>
                </c:pt>
                <c:pt idx="7035">
                  <c:v>116.47136</c:v>
                </c:pt>
                <c:pt idx="7036">
                  <c:v>116.49827999999999</c:v>
                </c:pt>
                <c:pt idx="7037">
                  <c:v>116.5266</c:v>
                </c:pt>
                <c:pt idx="7038">
                  <c:v>116.55732</c:v>
                </c:pt>
                <c:pt idx="7039">
                  <c:v>116.58701000000001</c:v>
                </c:pt>
                <c:pt idx="7040">
                  <c:v>116.61490999999999</c:v>
                </c:pt>
                <c:pt idx="7041">
                  <c:v>116.63994</c:v>
                </c:pt>
                <c:pt idx="7042">
                  <c:v>116.65477</c:v>
                </c:pt>
                <c:pt idx="7043">
                  <c:v>116.66737999999999</c:v>
                </c:pt>
                <c:pt idx="7044">
                  <c:v>116.68877000000001</c:v>
                </c:pt>
                <c:pt idx="7045">
                  <c:v>116.71975999999999</c:v>
                </c:pt>
                <c:pt idx="7046">
                  <c:v>116.75015999999999</c:v>
                </c:pt>
                <c:pt idx="7047">
                  <c:v>116.76282</c:v>
                </c:pt>
                <c:pt idx="7048">
                  <c:v>116.76235</c:v>
                </c:pt>
                <c:pt idx="7049">
                  <c:v>116.75579</c:v>
                </c:pt>
                <c:pt idx="7050">
                  <c:v>116.74593</c:v>
                </c:pt>
                <c:pt idx="7051">
                  <c:v>116.73436</c:v>
                </c:pt>
                <c:pt idx="7052">
                  <c:v>116.7234</c:v>
                </c:pt>
                <c:pt idx="7053">
                  <c:v>116.71357999999999</c:v>
                </c:pt>
                <c:pt idx="7054">
                  <c:v>116.70538000000001</c:v>
                </c:pt>
                <c:pt idx="7055">
                  <c:v>116.70349</c:v>
                </c:pt>
                <c:pt idx="7056">
                  <c:v>116.70994</c:v>
                </c:pt>
                <c:pt idx="7057">
                  <c:v>116.73081999999999</c:v>
                </c:pt>
                <c:pt idx="7058">
                  <c:v>116.76891999999999</c:v>
                </c:pt>
                <c:pt idx="7059">
                  <c:v>116.81507000000001</c:v>
                </c:pt>
                <c:pt idx="7060">
                  <c:v>116.85635000000001</c:v>
                </c:pt>
                <c:pt idx="7061">
                  <c:v>116.88513</c:v>
                </c:pt>
                <c:pt idx="7062">
                  <c:v>116.89857000000001</c:v>
                </c:pt>
                <c:pt idx="7063">
                  <c:v>116.89864</c:v>
                </c:pt>
                <c:pt idx="7064">
                  <c:v>116.88858</c:v>
                </c:pt>
                <c:pt idx="7065">
                  <c:v>116.8772</c:v>
                </c:pt>
                <c:pt idx="7066">
                  <c:v>116.86784</c:v>
                </c:pt>
                <c:pt idx="7067">
                  <c:v>116.86114000000001</c:v>
                </c:pt>
                <c:pt idx="7068">
                  <c:v>116.85974</c:v>
                </c:pt>
                <c:pt idx="7069">
                  <c:v>116.8631</c:v>
                </c:pt>
                <c:pt idx="7070">
                  <c:v>116.86964</c:v>
                </c:pt>
                <c:pt idx="7071">
                  <c:v>116.87756</c:v>
                </c:pt>
                <c:pt idx="7072">
                  <c:v>116.88455999999999</c:v>
                </c:pt>
                <c:pt idx="7073">
                  <c:v>116.89830000000001</c:v>
                </c:pt>
                <c:pt idx="7074">
                  <c:v>116.91968</c:v>
                </c:pt>
                <c:pt idx="7075">
                  <c:v>116.94372</c:v>
                </c:pt>
                <c:pt idx="7076">
                  <c:v>116.96905</c:v>
                </c:pt>
                <c:pt idx="7077">
                  <c:v>116.99956</c:v>
                </c:pt>
                <c:pt idx="7078">
                  <c:v>117.0395</c:v>
                </c:pt>
                <c:pt idx="7079">
                  <c:v>117.08458</c:v>
                </c:pt>
                <c:pt idx="7080">
                  <c:v>117.12599</c:v>
                </c:pt>
                <c:pt idx="7081">
                  <c:v>117.16501</c:v>
                </c:pt>
                <c:pt idx="7082">
                  <c:v>117.20806</c:v>
                </c:pt>
                <c:pt idx="7083">
                  <c:v>117.25662</c:v>
                </c:pt>
                <c:pt idx="7084">
                  <c:v>117.30744</c:v>
                </c:pt>
                <c:pt idx="7085">
                  <c:v>117.35814999999999</c:v>
                </c:pt>
                <c:pt idx="7086">
                  <c:v>117.40683</c:v>
                </c:pt>
                <c:pt idx="7087">
                  <c:v>117.45444999999999</c:v>
                </c:pt>
                <c:pt idx="7088">
                  <c:v>117.50503999999999</c:v>
                </c:pt>
                <c:pt idx="7089">
                  <c:v>117.55997000000001</c:v>
                </c:pt>
                <c:pt idx="7090">
                  <c:v>117.62035</c:v>
                </c:pt>
                <c:pt idx="7091">
                  <c:v>117.6748</c:v>
                </c:pt>
                <c:pt idx="7092">
                  <c:v>117.72516</c:v>
                </c:pt>
                <c:pt idx="7093">
                  <c:v>117.77208</c:v>
                </c:pt>
                <c:pt idx="7094">
                  <c:v>117.80526999999999</c:v>
                </c:pt>
                <c:pt idx="7095">
                  <c:v>117.82998000000001</c:v>
                </c:pt>
                <c:pt idx="7096">
                  <c:v>117.84941000000001</c:v>
                </c:pt>
                <c:pt idx="7097">
                  <c:v>117.86490999999999</c:v>
                </c:pt>
                <c:pt idx="7098">
                  <c:v>117.88912999999999</c:v>
                </c:pt>
                <c:pt idx="7099">
                  <c:v>117.92469</c:v>
                </c:pt>
                <c:pt idx="7100">
                  <c:v>117.9657</c:v>
                </c:pt>
                <c:pt idx="7101">
                  <c:v>118.00454999999999</c:v>
                </c:pt>
                <c:pt idx="7102">
                  <c:v>118.03769</c:v>
                </c:pt>
                <c:pt idx="7103">
                  <c:v>118.07707000000001</c:v>
                </c:pt>
                <c:pt idx="7104">
                  <c:v>118.12090999999999</c:v>
                </c:pt>
                <c:pt idx="7105">
                  <c:v>118.16463</c:v>
                </c:pt>
                <c:pt idx="7106">
                  <c:v>118.19946</c:v>
                </c:pt>
                <c:pt idx="7107">
                  <c:v>118.21827</c:v>
                </c:pt>
                <c:pt idx="7108">
                  <c:v>118.21856</c:v>
                </c:pt>
                <c:pt idx="7109">
                  <c:v>118.20162000000001</c:v>
                </c:pt>
                <c:pt idx="7110">
                  <c:v>118.17334</c:v>
                </c:pt>
                <c:pt idx="7111">
                  <c:v>118.14103</c:v>
                </c:pt>
                <c:pt idx="7112">
                  <c:v>118.11121</c:v>
                </c:pt>
                <c:pt idx="7113">
                  <c:v>118.08665000000001</c:v>
                </c:pt>
                <c:pt idx="7114">
                  <c:v>118.07147000000001</c:v>
                </c:pt>
                <c:pt idx="7115">
                  <c:v>118.06278</c:v>
                </c:pt>
                <c:pt idx="7116">
                  <c:v>118.06100000000001</c:v>
                </c:pt>
                <c:pt idx="7117">
                  <c:v>118.06836</c:v>
                </c:pt>
                <c:pt idx="7118">
                  <c:v>118.08691</c:v>
                </c:pt>
                <c:pt idx="7119">
                  <c:v>118.11562000000001</c:v>
                </c:pt>
                <c:pt idx="7120">
                  <c:v>118.15042</c:v>
                </c:pt>
                <c:pt idx="7121">
                  <c:v>118.18591000000001</c:v>
                </c:pt>
                <c:pt idx="7122">
                  <c:v>118.21953999999999</c:v>
                </c:pt>
                <c:pt idx="7123">
                  <c:v>118.25264</c:v>
                </c:pt>
                <c:pt idx="7124">
                  <c:v>118.28489</c:v>
                </c:pt>
                <c:pt idx="7125">
                  <c:v>118.31391000000001</c:v>
                </c:pt>
                <c:pt idx="7126">
                  <c:v>118.34097</c:v>
                </c:pt>
                <c:pt idx="7127">
                  <c:v>118.36729</c:v>
                </c:pt>
                <c:pt idx="7128">
                  <c:v>118.39324000000001</c:v>
                </c:pt>
                <c:pt idx="7129">
                  <c:v>118.41683</c:v>
                </c:pt>
                <c:pt idx="7130">
                  <c:v>118.43097</c:v>
                </c:pt>
                <c:pt idx="7131">
                  <c:v>118.43933</c:v>
                </c:pt>
                <c:pt idx="7132">
                  <c:v>118.44865</c:v>
                </c:pt>
                <c:pt idx="7133">
                  <c:v>118.45992</c:v>
                </c:pt>
                <c:pt idx="7134">
                  <c:v>118.47427999999999</c:v>
                </c:pt>
                <c:pt idx="7135">
                  <c:v>118.48918</c:v>
                </c:pt>
                <c:pt idx="7136">
                  <c:v>118.50530000000001</c:v>
                </c:pt>
                <c:pt idx="7137">
                  <c:v>118.51966</c:v>
                </c:pt>
                <c:pt idx="7138">
                  <c:v>118.52776</c:v>
                </c:pt>
                <c:pt idx="7139">
                  <c:v>118.52968</c:v>
                </c:pt>
                <c:pt idx="7140">
                  <c:v>118.53131</c:v>
                </c:pt>
                <c:pt idx="7141">
                  <c:v>118.53926</c:v>
                </c:pt>
                <c:pt idx="7142">
                  <c:v>118.55553</c:v>
                </c:pt>
                <c:pt idx="7143">
                  <c:v>118.57585</c:v>
                </c:pt>
                <c:pt idx="7144">
                  <c:v>118.5994</c:v>
                </c:pt>
                <c:pt idx="7145">
                  <c:v>118.63023</c:v>
                </c:pt>
                <c:pt idx="7146">
                  <c:v>118.66151000000001</c:v>
                </c:pt>
                <c:pt idx="7147">
                  <c:v>118.68984</c:v>
                </c:pt>
                <c:pt idx="7148">
                  <c:v>118.7212</c:v>
                </c:pt>
                <c:pt idx="7149">
                  <c:v>118.75851</c:v>
                </c:pt>
                <c:pt idx="7150">
                  <c:v>118.80054</c:v>
                </c:pt>
                <c:pt idx="7151">
                  <c:v>118.85001</c:v>
                </c:pt>
                <c:pt idx="7152">
                  <c:v>118.9064</c:v>
                </c:pt>
                <c:pt idx="7153">
                  <c:v>118.96342</c:v>
                </c:pt>
                <c:pt idx="7154">
                  <c:v>119.01994000000001</c:v>
                </c:pt>
                <c:pt idx="7155">
                  <c:v>119.08498</c:v>
                </c:pt>
                <c:pt idx="7156">
                  <c:v>119.15266</c:v>
                </c:pt>
                <c:pt idx="7157">
                  <c:v>119.21604000000001</c:v>
                </c:pt>
                <c:pt idx="7158">
                  <c:v>119.27572000000001</c:v>
                </c:pt>
                <c:pt idx="7159">
                  <c:v>119.33696</c:v>
                </c:pt>
                <c:pt idx="7160">
                  <c:v>119.40304999999999</c:v>
                </c:pt>
                <c:pt idx="7161">
                  <c:v>119.47244999999999</c:v>
                </c:pt>
                <c:pt idx="7162">
                  <c:v>119.54447</c:v>
                </c:pt>
                <c:pt idx="7163">
                  <c:v>119.61597</c:v>
                </c:pt>
                <c:pt idx="7164">
                  <c:v>119.67847999999999</c:v>
                </c:pt>
                <c:pt idx="7165">
                  <c:v>119.7328</c:v>
                </c:pt>
                <c:pt idx="7166">
                  <c:v>119.79022999999999</c:v>
                </c:pt>
                <c:pt idx="7167">
                  <c:v>119.85930999999999</c:v>
                </c:pt>
                <c:pt idx="7168">
                  <c:v>119.93376000000001</c:v>
                </c:pt>
                <c:pt idx="7169">
                  <c:v>120.00574</c:v>
                </c:pt>
                <c:pt idx="7170">
                  <c:v>120.07049000000001</c:v>
                </c:pt>
                <c:pt idx="7171">
                  <c:v>120.12067</c:v>
                </c:pt>
                <c:pt idx="7172">
                  <c:v>120.16413</c:v>
                </c:pt>
                <c:pt idx="7173">
                  <c:v>120.20518</c:v>
                </c:pt>
                <c:pt idx="7174">
                  <c:v>120.24226</c:v>
                </c:pt>
                <c:pt idx="7175">
                  <c:v>120.27359</c:v>
                </c:pt>
                <c:pt idx="7176">
                  <c:v>120.30293</c:v>
                </c:pt>
                <c:pt idx="7177">
                  <c:v>120.33217</c:v>
                </c:pt>
                <c:pt idx="7178">
                  <c:v>120.35847</c:v>
                </c:pt>
                <c:pt idx="7179">
                  <c:v>120.37994</c:v>
                </c:pt>
                <c:pt idx="7180">
                  <c:v>120.39570999999999</c:v>
                </c:pt>
                <c:pt idx="7181">
                  <c:v>120.41194</c:v>
                </c:pt>
                <c:pt idx="7182">
                  <c:v>120.43523</c:v>
                </c:pt>
                <c:pt idx="7183">
                  <c:v>120.46751</c:v>
                </c:pt>
                <c:pt idx="7184">
                  <c:v>120.50876</c:v>
                </c:pt>
                <c:pt idx="7185">
                  <c:v>120.55589000000001</c:v>
                </c:pt>
                <c:pt idx="7186">
                  <c:v>120.60789</c:v>
                </c:pt>
                <c:pt idx="7187">
                  <c:v>120.66136</c:v>
                </c:pt>
                <c:pt idx="7188">
                  <c:v>120.71172</c:v>
                </c:pt>
                <c:pt idx="7189">
                  <c:v>120.75986</c:v>
                </c:pt>
                <c:pt idx="7190">
                  <c:v>120.80781</c:v>
                </c:pt>
                <c:pt idx="7191">
                  <c:v>120.85718</c:v>
                </c:pt>
                <c:pt idx="7192">
                  <c:v>120.9091</c:v>
                </c:pt>
                <c:pt idx="7193">
                  <c:v>120.96307</c:v>
                </c:pt>
                <c:pt idx="7194">
                  <c:v>121.01755</c:v>
                </c:pt>
                <c:pt idx="7195">
                  <c:v>121.07406</c:v>
                </c:pt>
                <c:pt idx="7196">
                  <c:v>121.13857</c:v>
                </c:pt>
                <c:pt idx="7197">
                  <c:v>121.20856000000001</c:v>
                </c:pt>
                <c:pt idx="7198">
                  <c:v>121.28367</c:v>
                </c:pt>
                <c:pt idx="7199">
                  <c:v>121.36178</c:v>
                </c:pt>
                <c:pt idx="7200">
                  <c:v>121.44199999999999</c:v>
                </c:pt>
                <c:pt idx="7201">
                  <c:v>121.52375000000001</c:v>
                </c:pt>
                <c:pt idx="7202">
                  <c:v>121.60863000000001</c:v>
                </c:pt>
                <c:pt idx="7203">
                  <c:v>121.69078</c:v>
                </c:pt>
                <c:pt idx="7204">
                  <c:v>121.76589</c:v>
                </c:pt>
                <c:pt idx="7205">
                  <c:v>121.83745999999999</c:v>
                </c:pt>
                <c:pt idx="7206">
                  <c:v>121.91063</c:v>
                </c:pt>
                <c:pt idx="7207">
                  <c:v>121.98464</c:v>
                </c:pt>
                <c:pt idx="7208">
                  <c:v>122.05817</c:v>
                </c:pt>
                <c:pt idx="7209">
                  <c:v>122.13197</c:v>
                </c:pt>
                <c:pt idx="7210">
                  <c:v>122.20578999999999</c:v>
                </c:pt>
                <c:pt idx="7211">
                  <c:v>122.2782</c:v>
                </c:pt>
                <c:pt idx="7212">
                  <c:v>122.34447</c:v>
                </c:pt>
                <c:pt idx="7213">
                  <c:v>122.4015</c:v>
                </c:pt>
                <c:pt idx="7214">
                  <c:v>122.44727</c:v>
                </c:pt>
                <c:pt idx="7215">
                  <c:v>122.48076</c:v>
                </c:pt>
                <c:pt idx="7216">
                  <c:v>122.50248999999999</c:v>
                </c:pt>
                <c:pt idx="7217">
                  <c:v>122.5205</c:v>
                </c:pt>
                <c:pt idx="7218">
                  <c:v>122.54152999999999</c:v>
                </c:pt>
                <c:pt idx="7219">
                  <c:v>122.56386000000001</c:v>
                </c:pt>
                <c:pt idx="7220">
                  <c:v>122.5827</c:v>
                </c:pt>
                <c:pt idx="7221">
                  <c:v>122.59464</c:v>
                </c:pt>
                <c:pt idx="7222">
                  <c:v>122.59793000000001</c:v>
                </c:pt>
                <c:pt idx="7223">
                  <c:v>122.59808</c:v>
                </c:pt>
                <c:pt idx="7224">
                  <c:v>122.599</c:v>
                </c:pt>
                <c:pt idx="7225">
                  <c:v>122.60272000000001</c:v>
                </c:pt>
                <c:pt idx="7226">
                  <c:v>122.61045</c:v>
                </c:pt>
                <c:pt idx="7227">
                  <c:v>122.62263</c:v>
                </c:pt>
                <c:pt idx="7228">
                  <c:v>122.64258</c:v>
                </c:pt>
                <c:pt idx="7229">
                  <c:v>122.67045</c:v>
                </c:pt>
                <c:pt idx="7230">
                  <c:v>122.69971</c:v>
                </c:pt>
                <c:pt idx="7231">
                  <c:v>122.7283</c:v>
                </c:pt>
                <c:pt idx="7232">
                  <c:v>122.75543999999999</c:v>
                </c:pt>
                <c:pt idx="7233">
                  <c:v>122.77933</c:v>
                </c:pt>
                <c:pt idx="7234">
                  <c:v>122.79633</c:v>
                </c:pt>
                <c:pt idx="7235">
                  <c:v>122.80656</c:v>
                </c:pt>
                <c:pt idx="7236">
                  <c:v>122.81053</c:v>
                </c:pt>
                <c:pt idx="7237">
                  <c:v>122.81066</c:v>
                </c:pt>
                <c:pt idx="7238">
                  <c:v>122.81328999999999</c:v>
                </c:pt>
                <c:pt idx="7239">
                  <c:v>122.8229</c:v>
                </c:pt>
                <c:pt idx="7240">
                  <c:v>122.83729</c:v>
                </c:pt>
                <c:pt idx="7241">
                  <c:v>122.85404</c:v>
                </c:pt>
                <c:pt idx="7242">
                  <c:v>122.8717</c:v>
                </c:pt>
                <c:pt idx="7243">
                  <c:v>122.88643999999999</c:v>
                </c:pt>
                <c:pt idx="7244">
                  <c:v>122.89443</c:v>
                </c:pt>
                <c:pt idx="7245">
                  <c:v>122.89478</c:v>
                </c:pt>
                <c:pt idx="7246">
                  <c:v>122.88667</c:v>
                </c:pt>
                <c:pt idx="7247">
                  <c:v>122.87061</c:v>
                </c:pt>
                <c:pt idx="7248">
                  <c:v>122.84932000000001</c:v>
                </c:pt>
                <c:pt idx="7249">
                  <c:v>122.8252</c:v>
                </c:pt>
                <c:pt idx="7250">
                  <c:v>122.79559</c:v>
                </c:pt>
                <c:pt idx="7251">
                  <c:v>122.76188999999999</c:v>
                </c:pt>
                <c:pt idx="7252">
                  <c:v>122.72939</c:v>
                </c:pt>
                <c:pt idx="7253">
                  <c:v>122.70016</c:v>
                </c:pt>
                <c:pt idx="7254">
                  <c:v>122.67273</c:v>
                </c:pt>
                <c:pt idx="7255">
                  <c:v>122.64601</c:v>
                </c:pt>
                <c:pt idx="7256">
                  <c:v>122.62188</c:v>
                </c:pt>
                <c:pt idx="7257">
                  <c:v>122.60035999999999</c:v>
                </c:pt>
                <c:pt idx="7258">
                  <c:v>122.57899999999999</c:v>
                </c:pt>
                <c:pt idx="7259">
                  <c:v>122.55846</c:v>
                </c:pt>
                <c:pt idx="7260">
                  <c:v>122.5386</c:v>
                </c:pt>
                <c:pt idx="7261">
                  <c:v>122.5142</c:v>
                </c:pt>
                <c:pt idx="7262">
                  <c:v>122.48531</c:v>
                </c:pt>
                <c:pt idx="7263">
                  <c:v>122.45263</c:v>
                </c:pt>
                <c:pt idx="7264">
                  <c:v>122.41444</c:v>
                </c:pt>
                <c:pt idx="7265">
                  <c:v>122.34761</c:v>
                </c:pt>
                <c:pt idx="7266">
                  <c:v>122.26127</c:v>
                </c:pt>
                <c:pt idx="7267">
                  <c:v>122.17064000000001</c:v>
                </c:pt>
                <c:pt idx="7268">
                  <c:v>122.08544000000001</c:v>
                </c:pt>
                <c:pt idx="7269">
                  <c:v>122.00896</c:v>
                </c:pt>
                <c:pt idx="7270">
                  <c:v>121.93919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95A-48CE-B4BE-D687D5F749D6}"/>
            </c:ext>
          </c:extLst>
        </c:ser>
        <c:ser>
          <c:idx val="5"/>
          <c:order val="5"/>
          <c:tx>
            <c:strRef>
              <c:f>'DL-Model'!$G$1</c:f>
              <c:strCache>
                <c:ptCount val="1"/>
                <c:pt idx="0">
                  <c:v>T_st_pred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'DL-Model'!$G$2:$G$7272</c:f>
              <c:numCache>
                <c:formatCode>General</c:formatCode>
                <c:ptCount val="7271"/>
                <c:pt idx="0">
                  <c:v>39.626064</c:v>
                </c:pt>
                <c:pt idx="1">
                  <c:v>39.628998000000003</c:v>
                </c:pt>
                <c:pt idx="2">
                  <c:v>39.630009000000001</c:v>
                </c:pt>
                <c:pt idx="3">
                  <c:v>39.627132000000003</c:v>
                </c:pt>
                <c:pt idx="4">
                  <c:v>39.626410999999997</c:v>
                </c:pt>
                <c:pt idx="5">
                  <c:v>39.631939000000003</c:v>
                </c:pt>
                <c:pt idx="6">
                  <c:v>39.639847000000003</c:v>
                </c:pt>
                <c:pt idx="7">
                  <c:v>39.650996999999997</c:v>
                </c:pt>
                <c:pt idx="8">
                  <c:v>39.664360000000002</c:v>
                </c:pt>
                <c:pt idx="9">
                  <c:v>39.674647999999998</c:v>
                </c:pt>
                <c:pt idx="10">
                  <c:v>39.682277999999997</c:v>
                </c:pt>
                <c:pt idx="11">
                  <c:v>39.690883999999997</c:v>
                </c:pt>
                <c:pt idx="12">
                  <c:v>39.699950999999999</c:v>
                </c:pt>
                <c:pt idx="13">
                  <c:v>39.707374999999999</c:v>
                </c:pt>
                <c:pt idx="14">
                  <c:v>39.714450999999997</c:v>
                </c:pt>
                <c:pt idx="15">
                  <c:v>39.723613999999998</c:v>
                </c:pt>
                <c:pt idx="16">
                  <c:v>39.730949000000003</c:v>
                </c:pt>
                <c:pt idx="17">
                  <c:v>39.731625000000001</c:v>
                </c:pt>
                <c:pt idx="18">
                  <c:v>39.72654</c:v>
                </c:pt>
                <c:pt idx="19">
                  <c:v>39.721851000000001</c:v>
                </c:pt>
                <c:pt idx="20">
                  <c:v>39.717483999999999</c:v>
                </c:pt>
                <c:pt idx="21">
                  <c:v>39.711455999999998</c:v>
                </c:pt>
                <c:pt idx="22">
                  <c:v>39.703262000000002</c:v>
                </c:pt>
                <c:pt idx="23">
                  <c:v>39.697220000000002</c:v>
                </c:pt>
                <c:pt idx="24">
                  <c:v>39.696621</c:v>
                </c:pt>
                <c:pt idx="25">
                  <c:v>39.695498999999998</c:v>
                </c:pt>
                <c:pt idx="26">
                  <c:v>39.693359000000001</c:v>
                </c:pt>
                <c:pt idx="27">
                  <c:v>39.690353000000002</c:v>
                </c:pt>
                <c:pt idx="28">
                  <c:v>39.688046</c:v>
                </c:pt>
                <c:pt idx="29">
                  <c:v>39.685550999999997</c:v>
                </c:pt>
                <c:pt idx="30">
                  <c:v>39.683768999999998</c:v>
                </c:pt>
                <c:pt idx="31">
                  <c:v>39.682529000000002</c:v>
                </c:pt>
                <c:pt idx="32">
                  <c:v>39.681652</c:v>
                </c:pt>
                <c:pt idx="33">
                  <c:v>39.682606</c:v>
                </c:pt>
                <c:pt idx="34">
                  <c:v>39.688434999999998</c:v>
                </c:pt>
                <c:pt idx="35">
                  <c:v>39.699782999999996</c:v>
                </c:pt>
                <c:pt idx="36">
                  <c:v>39.715004</c:v>
                </c:pt>
                <c:pt idx="37">
                  <c:v>39.725647000000002</c:v>
                </c:pt>
                <c:pt idx="38">
                  <c:v>39.729919000000002</c:v>
                </c:pt>
                <c:pt idx="39">
                  <c:v>39.735703000000001</c:v>
                </c:pt>
                <c:pt idx="40">
                  <c:v>39.743504000000001</c:v>
                </c:pt>
                <c:pt idx="41">
                  <c:v>39.752617000000001</c:v>
                </c:pt>
                <c:pt idx="42">
                  <c:v>39.765182000000003</c:v>
                </c:pt>
                <c:pt idx="43">
                  <c:v>39.780258000000003</c:v>
                </c:pt>
                <c:pt idx="44">
                  <c:v>39.795372</c:v>
                </c:pt>
                <c:pt idx="45">
                  <c:v>39.809714999999997</c:v>
                </c:pt>
                <c:pt idx="46">
                  <c:v>39.826785999999998</c:v>
                </c:pt>
                <c:pt idx="47">
                  <c:v>39.844890999999997</c:v>
                </c:pt>
                <c:pt idx="48">
                  <c:v>39.862003000000001</c:v>
                </c:pt>
                <c:pt idx="49">
                  <c:v>39.882545</c:v>
                </c:pt>
                <c:pt idx="50">
                  <c:v>39.908783</c:v>
                </c:pt>
                <c:pt idx="51">
                  <c:v>39.936028</c:v>
                </c:pt>
                <c:pt idx="52">
                  <c:v>39.964317000000001</c:v>
                </c:pt>
                <c:pt idx="53">
                  <c:v>39.995598000000001</c:v>
                </c:pt>
                <c:pt idx="54">
                  <c:v>40.029591000000003</c:v>
                </c:pt>
                <c:pt idx="55">
                  <c:v>40.066958999999997</c:v>
                </c:pt>
                <c:pt idx="56">
                  <c:v>40.104919000000002</c:v>
                </c:pt>
                <c:pt idx="57">
                  <c:v>40.140571999999999</c:v>
                </c:pt>
                <c:pt idx="58">
                  <c:v>40.173400999999998</c:v>
                </c:pt>
                <c:pt idx="59">
                  <c:v>40.203845999999999</c:v>
                </c:pt>
                <c:pt idx="60">
                  <c:v>40.231377000000002</c:v>
                </c:pt>
                <c:pt idx="61">
                  <c:v>40.258136999999998</c:v>
                </c:pt>
                <c:pt idx="62">
                  <c:v>40.283672000000003</c:v>
                </c:pt>
                <c:pt idx="63">
                  <c:v>40.307594000000002</c:v>
                </c:pt>
                <c:pt idx="64">
                  <c:v>40.330188999999997</c:v>
                </c:pt>
                <c:pt idx="65">
                  <c:v>40.351928999999998</c:v>
                </c:pt>
                <c:pt idx="66">
                  <c:v>40.374122999999997</c:v>
                </c:pt>
                <c:pt idx="67">
                  <c:v>40.39761</c:v>
                </c:pt>
                <c:pt idx="68">
                  <c:v>40.425055999999998</c:v>
                </c:pt>
                <c:pt idx="69">
                  <c:v>40.456904999999999</c:v>
                </c:pt>
                <c:pt idx="70">
                  <c:v>40.490859999999998</c:v>
                </c:pt>
                <c:pt idx="71">
                  <c:v>40.526561999999998</c:v>
                </c:pt>
                <c:pt idx="72">
                  <c:v>40.566001999999997</c:v>
                </c:pt>
                <c:pt idx="73">
                  <c:v>40.604407999999999</c:v>
                </c:pt>
                <c:pt idx="74">
                  <c:v>40.641438000000001</c:v>
                </c:pt>
                <c:pt idx="75">
                  <c:v>40.679661000000003</c:v>
                </c:pt>
                <c:pt idx="76">
                  <c:v>40.720440000000004</c:v>
                </c:pt>
                <c:pt idx="77">
                  <c:v>40.760933000000001</c:v>
                </c:pt>
                <c:pt idx="78">
                  <c:v>40.795726999999999</c:v>
                </c:pt>
                <c:pt idx="79">
                  <c:v>40.823844999999999</c:v>
                </c:pt>
                <c:pt idx="80">
                  <c:v>40.849400000000003</c:v>
                </c:pt>
                <c:pt idx="81">
                  <c:v>40.875317000000003</c:v>
                </c:pt>
                <c:pt idx="82">
                  <c:v>40.904572000000002</c:v>
                </c:pt>
                <c:pt idx="83">
                  <c:v>40.936233999999999</c:v>
                </c:pt>
                <c:pt idx="84">
                  <c:v>40.968806999999998</c:v>
                </c:pt>
                <c:pt idx="85">
                  <c:v>41.002814999999998</c:v>
                </c:pt>
                <c:pt idx="86">
                  <c:v>41.039386999999998</c:v>
                </c:pt>
                <c:pt idx="87">
                  <c:v>41.080933000000002</c:v>
                </c:pt>
                <c:pt idx="88">
                  <c:v>41.128428999999997</c:v>
                </c:pt>
                <c:pt idx="89">
                  <c:v>41.179329000000003</c:v>
                </c:pt>
                <c:pt idx="90">
                  <c:v>41.228371000000003</c:v>
                </c:pt>
                <c:pt idx="91">
                  <c:v>41.274051999999998</c:v>
                </c:pt>
                <c:pt idx="92">
                  <c:v>41.314704999999996</c:v>
                </c:pt>
                <c:pt idx="93">
                  <c:v>41.353324999999998</c:v>
                </c:pt>
                <c:pt idx="94">
                  <c:v>41.392479000000002</c:v>
                </c:pt>
                <c:pt idx="95">
                  <c:v>41.429397999999999</c:v>
                </c:pt>
                <c:pt idx="96">
                  <c:v>41.461708000000002</c:v>
                </c:pt>
                <c:pt idx="97">
                  <c:v>41.491275999999999</c:v>
                </c:pt>
                <c:pt idx="98">
                  <c:v>41.519196000000001</c:v>
                </c:pt>
                <c:pt idx="99">
                  <c:v>41.545062999999999</c:v>
                </c:pt>
                <c:pt idx="100">
                  <c:v>41.567630999999999</c:v>
                </c:pt>
                <c:pt idx="101">
                  <c:v>41.589706</c:v>
                </c:pt>
                <c:pt idx="102">
                  <c:v>41.613841999999998</c:v>
                </c:pt>
                <c:pt idx="103">
                  <c:v>41.639888999999997</c:v>
                </c:pt>
                <c:pt idx="104">
                  <c:v>41.665371</c:v>
                </c:pt>
                <c:pt idx="105">
                  <c:v>41.687603000000003</c:v>
                </c:pt>
                <c:pt idx="106">
                  <c:v>41.706767999999997</c:v>
                </c:pt>
                <c:pt idx="107">
                  <c:v>41.727691999999998</c:v>
                </c:pt>
                <c:pt idx="108">
                  <c:v>41.750183</c:v>
                </c:pt>
                <c:pt idx="109">
                  <c:v>41.774372</c:v>
                </c:pt>
                <c:pt idx="110">
                  <c:v>41.801071</c:v>
                </c:pt>
                <c:pt idx="111">
                  <c:v>41.830933000000002</c:v>
                </c:pt>
                <c:pt idx="112">
                  <c:v>41.862155999999999</c:v>
                </c:pt>
                <c:pt idx="113">
                  <c:v>41.892246</c:v>
                </c:pt>
                <c:pt idx="114">
                  <c:v>41.920608999999999</c:v>
                </c:pt>
                <c:pt idx="115">
                  <c:v>41.949863000000001</c:v>
                </c:pt>
                <c:pt idx="116">
                  <c:v>41.982567000000003</c:v>
                </c:pt>
                <c:pt idx="117">
                  <c:v>42.018276</c:v>
                </c:pt>
                <c:pt idx="118">
                  <c:v>42.054606999999997</c:v>
                </c:pt>
                <c:pt idx="119">
                  <c:v>42.091484000000001</c:v>
                </c:pt>
                <c:pt idx="120">
                  <c:v>42.129657999999999</c:v>
                </c:pt>
                <c:pt idx="121">
                  <c:v>42.171494000000003</c:v>
                </c:pt>
                <c:pt idx="122">
                  <c:v>42.218414000000003</c:v>
                </c:pt>
                <c:pt idx="123">
                  <c:v>42.273589999999999</c:v>
                </c:pt>
                <c:pt idx="124">
                  <c:v>42.339508000000002</c:v>
                </c:pt>
                <c:pt idx="125">
                  <c:v>42.411563999999998</c:v>
                </c:pt>
                <c:pt idx="126">
                  <c:v>42.488064000000001</c:v>
                </c:pt>
                <c:pt idx="127">
                  <c:v>42.560822000000002</c:v>
                </c:pt>
                <c:pt idx="128">
                  <c:v>42.623984999999998</c:v>
                </c:pt>
                <c:pt idx="129">
                  <c:v>42.684044</c:v>
                </c:pt>
                <c:pt idx="130">
                  <c:v>42.745337999999997</c:v>
                </c:pt>
                <c:pt idx="131">
                  <c:v>42.808993999999998</c:v>
                </c:pt>
                <c:pt idx="132">
                  <c:v>42.869602</c:v>
                </c:pt>
                <c:pt idx="133">
                  <c:v>42.927478999999998</c:v>
                </c:pt>
                <c:pt idx="134">
                  <c:v>42.996422000000003</c:v>
                </c:pt>
                <c:pt idx="135">
                  <c:v>43.078204999999997</c:v>
                </c:pt>
                <c:pt idx="136">
                  <c:v>43.163291999999998</c:v>
                </c:pt>
                <c:pt idx="137">
                  <c:v>43.248268000000003</c:v>
                </c:pt>
                <c:pt idx="138">
                  <c:v>43.332771000000001</c:v>
                </c:pt>
                <c:pt idx="139">
                  <c:v>43.417628999999998</c:v>
                </c:pt>
                <c:pt idx="140">
                  <c:v>43.502051999999999</c:v>
                </c:pt>
                <c:pt idx="141">
                  <c:v>43.586387999999999</c:v>
                </c:pt>
                <c:pt idx="142">
                  <c:v>43.672058</c:v>
                </c:pt>
                <c:pt idx="143">
                  <c:v>43.758934000000004</c:v>
                </c:pt>
                <c:pt idx="144">
                  <c:v>43.845078000000001</c:v>
                </c:pt>
                <c:pt idx="145">
                  <c:v>43.930171999999999</c:v>
                </c:pt>
                <c:pt idx="146">
                  <c:v>44.013362999999998</c:v>
                </c:pt>
                <c:pt idx="147">
                  <c:v>44.092663000000002</c:v>
                </c:pt>
                <c:pt idx="148">
                  <c:v>44.170464000000003</c:v>
                </c:pt>
                <c:pt idx="149">
                  <c:v>44.250393000000003</c:v>
                </c:pt>
                <c:pt idx="150">
                  <c:v>44.326275000000003</c:v>
                </c:pt>
                <c:pt idx="151">
                  <c:v>44.396369999999997</c:v>
                </c:pt>
                <c:pt idx="152">
                  <c:v>44.468601</c:v>
                </c:pt>
                <c:pt idx="153">
                  <c:v>44.544147000000002</c:v>
                </c:pt>
                <c:pt idx="154">
                  <c:v>44.624077</c:v>
                </c:pt>
                <c:pt idx="155">
                  <c:v>44.702686</c:v>
                </c:pt>
                <c:pt idx="156">
                  <c:v>44.773235</c:v>
                </c:pt>
                <c:pt idx="157">
                  <c:v>44.833843000000002</c:v>
                </c:pt>
                <c:pt idx="158">
                  <c:v>44.887267999999999</c:v>
                </c:pt>
                <c:pt idx="159">
                  <c:v>44.931316000000002</c:v>
                </c:pt>
                <c:pt idx="160">
                  <c:v>44.972774999999999</c:v>
                </c:pt>
                <c:pt idx="161">
                  <c:v>45.014671</c:v>
                </c:pt>
                <c:pt idx="162">
                  <c:v>45.054977000000001</c:v>
                </c:pt>
                <c:pt idx="163">
                  <c:v>45.094783999999997</c:v>
                </c:pt>
                <c:pt idx="164">
                  <c:v>45.134262</c:v>
                </c:pt>
                <c:pt idx="165">
                  <c:v>45.173630000000003</c:v>
                </c:pt>
                <c:pt idx="166">
                  <c:v>45.213543000000001</c:v>
                </c:pt>
                <c:pt idx="167">
                  <c:v>45.254631000000003</c:v>
                </c:pt>
                <c:pt idx="168">
                  <c:v>45.299995000000003</c:v>
                </c:pt>
                <c:pt idx="169">
                  <c:v>45.34901</c:v>
                </c:pt>
                <c:pt idx="170">
                  <c:v>45.395682999999998</c:v>
                </c:pt>
                <c:pt idx="171">
                  <c:v>45.438003999999999</c:v>
                </c:pt>
                <c:pt idx="172">
                  <c:v>45.478065000000001</c:v>
                </c:pt>
                <c:pt idx="173">
                  <c:v>45.517432999999997</c:v>
                </c:pt>
                <c:pt idx="174">
                  <c:v>45.556292999999997</c:v>
                </c:pt>
                <c:pt idx="175">
                  <c:v>45.594067000000003</c:v>
                </c:pt>
                <c:pt idx="176">
                  <c:v>45.631484999999998</c:v>
                </c:pt>
                <c:pt idx="177">
                  <c:v>45.668723999999997</c:v>
                </c:pt>
                <c:pt idx="178">
                  <c:v>45.706310000000002</c:v>
                </c:pt>
                <c:pt idx="179">
                  <c:v>45.74353</c:v>
                </c:pt>
                <c:pt idx="180">
                  <c:v>45.780334000000003</c:v>
                </c:pt>
                <c:pt idx="181">
                  <c:v>45.816982000000003</c:v>
                </c:pt>
                <c:pt idx="182">
                  <c:v>45.853293999999998</c:v>
                </c:pt>
                <c:pt idx="183">
                  <c:v>45.892665999999998</c:v>
                </c:pt>
                <c:pt idx="184">
                  <c:v>45.933467999999998</c:v>
                </c:pt>
                <c:pt idx="185">
                  <c:v>45.969073999999999</c:v>
                </c:pt>
                <c:pt idx="186">
                  <c:v>46.000847</c:v>
                </c:pt>
                <c:pt idx="187">
                  <c:v>46.031734</c:v>
                </c:pt>
                <c:pt idx="188">
                  <c:v>46.064475999999999</c:v>
                </c:pt>
                <c:pt idx="189">
                  <c:v>46.099983000000002</c:v>
                </c:pt>
                <c:pt idx="190">
                  <c:v>46.141171</c:v>
                </c:pt>
                <c:pt idx="191">
                  <c:v>46.185054999999998</c:v>
                </c:pt>
                <c:pt idx="192">
                  <c:v>46.226891000000002</c:v>
                </c:pt>
                <c:pt idx="193">
                  <c:v>46.267662000000001</c:v>
                </c:pt>
                <c:pt idx="194">
                  <c:v>46.312736999999998</c:v>
                </c:pt>
                <c:pt idx="195">
                  <c:v>46.365788000000002</c:v>
                </c:pt>
                <c:pt idx="196">
                  <c:v>46.425227999999997</c:v>
                </c:pt>
                <c:pt idx="197">
                  <c:v>46.496597000000001</c:v>
                </c:pt>
                <c:pt idx="198">
                  <c:v>46.585819000000001</c:v>
                </c:pt>
                <c:pt idx="199">
                  <c:v>46.679718000000001</c:v>
                </c:pt>
                <c:pt idx="200">
                  <c:v>46.769444</c:v>
                </c:pt>
                <c:pt idx="201">
                  <c:v>46.859034999999999</c:v>
                </c:pt>
                <c:pt idx="202">
                  <c:v>46.950287000000003</c:v>
                </c:pt>
                <c:pt idx="203">
                  <c:v>47.033783</c:v>
                </c:pt>
                <c:pt idx="204">
                  <c:v>47.111651999999999</c:v>
                </c:pt>
                <c:pt idx="205">
                  <c:v>47.189636</c:v>
                </c:pt>
                <c:pt idx="206">
                  <c:v>47.269432000000002</c:v>
                </c:pt>
                <c:pt idx="207">
                  <c:v>47.349533000000001</c:v>
                </c:pt>
                <c:pt idx="208">
                  <c:v>47.430022999999998</c:v>
                </c:pt>
                <c:pt idx="209">
                  <c:v>47.510094000000002</c:v>
                </c:pt>
                <c:pt idx="210">
                  <c:v>47.589317000000001</c:v>
                </c:pt>
                <c:pt idx="211">
                  <c:v>47.667853999999998</c:v>
                </c:pt>
                <c:pt idx="212">
                  <c:v>47.747878999999998</c:v>
                </c:pt>
                <c:pt idx="213">
                  <c:v>47.830353000000002</c:v>
                </c:pt>
                <c:pt idx="214">
                  <c:v>47.914349000000001</c:v>
                </c:pt>
                <c:pt idx="215">
                  <c:v>47.997818000000002</c:v>
                </c:pt>
                <c:pt idx="216">
                  <c:v>48.080666000000001</c:v>
                </c:pt>
                <c:pt idx="217">
                  <c:v>48.165427999999999</c:v>
                </c:pt>
                <c:pt idx="218">
                  <c:v>48.245575000000002</c:v>
                </c:pt>
                <c:pt idx="219">
                  <c:v>48.318100000000001</c:v>
                </c:pt>
                <c:pt idx="220">
                  <c:v>48.381973000000002</c:v>
                </c:pt>
                <c:pt idx="221">
                  <c:v>48.441260999999997</c:v>
                </c:pt>
                <c:pt idx="222">
                  <c:v>48.486632999999998</c:v>
                </c:pt>
                <c:pt idx="223">
                  <c:v>48.520161000000002</c:v>
                </c:pt>
                <c:pt idx="224">
                  <c:v>48.551307999999999</c:v>
                </c:pt>
                <c:pt idx="225">
                  <c:v>48.585090999999998</c:v>
                </c:pt>
                <c:pt idx="226">
                  <c:v>48.620975000000001</c:v>
                </c:pt>
                <c:pt idx="227">
                  <c:v>48.655033000000003</c:v>
                </c:pt>
                <c:pt idx="228">
                  <c:v>48.686897000000002</c:v>
                </c:pt>
                <c:pt idx="229">
                  <c:v>48.718105000000001</c:v>
                </c:pt>
                <c:pt idx="230">
                  <c:v>48.749352000000002</c:v>
                </c:pt>
                <c:pt idx="231">
                  <c:v>48.781143</c:v>
                </c:pt>
                <c:pt idx="232">
                  <c:v>48.814456999999997</c:v>
                </c:pt>
                <c:pt idx="233">
                  <c:v>48.846001000000001</c:v>
                </c:pt>
                <c:pt idx="234">
                  <c:v>48.875923</c:v>
                </c:pt>
                <c:pt idx="235">
                  <c:v>48.907654000000001</c:v>
                </c:pt>
                <c:pt idx="236">
                  <c:v>48.942219000000001</c:v>
                </c:pt>
                <c:pt idx="237">
                  <c:v>48.978439000000002</c:v>
                </c:pt>
                <c:pt idx="238">
                  <c:v>49.013041999999999</c:v>
                </c:pt>
                <c:pt idx="239">
                  <c:v>49.044429999999998</c:v>
                </c:pt>
                <c:pt idx="240">
                  <c:v>49.075344000000001</c:v>
                </c:pt>
                <c:pt idx="241">
                  <c:v>49.105091000000002</c:v>
                </c:pt>
                <c:pt idx="242">
                  <c:v>49.132244</c:v>
                </c:pt>
                <c:pt idx="243">
                  <c:v>49.157966999999999</c:v>
                </c:pt>
                <c:pt idx="244">
                  <c:v>49.184646999999998</c:v>
                </c:pt>
                <c:pt idx="245">
                  <c:v>49.215907999999999</c:v>
                </c:pt>
                <c:pt idx="246">
                  <c:v>49.252997999999998</c:v>
                </c:pt>
                <c:pt idx="247">
                  <c:v>49.288699999999999</c:v>
                </c:pt>
                <c:pt idx="248">
                  <c:v>49.316718999999999</c:v>
                </c:pt>
                <c:pt idx="249">
                  <c:v>49.343387999999997</c:v>
                </c:pt>
                <c:pt idx="250">
                  <c:v>49.375511000000003</c:v>
                </c:pt>
                <c:pt idx="251">
                  <c:v>49.412407000000002</c:v>
                </c:pt>
                <c:pt idx="252">
                  <c:v>49.448582000000002</c:v>
                </c:pt>
                <c:pt idx="253">
                  <c:v>49.482410000000002</c:v>
                </c:pt>
                <c:pt idx="254">
                  <c:v>49.515487999999998</c:v>
                </c:pt>
                <c:pt idx="255">
                  <c:v>49.547477999999998</c:v>
                </c:pt>
                <c:pt idx="256">
                  <c:v>49.578139999999998</c:v>
                </c:pt>
                <c:pt idx="257">
                  <c:v>49.608302999999999</c:v>
                </c:pt>
                <c:pt idx="258">
                  <c:v>49.640255000000003</c:v>
                </c:pt>
                <c:pt idx="259">
                  <c:v>49.672192000000003</c:v>
                </c:pt>
                <c:pt idx="260">
                  <c:v>49.702271000000003</c:v>
                </c:pt>
                <c:pt idx="261">
                  <c:v>49.731087000000002</c:v>
                </c:pt>
                <c:pt idx="262">
                  <c:v>49.760871999999999</c:v>
                </c:pt>
                <c:pt idx="263">
                  <c:v>49.791359</c:v>
                </c:pt>
                <c:pt idx="264">
                  <c:v>49.823284000000001</c:v>
                </c:pt>
                <c:pt idx="265">
                  <c:v>49.859366999999999</c:v>
                </c:pt>
                <c:pt idx="266">
                  <c:v>49.900092999999998</c:v>
                </c:pt>
                <c:pt idx="267">
                  <c:v>49.944214000000002</c:v>
                </c:pt>
                <c:pt idx="268">
                  <c:v>49.988467999999997</c:v>
                </c:pt>
                <c:pt idx="269">
                  <c:v>50.032898000000003</c:v>
                </c:pt>
                <c:pt idx="270">
                  <c:v>50.079006</c:v>
                </c:pt>
                <c:pt idx="271">
                  <c:v>50.129249999999999</c:v>
                </c:pt>
                <c:pt idx="272">
                  <c:v>50.181355000000003</c:v>
                </c:pt>
                <c:pt idx="273">
                  <c:v>50.229443000000003</c:v>
                </c:pt>
                <c:pt idx="274">
                  <c:v>50.275691999999999</c:v>
                </c:pt>
                <c:pt idx="275">
                  <c:v>50.325961999999997</c:v>
                </c:pt>
                <c:pt idx="276">
                  <c:v>50.380177000000003</c:v>
                </c:pt>
                <c:pt idx="277">
                  <c:v>50.435637999999997</c:v>
                </c:pt>
                <c:pt idx="278">
                  <c:v>50.485550000000003</c:v>
                </c:pt>
                <c:pt idx="279">
                  <c:v>50.545344999999998</c:v>
                </c:pt>
                <c:pt idx="280">
                  <c:v>50.611980000000003</c:v>
                </c:pt>
                <c:pt idx="281">
                  <c:v>50.677120000000002</c:v>
                </c:pt>
                <c:pt idx="282">
                  <c:v>50.743675000000003</c:v>
                </c:pt>
                <c:pt idx="283">
                  <c:v>50.817951000000001</c:v>
                </c:pt>
                <c:pt idx="284">
                  <c:v>50.895496000000001</c:v>
                </c:pt>
                <c:pt idx="285">
                  <c:v>50.973995000000002</c:v>
                </c:pt>
                <c:pt idx="286">
                  <c:v>51.055</c:v>
                </c:pt>
                <c:pt idx="287">
                  <c:v>51.141993999999997</c:v>
                </c:pt>
                <c:pt idx="288">
                  <c:v>51.233046999999999</c:v>
                </c:pt>
                <c:pt idx="289">
                  <c:v>51.316586000000001</c:v>
                </c:pt>
                <c:pt idx="290">
                  <c:v>51.393394000000001</c:v>
                </c:pt>
                <c:pt idx="291">
                  <c:v>51.469619999999999</c:v>
                </c:pt>
                <c:pt idx="292">
                  <c:v>51.551197000000002</c:v>
                </c:pt>
                <c:pt idx="293">
                  <c:v>51.634788999999998</c:v>
                </c:pt>
                <c:pt idx="294">
                  <c:v>51.712111999999998</c:v>
                </c:pt>
                <c:pt idx="295">
                  <c:v>51.778880999999998</c:v>
                </c:pt>
                <c:pt idx="296">
                  <c:v>51.836081999999998</c:v>
                </c:pt>
                <c:pt idx="297">
                  <c:v>51.886242000000003</c:v>
                </c:pt>
                <c:pt idx="298">
                  <c:v>51.929786999999997</c:v>
                </c:pt>
                <c:pt idx="299">
                  <c:v>51.956412999999998</c:v>
                </c:pt>
                <c:pt idx="300">
                  <c:v>51.970505000000003</c:v>
                </c:pt>
                <c:pt idx="301">
                  <c:v>51.985267999999998</c:v>
                </c:pt>
                <c:pt idx="302">
                  <c:v>52.001953</c:v>
                </c:pt>
                <c:pt idx="303">
                  <c:v>52.016768999999996</c:v>
                </c:pt>
                <c:pt idx="304">
                  <c:v>52.030006</c:v>
                </c:pt>
                <c:pt idx="305">
                  <c:v>52.042194000000002</c:v>
                </c:pt>
                <c:pt idx="306">
                  <c:v>52.055793999999999</c:v>
                </c:pt>
                <c:pt idx="307">
                  <c:v>52.069896999999997</c:v>
                </c:pt>
                <c:pt idx="308">
                  <c:v>52.083393000000001</c:v>
                </c:pt>
                <c:pt idx="309">
                  <c:v>52.095168999999999</c:v>
                </c:pt>
                <c:pt idx="310">
                  <c:v>52.105319999999999</c:v>
                </c:pt>
                <c:pt idx="311">
                  <c:v>52.114479000000003</c:v>
                </c:pt>
                <c:pt idx="312">
                  <c:v>52.122031999999997</c:v>
                </c:pt>
                <c:pt idx="313">
                  <c:v>52.130955</c:v>
                </c:pt>
                <c:pt idx="314">
                  <c:v>52.142048000000003</c:v>
                </c:pt>
                <c:pt idx="315">
                  <c:v>52.151736999999997</c:v>
                </c:pt>
                <c:pt idx="316">
                  <c:v>52.160389000000002</c:v>
                </c:pt>
                <c:pt idx="317">
                  <c:v>52.169716000000001</c:v>
                </c:pt>
                <c:pt idx="318">
                  <c:v>52.179290999999999</c:v>
                </c:pt>
                <c:pt idx="319">
                  <c:v>52.187199</c:v>
                </c:pt>
                <c:pt idx="320">
                  <c:v>52.193736999999999</c:v>
                </c:pt>
                <c:pt idx="321">
                  <c:v>52.201037999999997</c:v>
                </c:pt>
                <c:pt idx="322">
                  <c:v>52.208995999999999</c:v>
                </c:pt>
                <c:pt idx="323">
                  <c:v>52.216721</c:v>
                </c:pt>
                <c:pt idx="324">
                  <c:v>52.220699000000003</c:v>
                </c:pt>
                <c:pt idx="325">
                  <c:v>52.223174999999998</c:v>
                </c:pt>
                <c:pt idx="326">
                  <c:v>52.227469999999997</c:v>
                </c:pt>
                <c:pt idx="327">
                  <c:v>52.234107999999999</c:v>
                </c:pt>
                <c:pt idx="328">
                  <c:v>52.238647</c:v>
                </c:pt>
                <c:pt idx="329">
                  <c:v>52.237720000000003</c:v>
                </c:pt>
                <c:pt idx="330">
                  <c:v>52.232666000000002</c:v>
                </c:pt>
                <c:pt idx="331">
                  <c:v>52.229866000000001</c:v>
                </c:pt>
                <c:pt idx="332">
                  <c:v>52.232093999999996</c:v>
                </c:pt>
                <c:pt idx="333">
                  <c:v>52.238281000000001</c:v>
                </c:pt>
                <c:pt idx="334">
                  <c:v>52.249062000000002</c:v>
                </c:pt>
                <c:pt idx="335">
                  <c:v>52.261330000000001</c:v>
                </c:pt>
                <c:pt idx="336">
                  <c:v>52.272972000000003</c:v>
                </c:pt>
                <c:pt idx="337">
                  <c:v>52.284255999999999</c:v>
                </c:pt>
                <c:pt idx="338">
                  <c:v>52.295422000000002</c:v>
                </c:pt>
                <c:pt idx="339">
                  <c:v>52.310336999999997</c:v>
                </c:pt>
                <c:pt idx="340">
                  <c:v>52.328471999999998</c:v>
                </c:pt>
                <c:pt idx="341">
                  <c:v>52.348720999999998</c:v>
                </c:pt>
                <c:pt idx="342">
                  <c:v>52.370178000000003</c:v>
                </c:pt>
                <c:pt idx="343">
                  <c:v>52.390827000000002</c:v>
                </c:pt>
                <c:pt idx="344">
                  <c:v>52.410964999999997</c:v>
                </c:pt>
                <c:pt idx="345">
                  <c:v>52.433852999999999</c:v>
                </c:pt>
                <c:pt idx="346">
                  <c:v>52.460140000000003</c:v>
                </c:pt>
                <c:pt idx="347">
                  <c:v>52.491047000000002</c:v>
                </c:pt>
                <c:pt idx="348">
                  <c:v>52.534568999999998</c:v>
                </c:pt>
                <c:pt idx="349">
                  <c:v>52.601768</c:v>
                </c:pt>
                <c:pt idx="350">
                  <c:v>52.686900999999999</c:v>
                </c:pt>
                <c:pt idx="351">
                  <c:v>52.767676999999999</c:v>
                </c:pt>
                <c:pt idx="352">
                  <c:v>52.847324</c:v>
                </c:pt>
                <c:pt idx="353">
                  <c:v>52.929507999999998</c:v>
                </c:pt>
                <c:pt idx="354">
                  <c:v>53.006245</c:v>
                </c:pt>
                <c:pt idx="355">
                  <c:v>53.074596</c:v>
                </c:pt>
                <c:pt idx="356">
                  <c:v>53.135066999999999</c:v>
                </c:pt>
                <c:pt idx="357">
                  <c:v>53.184215999999999</c:v>
                </c:pt>
                <c:pt idx="358">
                  <c:v>53.229202000000001</c:v>
                </c:pt>
                <c:pt idx="359">
                  <c:v>53.266509999999997</c:v>
                </c:pt>
                <c:pt idx="360">
                  <c:v>53.307116999999998</c:v>
                </c:pt>
                <c:pt idx="361">
                  <c:v>53.357779999999998</c:v>
                </c:pt>
                <c:pt idx="362">
                  <c:v>53.420059000000002</c:v>
                </c:pt>
                <c:pt idx="363">
                  <c:v>53.491374999999998</c:v>
                </c:pt>
                <c:pt idx="364">
                  <c:v>53.559218999999999</c:v>
                </c:pt>
                <c:pt idx="365">
                  <c:v>53.621257999999997</c:v>
                </c:pt>
                <c:pt idx="366">
                  <c:v>53.681046000000002</c:v>
                </c:pt>
                <c:pt idx="367">
                  <c:v>53.747948000000001</c:v>
                </c:pt>
                <c:pt idx="368">
                  <c:v>53.828139999999998</c:v>
                </c:pt>
                <c:pt idx="369">
                  <c:v>53.914828999999997</c:v>
                </c:pt>
                <c:pt idx="370">
                  <c:v>54.001201999999999</c:v>
                </c:pt>
                <c:pt idx="371">
                  <c:v>54.080798999999999</c:v>
                </c:pt>
                <c:pt idx="372">
                  <c:v>54.149051999999998</c:v>
                </c:pt>
                <c:pt idx="373">
                  <c:v>54.211784000000002</c:v>
                </c:pt>
                <c:pt idx="374">
                  <c:v>54.274352999999998</c:v>
                </c:pt>
                <c:pt idx="375">
                  <c:v>54.33672</c:v>
                </c:pt>
                <c:pt idx="376">
                  <c:v>54.398682000000001</c:v>
                </c:pt>
                <c:pt idx="377">
                  <c:v>54.462359999999997</c:v>
                </c:pt>
                <c:pt idx="378">
                  <c:v>54.530425999999999</c:v>
                </c:pt>
                <c:pt idx="379">
                  <c:v>54.608165999999997</c:v>
                </c:pt>
                <c:pt idx="380">
                  <c:v>54.69162</c:v>
                </c:pt>
                <c:pt idx="381">
                  <c:v>54.771667000000001</c:v>
                </c:pt>
                <c:pt idx="382">
                  <c:v>54.842201000000003</c:v>
                </c:pt>
                <c:pt idx="383">
                  <c:v>54.909816999999997</c:v>
                </c:pt>
                <c:pt idx="384">
                  <c:v>54.979092000000001</c:v>
                </c:pt>
                <c:pt idx="385">
                  <c:v>55.050007000000001</c:v>
                </c:pt>
                <c:pt idx="386">
                  <c:v>55.119404000000003</c:v>
                </c:pt>
                <c:pt idx="387">
                  <c:v>55.180202000000001</c:v>
                </c:pt>
                <c:pt idx="388">
                  <c:v>55.228634</c:v>
                </c:pt>
                <c:pt idx="389">
                  <c:v>55.274658000000002</c:v>
                </c:pt>
                <c:pt idx="390">
                  <c:v>55.319598999999997</c:v>
                </c:pt>
                <c:pt idx="391">
                  <c:v>55.365257</c:v>
                </c:pt>
                <c:pt idx="392">
                  <c:v>55.405456999999998</c:v>
                </c:pt>
                <c:pt idx="393">
                  <c:v>55.436394</c:v>
                </c:pt>
                <c:pt idx="394">
                  <c:v>55.463318000000001</c:v>
                </c:pt>
                <c:pt idx="395">
                  <c:v>55.493884999999999</c:v>
                </c:pt>
                <c:pt idx="396">
                  <c:v>55.529021999999998</c:v>
                </c:pt>
                <c:pt idx="397">
                  <c:v>55.577106000000001</c:v>
                </c:pt>
                <c:pt idx="398">
                  <c:v>55.636456000000003</c:v>
                </c:pt>
                <c:pt idx="399">
                  <c:v>55.691177000000003</c:v>
                </c:pt>
                <c:pt idx="400">
                  <c:v>55.736182999999997</c:v>
                </c:pt>
                <c:pt idx="401">
                  <c:v>55.768332999999998</c:v>
                </c:pt>
                <c:pt idx="402">
                  <c:v>55.793362000000002</c:v>
                </c:pt>
                <c:pt idx="403">
                  <c:v>55.819965000000003</c:v>
                </c:pt>
                <c:pt idx="404">
                  <c:v>55.846916</c:v>
                </c:pt>
                <c:pt idx="405">
                  <c:v>55.870517999999997</c:v>
                </c:pt>
                <c:pt idx="406">
                  <c:v>55.891544000000003</c:v>
                </c:pt>
                <c:pt idx="407">
                  <c:v>55.912502000000003</c:v>
                </c:pt>
                <c:pt idx="408">
                  <c:v>55.938000000000002</c:v>
                </c:pt>
                <c:pt idx="409">
                  <c:v>55.971919999999997</c:v>
                </c:pt>
                <c:pt idx="410">
                  <c:v>56.019469999999998</c:v>
                </c:pt>
                <c:pt idx="411">
                  <c:v>56.086067</c:v>
                </c:pt>
                <c:pt idx="412">
                  <c:v>56.164062999999999</c:v>
                </c:pt>
                <c:pt idx="413">
                  <c:v>56.244061000000002</c:v>
                </c:pt>
                <c:pt idx="414">
                  <c:v>56.325642000000002</c:v>
                </c:pt>
                <c:pt idx="415">
                  <c:v>56.409663999999999</c:v>
                </c:pt>
                <c:pt idx="416">
                  <c:v>56.496586000000001</c:v>
                </c:pt>
                <c:pt idx="417">
                  <c:v>56.580939999999998</c:v>
                </c:pt>
                <c:pt idx="418">
                  <c:v>56.654907000000001</c:v>
                </c:pt>
                <c:pt idx="419">
                  <c:v>56.723098999999998</c:v>
                </c:pt>
                <c:pt idx="420">
                  <c:v>56.787112999999998</c:v>
                </c:pt>
                <c:pt idx="421">
                  <c:v>56.848278000000001</c:v>
                </c:pt>
                <c:pt idx="422">
                  <c:v>56.905186</c:v>
                </c:pt>
                <c:pt idx="423">
                  <c:v>56.957413000000003</c:v>
                </c:pt>
                <c:pt idx="424">
                  <c:v>56.999946999999999</c:v>
                </c:pt>
                <c:pt idx="425">
                  <c:v>57.029667000000003</c:v>
                </c:pt>
                <c:pt idx="426">
                  <c:v>57.045569999999998</c:v>
                </c:pt>
                <c:pt idx="427">
                  <c:v>57.057285</c:v>
                </c:pt>
                <c:pt idx="428">
                  <c:v>57.072291999999997</c:v>
                </c:pt>
                <c:pt idx="429">
                  <c:v>57.089793999999998</c:v>
                </c:pt>
                <c:pt idx="430">
                  <c:v>57.107757999999997</c:v>
                </c:pt>
                <c:pt idx="431">
                  <c:v>57.121971000000002</c:v>
                </c:pt>
                <c:pt idx="432">
                  <c:v>57.133732000000002</c:v>
                </c:pt>
                <c:pt idx="433">
                  <c:v>57.146087999999999</c:v>
                </c:pt>
                <c:pt idx="434">
                  <c:v>57.160252</c:v>
                </c:pt>
                <c:pt idx="435">
                  <c:v>57.175685999999999</c:v>
                </c:pt>
                <c:pt idx="436">
                  <c:v>57.193095999999997</c:v>
                </c:pt>
                <c:pt idx="437">
                  <c:v>57.214970000000001</c:v>
                </c:pt>
                <c:pt idx="438">
                  <c:v>57.237301000000002</c:v>
                </c:pt>
                <c:pt idx="439">
                  <c:v>57.253506000000002</c:v>
                </c:pt>
                <c:pt idx="440">
                  <c:v>57.263984999999998</c:v>
                </c:pt>
                <c:pt idx="441">
                  <c:v>57.272872999999997</c:v>
                </c:pt>
                <c:pt idx="442">
                  <c:v>57.281624000000001</c:v>
                </c:pt>
                <c:pt idx="443">
                  <c:v>57.293605999999997</c:v>
                </c:pt>
                <c:pt idx="444">
                  <c:v>57.310214999999999</c:v>
                </c:pt>
                <c:pt idx="445">
                  <c:v>57.331429</c:v>
                </c:pt>
                <c:pt idx="446">
                  <c:v>57.355412000000001</c:v>
                </c:pt>
                <c:pt idx="447">
                  <c:v>57.377803999999998</c:v>
                </c:pt>
                <c:pt idx="448">
                  <c:v>57.396586999999997</c:v>
                </c:pt>
                <c:pt idx="449">
                  <c:v>57.413691999999998</c:v>
                </c:pt>
                <c:pt idx="450">
                  <c:v>57.431953</c:v>
                </c:pt>
                <c:pt idx="451">
                  <c:v>57.451210000000003</c:v>
                </c:pt>
                <c:pt idx="452">
                  <c:v>57.471133999999999</c:v>
                </c:pt>
                <c:pt idx="453">
                  <c:v>57.493510999999998</c:v>
                </c:pt>
                <c:pt idx="454">
                  <c:v>57.520687000000002</c:v>
                </c:pt>
                <c:pt idx="455">
                  <c:v>57.554614999999998</c:v>
                </c:pt>
                <c:pt idx="456">
                  <c:v>57.599044999999997</c:v>
                </c:pt>
                <c:pt idx="457">
                  <c:v>57.653945999999998</c:v>
                </c:pt>
                <c:pt idx="458">
                  <c:v>57.714801999999999</c:v>
                </c:pt>
                <c:pt idx="459">
                  <c:v>57.77216</c:v>
                </c:pt>
                <c:pt idx="460">
                  <c:v>57.821911</c:v>
                </c:pt>
                <c:pt idx="461">
                  <c:v>57.866318</c:v>
                </c:pt>
                <c:pt idx="462">
                  <c:v>57.910595000000001</c:v>
                </c:pt>
                <c:pt idx="463">
                  <c:v>57.962516999999998</c:v>
                </c:pt>
                <c:pt idx="464">
                  <c:v>58.029274000000001</c:v>
                </c:pt>
                <c:pt idx="465">
                  <c:v>58.107021000000003</c:v>
                </c:pt>
                <c:pt idx="466">
                  <c:v>58.185172999999999</c:v>
                </c:pt>
                <c:pt idx="467">
                  <c:v>58.263328999999999</c:v>
                </c:pt>
                <c:pt idx="468">
                  <c:v>58.334755000000001</c:v>
                </c:pt>
                <c:pt idx="469">
                  <c:v>58.402161</c:v>
                </c:pt>
                <c:pt idx="470">
                  <c:v>58.469501000000001</c:v>
                </c:pt>
                <c:pt idx="471">
                  <c:v>58.536239999999999</c:v>
                </c:pt>
                <c:pt idx="472">
                  <c:v>58.600364999999996</c:v>
                </c:pt>
                <c:pt idx="473">
                  <c:v>58.656834000000003</c:v>
                </c:pt>
                <c:pt idx="474">
                  <c:v>58.700595999999997</c:v>
                </c:pt>
                <c:pt idx="475">
                  <c:v>58.722168000000003</c:v>
                </c:pt>
                <c:pt idx="476">
                  <c:v>58.730583000000003</c:v>
                </c:pt>
                <c:pt idx="477">
                  <c:v>58.742637999999999</c:v>
                </c:pt>
                <c:pt idx="478">
                  <c:v>58.756484999999998</c:v>
                </c:pt>
                <c:pt idx="479">
                  <c:v>58.770355000000002</c:v>
                </c:pt>
                <c:pt idx="480">
                  <c:v>58.784157</c:v>
                </c:pt>
                <c:pt idx="481">
                  <c:v>58.798096000000001</c:v>
                </c:pt>
                <c:pt idx="482">
                  <c:v>58.812812999999998</c:v>
                </c:pt>
                <c:pt idx="483">
                  <c:v>58.834102999999999</c:v>
                </c:pt>
                <c:pt idx="484">
                  <c:v>58.862929999999999</c:v>
                </c:pt>
                <c:pt idx="485">
                  <c:v>58.900680999999999</c:v>
                </c:pt>
                <c:pt idx="486">
                  <c:v>58.953445000000002</c:v>
                </c:pt>
                <c:pt idx="487">
                  <c:v>59.024997999999997</c:v>
                </c:pt>
                <c:pt idx="488">
                  <c:v>59.107300000000002</c:v>
                </c:pt>
                <c:pt idx="489">
                  <c:v>59.186050000000002</c:v>
                </c:pt>
                <c:pt idx="490">
                  <c:v>59.265723999999999</c:v>
                </c:pt>
                <c:pt idx="491">
                  <c:v>59.343249999999998</c:v>
                </c:pt>
                <c:pt idx="492">
                  <c:v>59.41433</c:v>
                </c:pt>
                <c:pt idx="493">
                  <c:v>59.480736</c:v>
                </c:pt>
                <c:pt idx="494">
                  <c:v>59.542000000000002</c:v>
                </c:pt>
                <c:pt idx="495">
                  <c:v>59.599246999999998</c:v>
                </c:pt>
                <c:pt idx="496">
                  <c:v>59.660175000000002</c:v>
                </c:pt>
                <c:pt idx="497">
                  <c:v>59.727874999999997</c:v>
                </c:pt>
                <c:pt idx="498">
                  <c:v>59.801758</c:v>
                </c:pt>
                <c:pt idx="499">
                  <c:v>59.876404000000001</c:v>
                </c:pt>
                <c:pt idx="500">
                  <c:v>59.950927999999998</c:v>
                </c:pt>
                <c:pt idx="501">
                  <c:v>60.029018000000001</c:v>
                </c:pt>
                <c:pt idx="502">
                  <c:v>60.110954</c:v>
                </c:pt>
                <c:pt idx="503">
                  <c:v>60.190804</c:v>
                </c:pt>
                <c:pt idx="504">
                  <c:v>60.261028000000003</c:v>
                </c:pt>
                <c:pt idx="505">
                  <c:v>60.322364999999998</c:v>
                </c:pt>
                <c:pt idx="506">
                  <c:v>60.37397</c:v>
                </c:pt>
                <c:pt idx="507">
                  <c:v>60.418671000000003</c:v>
                </c:pt>
                <c:pt idx="508">
                  <c:v>60.458275</c:v>
                </c:pt>
                <c:pt idx="509">
                  <c:v>60.487758999999997</c:v>
                </c:pt>
                <c:pt idx="510">
                  <c:v>60.506962000000001</c:v>
                </c:pt>
                <c:pt idx="511">
                  <c:v>60.517788000000003</c:v>
                </c:pt>
                <c:pt idx="512">
                  <c:v>60.522826999999999</c:v>
                </c:pt>
                <c:pt idx="513">
                  <c:v>60.529682000000001</c:v>
                </c:pt>
                <c:pt idx="514">
                  <c:v>60.537815000000002</c:v>
                </c:pt>
                <c:pt idx="515">
                  <c:v>60.552795000000003</c:v>
                </c:pt>
                <c:pt idx="516">
                  <c:v>60.571629000000001</c:v>
                </c:pt>
                <c:pt idx="517">
                  <c:v>60.592022</c:v>
                </c:pt>
                <c:pt idx="518">
                  <c:v>60.611030999999997</c:v>
                </c:pt>
                <c:pt idx="519">
                  <c:v>60.628593000000002</c:v>
                </c:pt>
                <c:pt idx="520">
                  <c:v>60.637355999999997</c:v>
                </c:pt>
                <c:pt idx="521">
                  <c:v>60.645114999999997</c:v>
                </c:pt>
                <c:pt idx="522">
                  <c:v>60.652794</c:v>
                </c:pt>
                <c:pt idx="523">
                  <c:v>60.664692000000002</c:v>
                </c:pt>
                <c:pt idx="524">
                  <c:v>60.681499000000002</c:v>
                </c:pt>
                <c:pt idx="525">
                  <c:v>60.696536999999999</c:v>
                </c:pt>
                <c:pt idx="526">
                  <c:v>60.70879</c:v>
                </c:pt>
                <c:pt idx="527">
                  <c:v>60.722732999999998</c:v>
                </c:pt>
                <c:pt idx="528">
                  <c:v>60.739750000000001</c:v>
                </c:pt>
                <c:pt idx="529">
                  <c:v>60.767631999999999</c:v>
                </c:pt>
                <c:pt idx="530">
                  <c:v>60.800120999999997</c:v>
                </c:pt>
                <c:pt idx="531">
                  <c:v>60.830596999999997</c:v>
                </c:pt>
                <c:pt idx="532">
                  <c:v>60.859104000000002</c:v>
                </c:pt>
                <c:pt idx="533">
                  <c:v>60.886668999999998</c:v>
                </c:pt>
                <c:pt idx="534">
                  <c:v>60.912925999999999</c:v>
                </c:pt>
                <c:pt idx="535">
                  <c:v>60.940204999999999</c:v>
                </c:pt>
                <c:pt idx="536">
                  <c:v>60.969189</c:v>
                </c:pt>
                <c:pt idx="537">
                  <c:v>60.997204000000004</c:v>
                </c:pt>
                <c:pt idx="538">
                  <c:v>61.023055999999997</c:v>
                </c:pt>
                <c:pt idx="539">
                  <c:v>61.045138999999999</c:v>
                </c:pt>
                <c:pt idx="540">
                  <c:v>61.060974000000002</c:v>
                </c:pt>
                <c:pt idx="541">
                  <c:v>61.071964000000001</c:v>
                </c:pt>
                <c:pt idx="542">
                  <c:v>61.081477999999997</c:v>
                </c:pt>
                <c:pt idx="543">
                  <c:v>61.091887999999997</c:v>
                </c:pt>
                <c:pt idx="544">
                  <c:v>61.102328999999997</c:v>
                </c:pt>
                <c:pt idx="545">
                  <c:v>61.111485000000002</c:v>
                </c:pt>
                <c:pt idx="546">
                  <c:v>61.117534999999997</c:v>
                </c:pt>
                <c:pt idx="547">
                  <c:v>61.123379</c:v>
                </c:pt>
                <c:pt idx="548">
                  <c:v>61.132072000000001</c:v>
                </c:pt>
                <c:pt idx="549">
                  <c:v>61.146693999999997</c:v>
                </c:pt>
                <c:pt idx="550">
                  <c:v>61.169204999999998</c:v>
                </c:pt>
                <c:pt idx="551">
                  <c:v>61.195746999999997</c:v>
                </c:pt>
                <c:pt idx="552">
                  <c:v>61.215857999999997</c:v>
                </c:pt>
                <c:pt idx="553">
                  <c:v>61.226554999999998</c:v>
                </c:pt>
                <c:pt idx="554">
                  <c:v>61.230179</c:v>
                </c:pt>
                <c:pt idx="555">
                  <c:v>61.232246000000004</c:v>
                </c:pt>
                <c:pt idx="556">
                  <c:v>61.236159999999998</c:v>
                </c:pt>
                <c:pt idx="557">
                  <c:v>61.239891</c:v>
                </c:pt>
                <c:pt idx="558">
                  <c:v>61.241622999999997</c:v>
                </c:pt>
                <c:pt idx="559">
                  <c:v>61.241515999999997</c:v>
                </c:pt>
                <c:pt idx="560">
                  <c:v>61.239871999999998</c:v>
                </c:pt>
                <c:pt idx="561">
                  <c:v>61.237040999999998</c:v>
                </c:pt>
                <c:pt idx="562">
                  <c:v>61.233738000000002</c:v>
                </c:pt>
                <c:pt idx="563">
                  <c:v>61.232689000000001</c:v>
                </c:pt>
                <c:pt idx="564">
                  <c:v>61.233955000000002</c:v>
                </c:pt>
                <c:pt idx="565">
                  <c:v>61.237873</c:v>
                </c:pt>
                <c:pt idx="566">
                  <c:v>61.241588999999998</c:v>
                </c:pt>
                <c:pt idx="567">
                  <c:v>61.242657000000001</c:v>
                </c:pt>
                <c:pt idx="568">
                  <c:v>61.244292999999999</c:v>
                </c:pt>
                <c:pt idx="569">
                  <c:v>61.244877000000002</c:v>
                </c:pt>
                <c:pt idx="570">
                  <c:v>61.243378</c:v>
                </c:pt>
                <c:pt idx="571">
                  <c:v>61.239029000000002</c:v>
                </c:pt>
                <c:pt idx="572">
                  <c:v>61.230407999999997</c:v>
                </c:pt>
                <c:pt idx="573">
                  <c:v>61.222633000000002</c:v>
                </c:pt>
                <c:pt idx="574">
                  <c:v>61.213768000000002</c:v>
                </c:pt>
                <c:pt idx="575">
                  <c:v>61.206062000000003</c:v>
                </c:pt>
                <c:pt idx="576">
                  <c:v>61.191890999999998</c:v>
                </c:pt>
                <c:pt idx="577">
                  <c:v>61.186588</c:v>
                </c:pt>
                <c:pt idx="578">
                  <c:v>61.182053000000003</c:v>
                </c:pt>
                <c:pt idx="579">
                  <c:v>61.178401999999998</c:v>
                </c:pt>
                <c:pt idx="580">
                  <c:v>61.174098999999998</c:v>
                </c:pt>
                <c:pt idx="581">
                  <c:v>61.172198999999999</c:v>
                </c:pt>
                <c:pt idx="582">
                  <c:v>61.171734000000001</c:v>
                </c:pt>
                <c:pt idx="583">
                  <c:v>61.170616000000003</c:v>
                </c:pt>
                <c:pt idx="584">
                  <c:v>61.170108999999997</c:v>
                </c:pt>
                <c:pt idx="585">
                  <c:v>61.170386999999998</c:v>
                </c:pt>
                <c:pt idx="586">
                  <c:v>61.172974000000004</c:v>
                </c:pt>
                <c:pt idx="587">
                  <c:v>61.175938000000002</c:v>
                </c:pt>
                <c:pt idx="588">
                  <c:v>61.177067000000001</c:v>
                </c:pt>
                <c:pt idx="589">
                  <c:v>61.177143000000001</c:v>
                </c:pt>
                <c:pt idx="590">
                  <c:v>61.177379999999999</c:v>
                </c:pt>
                <c:pt idx="591">
                  <c:v>61.180008000000001</c:v>
                </c:pt>
                <c:pt idx="592">
                  <c:v>61.188972</c:v>
                </c:pt>
                <c:pt idx="593">
                  <c:v>61.206153999999998</c:v>
                </c:pt>
                <c:pt idx="594">
                  <c:v>61.220928000000001</c:v>
                </c:pt>
                <c:pt idx="595">
                  <c:v>61.236812999999998</c:v>
                </c:pt>
                <c:pt idx="596">
                  <c:v>61.260413999999997</c:v>
                </c:pt>
                <c:pt idx="597">
                  <c:v>61.292499999999997</c:v>
                </c:pt>
                <c:pt idx="598">
                  <c:v>61.335182000000003</c:v>
                </c:pt>
                <c:pt idx="599">
                  <c:v>61.388427999999998</c:v>
                </c:pt>
                <c:pt idx="600">
                  <c:v>61.456187999999997</c:v>
                </c:pt>
                <c:pt idx="601">
                  <c:v>61.532871</c:v>
                </c:pt>
                <c:pt idx="602">
                  <c:v>61.609425000000002</c:v>
                </c:pt>
                <c:pt idx="603">
                  <c:v>61.682448999999998</c:v>
                </c:pt>
                <c:pt idx="604">
                  <c:v>61.749034999999999</c:v>
                </c:pt>
                <c:pt idx="605">
                  <c:v>61.806507000000003</c:v>
                </c:pt>
                <c:pt idx="606">
                  <c:v>61.854602999999997</c:v>
                </c:pt>
                <c:pt idx="607">
                  <c:v>61.884963999999997</c:v>
                </c:pt>
                <c:pt idx="608">
                  <c:v>61.901103999999997</c:v>
                </c:pt>
                <c:pt idx="609">
                  <c:v>61.916203000000003</c:v>
                </c:pt>
                <c:pt idx="610">
                  <c:v>61.939754000000001</c:v>
                </c:pt>
                <c:pt idx="611">
                  <c:v>61.972607000000004</c:v>
                </c:pt>
                <c:pt idx="612">
                  <c:v>62.004565999999997</c:v>
                </c:pt>
                <c:pt idx="613">
                  <c:v>62.041652999999997</c:v>
                </c:pt>
                <c:pt idx="614">
                  <c:v>62.083477000000002</c:v>
                </c:pt>
                <c:pt idx="615">
                  <c:v>62.136600000000001</c:v>
                </c:pt>
                <c:pt idx="616">
                  <c:v>62.206935999999999</c:v>
                </c:pt>
                <c:pt idx="617">
                  <c:v>62.284874000000002</c:v>
                </c:pt>
                <c:pt idx="618">
                  <c:v>62.365738</c:v>
                </c:pt>
                <c:pt idx="619">
                  <c:v>62.447792</c:v>
                </c:pt>
                <c:pt idx="620">
                  <c:v>62.531368000000001</c:v>
                </c:pt>
                <c:pt idx="621">
                  <c:v>62.611629000000001</c:v>
                </c:pt>
                <c:pt idx="622">
                  <c:v>62.686706999999998</c:v>
                </c:pt>
                <c:pt idx="623">
                  <c:v>62.755614999999999</c:v>
                </c:pt>
                <c:pt idx="624">
                  <c:v>62.823124</c:v>
                </c:pt>
                <c:pt idx="625">
                  <c:v>62.886195999999998</c:v>
                </c:pt>
                <c:pt idx="626">
                  <c:v>62.944405000000003</c:v>
                </c:pt>
                <c:pt idx="627">
                  <c:v>62.995289</c:v>
                </c:pt>
                <c:pt idx="628">
                  <c:v>63.042431000000001</c:v>
                </c:pt>
                <c:pt idx="629">
                  <c:v>63.087989999999998</c:v>
                </c:pt>
                <c:pt idx="630">
                  <c:v>63.137008999999999</c:v>
                </c:pt>
                <c:pt idx="631">
                  <c:v>63.186076999999997</c:v>
                </c:pt>
                <c:pt idx="632">
                  <c:v>63.232306999999999</c:v>
                </c:pt>
                <c:pt idx="633">
                  <c:v>63.280807000000003</c:v>
                </c:pt>
                <c:pt idx="634">
                  <c:v>63.336070999999997</c:v>
                </c:pt>
                <c:pt idx="635">
                  <c:v>63.399368000000003</c:v>
                </c:pt>
                <c:pt idx="636">
                  <c:v>63.469512999999999</c:v>
                </c:pt>
                <c:pt idx="637">
                  <c:v>63.546143000000001</c:v>
                </c:pt>
                <c:pt idx="638">
                  <c:v>63.626373000000001</c:v>
                </c:pt>
                <c:pt idx="639">
                  <c:v>63.704273000000001</c:v>
                </c:pt>
                <c:pt idx="640">
                  <c:v>63.778182999999999</c:v>
                </c:pt>
                <c:pt idx="641">
                  <c:v>63.849471999999999</c:v>
                </c:pt>
                <c:pt idx="642">
                  <c:v>63.915599999999998</c:v>
                </c:pt>
                <c:pt idx="643">
                  <c:v>63.971859000000002</c:v>
                </c:pt>
                <c:pt idx="644">
                  <c:v>64.021934999999999</c:v>
                </c:pt>
                <c:pt idx="645">
                  <c:v>64.067970000000003</c:v>
                </c:pt>
                <c:pt idx="646">
                  <c:v>64.113426000000004</c:v>
                </c:pt>
                <c:pt idx="647">
                  <c:v>64.154892000000004</c:v>
                </c:pt>
                <c:pt idx="648">
                  <c:v>64.191612000000006</c:v>
                </c:pt>
                <c:pt idx="649">
                  <c:v>64.228156999999996</c:v>
                </c:pt>
                <c:pt idx="650">
                  <c:v>64.261864000000003</c:v>
                </c:pt>
                <c:pt idx="651">
                  <c:v>64.293785</c:v>
                </c:pt>
                <c:pt idx="652">
                  <c:v>64.330321999999995</c:v>
                </c:pt>
                <c:pt idx="653">
                  <c:v>64.373778999999999</c:v>
                </c:pt>
                <c:pt idx="654">
                  <c:v>64.421356000000003</c:v>
                </c:pt>
                <c:pt idx="655">
                  <c:v>64.476219</c:v>
                </c:pt>
                <c:pt idx="656">
                  <c:v>64.542327999999998</c:v>
                </c:pt>
                <c:pt idx="657">
                  <c:v>64.615539999999996</c:v>
                </c:pt>
                <c:pt idx="658">
                  <c:v>64.689407000000003</c:v>
                </c:pt>
                <c:pt idx="659">
                  <c:v>64.763779</c:v>
                </c:pt>
                <c:pt idx="660">
                  <c:v>64.839698999999996</c:v>
                </c:pt>
                <c:pt idx="661">
                  <c:v>64.919951999999995</c:v>
                </c:pt>
                <c:pt idx="662">
                  <c:v>65.004340999999997</c:v>
                </c:pt>
                <c:pt idx="663">
                  <c:v>65.083716999999993</c:v>
                </c:pt>
                <c:pt idx="664">
                  <c:v>65.153542000000002</c:v>
                </c:pt>
                <c:pt idx="665">
                  <c:v>65.214637999999994</c:v>
                </c:pt>
                <c:pt idx="666">
                  <c:v>65.272743000000006</c:v>
                </c:pt>
                <c:pt idx="667">
                  <c:v>65.334182999999996</c:v>
                </c:pt>
                <c:pt idx="668">
                  <c:v>65.399376000000004</c:v>
                </c:pt>
                <c:pt idx="669">
                  <c:v>65.463661000000002</c:v>
                </c:pt>
                <c:pt idx="670">
                  <c:v>65.527244999999994</c:v>
                </c:pt>
                <c:pt idx="671">
                  <c:v>65.595871000000002</c:v>
                </c:pt>
                <c:pt idx="672">
                  <c:v>65.669646999999998</c:v>
                </c:pt>
                <c:pt idx="673">
                  <c:v>65.747032000000004</c:v>
                </c:pt>
                <c:pt idx="674">
                  <c:v>65.821929999999995</c:v>
                </c:pt>
                <c:pt idx="675">
                  <c:v>65.896850999999998</c:v>
                </c:pt>
                <c:pt idx="676">
                  <c:v>65.974556000000007</c:v>
                </c:pt>
                <c:pt idx="677">
                  <c:v>66.050590999999997</c:v>
                </c:pt>
                <c:pt idx="678">
                  <c:v>66.120841999999996</c:v>
                </c:pt>
                <c:pt idx="679">
                  <c:v>66.182541000000001</c:v>
                </c:pt>
                <c:pt idx="680">
                  <c:v>66.231041000000005</c:v>
                </c:pt>
                <c:pt idx="681">
                  <c:v>66.271789999999996</c:v>
                </c:pt>
                <c:pt idx="682">
                  <c:v>66.309394999999995</c:v>
                </c:pt>
                <c:pt idx="683">
                  <c:v>66.345039</c:v>
                </c:pt>
                <c:pt idx="684">
                  <c:v>66.380279999999999</c:v>
                </c:pt>
                <c:pt idx="685">
                  <c:v>66.410538000000003</c:v>
                </c:pt>
                <c:pt idx="686">
                  <c:v>66.433868000000004</c:v>
                </c:pt>
                <c:pt idx="687">
                  <c:v>66.452026000000004</c:v>
                </c:pt>
                <c:pt idx="688">
                  <c:v>66.469498000000002</c:v>
                </c:pt>
                <c:pt idx="689">
                  <c:v>66.488524999999996</c:v>
                </c:pt>
                <c:pt idx="690">
                  <c:v>66.509377000000001</c:v>
                </c:pt>
                <c:pt idx="691">
                  <c:v>66.526938999999999</c:v>
                </c:pt>
                <c:pt idx="692">
                  <c:v>66.542191000000003</c:v>
                </c:pt>
                <c:pt idx="693">
                  <c:v>66.562584000000001</c:v>
                </c:pt>
                <c:pt idx="694">
                  <c:v>66.592170999999993</c:v>
                </c:pt>
                <c:pt idx="695">
                  <c:v>66.627540999999994</c:v>
                </c:pt>
                <c:pt idx="696">
                  <c:v>66.665749000000005</c:v>
                </c:pt>
                <c:pt idx="697">
                  <c:v>66.705787999999998</c:v>
                </c:pt>
                <c:pt idx="698">
                  <c:v>66.751296999999994</c:v>
                </c:pt>
                <c:pt idx="699">
                  <c:v>66.804259999999999</c:v>
                </c:pt>
                <c:pt idx="700">
                  <c:v>66.858513000000002</c:v>
                </c:pt>
                <c:pt idx="701">
                  <c:v>66.912955999999994</c:v>
                </c:pt>
                <c:pt idx="702">
                  <c:v>66.966812000000004</c:v>
                </c:pt>
                <c:pt idx="703">
                  <c:v>67.015777999999997</c:v>
                </c:pt>
                <c:pt idx="704">
                  <c:v>67.056503000000006</c:v>
                </c:pt>
                <c:pt idx="705">
                  <c:v>67.087256999999994</c:v>
                </c:pt>
                <c:pt idx="706">
                  <c:v>67.106812000000005</c:v>
                </c:pt>
                <c:pt idx="707">
                  <c:v>67.115768000000003</c:v>
                </c:pt>
                <c:pt idx="708">
                  <c:v>67.120887999999994</c:v>
                </c:pt>
                <c:pt idx="709">
                  <c:v>67.127662999999998</c:v>
                </c:pt>
                <c:pt idx="710">
                  <c:v>67.139763000000002</c:v>
                </c:pt>
                <c:pt idx="711">
                  <c:v>67.155281000000002</c:v>
                </c:pt>
                <c:pt idx="712">
                  <c:v>67.166511999999997</c:v>
                </c:pt>
                <c:pt idx="713">
                  <c:v>67.168464999999998</c:v>
                </c:pt>
                <c:pt idx="714">
                  <c:v>67.164924999999997</c:v>
                </c:pt>
                <c:pt idx="715">
                  <c:v>67.159592000000004</c:v>
                </c:pt>
                <c:pt idx="716">
                  <c:v>67.152411999999998</c:v>
                </c:pt>
                <c:pt idx="717">
                  <c:v>67.143226999999996</c:v>
                </c:pt>
                <c:pt idx="718">
                  <c:v>67.132499999999993</c:v>
                </c:pt>
                <c:pt idx="719">
                  <c:v>67.121871999999996</c:v>
                </c:pt>
                <c:pt idx="720">
                  <c:v>67.111923000000004</c:v>
                </c:pt>
                <c:pt idx="721">
                  <c:v>67.095191999999997</c:v>
                </c:pt>
                <c:pt idx="722">
                  <c:v>67.077499000000003</c:v>
                </c:pt>
                <c:pt idx="723">
                  <c:v>67.057830999999993</c:v>
                </c:pt>
                <c:pt idx="724">
                  <c:v>67.036057</c:v>
                </c:pt>
                <c:pt idx="725">
                  <c:v>67.016396</c:v>
                </c:pt>
                <c:pt idx="726">
                  <c:v>67.002510000000001</c:v>
                </c:pt>
                <c:pt idx="727">
                  <c:v>66.995338000000004</c:v>
                </c:pt>
                <c:pt idx="728">
                  <c:v>66.985420000000005</c:v>
                </c:pt>
                <c:pt idx="729">
                  <c:v>66.970061999999999</c:v>
                </c:pt>
                <c:pt idx="730">
                  <c:v>66.950728999999995</c:v>
                </c:pt>
                <c:pt idx="731">
                  <c:v>66.927788000000007</c:v>
                </c:pt>
                <c:pt idx="732">
                  <c:v>66.891746999999995</c:v>
                </c:pt>
                <c:pt idx="733">
                  <c:v>66.847465999999997</c:v>
                </c:pt>
                <c:pt idx="734">
                  <c:v>66.805724999999995</c:v>
                </c:pt>
                <c:pt idx="735">
                  <c:v>66.768073999999999</c:v>
                </c:pt>
                <c:pt idx="736">
                  <c:v>66.733940000000004</c:v>
                </c:pt>
                <c:pt idx="737">
                  <c:v>66.698639</c:v>
                </c:pt>
                <c:pt idx="738">
                  <c:v>66.660293999999993</c:v>
                </c:pt>
                <c:pt idx="739">
                  <c:v>66.621619999999993</c:v>
                </c:pt>
                <c:pt idx="740">
                  <c:v>66.576888999999994</c:v>
                </c:pt>
                <c:pt idx="741">
                  <c:v>66.528351000000001</c:v>
                </c:pt>
                <c:pt idx="742">
                  <c:v>66.480391999999995</c:v>
                </c:pt>
                <c:pt idx="743">
                  <c:v>66.428223000000003</c:v>
                </c:pt>
                <c:pt idx="744">
                  <c:v>66.369750999999994</c:v>
                </c:pt>
                <c:pt idx="745">
                  <c:v>66.310631000000001</c:v>
                </c:pt>
                <c:pt idx="746">
                  <c:v>66.251427000000007</c:v>
                </c:pt>
                <c:pt idx="747">
                  <c:v>66.189857000000003</c:v>
                </c:pt>
                <c:pt idx="748">
                  <c:v>66.134604999999993</c:v>
                </c:pt>
                <c:pt idx="749">
                  <c:v>66.085999000000001</c:v>
                </c:pt>
                <c:pt idx="750">
                  <c:v>66.033714000000003</c:v>
                </c:pt>
                <c:pt idx="751">
                  <c:v>65.974625000000003</c:v>
                </c:pt>
                <c:pt idx="752">
                  <c:v>65.914940000000001</c:v>
                </c:pt>
                <c:pt idx="753">
                  <c:v>65.853522999999996</c:v>
                </c:pt>
                <c:pt idx="754">
                  <c:v>65.795188999999993</c:v>
                </c:pt>
                <c:pt idx="755">
                  <c:v>65.747246000000004</c:v>
                </c:pt>
                <c:pt idx="756">
                  <c:v>65.71463</c:v>
                </c:pt>
                <c:pt idx="757">
                  <c:v>65.689071999999996</c:v>
                </c:pt>
                <c:pt idx="758">
                  <c:v>65.663673000000003</c:v>
                </c:pt>
                <c:pt idx="759">
                  <c:v>65.636353</c:v>
                </c:pt>
                <c:pt idx="760">
                  <c:v>65.609566000000001</c:v>
                </c:pt>
                <c:pt idx="761">
                  <c:v>65.585915</c:v>
                </c:pt>
                <c:pt idx="762">
                  <c:v>65.566222999999994</c:v>
                </c:pt>
                <c:pt idx="763">
                  <c:v>65.549369999999996</c:v>
                </c:pt>
                <c:pt idx="764">
                  <c:v>65.531600999999995</c:v>
                </c:pt>
                <c:pt idx="765">
                  <c:v>65.508635999999996</c:v>
                </c:pt>
                <c:pt idx="766">
                  <c:v>65.482658000000001</c:v>
                </c:pt>
                <c:pt idx="767">
                  <c:v>65.455894000000001</c:v>
                </c:pt>
                <c:pt idx="768">
                  <c:v>65.430594999999997</c:v>
                </c:pt>
                <c:pt idx="769">
                  <c:v>65.407616000000004</c:v>
                </c:pt>
                <c:pt idx="770">
                  <c:v>65.387291000000005</c:v>
                </c:pt>
                <c:pt idx="771">
                  <c:v>65.369658999999999</c:v>
                </c:pt>
                <c:pt idx="772">
                  <c:v>65.352463</c:v>
                </c:pt>
                <c:pt idx="773">
                  <c:v>65.333061000000001</c:v>
                </c:pt>
                <c:pt idx="774">
                  <c:v>65.312492000000006</c:v>
                </c:pt>
                <c:pt idx="775">
                  <c:v>65.293143999999998</c:v>
                </c:pt>
                <c:pt idx="776">
                  <c:v>65.275870999999995</c:v>
                </c:pt>
                <c:pt idx="777">
                  <c:v>65.259322999999995</c:v>
                </c:pt>
                <c:pt idx="778">
                  <c:v>65.243392999999998</c:v>
                </c:pt>
                <c:pt idx="779">
                  <c:v>65.228470000000002</c:v>
                </c:pt>
                <c:pt idx="780">
                  <c:v>65.215362999999996</c:v>
                </c:pt>
                <c:pt idx="781">
                  <c:v>65.204041000000004</c:v>
                </c:pt>
                <c:pt idx="782">
                  <c:v>65.194321000000002</c:v>
                </c:pt>
                <c:pt idx="783">
                  <c:v>65.184341000000003</c:v>
                </c:pt>
                <c:pt idx="784">
                  <c:v>65.173484999999999</c:v>
                </c:pt>
                <c:pt idx="785">
                  <c:v>65.161972000000006</c:v>
                </c:pt>
                <c:pt idx="786">
                  <c:v>65.150475</c:v>
                </c:pt>
                <c:pt idx="787">
                  <c:v>65.138924000000003</c:v>
                </c:pt>
                <c:pt idx="788">
                  <c:v>65.125893000000005</c:v>
                </c:pt>
                <c:pt idx="789">
                  <c:v>65.108963000000003</c:v>
                </c:pt>
                <c:pt idx="790">
                  <c:v>65.088950999999994</c:v>
                </c:pt>
                <c:pt idx="791">
                  <c:v>65.066802999999993</c:v>
                </c:pt>
                <c:pt idx="792">
                  <c:v>65.042938000000007</c:v>
                </c:pt>
                <c:pt idx="793">
                  <c:v>65.009201000000004</c:v>
                </c:pt>
                <c:pt idx="794">
                  <c:v>64.968566999999993</c:v>
                </c:pt>
                <c:pt idx="795">
                  <c:v>64.921065999999996</c:v>
                </c:pt>
                <c:pt idx="796">
                  <c:v>64.861052999999998</c:v>
                </c:pt>
                <c:pt idx="797">
                  <c:v>64.788864000000004</c:v>
                </c:pt>
                <c:pt idx="798">
                  <c:v>64.713973999999993</c:v>
                </c:pt>
                <c:pt idx="799">
                  <c:v>64.638633999999996</c:v>
                </c:pt>
                <c:pt idx="800">
                  <c:v>64.557929999999999</c:v>
                </c:pt>
                <c:pt idx="801">
                  <c:v>64.480712999999994</c:v>
                </c:pt>
                <c:pt idx="802">
                  <c:v>64.412948999999998</c:v>
                </c:pt>
                <c:pt idx="803">
                  <c:v>64.348845999999995</c:v>
                </c:pt>
                <c:pt idx="804">
                  <c:v>64.280608999999998</c:v>
                </c:pt>
                <c:pt idx="805">
                  <c:v>64.213706999999999</c:v>
                </c:pt>
                <c:pt idx="806">
                  <c:v>64.150124000000005</c:v>
                </c:pt>
                <c:pt idx="807">
                  <c:v>64.088333000000006</c:v>
                </c:pt>
                <c:pt idx="808">
                  <c:v>64.027884999999998</c:v>
                </c:pt>
                <c:pt idx="809">
                  <c:v>63.968136000000001</c:v>
                </c:pt>
                <c:pt idx="810">
                  <c:v>63.907837000000001</c:v>
                </c:pt>
                <c:pt idx="811">
                  <c:v>63.846645000000002</c:v>
                </c:pt>
                <c:pt idx="812">
                  <c:v>63.786793000000003</c:v>
                </c:pt>
                <c:pt idx="813">
                  <c:v>63.727612000000001</c:v>
                </c:pt>
                <c:pt idx="814">
                  <c:v>63.665748999999998</c:v>
                </c:pt>
                <c:pt idx="815">
                  <c:v>63.602939999999997</c:v>
                </c:pt>
                <c:pt idx="816">
                  <c:v>63.545180999999999</c:v>
                </c:pt>
                <c:pt idx="817">
                  <c:v>63.499637999999997</c:v>
                </c:pt>
                <c:pt idx="818">
                  <c:v>63.470382999999998</c:v>
                </c:pt>
                <c:pt idx="819">
                  <c:v>63.454853</c:v>
                </c:pt>
                <c:pt idx="820">
                  <c:v>63.451301999999998</c:v>
                </c:pt>
                <c:pt idx="821">
                  <c:v>63.455489999999998</c:v>
                </c:pt>
                <c:pt idx="822">
                  <c:v>63.463653999999998</c:v>
                </c:pt>
                <c:pt idx="823">
                  <c:v>63.479934999999998</c:v>
                </c:pt>
                <c:pt idx="824">
                  <c:v>63.500633000000001</c:v>
                </c:pt>
                <c:pt idx="825">
                  <c:v>63.521568000000002</c:v>
                </c:pt>
                <c:pt idx="826">
                  <c:v>63.541237000000002</c:v>
                </c:pt>
                <c:pt idx="827">
                  <c:v>63.553992999999998</c:v>
                </c:pt>
                <c:pt idx="828">
                  <c:v>63.555695</c:v>
                </c:pt>
                <c:pt idx="829">
                  <c:v>63.550735000000003</c:v>
                </c:pt>
                <c:pt idx="830">
                  <c:v>63.545723000000002</c:v>
                </c:pt>
                <c:pt idx="831">
                  <c:v>63.544097999999998</c:v>
                </c:pt>
                <c:pt idx="832">
                  <c:v>63.540897000000001</c:v>
                </c:pt>
                <c:pt idx="833">
                  <c:v>63.529518000000003</c:v>
                </c:pt>
                <c:pt idx="834">
                  <c:v>63.511375000000001</c:v>
                </c:pt>
                <c:pt idx="835">
                  <c:v>63.495533000000002</c:v>
                </c:pt>
                <c:pt idx="836">
                  <c:v>63.487667000000002</c:v>
                </c:pt>
                <c:pt idx="837">
                  <c:v>63.482773000000002</c:v>
                </c:pt>
                <c:pt idx="838">
                  <c:v>63.478763999999998</c:v>
                </c:pt>
                <c:pt idx="839">
                  <c:v>63.478026999999997</c:v>
                </c:pt>
                <c:pt idx="840">
                  <c:v>63.478287000000002</c:v>
                </c:pt>
                <c:pt idx="841">
                  <c:v>63.479908000000002</c:v>
                </c:pt>
                <c:pt idx="842">
                  <c:v>63.483879000000002</c:v>
                </c:pt>
                <c:pt idx="843">
                  <c:v>63.487495000000003</c:v>
                </c:pt>
                <c:pt idx="844">
                  <c:v>63.490684999999999</c:v>
                </c:pt>
                <c:pt idx="845">
                  <c:v>63.496257999999997</c:v>
                </c:pt>
                <c:pt idx="846">
                  <c:v>63.502346000000003</c:v>
                </c:pt>
                <c:pt idx="847">
                  <c:v>63.507480999999999</c:v>
                </c:pt>
                <c:pt idx="848">
                  <c:v>63.507896000000002</c:v>
                </c:pt>
                <c:pt idx="849">
                  <c:v>63.502257999999998</c:v>
                </c:pt>
                <c:pt idx="850">
                  <c:v>63.488990999999999</c:v>
                </c:pt>
                <c:pt idx="851">
                  <c:v>63.470657000000003</c:v>
                </c:pt>
                <c:pt idx="852">
                  <c:v>63.451469000000003</c:v>
                </c:pt>
                <c:pt idx="853">
                  <c:v>63.435550999999997</c:v>
                </c:pt>
                <c:pt idx="854">
                  <c:v>63.421199999999999</c:v>
                </c:pt>
                <c:pt idx="855">
                  <c:v>63.405327</c:v>
                </c:pt>
                <c:pt idx="856">
                  <c:v>63.388469999999998</c:v>
                </c:pt>
                <c:pt idx="857">
                  <c:v>63.373173000000001</c:v>
                </c:pt>
                <c:pt idx="858">
                  <c:v>63.357562999999999</c:v>
                </c:pt>
                <c:pt idx="859">
                  <c:v>63.342503000000001</c:v>
                </c:pt>
                <c:pt idx="860">
                  <c:v>63.327843000000001</c:v>
                </c:pt>
                <c:pt idx="861">
                  <c:v>63.312728999999997</c:v>
                </c:pt>
                <c:pt idx="862">
                  <c:v>63.296944000000003</c:v>
                </c:pt>
                <c:pt idx="863">
                  <c:v>63.281174</c:v>
                </c:pt>
                <c:pt idx="864">
                  <c:v>63.265510999999996</c:v>
                </c:pt>
                <c:pt idx="865">
                  <c:v>63.247540000000001</c:v>
                </c:pt>
                <c:pt idx="866">
                  <c:v>63.225830000000002</c:v>
                </c:pt>
                <c:pt idx="867">
                  <c:v>63.201461999999999</c:v>
                </c:pt>
                <c:pt idx="868">
                  <c:v>63.171585</c:v>
                </c:pt>
                <c:pt idx="869">
                  <c:v>63.137619000000001</c:v>
                </c:pt>
                <c:pt idx="870">
                  <c:v>63.104861999999997</c:v>
                </c:pt>
                <c:pt idx="871">
                  <c:v>63.077660000000002</c:v>
                </c:pt>
                <c:pt idx="872">
                  <c:v>63.055225</c:v>
                </c:pt>
                <c:pt idx="873">
                  <c:v>63.033687999999998</c:v>
                </c:pt>
                <c:pt idx="874">
                  <c:v>63.006157000000002</c:v>
                </c:pt>
                <c:pt idx="875">
                  <c:v>62.969616000000002</c:v>
                </c:pt>
                <c:pt idx="876">
                  <c:v>62.927044000000002</c:v>
                </c:pt>
                <c:pt idx="877">
                  <c:v>62.880313999999998</c:v>
                </c:pt>
                <c:pt idx="878">
                  <c:v>62.833041999999999</c:v>
                </c:pt>
                <c:pt idx="879">
                  <c:v>62.787242999999997</c:v>
                </c:pt>
                <c:pt idx="880">
                  <c:v>62.739108999999999</c:v>
                </c:pt>
                <c:pt idx="881">
                  <c:v>62.686149999999998</c:v>
                </c:pt>
                <c:pt idx="882">
                  <c:v>62.631236999999999</c:v>
                </c:pt>
                <c:pt idx="883">
                  <c:v>62.580471000000003</c:v>
                </c:pt>
                <c:pt idx="884">
                  <c:v>62.53096</c:v>
                </c:pt>
                <c:pt idx="885">
                  <c:v>62.472873999999997</c:v>
                </c:pt>
                <c:pt idx="886">
                  <c:v>62.407649999999997</c:v>
                </c:pt>
                <c:pt idx="887">
                  <c:v>62.347095000000003</c:v>
                </c:pt>
                <c:pt idx="888">
                  <c:v>62.297137999999997</c:v>
                </c:pt>
                <c:pt idx="889">
                  <c:v>62.250968999999998</c:v>
                </c:pt>
                <c:pt idx="890">
                  <c:v>62.202235999999999</c:v>
                </c:pt>
                <c:pt idx="891">
                  <c:v>62.151587999999997</c:v>
                </c:pt>
                <c:pt idx="892">
                  <c:v>62.107216000000001</c:v>
                </c:pt>
                <c:pt idx="893">
                  <c:v>62.079033000000003</c:v>
                </c:pt>
                <c:pt idx="894">
                  <c:v>62.070155999999997</c:v>
                </c:pt>
                <c:pt idx="895">
                  <c:v>62.078747</c:v>
                </c:pt>
                <c:pt idx="896">
                  <c:v>62.095984999999999</c:v>
                </c:pt>
                <c:pt idx="897">
                  <c:v>62.126506999999997</c:v>
                </c:pt>
                <c:pt idx="898">
                  <c:v>62.173667999999999</c:v>
                </c:pt>
                <c:pt idx="899">
                  <c:v>62.226897999999998</c:v>
                </c:pt>
                <c:pt idx="900">
                  <c:v>62.279552000000002</c:v>
                </c:pt>
                <c:pt idx="901">
                  <c:v>62.330455999999998</c:v>
                </c:pt>
                <c:pt idx="902">
                  <c:v>62.383960999999999</c:v>
                </c:pt>
                <c:pt idx="903">
                  <c:v>62.437072999999998</c:v>
                </c:pt>
                <c:pt idx="904">
                  <c:v>62.489029000000002</c:v>
                </c:pt>
                <c:pt idx="905">
                  <c:v>62.541187000000001</c:v>
                </c:pt>
                <c:pt idx="906">
                  <c:v>62.586910000000003</c:v>
                </c:pt>
                <c:pt idx="907">
                  <c:v>62.628857000000004</c:v>
                </c:pt>
                <c:pt idx="908">
                  <c:v>62.665076999999997</c:v>
                </c:pt>
                <c:pt idx="909">
                  <c:v>62.694077</c:v>
                </c:pt>
                <c:pt idx="910">
                  <c:v>62.727263999999998</c:v>
                </c:pt>
                <c:pt idx="911">
                  <c:v>62.760055999999999</c:v>
                </c:pt>
                <c:pt idx="912">
                  <c:v>62.781863999999999</c:v>
                </c:pt>
                <c:pt idx="913">
                  <c:v>62.793041000000002</c:v>
                </c:pt>
                <c:pt idx="914">
                  <c:v>62.798476999999998</c:v>
                </c:pt>
                <c:pt idx="915">
                  <c:v>62.804222000000003</c:v>
                </c:pt>
                <c:pt idx="916">
                  <c:v>62.811241000000003</c:v>
                </c:pt>
                <c:pt idx="917">
                  <c:v>62.820999</c:v>
                </c:pt>
                <c:pt idx="918">
                  <c:v>62.829872000000002</c:v>
                </c:pt>
                <c:pt idx="919">
                  <c:v>62.836308000000002</c:v>
                </c:pt>
                <c:pt idx="920">
                  <c:v>62.842838</c:v>
                </c:pt>
                <c:pt idx="921">
                  <c:v>62.850552</c:v>
                </c:pt>
                <c:pt idx="922">
                  <c:v>62.861446000000001</c:v>
                </c:pt>
                <c:pt idx="923">
                  <c:v>62.873851999999999</c:v>
                </c:pt>
                <c:pt idx="924">
                  <c:v>62.883907000000001</c:v>
                </c:pt>
                <c:pt idx="925">
                  <c:v>62.894257000000003</c:v>
                </c:pt>
                <c:pt idx="926">
                  <c:v>62.909275000000001</c:v>
                </c:pt>
                <c:pt idx="927">
                  <c:v>62.930366999999997</c:v>
                </c:pt>
                <c:pt idx="928">
                  <c:v>62.959601999999997</c:v>
                </c:pt>
                <c:pt idx="929">
                  <c:v>62.990875000000003</c:v>
                </c:pt>
                <c:pt idx="930">
                  <c:v>63.014305</c:v>
                </c:pt>
                <c:pt idx="931">
                  <c:v>63.028492</c:v>
                </c:pt>
                <c:pt idx="932">
                  <c:v>63.040379000000001</c:v>
                </c:pt>
                <c:pt idx="933">
                  <c:v>63.053908999999997</c:v>
                </c:pt>
                <c:pt idx="934">
                  <c:v>63.068595999999999</c:v>
                </c:pt>
                <c:pt idx="935">
                  <c:v>63.080222999999997</c:v>
                </c:pt>
                <c:pt idx="936">
                  <c:v>63.085929999999998</c:v>
                </c:pt>
                <c:pt idx="937">
                  <c:v>63.085999000000001</c:v>
                </c:pt>
                <c:pt idx="938">
                  <c:v>63.079619999999998</c:v>
                </c:pt>
                <c:pt idx="939">
                  <c:v>63.070498999999998</c:v>
                </c:pt>
                <c:pt idx="940">
                  <c:v>63.061714000000002</c:v>
                </c:pt>
                <c:pt idx="941">
                  <c:v>63.053925</c:v>
                </c:pt>
                <c:pt idx="942">
                  <c:v>63.044074999999999</c:v>
                </c:pt>
                <c:pt idx="943">
                  <c:v>63.031486999999998</c:v>
                </c:pt>
                <c:pt idx="944">
                  <c:v>63.015082999999997</c:v>
                </c:pt>
                <c:pt idx="945">
                  <c:v>62.994804000000002</c:v>
                </c:pt>
                <c:pt idx="946">
                  <c:v>62.961402999999997</c:v>
                </c:pt>
                <c:pt idx="947">
                  <c:v>62.915520000000001</c:v>
                </c:pt>
                <c:pt idx="948">
                  <c:v>62.860942999999999</c:v>
                </c:pt>
                <c:pt idx="949">
                  <c:v>62.798836000000001</c:v>
                </c:pt>
                <c:pt idx="950">
                  <c:v>62.732574</c:v>
                </c:pt>
                <c:pt idx="951">
                  <c:v>62.662109000000001</c:v>
                </c:pt>
                <c:pt idx="952">
                  <c:v>62.592368999999998</c:v>
                </c:pt>
                <c:pt idx="953">
                  <c:v>62.527222000000002</c:v>
                </c:pt>
                <c:pt idx="954">
                  <c:v>62.471069</c:v>
                </c:pt>
                <c:pt idx="955">
                  <c:v>62.432281000000003</c:v>
                </c:pt>
                <c:pt idx="956">
                  <c:v>62.404522</c:v>
                </c:pt>
                <c:pt idx="957">
                  <c:v>62.376308000000002</c:v>
                </c:pt>
                <c:pt idx="958">
                  <c:v>62.343857</c:v>
                </c:pt>
                <c:pt idx="959">
                  <c:v>62.306556999999998</c:v>
                </c:pt>
                <c:pt idx="960">
                  <c:v>62.264609999999998</c:v>
                </c:pt>
                <c:pt idx="961">
                  <c:v>62.218369000000003</c:v>
                </c:pt>
                <c:pt idx="962">
                  <c:v>62.170642999999998</c:v>
                </c:pt>
                <c:pt idx="963">
                  <c:v>62.128860000000003</c:v>
                </c:pt>
                <c:pt idx="964">
                  <c:v>62.091118000000002</c:v>
                </c:pt>
                <c:pt idx="965">
                  <c:v>62.047710000000002</c:v>
                </c:pt>
                <c:pt idx="966">
                  <c:v>61.993389000000001</c:v>
                </c:pt>
                <c:pt idx="967">
                  <c:v>61.931767000000001</c:v>
                </c:pt>
                <c:pt idx="968">
                  <c:v>61.866996999999998</c:v>
                </c:pt>
                <c:pt idx="969">
                  <c:v>61.803809999999999</c:v>
                </c:pt>
                <c:pt idx="970">
                  <c:v>61.748790999999997</c:v>
                </c:pt>
                <c:pt idx="971">
                  <c:v>61.700951000000003</c:v>
                </c:pt>
                <c:pt idx="972">
                  <c:v>61.653103000000002</c:v>
                </c:pt>
                <c:pt idx="973">
                  <c:v>61.601565999999998</c:v>
                </c:pt>
                <c:pt idx="974">
                  <c:v>61.547908999999997</c:v>
                </c:pt>
                <c:pt idx="975">
                  <c:v>61.491675999999998</c:v>
                </c:pt>
                <c:pt idx="976">
                  <c:v>61.431469</c:v>
                </c:pt>
                <c:pt idx="977">
                  <c:v>61.364269</c:v>
                </c:pt>
                <c:pt idx="978">
                  <c:v>61.289085</c:v>
                </c:pt>
                <c:pt idx="979">
                  <c:v>61.216225000000001</c:v>
                </c:pt>
                <c:pt idx="980">
                  <c:v>61.152016000000003</c:v>
                </c:pt>
                <c:pt idx="981">
                  <c:v>61.091231999999998</c:v>
                </c:pt>
                <c:pt idx="982">
                  <c:v>61.025734</c:v>
                </c:pt>
                <c:pt idx="983">
                  <c:v>60.956885999999997</c:v>
                </c:pt>
                <c:pt idx="984">
                  <c:v>60.889893000000001</c:v>
                </c:pt>
                <c:pt idx="985">
                  <c:v>60.830032000000003</c:v>
                </c:pt>
                <c:pt idx="986">
                  <c:v>60.785297</c:v>
                </c:pt>
                <c:pt idx="987">
                  <c:v>60.750647999999998</c:v>
                </c:pt>
                <c:pt idx="988">
                  <c:v>60.714615000000002</c:v>
                </c:pt>
                <c:pt idx="989">
                  <c:v>60.676482999999998</c:v>
                </c:pt>
                <c:pt idx="990">
                  <c:v>60.641013999999998</c:v>
                </c:pt>
                <c:pt idx="991">
                  <c:v>60.613750000000003</c:v>
                </c:pt>
                <c:pt idx="992">
                  <c:v>60.588572999999997</c:v>
                </c:pt>
                <c:pt idx="993">
                  <c:v>60.558005999999999</c:v>
                </c:pt>
                <c:pt idx="994">
                  <c:v>60.520119000000001</c:v>
                </c:pt>
                <c:pt idx="995">
                  <c:v>60.474868999999998</c:v>
                </c:pt>
                <c:pt idx="996">
                  <c:v>60.425410999999997</c:v>
                </c:pt>
                <c:pt idx="997">
                  <c:v>60.380046999999998</c:v>
                </c:pt>
                <c:pt idx="998">
                  <c:v>60.348174999999998</c:v>
                </c:pt>
                <c:pt idx="999">
                  <c:v>60.328010999999996</c:v>
                </c:pt>
                <c:pt idx="1000">
                  <c:v>60.316231000000002</c:v>
                </c:pt>
                <c:pt idx="1001">
                  <c:v>60.308559000000002</c:v>
                </c:pt>
                <c:pt idx="1002">
                  <c:v>60.305157000000001</c:v>
                </c:pt>
                <c:pt idx="1003">
                  <c:v>60.307499</c:v>
                </c:pt>
                <c:pt idx="1004">
                  <c:v>60.312252000000001</c:v>
                </c:pt>
                <c:pt idx="1005">
                  <c:v>60.314774</c:v>
                </c:pt>
                <c:pt idx="1006">
                  <c:v>60.312446999999999</c:v>
                </c:pt>
                <c:pt idx="1007">
                  <c:v>60.306541000000003</c:v>
                </c:pt>
                <c:pt idx="1008">
                  <c:v>60.292248000000001</c:v>
                </c:pt>
                <c:pt idx="1009">
                  <c:v>60.265586999999996</c:v>
                </c:pt>
                <c:pt idx="1010">
                  <c:v>60.226695999999997</c:v>
                </c:pt>
                <c:pt idx="1011">
                  <c:v>60.175133000000002</c:v>
                </c:pt>
                <c:pt idx="1012">
                  <c:v>60.112282</c:v>
                </c:pt>
                <c:pt idx="1013">
                  <c:v>60.045783999999998</c:v>
                </c:pt>
                <c:pt idx="1014">
                  <c:v>59.975409999999997</c:v>
                </c:pt>
                <c:pt idx="1015">
                  <c:v>59.9039</c:v>
                </c:pt>
                <c:pt idx="1016">
                  <c:v>59.837971000000003</c:v>
                </c:pt>
                <c:pt idx="1017">
                  <c:v>59.778469000000001</c:v>
                </c:pt>
                <c:pt idx="1018">
                  <c:v>59.723861999999997</c:v>
                </c:pt>
                <c:pt idx="1019">
                  <c:v>59.674931000000001</c:v>
                </c:pt>
                <c:pt idx="1020">
                  <c:v>59.636612</c:v>
                </c:pt>
                <c:pt idx="1021">
                  <c:v>59.604850999999996</c:v>
                </c:pt>
                <c:pt idx="1022">
                  <c:v>59.577857999999999</c:v>
                </c:pt>
                <c:pt idx="1023">
                  <c:v>59.560242000000002</c:v>
                </c:pt>
                <c:pt idx="1024">
                  <c:v>59.553894</c:v>
                </c:pt>
                <c:pt idx="1025">
                  <c:v>59.552802999999997</c:v>
                </c:pt>
                <c:pt idx="1026">
                  <c:v>59.551723000000003</c:v>
                </c:pt>
                <c:pt idx="1027">
                  <c:v>59.550277999999999</c:v>
                </c:pt>
                <c:pt idx="1028">
                  <c:v>59.550364999999999</c:v>
                </c:pt>
                <c:pt idx="1029">
                  <c:v>59.554268</c:v>
                </c:pt>
                <c:pt idx="1030">
                  <c:v>59.562798000000001</c:v>
                </c:pt>
                <c:pt idx="1031">
                  <c:v>59.572701000000002</c:v>
                </c:pt>
                <c:pt idx="1032">
                  <c:v>59.580092999999998</c:v>
                </c:pt>
                <c:pt idx="1033">
                  <c:v>59.585231999999998</c:v>
                </c:pt>
                <c:pt idx="1034">
                  <c:v>59.589675999999997</c:v>
                </c:pt>
                <c:pt idx="1035">
                  <c:v>59.593899</c:v>
                </c:pt>
                <c:pt idx="1036">
                  <c:v>59.597560999999999</c:v>
                </c:pt>
                <c:pt idx="1037">
                  <c:v>59.600341999999998</c:v>
                </c:pt>
                <c:pt idx="1038">
                  <c:v>59.602356</c:v>
                </c:pt>
                <c:pt idx="1039">
                  <c:v>59.609977999999998</c:v>
                </c:pt>
                <c:pt idx="1040">
                  <c:v>59.620483</c:v>
                </c:pt>
                <c:pt idx="1041">
                  <c:v>59.629725999999998</c:v>
                </c:pt>
                <c:pt idx="1042">
                  <c:v>59.634148000000003</c:v>
                </c:pt>
                <c:pt idx="1043">
                  <c:v>59.633704999999999</c:v>
                </c:pt>
                <c:pt idx="1044">
                  <c:v>59.632880999999998</c:v>
                </c:pt>
                <c:pt idx="1045">
                  <c:v>59.634284999999998</c:v>
                </c:pt>
                <c:pt idx="1046">
                  <c:v>59.638123</c:v>
                </c:pt>
                <c:pt idx="1047">
                  <c:v>59.643538999999997</c:v>
                </c:pt>
                <c:pt idx="1048">
                  <c:v>59.651027999999997</c:v>
                </c:pt>
                <c:pt idx="1049">
                  <c:v>59.660713000000001</c:v>
                </c:pt>
                <c:pt idx="1050">
                  <c:v>59.672997000000002</c:v>
                </c:pt>
                <c:pt idx="1051">
                  <c:v>59.690078999999997</c:v>
                </c:pt>
                <c:pt idx="1052">
                  <c:v>59.70628</c:v>
                </c:pt>
                <c:pt idx="1053">
                  <c:v>59.718071000000002</c:v>
                </c:pt>
                <c:pt idx="1054">
                  <c:v>59.715392999999999</c:v>
                </c:pt>
                <c:pt idx="1055">
                  <c:v>59.701607000000003</c:v>
                </c:pt>
                <c:pt idx="1056">
                  <c:v>59.678821999999997</c:v>
                </c:pt>
                <c:pt idx="1057">
                  <c:v>59.654159999999997</c:v>
                </c:pt>
                <c:pt idx="1058">
                  <c:v>59.635638999999998</c:v>
                </c:pt>
                <c:pt idx="1059">
                  <c:v>59.625233000000001</c:v>
                </c:pt>
                <c:pt idx="1060">
                  <c:v>59.613602</c:v>
                </c:pt>
                <c:pt idx="1061">
                  <c:v>59.596626000000001</c:v>
                </c:pt>
                <c:pt idx="1062">
                  <c:v>59.573025000000001</c:v>
                </c:pt>
                <c:pt idx="1063">
                  <c:v>59.541744000000001</c:v>
                </c:pt>
                <c:pt idx="1064">
                  <c:v>59.502327000000001</c:v>
                </c:pt>
                <c:pt idx="1065">
                  <c:v>59.458599</c:v>
                </c:pt>
                <c:pt idx="1066">
                  <c:v>59.416072999999997</c:v>
                </c:pt>
                <c:pt idx="1067">
                  <c:v>59.375137000000002</c:v>
                </c:pt>
                <c:pt idx="1068">
                  <c:v>59.331318000000003</c:v>
                </c:pt>
                <c:pt idx="1069">
                  <c:v>59.285876999999999</c:v>
                </c:pt>
                <c:pt idx="1070">
                  <c:v>59.241871000000003</c:v>
                </c:pt>
                <c:pt idx="1071">
                  <c:v>59.209479999999999</c:v>
                </c:pt>
                <c:pt idx="1072">
                  <c:v>59.195689999999999</c:v>
                </c:pt>
                <c:pt idx="1073">
                  <c:v>59.200142</c:v>
                </c:pt>
                <c:pt idx="1074">
                  <c:v>59.209862000000001</c:v>
                </c:pt>
                <c:pt idx="1075">
                  <c:v>59.223197999999996</c:v>
                </c:pt>
                <c:pt idx="1076">
                  <c:v>59.234844000000002</c:v>
                </c:pt>
                <c:pt idx="1077">
                  <c:v>59.245426000000002</c:v>
                </c:pt>
                <c:pt idx="1078">
                  <c:v>59.257153000000002</c:v>
                </c:pt>
                <c:pt idx="1079">
                  <c:v>59.269283000000001</c:v>
                </c:pt>
                <c:pt idx="1080">
                  <c:v>59.278441999999998</c:v>
                </c:pt>
                <c:pt idx="1081">
                  <c:v>59.280563000000001</c:v>
                </c:pt>
                <c:pt idx="1082">
                  <c:v>59.276878000000004</c:v>
                </c:pt>
                <c:pt idx="1083">
                  <c:v>59.263168</c:v>
                </c:pt>
                <c:pt idx="1084">
                  <c:v>59.238396000000002</c:v>
                </c:pt>
                <c:pt idx="1085">
                  <c:v>59.203457</c:v>
                </c:pt>
                <c:pt idx="1086">
                  <c:v>59.163479000000002</c:v>
                </c:pt>
                <c:pt idx="1087">
                  <c:v>59.117161000000003</c:v>
                </c:pt>
                <c:pt idx="1088">
                  <c:v>59.066932999999999</c:v>
                </c:pt>
                <c:pt idx="1089">
                  <c:v>59.016646999999999</c:v>
                </c:pt>
                <c:pt idx="1090">
                  <c:v>58.973559999999999</c:v>
                </c:pt>
                <c:pt idx="1091">
                  <c:v>58.939731999999999</c:v>
                </c:pt>
                <c:pt idx="1092">
                  <c:v>58.913536000000001</c:v>
                </c:pt>
                <c:pt idx="1093">
                  <c:v>58.891013999999998</c:v>
                </c:pt>
                <c:pt idx="1094">
                  <c:v>58.863292999999999</c:v>
                </c:pt>
                <c:pt idx="1095">
                  <c:v>58.827187000000002</c:v>
                </c:pt>
                <c:pt idx="1096">
                  <c:v>58.787300000000002</c:v>
                </c:pt>
                <c:pt idx="1097">
                  <c:v>58.745224</c:v>
                </c:pt>
                <c:pt idx="1098">
                  <c:v>58.702750999999999</c:v>
                </c:pt>
                <c:pt idx="1099">
                  <c:v>58.656837000000003</c:v>
                </c:pt>
                <c:pt idx="1100">
                  <c:v>58.607754</c:v>
                </c:pt>
                <c:pt idx="1101">
                  <c:v>58.561706999999998</c:v>
                </c:pt>
                <c:pt idx="1102">
                  <c:v>58.528579999999998</c:v>
                </c:pt>
                <c:pt idx="1103">
                  <c:v>58.510536000000002</c:v>
                </c:pt>
                <c:pt idx="1104">
                  <c:v>58.505778999999997</c:v>
                </c:pt>
                <c:pt idx="1105">
                  <c:v>58.508163000000003</c:v>
                </c:pt>
                <c:pt idx="1106">
                  <c:v>58.511645999999999</c:v>
                </c:pt>
                <c:pt idx="1107">
                  <c:v>58.516342000000002</c:v>
                </c:pt>
                <c:pt idx="1108">
                  <c:v>58.522933999999999</c:v>
                </c:pt>
                <c:pt idx="1109">
                  <c:v>58.542461000000003</c:v>
                </c:pt>
                <c:pt idx="1110">
                  <c:v>58.567711000000003</c:v>
                </c:pt>
                <c:pt idx="1111">
                  <c:v>58.594379000000004</c:v>
                </c:pt>
                <c:pt idx="1112">
                  <c:v>58.619132999999998</c:v>
                </c:pt>
                <c:pt idx="1113">
                  <c:v>58.639313000000001</c:v>
                </c:pt>
                <c:pt idx="1114">
                  <c:v>58.655777</c:v>
                </c:pt>
                <c:pt idx="1115">
                  <c:v>58.672485000000002</c:v>
                </c:pt>
                <c:pt idx="1116">
                  <c:v>58.697254000000001</c:v>
                </c:pt>
                <c:pt idx="1117">
                  <c:v>58.723433999999997</c:v>
                </c:pt>
                <c:pt idx="1118">
                  <c:v>58.739685000000001</c:v>
                </c:pt>
                <c:pt idx="1119">
                  <c:v>58.751914999999997</c:v>
                </c:pt>
                <c:pt idx="1120">
                  <c:v>58.794837999999999</c:v>
                </c:pt>
                <c:pt idx="1121">
                  <c:v>58.822575000000001</c:v>
                </c:pt>
                <c:pt idx="1122">
                  <c:v>58.845058000000002</c:v>
                </c:pt>
                <c:pt idx="1123">
                  <c:v>58.864651000000002</c:v>
                </c:pt>
                <c:pt idx="1124">
                  <c:v>58.883986999999998</c:v>
                </c:pt>
                <c:pt idx="1125">
                  <c:v>58.902943</c:v>
                </c:pt>
                <c:pt idx="1126">
                  <c:v>58.919449</c:v>
                </c:pt>
                <c:pt idx="1127">
                  <c:v>58.930225</c:v>
                </c:pt>
                <c:pt idx="1128">
                  <c:v>58.935744999999997</c:v>
                </c:pt>
                <c:pt idx="1129">
                  <c:v>58.940680999999998</c:v>
                </c:pt>
                <c:pt idx="1130">
                  <c:v>58.946434000000004</c:v>
                </c:pt>
                <c:pt idx="1131">
                  <c:v>58.953677999999996</c:v>
                </c:pt>
                <c:pt idx="1132">
                  <c:v>58.963107999999998</c:v>
                </c:pt>
                <c:pt idx="1133">
                  <c:v>58.973208999999997</c:v>
                </c:pt>
                <c:pt idx="1134">
                  <c:v>58.985874000000003</c:v>
                </c:pt>
                <c:pt idx="1135">
                  <c:v>59.000660000000003</c:v>
                </c:pt>
                <c:pt idx="1136">
                  <c:v>59.016917999999997</c:v>
                </c:pt>
                <c:pt idx="1137">
                  <c:v>59.035468999999999</c:v>
                </c:pt>
                <c:pt idx="1138">
                  <c:v>59.058506000000001</c:v>
                </c:pt>
                <c:pt idx="1139">
                  <c:v>59.088676</c:v>
                </c:pt>
                <c:pt idx="1140">
                  <c:v>59.122661999999998</c:v>
                </c:pt>
                <c:pt idx="1141">
                  <c:v>59.159900999999998</c:v>
                </c:pt>
                <c:pt idx="1142">
                  <c:v>59.199672999999997</c:v>
                </c:pt>
                <c:pt idx="1143">
                  <c:v>59.242961999999999</c:v>
                </c:pt>
                <c:pt idx="1144">
                  <c:v>59.289988999999998</c:v>
                </c:pt>
                <c:pt idx="1145">
                  <c:v>59.341507</c:v>
                </c:pt>
                <c:pt idx="1146">
                  <c:v>59.403556999999999</c:v>
                </c:pt>
                <c:pt idx="1147">
                  <c:v>59.467925999999999</c:v>
                </c:pt>
                <c:pt idx="1148">
                  <c:v>59.527335999999998</c:v>
                </c:pt>
                <c:pt idx="1149">
                  <c:v>59.583590999999998</c:v>
                </c:pt>
                <c:pt idx="1150">
                  <c:v>59.636845000000001</c:v>
                </c:pt>
                <c:pt idx="1151">
                  <c:v>59.700169000000002</c:v>
                </c:pt>
                <c:pt idx="1152">
                  <c:v>59.779724000000002</c:v>
                </c:pt>
                <c:pt idx="1153">
                  <c:v>59.874172000000002</c:v>
                </c:pt>
                <c:pt idx="1154">
                  <c:v>59.979340000000001</c:v>
                </c:pt>
                <c:pt idx="1155">
                  <c:v>60.090041999999997</c:v>
                </c:pt>
                <c:pt idx="1156">
                  <c:v>60.196877000000001</c:v>
                </c:pt>
                <c:pt idx="1157">
                  <c:v>60.299453999999997</c:v>
                </c:pt>
                <c:pt idx="1158">
                  <c:v>60.398651000000001</c:v>
                </c:pt>
                <c:pt idx="1159">
                  <c:v>60.496901999999999</c:v>
                </c:pt>
                <c:pt idx="1160">
                  <c:v>60.595286999999999</c:v>
                </c:pt>
                <c:pt idx="1161">
                  <c:v>60.698211999999998</c:v>
                </c:pt>
                <c:pt idx="1162">
                  <c:v>60.806198000000002</c:v>
                </c:pt>
                <c:pt idx="1163">
                  <c:v>60.917957000000001</c:v>
                </c:pt>
                <c:pt idx="1164">
                  <c:v>61.031857000000002</c:v>
                </c:pt>
                <c:pt idx="1165">
                  <c:v>61.142372000000002</c:v>
                </c:pt>
                <c:pt idx="1166">
                  <c:v>61.245781000000001</c:v>
                </c:pt>
                <c:pt idx="1167">
                  <c:v>61.344073999999999</c:v>
                </c:pt>
                <c:pt idx="1168">
                  <c:v>61.438746999999999</c:v>
                </c:pt>
                <c:pt idx="1169">
                  <c:v>61.531627999999998</c:v>
                </c:pt>
                <c:pt idx="1170">
                  <c:v>61.627983</c:v>
                </c:pt>
                <c:pt idx="1171">
                  <c:v>61.730316000000002</c:v>
                </c:pt>
                <c:pt idx="1172">
                  <c:v>61.835785000000001</c:v>
                </c:pt>
                <c:pt idx="1173">
                  <c:v>61.943778999999999</c:v>
                </c:pt>
                <c:pt idx="1174">
                  <c:v>62.072647000000003</c:v>
                </c:pt>
                <c:pt idx="1175">
                  <c:v>62.199852</c:v>
                </c:pt>
                <c:pt idx="1176">
                  <c:v>62.323517000000002</c:v>
                </c:pt>
                <c:pt idx="1177">
                  <c:v>62.443908999999998</c:v>
                </c:pt>
                <c:pt idx="1178">
                  <c:v>62.561763999999997</c:v>
                </c:pt>
                <c:pt idx="1179">
                  <c:v>62.680672000000001</c:v>
                </c:pt>
                <c:pt idx="1180">
                  <c:v>62.798431000000001</c:v>
                </c:pt>
                <c:pt idx="1181">
                  <c:v>62.908645999999997</c:v>
                </c:pt>
                <c:pt idx="1182">
                  <c:v>63.004874999999998</c:v>
                </c:pt>
                <c:pt idx="1183">
                  <c:v>63.087429</c:v>
                </c:pt>
                <c:pt idx="1184">
                  <c:v>63.156650999999997</c:v>
                </c:pt>
                <c:pt idx="1185">
                  <c:v>63.217640000000003</c:v>
                </c:pt>
                <c:pt idx="1186">
                  <c:v>63.271847000000001</c:v>
                </c:pt>
                <c:pt idx="1187">
                  <c:v>63.323357000000001</c:v>
                </c:pt>
                <c:pt idx="1188">
                  <c:v>63.36956</c:v>
                </c:pt>
                <c:pt idx="1189">
                  <c:v>63.414253000000002</c:v>
                </c:pt>
                <c:pt idx="1190">
                  <c:v>63.456940000000003</c:v>
                </c:pt>
                <c:pt idx="1191">
                  <c:v>63.497452000000003</c:v>
                </c:pt>
                <c:pt idx="1192">
                  <c:v>63.537621000000001</c:v>
                </c:pt>
                <c:pt idx="1193">
                  <c:v>63.574078</c:v>
                </c:pt>
                <c:pt idx="1194">
                  <c:v>63.604709999999997</c:v>
                </c:pt>
                <c:pt idx="1195">
                  <c:v>63.623966000000003</c:v>
                </c:pt>
                <c:pt idx="1196">
                  <c:v>63.634349999999998</c:v>
                </c:pt>
                <c:pt idx="1197">
                  <c:v>63.636906000000003</c:v>
                </c:pt>
                <c:pt idx="1198">
                  <c:v>63.630572999999998</c:v>
                </c:pt>
                <c:pt idx="1199">
                  <c:v>63.623748999999997</c:v>
                </c:pt>
                <c:pt idx="1200">
                  <c:v>63.619522000000003</c:v>
                </c:pt>
                <c:pt idx="1201">
                  <c:v>63.615475000000004</c:v>
                </c:pt>
                <c:pt idx="1202">
                  <c:v>63.621048000000002</c:v>
                </c:pt>
                <c:pt idx="1203">
                  <c:v>63.643172999999997</c:v>
                </c:pt>
                <c:pt idx="1204">
                  <c:v>63.678534999999997</c:v>
                </c:pt>
                <c:pt idx="1205">
                  <c:v>63.716949</c:v>
                </c:pt>
                <c:pt idx="1206">
                  <c:v>63.758850000000002</c:v>
                </c:pt>
                <c:pt idx="1207">
                  <c:v>63.789988999999998</c:v>
                </c:pt>
                <c:pt idx="1208">
                  <c:v>63.819980999999999</c:v>
                </c:pt>
                <c:pt idx="1209">
                  <c:v>63.845973999999998</c:v>
                </c:pt>
                <c:pt idx="1210">
                  <c:v>63.866306000000002</c:v>
                </c:pt>
                <c:pt idx="1211">
                  <c:v>63.878391000000001</c:v>
                </c:pt>
                <c:pt idx="1212">
                  <c:v>63.884399000000002</c:v>
                </c:pt>
                <c:pt idx="1213">
                  <c:v>63.885970999999998</c:v>
                </c:pt>
                <c:pt idx="1214">
                  <c:v>63.880023999999999</c:v>
                </c:pt>
                <c:pt idx="1215">
                  <c:v>63.869624999999999</c:v>
                </c:pt>
                <c:pt idx="1216">
                  <c:v>63.860442999999997</c:v>
                </c:pt>
                <c:pt idx="1217">
                  <c:v>63.854213999999999</c:v>
                </c:pt>
                <c:pt idx="1218">
                  <c:v>63.854075999999999</c:v>
                </c:pt>
                <c:pt idx="1219">
                  <c:v>63.855773999999997</c:v>
                </c:pt>
                <c:pt idx="1220">
                  <c:v>63.854667999999997</c:v>
                </c:pt>
                <c:pt idx="1221">
                  <c:v>63.857807000000001</c:v>
                </c:pt>
                <c:pt idx="1222">
                  <c:v>63.869095000000002</c:v>
                </c:pt>
                <c:pt idx="1223">
                  <c:v>63.888336000000002</c:v>
                </c:pt>
                <c:pt idx="1224">
                  <c:v>63.916561000000002</c:v>
                </c:pt>
                <c:pt idx="1225">
                  <c:v>63.966087000000002</c:v>
                </c:pt>
                <c:pt idx="1226">
                  <c:v>64.028603000000004</c:v>
                </c:pt>
                <c:pt idx="1227">
                  <c:v>64.091239999999999</c:v>
                </c:pt>
                <c:pt idx="1228">
                  <c:v>64.154953000000006</c:v>
                </c:pt>
                <c:pt idx="1229">
                  <c:v>64.212547000000001</c:v>
                </c:pt>
                <c:pt idx="1230">
                  <c:v>64.264365999999995</c:v>
                </c:pt>
                <c:pt idx="1231">
                  <c:v>64.313782000000003</c:v>
                </c:pt>
                <c:pt idx="1232">
                  <c:v>64.354149000000007</c:v>
                </c:pt>
                <c:pt idx="1233">
                  <c:v>64.379020999999995</c:v>
                </c:pt>
                <c:pt idx="1234">
                  <c:v>64.381172000000007</c:v>
                </c:pt>
                <c:pt idx="1235">
                  <c:v>64.369384999999994</c:v>
                </c:pt>
                <c:pt idx="1236">
                  <c:v>64.353797999999998</c:v>
                </c:pt>
                <c:pt idx="1237">
                  <c:v>64.337349000000003</c:v>
                </c:pt>
                <c:pt idx="1238">
                  <c:v>64.322411000000002</c:v>
                </c:pt>
                <c:pt idx="1239">
                  <c:v>64.316162000000006</c:v>
                </c:pt>
                <c:pt idx="1240">
                  <c:v>64.319023000000001</c:v>
                </c:pt>
                <c:pt idx="1241">
                  <c:v>64.328238999999996</c:v>
                </c:pt>
                <c:pt idx="1242">
                  <c:v>64.338859999999997</c:v>
                </c:pt>
                <c:pt idx="1243">
                  <c:v>64.349686000000005</c:v>
                </c:pt>
                <c:pt idx="1244">
                  <c:v>64.362755000000007</c:v>
                </c:pt>
                <c:pt idx="1245">
                  <c:v>64.377716000000007</c:v>
                </c:pt>
                <c:pt idx="1246">
                  <c:v>64.392562999999996</c:v>
                </c:pt>
                <c:pt idx="1247">
                  <c:v>64.410285999999999</c:v>
                </c:pt>
                <c:pt idx="1248">
                  <c:v>64.433327000000006</c:v>
                </c:pt>
                <c:pt idx="1249">
                  <c:v>64.462913999999998</c:v>
                </c:pt>
                <c:pt idx="1250">
                  <c:v>64.498489000000006</c:v>
                </c:pt>
                <c:pt idx="1251">
                  <c:v>64.533157000000003</c:v>
                </c:pt>
                <c:pt idx="1252">
                  <c:v>64.561645999999996</c:v>
                </c:pt>
                <c:pt idx="1253">
                  <c:v>64.574188000000007</c:v>
                </c:pt>
                <c:pt idx="1254">
                  <c:v>64.575271999999998</c:v>
                </c:pt>
                <c:pt idx="1255">
                  <c:v>64.573859999999996</c:v>
                </c:pt>
                <c:pt idx="1256">
                  <c:v>64.566574000000003</c:v>
                </c:pt>
                <c:pt idx="1257">
                  <c:v>64.552475000000001</c:v>
                </c:pt>
                <c:pt idx="1258">
                  <c:v>64.539635000000004</c:v>
                </c:pt>
                <c:pt idx="1259">
                  <c:v>64.532944000000001</c:v>
                </c:pt>
                <c:pt idx="1260">
                  <c:v>64.527068999999997</c:v>
                </c:pt>
                <c:pt idx="1261">
                  <c:v>64.521713000000005</c:v>
                </c:pt>
                <c:pt idx="1262">
                  <c:v>64.508544999999998</c:v>
                </c:pt>
                <c:pt idx="1263">
                  <c:v>64.490844999999993</c:v>
                </c:pt>
                <c:pt idx="1264">
                  <c:v>64.471153000000001</c:v>
                </c:pt>
                <c:pt idx="1265">
                  <c:v>64.449309999999997</c:v>
                </c:pt>
                <c:pt idx="1266">
                  <c:v>64.427811000000005</c:v>
                </c:pt>
                <c:pt idx="1267">
                  <c:v>64.391327000000004</c:v>
                </c:pt>
                <c:pt idx="1268">
                  <c:v>64.360825000000006</c:v>
                </c:pt>
                <c:pt idx="1269">
                  <c:v>64.327872999999997</c:v>
                </c:pt>
                <c:pt idx="1270">
                  <c:v>64.299712999999997</c:v>
                </c:pt>
                <c:pt idx="1271">
                  <c:v>64.267685</c:v>
                </c:pt>
                <c:pt idx="1272">
                  <c:v>64.236266999999998</c:v>
                </c:pt>
                <c:pt idx="1273">
                  <c:v>64.214661000000007</c:v>
                </c:pt>
                <c:pt idx="1274">
                  <c:v>64.207817000000006</c:v>
                </c:pt>
                <c:pt idx="1275">
                  <c:v>64.203666999999996</c:v>
                </c:pt>
                <c:pt idx="1276">
                  <c:v>64.195389000000006</c:v>
                </c:pt>
                <c:pt idx="1277">
                  <c:v>64.182945000000004</c:v>
                </c:pt>
                <c:pt idx="1278">
                  <c:v>64.173705999999996</c:v>
                </c:pt>
                <c:pt idx="1279">
                  <c:v>64.168282000000005</c:v>
                </c:pt>
                <c:pt idx="1280">
                  <c:v>64.168175000000005</c:v>
                </c:pt>
                <c:pt idx="1281">
                  <c:v>64.167884999999998</c:v>
                </c:pt>
                <c:pt idx="1282">
                  <c:v>64.169967999999997</c:v>
                </c:pt>
                <c:pt idx="1283">
                  <c:v>64.174805000000006</c:v>
                </c:pt>
                <c:pt idx="1284">
                  <c:v>64.186363</c:v>
                </c:pt>
                <c:pt idx="1285">
                  <c:v>64.202454000000003</c:v>
                </c:pt>
                <c:pt idx="1286">
                  <c:v>64.218742000000006</c:v>
                </c:pt>
                <c:pt idx="1287">
                  <c:v>64.236496000000002</c:v>
                </c:pt>
                <c:pt idx="1288">
                  <c:v>64.258240000000001</c:v>
                </c:pt>
                <c:pt idx="1289">
                  <c:v>64.284064999999998</c:v>
                </c:pt>
                <c:pt idx="1290">
                  <c:v>64.311950999999993</c:v>
                </c:pt>
                <c:pt idx="1291">
                  <c:v>64.338341</c:v>
                </c:pt>
                <c:pt idx="1292">
                  <c:v>64.360504000000006</c:v>
                </c:pt>
                <c:pt idx="1293">
                  <c:v>64.384476000000006</c:v>
                </c:pt>
                <c:pt idx="1294">
                  <c:v>64.407234000000003</c:v>
                </c:pt>
                <c:pt idx="1295">
                  <c:v>64.418602000000007</c:v>
                </c:pt>
                <c:pt idx="1296">
                  <c:v>64.420410000000004</c:v>
                </c:pt>
                <c:pt idx="1297">
                  <c:v>64.417068</c:v>
                </c:pt>
                <c:pt idx="1298">
                  <c:v>64.412696999999994</c:v>
                </c:pt>
                <c:pt idx="1299">
                  <c:v>64.409142000000003</c:v>
                </c:pt>
                <c:pt idx="1300">
                  <c:v>64.408005000000003</c:v>
                </c:pt>
                <c:pt idx="1301">
                  <c:v>64.410278000000005</c:v>
                </c:pt>
                <c:pt idx="1302">
                  <c:v>64.417534000000003</c:v>
                </c:pt>
                <c:pt idx="1303">
                  <c:v>64.434044</c:v>
                </c:pt>
                <c:pt idx="1304">
                  <c:v>64.463226000000006</c:v>
                </c:pt>
                <c:pt idx="1305">
                  <c:v>64.501662999999994</c:v>
                </c:pt>
                <c:pt idx="1306">
                  <c:v>64.543419</c:v>
                </c:pt>
                <c:pt idx="1307">
                  <c:v>64.580025000000006</c:v>
                </c:pt>
                <c:pt idx="1308">
                  <c:v>64.614754000000005</c:v>
                </c:pt>
                <c:pt idx="1309">
                  <c:v>64.648917999999995</c:v>
                </c:pt>
                <c:pt idx="1310">
                  <c:v>64.684082000000004</c:v>
                </c:pt>
                <c:pt idx="1311">
                  <c:v>64.729523</c:v>
                </c:pt>
                <c:pt idx="1312">
                  <c:v>64.785820000000001</c:v>
                </c:pt>
                <c:pt idx="1313">
                  <c:v>64.850143000000003</c:v>
                </c:pt>
                <c:pt idx="1314">
                  <c:v>64.920967000000005</c:v>
                </c:pt>
                <c:pt idx="1315">
                  <c:v>65.001761999999999</c:v>
                </c:pt>
                <c:pt idx="1316">
                  <c:v>65.091887999999997</c:v>
                </c:pt>
                <c:pt idx="1317">
                  <c:v>65.183220000000006</c:v>
                </c:pt>
                <c:pt idx="1318">
                  <c:v>65.27449</c:v>
                </c:pt>
                <c:pt idx="1319">
                  <c:v>65.363669999999999</c:v>
                </c:pt>
                <c:pt idx="1320">
                  <c:v>65.445541000000006</c:v>
                </c:pt>
                <c:pt idx="1321">
                  <c:v>65.526038999999997</c:v>
                </c:pt>
                <c:pt idx="1322">
                  <c:v>65.606658999999993</c:v>
                </c:pt>
                <c:pt idx="1323">
                  <c:v>65.681556999999998</c:v>
                </c:pt>
                <c:pt idx="1324">
                  <c:v>65.753067000000001</c:v>
                </c:pt>
                <c:pt idx="1325">
                  <c:v>65.819107000000002</c:v>
                </c:pt>
                <c:pt idx="1326">
                  <c:v>65.880341000000001</c:v>
                </c:pt>
                <c:pt idx="1327">
                  <c:v>65.941176999999996</c:v>
                </c:pt>
                <c:pt idx="1328">
                  <c:v>66.003928999999999</c:v>
                </c:pt>
                <c:pt idx="1329">
                  <c:v>66.075584000000006</c:v>
                </c:pt>
                <c:pt idx="1330">
                  <c:v>66.157227000000006</c:v>
                </c:pt>
                <c:pt idx="1331">
                  <c:v>66.242492999999996</c:v>
                </c:pt>
                <c:pt idx="1332">
                  <c:v>66.326622</c:v>
                </c:pt>
                <c:pt idx="1333">
                  <c:v>66.405769000000006</c:v>
                </c:pt>
                <c:pt idx="1334">
                  <c:v>66.479934999999998</c:v>
                </c:pt>
                <c:pt idx="1335">
                  <c:v>66.549674999999993</c:v>
                </c:pt>
                <c:pt idx="1336">
                  <c:v>66.619865000000004</c:v>
                </c:pt>
                <c:pt idx="1337">
                  <c:v>66.693755999999993</c:v>
                </c:pt>
                <c:pt idx="1338">
                  <c:v>66.771918999999997</c:v>
                </c:pt>
                <c:pt idx="1339">
                  <c:v>66.851280000000003</c:v>
                </c:pt>
                <c:pt idx="1340">
                  <c:v>66.937370000000001</c:v>
                </c:pt>
                <c:pt idx="1341">
                  <c:v>67.030265999999997</c:v>
                </c:pt>
                <c:pt idx="1342">
                  <c:v>67.128685000000004</c:v>
                </c:pt>
                <c:pt idx="1343">
                  <c:v>67.230582999999996</c:v>
                </c:pt>
                <c:pt idx="1344">
                  <c:v>67.338654000000005</c:v>
                </c:pt>
                <c:pt idx="1345">
                  <c:v>67.449776</c:v>
                </c:pt>
                <c:pt idx="1346">
                  <c:v>67.559157999999996</c:v>
                </c:pt>
                <c:pt idx="1347">
                  <c:v>67.669876000000002</c:v>
                </c:pt>
                <c:pt idx="1348">
                  <c:v>67.779128999999998</c:v>
                </c:pt>
                <c:pt idx="1349">
                  <c:v>67.879585000000006</c:v>
                </c:pt>
                <c:pt idx="1350">
                  <c:v>67.969688000000005</c:v>
                </c:pt>
                <c:pt idx="1351">
                  <c:v>68.056106999999997</c:v>
                </c:pt>
                <c:pt idx="1352">
                  <c:v>68.144835999999998</c:v>
                </c:pt>
                <c:pt idx="1353">
                  <c:v>68.236221</c:v>
                </c:pt>
                <c:pt idx="1354">
                  <c:v>68.330971000000005</c:v>
                </c:pt>
                <c:pt idx="1355">
                  <c:v>68.426108999999997</c:v>
                </c:pt>
                <c:pt idx="1356">
                  <c:v>68.515472000000003</c:v>
                </c:pt>
                <c:pt idx="1357">
                  <c:v>68.604279000000005</c:v>
                </c:pt>
                <c:pt idx="1358">
                  <c:v>68.698959000000002</c:v>
                </c:pt>
                <c:pt idx="1359">
                  <c:v>68.790771000000007</c:v>
                </c:pt>
                <c:pt idx="1360">
                  <c:v>68.874718000000001</c:v>
                </c:pt>
                <c:pt idx="1361">
                  <c:v>68.952079999999995</c:v>
                </c:pt>
                <c:pt idx="1362">
                  <c:v>69.023528999999996</c:v>
                </c:pt>
                <c:pt idx="1363">
                  <c:v>69.088798999999995</c:v>
                </c:pt>
                <c:pt idx="1364">
                  <c:v>69.149719000000005</c:v>
                </c:pt>
                <c:pt idx="1365">
                  <c:v>69.203911000000005</c:v>
                </c:pt>
                <c:pt idx="1366">
                  <c:v>69.253944000000004</c:v>
                </c:pt>
                <c:pt idx="1367">
                  <c:v>69.302352999999997</c:v>
                </c:pt>
                <c:pt idx="1368">
                  <c:v>69.349074999999999</c:v>
                </c:pt>
                <c:pt idx="1369">
                  <c:v>69.395652999999996</c:v>
                </c:pt>
                <c:pt idx="1370">
                  <c:v>69.444762999999995</c:v>
                </c:pt>
                <c:pt idx="1371">
                  <c:v>69.499329000000003</c:v>
                </c:pt>
                <c:pt idx="1372">
                  <c:v>69.557190000000006</c:v>
                </c:pt>
                <c:pt idx="1373">
                  <c:v>69.612624999999994</c:v>
                </c:pt>
                <c:pt idx="1374">
                  <c:v>69.661216999999994</c:v>
                </c:pt>
                <c:pt idx="1375">
                  <c:v>69.707808999999997</c:v>
                </c:pt>
                <c:pt idx="1376">
                  <c:v>69.755882</c:v>
                </c:pt>
                <c:pt idx="1377">
                  <c:v>69.807877000000005</c:v>
                </c:pt>
                <c:pt idx="1378">
                  <c:v>69.870911000000007</c:v>
                </c:pt>
                <c:pt idx="1379">
                  <c:v>69.939407000000003</c:v>
                </c:pt>
                <c:pt idx="1380">
                  <c:v>69.998633999999996</c:v>
                </c:pt>
                <c:pt idx="1381">
                  <c:v>70.055015999999995</c:v>
                </c:pt>
                <c:pt idx="1382">
                  <c:v>70.104286000000002</c:v>
                </c:pt>
                <c:pt idx="1383">
                  <c:v>70.152762999999993</c:v>
                </c:pt>
                <c:pt idx="1384">
                  <c:v>70.203209000000001</c:v>
                </c:pt>
                <c:pt idx="1385">
                  <c:v>70.253960000000006</c:v>
                </c:pt>
                <c:pt idx="1386">
                  <c:v>70.302611999999996</c:v>
                </c:pt>
                <c:pt idx="1387">
                  <c:v>70.351912999999996</c:v>
                </c:pt>
                <c:pt idx="1388">
                  <c:v>70.401618999999997</c:v>
                </c:pt>
                <c:pt idx="1389">
                  <c:v>70.453033000000005</c:v>
                </c:pt>
                <c:pt idx="1390">
                  <c:v>70.505477999999997</c:v>
                </c:pt>
                <c:pt idx="1391">
                  <c:v>70.558364999999995</c:v>
                </c:pt>
                <c:pt idx="1392">
                  <c:v>70.612838999999994</c:v>
                </c:pt>
                <c:pt idx="1393">
                  <c:v>70.668021999999993</c:v>
                </c:pt>
                <c:pt idx="1394">
                  <c:v>70.726616000000007</c:v>
                </c:pt>
                <c:pt idx="1395">
                  <c:v>70.794219999999996</c:v>
                </c:pt>
                <c:pt idx="1396">
                  <c:v>70.875664</c:v>
                </c:pt>
                <c:pt idx="1397">
                  <c:v>70.971512000000004</c:v>
                </c:pt>
                <c:pt idx="1398">
                  <c:v>71.078704999999999</c:v>
                </c:pt>
                <c:pt idx="1399">
                  <c:v>71.189468000000005</c:v>
                </c:pt>
                <c:pt idx="1400">
                  <c:v>71.299728000000002</c:v>
                </c:pt>
                <c:pt idx="1401">
                  <c:v>71.408844000000002</c:v>
                </c:pt>
                <c:pt idx="1402">
                  <c:v>71.520660000000007</c:v>
                </c:pt>
                <c:pt idx="1403">
                  <c:v>71.629929000000004</c:v>
                </c:pt>
                <c:pt idx="1404">
                  <c:v>71.735359000000003</c:v>
                </c:pt>
                <c:pt idx="1405">
                  <c:v>71.840607000000006</c:v>
                </c:pt>
                <c:pt idx="1406">
                  <c:v>71.945694000000003</c:v>
                </c:pt>
                <c:pt idx="1407">
                  <c:v>72.043471999999994</c:v>
                </c:pt>
                <c:pt idx="1408">
                  <c:v>72.131180000000001</c:v>
                </c:pt>
                <c:pt idx="1409">
                  <c:v>72.211105000000003</c:v>
                </c:pt>
                <c:pt idx="1410">
                  <c:v>72.290030999999999</c:v>
                </c:pt>
                <c:pt idx="1411">
                  <c:v>72.373962000000006</c:v>
                </c:pt>
                <c:pt idx="1412">
                  <c:v>72.466209000000006</c:v>
                </c:pt>
                <c:pt idx="1413">
                  <c:v>72.558136000000005</c:v>
                </c:pt>
                <c:pt idx="1414">
                  <c:v>72.642501999999993</c:v>
                </c:pt>
                <c:pt idx="1415">
                  <c:v>72.719147000000007</c:v>
                </c:pt>
                <c:pt idx="1416">
                  <c:v>72.791115000000005</c:v>
                </c:pt>
                <c:pt idx="1417">
                  <c:v>72.866692</c:v>
                </c:pt>
                <c:pt idx="1418">
                  <c:v>72.947838000000004</c:v>
                </c:pt>
                <c:pt idx="1419">
                  <c:v>73.030227999999994</c:v>
                </c:pt>
                <c:pt idx="1420">
                  <c:v>73.108870999999994</c:v>
                </c:pt>
                <c:pt idx="1421">
                  <c:v>73.180412000000004</c:v>
                </c:pt>
                <c:pt idx="1422">
                  <c:v>73.243285999999998</c:v>
                </c:pt>
                <c:pt idx="1423">
                  <c:v>73.300133000000002</c:v>
                </c:pt>
                <c:pt idx="1424">
                  <c:v>73.351517000000001</c:v>
                </c:pt>
                <c:pt idx="1425">
                  <c:v>73.397377000000006</c:v>
                </c:pt>
                <c:pt idx="1426">
                  <c:v>73.440987000000007</c:v>
                </c:pt>
                <c:pt idx="1427">
                  <c:v>73.486107000000004</c:v>
                </c:pt>
                <c:pt idx="1428">
                  <c:v>73.535163999999995</c:v>
                </c:pt>
                <c:pt idx="1429">
                  <c:v>73.586624</c:v>
                </c:pt>
                <c:pt idx="1430">
                  <c:v>73.644081</c:v>
                </c:pt>
                <c:pt idx="1431">
                  <c:v>73.711524999999995</c:v>
                </c:pt>
                <c:pt idx="1432">
                  <c:v>73.783248999999998</c:v>
                </c:pt>
                <c:pt idx="1433">
                  <c:v>73.857422</c:v>
                </c:pt>
                <c:pt idx="1434">
                  <c:v>73.932060000000007</c:v>
                </c:pt>
                <c:pt idx="1435">
                  <c:v>74.008446000000006</c:v>
                </c:pt>
                <c:pt idx="1436">
                  <c:v>74.078636000000003</c:v>
                </c:pt>
                <c:pt idx="1437">
                  <c:v>74.137573000000003</c:v>
                </c:pt>
                <c:pt idx="1438">
                  <c:v>74.188041999999996</c:v>
                </c:pt>
                <c:pt idx="1439">
                  <c:v>74.235588000000007</c:v>
                </c:pt>
                <c:pt idx="1440">
                  <c:v>74.273323000000005</c:v>
                </c:pt>
                <c:pt idx="1441">
                  <c:v>74.303428999999994</c:v>
                </c:pt>
                <c:pt idx="1442">
                  <c:v>74.328879999999998</c:v>
                </c:pt>
                <c:pt idx="1443">
                  <c:v>74.354729000000006</c:v>
                </c:pt>
                <c:pt idx="1444">
                  <c:v>74.379249999999999</c:v>
                </c:pt>
                <c:pt idx="1445">
                  <c:v>74.400825999999995</c:v>
                </c:pt>
                <c:pt idx="1446">
                  <c:v>74.424415999999994</c:v>
                </c:pt>
                <c:pt idx="1447">
                  <c:v>74.454132000000001</c:v>
                </c:pt>
                <c:pt idx="1448">
                  <c:v>74.489058999999997</c:v>
                </c:pt>
                <c:pt idx="1449">
                  <c:v>74.528717</c:v>
                </c:pt>
                <c:pt idx="1450">
                  <c:v>74.572402999999994</c:v>
                </c:pt>
                <c:pt idx="1451">
                  <c:v>74.617965999999996</c:v>
                </c:pt>
                <c:pt idx="1452">
                  <c:v>74.665053999999998</c:v>
                </c:pt>
                <c:pt idx="1453">
                  <c:v>74.717055999999999</c:v>
                </c:pt>
                <c:pt idx="1454">
                  <c:v>74.771713000000005</c:v>
                </c:pt>
                <c:pt idx="1455">
                  <c:v>74.826819999999998</c:v>
                </c:pt>
                <c:pt idx="1456">
                  <c:v>74.880347999999998</c:v>
                </c:pt>
                <c:pt idx="1457">
                  <c:v>74.932175000000001</c:v>
                </c:pt>
                <c:pt idx="1458">
                  <c:v>74.983528000000007</c:v>
                </c:pt>
                <c:pt idx="1459">
                  <c:v>75.033325000000005</c:v>
                </c:pt>
                <c:pt idx="1460">
                  <c:v>75.077652</c:v>
                </c:pt>
                <c:pt idx="1461">
                  <c:v>75.114791999999994</c:v>
                </c:pt>
                <c:pt idx="1462">
                  <c:v>75.145561000000001</c:v>
                </c:pt>
                <c:pt idx="1463">
                  <c:v>75.180312999999998</c:v>
                </c:pt>
                <c:pt idx="1464">
                  <c:v>75.221847999999994</c:v>
                </c:pt>
                <c:pt idx="1465">
                  <c:v>75.264030000000005</c:v>
                </c:pt>
                <c:pt idx="1466">
                  <c:v>75.304924</c:v>
                </c:pt>
                <c:pt idx="1467">
                  <c:v>75.345794999999995</c:v>
                </c:pt>
                <c:pt idx="1468">
                  <c:v>75.388214000000005</c:v>
                </c:pt>
                <c:pt idx="1469">
                  <c:v>75.429282999999998</c:v>
                </c:pt>
                <c:pt idx="1470">
                  <c:v>75.463058000000004</c:v>
                </c:pt>
                <c:pt idx="1471">
                  <c:v>75.490432999999996</c:v>
                </c:pt>
                <c:pt idx="1472">
                  <c:v>75.518692000000001</c:v>
                </c:pt>
                <c:pt idx="1473">
                  <c:v>75.548446999999996</c:v>
                </c:pt>
                <c:pt idx="1474">
                  <c:v>75.579780999999997</c:v>
                </c:pt>
                <c:pt idx="1475">
                  <c:v>75.611748000000006</c:v>
                </c:pt>
                <c:pt idx="1476">
                  <c:v>75.645263999999997</c:v>
                </c:pt>
                <c:pt idx="1477">
                  <c:v>75.677764999999994</c:v>
                </c:pt>
                <c:pt idx="1478">
                  <c:v>75.707595999999995</c:v>
                </c:pt>
                <c:pt idx="1479">
                  <c:v>75.735778999999994</c:v>
                </c:pt>
                <c:pt idx="1480">
                  <c:v>75.758246999999997</c:v>
                </c:pt>
                <c:pt idx="1481">
                  <c:v>75.778114000000002</c:v>
                </c:pt>
                <c:pt idx="1482">
                  <c:v>75.801590000000004</c:v>
                </c:pt>
                <c:pt idx="1483">
                  <c:v>75.832390000000004</c:v>
                </c:pt>
                <c:pt idx="1484">
                  <c:v>75.871666000000005</c:v>
                </c:pt>
                <c:pt idx="1485">
                  <c:v>75.915192000000005</c:v>
                </c:pt>
                <c:pt idx="1486">
                  <c:v>75.953674000000007</c:v>
                </c:pt>
                <c:pt idx="1487">
                  <c:v>75.982544000000004</c:v>
                </c:pt>
                <c:pt idx="1488">
                  <c:v>76.006798000000003</c:v>
                </c:pt>
                <c:pt idx="1489">
                  <c:v>76.026793999999995</c:v>
                </c:pt>
                <c:pt idx="1490">
                  <c:v>76.042534000000003</c:v>
                </c:pt>
                <c:pt idx="1491">
                  <c:v>76.051895000000002</c:v>
                </c:pt>
                <c:pt idx="1492">
                  <c:v>76.055328000000003</c:v>
                </c:pt>
                <c:pt idx="1493">
                  <c:v>76.059807000000006</c:v>
                </c:pt>
                <c:pt idx="1494">
                  <c:v>76.066322</c:v>
                </c:pt>
                <c:pt idx="1495">
                  <c:v>76.067001000000005</c:v>
                </c:pt>
                <c:pt idx="1496">
                  <c:v>76.056702000000001</c:v>
                </c:pt>
                <c:pt idx="1497">
                  <c:v>76.039000999999999</c:v>
                </c:pt>
                <c:pt idx="1498">
                  <c:v>76.024208000000002</c:v>
                </c:pt>
                <c:pt idx="1499">
                  <c:v>76.013740999999996</c:v>
                </c:pt>
                <c:pt idx="1500">
                  <c:v>76.004508999999999</c:v>
                </c:pt>
                <c:pt idx="1501">
                  <c:v>75.994300999999993</c:v>
                </c:pt>
                <c:pt idx="1502">
                  <c:v>75.983772000000002</c:v>
                </c:pt>
                <c:pt idx="1503">
                  <c:v>75.973808000000005</c:v>
                </c:pt>
                <c:pt idx="1504">
                  <c:v>75.969031999999999</c:v>
                </c:pt>
                <c:pt idx="1505">
                  <c:v>75.973267000000007</c:v>
                </c:pt>
                <c:pt idx="1506">
                  <c:v>75.984984999999995</c:v>
                </c:pt>
                <c:pt idx="1507">
                  <c:v>76.000541999999996</c:v>
                </c:pt>
                <c:pt idx="1508">
                  <c:v>76.014351000000005</c:v>
                </c:pt>
                <c:pt idx="1509">
                  <c:v>76.029762000000005</c:v>
                </c:pt>
                <c:pt idx="1510">
                  <c:v>76.053055000000001</c:v>
                </c:pt>
                <c:pt idx="1511">
                  <c:v>76.087265000000002</c:v>
                </c:pt>
                <c:pt idx="1512">
                  <c:v>76.125298000000001</c:v>
                </c:pt>
                <c:pt idx="1513">
                  <c:v>76.166472999999996</c:v>
                </c:pt>
                <c:pt idx="1514">
                  <c:v>76.210251</c:v>
                </c:pt>
                <c:pt idx="1515">
                  <c:v>76.259338</c:v>
                </c:pt>
                <c:pt idx="1516">
                  <c:v>76.311110999999997</c:v>
                </c:pt>
                <c:pt idx="1517">
                  <c:v>76.358611999999994</c:v>
                </c:pt>
                <c:pt idx="1518">
                  <c:v>76.405128000000005</c:v>
                </c:pt>
                <c:pt idx="1519">
                  <c:v>76.453811999999999</c:v>
                </c:pt>
                <c:pt idx="1520">
                  <c:v>76.506493000000006</c:v>
                </c:pt>
                <c:pt idx="1521">
                  <c:v>76.563995000000006</c:v>
                </c:pt>
                <c:pt idx="1522">
                  <c:v>76.625861999999998</c:v>
                </c:pt>
                <c:pt idx="1523">
                  <c:v>76.687659999999994</c:v>
                </c:pt>
                <c:pt idx="1524">
                  <c:v>76.749358999999998</c:v>
                </c:pt>
                <c:pt idx="1525">
                  <c:v>76.807227999999995</c:v>
                </c:pt>
                <c:pt idx="1526">
                  <c:v>76.862792999999996</c:v>
                </c:pt>
                <c:pt idx="1527">
                  <c:v>76.917473000000001</c:v>
                </c:pt>
                <c:pt idx="1528">
                  <c:v>76.975594000000001</c:v>
                </c:pt>
                <c:pt idx="1529">
                  <c:v>77.042366000000001</c:v>
                </c:pt>
                <c:pt idx="1530">
                  <c:v>77.113708000000003</c:v>
                </c:pt>
                <c:pt idx="1531">
                  <c:v>77.183577999999997</c:v>
                </c:pt>
                <c:pt idx="1532">
                  <c:v>77.245766000000003</c:v>
                </c:pt>
                <c:pt idx="1533">
                  <c:v>77.299537999999998</c:v>
                </c:pt>
                <c:pt idx="1534">
                  <c:v>77.355438000000007</c:v>
                </c:pt>
                <c:pt idx="1535">
                  <c:v>77.418152000000006</c:v>
                </c:pt>
                <c:pt idx="1536">
                  <c:v>77.489402999999996</c:v>
                </c:pt>
                <c:pt idx="1537">
                  <c:v>77.568580999999995</c:v>
                </c:pt>
                <c:pt idx="1538">
                  <c:v>77.647591000000006</c:v>
                </c:pt>
                <c:pt idx="1539">
                  <c:v>77.721137999999996</c:v>
                </c:pt>
                <c:pt idx="1540">
                  <c:v>77.793464999999998</c:v>
                </c:pt>
                <c:pt idx="1541">
                  <c:v>77.870857000000001</c:v>
                </c:pt>
                <c:pt idx="1542">
                  <c:v>77.958068999999995</c:v>
                </c:pt>
                <c:pt idx="1543">
                  <c:v>78.052025</c:v>
                </c:pt>
                <c:pt idx="1544">
                  <c:v>78.146675000000002</c:v>
                </c:pt>
                <c:pt idx="1545">
                  <c:v>78.239868000000001</c:v>
                </c:pt>
                <c:pt idx="1546">
                  <c:v>78.330437000000003</c:v>
                </c:pt>
                <c:pt idx="1547">
                  <c:v>78.421706999999998</c:v>
                </c:pt>
                <c:pt idx="1548">
                  <c:v>78.512703000000002</c:v>
                </c:pt>
                <c:pt idx="1549">
                  <c:v>78.601814000000005</c:v>
                </c:pt>
                <c:pt idx="1550">
                  <c:v>78.691588999999993</c:v>
                </c:pt>
                <c:pt idx="1551">
                  <c:v>78.784805000000006</c:v>
                </c:pt>
                <c:pt idx="1552">
                  <c:v>78.882912000000005</c:v>
                </c:pt>
                <c:pt idx="1553">
                  <c:v>78.983024999999998</c:v>
                </c:pt>
                <c:pt idx="1554">
                  <c:v>79.084770000000006</c:v>
                </c:pt>
                <c:pt idx="1555">
                  <c:v>79.185920999999993</c:v>
                </c:pt>
                <c:pt idx="1556">
                  <c:v>79.284615000000002</c:v>
                </c:pt>
                <c:pt idx="1557">
                  <c:v>79.382332000000005</c:v>
                </c:pt>
                <c:pt idx="1558">
                  <c:v>79.473640000000003</c:v>
                </c:pt>
                <c:pt idx="1559">
                  <c:v>79.560883000000004</c:v>
                </c:pt>
                <c:pt idx="1560">
                  <c:v>79.647544999999994</c:v>
                </c:pt>
                <c:pt idx="1561">
                  <c:v>79.741364000000004</c:v>
                </c:pt>
                <c:pt idx="1562">
                  <c:v>79.842003000000005</c:v>
                </c:pt>
                <c:pt idx="1563">
                  <c:v>79.946029999999993</c:v>
                </c:pt>
                <c:pt idx="1564">
                  <c:v>80.046288000000004</c:v>
                </c:pt>
                <c:pt idx="1565">
                  <c:v>80.136818000000005</c:v>
                </c:pt>
                <c:pt idx="1566">
                  <c:v>80.217865000000003</c:v>
                </c:pt>
                <c:pt idx="1567">
                  <c:v>80.291015999999999</c:v>
                </c:pt>
                <c:pt idx="1568">
                  <c:v>80.360161000000005</c:v>
                </c:pt>
                <c:pt idx="1569">
                  <c:v>80.428184999999999</c:v>
                </c:pt>
                <c:pt idx="1570">
                  <c:v>80.497771999999998</c:v>
                </c:pt>
                <c:pt idx="1571">
                  <c:v>80.572616999999994</c:v>
                </c:pt>
                <c:pt idx="1572">
                  <c:v>80.655556000000004</c:v>
                </c:pt>
                <c:pt idx="1573">
                  <c:v>80.739372000000003</c:v>
                </c:pt>
                <c:pt idx="1574">
                  <c:v>80.819427000000005</c:v>
                </c:pt>
                <c:pt idx="1575">
                  <c:v>80.895401000000007</c:v>
                </c:pt>
                <c:pt idx="1576">
                  <c:v>80.966399999999993</c:v>
                </c:pt>
                <c:pt idx="1577">
                  <c:v>81.028267</c:v>
                </c:pt>
                <c:pt idx="1578">
                  <c:v>81.081672999999995</c:v>
                </c:pt>
                <c:pt idx="1579">
                  <c:v>81.133926000000002</c:v>
                </c:pt>
                <c:pt idx="1580">
                  <c:v>81.189757999999998</c:v>
                </c:pt>
                <c:pt idx="1581">
                  <c:v>81.247626999999994</c:v>
                </c:pt>
                <c:pt idx="1582">
                  <c:v>81.307738999999998</c:v>
                </c:pt>
                <c:pt idx="1583">
                  <c:v>81.369431000000006</c:v>
                </c:pt>
                <c:pt idx="1584">
                  <c:v>81.428145999999998</c:v>
                </c:pt>
                <c:pt idx="1585">
                  <c:v>81.481735</c:v>
                </c:pt>
                <c:pt idx="1586">
                  <c:v>81.534355000000005</c:v>
                </c:pt>
                <c:pt idx="1587">
                  <c:v>81.589752000000004</c:v>
                </c:pt>
                <c:pt idx="1588">
                  <c:v>81.652725000000004</c:v>
                </c:pt>
                <c:pt idx="1589">
                  <c:v>81.724991000000003</c:v>
                </c:pt>
                <c:pt idx="1590">
                  <c:v>81.805588</c:v>
                </c:pt>
                <c:pt idx="1591">
                  <c:v>81.892548000000005</c:v>
                </c:pt>
                <c:pt idx="1592">
                  <c:v>81.981887999999998</c:v>
                </c:pt>
                <c:pt idx="1593">
                  <c:v>82.067390000000003</c:v>
                </c:pt>
                <c:pt idx="1594">
                  <c:v>82.147232000000002</c:v>
                </c:pt>
                <c:pt idx="1595">
                  <c:v>82.221335999999994</c:v>
                </c:pt>
                <c:pt idx="1596">
                  <c:v>82.288544000000002</c:v>
                </c:pt>
                <c:pt idx="1597">
                  <c:v>82.350020999999998</c:v>
                </c:pt>
                <c:pt idx="1598">
                  <c:v>82.409851000000003</c:v>
                </c:pt>
                <c:pt idx="1599">
                  <c:v>82.472031000000001</c:v>
                </c:pt>
                <c:pt idx="1600">
                  <c:v>82.538475000000005</c:v>
                </c:pt>
                <c:pt idx="1601">
                  <c:v>82.610725000000002</c:v>
                </c:pt>
                <c:pt idx="1602">
                  <c:v>82.687279000000004</c:v>
                </c:pt>
                <c:pt idx="1603">
                  <c:v>82.764442000000003</c:v>
                </c:pt>
                <c:pt idx="1604">
                  <c:v>82.841476</c:v>
                </c:pt>
                <c:pt idx="1605">
                  <c:v>82.918755000000004</c:v>
                </c:pt>
                <c:pt idx="1606">
                  <c:v>82.998244999999997</c:v>
                </c:pt>
                <c:pt idx="1607">
                  <c:v>83.081772000000001</c:v>
                </c:pt>
                <c:pt idx="1608">
                  <c:v>83.176674000000006</c:v>
                </c:pt>
                <c:pt idx="1609">
                  <c:v>83.281623999999994</c:v>
                </c:pt>
                <c:pt idx="1610">
                  <c:v>83.395698999999993</c:v>
                </c:pt>
                <c:pt idx="1611">
                  <c:v>83.510306999999997</c:v>
                </c:pt>
                <c:pt idx="1612">
                  <c:v>83.62294</c:v>
                </c:pt>
                <c:pt idx="1613">
                  <c:v>83.731521999999998</c:v>
                </c:pt>
                <c:pt idx="1614">
                  <c:v>83.838027999999994</c:v>
                </c:pt>
                <c:pt idx="1615">
                  <c:v>83.944137999999995</c:v>
                </c:pt>
                <c:pt idx="1616">
                  <c:v>84.044960000000003</c:v>
                </c:pt>
                <c:pt idx="1617">
                  <c:v>84.136382999999995</c:v>
                </c:pt>
                <c:pt idx="1618">
                  <c:v>84.223990999999998</c:v>
                </c:pt>
                <c:pt idx="1619">
                  <c:v>84.316879</c:v>
                </c:pt>
                <c:pt idx="1620">
                  <c:v>84.415390000000002</c:v>
                </c:pt>
                <c:pt idx="1621">
                  <c:v>84.516762</c:v>
                </c:pt>
                <c:pt idx="1622">
                  <c:v>84.619202000000001</c:v>
                </c:pt>
                <c:pt idx="1623">
                  <c:v>84.722992000000005</c:v>
                </c:pt>
                <c:pt idx="1624">
                  <c:v>84.826515000000001</c:v>
                </c:pt>
                <c:pt idx="1625">
                  <c:v>84.927666000000002</c:v>
                </c:pt>
                <c:pt idx="1626">
                  <c:v>85.026093000000003</c:v>
                </c:pt>
                <c:pt idx="1627">
                  <c:v>85.121123999999995</c:v>
                </c:pt>
                <c:pt idx="1628">
                  <c:v>85.215439000000003</c:v>
                </c:pt>
                <c:pt idx="1629">
                  <c:v>85.313225000000003</c:v>
                </c:pt>
                <c:pt idx="1630">
                  <c:v>85.418235999999993</c:v>
                </c:pt>
                <c:pt idx="1631">
                  <c:v>85.529624999999996</c:v>
                </c:pt>
                <c:pt idx="1632">
                  <c:v>85.642319000000001</c:v>
                </c:pt>
                <c:pt idx="1633">
                  <c:v>85.752037000000001</c:v>
                </c:pt>
                <c:pt idx="1634">
                  <c:v>85.858551000000006</c:v>
                </c:pt>
                <c:pt idx="1635">
                  <c:v>85.961333999999994</c:v>
                </c:pt>
                <c:pt idx="1636">
                  <c:v>86.065528999999998</c:v>
                </c:pt>
                <c:pt idx="1637">
                  <c:v>86.169640000000001</c:v>
                </c:pt>
                <c:pt idx="1638">
                  <c:v>86.273696999999999</c:v>
                </c:pt>
                <c:pt idx="1639">
                  <c:v>86.376769999999993</c:v>
                </c:pt>
                <c:pt idx="1640">
                  <c:v>86.477005000000005</c:v>
                </c:pt>
                <c:pt idx="1641">
                  <c:v>86.569130000000001</c:v>
                </c:pt>
                <c:pt idx="1642">
                  <c:v>86.661873</c:v>
                </c:pt>
                <c:pt idx="1643">
                  <c:v>86.754409999999993</c:v>
                </c:pt>
                <c:pt idx="1644">
                  <c:v>86.844336999999996</c:v>
                </c:pt>
                <c:pt idx="1645">
                  <c:v>86.947411000000002</c:v>
                </c:pt>
                <c:pt idx="1646">
                  <c:v>87.059096999999994</c:v>
                </c:pt>
                <c:pt idx="1647">
                  <c:v>87.176261999999994</c:v>
                </c:pt>
                <c:pt idx="1648">
                  <c:v>87.294533000000001</c:v>
                </c:pt>
                <c:pt idx="1649">
                  <c:v>87.408446999999995</c:v>
                </c:pt>
                <c:pt idx="1650">
                  <c:v>87.517135999999994</c:v>
                </c:pt>
                <c:pt idx="1651">
                  <c:v>87.623390000000001</c:v>
                </c:pt>
                <c:pt idx="1652">
                  <c:v>87.726844999999997</c:v>
                </c:pt>
                <c:pt idx="1653">
                  <c:v>87.832702999999995</c:v>
                </c:pt>
                <c:pt idx="1654">
                  <c:v>87.947342000000006</c:v>
                </c:pt>
                <c:pt idx="1655">
                  <c:v>88.066895000000002</c:v>
                </c:pt>
                <c:pt idx="1656">
                  <c:v>88.183661999999998</c:v>
                </c:pt>
                <c:pt idx="1657">
                  <c:v>88.292274000000006</c:v>
                </c:pt>
                <c:pt idx="1658">
                  <c:v>88.390204999999995</c:v>
                </c:pt>
                <c:pt idx="1659">
                  <c:v>88.476844999999997</c:v>
                </c:pt>
                <c:pt idx="1660">
                  <c:v>88.554489000000004</c:v>
                </c:pt>
                <c:pt idx="1661">
                  <c:v>88.626510999999994</c:v>
                </c:pt>
                <c:pt idx="1662">
                  <c:v>88.698539999999994</c:v>
                </c:pt>
                <c:pt idx="1663">
                  <c:v>88.774162000000004</c:v>
                </c:pt>
                <c:pt idx="1664">
                  <c:v>88.855773999999997</c:v>
                </c:pt>
                <c:pt idx="1665">
                  <c:v>88.940040999999994</c:v>
                </c:pt>
                <c:pt idx="1666">
                  <c:v>89.025993</c:v>
                </c:pt>
                <c:pt idx="1667">
                  <c:v>89.107719000000003</c:v>
                </c:pt>
                <c:pt idx="1668">
                  <c:v>89.184387000000001</c:v>
                </c:pt>
                <c:pt idx="1669">
                  <c:v>89.258315999999994</c:v>
                </c:pt>
                <c:pt idx="1670">
                  <c:v>89.326003999999998</c:v>
                </c:pt>
                <c:pt idx="1671">
                  <c:v>89.386353</c:v>
                </c:pt>
                <c:pt idx="1672">
                  <c:v>89.445778000000004</c:v>
                </c:pt>
                <c:pt idx="1673">
                  <c:v>89.502869000000004</c:v>
                </c:pt>
                <c:pt idx="1674">
                  <c:v>89.564034000000007</c:v>
                </c:pt>
                <c:pt idx="1675">
                  <c:v>89.629692000000006</c:v>
                </c:pt>
                <c:pt idx="1676">
                  <c:v>89.698898</c:v>
                </c:pt>
                <c:pt idx="1677">
                  <c:v>89.770286999999996</c:v>
                </c:pt>
                <c:pt idx="1678">
                  <c:v>89.844627000000003</c:v>
                </c:pt>
                <c:pt idx="1679">
                  <c:v>89.918396000000001</c:v>
                </c:pt>
                <c:pt idx="1680">
                  <c:v>89.991889999999998</c:v>
                </c:pt>
                <c:pt idx="1681">
                  <c:v>90.070083999999994</c:v>
                </c:pt>
                <c:pt idx="1682">
                  <c:v>90.149733999999995</c:v>
                </c:pt>
                <c:pt idx="1683">
                  <c:v>90.221985000000004</c:v>
                </c:pt>
                <c:pt idx="1684">
                  <c:v>90.286507</c:v>
                </c:pt>
                <c:pt idx="1685">
                  <c:v>90.340598999999997</c:v>
                </c:pt>
                <c:pt idx="1686">
                  <c:v>90.386932000000002</c:v>
                </c:pt>
                <c:pt idx="1687">
                  <c:v>90.433868000000004</c:v>
                </c:pt>
                <c:pt idx="1688">
                  <c:v>90.480148</c:v>
                </c:pt>
                <c:pt idx="1689">
                  <c:v>90.525917000000007</c:v>
                </c:pt>
                <c:pt idx="1690">
                  <c:v>90.574921000000003</c:v>
                </c:pt>
                <c:pt idx="1691">
                  <c:v>90.628853000000007</c:v>
                </c:pt>
                <c:pt idx="1692">
                  <c:v>90.690956</c:v>
                </c:pt>
                <c:pt idx="1693">
                  <c:v>90.758148000000006</c:v>
                </c:pt>
                <c:pt idx="1694">
                  <c:v>90.829780999999997</c:v>
                </c:pt>
                <c:pt idx="1695">
                  <c:v>90.909820999999994</c:v>
                </c:pt>
                <c:pt idx="1696">
                  <c:v>90.996216000000004</c:v>
                </c:pt>
                <c:pt idx="1697">
                  <c:v>91.087569999999999</c:v>
                </c:pt>
                <c:pt idx="1698">
                  <c:v>91.179192</c:v>
                </c:pt>
                <c:pt idx="1699">
                  <c:v>91.259262000000007</c:v>
                </c:pt>
                <c:pt idx="1700">
                  <c:v>91.328650999999994</c:v>
                </c:pt>
                <c:pt idx="1701">
                  <c:v>91.386168999999995</c:v>
                </c:pt>
                <c:pt idx="1702">
                  <c:v>91.443427999999997</c:v>
                </c:pt>
                <c:pt idx="1703">
                  <c:v>91.500457999999995</c:v>
                </c:pt>
                <c:pt idx="1704">
                  <c:v>91.558716000000004</c:v>
                </c:pt>
                <c:pt idx="1705">
                  <c:v>91.615097000000006</c:v>
                </c:pt>
                <c:pt idx="1706">
                  <c:v>91.666595000000001</c:v>
                </c:pt>
                <c:pt idx="1707">
                  <c:v>91.705237999999994</c:v>
                </c:pt>
                <c:pt idx="1708">
                  <c:v>91.732613000000001</c:v>
                </c:pt>
                <c:pt idx="1709">
                  <c:v>91.751632999999998</c:v>
                </c:pt>
                <c:pt idx="1710">
                  <c:v>91.767403000000002</c:v>
                </c:pt>
                <c:pt idx="1711">
                  <c:v>91.786490999999998</c:v>
                </c:pt>
                <c:pt idx="1712">
                  <c:v>91.806931000000006</c:v>
                </c:pt>
                <c:pt idx="1713">
                  <c:v>91.824341000000004</c:v>
                </c:pt>
                <c:pt idx="1714">
                  <c:v>91.840309000000005</c:v>
                </c:pt>
                <c:pt idx="1715">
                  <c:v>91.859595999999996</c:v>
                </c:pt>
                <c:pt idx="1716">
                  <c:v>91.881836000000007</c:v>
                </c:pt>
                <c:pt idx="1717">
                  <c:v>91.899901999999997</c:v>
                </c:pt>
                <c:pt idx="1718">
                  <c:v>91.918075999999999</c:v>
                </c:pt>
                <c:pt idx="1719">
                  <c:v>91.938186999999999</c:v>
                </c:pt>
                <c:pt idx="1720">
                  <c:v>91.961960000000005</c:v>
                </c:pt>
                <c:pt idx="1721">
                  <c:v>91.988083000000003</c:v>
                </c:pt>
                <c:pt idx="1722">
                  <c:v>92.010131999999999</c:v>
                </c:pt>
                <c:pt idx="1723">
                  <c:v>92.028144999999995</c:v>
                </c:pt>
                <c:pt idx="1724">
                  <c:v>92.044167000000002</c:v>
                </c:pt>
                <c:pt idx="1725">
                  <c:v>92.058914000000001</c:v>
                </c:pt>
                <c:pt idx="1726">
                  <c:v>92.073813999999999</c:v>
                </c:pt>
                <c:pt idx="1727">
                  <c:v>92.090446</c:v>
                </c:pt>
                <c:pt idx="1728">
                  <c:v>92.108436999999995</c:v>
                </c:pt>
                <c:pt idx="1729">
                  <c:v>92.125343000000001</c:v>
                </c:pt>
                <c:pt idx="1730">
                  <c:v>92.142707999999999</c:v>
                </c:pt>
                <c:pt idx="1731">
                  <c:v>92.159392999999994</c:v>
                </c:pt>
                <c:pt idx="1732">
                  <c:v>92.172905</c:v>
                </c:pt>
                <c:pt idx="1733">
                  <c:v>92.182929999999999</c:v>
                </c:pt>
                <c:pt idx="1734">
                  <c:v>92.193900999999997</c:v>
                </c:pt>
                <c:pt idx="1735">
                  <c:v>92.205939999999998</c:v>
                </c:pt>
                <c:pt idx="1736">
                  <c:v>92.217483999999999</c:v>
                </c:pt>
                <c:pt idx="1737">
                  <c:v>92.225005999999993</c:v>
                </c:pt>
                <c:pt idx="1738">
                  <c:v>92.229607000000001</c:v>
                </c:pt>
                <c:pt idx="1739">
                  <c:v>92.235123000000002</c:v>
                </c:pt>
                <c:pt idx="1740">
                  <c:v>92.241455000000002</c:v>
                </c:pt>
                <c:pt idx="1741">
                  <c:v>92.249495999999994</c:v>
                </c:pt>
                <c:pt idx="1742">
                  <c:v>92.253944000000004</c:v>
                </c:pt>
                <c:pt idx="1743">
                  <c:v>92.246948000000003</c:v>
                </c:pt>
                <c:pt idx="1744">
                  <c:v>92.231155000000001</c:v>
                </c:pt>
                <c:pt idx="1745">
                  <c:v>92.208984000000001</c:v>
                </c:pt>
                <c:pt idx="1746">
                  <c:v>92.184494000000001</c:v>
                </c:pt>
                <c:pt idx="1747">
                  <c:v>92.161384999999996</c:v>
                </c:pt>
                <c:pt idx="1748">
                  <c:v>92.141861000000006</c:v>
                </c:pt>
                <c:pt idx="1749">
                  <c:v>92.120368999999997</c:v>
                </c:pt>
                <c:pt idx="1750">
                  <c:v>92.087204</c:v>
                </c:pt>
                <c:pt idx="1751">
                  <c:v>92.045090000000002</c:v>
                </c:pt>
                <c:pt idx="1752">
                  <c:v>91.999435000000005</c:v>
                </c:pt>
                <c:pt idx="1753">
                  <c:v>91.950867000000002</c:v>
                </c:pt>
                <c:pt idx="1754">
                  <c:v>91.901557999999994</c:v>
                </c:pt>
                <c:pt idx="1755">
                  <c:v>91.856223999999997</c:v>
                </c:pt>
                <c:pt idx="1756">
                  <c:v>91.816817999999998</c:v>
                </c:pt>
                <c:pt idx="1757">
                  <c:v>91.780197000000001</c:v>
                </c:pt>
                <c:pt idx="1758">
                  <c:v>91.743094999999997</c:v>
                </c:pt>
                <c:pt idx="1759">
                  <c:v>91.704102000000006</c:v>
                </c:pt>
                <c:pt idx="1760">
                  <c:v>91.657859999999999</c:v>
                </c:pt>
                <c:pt idx="1761">
                  <c:v>91.601768000000007</c:v>
                </c:pt>
                <c:pt idx="1762">
                  <c:v>91.540847999999997</c:v>
                </c:pt>
                <c:pt idx="1763">
                  <c:v>91.481155000000001</c:v>
                </c:pt>
                <c:pt idx="1764">
                  <c:v>91.428443999999999</c:v>
                </c:pt>
                <c:pt idx="1765">
                  <c:v>91.382178999999994</c:v>
                </c:pt>
                <c:pt idx="1766">
                  <c:v>91.340652000000006</c:v>
                </c:pt>
                <c:pt idx="1767">
                  <c:v>91.303841000000006</c:v>
                </c:pt>
                <c:pt idx="1768">
                  <c:v>91.266768999999996</c:v>
                </c:pt>
                <c:pt idx="1769">
                  <c:v>91.227035999999998</c:v>
                </c:pt>
                <c:pt idx="1770">
                  <c:v>91.181335000000004</c:v>
                </c:pt>
                <c:pt idx="1771">
                  <c:v>91.128608999999997</c:v>
                </c:pt>
                <c:pt idx="1772">
                  <c:v>91.071426000000002</c:v>
                </c:pt>
                <c:pt idx="1773">
                  <c:v>91.012787000000003</c:v>
                </c:pt>
                <c:pt idx="1774">
                  <c:v>90.953629000000006</c:v>
                </c:pt>
                <c:pt idx="1775">
                  <c:v>90.893226999999996</c:v>
                </c:pt>
                <c:pt idx="1776">
                  <c:v>90.832153000000005</c:v>
                </c:pt>
                <c:pt idx="1777">
                  <c:v>90.770354999999995</c:v>
                </c:pt>
                <c:pt idx="1778">
                  <c:v>90.705817999999994</c:v>
                </c:pt>
                <c:pt idx="1779">
                  <c:v>90.643990000000002</c:v>
                </c:pt>
                <c:pt idx="1780">
                  <c:v>90.593879999999999</c:v>
                </c:pt>
                <c:pt idx="1781">
                  <c:v>90.552306999999999</c:v>
                </c:pt>
                <c:pt idx="1782">
                  <c:v>90.522980000000004</c:v>
                </c:pt>
                <c:pt idx="1783">
                  <c:v>90.509567000000004</c:v>
                </c:pt>
                <c:pt idx="1784">
                  <c:v>90.504135000000005</c:v>
                </c:pt>
                <c:pt idx="1785">
                  <c:v>90.500220999999996</c:v>
                </c:pt>
                <c:pt idx="1786">
                  <c:v>90.493774000000002</c:v>
                </c:pt>
                <c:pt idx="1787">
                  <c:v>90.483306999999996</c:v>
                </c:pt>
                <c:pt idx="1788">
                  <c:v>90.470626999999993</c:v>
                </c:pt>
                <c:pt idx="1789">
                  <c:v>90.458572000000004</c:v>
                </c:pt>
                <c:pt idx="1790">
                  <c:v>90.446213</c:v>
                </c:pt>
                <c:pt idx="1791">
                  <c:v>90.434280000000001</c:v>
                </c:pt>
                <c:pt idx="1792">
                  <c:v>90.426338000000001</c:v>
                </c:pt>
                <c:pt idx="1793">
                  <c:v>90.421333000000004</c:v>
                </c:pt>
                <c:pt idx="1794">
                  <c:v>90.415260000000004</c:v>
                </c:pt>
                <c:pt idx="1795">
                  <c:v>90.408073000000002</c:v>
                </c:pt>
                <c:pt idx="1796">
                  <c:v>90.402221999999995</c:v>
                </c:pt>
                <c:pt idx="1797">
                  <c:v>90.393410000000003</c:v>
                </c:pt>
                <c:pt idx="1798">
                  <c:v>90.382277999999999</c:v>
                </c:pt>
                <c:pt idx="1799">
                  <c:v>90.3703</c:v>
                </c:pt>
                <c:pt idx="1800">
                  <c:v>90.346549999999993</c:v>
                </c:pt>
                <c:pt idx="1801">
                  <c:v>90.309296000000003</c:v>
                </c:pt>
                <c:pt idx="1802">
                  <c:v>90.265456999999998</c:v>
                </c:pt>
                <c:pt idx="1803">
                  <c:v>90.22757</c:v>
                </c:pt>
                <c:pt idx="1804">
                  <c:v>90.198729999999998</c:v>
                </c:pt>
                <c:pt idx="1805">
                  <c:v>90.174903999999998</c:v>
                </c:pt>
                <c:pt idx="1806">
                  <c:v>90.152687</c:v>
                </c:pt>
                <c:pt idx="1807">
                  <c:v>90.131530999999995</c:v>
                </c:pt>
                <c:pt idx="1808">
                  <c:v>90.114502000000002</c:v>
                </c:pt>
                <c:pt idx="1809">
                  <c:v>90.101500999999999</c:v>
                </c:pt>
                <c:pt idx="1810">
                  <c:v>90.088661000000002</c:v>
                </c:pt>
                <c:pt idx="1811">
                  <c:v>90.072533000000007</c:v>
                </c:pt>
                <c:pt idx="1812">
                  <c:v>90.054503999999994</c:v>
                </c:pt>
                <c:pt idx="1813">
                  <c:v>90.044701000000003</c:v>
                </c:pt>
                <c:pt idx="1814">
                  <c:v>90.046363999999997</c:v>
                </c:pt>
                <c:pt idx="1815">
                  <c:v>90.058967999999993</c:v>
                </c:pt>
                <c:pt idx="1816">
                  <c:v>90.089584000000002</c:v>
                </c:pt>
                <c:pt idx="1817">
                  <c:v>90.137398000000005</c:v>
                </c:pt>
                <c:pt idx="1818">
                  <c:v>90.190521000000004</c:v>
                </c:pt>
                <c:pt idx="1819">
                  <c:v>90.241874999999993</c:v>
                </c:pt>
                <c:pt idx="1820">
                  <c:v>90.294822999999994</c:v>
                </c:pt>
                <c:pt idx="1821">
                  <c:v>90.343384</c:v>
                </c:pt>
                <c:pt idx="1822">
                  <c:v>90.390227999999993</c:v>
                </c:pt>
                <c:pt idx="1823">
                  <c:v>90.422493000000003</c:v>
                </c:pt>
                <c:pt idx="1824">
                  <c:v>90.442802</c:v>
                </c:pt>
                <c:pt idx="1825">
                  <c:v>90.462440000000001</c:v>
                </c:pt>
                <c:pt idx="1826">
                  <c:v>90.475989999999996</c:v>
                </c:pt>
                <c:pt idx="1827">
                  <c:v>90.490348999999995</c:v>
                </c:pt>
                <c:pt idx="1828">
                  <c:v>90.510147000000003</c:v>
                </c:pt>
                <c:pt idx="1829">
                  <c:v>90.527541999999997</c:v>
                </c:pt>
                <c:pt idx="1830">
                  <c:v>90.547393999999997</c:v>
                </c:pt>
                <c:pt idx="1831">
                  <c:v>90.572365000000005</c:v>
                </c:pt>
                <c:pt idx="1832">
                  <c:v>90.604079999999996</c:v>
                </c:pt>
                <c:pt idx="1833">
                  <c:v>90.640006999999997</c:v>
                </c:pt>
                <c:pt idx="1834">
                  <c:v>90.676338000000001</c:v>
                </c:pt>
                <c:pt idx="1835">
                  <c:v>90.711746000000005</c:v>
                </c:pt>
                <c:pt idx="1836">
                  <c:v>90.745407</c:v>
                </c:pt>
                <c:pt idx="1837">
                  <c:v>90.774283999999994</c:v>
                </c:pt>
                <c:pt idx="1838">
                  <c:v>90.796417000000005</c:v>
                </c:pt>
                <c:pt idx="1839">
                  <c:v>90.816139000000007</c:v>
                </c:pt>
                <c:pt idx="1840">
                  <c:v>90.839432000000002</c:v>
                </c:pt>
                <c:pt idx="1841">
                  <c:v>90.868270999999993</c:v>
                </c:pt>
                <c:pt idx="1842">
                  <c:v>90.901298999999995</c:v>
                </c:pt>
                <c:pt idx="1843">
                  <c:v>90.934524999999994</c:v>
                </c:pt>
                <c:pt idx="1844">
                  <c:v>90.967162999999999</c:v>
                </c:pt>
                <c:pt idx="1845">
                  <c:v>90.995911000000007</c:v>
                </c:pt>
                <c:pt idx="1846">
                  <c:v>91.008803999999998</c:v>
                </c:pt>
                <c:pt idx="1847">
                  <c:v>91.000632999999993</c:v>
                </c:pt>
                <c:pt idx="1848">
                  <c:v>90.976867999999996</c:v>
                </c:pt>
                <c:pt idx="1849">
                  <c:v>90.947059999999993</c:v>
                </c:pt>
                <c:pt idx="1850">
                  <c:v>90.915809999999993</c:v>
                </c:pt>
                <c:pt idx="1851">
                  <c:v>90.885216</c:v>
                </c:pt>
                <c:pt idx="1852">
                  <c:v>90.857902999999993</c:v>
                </c:pt>
                <c:pt idx="1853">
                  <c:v>90.835205000000002</c:v>
                </c:pt>
                <c:pt idx="1854">
                  <c:v>90.826187000000004</c:v>
                </c:pt>
                <c:pt idx="1855">
                  <c:v>90.828056000000004</c:v>
                </c:pt>
                <c:pt idx="1856">
                  <c:v>90.832611</c:v>
                </c:pt>
                <c:pt idx="1857">
                  <c:v>90.831429</c:v>
                </c:pt>
                <c:pt idx="1858">
                  <c:v>90.831031999999993</c:v>
                </c:pt>
                <c:pt idx="1859">
                  <c:v>90.827347000000003</c:v>
                </c:pt>
                <c:pt idx="1860">
                  <c:v>90.826583999999997</c:v>
                </c:pt>
                <c:pt idx="1861">
                  <c:v>90.831879000000001</c:v>
                </c:pt>
                <c:pt idx="1862">
                  <c:v>90.839622000000006</c:v>
                </c:pt>
                <c:pt idx="1863">
                  <c:v>90.848358000000005</c:v>
                </c:pt>
                <c:pt idx="1864">
                  <c:v>90.865273000000002</c:v>
                </c:pt>
                <c:pt idx="1865">
                  <c:v>90.874733000000006</c:v>
                </c:pt>
                <c:pt idx="1866">
                  <c:v>90.899451999999997</c:v>
                </c:pt>
                <c:pt idx="1867">
                  <c:v>90.915779000000001</c:v>
                </c:pt>
                <c:pt idx="1868">
                  <c:v>90.930572999999995</c:v>
                </c:pt>
                <c:pt idx="1869">
                  <c:v>90.948134999999994</c:v>
                </c:pt>
                <c:pt idx="1870">
                  <c:v>90.954864999999998</c:v>
                </c:pt>
                <c:pt idx="1871">
                  <c:v>90.953818999999996</c:v>
                </c:pt>
                <c:pt idx="1872">
                  <c:v>90.951744000000005</c:v>
                </c:pt>
                <c:pt idx="1873">
                  <c:v>90.963538999999997</c:v>
                </c:pt>
                <c:pt idx="1874">
                  <c:v>90.992676000000003</c:v>
                </c:pt>
                <c:pt idx="1875">
                  <c:v>91.035674999999998</c:v>
                </c:pt>
                <c:pt idx="1876">
                  <c:v>91.089607000000001</c:v>
                </c:pt>
                <c:pt idx="1877">
                  <c:v>91.148880000000005</c:v>
                </c:pt>
                <c:pt idx="1878">
                  <c:v>91.210792999999995</c:v>
                </c:pt>
                <c:pt idx="1879">
                  <c:v>91.270133999999999</c:v>
                </c:pt>
                <c:pt idx="1880">
                  <c:v>91.325005000000004</c:v>
                </c:pt>
                <c:pt idx="1881">
                  <c:v>91.379112000000006</c:v>
                </c:pt>
                <c:pt idx="1882">
                  <c:v>91.432899000000006</c:v>
                </c:pt>
                <c:pt idx="1883">
                  <c:v>91.488388</c:v>
                </c:pt>
                <c:pt idx="1884">
                  <c:v>91.543777000000006</c:v>
                </c:pt>
                <c:pt idx="1885">
                  <c:v>91.594809999999995</c:v>
                </c:pt>
                <c:pt idx="1886">
                  <c:v>91.640465000000006</c:v>
                </c:pt>
                <c:pt idx="1887">
                  <c:v>91.679955000000007</c:v>
                </c:pt>
                <c:pt idx="1888">
                  <c:v>91.709266999999997</c:v>
                </c:pt>
                <c:pt idx="1889">
                  <c:v>91.729538000000005</c:v>
                </c:pt>
                <c:pt idx="1890">
                  <c:v>91.743567999999996</c:v>
                </c:pt>
                <c:pt idx="1891">
                  <c:v>91.756225999999998</c:v>
                </c:pt>
                <c:pt idx="1892">
                  <c:v>91.779410999999996</c:v>
                </c:pt>
                <c:pt idx="1893">
                  <c:v>91.818314000000001</c:v>
                </c:pt>
                <c:pt idx="1894">
                  <c:v>91.867500000000007</c:v>
                </c:pt>
                <c:pt idx="1895">
                  <c:v>91.917816000000002</c:v>
                </c:pt>
                <c:pt idx="1896">
                  <c:v>91.966269999999994</c:v>
                </c:pt>
                <c:pt idx="1897">
                  <c:v>92.011673000000002</c:v>
                </c:pt>
                <c:pt idx="1898">
                  <c:v>92.056763000000004</c:v>
                </c:pt>
                <c:pt idx="1899">
                  <c:v>92.099304000000004</c:v>
                </c:pt>
                <c:pt idx="1900">
                  <c:v>92.132560999999995</c:v>
                </c:pt>
                <c:pt idx="1901">
                  <c:v>92.153496000000004</c:v>
                </c:pt>
                <c:pt idx="1902">
                  <c:v>92.161156000000005</c:v>
                </c:pt>
                <c:pt idx="1903">
                  <c:v>92.164055000000005</c:v>
                </c:pt>
                <c:pt idx="1904">
                  <c:v>92.165222</c:v>
                </c:pt>
                <c:pt idx="1905">
                  <c:v>92.164764000000005</c:v>
                </c:pt>
                <c:pt idx="1906">
                  <c:v>92.161620999999997</c:v>
                </c:pt>
                <c:pt idx="1907">
                  <c:v>92.158805999999998</c:v>
                </c:pt>
                <c:pt idx="1908">
                  <c:v>92.161574999999999</c:v>
                </c:pt>
                <c:pt idx="1909">
                  <c:v>92.160278000000005</c:v>
                </c:pt>
                <c:pt idx="1910">
                  <c:v>92.150024000000002</c:v>
                </c:pt>
                <c:pt idx="1911">
                  <c:v>92.131798000000003</c:v>
                </c:pt>
                <c:pt idx="1912">
                  <c:v>92.109673000000001</c:v>
                </c:pt>
                <c:pt idx="1913">
                  <c:v>92.080307000000005</c:v>
                </c:pt>
                <c:pt idx="1914">
                  <c:v>92.042496</c:v>
                </c:pt>
                <c:pt idx="1915">
                  <c:v>92.004149999999996</c:v>
                </c:pt>
                <c:pt idx="1916">
                  <c:v>91.966255000000004</c:v>
                </c:pt>
                <c:pt idx="1917">
                  <c:v>91.928734000000006</c:v>
                </c:pt>
                <c:pt idx="1918">
                  <c:v>91.892021</c:v>
                </c:pt>
                <c:pt idx="1919">
                  <c:v>91.847594999999998</c:v>
                </c:pt>
                <c:pt idx="1920">
                  <c:v>91.798409000000007</c:v>
                </c:pt>
                <c:pt idx="1921">
                  <c:v>91.753128000000004</c:v>
                </c:pt>
                <c:pt idx="1922">
                  <c:v>91.711394999999996</c:v>
                </c:pt>
                <c:pt idx="1923">
                  <c:v>91.672614999999993</c:v>
                </c:pt>
                <c:pt idx="1924">
                  <c:v>91.636771999999993</c:v>
                </c:pt>
                <c:pt idx="1925">
                  <c:v>91.603774999999999</c:v>
                </c:pt>
                <c:pt idx="1926">
                  <c:v>91.569907999999998</c:v>
                </c:pt>
                <c:pt idx="1927">
                  <c:v>91.532639000000003</c:v>
                </c:pt>
                <c:pt idx="1928">
                  <c:v>91.492012000000003</c:v>
                </c:pt>
                <c:pt idx="1929">
                  <c:v>91.450867000000002</c:v>
                </c:pt>
                <c:pt idx="1930">
                  <c:v>91.410767000000007</c:v>
                </c:pt>
                <c:pt idx="1931">
                  <c:v>91.372658000000001</c:v>
                </c:pt>
                <c:pt idx="1932">
                  <c:v>91.340812999999997</c:v>
                </c:pt>
                <c:pt idx="1933">
                  <c:v>91.323211999999998</c:v>
                </c:pt>
                <c:pt idx="1934">
                  <c:v>91.321503000000007</c:v>
                </c:pt>
                <c:pt idx="1935">
                  <c:v>91.323486000000003</c:v>
                </c:pt>
                <c:pt idx="1936">
                  <c:v>91.321213</c:v>
                </c:pt>
                <c:pt idx="1937">
                  <c:v>91.311629999999994</c:v>
                </c:pt>
                <c:pt idx="1938">
                  <c:v>91.293396000000001</c:v>
                </c:pt>
                <c:pt idx="1939">
                  <c:v>91.273185999999995</c:v>
                </c:pt>
                <c:pt idx="1940">
                  <c:v>91.257401000000002</c:v>
                </c:pt>
                <c:pt idx="1941">
                  <c:v>91.245948999999996</c:v>
                </c:pt>
                <c:pt idx="1942">
                  <c:v>91.235000999999997</c:v>
                </c:pt>
                <c:pt idx="1943">
                  <c:v>91.223122000000004</c:v>
                </c:pt>
                <c:pt idx="1944">
                  <c:v>91.213676000000007</c:v>
                </c:pt>
                <c:pt idx="1945">
                  <c:v>91.205871999999999</c:v>
                </c:pt>
                <c:pt idx="1946">
                  <c:v>91.196601999999999</c:v>
                </c:pt>
                <c:pt idx="1947">
                  <c:v>91.191422000000003</c:v>
                </c:pt>
                <c:pt idx="1948">
                  <c:v>91.194496000000001</c:v>
                </c:pt>
                <c:pt idx="1949">
                  <c:v>91.202872999999997</c:v>
                </c:pt>
                <c:pt idx="1950">
                  <c:v>91.211365000000001</c:v>
                </c:pt>
                <c:pt idx="1951">
                  <c:v>91.219100999999995</c:v>
                </c:pt>
                <c:pt idx="1952">
                  <c:v>91.227692000000005</c:v>
                </c:pt>
                <c:pt idx="1953">
                  <c:v>91.236557000000005</c:v>
                </c:pt>
                <c:pt idx="1954">
                  <c:v>91.245682000000002</c:v>
                </c:pt>
                <c:pt idx="1955">
                  <c:v>91.254752999999994</c:v>
                </c:pt>
                <c:pt idx="1956">
                  <c:v>91.261200000000002</c:v>
                </c:pt>
                <c:pt idx="1957">
                  <c:v>91.266388000000006</c:v>
                </c:pt>
                <c:pt idx="1958">
                  <c:v>91.272507000000004</c:v>
                </c:pt>
                <c:pt idx="1959">
                  <c:v>91.277862999999996</c:v>
                </c:pt>
                <c:pt idx="1960">
                  <c:v>91.280022000000002</c:v>
                </c:pt>
                <c:pt idx="1961">
                  <c:v>91.287079000000006</c:v>
                </c:pt>
                <c:pt idx="1962">
                  <c:v>91.311065999999997</c:v>
                </c:pt>
                <c:pt idx="1963">
                  <c:v>91.353095999999994</c:v>
                </c:pt>
                <c:pt idx="1964">
                  <c:v>91.404647999999995</c:v>
                </c:pt>
                <c:pt idx="1965">
                  <c:v>91.458611000000005</c:v>
                </c:pt>
                <c:pt idx="1966">
                  <c:v>91.513228999999995</c:v>
                </c:pt>
                <c:pt idx="1967">
                  <c:v>91.565574999999995</c:v>
                </c:pt>
                <c:pt idx="1968">
                  <c:v>91.614929000000004</c:v>
                </c:pt>
                <c:pt idx="1969">
                  <c:v>91.661109999999994</c:v>
                </c:pt>
                <c:pt idx="1970">
                  <c:v>91.704848999999996</c:v>
                </c:pt>
                <c:pt idx="1971">
                  <c:v>91.746741999999998</c:v>
                </c:pt>
                <c:pt idx="1972">
                  <c:v>91.788971000000004</c:v>
                </c:pt>
                <c:pt idx="1973">
                  <c:v>91.827140999999997</c:v>
                </c:pt>
                <c:pt idx="1974">
                  <c:v>91.855277999999998</c:v>
                </c:pt>
                <c:pt idx="1975">
                  <c:v>91.877196999999995</c:v>
                </c:pt>
                <c:pt idx="1976">
                  <c:v>91.890456999999998</c:v>
                </c:pt>
                <c:pt idx="1977">
                  <c:v>91.902107000000001</c:v>
                </c:pt>
                <c:pt idx="1978">
                  <c:v>91.919571000000005</c:v>
                </c:pt>
                <c:pt idx="1979">
                  <c:v>91.942345000000003</c:v>
                </c:pt>
                <c:pt idx="1980">
                  <c:v>91.975143000000003</c:v>
                </c:pt>
                <c:pt idx="1981">
                  <c:v>92.015732</c:v>
                </c:pt>
                <c:pt idx="1982">
                  <c:v>92.059723000000005</c:v>
                </c:pt>
                <c:pt idx="1983">
                  <c:v>92.105438000000007</c:v>
                </c:pt>
                <c:pt idx="1984">
                  <c:v>92.147751</c:v>
                </c:pt>
                <c:pt idx="1985">
                  <c:v>92.184089999999998</c:v>
                </c:pt>
                <c:pt idx="1986">
                  <c:v>92.212981999999997</c:v>
                </c:pt>
                <c:pt idx="1987">
                  <c:v>92.232697000000002</c:v>
                </c:pt>
                <c:pt idx="1988">
                  <c:v>92.245048999999995</c:v>
                </c:pt>
                <c:pt idx="1989">
                  <c:v>92.252799999999993</c:v>
                </c:pt>
                <c:pt idx="1990">
                  <c:v>92.257880999999998</c:v>
                </c:pt>
                <c:pt idx="1991">
                  <c:v>92.258881000000002</c:v>
                </c:pt>
                <c:pt idx="1992">
                  <c:v>92.259285000000006</c:v>
                </c:pt>
                <c:pt idx="1993">
                  <c:v>92.249977000000001</c:v>
                </c:pt>
                <c:pt idx="1994">
                  <c:v>92.233551000000006</c:v>
                </c:pt>
                <c:pt idx="1995">
                  <c:v>92.211380000000005</c:v>
                </c:pt>
                <c:pt idx="1996">
                  <c:v>92.179778999999996</c:v>
                </c:pt>
                <c:pt idx="1997">
                  <c:v>92.139747999999997</c:v>
                </c:pt>
                <c:pt idx="1998">
                  <c:v>92.092383999999996</c:v>
                </c:pt>
                <c:pt idx="1999">
                  <c:v>92.039733999999996</c:v>
                </c:pt>
                <c:pt idx="2000">
                  <c:v>91.983231000000004</c:v>
                </c:pt>
                <c:pt idx="2001">
                  <c:v>91.926788000000002</c:v>
                </c:pt>
                <c:pt idx="2002">
                  <c:v>91.874099999999999</c:v>
                </c:pt>
                <c:pt idx="2003">
                  <c:v>91.822517000000005</c:v>
                </c:pt>
                <c:pt idx="2004">
                  <c:v>91.772461000000007</c:v>
                </c:pt>
                <c:pt idx="2005">
                  <c:v>91.728354999999993</c:v>
                </c:pt>
                <c:pt idx="2006">
                  <c:v>91.693184000000002</c:v>
                </c:pt>
                <c:pt idx="2007">
                  <c:v>91.665313999999995</c:v>
                </c:pt>
                <c:pt idx="2008">
                  <c:v>91.635695999999996</c:v>
                </c:pt>
                <c:pt idx="2009">
                  <c:v>91.603104000000002</c:v>
                </c:pt>
                <c:pt idx="2010">
                  <c:v>91.570708999999994</c:v>
                </c:pt>
                <c:pt idx="2011">
                  <c:v>91.539878999999999</c:v>
                </c:pt>
                <c:pt idx="2012">
                  <c:v>91.514435000000006</c:v>
                </c:pt>
                <c:pt idx="2013">
                  <c:v>91.496253999999993</c:v>
                </c:pt>
                <c:pt idx="2014">
                  <c:v>91.476455999999999</c:v>
                </c:pt>
                <c:pt idx="2015">
                  <c:v>91.446510000000004</c:v>
                </c:pt>
                <c:pt idx="2016">
                  <c:v>91.409935000000004</c:v>
                </c:pt>
                <c:pt idx="2017">
                  <c:v>91.373992999999999</c:v>
                </c:pt>
                <c:pt idx="2018">
                  <c:v>91.341201999999996</c:v>
                </c:pt>
                <c:pt idx="2019">
                  <c:v>91.314041000000003</c:v>
                </c:pt>
                <c:pt idx="2020">
                  <c:v>91.294075000000007</c:v>
                </c:pt>
                <c:pt idx="2021">
                  <c:v>91.286468999999997</c:v>
                </c:pt>
                <c:pt idx="2022">
                  <c:v>91.295174000000003</c:v>
                </c:pt>
                <c:pt idx="2023">
                  <c:v>91.315719999999999</c:v>
                </c:pt>
                <c:pt idx="2024">
                  <c:v>91.346869999999996</c:v>
                </c:pt>
                <c:pt idx="2025">
                  <c:v>91.385802999999996</c:v>
                </c:pt>
                <c:pt idx="2026">
                  <c:v>91.426956000000004</c:v>
                </c:pt>
                <c:pt idx="2027">
                  <c:v>91.462311</c:v>
                </c:pt>
                <c:pt idx="2028">
                  <c:v>91.487639999999999</c:v>
                </c:pt>
                <c:pt idx="2029">
                  <c:v>91.504554999999996</c:v>
                </c:pt>
                <c:pt idx="2030">
                  <c:v>91.509170999999995</c:v>
                </c:pt>
                <c:pt idx="2031">
                  <c:v>91.504531999999998</c:v>
                </c:pt>
                <c:pt idx="2032">
                  <c:v>91.498076999999995</c:v>
                </c:pt>
                <c:pt idx="2033">
                  <c:v>91.487342999999996</c:v>
                </c:pt>
                <c:pt idx="2034">
                  <c:v>91.471939000000006</c:v>
                </c:pt>
                <c:pt idx="2035">
                  <c:v>91.456001000000001</c:v>
                </c:pt>
                <c:pt idx="2036">
                  <c:v>91.442008999999999</c:v>
                </c:pt>
                <c:pt idx="2037">
                  <c:v>91.433159000000003</c:v>
                </c:pt>
                <c:pt idx="2038">
                  <c:v>91.431961000000001</c:v>
                </c:pt>
                <c:pt idx="2039">
                  <c:v>91.435799000000003</c:v>
                </c:pt>
                <c:pt idx="2040">
                  <c:v>91.442893999999995</c:v>
                </c:pt>
                <c:pt idx="2041">
                  <c:v>91.454262</c:v>
                </c:pt>
                <c:pt idx="2042">
                  <c:v>91.469666000000004</c:v>
                </c:pt>
                <c:pt idx="2043">
                  <c:v>91.487053000000003</c:v>
                </c:pt>
                <c:pt idx="2044">
                  <c:v>91.503647000000001</c:v>
                </c:pt>
                <c:pt idx="2045">
                  <c:v>91.522155999999995</c:v>
                </c:pt>
                <c:pt idx="2046">
                  <c:v>91.546218999999994</c:v>
                </c:pt>
                <c:pt idx="2047">
                  <c:v>91.578766000000002</c:v>
                </c:pt>
                <c:pt idx="2048">
                  <c:v>91.612060999999997</c:v>
                </c:pt>
                <c:pt idx="2049">
                  <c:v>91.641907000000003</c:v>
                </c:pt>
                <c:pt idx="2050">
                  <c:v>91.666404999999997</c:v>
                </c:pt>
                <c:pt idx="2051">
                  <c:v>91.685997</c:v>
                </c:pt>
                <c:pt idx="2052">
                  <c:v>91.703284999999994</c:v>
                </c:pt>
                <c:pt idx="2053">
                  <c:v>91.721725000000006</c:v>
                </c:pt>
                <c:pt idx="2054">
                  <c:v>91.744568000000001</c:v>
                </c:pt>
                <c:pt idx="2055">
                  <c:v>91.771293999999997</c:v>
                </c:pt>
                <c:pt idx="2056">
                  <c:v>91.803595999999999</c:v>
                </c:pt>
                <c:pt idx="2057">
                  <c:v>91.836997999999994</c:v>
                </c:pt>
                <c:pt idx="2058">
                  <c:v>91.867789999999999</c:v>
                </c:pt>
                <c:pt idx="2059">
                  <c:v>91.896820000000005</c:v>
                </c:pt>
                <c:pt idx="2060">
                  <c:v>91.923385999999994</c:v>
                </c:pt>
                <c:pt idx="2061">
                  <c:v>91.941483000000005</c:v>
                </c:pt>
                <c:pt idx="2062">
                  <c:v>91.955269000000001</c:v>
                </c:pt>
                <c:pt idx="2063">
                  <c:v>91.968040000000002</c:v>
                </c:pt>
                <c:pt idx="2064">
                  <c:v>91.978629999999995</c:v>
                </c:pt>
                <c:pt idx="2065">
                  <c:v>91.987235999999996</c:v>
                </c:pt>
                <c:pt idx="2066">
                  <c:v>91.994101999999998</c:v>
                </c:pt>
                <c:pt idx="2067">
                  <c:v>92.001007000000001</c:v>
                </c:pt>
                <c:pt idx="2068">
                  <c:v>92.007401000000002</c:v>
                </c:pt>
                <c:pt idx="2069">
                  <c:v>92.014626000000007</c:v>
                </c:pt>
                <c:pt idx="2070">
                  <c:v>92.021766999999997</c:v>
                </c:pt>
                <c:pt idx="2071">
                  <c:v>92.027907999999996</c:v>
                </c:pt>
                <c:pt idx="2072">
                  <c:v>92.031791999999996</c:v>
                </c:pt>
                <c:pt idx="2073">
                  <c:v>92.035079999999994</c:v>
                </c:pt>
                <c:pt idx="2074">
                  <c:v>92.039505000000005</c:v>
                </c:pt>
                <c:pt idx="2075">
                  <c:v>92.045906000000002</c:v>
                </c:pt>
                <c:pt idx="2076">
                  <c:v>92.054596000000004</c:v>
                </c:pt>
                <c:pt idx="2077">
                  <c:v>92.063721000000001</c:v>
                </c:pt>
                <c:pt idx="2078">
                  <c:v>92.075394000000003</c:v>
                </c:pt>
                <c:pt idx="2079">
                  <c:v>92.088226000000006</c:v>
                </c:pt>
                <c:pt idx="2080">
                  <c:v>92.093872000000005</c:v>
                </c:pt>
                <c:pt idx="2081">
                  <c:v>92.090239999999994</c:v>
                </c:pt>
                <c:pt idx="2082">
                  <c:v>92.074134999999998</c:v>
                </c:pt>
                <c:pt idx="2083">
                  <c:v>92.053466999999998</c:v>
                </c:pt>
                <c:pt idx="2084">
                  <c:v>92.036827000000002</c:v>
                </c:pt>
                <c:pt idx="2085">
                  <c:v>92.027564999999996</c:v>
                </c:pt>
                <c:pt idx="2086">
                  <c:v>92.023574999999994</c:v>
                </c:pt>
                <c:pt idx="2087">
                  <c:v>92.024062999999998</c:v>
                </c:pt>
                <c:pt idx="2088">
                  <c:v>92.028548999999998</c:v>
                </c:pt>
                <c:pt idx="2089">
                  <c:v>92.036963999999998</c:v>
                </c:pt>
                <c:pt idx="2090">
                  <c:v>92.048668000000006</c:v>
                </c:pt>
                <c:pt idx="2091">
                  <c:v>92.060181</c:v>
                </c:pt>
                <c:pt idx="2092">
                  <c:v>92.071785000000006</c:v>
                </c:pt>
                <c:pt idx="2093">
                  <c:v>92.087256999999994</c:v>
                </c:pt>
                <c:pt idx="2094">
                  <c:v>92.108520999999996</c:v>
                </c:pt>
                <c:pt idx="2095">
                  <c:v>92.137039000000001</c:v>
                </c:pt>
                <c:pt idx="2096">
                  <c:v>92.166045999999994</c:v>
                </c:pt>
                <c:pt idx="2097">
                  <c:v>92.184676999999994</c:v>
                </c:pt>
                <c:pt idx="2098">
                  <c:v>92.192931999999999</c:v>
                </c:pt>
                <c:pt idx="2099">
                  <c:v>92.198639</c:v>
                </c:pt>
                <c:pt idx="2100">
                  <c:v>92.204102000000006</c:v>
                </c:pt>
                <c:pt idx="2101">
                  <c:v>92.207108000000005</c:v>
                </c:pt>
                <c:pt idx="2102">
                  <c:v>92.209136999999998</c:v>
                </c:pt>
                <c:pt idx="2103">
                  <c:v>92.213050999999993</c:v>
                </c:pt>
                <c:pt idx="2104">
                  <c:v>92.223006999999996</c:v>
                </c:pt>
                <c:pt idx="2105">
                  <c:v>92.240547000000007</c:v>
                </c:pt>
                <c:pt idx="2106">
                  <c:v>92.261398</c:v>
                </c:pt>
                <c:pt idx="2107">
                  <c:v>92.277786000000006</c:v>
                </c:pt>
                <c:pt idx="2108">
                  <c:v>92.287086000000002</c:v>
                </c:pt>
                <c:pt idx="2109">
                  <c:v>92.292541999999997</c:v>
                </c:pt>
                <c:pt idx="2110">
                  <c:v>92.297111999999998</c:v>
                </c:pt>
                <c:pt idx="2111">
                  <c:v>92.298682999999997</c:v>
                </c:pt>
                <c:pt idx="2112">
                  <c:v>92.291718000000003</c:v>
                </c:pt>
                <c:pt idx="2113">
                  <c:v>92.278343000000007</c:v>
                </c:pt>
                <c:pt idx="2114">
                  <c:v>92.262107999999998</c:v>
                </c:pt>
                <c:pt idx="2115">
                  <c:v>92.247574</c:v>
                </c:pt>
                <c:pt idx="2116">
                  <c:v>92.231200999999999</c:v>
                </c:pt>
                <c:pt idx="2117">
                  <c:v>92.210196999999994</c:v>
                </c:pt>
                <c:pt idx="2118">
                  <c:v>92.185531999999995</c:v>
                </c:pt>
                <c:pt idx="2119">
                  <c:v>92.158385999999993</c:v>
                </c:pt>
                <c:pt idx="2120">
                  <c:v>92.134499000000005</c:v>
                </c:pt>
                <c:pt idx="2121">
                  <c:v>92.112594999999999</c:v>
                </c:pt>
                <c:pt idx="2122">
                  <c:v>92.087738000000002</c:v>
                </c:pt>
                <c:pt idx="2123">
                  <c:v>92.061019999999999</c:v>
                </c:pt>
                <c:pt idx="2124">
                  <c:v>92.034897000000001</c:v>
                </c:pt>
                <c:pt idx="2125">
                  <c:v>92.007484000000005</c:v>
                </c:pt>
                <c:pt idx="2126">
                  <c:v>91.975662</c:v>
                </c:pt>
                <c:pt idx="2127">
                  <c:v>91.939819</c:v>
                </c:pt>
                <c:pt idx="2128">
                  <c:v>91.904358000000002</c:v>
                </c:pt>
                <c:pt idx="2129">
                  <c:v>91.878783999999996</c:v>
                </c:pt>
                <c:pt idx="2130">
                  <c:v>91.869811999999996</c:v>
                </c:pt>
                <c:pt idx="2131">
                  <c:v>91.881264000000002</c:v>
                </c:pt>
                <c:pt idx="2132">
                  <c:v>91.901168999999996</c:v>
                </c:pt>
                <c:pt idx="2133">
                  <c:v>91.917991999999998</c:v>
                </c:pt>
                <c:pt idx="2134">
                  <c:v>91.925811999999993</c:v>
                </c:pt>
                <c:pt idx="2135">
                  <c:v>91.928246000000001</c:v>
                </c:pt>
                <c:pt idx="2136">
                  <c:v>91.934059000000005</c:v>
                </c:pt>
                <c:pt idx="2137">
                  <c:v>91.945351000000002</c:v>
                </c:pt>
                <c:pt idx="2138">
                  <c:v>91.963684000000001</c:v>
                </c:pt>
                <c:pt idx="2139">
                  <c:v>91.980331000000007</c:v>
                </c:pt>
                <c:pt idx="2140">
                  <c:v>91.989632</c:v>
                </c:pt>
                <c:pt idx="2141">
                  <c:v>91.988579000000001</c:v>
                </c:pt>
                <c:pt idx="2142">
                  <c:v>91.981917999999993</c:v>
                </c:pt>
                <c:pt idx="2143">
                  <c:v>91.971610999999996</c:v>
                </c:pt>
                <c:pt idx="2144">
                  <c:v>91.953261999999995</c:v>
                </c:pt>
                <c:pt idx="2145">
                  <c:v>91.927834000000004</c:v>
                </c:pt>
                <c:pt idx="2146">
                  <c:v>91.903366000000005</c:v>
                </c:pt>
                <c:pt idx="2147">
                  <c:v>91.882401000000002</c:v>
                </c:pt>
                <c:pt idx="2148">
                  <c:v>91.863463999999993</c:v>
                </c:pt>
                <c:pt idx="2149">
                  <c:v>91.845962999999998</c:v>
                </c:pt>
                <c:pt idx="2150">
                  <c:v>91.829741999999996</c:v>
                </c:pt>
                <c:pt idx="2151">
                  <c:v>91.816260999999997</c:v>
                </c:pt>
                <c:pt idx="2152">
                  <c:v>91.806945999999996</c:v>
                </c:pt>
                <c:pt idx="2153">
                  <c:v>91.800171000000006</c:v>
                </c:pt>
                <c:pt idx="2154">
                  <c:v>91.790801999999999</c:v>
                </c:pt>
                <c:pt idx="2155">
                  <c:v>91.775893999999994</c:v>
                </c:pt>
                <c:pt idx="2156">
                  <c:v>91.759604999999993</c:v>
                </c:pt>
                <c:pt idx="2157">
                  <c:v>91.743461999999994</c:v>
                </c:pt>
                <c:pt idx="2158">
                  <c:v>91.726875000000007</c:v>
                </c:pt>
                <c:pt idx="2159">
                  <c:v>91.707756000000003</c:v>
                </c:pt>
                <c:pt idx="2160">
                  <c:v>91.688507000000001</c:v>
                </c:pt>
                <c:pt idx="2161">
                  <c:v>91.672684000000004</c:v>
                </c:pt>
                <c:pt idx="2162">
                  <c:v>91.663025000000005</c:v>
                </c:pt>
                <c:pt idx="2163">
                  <c:v>91.666634000000002</c:v>
                </c:pt>
                <c:pt idx="2164">
                  <c:v>91.681624999999997</c:v>
                </c:pt>
                <c:pt idx="2165">
                  <c:v>91.707938999999996</c:v>
                </c:pt>
                <c:pt idx="2166">
                  <c:v>91.743010999999996</c:v>
                </c:pt>
                <c:pt idx="2167">
                  <c:v>91.781814999999995</c:v>
                </c:pt>
                <c:pt idx="2168">
                  <c:v>91.818939</c:v>
                </c:pt>
                <c:pt idx="2169">
                  <c:v>91.851219</c:v>
                </c:pt>
                <c:pt idx="2170">
                  <c:v>91.880081000000004</c:v>
                </c:pt>
                <c:pt idx="2171">
                  <c:v>91.911179000000004</c:v>
                </c:pt>
                <c:pt idx="2172">
                  <c:v>91.944350999999997</c:v>
                </c:pt>
                <c:pt idx="2173">
                  <c:v>91.979812999999993</c:v>
                </c:pt>
                <c:pt idx="2174">
                  <c:v>92.022232000000002</c:v>
                </c:pt>
                <c:pt idx="2175">
                  <c:v>92.068213999999998</c:v>
                </c:pt>
                <c:pt idx="2176">
                  <c:v>92.116859000000005</c:v>
                </c:pt>
                <c:pt idx="2177">
                  <c:v>92.171843999999993</c:v>
                </c:pt>
                <c:pt idx="2178">
                  <c:v>92.230850000000004</c:v>
                </c:pt>
                <c:pt idx="2179">
                  <c:v>92.292595000000006</c:v>
                </c:pt>
                <c:pt idx="2180">
                  <c:v>92.354988000000006</c:v>
                </c:pt>
                <c:pt idx="2181">
                  <c:v>92.423469999999995</c:v>
                </c:pt>
                <c:pt idx="2182">
                  <c:v>92.497894000000002</c:v>
                </c:pt>
                <c:pt idx="2183">
                  <c:v>92.576324</c:v>
                </c:pt>
                <c:pt idx="2184">
                  <c:v>92.649733999999995</c:v>
                </c:pt>
                <c:pt idx="2185">
                  <c:v>92.713584999999995</c:v>
                </c:pt>
                <c:pt idx="2186">
                  <c:v>92.764045999999993</c:v>
                </c:pt>
                <c:pt idx="2187">
                  <c:v>92.805222000000001</c:v>
                </c:pt>
                <c:pt idx="2188">
                  <c:v>92.839118999999997</c:v>
                </c:pt>
                <c:pt idx="2189">
                  <c:v>92.871002000000004</c:v>
                </c:pt>
                <c:pt idx="2190">
                  <c:v>92.903075999999999</c:v>
                </c:pt>
                <c:pt idx="2191">
                  <c:v>92.934882999999999</c:v>
                </c:pt>
                <c:pt idx="2192">
                  <c:v>92.966789000000006</c:v>
                </c:pt>
                <c:pt idx="2193">
                  <c:v>92.997894000000002</c:v>
                </c:pt>
                <c:pt idx="2194">
                  <c:v>93.028244000000001</c:v>
                </c:pt>
                <c:pt idx="2195">
                  <c:v>93.062179999999998</c:v>
                </c:pt>
                <c:pt idx="2196">
                  <c:v>93.102097000000001</c:v>
                </c:pt>
                <c:pt idx="2197">
                  <c:v>93.137825000000007</c:v>
                </c:pt>
                <c:pt idx="2198">
                  <c:v>93.154555999999999</c:v>
                </c:pt>
                <c:pt idx="2199">
                  <c:v>93.153869999999998</c:v>
                </c:pt>
                <c:pt idx="2200">
                  <c:v>93.144813999999997</c:v>
                </c:pt>
                <c:pt idx="2201">
                  <c:v>93.131439</c:v>
                </c:pt>
                <c:pt idx="2202">
                  <c:v>93.116257000000004</c:v>
                </c:pt>
                <c:pt idx="2203">
                  <c:v>93.098563999999996</c:v>
                </c:pt>
                <c:pt idx="2204">
                  <c:v>93.080359999999999</c:v>
                </c:pt>
                <c:pt idx="2205">
                  <c:v>93.063179000000005</c:v>
                </c:pt>
                <c:pt idx="2206">
                  <c:v>93.043800000000005</c:v>
                </c:pt>
                <c:pt idx="2207">
                  <c:v>93.024711999999994</c:v>
                </c:pt>
                <c:pt idx="2208">
                  <c:v>93.012153999999995</c:v>
                </c:pt>
                <c:pt idx="2209">
                  <c:v>93.006912</c:v>
                </c:pt>
                <c:pt idx="2210">
                  <c:v>93.005561999999998</c:v>
                </c:pt>
                <c:pt idx="2211">
                  <c:v>93.003944000000004</c:v>
                </c:pt>
                <c:pt idx="2212">
                  <c:v>93.001328000000001</c:v>
                </c:pt>
                <c:pt idx="2213">
                  <c:v>93.000336000000004</c:v>
                </c:pt>
                <c:pt idx="2214">
                  <c:v>92.996978999999996</c:v>
                </c:pt>
                <c:pt idx="2215">
                  <c:v>92.998137999999997</c:v>
                </c:pt>
                <c:pt idx="2216">
                  <c:v>93.005095999999995</c:v>
                </c:pt>
                <c:pt idx="2217">
                  <c:v>93.010765000000006</c:v>
                </c:pt>
                <c:pt idx="2218">
                  <c:v>93.010277000000002</c:v>
                </c:pt>
                <c:pt idx="2219">
                  <c:v>93.003951999999998</c:v>
                </c:pt>
                <c:pt idx="2220">
                  <c:v>92.991057999999995</c:v>
                </c:pt>
                <c:pt idx="2221">
                  <c:v>92.974266</c:v>
                </c:pt>
                <c:pt idx="2222">
                  <c:v>92.956528000000006</c:v>
                </c:pt>
                <c:pt idx="2223">
                  <c:v>92.942772000000005</c:v>
                </c:pt>
                <c:pt idx="2224">
                  <c:v>92.931854000000001</c:v>
                </c:pt>
                <c:pt idx="2225">
                  <c:v>92.926254</c:v>
                </c:pt>
                <c:pt idx="2226">
                  <c:v>92.925842000000003</c:v>
                </c:pt>
                <c:pt idx="2227">
                  <c:v>92.928116000000003</c:v>
                </c:pt>
                <c:pt idx="2228">
                  <c:v>92.928635</c:v>
                </c:pt>
                <c:pt idx="2229">
                  <c:v>92.924674999999993</c:v>
                </c:pt>
                <c:pt idx="2230">
                  <c:v>92.917975999999996</c:v>
                </c:pt>
                <c:pt idx="2231">
                  <c:v>92.906334000000001</c:v>
                </c:pt>
                <c:pt idx="2232">
                  <c:v>92.892105000000001</c:v>
                </c:pt>
                <c:pt idx="2233">
                  <c:v>92.880829000000006</c:v>
                </c:pt>
                <c:pt idx="2234">
                  <c:v>92.870559999999998</c:v>
                </c:pt>
                <c:pt idx="2235">
                  <c:v>92.859650000000002</c:v>
                </c:pt>
                <c:pt idx="2236">
                  <c:v>92.843964</c:v>
                </c:pt>
                <c:pt idx="2237">
                  <c:v>92.823524000000006</c:v>
                </c:pt>
                <c:pt idx="2238">
                  <c:v>92.803604000000007</c:v>
                </c:pt>
                <c:pt idx="2239">
                  <c:v>92.791374000000005</c:v>
                </c:pt>
                <c:pt idx="2240">
                  <c:v>92.782264999999995</c:v>
                </c:pt>
                <c:pt idx="2241">
                  <c:v>92.770454000000001</c:v>
                </c:pt>
                <c:pt idx="2242">
                  <c:v>92.759979000000001</c:v>
                </c:pt>
                <c:pt idx="2243">
                  <c:v>92.741364000000004</c:v>
                </c:pt>
                <c:pt idx="2244">
                  <c:v>92.712524000000002</c:v>
                </c:pt>
                <c:pt idx="2245">
                  <c:v>92.675514000000007</c:v>
                </c:pt>
                <c:pt idx="2246">
                  <c:v>92.632110999999995</c:v>
                </c:pt>
                <c:pt idx="2247">
                  <c:v>92.585753999999994</c:v>
                </c:pt>
                <c:pt idx="2248">
                  <c:v>92.538741999999999</c:v>
                </c:pt>
                <c:pt idx="2249">
                  <c:v>92.494736000000003</c:v>
                </c:pt>
                <c:pt idx="2250">
                  <c:v>92.456519999999998</c:v>
                </c:pt>
                <c:pt idx="2251">
                  <c:v>92.421233999999998</c:v>
                </c:pt>
                <c:pt idx="2252">
                  <c:v>92.384795999999994</c:v>
                </c:pt>
                <c:pt idx="2253">
                  <c:v>92.347649000000004</c:v>
                </c:pt>
                <c:pt idx="2254">
                  <c:v>92.317688000000004</c:v>
                </c:pt>
                <c:pt idx="2255">
                  <c:v>92.296477999999993</c:v>
                </c:pt>
                <c:pt idx="2256">
                  <c:v>92.284096000000005</c:v>
                </c:pt>
                <c:pt idx="2257">
                  <c:v>92.279373000000007</c:v>
                </c:pt>
                <c:pt idx="2258">
                  <c:v>92.278632999999999</c:v>
                </c:pt>
                <c:pt idx="2259">
                  <c:v>92.280556000000004</c:v>
                </c:pt>
                <c:pt idx="2260">
                  <c:v>92.282829000000007</c:v>
                </c:pt>
                <c:pt idx="2261">
                  <c:v>92.282760999999994</c:v>
                </c:pt>
                <c:pt idx="2262">
                  <c:v>92.27655</c:v>
                </c:pt>
                <c:pt idx="2263">
                  <c:v>92.266105999999994</c:v>
                </c:pt>
                <c:pt idx="2264">
                  <c:v>92.255240999999998</c:v>
                </c:pt>
                <c:pt idx="2265">
                  <c:v>92.247817999999995</c:v>
                </c:pt>
                <c:pt idx="2266">
                  <c:v>92.244865000000004</c:v>
                </c:pt>
                <c:pt idx="2267">
                  <c:v>92.244179000000003</c:v>
                </c:pt>
                <c:pt idx="2268">
                  <c:v>92.246414000000001</c:v>
                </c:pt>
                <c:pt idx="2269">
                  <c:v>92.259354000000002</c:v>
                </c:pt>
                <c:pt idx="2270">
                  <c:v>92.277221999999995</c:v>
                </c:pt>
                <c:pt idx="2271">
                  <c:v>92.294548000000006</c:v>
                </c:pt>
                <c:pt idx="2272">
                  <c:v>92.304778999999996</c:v>
                </c:pt>
                <c:pt idx="2273">
                  <c:v>92.311096000000006</c:v>
                </c:pt>
                <c:pt idx="2274">
                  <c:v>92.317238000000003</c:v>
                </c:pt>
                <c:pt idx="2275">
                  <c:v>92.323830000000001</c:v>
                </c:pt>
                <c:pt idx="2276">
                  <c:v>92.329680999999994</c:v>
                </c:pt>
                <c:pt idx="2277">
                  <c:v>92.336105000000003</c:v>
                </c:pt>
                <c:pt idx="2278">
                  <c:v>92.345245000000006</c:v>
                </c:pt>
                <c:pt idx="2279">
                  <c:v>92.352905000000007</c:v>
                </c:pt>
                <c:pt idx="2280">
                  <c:v>92.359779000000003</c:v>
                </c:pt>
                <c:pt idx="2281">
                  <c:v>92.370491000000001</c:v>
                </c:pt>
                <c:pt idx="2282">
                  <c:v>92.383033999999995</c:v>
                </c:pt>
                <c:pt idx="2283">
                  <c:v>92.402389999999997</c:v>
                </c:pt>
                <c:pt idx="2284">
                  <c:v>92.435219000000004</c:v>
                </c:pt>
                <c:pt idx="2285">
                  <c:v>92.475707999999997</c:v>
                </c:pt>
                <c:pt idx="2286">
                  <c:v>92.517746000000002</c:v>
                </c:pt>
                <c:pt idx="2287">
                  <c:v>92.560660999999996</c:v>
                </c:pt>
                <c:pt idx="2288">
                  <c:v>92.606742999999994</c:v>
                </c:pt>
                <c:pt idx="2289">
                  <c:v>92.656836999999996</c:v>
                </c:pt>
                <c:pt idx="2290">
                  <c:v>92.705933000000002</c:v>
                </c:pt>
                <c:pt idx="2291">
                  <c:v>92.753708000000003</c:v>
                </c:pt>
                <c:pt idx="2292">
                  <c:v>92.801315000000002</c:v>
                </c:pt>
                <c:pt idx="2293">
                  <c:v>92.842742999999999</c:v>
                </c:pt>
                <c:pt idx="2294">
                  <c:v>92.874481000000003</c:v>
                </c:pt>
                <c:pt idx="2295">
                  <c:v>92.896675000000002</c:v>
                </c:pt>
                <c:pt idx="2296">
                  <c:v>92.912505999999993</c:v>
                </c:pt>
                <c:pt idx="2297">
                  <c:v>92.931533999999999</c:v>
                </c:pt>
                <c:pt idx="2298">
                  <c:v>92.948195999999996</c:v>
                </c:pt>
                <c:pt idx="2299">
                  <c:v>92.981742999999994</c:v>
                </c:pt>
                <c:pt idx="2300">
                  <c:v>93.009415000000004</c:v>
                </c:pt>
                <c:pt idx="2301">
                  <c:v>93.034683000000001</c:v>
                </c:pt>
                <c:pt idx="2302">
                  <c:v>93.065856999999994</c:v>
                </c:pt>
                <c:pt idx="2303">
                  <c:v>93.106560000000002</c:v>
                </c:pt>
                <c:pt idx="2304">
                  <c:v>93.154838999999996</c:v>
                </c:pt>
                <c:pt idx="2305">
                  <c:v>93.206703000000005</c:v>
                </c:pt>
                <c:pt idx="2306">
                  <c:v>93.261939999999996</c:v>
                </c:pt>
                <c:pt idx="2307">
                  <c:v>93.325157000000004</c:v>
                </c:pt>
                <c:pt idx="2308">
                  <c:v>93.392585999999994</c:v>
                </c:pt>
                <c:pt idx="2309">
                  <c:v>93.462051000000002</c:v>
                </c:pt>
                <c:pt idx="2310">
                  <c:v>93.532561999999999</c:v>
                </c:pt>
                <c:pt idx="2311">
                  <c:v>93.600266000000005</c:v>
                </c:pt>
                <c:pt idx="2312">
                  <c:v>93.665520000000001</c:v>
                </c:pt>
                <c:pt idx="2313">
                  <c:v>93.731994999999998</c:v>
                </c:pt>
                <c:pt idx="2314">
                  <c:v>93.802795000000003</c:v>
                </c:pt>
                <c:pt idx="2315">
                  <c:v>93.876639999999995</c:v>
                </c:pt>
                <c:pt idx="2316">
                  <c:v>93.949837000000002</c:v>
                </c:pt>
                <c:pt idx="2317">
                  <c:v>94.017578</c:v>
                </c:pt>
                <c:pt idx="2318">
                  <c:v>94.082138</c:v>
                </c:pt>
                <c:pt idx="2319">
                  <c:v>94.145477</c:v>
                </c:pt>
                <c:pt idx="2320">
                  <c:v>94.209236000000004</c:v>
                </c:pt>
                <c:pt idx="2321">
                  <c:v>94.270752000000002</c:v>
                </c:pt>
                <c:pt idx="2322">
                  <c:v>94.330062999999996</c:v>
                </c:pt>
                <c:pt idx="2323">
                  <c:v>94.397201999999993</c:v>
                </c:pt>
                <c:pt idx="2324">
                  <c:v>94.468688999999998</c:v>
                </c:pt>
                <c:pt idx="2325">
                  <c:v>94.543105999999995</c:v>
                </c:pt>
                <c:pt idx="2326">
                  <c:v>94.621391000000003</c:v>
                </c:pt>
                <c:pt idx="2327">
                  <c:v>94.697929000000002</c:v>
                </c:pt>
                <c:pt idx="2328">
                  <c:v>94.771072000000004</c:v>
                </c:pt>
                <c:pt idx="2329">
                  <c:v>94.843368999999996</c:v>
                </c:pt>
                <c:pt idx="2330">
                  <c:v>94.917274000000006</c:v>
                </c:pt>
                <c:pt idx="2331">
                  <c:v>94.990516999999997</c:v>
                </c:pt>
                <c:pt idx="2332">
                  <c:v>95.063346999999993</c:v>
                </c:pt>
                <c:pt idx="2333">
                  <c:v>95.134963999999997</c:v>
                </c:pt>
                <c:pt idx="2334">
                  <c:v>95.204223999999996</c:v>
                </c:pt>
                <c:pt idx="2335">
                  <c:v>95.269820999999993</c:v>
                </c:pt>
                <c:pt idx="2336">
                  <c:v>95.332847999999998</c:v>
                </c:pt>
                <c:pt idx="2337">
                  <c:v>95.395011999999994</c:v>
                </c:pt>
                <c:pt idx="2338">
                  <c:v>95.457786999999996</c:v>
                </c:pt>
                <c:pt idx="2339">
                  <c:v>95.520202999999995</c:v>
                </c:pt>
                <c:pt idx="2340">
                  <c:v>95.580665999999994</c:v>
                </c:pt>
                <c:pt idx="2341">
                  <c:v>95.637428</c:v>
                </c:pt>
                <c:pt idx="2342">
                  <c:v>95.688484000000003</c:v>
                </c:pt>
                <c:pt idx="2343">
                  <c:v>95.738990999999999</c:v>
                </c:pt>
                <c:pt idx="2344">
                  <c:v>95.791793999999996</c:v>
                </c:pt>
                <c:pt idx="2345">
                  <c:v>95.847397000000001</c:v>
                </c:pt>
                <c:pt idx="2346">
                  <c:v>95.903983999999994</c:v>
                </c:pt>
                <c:pt idx="2347">
                  <c:v>95.958365999999998</c:v>
                </c:pt>
                <c:pt idx="2348">
                  <c:v>96.011702999999997</c:v>
                </c:pt>
                <c:pt idx="2349">
                  <c:v>96.064423000000005</c:v>
                </c:pt>
                <c:pt idx="2350">
                  <c:v>96.113776999999999</c:v>
                </c:pt>
                <c:pt idx="2351">
                  <c:v>96.164268000000007</c:v>
                </c:pt>
                <c:pt idx="2352">
                  <c:v>96.216103000000004</c:v>
                </c:pt>
                <c:pt idx="2353">
                  <c:v>96.264617999999999</c:v>
                </c:pt>
                <c:pt idx="2354">
                  <c:v>96.309882999999999</c:v>
                </c:pt>
                <c:pt idx="2355">
                  <c:v>96.352692000000005</c:v>
                </c:pt>
                <c:pt idx="2356">
                  <c:v>96.393546999999998</c:v>
                </c:pt>
                <c:pt idx="2357">
                  <c:v>96.432891999999995</c:v>
                </c:pt>
                <c:pt idx="2358">
                  <c:v>96.472610000000003</c:v>
                </c:pt>
                <c:pt idx="2359">
                  <c:v>96.515152</c:v>
                </c:pt>
                <c:pt idx="2360">
                  <c:v>96.559402000000006</c:v>
                </c:pt>
                <c:pt idx="2361">
                  <c:v>96.602210999999997</c:v>
                </c:pt>
                <c:pt idx="2362">
                  <c:v>96.643753000000004</c:v>
                </c:pt>
                <c:pt idx="2363">
                  <c:v>96.686081000000001</c:v>
                </c:pt>
                <c:pt idx="2364">
                  <c:v>96.729896999999994</c:v>
                </c:pt>
                <c:pt idx="2365">
                  <c:v>96.770477</c:v>
                </c:pt>
                <c:pt idx="2366">
                  <c:v>96.809371999999996</c:v>
                </c:pt>
                <c:pt idx="2367">
                  <c:v>96.848220999999995</c:v>
                </c:pt>
                <c:pt idx="2368">
                  <c:v>96.888869999999997</c:v>
                </c:pt>
                <c:pt idx="2369">
                  <c:v>96.929321000000002</c:v>
                </c:pt>
                <c:pt idx="2370">
                  <c:v>96.967849999999999</c:v>
                </c:pt>
                <c:pt idx="2371">
                  <c:v>97.006293999999997</c:v>
                </c:pt>
                <c:pt idx="2372">
                  <c:v>97.044364999999999</c:v>
                </c:pt>
                <c:pt idx="2373">
                  <c:v>97.077583000000004</c:v>
                </c:pt>
                <c:pt idx="2374">
                  <c:v>97.105643999999998</c:v>
                </c:pt>
                <c:pt idx="2375">
                  <c:v>97.125518999999997</c:v>
                </c:pt>
                <c:pt idx="2376">
                  <c:v>97.139702</c:v>
                </c:pt>
                <c:pt idx="2377">
                  <c:v>97.155738999999997</c:v>
                </c:pt>
                <c:pt idx="2378">
                  <c:v>97.176727</c:v>
                </c:pt>
                <c:pt idx="2379">
                  <c:v>97.198791999999997</c:v>
                </c:pt>
                <c:pt idx="2380">
                  <c:v>97.217796000000007</c:v>
                </c:pt>
                <c:pt idx="2381">
                  <c:v>97.234352000000001</c:v>
                </c:pt>
                <c:pt idx="2382">
                  <c:v>97.241669000000002</c:v>
                </c:pt>
                <c:pt idx="2383">
                  <c:v>97.246277000000006</c:v>
                </c:pt>
                <c:pt idx="2384">
                  <c:v>97.244834999999995</c:v>
                </c:pt>
                <c:pt idx="2385">
                  <c:v>97.261825999999999</c:v>
                </c:pt>
                <c:pt idx="2386">
                  <c:v>97.291686999999996</c:v>
                </c:pt>
                <c:pt idx="2387">
                  <c:v>97.323081999999999</c:v>
                </c:pt>
                <c:pt idx="2388">
                  <c:v>97.348679000000004</c:v>
                </c:pt>
                <c:pt idx="2389">
                  <c:v>97.367919999999998</c:v>
                </c:pt>
                <c:pt idx="2390">
                  <c:v>97.385918000000004</c:v>
                </c:pt>
                <c:pt idx="2391">
                  <c:v>97.408683999999994</c:v>
                </c:pt>
                <c:pt idx="2392">
                  <c:v>97.441719000000006</c:v>
                </c:pt>
                <c:pt idx="2393">
                  <c:v>97.483397999999994</c:v>
                </c:pt>
                <c:pt idx="2394">
                  <c:v>97.529121000000004</c:v>
                </c:pt>
                <c:pt idx="2395">
                  <c:v>97.576126000000002</c:v>
                </c:pt>
                <c:pt idx="2396">
                  <c:v>97.622664999999998</c:v>
                </c:pt>
                <c:pt idx="2397">
                  <c:v>97.672348</c:v>
                </c:pt>
                <c:pt idx="2398">
                  <c:v>97.728333000000006</c:v>
                </c:pt>
                <c:pt idx="2399">
                  <c:v>97.788421999999997</c:v>
                </c:pt>
                <c:pt idx="2400">
                  <c:v>97.848557</c:v>
                </c:pt>
                <c:pt idx="2401">
                  <c:v>97.904899999999998</c:v>
                </c:pt>
                <c:pt idx="2402">
                  <c:v>97.957695000000001</c:v>
                </c:pt>
                <c:pt idx="2403">
                  <c:v>98.005791000000002</c:v>
                </c:pt>
                <c:pt idx="2404">
                  <c:v>98.050010999999998</c:v>
                </c:pt>
                <c:pt idx="2405">
                  <c:v>98.096183999999994</c:v>
                </c:pt>
                <c:pt idx="2406">
                  <c:v>98.143676999999997</c:v>
                </c:pt>
                <c:pt idx="2407">
                  <c:v>98.192963000000006</c:v>
                </c:pt>
                <c:pt idx="2408">
                  <c:v>98.245041000000001</c:v>
                </c:pt>
                <c:pt idx="2409">
                  <c:v>98.299048999999997</c:v>
                </c:pt>
                <c:pt idx="2410">
                  <c:v>98.352455000000006</c:v>
                </c:pt>
                <c:pt idx="2411">
                  <c:v>98.396111000000005</c:v>
                </c:pt>
                <c:pt idx="2412">
                  <c:v>98.421691999999993</c:v>
                </c:pt>
                <c:pt idx="2413">
                  <c:v>98.432715999999999</c:v>
                </c:pt>
                <c:pt idx="2414">
                  <c:v>98.432456999999999</c:v>
                </c:pt>
                <c:pt idx="2415">
                  <c:v>98.429198999999997</c:v>
                </c:pt>
                <c:pt idx="2416">
                  <c:v>98.426238999999995</c:v>
                </c:pt>
                <c:pt idx="2417">
                  <c:v>98.396621999999994</c:v>
                </c:pt>
                <c:pt idx="2418">
                  <c:v>98.324852000000007</c:v>
                </c:pt>
                <c:pt idx="2419">
                  <c:v>98.231026</c:v>
                </c:pt>
                <c:pt idx="2420">
                  <c:v>98.134192999999996</c:v>
                </c:pt>
                <c:pt idx="2421">
                  <c:v>98.046028000000007</c:v>
                </c:pt>
                <c:pt idx="2422">
                  <c:v>97.971237000000002</c:v>
                </c:pt>
                <c:pt idx="2423">
                  <c:v>97.903046000000003</c:v>
                </c:pt>
                <c:pt idx="2424">
                  <c:v>97.840721000000002</c:v>
                </c:pt>
                <c:pt idx="2425">
                  <c:v>97.781424999999999</c:v>
                </c:pt>
                <c:pt idx="2426">
                  <c:v>97.720191999999997</c:v>
                </c:pt>
                <c:pt idx="2427">
                  <c:v>97.661002999999994</c:v>
                </c:pt>
                <c:pt idx="2428">
                  <c:v>97.604172000000005</c:v>
                </c:pt>
                <c:pt idx="2429">
                  <c:v>97.549469000000002</c:v>
                </c:pt>
                <c:pt idx="2430">
                  <c:v>97.499001000000007</c:v>
                </c:pt>
                <c:pt idx="2431">
                  <c:v>97.454780999999997</c:v>
                </c:pt>
                <c:pt idx="2432">
                  <c:v>97.414139000000006</c:v>
                </c:pt>
                <c:pt idx="2433">
                  <c:v>97.373444000000006</c:v>
                </c:pt>
                <c:pt idx="2434">
                  <c:v>97.333350999999993</c:v>
                </c:pt>
                <c:pt idx="2435">
                  <c:v>97.296920999999998</c:v>
                </c:pt>
                <c:pt idx="2436">
                  <c:v>97.263687000000004</c:v>
                </c:pt>
                <c:pt idx="2437">
                  <c:v>97.230834999999999</c:v>
                </c:pt>
                <c:pt idx="2438">
                  <c:v>97.195999</c:v>
                </c:pt>
                <c:pt idx="2439">
                  <c:v>97.158484999999999</c:v>
                </c:pt>
                <c:pt idx="2440">
                  <c:v>97.119591</c:v>
                </c:pt>
                <c:pt idx="2441">
                  <c:v>97.080039999999997</c:v>
                </c:pt>
                <c:pt idx="2442">
                  <c:v>97.041435000000007</c:v>
                </c:pt>
                <c:pt idx="2443">
                  <c:v>97.006598999999994</c:v>
                </c:pt>
                <c:pt idx="2444">
                  <c:v>96.982483000000002</c:v>
                </c:pt>
                <c:pt idx="2445">
                  <c:v>96.974861000000004</c:v>
                </c:pt>
                <c:pt idx="2446">
                  <c:v>96.987801000000005</c:v>
                </c:pt>
                <c:pt idx="2447">
                  <c:v>97.008788999999993</c:v>
                </c:pt>
                <c:pt idx="2448">
                  <c:v>97.029015000000001</c:v>
                </c:pt>
                <c:pt idx="2449">
                  <c:v>97.048705999999996</c:v>
                </c:pt>
                <c:pt idx="2450">
                  <c:v>97.066588999999993</c:v>
                </c:pt>
                <c:pt idx="2451">
                  <c:v>97.082404999999994</c:v>
                </c:pt>
                <c:pt idx="2452">
                  <c:v>97.098701000000005</c:v>
                </c:pt>
                <c:pt idx="2453">
                  <c:v>97.120766000000003</c:v>
                </c:pt>
                <c:pt idx="2454">
                  <c:v>97.145583999999999</c:v>
                </c:pt>
                <c:pt idx="2455">
                  <c:v>97.168830999999997</c:v>
                </c:pt>
                <c:pt idx="2456">
                  <c:v>97.193541999999994</c:v>
                </c:pt>
                <c:pt idx="2457">
                  <c:v>97.220673000000005</c:v>
                </c:pt>
                <c:pt idx="2458">
                  <c:v>97.251052999999999</c:v>
                </c:pt>
                <c:pt idx="2459">
                  <c:v>97.281981999999999</c:v>
                </c:pt>
                <c:pt idx="2460">
                  <c:v>97.309714999999997</c:v>
                </c:pt>
                <c:pt idx="2461">
                  <c:v>97.333145000000002</c:v>
                </c:pt>
                <c:pt idx="2462">
                  <c:v>97.350075000000004</c:v>
                </c:pt>
                <c:pt idx="2463">
                  <c:v>97.361435</c:v>
                </c:pt>
                <c:pt idx="2464">
                  <c:v>97.371773000000005</c:v>
                </c:pt>
                <c:pt idx="2465">
                  <c:v>97.386238000000006</c:v>
                </c:pt>
                <c:pt idx="2466">
                  <c:v>97.404205000000005</c:v>
                </c:pt>
                <c:pt idx="2467">
                  <c:v>97.424392999999995</c:v>
                </c:pt>
                <c:pt idx="2468">
                  <c:v>97.444534000000004</c:v>
                </c:pt>
                <c:pt idx="2469">
                  <c:v>97.453536999999997</c:v>
                </c:pt>
                <c:pt idx="2470">
                  <c:v>97.449714999999998</c:v>
                </c:pt>
                <c:pt idx="2471">
                  <c:v>97.435248999999999</c:v>
                </c:pt>
                <c:pt idx="2472">
                  <c:v>97.409942999999998</c:v>
                </c:pt>
                <c:pt idx="2473">
                  <c:v>97.379051000000004</c:v>
                </c:pt>
                <c:pt idx="2474">
                  <c:v>97.344116</c:v>
                </c:pt>
                <c:pt idx="2475">
                  <c:v>97.301224000000005</c:v>
                </c:pt>
                <c:pt idx="2476">
                  <c:v>97.250350999999995</c:v>
                </c:pt>
                <c:pt idx="2477">
                  <c:v>97.196303999999998</c:v>
                </c:pt>
                <c:pt idx="2478">
                  <c:v>97.144256999999996</c:v>
                </c:pt>
                <c:pt idx="2479">
                  <c:v>97.091262999999998</c:v>
                </c:pt>
                <c:pt idx="2480">
                  <c:v>97.036934000000002</c:v>
                </c:pt>
                <c:pt idx="2481">
                  <c:v>96.982322999999994</c:v>
                </c:pt>
                <c:pt idx="2482">
                  <c:v>96.927978999999993</c:v>
                </c:pt>
                <c:pt idx="2483">
                  <c:v>96.876204999999999</c:v>
                </c:pt>
                <c:pt idx="2484">
                  <c:v>96.825691000000006</c:v>
                </c:pt>
                <c:pt idx="2485">
                  <c:v>96.777985000000001</c:v>
                </c:pt>
                <c:pt idx="2486">
                  <c:v>96.738594000000006</c:v>
                </c:pt>
                <c:pt idx="2487">
                  <c:v>96.708198999999993</c:v>
                </c:pt>
                <c:pt idx="2488">
                  <c:v>96.683006000000006</c:v>
                </c:pt>
                <c:pt idx="2489">
                  <c:v>96.655822999999998</c:v>
                </c:pt>
                <c:pt idx="2490">
                  <c:v>96.621032999999997</c:v>
                </c:pt>
                <c:pt idx="2491">
                  <c:v>96.583168000000001</c:v>
                </c:pt>
                <c:pt idx="2492">
                  <c:v>96.546265000000005</c:v>
                </c:pt>
                <c:pt idx="2493">
                  <c:v>96.508705000000006</c:v>
                </c:pt>
                <c:pt idx="2494">
                  <c:v>96.469818000000004</c:v>
                </c:pt>
                <c:pt idx="2495">
                  <c:v>96.431740000000005</c:v>
                </c:pt>
                <c:pt idx="2496">
                  <c:v>96.397071999999994</c:v>
                </c:pt>
                <c:pt idx="2497">
                  <c:v>96.367553999999998</c:v>
                </c:pt>
                <c:pt idx="2498">
                  <c:v>96.343681000000004</c:v>
                </c:pt>
                <c:pt idx="2499">
                  <c:v>96.324889999999996</c:v>
                </c:pt>
                <c:pt idx="2500">
                  <c:v>96.314094999999995</c:v>
                </c:pt>
                <c:pt idx="2501">
                  <c:v>96.311226000000005</c:v>
                </c:pt>
                <c:pt idx="2502">
                  <c:v>96.313598999999996</c:v>
                </c:pt>
                <c:pt idx="2503">
                  <c:v>96.318504000000004</c:v>
                </c:pt>
                <c:pt idx="2504">
                  <c:v>96.324180999999996</c:v>
                </c:pt>
                <c:pt idx="2505">
                  <c:v>96.328445000000002</c:v>
                </c:pt>
                <c:pt idx="2506">
                  <c:v>96.328934000000004</c:v>
                </c:pt>
                <c:pt idx="2507">
                  <c:v>96.327843000000001</c:v>
                </c:pt>
                <c:pt idx="2508">
                  <c:v>96.328056000000004</c:v>
                </c:pt>
                <c:pt idx="2509">
                  <c:v>96.327292999999997</c:v>
                </c:pt>
                <c:pt idx="2510">
                  <c:v>96.326903999999999</c:v>
                </c:pt>
                <c:pt idx="2511">
                  <c:v>96.327140999999997</c:v>
                </c:pt>
                <c:pt idx="2512">
                  <c:v>96.324325999999999</c:v>
                </c:pt>
                <c:pt idx="2513">
                  <c:v>96.317672999999999</c:v>
                </c:pt>
                <c:pt idx="2514">
                  <c:v>96.308577999999997</c:v>
                </c:pt>
                <c:pt idx="2515">
                  <c:v>96.299071999999995</c:v>
                </c:pt>
                <c:pt idx="2516">
                  <c:v>96.289321999999999</c:v>
                </c:pt>
                <c:pt idx="2517">
                  <c:v>96.282325999999998</c:v>
                </c:pt>
                <c:pt idx="2518">
                  <c:v>96.279312000000004</c:v>
                </c:pt>
                <c:pt idx="2519">
                  <c:v>96.276206999999999</c:v>
                </c:pt>
                <c:pt idx="2520">
                  <c:v>96.271614</c:v>
                </c:pt>
                <c:pt idx="2521">
                  <c:v>96.268150000000006</c:v>
                </c:pt>
                <c:pt idx="2522">
                  <c:v>96.267059000000003</c:v>
                </c:pt>
                <c:pt idx="2523">
                  <c:v>96.266936999999999</c:v>
                </c:pt>
                <c:pt idx="2524">
                  <c:v>96.265998999999994</c:v>
                </c:pt>
                <c:pt idx="2525">
                  <c:v>96.266548</c:v>
                </c:pt>
                <c:pt idx="2526">
                  <c:v>96.270522999999997</c:v>
                </c:pt>
                <c:pt idx="2527">
                  <c:v>96.27449</c:v>
                </c:pt>
                <c:pt idx="2528">
                  <c:v>96.275954999999996</c:v>
                </c:pt>
                <c:pt idx="2529">
                  <c:v>96.275536000000002</c:v>
                </c:pt>
                <c:pt idx="2530">
                  <c:v>96.273605000000003</c:v>
                </c:pt>
                <c:pt idx="2531">
                  <c:v>96.266838000000007</c:v>
                </c:pt>
                <c:pt idx="2532">
                  <c:v>96.250183000000007</c:v>
                </c:pt>
                <c:pt idx="2533">
                  <c:v>96.233756999999997</c:v>
                </c:pt>
                <c:pt idx="2534">
                  <c:v>96.229584000000003</c:v>
                </c:pt>
                <c:pt idx="2535">
                  <c:v>96.235298</c:v>
                </c:pt>
                <c:pt idx="2536">
                  <c:v>96.245971999999995</c:v>
                </c:pt>
                <c:pt idx="2537">
                  <c:v>96.257095000000007</c:v>
                </c:pt>
                <c:pt idx="2538">
                  <c:v>96.264244000000005</c:v>
                </c:pt>
                <c:pt idx="2539">
                  <c:v>96.267287999999994</c:v>
                </c:pt>
                <c:pt idx="2540">
                  <c:v>96.268531999999993</c:v>
                </c:pt>
                <c:pt idx="2541">
                  <c:v>96.268555000000006</c:v>
                </c:pt>
                <c:pt idx="2542">
                  <c:v>96.266518000000005</c:v>
                </c:pt>
                <c:pt idx="2543">
                  <c:v>96.262482000000006</c:v>
                </c:pt>
                <c:pt idx="2544">
                  <c:v>96.258719999999997</c:v>
                </c:pt>
                <c:pt idx="2545">
                  <c:v>96.253639000000007</c:v>
                </c:pt>
                <c:pt idx="2546">
                  <c:v>96.244254999999995</c:v>
                </c:pt>
                <c:pt idx="2547">
                  <c:v>96.234725999999995</c:v>
                </c:pt>
                <c:pt idx="2548">
                  <c:v>96.229491999999993</c:v>
                </c:pt>
                <c:pt idx="2549">
                  <c:v>96.228127000000001</c:v>
                </c:pt>
                <c:pt idx="2550">
                  <c:v>96.228110999999998</c:v>
                </c:pt>
                <c:pt idx="2551">
                  <c:v>96.228119000000007</c:v>
                </c:pt>
                <c:pt idx="2552">
                  <c:v>96.229225</c:v>
                </c:pt>
                <c:pt idx="2553">
                  <c:v>96.229675</c:v>
                </c:pt>
                <c:pt idx="2554">
                  <c:v>96.228592000000006</c:v>
                </c:pt>
                <c:pt idx="2555">
                  <c:v>96.226944000000003</c:v>
                </c:pt>
                <c:pt idx="2556">
                  <c:v>96.221100000000007</c:v>
                </c:pt>
                <c:pt idx="2557">
                  <c:v>96.212401999999997</c:v>
                </c:pt>
                <c:pt idx="2558">
                  <c:v>96.208138000000005</c:v>
                </c:pt>
                <c:pt idx="2559">
                  <c:v>96.210144</c:v>
                </c:pt>
                <c:pt idx="2560">
                  <c:v>96.210907000000006</c:v>
                </c:pt>
                <c:pt idx="2561">
                  <c:v>96.200622999999993</c:v>
                </c:pt>
                <c:pt idx="2562">
                  <c:v>96.181670999999994</c:v>
                </c:pt>
                <c:pt idx="2563">
                  <c:v>96.160110000000003</c:v>
                </c:pt>
                <c:pt idx="2564">
                  <c:v>96.136902000000006</c:v>
                </c:pt>
                <c:pt idx="2565">
                  <c:v>96.112899999999996</c:v>
                </c:pt>
                <c:pt idx="2566">
                  <c:v>96.089637999999994</c:v>
                </c:pt>
                <c:pt idx="2567">
                  <c:v>96.067374999999998</c:v>
                </c:pt>
                <c:pt idx="2568">
                  <c:v>96.046104</c:v>
                </c:pt>
                <c:pt idx="2569">
                  <c:v>96.028824</c:v>
                </c:pt>
                <c:pt idx="2570">
                  <c:v>96.016730999999993</c:v>
                </c:pt>
                <c:pt idx="2571">
                  <c:v>96.015906999999999</c:v>
                </c:pt>
                <c:pt idx="2572">
                  <c:v>96.026336999999998</c:v>
                </c:pt>
                <c:pt idx="2573">
                  <c:v>96.040976999999998</c:v>
                </c:pt>
                <c:pt idx="2574">
                  <c:v>96.051758000000007</c:v>
                </c:pt>
                <c:pt idx="2575">
                  <c:v>96.054152999999999</c:v>
                </c:pt>
                <c:pt idx="2576">
                  <c:v>96.044455999999997</c:v>
                </c:pt>
                <c:pt idx="2577">
                  <c:v>96.025841</c:v>
                </c:pt>
                <c:pt idx="2578">
                  <c:v>96.000159999999994</c:v>
                </c:pt>
                <c:pt idx="2579">
                  <c:v>95.975502000000006</c:v>
                </c:pt>
                <c:pt idx="2580">
                  <c:v>95.952186999999995</c:v>
                </c:pt>
                <c:pt idx="2581">
                  <c:v>95.930915999999996</c:v>
                </c:pt>
                <c:pt idx="2582">
                  <c:v>95.915512000000007</c:v>
                </c:pt>
                <c:pt idx="2583">
                  <c:v>95.904694000000006</c:v>
                </c:pt>
                <c:pt idx="2584">
                  <c:v>95.894630000000006</c:v>
                </c:pt>
                <c:pt idx="2585">
                  <c:v>95.88382</c:v>
                </c:pt>
                <c:pt idx="2586">
                  <c:v>95.871262000000002</c:v>
                </c:pt>
                <c:pt idx="2587">
                  <c:v>95.862373000000005</c:v>
                </c:pt>
                <c:pt idx="2588">
                  <c:v>95.858436999999995</c:v>
                </c:pt>
                <c:pt idx="2589">
                  <c:v>95.854850999999996</c:v>
                </c:pt>
                <c:pt idx="2590">
                  <c:v>95.850655000000003</c:v>
                </c:pt>
                <c:pt idx="2591">
                  <c:v>95.849861000000004</c:v>
                </c:pt>
                <c:pt idx="2592">
                  <c:v>95.857665999999995</c:v>
                </c:pt>
                <c:pt idx="2593">
                  <c:v>95.870322999999999</c:v>
                </c:pt>
                <c:pt idx="2594">
                  <c:v>95.880996999999994</c:v>
                </c:pt>
                <c:pt idx="2595">
                  <c:v>95.890579000000002</c:v>
                </c:pt>
                <c:pt idx="2596">
                  <c:v>95.903625000000005</c:v>
                </c:pt>
                <c:pt idx="2597">
                  <c:v>95.920586</c:v>
                </c:pt>
                <c:pt idx="2598">
                  <c:v>95.936858999999998</c:v>
                </c:pt>
                <c:pt idx="2599">
                  <c:v>95.952477000000002</c:v>
                </c:pt>
                <c:pt idx="2600">
                  <c:v>95.966217</c:v>
                </c:pt>
                <c:pt idx="2601">
                  <c:v>95.979279000000005</c:v>
                </c:pt>
                <c:pt idx="2602">
                  <c:v>95.994743</c:v>
                </c:pt>
                <c:pt idx="2603">
                  <c:v>96.013428000000005</c:v>
                </c:pt>
                <c:pt idx="2604">
                  <c:v>96.037102000000004</c:v>
                </c:pt>
                <c:pt idx="2605">
                  <c:v>96.056396000000007</c:v>
                </c:pt>
                <c:pt idx="2606">
                  <c:v>96.072852999999995</c:v>
                </c:pt>
                <c:pt idx="2607">
                  <c:v>96.086517000000001</c:v>
                </c:pt>
                <c:pt idx="2608">
                  <c:v>96.090118000000004</c:v>
                </c:pt>
                <c:pt idx="2609">
                  <c:v>96.088463000000004</c:v>
                </c:pt>
                <c:pt idx="2610">
                  <c:v>96.083511000000001</c:v>
                </c:pt>
                <c:pt idx="2611">
                  <c:v>96.076217999999997</c:v>
                </c:pt>
                <c:pt idx="2612">
                  <c:v>96.074676999999994</c:v>
                </c:pt>
                <c:pt idx="2613">
                  <c:v>96.082260000000005</c:v>
                </c:pt>
                <c:pt idx="2614">
                  <c:v>96.093781000000007</c:v>
                </c:pt>
                <c:pt idx="2615">
                  <c:v>96.103577000000001</c:v>
                </c:pt>
                <c:pt idx="2616">
                  <c:v>96.109275999999994</c:v>
                </c:pt>
                <c:pt idx="2617">
                  <c:v>96.118919000000005</c:v>
                </c:pt>
                <c:pt idx="2618">
                  <c:v>96.130172999999999</c:v>
                </c:pt>
                <c:pt idx="2619">
                  <c:v>96.141670000000005</c:v>
                </c:pt>
                <c:pt idx="2620">
                  <c:v>96.146895999999998</c:v>
                </c:pt>
                <c:pt idx="2621">
                  <c:v>96.143234000000007</c:v>
                </c:pt>
                <c:pt idx="2622">
                  <c:v>96.127289000000005</c:v>
                </c:pt>
                <c:pt idx="2623">
                  <c:v>96.101371999999998</c:v>
                </c:pt>
                <c:pt idx="2624">
                  <c:v>96.067008999999999</c:v>
                </c:pt>
                <c:pt idx="2625">
                  <c:v>96.030556000000004</c:v>
                </c:pt>
                <c:pt idx="2626">
                  <c:v>95.996521000000001</c:v>
                </c:pt>
                <c:pt idx="2627">
                  <c:v>95.963745000000003</c:v>
                </c:pt>
                <c:pt idx="2628">
                  <c:v>95.935119999999998</c:v>
                </c:pt>
                <c:pt idx="2629">
                  <c:v>95.910293999999993</c:v>
                </c:pt>
                <c:pt idx="2630">
                  <c:v>95.889801000000006</c:v>
                </c:pt>
                <c:pt idx="2631">
                  <c:v>95.875281999999999</c:v>
                </c:pt>
                <c:pt idx="2632">
                  <c:v>95.867598999999998</c:v>
                </c:pt>
                <c:pt idx="2633">
                  <c:v>95.866112000000001</c:v>
                </c:pt>
                <c:pt idx="2634">
                  <c:v>95.868262999999999</c:v>
                </c:pt>
                <c:pt idx="2635">
                  <c:v>95.869484</c:v>
                </c:pt>
                <c:pt idx="2636">
                  <c:v>95.868149000000003</c:v>
                </c:pt>
                <c:pt idx="2637">
                  <c:v>95.866714000000002</c:v>
                </c:pt>
                <c:pt idx="2638">
                  <c:v>95.864654999999999</c:v>
                </c:pt>
                <c:pt idx="2639">
                  <c:v>95.861075999999997</c:v>
                </c:pt>
                <c:pt idx="2640">
                  <c:v>95.855773999999997</c:v>
                </c:pt>
                <c:pt idx="2641">
                  <c:v>95.849853999999993</c:v>
                </c:pt>
                <c:pt idx="2642">
                  <c:v>95.843597000000003</c:v>
                </c:pt>
                <c:pt idx="2643">
                  <c:v>95.835731999999993</c:v>
                </c:pt>
                <c:pt idx="2644">
                  <c:v>95.821701000000004</c:v>
                </c:pt>
                <c:pt idx="2645">
                  <c:v>95.804337000000004</c:v>
                </c:pt>
                <c:pt idx="2646">
                  <c:v>95.788498000000004</c:v>
                </c:pt>
                <c:pt idx="2647">
                  <c:v>95.774474999999995</c:v>
                </c:pt>
                <c:pt idx="2648">
                  <c:v>95.762428</c:v>
                </c:pt>
                <c:pt idx="2649">
                  <c:v>95.751495000000006</c:v>
                </c:pt>
                <c:pt idx="2650">
                  <c:v>95.741692</c:v>
                </c:pt>
                <c:pt idx="2651">
                  <c:v>95.728981000000005</c:v>
                </c:pt>
                <c:pt idx="2652">
                  <c:v>95.711692999999997</c:v>
                </c:pt>
                <c:pt idx="2653">
                  <c:v>95.692183999999997</c:v>
                </c:pt>
                <c:pt idx="2654">
                  <c:v>95.674118000000007</c:v>
                </c:pt>
                <c:pt idx="2655">
                  <c:v>95.661704999999998</c:v>
                </c:pt>
                <c:pt idx="2656">
                  <c:v>95.653701999999996</c:v>
                </c:pt>
                <c:pt idx="2657">
                  <c:v>95.647498999999996</c:v>
                </c:pt>
                <c:pt idx="2658">
                  <c:v>95.644469999999998</c:v>
                </c:pt>
                <c:pt idx="2659">
                  <c:v>95.646987999999993</c:v>
                </c:pt>
                <c:pt idx="2660">
                  <c:v>95.649185000000003</c:v>
                </c:pt>
                <c:pt idx="2661">
                  <c:v>95.648819000000003</c:v>
                </c:pt>
                <c:pt idx="2662">
                  <c:v>95.652191000000002</c:v>
                </c:pt>
                <c:pt idx="2663">
                  <c:v>95.658980999999997</c:v>
                </c:pt>
                <c:pt idx="2664">
                  <c:v>95.668960999999996</c:v>
                </c:pt>
                <c:pt idx="2665">
                  <c:v>95.684982000000005</c:v>
                </c:pt>
                <c:pt idx="2666">
                  <c:v>95.705405999999996</c:v>
                </c:pt>
                <c:pt idx="2667">
                  <c:v>95.726500999999999</c:v>
                </c:pt>
                <c:pt idx="2668">
                  <c:v>95.747985999999997</c:v>
                </c:pt>
                <c:pt idx="2669">
                  <c:v>95.775711000000001</c:v>
                </c:pt>
                <c:pt idx="2670">
                  <c:v>95.805335999999997</c:v>
                </c:pt>
                <c:pt idx="2671">
                  <c:v>95.831244999999996</c:v>
                </c:pt>
                <c:pt idx="2672">
                  <c:v>95.855582999999996</c:v>
                </c:pt>
                <c:pt idx="2673">
                  <c:v>95.881645000000006</c:v>
                </c:pt>
                <c:pt idx="2674">
                  <c:v>95.911736000000005</c:v>
                </c:pt>
                <c:pt idx="2675">
                  <c:v>95.943641999999997</c:v>
                </c:pt>
                <c:pt idx="2676">
                  <c:v>95.978263999999996</c:v>
                </c:pt>
                <c:pt idx="2677">
                  <c:v>96.012161000000006</c:v>
                </c:pt>
                <c:pt idx="2678">
                  <c:v>96.039008999999993</c:v>
                </c:pt>
                <c:pt idx="2679">
                  <c:v>96.060158000000001</c:v>
                </c:pt>
                <c:pt idx="2680">
                  <c:v>96.083579999999998</c:v>
                </c:pt>
                <c:pt idx="2681">
                  <c:v>96.11515</c:v>
                </c:pt>
                <c:pt idx="2682">
                  <c:v>96.149849000000003</c:v>
                </c:pt>
                <c:pt idx="2683">
                  <c:v>96.182158999999999</c:v>
                </c:pt>
                <c:pt idx="2684">
                  <c:v>96.209273999999994</c:v>
                </c:pt>
                <c:pt idx="2685">
                  <c:v>96.226417999999995</c:v>
                </c:pt>
                <c:pt idx="2686">
                  <c:v>96.238686000000001</c:v>
                </c:pt>
                <c:pt idx="2687">
                  <c:v>96.249297999999996</c:v>
                </c:pt>
                <c:pt idx="2688">
                  <c:v>96.256775000000005</c:v>
                </c:pt>
                <c:pt idx="2689">
                  <c:v>96.258942000000005</c:v>
                </c:pt>
                <c:pt idx="2690">
                  <c:v>96.259956000000003</c:v>
                </c:pt>
                <c:pt idx="2691">
                  <c:v>96.260245999999995</c:v>
                </c:pt>
                <c:pt idx="2692">
                  <c:v>96.258269999999996</c:v>
                </c:pt>
                <c:pt idx="2693">
                  <c:v>96.253997999999996</c:v>
                </c:pt>
                <c:pt idx="2694">
                  <c:v>96.246086000000005</c:v>
                </c:pt>
                <c:pt idx="2695">
                  <c:v>96.239647000000005</c:v>
                </c:pt>
                <c:pt idx="2696">
                  <c:v>96.238715999999997</c:v>
                </c:pt>
                <c:pt idx="2697">
                  <c:v>96.243972999999997</c:v>
                </c:pt>
                <c:pt idx="2698">
                  <c:v>96.255463000000006</c:v>
                </c:pt>
                <c:pt idx="2699">
                  <c:v>96.271850999999998</c:v>
                </c:pt>
                <c:pt idx="2700">
                  <c:v>96.292496</c:v>
                </c:pt>
                <c:pt idx="2701">
                  <c:v>96.314430000000002</c:v>
                </c:pt>
                <c:pt idx="2702">
                  <c:v>96.334473000000003</c:v>
                </c:pt>
                <c:pt idx="2703">
                  <c:v>96.352051000000003</c:v>
                </c:pt>
                <c:pt idx="2704">
                  <c:v>96.370330999999993</c:v>
                </c:pt>
                <c:pt idx="2705">
                  <c:v>96.389824000000004</c:v>
                </c:pt>
                <c:pt idx="2706">
                  <c:v>96.411545000000004</c:v>
                </c:pt>
                <c:pt idx="2707">
                  <c:v>96.435210999999995</c:v>
                </c:pt>
                <c:pt idx="2708">
                  <c:v>96.457687000000007</c:v>
                </c:pt>
                <c:pt idx="2709">
                  <c:v>96.465378000000001</c:v>
                </c:pt>
                <c:pt idx="2710">
                  <c:v>96.469161999999997</c:v>
                </c:pt>
                <c:pt idx="2711">
                  <c:v>96.472610000000003</c:v>
                </c:pt>
                <c:pt idx="2712">
                  <c:v>96.476935999999995</c:v>
                </c:pt>
                <c:pt idx="2713">
                  <c:v>96.479445999999996</c:v>
                </c:pt>
                <c:pt idx="2714">
                  <c:v>96.481757999999999</c:v>
                </c:pt>
                <c:pt idx="2715">
                  <c:v>96.485000999999997</c:v>
                </c:pt>
                <c:pt idx="2716">
                  <c:v>96.491973999999999</c:v>
                </c:pt>
                <c:pt idx="2717">
                  <c:v>96.497269000000003</c:v>
                </c:pt>
                <c:pt idx="2718">
                  <c:v>96.495964000000001</c:v>
                </c:pt>
                <c:pt idx="2719">
                  <c:v>96.487610000000004</c:v>
                </c:pt>
                <c:pt idx="2720">
                  <c:v>96.473099000000005</c:v>
                </c:pt>
                <c:pt idx="2721">
                  <c:v>96.458693999999994</c:v>
                </c:pt>
                <c:pt idx="2722">
                  <c:v>96.443259999999995</c:v>
                </c:pt>
                <c:pt idx="2723">
                  <c:v>96.430404999999993</c:v>
                </c:pt>
                <c:pt idx="2724">
                  <c:v>96.421165000000002</c:v>
                </c:pt>
                <c:pt idx="2725">
                  <c:v>96.411118000000002</c:v>
                </c:pt>
                <c:pt idx="2726">
                  <c:v>96.397102000000004</c:v>
                </c:pt>
                <c:pt idx="2727">
                  <c:v>96.375366</c:v>
                </c:pt>
                <c:pt idx="2728">
                  <c:v>96.343086</c:v>
                </c:pt>
                <c:pt idx="2729">
                  <c:v>96.301979000000003</c:v>
                </c:pt>
                <c:pt idx="2730">
                  <c:v>96.254517000000007</c:v>
                </c:pt>
                <c:pt idx="2731">
                  <c:v>96.204216000000002</c:v>
                </c:pt>
                <c:pt idx="2732">
                  <c:v>96.155602000000002</c:v>
                </c:pt>
                <c:pt idx="2733">
                  <c:v>96.107346000000007</c:v>
                </c:pt>
                <c:pt idx="2734">
                  <c:v>96.056610000000006</c:v>
                </c:pt>
                <c:pt idx="2735">
                  <c:v>96.000961000000004</c:v>
                </c:pt>
                <c:pt idx="2736">
                  <c:v>95.940360999999996</c:v>
                </c:pt>
                <c:pt idx="2737">
                  <c:v>95.878387000000004</c:v>
                </c:pt>
                <c:pt idx="2738">
                  <c:v>95.817429000000004</c:v>
                </c:pt>
                <c:pt idx="2739">
                  <c:v>95.759155000000007</c:v>
                </c:pt>
                <c:pt idx="2740">
                  <c:v>95.704848999999996</c:v>
                </c:pt>
                <c:pt idx="2741">
                  <c:v>95.653885000000002</c:v>
                </c:pt>
                <c:pt idx="2742">
                  <c:v>95.608406000000002</c:v>
                </c:pt>
                <c:pt idx="2743">
                  <c:v>95.566863999999995</c:v>
                </c:pt>
                <c:pt idx="2744">
                  <c:v>95.525420999999994</c:v>
                </c:pt>
                <c:pt idx="2745">
                  <c:v>95.483176999999998</c:v>
                </c:pt>
                <c:pt idx="2746">
                  <c:v>95.440574999999995</c:v>
                </c:pt>
                <c:pt idx="2747">
                  <c:v>95.395660000000007</c:v>
                </c:pt>
                <c:pt idx="2748">
                  <c:v>95.346619000000004</c:v>
                </c:pt>
                <c:pt idx="2749">
                  <c:v>95.293120999999999</c:v>
                </c:pt>
                <c:pt idx="2750">
                  <c:v>95.235313000000005</c:v>
                </c:pt>
                <c:pt idx="2751">
                  <c:v>95.175240000000002</c:v>
                </c:pt>
                <c:pt idx="2752">
                  <c:v>95.117332000000005</c:v>
                </c:pt>
                <c:pt idx="2753">
                  <c:v>95.064194000000001</c:v>
                </c:pt>
                <c:pt idx="2754">
                  <c:v>95.014090999999993</c:v>
                </c:pt>
                <c:pt idx="2755">
                  <c:v>94.965171999999995</c:v>
                </c:pt>
                <c:pt idx="2756">
                  <c:v>94.916809000000001</c:v>
                </c:pt>
                <c:pt idx="2757">
                  <c:v>94.866118999999998</c:v>
                </c:pt>
                <c:pt idx="2758">
                  <c:v>94.810928000000004</c:v>
                </c:pt>
                <c:pt idx="2759">
                  <c:v>94.750518999999997</c:v>
                </c:pt>
                <c:pt idx="2760">
                  <c:v>94.684448000000003</c:v>
                </c:pt>
                <c:pt idx="2761">
                  <c:v>94.612731999999994</c:v>
                </c:pt>
                <c:pt idx="2762">
                  <c:v>94.538612000000001</c:v>
                </c:pt>
                <c:pt idx="2763">
                  <c:v>94.462029000000001</c:v>
                </c:pt>
                <c:pt idx="2764">
                  <c:v>94.382262999999995</c:v>
                </c:pt>
                <c:pt idx="2765">
                  <c:v>94.300742999999997</c:v>
                </c:pt>
                <c:pt idx="2766">
                  <c:v>94.220412999999994</c:v>
                </c:pt>
                <c:pt idx="2767">
                  <c:v>94.142296000000002</c:v>
                </c:pt>
                <c:pt idx="2768">
                  <c:v>94.064796000000001</c:v>
                </c:pt>
                <c:pt idx="2769">
                  <c:v>93.987105999999997</c:v>
                </c:pt>
                <c:pt idx="2770">
                  <c:v>93.911102</c:v>
                </c:pt>
                <c:pt idx="2771">
                  <c:v>93.836205000000007</c:v>
                </c:pt>
                <c:pt idx="2772">
                  <c:v>93.760955999999993</c:v>
                </c:pt>
                <c:pt idx="2773">
                  <c:v>93.686515999999997</c:v>
                </c:pt>
                <c:pt idx="2774">
                  <c:v>93.612494999999996</c:v>
                </c:pt>
                <c:pt idx="2775">
                  <c:v>93.536308000000005</c:v>
                </c:pt>
                <c:pt idx="2776">
                  <c:v>93.457222000000002</c:v>
                </c:pt>
                <c:pt idx="2777">
                  <c:v>93.375893000000005</c:v>
                </c:pt>
                <c:pt idx="2778">
                  <c:v>93.291511999999997</c:v>
                </c:pt>
                <c:pt idx="2779">
                  <c:v>93.202468999999994</c:v>
                </c:pt>
                <c:pt idx="2780">
                  <c:v>93.109261000000004</c:v>
                </c:pt>
                <c:pt idx="2781">
                  <c:v>93.014503000000005</c:v>
                </c:pt>
                <c:pt idx="2782">
                  <c:v>92.923293999999999</c:v>
                </c:pt>
                <c:pt idx="2783">
                  <c:v>92.837920999999994</c:v>
                </c:pt>
                <c:pt idx="2784">
                  <c:v>92.757949999999994</c:v>
                </c:pt>
                <c:pt idx="2785">
                  <c:v>92.681053000000006</c:v>
                </c:pt>
                <c:pt idx="2786">
                  <c:v>92.605270000000004</c:v>
                </c:pt>
                <c:pt idx="2787">
                  <c:v>92.530212000000006</c:v>
                </c:pt>
                <c:pt idx="2788">
                  <c:v>92.454802999999998</c:v>
                </c:pt>
                <c:pt idx="2789">
                  <c:v>92.381011999999998</c:v>
                </c:pt>
                <c:pt idx="2790">
                  <c:v>92.310196000000005</c:v>
                </c:pt>
                <c:pt idx="2791">
                  <c:v>92.242598999999998</c:v>
                </c:pt>
                <c:pt idx="2792">
                  <c:v>92.174957000000006</c:v>
                </c:pt>
                <c:pt idx="2793">
                  <c:v>92.103767000000005</c:v>
                </c:pt>
                <c:pt idx="2794">
                  <c:v>92.028625000000005</c:v>
                </c:pt>
                <c:pt idx="2795">
                  <c:v>91.953636000000003</c:v>
                </c:pt>
                <c:pt idx="2796">
                  <c:v>91.888137999999998</c:v>
                </c:pt>
                <c:pt idx="2797">
                  <c:v>91.833977000000004</c:v>
                </c:pt>
                <c:pt idx="2798">
                  <c:v>91.785293999999993</c:v>
                </c:pt>
                <c:pt idx="2799">
                  <c:v>91.738479999999996</c:v>
                </c:pt>
                <c:pt idx="2800">
                  <c:v>91.691376000000005</c:v>
                </c:pt>
                <c:pt idx="2801">
                  <c:v>91.643387000000004</c:v>
                </c:pt>
                <c:pt idx="2802">
                  <c:v>91.593131999999997</c:v>
                </c:pt>
                <c:pt idx="2803">
                  <c:v>91.539237999999997</c:v>
                </c:pt>
                <c:pt idx="2804">
                  <c:v>91.482780000000005</c:v>
                </c:pt>
                <c:pt idx="2805">
                  <c:v>91.420158000000001</c:v>
                </c:pt>
                <c:pt idx="2806">
                  <c:v>91.348731999999998</c:v>
                </c:pt>
                <c:pt idx="2807">
                  <c:v>91.271805000000001</c:v>
                </c:pt>
                <c:pt idx="2808">
                  <c:v>91.194114999999996</c:v>
                </c:pt>
                <c:pt idx="2809">
                  <c:v>91.117508000000001</c:v>
                </c:pt>
                <c:pt idx="2810">
                  <c:v>91.042479999999998</c:v>
                </c:pt>
                <c:pt idx="2811">
                  <c:v>90.969695999999999</c:v>
                </c:pt>
                <c:pt idx="2812">
                  <c:v>90.900345000000002</c:v>
                </c:pt>
                <c:pt idx="2813">
                  <c:v>90.830817999999994</c:v>
                </c:pt>
                <c:pt idx="2814">
                  <c:v>90.756705999999994</c:v>
                </c:pt>
                <c:pt idx="2815">
                  <c:v>90.681945999999996</c:v>
                </c:pt>
                <c:pt idx="2816">
                  <c:v>90.611389000000003</c:v>
                </c:pt>
                <c:pt idx="2817">
                  <c:v>90.544608999999994</c:v>
                </c:pt>
                <c:pt idx="2818">
                  <c:v>90.481773000000004</c:v>
                </c:pt>
                <c:pt idx="2819">
                  <c:v>90.421447999999998</c:v>
                </c:pt>
                <c:pt idx="2820">
                  <c:v>90.361785999999995</c:v>
                </c:pt>
                <c:pt idx="2821">
                  <c:v>90.300597999999994</c:v>
                </c:pt>
                <c:pt idx="2822">
                  <c:v>90.237564000000006</c:v>
                </c:pt>
                <c:pt idx="2823">
                  <c:v>90.170653999999999</c:v>
                </c:pt>
                <c:pt idx="2824">
                  <c:v>90.099236000000005</c:v>
                </c:pt>
                <c:pt idx="2825">
                  <c:v>90.021834999999996</c:v>
                </c:pt>
                <c:pt idx="2826">
                  <c:v>89.941047999999995</c:v>
                </c:pt>
                <c:pt idx="2827">
                  <c:v>89.860557999999997</c:v>
                </c:pt>
                <c:pt idx="2828">
                  <c:v>89.781081999999998</c:v>
                </c:pt>
                <c:pt idx="2829">
                  <c:v>89.704819000000001</c:v>
                </c:pt>
                <c:pt idx="2830">
                  <c:v>89.632118000000006</c:v>
                </c:pt>
                <c:pt idx="2831">
                  <c:v>89.560417000000001</c:v>
                </c:pt>
                <c:pt idx="2832">
                  <c:v>89.489838000000006</c:v>
                </c:pt>
                <c:pt idx="2833">
                  <c:v>89.422950999999998</c:v>
                </c:pt>
                <c:pt idx="2834">
                  <c:v>89.360207000000003</c:v>
                </c:pt>
                <c:pt idx="2835">
                  <c:v>89.298676</c:v>
                </c:pt>
                <c:pt idx="2836">
                  <c:v>89.237785000000002</c:v>
                </c:pt>
                <c:pt idx="2837">
                  <c:v>89.176413999999994</c:v>
                </c:pt>
                <c:pt idx="2838">
                  <c:v>89.114090000000004</c:v>
                </c:pt>
                <c:pt idx="2839">
                  <c:v>89.051331000000005</c:v>
                </c:pt>
                <c:pt idx="2840">
                  <c:v>88.987174999999993</c:v>
                </c:pt>
                <c:pt idx="2841">
                  <c:v>88.922454999999999</c:v>
                </c:pt>
                <c:pt idx="2842">
                  <c:v>88.858215000000001</c:v>
                </c:pt>
                <c:pt idx="2843">
                  <c:v>88.795913999999996</c:v>
                </c:pt>
                <c:pt idx="2844">
                  <c:v>88.734939999999995</c:v>
                </c:pt>
                <c:pt idx="2845">
                  <c:v>88.674796999999998</c:v>
                </c:pt>
                <c:pt idx="2846">
                  <c:v>88.614922000000007</c:v>
                </c:pt>
                <c:pt idx="2847">
                  <c:v>88.553664999999995</c:v>
                </c:pt>
                <c:pt idx="2848">
                  <c:v>88.489456000000004</c:v>
                </c:pt>
                <c:pt idx="2849">
                  <c:v>88.422852000000006</c:v>
                </c:pt>
                <c:pt idx="2850">
                  <c:v>88.355025999999995</c:v>
                </c:pt>
                <c:pt idx="2851">
                  <c:v>88.284180000000006</c:v>
                </c:pt>
                <c:pt idx="2852">
                  <c:v>88.209464999999994</c:v>
                </c:pt>
                <c:pt idx="2853">
                  <c:v>88.132614000000004</c:v>
                </c:pt>
                <c:pt idx="2854">
                  <c:v>88.055449999999993</c:v>
                </c:pt>
                <c:pt idx="2855">
                  <c:v>87.978554000000003</c:v>
                </c:pt>
                <c:pt idx="2856">
                  <c:v>87.902930999999995</c:v>
                </c:pt>
                <c:pt idx="2857">
                  <c:v>87.829482999999996</c:v>
                </c:pt>
                <c:pt idx="2858">
                  <c:v>87.758026000000001</c:v>
                </c:pt>
                <c:pt idx="2859">
                  <c:v>87.687652999999997</c:v>
                </c:pt>
                <c:pt idx="2860">
                  <c:v>87.620255</c:v>
                </c:pt>
                <c:pt idx="2861">
                  <c:v>87.557631999999998</c:v>
                </c:pt>
                <c:pt idx="2862">
                  <c:v>87.498711</c:v>
                </c:pt>
                <c:pt idx="2863">
                  <c:v>87.441017000000002</c:v>
                </c:pt>
                <c:pt idx="2864">
                  <c:v>87.383895999999993</c:v>
                </c:pt>
                <c:pt idx="2865">
                  <c:v>87.328125</c:v>
                </c:pt>
                <c:pt idx="2866">
                  <c:v>87.273742999999996</c:v>
                </c:pt>
                <c:pt idx="2867">
                  <c:v>87.218040000000002</c:v>
                </c:pt>
                <c:pt idx="2868">
                  <c:v>87.160163999999995</c:v>
                </c:pt>
                <c:pt idx="2869">
                  <c:v>87.102058</c:v>
                </c:pt>
                <c:pt idx="2870">
                  <c:v>87.045670000000001</c:v>
                </c:pt>
                <c:pt idx="2871">
                  <c:v>86.991020000000006</c:v>
                </c:pt>
                <c:pt idx="2872">
                  <c:v>86.933471999999995</c:v>
                </c:pt>
                <c:pt idx="2873">
                  <c:v>86.872519999999994</c:v>
                </c:pt>
                <c:pt idx="2874">
                  <c:v>86.809921000000003</c:v>
                </c:pt>
                <c:pt idx="2875">
                  <c:v>86.745941000000002</c:v>
                </c:pt>
                <c:pt idx="2876">
                  <c:v>86.680060999999995</c:v>
                </c:pt>
                <c:pt idx="2877">
                  <c:v>86.613754</c:v>
                </c:pt>
                <c:pt idx="2878">
                  <c:v>86.548241000000004</c:v>
                </c:pt>
                <c:pt idx="2879">
                  <c:v>86.483024999999998</c:v>
                </c:pt>
                <c:pt idx="2880">
                  <c:v>86.417709000000002</c:v>
                </c:pt>
                <c:pt idx="2881">
                  <c:v>86.351294999999993</c:v>
                </c:pt>
                <c:pt idx="2882">
                  <c:v>86.281875999999997</c:v>
                </c:pt>
                <c:pt idx="2883">
                  <c:v>86.208527000000004</c:v>
                </c:pt>
                <c:pt idx="2884">
                  <c:v>86.130875000000003</c:v>
                </c:pt>
                <c:pt idx="2885">
                  <c:v>86.047606999999999</c:v>
                </c:pt>
                <c:pt idx="2886">
                  <c:v>85.957588000000001</c:v>
                </c:pt>
                <c:pt idx="2887">
                  <c:v>85.862319999999997</c:v>
                </c:pt>
                <c:pt idx="2888">
                  <c:v>85.764495999999994</c:v>
                </c:pt>
                <c:pt idx="2889">
                  <c:v>85.664360000000002</c:v>
                </c:pt>
                <c:pt idx="2890">
                  <c:v>85.562019000000006</c:v>
                </c:pt>
                <c:pt idx="2891">
                  <c:v>85.459778</c:v>
                </c:pt>
                <c:pt idx="2892">
                  <c:v>85.359397999999999</c:v>
                </c:pt>
                <c:pt idx="2893">
                  <c:v>85.261184999999998</c:v>
                </c:pt>
                <c:pt idx="2894">
                  <c:v>85.165474000000003</c:v>
                </c:pt>
                <c:pt idx="2895">
                  <c:v>85.071404000000001</c:v>
                </c:pt>
                <c:pt idx="2896">
                  <c:v>84.977012999999999</c:v>
                </c:pt>
                <c:pt idx="2897">
                  <c:v>84.883621000000005</c:v>
                </c:pt>
                <c:pt idx="2898">
                  <c:v>84.793616999999998</c:v>
                </c:pt>
                <c:pt idx="2899">
                  <c:v>84.706535000000002</c:v>
                </c:pt>
                <c:pt idx="2900">
                  <c:v>84.619185999999999</c:v>
                </c:pt>
                <c:pt idx="2901">
                  <c:v>84.530417999999997</c:v>
                </c:pt>
                <c:pt idx="2902">
                  <c:v>84.442313999999996</c:v>
                </c:pt>
                <c:pt idx="2903">
                  <c:v>84.356917999999993</c:v>
                </c:pt>
                <c:pt idx="2904">
                  <c:v>84.275893999999994</c:v>
                </c:pt>
                <c:pt idx="2905">
                  <c:v>84.195044999999993</c:v>
                </c:pt>
                <c:pt idx="2906">
                  <c:v>84.114982999999995</c:v>
                </c:pt>
                <c:pt idx="2907">
                  <c:v>84.03537</c:v>
                </c:pt>
                <c:pt idx="2908">
                  <c:v>83.955399</c:v>
                </c:pt>
                <c:pt idx="2909">
                  <c:v>83.875076000000007</c:v>
                </c:pt>
                <c:pt idx="2910">
                  <c:v>83.792854000000005</c:v>
                </c:pt>
                <c:pt idx="2911">
                  <c:v>83.709479999999999</c:v>
                </c:pt>
                <c:pt idx="2912">
                  <c:v>83.625504000000006</c:v>
                </c:pt>
                <c:pt idx="2913">
                  <c:v>83.542182999999994</c:v>
                </c:pt>
                <c:pt idx="2914">
                  <c:v>83.460030000000003</c:v>
                </c:pt>
                <c:pt idx="2915">
                  <c:v>83.378967000000003</c:v>
                </c:pt>
                <c:pt idx="2916">
                  <c:v>83.299201999999994</c:v>
                </c:pt>
                <c:pt idx="2917">
                  <c:v>83.219887</c:v>
                </c:pt>
                <c:pt idx="2918">
                  <c:v>83.142464000000004</c:v>
                </c:pt>
                <c:pt idx="2919">
                  <c:v>83.066162000000006</c:v>
                </c:pt>
                <c:pt idx="2920">
                  <c:v>82.992348000000007</c:v>
                </c:pt>
                <c:pt idx="2921">
                  <c:v>82.919167000000002</c:v>
                </c:pt>
                <c:pt idx="2922">
                  <c:v>82.841971999999998</c:v>
                </c:pt>
                <c:pt idx="2923">
                  <c:v>82.759743</c:v>
                </c:pt>
                <c:pt idx="2924">
                  <c:v>82.673659999999998</c:v>
                </c:pt>
                <c:pt idx="2925">
                  <c:v>82.586928999999998</c:v>
                </c:pt>
                <c:pt idx="2926">
                  <c:v>82.500809000000004</c:v>
                </c:pt>
                <c:pt idx="2927">
                  <c:v>82.414435999999995</c:v>
                </c:pt>
                <c:pt idx="2928">
                  <c:v>82.327843000000001</c:v>
                </c:pt>
                <c:pt idx="2929">
                  <c:v>82.242019999999997</c:v>
                </c:pt>
                <c:pt idx="2930">
                  <c:v>82.157561999999999</c:v>
                </c:pt>
                <c:pt idx="2931">
                  <c:v>82.075530999999998</c:v>
                </c:pt>
                <c:pt idx="2932">
                  <c:v>81.996544</c:v>
                </c:pt>
                <c:pt idx="2933">
                  <c:v>81.921227000000002</c:v>
                </c:pt>
                <c:pt idx="2934">
                  <c:v>81.847351000000003</c:v>
                </c:pt>
                <c:pt idx="2935">
                  <c:v>81.773041000000006</c:v>
                </c:pt>
                <c:pt idx="2936">
                  <c:v>81.696785000000006</c:v>
                </c:pt>
                <c:pt idx="2937">
                  <c:v>81.619324000000006</c:v>
                </c:pt>
                <c:pt idx="2938">
                  <c:v>81.542770000000004</c:v>
                </c:pt>
                <c:pt idx="2939">
                  <c:v>81.470222000000007</c:v>
                </c:pt>
                <c:pt idx="2940">
                  <c:v>81.403305000000003</c:v>
                </c:pt>
                <c:pt idx="2941">
                  <c:v>81.339530999999994</c:v>
                </c:pt>
                <c:pt idx="2942">
                  <c:v>81.276702999999998</c:v>
                </c:pt>
                <c:pt idx="2943">
                  <c:v>81.213356000000005</c:v>
                </c:pt>
                <c:pt idx="2944">
                  <c:v>81.149849000000003</c:v>
                </c:pt>
                <c:pt idx="2945">
                  <c:v>81.087012999999999</c:v>
                </c:pt>
                <c:pt idx="2946">
                  <c:v>81.024338</c:v>
                </c:pt>
                <c:pt idx="2947">
                  <c:v>80.961517000000001</c:v>
                </c:pt>
                <c:pt idx="2948">
                  <c:v>80.898987000000005</c:v>
                </c:pt>
                <c:pt idx="2949">
                  <c:v>80.836242999999996</c:v>
                </c:pt>
                <c:pt idx="2950">
                  <c:v>80.772621000000001</c:v>
                </c:pt>
                <c:pt idx="2951">
                  <c:v>80.708648999999994</c:v>
                </c:pt>
                <c:pt idx="2952">
                  <c:v>80.645981000000006</c:v>
                </c:pt>
                <c:pt idx="2953">
                  <c:v>80.584793000000005</c:v>
                </c:pt>
                <c:pt idx="2954">
                  <c:v>80.524131999999994</c:v>
                </c:pt>
                <c:pt idx="2955">
                  <c:v>80.464187999999993</c:v>
                </c:pt>
                <c:pt idx="2956">
                  <c:v>80.405090000000001</c:v>
                </c:pt>
                <c:pt idx="2957">
                  <c:v>80.347014999999999</c:v>
                </c:pt>
                <c:pt idx="2958">
                  <c:v>80.290038999999993</c:v>
                </c:pt>
                <c:pt idx="2959">
                  <c:v>80.233788000000004</c:v>
                </c:pt>
                <c:pt idx="2960">
                  <c:v>80.178589000000002</c:v>
                </c:pt>
                <c:pt idx="2961">
                  <c:v>80.124672000000004</c:v>
                </c:pt>
                <c:pt idx="2962">
                  <c:v>80.071715999999995</c:v>
                </c:pt>
                <c:pt idx="2963">
                  <c:v>80.018883000000002</c:v>
                </c:pt>
                <c:pt idx="2964">
                  <c:v>79.966515000000001</c:v>
                </c:pt>
                <c:pt idx="2965">
                  <c:v>79.915329</c:v>
                </c:pt>
                <c:pt idx="2966">
                  <c:v>79.864952000000002</c:v>
                </c:pt>
                <c:pt idx="2967">
                  <c:v>79.814644000000001</c:v>
                </c:pt>
                <c:pt idx="2968">
                  <c:v>79.764938000000001</c:v>
                </c:pt>
                <c:pt idx="2969">
                  <c:v>79.71566</c:v>
                </c:pt>
                <c:pt idx="2970">
                  <c:v>79.666954000000004</c:v>
                </c:pt>
                <c:pt idx="2971">
                  <c:v>79.621498000000003</c:v>
                </c:pt>
                <c:pt idx="2972">
                  <c:v>79.579673999999997</c:v>
                </c:pt>
                <c:pt idx="2973">
                  <c:v>79.543921999999995</c:v>
                </c:pt>
                <c:pt idx="2974">
                  <c:v>79.514847000000003</c:v>
                </c:pt>
                <c:pt idx="2975">
                  <c:v>79.488631999999996</c:v>
                </c:pt>
                <c:pt idx="2976">
                  <c:v>79.460044999999994</c:v>
                </c:pt>
                <c:pt idx="2977">
                  <c:v>79.429114999999996</c:v>
                </c:pt>
                <c:pt idx="2978">
                  <c:v>79.397591000000006</c:v>
                </c:pt>
                <c:pt idx="2979">
                  <c:v>79.372185000000002</c:v>
                </c:pt>
                <c:pt idx="2980">
                  <c:v>79.350609000000006</c:v>
                </c:pt>
                <c:pt idx="2981">
                  <c:v>79.329329999999999</c:v>
                </c:pt>
                <c:pt idx="2982">
                  <c:v>79.336562999999998</c:v>
                </c:pt>
                <c:pt idx="2983">
                  <c:v>79.322777000000002</c:v>
                </c:pt>
                <c:pt idx="2984">
                  <c:v>79.299744000000004</c:v>
                </c:pt>
                <c:pt idx="2985">
                  <c:v>79.273887999999999</c:v>
                </c:pt>
                <c:pt idx="2986">
                  <c:v>79.248558000000003</c:v>
                </c:pt>
                <c:pt idx="2987">
                  <c:v>79.224777000000003</c:v>
                </c:pt>
                <c:pt idx="2988">
                  <c:v>79.199768000000006</c:v>
                </c:pt>
                <c:pt idx="2989">
                  <c:v>79.168464999999998</c:v>
                </c:pt>
                <c:pt idx="2990">
                  <c:v>79.130629999999996</c:v>
                </c:pt>
                <c:pt idx="2991">
                  <c:v>79.087829999999997</c:v>
                </c:pt>
                <c:pt idx="2992">
                  <c:v>79.041472999999996</c:v>
                </c:pt>
                <c:pt idx="2993">
                  <c:v>78.991600000000005</c:v>
                </c:pt>
                <c:pt idx="2994">
                  <c:v>78.937988000000004</c:v>
                </c:pt>
                <c:pt idx="2995">
                  <c:v>78.881302000000005</c:v>
                </c:pt>
                <c:pt idx="2996">
                  <c:v>78.823029000000005</c:v>
                </c:pt>
                <c:pt idx="2997">
                  <c:v>78.763869999999997</c:v>
                </c:pt>
                <c:pt idx="2998">
                  <c:v>78.706283999999997</c:v>
                </c:pt>
                <c:pt idx="2999">
                  <c:v>78.652428</c:v>
                </c:pt>
                <c:pt idx="3000">
                  <c:v>78.601371999999998</c:v>
                </c:pt>
                <c:pt idx="3001">
                  <c:v>78.551925999999995</c:v>
                </c:pt>
                <c:pt idx="3002">
                  <c:v>78.502990999999994</c:v>
                </c:pt>
                <c:pt idx="3003">
                  <c:v>78.453674000000007</c:v>
                </c:pt>
                <c:pt idx="3004">
                  <c:v>78.402901</c:v>
                </c:pt>
                <c:pt idx="3005">
                  <c:v>78.351685000000003</c:v>
                </c:pt>
                <c:pt idx="3006">
                  <c:v>78.298636999999999</c:v>
                </c:pt>
                <c:pt idx="3007">
                  <c:v>78.244536999999994</c:v>
                </c:pt>
                <c:pt idx="3008">
                  <c:v>78.192429000000004</c:v>
                </c:pt>
                <c:pt idx="3009">
                  <c:v>78.142700000000005</c:v>
                </c:pt>
                <c:pt idx="3010">
                  <c:v>78.094406000000006</c:v>
                </c:pt>
                <c:pt idx="3011">
                  <c:v>78.046554999999998</c:v>
                </c:pt>
                <c:pt idx="3012">
                  <c:v>77.991669000000002</c:v>
                </c:pt>
                <c:pt idx="3013">
                  <c:v>77.934539999999998</c:v>
                </c:pt>
                <c:pt idx="3014">
                  <c:v>77.880920000000003</c:v>
                </c:pt>
                <c:pt idx="3015">
                  <c:v>77.825691000000006</c:v>
                </c:pt>
                <c:pt idx="3016">
                  <c:v>77.795272999999995</c:v>
                </c:pt>
                <c:pt idx="3017">
                  <c:v>77.791770999999997</c:v>
                </c:pt>
                <c:pt idx="3018">
                  <c:v>77.798034999999999</c:v>
                </c:pt>
                <c:pt idx="3019">
                  <c:v>77.802268999999995</c:v>
                </c:pt>
                <c:pt idx="3020">
                  <c:v>77.797859000000003</c:v>
                </c:pt>
                <c:pt idx="3021">
                  <c:v>77.787719999999993</c:v>
                </c:pt>
                <c:pt idx="3022">
                  <c:v>77.773787999999996</c:v>
                </c:pt>
                <c:pt idx="3023">
                  <c:v>77.758835000000005</c:v>
                </c:pt>
                <c:pt idx="3024">
                  <c:v>77.743010999999996</c:v>
                </c:pt>
                <c:pt idx="3025">
                  <c:v>77.726685000000003</c:v>
                </c:pt>
                <c:pt idx="3026">
                  <c:v>77.709350999999998</c:v>
                </c:pt>
                <c:pt idx="3027">
                  <c:v>77.691162000000006</c:v>
                </c:pt>
                <c:pt idx="3028">
                  <c:v>77.672813000000005</c:v>
                </c:pt>
                <c:pt idx="3029">
                  <c:v>77.654335000000003</c:v>
                </c:pt>
                <c:pt idx="3030">
                  <c:v>77.636116000000001</c:v>
                </c:pt>
                <c:pt idx="3031">
                  <c:v>77.618201999999997</c:v>
                </c:pt>
                <c:pt idx="3032">
                  <c:v>77.599350000000001</c:v>
                </c:pt>
                <c:pt idx="3033">
                  <c:v>77.579719999999995</c:v>
                </c:pt>
                <c:pt idx="3034">
                  <c:v>77.560326000000003</c:v>
                </c:pt>
                <c:pt idx="3035">
                  <c:v>77.541779000000005</c:v>
                </c:pt>
                <c:pt idx="3036">
                  <c:v>77.523437999999999</c:v>
                </c:pt>
                <c:pt idx="3037">
                  <c:v>77.505356000000006</c:v>
                </c:pt>
                <c:pt idx="3038">
                  <c:v>77.487442000000001</c:v>
                </c:pt>
                <c:pt idx="3039">
                  <c:v>77.468727000000001</c:v>
                </c:pt>
                <c:pt idx="3040">
                  <c:v>77.448036000000002</c:v>
                </c:pt>
                <c:pt idx="3041">
                  <c:v>77.423644999999993</c:v>
                </c:pt>
                <c:pt idx="3042">
                  <c:v>77.393828999999997</c:v>
                </c:pt>
                <c:pt idx="3043">
                  <c:v>77.359825000000001</c:v>
                </c:pt>
                <c:pt idx="3044">
                  <c:v>77.324714999999998</c:v>
                </c:pt>
                <c:pt idx="3045">
                  <c:v>77.289390999999995</c:v>
                </c:pt>
                <c:pt idx="3046">
                  <c:v>77.255950999999996</c:v>
                </c:pt>
                <c:pt idx="3047">
                  <c:v>77.220969999999994</c:v>
                </c:pt>
                <c:pt idx="3048">
                  <c:v>77.181670999999994</c:v>
                </c:pt>
                <c:pt idx="3049">
                  <c:v>77.138167999999993</c:v>
                </c:pt>
                <c:pt idx="3050">
                  <c:v>77.090652000000006</c:v>
                </c:pt>
                <c:pt idx="3051">
                  <c:v>77.037193000000002</c:v>
                </c:pt>
                <c:pt idx="3052">
                  <c:v>76.978652999999994</c:v>
                </c:pt>
                <c:pt idx="3053">
                  <c:v>76.918593999999999</c:v>
                </c:pt>
                <c:pt idx="3054">
                  <c:v>76.857162000000002</c:v>
                </c:pt>
                <c:pt idx="3055">
                  <c:v>76.796036000000001</c:v>
                </c:pt>
                <c:pt idx="3056">
                  <c:v>76.735847000000007</c:v>
                </c:pt>
                <c:pt idx="3057">
                  <c:v>76.676108999999997</c:v>
                </c:pt>
                <c:pt idx="3058">
                  <c:v>76.618133999999998</c:v>
                </c:pt>
                <c:pt idx="3059">
                  <c:v>76.562568999999996</c:v>
                </c:pt>
                <c:pt idx="3060">
                  <c:v>76.509781000000004</c:v>
                </c:pt>
                <c:pt idx="3061">
                  <c:v>76.459502999999998</c:v>
                </c:pt>
                <c:pt idx="3062">
                  <c:v>76.408935999999997</c:v>
                </c:pt>
                <c:pt idx="3063">
                  <c:v>76.355773999999997</c:v>
                </c:pt>
                <c:pt idx="3064">
                  <c:v>76.299819999999997</c:v>
                </c:pt>
                <c:pt idx="3065">
                  <c:v>76.244545000000002</c:v>
                </c:pt>
                <c:pt idx="3066">
                  <c:v>76.190582000000006</c:v>
                </c:pt>
                <c:pt idx="3067">
                  <c:v>76.141991000000004</c:v>
                </c:pt>
                <c:pt idx="3068">
                  <c:v>76.098877000000002</c:v>
                </c:pt>
                <c:pt idx="3069">
                  <c:v>76.059096999999994</c:v>
                </c:pt>
                <c:pt idx="3070">
                  <c:v>76.021805000000001</c:v>
                </c:pt>
                <c:pt idx="3071">
                  <c:v>75.987021999999996</c:v>
                </c:pt>
                <c:pt idx="3072">
                  <c:v>75.953368999999995</c:v>
                </c:pt>
                <c:pt idx="3073">
                  <c:v>75.922484999999995</c:v>
                </c:pt>
                <c:pt idx="3074">
                  <c:v>75.895576000000005</c:v>
                </c:pt>
                <c:pt idx="3075">
                  <c:v>75.870575000000002</c:v>
                </c:pt>
                <c:pt idx="3076">
                  <c:v>75.845237999999995</c:v>
                </c:pt>
                <c:pt idx="3077">
                  <c:v>75.818862999999993</c:v>
                </c:pt>
                <c:pt idx="3078">
                  <c:v>75.791709999999995</c:v>
                </c:pt>
                <c:pt idx="3079">
                  <c:v>75.765152</c:v>
                </c:pt>
                <c:pt idx="3080">
                  <c:v>75.740020999999999</c:v>
                </c:pt>
                <c:pt idx="3081">
                  <c:v>75.715721000000002</c:v>
                </c:pt>
                <c:pt idx="3082">
                  <c:v>75.691917000000004</c:v>
                </c:pt>
                <c:pt idx="3083">
                  <c:v>75.668518000000006</c:v>
                </c:pt>
                <c:pt idx="3084">
                  <c:v>75.645202999999995</c:v>
                </c:pt>
                <c:pt idx="3085">
                  <c:v>75.621429000000006</c:v>
                </c:pt>
                <c:pt idx="3086">
                  <c:v>75.597083999999995</c:v>
                </c:pt>
                <c:pt idx="3087">
                  <c:v>75.571906999999996</c:v>
                </c:pt>
                <c:pt idx="3088">
                  <c:v>75.546424999999999</c:v>
                </c:pt>
                <c:pt idx="3089">
                  <c:v>75.519737000000006</c:v>
                </c:pt>
                <c:pt idx="3090">
                  <c:v>75.491485999999995</c:v>
                </c:pt>
                <c:pt idx="3091">
                  <c:v>75.463959000000003</c:v>
                </c:pt>
                <c:pt idx="3092">
                  <c:v>75.437697999999997</c:v>
                </c:pt>
                <c:pt idx="3093">
                  <c:v>75.409569000000005</c:v>
                </c:pt>
                <c:pt idx="3094">
                  <c:v>75.378783999999996</c:v>
                </c:pt>
                <c:pt idx="3095">
                  <c:v>75.347633000000002</c:v>
                </c:pt>
                <c:pt idx="3096">
                  <c:v>75.317322000000004</c:v>
                </c:pt>
                <c:pt idx="3097">
                  <c:v>75.288680999999997</c:v>
                </c:pt>
                <c:pt idx="3098">
                  <c:v>75.263107000000005</c:v>
                </c:pt>
                <c:pt idx="3099">
                  <c:v>75.239265000000003</c:v>
                </c:pt>
                <c:pt idx="3100">
                  <c:v>75.214554000000007</c:v>
                </c:pt>
                <c:pt idx="3101">
                  <c:v>75.187186999999994</c:v>
                </c:pt>
                <c:pt idx="3102">
                  <c:v>75.158400999999998</c:v>
                </c:pt>
                <c:pt idx="3103">
                  <c:v>75.130768000000003</c:v>
                </c:pt>
                <c:pt idx="3104">
                  <c:v>75.104918999999995</c:v>
                </c:pt>
                <c:pt idx="3105">
                  <c:v>75.080039999999997</c:v>
                </c:pt>
                <c:pt idx="3106">
                  <c:v>75.055465999999996</c:v>
                </c:pt>
                <c:pt idx="3107">
                  <c:v>75.031661999999997</c:v>
                </c:pt>
                <c:pt idx="3108">
                  <c:v>75.008910999999998</c:v>
                </c:pt>
                <c:pt idx="3109">
                  <c:v>74.986098999999996</c:v>
                </c:pt>
                <c:pt idx="3110">
                  <c:v>74.962981999999997</c:v>
                </c:pt>
                <c:pt idx="3111">
                  <c:v>74.940155000000004</c:v>
                </c:pt>
                <c:pt idx="3112">
                  <c:v>74.918334999999999</c:v>
                </c:pt>
                <c:pt idx="3113">
                  <c:v>74.897278</c:v>
                </c:pt>
                <c:pt idx="3114">
                  <c:v>74.876876999999993</c:v>
                </c:pt>
                <c:pt idx="3115">
                  <c:v>74.857132000000007</c:v>
                </c:pt>
                <c:pt idx="3116">
                  <c:v>74.837326000000004</c:v>
                </c:pt>
                <c:pt idx="3117">
                  <c:v>74.816826000000006</c:v>
                </c:pt>
                <c:pt idx="3118">
                  <c:v>74.795829999999995</c:v>
                </c:pt>
                <c:pt idx="3119">
                  <c:v>74.774863999999994</c:v>
                </c:pt>
                <c:pt idx="3120">
                  <c:v>74.753967000000003</c:v>
                </c:pt>
                <c:pt idx="3121">
                  <c:v>74.732010000000002</c:v>
                </c:pt>
                <c:pt idx="3122">
                  <c:v>74.708816999999996</c:v>
                </c:pt>
                <c:pt idx="3123">
                  <c:v>74.684898000000004</c:v>
                </c:pt>
                <c:pt idx="3124">
                  <c:v>74.658966000000007</c:v>
                </c:pt>
                <c:pt idx="3125">
                  <c:v>74.632469</c:v>
                </c:pt>
                <c:pt idx="3126">
                  <c:v>74.603408999999999</c:v>
                </c:pt>
                <c:pt idx="3127">
                  <c:v>74.570610000000002</c:v>
                </c:pt>
                <c:pt idx="3128">
                  <c:v>74.535033999999996</c:v>
                </c:pt>
                <c:pt idx="3129">
                  <c:v>74.498092999999997</c:v>
                </c:pt>
                <c:pt idx="3130">
                  <c:v>74.457740999999999</c:v>
                </c:pt>
                <c:pt idx="3131">
                  <c:v>74.413521000000003</c:v>
                </c:pt>
                <c:pt idx="3132">
                  <c:v>74.361542</c:v>
                </c:pt>
                <c:pt idx="3133">
                  <c:v>74.302443999999994</c:v>
                </c:pt>
                <c:pt idx="3134">
                  <c:v>74.242492999999996</c:v>
                </c:pt>
                <c:pt idx="3135">
                  <c:v>74.179855000000003</c:v>
                </c:pt>
                <c:pt idx="3136">
                  <c:v>74.115509000000003</c:v>
                </c:pt>
                <c:pt idx="3137">
                  <c:v>74.051192999999998</c:v>
                </c:pt>
                <c:pt idx="3138">
                  <c:v>73.986655999999996</c:v>
                </c:pt>
                <c:pt idx="3139">
                  <c:v>73.921836999999996</c:v>
                </c:pt>
                <c:pt idx="3140">
                  <c:v>73.857460000000003</c:v>
                </c:pt>
                <c:pt idx="3141">
                  <c:v>73.793762000000001</c:v>
                </c:pt>
                <c:pt idx="3142">
                  <c:v>73.731246999999996</c:v>
                </c:pt>
                <c:pt idx="3143">
                  <c:v>73.672652999999997</c:v>
                </c:pt>
                <c:pt idx="3144">
                  <c:v>73.618140999999994</c:v>
                </c:pt>
                <c:pt idx="3145">
                  <c:v>73.562270999999996</c:v>
                </c:pt>
                <c:pt idx="3146">
                  <c:v>73.501434000000003</c:v>
                </c:pt>
                <c:pt idx="3147">
                  <c:v>73.438621999999995</c:v>
                </c:pt>
                <c:pt idx="3148">
                  <c:v>73.376022000000006</c:v>
                </c:pt>
                <c:pt idx="3149">
                  <c:v>73.313514999999995</c:v>
                </c:pt>
                <c:pt idx="3150">
                  <c:v>73.251403999999994</c:v>
                </c:pt>
                <c:pt idx="3151">
                  <c:v>73.189919000000003</c:v>
                </c:pt>
                <c:pt idx="3152">
                  <c:v>73.129135000000005</c:v>
                </c:pt>
                <c:pt idx="3153">
                  <c:v>73.071158999999994</c:v>
                </c:pt>
                <c:pt idx="3154">
                  <c:v>73.019424000000001</c:v>
                </c:pt>
                <c:pt idx="3155">
                  <c:v>72.973297000000002</c:v>
                </c:pt>
                <c:pt idx="3156">
                  <c:v>72.925674000000001</c:v>
                </c:pt>
                <c:pt idx="3157">
                  <c:v>72.873489000000006</c:v>
                </c:pt>
                <c:pt idx="3158">
                  <c:v>72.820671000000004</c:v>
                </c:pt>
                <c:pt idx="3159">
                  <c:v>72.771964999999994</c:v>
                </c:pt>
                <c:pt idx="3160">
                  <c:v>72.727012999999999</c:v>
                </c:pt>
                <c:pt idx="3161">
                  <c:v>72.682227999999995</c:v>
                </c:pt>
                <c:pt idx="3162">
                  <c:v>72.637221999999994</c:v>
                </c:pt>
                <c:pt idx="3163">
                  <c:v>72.593063000000001</c:v>
                </c:pt>
                <c:pt idx="3164">
                  <c:v>72.549155999999996</c:v>
                </c:pt>
                <c:pt idx="3165">
                  <c:v>72.505179999999996</c:v>
                </c:pt>
                <c:pt idx="3166">
                  <c:v>72.461189000000005</c:v>
                </c:pt>
                <c:pt idx="3167">
                  <c:v>72.416115000000005</c:v>
                </c:pt>
                <c:pt idx="3168">
                  <c:v>72.368744000000007</c:v>
                </c:pt>
                <c:pt idx="3169">
                  <c:v>72.317543000000001</c:v>
                </c:pt>
                <c:pt idx="3170">
                  <c:v>72.259636</c:v>
                </c:pt>
                <c:pt idx="3171">
                  <c:v>72.200882000000007</c:v>
                </c:pt>
                <c:pt idx="3172">
                  <c:v>72.144401999999999</c:v>
                </c:pt>
                <c:pt idx="3173">
                  <c:v>72.093673999999993</c:v>
                </c:pt>
                <c:pt idx="3174">
                  <c:v>72.052100999999993</c:v>
                </c:pt>
                <c:pt idx="3175">
                  <c:v>72.019081</c:v>
                </c:pt>
                <c:pt idx="3176">
                  <c:v>71.986885000000001</c:v>
                </c:pt>
                <c:pt idx="3177">
                  <c:v>71.951644999999999</c:v>
                </c:pt>
                <c:pt idx="3178">
                  <c:v>71.913337999999996</c:v>
                </c:pt>
                <c:pt idx="3179">
                  <c:v>71.872673000000006</c:v>
                </c:pt>
                <c:pt idx="3180">
                  <c:v>71.830505000000002</c:v>
                </c:pt>
                <c:pt idx="3181">
                  <c:v>71.789574000000002</c:v>
                </c:pt>
                <c:pt idx="3182">
                  <c:v>71.751082999999994</c:v>
                </c:pt>
                <c:pt idx="3183">
                  <c:v>71.716942000000003</c:v>
                </c:pt>
                <c:pt idx="3184">
                  <c:v>71.689223999999996</c:v>
                </c:pt>
                <c:pt idx="3185">
                  <c:v>71.665694999999999</c:v>
                </c:pt>
                <c:pt idx="3186">
                  <c:v>71.644874999999999</c:v>
                </c:pt>
                <c:pt idx="3187">
                  <c:v>71.623810000000006</c:v>
                </c:pt>
                <c:pt idx="3188">
                  <c:v>71.599861000000004</c:v>
                </c:pt>
                <c:pt idx="3189">
                  <c:v>71.569739999999996</c:v>
                </c:pt>
                <c:pt idx="3190">
                  <c:v>71.534698000000006</c:v>
                </c:pt>
                <c:pt idx="3191">
                  <c:v>71.497337000000002</c:v>
                </c:pt>
                <c:pt idx="3192">
                  <c:v>71.463142000000005</c:v>
                </c:pt>
                <c:pt idx="3193">
                  <c:v>71.432091</c:v>
                </c:pt>
                <c:pt idx="3194">
                  <c:v>71.401283000000006</c:v>
                </c:pt>
                <c:pt idx="3195">
                  <c:v>71.369147999999996</c:v>
                </c:pt>
                <c:pt idx="3196">
                  <c:v>71.337081999999995</c:v>
                </c:pt>
                <c:pt idx="3197">
                  <c:v>71.305847</c:v>
                </c:pt>
                <c:pt idx="3198">
                  <c:v>71.274574000000001</c:v>
                </c:pt>
                <c:pt idx="3199">
                  <c:v>71.241692</c:v>
                </c:pt>
                <c:pt idx="3200">
                  <c:v>71.205742000000001</c:v>
                </c:pt>
                <c:pt idx="3201">
                  <c:v>71.166579999999996</c:v>
                </c:pt>
                <c:pt idx="3202">
                  <c:v>71.126227999999998</c:v>
                </c:pt>
                <c:pt idx="3203">
                  <c:v>71.086608999999996</c:v>
                </c:pt>
                <c:pt idx="3204">
                  <c:v>71.048088000000007</c:v>
                </c:pt>
                <c:pt idx="3205">
                  <c:v>71.010040000000004</c:v>
                </c:pt>
                <c:pt idx="3206">
                  <c:v>70.976906</c:v>
                </c:pt>
                <c:pt idx="3207">
                  <c:v>70.947624000000005</c:v>
                </c:pt>
                <c:pt idx="3208">
                  <c:v>70.922111999999998</c:v>
                </c:pt>
                <c:pt idx="3209">
                  <c:v>70.893378999999996</c:v>
                </c:pt>
                <c:pt idx="3210">
                  <c:v>70.859390000000005</c:v>
                </c:pt>
                <c:pt idx="3211">
                  <c:v>70.820824000000002</c:v>
                </c:pt>
                <c:pt idx="3212">
                  <c:v>70.781661999999997</c:v>
                </c:pt>
                <c:pt idx="3213">
                  <c:v>70.740547000000007</c:v>
                </c:pt>
                <c:pt idx="3214">
                  <c:v>70.698562999999993</c:v>
                </c:pt>
                <c:pt idx="3215">
                  <c:v>70.650658000000007</c:v>
                </c:pt>
                <c:pt idx="3216">
                  <c:v>70.595984999999999</c:v>
                </c:pt>
                <c:pt idx="3217">
                  <c:v>70.541595000000001</c:v>
                </c:pt>
                <c:pt idx="3218">
                  <c:v>70.488686000000001</c:v>
                </c:pt>
                <c:pt idx="3219">
                  <c:v>70.436249000000004</c:v>
                </c:pt>
                <c:pt idx="3220">
                  <c:v>70.387871000000004</c:v>
                </c:pt>
                <c:pt idx="3221">
                  <c:v>70.346642000000003</c:v>
                </c:pt>
                <c:pt idx="3222">
                  <c:v>70.311858999999998</c:v>
                </c:pt>
                <c:pt idx="3223">
                  <c:v>70.283455000000004</c:v>
                </c:pt>
                <c:pt idx="3224">
                  <c:v>70.260208000000006</c:v>
                </c:pt>
                <c:pt idx="3225">
                  <c:v>70.241257000000004</c:v>
                </c:pt>
                <c:pt idx="3226">
                  <c:v>70.224106000000006</c:v>
                </c:pt>
                <c:pt idx="3227">
                  <c:v>70.207320999999993</c:v>
                </c:pt>
                <c:pt idx="3228">
                  <c:v>70.189880000000002</c:v>
                </c:pt>
                <c:pt idx="3229">
                  <c:v>70.172379000000006</c:v>
                </c:pt>
                <c:pt idx="3230">
                  <c:v>70.155379999999994</c:v>
                </c:pt>
                <c:pt idx="3231">
                  <c:v>70.137466000000003</c:v>
                </c:pt>
                <c:pt idx="3232">
                  <c:v>70.118538000000001</c:v>
                </c:pt>
                <c:pt idx="3233">
                  <c:v>70.099800000000002</c:v>
                </c:pt>
                <c:pt idx="3234">
                  <c:v>70.082069000000004</c:v>
                </c:pt>
                <c:pt idx="3235">
                  <c:v>70.063957000000002</c:v>
                </c:pt>
                <c:pt idx="3236">
                  <c:v>70.046370999999994</c:v>
                </c:pt>
                <c:pt idx="3237">
                  <c:v>70.029563999999993</c:v>
                </c:pt>
                <c:pt idx="3238">
                  <c:v>70.012680000000003</c:v>
                </c:pt>
                <c:pt idx="3239">
                  <c:v>69.996262000000002</c:v>
                </c:pt>
                <c:pt idx="3240">
                  <c:v>69.979941999999994</c:v>
                </c:pt>
                <c:pt idx="3241">
                  <c:v>69.963714999999993</c:v>
                </c:pt>
                <c:pt idx="3242">
                  <c:v>69.94735</c:v>
                </c:pt>
                <c:pt idx="3243">
                  <c:v>69.930580000000006</c:v>
                </c:pt>
                <c:pt idx="3244">
                  <c:v>69.913239000000004</c:v>
                </c:pt>
                <c:pt idx="3245">
                  <c:v>69.896202000000002</c:v>
                </c:pt>
                <c:pt idx="3246">
                  <c:v>69.877335000000002</c:v>
                </c:pt>
                <c:pt idx="3247">
                  <c:v>69.855987999999996</c:v>
                </c:pt>
                <c:pt idx="3248">
                  <c:v>69.832840000000004</c:v>
                </c:pt>
                <c:pt idx="3249">
                  <c:v>69.809898000000004</c:v>
                </c:pt>
                <c:pt idx="3250">
                  <c:v>69.788726999999994</c:v>
                </c:pt>
                <c:pt idx="3251">
                  <c:v>69.767714999999995</c:v>
                </c:pt>
                <c:pt idx="3252">
                  <c:v>69.742851000000002</c:v>
                </c:pt>
                <c:pt idx="3253">
                  <c:v>69.713736999999995</c:v>
                </c:pt>
                <c:pt idx="3254">
                  <c:v>69.685569999999998</c:v>
                </c:pt>
                <c:pt idx="3255">
                  <c:v>69.661475999999993</c:v>
                </c:pt>
                <c:pt idx="3256">
                  <c:v>69.637016000000003</c:v>
                </c:pt>
                <c:pt idx="3257">
                  <c:v>69.612091000000007</c:v>
                </c:pt>
                <c:pt idx="3258">
                  <c:v>69.589134000000001</c:v>
                </c:pt>
                <c:pt idx="3259">
                  <c:v>69.569839000000002</c:v>
                </c:pt>
                <c:pt idx="3260">
                  <c:v>69.550629000000001</c:v>
                </c:pt>
                <c:pt idx="3261">
                  <c:v>69.528274999999994</c:v>
                </c:pt>
                <c:pt idx="3262">
                  <c:v>69.504752999999994</c:v>
                </c:pt>
                <c:pt idx="3263">
                  <c:v>69.479384999999994</c:v>
                </c:pt>
                <c:pt idx="3264">
                  <c:v>69.452849999999998</c:v>
                </c:pt>
                <c:pt idx="3265">
                  <c:v>69.427605</c:v>
                </c:pt>
                <c:pt idx="3266">
                  <c:v>69.400802999999996</c:v>
                </c:pt>
                <c:pt idx="3267">
                  <c:v>69.369704999999996</c:v>
                </c:pt>
                <c:pt idx="3268">
                  <c:v>69.337340999999995</c:v>
                </c:pt>
                <c:pt idx="3269">
                  <c:v>69.307311999999996</c:v>
                </c:pt>
                <c:pt idx="3270">
                  <c:v>69.276664999999994</c:v>
                </c:pt>
                <c:pt idx="3271">
                  <c:v>69.242264000000006</c:v>
                </c:pt>
                <c:pt idx="3272">
                  <c:v>69.204597000000007</c:v>
                </c:pt>
                <c:pt idx="3273">
                  <c:v>69.165374999999997</c:v>
                </c:pt>
                <c:pt idx="3274">
                  <c:v>69.125007999999994</c:v>
                </c:pt>
                <c:pt idx="3275">
                  <c:v>69.083534</c:v>
                </c:pt>
                <c:pt idx="3276">
                  <c:v>69.047195000000002</c:v>
                </c:pt>
                <c:pt idx="3277">
                  <c:v>69.020493000000002</c:v>
                </c:pt>
                <c:pt idx="3278">
                  <c:v>68.992896999999999</c:v>
                </c:pt>
                <c:pt idx="3279">
                  <c:v>68.958968999999996</c:v>
                </c:pt>
                <c:pt idx="3280">
                  <c:v>68.919692999999995</c:v>
                </c:pt>
                <c:pt idx="3281">
                  <c:v>68.883080000000007</c:v>
                </c:pt>
                <c:pt idx="3282">
                  <c:v>68.849273999999994</c:v>
                </c:pt>
                <c:pt idx="3283">
                  <c:v>68.82029</c:v>
                </c:pt>
                <c:pt idx="3284">
                  <c:v>68.792122000000006</c:v>
                </c:pt>
                <c:pt idx="3285">
                  <c:v>68.762107999999998</c:v>
                </c:pt>
                <c:pt idx="3286">
                  <c:v>68.733436999999995</c:v>
                </c:pt>
                <c:pt idx="3287">
                  <c:v>68.706778999999997</c:v>
                </c:pt>
                <c:pt idx="3288">
                  <c:v>68.678641999999996</c:v>
                </c:pt>
                <c:pt idx="3289">
                  <c:v>68.647223999999994</c:v>
                </c:pt>
                <c:pt idx="3290">
                  <c:v>68.615273000000002</c:v>
                </c:pt>
                <c:pt idx="3291">
                  <c:v>68.585471999999996</c:v>
                </c:pt>
                <c:pt idx="3292">
                  <c:v>68.559798999999998</c:v>
                </c:pt>
                <c:pt idx="3293">
                  <c:v>68.537766000000005</c:v>
                </c:pt>
                <c:pt idx="3294">
                  <c:v>68.513465999999994</c:v>
                </c:pt>
                <c:pt idx="3295">
                  <c:v>68.484390000000005</c:v>
                </c:pt>
                <c:pt idx="3296">
                  <c:v>68.452033999999998</c:v>
                </c:pt>
                <c:pt idx="3297">
                  <c:v>68.418059999999997</c:v>
                </c:pt>
                <c:pt idx="3298">
                  <c:v>68.380547000000007</c:v>
                </c:pt>
                <c:pt idx="3299">
                  <c:v>68.339752000000004</c:v>
                </c:pt>
                <c:pt idx="3300">
                  <c:v>68.297545999999997</c:v>
                </c:pt>
                <c:pt idx="3301">
                  <c:v>68.254974000000004</c:v>
                </c:pt>
                <c:pt idx="3302">
                  <c:v>68.212646000000007</c:v>
                </c:pt>
                <c:pt idx="3303">
                  <c:v>68.170151000000004</c:v>
                </c:pt>
                <c:pt idx="3304">
                  <c:v>68.127555999999998</c:v>
                </c:pt>
                <c:pt idx="3305">
                  <c:v>68.084632999999997</c:v>
                </c:pt>
                <c:pt idx="3306">
                  <c:v>68.042823999999996</c:v>
                </c:pt>
                <c:pt idx="3307">
                  <c:v>68.010986000000003</c:v>
                </c:pt>
                <c:pt idx="3308">
                  <c:v>67.987610000000004</c:v>
                </c:pt>
                <c:pt idx="3309">
                  <c:v>67.976753000000002</c:v>
                </c:pt>
                <c:pt idx="3310">
                  <c:v>67.965439000000003</c:v>
                </c:pt>
                <c:pt idx="3311">
                  <c:v>67.953216999999995</c:v>
                </c:pt>
                <c:pt idx="3312">
                  <c:v>67.942031999999998</c:v>
                </c:pt>
                <c:pt idx="3313">
                  <c:v>67.931290000000004</c:v>
                </c:pt>
                <c:pt idx="3314">
                  <c:v>67.919303999999997</c:v>
                </c:pt>
                <c:pt idx="3315">
                  <c:v>67.908378999999996</c:v>
                </c:pt>
                <c:pt idx="3316">
                  <c:v>67.900306999999998</c:v>
                </c:pt>
                <c:pt idx="3317">
                  <c:v>67.895720999999995</c:v>
                </c:pt>
                <c:pt idx="3318">
                  <c:v>67.899231</c:v>
                </c:pt>
                <c:pt idx="3319">
                  <c:v>67.902343999999999</c:v>
                </c:pt>
                <c:pt idx="3320">
                  <c:v>67.903908000000001</c:v>
                </c:pt>
                <c:pt idx="3321">
                  <c:v>67.904442000000003</c:v>
                </c:pt>
                <c:pt idx="3322">
                  <c:v>67.904221000000007</c:v>
                </c:pt>
                <c:pt idx="3323">
                  <c:v>67.903548999999998</c:v>
                </c:pt>
                <c:pt idx="3324">
                  <c:v>67.902679000000006</c:v>
                </c:pt>
                <c:pt idx="3325">
                  <c:v>67.901687999999993</c:v>
                </c:pt>
                <c:pt idx="3326">
                  <c:v>67.900741999999994</c:v>
                </c:pt>
                <c:pt idx="3327">
                  <c:v>67.899688999999995</c:v>
                </c:pt>
                <c:pt idx="3328">
                  <c:v>67.898696999999999</c:v>
                </c:pt>
                <c:pt idx="3329">
                  <c:v>67.897864999999996</c:v>
                </c:pt>
                <c:pt idx="3330">
                  <c:v>67.897079000000005</c:v>
                </c:pt>
                <c:pt idx="3331">
                  <c:v>67.896439000000001</c:v>
                </c:pt>
                <c:pt idx="3332">
                  <c:v>67.895820999999998</c:v>
                </c:pt>
                <c:pt idx="3333">
                  <c:v>67.895240999999999</c:v>
                </c:pt>
                <c:pt idx="3334">
                  <c:v>67.894797999999994</c:v>
                </c:pt>
                <c:pt idx="3335">
                  <c:v>67.894362999999998</c:v>
                </c:pt>
                <c:pt idx="3336">
                  <c:v>67.893974</c:v>
                </c:pt>
                <c:pt idx="3337">
                  <c:v>67.893623000000005</c:v>
                </c:pt>
                <c:pt idx="3338">
                  <c:v>67.893416999999999</c:v>
                </c:pt>
                <c:pt idx="3339">
                  <c:v>67.893271999999996</c:v>
                </c:pt>
                <c:pt idx="3340">
                  <c:v>67.893234000000007</c:v>
                </c:pt>
                <c:pt idx="3341">
                  <c:v>67.893051</c:v>
                </c:pt>
                <c:pt idx="3342">
                  <c:v>67.892707999999999</c:v>
                </c:pt>
                <c:pt idx="3343">
                  <c:v>67.892227000000005</c:v>
                </c:pt>
                <c:pt idx="3344">
                  <c:v>67.891448999999994</c:v>
                </c:pt>
                <c:pt idx="3345">
                  <c:v>67.890488000000005</c:v>
                </c:pt>
                <c:pt idx="3346">
                  <c:v>67.889022999999995</c:v>
                </c:pt>
                <c:pt idx="3347">
                  <c:v>67.887282999999996</c:v>
                </c:pt>
                <c:pt idx="3348">
                  <c:v>67.885452000000001</c:v>
                </c:pt>
                <c:pt idx="3349">
                  <c:v>67.883422999999993</c:v>
                </c:pt>
                <c:pt idx="3350">
                  <c:v>67.881477000000004</c:v>
                </c:pt>
                <c:pt idx="3351">
                  <c:v>67.879738000000003</c:v>
                </c:pt>
                <c:pt idx="3352">
                  <c:v>67.877853000000002</c:v>
                </c:pt>
                <c:pt idx="3353">
                  <c:v>67.876266000000001</c:v>
                </c:pt>
                <c:pt idx="3354">
                  <c:v>67.874595999999997</c:v>
                </c:pt>
                <c:pt idx="3355">
                  <c:v>67.872864000000007</c:v>
                </c:pt>
                <c:pt idx="3356">
                  <c:v>67.871161999999998</c:v>
                </c:pt>
                <c:pt idx="3357">
                  <c:v>67.869774000000007</c:v>
                </c:pt>
                <c:pt idx="3358">
                  <c:v>67.868362000000005</c:v>
                </c:pt>
                <c:pt idx="3359">
                  <c:v>67.867455000000007</c:v>
                </c:pt>
                <c:pt idx="3360">
                  <c:v>67.866012999999995</c:v>
                </c:pt>
                <c:pt idx="3361">
                  <c:v>67.864883000000006</c:v>
                </c:pt>
                <c:pt idx="3362">
                  <c:v>67.863784999999993</c:v>
                </c:pt>
                <c:pt idx="3363">
                  <c:v>67.862388999999993</c:v>
                </c:pt>
                <c:pt idx="3364">
                  <c:v>67.860862999999995</c:v>
                </c:pt>
                <c:pt idx="3365">
                  <c:v>67.859589</c:v>
                </c:pt>
                <c:pt idx="3366">
                  <c:v>67.858260999999999</c:v>
                </c:pt>
                <c:pt idx="3367">
                  <c:v>67.857192999999995</c:v>
                </c:pt>
                <c:pt idx="3368">
                  <c:v>67.856148000000005</c:v>
                </c:pt>
                <c:pt idx="3369">
                  <c:v>67.854979999999998</c:v>
                </c:pt>
                <c:pt idx="3370">
                  <c:v>67.854004000000003</c:v>
                </c:pt>
                <c:pt idx="3371">
                  <c:v>67.852821000000006</c:v>
                </c:pt>
                <c:pt idx="3372">
                  <c:v>67.851562999999999</c:v>
                </c:pt>
                <c:pt idx="3373">
                  <c:v>67.850104999999999</c:v>
                </c:pt>
                <c:pt idx="3374">
                  <c:v>67.848586999999995</c:v>
                </c:pt>
                <c:pt idx="3375">
                  <c:v>67.846953999999997</c:v>
                </c:pt>
                <c:pt idx="3376">
                  <c:v>67.845473999999996</c:v>
                </c:pt>
                <c:pt idx="3377">
                  <c:v>67.843658000000005</c:v>
                </c:pt>
                <c:pt idx="3378">
                  <c:v>67.842162999999999</c:v>
                </c:pt>
                <c:pt idx="3379">
                  <c:v>67.840537999999995</c:v>
                </c:pt>
                <c:pt idx="3380">
                  <c:v>67.838973999999993</c:v>
                </c:pt>
                <c:pt idx="3381">
                  <c:v>67.837272999999996</c:v>
                </c:pt>
                <c:pt idx="3382">
                  <c:v>67.835982999999999</c:v>
                </c:pt>
                <c:pt idx="3383">
                  <c:v>67.834602000000004</c:v>
                </c:pt>
                <c:pt idx="3384">
                  <c:v>67.833434999999994</c:v>
                </c:pt>
                <c:pt idx="3385">
                  <c:v>67.832474000000005</c:v>
                </c:pt>
                <c:pt idx="3386">
                  <c:v>67.831856000000002</c:v>
                </c:pt>
                <c:pt idx="3387">
                  <c:v>67.831023999999999</c:v>
                </c:pt>
                <c:pt idx="3388">
                  <c:v>67.830185</c:v>
                </c:pt>
                <c:pt idx="3389">
                  <c:v>67.829041000000004</c:v>
                </c:pt>
                <c:pt idx="3390">
                  <c:v>67.828048999999993</c:v>
                </c:pt>
                <c:pt idx="3391">
                  <c:v>67.826865999999995</c:v>
                </c:pt>
                <c:pt idx="3392">
                  <c:v>67.825789999999998</c:v>
                </c:pt>
                <c:pt idx="3393">
                  <c:v>67.824409000000003</c:v>
                </c:pt>
                <c:pt idx="3394">
                  <c:v>67.822929000000002</c:v>
                </c:pt>
                <c:pt idx="3395">
                  <c:v>67.821556000000001</c:v>
                </c:pt>
                <c:pt idx="3396">
                  <c:v>67.820037999999997</c:v>
                </c:pt>
                <c:pt idx="3397">
                  <c:v>67.818725999999998</c:v>
                </c:pt>
                <c:pt idx="3398">
                  <c:v>67.817183999999997</c:v>
                </c:pt>
                <c:pt idx="3399">
                  <c:v>67.815819000000005</c:v>
                </c:pt>
                <c:pt idx="3400">
                  <c:v>67.814171000000002</c:v>
                </c:pt>
                <c:pt idx="3401">
                  <c:v>67.812515000000005</c:v>
                </c:pt>
                <c:pt idx="3402">
                  <c:v>67.810844000000003</c:v>
                </c:pt>
                <c:pt idx="3403">
                  <c:v>67.809387000000001</c:v>
                </c:pt>
                <c:pt idx="3404">
                  <c:v>67.807998999999995</c:v>
                </c:pt>
                <c:pt idx="3405">
                  <c:v>67.806861999999995</c:v>
                </c:pt>
                <c:pt idx="3406">
                  <c:v>67.806168</c:v>
                </c:pt>
                <c:pt idx="3407">
                  <c:v>67.805374</c:v>
                </c:pt>
                <c:pt idx="3408">
                  <c:v>67.804610999999994</c:v>
                </c:pt>
                <c:pt idx="3409">
                  <c:v>67.803725999999997</c:v>
                </c:pt>
                <c:pt idx="3410">
                  <c:v>67.802543999999997</c:v>
                </c:pt>
                <c:pt idx="3411">
                  <c:v>67.801292000000004</c:v>
                </c:pt>
                <c:pt idx="3412">
                  <c:v>67.799933999999993</c:v>
                </c:pt>
                <c:pt idx="3413">
                  <c:v>67.798385999999994</c:v>
                </c:pt>
                <c:pt idx="3414">
                  <c:v>67.796927999999994</c:v>
                </c:pt>
                <c:pt idx="3415">
                  <c:v>67.795295999999993</c:v>
                </c:pt>
                <c:pt idx="3416">
                  <c:v>67.793777000000006</c:v>
                </c:pt>
                <c:pt idx="3417">
                  <c:v>67.792236000000003</c:v>
                </c:pt>
                <c:pt idx="3418">
                  <c:v>67.790970000000002</c:v>
                </c:pt>
                <c:pt idx="3419">
                  <c:v>67.789580999999998</c:v>
                </c:pt>
                <c:pt idx="3420">
                  <c:v>67.788444999999996</c:v>
                </c:pt>
                <c:pt idx="3421">
                  <c:v>67.787414999999996</c:v>
                </c:pt>
                <c:pt idx="3422">
                  <c:v>67.786445999999998</c:v>
                </c:pt>
                <c:pt idx="3423">
                  <c:v>67.785331999999997</c:v>
                </c:pt>
                <c:pt idx="3424">
                  <c:v>67.784378000000004</c:v>
                </c:pt>
                <c:pt idx="3425">
                  <c:v>67.783089000000004</c:v>
                </c:pt>
                <c:pt idx="3426">
                  <c:v>67.781882999999993</c:v>
                </c:pt>
                <c:pt idx="3427">
                  <c:v>67.775069999999999</c:v>
                </c:pt>
                <c:pt idx="3428">
                  <c:v>67.762459000000007</c:v>
                </c:pt>
                <c:pt idx="3429">
                  <c:v>67.746955999999997</c:v>
                </c:pt>
                <c:pt idx="3430">
                  <c:v>67.739707999999993</c:v>
                </c:pt>
                <c:pt idx="3431">
                  <c:v>67.736771000000005</c:v>
                </c:pt>
                <c:pt idx="3432">
                  <c:v>67.734549999999999</c:v>
                </c:pt>
                <c:pt idx="3433">
                  <c:v>67.732658000000001</c:v>
                </c:pt>
                <c:pt idx="3434">
                  <c:v>67.730857999999998</c:v>
                </c:pt>
                <c:pt idx="3435">
                  <c:v>67.728950999999995</c:v>
                </c:pt>
                <c:pt idx="3436">
                  <c:v>67.727264000000005</c:v>
                </c:pt>
                <c:pt idx="3437">
                  <c:v>67.725409999999997</c:v>
                </c:pt>
                <c:pt idx="3438">
                  <c:v>67.723952999999995</c:v>
                </c:pt>
                <c:pt idx="3439">
                  <c:v>67.722290000000001</c:v>
                </c:pt>
                <c:pt idx="3440">
                  <c:v>67.720946999999995</c:v>
                </c:pt>
                <c:pt idx="3441">
                  <c:v>67.719527999999997</c:v>
                </c:pt>
                <c:pt idx="3442">
                  <c:v>67.718368999999996</c:v>
                </c:pt>
                <c:pt idx="3443">
                  <c:v>67.717094000000003</c:v>
                </c:pt>
                <c:pt idx="3444">
                  <c:v>67.715805000000003</c:v>
                </c:pt>
                <c:pt idx="3445">
                  <c:v>67.714500000000001</c:v>
                </c:pt>
                <c:pt idx="3446">
                  <c:v>67.712958999999998</c:v>
                </c:pt>
                <c:pt idx="3447">
                  <c:v>67.711617000000004</c:v>
                </c:pt>
                <c:pt idx="3448">
                  <c:v>67.710266000000004</c:v>
                </c:pt>
                <c:pt idx="3449">
                  <c:v>67.708816999999996</c:v>
                </c:pt>
                <c:pt idx="3450">
                  <c:v>67.707481000000001</c:v>
                </c:pt>
                <c:pt idx="3451">
                  <c:v>67.706108</c:v>
                </c:pt>
                <c:pt idx="3452">
                  <c:v>67.704773000000003</c:v>
                </c:pt>
                <c:pt idx="3453">
                  <c:v>67.703316000000001</c:v>
                </c:pt>
                <c:pt idx="3454">
                  <c:v>67.702110000000005</c:v>
                </c:pt>
                <c:pt idx="3455">
                  <c:v>67.701201999999995</c:v>
                </c:pt>
                <c:pt idx="3456">
                  <c:v>67.700423999999998</c:v>
                </c:pt>
                <c:pt idx="3457">
                  <c:v>67.699791000000005</c:v>
                </c:pt>
                <c:pt idx="3458">
                  <c:v>67.699059000000005</c:v>
                </c:pt>
                <c:pt idx="3459">
                  <c:v>67.698218999999995</c:v>
                </c:pt>
                <c:pt idx="3460">
                  <c:v>67.697281000000004</c:v>
                </c:pt>
                <c:pt idx="3461">
                  <c:v>67.696113999999994</c:v>
                </c:pt>
                <c:pt idx="3462">
                  <c:v>67.694641000000004</c:v>
                </c:pt>
                <c:pt idx="3463">
                  <c:v>67.693282999999994</c:v>
                </c:pt>
                <c:pt idx="3464">
                  <c:v>67.691604999999996</c:v>
                </c:pt>
                <c:pt idx="3465">
                  <c:v>67.690017999999995</c:v>
                </c:pt>
                <c:pt idx="3466">
                  <c:v>67.688582999999994</c:v>
                </c:pt>
                <c:pt idx="3467">
                  <c:v>67.687179999999998</c:v>
                </c:pt>
                <c:pt idx="3468">
                  <c:v>67.685935999999998</c:v>
                </c:pt>
                <c:pt idx="3469">
                  <c:v>67.684944000000002</c:v>
                </c:pt>
                <c:pt idx="3470">
                  <c:v>67.683937</c:v>
                </c:pt>
                <c:pt idx="3471">
                  <c:v>67.683234999999996</c:v>
                </c:pt>
                <c:pt idx="3472">
                  <c:v>67.682677999999996</c:v>
                </c:pt>
                <c:pt idx="3473">
                  <c:v>67.682181999999997</c:v>
                </c:pt>
                <c:pt idx="3474">
                  <c:v>67.681763000000004</c:v>
                </c:pt>
                <c:pt idx="3475">
                  <c:v>67.681381000000002</c:v>
                </c:pt>
                <c:pt idx="3476">
                  <c:v>67.681015000000002</c:v>
                </c:pt>
                <c:pt idx="3477">
                  <c:v>67.68074</c:v>
                </c:pt>
                <c:pt idx="3478">
                  <c:v>67.680374</c:v>
                </c:pt>
                <c:pt idx="3479">
                  <c:v>67.680037999999996</c:v>
                </c:pt>
                <c:pt idx="3480">
                  <c:v>67.679665</c:v>
                </c:pt>
                <c:pt idx="3481">
                  <c:v>67.679184000000006</c:v>
                </c:pt>
                <c:pt idx="3482">
                  <c:v>67.678627000000006</c:v>
                </c:pt>
                <c:pt idx="3483">
                  <c:v>67.677970999999999</c:v>
                </c:pt>
                <c:pt idx="3484">
                  <c:v>67.677063000000004</c:v>
                </c:pt>
                <c:pt idx="3485">
                  <c:v>67.676140000000004</c:v>
                </c:pt>
                <c:pt idx="3486">
                  <c:v>67.674858</c:v>
                </c:pt>
                <c:pt idx="3487">
                  <c:v>67.673552999999998</c:v>
                </c:pt>
                <c:pt idx="3488">
                  <c:v>67.671875</c:v>
                </c:pt>
                <c:pt idx="3489">
                  <c:v>67.670258000000004</c:v>
                </c:pt>
                <c:pt idx="3490">
                  <c:v>67.668526</c:v>
                </c:pt>
                <c:pt idx="3491">
                  <c:v>67.666847000000004</c:v>
                </c:pt>
                <c:pt idx="3492">
                  <c:v>67.665488999999994</c:v>
                </c:pt>
                <c:pt idx="3493">
                  <c:v>67.664169000000001</c:v>
                </c:pt>
                <c:pt idx="3494">
                  <c:v>67.663246000000001</c:v>
                </c:pt>
                <c:pt idx="3495">
                  <c:v>67.662445000000005</c:v>
                </c:pt>
                <c:pt idx="3496">
                  <c:v>67.661713000000006</c:v>
                </c:pt>
                <c:pt idx="3497">
                  <c:v>67.660919000000007</c:v>
                </c:pt>
                <c:pt idx="3498">
                  <c:v>67.659926999999996</c:v>
                </c:pt>
                <c:pt idx="3499">
                  <c:v>67.659019000000001</c:v>
                </c:pt>
                <c:pt idx="3500">
                  <c:v>67.657814000000002</c:v>
                </c:pt>
                <c:pt idx="3501">
                  <c:v>67.656829999999999</c:v>
                </c:pt>
                <c:pt idx="3502">
                  <c:v>67.655395999999996</c:v>
                </c:pt>
                <c:pt idx="3503">
                  <c:v>67.654228000000003</c:v>
                </c:pt>
                <c:pt idx="3504">
                  <c:v>67.652664000000001</c:v>
                </c:pt>
                <c:pt idx="3505">
                  <c:v>67.651298999999995</c:v>
                </c:pt>
                <c:pt idx="3506">
                  <c:v>67.649733999999995</c:v>
                </c:pt>
                <c:pt idx="3507">
                  <c:v>67.648208999999994</c:v>
                </c:pt>
                <c:pt idx="3508">
                  <c:v>67.646698000000001</c:v>
                </c:pt>
                <c:pt idx="3509">
                  <c:v>67.645247999999995</c:v>
                </c:pt>
                <c:pt idx="3510">
                  <c:v>67.643783999999997</c:v>
                </c:pt>
                <c:pt idx="3511">
                  <c:v>67.642364999999998</c:v>
                </c:pt>
                <c:pt idx="3512">
                  <c:v>67.640906999999999</c:v>
                </c:pt>
                <c:pt idx="3513">
                  <c:v>67.639420000000001</c:v>
                </c:pt>
                <c:pt idx="3514">
                  <c:v>67.637917000000002</c:v>
                </c:pt>
                <c:pt idx="3515">
                  <c:v>67.636375000000001</c:v>
                </c:pt>
                <c:pt idx="3516">
                  <c:v>67.634804000000003</c:v>
                </c:pt>
                <c:pt idx="3517">
                  <c:v>67.633156</c:v>
                </c:pt>
                <c:pt idx="3518">
                  <c:v>67.631798000000003</c:v>
                </c:pt>
                <c:pt idx="3519">
                  <c:v>67.630279999999999</c:v>
                </c:pt>
                <c:pt idx="3520">
                  <c:v>67.629135000000005</c:v>
                </c:pt>
                <c:pt idx="3521">
                  <c:v>67.627883999999995</c:v>
                </c:pt>
                <c:pt idx="3522">
                  <c:v>67.626876999999993</c:v>
                </c:pt>
                <c:pt idx="3523">
                  <c:v>67.626045000000005</c:v>
                </c:pt>
                <c:pt idx="3524">
                  <c:v>67.625443000000004</c:v>
                </c:pt>
                <c:pt idx="3525">
                  <c:v>67.624961999999996</c:v>
                </c:pt>
                <c:pt idx="3526">
                  <c:v>67.624556999999996</c:v>
                </c:pt>
                <c:pt idx="3527">
                  <c:v>67.623931999999996</c:v>
                </c:pt>
                <c:pt idx="3528">
                  <c:v>67.623535000000004</c:v>
                </c:pt>
                <c:pt idx="3529">
                  <c:v>67.622817999999995</c:v>
                </c:pt>
                <c:pt idx="3530">
                  <c:v>67.622330000000005</c:v>
                </c:pt>
                <c:pt idx="3531">
                  <c:v>67.621368000000004</c:v>
                </c:pt>
                <c:pt idx="3532">
                  <c:v>67.620659000000003</c:v>
                </c:pt>
                <c:pt idx="3533">
                  <c:v>67.619499000000005</c:v>
                </c:pt>
                <c:pt idx="3534">
                  <c:v>67.618354999999994</c:v>
                </c:pt>
                <c:pt idx="3535">
                  <c:v>67.617119000000002</c:v>
                </c:pt>
                <c:pt idx="3536">
                  <c:v>67.615852000000004</c:v>
                </c:pt>
                <c:pt idx="3537">
                  <c:v>67.614861000000005</c:v>
                </c:pt>
                <c:pt idx="3538">
                  <c:v>67.613784999999993</c:v>
                </c:pt>
                <c:pt idx="3539">
                  <c:v>67.612899999999996</c:v>
                </c:pt>
                <c:pt idx="3540">
                  <c:v>67.611930999999998</c:v>
                </c:pt>
                <c:pt idx="3541">
                  <c:v>67.610885999999994</c:v>
                </c:pt>
                <c:pt idx="3542">
                  <c:v>67.609718000000001</c:v>
                </c:pt>
                <c:pt idx="3543">
                  <c:v>67.608269000000007</c:v>
                </c:pt>
                <c:pt idx="3544">
                  <c:v>67.606917999999993</c:v>
                </c:pt>
                <c:pt idx="3545">
                  <c:v>67.605484000000004</c:v>
                </c:pt>
                <c:pt idx="3546">
                  <c:v>67.604079999999996</c:v>
                </c:pt>
                <c:pt idx="3547">
                  <c:v>67.602776000000006</c:v>
                </c:pt>
                <c:pt idx="3548">
                  <c:v>67.601387000000003</c:v>
                </c:pt>
                <c:pt idx="3549">
                  <c:v>67.600098000000003</c:v>
                </c:pt>
                <c:pt idx="3550">
                  <c:v>67.598793000000001</c:v>
                </c:pt>
                <c:pt idx="3551">
                  <c:v>67.597487999999998</c:v>
                </c:pt>
                <c:pt idx="3552">
                  <c:v>67.596312999999995</c:v>
                </c:pt>
                <c:pt idx="3553">
                  <c:v>67.595177000000007</c:v>
                </c:pt>
                <c:pt idx="3554">
                  <c:v>67.594138999999998</c:v>
                </c:pt>
                <c:pt idx="3555">
                  <c:v>67.593177999999995</c:v>
                </c:pt>
                <c:pt idx="3556">
                  <c:v>67.592208999999997</c:v>
                </c:pt>
                <c:pt idx="3557">
                  <c:v>67.591232000000005</c:v>
                </c:pt>
                <c:pt idx="3558">
                  <c:v>67.590171999999995</c:v>
                </c:pt>
                <c:pt idx="3559">
                  <c:v>67.588982000000001</c:v>
                </c:pt>
                <c:pt idx="3560">
                  <c:v>67.587829999999997</c:v>
                </c:pt>
                <c:pt idx="3561">
                  <c:v>67.586571000000006</c:v>
                </c:pt>
                <c:pt idx="3562">
                  <c:v>67.585402999999999</c:v>
                </c:pt>
                <c:pt idx="3563">
                  <c:v>67.584106000000006</c:v>
                </c:pt>
                <c:pt idx="3564">
                  <c:v>67.582863000000003</c:v>
                </c:pt>
                <c:pt idx="3565">
                  <c:v>67.581642000000002</c:v>
                </c:pt>
                <c:pt idx="3566">
                  <c:v>67.580566000000005</c:v>
                </c:pt>
                <c:pt idx="3567">
                  <c:v>67.579704000000007</c:v>
                </c:pt>
                <c:pt idx="3568">
                  <c:v>67.579048</c:v>
                </c:pt>
                <c:pt idx="3569">
                  <c:v>67.578582999999995</c:v>
                </c:pt>
                <c:pt idx="3570">
                  <c:v>67.578270000000003</c:v>
                </c:pt>
                <c:pt idx="3571">
                  <c:v>67.577965000000006</c:v>
                </c:pt>
                <c:pt idx="3572">
                  <c:v>67.577743999999996</c:v>
                </c:pt>
                <c:pt idx="3573">
                  <c:v>67.577538000000004</c:v>
                </c:pt>
                <c:pt idx="3574">
                  <c:v>67.577361999999994</c:v>
                </c:pt>
                <c:pt idx="3575">
                  <c:v>67.577202</c:v>
                </c:pt>
                <c:pt idx="3576">
                  <c:v>67.577033999999998</c:v>
                </c:pt>
                <c:pt idx="3577">
                  <c:v>67.576865999999995</c:v>
                </c:pt>
                <c:pt idx="3578">
                  <c:v>67.576706000000001</c:v>
                </c:pt>
                <c:pt idx="3579">
                  <c:v>67.576545999999993</c:v>
                </c:pt>
                <c:pt idx="3580">
                  <c:v>67.576415999999995</c:v>
                </c:pt>
                <c:pt idx="3581">
                  <c:v>67.576271000000006</c:v>
                </c:pt>
                <c:pt idx="3582">
                  <c:v>67.576133999999996</c:v>
                </c:pt>
                <c:pt idx="3583">
                  <c:v>67.575974000000002</c:v>
                </c:pt>
                <c:pt idx="3584">
                  <c:v>67.575806</c:v>
                </c:pt>
                <c:pt idx="3585">
                  <c:v>67.575653000000003</c:v>
                </c:pt>
                <c:pt idx="3586">
                  <c:v>67.575507999999999</c:v>
                </c:pt>
                <c:pt idx="3587">
                  <c:v>67.575316999999998</c:v>
                </c:pt>
                <c:pt idx="3588">
                  <c:v>67.575164999999998</c:v>
                </c:pt>
                <c:pt idx="3589">
                  <c:v>67.574989000000002</c:v>
                </c:pt>
                <c:pt idx="3590">
                  <c:v>67.574852000000007</c:v>
                </c:pt>
                <c:pt idx="3591">
                  <c:v>67.574730000000002</c:v>
                </c:pt>
                <c:pt idx="3592">
                  <c:v>67.574600000000004</c:v>
                </c:pt>
                <c:pt idx="3593">
                  <c:v>67.574432000000002</c:v>
                </c:pt>
                <c:pt idx="3594">
                  <c:v>67.574248999999995</c:v>
                </c:pt>
                <c:pt idx="3595">
                  <c:v>67.574043000000003</c:v>
                </c:pt>
                <c:pt idx="3596">
                  <c:v>67.573853</c:v>
                </c:pt>
                <c:pt idx="3597">
                  <c:v>67.573600999999996</c:v>
                </c:pt>
                <c:pt idx="3598">
                  <c:v>67.573395000000005</c:v>
                </c:pt>
                <c:pt idx="3599">
                  <c:v>67.573181000000005</c:v>
                </c:pt>
                <c:pt idx="3600">
                  <c:v>67.572982999999994</c:v>
                </c:pt>
                <c:pt idx="3601">
                  <c:v>67.572800000000001</c:v>
                </c:pt>
                <c:pt idx="3602">
                  <c:v>67.572593999999995</c:v>
                </c:pt>
                <c:pt idx="3603">
                  <c:v>67.572411000000002</c:v>
                </c:pt>
                <c:pt idx="3604">
                  <c:v>67.572220000000002</c:v>
                </c:pt>
                <c:pt idx="3605">
                  <c:v>67.572067000000004</c:v>
                </c:pt>
                <c:pt idx="3606">
                  <c:v>67.571929999999995</c:v>
                </c:pt>
                <c:pt idx="3607">
                  <c:v>67.571845999999994</c:v>
                </c:pt>
                <c:pt idx="3608">
                  <c:v>67.571701000000004</c:v>
                </c:pt>
                <c:pt idx="3609">
                  <c:v>67.571640000000002</c:v>
                </c:pt>
                <c:pt idx="3610">
                  <c:v>67.571571000000006</c:v>
                </c:pt>
                <c:pt idx="3611">
                  <c:v>67.571526000000006</c:v>
                </c:pt>
                <c:pt idx="3612">
                  <c:v>67.571533000000002</c:v>
                </c:pt>
                <c:pt idx="3613">
                  <c:v>67.571472</c:v>
                </c:pt>
                <c:pt idx="3614">
                  <c:v>67.571472</c:v>
                </c:pt>
                <c:pt idx="3615">
                  <c:v>67.571449000000001</c:v>
                </c:pt>
                <c:pt idx="3616">
                  <c:v>67.571426000000002</c:v>
                </c:pt>
                <c:pt idx="3617">
                  <c:v>67.571426000000002</c:v>
                </c:pt>
                <c:pt idx="3618">
                  <c:v>67.571426000000002</c:v>
                </c:pt>
                <c:pt idx="3619">
                  <c:v>67.571433999999996</c:v>
                </c:pt>
                <c:pt idx="3620">
                  <c:v>67.571433999999996</c:v>
                </c:pt>
                <c:pt idx="3621">
                  <c:v>67.571433999999996</c:v>
                </c:pt>
                <c:pt idx="3622">
                  <c:v>67.571404000000001</c:v>
                </c:pt>
                <c:pt idx="3623">
                  <c:v>67.571365</c:v>
                </c:pt>
                <c:pt idx="3624">
                  <c:v>67.571335000000005</c:v>
                </c:pt>
                <c:pt idx="3625">
                  <c:v>67.571303999999998</c:v>
                </c:pt>
                <c:pt idx="3626">
                  <c:v>67.571312000000006</c:v>
                </c:pt>
                <c:pt idx="3627">
                  <c:v>67.571280999999999</c:v>
                </c:pt>
                <c:pt idx="3628">
                  <c:v>67.571288999999993</c:v>
                </c:pt>
                <c:pt idx="3629">
                  <c:v>67.571280999999999</c:v>
                </c:pt>
                <c:pt idx="3630">
                  <c:v>67.571265999999994</c:v>
                </c:pt>
                <c:pt idx="3631">
                  <c:v>67.571235999999999</c:v>
                </c:pt>
                <c:pt idx="3632">
                  <c:v>67.571219999999997</c:v>
                </c:pt>
                <c:pt idx="3633">
                  <c:v>67.571181999999993</c:v>
                </c:pt>
                <c:pt idx="3634">
                  <c:v>67.571181999999993</c:v>
                </c:pt>
                <c:pt idx="3635">
                  <c:v>67.571135999999996</c:v>
                </c:pt>
                <c:pt idx="3636">
                  <c:v>67.571060000000003</c:v>
                </c:pt>
                <c:pt idx="3637">
                  <c:v>67.570992000000004</c:v>
                </c:pt>
                <c:pt idx="3638">
                  <c:v>67.570885000000004</c:v>
                </c:pt>
                <c:pt idx="3639">
                  <c:v>67.570830999999998</c:v>
                </c:pt>
                <c:pt idx="3640">
                  <c:v>67.570815999999994</c:v>
                </c:pt>
                <c:pt idx="3641">
                  <c:v>67.570801000000003</c:v>
                </c:pt>
                <c:pt idx="3642">
                  <c:v>67.570792999999995</c:v>
                </c:pt>
                <c:pt idx="3643">
                  <c:v>67.570839000000007</c:v>
                </c:pt>
                <c:pt idx="3644">
                  <c:v>67.570853999999997</c:v>
                </c:pt>
                <c:pt idx="3645">
                  <c:v>67.570862000000005</c:v>
                </c:pt>
                <c:pt idx="3646">
                  <c:v>67.570853999999997</c:v>
                </c:pt>
                <c:pt idx="3647">
                  <c:v>67.570808</c:v>
                </c:pt>
                <c:pt idx="3648">
                  <c:v>67.570746999999997</c:v>
                </c:pt>
                <c:pt idx="3649">
                  <c:v>67.570694000000003</c:v>
                </c:pt>
                <c:pt idx="3650">
                  <c:v>67.570587000000003</c:v>
                </c:pt>
                <c:pt idx="3651">
                  <c:v>67.570487999999997</c:v>
                </c:pt>
                <c:pt idx="3652">
                  <c:v>67.570374000000001</c:v>
                </c:pt>
                <c:pt idx="3653">
                  <c:v>67.570250999999999</c:v>
                </c:pt>
                <c:pt idx="3654">
                  <c:v>67.570106999999993</c:v>
                </c:pt>
                <c:pt idx="3655">
                  <c:v>67.569999999999993</c:v>
                </c:pt>
                <c:pt idx="3656">
                  <c:v>67.569739999999996</c:v>
                </c:pt>
                <c:pt idx="3657">
                  <c:v>67.569580000000002</c:v>
                </c:pt>
                <c:pt idx="3658">
                  <c:v>67.569321000000002</c:v>
                </c:pt>
                <c:pt idx="3659">
                  <c:v>67.569107000000002</c:v>
                </c:pt>
                <c:pt idx="3660">
                  <c:v>67.568909000000005</c:v>
                </c:pt>
                <c:pt idx="3661">
                  <c:v>67.568709999999996</c:v>
                </c:pt>
                <c:pt idx="3662">
                  <c:v>67.568520000000007</c:v>
                </c:pt>
                <c:pt idx="3663">
                  <c:v>67.568314000000001</c:v>
                </c:pt>
                <c:pt idx="3664">
                  <c:v>67.568129999999996</c:v>
                </c:pt>
                <c:pt idx="3665">
                  <c:v>67.567963000000006</c:v>
                </c:pt>
                <c:pt idx="3666">
                  <c:v>67.567809999999994</c:v>
                </c:pt>
                <c:pt idx="3667">
                  <c:v>67.567718999999997</c:v>
                </c:pt>
                <c:pt idx="3668">
                  <c:v>67.567581000000004</c:v>
                </c:pt>
                <c:pt idx="3669">
                  <c:v>67.567497000000003</c:v>
                </c:pt>
                <c:pt idx="3670">
                  <c:v>67.567383000000007</c:v>
                </c:pt>
                <c:pt idx="3671">
                  <c:v>67.567276000000007</c:v>
                </c:pt>
                <c:pt idx="3672">
                  <c:v>67.567215000000004</c:v>
                </c:pt>
                <c:pt idx="3673">
                  <c:v>67.567169000000007</c:v>
                </c:pt>
                <c:pt idx="3674">
                  <c:v>67.567115999999999</c:v>
                </c:pt>
                <c:pt idx="3675">
                  <c:v>67.567085000000006</c:v>
                </c:pt>
                <c:pt idx="3676">
                  <c:v>67.567038999999994</c:v>
                </c:pt>
                <c:pt idx="3677">
                  <c:v>67.567008999999999</c:v>
                </c:pt>
                <c:pt idx="3678">
                  <c:v>67.566993999999994</c:v>
                </c:pt>
                <c:pt idx="3679">
                  <c:v>67.566947999999996</c:v>
                </c:pt>
                <c:pt idx="3680">
                  <c:v>67.566933000000006</c:v>
                </c:pt>
                <c:pt idx="3681">
                  <c:v>67.566901999999999</c:v>
                </c:pt>
                <c:pt idx="3682">
                  <c:v>67.566856000000001</c:v>
                </c:pt>
                <c:pt idx="3683">
                  <c:v>67.566802999999993</c:v>
                </c:pt>
                <c:pt idx="3684">
                  <c:v>67.566719000000006</c:v>
                </c:pt>
                <c:pt idx="3685">
                  <c:v>67.566047999999995</c:v>
                </c:pt>
                <c:pt idx="3686">
                  <c:v>67.564102000000005</c:v>
                </c:pt>
                <c:pt idx="3687">
                  <c:v>67.561004999999994</c:v>
                </c:pt>
                <c:pt idx="3688">
                  <c:v>67.556908000000007</c:v>
                </c:pt>
                <c:pt idx="3689">
                  <c:v>67.551933000000005</c:v>
                </c:pt>
                <c:pt idx="3690">
                  <c:v>67.546584999999993</c:v>
                </c:pt>
                <c:pt idx="3691">
                  <c:v>67.541152999999994</c:v>
                </c:pt>
                <c:pt idx="3692">
                  <c:v>67.535843</c:v>
                </c:pt>
                <c:pt idx="3693">
                  <c:v>67.530852999999993</c:v>
                </c:pt>
                <c:pt idx="3694">
                  <c:v>67.525993</c:v>
                </c:pt>
                <c:pt idx="3695">
                  <c:v>67.520943000000003</c:v>
                </c:pt>
                <c:pt idx="3696">
                  <c:v>67.513992000000002</c:v>
                </c:pt>
                <c:pt idx="3697">
                  <c:v>67.503974999999997</c:v>
                </c:pt>
                <c:pt idx="3698">
                  <c:v>67.489600999999993</c:v>
                </c:pt>
                <c:pt idx="3699">
                  <c:v>67.470641999999998</c:v>
                </c:pt>
                <c:pt idx="3700">
                  <c:v>67.447090000000003</c:v>
                </c:pt>
                <c:pt idx="3701">
                  <c:v>67.418227999999999</c:v>
                </c:pt>
                <c:pt idx="3702">
                  <c:v>67.385315000000006</c:v>
                </c:pt>
                <c:pt idx="3703">
                  <c:v>67.349097999999998</c:v>
                </c:pt>
                <c:pt idx="3704">
                  <c:v>67.310042999999993</c:v>
                </c:pt>
                <c:pt idx="3705">
                  <c:v>67.269515999999996</c:v>
                </c:pt>
                <c:pt idx="3706">
                  <c:v>67.227806000000001</c:v>
                </c:pt>
                <c:pt idx="3707">
                  <c:v>67.184753000000001</c:v>
                </c:pt>
                <c:pt idx="3708">
                  <c:v>67.140533000000005</c:v>
                </c:pt>
                <c:pt idx="3709">
                  <c:v>67.095703</c:v>
                </c:pt>
                <c:pt idx="3710">
                  <c:v>67.051017999999999</c:v>
                </c:pt>
                <c:pt idx="3711">
                  <c:v>67.007523000000006</c:v>
                </c:pt>
                <c:pt idx="3712">
                  <c:v>66.966232000000005</c:v>
                </c:pt>
                <c:pt idx="3713">
                  <c:v>66.927970999999999</c:v>
                </c:pt>
                <c:pt idx="3714">
                  <c:v>66.892807000000005</c:v>
                </c:pt>
                <c:pt idx="3715">
                  <c:v>66.859863000000004</c:v>
                </c:pt>
                <c:pt idx="3716">
                  <c:v>66.827904000000004</c:v>
                </c:pt>
                <c:pt idx="3717">
                  <c:v>66.795326000000003</c:v>
                </c:pt>
                <c:pt idx="3718">
                  <c:v>66.761009000000001</c:v>
                </c:pt>
                <c:pt idx="3719">
                  <c:v>66.724770000000007</c:v>
                </c:pt>
                <c:pt idx="3720">
                  <c:v>66.686508000000003</c:v>
                </c:pt>
                <c:pt idx="3721">
                  <c:v>66.646941999999996</c:v>
                </c:pt>
                <c:pt idx="3722">
                  <c:v>66.606917999999993</c:v>
                </c:pt>
                <c:pt idx="3723">
                  <c:v>66.567383000000007</c:v>
                </c:pt>
                <c:pt idx="3724">
                  <c:v>66.529105999999999</c:v>
                </c:pt>
                <c:pt idx="3725">
                  <c:v>66.492180000000005</c:v>
                </c:pt>
                <c:pt idx="3726">
                  <c:v>66.456092999999996</c:v>
                </c:pt>
                <c:pt idx="3727">
                  <c:v>66.419655000000006</c:v>
                </c:pt>
                <c:pt idx="3728">
                  <c:v>66.381950000000003</c:v>
                </c:pt>
                <c:pt idx="3729">
                  <c:v>66.342429999999993</c:v>
                </c:pt>
                <c:pt idx="3730">
                  <c:v>66.301368999999994</c:v>
                </c:pt>
                <c:pt idx="3731">
                  <c:v>66.259674000000004</c:v>
                </c:pt>
                <c:pt idx="3732">
                  <c:v>66.218513000000002</c:v>
                </c:pt>
                <c:pt idx="3733">
                  <c:v>66.17868</c:v>
                </c:pt>
                <c:pt idx="3734">
                  <c:v>66.140709000000001</c:v>
                </c:pt>
                <c:pt idx="3735">
                  <c:v>66.104079999999996</c:v>
                </c:pt>
                <c:pt idx="3736">
                  <c:v>66.067809999999994</c:v>
                </c:pt>
                <c:pt idx="3737">
                  <c:v>66.030784999999995</c:v>
                </c:pt>
                <c:pt idx="3738">
                  <c:v>65.992500000000007</c:v>
                </c:pt>
                <c:pt idx="3739">
                  <c:v>65.952072000000001</c:v>
                </c:pt>
                <c:pt idx="3740">
                  <c:v>65.909142000000003</c:v>
                </c:pt>
                <c:pt idx="3741">
                  <c:v>65.864356999999998</c:v>
                </c:pt>
                <c:pt idx="3742">
                  <c:v>65.818618999999998</c:v>
                </c:pt>
                <c:pt idx="3743">
                  <c:v>65.773208999999994</c:v>
                </c:pt>
                <c:pt idx="3744">
                  <c:v>65.728988999999999</c:v>
                </c:pt>
                <c:pt idx="3745">
                  <c:v>65.685935999999998</c:v>
                </c:pt>
                <c:pt idx="3746">
                  <c:v>65.643287999999998</c:v>
                </c:pt>
                <c:pt idx="3747">
                  <c:v>65.600005999999993</c:v>
                </c:pt>
                <c:pt idx="3748">
                  <c:v>65.555321000000006</c:v>
                </c:pt>
                <c:pt idx="3749">
                  <c:v>65.509399000000002</c:v>
                </c:pt>
                <c:pt idx="3750">
                  <c:v>65.462890999999999</c:v>
                </c:pt>
                <c:pt idx="3751">
                  <c:v>65.416831999999999</c:v>
                </c:pt>
                <c:pt idx="3752">
                  <c:v>65.372009000000006</c:v>
                </c:pt>
                <c:pt idx="3753">
                  <c:v>65.329018000000005</c:v>
                </c:pt>
                <c:pt idx="3754">
                  <c:v>65.287659000000005</c:v>
                </c:pt>
                <c:pt idx="3755">
                  <c:v>65.247283999999993</c:v>
                </c:pt>
                <c:pt idx="3756">
                  <c:v>65.206824999999995</c:v>
                </c:pt>
                <c:pt idx="3757">
                  <c:v>65.164878999999999</c:v>
                </c:pt>
                <c:pt idx="3758">
                  <c:v>65.120750000000001</c:v>
                </c:pt>
                <c:pt idx="3759">
                  <c:v>65.074318000000005</c:v>
                </c:pt>
                <c:pt idx="3760">
                  <c:v>65.026161000000002</c:v>
                </c:pt>
                <c:pt idx="3761">
                  <c:v>64.976746000000006</c:v>
                </c:pt>
                <c:pt idx="3762">
                  <c:v>64.926627999999994</c:v>
                </c:pt>
                <c:pt idx="3763">
                  <c:v>64.876396</c:v>
                </c:pt>
                <c:pt idx="3764">
                  <c:v>64.826285999999996</c:v>
                </c:pt>
                <c:pt idx="3765">
                  <c:v>64.776520000000005</c:v>
                </c:pt>
                <c:pt idx="3766">
                  <c:v>64.726844999999997</c:v>
                </c:pt>
                <c:pt idx="3767">
                  <c:v>64.676642999999999</c:v>
                </c:pt>
                <c:pt idx="3768">
                  <c:v>64.625632999999993</c:v>
                </c:pt>
                <c:pt idx="3769">
                  <c:v>64.574027999999998</c:v>
                </c:pt>
                <c:pt idx="3770">
                  <c:v>64.521957</c:v>
                </c:pt>
                <c:pt idx="3771">
                  <c:v>64.470184000000003</c:v>
                </c:pt>
                <c:pt idx="3772">
                  <c:v>64.419334000000006</c:v>
                </c:pt>
                <c:pt idx="3773">
                  <c:v>64.369560000000007</c:v>
                </c:pt>
                <c:pt idx="3774">
                  <c:v>64.320746999999997</c:v>
                </c:pt>
                <c:pt idx="3775">
                  <c:v>64.272469000000001</c:v>
                </c:pt>
                <c:pt idx="3776">
                  <c:v>64.224045000000004</c:v>
                </c:pt>
                <c:pt idx="3777">
                  <c:v>64.175101999999995</c:v>
                </c:pt>
                <c:pt idx="3778">
                  <c:v>64.124900999999994</c:v>
                </c:pt>
                <c:pt idx="3779">
                  <c:v>64.073746</c:v>
                </c:pt>
                <c:pt idx="3780">
                  <c:v>64.021797000000007</c:v>
                </c:pt>
                <c:pt idx="3781">
                  <c:v>63.969420999999997</c:v>
                </c:pt>
                <c:pt idx="3782">
                  <c:v>63.917057</c:v>
                </c:pt>
                <c:pt idx="3783">
                  <c:v>63.865226999999997</c:v>
                </c:pt>
                <c:pt idx="3784">
                  <c:v>63.814148000000003</c:v>
                </c:pt>
                <c:pt idx="3785">
                  <c:v>63.763565</c:v>
                </c:pt>
                <c:pt idx="3786">
                  <c:v>63.712837</c:v>
                </c:pt>
                <c:pt idx="3787">
                  <c:v>63.661639999999998</c:v>
                </c:pt>
                <c:pt idx="3788">
                  <c:v>63.609698999999999</c:v>
                </c:pt>
                <c:pt idx="3789">
                  <c:v>63.556975999999999</c:v>
                </c:pt>
                <c:pt idx="3790">
                  <c:v>63.503616000000001</c:v>
                </c:pt>
                <c:pt idx="3791">
                  <c:v>63.449989000000002</c:v>
                </c:pt>
                <c:pt idx="3792">
                  <c:v>63.396431</c:v>
                </c:pt>
                <c:pt idx="3793">
                  <c:v>63.343291999999998</c:v>
                </c:pt>
                <c:pt idx="3794">
                  <c:v>63.290610999999998</c:v>
                </c:pt>
                <c:pt idx="3795">
                  <c:v>63.23827</c:v>
                </c:pt>
                <c:pt idx="3796">
                  <c:v>63.185958999999997</c:v>
                </c:pt>
                <c:pt idx="3797">
                  <c:v>63.133343000000004</c:v>
                </c:pt>
                <c:pt idx="3798">
                  <c:v>63.080092999999998</c:v>
                </c:pt>
                <c:pt idx="3799">
                  <c:v>63.026130999999999</c:v>
                </c:pt>
                <c:pt idx="3800">
                  <c:v>62.971584</c:v>
                </c:pt>
                <c:pt idx="3801">
                  <c:v>62.916809000000001</c:v>
                </c:pt>
                <c:pt idx="3802">
                  <c:v>62.862236000000003</c:v>
                </c:pt>
                <c:pt idx="3803">
                  <c:v>62.808033000000002</c:v>
                </c:pt>
                <c:pt idx="3804">
                  <c:v>62.754421000000001</c:v>
                </c:pt>
                <c:pt idx="3805">
                  <c:v>62.701210000000003</c:v>
                </c:pt>
                <c:pt idx="3806">
                  <c:v>62.647956999999998</c:v>
                </c:pt>
                <c:pt idx="3807">
                  <c:v>62.594498000000002</c:v>
                </c:pt>
                <c:pt idx="3808">
                  <c:v>62.540233999999998</c:v>
                </c:pt>
                <c:pt idx="3809">
                  <c:v>62.485351999999999</c:v>
                </c:pt>
                <c:pt idx="3810">
                  <c:v>62.429825000000001</c:v>
                </c:pt>
                <c:pt idx="3811">
                  <c:v>62.374122999999997</c:v>
                </c:pt>
                <c:pt idx="3812">
                  <c:v>62.318745</c:v>
                </c:pt>
                <c:pt idx="3813">
                  <c:v>62.263874000000001</c:v>
                </c:pt>
                <c:pt idx="3814">
                  <c:v>62.209499000000001</c:v>
                </c:pt>
                <c:pt idx="3815">
                  <c:v>62.155360999999999</c:v>
                </c:pt>
                <c:pt idx="3816">
                  <c:v>62.101191999999998</c:v>
                </c:pt>
                <c:pt idx="3817">
                  <c:v>62.046638000000002</c:v>
                </c:pt>
                <c:pt idx="3818">
                  <c:v>61.991515999999997</c:v>
                </c:pt>
                <c:pt idx="3819">
                  <c:v>61.935768000000003</c:v>
                </c:pt>
                <c:pt idx="3820">
                  <c:v>61.879649999999998</c:v>
                </c:pt>
                <c:pt idx="3821">
                  <c:v>61.823436999999998</c:v>
                </c:pt>
                <c:pt idx="3822">
                  <c:v>61.767375999999999</c:v>
                </c:pt>
                <c:pt idx="3823">
                  <c:v>61.711784000000002</c:v>
                </c:pt>
                <c:pt idx="3824">
                  <c:v>61.656661999999997</c:v>
                </c:pt>
                <c:pt idx="3825">
                  <c:v>61.601818000000002</c:v>
                </c:pt>
                <c:pt idx="3826">
                  <c:v>61.546936000000002</c:v>
                </c:pt>
                <c:pt idx="3827">
                  <c:v>61.491683999999999</c:v>
                </c:pt>
                <c:pt idx="3828">
                  <c:v>61.436034999999997</c:v>
                </c:pt>
                <c:pt idx="3829">
                  <c:v>61.379855999999997</c:v>
                </c:pt>
                <c:pt idx="3830">
                  <c:v>61.323310999999997</c:v>
                </c:pt>
                <c:pt idx="3831">
                  <c:v>61.266593999999998</c:v>
                </c:pt>
                <c:pt idx="3832">
                  <c:v>61.209831000000001</c:v>
                </c:pt>
                <c:pt idx="3833">
                  <c:v>61.153354999999998</c:v>
                </c:pt>
                <c:pt idx="3834">
                  <c:v>61.097178999999997</c:v>
                </c:pt>
                <c:pt idx="3835">
                  <c:v>61.041198999999999</c:v>
                </c:pt>
                <c:pt idx="3836">
                  <c:v>60.985225999999997</c:v>
                </c:pt>
                <c:pt idx="3837">
                  <c:v>60.929049999999997</c:v>
                </c:pt>
                <c:pt idx="3838">
                  <c:v>60.872588999999998</c:v>
                </c:pt>
                <c:pt idx="3839">
                  <c:v>60.815781000000001</c:v>
                </c:pt>
                <c:pt idx="3840">
                  <c:v>60.758758999999998</c:v>
                </c:pt>
                <c:pt idx="3841">
                  <c:v>60.701649000000003</c:v>
                </c:pt>
                <c:pt idx="3842">
                  <c:v>60.644558000000004</c:v>
                </c:pt>
                <c:pt idx="3843">
                  <c:v>60.587569999999999</c:v>
                </c:pt>
                <c:pt idx="3844">
                  <c:v>60.530804000000003</c:v>
                </c:pt>
                <c:pt idx="3845">
                  <c:v>60.474186000000003</c:v>
                </c:pt>
                <c:pt idx="3846">
                  <c:v>60.417605999999999</c:v>
                </c:pt>
                <c:pt idx="3847">
                  <c:v>60.36092</c:v>
                </c:pt>
                <c:pt idx="3848">
                  <c:v>60.304034999999999</c:v>
                </c:pt>
                <c:pt idx="3849">
                  <c:v>60.246856999999999</c:v>
                </c:pt>
                <c:pt idx="3850">
                  <c:v>60.189430000000002</c:v>
                </c:pt>
                <c:pt idx="3851">
                  <c:v>60.131869999999999</c:v>
                </c:pt>
                <c:pt idx="3852">
                  <c:v>60.074440000000003</c:v>
                </c:pt>
                <c:pt idx="3853">
                  <c:v>60.017249999999997</c:v>
                </c:pt>
                <c:pt idx="3854">
                  <c:v>59.960365000000003</c:v>
                </c:pt>
                <c:pt idx="3855">
                  <c:v>59.903675</c:v>
                </c:pt>
                <c:pt idx="3856">
                  <c:v>59.846943000000003</c:v>
                </c:pt>
                <c:pt idx="3857">
                  <c:v>59.790061999999999</c:v>
                </c:pt>
                <c:pt idx="3858">
                  <c:v>59.732872</c:v>
                </c:pt>
                <c:pt idx="3859">
                  <c:v>59.675449</c:v>
                </c:pt>
                <c:pt idx="3860">
                  <c:v>59.617741000000002</c:v>
                </c:pt>
                <c:pt idx="3861">
                  <c:v>59.559989999999999</c:v>
                </c:pt>
                <c:pt idx="3862">
                  <c:v>59.502341999999999</c:v>
                </c:pt>
                <c:pt idx="3863">
                  <c:v>59.445006999999997</c:v>
                </c:pt>
                <c:pt idx="3864">
                  <c:v>59.387993000000002</c:v>
                </c:pt>
                <c:pt idx="3865">
                  <c:v>59.331119999999999</c:v>
                </c:pt>
                <c:pt idx="3866">
                  <c:v>59.274234999999997</c:v>
                </c:pt>
                <c:pt idx="3867">
                  <c:v>59.217132999999997</c:v>
                </c:pt>
                <c:pt idx="3868">
                  <c:v>59.159717999999998</c:v>
                </c:pt>
                <c:pt idx="3869">
                  <c:v>59.102020000000003</c:v>
                </c:pt>
                <c:pt idx="3870">
                  <c:v>59.044128000000001</c:v>
                </c:pt>
                <c:pt idx="3871">
                  <c:v>58.986237000000003</c:v>
                </c:pt>
                <c:pt idx="3872">
                  <c:v>58.928508999999998</c:v>
                </c:pt>
                <c:pt idx="3873">
                  <c:v>58.871085999999998</c:v>
                </c:pt>
                <c:pt idx="3874">
                  <c:v>58.814503000000002</c:v>
                </c:pt>
                <c:pt idx="3875">
                  <c:v>58.758468999999998</c:v>
                </c:pt>
                <c:pt idx="3876">
                  <c:v>58.702477000000002</c:v>
                </c:pt>
                <c:pt idx="3877">
                  <c:v>58.646126000000002</c:v>
                </c:pt>
                <c:pt idx="3878">
                  <c:v>58.589531000000001</c:v>
                </c:pt>
                <c:pt idx="3879">
                  <c:v>58.532707000000002</c:v>
                </c:pt>
                <c:pt idx="3880">
                  <c:v>58.475735</c:v>
                </c:pt>
                <c:pt idx="3881">
                  <c:v>58.418807999999999</c:v>
                </c:pt>
                <c:pt idx="3882">
                  <c:v>58.361938000000002</c:v>
                </c:pt>
                <c:pt idx="3883">
                  <c:v>58.305382000000002</c:v>
                </c:pt>
                <c:pt idx="3884">
                  <c:v>58.249080999999997</c:v>
                </c:pt>
                <c:pt idx="3885">
                  <c:v>58.192970000000003</c:v>
                </c:pt>
                <c:pt idx="3886">
                  <c:v>58.136620000000001</c:v>
                </c:pt>
                <c:pt idx="3887">
                  <c:v>58.080146999999997</c:v>
                </c:pt>
                <c:pt idx="3888">
                  <c:v>58.023204999999997</c:v>
                </c:pt>
                <c:pt idx="3889">
                  <c:v>57.966244000000003</c:v>
                </c:pt>
                <c:pt idx="3890">
                  <c:v>57.909008</c:v>
                </c:pt>
                <c:pt idx="3891">
                  <c:v>57.851917</c:v>
                </c:pt>
                <c:pt idx="3892">
                  <c:v>57.795067000000003</c:v>
                </c:pt>
                <c:pt idx="3893">
                  <c:v>57.738419</c:v>
                </c:pt>
                <c:pt idx="3894">
                  <c:v>57.682006999999999</c:v>
                </c:pt>
                <c:pt idx="3895">
                  <c:v>57.625599000000001</c:v>
                </c:pt>
                <c:pt idx="3896">
                  <c:v>57.569083999999997</c:v>
                </c:pt>
                <c:pt idx="3897">
                  <c:v>57.512397999999997</c:v>
                </c:pt>
                <c:pt idx="3898">
                  <c:v>57.455429000000002</c:v>
                </c:pt>
                <c:pt idx="3899">
                  <c:v>57.398212000000001</c:v>
                </c:pt>
                <c:pt idx="3900">
                  <c:v>57.341079999999998</c:v>
                </c:pt>
                <c:pt idx="3901">
                  <c:v>57.283878000000001</c:v>
                </c:pt>
                <c:pt idx="3902">
                  <c:v>57.226906</c:v>
                </c:pt>
                <c:pt idx="3903">
                  <c:v>57.170216000000003</c:v>
                </c:pt>
                <c:pt idx="3904">
                  <c:v>57.113720000000001</c:v>
                </c:pt>
                <c:pt idx="3905">
                  <c:v>57.057220000000001</c:v>
                </c:pt>
                <c:pt idx="3906">
                  <c:v>57.000686999999999</c:v>
                </c:pt>
                <c:pt idx="3907">
                  <c:v>56.943832</c:v>
                </c:pt>
                <c:pt idx="3908">
                  <c:v>56.875636999999998</c:v>
                </c:pt>
                <c:pt idx="3909">
                  <c:v>56.805549999999997</c:v>
                </c:pt>
                <c:pt idx="3910">
                  <c:v>56.735500000000002</c:v>
                </c:pt>
                <c:pt idx="3911">
                  <c:v>56.665573000000002</c:v>
                </c:pt>
                <c:pt idx="3912">
                  <c:v>56.595947000000002</c:v>
                </c:pt>
                <c:pt idx="3913">
                  <c:v>56.526511999999997</c:v>
                </c:pt>
                <c:pt idx="3914">
                  <c:v>56.457188000000002</c:v>
                </c:pt>
                <c:pt idx="3915">
                  <c:v>56.387878000000001</c:v>
                </c:pt>
                <c:pt idx="3916">
                  <c:v>56.318378000000003</c:v>
                </c:pt>
                <c:pt idx="3917">
                  <c:v>56.248641999999997</c:v>
                </c:pt>
                <c:pt idx="3918">
                  <c:v>56.178607999999997</c:v>
                </c:pt>
                <c:pt idx="3919">
                  <c:v>56.108474999999999</c:v>
                </c:pt>
                <c:pt idx="3920">
                  <c:v>56.038345</c:v>
                </c:pt>
                <c:pt idx="3921">
                  <c:v>55.968451999999999</c:v>
                </c:pt>
                <c:pt idx="3922">
                  <c:v>55.898781</c:v>
                </c:pt>
                <c:pt idx="3923">
                  <c:v>55.829292000000002</c:v>
                </c:pt>
                <c:pt idx="3924">
                  <c:v>55.759922000000003</c:v>
                </c:pt>
                <c:pt idx="3925">
                  <c:v>55.690472</c:v>
                </c:pt>
                <c:pt idx="3926">
                  <c:v>55.620868999999999</c:v>
                </c:pt>
                <c:pt idx="3927">
                  <c:v>55.551022000000003</c:v>
                </c:pt>
                <c:pt idx="3928">
                  <c:v>55.480927000000001</c:v>
                </c:pt>
                <c:pt idx="3929">
                  <c:v>55.410732000000003</c:v>
                </c:pt>
                <c:pt idx="3930">
                  <c:v>55.340462000000002</c:v>
                </c:pt>
                <c:pt idx="3931">
                  <c:v>55.270454000000001</c:v>
                </c:pt>
                <c:pt idx="3932">
                  <c:v>55.200671999999997</c:v>
                </c:pt>
                <c:pt idx="3933">
                  <c:v>55.131214</c:v>
                </c:pt>
                <c:pt idx="3934">
                  <c:v>55.061881999999997</c:v>
                </c:pt>
                <c:pt idx="3935">
                  <c:v>54.992519000000001</c:v>
                </c:pt>
                <c:pt idx="3936">
                  <c:v>54.922835999999997</c:v>
                </c:pt>
                <c:pt idx="3937">
                  <c:v>54.852879000000001</c:v>
                </c:pt>
                <c:pt idx="3938">
                  <c:v>54.782542999999997</c:v>
                </c:pt>
                <c:pt idx="3939">
                  <c:v>54.712237999999999</c:v>
                </c:pt>
                <c:pt idx="3940">
                  <c:v>54.641917999999997</c:v>
                </c:pt>
                <c:pt idx="3941">
                  <c:v>54.571975999999999</c:v>
                </c:pt>
                <c:pt idx="3942">
                  <c:v>54.502150999999998</c:v>
                </c:pt>
                <c:pt idx="3943">
                  <c:v>54.432563999999999</c:v>
                </c:pt>
                <c:pt idx="3944">
                  <c:v>54.363083000000003</c:v>
                </c:pt>
                <c:pt idx="3945">
                  <c:v>54.293529999999997</c:v>
                </c:pt>
                <c:pt idx="3946">
                  <c:v>54.223751</c:v>
                </c:pt>
                <c:pt idx="3947">
                  <c:v>54.153713000000003</c:v>
                </c:pt>
                <c:pt idx="3948">
                  <c:v>54.083548999999998</c:v>
                </c:pt>
                <c:pt idx="3949">
                  <c:v>54.013328999999999</c:v>
                </c:pt>
                <c:pt idx="3950">
                  <c:v>53.943260000000002</c:v>
                </c:pt>
                <c:pt idx="3951">
                  <c:v>53.873382999999997</c:v>
                </c:pt>
                <c:pt idx="3952">
                  <c:v>53.803798999999998</c:v>
                </c:pt>
                <c:pt idx="3953">
                  <c:v>53.734318000000002</c:v>
                </c:pt>
                <c:pt idx="3954">
                  <c:v>53.664875000000002</c:v>
                </c:pt>
                <c:pt idx="3955">
                  <c:v>53.595180999999997</c:v>
                </c:pt>
                <c:pt idx="3956">
                  <c:v>53.525215000000003</c:v>
                </c:pt>
                <c:pt idx="3957">
                  <c:v>53.455024999999999</c:v>
                </c:pt>
                <c:pt idx="3958">
                  <c:v>53.384762000000002</c:v>
                </c:pt>
                <c:pt idx="3959">
                  <c:v>53.314597999999997</c:v>
                </c:pt>
                <c:pt idx="3960">
                  <c:v>53.24456</c:v>
                </c:pt>
                <c:pt idx="3961">
                  <c:v>53.174751000000001</c:v>
                </c:pt>
                <c:pt idx="3962">
                  <c:v>53.105156000000001</c:v>
                </c:pt>
                <c:pt idx="3963">
                  <c:v>53.035606000000001</c:v>
                </c:pt>
                <c:pt idx="3964">
                  <c:v>52.966132999999999</c:v>
                </c:pt>
                <c:pt idx="3965">
                  <c:v>52.896458000000003</c:v>
                </c:pt>
                <c:pt idx="3966">
                  <c:v>52.826622</c:v>
                </c:pt>
                <c:pt idx="3967">
                  <c:v>52.756664000000001</c:v>
                </c:pt>
                <c:pt idx="3968">
                  <c:v>52.686596000000002</c:v>
                </c:pt>
                <c:pt idx="3969">
                  <c:v>52.616554000000001</c:v>
                </c:pt>
                <c:pt idx="3970">
                  <c:v>52.546607999999999</c:v>
                </c:pt>
                <c:pt idx="3971">
                  <c:v>52.476871000000003</c:v>
                </c:pt>
                <c:pt idx="3972">
                  <c:v>52.407288000000001</c:v>
                </c:pt>
                <c:pt idx="3973">
                  <c:v>52.337940000000003</c:v>
                </c:pt>
                <c:pt idx="3974">
                  <c:v>52.268436000000001</c:v>
                </c:pt>
                <c:pt idx="3975">
                  <c:v>52.198967000000003</c:v>
                </c:pt>
                <c:pt idx="3976">
                  <c:v>52.129227</c:v>
                </c:pt>
                <c:pt idx="3977">
                  <c:v>52.059413999999997</c:v>
                </c:pt>
                <c:pt idx="3978">
                  <c:v>51.989494000000001</c:v>
                </c:pt>
                <c:pt idx="3979">
                  <c:v>51.919753999999998</c:v>
                </c:pt>
                <c:pt idx="3980">
                  <c:v>51.849986999999999</c:v>
                </c:pt>
                <c:pt idx="3981">
                  <c:v>51.780482999999997</c:v>
                </c:pt>
                <c:pt idx="3982">
                  <c:v>51.710945000000002</c:v>
                </c:pt>
                <c:pt idx="3983">
                  <c:v>51.641517999999998</c:v>
                </c:pt>
                <c:pt idx="3984">
                  <c:v>51.571972000000002</c:v>
                </c:pt>
                <c:pt idx="3985">
                  <c:v>51.502357000000003</c:v>
                </c:pt>
                <c:pt idx="3986">
                  <c:v>51.432544999999998</c:v>
                </c:pt>
                <c:pt idx="3987">
                  <c:v>51.362831</c:v>
                </c:pt>
                <c:pt idx="3988">
                  <c:v>51.292976000000003</c:v>
                </c:pt>
                <c:pt idx="3989">
                  <c:v>51.223286000000002</c:v>
                </c:pt>
                <c:pt idx="3990">
                  <c:v>51.153652000000001</c:v>
                </c:pt>
                <c:pt idx="3991">
                  <c:v>51.084198000000001</c:v>
                </c:pt>
                <c:pt idx="3992">
                  <c:v>51.014915000000002</c:v>
                </c:pt>
                <c:pt idx="3993">
                  <c:v>50.945701999999997</c:v>
                </c:pt>
                <c:pt idx="3994">
                  <c:v>50.876488000000002</c:v>
                </c:pt>
                <c:pt idx="3995">
                  <c:v>50.807144000000001</c:v>
                </c:pt>
                <c:pt idx="3996">
                  <c:v>50.737755</c:v>
                </c:pt>
                <c:pt idx="3997">
                  <c:v>50.668266000000003</c:v>
                </c:pt>
                <c:pt idx="3998">
                  <c:v>50.598807999999998</c:v>
                </c:pt>
                <c:pt idx="3999">
                  <c:v>50.529400000000003</c:v>
                </c:pt>
                <c:pt idx="4000">
                  <c:v>50.460064000000003</c:v>
                </c:pt>
                <c:pt idx="4001">
                  <c:v>50.390819999999998</c:v>
                </c:pt>
                <c:pt idx="4002">
                  <c:v>50.321655</c:v>
                </c:pt>
                <c:pt idx="4003">
                  <c:v>50.252602000000003</c:v>
                </c:pt>
                <c:pt idx="4004">
                  <c:v>50.183433999999998</c:v>
                </c:pt>
                <c:pt idx="4005">
                  <c:v>50.114196999999997</c:v>
                </c:pt>
                <c:pt idx="4006">
                  <c:v>50.044792000000001</c:v>
                </c:pt>
                <c:pt idx="4007">
                  <c:v>49.975349000000001</c:v>
                </c:pt>
                <c:pt idx="4008">
                  <c:v>49.905945000000003</c:v>
                </c:pt>
                <c:pt idx="4009">
                  <c:v>49.836593999999998</c:v>
                </c:pt>
                <c:pt idx="4010">
                  <c:v>49.767356999999997</c:v>
                </c:pt>
                <c:pt idx="4011">
                  <c:v>49.698214999999998</c:v>
                </c:pt>
                <c:pt idx="4012">
                  <c:v>49.629150000000003</c:v>
                </c:pt>
                <c:pt idx="4013">
                  <c:v>49.560135000000002</c:v>
                </c:pt>
                <c:pt idx="4014">
                  <c:v>49.491100000000003</c:v>
                </c:pt>
                <c:pt idx="4015">
                  <c:v>49.421973999999999</c:v>
                </c:pt>
                <c:pt idx="4016">
                  <c:v>49.352764000000001</c:v>
                </c:pt>
                <c:pt idx="4017">
                  <c:v>49.283501000000001</c:v>
                </c:pt>
                <c:pt idx="4018">
                  <c:v>49.214278999999998</c:v>
                </c:pt>
                <c:pt idx="4019">
                  <c:v>49.145172000000002</c:v>
                </c:pt>
                <c:pt idx="4020">
                  <c:v>49.076045999999998</c:v>
                </c:pt>
                <c:pt idx="4021">
                  <c:v>49.007095</c:v>
                </c:pt>
                <c:pt idx="4022">
                  <c:v>48.938769999999998</c:v>
                </c:pt>
                <c:pt idx="4023">
                  <c:v>48.868668</c:v>
                </c:pt>
                <c:pt idx="4024">
                  <c:v>48.799754999999998</c:v>
                </c:pt>
                <c:pt idx="4025">
                  <c:v>48.736038000000001</c:v>
                </c:pt>
                <c:pt idx="4026">
                  <c:v>48.664810000000003</c:v>
                </c:pt>
                <c:pt idx="4027">
                  <c:v>48.610424000000002</c:v>
                </c:pt>
                <c:pt idx="4028">
                  <c:v>48.552799</c:v>
                </c:pt>
                <c:pt idx="4029">
                  <c:v>48.490219000000003</c:v>
                </c:pt>
                <c:pt idx="4030">
                  <c:v>48.425094999999999</c:v>
                </c:pt>
                <c:pt idx="4031">
                  <c:v>48.358348999999997</c:v>
                </c:pt>
                <c:pt idx="4032">
                  <c:v>48.290787000000002</c:v>
                </c:pt>
                <c:pt idx="4033">
                  <c:v>48.222766999999997</c:v>
                </c:pt>
                <c:pt idx="4034">
                  <c:v>48.154457000000001</c:v>
                </c:pt>
                <c:pt idx="4035">
                  <c:v>48.085917999999999</c:v>
                </c:pt>
                <c:pt idx="4036">
                  <c:v>48.017242000000003</c:v>
                </c:pt>
                <c:pt idx="4037">
                  <c:v>47.948417999999997</c:v>
                </c:pt>
                <c:pt idx="4038">
                  <c:v>47.879593</c:v>
                </c:pt>
                <c:pt idx="4039">
                  <c:v>47.810856000000001</c:v>
                </c:pt>
                <c:pt idx="4040">
                  <c:v>47.742221999999998</c:v>
                </c:pt>
                <c:pt idx="4041">
                  <c:v>47.673653000000002</c:v>
                </c:pt>
                <c:pt idx="4042">
                  <c:v>47.605103</c:v>
                </c:pt>
                <c:pt idx="4043">
                  <c:v>47.536579000000003</c:v>
                </c:pt>
                <c:pt idx="4044">
                  <c:v>47.468040000000002</c:v>
                </c:pt>
                <c:pt idx="4045">
                  <c:v>47.399529000000001</c:v>
                </c:pt>
                <c:pt idx="4046">
                  <c:v>47.331009000000002</c:v>
                </c:pt>
                <c:pt idx="4047">
                  <c:v>47.262520000000002</c:v>
                </c:pt>
                <c:pt idx="4048">
                  <c:v>47.194031000000003</c:v>
                </c:pt>
                <c:pt idx="4049">
                  <c:v>47.125515</c:v>
                </c:pt>
                <c:pt idx="4050">
                  <c:v>47.056992000000001</c:v>
                </c:pt>
                <c:pt idx="4051">
                  <c:v>46.988467999999997</c:v>
                </c:pt>
                <c:pt idx="4052">
                  <c:v>46.919930000000001</c:v>
                </c:pt>
                <c:pt idx="4053">
                  <c:v>46.851376000000002</c:v>
                </c:pt>
                <c:pt idx="4054">
                  <c:v>46.782845000000002</c:v>
                </c:pt>
                <c:pt idx="4055">
                  <c:v>46.714317000000001</c:v>
                </c:pt>
                <c:pt idx="4056">
                  <c:v>46.645786000000001</c:v>
                </c:pt>
                <c:pt idx="4057">
                  <c:v>46.577263000000002</c:v>
                </c:pt>
                <c:pt idx="4058">
                  <c:v>46.508747</c:v>
                </c:pt>
                <c:pt idx="4059">
                  <c:v>46.440230999999997</c:v>
                </c:pt>
                <c:pt idx="4060">
                  <c:v>46.371735000000001</c:v>
                </c:pt>
                <c:pt idx="4061">
                  <c:v>46.303257000000002</c:v>
                </c:pt>
                <c:pt idx="4062">
                  <c:v>46.234802000000002</c:v>
                </c:pt>
                <c:pt idx="4063">
                  <c:v>46.166370000000001</c:v>
                </c:pt>
                <c:pt idx="4064">
                  <c:v>46.097949999999997</c:v>
                </c:pt>
                <c:pt idx="4065">
                  <c:v>46.029513999999999</c:v>
                </c:pt>
                <c:pt idx="4066">
                  <c:v>45.961055999999999</c:v>
                </c:pt>
                <c:pt idx="4067">
                  <c:v>45.892586000000001</c:v>
                </c:pt>
                <c:pt idx="4068">
                  <c:v>45.824142000000002</c:v>
                </c:pt>
                <c:pt idx="4069">
                  <c:v>45.755732999999999</c:v>
                </c:pt>
                <c:pt idx="4070">
                  <c:v>45.687385999999996</c:v>
                </c:pt>
                <c:pt idx="4071">
                  <c:v>45.619083000000003</c:v>
                </c:pt>
                <c:pt idx="4072">
                  <c:v>45.550842000000003</c:v>
                </c:pt>
                <c:pt idx="4073">
                  <c:v>45.482562999999999</c:v>
                </c:pt>
                <c:pt idx="4074">
                  <c:v>45.414295000000003</c:v>
                </c:pt>
                <c:pt idx="4075">
                  <c:v>45.345928000000001</c:v>
                </c:pt>
                <c:pt idx="4076">
                  <c:v>45.277557000000002</c:v>
                </c:pt>
                <c:pt idx="4077">
                  <c:v>45.209141000000002</c:v>
                </c:pt>
                <c:pt idx="4078">
                  <c:v>45.140746999999998</c:v>
                </c:pt>
                <c:pt idx="4079">
                  <c:v>45.072417999999999</c:v>
                </c:pt>
                <c:pt idx="4080">
                  <c:v>45.004162000000001</c:v>
                </c:pt>
                <c:pt idx="4081">
                  <c:v>44.935963000000001</c:v>
                </c:pt>
                <c:pt idx="4082">
                  <c:v>44.867835999999997</c:v>
                </c:pt>
                <c:pt idx="4083">
                  <c:v>44.799694000000002</c:v>
                </c:pt>
                <c:pt idx="4084">
                  <c:v>44.731524999999998</c:v>
                </c:pt>
                <c:pt idx="4085">
                  <c:v>44.663291999999998</c:v>
                </c:pt>
                <c:pt idx="4086">
                  <c:v>44.595032000000003</c:v>
                </c:pt>
                <c:pt idx="4087">
                  <c:v>44.526749000000002</c:v>
                </c:pt>
                <c:pt idx="4088">
                  <c:v>44.458447</c:v>
                </c:pt>
                <c:pt idx="4089">
                  <c:v>44.390163000000001</c:v>
                </c:pt>
                <c:pt idx="4090">
                  <c:v>44.321972000000002</c:v>
                </c:pt>
                <c:pt idx="4091">
                  <c:v>44.253872000000001</c:v>
                </c:pt>
                <c:pt idx="4092">
                  <c:v>44.185802000000002</c:v>
                </c:pt>
                <c:pt idx="4093">
                  <c:v>44.117741000000002</c:v>
                </c:pt>
                <c:pt idx="4094">
                  <c:v>44.049636999999997</c:v>
                </c:pt>
                <c:pt idx="4095">
                  <c:v>43.981482999999997</c:v>
                </c:pt>
                <c:pt idx="4096">
                  <c:v>43.913283999999997</c:v>
                </c:pt>
                <c:pt idx="4097">
                  <c:v>43.845089000000002</c:v>
                </c:pt>
                <c:pt idx="4098">
                  <c:v>43.776935999999999</c:v>
                </c:pt>
                <c:pt idx="4099">
                  <c:v>43.708838999999998</c:v>
                </c:pt>
                <c:pt idx="4100">
                  <c:v>43.640777999999997</c:v>
                </c:pt>
                <c:pt idx="4101">
                  <c:v>43.572780999999999</c:v>
                </c:pt>
                <c:pt idx="4102">
                  <c:v>43.504814000000003</c:v>
                </c:pt>
                <c:pt idx="4103">
                  <c:v>43.436863000000002</c:v>
                </c:pt>
                <c:pt idx="4104">
                  <c:v>43.368858000000003</c:v>
                </c:pt>
                <c:pt idx="4105">
                  <c:v>43.300773999999997</c:v>
                </c:pt>
                <c:pt idx="4106">
                  <c:v>43.232635000000002</c:v>
                </c:pt>
                <c:pt idx="4107">
                  <c:v>43.164478000000003</c:v>
                </c:pt>
                <c:pt idx="4108">
                  <c:v>43.096355000000003</c:v>
                </c:pt>
                <c:pt idx="4109">
                  <c:v>43.028305000000003</c:v>
                </c:pt>
                <c:pt idx="4110">
                  <c:v>42.960307999999998</c:v>
                </c:pt>
                <c:pt idx="4111">
                  <c:v>42.892384</c:v>
                </c:pt>
                <c:pt idx="4112">
                  <c:v>42.824500999999998</c:v>
                </c:pt>
                <c:pt idx="4113">
                  <c:v>42.756625999999997</c:v>
                </c:pt>
                <c:pt idx="4114">
                  <c:v>42.688735999999999</c:v>
                </c:pt>
                <c:pt idx="4115">
                  <c:v>42.620739</c:v>
                </c:pt>
                <c:pt idx="4116">
                  <c:v>42.552669999999999</c:v>
                </c:pt>
                <c:pt idx="4117">
                  <c:v>42.484614999999998</c:v>
                </c:pt>
                <c:pt idx="4118">
                  <c:v>42.416584</c:v>
                </c:pt>
                <c:pt idx="4119">
                  <c:v>42.348610000000001</c:v>
                </c:pt>
                <c:pt idx="4120">
                  <c:v>42.280670000000001</c:v>
                </c:pt>
                <c:pt idx="4121">
                  <c:v>42.212764999999997</c:v>
                </c:pt>
                <c:pt idx="4122">
                  <c:v>42.144913000000003</c:v>
                </c:pt>
                <c:pt idx="4123">
                  <c:v>42.077072000000001</c:v>
                </c:pt>
                <c:pt idx="4124">
                  <c:v>42.009186</c:v>
                </c:pt>
                <c:pt idx="4125">
                  <c:v>41.941254000000001</c:v>
                </c:pt>
                <c:pt idx="4126">
                  <c:v>41.873314000000001</c:v>
                </c:pt>
                <c:pt idx="4127">
                  <c:v>41.805332</c:v>
                </c:pt>
                <c:pt idx="4128">
                  <c:v>41.737349999999999</c:v>
                </c:pt>
                <c:pt idx="4129">
                  <c:v>41.669387999999998</c:v>
                </c:pt>
                <c:pt idx="4130">
                  <c:v>41.601494000000002</c:v>
                </c:pt>
                <c:pt idx="4131">
                  <c:v>41.533638000000003</c:v>
                </c:pt>
                <c:pt idx="4132">
                  <c:v>41.465851000000001</c:v>
                </c:pt>
                <c:pt idx="4133">
                  <c:v>41.398071000000002</c:v>
                </c:pt>
                <c:pt idx="4134">
                  <c:v>41.330235000000002</c:v>
                </c:pt>
                <c:pt idx="4135">
                  <c:v>41.262324999999997</c:v>
                </c:pt>
                <c:pt idx="4136">
                  <c:v>41.194332000000003</c:v>
                </c:pt>
                <c:pt idx="4137">
                  <c:v>41.12632</c:v>
                </c:pt>
                <c:pt idx="4138">
                  <c:v>41.058273</c:v>
                </c:pt>
                <c:pt idx="4139">
                  <c:v>40.990284000000003</c:v>
                </c:pt>
                <c:pt idx="4140">
                  <c:v>40.922344000000002</c:v>
                </c:pt>
                <c:pt idx="4141">
                  <c:v>40.854461999999998</c:v>
                </c:pt>
                <c:pt idx="4142">
                  <c:v>40.786651999999997</c:v>
                </c:pt>
                <c:pt idx="4143">
                  <c:v>40.718829999999997</c:v>
                </c:pt>
                <c:pt idx="4144">
                  <c:v>40.650931999999997</c:v>
                </c:pt>
                <c:pt idx="4145">
                  <c:v>40.582923999999998</c:v>
                </c:pt>
                <c:pt idx="4146">
                  <c:v>40.514865999999998</c:v>
                </c:pt>
                <c:pt idx="4147">
                  <c:v>40.446770000000001</c:v>
                </c:pt>
                <c:pt idx="4148">
                  <c:v>40.378658000000001</c:v>
                </c:pt>
                <c:pt idx="4149">
                  <c:v>40.310585000000003</c:v>
                </c:pt>
                <c:pt idx="4150">
                  <c:v>40.242595999999999</c:v>
                </c:pt>
                <c:pt idx="4151">
                  <c:v>40.174675000000001</c:v>
                </c:pt>
                <c:pt idx="4152">
                  <c:v>40.106814999999997</c:v>
                </c:pt>
                <c:pt idx="4153">
                  <c:v>40.038939999999997</c:v>
                </c:pt>
                <c:pt idx="4154">
                  <c:v>39.971026999999999</c:v>
                </c:pt>
                <c:pt idx="4155">
                  <c:v>39.903004000000003</c:v>
                </c:pt>
                <c:pt idx="4156">
                  <c:v>39.834865999999998</c:v>
                </c:pt>
                <c:pt idx="4157">
                  <c:v>39.766697000000001</c:v>
                </c:pt>
                <c:pt idx="4158">
                  <c:v>39.698563</c:v>
                </c:pt>
                <c:pt idx="4159">
                  <c:v>39.630482000000001</c:v>
                </c:pt>
                <c:pt idx="4160">
                  <c:v>39.562491999999999</c:v>
                </c:pt>
                <c:pt idx="4161">
                  <c:v>39.49456</c:v>
                </c:pt>
                <c:pt idx="4162">
                  <c:v>39.426678000000003</c:v>
                </c:pt>
                <c:pt idx="4163">
                  <c:v>39.358798999999998</c:v>
                </c:pt>
                <c:pt idx="4164">
                  <c:v>39.290835999999999</c:v>
                </c:pt>
                <c:pt idx="4165">
                  <c:v>39.222759000000003</c:v>
                </c:pt>
                <c:pt idx="4166">
                  <c:v>39.154583000000002</c:v>
                </c:pt>
                <c:pt idx="4167">
                  <c:v>39.086368999999998</c:v>
                </c:pt>
                <c:pt idx="4168">
                  <c:v>39.018180999999998</c:v>
                </c:pt>
                <c:pt idx="4169">
                  <c:v>38.950073000000003</c:v>
                </c:pt>
                <c:pt idx="4170">
                  <c:v>38.882041999999998</c:v>
                </c:pt>
                <c:pt idx="4171">
                  <c:v>38.814079</c:v>
                </c:pt>
                <c:pt idx="4172">
                  <c:v>38.746161999999998</c:v>
                </c:pt>
                <c:pt idx="4173">
                  <c:v>38.678241999999997</c:v>
                </c:pt>
                <c:pt idx="4174">
                  <c:v>38.610275000000001</c:v>
                </c:pt>
                <c:pt idx="4175">
                  <c:v>38.542175</c:v>
                </c:pt>
                <c:pt idx="4176">
                  <c:v>38.473968999999997</c:v>
                </c:pt>
                <c:pt idx="4177">
                  <c:v>38.405738999999997</c:v>
                </c:pt>
                <c:pt idx="4178">
                  <c:v>38.337547000000001</c:v>
                </c:pt>
                <c:pt idx="4179">
                  <c:v>38.269424000000001</c:v>
                </c:pt>
                <c:pt idx="4180">
                  <c:v>38.201385000000002</c:v>
                </c:pt>
                <c:pt idx="4181">
                  <c:v>38.133434000000001</c:v>
                </c:pt>
                <c:pt idx="4182">
                  <c:v>38.065525000000001</c:v>
                </c:pt>
                <c:pt idx="4183">
                  <c:v>37.997627000000001</c:v>
                </c:pt>
                <c:pt idx="4184">
                  <c:v>37.929642000000001</c:v>
                </c:pt>
                <c:pt idx="4185">
                  <c:v>37.861514999999997</c:v>
                </c:pt>
                <c:pt idx="4186">
                  <c:v>37.793255000000002</c:v>
                </c:pt>
                <c:pt idx="4187">
                  <c:v>37.724975999999998</c:v>
                </c:pt>
                <c:pt idx="4188">
                  <c:v>37.656723</c:v>
                </c:pt>
                <c:pt idx="4189">
                  <c:v>37.588554000000002</c:v>
                </c:pt>
                <c:pt idx="4190">
                  <c:v>37.520485000000001</c:v>
                </c:pt>
                <c:pt idx="4191">
                  <c:v>37.452514999999998</c:v>
                </c:pt>
                <c:pt idx="4192">
                  <c:v>37.384605000000001</c:v>
                </c:pt>
                <c:pt idx="4193">
                  <c:v>37.316710999999998</c:v>
                </c:pt>
                <c:pt idx="4194">
                  <c:v>37.248733999999999</c:v>
                </c:pt>
                <c:pt idx="4195">
                  <c:v>37.180599000000001</c:v>
                </c:pt>
                <c:pt idx="4196">
                  <c:v>37.112343000000003</c:v>
                </c:pt>
                <c:pt idx="4197">
                  <c:v>37.044037000000003</c:v>
                </c:pt>
                <c:pt idx="4198">
                  <c:v>36.975777000000001</c:v>
                </c:pt>
                <c:pt idx="4199">
                  <c:v>36.907608000000003</c:v>
                </c:pt>
                <c:pt idx="4200">
                  <c:v>36.839554</c:v>
                </c:pt>
                <c:pt idx="4201">
                  <c:v>36.771599000000002</c:v>
                </c:pt>
                <c:pt idx="4202">
                  <c:v>36.703696999999998</c:v>
                </c:pt>
                <c:pt idx="4203">
                  <c:v>36.635779999999997</c:v>
                </c:pt>
                <c:pt idx="4204">
                  <c:v>36.567782999999999</c:v>
                </c:pt>
                <c:pt idx="4205">
                  <c:v>36.499625999999999</c:v>
                </c:pt>
                <c:pt idx="4206">
                  <c:v>36.431331999999998</c:v>
                </c:pt>
                <c:pt idx="4207">
                  <c:v>36.362976000000003</c:v>
                </c:pt>
                <c:pt idx="4208">
                  <c:v>36.294665999999999</c:v>
                </c:pt>
                <c:pt idx="4209">
                  <c:v>36.226436999999997</c:v>
                </c:pt>
                <c:pt idx="4210">
                  <c:v>36.158298000000002</c:v>
                </c:pt>
                <c:pt idx="4211">
                  <c:v>36.090279000000002</c:v>
                </c:pt>
                <c:pt idx="4212">
                  <c:v>36.022365999999998</c:v>
                </c:pt>
                <c:pt idx="4213">
                  <c:v>35.954459999999997</c:v>
                </c:pt>
                <c:pt idx="4214">
                  <c:v>35.886462999999999</c:v>
                </c:pt>
                <c:pt idx="4215">
                  <c:v>35.818306</c:v>
                </c:pt>
                <c:pt idx="4216">
                  <c:v>35.750014999999998</c:v>
                </c:pt>
                <c:pt idx="4217">
                  <c:v>35.681683</c:v>
                </c:pt>
                <c:pt idx="4218">
                  <c:v>35.613360999999998</c:v>
                </c:pt>
                <c:pt idx="4219">
                  <c:v>35.545161999999998</c:v>
                </c:pt>
                <c:pt idx="4220">
                  <c:v>35.477093000000004</c:v>
                </c:pt>
                <c:pt idx="4221">
                  <c:v>35.409145000000002</c:v>
                </c:pt>
                <c:pt idx="4222">
                  <c:v>35.341267000000002</c:v>
                </c:pt>
                <c:pt idx="4223">
                  <c:v>35.273356999999997</c:v>
                </c:pt>
                <c:pt idx="4224">
                  <c:v>35.205329999999996</c:v>
                </c:pt>
                <c:pt idx="4225">
                  <c:v>35.137138</c:v>
                </c:pt>
                <c:pt idx="4226">
                  <c:v>35.068793999999997</c:v>
                </c:pt>
                <c:pt idx="4227">
                  <c:v>35.000404000000003</c:v>
                </c:pt>
                <c:pt idx="4228">
                  <c:v>34.932040999999998</c:v>
                </c:pt>
                <c:pt idx="4229">
                  <c:v>34.863776999999999</c:v>
                </c:pt>
                <c:pt idx="4230">
                  <c:v>34.795616000000003</c:v>
                </c:pt>
                <c:pt idx="4231">
                  <c:v>34.727566000000003</c:v>
                </c:pt>
                <c:pt idx="4232">
                  <c:v>34.659587999999999</c:v>
                </c:pt>
                <c:pt idx="4233">
                  <c:v>34.591628999999998</c:v>
                </c:pt>
                <c:pt idx="4234">
                  <c:v>34.523601999999997</c:v>
                </c:pt>
                <c:pt idx="4235">
                  <c:v>34.455418000000002</c:v>
                </c:pt>
                <c:pt idx="4236">
                  <c:v>34.387115000000001</c:v>
                </c:pt>
                <c:pt idx="4237">
                  <c:v>34.318764000000002</c:v>
                </c:pt>
                <c:pt idx="4238">
                  <c:v>34.250430999999999</c:v>
                </c:pt>
                <c:pt idx="4239">
                  <c:v>34.182228000000002</c:v>
                </c:pt>
                <c:pt idx="4240">
                  <c:v>34.114136000000002</c:v>
                </c:pt>
                <c:pt idx="4241">
                  <c:v>34.046126999999998</c:v>
                </c:pt>
                <c:pt idx="4242">
                  <c:v>33.978172000000001</c:v>
                </c:pt>
                <c:pt idx="4243">
                  <c:v>33.910159999999998</c:v>
                </c:pt>
                <c:pt idx="4244">
                  <c:v>33.842052000000002</c:v>
                </c:pt>
                <c:pt idx="4245">
                  <c:v>33.773795999999997</c:v>
                </c:pt>
                <c:pt idx="4246">
                  <c:v>33.705424999999998</c:v>
                </c:pt>
                <c:pt idx="4247">
                  <c:v>33.637005000000002</c:v>
                </c:pt>
                <c:pt idx="4248">
                  <c:v>33.568649000000001</c:v>
                </c:pt>
                <c:pt idx="4249">
                  <c:v>33.500397</c:v>
                </c:pt>
                <c:pt idx="4250">
                  <c:v>33.432274</c:v>
                </c:pt>
                <c:pt idx="4251">
                  <c:v>33.364238999999998</c:v>
                </c:pt>
                <c:pt idx="4252">
                  <c:v>33.296253</c:v>
                </c:pt>
                <c:pt idx="4253">
                  <c:v>33.228251999999998</c:v>
                </c:pt>
                <c:pt idx="4254">
                  <c:v>33.160122000000001</c:v>
                </c:pt>
                <c:pt idx="4255">
                  <c:v>33.091845999999997</c:v>
                </c:pt>
                <c:pt idx="4256">
                  <c:v>33.02346</c:v>
                </c:pt>
                <c:pt idx="4257">
                  <c:v>32.955047999999998</c:v>
                </c:pt>
                <c:pt idx="4258">
                  <c:v>32.886673000000002</c:v>
                </c:pt>
                <c:pt idx="4259">
                  <c:v>32.818416999999997</c:v>
                </c:pt>
                <c:pt idx="4260">
                  <c:v>32.750281999999999</c:v>
                </c:pt>
                <c:pt idx="4261">
                  <c:v>32.682243</c:v>
                </c:pt>
                <c:pt idx="4262">
                  <c:v>32.614261999999997</c:v>
                </c:pt>
                <c:pt idx="4263">
                  <c:v>32.546253</c:v>
                </c:pt>
                <c:pt idx="4264">
                  <c:v>32.478107000000001</c:v>
                </c:pt>
                <c:pt idx="4265">
                  <c:v>32.409782</c:v>
                </c:pt>
                <c:pt idx="4266">
                  <c:v>32.341354000000003</c:v>
                </c:pt>
                <c:pt idx="4267">
                  <c:v>32.272914999999998</c:v>
                </c:pt>
                <c:pt idx="4268">
                  <c:v>32.204506000000002</c:v>
                </c:pt>
                <c:pt idx="4269">
                  <c:v>32.136211000000003</c:v>
                </c:pt>
                <c:pt idx="4270">
                  <c:v>32.068027000000001</c:v>
                </c:pt>
                <c:pt idx="4271">
                  <c:v>31.999960000000002</c:v>
                </c:pt>
                <c:pt idx="4272">
                  <c:v>31.931958999999999</c:v>
                </c:pt>
                <c:pt idx="4273">
                  <c:v>31.863941000000001</c:v>
                </c:pt>
                <c:pt idx="4274">
                  <c:v>31.795801000000001</c:v>
                </c:pt>
                <c:pt idx="4275">
                  <c:v>31.727533000000001</c:v>
                </c:pt>
                <c:pt idx="4276">
                  <c:v>31.659168000000001</c:v>
                </c:pt>
                <c:pt idx="4277">
                  <c:v>31.590788</c:v>
                </c:pt>
                <c:pt idx="4278">
                  <c:v>31.522431999999998</c:v>
                </c:pt>
                <c:pt idx="4279">
                  <c:v>31.454184999999999</c:v>
                </c:pt>
                <c:pt idx="4280">
                  <c:v>31.386119999999998</c:v>
                </c:pt>
                <c:pt idx="4281">
                  <c:v>31.318249000000002</c:v>
                </c:pt>
                <c:pt idx="4282">
                  <c:v>31.250664</c:v>
                </c:pt>
                <c:pt idx="4283">
                  <c:v>31.183551999999999</c:v>
                </c:pt>
                <c:pt idx="4284">
                  <c:v>31.117132000000002</c:v>
                </c:pt>
                <c:pt idx="4285">
                  <c:v>31.051807</c:v>
                </c:pt>
                <c:pt idx="4286">
                  <c:v>30.987888000000002</c:v>
                </c:pt>
                <c:pt idx="4287">
                  <c:v>30.925097999999998</c:v>
                </c:pt>
                <c:pt idx="4288">
                  <c:v>30.863116999999999</c:v>
                </c:pt>
                <c:pt idx="4289">
                  <c:v>30.801591999999999</c:v>
                </c:pt>
                <c:pt idx="4290">
                  <c:v>30.740171</c:v>
                </c:pt>
                <c:pt idx="4291">
                  <c:v>30.678920999999999</c:v>
                </c:pt>
                <c:pt idx="4292">
                  <c:v>30.617526999999999</c:v>
                </c:pt>
                <c:pt idx="4293">
                  <c:v>30.556252000000001</c:v>
                </c:pt>
                <c:pt idx="4294">
                  <c:v>30.496390999999999</c:v>
                </c:pt>
                <c:pt idx="4295">
                  <c:v>30.438801000000002</c:v>
                </c:pt>
                <c:pt idx="4296">
                  <c:v>30.385508999999999</c:v>
                </c:pt>
                <c:pt idx="4297">
                  <c:v>30.337703999999999</c:v>
                </c:pt>
                <c:pt idx="4298">
                  <c:v>30.296216999999999</c:v>
                </c:pt>
                <c:pt idx="4299">
                  <c:v>30.26004</c:v>
                </c:pt>
                <c:pt idx="4300">
                  <c:v>30.227816000000001</c:v>
                </c:pt>
                <c:pt idx="4301">
                  <c:v>30.199490000000001</c:v>
                </c:pt>
                <c:pt idx="4302">
                  <c:v>30.174747</c:v>
                </c:pt>
                <c:pt idx="4303">
                  <c:v>30.153096999999999</c:v>
                </c:pt>
                <c:pt idx="4304">
                  <c:v>30.133837</c:v>
                </c:pt>
                <c:pt idx="4305">
                  <c:v>30.116485999999998</c:v>
                </c:pt>
                <c:pt idx="4306">
                  <c:v>30.100458</c:v>
                </c:pt>
                <c:pt idx="4307">
                  <c:v>30.085335000000001</c:v>
                </c:pt>
                <c:pt idx="4308">
                  <c:v>30.070183</c:v>
                </c:pt>
                <c:pt idx="4309">
                  <c:v>30.053899999999999</c:v>
                </c:pt>
                <c:pt idx="4310">
                  <c:v>30.035595000000001</c:v>
                </c:pt>
                <c:pt idx="4311">
                  <c:v>30.015114000000001</c:v>
                </c:pt>
                <c:pt idx="4312">
                  <c:v>29.991968</c:v>
                </c:pt>
                <c:pt idx="4313">
                  <c:v>29.966255</c:v>
                </c:pt>
                <c:pt idx="4314">
                  <c:v>29.938766000000001</c:v>
                </c:pt>
                <c:pt idx="4315">
                  <c:v>29.910724999999999</c:v>
                </c:pt>
                <c:pt idx="4316">
                  <c:v>29.883603999999998</c:v>
                </c:pt>
                <c:pt idx="4317">
                  <c:v>29.858152</c:v>
                </c:pt>
                <c:pt idx="4318">
                  <c:v>29.834735999999999</c:v>
                </c:pt>
                <c:pt idx="4319">
                  <c:v>29.813053</c:v>
                </c:pt>
                <c:pt idx="4320">
                  <c:v>29.792376000000001</c:v>
                </c:pt>
                <c:pt idx="4321">
                  <c:v>29.771667000000001</c:v>
                </c:pt>
                <c:pt idx="4322">
                  <c:v>29.750102999999999</c:v>
                </c:pt>
                <c:pt idx="4323">
                  <c:v>29.727377000000001</c:v>
                </c:pt>
                <c:pt idx="4324">
                  <c:v>29.703911000000002</c:v>
                </c:pt>
                <c:pt idx="4325">
                  <c:v>29.680423999999999</c:v>
                </c:pt>
                <c:pt idx="4326">
                  <c:v>29.657909</c:v>
                </c:pt>
                <c:pt idx="4327">
                  <c:v>29.636973999999999</c:v>
                </c:pt>
                <c:pt idx="4328">
                  <c:v>29.617536999999999</c:v>
                </c:pt>
                <c:pt idx="4329">
                  <c:v>29.598883000000001</c:v>
                </c:pt>
                <c:pt idx="4330">
                  <c:v>29.580058999999999</c:v>
                </c:pt>
                <c:pt idx="4331">
                  <c:v>29.560172999999999</c:v>
                </c:pt>
                <c:pt idx="4332">
                  <c:v>29.538751999999999</c:v>
                </c:pt>
                <c:pt idx="4333">
                  <c:v>29.516051999999998</c:v>
                </c:pt>
                <c:pt idx="4334">
                  <c:v>29.492705999999998</c:v>
                </c:pt>
                <c:pt idx="4335">
                  <c:v>29.469797</c:v>
                </c:pt>
                <c:pt idx="4336">
                  <c:v>29.448188999999999</c:v>
                </c:pt>
                <c:pt idx="4337">
                  <c:v>29.428374999999999</c:v>
                </c:pt>
                <c:pt idx="4338">
                  <c:v>29.410864</c:v>
                </c:pt>
                <c:pt idx="4339">
                  <c:v>29.395515</c:v>
                </c:pt>
                <c:pt idx="4340">
                  <c:v>29.381561000000001</c:v>
                </c:pt>
                <c:pt idx="4341">
                  <c:v>29.36768</c:v>
                </c:pt>
                <c:pt idx="4342">
                  <c:v>29.35294</c:v>
                </c:pt>
                <c:pt idx="4343">
                  <c:v>29.337185000000002</c:v>
                </c:pt>
                <c:pt idx="4344">
                  <c:v>29.320896000000001</c:v>
                </c:pt>
                <c:pt idx="4345">
                  <c:v>29.305063000000001</c:v>
                </c:pt>
                <c:pt idx="4346">
                  <c:v>29.290164999999998</c:v>
                </c:pt>
                <c:pt idx="4347">
                  <c:v>29.276398</c:v>
                </c:pt>
                <c:pt idx="4348">
                  <c:v>29.263226</c:v>
                </c:pt>
                <c:pt idx="4349">
                  <c:v>29.249962</c:v>
                </c:pt>
                <c:pt idx="4350">
                  <c:v>29.235668</c:v>
                </c:pt>
                <c:pt idx="4351">
                  <c:v>29.219683</c:v>
                </c:pt>
                <c:pt idx="4352">
                  <c:v>29.202106000000001</c:v>
                </c:pt>
                <c:pt idx="4353">
                  <c:v>29.183589999999999</c:v>
                </c:pt>
                <c:pt idx="4354">
                  <c:v>29.165150000000001</c:v>
                </c:pt>
                <c:pt idx="4355">
                  <c:v>29.147601999999999</c:v>
                </c:pt>
                <c:pt idx="4356">
                  <c:v>29.131874</c:v>
                </c:pt>
                <c:pt idx="4357">
                  <c:v>29.118137000000001</c:v>
                </c:pt>
                <c:pt idx="4358">
                  <c:v>29.106501000000002</c:v>
                </c:pt>
                <c:pt idx="4359">
                  <c:v>29.096354999999999</c:v>
                </c:pt>
                <c:pt idx="4360">
                  <c:v>29.087332</c:v>
                </c:pt>
                <c:pt idx="4361">
                  <c:v>29.079082</c:v>
                </c:pt>
                <c:pt idx="4362">
                  <c:v>29.071045000000002</c:v>
                </c:pt>
                <c:pt idx="4363">
                  <c:v>29.062806999999999</c:v>
                </c:pt>
                <c:pt idx="4364">
                  <c:v>29.05444</c:v>
                </c:pt>
                <c:pt idx="4365">
                  <c:v>29.046150000000001</c:v>
                </c:pt>
                <c:pt idx="4366">
                  <c:v>29.038252</c:v>
                </c:pt>
                <c:pt idx="4367">
                  <c:v>29.031023000000001</c:v>
                </c:pt>
                <c:pt idx="4368">
                  <c:v>29.024436999999999</c:v>
                </c:pt>
                <c:pt idx="4369">
                  <c:v>29.018044</c:v>
                </c:pt>
                <c:pt idx="4370">
                  <c:v>29.011475000000001</c:v>
                </c:pt>
                <c:pt idx="4371">
                  <c:v>29.004079999999998</c:v>
                </c:pt>
                <c:pt idx="4372">
                  <c:v>28.995749</c:v>
                </c:pt>
                <c:pt idx="4373">
                  <c:v>28.986509000000002</c:v>
                </c:pt>
                <c:pt idx="4374">
                  <c:v>28.976804999999999</c:v>
                </c:pt>
                <c:pt idx="4375">
                  <c:v>28.967300000000002</c:v>
                </c:pt>
                <c:pt idx="4376">
                  <c:v>28.958389</c:v>
                </c:pt>
                <c:pt idx="4377">
                  <c:v>28.950371000000001</c:v>
                </c:pt>
                <c:pt idx="4378">
                  <c:v>28.943404999999998</c:v>
                </c:pt>
                <c:pt idx="4379">
                  <c:v>28.937184999999999</c:v>
                </c:pt>
                <c:pt idx="4380">
                  <c:v>28.931380999999998</c:v>
                </c:pt>
                <c:pt idx="4381">
                  <c:v>28.925578999999999</c:v>
                </c:pt>
                <c:pt idx="4382">
                  <c:v>28.919543999999998</c:v>
                </c:pt>
                <c:pt idx="4383">
                  <c:v>28.912889</c:v>
                </c:pt>
                <c:pt idx="4384">
                  <c:v>28.905750000000001</c:v>
                </c:pt>
                <c:pt idx="4385">
                  <c:v>28.898627999999999</c:v>
                </c:pt>
                <c:pt idx="4386">
                  <c:v>28.892056</c:v>
                </c:pt>
                <c:pt idx="4387">
                  <c:v>28.886194</c:v>
                </c:pt>
                <c:pt idx="4388">
                  <c:v>28.881084000000001</c:v>
                </c:pt>
                <c:pt idx="4389">
                  <c:v>28.876579</c:v>
                </c:pt>
                <c:pt idx="4390">
                  <c:v>28.872458999999999</c:v>
                </c:pt>
                <c:pt idx="4391">
                  <c:v>28.868342999999999</c:v>
                </c:pt>
                <c:pt idx="4392">
                  <c:v>28.863966000000001</c:v>
                </c:pt>
                <c:pt idx="4393">
                  <c:v>28.859165000000001</c:v>
                </c:pt>
                <c:pt idx="4394">
                  <c:v>28.854075999999999</c:v>
                </c:pt>
                <c:pt idx="4395">
                  <c:v>28.848935999999998</c:v>
                </c:pt>
                <c:pt idx="4396">
                  <c:v>28.844062999999998</c:v>
                </c:pt>
                <c:pt idx="4397">
                  <c:v>28.839666000000001</c:v>
                </c:pt>
                <c:pt idx="4398">
                  <c:v>28.835936</c:v>
                </c:pt>
                <c:pt idx="4399">
                  <c:v>28.832737000000002</c:v>
                </c:pt>
                <c:pt idx="4400">
                  <c:v>28.829854999999998</c:v>
                </c:pt>
                <c:pt idx="4401">
                  <c:v>28.826954000000001</c:v>
                </c:pt>
                <c:pt idx="4402">
                  <c:v>28.823789999999999</c:v>
                </c:pt>
                <c:pt idx="4403">
                  <c:v>28.820152</c:v>
                </c:pt>
                <c:pt idx="4404">
                  <c:v>28.816095000000001</c:v>
                </c:pt>
                <c:pt idx="4405">
                  <c:v>28.811948999999998</c:v>
                </c:pt>
                <c:pt idx="4406">
                  <c:v>28.808036999999999</c:v>
                </c:pt>
                <c:pt idx="4407">
                  <c:v>28.804638000000001</c:v>
                </c:pt>
                <c:pt idx="4408">
                  <c:v>28.801915999999999</c:v>
                </c:pt>
                <c:pt idx="4409">
                  <c:v>28.799513000000001</c:v>
                </c:pt>
                <c:pt idx="4410">
                  <c:v>28.797533000000001</c:v>
                </c:pt>
                <c:pt idx="4411">
                  <c:v>28.795546000000002</c:v>
                </c:pt>
                <c:pt idx="4412">
                  <c:v>28.793358000000001</c:v>
                </c:pt>
                <c:pt idx="4413">
                  <c:v>28.790704999999999</c:v>
                </c:pt>
                <c:pt idx="4414">
                  <c:v>28.787707999999999</c:v>
                </c:pt>
                <c:pt idx="4415">
                  <c:v>28.784552000000001</c:v>
                </c:pt>
                <c:pt idx="4416">
                  <c:v>28.781749999999999</c:v>
                </c:pt>
                <c:pt idx="4417">
                  <c:v>28.779335</c:v>
                </c:pt>
                <c:pt idx="4418">
                  <c:v>28.777512000000002</c:v>
                </c:pt>
                <c:pt idx="4419">
                  <c:v>28.776040999999999</c:v>
                </c:pt>
                <c:pt idx="4420">
                  <c:v>28.774789999999999</c:v>
                </c:pt>
                <c:pt idx="4421">
                  <c:v>28.77364</c:v>
                </c:pt>
                <c:pt idx="4422">
                  <c:v>28.772306</c:v>
                </c:pt>
                <c:pt idx="4423">
                  <c:v>28.770588</c:v>
                </c:pt>
                <c:pt idx="4424">
                  <c:v>28.768585000000002</c:v>
                </c:pt>
                <c:pt idx="4425">
                  <c:v>28.76642</c:v>
                </c:pt>
                <c:pt idx="4426">
                  <c:v>28.764399999999998</c:v>
                </c:pt>
                <c:pt idx="4427">
                  <c:v>28.762737000000001</c:v>
                </c:pt>
                <c:pt idx="4428">
                  <c:v>28.761627000000001</c:v>
                </c:pt>
                <c:pt idx="4429">
                  <c:v>28.760908000000001</c:v>
                </c:pt>
                <c:pt idx="4430">
                  <c:v>28.760525000000001</c:v>
                </c:pt>
                <c:pt idx="4431">
                  <c:v>28.760266999999999</c:v>
                </c:pt>
                <c:pt idx="4432">
                  <c:v>28.760044000000001</c:v>
                </c:pt>
                <c:pt idx="4433">
                  <c:v>28.759564999999998</c:v>
                </c:pt>
                <c:pt idx="4434">
                  <c:v>28.758831000000001</c:v>
                </c:pt>
                <c:pt idx="4435">
                  <c:v>28.757964999999999</c:v>
                </c:pt>
                <c:pt idx="4436">
                  <c:v>28.757190999999999</c:v>
                </c:pt>
                <c:pt idx="4437">
                  <c:v>28.756654999999999</c:v>
                </c:pt>
                <c:pt idx="4438">
                  <c:v>28.756439</c:v>
                </c:pt>
                <c:pt idx="4439">
                  <c:v>28.756571000000001</c:v>
                </c:pt>
                <c:pt idx="4440">
                  <c:v>28.756929</c:v>
                </c:pt>
                <c:pt idx="4441">
                  <c:v>28.757318000000001</c:v>
                </c:pt>
                <c:pt idx="4442">
                  <c:v>28.757717</c:v>
                </c:pt>
                <c:pt idx="4443">
                  <c:v>28.757914</c:v>
                </c:pt>
                <c:pt idx="4444">
                  <c:v>28.757877000000001</c:v>
                </c:pt>
                <c:pt idx="4445">
                  <c:v>28.757657999999999</c:v>
                </c:pt>
                <c:pt idx="4446">
                  <c:v>28.757444</c:v>
                </c:pt>
                <c:pt idx="4447">
                  <c:v>28.757465</c:v>
                </c:pt>
                <c:pt idx="4448">
                  <c:v>28.757767000000001</c:v>
                </c:pt>
                <c:pt idx="4449">
                  <c:v>28.75836</c:v>
                </c:pt>
                <c:pt idx="4450">
                  <c:v>28.759122999999999</c:v>
                </c:pt>
                <c:pt idx="4451">
                  <c:v>28.759969999999999</c:v>
                </c:pt>
                <c:pt idx="4452">
                  <c:v>28.760643000000002</c:v>
                </c:pt>
                <c:pt idx="4453">
                  <c:v>28.761009000000001</c:v>
                </c:pt>
                <c:pt idx="4454">
                  <c:v>28.761096999999999</c:v>
                </c:pt>
                <c:pt idx="4455">
                  <c:v>28.760998000000001</c:v>
                </c:pt>
                <c:pt idx="4456">
                  <c:v>28.761002000000001</c:v>
                </c:pt>
                <c:pt idx="4457">
                  <c:v>28.761196000000002</c:v>
                </c:pt>
                <c:pt idx="4458">
                  <c:v>28.761735999999999</c:v>
                </c:pt>
                <c:pt idx="4459">
                  <c:v>28.762540999999999</c:v>
                </c:pt>
                <c:pt idx="4460">
                  <c:v>28.763521000000001</c:v>
                </c:pt>
                <c:pt idx="4461">
                  <c:v>28.764496000000001</c:v>
                </c:pt>
                <c:pt idx="4462">
                  <c:v>28.765366</c:v>
                </c:pt>
                <c:pt idx="4463">
                  <c:v>28.765991</c:v>
                </c:pt>
                <c:pt idx="4464">
                  <c:v>28.766373000000002</c:v>
                </c:pt>
                <c:pt idx="4465">
                  <c:v>28.766646999999999</c:v>
                </c:pt>
                <c:pt idx="4466">
                  <c:v>28.766970000000001</c:v>
                </c:pt>
                <c:pt idx="4467">
                  <c:v>28.767555000000002</c:v>
                </c:pt>
                <c:pt idx="4468">
                  <c:v>28.768433000000002</c:v>
                </c:pt>
                <c:pt idx="4469">
                  <c:v>28.76951</c:v>
                </c:pt>
                <c:pt idx="4470">
                  <c:v>28.770712</c:v>
                </c:pt>
                <c:pt idx="4471">
                  <c:v>28.771908</c:v>
                </c:pt>
                <c:pt idx="4472">
                  <c:v>28.772971999999999</c:v>
                </c:pt>
                <c:pt idx="4473">
                  <c:v>28.773764</c:v>
                </c:pt>
                <c:pt idx="4474">
                  <c:v>28.774346999999999</c:v>
                </c:pt>
                <c:pt idx="4475">
                  <c:v>28.774857000000001</c:v>
                </c:pt>
                <c:pt idx="4476">
                  <c:v>28.775482</c:v>
                </c:pt>
                <c:pt idx="4477">
                  <c:v>28.776325</c:v>
                </c:pt>
                <c:pt idx="4478">
                  <c:v>28.777425999999998</c:v>
                </c:pt>
                <c:pt idx="4479">
                  <c:v>28.779737000000001</c:v>
                </c:pt>
                <c:pt idx="4480">
                  <c:v>28.782166</c:v>
                </c:pt>
                <c:pt idx="4481">
                  <c:v>28.779907000000001</c:v>
                </c:pt>
                <c:pt idx="4482">
                  <c:v>28.777073000000001</c:v>
                </c:pt>
                <c:pt idx="4483">
                  <c:v>28.784821000000001</c:v>
                </c:pt>
                <c:pt idx="4484">
                  <c:v>28.809628</c:v>
                </c:pt>
                <c:pt idx="4485">
                  <c:v>28.823713000000001</c:v>
                </c:pt>
                <c:pt idx="4486">
                  <c:v>28.848562000000001</c:v>
                </c:pt>
                <c:pt idx="4487">
                  <c:v>28.876971999999999</c:v>
                </c:pt>
                <c:pt idx="4488">
                  <c:v>28.903227000000001</c:v>
                </c:pt>
                <c:pt idx="4489">
                  <c:v>28.924477</c:v>
                </c:pt>
                <c:pt idx="4490">
                  <c:v>28.943275</c:v>
                </c:pt>
                <c:pt idx="4491">
                  <c:v>28.961575</c:v>
                </c:pt>
                <c:pt idx="4492">
                  <c:v>28.980646</c:v>
                </c:pt>
                <c:pt idx="4493">
                  <c:v>29.000719</c:v>
                </c:pt>
                <c:pt idx="4494">
                  <c:v>29.020014</c:v>
                </c:pt>
                <c:pt idx="4495">
                  <c:v>29.042114000000002</c:v>
                </c:pt>
                <c:pt idx="4496">
                  <c:v>29.062411999999998</c:v>
                </c:pt>
                <c:pt idx="4497">
                  <c:v>29.071072000000001</c:v>
                </c:pt>
                <c:pt idx="4498">
                  <c:v>29.077597000000001</c:v>
                </c:pt>
                <c:pt idx="4499">
                  <c:v>29.085749</c:v>
                </c:pt>
                <c:pt idx="4500">
                  <c:v>29.094255</c:v>
                </c:pt>
                <c:pt idx="4501">
                  <c:v>29.105286</c:v>
                </c:pt>
                <c:pt idx="4502">
                  <c:v>29.115749000000001</c:v>
                </c:pt>
                <c:pt idx="4503">
                  <c:v>29.120460999999999</c:v>
                </c:pt>
                <c:pt idx="4504">
                  <c:v>29.118887000000001</c:v>
                </c:pt>
                <c:pt idx="4505">
                  <c:v>29.117695000000001</c:v>
                </c:pt>
                <c:pt idx="4506">
                  <c:v>29.119316000000001</c:v>
                </c:pt>
                <c:pt idx="4507">
                  <c:v>29.117491000000001</c:v>
                </c:pt>
                <c:pt idx="4508">
                  <c:v>29.112103999999999</c:v>
                </c:pt>
                <c:pt idx="4509">
                  <c:v>29.104748000000001</c:v>
                </c:pt>
                <c:pt idx="4510">
                  <c:v>29.100389</c:v>
                </c:pt>
                <c:pt idx="4511">
                  <c:v>29.096373</c:v>
                </c:pt>
                <c:pt idx="4512">
                  <c:v>29.094505000000002</c:v>
                </c:pt>
                <c:pt idx="4513">
                  <c:v>29.091238000000001</c:v>
                </c:pt>
                <c:pt idx="4514">
                  <c:v>29.089234999999999</c:v>
                </c:pt>
                <c:pt idx="4515">
                  <c:v>29.087399000000001</c:v>
                </c:pt>
                <c:pt idx="4516">
                  <c:v>29.085771999999999</c:v>
                </c:pt>
                <c:pt idx="4517">
                  <c:v>29.083748</c:v>
                </c:pt>
                <c:pt idx="4518">
                  <c:v>29.081291</c:v>
                </c:pt>
                <c:pt idx="4519">
                  <c:v>29.079018000000001</c:v>
                </c:pt>
                <c:pt idx="4520">
                  <c:v>29.077691999999999</c:v>
                </c:pt>
                <c:pt idx="4521">
                  <c:v>29.082004999999999</c:v>
                </c:pt>
                <c:pt idx="4522">
                  <c:v>29.093456</c:v>
                </c:pt>
                <c:pt idx="4523">
                  <c:v>29.104476999999999</c:v>
                </c:pt>
                <c:pt idx="4524">
                  <c:v>29.107438999999999</c:v>
                </c:pt>
                <c:pt idx="4525">
                  <c:v>29.112856000000001</c:v>
                </c:pt>
                <c:pt idx="4526">
                  <c:v>29.119327999999999</c:v>
                </c:pt>
                <c:pt idx="4527">
                  <c:v>29.128191000000001</c:v>
                </c:pt>
                <c:pt idx="4528">
                  <c:v>29.138760000000001</c:v>
                </c:pt>
                <c:pt idx="4529">
                  <c:v>29.151983000000001</c:v>
                </c:pt>
                <c:pt idx="4530">
                  <c:v>29.162434000000001</c:v>
                </c:pt>
                <c:pt idx="4531">
                  <c:v>29.173203000000001</c:v>
                </c:pt>
                <c:pt idx="4532">
                  <c:v>29.185417000000001</c:v>
                </c:pt>
                <c:pt idx="4533">
                  <c:v>29.198248</c:v>
                </c:pt>
                <c:pt idx="4534">
                  <c:v>29.209586999999999</c:v>
                </c:pt>
                <c:pt idx="4535">
                  <c:v>29.224556</c:v>
                </c:pt>
                <c:pt idx="4536">
                  <c:v>29.246348999999999</c:v>
                </c:pt>
                <c:pt idx="4537">
                  <c:v>29.269798000000002</c:v>
                </c:pt>
                <c:pt idx="4538">
                  <c:v>29.293372999999999</c:v>
                </c:pt>
                <c:pt idx="4539">
                  <c:v>29.319057000000001</c:v>
                </c:pt>
                <c:pt idx="4540">
                  <c:v>29.347024999999999</c:v>
                </c:pt>
                <c:pt idx="4541">
                  <c:v>29.378387</c:v>
                </c:pt>
                <c:pt idx="4542">
                  <c:v>29.410461000000002</c:v>
                </c:pt>
                <c:pt idx="4543">
                  <c:v>29.441597000000002</c:v>
                </c:pt>
                <c:pt idx="4544">
                  <c:v>29.470303999999999</c:v>
                </c:pt>
                <c:pt idx="4545">
                  <c:v>29.496714000000001</c:v>
                </c:pt>
                <c:pt idx="4546">
                  <c:v>29.520641000000001</c:v>
                </c:pt>
                <c:pt idx="4547">
                  <c:v>29.543659000000002</c:v>
                </c:pt>
                <c:pt idx="4548">
                  <c:v>29.565753999999998</c:v>
                </c:pt>
                <c:pt idx="4549">
                  <c:v>29.58663</c:v>
                </c:pt>
                <c:pt idx="4550">
                  <c:v>29.606370999999999</c:v>
                </c:pt>
                <c:pt idx="4551">
                  <c:v>29.625361999999999</c:v>
                </c:pt>
                <c:pt idx="4552">
                  <c:v>29.644248999999999</c:v>
                </c:pt>
                <c:pt idx="4553">
                  <c:v>29.664579</c:v>
                </c:pt>
                <c:pt idx="4554">
                  <c:v>29.688369999999999</c:v>
                </c:pt>
                <c:pt idx="4555">
                  <c:v>29.715488000000001</c:v>
                </c:pt>
                <c:pt idx="4556">
                  <c:v>29.743538000000001</c:v>
                </c:pt>
                <c:pt idx="4557">
                  <c:v>29.773057999999999</c:v>
                </c:pt>
                <c:pt idx="4558">
                  <c:v>29.805954</c:v>
                </c:pt>
                <c:pt idx="4559">
                  <c:v>29.839348000000001</c:v>
                </c:pt>
                <c:pt idx="4560">
                  <c:v>29.871717</c:v>
                </c:pt>
                <c:pt idx="4561">
                  <c:v>29.905193000000001</c:v>
                </c:pt>
                <c:pt idx="4562">
                  <c:v>29.940823000000002</c:v>
                </c:pt>
                <c:pt idx="4563">
                  <c:v>29.976271000000001</c:v>
                </c:pt>
                <c:pt idx="4564">
                  <c:v>30.007007999999999</c:v>
                </c:pt>
                <c:pt idx="4565">
                  <c:v>30.031977000000001</c:v>
                </c:pt>
                <c:pt idx="4566">
                  <c:v>30.054510000000001</c:v>
                </c:pt>
                <c:pt idx="4567">
                  <c:v>30.077217000000001</c:v>
                </c:pt>
                <c:pt idx="4568">
                  <c:v>30.102160999999999</c:v>
                </c:pt>
                <c:pt idx="4569">
                  <c:v>30.129345000000001</c:v>
                </c:pt>
                <c:pt idx="4570">
                  <c:v>30.156738000000001</c:v>
                </c:pt>
                <c:pt idx="4571">
                  <c:v>30.185236</c:v>
                </c:pt>
                <c:pt idx="4572">
                  <c:v>30.216272</c:v>
                </c:pt>
                <c:pt idx="4573">
                  <c:v>30.251068</c:v>
                </c:pt>
                <c:pt idx="4574">
                  <c:v>30.292422999999999</c:v>
                </c:pt>
                <c:pt idx="4575">
                  <c:v>30.337644999999998</c:v>
                </c:pt>
                <c:pt idx="4576">
                  <c:v>30.3811</c:v>
                </c:pt>
                <c:pt idx="4577">
                  <c:v>30.421253</c:v>
                </c:pt>
                <c:pt idx="4578">
                  <c:v>30.456636</c:v>
                </c:pt>
                <c:pt idx="4579">
                  <c:v>30.490062999999999</c:v>
                </c:pt>
                <c:pt idx="4580">
                  <c:v>30.524426999999999</c:v>
                </c:pt>
                <c:pt idx="4581">
                  <c:v>30.557023999999998</c:v>
                </c:pt>
                <c:pt idx="4582">
                  <c:v>30.585106</c:v>
                </c:pt>
                <c:pt idx="4583">
                  <c:v>30.610776999999999</c:v>
                </c:pt>
                <c:pt idx="4584">
                  <c:v>30.635248000000001</c:v>
                </c:pt>
                <c:pt idx="4585">
                  <c:v>30.657526000000001</c:v>
                </c:pt>
                <c:pt idx="4586">
                  <c:v>30.676983</c:v>
                </c:pt>
                <c:pt idx="4587">
                  <c:v>30.695505000000001</c:v>
                </c:pt>
                <c:pt idx="4588">
                  <c:v>30.716093000000001</c:v>
                </c:pt>
                <c:pt idx="4589">
                  <c:v>30.739042000000001</c:v>
                </c:pt>
                <c:pt idx="4590">
                  <c:v>30.761019000000001</c:v>
                </c:pt>
                <c:pt idx="4591">
                  <c:v>30.779267999999998</c:v>
                </c:pt>
                <c:pt idx="4592">
                  <c:v>30.794799999999999</c:v>
                </c:pt>
                <c:pt idx="4593">
                  <c:v>30.811458999999999</c:v>
                </c:pt>
                <c:pt idx="4594">
                  <c:v>30.830286000000001</c:v>
                </c:pt>
                <c:pt idx="4595">
                  <c:v>30.850373999999999</c:v>
                </c:pt>
                <c:pt idx="4596">
                  <c:v>30.872613999999999</c:v>
                </c:pt>
                <c:pt idx="4597">
                  <c:v>30.89789</c:v>
                </c:pt>
                <c:pt idx="4598">
                  <c:v>30.923351</c:v>
                </c:pt>
                <c:pt idx="4599">
                  <c:v>30.94689</c:v>
                </c:pt>
                <c:pt idx="4600">
                  <c:v>30.969784000000001</c:v>
                </c:pt>
                <c:pt idx="4601">
                  <c:v>30.994301</c:v>
                </c:pt>
                <c:pt idx="4602">
                  <c:v>31.021812000000001</c:v>
                </c:pt>
                <c:pt idx="4603">
                  <c:v>31.051822999999999</c:v>
                </c:pt>
                <c:pt idx="4604">
                  <c:v>31.081880999999999</c:v>
                </c:pt>
                <c:pt idx="4605">
                  <c:v>31.112780000000001</c:v>
                </c:pt>
                <c:pt idx="4606">
                  <c:v>31.145358999999999</c:v>
                </c:pt>
                <c:pt idx="4607">
                  <c:v>31.181149999999999</c:v>
                </c:pt>
                <c:pt idx="4608">
                  <c:v>31.221890999999999</c:v>
                </c:pt>
                <c:pt idx="4609">
                  <c:v>31.271298999999999</c:v>
                </c:pt>
                <c:pt idx="4610">
                  <c:v>31.330394999999999</c:v>
                </c:pt>
                <c:pt idx="4611">
                  <c:v>31.393656</c:v>
                </c:pt>
                <c:pt idx="4612">
                  <c:v>31.463567999999999</c:v>
                </c:pt>
                <c:pt idx="4613">
                  <c:v>31.530069000000001</c:v>
                </c:pt>
                <c:pt idx="4614">
                  <c:v>31.586182000000001</c:v>
                </c:pt>
                <c:pt idx="4615">
                  <c:v>31.638155000000001</c:v>
                </c:pt>
                <c:pt idx="4616">
                  <c:v>31.691407999999999</c:v>
                </c:pt>
                <c:pt idx="4617">
                  <c:v>31.747437999999999</c:v>
                </c:pt>
                <c:pt idx="4618">
                  <c:v>31.800267999999999</c:v>
                </c:pt>
                <c:pt idx="4619">
                  <c:v>31.850044</c:v>
                </c:pt>
                <c:pt idx="4620">
                  <c:v>31.910561000000001</c:v>
                </c:pt>
                <c:pt idx="4621">
                  <c:v>31.986979999999999</c:v>
                </c:pt>
                <c:pt idx="4622">
                  <c:v>32.070369999999997</c:v>
                </c:pt>
                <c:pt idx="4623">
                  <c:v>32.159911999999998</c:v>
                </c:pt>
                <c:pt idx="4624">
                  <c:v>32.249392999999998</c:v>
                </c:pt>
                <c:pt idx="4625">
                  <c:v>32.338039000000002</c:v>
                </c:pt>
                <c:pt idx="4626">
                  <c:v>32.425322999999999</c:v>
                </c:pt>
                <c:pt idx="4627">
                  <c:v>32.512473999999997</c:v>
                </c:pt>
                <c:pt idx="4628">
                  <c:v>32.600642999999998</c:v>
                </c:pt>
                <c:pt idx="4629">
                  <c:v>32.689163000000001</c:v>
                </c:pt>
                <c:pt idx="4630">
                  <c:v>32.776867000000003</c:v>
                </c:pt>
                <c:pt idx="4631">
                  <c:v>32.863861</c:v>
                </c:pt>
                <c:pt idx="4632">
                  <c:v>32.949210999999998</c:v>
                </c:pt>
                <c:pt idx="4633">
                  <c:v>33.030513999999997</c:v>
                </c:pt>
                <c:pt idx="4634">
                  <c:v>33.111221</c:v>
                </c:pt>
                <c:pt idx="4635">
                  <c:v>33.192557999999998</c:v>
                </c:pt>
                <c:pt idx="4636">
                  <c:v>33.269356000000002</c:v>
                </c:pt>
                <c:pt idx="4637">
                  <c:v>33.338813999999999</c:v>
                </c:pt>
                <c:pt idx="4638">
                  <c:v>33.411071999999997</c:v>
                </c:pt>
                <c:pt idx="4639">
                  <c:v>33.486767</c:v>
                </c:pt>
                <c:pt idx="4640">
                  <c:v>33.569099000000001</c:v>
                </c:pt>
                <c:pt idx="4641">
                  <c:v>33.651470000000003</c:v>
                </c:pt>
                <c:pt idx="4642">
                  <c:v>33.722423999999997</c:v>
                </c:pt>
                <c:pt idx="4643">
                  <c:v>33.779891999999997</c:v>
                </c:pt>
                <c:pt idx="4644">
                  <c:v>33.822136</c:v>
                </c:pt>
                <c:pt idx="4645">
                  <c:v>33.854255999999999</c:v>
                </c:pt>
                <c:pt idx="4646">
                  <c:v>33.887248999999997</c:v>
                </c:pt>
                <c:pt idx="4647">
                  <c:v>33.921692</c:v>
                </c:pt>
                <c:pt idx="4648">
                  <c:v>33.955261</c:v>
                </c:pt>
                <c:pt idx="4649">
                  <c:v>33.988154999999999</c:v>
                </c:pt>
                <c:pt idx="4650">
                  <c:v>34.021132999999999</c:v>
                </c:pt>
                <c:pt idx="4651">
                  <c:v>34.054519999999997</c:v>
                </c:pt>
                <c:pt idx="4652">
                  <c:v>34.088264000000002</c:v>
                </c:pt>
                <c:pt idx="4653">
                  <c:v>34.122943999999997</c:v>
                </c:pt>
                <c:pt idx="4654">
                  <c:v>34.160575999999999</c:v>
                </c:pt>
                <c:pt idx="4655">
                  <c:v>34.202381000000003</c:v>
                </c:pt>
                <c:pt idx="4656">
                  <c:v>34.241427999999999</c:v>
                </c:pt>
                <c:pt idx="4657">
                  <c:v>34.276370999999997</c:v>
                </c:pt>
                <c:pt idx="4658">
                  <c:v>34.309280000000001</c:v>
                </c:pt>
                <c:pt idx="4659">
                  <c:v>34.341808</c:v>
                </c:pt>
                <c:pt idx="4660">
                  <c:v>34.373798000000001</c:v>
                </c:pt>
                <c:pt idx="4661">
                  <c:v>34.405296</c:v>
                </c:pt>
                <c:pt idx="4662">
                  <c:v>34.436698999999997</c:v>
                </c:pt>
                <c:pt idx="4663">
                  <c:v>34.468079000000003</c:v>
                </c:pt>
                <c:pt idx="4664">
                  <c:v>34.499653000000002</c:v>
                </c:pt>
                <c:pt idx="4665">
                  <c:v>34.530707999999997</c:v>
                </c:pt>
                <c:pt idx="4666">
                  <c:v>34.561245</c:v>
                </c:pt>
                <c:pt idx="4667">
                  <c:v>34.591636999999999</c:v>
                </c:pt>
                <c:pt idx="4668">
                  <c:v>34.621901999999999</c:v>
                </c:pt>
                <c:pt idx="4669">
                  <c:v>34.654716000000001</c:v>
                </c:pt>
                <c:pt idx="4670">
                  <c:v>34.688805000000002</c:v>
                </c:pt>
                <c:pt idx="4671">
                  <c:v>34.719036000000003</c:v>
                </c:pt>
                <c:pt idx="4672">
                  <c:v>34.746001999999997</c:v>
                </c:pt>
                <c:pt idx="4673">
                  <c:v>34.772514000000001</c:v>
                </c:pt>
                <c:pt idx="4674">
                  <c:v>34.800109999999997</c:v>
                </c:pt>
                <c:pt idx="4675">
                  <c:v>34.829433000000002</c:v>
                </c:pt>
                <c:pt idx="4676">
                  <c:v>34.862758999999997</c:v>
                </c:pt>
                <c:pt idx="4677">
                  <c:v>34.899310999999997</c:v>
                </c:pt>
                <c:pt idx="4678">
                  <c:v>34.934550999999999</c:v>
                </c:pt>
                <c:pt idx="4679">
                  <c:v>34.968738999999999</c:v>
                </c:pt>
                <c:pt idx="4680">
                  <c:v>35.006599000000001</c:v>
                </c:pt>
                <c:pt idx="4681">
                  <c:v>35.052219000000001</c:v>
                </c:pt>
                <c:pt idx="4682">
                  <c:v>35.105083</c:v>
                </c:pt>
                <c:pt idx="4683">
                  <c:v>35.166733000000001</c:v>
                </c:pt>
                <c:pt idx="4684">
                  <c:v>35.248699000000002</c:v>
                </c:pt>
                <c:pt idx="4685">
                  <c:v>35.343510000000002</c:v>
                </c:pt>
                <c:pt idx="4686">
                  <c:v>35.438934000000003</c:v>
                </c:pt>
                <c:pt idx="4687">
                  <c:v>35.530341999999997</c:v>
                </c:pt>
                <c:pt idx="4688">
                  <c:v>35.621864000000002</c:v>
                </c:pt>
                <c:pt idx="4689">
                  <c:v>35.706344999999999</c:v>
                </c:pt>
                <c:pt idx="4690">
                  <c:v>35.785671000000001</c:v>
                </c:pt>
                <c:pt idx="4691">
                  <c:v>35.865974000000001</c:v>
                </c:pt>
                <c:pt idx="4692">
                  <c:v>35.947445000000002</c:v>
                </c:pt>
                <c:pt idx="4693">
                  <c:v>36.028678999999997</c:v>
                </c:pt>
                <c:pt idx="4694">
                  <c:v>36.111804999999997</c:v>
                </c:pt>
                <c:pt idx="4695">
                  <c:v>36.193863</c:v>
                </c:pt>
                <c:pt idx="4696">
                  <c:v>36.274796000000002</c:v>
                </c:pt>
                <c:pt idx="4697">
                  <c:v>36.354385000000001</c:v>
                </c:pt>
                <c:pt idx="4698">
                  <c:v>36.435825000000001</c:v>
                </c:pt>
                <c:pt idx="4699">
                  <c:v>36.521254999999996</c:v>
                </c:pt>
                <c:pt idx="4700">
                  <c:v>36.608246000000001</c:v>
                </c:pt>
                <c:pt idx="4701">
                  <c:v>36.694262999999999</c:v>
                </c:pt>
                <c:pt idx="4702">
                  <c:v>36.779071999999999</c:v>
                </c:pt>
                <c:pt idx="4703">
                  <c:v>36.865611999999999</c:v>
                </c:pt>
                <c:pt idx="4704">
                  <c:v>36.946193999999998</c:v>
                </c:pt>
                <c:pt idx="4705">
                  <c:v>37.017814999999999</c:v>
                </c:pt>
                <c:pt idx="4706">
                  <c:v>37.076988</c:v>
                </c:pt>
                <c:pt idx="4707">
                  <c:v>37.122013000000003</c:v>
                </c:pt>
                <c:pt idx="4708">
                  <c:v>37.158569</c:v>
                </c:pt>
                <c:pt idx="4709">
                  <c:v>37.187634000000003</c:v>
                </c:pt>
                <c:pt idx="4710">
                  <c:v>37.213833000000001</c:v>
                </c:pt>
                <c:pt idx="4711">
                  <c:v>37.242283</c:v>
                </c:pt>
                <c:pt idx="4712">
                  <c:v>37.272461</c:v>
                </c:pt>
                <c:pt idx="4713">
                  <c:v>37.300621</c:v>
                </c:pt>
                <c:pt idx="4714">
                  <c:v>37.326866000000003</c:v>
                </c:pt>
                <c:pt idx="4715">
                  <c:v>37.352699000000001</c:v>
                </c:pt>
                <c:pt idx="4716">
                  <c:v>37.378413999999999</c:v>
                </c:pt>
                <c:pt idx="4717">
                  <c:v>37.404536999999998</c:v>
                </c:pt>
                <c:pt idx="4718">
                  <c:v>37.432014000000002</c:v>
                </c:pt>
                <c:pt idx="4719">
                  <c:v>37.458145000000002</c:v>
                </c:pt>
                <c:pt idx="4720">
                  <c:v>37.482899000000003</c:v>
                </c:pt>
                <c:pt idx="4721">
                  <c:v>37.509551999999999</c:v>
                </c:pt>
                <c:pt idx="4722">
                  <c:v>37.538390999999997</c:v>
                </c:pt>
                <c:pt idx="4723">
                  <c:v>37.568069000000001</c:v>
                </c:pt>
                <c:pt idx="4724">
                  <c:v>37.596339999999998</c:v>
                </c:pt>
                <c:pt idx="4725">
                  <c:v>37.622138999999997</c:v>
                </c:pt>
                <c:pt idx="4726">
                  <c:v>37.647575000000003</c:v>
                </c:pt>
                <c:pt idx="4727">
                  <c:v>37.672370999999998</c:v>
                </c:pt>
                <c:pt idx="4728">
                  <c:v>37.694836000000002</c:v>
                </c:pt>
                <c:pt idx="4729">
                  <c:v>37.715964999999997</c:v>
                </c:pt>
                <c:pt idx="4730">
                  <c:v>37.737876999999997</c:v>
                </c:pt>
                <c:pt idx="4731">
                  <c:v>37.763579999999997</c:v>
                </c:pt>
                <c:pt idx="4732">
                  <c:v>37.793968</c:v>
                </c:pt>
                <c:pt idx="4733">
                  <c:v>37.821612999999999</c:v>
                </c:pt>
                <c:pt idx="4734">
                  <c:v>37.843795999999998</c:v>
                </c:pt>
                <c:pt idx="4735">
                  <c:v>37.865558999999998</c:v>
                </c:pt>
                <c:pt idx="4736">
                  <c:v>37.892066999999997</c:v>
                </c:pt>
                <c:pt idx="4737">
                  <c:v>37.921810000000001</c:v>
                </c:pt>
                <c:pt idx="4738">
                  <c:v>37.950626</c:v>
                </c:pt>
                <c:pt idx="4739">
                  <c:v>37.978363000000002</c:v>
                </c:pt>
                <c:pt idx="4740">
                  <c:v>38.006031</c:v>
                </c:pt>
                <c:pt idx="4741">
                  <c:v>38.032940000000004</c:v>
                </c:pt>
                <c:pt idx="4742">
                  <c:v>38.058678</c:v>
                </c:pt>
                <c:pt idx="4743">
                  <c:v>38.083969000000003</c:v>
                </c:pt>
                <c:pt idx="4744">
                  <c:v>38.110168000000002</c:v>
                </c:pt>
                <c:pt idx="4745">
                  <c:v>38.136127000000002</c:v>
                </c:pt>
                <c:pt idx="4746">
                  <c:v>38.160549000000003</c:v>
                </c:pt>
                <c:pt idx="4747">
                  <c:v>38.184372000000003</c:v>
                </c:pt>
                <c:pt idx="4748">
                  <c:v>38.209099000000002</c:v>
                </c:pt>
                <c:pt idx="4749">
                  <c:v>38.234341000000001</c:v>
                </c:pt>
                <c:pt idx="4750">
                  <c:v>38.260627999999997</c:v>
                </c:pt>
                <c:pt idx="4751">
                  <c:v>38.290443000000003</c:v>
                </c:pt>
                <c:pt idx="4752">
                  <c:v>38.323791999999997</c:v>
                </c:pt>
                <c:pt idx="4753">
                  <c:v>38.360869999999998</c:v>
                </c:pt>
                <c:pt idx="4754">
                  <c:v>38.398682000000001</c:v>
                </c:pt>
                <c:pt idx="4755">
                  <c:v>38.435783000000001</c:v>
                </c:pt>
                <c:pt idx="4756">
                  <c:v>38.474345999999997</c:v>
                </c:pt>
                <c:pt idx="4757">
                  <c:v>38.516627999999997</c:v>
                </c:pt>
                <c:pt idx="4758">
                  <c:v>38.560772</c:v>
                </c:pt>
                <c:pt idx="4759">
                  <c:v>38.601832999999999</c:v>
                </c:pt>
                <c:pt idx="4760">
                  <c:v>38.641402999999997</c:v>
                </c:pt>
                <c:pt idx="4761">
                  <c:v>38.684921000000003</c:v>
                </c:pt>
                <c:pt idx="4762">
                  <c:v>38.732067000000001</c:v>
                </c:pt>
                <c:pt idx="4763">
                  <c:v>38.779823</c:v>
                </c:pt>
                <c:pt idx="4764">
                  <c:v>38.832756000000003</c:v>
                </c:pt>
                <c:pt idx="4765">
                  <c:v>38.896816000000001</c:v>
                </c:pt>
                <c:pt idx="4766">
                  <c:v>38.968159</c:v>
                </c:pt>
                <c:pt idx="4767">
                  <c:v>39.037883999999998</c:v>
                </c:pt>
                <c:pt idx="4768">
                  <c:v>39.111770999999997</c:v>
                </c:pt>
                <c:pt idx="4769">
                  <c:v>39.197197000000003</c:v>
                </c:pt>
                <c:pt idx="4770">
                  <c:v>39.290272000000002</c:v>
                </c:pt>
                <c:pt idx="4771">
                  <c:v>39.382514999999998</c:v>
                </c:pt>
                <c:pt idx="4772">
                  <c:v>39.474659000000003</c:v>
                </c:pt>
                <c:pt idx="4773">
                  <c:v>39.569781999999996</c:v>
                </c:pt>
                <c:pt idx="4774">
                  <c:v>39.668846000000002</c:v>
                </c:pt>
                <c:pt idx="4775">
                  <c:v>39.761017000000002</c:v>
                </c:pt>
                <c:pt idx="4776">
                  <c:v>39.848671000000003</c:v>
                </c:pt>
                <c:pt idx="4777">
                  <c:v>39.936844000000001</c:v>
                </c:pt>
                <c:pt idx="4778">
                  <c:v>40.030158999999998</c:v>
                </c:pt>
                <c:pt idx="4779">
                  <c:v>40.124825000000001</c:v>
                </c:pt>
                <c:pt idx="4780">
                  <c:v>40.213718</c:v>
                </c:pt>
                <c:pt idx="4781">
                  <c:v>40.291888999999998</c:v>
                </c:pt>
                <c:pt idx="4782">
                  <c:v>40.362537000000003</c:v>
                </c:pt>
                <c:pt idx="4783">
                  <c:v>40.421653999999997</c:v>
                </c:pt>
                <c:pt idx="4784">
                  <c:v>40.464480999999999</c:v>
                </c:pt>
                <c:pt idx="4785">
                  <c:v>40.496223000000001</c:v>
                </c:pt>
                <c:pt idx="4786">
                  <c:v>40.519221999999999</c:v>
                </c:pt>
                <c:pt idx="4787">
                  <c:v>40.542847000000002</c:v>
                </c:pt>
                <c:pt idx="4788">
                  <c:v>40.566830000000003</c:v>
                </c:pt>
                <c:pt idx="4789">
                  <c:v>40.589328999999999</c:v>
                </c:pt>
                <c:pt idx="4790">
                  <c:v>40.609844000000002</c:v>
                </c:pt>
                <c:pt idx="4791">
                  <c:v>40.629375000000003</c:v>
                </c:pt>
                <c:pt idx="4792">
                  <c:v>40.649895000000001</c:v>
                </c:pt>
                <c:pt idx="4793">
                  <c:v>40.671241999999999</c:v>
                </c:pt>
                <c:pt idx="4794">
                  <c:v>40.691589</c:v>
                </c:pt>
                <c:pt idx="4795">
                  <c:v>40.710113999999997</c:v>
                </c:pt>
                <c:pt idx="4796">
                  <c:v>40.726928999999998</c:v>
                </c:pt>
                <c:pt idx="4797">
                  <c:v>40.742480999999998</c:v>
                </c:pt>
                <c:pt idx="4798">
                  <c:v>40.75629</c:v>
                </c:pt>
                <c:pt idx="4799">
                  <c:v>40.771388999999999</c:v>
                </c:pt>
                <c:pt idx="4800">
                  <c:v>40.788150999999999</c:v>
                </c:pt>
                <c:pt idx="4801">
                  <c:v>40.803767999999998</c:v>
                </c:pt>
                <c:pt idx="4802">
                  <c:v>40.818333000000003</c:v>
                </c:pt>
                <c:pt idx="4803">
                  <c:v>40.833320999999998</c:v>
                </c:pt>
                <c:pt idx="4804">
                  <c:v>40.848705000000002</c:v>
                </c:pt>
                <c:pt idx="4805">
                  <c:v>40.862537000000003</c:v>
                </c:pt>
                <c:pt idx="4806">
                  <c:v>40.875121999999998</c:v>
                </c:pt>
                <c:pt idx="4807">
                  <c:v>40.888252000000001</c:v>
                </c:pt>
                <c:pt idx="4808">
                  <c:v>40.902107000000001</c:v>
                </c:pt>
                <c:pt idx="4809">
                  <c:v>40.915646000000002</c:v>
                </c:pt>
                <c:pt idx="4810">
                  <c:v>40.926540000000003</c:v>
                </c:pt>
                <c:pt idx="4811">
                  <c:v>40.935561999999997</c:v>
                </c:pt>
                <c:pt idx="4812">
                  <c:v>40.945937999999998</c:v>
                </c:pt>
                <c:pt idx="4813">
                  <c:v>40.957428</c:v>
                </c:pt>
                <c:pt idx="4814">
                  <c:v>40.967751</c:v>
                </c:pt>
                <c:pt idx="4815">
                  <c:v>40.973824</c:v>
                </c:pt>
                <c:pt idx="4816">
                  <c:v>40.974494999999997</c:v>
                </c:pt>
                <c:pt idx="4817">
                  <c:v>40.973582999999998</c:v>
                </c:pt>
                <c:pt idx="4818">
                  <c:v>40.976528000000002</c:v>
                </c:pt>
                <c:pt idx="4819">
                  <c:v>40.985442999999997</c:v>
                </c:pt>
                <c:pt idx="4820">
                  <c:v>41.000346999999998</c:v>
                </c:pt>
                <c:pt idx="4821">
                  <c:v>41.020088000000001</c:v>
                </c:pt>
                <c:pt idx="4822">
                  <c:v>41.037292000000001</c:v>
                </c:pt>
                <c:pt idx="4823">
                  <c:v>41.053406000000003</c:v>
                </c:pt>
                <c:pt idx="4824">
                  <c:v>41.069889000000003</c:v>
                </c:pt>
                <c:pt idx="4825">
                  <c:v>41.090122000000001</c:v>
                </c:pt>
                <c:pt idx="4826">
                  <c:v>41.113899000000004</c:v>
                </c:pt>
                <c:pt idx="4827">
                  <c:v>41.139622000000003</c:v>
                </c:pt>
                <c:pt idx="4828">
                  <c:v>41.166721000000003</c:v>
                </c:pt>
                <c:pt idx="4829">
                  <c:v>41.193558000000003</c:v>
                </c:pt>
                <c:pt idx="4830">
                  <c:v>41.220202999999998</c:v>
                </c:pt>
                <c:pt idx="4831">
                  <c:v>41.249470000000002</c:v>
                </c:pt>
                <c:pt idx="4832">
                  <c:v>41.281464</c:v>
                </c:pt>
                <c:pt idx="4833">
                  <c:v>41.317326000000001</c:v>
                </c:pt>
                <c:pt idx="4834">
                  <c:v>41.366177</c:v>
                </c:pt>
                <c:pt idx="4835">
                  <c:v>41.435172999999999</c:v>
                </c:pt>
                <c:pt idx="4836">
                  <c:v>41.519829000000001</c:v>
                </c:pt>
                <c:pt idx="4837">
                  <c:v>41.611908</c:v>
                </c:pt>
                <c:pt idx="4838">
                  <c:v>41.702956999999998</c:v>
                </c:pt>
                <c:pt idx="4839">
                  <c:v>41.794876000000002</c:v>
                </c:pt>
                <c:pt idx="4840">
                  <c:v>41.881431999999997</c:v>
                </c:pt>
                <c:pt idx="4841">
                  <c:v>41.962150999999999</c:v>
                </c:pt>
                <c:pt idx="4842">
                  <c:v>42.035499999999999</c:v>
                </c:pt>
                <c:pt idx="4843">
                  <c:v>42.094943999999998</c:v>
                </c:pt>
                <c:pt idx="4844">
                  <c:v>42.139159999999997</c:v>
                </c:pt>
                <c:pt idx="4845">
                  <c:v>42.180129999999998</c:v>
                </c:pt>
                <c:pt idx="4846">
                  <c:v>42.226128000000003</c:v>
                </c:pt>
                <c:pt idx="4847">
                  <c:v>42.281139000000003</c:v>
                </c:pt>
                <c:pt idx="4848">
                  <c:v>42.347607000000004</c:v>
                </c:pt>
                <c:pt idx="4849">
                  <c:v>42.423743999999999</c:v>
                </c:pt>
                <c:pt idx="4850">
                  <c:v>42.500698</c:v>
                </c:pt>
                <c:pt idx="4851">
                  <c:v>42.569327999999999</c:v>
                </c:pt>
                <c:pt idx="4852">
                  <c:v>42.63496</c:v>
                </c:pt>
                <c:pt idx="4853">
                  <c:v>42.712414000000003</c:v>
                </c:pt>
                <c:pt idx="4854">
                  <c:v>42.805641000000001</c:v>
                </c:pt>
                <c:pt idx="4855">
                  <c:v>42.906944000000003</c:v>
                </c:pt>
                <c:pt idx="4856">
                  <c:v>43.003005999999999</c:v>
                </c:pt>
                <c:pt idx="4857">
                  <c:v>43.092055999999999</c:v>
                </c:pt>
                <c:pt idx="4858">
                  <c:v>43.171706999999998</c:v>
                </c:pt>
                <c:pt idx="4859">
                  <c:v>43.248080999999999</c:v>
                </c:pt>
                <c:pt idx="4860">
                  <c:v>43.322795999999997</c:v>
                </c:pt>
                <c:pt idx="4861">
                  <c:v>43.394238000000001</c:v>
                </c:pt>
                <c:pt idx="4862">
                  <c:v>43.464146</c:v>
                </c:pt>
                <c:pt idx="4863">
                  <c:v>43.536476</c:v>
                </c:pt>
                <c:pt idx="4864">
                  <c:v>43.616112000000001</c:v>
                </c:pt>
                <c:pt idx="4865">
                  <c:v>43.708911999999998</c:v>
                </c:pt>
                <c:pt idx="4866">
                  <c:v>43.808490999999997</c:v>
                </c:pt>
                <c:pt idx="4867">
                  <c:v>43.899391000000001</c:v>
                </c:pt>
                <c:pt idx="4868">
                  <c:v>43.982162000000002</c:v>
                </c:pt>
                <c:pt idx="4869">
                  <c:v>44.062206000000003</c:v>
                </c:pt>
                <c:pt idx="4870">
                  <c:v>44.145397000000003</c:v>
                </c:pt>
                <c:pt idx="4871">
                  <c:v>44.229725000000002</c:v>
                </c:pt>
                <c:pt idx="4872">
                  <c:v>44.312130000000003</c:v>
                </c:pt>
                <c:pt idx="4873">
                  <c:v>44.384048</c:v>
                </c:pt>
                <c:pt idx="4874">
                  <c:v>44.440505999999999</c:v>
                </c:pt>
                <c:pt idx="4875">
                  <c:v>44.485596000000001</c:v>
                </c:pt>
                <c:pt idx="4876">
                  <c:v>44.533436000000002</c:v>
                </c:pt>
                <c:pt idx="4877">
                  <c:v>44.583649000000001</c:v>
                </c:pt>
                <c:pt idx="4878">
                  <c:v>44.628467999999998</c:v>
                </c:pt>
                <c:pt idx="4879">
                  <c:v>44.664963</c:v>
                </c:pt>
                <c:pt idx="4880">
                  <c:v>44.698929</c:v>
                </c:pt>
                <c:pt idx="4881">
                  <c:v>44.735725000000002</c:v>
                </c:pt>
                <c:pt idx="4882">
                  <c:v>44.776287000000004</c:v>
                </c:pt>
                <c:pt idx="4883">
                  <c:v>44.829441000000003</c:v>
                </c:pt>
                <c:pt idx="4884">
                  <c:v>44.891182000000001</c:v>
                </c:pt>
                <c:pt idx="4885">
                  <c:v>44.949416999999997</c:v>
                </c:pt>
                <c:pt idx="4886">
                  <c:v>44.997807000000002</c:v>
                </c:pt>
                <c:pt idx="4887">
                  <c:v>45.034396999999998</c:v>
                </c:pt>
                <c:pt idx="4888">
                  <c:v>45.066524999999999</c:v>
                </c:pt>
                <c:pt idx="4889">
                  <c:v>45.099730999999998</c:v>
                </c:pt>
                <c:pt idx="4890">
                  <c:v>45.133564</c:v>
                </c:pt>
                <c:pt idx="4891">
                  <c:v>45.164841000000003</c:v>
                </c:pt>
                <c:pt idx="4892">
                  <c:v>45.193474000000002</c:v>
                </c:pt>
                <c:pt idx="4893">
                  <c:v>45.221966000000002</c:v>
                </c:pt>
                <c:pt idx="4894">
                  <c:v>45.253624000000002</c:v>
                </c:pt>
                <c:pt idx="4895">
                  <c:v>45.292243999999997</c:v>
                </c:pt>
                <c:pt idx="4896">
                  <c:v>45.342917999999997</c:v>
                </c:pt>
                <c:pt idx="4897">
                  <c:v>45.403964999999999</c:v>
                </c:pt>
                <c:pt idx="4898">
                  <c:v>45.477649999999997</c:v>
                </c:pt>
                <c:pt idx="4899">
                  <c:v>45.561923999999998</c:v>
                </c:pt>
                <c:pt idx="4900">
                  <c:v>45.648353999999998</c:v>
                </c:pt>
                <c:pt idx="4901">
                  <c:v>45.733353000000001</c:v>
                </c:pt>
                <c:pt idx="4902">
                  <c:v>45.820095000000002</c:v>
                </c:pt>
                <c:pt idx="4903">
                  <c:v>45.905074999999997</c:v>
                </c:pt>
                <c:pt idx="4904">
                  <c:v>45.981979000000003</c:v>
                </c:pt>
                <c:pt idx="4905">
                  <c:v>46.053916999999998</c:v>
                </c:pt>
                <c:pt idx="4906">
                  <c:v>46.122936000000003</c:v>
                </c:pt>
                <c:pt idx="4907">
                  <c:v>46.188709000000003</c:v>
                </c:pt>
                <c:pt idx="4908">
                  <c:v>46.245403000000003</c:v>
                </c:pt>
                <c:pt idx="4909">
                  <c:v>46.293723999999997</c:v>
                </c:pt>
                <c:pt idx="4910">
                  <c:v>46.332107999999998</c:v>
                </c:pt>
                <c:pt idx="4911">
                  <c:v>46.361167999999999</c:v>
                </c:pt>
                <c:pt idx="4912">
                  <c:v>46.380820999999997</c:v>
                </c:pt>
                <c:pt idx="4913">
                  <c:v>46.395561000000001</c:v>
                </c:pt>
                <c:pt idx="4914">
                  <c:v>46.411118000000002</c:v>
                </c:pt>
                <c:pt idx="4915">
                  <c:v>46.428925</c:v>
                </c:pt>
                <c:pt idx="4916">
                  <c:v>46.446635999999998</c:v>
                </c:pt>
                <c:pt idx="4917">
                  <c:v>46.461371999999997</c:v>
                </c:pt>
                <c:pt idx="4918">
                  <c:v>46.473937999999997</c:v>
                </c:pt>
                <c:pt idx="4919">
                  <c:v>46.486773999999997</c:v>
                </c:pt>
                <c:pt idx="4920">
                  <c:v>46.501235999999999</c:v>
                </c:pt>
                <c:pt idx="4921">
                  <c:v>46.517052</c:v>
                </c:pt>
                <c:pt idx="4922">
                  <c:v>46.533965999999999</c:v>
                </c:pt>
                <c:pt idx="4923">
                  <c:v>46.554417000000001</c:v>
                </c:pt>
                <c:pt idx="4924">
                  <c:v>46.575741000000001</c:v>
                </c:pt>
                <c:pt idx="4925">
                  <c:v>46.591563999999998</c:v>
                </c:pt>
                <c:pt idx="4926">
                  <c:v>46.603382000000003</c:v>
                </c:pt>
                <c:pt idx="4927">
                  <c:v>46.612800999999997</c:v>
                </c:pt>
                <c:pt idx="4928">
                  <c:v>46.62088</c:v>
                </c:pt>
                <c:pt idx="4929">
                  <c:v>46.631939000000003</c:v>
                </c:pt>
                <c:pt idx="4930">
                  <c:v>46.647938000000003</c:v>
                </c:pt>
                <c:pt idx="4931">
                  <c:v>46.668185999999999</c:v>
                </c:pt>
                <c:pt idx="4932">
                  <c:v>46.690243000000002</c:v>
                </c:pt>
                <c:pt idx="4933">
                  <c:v>46.709980000000002</c:v>
                </c:pt>
                <c:pt idx="4934">
                  <c:v>46.728122999999997</c:v>
                </c:pt>
                <c:pt idx="4935">
                  <c:v>46.746226999999998</c:v>
                </c:pt>
                <c:pt idx="4936">
                  <c:v>46.764854</c:v>
                </c:pt>
                <c:pt idx="4937">
                  <c:v>46.783988999999998</c:v>
                </c:pt>
                <c:pt idx="4938">
                  <c:v>46.803531999999997</c:v>
                </c:pt>
                <c:pt idx="4939">
                  <c:v>46.824928</c:v>
                </c:pt>
                <c:pt idx="4940">
                  <c:v>46.850422000000002</c:v>
                </c:pt>
                <c:pt idx="4941">
                  <c:v>46.881729</c:v>
                </c:pt>
                <c:pt idx="4942">
                  <c:v>46.924992000000003</c:v>
                </c:pt>
                <c:pt idx="4943">
                  <c:v>46.97636</c:v>
                </c:pt>
                <c:pt idx="4944">
                  <c:v>47.031731000000001</c:v>
                </c:pt>
                <c:pt idx="4945">
                  <c:v>47.085242999999998</c:v>
                </c:pt>
                <c:pt idx="4946">
                  <c:v>47.131931000000002</c:v>
                </c:pt>
                <c:pt idx="4947">
                  <c:v>47.173949999999998</c:v>
                </c:pt>
                <c:pt idx="4948">
                  <c:v>47.215606999999999</c:v>
                </c:pt>
                <c:pt idx="4949">
                  <c:v>47.265118000000001</c:v>
                </c:pt>
                <c:pt idx="4950">
                  <c:v>47.329726999999998</c:v>
                </c:pt>
                <c:pt idx="4951">
                  <c:v>47.406821999999998</c:v>
                </c:pt>
                <c:pt idx="4952">
                  <c:v>47.490273000000002</c:v>
                </c:pt>
                <c:pt idx="4953">
                  <c:v>47.574913000000002</c:v>
                </c:pt>
                <c:pt idx="4954">
                  <c:v>47.650517000000001</c:v>
                </c:pt>
                <c:pt idx="4955">
                  <c:v>47.722602999999999</c:v>
                </c:pt>
                <c:pt idx="4956">
                  <c:v>47.795592999999997</c:v>
                </c:pt>
                <c:pt idx="4957">
                  <c:v>47.866402000000001</c:v>
                </c:pt>
                <c:pt idx="4958">
                  <c:v>47.934649999999998</c:v>
                </c:pt>
                <c:pt idx="4959">
                  <c:v>47.990349000000002</c:v>
                </c:pt>
                <c:pt idx="4960">
                  <c:v>48.029034000000003</c:v>
                </c:pt>
                <c:pt idx="4961">
                  <c:v>48.049503000000001</c:v>
                </c:pt>
                <c:pt idx="4962">
                  <c:v>48.061706999999998</c:v>
                </c:pt>
                <c:pt idx="4963">
                  <c:v>48.076110999999997</c:v>
                </c:pt>
                <c:pt idx="4964">
                  <c:v>48.090510999999999</c:v>
                </c:pt>
                <c:pt idx="4965">
                  <c:v>48.104407999999999</c:v>
                </c:pt>
                <c:pt idx="4966">
                  <c:v>48.118079999999999</c:v>
                </c:pt>
                <c:pt idx="4967">
                  <c:v>48.132156000000002</c:v>
                </c:pt>
                <c:pt idx="4968">
                  <c:v>48.147120999999999</c:v>
                </c:pt>
                <c:pt idx="4969">
                  <c:v>48.167633000000002</c:v>
                </c:pt>
                <c:pt idx="4970">
                  <c:v>48.195</c:v>
                </c:pt>
                <c:pt idx="4971">
                  <c:v>48.231045000000002</c:v>
                </c:pt>
                <c:pt idx="4972">
                  <c:v>48.279488000000001</c:v>
                </c:pt>
                <c:pt idx="4973">
                  <c:v>48.345511999999999</c:v>
                </c:pt>
                <c:pt idx="4974">
                  <c:v>48.426842000000001</c:v>
                </c:pt>
                <c:pt idx="4975">
                  <c:v>48.510738000000003</c:v>
                </c:pt>
                <c:pt idx="4976">
                  <c:v>48.59404</c:v>
                </c:pt>
                <c:pt idx="4977">
                  <c:v>48.673439000000002</c:v>
                </c:pt>
                <c:pt idx="4978">
                  <c:v>48.748047</c:v>
                </c:pt>
                <c:pt idx="4979">
                  <c:v>48.819491999999997</c:v>
                </c:pt>
                <c:pt idx="4980">
                  <c:v>48.886589000000001</c:v>
                </c:pt>
                <c:pt idx="4981">
                  <c:v>48.947001999999998</c:v>
                </c:pt>
                <c:pt idx="4982">
                  <c:v>49.008217000000002</c:v>
                </c:pt>
                <c:pt idx="4983">
                  <c:v>49.079002000000003</c:v>
                </c:pt>
                <c:pt idx="4984">
                  <c:v>49.157443999999998</c:v>
                </c:pt>
                <c:pt idx="4985">
                  <c:v>49.238739000000002</c:v>
                </c:pt>
                <c:pt idx="4986">
                  <c:v>49.319588000000003</c:v>
                </c:pt>
                <c:pt idx="4987">
                  <c:v>49.401516000000001</c:v>
                </c:pt>
                <c:pt idx="4988">
                  <c:v>49.486713000000002</c:v>
                </c:pt>
                <c:pt idx="4989">
                  <c:v>49.569446999999997</c:v>
                </c:pt>
                <c:pt idx="4990">
                  <c:v>49.643734000000002</c:v>
                </c:pt>
                <c:pt idx="4991">
                  <c:v>49.710422999999999</c:v>
                </c:pt>
                <c:pt idx="4992">
                  <c:v>49.769526999999997</c:v>
                </c:pt>
                <c:pt idx="4993">
                  <c:v>49.816208000000003</c:v>
                </c:pt>
                <c:pt idx="4994">
                  <c:v>49.856667000000002</c:v>
                </c:pt>
                <c:pt idx="4995">
                  <c:v>49.887740999999998</c:v>
                </c:pt>
                <c:pt idx="4996">
                  <c:v>49.909962</c:v>
                </c:pt>
                <c:pt idx="4997">
                  <c:v>49.924118</c:v>
                </c:pt>
                <c:pt idx="4998">
                  <c:v>49.935485999999997</c:v>
                </c:pt>
                <c:pt idx="4999">
                  <c:v>49.946055999999999</c:v>
                </c:pt>
                <c:pt idx="5000">
                  <c:v>49.955905999999999</c:v>
                </c:pt>
                <c:pt idx="5001">
                  <c:v>49.971423999999999</c:v>
                </c:pt>
                <c:pt idx="5002">
                  <c:v>49.992710000000002</c:v>
                </c:pt>
                <c:pt idx="5003">
                  <c:v>50.014580000000002</c:v>
                </c:pt>
                <c:pt idx="5004">
                  <c:v>50.035809</c:v>
                </c:pt>
                <c:pt idx="5005">
                  <c:v>50.060223000000001</c:v>
                </c:pt>
                <c:pt idx="5006">
                  <c:v>50.085678000000001</c:v>
                </c:pt>
                <c:pt idx="5007">
                  <c:v>50.111496000000002</c:v>
                </c:pt>
                <c:pt idx="5008">
                  <c:v>50.137366999999998</c:v>
                </c:pt>
                <c:pt idx="5009">
                  <c:v>50.160763000000003</c:v>
                </c:pt>
                <c:pt idx="5010">
                  <c:v>50.183556000000003</c:v>
                </c:pt>
                <c:pt idx="5011">
                  <c:v>50.204124</c:v>
                </c:pt>
                <c:pt idx="5012">
                  <c:v>50.220283999999999</c:v>
                </c:pt>
                <c:pt idx="5013">
                  <c:v>50.234302999999997</c:v>
                </c:pt>
                <c:pt idx="5014">
                  <c:v>50.251942</c:v>
                </c:pt>
                <c:pt idx="5015">
                  <c:v>50.276305999999998</c:v>
                </c:pt>
                <c:pt idx="5016">
                  <c:v>50.304459000000001</c:v>
                </c:pt>
                <c:pt idx="5017">
                  <c:v>50.331119999999999</c:v>
                </c:pt>
                <c:pt idx="5018">
                  <c:v>50.356583000000001</c:v>
                </c:pt>
                <c:pt idx="5019">
                  <c:v>50.382961000000002</c:v>
                </c:pt>
                <c:pt idx="5020">
                  <c:v>50.408988999999998</c:v>
                </c:pt>
                <c:pt idx="5021">
                  <c:v>50.436131000000003</c:v>
                </c:pt>
                <c:pt idx="5022">
                  <c:v>50.465164000000001</c:v>
                </c:pt>
                <c:pt idx="5023">
                  <c:v>50.493752000000001</c:v>
                </c:pt>
                <c:pt idx="5024">
                  <c:v>50.520091999999998</c:v>
                </c:pt>
                <c:pt idx="5025">
                  <c:v>50.541916000000001</c:v>
                </c:pt>
                <c:pt idx="5026">
                  <c:v>50.558846000000003</c:v>
                </c:pt>
                <c:pt idx="5027">
                  <c:v>50.571911</c:v>
                </c:pt>
                <c:pt idx="5028">
                  <c:v>50.583579999999998</c:v>
                </c:pt>
                <c:pt idx="5029">
                  <c:v>50.594631</c:v>
                </c:pt>
                <c:pt idx="5030">
                  <c:v>50.605353999999998</c:v>
                </c:pt>
                <c:pt idx="5031">
                  <c:v>50.615634999999997</c:v>
                </c:pt>
                <c:pt idx="5032">
                  <c:v>50.624008000000003</c:v>
                </c:pt>
                <c:pt idx="5033">
                  <c:v>50.630904999999998</c:v>
                </c:pt>
                <c:pt idx="5034">
                  <c:v>50.639954000000003</c:v>
                </c:pt>
                <c:pt idx="5035">
                  <c:v>50.652721</c:v>
                </c:pt>
                <c:pt idx="5036">
                  <c:v>50.671802999999997</c:v>
                </c:pt>
                <c:pt idx="5037">
                  <c:v>50.694015999999998</c:v>
                </c:pt>
                <c:pt idx="5038">
                  <c:v>50.711520999999998</c:v>
                </c:pt>
                <c:pt idx="5039">
                  <c:v>50.723331000000002</c:v>
                </c:pt>
                <c:pt idx="5040">
                  <c:v>50.732002000000001</c:v>
                </c:pt>
                <c:pt idx="5041">
                  <c:v>50.737900000000003</c:v>
                </c:pt>
                <c:pt idx="5042">
                  <c:v>50.743304999999999</c:v>
                </c:pt>
                <c:pt idx="5043">
                  <c:v>50.747821999999999</c:v>
                </c:pt>
                <c:pt idx="5044">
                  <c:v>50.749504000000002</c:v>
                </c:pt>
                <c:pt idx="5045">
                  <c:v>50.748634000000003</c:v>
                </c:pt>
                <c:pt idx="5046">
                  <c:v>50.743423</c:v>
                </c:pt>
                <c:pt idx="5047">
                  <c:v>50.737869000000003</c:v>
                </c:pt>
                <c:pt idx="5048">
                  <c:v>50.732726999999997</c:v>
                </c:pt>
                <c:pt idx="5049">
                  <c:v>50.730358000000003</c:v>
                </c:pt>
                <c:pt idx="5050">
                  <c:v>50.730052999999998</c:v>
                </c:pt>
                <c:pt idx="5051">
                  <c:v>50.731506000000003</c:v>
                </c:pt>
                <c:pt idx="5052">
                  <c:v>50.735222</c:v>
                </c:pt>
                <c:pt idx="5053">
                  <c:v>50.738022000000001</c:v>
                </c:pt>
                <c:pt idx="5054">
                  <c:v>50.740935999999998</c:v>
                </c:pt>
                <c:pt idx="5055">
                  <c:v>50.74268</c:v>
                </c:pt>
                <c:pt idx="5056">
                  <c:v>50.742874</c:v>
                </c:pt>
                <c:pt idx="5057">
                  <c:v>50.741562000000002</c:v>
                </c:pt>
                <c:pt idx="5058">
                  <c:v>50.736465000000003</c:v>
                </c:pt>
                <c:pt idx="5059">
                  <c:v>50.729694000000002</c:v>
                </c:pt>
                <c:pt idx="5060">
                  <c:v>50.722678999999999</c:v>
                </c:pt>
                <c:pt idx="5061">
                  <c:v>50.717101999999997</c:v>
                </c:pt>
                <c:pt idx="5062">
                  <c:v>50.715023000000002</c:v>
                </c:pt>
                <c:pt idx="5063">
                  <c:v>50.713551000000002</c:v>
                </c:pt>
                <c:pt idx="5064">
                  <c:v>50.710780999999997</c:v>
                </c:pt>
                <c:pt idx="5065">
                  <c:v>50.706158000000002</c:v>
                </c:pt>
                <c:pt idx="5066">
                  <c:v>50.699542999999998</c:v>
                </c:pt>
                <c:pt idx="5067">
                  <c:v>50.695511000000003</c:v>
                </c:pt>
                <c:pt idx="5068">
                  <c:v>50.692988999999997</c:v>
                </c:pt>
                <c:pt idx="5069">
                  <c:v>50.690818999999998</c:v>
                </c:pt>
                <c:pt idx="5070">
                  <c:v>50.689373000000003</c:v>
                </c:pt>
                <c:pt idx="5071">
                  <c:v>50.689185999999999</c:v>
                </c:pt>
                <c:pt idx="5072">
                  <c:v>50.691581999999997</c:v>
                </c:pt>
                <c:pt idx="5073">
                  <c:v>50.693581000000002</c:v>
                </c:pt>
                <c:pt idx="5074">
                  <c:v>50.694510999999999</c:v>
                </c:pt>
                <c:pt idx="5075">
                  <c:v>50.692802</c:v>
                </c:pt>
                <c:pt idx="5076">
                  <c:v>50.696854000000002</c:v>
                </c:pt>
                <c:pt idx="5077">
                  <c:v>50.705646999999999</c:v>
                </c:pt>
                <c:pt idx="5078">
                  <c:v>50.722648999999997</c:v>
                </c:pt>
                <c:pt idx="5079">
                  <c:v>50.740848999999997</c:v>
                </c:pt>
                <c:pt idx="5080">
                  <c:v>50.753315000000001</c:v>
                </c:pt>
                <c:pt idx="5081">
                  <c:v>50.763869999999997</c:v>
                </c:pt>
                <c:pt idx="5082">
                  <c:v>50.778914999999998</c:v>
                </c:pt>
                <c:pt idx="5083">
                  <c:v>50.797192000000003</c:v>
                </c:pt>
                <c:pt idx="5084">
                  <c:v>50.817444000000002</c:v>
                </c:pt>
                <c:pt idx="5085">
                  <c:v>50.844219000000002</c:v>
                </c:pt>
                <c:pt idx="5086">
                  <c:v>50.885311000000002</c:v>
                </c:pt>
                <c:pt idx="5087">
                  <c:v>50.941963000000001</c:v>
                </c:pt>
                <c:pt idx="5088">
                  <c:v>51.003708000000003</c:v>
                </c:pt>
                <c:pt idx="5089">
                  <c:v>51.067348000000003</c:v>
                </c:pt>
                <c:pt idx="5090">
                  <c:v>51.125712999999998</c:v>
                </c:pt>
                <c:pt idx="5091">
                  <c:v>51.185966000000001</c:v>
                </c:pt>
                <c:pt idx="5092">
                  <c:v>51.231693</c:v>
                </c:pt>
                <c:pt idx="5093">
                  <c:v>51.264426999999998</c:v>
                </c:pt>
                <c:pt idx="5094">
                  <c:v>51.283878000000001</c:v>
                </c:pt>
                <c:pt idx="5095">
                  <c:v>51.294986999999999</c:v>
                </c:pt>
                <c:pt idx="5096">
                  <c:v>51.311202999999999</c:v>
                </c:pt>
                <c:pt idx="5097">
                  <c:v>51.337749000000002</c:v>
                </c:pt>
                <c:pt idx="5098">
                  <c:v>51.365585000000003</c:v>
                </c:pt>
                <c:pt idx="5099">
                  <c:v>51.393340999999999</c:v>
                </c:pt>
                <c:pt idx="5100">
                  <c:v>51.426169999999999</c:v>
                </c:pt>
                <c:pt idx="5101">
                  <c:v>51.466141</c:v>
                </c:pt>
                <c:pt idx="5102">
                  <c:v>51.515628999999997</c:v>
                </c:pt>
                <c:pt idx="5103">
                  <c:v>51.576121999999998</c:v>
                </c:pt>
                <c:pt idx="5104">
                  <c:v>51.642558999999999</c:v>
                </c:pt>
                <c:pt idx="5105">
                  <c:v>51.707855000000002</c:v>
                </c:pt>
                <c:pt idx="5106">
                  <c:v>51.774265</c:v>
                </c:pt>
                <c:pt idx="5107">
                  <c:v>51.842606000000004</c:v>
                </c:pt>
                <c:pt idx="5108">
                  <c:v>51.906070999999997</c:v>
                </c:pt>
                <c:pt idx="5109">
                  <c:v>51.969723000000002</c:v>
                </c:pt>
                <c:pt idx="5110">
                  <c:v>52.027664000000001</c:v>
                </c:pt>
                <c:pt idx="5111">
                  <c:v>52.081001000000001</c:v>
                </c:pt>
                <c:pt idx="5112">
                  <c:v>52.130164999999998</c:v>
                </c:pt>
                <c:pt idx="5113">
                  <c:v>52.175063999999999</c:v>
                </c:pt>
                <c:pt idx="5114">
                  <c:v>52.218120999999996</c:v>
                </c:pt>
                <c:pt idx="5115">
                  <c:v>52.263114999999999</c:v>
                </c:pt>
                <c:pt idx="5116">
                  <c:v>52.310592999999997</c:v>
                </c:pt>
                <c:pt idx="5117">
                  <c:v>52.356986999999997</c:v>
                </c:pt>
                <c:pt idx="5118">
                  <c:v>52.402068999999997</c:v>
                </c:pt>
                <c:pt idx="5119">
                  <c:v>52.440154999999997</c:v>
                </c:pt>
                <c:pt idx="5120">
                  <c:v>52.481884000000001</c:v>
                </c:pt>
                <c:pt idx="5121">
                  <c:v>52.531818000000001</c:v>
                </c:pt>
                <c:pt idx="5122">
                  <c:v>52.586444999999998</c:v>
                </c:pt>
                <c:pt idx="5123">
                  <c:v>52.644981000000001</c:v>
                </c:pt>
                <c:pt idx="5124">
                  <c:v>52.705719000000002</c:v>
                </c:pt>
                <c:pt idx="5125">
                  <c:v>52.763435000000001</c:v>
                </c:pt>
                <c:pt idx="5126">
                  <c:v>52.820174999999999</c:v>
                </c:pt>
                <c:pt idx="5127">
                  <c:v>52.875877000000003</c:v>
                </c:pt>
                <c:pt idx="5128">
                  <c:v>52.928001000000002</c:v>
                </c:pt>
                <c:pt idx="5129">
                  <c:v>52.973854000000003</c:v>
                </c:pt>
                <c:pt idx="5130">
                  <c:v>53.015048999999998</c:v>
                </c:pt>
                <c:pt idx="5131">
                  <c:v>53.053364000000002</c:v>
                </c:pt>
                <c:pt idx="5132">
                  <c:v>53.091254999999997</c:v>
                </c:pt>
                <c:pt idx="5133">
                  <c:v>53.125503999999999</c:v>
                </c:pt>
                <c:pt idx="5134">
                  <c:v>53.155253999999999</c:v>
                </c:pt>
                <c:pt idx="5135">
                  <c:v>53.184733999999999</c:v>
                </c:pt>
                <c:pt idx="5136">
                  <c:v>53.210270000000001</c:v>
                </c:pt>
                <c:pt idx="5137">
                  <c:v>53.232475000000001</c:v>
                </c:pt>
                <c:pt idx="5138">
                  <c:v>53.257461999999997</c:v>
                </c:pt>
                <c:pt idx="5139">
                  <c:v>53.287300000000002</c:v>
                </c:pt>
                <c:pt idx="5140">
                  <c:v>53.321018000000002</c:v>
                </c:pt>
                <c:pt idx="5141">
                  <c:v>53.361946000000003</c:v>
                </c:pt>
                <c:pt idx="5142">
                  <c:v>53.419398999999999</c:v>
                </c:pt>
                <c:pt idx="5143">
                  <c:v>53.483775999999999</c:v>
                </c:pt>
                <c:pt idx="5144">
                  <c:v>53.527847000000001</c:v>
                </c:pt>
                <c:pt idx="5145">
                  <c:v>53.592308000000003</c:v>
                </c:pt>
                <c:pt idx="5146">
                  <c:v>53.654819000000003</c:v>
                </c:pt>
                <c:pt idx="5147">
                  <c:v>53.720641999999998</c:v>
                </c:pt>
                <c:pt idx="5148">
                  <c:v>53.790432000000003</c:v>
                </c:pt>
                <c:pt idx="5149">
                  <c:v>53.856064000000003</c:v>
                </c:pt>
                <c:pt idx="5150">
                  <c:v>53.913963000000003</c:v>
                </c:pt>
                <c:pt idx="5151">
                  <c:v>53.965851000000001</c:v>
                </c:pt>
                <c:pt idx="5152">
                  <c:v>54.015098999999999</c:v>
                </c:pt>
                <c:pt idx="5153">
                  <c:v>54.065787999999998</c:v>
                </c:pt>
                <c:pt idx="5154">
                  <c:v>54.117187999999999</c:v>
                </c:pt>
                <c:pt idx="5155">
                  <c:v>54.163482999999999</c:v>
                </c:pt>
                <c:pt idx="5156">
                  <c:v>54.212947999999997</c:v>
                </c:pt>
                <c:pt idx="5157">
                  <c:v>54.265239999999999</c:v>
                </c:pt>
                <c:pt idx="5158">
                  <c:v>54.321021999999999</c:v>
                </c:pt>
                <c:pt idx="5159">
                  <c:v>54.378520999999999</c:v>
                </c:pt>
                <c:pt idx="5160">
                  <c:v>54.434303</c:v>
                </c:pt>
                <c:pt idx="5161">
                  <c:v>54.491562000000002</c:v>
                </c:pt>
                <c:pt idx="5162">
                  <c:v>54.553443999999999</c:v>
                </c:pt>
                <c:pt idx="5163">
                  <c:v>54.615017000000002</c:v>
                </c:pt>
                <c:pt idx="5164">
                  <c:v>54.674239999999998</c:v>
                </c:pt>
                <c:pt idx="5165">
                  <c:v>54.726779999999998</c:v>
                </c:pt>
                <c:pt idx="5166">
                  <c:v>54.766421999999999</c:v>
                </c:pt>
                <c:pt idx="5167">
                  <c:v>54.798779000000003</c:v>
                </c:pt>
                <c:pt idx="5168">
                  <c:v>54.827903999999997</c:v>
                </c:pt>
                <c:pt idx="5169">
                  <c:v>54.853991999999998</c:v>
                </c:pt>
                <c:pt idx="5170">
                  <c:v>54.879589000000003</c:v>
                </c:pt>
                <c:pt idx="5171">
                  <c:v>54.900573999999999</c:v>
                </c:pt>
                <c:pt idx="5172">
                  <c:v>54.916443000000001</c:v>
                </c:pt>
                <c:pt idx="5173">
                  <c:v>54.928421</c:v>
                </c:pt>
                <c:pt idx="5174">
                  <c:v>54.939331000000003</c:v>
                </c:pt>
                <c:pt idx="5175">
                  <c:v>54.951358999999997</c:v>
                </c:pt>
                <c:pt idx="5176">
                  <c:v>54.965988000000003</c:v>
                </c:pt>
                <c:pt idx="5177">
                  <c:v>54.978886000000003</c:v>
                </c:pt>
                <c:pt idx="5178">
                  <c:v>54.992446999999999</c:v>
                </c:pt>
                <c:pt idx="5179">
                  <c:v>55.010696000000003</c:v>
                </c:pt>
                <c:pt idx="5180">
                  <c:v>55.035235999999998</c:v>
                </c:pt>
                <c:pt idx="5181">
                  <c:v>55.063972</c:v>
                </c:pt>
                <c:pt idx="5182">
                  <c:v>55.093604999999997</c:v>
                </c:pt>
                <c:pt idx="5183">
                  <c:v>55.124778999999997</c:v>
                </c:pt>
                <c:pt idx="5184">
                  <c:v>55.160736</c:v>
                </c:pt>
                <c:pt idx="5185">
                  <c:v>55.202995000000001</c:v>
                </c:pt>
                <c:pt idx="5186">
                  <c:v>55.247196000000002</c:v>
                </c:pt>
                <c:pt idx="5187">
                  <c:v>55.292037999999998</c:v>
                </c:pt>
                <c:pt idx="5188">
                  <c:v>55.335391999999999</c:v>
                </c:pt>
                <c:pt idx="5189">
                  <c:v>55.373486</c:v>
                </c:pt>
                <c:pt idx="5190">
                  <c:v>55.404724000000002</c:v>
                </c:pt>
                <c:pt idx="5191">
                  <c:v>55.429088999999998</c:v>
                </c:pt>
                <c:pt idx="5192">
                  <c:v>55.445698</c:v>
                </c:pt>
                <c:pt idx="5193">
                  <c:v>55.453896</c:v>
                </c:pt>
                <c:pt idx="5194">
                  <c:v>55.460895999999998</c:v>
                </c:pt>
                <c:pt idx="5195">
                  <c:v>55.470832999999999</c:v>
                </c:pt>
                <c:pt idx="5196">
                  <c:v>55.483345</c:v>
                </c:pt>
                <c:pt idx="5197">
                  <c:v>55.496220000000001</c:v>
                </c:pt>
                <c:pt idx="5198">
                  <c:v>55.503788</c:v>
                </c:pt>
                <c:pt idx="5199">
                  <c:v>55.503596999999999</c:v>
                </c:pt>
                <c:pt idx="5200">
                  <c:v>55.497973999999999</c:v>
                </c:pt>
                <c:pt idx="5201">
                  <c:v>55.491481999999998</c:v>
                </c:pt>
                <c:pt idx="5202">
                  <c:v>55.484893999999997</c:v>
                </c:pt>
                <c:pt idx="5203">
                  <c:v>55.476387000000003</c:v>
                </c:pt>
                <c:pt idx="5204">
                  <c:v>55.464882000000003</c:v>
                </c:pt>
                <c:pt idx="5205">
                  <c:v>55.448833</c:v>
                </c:pt>
                <c:pt idx="5206">
                  <c:v>55.429454999999997</c:v>
                </c:pt>
                <c:pt idx="5207">
                  <c:v>55.409489000000001</c:v>
                </c:pt>
                <c:pt idx="5208">
                  <c:v>55.386733999999997</c:v>
                </c:pt>
                <c:pt idx="5209">
                  <c:v>55.362408000000002</c:v>
                </c:pt>
                <c:pt idx="5210">
                  <c:v>55.337620000000001</c:v>
                </c:pt>
                <c:pt idx="5211">
                  <c:v>55.311562000000002</c:v>
                </c:pt>
                <c:pt idx="5212">
                  <c:v>55.297080999999999</c:v>
                </c:pt>
                <c:pt idx="5213">
                  <c:v>55.286918999999997</c:v>
                </c:pt>
                <c:pt idx="5214">
                  <c:v>55.276725999999996</c:v>
                </c:pt>
                <c:pt idx="5215">
                  <c:v>55.262608</c:v>
                </c:pt>
                <c:pt idx="5216">
                  <c:v>55.246322999999997</c:v>
                </c:pt>
                <c:pt idx="5217">
                  <c:v>55.227649999999997</c:v>
                </c:pt>
                <c:pt idx="5218">
                  <c:v>55.198729999999998</c:v>
                </c:pt>
                <c:pt idx="5219">
                  <c:v>55.157932000000002</c:v>
                </c:pt>
                <c:pt idx="5220">
                  <c:v>55.113357999999998</c:v>
                </c:pt>
                <c:pt idx="5221">
                  <c:v>55.071373000000001</c:v>
                </c:pt>
                <c:pt idx="5222">
                  <c:v>55.032162</c:v>
                </c:pt>
                <c:pt idx="5223">
                  <c:v>54.992125999999999</c:v>
                </c:pt>
                <c:pt idx="5224">
                  <c:v>54.946716000000002</c:v>
                </c:pt>
                <c:pt idx="5225">
                  <c:v>54.897243000000003</c:v>
                </c:pt>
                <c:pt idx="5226">
                  <c:v>54.844616000000002</c:v>
                </c:pt>
                <c:pt idx="5227">
                  <c:v>54.792301000000002</c:v>
                </c:pt>
                <c:pt idx="5228">
                  <c:v>54.741318</c:v>
                </c:pt>
                <c:pt idx="5229">
                  <c:v>54.686241000000003</c:v>
                </c:pt>
                <c:pt idx="5230">
                  <c:v>54.625160000000001</c:v>
                </c:pt>
                <c:pt idx="5231">
                  <c:v>54.563442000000002</c:v>
                </c:pt>
                <c:pt idx="5232">
                  <c:v>54.501685999999999</c:v>
                </c:pt>
                <c:pt idx="5233">
                  <c:v>54.436534999999999</c:v>
                </c:pt>
                <c:pt idx="5234">
                  <c:v>54.374431999999999</c:v>
                </c:pt>
                <c:pt idx="5235">
                  <c:v>54.320079999999997</c:v>
                </c:pt>
                <c:pt idx="5236">
                  <c:v>54.262821000000002</c:v>
                </c:pt>
                <c:pt idx="5237">
                  <c:v>54.201507999999997</c:v>
                </c:pt>
                <c:pt idx="5238">
                  <c:v>54.137118999999998</c:v>
                </c:pt>
                <c:pt idx="5239">
                  <c:v>54.072181999999998</c:v>
                </c:pt>
                <c:pt idx="5240">
                  <c:v>54.013328999999999</c:v>
                </c:pt>
                <c:pt idx="5241">
                  <c:v>53.964511999999999</c:v>
                </c:pt>
                <c:pt idx="5242">
                  <c:v>53.929436000000003</c:v>
                </c:pt>
                <c:pt idx="5243">
                  <c:v>53.900542999999999</c:v>
                </c:pt>
                <c:pt idx="5244">
                  <c:v>53.873283000000001</c:v>
                </c:pt>
                <c:pt idx="5245">
                  <c:v>53.844738</c:v>
                </c:pt>
                <c:pt idx="5246">
                  <c:v>53.816077999999997</c:v>
                </c:pt>
                <c:pt idx="5247">
                  <c:v>53.789664999999999</c:v>
                </c:pt>
                <c:pt idx="5248">
                  <c:v>53.767829999999996</c:v>
                </c:pt>
                <c:pt idx="5249">
                  <c:v>53.748367000000002</c:v>
                </c:pt>
                <c:pt idx="5250">
                  <c:v>53.728259999999999</c:v>
                </c:pt>
                <c:pt idx="5251">
                  <c:v>53.703491</c:v>
                </c:pt>
                <c:pt idx="5252">
                  <c:v>53.676380000000002</c:v>
                </c:pt>
                <c:pt idx="5253">
                  <c:v>53.648086999999997</c:v>
                </c:pt>
                <c:pt idx="5254">
                  <c:v>53.620700999999997</c:v>
                </c:pt>
                <c:pt idx="5255">
                  <c:v>53.595024000000002</c:v>
                </c:pt>
                <c:pt idx="5256">
                  <c:v>53.571570999999999</c:v>
                </c:pt>
                <c:pt idx="5257">
                  <c:v>53.550663</c:v>
                </c:pt>
                <c:pt idx="5258">
                  <c:v>53.530158999999998</c:v>
                </c:pt>
                <c:pt idx="5259">
                  <c:v>53.507792999999999</c:v>
                </c:pt>
                <c:pt idx="5260">
                  <c:v>53.484417000000001</c:v>
                </c:pt>
                <c:pt idx="5261">
                  <c:v>53.461803000000003</c:v>
                </c:pt>
                <c:pt idx="5262">
                  <c:v>53.441142999999997</c:v>
                </c:pt>
                <c:pt idx="5263">
                  <c:v>53.421028</c:v>
                </c:pt>
                <c:pt idx="5264">
                  <c:v>53.401730000000001</c:v>
                </c:pt>
                <c:pt idx="5265">
                  <c:v>53.383567999999997</c:v>
                </c:pt>
                <c:pt idx="5266">
                  <c:v>53.367286999999997</c:v>
                </c:pt>
                <c:pt idx="5267">
                  <c:v>53.352820999999999</c:v>
                </c:pt>
                <c:pt idx="5268">
                  <c:v>53.341884999999998</c:v>
                </c:pt>
                <c:pt idx="5269">
                  <c:v>53.331871</c:v>
                </c:pt>
                <c:pt idx="5270">
                  <c:v>53.319915999999999</c:v>
                </c:pt>
                <c:pt idx="5271">
                  <c:v>53.307200999999999</c:v>
                </c:pt>
                <c:pt idx="5272">
                  <c:v>53.294353000000001</c:v>
                </c:pt>
                <c:pt idx="5273">
                  <c:v>53.281295999999998</c:v>
                </c:pt>
                <c:pt idx="5274">
                  <c:v>53.267353</c:v>
                </c:pt>
                <c:pt idx="5275">
                  <c:v>53.250053000000001</c:v>
                </c:pt>
                <c:pt idx="5276">
                  <c:v>53.229134000000002</c:v>
                </c:pt>
                <c:pt idx="5277">
                  <c:v>53.205727000000003</c:v>
                </c:pt>
                <c:pt idx="5278">
                  <c:v>53.181393</c:v>
                </c:pt>
                <c:pt idx="5279">
                  <c:v>53.150219</c:v>
                </c:pt>
                <c:pt idx="5280">
                  <c:v>53.108817999999999</c:v>
                </c:pt>
                <c:pt idx="5281">
                  <c:v>53.057594000000002</c:v>
                </c:pt>
                <c:pt idx="5282">
                  <c:v>52.995182</c:v>
                </c:pt>
                <c:pt idx="5283">
                  <c:v>52.923470000000002</c:v>
                </c:pt>
                <c:pt idx="5284">
                  <c:v>52.849327000000002</c:v>
                </c:pt>
                <c:pt idx="5285">
                  <c:v>52.772537</c:v>
                </c:pt>
                <c:pt idx="5286">
                  <c:v>52.690345999999998</c:v>
                </c:pt>
                <c:pt idx="5287">
                  <c:v>52.609000999999999</c:v>
                </c:pt>
                <c:pt idx="5288">
                  <c:v>52.535254999999999</c:v>
                </c:pt>
                <c:pt idx="5289">
                  <c:v>52.462788000000003</c:v>
                </c:pt>
                <c:pt idx="5290">
                  <c:v>52.387695000000001</c:v>
                </c:pt>
                <c:pt idx="5291">
                  <c:v>52.312663999999998</c:v>
                </c:pt>
                <c:pt idx="5292">
                  <c:v>52.239128000000001</c:v>
                </c:pt>
                <c:pt idx="5293">
                  <c:v>52.167324000000001</c:v>
                </c:pt>
                <c:pt idx="5294">
                  <c:v>52.095863000000001</c:v>
                </c:pt>
                <c:pt idx="5295">
                  <c:v>52.025806000000003</c:v>
                </c:pt>
                <c:pt idx="5296">
                  <c:v>51.955920999999996</c:v>
                </c:pt>
                <c:pt idx="5297">
                  <c:v>51.885941000000003</c:v>
                </c:pt>
                <c:pt idx="5298">
                  <c:v>51.817988999999997</c:v>
                </c:pt>
                <c:pt idx="5299">
                  <c:v>51.751488000000002</c:v>
                </c:pt>
                <c:pt idx="5300">
                  <c:v>51.684260999999999</c:v>
                </c:pt>
                <c:pt idx="5301">
                  <c:v>51.615768000000003</c:v>
                </c:pt>
                <c:pt idx="5302">
                  <c:v>51.556041999999998</c:v>
                </c:pt>
                <c:pt idx="5303">
                  <c:v>51.510952000000003</c:v>
                </c:pt>
                <c:pt idx="5304">
                  <c:v>51.47974</c:v>
                </c:pt>
                <c:pt idx="5305">
                  <c:v>51.461326999999997</c:v>
                </c:pt>
                <c:pt idx="5306">
                  <c:v>51.455401999999999</c:v>
                </c:pt>
                <c:pt idx="5307">
                  <c:v>51.458419999999997</c:v>
                </c:pt>
                <c:pt idx="5308">
                  <c:v>51.464691000000002</c:v>
                </c:pt>
                <c:pt idx="5309">
                  <c:v>51.478431999999998</c:v>
                </c:pt>
                <c:pt idx="5310">
                  <c:v>51.496474999999997</c:v>
                </c:pt>
                <c:pt idx="5311">
                  <c:v>51.515202000000002</c:v>
                </c:pt>
                <c:pt idx="5312">
                  <c:v>51.532390999999997</c:v>
                </c:pt>
                <c:pt idx="5313">
                  <c:v>51.544269999999997</c:v>
                </c:pt>
                <c:pt idx="5314">
                  <c:v>51.547203000000003</c:v>
                </c:pt>
                <c:pt idx="5315">
                  <c:v>51.544113000000003</c:v>
                </c:pt>
                <c:pt idx="5316">
                  <c:v>51.540748999999998</c:v>
                </c:pt>
                <c:pt idx="5317">
                  <c:v>51.539378999999997</c:v>
                </c:pt>
                <c:pt idx="5318">
                  <c:v>51.534568999999998</c:v>
                </c:pt>
                <c:pt idx="5319">
                  <c:v>51.522083000000002</c:v>
                </c:pt>
                <c:pt idx="5320">
                  <c:v>51.502186000000002</c:v>
                </c:pt>
                <c:pt idx="5321">
                  <c:v>51.488255000000002</c:v>
                </c:pt>
                <c:pt idx="5322">
                  <c:v>51.479042</c:v>
                </c:pt>
                <c:pt idx="5323">
                  <c:v>51.471919999999997</c:v>
                </c:pt>
                <c:pt idx="5324">
                  <c:v>51.466563999999998</c:v>
                </c:pt>
                <c:pt idx="5325">
                  <c:v>51.464576999999998</c:v>
                </c:pt>
                <c:pt idx="5326">
                  <c:v>51.464199000000001</c:v>
                </c:pt>
                <c:pt idx="5327">
                  <c:v>51.465023000000002</c:v>
                </c:pt>
                <c:pt idx="5328">
                  <c:v>51.468024999999997</c:v>
                </c:pt>
                <c:pt idx="5329">
                  <c:v>51.470725999999999</c:v>
                </c:pt>
                <c:pt idx="5330">
                  <c:v>51.472625999999998</c:v>
                </c:pt>
                <c:pt idx="5331">
                  <c:v>51.477088999999999</c:v>
                </c:pt>
                <c:pt idx="5332">
                  <c:v>51.482208</c:v>
                </c:pt>
                <c:pt idx="5333">
                  <c:v>51.486125999999999</c:v>
                </c:pt>
                <c:pt idx="5334">
                  <c:v>51.486854999999998</c:v>
                </c:pt>
                <c:pt idx="5335">
                  <c:v>51.481777000000001</c:v>
                </c:pt>
                <c:pt idx="5336">
                  <c:v>51.470581000000003</c:v>
                </c:pt>
                <c:pt idx="5337">
                  <c:v>51.453487000000003</c:v>
                </c:pt>
                <c:pt idx="5338">
                  <c:v>51.433891000000003</c:v>
                </c:pt>
                <c:pt idx="5339">
                  <c:v>51.416114999999998</c:v>
                </c:pt>
                <c:pt idx="5340">
                  <c:v>51.398131999999997</c:v>
                </c:pt>
                <c:pt idx="5341">
                  <c:v>51.378959999999999</c:v>
                </c:pt>
                <c:pt idx="5342">
                  <c:v>51.357647</c:v>
                </c:pt>
                <c:pt idx="5343">
                  <c:v>51.335850000000001</c:v>
                </c:pt>
                <c:pt idx="5344">
                  <c:v>51.315308000000002</c:v>
                </c:pt>
                <c:pt idx="5345">
                  <c:v>51.295516999999997</c:v>
                </c:pt>
                <c:pt idx="5346">
                  <c:v>51.276215000000001</c:v>
                </c:pt>
                <c:pt idx="5347">
                  <c:v>51.257281999999996</c:v>
                </c:pt>
                <c:pt idx="5348">
                  <c:v>51.238276999999997</c:v>
                </c:pt>
                <c:pt idx="5349">
                  <c:v>51.218105000000001</c:v>
                </c:pt>
                <c:pt idx="5350">
                  <c:v>51.199024000000001</c:v>
                </c:pt>
                <c:pt idx="5351">
                  <c:v>51.181004000000001</c:v>
                </c:pt>
                <c:pt idx="5352">
                  <c:v>51.159744000000003</c:v>
                </c:pt>
                <c:pt idx="5353">
                  <c:v>51.133586999999999</c:v>
                </c:pt>
                <c:pt idx="5354">
                  <c:v>51.104258999999999</c:v>
                </c:pt>
                <c:pt idx="5355">
                  <c:v>51.071243000000003</c:v>
                </c:pt>
                <c:pt idx="5356">
                  <c:v>51.036803999999997</c:v>
                </c:pt>
                <c:pt idx="5357">
                  <c:v>51.005116000000001</c:v>
                </c:pt>
                <c:pt idx="5358">
                  <c:v>50.978774999999999</c:v>
                </c:pt>
                <c:pt idx="5359">
                  <c:v>50.954666000000003</c:v>
                </c:pt>
                <c:pt idx="5360">
                  <c:v>50.928474000000001</c:v>
                </c:pt>
                <c:pt idx="5361">
                  <c:v>50.895404999999997</c:v>
                </c:pt>
                <c:pt idx="5362">
                  <c:v>50.854255999999999</c:v>
                </c:pt>
                <c:pt idx="5363">
                  <c:v>50.808982999999998</c:v>
                </c:pt>
                <c:pt idx="5364">
                  <c:v>50.761215</c:v>
                </c:pt>
                <c:pt idx="5365">
                  <c:v>50.711426000000003</c:v>
                </c:pt>
                <c:pt idx="5366">
                  <c:v>50.657524000000002</c:v>
                </c:pt>
                <c:pt idx="5367">
                  <c:v>50.598582999999998</c:v>
                </c:pt>
                <c:pt idx="5368">
                  <c:v>50.540694999999999</c:v>
                </c:pt>
                <c:pt idx="5369">
                  <c:v>50.487312000000003</c:v>
                </c:pt>
                <c:pt idx="5370">
                  <c:v>50.435242000000002</c:v>
                </c:pt>
                <c:pt idx="5371">
                  <c:v>50.376080000000002</c:v>
                </c:pt>
                <c:pt idx="5372">
                  <c:v>50.310699</c:v>
                </c:pt>
                <c:pt idx="5373">
                  <c:v>50.247093</c:v>
                </c:pt>
                <c:pt idx="5374">
                  <c:v>50.192287</c:v>
                </c:pt>
                <c:pt idx="5375">
                  <c:v>50.142207999999997</c:v>
                </c:pt>
                <c:pt idx="5376">
                  <c:v>50.090693999999999</c:v>
                </c:pt>
                <c:pt idx="5377">
                  <c:v>50.036822999999998</c:v>
                </c:pt>
                <c:pt idx="5378">
                  <c:v>49.98592</c:v>
                </c:pt>
                <c:pt idx="5379">
                  <c:v>49.951228999999998</c:v>
                </c:pt>
                <c:pt idx="5380">
                  <c:v>49.938087000000003</c:v>
                </c:pt>
                <c:pt idx="5381">
                  <c:v>49.941017000000002</c:v>
                </c:pt>
                <c:pt idx="5382">
                  <c:v>49.957248999999997</c:v>
                </c:pt>
                <c:pt idx="5383">
                  <c:v>49.985695</c:v>
                </c:pt>
                <c:pt idx="5384">
                  <c:v>50.031802999999996</c:v>
                </c:pt>
                <c:pt idx="5385">
                  <c:v>50.086674000000002</c:v>
                </c:pt>
                <c:pt idx="5386">
                  <c:v>50.143340999999999</c:v>
                </c:pt>
                <c:pt idx="5387">
                  <c:v>50.198841000000002</c:v>
                </c:pt>
                <c:pt idx="5388">
                  <c:v>50.256354999999999</c:v>
                </c:pt>
                <c:pt idx="5389">
                  <c:v>50.313236000000003</c:v>
                </c:pt>
                <c:pt idx="5390">
                  <c:v>50.369414999999996</c:v>
                </c:pt>
                <c:pt idx="5391">
                  <c:v>50.424751000000001</c:v>
                </c:pt>
                <c:pt idx="5392">
                  <c:v>50.470416999999998</c:v>
                </c:pt>
                <c:pt idx="5393">
                  <c:v>50.509224000000003</c:v>
                </c:pt>
                <c:pt idx="5394">
                  <c:v>50.540126999999998</c:v>
                </c:pt>
                <c:pt idx="5395">
                  <c:v>50.566853000000002</c:v>
                </c:pt>
                <c:pt idx="5396">
                  <c:v>50.598796999999998</c:v>
                </c:pt>
                <c:pt idx="5397">
                  <c:v>50.631194999999998</c:v>
                </c:pt>
                <c:pt idx="5398">
                  <c:v>50.654915000000003</c:v>
                </c:pt>
                <c:pt idx="5399">
                  <c:v>50.669547999999999</c:v>
                </c:pt>
                <c:pt idx="5400">
                  <c:v>50.678168999999997</c:v>
                </c:pt>
                <c:pt idx="5401">
                  <c:v>50.685786999999998</c:v>
                </c:pt>
                <c:pt idx="5402">
                  <c:v>50.693767999999999</c:v>
                </c:pt>
                <c:pt idx="5403">
                  <c:v>50.702877000000001</c:v>
                </c:pt>
                <c:pt idx="5404">
                  <c:v>50.71114</c:v>
                </c:pt>
                <c:pt idx="5405">
                  <c:v>50.717331000000001</c:v>
                </c:pt>
                <c:pt idx="5406">
                  <c:v>50.723014999999997</c:v>
                </c:pt>
                <c:pt idx="5407">
                  <c:v>50.729843000000002</c:v>
                </c:pt>
                <c:pt idx="5408">
                  <c:v>50.739356999999998</c:v>
                </c:pt>
                <c:pt idx="5409">
                  <c:v>50.750999</c:v>
                </c:pt>
                <c:pt idx="5410">
                  <c:v>50.760654000000002</c:v>
                </c:pt>
                <c:pt idx="5411">
                  <c:v>50.770302000000001</c:v>
                </c:pt>
                <c:pt idx="5412">
                  <c:v>50.783645999999997</c:v>
                </c:pt>
                <c:pt idx="5413">
                  <c:v>50.802132</c:v>
                </c:pt>
                <c:pt idx="5414">
                  <c:v>50.828552000000002</c:v>
                </c:pt>
                <c:pt idx="5415">
                  <c:v>50.857311000000003</c:v>
                </c:pt>
                <c:pt idx="5416">
                  <c:v>50.881301999999998</c:v>
                </c:pt>
                <c:pt idx="5417">
                  <c:v>50.898589999999999</c:v>
                </c:pt>
                <c:pt idx="5418">
                  <c:v>50.912888000000002</c:v>
                </c:pt>
                <c:pt idx="5419">
                  <c:v>50.927242</c:v>
                </c:pt>
                <c:pt idx="5420">
                  <c:v>50.941733999999997</c:v>
                </c:pt>
                <c:pt idx="5421">
                  <c:v>50.953628999999999</c:v>
                </c:pt>
                <c:pt idx="5422">
                  <c:v>50.959952999999999</c:v>
                </c:pt>
                <c:pt idx="5423">
                  <c:v>50.960681999999998</c:v>
                </c:pt>
                <c:pt idx="5424">
                  <c:v>50.955272999999998</c:v>
                </c:pt>
                <c:pt idx="5425">
                  <c:v>50.946269999999998</c:v>
                </c:pt>
                <c:pt idx="5426">
                  <c:v>50.936478000000001</c:v>
                </c:pt>
                <c:pt idx="5427">
                  <c:v>50.927157999999999</c:v>
                </c:pt>
                <c:pt idx="5428">
                  <c:v>50.916598999999998</c:v>
                </c:pt>
                <c:pt idx="5429">
                  <c:v>50.902743999999998</c:v>
                </c:pt>
                <c:pt idx="5430">
                  <c:v>50.884563</c:v>
                </c:pt>
                <c:pt idx="5431">
                  <c:v>50.864818999999997</c:v>
                </c:pt>
                <c:pt idx="5432">
                  <c:v>50.835341999999997</c:v>
                </c:pt>
                <c:pt idx="5433">
                  <c:v>50.789729999999999</c:v>
                </c:pt>
                <c:pt idx="5434">
                  <c:v>50.734501000000002</c:v>
                </c:pt>
                <c:pt idx="5435">
                  <c:v>50.672809999999998</c:v>
                </c:pt>
                <c:pt idx="5436">
                  <c:v>50.606406999999997</c:v>
                </c:pt>
                <c:pt idx="5437">
                  <c:v>50.535629</c:v>
                </c:pt>
                <c:pt idx="5438">
                  <c:v>50.463279999999997</c:v>
                </c:pt>
                <c:pt idx="5439">
                  <c:v>50.395515000000003</c:v>
                </c:pt>
                <c:pt idx="5440">
                  <c:v>50.339142000000002</c:v>
                </c:pt>
                <c:pt idx="5441">
                  <c:v>50.300407</c:v>
                </c:pt>
                <c:pt idx="5442">
                  <c:v>50.271709000000001</c:v>
                </c:pt>
                <c:pt idx="5443">
                  <c:v>50.245628000000004</c:v>
                </c:pt>
                <c:pt idx="5444">
                  <c:v>50.217300000000002</c:v>
                </c:pt>
                <c:pt idx="5445">
                  <c:v>50.182568000000003</c:v>
                </c:pt>
                <c:pt idx="5446">
                  <c:v>50.142696000000001</c:v>
                </c:pt>
                <c:pt idx="5447">
                  <c:v>50.09845</c:v>
                </c:pt>
                <c:pt idx="5448">
                  <c:v>50.050483999999997</c:v>
                </c:pt>
                <c:pt idx="5449">
                  <c:v>50.002997999999998</c:v>
                </c:pt>
                <c:pt idx="5450">
                  <c:v>49.957766999999997</c:v>
                </c:pt>
                <c:pt idx="5451">
                  <c:v>49.911971999999999</c:v>
                </c:pt>
                <c:pt idx="5452">
                  <c:v>49.85754</c:v>
                </c:pt>
                <c:pt idx="5453">
                  <c:v>49.796641999999999</c:v>
                </c:pt>
                <c:pt idx="5454">
                  <c:v>49.731471999999997</c:v>
                </c:pt>
                <c:pt idx="5455">
                  <c:v>49.664878999999999</c:v>
                </c:pt>
                <c:pt idx="5456">
                  <c:v>49.605713000000002</c:v>
                </c:pt>
                <c:pt idx="5457">
                  <c:v>49.552768999999998</c:v>
                </c:pt>
                <c:pt idx="5458">
                  <c:v>49.503326000000001</c:v>
                </c:pt>
                <c:pt idx="5459">
                  <c:v>49.452174999999997</c:v>
                </c:pt>
                <c:pt idx="5460">
                  <c:v>49.396709000000001</c:v>
                </c:pt>
                <c:pt idx="5461">
                  <c:v>49.334105999999998</c:v>
                </c:pt>
                <c:pt idx="5462">
                  <c:v>49.267994000000002</c:v>
                </c:pt>
                <c:pt idx="5463">
                  <c:v>49.194209999999998</c:v>
                </c:pt>
                <c:pt idx="5464">
                  <c:v>49.112437999999997</c:v>
                </c:pt>
                <c:pt idx="5465">
                  <c:v>49.032738000000002</c:v>
                </c:pt>
                <c:pt idx="5466">
                  <c:v>48.960921999999997</c:v>
                </c:pt>
                <c:pt idx="5467">
                  <c:v>48.892558999999999</c:v>
                </c:pt>
                <c:pt idx="5468">
                  <c:v>48.82</c:v>
                </c:pt>
                <c:pt idx="5469">
                  <c:v>48.743865999999997</c:v>
                </c:pt>
                <c:pt idx="5470">
                  <c:v>48.670589</c:v>
                </c:pt>
                <c:pt idx="5471">
                  <c:v>48.608787999999997</c:v>
                </c:pt>
                <c:pt idx="5472">
                  <c:v>48.563755</c:v>
                </c:pt>
                <c:pt idx="5473">
                  <c:v>48.527419999999999</c:v>
                </c:pt>
                <c:pt idx="5474">
                  <c:v>48.492953999999997</c:v>
                </c:pt>
                <c:pt idx="5475">
                  <c:v>48.456294999999997</c:v>
                </c:pt>
                <c:pt idx="5476">
                  <c:v>48.422558000000002</c:v>
                </c:pt>
                <c:pt idx="5477">
                  <c:v>48.394733000000002</c:v>
                </c:pt>
                <c:pt idx="5478">
                  <c:v>48.368084000000003</c:v>
                </c:pt>
                <c:pt idx="5479">
                  <c:v>48.336585999999997</c:v>
                </c:pt>
                <c:pt idx="5480">
                  <c:v>48.297683999999997</c:v>
                </c:pt>
                <c:pt idx="5481">
                  <c:v>48.252944999999997</c:v>
                </c:pt>
                <c:pt idx="5482">
                  <c:v>48.204490999999997</c:v>
                </c:pt>
                <c:pt idx="5483">
                  <c:v>48.158459000000001</c:v>
                </c:pt>
                <c:pt idx="5484">
                  <c:v>48.122967000000003</c:v>
                </c:pt>
                <c:pt idx="5485">
                  <c:v>48.102837000000001</c:v>
                </c:pt>
                <c:pt idx="5486">
                  <c:v>48.089146</c:v>
                </c:pt>
                <c:pt idx="5487">
                  <c:v>48.078167000000001</c:v>
                </c:pt>
                <c:pt idx="5488">
                  <c:v>48.072121000000003</c:v>
                </c:pt>
                <c:pt idx="5489">
                  <c:v>48.071655</c:v>
                </c:pt>
                <c:pt idx="5490">
                  <c:v>48.074691999999999</c:v>
                </c:pt>
                <c:pt idx="5491">
                  <c:v>48.076138</c:v>
                </c:pt>
                <c:pt idx="5492">
                  <c:v>48.072463999999997</c:v>
                </c:pt>
                <c:pt idx="5493">
                  <c:v>48.068581000000002</c:v>
                </c:pt>
                <c:pt idx="5494">
                  <c:v>48.055881999999997</c:v>
                </c:pt>
                <c:pt idx="5495">
                  <c:v>48.026896999999998</c:v>
                </c:pt>
                <c:pt idx="5496">
                  <c:v>47.986145</c:v>
                </c:pt>
                <c:pt idx="5497">
                  <c:v>47.934432999999999</c:v>
                </c:pt>
                <c:pt idx="5498">
                  <c:v>47.873367000000002</c:v>
                </c:pt>
                <c:pt idx="5499">
                  <c:v>47.806148999999998</c:v>
                </c:pt>
                <c:pt idx="5500">
                  <c:v>47.733856000000003</c:v>
                </c:pt>
                <c:pt idx="5501">
                  <c:v>47.658721999999997</c:v>
                </c:pt>
                <c:pt idx="5502">
                  <c:v>47.586039999999997</c:v>
                </c:pt>
                <c:pt idx="5503">
                  <c:v>47.519440000000003</c:v>
                </c:pt>
                <c:pt idx="5504">
                  <c:v>47.458320999999998</c:v>
                </c:pt>
                <c:pt idx="5505">
                  <c:v>47.407863999999996</c:v>
                </c:pt>
                <c:pt idx="5506">
                  <c:v>47.368664000000003</c:v>
                </c:pt>
                <c:pt idx="5507">
                  <c:v>47.334198000000001</c:v>
                </c:pt>
                <c:pt idx="5508">
                  <c:v>47.305588</c:v>
                </c:pt>
                <c:pt idx="5509">
                  <c:v>47.286427000000003</c:v>
                </c:pt>
                <c:pt idx="5510">
                  <c:v>47.275742000000001</c:v>
                </c:pt>
                <c:pt idx="5511">
                  <c:v>47.270446999999997</c:v>
                </c:pt>
                <c:pt idx="5512">
                  <c:v>47.26482</c:v>
                </c:pt>
                <c:pt idx="5513">
                  <c:v>47.258308</c:v>
                </c:pt>
                <c:pt idx="5514">
                  <c:v>47.252583000000001</c:v>
                </c:pt>
                <c:pt idx="5515">
                  <c:v>47.250155999999997</c:v>
                </c:pt>
                <c:pt idx="5516">
                  <c:v>47.251728</c:v>
                </c:pt>
                <c:pt idx="5517">
                  <c:v>47.254165999999998</c:v>
                </c:pt>
                <c:pt idx="5518">
                  <c:v>47.2547</c:v>
                </c:pt>
                <c:pt idx="5519">
                  <c:v>47.253386999999996</c:v>
                </c:pt>
                <c:pt idx="5520">
                  <c:v>47.251919000000001</c:v>
                </c:pt>
                <c:pt idx="5521">
                  <c:v>47.249713999999997</c:v>
                </c:pt>
                <c:pt idx="5522">
                  <c:v>47.246101000000003</c:v>
                </c:pt>
                <c:pt idx="5523">
                  <c:v>47.241241000000002</c:v>
                </c:pt>
                <c:pt idx="5524">
                  <c:v>47.235954</c:v>
                </c:pt>
                <c:pt idx="5525">
                  <c:v>47.233497999999997</c:v>
                </c:pt>
                <c:pt idx="5526">
                  <c:v>47.233963000000003</c:v>
                </c:pt>
                <c:pt idx="5527">
                  <c:v>47.234112000000003</c:v>
                </c:pt>
                <c:pt idx="5528">
                  <c:v>47.230209000000002</c:v>
                </c:pt>
                <c:pt idx="5529">
                  <c:v>47.221393999999997</c:v>
                </c:pt>
                <c:pt idx="5530">
                  <c:v>47.210022000000002</c:v>
                </c:pt>
                <c:pt idx="5531">
                  <c:v>47.200389999999999</c:v>
                </c:pt>
                <c:pt idx="5532">
                  <c:v>47.192596000000002</c:v>
                </c:pt>
                <c:pt idx="5533">
                  <c:v>47.186211</c:v>
                </c:pt>
                <c:pt idx="5534">
                  <c:v>47.181708999999998</c:v>
                </c:pt>
                <c:pt idx="5535">
                  <c:v>47.179482</c:v>
                </c:pt>
                <c:pt idx="5536">
                  <c:v>47.180149</c:v>
                </c:pt>
                <c:pt idx="5537">
                  <c:v>47.183647000000001</c:v>
                </c:pt>
                <c:pt idx="5538">
                  <c:v>47.184666</c:v>
                </c:pt>
                <c:pt idx="5539">
                  <c:v>47.184455999999997</c:v>
                </c:pt>
                <c:pt idx="5540">
                  <c:v>47.174194</c:v>
                </c:pt>
                <c:pt idx="5541">
                  <c:v>47.153632999999999</c:v>
                </c:pt>
                <c:pt idx="5542">
                  <c:v>47.124073000000003</c:v>
                </c:pt>
                <c:pt idx="5543">
                  <c:v>47.092036999999998</c:v>
                </c:pt>
                <c:pt idx="5544">
                  <c:v>47.064216999999999</c:v>
                </c:pt>
                <c:pt idx="5545">
                  <c:v>47.041694999999997</c:v>
                </c:pt>
                <c:pt idx="5546">
                  <c:v>47.017532000000003</c:v>
                </c:pt>
                <c:pt idx="5547">
                  <c:v>46.987434</c:v>
                </c:pt>
                <c:pt idx="5548">
                  <c:v>46.949528000000001</c:v>
                </c:pt>
                <c:pt idx="5549">
                  <c:v>46.903255000000001</c:v>
                </c:pt>
                <c:pt idx="5550">
                  <c:v>46.849986999999999</c:v>
                </c:pt>
                <c:pt idx="5551">
                  <c:v>46.791308999999998</c:v>
                </c:pt>
                <c:pt idx="5552">
                  <c:v>46.733223000000002</c:v>
                </c:pt>
                <c:pt idx="5553">
                  <c:v>46.674945999999998</c:v>
                </c:pt>
                <c:pt idx="5554">
                  <c:v>46.614117</c:v>
                </c:pt>
                <c:pt idx="5555">
                  <c:v>46.554966</c:v>
                </c:pt>
                <c:pt idx="5556">
                  <c:v>46.499473999999999</c:v>
                </c:pt>
                <c:pt idx="5557">
                  <c:v>46.450595999999997</c:v>
                </c:pt>
                <c:pt idx="5558">
                  <c:v>46.420108999999997</c:v>
                </c:pt>
                <c:pt idx="5559">
                  <c:v>46.406063000000003</c:v>
                </c:pt>
                <c:pt idx="5560">
                  <c:v>46.398192999999999</c:v>
                </c:pt>
                <c:pt idx="5561">
                  <c:v>46.393177000000001</c:v>
                </c:pt>
                <c:pt idx="5562">
                  <c:v>46.386986</c:v>
                </c:pt>
                <c:pt idx="5563">
                  <c:v>46.380108</c:v>
                </c:pt>
                <c:pt idx="5564">
                  <c:v>46.373694999999998</c:v>
                </c:pt>
                <c:pt idx="5565">
                  <c:v>46.366706999999998</c:v>
                </c:pt>
                <c:pt idx="5566">
                  <c:v>46.356571000000002</c:v>
                </c:pt>
                <c:pt idx="5567">
                  <c:v>46.338821000000003</c:v>
                </c:pt>
                <c:pt idx="5568">
                  <c:v>46.315959999999997</c:v>
                </c:pt>
                <c:pt idx="5569">
                  <c:v>46.286639999999998</c:v>
                </c:pt>
                <c:pt idx="5570">
                  <c:v>46.241607999999999</c:v>
                </c:pt>
                <c:pt idx="5571">
                  <c:v>46.184666</c:v>
                </c:pt>
                <c:pt idx="5572">
                  <c:v>46.120075</c:v>
                </c:pt>
                <c:pt idx="5573">
                  <c:v>46.048659999999998</c:v>
                </c:pt>
                <c:pt idx="5574">
                  <c:v>45.973633</c:v>
                </c:pt>
                <c:pt idx="5575">
                  <c:v>45.897979999999997</c:v>
                </c:pt>
                <c:pt idx="5576">
                  <c:v>45.828243000000001</c:v>
                </c:pt>
                <c:pt idx="5577">
                  <c:v>45.765582999999999</c:v>
                </c:pt>
                <c:pt idx="5578">
                  <c:v>45.712463</c:v>
                </c:pt>
                <c:pt idx="5579">
                  <c:v>45.664116</c:v>
                </c:pt>
                <c:pt idx="5580">
                  <c:v>45.61195</c:v>
                </c:pt>
                <c:pt idx="5581">
                  <c:v>45.551490999999999</c:v>
                </c:pt>
                <c:pt idx="5582">
                  <c:v>45.487361999999997</c:v>
                </c:pt>
                <c:pt idx="5583">
                  <c:v>45.420310999999998</c:v>
                </c:pt>
                <c:pt idx="5584">
                  <c:v>45.351954999999997</c:v>
                </c:pt>
                <c:pt idx="5585">
                  <c:v>45.281070999999997</c:v>
                </c:pt>
                <c:pt idx="5586">
                  <c:v>45.206614999999999</c:v>
                </c:pt>
                <c:pt idx="5587">
                  <c:v>45.134051999999997</c:v>
                </c:pt>
                <c:pt idx="5588">
                  <c:v>45.072018</c:v>
                </c:pt>
                <c:pt idx="5589">
                  <c:v>45.022751</c:v>
                </c:pt>
                <c:pt idx="5590">
                  <c:v>44.987026</c:v>
                </c:pt>
                <c:pt idx="5591">
                  <c:v>44.962933</c:v>
                </c:pt>
                <c:pt idx="5592">
                  <c:v>44.945121999999998</c:v>
                </c:pt>
                <c:pt idx="5593">
                  <c:v>44.930709999999998</c:v>
                </c:pt>
                <c:pt idx="5594">
                  <c:v>44.918532999999996</c:v>
                </c:pt>
                <c:pt idx="5595">
                  <c:v>44.913231000000003</c:v>
                </c:pt>
                <c:pt idx="5596">
                  <c:v>44.913319000000001</c:v>
                </c:pt>
                <c:pt idx="5597">
                  <c:v>44.915531000000001</c:v>
                </c:pt>
                <c:pt idx="5598">
                  <c:v>44.917369999999998</c:v>
                </c:pt>
                <c:pt idx="5599">
                  <c:v>44.915717999999998</c:v>
                </c:pt>
                <c:pt idx="5600">
                  <c:v>44.909241000000002</c:v>
                </c:pt>
                <c:pt idx="5601">
                  <c:v>44.900092999999998</c:v>
                </c:pt>
                <c:pt idx="5602">
                  <c:v>44.893036000000002</c:v>
                </c:pt>
                <c:pt idx="5603">
                  <c:v>44.885845000000003</c:v>
                </c:pt>
                <c:pt idx="5604">
                  <c:v>44.873885999999999</c:v>
                </c:pt>
                <c:pt idx="5605">
                  <c:v>44.859828999999998</c:v>
                </c:pt>
                <c:pt idx="5606">
                  <c:v>44.847610000000003</c:v>
                </c:pt>
                <c:pt idx="5607">
                  <c:v>44.838935999999997</c:v>
                </c:pt>
                <c:pt idx="5608">
                  <c:v>44.829341999999997</c:v>
                </c:pt>
                <c:pt idx="5609">
                  <c:v>44.819431000000002</c:v>
                </c:pt>
                <c:pt idx="5610">
                  <c:v>44.810138999999999</c:v>
                </c:pt>
                <c:pt idx="5611">
                  <c:v>44.801845999999998</c:v>
                </c:pt>
                <c:pt idx="5612">
                  <c:v>44.792171000000003</c:v>
                </c:pt>
                <c:pt idx="5613">
                  <c:v>44.776493000000002</c:v>
                </c:pt>
                <c:pt idx="5614">
                  <c:v>44.755778999999997</c:v>
                </c:pt>
                <c:pt idx="5615">
                  <c:v>44.733531999999997</c:v>
                </c:pt>
                <c:pt idx="5616">
                  <c:v>44.710898999999998</c:v>
                </c:pt>
                <c:pt idx="5617">
                  <c:v>44.689284999999998</c:v>
                </c:pt>
                <c:pt idx="5618">
                  <c:v>44.669356999999998</c:v>
                </c:pt>
                <c:pt idx="5619">
                  <c:v>44.649180999999999</c:v>
                </c:pt>
                <c:pt idx="5620">
                  <c:v>44.630375000000001</c:v>
                </c:pt>
                <c:pt idx="5621">
                  <c:v>44.614159000000001</c:v>
                </c:pt>
                <c:pt idx="5622">
                  <c:v>44.599842000000002</c:v>
                </c:pt>
                <c:pt idx="5623">
                  <c:v>44.588298999999999</c:v>
                </c:pt>
                <c:pt idx="5624">
                  <c:v>44.581741000000001</c:v>
                </c:pt>
                <c:pt idx="5625">
                  <c:v>44.581020000000002</c:v>
                </c:pt>
                <c:pt idx="5626">
                  <c:v>44.584152000000003</c:v>
                </c:pt>
                <c:pt idx="5627">
                  <c:v>44.590316999999999</c:v>
                </c:pt>
                <c:pt idx="5628">
                  <c:v>44.598728000000001</c:v>
                </c:pt>
                <c:pt idx="5629">
                  <c:v>44.608967</c:v>
                </c:pt>
                <c:pt idx="5630">
                  <c:v>44.623305999999999</c:v>
                </c:pt>
                <c:pt idx="5631">
                  <c:v>44.642254000000001</c:v>
                </c:pt>
                <c:pt idx="5632">
                  <c:v>44.668961000000003</c:v>
                </c:pt>
                <c:pt idx="5633">
                  <c:v>44.699837000000002</c:v>
                </c:pt>
                <c:pt idx="5634">
                  <c:v>44.730217000000003</c:v>
                </c:pt>
                <c:pt idx="5635">
                  <c:v>44.755718000000002</c:v>
                </c:pt>
                <c:pt idx="5636">
                  <c:v>44.780211999999999</c:v>
                </c:pt>
                <c:pt idx="5637">
                  <c:v>44.812435000000001</c:v>
                </c:pt>
                <c:pt idx="5638">
                  <c:v>44.864272999999997</c:v>
                </c:pt>
                <c:pt idx="5639">
                  <c:v>44.936442999999997</c:v>
                </c:pt>
                <c:pt idx="5640">
                  <c:v>45.020102999999999</c:v>
                </c:pt>
                <c:pt idx="5641">
                  <c:v>45.104281999999998</c:v>
                </c:pt>
                <c:pt idx="5642">
                  <c:v>45.184646999999998</c:v>
                </c:pt>
                <c:pt idx="5643">
                  <c:v>45.263756000000001</c:v>
                </c:pt>
                <c:pt idx="5644">
                  <c:v>45.343918000000002</c:v>
                </c:pt>
                <c:pt idx="5645">
                  <c:v>45.424267</c:v>
                </c:pt>
                <c:pt idx="5646">
                  <c:v>45.505653000000002</c:v>
                </c:pt>
                <c:pt idx="5647">
                  <c:v>45.588970000000003</c:v>
                </c:pt>
                <c:pt idx="5648">
                  <c:v>45.674109999999999</c:v>
                </c:pt>
                <c:pt idx="5649">
                  <c:v>45.758476000000002</c:v>
                </c:pt>
                <c:pt idx="5650">
                  <c:v>45.844619999999999</c:v>
                </c:pt>
                <c:pt idx="5651">
                  <c:v>45.928145999999998</c:v>
                </c:pt>
                <c:pt idx="5652">
                  <c:v>46.00544</c:v>
                </c:pt>
                <c:pt idx="5653">
                  <c:v>46.078358000000001</c:v>
                </c:pt>
                <c:pt idx="5654">
                  <c:v>46.149979000000002</c:v>
                </c:pt>
                <c:pt idx="5655">
                  <c:v>46.223125000000003</c:v>
                </c:pt>
                <c:pt idx="5656">
                  <c:v>46.296562000000002</c:v>
                </c:pt>
                <c:pt idx="5657">
                  <c:v>46.375900000000001</c:v>
                </c:pt>
                <c:pt idx="5658">
                  <c:v>46.459961</c:v>
                </c:pt>
                <c:pt idx="5659">
                  <c:v>46.548991999999998</c:v>
                </c:pt>
                <c:pt idx="5660">
                  <c:v>46.639617999999999</c:v>
                </c:pt>
                <c:pt idx="5661">
                  <c:v>46.728050000000003</c:v>
                </c:pt>
                <c:pt idx="5662">
                  <c:v>46.817622999999998</c:v>
                </c:pt>
                <c:pt idx="5663">
                  <c:v>46.906650999999997</c:v>
                </c:pt>
                <c:pt idx="5664">
                  <c:v>46.995659000000003</c:v>
                </c:pt>
                <c:pt idx="5665">
                  <c:v>47.086368999999998</c:v>
                </c:pt>
                <c:pt idx="5666">
                  <c:v>47.174895999999997</c:v>
                </c:pt>
                <c:pt idx="5667">
                  <c:v>47.257164000000003</c:v>
                </c:pt>
                <c:pt idx="5668">
                  <c:v>47.327229000000003</c:v>
                </c:pt>
                <c:pt idx="5669">
                  <c:v>47.388320999999998</c:v>
                </c:pt>
                <c:pt idx="5670">
                  <c:v>47.434750000000001</c:v>
                </c:pt>
                <c:pt idx="5671">
                  <c:v>47.460391999999999</c:v>
                </c:pt>
                <c:pt idx="5672">
                  <c:v>47.477116000000002</c:v>
                </c:pt>
                <c:pt idx="5673">
                  <c:v>47.492542</c:v>
                </c:pt>
                <c:pt idx="5674">
                  <c:v>47.507342999999999</c:v>
                </c:pt>
                <c:pt idx="5675">
                  <c:v>47.518737999999999</c:v>
                </c:pt>
                <c:pt idx="5676">
                  <c:v>47.527428</c:v>
                </c:pt>
                <c:pt idx="5677">
                  <c:v>47.532806000000001</c:v>
                </c:pt>
                <c:pt idx="5678">
                  <c:v>47.538147000000002</c:v>
                </c:pt>
                <c:pt idx="5679">
                  <c:v>47.541030999999997</c:v>
                </c:pt>
                <c:pt idx="5680">
                  <c:v>47.537678</c:v>
                </c:pt>
                <c:pt idx="5681">
                  <c:v>47.525539000000002</c:v>
                </c:pt>
                <c:pt idx="5682">
                  <c:v>47.504280000000001</c:v>
                </c:pt>
                <c:pt idx="5683">
                  <c:v>47.472385000000003</c:v>
                </c:pt>
                <c:pt idx="5684">
                  <c:v>47.430163999999998</c:v>
                </c:pt>
                <c:pt idx="5685">
                  <c:v>47.381324999999997</c:v>
                </c:pt>
                <c:pt idx="5686">
                  <c:v>47.331409000000001</c:v>
                </c:pt>
                <c:pt idx="5687">
                  <c:v>47.279319999999998</c:v>
                </c:pt>
                <c:pt idx="5688">
                  <c:v>47.234619000000002</c:v>
                </c:pt>
                <c:pt idx="5689">
                  <c:v>47.208694000000001</c:v>
                </c:pt>
                <c:pt idx="5690">
                  <c:v>47.203239000000004</c:v>
                </c:pt>
                <c:pt idx="5691">
                  <c:v>47.199809999999999</c:v>
                </c:pt>
                <c:pt idx="5692">
                  <c:v>47.198054999999997</c:v>
                </c:pt>
                <c:pt idx="5693">
                  <c:v>47.191757000000003</c:v>
                </c:pt>
                <c:pt idx="5694">
                  <c:v>47.193497000000001</c:v>
                </c:pt>
                <c:pt idx="5695">
                  <c:v>47.192047000000002</c:v>
                </c:pt>
                <c:pt idx="5696">
                  <c:v>47.181175000000003</c:v>
                </c:pt>
                <c:pt idx="5697">
                  <c:v>47.162101999999997</c:v>
                </c:pt>
                <c:pt idx="5698">
                  <c:v>47.138969000000003</c:v>
                </c:pt>
                <c:pt idx="5699">
                  <c:v>47.115105</c:v>
                </c:pt>
                <c:pt idx="5700">
                  <c:v>47.086334000000001</c:v>
                </c:pt>
                <c:pt idx="5701">
                  <c:v>47.052567000000003</c:v>
                </c:pt>
                <c:pt idx="5702">
                  <c:v>47.014656000000002</c:v>
                </c:pt>
                <c:pt idx="5703">
                  <c:v>46.978766999999998</c:v>
                </c:pt>
                <c:pt idx="5704">
                  <c:v>46.948909999999998</c:v>
                </c:pt>
                <c:pt idx="5705">
                  <c:v>46.920475000000003</c:v>
                </c:pt>
                <c:pt idx="5706">
                  <c:v>46.889918999999999</c:v>
                </c:pt>
                <c:pt idx="5707">
                  <c:v>46.861839000000003</c:v>
                </c:pt>
                <c:pt idx="5708">
                  <c:v>46.841022000000002</c:v>
                </c:pt>
                <c:pt idx="5709">
                  <c:v>46.827548999999998</c:v>
                </c:pt>
                <c:pt idx="5710">
                  <c:v>46.822539999999996</c:v>
                </c:pt>
                <c:pt idx="5711">
                  <c:v>46.835354000000002</c:v>
                </c:pt>
                <c:pt idx="5712">
                  <c:v>46.870125000000002</c:v>
                </c:pt>
                <c:pt idx="5713">
                  <c:v>46.911971999999999</c:v>
                </c:pt>
                <c:pt idx="5714">
                  <c:v>46.954211999999998</c:v>
                </c:pt>
                <c:pt idx="5715">
                  <c:v>46.990715000000002</c:v>
                </c:pt>
                <c:pt idx="5716">
                  <c:v>47.023421999999997</c:v>
                </c:pt>
                <c:pt idx="5717">
                  <c:v>47.054996000000003</c:v>
                </c:pt>
                <c:pt idx="5718">
                  <c:v>47.078372999999999</c:v>
                </c:pt>
                <c:pt idx="5719">
                  <c:v>47.086101999999997</c:v>
                </c:pt>
                <c:pt idx="5720">
                  <c:v>47.074013000000001</c:v>
                </c:pt>
                <c:pt idx="5721">
                  <c:v>47.041770999999997</c:v>
                </c:pt>
                <c:pt idx="5722">
                  <c:v>47.002037000000001</c:v>
                </c:pt>
                <c:pt idx="5723">
                  <c:v>46.959850000000003</c:v>
                </c:pt>
                <c:pt idx="5724">
                  <c:v>46.918605999999997</c:v>
                </c:pt>
                <c:pt idx="5725">
                  <c:v>46.883453000000003</c:v>
                </c:pt>
                <c:pt idx="5726">
                  <c:v>46.856853000000001</c:v>
                </c:pt>
                <c:pt idx="5727">
                  <c:v>46.835365000000003</c:v>
                </c:pt>
                <c:pt idx="5728">
                  <c:v>46.814704999999996</c:v>
                </c:pt>
                <c:pt idx="5729">
                  <c:v>46.794285000000002</c:v>
                </c:pt>
                <c:pt idx="5730">
                  <c:v>46.776001000000001</c:v>
                </c:pt>
                <c:pt idx="5731">
                  <c:v>46.759247000000002</c:v>
                </c:pt>
                <c:pt idx="5732">
                  <c:v>46.741416999999998</c:v>
                </c:pt>
                <c:pt idx="5733">
                  <c:v>46.725017999999999</c:v>
                </c:pt>
                <c:pt idx="5734">
                  <c:v>46.714077000000003</c:v>
                </c:pt>
                <c:pt idx="5735">
                  <c:v>46.712935999999999</c:v>
                </c:pt>
                <c:pt idx="5736">
                  <c:v>46.721161000000002</c:v>
                </c:pt>
                <c:pt idx="5737">
                  <c:v>46.732517000000001</c:v>
                </c:pt>
                <c:pt idx="5738">
                  <c:v>46.732643000000003</c:v>
                </c:pt>
                <c:pt idx="5739">
                  <c:v>46.721122999999999</c:v>
                </c:pt>
                <c:pt idx="5740">
                  <c:v>46.688842999999999</c:v>
                </c:pt>
                <c:pt idx="5741">
                  <c:v>46.663898000000003</c:v>
                </c:pt>
                <c:pt idx="5742">
                  <c:v>46.639057000000001</c:v>
                </c:pt>
                <c:pt idx="5743">
                  <c:v>46.604819999999997</c:v>
                </c:pt>
                <c:pt idx="5744">
                  <c:v>46.570866000000002</c:v>
                </c:pt>
                <c:pt idx="5745">
                  <c:v>46.543709</c:v>
                </c:pt>
                <c:pt idx="5746">
                  <c:v>46.514107000000003</c:v>
                </c:pt>
                <c:pt idx="5747">
                  <c:v>46.482112999999998</c:v>
                </c:pt>
                <c:pt idx="5748">
                  <c:v>46.442512999999998</c:v>
                </c:pt>
                <c:pt idx="5749">
                  <c:v>46.397392000000004</c:v>
                </c:pt>
                <c:pt idx="5750">
                  <c:v>46.345036</c:v>
                </c:pt>
                <c:pt idx="5751">
                  <c:v>46.293587000000002</c:v>
                </c:pt>
                <c:pt idx="5752">
                  <c:v>46.243313000000001</c:v>
                </c:pt>
                <c:pt idx="5753">
                  <c:v>46.191516999999997</c:v>
                </c:pt>
                <c:pt idx="5754">
                  <c:v>46.141201000000002</c:v>
                </c:pt>
                <c:pt idx="5755">
                  <c:v>46.091262999999998</c:v>
                </c:pt>
                <c:pt idx="5756">
                  <c:v>46.038055</c:v>
                </c:pt>
                <c:pt idx="5757">
                  <c:v>45.979267</c:v>
                </c:pt>
                <c:pt idx="5758">
                  <c:v>45.920113000000001</c:v>
                </c:pt>
                <c:pt idx="5759">
                  <c:v>45.875160000000001</c:v>
                </c:pt>
                <c:pt idx="5760">
                  <c:v>45.844357000000002</c:v>
                </c:pt>
                <c:pt idx="5761">
                  <c:v>45.809733999999999</c:v>
                </c:pt>
                <c:pt idx="5762">
                  <c:v>45.769599999999997</c:v>
                </c:pt>
                <c:pt idx="5763">
                  <c:v>45.727061999999997</c:v>
                </c:pt>
                <c:pt idx="5764">
                  <c:v>45.686703000000001</c:v>
                </c:pt>
                <c:pt idx="5765">
                  <c:v>45.649746</c:v>
                </c:pt>
                <c:pt idx="5766">
                  <c:v>45.617927999999999</c:v>
                </c:pt>
                <c:pt idx="5767">
                  <c:v>45.587414000000003</c:v>
                </c:pt>
                <c:pt idx="5768">
                  <c:v>45.557845999999998</c:v>
                </c:pt>
                <c:pt idx="5769">
                  <c:v>45.529029999999999</c:v>
                </c:pt>
                <c:pt idx="5770">
                  <c:v>45.504482000000003</c:v>
                </c:pt>
                <c:pt idx="5771">
                  <c:v>45.483863999999997</c:v>
                </c:pt>
                <c:pt idx="5772">
                  <c:v>45.463313999999997</c:v>
                </c:pt>
                <c:pt idx="5773">
                  <c:v>45.442844000000001</c:v>
                </c:pt>
                <c:pt idx="5774">
                  <c:v>45.425246999999999</c:v>
                </c:pt>
                <c:pt idx="5775">
                  <c:v>45.411312000000002</c:v>
                </c:pt>
                <c:pt idx="5776">
                  <c:v>45.399323000000003</c:v>
                </c:pt>
                <c:pt idx="5777">
                  <c:v>45.385891000000001</c:v>
                </c:pt>
                <c:pt idx="5778">
                  <c:v>45.370201000000002</c:v>
                </c:pt>
                <c:pt idx="5779">
                  <c:v>45.356861000000002</c:v>
                </c:pt>
                <c:pt idx="5780">
                  <c:v>45.343834000000001</c:v>
                </c:pt>
                <c:pt idx="5781">
                  <c:v>45.320445999999997</c:v>
                </c:pt>
                <c:pt idx="5782">
                  <c:v>45.287227999999999</c:v>
                </c:pt>
                <c:pt idx="5783">
                  <c:v>45.249039000000003</c:v>
                </c:pt>
                <c:pt idx="5784">
                  <c:v>45.211604999999999</c:v>
                </c:pt>
                <c:pt idx="5785">
                  <c:v>45.175956999999997</c:v>
                </c:pt>
                <c:pt idx="5786">
                  <c:v>45.141232000000002</c:v>
                </c:pt>
                <c:pt idx="5787">
                  <c:v>45.110759999999999</c:v>
                </c:pt>
                <c:pt idx="5788">
                  <c:v>45.086925999999998</c:v>
                </c:pt>
                <c:pt idx="5789">
                  <c:v>45.071128999999999</c:v>
                </c:pt>
                <c:pt idx="5790">
                  <c:v>45.065308000000002</c:v>
                </c:pt>
                <c:pt idx="5791">
                  <c:v>45.064368999999999</c:v>
                </c:pt>
                <c:pt idx="5792">
                  <c:v>45.063408000000003</c:v>
                </c:pt>
                <c:pt idx="5793">
                  <c:v>45.057651999999997</c:v>
                </c:pt>
                <c:pt idx="5794">
                  <c:v>45.049754999999998</c:v>
                </c:pt>
                <c:pt idx="5795">
                  <c:v>45.041454000000002</c:v>
                </c:pt>
                <c:pt idx="5796">
                  <c:v>45.036082999999998</c:v>
                </c:pt>
                <c:pt idx="5797">
                  <c:v>45.039569999999998</c:v>
                </c:pt>
                <c:pt idx="5798">
                  <c:v>45.054839999999999</c:v>
                </c:pt>
                <c:pt idx="5799">
                  <c:v>45.077286000000001</c:v>
                </c:pt>
                <c:pt idx="5800">
                  <c:v>45.105407999999997</c:v>
                </c:pt>
                <c:pt idx="5801">
                  <c:v>45.144627</c:v>
                </c:pt>
                <c:pt idx="5802">
                  <c:v>45.202331999999998</c:v>
                </c:pt>
                <c:pt idx="5803">
                  <c:v>45.269477999999999</c:v>
                </c:pt>
                <c:pt idx="5804">
                  <c:v>45.337521000000002</c:v>
                </c:pt>
                <c:pt idx="5805">
                  <c:v>45.401394000000003</c:v>
                </c:pt>
                <c:pt idx="5806">
                  <c:v>45.458781999999999</c:v>
                </c:pt>
                <c:pt idx="5807">
                  <c:v>45.514645000000002</c:v>
                </c:pt>
                <c:pt idx="5808">
                  <c:v>45.567779999999999</c:v>
                </c:pt>
                <c:pt idx="5809">
                  <c:v>45.615589</c:v>
                </c:pt>
                <c:pt idx="5810">
                  <c:v>45.661354000000003</c:v>
                </c:pt>
                <c:pt idx="5811">
                  <c:v>45.700339999999997</c:v>
                </c:pt>
                <c:pt idx="5812">
                  <c:v>45.732951999999997</c:v>
                </c:pt>
                <c:pt idx="5813">
                  <c:v>45.764912000000002</c:v>
                </c:pt>
                <c:pt idx="5814">
                  <c:v>45.798614999999998</c:v>
                </c:pt>
                <c:pt idx="5815">
                  <c:v>45.840133999999999</c:v>
                </c:pt>
                <c:pt idx="5816">
                  <c:v>45.883235999999997</c:v>
                </c:pt>
                <c:pt idx="5817">
                  <c:v>45.936680000000003</c:v>
                </c:pt>
                <c:pt idx="5818">
                  <c:v>45.992125999999999</c:v>
                </c:pt>
                <c:pt idx="5819">
                  <c:v>46.043922000000002</c:v>
                </c:pt>
                <c:pt idx="5820">
                  <c:v>46.088318000000001</c:v>
                </c:pt>
                <c:pt idx="5821">
                  <c:v>46.129536000000002</c:v>
                </c:pt>
                <c:pt idx="5822">
                  <c:v>46.171021000000003</c:v>
                </c:pt>
                <c:pt idx="5823">
                  <c:v>46.219631</c:v>
                </c:pt>
                <c:pt idx="5824">
                  <c:v>46.271102999999997</c:v>
                </c:pt>
                <c:pt idx="5825">
                  <c:v>46.322963999999999</c:v>
                </c:pt>
                <c:pt idx="5826">
                  <c:v>46.378158999999997</c:v>
                </c:pt>
                <c:pt idx="5827">
                  <c:v>46.438170999999997</c:v>
                </c:pt>
                <c:pt idx="5828">
                  <c:v>46.502769000000001</c:v>
                </c:pt>
                <c:pt idx="5829">
                  <c:v>46.571178000000003</c:v>
                </c:pt>
                <c:pt idx="5830">
                  <c:v>46.646095000000003</c:v>
                </c:pt>
                <c:pt idx="5831">
                  <c:v>46.722949999999997</c:v>
                </c:pt>
                <c:pt idx="5832">
                  <c:v>46.798481000000002</c:v>
                </c:pt>
                <c:pt idx="5833">
                  <c:v>46.876209000000003</c:v>
                </c:pt>
                <c:pt idx="5834">
                  <c:v>46.952271000000003</c:v>
                </c:pt>
                <c:pt idx="5835">
                  <c:v>47.020434999999999</c:v>
                </c:pt>
                <c:pt idx="5836">
                  <c:v>47.082695000000001</c:v>
                </c:pt>
                <c:pt idx="5837">
                  <c:v>47.145020000000002</c:v>
                </c:pt>
                <c:pt idx="5838">
                  <c:v>47.206592999999998</c:v>
                </c:pt>
                <c:pt idx="5839">
                  <c:v>47.272373000000002</c:v>
                </c:pt>
                <c:pt idx="5840">
                  <c:v>47.341594999999998</c:v>
                </c:pt>
                <c:pt idx="5841">
                  <c:v>47.409550000000003</c:v>
                </c:pt>
                <c:pt idx="5842">
                  <c:v>47.470191999999997</c:v>
                </c:pt>
                <c:pt idx="5843">
                  <c:v>47.532623000000001</c:v>
                </c:pt>
                <c:pt idx="5844">
                  <c:v>47.597790000000003</c:v>
                </c:pt>
                <c:pt idx="5845">
                  <c:v>47.657241999999997</c:v>
                </c:pt>
                <c:pt idx="5846">
                  <c:v>47.708461999999997</c:v>
                </c:pt>
                <c:pt idx="5847">
                  <c:v>47.753901999999997</c:v>
                </c:pt>
                <c:pt idx="5848">
                  <c:v>47.789462999999998</c:v>
                </c:pt>
                <c:pt idx="5849">
                  <c:v>47.815201000000002</c:v>
                </c:pt>
                <c:pt idx="5850">
                  <c:v>47.835884</c:v>
                </c:pt>
                <c:pt idx="5851">
                  <c:v>47.849986999999999</c:v>
                </c:pt>
                <c:pt idx="5852">
                  <c:v>47.862526000000003</c:v>
                </c:pt>
                <c:pt idx="5853">
                  <c:v>47.874603</c:v>
                </c:pt>
                <c:pt idx="5854">
                  <c:v>47.885815000000001</c:v>
                </c:pt>
                <c:pt idx="5855">
                  <c:v>47.895180000000003</c:v>
                </c:pt>
                <c:pt idx="5856">
                  <c:v>47.905205000000002</c:v>
                </c:pt>
                <c:pt idx="5857">
                  <c:v>47.917931000000003</c:v>
                </c:pt>
                <c:pt idx="5858">
                  <c:v>47.932056000000003</c:v>
                </c:pt>
                <c:pt idx="5859">
                  <c:v>47.944878000000003</c:v>
                </c:pt>
                <c:pt idx="5860">
                  <c:v>47.953628999999999</c:v>
                </c:pt>
                <c:pt idx="5861">
                  <c:v>47.962237999999999</c:v>
                </c:pt>
                <c:pt idx="5862">
                  <c:v>47.971972999999998</c:v>
                </c:pt>
                <c:pt idx="5863">
                  <c:v>47.982886999999998</c:v>
                </c:pt>
                <c:pt idx="5864">
                  <c:v>48.000107</c:v>
                </c:pt>
                <c:pt idx="5865">
                  <c:v>48.025081999999998</c:v>
                </c:pt>
                <c:pt idx="5866">
                  <c:v>48.041038999999998</c:v>
                </c:pt>
                <c:pt idx="5867">
                  <c:v>48.051788000000002</c:v>
                </c:pt>
                <c:pt idx="5868">
                  <c:v>48.059963000000003</c:v>
                </c:pt>
                <c:pt idx="5869">
                  <c:v>48.068134000000001</c:v>
                </c:pt>
                <c:pt idx="5870">
                  <c:v>48.078426</c:v>
                </c:pt>
                <c:pt idx="5871">
                  <c:v>48.089447</c:v>
                </c:pt>
                <c:pt idx="5872">
                  <c:v>48.099544999999999</c:v>
                </c:pt>
                <c:pt idx="5873">
                  <c:v>48.10857</c:v>
                </c:pt>
                <c:pt idx="5874">
                  <c:v>48.118304999999999</c:v>
                </c:pt>
                <c:pt idx="5875">
                  <c:v>48.130153999999997</c:v>
                </c:pt>
                <c:pt idx="5876">
                  <c:v>48.143337000000002</c:v>
                </c:pt>
                <c:pt idx="5877">
                  <c:v>48.156818000000001</c:v>
                </c:pt>
                <c:pt idx="5878">
                  <c:v>48.170532000000001</c:v>
                </c:pt>
                <c:pt idx="5879">
                  <c:v>48.184330000000003</c:v>
                </c:pt>
                <c:pt idx="5880">
                  <c:v>48.199348000000001</c:v>
                </c:pt>
                <c:pt idx="5881">
                  <c:v>48.219405999999999</c:v>
                </c:pt>
                <c:pt idx="5882">
                  <c:v>48.253067000000001</c:v>
                </c:pt>
                <c:pt idx="5883">
                  <c:v>48.303345</c:v>
                </c:pt>
                <c:pt idx="5884">
                  <c:v>48.368251999999998</c:v>
                </c:pt>
                <c:pt idx="5885">
                  <c:v>48.445480000000003</c:v>
                </c:pt>
                <c:pt idx="5886">
                  <c:v>48.522022</c:v>
                </c:pt>
                <c:pt idx="5887">
                  <c:v>48.600749999999998</c:v>
                </c:pt>
                <c:pt idx="5888">
                  <c:v>48.681614000000003</c:v>
                </c:pt>
                <c:pt idx="5889">
                  <c:v>48.759932999999997</c:v>
                </c:pt>
                <c:pt idx="5890">
                  <c:v>48.836269000000001</c:v>
                </c:pt>
                <c:pt idx="5891">
                  <c:v>48.913445000000003</c:v>
                </c:pt>
                <c:pt idx="5892">
                  <c:v>48.989513000000002</c:v>
                </c:pt>
                <c:pt idx="5893">
                  <c:v>49.058360999999998</c:v>
                </c:pt>
                <c:pt idx="5894">
                  <c:v>49.119255000000003</c:v>
                </c:pt>
                <c:pt idx="5895">
                  <c:v>49.172702999999998</c:v>
                </c:pt>
                <c:pt idx="5896">
                  <c:v>49.222633000000002</c:v>
                </c:pt>
                <c:pt idx="5897">
                  <c:v>49.277785999999999</c:v>
                </c:pt>
                <c:pt idx="5898">
                  <c:v>49.340977000000002</c:v>
                </c:pt>
                <c:pt idx="5899">
                  <c:v>49.404845999999999</c:v>
                </c:pt>
                <c:pt idx="5900">
                  <c:v>49.45966</c:v>
                </c:pt>
                <c:pt idx="5901">
                  <c:v>49.508285999999998</c:v>
                </c:pt>
                <c:pt idx="5902">
                  <c:v>49.552757</c:v>
                </c:pt>
                <c:pt idx="5903">
                  <c:v>49.602778999999998</c:v>
                </c:pt>
                <c:pt idx="5904">
                  <c:v>49.659851000000003</c:v>
                </c:pt>
                <c:pt idx="5905">
                  <c:v>49.715279000000002</c:v>
                </c:pt>
                <c:pt idx="5906">
                  <c:v>49.765529999999998</c:v>
                </c:pt>
                <c:pt idx="5907">
                  <c:v>49.810001</c:v>
                </c:pt>
                <c:pt idx="5908">
                  <c:v>49.848598000000003</c:v>
                </c:pt>
                <c:pt idx="5909">
                  <c:v>49.880141999999999</c:v>
                </c:pt>
                <c:pt idx="5910">
                  <c:v>49.905158999999998</c:v>
                </c:pt>
                <c:pt idx="5911">
                  <c:v>49.923625999999999</c:v>
                </c:pt>
                <c:pt idx="5912">
                  <c:v>49.937655999999997</c:v>
                </c:pt>
                <c:pt idx="5913">
                  <c:v>49.950355999999999</c:v>
                </c:pt>
                <c:pt idx="5914">
                  <c:v>49.961098</c:v>
                </c:pt>
                <c:pt idx="5915">
                  <c:v>49.970505000000003</c:v>
                </c:pt>
                <c:pt idx="5916">
                  <c:v>49.983803000000002</c:v>
                </c:pt>
                <c:pt idx="5917">
                  <c:v>50.002150999999998</c:v>
                </c:pt>
                <c:pt idx="5918">
                  <c:v>50.024020999999998</c:v>
                </c:pt>
                <c:pt idx="5919">
                  <c:v>50.048541999999998</c:v>
                </c:pt>
                <c:pt idx="5920">
                  <c:v>50.075820999999998</c:v>
                </c:pt>
                <c:pt idx="5921">
                  <c:v>50.109093000000001</c:v>
                </c:pt>
                <c:pt idx="5922">
                  <c:v>50.141739000000001</c:v>
                </c:pt>
                <c:pt idx="5923">
                  <c:v>50.170155000000001</c:v>
                </c:pt>
                <c:pt idx="5924">
                  <c:v>50.192059</c:v>
                </c:pt>
                <c:pt idx="5925">
                  <c:v>50.211193000000002</c:v>
                </c:pt>
                <c:pt idx="5926">
                  <c:v>50.222499999999997</c:v>
                </c:pt>
                <c:pt idx="5927">
                  <c:v>50.226723</c:v>
                </c:pt>
                <c:pt idx="5928">
                  <c:v>50.224711999999997</c:v>
                </c:pt>
                <c:pt idx="5929">
                  <c:v>50.21949</c:v>
                </c:pt>
                <c:pt idx="5930">
                  <c:v>50.211765</c:v>
                </c:pt>
                <c:pt idx="5931">
                  <c:v>50.201625999999997</c:v>
                </c:pt>
                <c:pt idx="5932">
                  <c:v>50.193351999999997</c:v>
                </c:pt>
                <c:pt idx="5933">
                  <c:v>50.18647</c:v>
                </c:pt>
                <c:pt idx="5934">
                  <c:v>50.182471999999997</c:v>
                </c:pt>
                <c:pt idx="5935">
                  <c:v>50.182617</c:v>
                </c:pt>
                <c:pt idx="5936">
                  <c:v>50.186332999999998</c:v>
                </c:pt>
                <c:pt idx="5937">
                  <c:v>50.190852999999997</c:v>
                </c:pt>
                <c:pt idx="5938">
                  <c:v>50.196612999999999</c:v>
                </c:pt>
                <c:pt idx="5939">
                  <c:v>50.205204000000002</c:v>
                </c:pt>
                <c:pt idx="5940">
                  <c:v>50.216976000000003</c:v>
                </c:pt>
                <c:pt idx="5941">
                  <c:v>50.229258999999999</c:v>
                </c:pt>
                <c:pt idx="5942">
                  <c:v>50.239449</c:v>
                </c:pt>
                <c:pt idx="5943">
                  <c:v>50.249107000000002</c:v>
                </c:pt>
                <c:pt idx="5944">
                  <c:v>50.259265999999997</c:v>
                </c:pt>
                <c:pt idx="5945">
                  <c:v>50.270443</c:v>
                </c:pt>
                <c:pt idx="5946">
                  <c:v>50.279499000000001</c:v>
                </c:pt>
                <c:pt idx="5947">
                  <c:v>50.282229999999998</c:v>
                </c:pt>
                <c:pt idx="5948">
                  <c:v>50.283175999999997</c:v>
                </c:pt>
                <c:pt idx="5949">
                  <c:v>50.283943000000001</c:v>
                </c:pt>
                <c:pt idx="5950">
                  <c:v>50.288592999999999</c:v>
                </c:pt>
                <c:pt idx="5951">
                  <c:v>50.296581000000003</c:v>
                </c:pt>
                <c:pt idx="5952">
                  <c:v>50.306747000000001</c:v>
                </c:pt>
                <c:pt idx="5953">
                  <c:v>50.317462999999996</c:v>
                </c:pt>
                <c:pt idx="5954">
                  <c:v>50.325535000000002</c:v>
                </c:pt>
                <c:pt idx="5955">
                  <c:v>50.330235000000002</c:v>
                </c:pt>
                <c:pt idx="5956">
                  <c:v>50.330039999999997</c:v>
                </c:pt>
                <c:pt idx="5957">
                  <c:v>50.323825999999997</c:v>
                </c:pt>
                <c:pt idx="5958">
                  <c:v>50.314453</c:v>
                </c:pt>
                <c:pt idx="5959">
                  <c:v>50.30547</c:v>
                </c:pt>
                <c:pt idx="5960">
                  <c:v>50.297474000000001</c:v>
                </c:pt>
                <c:pt idx="5961">
                  <c:v>50.291446999999998</c:v>
                </c:pt>
                <c:pt idx="5962">
                  <c:v>50.286380999999999</c:v>
                </c:pt>
                <c:pt idx="5963">
                  <c:v>50.282051000000003</c:v>
                </c:pt>
                <c:pt idx="5964">
                  <c:v>50.275837000000003</c:v>
                </c:pt>
                <c:pt idx="5965">
                  <c:v>50.265571999999999</c:v>
                </c:pt>
                <c:pt idx="5966">
                  <c:v>50.252121000000002</c:v>
                </c:pt>
                <c:pt idx="5967">
                  <c:v>50.235805999999997</c:v>
                </c:pt>
                <c:pt idx="5968">
                  <c:v>50.217995000000002</c:v>
                </c:pt>
                <c:pt idx="5969">
                  <c:v>50.205371999999997</c:v>
                </c:pt>
                <c:pt idx="5970">
                  <c:v>50.198684999999998</c:v>
                </c:pt>
                <c:pt idx="5971">
                  <c:v>50.195971999999998</c:v>
                </c:pt>
                <c:pt idx="5972">
                  <c:v>50.191853000000002</c:v>
                </c:pt>
                <c:pt idx="5973">
                  <c:v>50.182076000000002</c:v>
                </c:pt>
                <c:pt idx="5974">
                  <c:v>50.169483</c:v>
                </c:pt>
                <c:pt idx="5975">
                  <c:v>50.155399000000003</c:v>
                </c:pt>
                <c:pt idx="5976">
                  <c:v>50.138027000000001</c:v>
                </c:pt>
                <c:pt idx="5977">
                  <c:v>50.114319000000002</c:v>
                </c:pt>
                <c:pt idx="5978">
                  <c:v>50.08287</c:v>
                </c:pt>
                <c:pt idx="5979">
                  <c:v>50.049210000000002</c:v>
                </c:pt>
                <c:pt idx="5980">
                  <c:v>50.014099000000002</c:v>
                </c:pt>
                <c:pt idx="5981">
                  <c:v>49.973922999999999</c:v>
                </c:pt>
                <c:pt idx="5982">
                  <c:v>49.923126000000003</c:v>
                </c:pt>
                <c:pt idx="5983">
                  <c:v>49.864117</c:v>
                </c:pt>
                <c:pt idx="5984">
                  <c:v>49.805008000000001</c:v>
                </c:pt>
                <c:pt idx="5985">
                  <c:v>49.749554000000003</c:v>
                </c:pt>
                <c:pt idx="5986">
                  <c:v>49.694195000000001</c:v>
                </c:pt>
                <c:pt idx="5987">
                  <c:v>49.638553999999999</c:v>
                </c:pt>
                <c:pt idx="5988">
                  <c:v>49.584560000000003</c:v>
                </c:pt>
                <c:pt idx="5989">
                  <c:v>49.532398000000001</c:v>
                </c:pt>
                <c:pt idx="5990">
                  <c:v>49.487048999999999</c:v>
                </c:pt>
                <c:pt idx="5991">
                  <c:v>49.449832999999998</c:v>
                </c:pt>
                <c:pt idx="5992">
                  <c:v>49.420169999999999</c:v>
                </c:pt>
                <c:pt idx="5993">
                  <c:v>49.394435999999999</c:v>
                </c:pt>
                <c:pt idx="5994">
                  <c:v>49.368492000000003</c:v>
                </c:pt>
                <c:pt idx="5995">
                  <c:v>49.345627</c:v>
                </c:pt>
                <c:pt idx="5996">
                  <c:v>49.328690000000002</c:v>
                </c:pt>
                <c:pt idx="5997">
                  <c:v>49.318676000000004</c:v>
                </c:pt>
                <c:pt idx="5998">
                  <c:v>49.313110000000002</c:v>
                </c:pt>
                <c:pt idx="5999">
                  <c:v>49.310772</c:v>
                </c:pt>
                <c:pt idx="6000">
                  <c:v>49.311183999999997</c:v>
                </c:pt>
                <c:pt idx="6001">
                  <c:v>49.315598000000001</c:v>
                </c:pt>
                <c:pt idx="6002">
                  <c:v>49.321917999999997</c:v>
                </c:pt>
                <c:pt idx="6003">
                  <c:v>49.325980999999999</c:v>
                </c:pt>
                <c:pt idx="6004">
                  <c:v>49.330803000000003</c:v>
                </c:pt>
                <c:pt idx="6005">
                  <c:v>49.338706999999999</c:v>
                </c:pt>
                <c:pt idx="6006">
                  <c:v>49.348708999999999</c:v>
                </c:pt>
                <c:pt idx="6007">
                  <c:v>49.362330999999998</c:v>
                </c:pt>
                <c:pt idx="6008">
                  <c:v>49.379821999999997</c:v>
                </c:pt>
                <c:pt idx="6009">
                  <c:v>49.398705</c:v>
                </c:pt>
                <c:pt idx="6010">
                  <c:v>49.419041</c:v>
                </c:pt>
                <c:pt idx="6011">
                  <c:v>49.436889999999998</c:v>
                </c:pt>
                <c:pt idx="6012">
                  <c:v>49.452221000000002</c:v>
                </c:pt>
                <c:pt idx="6013">
                  <c:v>49.466087000000002</c:v>
                </c:pt>
                <c:pt idx="6014">
                  <c:v>49.482807000000001</c:v>
                </c:pt>
                <c:pt idx="6015">
                  <c:v>49.509945000000002</c:v>
                </c:pt>
                <c:pt idx="6016">
                  <c:v>49.543964000000003</c:v>
                </c:pt>
                <c:pt idx="6017">
                  <c:v>49.577838999999997</c:v>
                </c:pt>
                <c:pt idx="6018">
                  <c:v>49.603282999999998</c:v>
                </c:pt>
                <c:pt idx="6019">
                  <c:v>49.621367999999997</c:v>
                </c:pt>
                <c:pt idx="6020">
                  <c:v>49.63776</c:v>
                </c:pt>
                <c:pt idx="6021">
                  <c:v>49.661396000000003</c:v>
                </c:pt>
                <c:pt idx="6022">
                  <c:v>49.695960999999997</c:v>
                </c:pt>
                <c:pt idx="6023">
                  <c:v>49.735213999999999</c:v>
                </c:pt>
                <c:pt idx="6024">
                  <c:v>49.775249000000002</c:v>
                </c:pt>
                <c:pt idx="6025">
                  <c:v>49.813580000000002</c:v>
                </c:pt>
                <c:pt idx="6026">
                  <c:v>49.852459000000003</c:v>
                </c:pt>
                <c:pt idx="6027">
                  <c:v>49.894309999999997</c:v>
                </c:pt>
                <c:pt idx="6028">
                  <c:v>49.948611999999997</c:v>
                </c:pt>
                <c:pt idx="6029">
                  <c:v>50.011420999999999</c:v>
                </c:pt>
                <c:pt idx="6030">
                  <c:v>50.077415000000002</c:v>
                </c:pt>
                <c:pt idx="6031">
                  <c:v>50.141758000000003</c:v>
                </c:pt>
                <c:pt idx="6032">
                  <c:v>50.203335000000003</c:v>
                </c:pt>
                <c:pt idx="6033">
                  <c:v>50.265754999999999</c:v>
                </c:pt>
                <c:pt idx="6034">
                  <c:v>50.327305000000003</c:v>
                </c:pt>
                <c:pt idx="6035">
                  <c:v>50.387844000000001</c:v>
                </c:pt>
                <c:pt idx="6036">
                  <c:v>50.449738000000004</c:v>
                </c:pt>
                <c:pt idx="6037">
                  <c:v>50.515171000000002</c:v>
                </c:pt>
                <c:pt idx="6038">
                  <c:v>50.586483000000001</c:v>
                </c:pt>
                <c:pt idx="6039">
                  <c:v>50.656975000000003</c:v>
                </c:pt>
                <c:pt idx="6040">
                  <c:v>50.728493</c:v>
                </c:pt>
                <c:pt idx="6041">
                  <c:v>50.797969999999999</c:v>
                </c:pt>
                <c:pt idx="6042">
                  <c:v>50.866050999999999</c:v>
                </c:pt>
                <c:pt idx="6043">
                  <c:v>50.93224</c:v>
                </c:pt>
                <c:pt idx="6044">
                  <c:v>50.992972999999999</c:v>
                </c:pt>
                <c:pt idx="6045">
                  <c:v>51.051665999999997</c:v>
                </c:pt>
                <c:pt idx="6046">
                  <c:v>51.109859</c:v>
                </c:pt>
                <c:pt idx="6047">
                  <c:v>51.175251000000003</c:v>
                </c:pt>
                <c:pt idx="6048">
                  <c:v>51.24371</c:v>
                </c:pt>
                <c:pt idx="6049">
                  <c:v>51.314880000000002</c:v>
                </c:pt>
                <c:pt idx="6050">
                  <c:v>51.381908000000003</c:v>
                </c:pt>
                <c:pt idx="6051">
                  <c:v>51.440337999999997</c:v>
                </c:pt>
                <c:pt idx="6052">
                  <c:v>51.492125999999999</c:v>
                </c:pt>
                <c:pt idx="6053">
                  <c:v>51.538573999999997</c:v>
                </c:pt>
                <c:pt idx="6054">
                  <c:v>51.578831000000001</c:v>
                </c:pt>
                <c:pt idx="6055">
                  <c:v>51.614204000000001</c:v>
                </c:pt>
                <c:pt idx="6056">
                  <c:v>51.647342999999999</c:v>
                </c:pt>
                <c:pt idx="6057">
                  <c:v>51.684123999999997</c:v>
                </c:pt>
                <c:pt idx="6058">
                  <c:v>51.728836000000001</c:v>
                </c:pt>
                <c:pt idx="6059">
                  <c:v>51.775337</c:v>
                </c:pt>
                <c:pt idx="6060">
                  <c:v>51.819595</c:v>
                </c:pt>
                <c:pt idx="6061">
                  <c:v>51.858589000000002</c:v>
                </c:pt>
                <c:pt idx="6062">
                  <c:v>51.891433999999997</c:v>
                </c:pt>
                <c:pt idx="6063">
                  <c:v>51.917824000000003</c:v>
                </c:pt>
                <c:pt idx="6064">
                  <c:v>51.940102000000003</c:v>
                </c:pt>
                <c:pt idx="6065">
                  <c:v>51.967072000000002</c:v>
                </c:pt>
                <c:pt idx="6066">
                  <c:v>51.995818999999997</c:v>
                </c:pt>
                <c:pt idx="6067">
                  <c:v>52.021439000000001</c:v>
                </c:pt>
                <c:pt idx="6068">
                  <c:v>52.043391999999997</c:v>
                </c:pt>
                <c:pt idx="6069">
                  <c:v>52.061656999999997</c:v>
                </c:pt>
                <c:pt idx="6070">
                  <c:v>52.075436000000003</c:v>
                </c:pt>
                <c:pt idx="6071">
                  <c:v>52.086666000000001</c:v>
                </c:pt>
                <c:pt idx="6072">
                  <c:v>52.099373</c:v>
                </c:pt>
                <c:pt idx="6073">
                  <c:v>52.115166000000002</c:v>
                </c:pt>
                <c:pt idx="6074">
                  <c:v>52.134689000000002</c:v>
                </c:pt>
                <c:pt idx="6075">
                  <c:v>52.162792000000003</c:v>
                </c:pt>
                <c:pt idx="6076">
                  <c:v>52.199145999999999</c:v>
                </c:pt>
                <c:pt idx="6077">
                  <c:v>52.242728999999997</c:v>
                </c:pt>
                <c:pt idx="6078">
                  <c:v>52.289684000000001</c:v>
                </c:pt>
                <c:pt idx="6079">
                  <c:v>52.335155</c:v>
                </c:pt>
                <c:pt idx="6080">
                  <c:v>52.375900000000001</c:v>
                </c:pt>
                <c:pt idx="6081">
                  <c:v>52.412841999999998</c:v>
                </c:pt>
                <c:pt idx="6082">
                  <c:v>52.447578</c:v>
                </c:pt>
                <c:pt idx="6083">
                  <c:v>52.478596000000003</c:v>
                </c:pt>
                <c:pt idx="6084">
                  <c:v>52.505558000000001</c:v>
                </c:pt>
                <c:pt idx="6085">
                  <c:v>52.529598</c:v>
                </c:pt>
                <c:pt idx="6086">
                  <c:v>52.558371999999999</c:v>
                </c:pt>
                <c:pt idx="6087">
                  <c:v>52.596938999999999</c:v>
                </c:pt>
                <c:pt idx="6088">
                  <c:v>52.643444000000002</c:v>
                </c:pt>
                <c:pt idx="6089">
                  <c:v>52.693213999999998</c:v>
                </c:pt>
                <c:pt idx="6090">
                  <c:v>52.742058</c:v>
                </c:pt>
                <c:pt idx="6091">
                  <c:v>52.790714000000001</c:v>
                </c:pt>
                <c:pt idx="6092">
                  <c:v>52.841068</c:v>
                </c:pt>
                <c:pt idx="6093">
                  <c:v>52.892730999999998</c:v>
                </c:pt>
                <c:pt idx="6094">
                  <c:v>52.952503</c:v>
                </c:pt>
                <c:pt idx="6095">
                  <c:v>53.018684</c:v>
                </c:pt>
                <c:pt idx="6096">
                  <c:v>53.088645999999997</c:v>
                </c:pt>
                <c:pt idx="6097">
                  <c:v>53.158420999999997</c:v>
                </c:pt>
                <c:pt idx="6098">
                  <c:v>53.22419</c:v>
                </c:pt>
                <c:pt idx="6099">
                  <c:v>53.285843</c:v>
                </c:pt>
                <c:pt idx="6100">
                  <c:v>53.349021999999998</c:v>
                </c:pt>
                <c:pt idx="6101">
                  <c:v>53.415165000000002</c:v>
                </c:pt>
                <c:pt idx="6102">
                  <c:v>53.478431999999998</c:v>
                </c:pt>
                <c:pt idx="6103">
                  <c:v>53.537224000000002</c:v>
                </c:pt>
                <c:pt idx="6104">
                  <c:v>53.592972000000003</c:v>
                </c:pt>
                <c:pt idx="6105">
                  <c:v>53.646132999999999</c:v>
                </c:pt>
                <c:pt idx="6106">
                  <c:v>53.694705999999996</c:v>
                </c:pt>
                <c:pt idx="6107">
                  <c:v>53.744163999999998</c:v>
                </c:pt>
                <c:pt idx="6108">
                  <c:v>53.795639000000001</c:v>
                </c:pt>
                <c:pt idx="6109">
                  <c:v>53.849003000000003</c:v>
                </c:pt>
                <c:pt idx="6110">
                  <c:v>53.903129999999997</c:v>
                </c:pt>
                <c:pt idx="6111">
                  <c:v>53.955654000000003</c:v>
                </c:pt>
                <c:pt idx="6112">
                  <c:v>54.006630000000001</c:v>
                </c:pt>
                <c:pt idx="6113">
                  <c:v>54.054774999999999</c:v>
                </c:pt>
                <c:pt idx="6114">
                  <c:v>54.103645</c:v>
                </c:pt>
                <c:pt idx="6115">
                  <c:v>54.156601000000002</c:v>
                </c:pt>
                <c:pt idx="6116">
                  <c:v>54.215823999999998</c:v>
                </c:pt>
                <c:pt idx="6117">
                  <c:v>54.280704</c:v>
                </c:pt>
                <c:pt idx="6118">
                  <c:v>54.347000000000001</c:v>
                </c:pt>
                <c:pt idx="6119">
                  <c:v>54.411472000000003</c:v>
                </c:pt>
                <c:pt idx="6120">
                  <c:v>54.473914999999998</c:v>
                </c:pt>
                <c:pt idx="6121">
                  <c:v>54.534832000000002</c:v>
                </c:pt>
                <c:pt idx="6122">
                  <c:v>54.601654000000003</c:v>
                </c:pt>
                <c:pt idx="6123">
                  <c:v>54.672736999999998</c:v>
                </c:pt>
                <c:pt idx="6124">
                  <c:v>54.746834</c:v>
                </c:pt>
                <c:pt idx="6125">
                  <c:v>54.823188999999999</c:v>
                </c:pt>
                <c:pt idx="6126">
                  <c:v>54.898468000000001</c:v>
                </c:pt>
                <c:pt idx="6127">
                  <c:v>54.967132999999997</c:v>
                </c:pt>
                <c:pt idx="6128">
                  <c:v>55.041018999999999</c:v>
                </c:pt>
                <c:pt idx="6129">
                  <c:v>55.111705999999998</c:v>
                </c:pt>
                <c:pt idx="6130">
                  <c:v>55.180858999999998</c:v>
                </c:pt>
                <c:pt idx="6131">
                  <c:v>55.259602000000001</c:v>
                </c:pt>
                <c:pt idx="6132">
                  <c:v>55.341053000000002</c:v>
                </c:pt>
                <c:pt idx="6133">
                  <c:v>55.425415000000001</c:v>
                </c:pt>
                <c:pt idx="6134">
                  <c:v>55.508021999999997</c:v>
                </c:pt>
                <c:pt idx="6135">
                  <c:v>55.581955000000001</c:v>
                </c:pt>
                <c:pt idx="6136">
                  <c:v>55.642868</c:v>
                </c:pt>
                <c:pt idx="6137">
                  <c:v>55.702030000000001</c:v>
                </c:pt>
                <c:pt idx="6138">
                  <c:v>55.758381</c:v>
                </c:pt>
                <c:pt idx="6139">
                  <c:v>55.817844000000001</c:v>
                </c:pt>
                <c:pt idx="6140">
                  <c:v>55.884315000000001</c:v>
                </c:pt>
                <c:pt idx="6141">
                  <c:v>55.952903999999997</c:v>
                </c:pt>
                <c:pt idx="6142">
                  <c:v>56.017386999999999</c:v>
                </c:pt>
                <c:pt idx="6143">
                  <c:v>56.076065</c:v>
                </c:pt>
                <c:pt idx="6144">
                  <c:v>56.125759000000002</c:v>
                </c:pt>
                <c:pt idx="6145">
                  <c:v>56.166294000000001</c:v>
                </c:pt>
                <c:pt idx="6146">
                  <c:v>56.200035</c:v>
                </c:pt>
                <c:pt idx="6147">
                  <c:v>56.228023999999998</c:v>
                </c:pt>
                <c:pt idx="6148">
                  <c:v>56.254654000000002</c:v>
                </c:pt>
                <c:pt idx="6149">
                  <c:v>56.284348000000001</c:v>
                </c:pt>
                <c:pt idx="6150">
                  <c:v>56.317763999999997</c:v>
                </c:pt>
                <c:pt idx="6151">
                  <c:v>56.353259999999999</c:v>
                </c:pt>
                <c:pt idx="6152">
                  <c:v>56.391677999999999</c:v>
                </c:pt>
                <c:pt idx="6153">
                  <c:v>56.428691999999998</c:v>
                </c:pt>
                <c:pt idx="6154">
                  <c:v>56.464317000000001</c:v>
                </c:pt>
                <c:pt idx="6155">
                  <c:v>56.500216999999999</c:v>
                </c:pt>
                <c:pt idx="6156">
                  <c:v>56.533974000000001</c:v>
                </c:pt>
                <c:pt idx="6157">
                  <c:v>56.567019999999999</c:v>
                </c:pt>
                <c:pt idx="6158">
                  <c:v>56.603935</c:v>
                </c:pt>
                <c:pt idx="6159">
                  <c:v>56.645775</c:v>
                </c:pt>
                <c:pt idx="6160">
                  <c:v>56.692073999999998</c:v>
                </c:pt>
                <c:pt idx="6161">
                  <c:v>56.742854999999999</c:v>
                </c:pt>
                <c:pt idx="6162">
                  <c:v>56.797535000000003</c:v>
                </c:pt>
                <c:pt idx="6163">
                  <c:v>56.855003000000004</c:v>
                </c:pt>
                <c:pt idx="6164">
                  <c:v>56.917071999999997</c:v>
                </c:pt>
                <c:pt idx="6165">
                  <c:v>56.979537999999998</c:v>
                </c:pt>
                <c:pt idx="6166">
                  <c:v>57.043407000000002</c:v>
                </c:pt>
                <c:pt idx="6167">
                  <c:v>57.115302999999997</c:v>
                </c:pt>
                <c:pt idx="6168">
                  <c:v>57.188927</c:v>
                </c:pt>
                <c:pt idx="6169">
                  <c:v>57.255859000000001</c:v>
                </c:pt>
                <c:pt idx="6170">
                  <c:v>57.310490000000001</c:v>
                </c:pt>
                <c:pt idx="6171">
                  <c:v>57.351317999999999</c:v>
                </c:pt>
                <c:pt idx="6172">
                  <c:v>57.377341999999999</c:v>
                </c:pt>
                <c:pt idx="6173">
                  <c:v>57.393470999999998</c:v>
                </c:pt>
                <c:pt idx="6174">
                  <c:v>57.406002000000001</c:v>
                </c:pt>
                <c:pt idx="6175">
                  <c:v>57.422806000000001</c:v>
                </c:pt>
                <c:pt idx="6176">
                  <c:v>57.439785000000001</c:v>
                </c:pt>
                <c:pt idx="6177">
                  <c:v>57.457965999999999</c:v>
                </c:pt>
                <c:pt idx="6178">
                  <c:v>57.477684000000004</c:v>
                </c:pt>
                <c:pt idx="6179">
                  <c:v>57.503653999999997</c:v>
                </c:pt>
                <c:pt idx="6180">
                  <c:v>57.537520999999998</c:v>
                </c:pt>
                <c:pt idx="6181">
                  <c:v>57.583140999999998</c:v>
                </c:pt>
                <c:pt idx="6182">
                  <c:v>57.636200000000002</c:v>
                </c:pt>
                <c:pt idx="6183">
                  <c:v>57.692005000000002</c:v>
                </c:pt>
                <c:pt idx="6184">
                  <c:v>57.747978000000003</c:v>
                </c:pt>
                <c:pt idx="6185">
                  <c:v>57.800041</c:v>
                </c:pt>
                <c:pt idx="6186">
                  <c:v>57.842827</c:v>
                </c:pt>
                <c:pt idx="6187">
                  <c:v>57.877872000000004</c:v>
                </c:pt>
                <c:pt idx="6188">
                  <c:v>57.908180000000002</c:v>
                </c:pt>
                <c:pt idx="6189">
                  <c:v>57.936931999999999</c:v>
                </c:pt>
                <c:pt idx="6190">
                  <c:v>57.969676999999997</c:v>
                </c:pt>
                <c:pt idx="6191">
                  <c:v>58.005614999999999</c:v>
                </c:pt>
                <c:pt idx="6192">
                  <c:v>58.041919999999998</c:v>
                </c:pt>
                <c:pt idx="6193">
                  <c:v>58.071907000000003</c:v>
                </c:pt>
                <c:pt idx="6194">
                  <c:v>58.095233999999998</c:v>
                </c:pt>
                <c:pt idx="6195">
                  <c:v>58.108688000000001</c:v>
                </c:pt>
                <c:pt idx="6196">
                  <c:v>58.114314999999998</c:v>
                </c:pt>
                <c:pt idx="6197">
                  <c:v>58.118603</c:v>
                </c:pt>
                <c:pt idx="6198">
                  <c:v>58.123497</c:v>
                </c:pt>
                <c:pt idx="6199">
                  <c:v>58.130360000000003</c:v>
                </c:pt>
                <c:pt idx="6200">
                  <c:v>58.138556999999999</c:v>
                </c:pt>
                <c:pt idx="6201">
                  <c:v>58.149783999999997</c:v>
                </c:pt>
                <c:pt idx="6202">
                  <c:v>58.16272</c:v>
                </c:pt>
                <c:pt idx="6203">
                  <c:v>58.174354999999998</c:v>
                </c:pt>
                <c:pt idx="6204">
                  <c:v>58.186889999999998</c:v>
                </c:pt>
                <c:pt idx="6205">
                  <c:v>58.199440000000003</c:v>
                </c:pt>
                <c:pt idx="6206">
                  <c:v>58.21199</c:v>
                </c:pt>
                <c:pt idx="6207">
                  <c:v>58.225876</c:v>
                </c:pt>
                <c:pt idx="6208">
                  <c:v>58.240592999999997</c:v>
                </c:pt>
                <c:pt idx="6209">
                  <c:v>58.257950000000001</c:v>
                </c:pt>
                <c:pt idx="6210">
                  <c:v>58.274459999999998</c:v>
                </c:pt>
                <c:pt idx="6211">
                  <c:v>58.287010000000002</c:v>
                </c:pt>
                <c:pt idx="6212">
                  <c:v>58.298954000000002</c:v>
                </c:pt>
                <c:pt idx="6213">
                  <c:v>58.314124999999997</c:v>
                </c:pt>
                <c:pt idx="6214">
                  <c:v>58.331935999999999</c:v>
                </c:pt>
                <c:pt idx="6215">
                  <c:v>58.349960000000003</c:v>
                </c:pt>
                <c:pt idx="6216">
                  <c:v>58.368797000000001</c:v>
                </c:pt>
                <c:pt idx="6217">
                  <c:v>58.387421000000003</c:v>
                </c:pt>
                <c:pt idx="6218">
                  <c:v>58.402866000000003</c:v>
                </c:pt>
                <c:pt idx="6219">
                  <c:v>58.415149999999997</c:v>
                </c:pt>
                <c:pt idx="6220">
                  <c:v>58.426174000000003</c:v>
                </c:pt>
                <c:pt idx="6221">
                  <c:v>58.436942999999999</c:v>
                </c:pt>
                <c:pt idx="6222">
                  <c:v>58.446674000000002</c:v>
                </c:pt>
                <c:pt idx="6223">
                  <c:v>58.453769999999999</c:v>
                </c:pt>
                <c:pt idx="6224">
                  <c:v>58.458416</c:v>
                </c:pt>
                <c:pt idx="6225">
                  <c:v>58.463977999999997</c:v>
                </c:pt>
                <c:pt idx="6226">
                  <c:v>58.469906000000002</c:v>
                </c:pt>
                <c:pt idx="6227">
                  <c:v>58.477032000000001</c:v>
                </c:pt>
                <c:pt idx="6228">
                  <c:v>58.481777000000001</c:v>
                </c:pt>
                <c:pt idx="6229">
                  <c:v>58.481133</c:v>
                </c:pt>
                <c:pt idx="6230">
                  <c:v>58.474063999999998</c:v>
                </c:pt>
                <c:pt idx="6231">
                  <c:v>58.459206000000002</c:v>
                </c:pt>
                <c:pt idx="6232">
                  <c:v>58.438614000000001</c:v>
                </c:pt>
                <c:pt idx="6233">
                  <c:v>58.417377000000002</c:v>
                </c:pt>
                <c:pt idx="6234">
                  <c:v>58.397446000000002</c:v>
                </c:pt>
                <c:pt idx="6235">
                  <c:v>58.372776000000002</c:v>
                </c:pt>
                <c:pt idx="6236">
                  <c:v>58.337620000000001</c:v>
                </c:pt>
                <c:pt idx="6237">
                  <c:v>58.296214999999997</c:v>
                </c:pt>
                <c:pt idx="6238">
                  <c:v>58.250152999999997</c:v>
                </c:pt>
                <c:pt idx="6239">
                  <c:v>58.199207000000001</c:v>
                </c:pt>
                <c:pt idx="6240">
                  <c:v>58.146087999999999</c:v>
                </c:pt>
                <c:pt idx="6241">
                  <c:v>58.095950999999999</c:v>
                </c:pt>
                <c:pt idx="6242">
                  <c:v>58.051712000000002</c:v>
                </c:pt>
                <c:pt idx="6243">
                  <c:v>58.012740999999998</c:v>
                </c:pt>
                <c:pt idx="6244">
                  <c:v>57.977291000000001</c:v>
                </c:pt>
                <c:pt idx="6245">
                  <c:v>57.942985999999998</c:v>
                </c:pt>
                <c:pt idx="6246">
                  <c:v>57.905365000000003</c:v>
                </c:pt>
                <c:pt idx="6247">
                  <c:v>57.859966</c:v>
                </c:pt>
                <c:pt idx="6248">
                  <c:v>57.809685000000002</c:v>
                </c:pt>
                <c:pt idx="6249">
                  <c:v>57.758082999999999</c:v>
                </c:pt>
                <c:pt idx="6250">
                  <c:v>57.708686999999998</c:v>
                </c:pt>
                <c:pt idx="6251">
                  <c:v>57.663403000000002</c:v>
                </c:pt>
                <c:pt idx="6252">
                  <c:v>57.620410999999997</c:v>
                </c:pt>
                <c:pt idx="6253">
                  <c:v>57.582580999999998</c:v>
                </c:pt>
                <c:pt idx="6254">
                  <c:v>57.546959000000001</c:v>
                </c:pt>
                <c:pt idx="6255">
                  <c:v>57.513114999999999</c:v>
                </c:pt>
                <c:pt idx="6256">
                  <c:v>57.477955000000001</c:v>
                </c:pt>
                <c:pt idx="6257">
                  <c:v>57.438189999999999</c:v>
                </c:pt>
                <c:pt idx="6258">
                  <c:v>57.391758000000003</c:v>
                </c:pt>
                <c:pt idx="6259">
                  <c:v>57.339272000000001</c:v>
                </c:pt>
                <c:pt idx="6260">
                  <c:v>57.286842</c:v>
                </c:pt>
                <c:pt idx="6261">
                  <c:v>57.232647</c:v>
                </c:pt>
                <c:pt idx="6262">
                  <c:v>57.177536000000003</c:v>
                </c:pt>
                <c:pt idx="6263">
                  <c:v>57.122871000000004</c:v>
                </c:pt>
                <c:pt idx="6264">
                  <c:v>57.064289000000002</c:v>
                </c:pt>
                <c:pt idx="6265">
                  <c:v>57.004379</c:v>
                </c:pt>
                <c:pt idx="6266">
                  <c:v>56.954211999999998</c:v>
                </c:pt>
                <c:pt idx="6267">
                  <c:v>56.920349000000002</c:v>
                </c:pt>
                <c:pt idx="6268">
                  <c:v>56.906277000000003</c:v>
                </c:pt>
                <c:pt idx="6269">
                  <c:v>56.908149999999999</c:v>
                </c:pt>
                <c:pt idx="6270">
                  <c:v>56.915520000000001</c:v>
                </c:pt>
                <c:pt idx="6271">
                  <c:v>56.926333999999997</c:v>
                </c:pt>
                <c:pt idx="6272">
                  <c:v>56.937621999999998</c:v>
                </c:pt>
                <c:pt idx="6273">
                  <c:v>56.948566</c:v>
                </c:pt>
                <c:pt idx="6274">
                  <c:v>56.957419999999999</c:v>
                </c:pt>
                <c:pt idx="6275">
                  <c:v>56.964767000000002</c:v>
                </c:pt>
                <c:pt idx="6276">
                  <c:v>56.969893999999996</c:v>
                </c:pt>
                <c:pt idx="6277">
                  <c:v>56.977111999999998</c:v>
                </c:pt>
                <c:pt idx="6278">
                  <c:v>56.988644000000001</c:v>
                </c:pt>
                <c:pt idx="6279">
                  <c:v>57.003822</c:v>
                </c:pt>
                <c:pt idx="6280">
                  <c:v>57.021858000000002</c:v>
                </c:pt>
                <c:pt idx="6281">
                  <c:v>57.042285999999997</c:v>
                </c:pt>
                <c:pt idx="6282">
                  <c:v>57.063949999999998</c:v>
                </c:pt>
                <c:pt idx="6283">
                  <c:v>57.086039999999997</c:v>
                </c:pt>
                <c:pt idx="6284">
                  <c:v>57.105697999999997</c:v>
                </c:pt>
                <c:pt idx="6285">
                  <c:v>57.119408</c:v>
                </c:pt>
                <c:pt idx="6286">
                  <c:v>57.125942000000002</c:v>
                </c:pt>
                <c:pt idx="6287">
                  <c:v>57.121212</c:v>
                </c:pt>
                <c:pt idx="6288">
                  <c:v>57.109512000000002</c:v>
                </c:pt>
                <c:pt idx="6289">
                  <c:v>57.097935</c:v>
                </c:pt>
                <c:pt idx="6290">
                  <c:v>57.088287000000001</c:v>
                </c:pt>
                <c:pt idx="6291">
                  <c:v>57.087006000000002</c:v>
                </c:pt>
                <c:pt idx="6292">
                  <c:v>57.089641999999998</c:v>
                </c:pt>
                <c:pt idx="6293">
                  <c:v>57.093387999999997</c:v>
                </c:pt>
                <c:pt idx="6294">
                  <c:v>57.102347999999999</c:v>
                </c:pt>
                <c:pt idx="6295">
                  <c:v>57.111927000000001</c:v>
                </c:pt>
                <c:pt idx="6296">
                  <c:v>57.124386000000001</c:v>
                </c:pt>
                <c:pt idx="6297">
                  <c:v>57.134720000000002</c:v>
                </c:pt>
                <c:pt idx="6298">
                  <c:v>57.143410000000003</c:v>
                </c:pt>
                <c:pt idx="6299">
                  <c:v>57.159427999999998</c:v>
                </c:pt>
                <c:pt idx="6300">
                  <c:v>57.192627000000002</c:v>
                </c:pt>
                <c:pt idx="6301">
                  <c:v>57.241173000000003</c:v>
                </c:pt>
                <c:pt idx="6302">
                  <c:v>57.302833999999997</c:v>
                </c:pt>
                <c:pt idx="6303">
                  <c:v>57.383957000000002</c:v>
                </c:pt>
                <c:pt idx="6304">
                  <c:v>57.468615999999997</c:v>
                </c:pt>
                <c:pt idx="6305">
                  <c:v>57.554932000000001</c:v>
                </c:pt>
                <c:pt idx="6306">
                  <c:v>57.646785999999999</c:v>
                </c:pt>
                <c:pt idx="6307">
                  <c:v>57.730991000000003</c:v>
                </c:pt>
                <c:pt idx="6308">
                  <c:v>57.809230999999997</c:v>
                </c:pt>
                <c:pt idx="6309">
                  <c:v>57.869132999999998</c:v>
                </c:pt>
                <c:pt idx="6310">
                  <c:v>57.914870999999998</c:v>
                </c:pt>
                <c:pt idx="6311">
                  <c:v>57.957115000000002</c:v>
                </c:pt>
                <c:pt idx="6312">
                  <c:v>57.990333999999997</c:v>
                </c:pt>
                <c:pt idx="6313">
                  <c:v>58.027081000000003</c:v>
                </c:pt>
                <c:pt idx="6314">
                  <c:v>58.067467000000001</c:v>
                </c:pt>
                <c:pt idx="6315">
                  <c:v>58.105792999999998</c:v>
                </c:pt>
                <c:pt idx="6316">
                  <c:v>58.151221999999997</c:v>
                </c:pt>
                <c:pt idx="6317">
                  <c:v>58.203453000000003</c:v>
                </c:pt>
                <c:pt idx="6318">
                  <c:v>58.265681999999998</c:v>
                </c:pt>
                <c:pt idx="6319">
                  <c:v>58.336970999999998</c:v>
                </c:pt>
                <c:pt idx="6320">
                  <c:v>58.411053000000003</c:v>
                </c:pt>
                <c:pt idx="6321">
                  <c:v>58.485432000000003</c:v>
                </c:pt>
                <c:pt idx="6322">
                  <c:v>58.558577999999997</c:v>
                </c:pt>
                <c:pt idx="6323">
                  <c:v>58.629192000000003</c:v>
                </c:pt>
                <c:pt idx="6324">
                  <c:v>58.695476999999997</c:v>
                </c:pt>
                <c:pt idx="6325">
                  <c:v>58.75853</c:v>
                </c:pt>
                <c:pt idx="6326">
                  <c:v>58.824939999999998</c:v>
                </c:pt>
                <c:pt idx="6327">
                  <c:v>58.895473000000003</c:v>
                </c:pt>
                <c:pt idx="6328">
                  <c:v>58.968575000000001</c:v>
                </c:pt>
                <c:pt idx="6329">
                  <c:v>59.043266000000003</c:v>
                </c:pt>
                <c:pt idx="6330">
                  <c:v>59.117691000000001</c:v>
                </c:pt>
                <c:pt idx="6331">
                  <c:v>59.187618000000001</c:v>
                </c:pt>
                <c:pt idx="6332">
                  <c:v>59.248547000000002</c:v>
                </c:pt>
                <c:pt idx="6333">
                  <c:v>59.292709000000002</c:v>
                </c:pt>
                <c:pt idx="6334">
                  <c:v>59.317307</c:v>
                </c:pt>
                <c:pt idx="6335">
                  <c:v>59.322181999999998</c:v>
                </c:pt>
                <c:pt idx="6336">
                  <c:v>59.319637</c:v>
                </c:pt>
                <c:pt idx="6337">
                  <c:v>59.323048</c:v>
                </c:pt>
                <c:pt idx="6338">
                  <c:v>59.332217999999997</c:v>
                </c:pt>
                <c:pt idx="6339">
                  <c:v>59.347740000000002</c:v>
                </c:pt>
                <c:pt idx="6340">
                  <c:v>59.374409</c:v>
                </c:pt>
                <c:pt idx="6341">
                  <c:v>59.415019999999998</c:v>
                </c:pt>
                <c:pt idx="6342">
                  <c:v>59.463326000000002</c:v>
                </c:pt>
                <c:pt idx="6343">
                  <c:v>59.506999999999998</c:v>
                </c:pt>
                <c:pt idx="6344">
                  <c:v>59.550995</c:v>
                </c:pt>
                <c:pt idx="6345">
                  <c:v>59.590800999999999</c:v>
                </c:pt>
                <c:pt idx="6346">
                  <c:v>59.634239000000001</c:v>
                </c:pt>
                <c:pt idx="6347">
                  <c:v>59.685101000000003</c:v>
                </c:pt>
                <c:pt idx="6348">
                  <c:v>59.738415000000003</c:v>
                </c:pt>
                <c:pt idx="6349">
                  <c:v>59.794494999999998</c:v>
                </c:pt>
                <c:pt idx="6350">
                  <c:v>59.854179000000002</c:v>
                </c:pt>
                <c:pt idx="6351">
                  <c:v>59.916752000000002</c:v>
                </c:pt>
                <c:pt idx="6352">
                  <c:v>59.979809000000003</c:v>
                </c:pt>
                <c:pt idx="6353">
                  <c:v>60.041339999999998</c:v>
                </c:pt>
                <c:pt idx="6354">
                  <c:v>60.104430999999998</c:v>
                </c:pt>
                <c:pt idx="6355">
                  <c:v>60.167583</c:v>
                </c:pt>
                <c:pt idx="6356">
                  <c:v>60.225777000000001</c:v>
                </c:pt>
                <c:pt idx="6357">
                  <c:v>60.277316999999996</c:v>
                </c:pt>
                <c:pt idx="6358">
                  <c:v>60.326884999999997</c:v>
                </c:pt>
                <c:pt idx="6359">
                  <c:v>60.387714000000003</c:v>
                </c:pt>
                <c:pt idx="6360">
                  <c:v>60.461593999999998</c:v>
                </c:pt>
                <c:pt idx="6361">
                  <c:v>60.551043999999997</c:v>
                </c:pt>
                <c:pt idx="6362">
                  <c:v>60.649521</c:v>
                </c:pt>
                <c:pt idx="6363">
                  <c:v>60.753245999999997</c:v>
                </c:pt>
                <c:pt idx="6364">
                  <c:v>60.861159999999998</c:v>
                </c:pt>
                <c:pt idx="6365">
                  <c:v>60.968905999999997</c:v>
                </c:pt>
                <c:pt idx="6366">
                  <c:v>61.073340999999999</c:v>
                </c:pt>
                <c:pt idx="6367">
                  <c:v>61.178085000000003</c:v>
                </c:pt>
                <c:pt idx="6368">
                  <c:v>61.282009000000002</c:v>
                </c:pt>
                <c:pt idx="6369">
                  <c:v>61.387633999999998</c:v>
                </c:pt>
                <c:pt idx="6370">
                  <c:v>61.489967</c:v>
                </c:pt>
                <c:pt idx="6371">
                  <c:v>61.588428</c:v>
                </c:pt>
                <c:pt idx="6372">
                  <c:v>61.683017999999997</c:v>
                </c:pt>
                <c:pt idx="6373">
                  <c:v>61.771545000000003</c:v>
                </c:pt>
                <c:pt idx="6374">
                  <c:v>61.851382999999998</c:v>
                </c:pt>
                <c:pt idx="6375">
                  <c:v>61.923034999999999</c:v>
                </c:pt>
                <c:pt idx="6376">
                  <c:v>61.989970999999997</c:v>
                </c:pt>
                <c:pt idx="6377">
                  <c:v>62.058261999999999</c:v>
                </c:pt>
                <c:pt idx="6378">
                  <c:v>62.132210000000001</c:v>
                </c:pt>
                <c:pt idx="6379">
                  <c:v>62.221359</c:v>
                </c:pt>
                <c:pt idx="6380">
                  <c:v>62.319031000000003</c:v>
                </c:pt>
                <c:pt idx="6381">
                  <c:v>62.419178000000002</c:v>
                </c:pt>
                <c:pt idx="6382">
                  <c:v>62.520156999999998</c:v>
                </c:pt>
                <c:pt idx="6383">
                  <c:v>62.618564999999997</c:v>
                </c:pt>
                <c:pt idx="6384">
                  <c:v>62.715088000000002</c:v>
                </c:pt>
                <c:pt idx="6385">
                  <c:v>62.808371999999999</c:v>
                </c:pt>
                <c:pt idx="6386">
                  <c:v>62.893580999999998</c:v>
                </c:pt>
                <c:pt idx="6387">
                  <c:v>62.968474999999998</c:v>
                </c:pt>
                <c:pt idx="6388">
                  <c:v>63.033493</c:v>
                </c:pt>
                <c:pt idx="6389">
                  <c:v>63.093406999999999</c:v>
                </c:pt>
                <c:pt idx="6390">
                  <c:v>63.152327999999997</c:v>
                </c:pt>
                <c:pt idx="6391">
                  <c:v>63.209319999999998</c:v>
                </c:pt>
                <c:pt idx="6392">
                  <c:v>63.264046</c:v>
                </c:pt>
                <c:pt idx="6393">
                  <c:v>63.319701999999999</c:v>
                </c:pt>
                <c:pt idx="6394">
                  <c:v>63.378245999999997</c:v>
                </c:pt>
                <c:pt idx="6395">
                  <c:v>63.433388000000001</c:v>
                </c:pt>
                <c:pt idx="6396">
                  <c:v>63.484878999999999</c:v>
                </c:pt>
                <c:pt idx="6397">
                  <c:v>63.529110000000003</c:v>
                </c:pt>
                <c:pt idx="6398">
                  <c:v>63.564551999999999</c:v>
                </c:pt>
                <c:pt idx="6399">
                  <c:v>63.587913999999998</c:v>
                </c:pt>
                <c:pt idx="6400">
                  <c:v>63.60107</c:v>
                </c:pt>
                <c:pt idx="6401">
                  <c:v>63.611865999999999</c:v>
                </c:pt>
                <c:pt idx="6402">
                  <c:v>63.622230999999999</c:v>
                </c:pt>
                <c:pt idx="6403">
                  <c:v>63.633277999999997</c:v>
                </c:pt>
                <c:pt idx="6404">
                  <c:v>63.644306</c:v>
                </c:pt>
                <c:pt idx="6405">
                  <c:v>63.646552999999997</c:v>
                </c:pt>
                <c:pt idx="6406">
                  <c:v>63.643886999999999</c:v>
                </c:pt>
                <c:pt idx="6407">
                  <c:v>63.644249000000002</c:v>
                </c:pt>
                <c:pt idx="6408">
                  <c:v>63.646960999999997</c:v>
                </c:pt>
                <c:pt idx="6409">
                  <c:v>63.651363000000003</c:v>
                </c:pt>
                <c:pt idx="6410">
                  <c:v>63.660507000000003</c:v>
                </c:pt>
                <c:pt idx="6411">
                  <c:v>63.674064999999999</c:v>
                </c:pt>
                <c:pt idx="6412">
                  <c:v>63.689467999999998</c:v>
                </c:pt>
                <c:pt idx="6413">
                  <c:v>63.699824999999997</c:v>
                </c:pt>
                <c:pt idx="6414">
                  <c:v>63.706901999999999</c:v>
                </c:pt>
                <c:pt idx="6415">
                  <c:v>63.713932</c:v>
                </c:pt>
                <c:pt idx="6416">
                  <c:v>63.721882000000001</c:v>
                </c:pt>
                <c:pt idx="6417">
                  <c:v>63.732384000000003</c:v>
                </c:pt>
                <c:pt idx="6418">
                  <c:v>63.748497</c:v>
                </c:pt>
                <c:pt idx="6419">
                  <c:v>63.777465999999997</c:v>
                </c:pt>
                <c:pt idx="6420">
                  <c:v>63.823222999999999</c:v>
                </c:pt>
                <c:pt idx="6421">
                  <c:v>63.870224</c:v>
                </c:pt>
                <c:pt idx="6422">
                  <c:v>63.916167999999999</c:v>
                </c:pt>
                <c:pt idx="6423">
                  <c:v>63.956603999999999</c:v>
                </c:pt>
                <c:pt idx="6424">
                  <c:v>63.988857000000003</c:v>
                </c:pt>
                <c:pt idx="6425">
                  <c:v>64.018699999999995</c:v>
                </c:pt>
                <c:pt idx="6426">
                  <c:v>64.052536000000003</c:v>
                </c:pt>
                <c:pt idx="6427">
                  <c:v>64.091399999999993</c:v>
                </c:pt>
                <c:pt idx="6428">
                  <c:v>64.130447000000004</c:v>
                </c:pt>
                <c:pt idx="6429">
                  <c:v>64.168785</c:v>
                </c:pt>
                <c:pt idx="6430">
                  <c:v>64.208793999999997</c:v>
                </c:pt>
                <c:pt idx="6431">
                  <c:v>64.248253000000005</c:v>
                </c:pt>
                <c:pt idx="6432">
                  <c:v>64.285881000000003</c:v>
                </c:pt>
                <c:pt idx="6433">
                  <c:v>64.326942000000003</c:v>
                </c:pt>
                <c:pt idx="6434">
                  <c:v>64.374756000000005</c:v>
                </c:pt>
                <c:pt idx="6435">
                  <c:v>64.430542000000003</c:v>
                </c:pt>
                <c:pt idx="6436">
                  <c:v>64.488770000000002</c:v>
                </c:pt>
                <c:pt idx="6437">
                  <c:v>64.547211000000004</c:v>
                </c:pt>
                <c:pt idx="6438">
                  <c:v>64.605666999999997</c:v>
                </c:pt>
                <c:pt idx="6439">
                  <c:v>64.663261000000006</c:v>
                </c:pt>
                <c:pt idx="6440">
                  <c:v>64.722992000000005</c:v>
                </c:pt>
                <c:pt idx="6441">
                  <c:v>64.784767000000002</c:v>
                </c:pt>
                <c:pt idx="6442">
                  <c:v>64.843956000000006</c:v>
                </c:pt>
                <c:pt idx="6443">
                  <c:v>64.901566000000003</c:v>
                </c:pt>
                <c:pt idx="6444">
                  <c:v>64.962012999999999</c:v>
                </c:pt>
                <c:pt idx="6445">
                  <c:v>65.023819000000003</c:v>
                </c:pt>
                <c:pt idx="6446">
                  <c:v>65.087851999999998</c:v>
                </c:pt>
                <c:pt idx="6447">
                  <c:v>65.159820999999994</c:v>
                </c:pt>
                <c:pt idx="6448">
                  <c:v>65.245514</c:v>
                </c:pt>
                <c:pt idx="6449">
                  <c:v>65.344879000000006</c:v>
                </c:pt>
                <c:pt idx="6450">
                  <c:v>65.452727999999993</c:v>
                </c:pt>
                <c:pt idx="6451">
                  <c:v>65.565421999999998</c:v>
                </c:pt>
                <c:pt idx="6452">
                  <c:v>65.680862000000005</c:v>
                </c:pt>
                <c:pt idx="6453">
                  <c:v>65.796111999999994</c:v>
                </c:pt>
                <c:pt idx="6454">
                  <c:v>65.910338999999993</c:v>
                </c:pt>
                <c:pt idx="6455">
                  <c:v>66.022537</c:v>
                </c:pt>
                <c:pt idx="6456">
                  <c:v>66.130936000000005</c:v>
                </c:pt>
                <c:pt idx="6457">
                  <c:v>66.235000999999997</c:v>
                </c:pt>
                <c:pt idx="6458">
                  <c:v>66.337585000000004</c:v>
                </c:pt>
                <c:pt idx="6459">
                  <c:v>66.437636999999995</c:v>
                </c:pt>
                <c:pt idx="6460">
                  <c:v>66.534248000000005</c:v>
                </c:pt>
                <c:pt idx="6461">
                  <c:v>66.623069999999998</c:v>
                </c:pt>
                <c:pt idx="6462">
                  <c:v>66.708327999999995</c:v>
                </c:pt>
                <c:pt idx="6463">
                  <c:v>66.789260999999996</c:v>
                </c:pt>
                <c:pt idx="6464">
                  <c:v>66.871864000000002</c:v>
                </c:pt>
                <c:pt idx="6465">
                  <c:v>66.952538000000004</c:v>
                </c:pt>
                <c:pt idx="6466">
                  <c:v>67.039612000000005</c:v>
                </c:pt>
                <c:pt idx="6467">
                  <c:v>67.132171999999997</c:v>
                </c:pt>
                <c:pt idx="6468">
                  <c:v>67.228622000000001</c:v>
                </c:pt>
                <c:pt idx="6469">
                  <c:v>67.328629000000006</c:v>
                </c:pt>
                <c:pt idx="6470">
                  <c:v>67.425651999999999</c:v>
                </c:pt>
                <c:pt idx="6471">
                  <c:v>67.516029000000003</c:v>
                </c:pt>
                <c:pt idx="6472">
                  <c:v>67.599243000000001</c:v>
                </c:pt>
                <c:pt idx="6473">
                  <c:v>67.674430999999998</c:v>
                </c:pt>
                <c:pt idx="6474">
                  <c:v>67.743674999999996</c:v>
                </c:pt>
                <c:pt idx="6475">
                  <c:v>67.807586999999998</c:v>
                </c:pt>
                <c:pt idx="6476">
                  <c:v>67.868934999999993</c:v>
                </c:pt>
                <c:pt idx="6477">
                  <c:v>67.928184999999999</c:v>
                </c:pt>
                <c:pt idx="6478">
                  <c:v>67.984511999999995</c:v>
                </c:pt>
                <c:pt idx="6479">
                  <c:v>68.038382999999996</c:v>
                </c:pt>
                <c:pt idx="6480">
                  <c:v>68.082808999999997</c:v>
                </c:pt>
                <c:pt idx="6481">
                  <c:v>68.113631999999996</c:v>
                </c:pt>
                <c:pt idx="6482">
                  <c:v>68.132750999999999</c:v>
                </c:pt>
                <c:pt idx="6483">
                  <c:v>68.139174999999994</c:v>
                </c:pt>
                <c:pt idx="6484">
                  <c:v>68.136596999999995</c:v>
                </c:pt>
                <c:pt idx="6485">
                  <c:v>68.127266000000006</c:v>
                </c:pt>
                <c:pt idx="6486">
                  <c:v>68.113640000000004</c:v>
                </c:pt>
                <c:pt idx="6487">
                  <c:v>68.100318999999999</c:v>
                </c:pt>
                <c:pt idx="6488">
                  <c:v>68.089500000000001</c:v>
                </c:pt>
                <c:pt idx="6489">
                  <c:v>68.078704999999999</c:v>
                </c:pt>
                <c:pt idx="6490">
                  <c:v>68.068764000000002</c:v>
                </c:pt>
                <c:pt idx="6491">
                  <c:v>68.063118000000003</c:v>
                </c:pt>
                <c:pt idx="6492">
                  <c:v>68.066704000000001</c:v>
                </c:pt>
                <c:pt idx="6493">
                  <c:v>68.081908999999996</c:v>
                </c:pt>
                <c:pt idx="6494">
                  <c:v>68.098372999999995</c:v>
                </c:pt>
                <c:pt idx="6495">
                  <c:v>68.112060999999997</c:v>
                </c:pt>
                <c:pt idx="6496">
                  <c:v>68.123465999999993</c:v>
                </c:pt>
                <c:pt idx="6497">
                  <c:v>68.134215999999995</c:v>
                </c:pt>
                <c:pt idx="6498">
                  <c:v>68.150467000000006</c:v>
                </c:pt>
                <c:pt idx="6499">
                  <c:v>68.173828</c:v>
                </c:pt>
                <c:pt idx="6500">
                  <c:v>68.198325999999994</c:v>
                </c:pt>
                <c:pt idx="6501">
                  <c:v>68.214309999999998</c:v>
                </c:pt>
                <c:pt idx="6502">
                  <c:v>68.223113999999995</c:v>
                </c:pt>
                <c:pt idx="6503">
                  <c:v>68.231491000000005</c:v>
                </c:pt>
                <c:pt idx="6504">
                  <c:v>68.241844</c:v>
                </c:pt>
                <c:pt idx="6505">
                  <c:v>68.256766999999996</c:v>
                </c:pt>
                <c:pt idx="6506">
                  <c:v>68.278792999999993</c:v>
                </c:pt>
                <c:pt idx="6507">
                  <c:v>68.312720999999996</c:v>
                </c:pt>
                <c:pt idx="6508">
                  <c:v>68.363181999999995</c:v>
                </c:pt>
                <c:pt idx="6509">
                  <c:v>68.429687999999999</c:v>
                </c:pt>
                <c:pt idx="6510">
                  <c:v>68.508041000000006</c:v>
                </c:pt>
                <c:pt idx="6511">
                  <c:v>68.597313</c:v>
                </c:pt>
                <c:pt idx="6512">
                  <c:v>68.694266999999996</c:v>
                </c:pt>
                <c:pt idx="6513">
                  <c:v>68.789176999999995</c:v>
                </c:pt>
                <c:pt idx="6514">
                  <c:v>68.875953999999993</c:v>
                </c:pt>
                <c:pt idx="6515">
                  <c:v>68.956314000000006</c:v>
                </c:pt>
                <c:pt idx="6516">
                  <c:v>69.026191999999995</c:v>
                </c:pt>
                <c:pt idx="6517">
                  <c:v>69.085639999999998</c:v>
                </c:pt>
                <c:pt idx="6518">
                  <c:v>69.135947999999999</c:v>
                </c:pt>
                <c:pt idx="6519">
                  <c:v>69.175323000000006</c:v>
                </c:pt>
                <c:pt idx="6520">
                  <c:v>69.206795</c:v>
                </c:pt>
                <c:pt idx="6521">
                  <c:v>69.235962000000001</c:v>
                </c:pt>
                <c:pt idx="6522">
                  <c:v>69.266120999999998</c:v>
                </c:pt>
                <c:pt idx="6523">
                  <c:v>69.301520999999994</c:v>
                </c:pt>
                <c:pt idx="6524">
                  <c:v>69.344825999999998</c:v>
                </c:pt>
                <c:pt idx="6525">
                  <c:v>69.393021000000005</c:v>
                </c:pt>
                <c:pt idx="6526">
                  <c:v>69.445746999999997</c:v>
                </c:pt>
                <c:pt idx="6527">
                  <c:v>69.504638999999997</c:v>
                </c:pt>
                <c:pt idx="6528">
                  <c:v>69.569930999999997</c:v>
                </c:pt>
                <c:pt idx="6529">
                  <c:v>69.638382000000007</c:v>
                </c:pt>
                <c:pt idx="6530">
                  <c:v>69.707733000000005</c:v>
                </c:pt>
                <c:pt idx="6531">
                  <c:v>69.780272999999994</c:v>
                </c:pt>
                <c:pt idx="6532">
                  <c:v>69.858245999999994</c:v>
                </c:pt>
                <c:pt idx="6533">
                  <c:v>69.943398000000002</c:v>
                </c:pt>
                <c:pt idx="6534">
                  <c:v>70.030242999999999</c:v>
                </c:pt>
                <c:pt idx="6535">
                  <c:v>70.114593999999997</c:v>
                </c:pt>
                <c:pt idx="6536">
                  <c:v>70.195694000000003</c:v>
                </c:pt>
                <c:pt idx="6537">
                  <c:v>70.273666000000006</c:v>
                </c:pt>
                <c:pt idx="6538">
                  <c:v>70.350746000000001</c:v>
                </c:pt>
                <c:pt idx="6539">
                  <c:v>70.429755999999998</c:v>
                </c:pt>
                <c:pt idx="6540">
                  <c:v>70.512253000000001</c:v>
                </c:pt>
                <c:pt idx="6541">
                  <c:v>70.597785999999999</c:v>
                </c:pt>
                <c:pt idx="6542">
                  <c:v>70.686004999999994</c:v>
                </c:pt>
                <c:pt idx="6543">
                  <c:v>70.774901999999997</c:v>
                </c:pt>
                <c:pt idx="6544">
                  <c:v>70.859474000000006</c:v>
                </c:pt>
                <c:pt idx="6545">
                  <c:v>70.938820000000007</c:v>
                </c:pt>
                <c:pt idx="6546">
                  <c:v>71.014030000000005</c:v>
                </c:pt>
                <c:pt idx="6547">
                  <c:v>71.083748</c:v>
                </c:pt>
                <c:pt idx="6548">
                  <c:v>71.150047000000001</c:v>
                </c:pt>
                <c:pt idx="6549">
                  <c:v>71.212097</c:v>
                </c:pt>
                <c:pt idx="6550">
                  <c:v>71.273514000000006</c:v>
                </c:pt>
                <c:pt idx="6551">
                  <c:v>71.335350000000005</c:v>
                </c:pt>
                <c:pt idx="6552">
                  <c:v>71.398009999999999</c:v>
                </c:pt>
                <c:pt idx="6553">
                  <c:v>71.461235000000002</c:v>
                </c:pt>
                <c:pt idx="6554">
                  <c:v>71.523514000000006</c:v>
                </c:pt>
                <c:pt idx="6555">
                  <c:v>71.584969000000001</c:v>
                </c:pt>
                <c:pt idx="6556">
                  <c:v>71.645142000000007</c:v>
                </c:pt>
                <c:pt idx="6557">
                  <c:v>71.704505999999995</c:v>
                </c:pt>
                <c:pt idx="6558">
                  <c:v>71.764420000000001</c:v>
                </c:pt>
                <c:pt idx="6559">
                  <c:v>71.825798000000006</c:v>
                </c:pt>
                <c:pt idx="6560">
                  <c:v>71.889411999999993</c:v>
                </c:pt>
                <c:pt idx="6561">
                  <c:v>71.953552000000002</c:v>
                </c:pt>
                <c:pt idx="6562">
                  <c:v>72.016982999999996</c:v>
                </c:pt>
                <c:pt idx="6563">
                  <c:v>72.078902999999997</c:v>
                </c:pt>
                <c:pt idx="6564">
                  <c:v>72.142371999999995</c:v>
                </c:pt>
                <c:pt idx="6565">
                  <c:v>72.207168999999993</c:v>
                </c:pt>
                <c:pt idx="6566">
                  <c:v>72.268630999999999</c:v>
                </c:pt>
                <c:pt idx="6567">
                  <c:v>72.322952000000001</c:v>
                </c:pt>
                <c:pt idx="6568">
                  <c:v>72.366050999999999</c:v>
                </c:pt>
                <c:pt idx="6569">
                  <c:v>72.402702000000005</c:v>
                </c:pt>
                <c:pt idx="6570">
                  <c:v>72.441909999999993</c:v>
                </c:pt>
                <c:pt idx="6571">
                  <c:v>72.484840000000005</c:v>
                </c:pt>
                <c:pt idx="6572">
                  <c:v>72.532402000000005</c:v>
                </c:pt>
                <c:pt idx="6573">
                  <c:v>72.585776999999993</c:v>
                </c:pt>
                <c:pt idx="6574">
                  <c:v>72.644051000000005</c:v>
                </c:pt>
                <c:pt idx="6575">
                  <c:v>72.707168999999993</c:v>
                </c:pt>
                <c:pt idx="6576">
                  <c:v>72.774567000000005</c:v>
                </c:pt>
                <c:pt idx="6577">
                  <c:v>72.843245999999994</c:v>
                </c:pt>
                <c:pt idx="6578">
                  <c:v>72.911254999999997</c:v>
                </c:pt>
                <c:pt idx="6579">
                  <c:v>72.981537000000003</c:v>
                </c:pt>
                <c:pt idx="6580">
                  <c:v>73.057327000000001</c:v>
                </c:pt>
                <c:pt idx="6581">
                  <c:v>73.139747999999997</c:v>
                </c:pt>
                <c:pt idx="6582">
                  <c:v>73.223602</c:v>
                </c:pt>
                <c:pt idx="6583">
                  <c:v>73.299521999999996</c:v>
                </c:pt>
                <c:pt idx="6584">
                  <c:v>73.365943999999999</c:v>
                </c:pt>
                <c:pt idx="6585">
                  <c:v>73.428809999999999</c:v>
                </c:pt>
                <c:pt idx="6586">
                  <c:v>73.490951999999993</c:v>
                </c:pt>
                <c:pt idx="6587">
                  <c:v>73.551186000000001</c:v>
                </c:pt>
                <c:pt idx="6588">
                  <c:v>73.610313000000005</c:v>
                </c:pt>
                <c:pt idx="6589">
                  <c:v>73.670883000000003</c:v>
                </c:pt>
                <c:pt idx="6590">
                  <c:v>73.736649</c:v>
                </c:pt>
                <c:pt idx="6591">
                  <c:v>73.808959999999999</c:v>
                </c:pt>
                <c:pt idx="6592">
                  <c:v>73.883658999999994</c:v>
                </c:pt>
                <c:pt idx="6593">
                  <c:v>73.955933000000002</c:v>
                </c:pt>
                <c:pt idx="6594">
                  <c:v>74.022605999999996</c:v>
                </c:pt>
                <c:pt idx="6595">
                  <c:v>74.085175000000007</c:v>
                </c:pt>
                <c:pt idx="6596">
                  <c:v>74.146468999999996</c:v>
                </c:pt>
                <c:pt idx="6597">
                  <c:v>74.204314999999994</c:v>
                </c:pt>
                <c:pt idx="6598">
                  <c:v>74.255508000000006</c:v>
                </c:pt>
                <c:pt idx="6599">
                  <c:v>74.300240000000002</c:v>
                </c:pt>
                <c:pt idx="6600">
                  <c:v>74.341530000000006</c:v>
                </c:pt>
                <c:pt idx="6601">
                  <c:v>74.381377999999998</c:v>
                </c:pt>
                <c:pt idx="6602">
                  <c:v>74.419524999999993</c:v>
                </c:pt>
                <c:pt idx="6603">
                  <c:v>74.455742000000001</c:v>
                </c:pt>
                <c:pt idx="6604">
                  <c:v>74.488028999999997</c:v>
                </c:pt>
                <c:pt idx="6605">
                  <c:v>74.518265</c:v>
                </c:pt>
                <c:pt idx="6606">
                  <c:v>74.550583000000003</c:v>
                </c:pt>
                <c:pt idx="6607">
                  <c:v>74.584618000000006</c:v>
                </c:pt>
                <c:pt idx="6608">
                  <c:v>74.614081999999996</c:v>
                </c:pt>
                <c:pt idx="6609">
                  <c:v>74.642105000000001</c:v>
                </c:pt>
                <c:pt idx="6610">
                  <c:v>74.669387999999998</c:v>
                </c:pt>
                <c:pt idx="6611">
                  <c:v>74.695839000000007</c:v>
                </c:pt>
                <c:pt idx="6612">
                  <c:v>74.719070000000002</c:v>
                </c:pt>
                <c:pt idx="6613">
                  <c:v>74.736464999999995</c:v>
                </c:pt>
                <c:pt idx="6614">
                  <c:v>74.752167</c:v>
                </c:pt>
                <c:pt idx="6615">
                  <c:v>74.774185000000003</c:v>
                </c:pt>
                <c:pt idx="6616">
                  <c:v>74.813248000000002</c:v>
                </c:pt>
                <c:pt idx="6617">
                  <c:v>74.872619999999998</c:v>
                </c:pt>
                <c:pt idx="6618">
                  <c:v>74.943534999999997</c:v>
                </c:pt>
                <c:pt idx="6619">
                  <c:v>75.014281999999994</c:v>
                </c:pt>
                <c:pt idx="6620">
                  <c:v>75.074119999999994</c:v>
                </c:pt>
                <c:pt idx="6621">
                  <c:v>75.127021999999997</c:v>
                </c:pt>
                <c:pt idx="6622">
                  <c:v>75.181388999999996</c:v>
                </c:pt>
                <c:pt idx="6623">
                  <c:v>75.242142000000001</c:v>
                </c:pt>
                <c:pt idx="6624">
                  <c:v>75.306670999999994</c:v>
                </c:pt>
                <c:pt idx="6625">
                  <c:v>75.371314999999996</c:v>
                </c:pt>
                <c:pt idx="6626">
                  <c:v>75.426841999999994</c:v>
                </c:pt>
                <c:pt idx="6627">
                  <c:v>75.469666000000004</c:v>
                </c:pt>
                <c:pt idx="6628">
                  <c:v>75.505088999999998</c:v>
                </c:pt>
                <c:pt idx="6629">
                  <c:v>75.535651999999999</c:v>
                </c:pt>
                <c:pt idx="6630">
                  <c:v>75.558150999999995</c:v>
                </c:pt>
                <c:pt idx="6631">
                  <c:v>75.571335000000005</c:v>
                </c:pt>
                <c:pt idx="6632">
                  <c:v>75.584823999999998</c:v>
                </c:pt>
                <c:pt idx="6633">
                  <c:v>75.602340999999996</c:v>
                </c:pt>
                <c:pt idx="6634">
                  <c:v>75.622978000000003</c:v>
                </c:pt>
                <c:pt idx="6635">
                  <c:v>75.645859000000002</c:v>
                </c:pt>
                <c:pt idx="6636">
                  <c:v>75.670249999999996</c:v>
                </c:pt>
                <c:pt idx="6637">
                  <c:v>75.697136</c:v>
                </c:pt>
                <c:pt idx="6638">
                  <c:v>75.727501000000004</c:v>
                </c:pt>
                <c:pt idx="6639">
                  <c:v>75.760597000000004</c:v>
                </c:pt>
                <c:pt idx="6640">
                  <c:v>75.790237000000005</c:v>
                </c:pt>
                <c:pt idx="6641">
                  <c:v>75.814055999999994</c:v>
                </c:pt>
                <c:pt idx="6642">
                  <c:v>75.836348999999998</c:v>
                </c:pt>
                <c:pt idx="6643">
                  <c:v>75.860954000000007</c:v>
                </c:pt>
                <c:pt idx="6644">
                  <c:v>75.887444000000002</c:v>
                </c:pt>
                <c:pt idx="6645">
                  <c:v>75.912261999999998</c:v>
                </c:pt>
                <c:pt idx="6646">
                  <c:v>75.935660999999996</c:v>
                </c:pt>
                <c:pt idx="6647">
                  <c:v>75.961913999999993</c:v>
                </c:pt>
                <c:pt idx="6648">
                  <c:v>75.991684000000006</c:v>
                </c:pt>
                <c:pt idx="6649">
                  <c:v>76.031120000000001</c:v>
                </c:pt>
                <c:pt idx="6650">
                  <c:v>76.080314999999999</c:v>
                </c:pt>
                <c:pt idx="6651">
                  <c:v>76.141136000000003</c:v>
                </c:pt>
                <c:pt idx="6652">
                  <c:v>76.217033000000001</c:v>
                </c:pt>
                <c:pt idx="6653">
                  <c:v>76.300567999999998</c:v>
                </c:pt>
                <c:pt idx="6654">
                  <c:v>76.385711999999998</c:v>
                </c:pt>
                <c:pt idx="6655">
                  <c:v>76.466728000000003</c:v>
                </c:pt>
                <c:pt idx="6656">
                  <c:v>76.542930999999996</c:v>
                </c:pt>
                <c:pt idx="6657">
                  <c:v>76.621337999999994</c:v>
                </c:pt>
                <c:pt idx="6658">
                  <c:v>76.701476999999997</c:v>
                </c:pt>
                <c:pt idx="6659">
                  <c:v>76.784332000000006</c:v>
                </c:pt>
                <c:pt idx="6660">
                  <c:v>76.872947999999994</c:v>
                </c:pt>
                <c:pt idx="6661">
                  <c:v>76.965912000000003</c:v>
                </c:pt>
                <c:pt idx="6662">
                  <c:v>77.061538999999996</c:v>
                </c:pt>
                <c:pt idx="6663">
                  <c:v>77.161559999999994</c:v>
                </c:pt>
                <c:pt idx="6664">
                  <c:v>77.265984000000003</c:v>
                </c:pt>
                <c:pt idx="6665">
                  <c:v>77.373824999999997</c:v>
                </c:pt>
                <c:pt idx="6666">
                  <c:v>77.487198000000006</c:v>
                </c:pt>
                <c:pt idx="6667">
                  <c:v>77.607849000000002</c:v>
                </c:pt>
                <c:pt idx="6668">
                  <c:v>77.734322000000006</c:v>
                </c:pt>
                <c:pt idx="6669">
                  <c:v>77.863335000000006</c:v>
                </c:pt>
                <c:pt idx="6670">
                  <c:v>77.988563999999997</c:v>
                </c:pt>
                <c:pt idx="6671">
                  <c:v>78.105911000000006</c:v>
                </c:pt>
                <c:pt idx="6672">
                  <c:v>78.213988999999998</c:v>
                </c:pt>
                <c:pt idx="6673">
                  <c:v>78.312286</c:v>
                </c:pt>
                <c:pt idx="6674">
                  <c:v>78.401993000000004</c:v>
                </c:pt>
                <c:pt idx="6675">
                  <c:v>78.486427000000006</c:v>
                </c:pt>
                <c:pt idx="6676">
                  <c:v>78.568023999999994</c:v>
                </c:pt>
                <c:pt idx="6677">
                  <c:v>78.647057000000004</c:v>
                </c:pt>
                <c:pt idx="6678">
                  <c:v>78.723563999999996</c:v>
                </c:pt>
                <c:pt idx="6679">
                  <c:v>78.800903000000005</c:v>
                </c:pt>
                <c:pt idx="6680">
                  <c:v>78.878806999999995</c:v>
                </c:pt>
                <c:pt idx="6681">
                  <c:v>78.961806999999993</c:v>
                </c:pt>
                <c:pt idx="6682">
                  <c:v>79.052475000000001</c:v>
                </c:pt>
                <c:pt idx="6683">
                  <c:v>79.139838999999995</c:v>
                </c:pt>
                <c:pt idx="6684">
                  <c:v>79.205978000000002</c:v>
                </c:pt>
                <c:pt idx="6685">
                  <c:v>79.251213000000007</c:v>
                </c:pt>
                <c:pt idx="6686">
                  <c:v>79.285492000000005</c:v>
                </c:pt>
                <c:pt idx="6687">
                  <c:v>79.316802999999993</c:v>
                </c:pt>
                <c:pt idx="6688">
                  <c:v>79.348647999999997</c:v>
                </c:pt>
                <c:pt idx="6689">
                  <c:v>79.380393999999995</c:v>
                </c:pt>
                <c:pt idx="6690">
                  <c:v>79.411681999999999</c:v>
                </c:pt>
                <c:pt idx="6691">
                  <c:v>79.444344000000001</c:v>
                </c:pt>
                <c:pt idx="6692">
                  <c:v>79.474997999999999</c:v>
                </c:pt>
                <c:pt idx="6693">
                  <c:v>79.508301000000003</c:v>
                </c:pt>
                <c:pt idx="6694">
                  <c:v>79.548561000000007</c:v>
                </c:pt>
                <c:pt idx="6695">
                  <c:v>79.598022</c:v>
                </c:pt>
                <c:pt idx="6696">
                  <c:v>79.651473999999993</c:v>
                </c:pt>
                <c:pt idx="6697">
                  <c:v>79.704971</c:v>
                </c:pt>
                <c:pt idx="6698">
                  <c:v>79.757828000000003</c:v>
                </c:pt>
                <c:pt idx="6699">
                  <c:v>79.807158999999999</c:v>
                </c:pt>
                <c:pt idx="6700">
                  <c:v>79.852356</c:v>
                </c:pt>
                <c:pt idx="6701">
                  <c:v>79.901283000000006</c:v>
                </c:pt>
                <c:pt idx="6702">
                  <c:v>79.9589</c:v>
                </c:pt>
                <c:pt idx="6703">
                  <c:v>80.018416999999999</c:v>
                </c:pt>
                <c:pt idx="6704">
                  <c:v>80.075333000000001</c:v>
                </c:pt>
                <c:pt idx="6705">
                  <c:v>80.128699999999995</c:v>
                </c:pt>
                <c:pt idx="6706">
                  <c:v>80.177527999999995</c:v>
                </c:pt>
                <c:pt idx="6707">
                  <c:v>80.223183000000006</c:v>
                </c:pt>
                <c:pt idx="6708">
                  <c:v>80.268699999999995</c:v>
                </c:pt>
                <c:pt idx="6709">
                  <c:v>80.320250999999999</c:v>
                </c:pt>
                <c:pt idx="6710">
                  <c:v>80.375961000000004</c:v>
                </c:pt>
                <c:pt idx="6711">
                  <c:v>80.435012999999998</c:v>
                </c:pt>
                <c:pt idx="6712">
                  <c:v>80.496071000000001</c:v>
                </c:pt>
                <c:pt idx="6713">
                  <c:v>80.558655000000002</c:v>
                </c:pt>
                <c:pt idx="6714">
                  <c:v>80.621284000000003</c:v>
                </c:pt>
                <c:pt idx="6715">
                  <c:v>80.680801000000002</c:v>
                </c:pt>
                <c:pt idx="6716">
                  <c:v>80.737724</c:v>
                </c:pt>
                <c:pt idx="6717">
                  <c:v>80.787727000000004</c:v>
                </c:pt>
                <c:pt idx="6718">
                  <c:v>80.833931000000007</c:v>
                </c:pt>
                <c:pt idx="6719">
                  <c:v>80.880043000000001</c:v>
                </c:pt>
                <c:pt idx="6720">
                  <c:v>80.923653000000002</c:v>
                </c:pt>
                <c:pt idx="6721">
                  <c:v>80.962340999999995</c:v>
                </c:pt>
                <c:pt idx="6722">
                  <c:v>80.993331999999995</c:v>
                </c:pt>
                <c:pt idx="6723">
                  <c:v>81.015281999999999</c:v>
                </c:pt>
                <c:pt idx="6724">
                  <c:v>81.036873</c:v>
                </c:pt>
                <c:pt idx="6725">
                  <c:v>81.066399000000004</c:v>
                </c:pt>
                <c:pt idx="6726">
                  <c:v>81.101592999999994</c:v>
                </c:pt>
                <c:pt idx="6727">
                  <c:v>81.136436000000003</c:v>
                </c:pt>
                <c:pt idx="6728">
                  <c:v>81.173591999999999</c:v>
                </c:pt>
                <c:pt idx="6729">
                  <c:v>81.204841999999999</c:v>
                </c:pt>
                <c:pt idx="6730">
                  <c:v>81.226607999999999</c:v>
                </c:pt>
                <c:pt idx="6731">
                  <c:v>81.240593000000004</c:v>
                </c:pt>
                <c:pt idx="6732">
                  <c:v>81.250145000000003</c:v>
                </c:pt>
                <c:pt idx="6733">
                  <c:v>81.259452999999993</c:v>
                </c:pt>
                <c:pt idx="6734">
                  <c:v>81.267821999999995</c:v>
                </c:pt>
                <c:pt idx="6735">
                  <c:v>81.280227999999994</c:v>
                </c:pt>
                <c:pt idx="6736">
                  <c:v>81.297263999999998</c:v>
                </c:pt>
                <c:pt idx="6737">
                  <c:v>81.316047999999995</c:v>
                </c:pt>
                <c:pt idx="6738">
                  <c:v>81.338272000000003</c:v>
                </c:pt>
                <c:pt idx="6739">
                  <c:v>81.364943999999994</c:v>
                </c:pt>
                <c:pt idx="6740">
                  <c:v>81.399772999999996</c:v>
                </c:pt>
                <c:pt idx="6741">
                  <c:v>81.440880000000007</c:v>
                </c:pt>
                <c:pt idx="6742">
                  <c:v>81.488274000000004</c:v>
                </c:pt>
                <c:pt idx="6743">
                  <c:v>81.541763000000003</c:v>
                </c:pt>
                <c:pt idx="6744">
                  <c:v>81.601203999999996</c:v>
                </c:pt>
                <c:pt idx="6745">
                  <c:v>81.664199999999994</c:v>
                </c:pt>
                <c:pt idx="6746">
                  <c:v>81.728317000000004</c:v>
                </c:pt>
                <c:pt idx="6747">
                  <c:v>81.793457000000004</c:v>
                </c:pt>
                <c:pt idx="6748">
                  <c:v>81.854590999999999</c:v>
                </c:pt>
                <c:pt idx="6749">
                  <c:v>81.909820999999994</c:v>
                </c:pt>
                <c:pt idx="6750">
                  <c:v>81.96463</c:v>
                </c:pt>
                <c:pt idx="6751">
                  <c:v>82.020142000000007</c:v>
                </c:pt>
                <c:pt idx="6752">
                  <c:v>82.079239000000001</c:v>
                </c:pt>
                <c:pt idx="6753">
                  <c:v>82.138451000000003</c:v>
                </c:pt>
                <c:pt idx="6754">
                  <c:v>82.200783000000001</c:v>
                </c:pt>
                <c:pt idx="6755">
                  <c:v>82.259422000000001</c:v>
                </c:pt>
                <c:pt idx="6756">
                  <c:v>82.320007000000004</c:v>
                </c:pt>
                <c:pt idx="6757">
                  <c:v>82.383003000000002</c:v>
                </c:pt>
                <c:pt idx="6758">
                  <c:v>82.442718999999997</c:v>
                </c:pt>
                <c:pt idx="6759">
                  <c:v>82.498221999999998</c:v>
                </c:pt>
                <c:pt idx="6760">
                  <c:v>82.552459999999996</c:v>
                </c:pt>
                <c:pt idx="6761">
                  <c:v>82.607451999999995</c:v>
                </c:pt>
                <c:pt idx="6762">
                  <c:v>82.659981000000002</c:v>
                </c:pt>
                <c:pt idx="6763">
                  <c:v>82.709914999999995</c:v>
                </c:pt>
                <c:pt idx="6764">
                  <c:v>82.762259999999998</c:v>
                </c:pt>
                <c:pt idx="6765">
                  <c:v>82.812004000000002</c:v>
                </c:pt>
                <c:pt idx="6766">
                  <c:v>82.864517000000006</c:v>
                </c:pt>
                <c:pt idx="6767">
                  <c:v>82.922150000000002</c:v>
                </c:pt>
                <c:pt idx="6768">
                  <c:v>82.983886999999996</c:v>
                </c:pt>
                <c:pt idx="6769">
                  <c:v>83.057922000000005</c:v>
                </c:pt>
                <c:pt idx="6770">
                  <c:v>83.147109999999998</c:v>
                </c:pt>
                <c:pt idx="6771">
                  <c:v>83.238570999999993</c:v>
                </c:pt>
                <c:pt idx="6772">
                  <c:v>83.341705000000005</c:v>
                </c:pt>
                <c:pt idx="6773">
                  <c:v>83.451012000000006</c:v>
                </c:pt>
                <c:pt idx="6774">
                  <c:v>83.567267999999999</c:v>
                </c:pt>
                <c:pt idx="6775">
                  <c:v>83.690010000000001</c:v>
                </c:pt>
                <c:pt idx="6776">
                  <c:v>83.817520000000002</c:v>
                </c:pt>
                <c:pt idx="6777">
                  <c:v>83.942238000000003</c:v>
                </c:pt>
                <c:pt idx="6778">
                  <c:v>84.063675000000003</c:v>
                </c:pt>
                <c:pt idx="6779">
                  <c:v>84.177566999999996</c:v>
                </c:pt>
                <c:pt idx="6780">
                  <c:v>84.279762000000005</c:v>
                </c:pt>
                <c:pt idx="6781">
                  <c:v>84.371146999999993</c:v>
                </c:pt>
                <c:pt idx="6782">
                  <c:v>84.458343999999997</c:v>
                </c:pt>
                <c:pt idx="6783">
                  <c:v>84.546249000000003</c:v>
                </c:pt>
                <c:pt idx="6784">
                  <c:v>84.637276</c:v>
                </c:pt>
                <c:pt idx="6785">
                  <c:v>84.732467999999997</c:v>
                </c:pt>
                <c:pt idx="6786">
                  <c:v>84.829070999999999</c:v>
                </c:pt>
                <c:pt idx="6787">
                  <c:v>84.920471000000006</c:v>
                </c:pt>
                <c:pt idx="6788">
                  <c:v>85.010406000000003</c:v>
                </c:pt>
                <c:pt idx="6789">
                  <c:v>85.102890000000002</c:v>
                </c:pt>
                <c:pt idx="6790">
                  <c:v>85.202804999999998</c:v>
                </c:pt>
                <c:pt idx="6791">
                  <c:v>85.307654999999997</c:v>
                </c:pt>
                <c:pt idx="6792">
                  <c:v>85.419075000000007</c:v>
                </c:pt>
                <c:pt idx="6793">
                  <c:v>85.538123999999996</c:v>
                </c:pt>
                <c:pt idx="6794">
                  <c:v>85.667655999999994</c:v>
                </c:pt>
                <c:pt idx="6795">
                  <c:v>85.800949000000003</c:v>
                </c:pt>
                <c:pt idx="6796">
                  <c:v>85.933586000000005</c:v>
                </c:pt>
                <c:pt idx="6797">
                  <c:v>86.062714</c:v>
                </c:pt>
                <c:pt idx="6798">
                  <c:v>86.191299000000001</c:v>
                </c:pt>
                <c:pt idx="6799">
                  <c:v>86.320839000000007</c:v>
                </c:pt>
                <c:pt idx="6800">
                  <c:v>86.453354000000004</c:v>
                </c:pt>
                <c:pt idx="6801">
                  <c:v>86.585464000000002</c:v>
                </c:pt>
                <c:pt idx="6802">
                  <c:v>86.716812000000004</c:v>
                </c:pt>
                <c:pt idx="6803">
                  <c:v>86.847144999999998</c:v>
                </c:pt>
                <c:pt idx="6804">
                  <c:v>86.973724000000004</c:v>
                </c:pt>
                <c:pt idx="6805">
                  <c:v>87.099884000000003</c:v>
                </c:pt>
                <c:pt idx="6806">
                  <c:v>87.225746000000001</c:v>
                </c:pt>
                <c:pt idx="6807">
                  <c:v>87.349365000000006</c:v>
                </c:pt>
                <c:pt idx="6808">
                  <c:v>87.472824000000003</c:v>
                </c:pt>
                <c:pt idx="6809">
                  <c:v>87.598656000000005</c:v>
                </c:pt>
                <c:pt idx="6810">
                  <c:v>87.728271000000007</c:v>
                </c:pt>
                <c:pt idx="6811">
                  <c:v>87.863997999999995</c:v>
                </c:pt>
                <c:pt idx="6812">
                  <c:v>88.004028000000005</c:v>
                </c:pt>
                <c:pt idx="6813">
                  <c:v>88.142853000000002</c:v>
                </c:pt>
                <c:pt idx="6814">
                  <c:v>88.280028999999999</c:v>
                </c:pt>
                <c:pt idx="6815">
                  <c:v>88.416770999999997</c:v>
                </c:pt>
                <c:pt idx="6816">
                  <c:v>88.55471</c:v>
                </c:pt>
                <c:pt idx="6817">
                  <c:v>88.692329000000001</c:v>
                </c:pt>
                <c:pt idx="6818">
                  <c:v>88.829414</c:v>
                </c:pt>
                <c:pt idx="6819">
                  <c:v>88.965439000000003</c:v>
                </c:pt>
                <c:pt idx="6820">
                  <c:v>89.099525</c:v>
                </c:pt>
                <c:pt idx="6821">
                  <c:v>89.230568000000005</c:v>
                </c:pt>
                <c:pt idx="6822">
                  <c:v>89.358542999999997</c:v>
                </c:pt>
                <c:pt idx="6823">
                  <c:v>89.485962000000001</c:v>
                </c:pt>
                <c:pt idx="6824">
                  <c:v>89.614654999999999</c:v>
                </c:pt>
                <c:pt idx="6825">
                  <c:v>89.743827999999993</c:v>
                </c:pt>
                <c:pt idx="6826">
                  <c:v>89.871216000000004</c:v>
                </c:pt>
                <c:pt idx="6827">
                  <c:v>89.994704999999996</c:v>
                </c:pt>
                <c:pt idx="6828">
                  <c:v>90.112060999999997</c:v>
                </c:pt>
                <c:pt idx="6829">
                  <c:v>90.227592000000001</c:v>
                </c:pt>
                <c:pt idx="6830">
                  <c:v>90.345511999999999</c:v>
                </c:pt>
                <c:pt idx="6831">
                  <c:v>90.466148000000004</c:v>
                </c:pt>
                <c:pt idx="6832">
                  <c:v>90.587456000000003</c:v>
                </c:pt>
                <c:pt idx="6833">
                  <c:v>90.707168999999993</c:v>
                </c:pt>
                <c:pt idx="6834">
                  <c:v>90.825951000000003</c:v>
                </c:pt>
                <c:pt idx="6835">
                  <c:v>90.945662999999996</c:v>
                </c:pt>
                <c:pt idx="6836">
                  <c:v>91.069427000000005</c:v>
                </c:pt>
                <c:pt idx="6837">
                  <c:v>91.198929000000007</c:v>
                </c:pt>
                <c:pt idx="6838">
                  <c:v>91.329566999999997</c:v>
                </c:pt>
                <c:pt idx="6839">
                  <c:v>91.45787</c:v>
                </c:pt>
                <c:pt idx="6840">
                  <c:v>91.584762999999995</c:v>
                </c:pt>
                <c:pt idx="6841">
                  <c:v>91.709427000000005</c:v>
                </c:pt>
                <c:pt idx="6842">
                  <c:v>91.827590999999998</c:v>
                </c:pt>
                <c:pt idx="6843">
                  <c:v>91.938346999999993</c:v>
                </c:pt>
                <c:pt idx="6844">
                  <c:v>92.045379999999994</c:v>
                </c:pt>
                <c:pt idx="6845">
                  <c:v>92.153267</c:v>
                </c:pt>
                <c:pt idx="6846">
                  <c:v>92.262801999999994</c:v>
                </c:pt>
                <c:pt idx="6847">
                  <c:v>92.373885999999999</c:v>
                </c:pt>
                <c:pt idx="6848">
                  <c:v>92.487601999999995</c:v>
                </c:pt>
                <c:pt idx="6849">
                  <c:v>92.605270000000004</c:v>
                </c:pt>
                <c:pt idx="6850">
                  <c:v>92.729050000000001</c:v>
                </c:pt>
                <c:pt idx="6851">
                  <c:v>92.854477000000003</c:v>
                </c:pt>
                <c:pt idx="6852">
                  <c:v>92.976806999999994</c:v>
                </c:pt>
                <c:pt idx="6853">
                  <c:v>93.095748999999998</c:v>
                </c:pt>
                <c:pt idx="6854">
                  <c:v>93.214080999999993</c:v>
                </c:pt>
                <c:pt idx="6855">
                  <c:v>93.330962999999997</c:v>
                </c:pt>
                <c:pt idx="6856">
                  <c:v>93.444557000000003</c:v>
                </c:pt>
                <c:pt idx="6857">
                  <c:v>93.553741000000002</c:v>
                </c:pt>
                <c:pt idx="6858">
                  <c:v>93.655579000000003</c:v>
                </c:pt>
                <c:pt idx="6859">
                  <c:v>93.748169000000004</c:v>
                </c:pt>
                <c:pt idx="6860">
                  <c:v>93.832687000000007</c:v>
                </c:pt>
                <c:pt idx="6861">
                  <c:v>93.909058000000002</c:v>
                </c:pt>
                <c:pt idx="6862">
                  <c:v>93.979316999999995</c:v>
                </c:pt>
                <c:pt idx="6863">
                  <c:v>94.050880000000006</c:v>
                </c:pt>
                <c:pt idx="6864">
                  <c:v>94.127243000000007</c:v>
                </c:pt>
                <c:pt idx="6865">
                  <c:v>94.206328999999997</c:v>
                </c:pt>
                <c:pt idx="6866">
                  <c:v>94.283683999999994</c:v>
                </c:pt>
                <c:pt idx="6867">
                  <c:v>94.357651000000004</c:v>
                </c:pt>
                <c:pt idx="6868">
                  <c:v>94.430710000000005</c:v>
                </c:pt>
                <c:pt idx="6869">
                  <c:v>94.505768000000003</c:v>
                </c:pt>
                <c:pt idx="6870">
                  <c:v>94.586746000000005</c:v>
                </c:pt>
                <c:pt idx="6871">
                  <c:v>94.675338999999994</c:v>
                </c:pt>
                <c:pt idx="6872">
                  <c:v>94.768883000000002</c:v>
                </c:pt>
                <c:pt idx="6873">
                  <c:v>94.861710000000002</c:v>
                </c:pt>
                <c:pt idx="6874">
                  <c:v>94.950515999999993</c:v>
                </c:pt>
                <c:pt idx="6875">
                  <c:v>95.032584999999997</c:v>
                </c:pt>
                <c:pt idx="6876">
                  <c:v>95.112358</c:v>
                </c:pt>
                <c:pt idx="6877">
                  <c:v>95.195273999999998</c:v>
                </c:pt>
                <c:pt idx="6878">
                  <c:v>95.285315999999995</c:v>
                </c:pt>
                <c:pt idx="6879">
                  <c:v>95.382606999999993</c:v>
                </c:pt>
                <c:pt idx="6880">
                  <c:v>95.485022999999998</c:v>
                </c:pt>
                <c:pt idx="6881">
                  <c:v>95.589211000000006</c:v>
                </c:pt>
                <c:pt idx="6882">
                  <c:v>95.693375000000003</c:v>
                </c:pt>
                <c:pt idx="6883">
                  <c:v>95.801727</c:v>
                </c:pt>
                <c:pt idx="6884">
                  <c:v>95.916152999999994</c:v>
                </c:pt>
                <c:pt idx="6885">
                  <c:v>96.035736</c:v>
                </c:pt>
                <c:pt idx="6886">
                  <c:v>96.154517999999996</c:v>
                </c:pt>
                <c:pt idx="6887">
                  <c:v>96.269737000000006</c:v>
                </c:pt>
                <c:pt idx="6888">
                  <c:v>96.380829000000006</c:v>
                </c:pt>
                <c:pt idx="6889">
                  <c:v>96.487021999999996</c:v>
                </c:pt>
                <c:pt idx="6890">
                  <c:v>96.590523000000005</c:v>
                </c:pt>
                <c:pt idx="6891">
                  <c:v>96.695853999999997</c:v>
                </c:pt>
                <c:pt idx="6892">
                  <c:v>96.802490000000006</c:v>
                </c:pt>
                <c:pt idx="6893">
                  <c:v>96.910217000000003</c:v>
                </c:pt>
                <c:pt idx="6894">
                  <c:v>97.021355</c:v>
                </c:pt>
                <c:pt idx="6895">
                  <c:v>97.136497000000006</c:v>
                </c:pt>
                <c:pt idx="6896">
                  <c:v>97.250152999999997</c:v>
                </c:pt>
                <c:pt idx="6897">
                  <c:v>97.350075000000004</c:v>
                </c:pt>
                <c:pt idx="6898">
                  <c:v>97.436035000000004</c:v>
                </c:pt>
                <c:pt idx="6899">
                  <c:v>97.509711999999993</c:v>
                </c:pt>
                <c:pt idx="6900">
                  <c:v>97.567757</c:v>
                </c:pt>
                <c:pt idx="6901">
                  <c:v>97.61824</c:v>
                </c:pt>
                <c:pt idx="6902">
                  <c:v>97.670921000000007</c:v>
                </c:pt>
                <c:pt idx="6903">
                  <c:v>97.697754000000003</c:v>
                </c:pt>
                <c:pt idx="6904">
                  <c:v>97.681099000000003</c:v>
                </c:pt>
                <c:pt idx="6905">
                  <c:v>97.648292999999995</c:v>
                </c:pt>
                <c:pt idx="6906">
                  <c:v>97.609420999999998</c:v>
                </c:pt>
                <c:pt idx="6907">
                  <c:v>97.573562999999993</c:v>
                </c:pt>
                <c:pt idx="6908">
                  <c:v>97.555519000000004</c:v>
                </c:pt>
                <c:pt idx="6909">
                  <c:v>97.542709000000002</c:v>
                </c:pt>
                <c:pt idx="6910">
                  <c:v>97.539146000000002</c:v>
                </c:pt>
                <c:pt idx="6911">
                  <c:v>97.539199999999994</c:v>
                </c:pt>
                <c:pt idx="6912">
                  <c:v>97.536507</c:v>
                </c:pt>
                <c:pt idx="6913">
                  <c:v>97.536163000000002</c:v>
                </c:pt>
                <c:pt idx="6914">
                  <c:v>97.537643000000003</c:v>
                </c:pt>
                <c:pt idx="6915">
                  <c:v>97.540062000000006</c:v>
                </c:pt>
                <c:pt idx="6916">
                  <c:v>97.545921000000007</c:v>
                </c:pt>
                <c:pt idx="6917">
                  <c:v>97.557640000000006</c:v>
                </c:pt>
                <c:pt idx="6918">
                  <c:v>97.572113000000002</c:v>
                </c:pt>
                <c:pt idx="6919">
                  <c:v>97.586044000000001</c:v>
                </c:pt>
                <c:pt idx="6920">
                  <c:v>97.599625000000003</c:v>
                </c:pt>
                <c:pt idx="6921">
                  <c:v>97.615493999999998</c:v>
                </c:pt>
                <c:pt idx="6922">
                  <c:v>97.63485</c:v>
                </c:pt>
                <c:pt idx="6923">
                  <c:v>97.655593999999994</c:v>
                </c:pt>
                <c:pt idx="6924">
                  <c:v>97.675133000000002</c:v>
                </c:pt>
                <c:pt idx="6925">
                  <c:v>97.692595999999995</c:v>
                </c:pt>
                <c:pt idx="6926">
                  <c:v>97.708572000000004</c:v>
                </c:pt>
                <c:pt idx="6927">
                  <c:v>97.722449999999995</c:v>
                </c:pt>
                <c:pt idx="6928">
                  <c:v>97.734191999999993</c:v>
                </c:pt>
                <c:pt idx="6929">
                  <c:v>97.748840000000001</c:v>
                </c:pt>
                <c:pt idx="6930">
                  <c:v>97.773612999999997</c:v>
                </c:pt>
                <c:pt idx="6931">
                  <c:v>97.82</c:v>
                </c:pt>
                <c:pt idx="6932">
                  <c:v>97.883414999999999</c:v>
                </c:pt>
                <c:pt idx="6933">
                  <c:v>97.952506999999997</c:v>
                </c:pt>
                <c:pt idx="6934">
                  <c:v>98.020645000000002</c:v>
                </c:pt>
                <c:pt idx="6935">
                  <c:v>98.088898</c:v>
                </c:pt>
                <c:pt idx="6936">
                  <c:v>98.156020999999996</c:v>
                </c:pt>
                <c:pt idx="6937">
                  <c:v>98.220848000000004</c:v>
                </c:pt>
                <c:pt idx="6938">
                  <c:v>98.285506999999996</c:v>
                </c:pt>
                <c:pt idx="6939">
                  <c:v>98.350784000000004</c:v>
                </c:pt>
                <c:pt idx="6940">
                  <c:v>98.417755</c:v>
                </c:pt>
                <c:pt idx="6941">
                  <c:v>98.485114999999993</c:v>
                </c:pt>
                <c:pt idx="6942">
                  <c:v>98.553757000000004</c:v>
                </c:pt>
                <c:pt idx="6943">
                  <c:v>98.624260000000007</c:v>
                </c:pt>
                <c:pt idx="6944">
                  <c:v>98.699378999999993</c:v>
                </c:pt>
                <c:pt idx="6945">
                  <c:v>98.774094000000005</c:v>
                </c:pt>
                <c:pt idx="6946">
                  <c:v>98.844489999999993</c:v>
                </c:pt>
                <c:pt idx="6947">
                  <c:v>98.909926999999996</c:v>
                </c:pt>
                <c:pt idx="6948">
                  <c:v>98.967895999999996</c:v>
                </c:pt>
                <c:pt idx="6949">
                  <c:v>99.019783000000004</c:v>
                </c:pt>
                <c:pt idx="6950">
                  <c:v>99.070098999999999</c:v>
                </c:pt>
                <c:pt idx="6951">
                  <c:v>99.124145999999996</c:v>
                </c:pt>
                <c:pt idx="6952">
                  <c:v>99.182075999999995</c:v>
                </c:pt>
                <c:pt idx="6953">
                  <c:v>99.24221</c:v>
                </c:pt>
                <c:pt idx="6954">
                  <c:v>99.302352999999997</c:v>
                </c:pt>
                <c:pt idx="6955">
                  <c:v>99.354018999999994</c:v>
                </c:pt>
                <c:pt idx="6956">
                  <c:v>99.392608999999993</c:v>
                </c:pt>
                <c:pt idx="6957">
                  <c:v>99.420792000000006</c:v>
                </c:pt>
                <c:pt idx="6958">
                  <c:v>99.439635999999993</c:v>
                </c:pt>
                <c:pt idx="6959">
                  <c:v>99.451110999999997</c:v>
                </c:pt>
                <c:pt idx="6960">
                  <c:v>99.458800999999994</c:v>
                </c:pt>
                <c:pt idx="6961">
                  <c:v>99.459525999999997</c:v>
                </c:pt>
                <c:pt idx="6962">
                  <c:v>99.453316000000001</c:v>
                </c:pt>
                <c:pt idx="6963">
                  <c:v>99.444716999999997</c:v>
                </c:pt>
                <c:pt idx="6964">
                  <c:v>99.438141000000002</c:v>
                </c:pt>
                <c:pt idx="6965">
                  <c:v>99.431533999999999</c:v>
                </c:pt>
                <c:pt idx="6966">
                  <c:v>99.424080000000004</c:v>
                </c:pt>
                <c:pt idx="6967">
                  <c:v>99.416550000000001</c:v>
                </c:pt>
                <c:pt idx="6968">
                  <c:v>99.409347999999994</c:v>
                </c:pt>
                <c:pt idx="6969">
                  <c:v>99.404601999999997</c:v>
                </c:pt>
                <c:pt idx="6970">
                  <c:v>99.400642000000005</c:v>
                </c:pt>
                <c:pt idx="6971">
                  <c:v>99.399872000000002</c:v>
                </c:pt>
                <c:pt idx="6972">
                  <c:v>99.407393999999996</c:v>
                </c:pt>
                <c:pt idx="6973">
                  <c:v>99.422996999999995</c:v>
                </c:pt>
                <c:pt idx="6974">
                  <c:v>99.444702000000007</c:v>
                </c:pt>
                <c:pt idx="6975">
                  <c:v>99.464600000000004</c:v>
                </c:pt>
                <c:pt idx="6976">
                  <c:v>99.476737999999997</c:v>
                </c:pt>
                <c:pt idx="6977">
                  <c:v>99.483520999999996</c:v>
                </c:pt>
                <c:pt idx="6978">
                  <c:v>99.490645999999998</c:v>
                </c:pt>
                <c:pt idx="6979">
                  <c:v>99.496651</c:v>
                </c:pt>
                <c:pt idx="6980">
                  <c:v>99.500854000000004</c:v>
                </c:pt>
                <c:pt idx="6981">
                  <c:v>99.505386000000001</c:v>
                </c:pt>
                <c:pt idx="6982">
                  <c:v>99.512398000000005</c:v>
                </c:pt>
                <c:pt idx="6983">
                  <c:v>99.522796999999997</c:v>
                </c:pt>
                <c:pt idx="6984">
                  <c:v>99.538177000000005</c:v>
                </c:pt>
                <c:pt idx="6985">
                  <c:v>99.559189000000003</c:v>
                </c:pt>
                <c:pt idx="6986">
                  <c:v>99.587119999999999</c:v>
                </c:pt>
                <c:pt idx="6987">
                  <c:v>99.624343999999994</c:v>
                </c:pt>
                <c:pt idx="6988">
                  <c:v>99.668059999999997</c:v>
                </c:pt>
                <c:pt idx="6989">
                  <c:v>99.714470000000006</c:v>
                </c:pt>
                <c:pt idx="6990">
                  <c:v>99.761336999999997</c:v>
                </c:pt>
                <c:pt idx="6991">
                  <c:v>99.806426999999999</c:v>
                </c:pt>
                <c:pt idx="6992">
                  <c:v>99.847610000000003</c:v>
                </c:pt>
                <c:pt idx="6993">
                  <c:v>99.887062</c:v>
                </c:pt>
                <c:pt idx="6994">
                  <c:v>99.927520999999999</c:v>
                </c:pt>
                <c:pt idx="6995">
                  <c:v>99.968376000000006</c:v>
                </c:pt>
                <c:pt idx="6996">
                  <c:v>100.00963</c:v>
                </c:pt>
                <c:pt idx="6997">
                  <c:v>100.05113</c:v>
                </c:pt>
                <c:pt idx="6998">
                  <c:v>100.08994</c:v>
                </c:pt>
                <c:pt idx="6999">
                  <c:v>100.12403</c:v>
                </c:pt>
                <c:pt idx="7000">
                  <c:v>100.15557</c:v>
                </c:pt>
                <c:pt idx="7001">
                  <c:v>100.18671000000001</c:v>
                </c:pt>
                <c:pt idx="7002">
                  <c:v>100.21774000000001</c:v>
                </c:pt>
                <c:pt idx="7003">
                  <c:v>100.25154999999999</c:v>
                </c:pt>
                <c:pt idx="7004">
                  <c:v>100.28928999999999</c:v>
                </c:pt>
                <c:pt idx="7005">
                  <c:v>100.32814999999999</c:v>
                </c:pt>
                <c:pt idx="7006">
                  <c:v>100.36563</c:v>
                </c:pt>
                <c:pt idx="7007">
                  <c:v>100.40358999999999</c:v>
                </c:pt>
                <c:pt idx="7008">
                  <c:v>100.4435</c:v>
                </c:pt>
                <c:pt idx="7009">
                  <c:v>100.48415</c:v>
                </c:pt>
                <c:pt idx="7010">
                  <c:v>100.52467</c:v>
                </c:pt>
                <c:pt idx="7011">
                  <c:v>100.56601999999999</c:v>
                </c:pt>
                <c:pt idx="7012">
                  <c:v>100.60915</c:v>
                </c:pt>
                <c:pt idx="7013">
                  <c:v>100.65132</c:v>
                </c:pt>
                <c:pt idx="7014">
                  <c:v>100.68874</c:v>
                </c:pt>
                <c:pt idx="7015">
                  <c:v>100.72344</c:v>
                </c:pt>
                <c:pt idx="7016">
                  <c:v>100.75664999999999</c:v>
                </c:pt>
                <c:pt idx="7017">
                  <c:v>100.78454000000001</c:v>
                </c:pt>
                <c:pt idx="7018">
                  <c:v>100.80262999999999</c:v>
                </c:pt>
                <c:pt idx="7019">
                  <c:v>100.81778</c:v>
                </c:pt>
                <c:pt idx="7020">
                  <c:v>100.84336999999999</c:v>
                </c:pt>
                <c:pt idx="7021">
                  <c:v>100.87833000000001</c:v>
                </c:pt>
                <c:pt idx="7022">
                  <c:v>100.92115</c:v>
                </c:pt>
                <c:pt idx="7023">
                  <c:v>100.96702000000001</c:v>
                </c:pt>
                <c:pt idx="7024">
                  <c:v>101.00926</c:v>
                </c:pt>
                <c:pt idx="7025">
                  <c:v>101.04799</c:v>
                </c:pt>
                <c:pt idx="7026">
                  <c:v>101.08431</c:v>
                </c:pt>
                <c:pt idx="7027">
                  <c:v>101.11815</c:v>
                </c:pt>
                <c:pt idx="7028">
                  <c:v>101.14899</c:v>
                </c:pt>
                <c:pt idx="7029">
                  <c:v>101.1773</c:v>
                </c:pt>
                <c:pt idx="7030">
                  <c:v>101.20455</c:v>
                </c:pt>
                <c:pt idx="7031">
                  <c:v>101.22968</c:v>
                </c:pt>
                <c:pt idx="7032">
                  <c:v>101.24872999999999</c:v>
                </c:pt>
                <c:pt idx="7033">
                  <c:v>101.26675</c:v>
                </c:pt>
                <c:pt idx="7034">
                  <c:v>101.29040999999999</c:v>
                </c:pt>
                <c:pt idx="7035">
                  <c:v>101.31910999999999</c:v>
                </c:pt>
                <c:pt idx="7036">
                  <c:v>101.34882</c:v>
                </c:pt>
                <c:pt idx="7037">
                  <c:v>101.37934</c:v>
                </c:pt>
                <c:pt idx="7038">
                  <c:v>101.41142000000001</c:v>
                </c:pt>
                <c:pt idx="7039">
                  <c:v>101.44267000000001</c:v>
                </c:pt>
                <c:pt idx="7040">
                  <c:v>101.47241</c:v>
                </c:pt>
                <c:pt idx="7041">
                  <c:v>101.50012</c:v>
                </c:pt>
                <c:pt idx="7042">
                  <c:v>101.5206</c:v>
                </c:pt>
                <c:pt idx="7043">
                  <c:v>101.53798999999999</c:v>
                </c:pt>
                <c:pt idx="7044">
                  <c:v>101.56055000000001</c:v>
                </c:pt>
                <c:pt idx="7045">
                  <c:v>101.58989</c:v>
                </c:pt>
                <c:pt idx="7046">
                  <c:v>101.61919</c:v>
                </c:pt>
                <c:pt idx="7047">
                  <c:v>101.63679999999999</c:v>
                </c:pt>
                <c:pt idx="7048">
                  <c:v>101.64636</c:v>
                </c:pt>
                <c:pt idx="7049">
                  <c:v>101.65251000000001</c:v>
                </c:pt>
                <c:pt idx="7050">
                  <c:v>101.65680999999999</c:v>
                </c:pt>
                <c:pt idx="7051">
                  <c:v>101.66001</c:v>
                </c:pt>
                <c:pt idx="7052">
                  <c:v>101.66365</c:v>
                </c:pt>
                <c:pt idx="7053">
                  <c:v>101.66797</c:v>
                </c:pt>
                <c:pt idx="7054">
                  <c:v>101.67332</c:v>
                </c:pt>
                <c:pt idx="7055">
                  <c:v>101.68271</c:v>
                </c:pt>
                <c:pt idx="7056">
                  <c:v>101.69749</c:v>
                </c:pt>
                <c:pt idx="7057">
                  <c:v>101.72158</c:v>
                </c:pt>
                <c:pt idx="7058">
                  <c:v>101.7567</c:v>
                </c:pt>
                <c:pt idx="7059">
                  <c:v>101.79678</c:v>
                </c:pt>
                <c:pt idx="7060">
                  <c:v>101.83282</c:v>
                </c:pt>
                <c:pt idx="7061">
                  <c:v>101.85923</c:v>
                </c:pt>
                <c:pt idx="7062">
                  <c:v>101.87459</c:v>
                </c:pt>
                <c:pt idx="7063">
                  <c:v>101.88084000000001</c:v>
                </c:pt>
                <c:pt idx="7064">
                  <c:v>101.88119</c:v>
                </c:pt>
                <c:pt idx="7065">
                  <c:v>101.8819</c:v>
                </c:pt>
                <c:pt idx="7066">
                  <c:v>101.88486</c:v>
                </c:pt>
                <c:pt idx="7067">
                  <c:v>101.88982</c:v>
                </c:pt>
                <c:pt idx="7068">
                  <c:v>101.89961</c:v>
                </c:pt>
                <c:pt idx="7069">
                  <c:v>101.91343000000001</c:v>
                </c:pt>
                <c:pt idx="7070">
                  <c:v>101.92822</c:v>
                </c:pt>
                <c:pt idx="7071">
                  <c:v>101.94295</c:v>
                </c:pt>
                <c:pt idx="7072">
                  <c:v>101.95554</c:v>
                </c:pt>
                <c:pt idx="7073">
                  <c:v>101.97279</c:v>
                </c:pt>
                <c:pt idx="7074">
                  <c:v>101.99558</c:v>
                </c:pt>
                <c:pt idx="7075">
                  <c:v>102.01958999999999</c:v>
                </c:pt>
                <c:pt idx="7076">
                  <c:v>102.04396</c:v>
                </c:pt>
                <c:pt idx="7077">
                  <c:v>102.07159</c:v>
                </c:pt>
                <c:pt idx="7078">
                  <c:v>102.10553</c:v>
                </c:pt>
                <c:pt idx="7079">
                  <c:v>102.14265</c:v>
                </c:pt>
                <c:pt idx="7080">
                  <c:v>102.17751</c:v>
                </c:pt>
                <c:pt idx="7081">
                  <c:v>102.21114</c:v>
                </c:pt>
                <c:pt idx="7082">
                  <c:v>102.24769999999999</c:v>
                </c:pt>
                <c:pt idx="7083">
                  <c:v>102.28778</c:v>
                </c:pt>
                <c:pt idx="7084">
                  <c:v>102.3287</c:v>
                </c:pt>
                <c:pt idx="7085">
                  <c:v>102.36921</c:v>
                </c:pt>
                <c:pt idx="7086">
                  <c:v>102.40828999999999</c:v>
                </c:pt>
                <c:pt idx="7087">
                  <c:v>102.44678</c:v>
                </c:pt>
                <c:pt idx="7088">
                  <c:v>102.48739999999999</c:v>
                </c:pt>
                <c:pt idx="7089">
                  <c:v>102.53104</c:v>
                </c:pt>
                <c:pt idx="7090">
                  <c:v>102.57861</c:v>
                </c:pt>
                <c:pt idx="7091">
                  <c:v>102.62163</c:v>
                </c:pt>
                <c:pt idx="7092">
                  <c:v>102.66149</c:v>
                </c:pt>
                <c:pt idx="7093">
                  <c:v>102.69929999999999</c:v>
                </c:pt>
                <c:pt idx="7094">
                  <c:v>102.72736</c:v>
                </c:pt>
                <c:pt idx="7095">
                  <c:v>102.74984000000001</c:v>
                </c:pt>
                <c:pt idx="7096">
                  <c:v>102.7692</c:v>
                </c:pt>
                <c:pt idx="7097">
                  <c:v>102.78621</c:v>
                </c:pt>
                <c:pt idx="7098">
                  <c:v>102.80953</c:v>
                </c:pt>
                <c:pt idx="7099">
                  <c:v>102.84106</c:v>
                </c:pt>
                <c:pt idx="7100">
                  <c:v>102.87600999999999</c:v>
                </c:pt>
                <c:pt idx="7101">
                  <c:v>102.90906</c:v>
                </c:pt>
                <c:pt idx="7102">
                  <c:v>102.93777</c:v>
                </c:pt>
                <c:pt idx="7103">
                  <c:v>102.96951</c:v>
                </c:pt>
                <c:pt idx="7104">
                  <c:v>103.00336</c:v>
                </c:pt>
                <c:pt idx="7105">
                  <c:v>103.03802</c:v>
                </c:pt>
                <c:pt idx="7106">
                  <c:v>103.06747</c:v>
                </c:pt>
                <c:pt idx="7107">
                  <c:v>103.08663</c:v>
                </c:pt>
                <c:pt idx="7108">
                  <c:v>103.09408999999999</c:v>
                </c:pt>
                <c:pt idx="7109">
                  <c:v>103.08994</c:v>
                </c:pt>
                <c:pt idx="7110">
                  <c:v>103.07827</c:v>
                </c:pt>
                <c:pt idx="7111">
                  <c:v>103.06529</c:v>
                </c:pt>
                <c:pt idx="7112">
                  <c:v>103.05557</c:v>
                </c:pt>
                <c:pt idx="7113">
                  <c:v>103.04868999999999</c:v>
                </c:pt>
                <c:pt idx="7114">
                  <c:v>103.04859</c:v>
                </c:pt>
                <c:pt idx="7115">
                  <c:v>103.05253999999999</c:v>
                </c:pt>
                <c:pt idx="7116">
                  <c:v>103.06081</c:v>
                </c:pt>
                <c:pt idx="7117">
                  <c:v>103.07607</c:v>
                </c:pt>
                <c:pt idx="7118">
                  <c:v>103.0996</c:v>
                </c:pt>
                <c:pt idx="7119">
                  <c:v>103.12981000000001</c:v>
                </c:pt>
                <c:pt idx="7120">
                  <c:v>103.16355</c:v>
                </c:pt>
                <c:pt idx="7121">
                  <c:v>103.19695</c:v>
                </c:pt>
                <c:pt idx="7122">
                  <c:v>103.22881</c:v>
                </c:pt>
                <c:pt idx="7123">
                  <c:v>103.26027999999999</c:v>
                </c:pt>
                <c:pt idx="7124">
                  <c:v>103.29127</c:v>
                </c:pt>
                <c:pt idx="7125">
                  <c:v>103.31975</c:v>
                </c:pt>
                <c:pt idx="7126">
                  <c:v>103.34702</c:v>
                </c:pt>
                <c:pt idx="7127">
                  <c:v>103.37408000000001</c:v>
                </c:pt>
                <c:pt idx="7128">
                  <c:v>103.40102</c:v>
                </c:pt>
                <c:pt idx="7129">
                  <c:v>103.42646999999999</c:v>
                </c:pt>
                <c:pt idx="7130">
                  <c:v>103.44517</c:v>
                </c:pt>
                <c:pt idx="7131">
                  <c:v>103.45992</c:v>
                </c:pt>
                <c:pt idx="7132">
                  <c:v>103.47607000000001</c:v>
                </c:pt>
                <c:pt idx="7133">
                  <c:v>103.49384999999999</c:v>
                </c:pt>
                <c:pt idx="7134">
                  <c:v>103.51376</c:v>
                </c:pt>
                <c:pt idx="7135">
                  <c:v>103.53360000000001</c:v>
                </c:pt>
                <c:pt idx="7136">
                  <c:v>103.5536</c:v>
                </c:pt>
                <c:pt idx="7137">
                  <c:v>103.57178</c:v>
                </c:pt>
                <c:pt idx="7138">
                  <c:v>103.58501</c:v>
                </c:pt>
                <c:pt idx="7139">
                  <c:v>103.59402</c:v>
                </c:pt>
                <c:pt idx="7140">
                  <c:v>103.60336</c:v>
                </c:pt>
                <c:pt idx="7141">
                  <c:v>103.6172</c:v>
                </c:pt>
                <c:pt idx="7142">
                  <c:v>103.63694</c:v>
                </c:pt>
                <c:pt idx="7143">
                  <c:v>103.65922</c:v>
                </c:pt>
                <c:pt idx="7144">
                  <c:v>103.68356</c:v>
                </c:pt>
                <c:pt idx="7145">
                  <c:v>103.71283</c:v>
                </c:pt>
                <c:pt idx="7146">
                  <c:v>103.74203</c:v>
                </c:pt>
                <c:pt idx="7147">
                  <c:v>103.76908</c:v>
                </c:pt>
                <c:pt idx="7148">
                  <c:v>103.79912</c:v>
                </c:pt>
                <c:pt idx="7149">
                  <c:v>103.83434</c:v>
                </c:pt>
                <c:pt idx="7150">
                  <c:v>103.8732</c:v>
                </c:pt>
                <c:pt idx="7151">
                  <c:v>103.91742000000001</c:v>
                </c:pt>
                <c:pt idx="7152">
                  <c:v>103.96674</c:v>
                </c:pt>
                <c:pt idx="7153">
                  <c:v>104.01657</c:v>
                </c:pt>
                <c:pt idx="7154">
                  <c:v>104.06598</c:v>
                </c:pt>
                <c:pt idx="7155">
                  <c:v>104.12182</c:v>
                </c:pt>
                <c:pt idx="7156">
                  <c:v>104.17937000000001</c:v>
                </c:pt>
                <c:pt idx="7157">
                  <c:v>104.23351</c:v>
                </c:pt>
                <c:pt idx="7158">
                  <c:v>104.28503000000001</c:v>
                </c:pt>
                <c:pt idx="7159">
                  <c:v>104.33795000000001</c:v>
                </c:pt>
                <c:pt idx="7160">
                  <c:v>104.39426</c:v>
                </c:pt>
                <c:pt idx="7161">
                  <c:v>104.45310000000001</c:v>
                </c:pt>
                <c:pt idx="7162">
                  <c:v>104.51366</c:v>
                </c:pt>
                <c:pt idx="7163">
                  <c:v>104.57366</c:v>
                </c:pt>
                <c:pt idx="7164">
                  <c:v>104.62728</c:v>
                </c:pt>
                <c:pt idx="7165">
                  <c:v>104.67538</c:v>
                </c:pt>
                <c:pt idx="7166">
                  <c:v>104.7259</c:v>
                </c:pt>
                <c:pt idx="7167">
                  <c:v>104.78467999999999</c:v>
                </c:pt>
                <c:pt idx="7168">
                  <c:v>104.84690000000001</c:v>
                </c:pt>
                <c:pt idx="7169">
                  <c:v>104.90685999999999</c:v>
                </c:pt>
                <c:pt idx="7170">
                  <c:v>104.96195</c:v>
                </c:pt>
                <c:pt idx="7171">
                  <c:v>105.00691999999999</c:v>
                </c:pt>
                <c:pt idx="7172">
                  <c:v>105.04724</c:v>
                </c:pt>
                <c:pt idx="7173">
                  <c:v>105.08625000000001</c:v>
                </c:pt>
                <c:pt idx="7174">
                  <c:v>105.12253</c:v>
                </c:pt>
                <c:pt idx="7175">
                  <c:v>105.1545</c:v>
                </c:pt>
                <c:pt idx="7176">
                  <c:v>105.18443000000001</c:v>
                </c:pt>
                <c:pt idx="7177">
                  <c:v>105.21369</c:v>
                </c:pt>
                <c:pt idx="7178">
                  <c:v>105.24151999999999</c:v>
                </c:pt>
                <c:pt idx="7179">
                  <c:v>105.2662</c:v>
                </c:pt>
                <c:pt idx="7180">
                  <c:v>105.28815</c:v>
                </c:pt>
                <c:pt idx="7181">
                  <c:v>105.31077999999999</c:v>
                </c:pt>
                <c:pt idx="7182">
                  <c:v>105.33815</c:v>
                </c:pt>
                <c:pt idx="7183">
                  <c:v>105.37170999999999</c:v>
                </c:pt>
                <c:pt idx="7184">
                  <c:v>105.41154</c:v>
                </c:pt>
                <c:pt idx="7185">
                  <c:v>105.45558</c:v>
                </c:pt>
                <c:pt idx="7186">
                  <c:v>105.50299</c:v>
                </c:pt>
                <c:pt idx="7187">
                  <c:v>105.55119999999999</c:v>
                </c:pt>
                <c:pt idx="7188">
                  <c:v>105.59643</c:v>
                </c:pt>
                <c:pt idx="7189">
                  <c:v>105.64036</c:v>
                </c:pt>
                <c:pt idx="7190">
                  <c:v>105.68491</c:v>
                </c:pt>
                <c:pt idx="7191">
                  <c:v>105.73054999999999</c:v>
                </c:pt>
                <c:pt idx="7192">
                  <c:v>105.77779</c:v>
                </c:pt>
                <c:pt idx="7193">
                  <c:v>105.82642</c:v>
                </c:pt>
                <c:pt idx="7194">
                  <c:v>105.87508</c:v>
                </c:pt>
                <c:pt idx="7195">
                  <c:v>105.92542</c:v>
                </c:pt>
                <c:pt idx="7196">
                  <c:v>105.98156</c:v>
                </c:pt>
                <c:pt idx="7197">
                  <c:v>106.04152000000001</c:v>
                </c:pt>
                <c:pt idx="7198">
                  <c:v>106.10491</c:v>
                </c:pt>
                <c:pt idx="7199">
                  <c:v>106.17028000000001</c:v>
                </c:pt>
                <c:pt idx="7200">
                  <c:v>106.23694999999999</c:v>
                </c:pt>
                <c:pt idx="7201">
                  <c:v>106.30439</c:v>
                </c:pt>
                <c:pt idx="7202">
                  <c:v>106.37407</c:v>
                </c:pt>
                <c:pt idx="7203">
                  <c:v>106.44159999999999</c:v>
                </c:pt>
                <c:pt idx="7204">
                  <c:v>106.50367</c:v>
                </c:pt>
                <c:pt idx="7205">
                  <c:v>106.56325</c:v>
                </c:pt>
                <c:pt idx="7206">
                  <c:v>106.62426000000001</c:v>
                </c:pt>
                <c:pt idx="7207">
                  <c:v>106.68595999999999</c:v>
                </c:pt>
                <c:pt idx="7208">
                  <c:v>106.74736</c:v>
                </c:pt>
                <c:pt idx="7209">
                  <c:v>106.80897</c:v>
                </c:pt>
                <c:pt idx="7210">
                  <c:v>106.87050000000001</c:v>
                </c:pt>
                <c:pt idx="7211">
                  <c:v>106.93103000000001</c:v>
                </c:pt>
                <c:pt idx="7212">
                  <c:v>106.98685999999999</c:v>
                </c:pt>
                <c:pt idx="7213">
                  <c:v>107.03529</c:v>
                </c:pt>
                <c:pt idx="7214">
                  <c:v>107.07339</c:v>
                </c:pt>
                <c:pt idx="7215">
                  <c:v>107.1032</c:v>
                </c:pt>
                <c:pt idx="7216">
                  <c:v>107.12578999999999</c:v>
                </c:pt>
                <c:pt idx="7217">
                  <c:v>107.14628</c:v>
                </c:pt>
                <c:pt idx="7218">
                  <c:v>107.16856</c:v>
                </c:pt>
                <c:pt idx="7219">
                  <c:v>107.19147</c:v>
                </c:pt>
                <c:pt idx="7220">
                  <c:v>107.21210000000001</c:v>
                </c:pt>
                <c:pt idx="7221">
                  <c:v>107.22861</c:v>
                </c:pt>
                <c:pt idx="7222">
                  <c:v>107.23966</c:v>
                </c:pt>
                <c:pt idx="7223">
                  <c:v>107.24930999999999</c:v>
                </c:pt>
                <c:pt idx="7224">
                  <c:v>107.25996000000001</c:v>
                </c:pt>
                <c:pt idx="7225">
                  <c:v>107.27309</c:v>
                </c:pt>
                <c:pt idx="7226">
                  <c:v>107.28999</c:v>
                </c:pt>
                <c:pt idx="7227">
                  <c:v>107.31049</c:v>
                </c:pt>
                <c:pt idx="7228">
                  <c:v>107.33682</c:v>
                </c:pt>
                <c:pt idx="7229">
                  <c:v>107.36809</c:v>
                </c:pt>
                <c:pt idx="7230">
                  <c:v>107.3998</c:v>
                </c:pt>
                <c:pt idx="7231">
                  <c:v>107.43076000000001</c:v>
                </c:pt>
                <c:pt idx="7232">
                  <c:v>107.46066999999999</c:v>
                </c:pt>
                <c:pt idx="7233">
                  <c:v>107.48827</c:v>
                </c:pt>
                <c:pt idx="7234">
                  <c:v>107.51101</c:v>
                </c:pt>
                <c:pt idx="7235">
                  <c:v>107.5291</c:v>
                </c:pt>
                <c:pt idx="7236">
                  <c:v>107.54298</c:v>
                </c:pt>
                <c:pt idx="7237">
                  <c:v>107.5545</c:v>
                </c:pt>
                <c:pt idx="7238">
                  <c:v>107.56819</c:v>
                </c:pt>
                <c:pt idx="7239">
                  <c:v>107.587</c:v>
                </c:pt>
                <c:pt idx="7240">
                  <c:v>107.60847</c:v>
                </c:pt>
                <c:pt idx="7241">
                  <c:v>107.63132</c:v>
                </c:pt>
                <c:pt idx="7242">
                  <c:v>107.65469</c:v>
                </c:pt>
                <c:pt idx="7243">
                  <c:v>107.67574</c:v>
                </c:pt>
                <c:pt idx="7244">
                  <c:v>107.69206</c:v>
                </c:pt>
                <c:pt idx="7245">
                  <c:v>107.70329</c:v>
                </c:pt>
                <c:pt idx="7246">
                  <c:v>107.70901000000001</c:v>
                </c:pt>
                <c:pt idx="7247">
                  <c:v>107.70968000000001</c:v>
                </c:pt>
                <c:pt idx="7248">
                  <c:v>107.70766</c:v>
                </c:pt>
                <c:pt idx="7249">
                  <c:v>107.7045</c:v>
                </c:pt>
                <c:pt idx="7250">
                  <c:v>107.6978</c:v>
                </c:pt>
                <c:pt idx="7251">
                  <c:v>107.68850999999999</c:v>
                </c:pt>
                <c:pt idx="7252">
                  <c:v>107.68026</c:v>
                </c:pt>
                <c:pt idx="7253">
                  <c:v>107.67415</c:v>
                </c:pt>
                <c:pt idx="7254">
                  <c:v>107.66888</c:v>
                </c:pt>
                <c:pt idx="7255">
                  <c:v>107.66374999999999</c:v>
                </c:pt>
                <c:pt idx="7256">
                  <c:v>107.66019</c:v>
                </c:pt>
                <c:pt idx="7257">
                  <c:v>107.6581</c:v>
                </c:pt>
                <c:pt idx="7258">
                  <c:v>107.65559</c:v>
                </c:pt>
                <c:pt idx="7259">
                  <c:v>107.65367000000001</c:v>
                </c:pt>
                <c:pt idx="7260">
                  <c:v>107.65279</c:v>
                </c:pt>
                <c:pt idx="7261">
                  <c:v>107.64922</c:v>
                </c:pt>
                <c:pt idx="7262">
                  <c:v>107.64315000000001</c:v>
                </c:pt>
                <c:pt idx="7263">
                  <c:v>107.63489</c:v>
                </c:pt>
                <c:pt idx="7264">
                  <c:v>107.62309</c:v>
                </c:pt>
                <c:pt idx="7265">
                  <c:v>107.59076</c:v>
                </c:pt>
                <c:pt idx="7266">
                  <c:v>107.54488000000001</c:v>
                </c:pt>
                <c:pt idx="7267">
                  <c:v>107.49684999999999</c:v>
                </c:pt>
                <c:pt idx="7268">
                  <c:v>107.45335</c:v>
                </c:pt>
                <c:pt idx="7269">
                  <c:v>107.41618</c:v>
                </c:pt>
                <c:pt idx="7270">
                  <c:v>107.38381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95A-48CE-B4BE-D687D5F749D6}"/>
            </c:ext>
          </c:extLst>
        </c:ser>
        <c:ser>
          <c:idx val="6"/>
          <c:order val="6"/>
          <c:tx>
            <c:strRef>
              <c:f>'DL-Model'!$H$1</c:f>
              <c:strCache>
                <c:ptCount val="1"/>
                <c:pt idx="0">
                  <c:v>T_so_pred</c:v>
                </c:pt>
              </c:strCache>
            </c:strRef>
          </c:tx>
          <c:spPr>
            <a:ln w="19050" cap="rnd">
              <a:solidFill>
                <a:schemeClr val="accent3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'DL-Model'!$H$2:$H$7272</c:f>
              <c:numCache>
                <c:formatCode>General</c:formatCode>
                <c:ptCount val="7271"/>
                <c:pt idx="0">
                  <c:v>38.555785999999998</c:v>
                </c:pt>
                <c:pt idx="1">
                  <c:v>38.559113000000004</c:v>
                </c:pt>
                <c:pt idx="2">
                  <c:v>38.561366999999997</c:v>
                </c:pt>
                <c:pt idx="3">
                  <c:v>38.560077999999997</c:v>
                </c:pt>
                <c:pt idx="4">
                  <c:v>38.559738000000003</c:v>
                </c:pt>
                <c:pt idx="5">
                  <c:v>38.564399999999999</c:v>
                </c:pt>
                <c:pt idx="6">
                  <c:v>38.571224000000001</c:v>
                </c:pt>
                <c:pt idx="7">
                  <c:v>38.580219</c:v>
                </c:pt>
                <c:pt idx="8">
                  <c:v>38.590201999999998</c:v>
                </c:pt>
                <c:pt idx="9">
                  <c:v>38.597369999999998</c:v>
                </c:pt>
                <c:pt idx="10">
                  <c:v>38.602192000000002</c:v>
                </c:pt>
                <c:pt idx="11">
                  <c:v>38.607388</c:v>
                </c:pt>
                <c:pt idx="12">
                  <c:v>38.613067999999998</c:v>
                </c:pt>
                <c:pt idx="13">
                  <c:v>38.617584000000001</c:v>
                </c:pt>
                <c:pt idx="14">
                  <c:v>38.622337000000002</c:v>
                </c:pt>
                <c:pt idx="15">
                  <c:v>38.629111999999999</c:v>
                </c:pt>
                <c:pt idx="16">
                  <c:v>38.634425999999998</c:v>
                </c:pt>
                <c:pt idx="17">
                  <c:v>38.633915000000002</c:v>
                </c:pt>
                <c:pt idx="18">
                  <c:v>38.628402999999999</c:v>
                </c:pt>
                <c:pt idx="19">
                  <c:v>38.623333000000002</c:v>
                </c:pt>
                <c:pt idx="20">
                  <c:v>38.618465</c:v>
                </c:pt>
                <c:pt idx="21">
                  <c:v>38.611874</c:v>
                </c:pt>
                <c:pt idx="22">
                  <c:v>38.603625999999998</c:v>
                </c:pt>
                <c:pt idx="23">
                  <c:v>38.598190000000002</c:v>
                </c:pt>
                <c:pt idx="24">
                  <c:v>38.598202000000001</c:v>
                </c:pt>
                <c:pt idx="25">
                  <c:v>38.597645</c:v>
                </c:pt>
                <c:pt idx="26">
                  <c:v>38.595790999999998</c:v>
                </c:pt>
                <c:pt idx="27">
                  <c:v>38.593285000000002</c:v>
                </c:pt>
                <c:pt idx="28">
                  <c:v>38.591495999999999</c:v>
                </c:pt>
                <c:pt idx="29">
                  <c:v>38.589485000000003</c:v>
                </c:pt>
                <c:pt idx="30">
                  <c:v>38.587924999999998</c:v>
                </c:pt>
                <c:pt idx="31">
                  <c:v>38.587074000000001</c:v>
                </c:pt>
                <c:pt idx="32">
                  <c:v>38.586860999999999</c:v>
                </c:pt>
                <c:pt idx="33">
                  <c:v>38.588036000000002</c:v>
                </c:pt>
                <c:pt idx="34">
                  <c:v>38.592753999999999</c:v>
                </c:pt>
                <c:pt idx="35">
                  <c:v>38.601677000000002</c:v>
                </c:pt>
                <c:pt idx="36">
                  <c:v>38.613315999999998</c:v>
                </c:pt>
                <c:pt idx="37">
                  <c:v>38.620659000000003</c:v>
                </c:pt>
                <c:pt idx="38">
                  <c:v>38.622996999999998</c:v>
                </c:pt>
                <c:pt idx="39">
                  <c:v>38.627468</c:v>
                </c:pt>
                <c:pt idx="40">
                  <c:v>38.633789</c:v>
                </c:pt>
                <c:pt idx="41">
                  <c:v>38.641613</c:v>
                </c:pt>
                <c:pt idx="42">
                  <c:v>38.652779000000002</c:v>
                </c:pt>
                <c:pt idx="43">
                  <c:v>38.666054000000003</c:v>
                </c:pt>
                <c:pt idx="44">
                  <c:v>38.679085000000001</c:v>
                </c:pt>
                <c:pt idx="45">
                  <c:v>38.691574000000003</c:v>
                </c:pt>
                <c:pt idx="46">
                  <c:v>38.706898000000002</c:v>
                </c:pt>
                <c:pt idx="47">
                  <c:v>38.723571999999997</c:v>
                </c:pt>
                <c:pt idx="48">
                  <c:v>38.740036000000003</c:v>
                </c:pt>
                <c:pt idx="49">
                  <c:v>38.759948999999999</c:v>
                </c:pt>
                <c:pt idx="50">
                  <c:v>38.784511999999999</c:v>
                </c:pt>
                <c:pt idx="51">
                  <c:v>38.809337999999997</c:v>
                </c:pt>
                <c:pt idx="52">
                  <c:v>38.833880999999998</c:v>
                </c:pt>
                <c:pt idx="53">
                  <c:v>38.859977999999998</c:v>
                </c:pt>
                <c:pt idx="54">
                  <c:v>38.887276</c:v>
                </c:pt>
                <c:pt idx="55">
                  <c:v>38.916130000000003</c:v>
                </c:pt>
                <c:pt idx="56">
                  <c:v>38.944946000000002</c:v>
                </c:pt>
                <c:pt idx="57">
                  <c:v>38.971806000000001</c:v>
                </c:pt>
                <c:pt idx="58">
                  <c:v>38.996895000000002</c:v>
                </c:pt>
                <c:pt idx="59">
                  <c:v>39.020919999999997</c:v>
                </c:pt>
                <c:pt idx="60">
                  <c:v>39.043391999999997</c:v>
                </c:pt>
                <c:pt idx="61">
                  <c:v>39.065876000000003</c:v>
                </c:pt>
                <c:pt idx="62">
                  <c:v>39.087963000000002</c:v>
                </c:pt>
                <c:pt idx="63">
                  <c:v>39.109138000000002</c:v>
                </c:pt>
                <c:pt idx="64">
                  <c:v>39.129536000000002</c:v>
                </c:pt>
                <c:pt idx="65">
                  <c:v>39.149605000000001</c:v>
                </c:pt>
                <c:pt idx="66">
                  <c:v>39.170237999999998</c:v>
                </c:pt>
                <c:pt idx="67">
                  <c:v>39.191955999999998</c:v>
                </c:pt>
                <c:pt idx="68">
                  <c:v>39.216492000000002</c:v>
                </c:pt>
                <c:pt idx="69">
                  <c:v>39.243586999999998</c:v>
                </c:pt>
                <c:pt idx="70">
                  <c:v>39.271317000000003</c:v>
                </c:pt>
                <c:pt idx="71">
                  <c:v>39.299332</c:v>
                </c:pt>
                <c:pt idx="72">
                  <c:v>39.329300000000003</c:v>
                </c:pt>
                <c:pt idx="73">
                  <c:v>39.357998000000002</c:v>
                </c:pt>
                <c:pt idx="74">
                  <c:v>39.385567000000002</c:v>
                </c:pt>
                <c:pt idx="75">
                  <c:v>39.413936999999997</c:v>
                </c:pt>
                <c:pt idx="76">
                  <c:v>39.444035</c:v>
                </c:pt>
                <c:pt idx="77">
                  <c:v>39.473762999999998</c:v>
                </c:pt>
                <c:pt idx="78">
                  <c:v>39.499625999999999</c:v>
                </c:pt>
                <c:pt idx="79">
                  <c:v>39.521740000000001</c:v>
                </c:pt>
                <c:pt idx="80">
                  <c:v>39.542965000000002</c:v>
                </c:pt>
                <c:pt idx="81">
                  <c:v>39.565201000000002</c:v>
                </c:pt>
                <c:pt idx="82">
                  <c:v>39.590178999999999</c:v>
                </c:pt>
                <c:pt idx="83">
                  <c:v>39.616382999999999</c:v>
                </c:pt>
                <c:pt idx="84">
                  <c:v>39.642829999999996</c:v>
                </c:pt>
                <c:pt idx="85">
                  <c:v>39.669682000000002</c:v>
                </c:pt>
                <c:pt idx="86">
                  <c:v>39.697926000000002</c:v>
                </c:pt>
                <c:pt idx="87">
                  <c:v>39.729004000000003</c:v>
                </c:pt>
                <c:pt idx="88">
                  <c:v>39.763343999999996</c:v>
                </c:pt>
                <c:pt idx="89">
                  <c:v>39.799477000000003</c:v>
                </c:pt>
                <c:pt idx="90">
                  <c:v>39.833725000000001</c:v>
                </c:pt>
                <c:pt idx="91">
                  <c:v>39.865364</c:v>
                </c:pt>
                <c:pt idx="92">
                  <c:v>39.893935999999997</c:v>
                </c:pt>
                <c:pt idx="93">
                  <c:v>39.921534999999999</c:v>
                </c:pt>
                <c:pt idx="94">
                  <c:v>39.950057999999999</c:v>
                </c:pt>
                <c:pt idx="95">
                  <c:v>39.977454999999999</c:v>
                </c:pt>
                <c:pt idx="96">
                  <c:v>40.002110000000002</c:v>
                </c:pt>
                <c:pt idx="97">
                  <c:v>40.025536000000002</c:v>
                </c:pt>
                <c:pt idx="98">
                  <c:v>40.048411999999999</c:v>
                </c:pt>
                <c:pt idx="99">
                  <c:v>40.070388999999999</c:v>
                </c:pt>
                <c:pt idx="100">
                  <c:v>40.090488000000001</c:v>
                </c:pt>
                <c:pt idx="101">
                  <c:v>40.110672000000001</c:v>
                </c:pt>
                <c:pt idx="102">
                  <c:v>40.132683</c:v>
                </c:pt>
                <c:pt idx="103">
                  <c:v>40.156028999999997</c:v>
                </c:pt>
                <c:pt idx="104">
                  <c:v>40.178528</c:v>
                </c:pt>
                <c:pt idx="105">
                  <c:v>40.198340999999999</c:v>
                </c:pt>
                <c:pt idx="106">
                  <c:v>40.216099</c:v>
                </c:pt>
                <c:pt idx="107">
                  <c:v>40.235767000000003</c:v>
                </c:pt>
                <c:pt idx="108">
                  <c:v>40.256939000000003</c:v>
                </c:pt>
                <c:pt idx="109">
                  <c:v>40.279471999999998</c:v>
                </c:pt>
                <c:pt idx="110">
                  <c:v>40.303555000000003</c:v>
                </c:pt>
                <c:pt idx="111">
                  <c:v>40.32938</c:v>
                </c:pt>
                <c:pt idx="112">
                  <c:v>40.355407999999997</c:v>
                </c:pt>
                <c:pt idx="113">
                  <c:v>40.380054000000001</c:v>
                </c:pt>
                <c:pt idx="114">
                  <c:v>40.403258999999998</c:v>
                </c:pt>
                <c:pt idx="115">
                  <c:v>40.427162000000003</c:v>
                </c:pt>
                <c:pt idx="116">
                  <c:v>40.453429999999997</c:v>
                </c:pt>
                <c:pt idx="117">
                  <c:v>40.481430000000003</c:v>
                </c:pt>
                <c:pt idx="118">
                  <c:v>40.509430000000002</c:v>
                </c:pt>
                <c:pt idx="119">
                  <c:v>40.537272999999999</c:v>
                </c:pt>
                <c:pt idx="120">
                  <c:v>40.565829999999998</c:v>
                </c:pt>
                <c:pt idx="121">
                  <c:v>40.596618999999997</c:v>
                </c:pt>
                <c:pt idx="122">
                  <c:v>40.630329000000003</c:v>
                </c:pt>
                <c:pt idx="123">
                  <c:v>40.669215999999999</c:v>
                </c:pt>
                <c:pt idx="124">
                  <c:v>40.715023000000002</c:v>
                </c:pt>
                <c:pt idx="125">
                  <c:v>40.764484000000003</c:v>
                </c:pt>
                <c:pt idx="126">
                  <c:v>40.816299000000001</c:v>
                </c:pt>
                <c:pt idx="127">
                  <c:v>40.865181</c:v>
                </c:pt>
                <c:pt idx="128">
                  <c:v>40.907131</c:v>
                </c:pt>
                <c:pt idx="129">
                  <c:v>40.947201</c:v>
                </c:pt>
                <c:pt idx="130">
                  <c:v>40.988483000000002</c:v>
                </c:pt>
                <c:pt idx="131">
                  <c:v>41.031444999999998</c:v>
                </c:pt>
                <c:pt idx="132">
                  <c:v>41.072333999999998</c:v>
                </c:pt>
                <c:pt idx="133">
                  <c:v>41.111263000000001</c:v>
                </c:pt>
                <c:pt idx="134">
                  <c:v>41.157890000000002</c:v>
                </c:pt>
                <c:pt idx="135">
                  <c:v>41.213669000000003</c:v>
                </c:pt>
                <c:pt idx="136">
                  <c:v>41.271244000000003</c:v>
                </c:pt>
                <c:pt idx="137">
                  <c:v>41.327545000000001</c:v>
                </c:pt>
                <c:pt idx="138">
                  <c:v>41.382938000000003</c:v>
                </c:pt>
                <c:pt idx="139">
                  <c:v>41.438147999999998</c:v>
                </c:pt>
                <c:pt idx="140">
                  <c:v>41.492645000000003</c:v>
                </c:pt>
                <c:pt idx="141">
                  <c:v>41.546989000000004</c:v>
                </c:pt>
                <c:pt idx="142">
                  <c:v>41.602393999999997</c:v>
                </c:pt>
                <c:pt idx="143">
                  <c:v>41.658630000000002</c:v>
                </c:pt>
                <c:pt idx="144">
                  <c:v>41.714165000000001</c:v>
                </c:pt>
                <c:pt idx="145">
                  <c:v>41.76878</c:v>
                </c:pt>
                <c:pt idx="146">
                  <c:v>41.821944999999999</c:v>
                </c:pt>
                <c:pt idx="147">
                  <c:v>41.87265</c:v>
                </c:pt>
                <c:pt idx="148">
                  <c:v>41.922683999999997</c:v>
                </c:pt>
                <c:pt idx="149">
                  <c:v>41.974547999999999</c:v>
                </c:pt>
                <c:pt idx="150">
                  <c:v>42.023727000000001</c:v>
                </c:pt>
                <c:pt idx="151">
                  <c:v>42.069015999999998</c:v>
                </c:pt>
                <c:pt idx="152">
                  <c:v>42.116115999999998</c:v>
                </c:pt>
                <c:pt idx="153">
                  <c:v>42.165821000000001</c:v>
                </c:pt>
                <c:pt idx="154">
                  <c:v>42.218986999999998</c:v>
                </c:pt>
                <c:pt idx="155">
                  <c:v>42.270378000000001</c:v>
                </c:pt>
                <c:pt idx="156">
                  <c:v>42.315781000000001</c:v>
                </c:pt>
                <c:pt idx="157">
                  <c:v>42.354641000000001</c:v>
                </c:pt>
                <c:pt idx="158">
                  <c:v>42.389525999999996</c:v>
                </c:pt>
                <c:pt idx="159">
                  <c:v>42.419322999999999</c:v>
                </c:pt>
                <c:pt idx="160">
                  <c:v>42.447929000000002</c:v>
                </c:pt>
                <c:pt idx="161">
                  <c:v>42.476886999999998</c:v>
                </c:pt>
                <c:pt idx="162">
                  <c:v>42.504787</c:v>
                </c:pt>
                <c:pt idx="163">
                  <c:v>42.532561999999999</c:v>
                </c:pt>
                <c:pt idx="164">
                  <c:v>42.560516</c:v>
                </c:pt>
                <c:pt idx="165">
                  <c:v>42.588703000000002</c:v>
                </c:pt>
                <c:pt idx="166">
                  <c:v>42.617381999999999</c:v>
                </c:pt>
                <c:pt idx="167">
                  <c:v>42.646847000000001</c:v>
                </c:pt>
                <c:pt idx="168">
                  <c:v>42.678913000000001</c:v>
                </c:pt>
                <c:pt idx="169">
                  <c:v>42.713245000000001</c:v>
                </c:pt>
                <c:pt idx="170">
                  <c:v>42.745578999999999</c:v>
                </c:pt>
                <c:pt idx="171">
                  <c:v>42.774532000000001</c:v>
                </c:pt>
                <c:pt idx="172">
                  <c:v>42.802081999999999</c:v>
                </c:pt>
                <c:pt idx="173">
                  <c:v>42.829501999999998</c:v>
                </c:pt>
                <c:pt idx="174">
                  <c:v>42.856628000000001</c:v>
                </c:pt>
                <c:pt idx="175">
                  <c:v>42.883068000000002</c:v>
                </c:pt>
                <c:pt idx="176">
                  <c:v>42.909481</c:v>
                </c:pt>
                <c:pt idx="177">
                  <c:v>42.936104</c:v>
                </c:pt>
                <c:pt idx="178">
                  <c:v>42.963267999999999</c:v>
                </c:pt>
                <c:pt idx="179">
                  <c:v>42.990456000000002</c:v>
                </c:pt>
                <c:pt idx="180">
                  <c:v>43.017532000000003</c:v>
                </c:pt>
                <c:pt idx="181">
                  <c:v>43.044688999999998</c:v>
                </c:pt>
                <c:pt idx="182">
                  <c:v>43.071719999999999</c:v>
                </c:pt>
                <c:pt idx="183">
                  <c:v>43.100662</c:v>
                </c:pt>
                <c:pt idx="184">
                  <c:v>43.13044</c:v>
                </c:pt>
                <c:pt idx="185">
                  <c:v>43.156543999999997</c:v>
                </c:pt>
                <c:pt idx="186">
                  <c:v>43.180298000000001</c:v>
                </c:pt>
                <c:pt idx="187">
                  <c:v>43.204234999999997</c:v>
                </c:pt>
                <c:pt idx="188">
                  <c:v>43.229968999999997</c:v>
                </c:pt>
                <c:pt idx="189">
                  <c:v>43.257511000000001</c:v>
                </c:pt>
                <c:pt idx="190">
                  <c:v>43.288505999999998</c:v>
                </c:pt>
                <c:pt idx="191">
                  <c:v>43.320647999999998</c:v>
                </c:pt>
                <c:pt idx="192">
                  <c:v>43.350791999999998</c:v>
                </c:pt>
                <c:pt idx="193">
                  <c:v>43.379936000000001</c:v>
                </c:pt>
                <c:pt idx="194">
                  <c:v>43.411971999999999</c:v>
                </c:pt>
                <c:pt idx="195">
                  <c:v>43.449257000000003</c:v>
                </c:pt>
                <c:pt idx="196">
                  <c:v>43.490627000000003</c:v>
                </c:pt>
                <c:pt idx="197">
                  <c:v>43.539566000000001</c:v>
                </c:pt>
                <c:pt idx="198">
                  <c:v>43.600825999999998</c:v>
                </c:pt>
                <c:pt idx="199">
                  <c:v>43.664375</c:v>
                </c:pt>
                <c:pt idx="200">
                  <c:v>43.723331000000002</c:v>
                </c:pt>
                <c:pt idx="201">
                  <c:v>43.781162000000002</c:v>
                </c:pt>
                <c:pt idx="202">
                  <c:v>43.839599999999997</c:v>
                </c:pt>
                <c:pt idx="203">
                  <c:v>43.891807999999997</c:v>
                </c:pt>
                <c:pt idx="204">
                  <c:v>43.940956</c:v>
                </c:pt>
                <c:pt idx="205">
                  <c:v>43.990898000000001</c:v>
                </c:pt>
                <c:pt idx="206">
                  <c:v>44.042636999999999</c:v>
                </c:pt>
                <c:pt idx="207">
                  <c:v>44.094833000000001</c:v>
                </c:pt>
                <c:pt idx="208">
                  <c:v>44.147511000000002</c:v>
                </c:pt>
                <c:pt idx="209">
                  <c:v>44.199677000000001</c:v>
                </c:pt>
                <c:pt idx="210">
                  <c:v>44.251308000000002</c:v>
                </c:pt>
                <c:pt idx="211">
                  <c:v>44.302700000000002</c:v>
                </c:pt>
                <c:pt idx="212">
                  <c:v>44.355217000000003</c:v>
                </c:pt>
                <c:pt idx="213">
                  <c:v>44.409557</c:v>
                </c:pt>
                <c:pt idx="214">
                  <c:v>44.464886</c:v>
                </c:pt>
                <c:pt idx="215">
                  <c:v>44.519450999999997</c:v>
                </c:pt>
                <c:pt idx="216">
                  <c:v>44.573264999999999</c:v>
                </c:pt>
                <c:pt idx="217">
                  <c:v>44.628506000000002</c:v>
                </c:pt>
                <c:pt idx="218">
                  <c:v>44.680298000000001</c:v>
                </c:pt>
                <c:pt idx="219">
                  <c:v>44.726936000000002</c:v>
                </c:pt>
                <c:pt idx="220">
                  <c:v>44.768298999999999</c:v>
                </c:pt>
                <c:pt idx="221">
                  <c:v>44.807487000000002</c:v>
                </c:pt>
                <c:pt idx="222">
                  <c:v>44.838389999999997</c:v>
                </c:pt>
                <c:pt idx="223">
                  <c:v>44.861969000000002</c:v>
                </c:pt>
                <c:pt idx="224">
                  <c:v>44.884841999999999</c:v>
                </c:pt>
                <c:pt idx="225">
                  <c:v>44.910328</c:v>
                </c:pt>
                <c:pt idx="226">
                  <c:v>44.937485000000002</c:v>
                </c:pt>
                <c:pt idx="227">
                  <c:v>44.963225999999999</c:v>
                </c:pt>
                <c:pt idx="228">
                  <c:v>44.987648</c:v>
                </c:pt>
                <c:pt idx="229">
                  <c:v>45.012000999999998</c:v>
                </c:pt>
                <c:pt idx="230">
                  <c:v>45.036720000000003</c:v>
                </c:pt>
                <c:pt idx="231">
                  <c:v>45.061934999999998</c:v>
                </c:pt>
                <c:pt idx="232">
                  <c:v>45.088112000000002</c:v>
                </c:pt>
                <c:pt idx="233">
                  <c:v>45.112999000000002</c:v>
                </c:pt>
                <c:pt idx="234">
                  <c:v>45.136887000000002</c:v>
                </c:pt>
                <c:pt idx="235">
                  <c:v>45.162078999999999</c:v>
                </c:pt>
                <c:pt idx="236">
                  <c:v>45.189185999999999</c:v>
                </c:pt>
                <c:pt idx="237">
                  <c:v>45.217154999999998</c:v>
                </c:pt>
                <c:pt idx="238">
                  <c:v>45.243690000000001</c:v>
                </c:pt>
                <c:pt idx="239">
                  <c:v>45.268047000000003</c:v>
                </c:pt>
                <c:pt idx="240">
                  <c:v>45.292468999999997</c:v>
                </c:pt>
                <c:pt idx="241">
                  <c:v>45.316409999999998</c:v>
                </c:pt>
                <c:pt idx="242">
                  <c:v>45.338932</c:v>
                </c:pt>
                <c:pt idx="243">
                  <c:v>45.360821000000001</c:v>
                </c:pt>
                <c:pt idx="244">
                  <c:v>45.383727999999998</c:v>
                </c:pt>
                <c:pt idx="245">
                  <c:v>45.409691000000002</c:v>
                </c:pt>
                <c:pt idx="246">
                  <c:v>45.439174999999999</c:v>
                </c:pt>
                <c:pt idx="247">
                  <c:v>45.466675000000002</c:v>
                </c:pt>
                <c:pt idx="248">
                  <c:v>45.488360999999998</c:v>
                </c:pt>
                <c:pt idx="249">
                  <c:v>45.509563</c:v>
                </c:pt>
                <c:pt idx="250">
                  <c:v>45.535148999999997</c:v>
                </c:pt>
                <c:pt idx="251">
                  <c:v>45.563865999999997</c:v>
                </c:pt>
                <c:pt idx="252">
                  <c:v>45.591571999999999</c:v>
                </c:pt>
                <c:pt idx="253">
                  <c:v>45.617268000000003</c:v>
                </c:pt>
                <c:pt idx="254">
                  <c:v>45.642597000000002</c:v>
                </c:pt>
                <c:pt idx="255">
                  <c:v>45.667583</c:v>
                </c:pt>
                <c:pt idx="256">
                  <c:v>45.691947999999996</c:v>
                </c:pt>
                <c:pt idx="257">
                  <c:v>45.716175</c:v>
                </c:pt>
                <c:pt idx="258">
                  <c:v>45.741833</c:v>
                </c:pt>
                <c:pt idx="259">
                  <c:v>45.767375999999999</c:v>
                </c:pt>
                <c:pt idx="260">
                  <c:v>45.791575999999999</c:v>
                </c:pt>
                <c:pt idx="261">
                  <c:v>45.815052000000001</c:v>
                </c:pt>
                <c:pt idx="262">
                  <c:v>45.839458</c:v>
                </c:pt>
                <c:pt idx="263">
                  <c:v>45.864407</c:v>
                </c:pt>
                <c:pt idx="264">
                  <c:v>45.890189999999997</c:v>
                </c:pt>
                <c:pt idx="265">
                  <c:v>45.918514000000002</c:v>
                </c:pt>
                <c:pt idx="266">
                  <c:v>45.949444</c:v>
                </c:pt>
                <c:pt idx="267">
                  <c:v>45.981814999999997</c:v>
                </c:pt>
                <c:pt idx="268">
                  <c:v>46.013553999999999</c:v>
                </c:pt>
                <c:pt idx="269">
                  <c:v>46.045029</c:v>
                </c:pt>
                <c:pt idx="270">
                  <c:v>46.077488000000002</c:v>
                </c:pt>
                <c:pt idx="271">
                  <c:v>46.112651999999997</c:v>
                </c:pt>
                <c:pt idx="272">
                  <c:v>46.148910999999998</c:v>
                </c:pt>
                <c:pt idx="273">
                  <c:v>46.182048999999999</c:v>
                </c:pt>
                <c:pt idx="274">
                  <c:v>46.213839999999998</c:v>
                </c:pt>
                <c:pt idx="275">
                  <c:v>46.248440000000002</c:v>
                </c:pt>
                <c:pt idx="276">
                  <c:v>46.285812</c:v>
                </c:pt>
                <c:pt idx="277">
                  <c:v>46.323788</c:v>
                </c:pt>
                <c:pt idx="278">
                  <c:v>46.351802999999997</c:v>
                </c:pt>
                <c:pt idx="279">
                  <c:v>46.386355999999999</c:v>
                </c:pt>
                <c:pt idx="280">
                  <c:v>46.425404</c:v>
                </c:pt>
                <c:pt idx="281">
                  <c:v>46.462746000000003</c:v>
                </c:pt>
                <c:pt idx="282">
                  <c:v>46.500874000000003</c:v>
                </c:pt>
                <c:pt idx="283">
                  <c:v>46.544471999999999</c:v>
                </c:pt>
                <c:pt idx="284">
                  <c:v>46.590485000000001</c:v>
                </c:pt>
                <c:pt idx="285">
                  <c:v>46.636864000000003</c:v>
                </c:pt>
                <c:pt idx="286">
                  <c:v>46.684547000000002</c:v>
                </c:pt>
                <c:pt idx="287">
                  <c:v>46.736308999999999</c:v>
                </c:pt>
                <c:pt idx="288">
                  <c:v>46.790596000000001</c:v>
                </c:pt>
                <c:pt idx="289">
                  <c:v>46.838261000000003</c:v>
                </c:pt>
                <c:pt idx="290">
                  <c:v>46.880360000000003</c:v>
                </c:pt>
                <c:pt idx="291">
                  <c:v>46.922542999999997</c:v>
                </c:pt>
                <c:pt idx="292">
                  <c:v>46.969386999999998</c:v>
                </c:pt>
                <c:pt idx="293">
                  <c:v>47.018138999999998</c:v>
                </c:pt>
                <c:pt idx="294">
                  <c:v>47.061714000000002</c:v>
                </c:pt>
                <c:pt idx="295">
                  <c:v>47.097225000000002</c:v>
                </c:pt>
                <c:pt idx="296">
                  <c:v>47.126637000000002</c:v>
                </c:pt>
                <c:pt idx="297">
                  <c:v>47.151760000000003</c:v>
                </c:pt>
                <c:pt idx="298">
                  <c:v>47.173717000000003</c:v>
                </c:pt>
                <c:pt idx="299">
                  <c:v>47.185791000000002</c:v>
                </c:pt>
                <c:pt idx="300">
                  <c:v>47.190857000000001</c:v>
                </c:pt>
                <c:pt idx="301">
                  <c:v>47.197868</c:v>
                </c:pt>
                <c:pt idx="302">
                  <c:v>47.207129999999999</c:v>
                </c:pt>
                <c:pt idx="303">
                  <c:v>47.215763000000003</c:v>
                </c:pt>
                <c:pt idx="304">
                  <c:v>47.223742999999999</c:v>
                </c:pt>
                <c:pt idx="305">
                  <c:v>47.231392</c:v>
                </c:pt>
                <c:pt idx="306">
                  <c:v>47.240302999999997</c:v>
                </c:pt>
                <c:pt idx="307">
                  <c:v>47.249400999999999</c:v>
                </c:pt>
                <c:pt idx="308">
                  <c:v>47.257770999999998</c:v>
                </c:pt>
                <c:pt idx="309">
                  <c:v>47.264851</c:v>
                </c:pt>
                <c:pt idx="310">
                  <c:v>47.271019000000003</c:v>
                </c:pt>
                <c:pt idx="311">
                  <c:v>47.276961999999997</c:v>
                </c:pt>
                <c:pt idx="312">
                  <c:v>47.282077999999998</c:v>
                </c:pt>
                <c:pt idx="313">
                  <c:v>47.288657999999998</c:v>
                </c:pt>
                <c:pt idx="314">
                  <c:v>47.297131</c:v>
                </c:pt>
                <c:pt idx="315">
                  <c:v>47.304240999999998</c:v>
                </c:pt>
                <c:pt idx="316">
                  <c:v>47.310284000000003</c:v>
                </c:pt>
                <c:pt idx="317">
                  <c:v>47.316628000000001</c:v>
                </c:pt>
                <c:pt idx="318">
                  <c:v>47.322906000000003</c:v>
                </c:pt>
                <c:pt idx="319">
                  <c:v>47.327674999999999</c:v>
                </c:pt>
                <c:pt idx="320">
                  <c:v>47.331268000000001</c:v>
                </c:pt>
                <c:pt idx="321">
                  <c:v>47.335391999999999</c:v>
                </c:pt>
                <c:pt idx="322">
                  <c:v>47.339893000000004</c:v>
                </c:pt>
                <c:pt idx="323">
                  <c:v>47.344070000000002</c:v>
                </c:pt>
                <c:pt idx="324">
                  <c:v>47.345196000000001</c:v>
                </c:pt>
                <c:pt idx="325">
                  <c:v>47.345337000000001</c:v>
                </c:pt>
                <c:pt idx="326">
                  <c:v>47.347442999999998</c:v>
                </c:pt>
                <c:pt idx="327">
                  <c:v>47.351790999999999</c:v>
                </c:pt>
                <c:pt idx="328">
                  <c:v>47.354069000000003</c:v>
                </c:pt>
                <c:pt idx="329">
                  <c:v>47.351421000000002</c:v>
                </c:pt>
                <c:pt idx="330">
                  <c:v>47.345402</c:v>
                </c:pt>
                <c:pt idx="331">
                  <c:v>47.342238999999999</c:v>
                </c:pt>
                <c:pt idx="332">
                  <c:v>47.344372</c:v>
                </c:pt>
                <c:pt idx="333">
                  <c:v>47.349915000000003</c:v>
                </c:pt>
                <c:pt idx="334">
                  <c:v>47.358573999999997</c:v>
                </c:pt>
                <c:pt idx="335">
                  <c:v>47.367446999999999</c:v>
                </c:pt>
                <c:pt idx="336">
                  <c:v>47.374485</c:v>
                </c:pt>
                <c:pt idx="337">
                  <c:v>47.380394000000003</c:v>
                </c:pt>
                <c:pt idx="338">
                  <c:v>47.385962999999997</c:v>
                </c:pt>
                <c:pt idx="339">
                  <c:v>47.394401999999999</c:v>
                </c:pt>
                <c:pt idx="340">
                  <c:v>47.405071</c:v>
                </c:pt>
                <c:pt idx="341">
                  <c:v>47.417060999999997</c:v>
                </c:pt>
                <c:pt idx="342">
                  <c:v>47.429371000000003</c:v>
                </c:pt>
                <c:pt idx="343">
                  <c:v>47.440818999999998</c:v>
                </c:pt>
                <c:pt idx="344">
                  <c:v>47.451740000000001</c:v>
                </c:pt>
                <c:pt idx="345">
                  <c:v>47.464348000000001</c:v>
                </c:pt>
                <c:pt idx="346">
                  <c:v>47.479118</c:v>
                </c:pt>
                <c:pt idx="347">
                  <c:v>47.496273000000002</c:v>
                </c:pt>
                <c:pt idx="348">
                  <c:v>47.521262999999998</c:v>
                </c:pt>
                <c:pt idx="349">
                  <c:v>47.562939</c:v>
                </c:pt>
                <c:pt idx="350">
                  <c:v>47.616588999999998</c:v>
                </c:pt>
                <c:pt idx="351">
                  <c:v>47.665474000000003</c:v>
                </c:pt>
                <c:pt idx="352">
                  <c:v>47.712508999999997</c:v>
                </c:pt>
                <c:pt idx="353">
                  <c:v>47.760798999999999</c:v>
                </c:pt>
                <c:pt idx="354">
                  <c:v>47.804172999999999</c:v>
                </c:pt>
                <c:pt idx="355">
                  <c:v>47.841030000000003</c:v>
                </c:pt>
                <c:pt idx="356">
                  <c:v>47.872912999999997</c:v>
                </c:pt>
                <c:pt idx="357">
                  <c:v>47.897263000000002</c:v>
                </c:pt>
                <c:pt idx="358">
                  <c:v>47.919925999999997</c:v>
                </c:pt>
                <c:pt idx="359">
                  <c:v>47.938721000000001</c:v>
                </c:pt>
                <c:pt idx="360">
                  <c:v>47.959834999999998</c:v>
                </c:pt>
                <c:pt idx="361">
                  <c:v>47.988056</c:v>
                </c:pt>
                <c:pt idx="362">
                  <c:v>48.024433000000002</c:v>
                </c:pt>
                <c:pt idx="363">
                  <c:v>48.066825999999999</c:v>
                </c:pt>
                <c:pt idx="364">
                  <c:v>48.105949000000003</c:v>
                </c:pt>
                <c:pt idx="365">
                  <c:v>48.140602000000001</c:v>
                </c:pt>
                <c:pt idx="366">
                  <c:v>48.173119</c:v>
                </c:pt>
                <c:pt idx="367">
                  <c:v>48.210929999999998</c:v>
                </c:pt>
                <c:pt idx="368">
                  <c:v>48.259597999999997</c:v>
                </c:pt>
                <c:pt idx="369">
                  <c:v>48.312927000000002</c:v>
                </c:pt>
                <c:pt idx="370">
                  <c:v>48.364376</c:v>
                </c:pt>
                <c:pt idx="371">
                  <c:v>48.409697999999999</c:v>
                </c:pt>
                <c:pt idx="372">
                  <c:v>48.445900000000002</c:v>
                </c:pt>
                <c:pt idx="373">
                  <c:v>48.479202000000001</c:v>
                </c:pt>
                <c:pt idx="374">
                  <c:v>48.512981000000003</c:v>
                </c:pt>
                <c:pt idx="375">
                  <c:v>48.547184000000001</c:v>
                </c:pt>
                <c:pt idx="376">
                  <c:v>48.581336999999998</c:v>
                </c:pt>
                <c:pt idx="377">
                  <c:v>48.616844</c:v>
                </c:pt>
                <c:pt idx="378">
                  <c:v>48.655624000000003</c:v>
                </c:pt>
                <c:pt idx="379">
                  <c:v>48.701991999999997</c:v>
                </c:pt>
                <c:pt idx="380">
                  <c:v>48.752499</c:v>
                </c:pt>
                <c:pt idx="381">
                  <c:v>48.799534000000001</c:v>
                </c:pt>
                <c:pt idx="382">
                  <c:v>48.838389999999997</c:v>
                </c:pt>
                <c:pt idx="383">
                  <c:v>48.875103000000003</c:v>
                </c:pt>
                <c:pt idx="384">
                  <c:v>48.913531999999996</c:v>
                </c:pt>
                <c:pt idx="385">
                  <c:v>48.953445000000002</c:v>
                </c:pt>
                <c:pt idx="386">
                  <c:v>48.992488999999999</c:v>
                </c:pt>
                <c:pt idx="387">
                  <c:v>49.025032000000003</c:v>
                </c:pt>
                <c:pt idx="388">
                  <c:v>49.049258999999999</c:v>
                </c:pt>
                <c:pt idx="389">
                  <c:v>49.072681000000003</c:v>
                </c:pt>
                <c:pt idx="390">
                  <c:v>49.096432</c:v>
                </c:pt>
                <c:pt idx="391">
                  <c:v>49.120837999999999</c:v>
                </c:pt>
                <c:pt idx="392">
                  <c:v>49.141396</c:v>
                </c:pt>
                <c:pt idx="393">
                  <c:v>49.155845999999997</c:v>
                </c:pt>
                <c:pt idx="394">
                  <c:v>49.168315999999997</c:v>
                </c:pt>
                <c:pt idx="395">
                  <c:v>49.183509999999998</c:v>
                </c:pt>
                <c:pt idx="396">
                  <c:v>49.201805</c:v>
                </c:pt>
                <c:pt idx="397">
                  <c:v>49.229014999999997</c:v>
                </c:pt>
                <c:pt idx="398">
                  <c:v>49.263953999999998</c:v>
                </c:pt>
                <c:pt idx="399">
                  <c:v>49.294685000000001</c:v>
                </c:pt>
                <c:pt idx="400">
                  <c:v>49.318252999999999</c:v>
                </c:pt>
                <c:pt idx="401">
                  <c:v>49.333236999999997</c:v>
                </c:pt>
                <c:pt idx="402">
                  <c:v>49.344475000000003</c:v>
                </c:pt>
                <c:pt idx="403">
                  <c:v>49.357334000000002</c:v>
                </c:pt>
                <c:pt idx="404">
                  <c:v>49.370876000000003</c:v>
                </c:pt>
                <c:pt idx="405">
                  <c:v>49.382461999999997</c:v>
                </c:pt>
                <c:pt idx="406">
                  <c:v>49.392876000000001</c:v>
                </c:pt>
                <c:pt idx="407">
                  <c:v>49.403838999999998</c:v>
                </c:pt>
                <c:pt idx="408">
                  <c:v>49.41798</c:v>
                </c:pt>
                <c:pt idx="409">
                  <c:v>49.437145000000001</c:v>
                </c:pt>
                <c:pt idx="410">
                  <c:v>49.465088000000002</c:v>
                </c:pt>
                <c:pt idx="411">
                  <c:v>49.506110999999997</c:v>
                </c:pt>
                <c:pt idx="412">
                  <c:v>49.554057999999998</c:v>
                </c:pt>
                <c:pt idx="413">
                  <c:v>49.602488999999998</c:v>
                </c:pt>
                <c:pt idx="414">
                  <c:v>49.651333000000001</c:v>
                </c:pt>
                <c:pt idx="415">
                  <c:v>49.701374000000001</c:v>
                </c:pt>
                <c:pt idx="416">
                  <c:v>49.752735000000001</c:v>
                </c:pt>
                <c:pt idx="417">
                  <c:v>49.801380000000002</c:v>
                </c:pt>
                <c:pt idx="418">
                  <c:v>49.841652000000003</c:v>
                </c:pt>
                <c:pt idx="419">
                  <c:v>49.878436999999998</c:v>
                </c:pt>
                <c:pt idx="420">
                  <c:v>49.912849000000001</c:v>
                </c:pt>
                <c:pt idx="421">
                  <c:v>49.945754999999998</c:v>
                </c:pt>
                <c:pt idx="422">
                  <c:v>49.976128000000003</c:v>
                </c:pt>
                <c:pt idx="423">
                  <c:v>50.003684999999997</c:v>
                </c:pt>
                <c:pt idx="424">
                  <c:v>50.025257000000003</c:v>
                </c:pt>
                <c:pt idx="425">
                  <c:v>50.039112000000003</c:v>
                </c:pt>
                <c:pt idx="426">
                  <c:v>50.044823000000001</c:v>
                </c:pt>
                <c:pt idx="427">
                  <c:v>50.049396999999999</c:v>
                </c:pt>
                <c:pt idx="428">
                  <c:v>50.057544999999998</c:v>
                </c:pt>
                <c:pt idx="429">
                  <c:v>50.067931999999999</c:v>
                </c:pt>
                <c:pt idx="430">
                  <c:v>50.078609</c:v>
                </c:pt>
                <c:pt idx="431">
                  <c:v>50.086360999999997</c:v>
                </c:pt>
                <c:pt idx="432">
                  <c:v>50.092846000000002</c:v>
                </c:pt>
                <c:pt idx="433">
                  <c:v>50.100467999999999</c:v>
                </c:pt>
                <c:pt idx="434">
                  <c:v>50.109828999999998</c:v>
                </c:pt>
                <c:pt idx="435">
                  <c:v>50.119937999999998</c:v>
                </c:pt>
                <c:pt idx="436">
                  <c:v>50.131039000000001</c:v>
                </c:pt>
                <c:pt idx="437">
                  <c:v>50.144801999999999</c:v>
                </c:pt>
                <c:pt idx="438">
                  <c:v>50.158005000000003</c:v>
                </c:pt>
                <c:pt idx="439">
                  <c:v>50.166469999999997</c:v>
                </c:pt>
                <c:pt idx="440">
                  <c:v>50.171287999999997</c:v>
                </c:pt>
                <c:pt idx="441">
                  <c:v>50.176375999999998</c:v>
                </c:pt>
                <c:pt idx="442">
                  <c:v>50.182228000000002</c:v>
                </c:pt>
                <c:pt idx="443">
                  <c:v>50.191127999999999</c:v>
                </c:pt>
                <c:pt idx="444">
                  <c:v>50.203423000000001</c:v>
                </c:pt>
                <c:pt idx="445">
                  <c:v>50.218291999999998</c:v>
                </c:pt>
                <c:pt idx="446">
                  <c:v>50.233311</c:v>
                </c:pt>
                <c:pt idx="447">
                  <c:v>50.245742999999997</c:v>
                </c:pt>
                <c:pt idx="448">
                  <c:v>50.255080999999997</c:v>
                </c:pt>
                <c:pt idx="449">
                  <c:v>50.263415999999999</c:v>
                </c:pt>
                <c:pt idx="450">
                  <c:v>50.273392000000001</c:v>
                </c:pt>
                <c:pt idx="451">
                  <c:v>50.284466000000002</c:v>
                </c:pt>
                <c:pt idx="452">
                  <c:v>50.295979000000003</c:v>
                </c:pt>
                <c:pt idx="453">
                  <c:v>50.308822999999997</c:v>
                </c:pt>
                <c:pt idx="454">
                  <c:v>50.324497000000001</c:v>
                </c:pt>
                <c:pt idx="455">
                  <c:v>50.343884000000003</c:v>
                </c:pt>
                <c:pt idx="456">
                  <c:v>50.369605999999997</c:v>
                </c:pt>
                <c:pt idx="457">
                  <c:v>50.402138000000001</c:v>
                </c:pt>
                <c:pt idx="458">
                  <c:v>50.437911999999997</c:v>
                </c:pt>
                <c:pt idx="459">
                  <c:v>50.470374999999997</c:v>
                </c:pt>
                <c:pt idx="460">
                  <c:v>50.497143000000001</c:v>
                </c:pt>
                <c:pt idx="461">
                  <c:v>50.520221999999997</c:v>
                </c:pt>
                <c:pt idx="462">
                  <c:v>50.543464999999998</c:v>
                </c:pt>
                <c:pt idx="463">
                  <c:v>50.572063</c:v>
                </c:pt>
                <c:pt idx="464">
                  <c:v>50.611477000000001</c:v>
                </c:pt>
                <c:pt idx="465">
                  <c:v>50.658745000000003</c:v>
                </c:pt>
                <c:pt idx="466">
                  <c:v>50.705646999999999</c:v>
                </c:pt>
                <c:pt idx="467">
                  <c:v>50.751854000000002</c:v>
                </c:pt>
                <c:pt idx="468">
                  <c:v>50.792267000000002</c:v>
                </c:pt>
                <c:pt idx="469">
                  <c:v>50.829101999999999</c:v>
                </c:pt>
                <c:pt idx="470">
                  <c:v>50.866337000000001</c:v>
                </c:pt>
                <c:pt idx="471">
                  <c:v>50.903393000000001</c:v>
                </c:pt>
                <c:pt idx="472">
                  <c:v>50.938769999999998</c:v>
                </c:pt>
                <c:pt idx="473">
                  <c:v>50.968936999999997</c:v>
                </c:pt>
                <c:pt idx="474">
                  <c:v>50.990585000000003</c:v>
                </c:pt>
                <c:pt idx="475">
                  <c:v>50.999062000000002</c:v>
                </c:pt>
                <c:pt idx="476">
                  <c:v>51.000393000000003</c:v>
                </c:pt>
                <c:pt idx="477">
                  <c:v>51.006207000000003</c:v>
                </c:pt>
                <c:pt idx="478">
                  <c:v>51.013812999999999</c:v>
                </c:pt>
                <c:pt idx="479">
                  <c:v>51.021934999999999</c:v>
                </c:pt>
                <c:pt idx="480">
                  <c:v>51.030082999999998</c:v>
                </c:pt>
                <c:pt idx="481">
                  <c:v>51.038409999999999</c:v>
                </c:pt>
                <c:pt idx="482">
                  <c:v>51.047241</c:v>
                </c:pt>
                <c:pt idx="483">
                  <c:v>51.060547</c:v>
                </c:pt>
                <c:pt idx="484">
                  <c:v>51.078071999999999</c:v>
                </c:pt>
                <c:pt idx="485">
                  <c:v>51.10022</c:v>
                </c:pt>
                <c:pt idx="486">
                  <c:v>51.131886000000002</c:v>
                </c:pt>
                <c:pt idx="487">
                  <c:v>51.176108999999997</c:v>
                </c:pt>
                <c:pt idx="488">
                  <c:v>51.227097000000001</c:v>
                </c:pt>
                <c:pt idx="489">
                  <c:v>51.274253999999999</c:v>
                </c:pt>
                <c:pt idx="490">
                  <c:v>51.321258999999998</c:v>
                </c:pt>
                <c:pt idx="491">
                  <c:v>51.365940000000002</c:v>
                </c:pt>
                <c:pt idx="492">
                  <c:v>51.405067000000003</c:v>
                </c:pt>
                <c:pt idx="493">
                  <c:v>51.441260999999997</c:v>
                </c:pt>
                <c:pt idx="494">
                  <c:v>51.474144000000003</c:v>
                </c:pt>
                <c:pt idx="495">
                  <c:v>51.504646000000001</c:v>
                </c:pt>
                <c:pt idx="496">
                  <c:v>51.538196999999997</c:v>
                </c:pt>
                <c:pt idx="497">
                  <c:v>51.576931000000002</c:v>
                </c:pt>
                <c:pt idx="498">
                  <c:v>51.620708</c:v>
                </c:pt>
                <c:pt idx="499">
                  <c:v>51.664574000000002</c:v>
                </c:pt>
                <c:pt idx="500">
                  <c:v>51.707797999999997</c:v>
                </c:pt>
                <c:pt idx="501">
                  <c:v>51.753402999999999</c:v>
                </c:pt>
                <c:pt idx="502">
                  <c:v>51.801665999999997</c:v>
                </c:pt>
                <c:pt idx="503">
                  <c:v>51.847907999999997</c:v>
                </c:pt>
                <c:pt idx="504">
                  <c:v>51.886253000000004</c:v>
                </c:pt>
                <c:pt idx="505">
                  <c:v>51.918644</c:v>
                </c:pt>
                <c:pt idx="506">
                  <c:v>51.944687000000002</c:v>
                </c:pt>
                <c:pt idx="507">
                  <c:v>51.966594999999998</c:v>
                </c:pt>
                <c:pt idx="508">
                  <c:v>51.985802</c:v>
                </c:pt>
                <c:pt idx="509">
                  <c:v>51.998584999999999</c:v>
                </c:pt>
                <c:pt idx="510">
                  <c:v>52.004947999999999</c:v>
                </c:pt>
                <c:pt idx="511">
                  <c:v>52.006934999999999</c:v>
                </c:pt>
                <c:pt idx="512">
                  <c:v>52.005901000000001</c:v>
                </c:pt>
                <c:pt idx="513">
                  <c:v>52.007362000000001</c:v>
                </c:pt>
                <c:pt idx="514">
                  <c:v>52.010173999999999</c:v>
                </c:pt>
                <c:pt idx="515">
                  <c:v>52.018169</c:v>
                </c:pt>
                <c:pt idx="516">
                  <c:v>52.028449999999999</c:v>
                </c:pt>
                <c:pt idx="517">
                  <c:v>52.039082000000001</c:v>
                </c:pt>
                <c:pt idx="518">
                  <c:v>52.048282999999998</c:v>
                </c:pt>
                <c:pt idx="519">
                  <c:v>52.055706000000001</c:v>
                </c:pt>
                <c:pt idx="520">
                  <c:v>52.051589999999997</c:v>
                </c:pt>
                <c:pt idx="521">
                  <c:v>52.047485000000002</c:v>
                </c:pt>
                <c:pt idx="522">
                  <c:v>52.043700999999999</c:v>
                </c:pt>
                <c:pt idx="523">
                  <c:v>52.044936999999997</c:v>
                </c:pt>
                <c:pt idx="524">
                  <c:v>52.051647000000003</c:v>
                </c:pt>
                <c:pt idx="525">
                  <c:v>52.056519000000002</c:v>
                </c:pt>
                <c:pt idx="526">
                  <c:v>52.059406000000003</c:v>
                </c:pt>
                <c:pt idx="527">
                  <c:v>52.063679</c:v>
                </c:pt>
                <c:pt idx="528">
                  <c:v>52.070335</c:v>
                </c:pt>
                <c:pt idx="529">
                  <c:v>52.08522</c:v>
                </c:pt>
                <c:pt idx="530">
                  <c:v>52.102786999999999</c:v>
                </c:pt>
                <c:pt idx="531">
                  <c:v>52.117961999999999</c:v>
                </c:pt>
                <c:pt idx="532">
                  <c:v>52.131306000000002</c:v>
                </c:pt>
                <c:pt idx="533">
                  <c:v>52.143771999999998</c:v>
                </c:pt>
                <c:pt idx="534">
                  <c:v>52.155574999999999</c:v>
                </c:pt>
                <c:pt idx="535">
                  <c:v>52.168491000000003</c:v>
                </c:pt>
                <c:pt idx="536">
                  <c:v>52.183005999999999</c:v>
                </c:pt>
                <c:pt idx="537">
                  <c:v>52.197189000000002</c:v>
                </c:pt>
                <c:pt idx="538">
                  <c:v>52.209907999999999</c:v>
                </c:pt>
                <c:pt idx="539">
                  <c:v>52.220286999999999</c:v>
                </c:pt>
                <c:pt idx="540">
                  <c:v>52.226643000000003</c:v>
                </c:pt>
                <c:pt idx="541">
                  <c:v>52.229919000000002</c:v>
                </c:pt>
                <c:pt idx="542">
                  <c:v>52.232818999999999</c:v>
                </c:pt>
                <c:pt idx="543">
                  <c:v>52.237015</c:v>
                </c:pt>
                <c:pt idx="544">
                  <c:v>52.241607999999999</c:v>
                </c:pt>
                <c:pt idx="545">
                  <c:v>52.245227999999997</c:v>
                </c:pt>
                <c:pt idx="546">
                  <c:v>52.246535999999999</c:v>
                </c:pt>
                <c:pt idx="547">
                  <c:v>52.248207000000001</c:v>
                </c:pt>
                <c:pt idx="548">
                  <c:v>52.252231999999999</c:v>
                </c:pt>
                <c:pt idx="549">
                  <c:v>52.260162000000001</c:v>
                </c:pt>
                <c:pt idx="550">
                  <c:v>52.272883999999998</c:v>
                </c:pt>
                <c:pt idx="551">
                  <c:v>52.287342000000002</c:v>
                </c:pt>
                <c:pt idx="552">
                  <c:v>52.296287999999997</c:v>
                </c:pt>
                <c:pt idx="553">
                  <c:v>52.298499999999997</c:v>
                </c:pt>
                <c:pt idx="554">
                  <c:v>52.297004999999999</c:v>
                </c:pt>
                <c:pt idx="555">
                  <c:v>52.295422000000002</c:v>
                </c:pt>
                <c:pt idx="556">
                  <c:v>52.295994</c:v>
                </c:pt>
                <c:pt idx="557">
                  <c:v>52.296726</c:v>
                </c:pt>
                <c:pt idx="558">
                  <c:v>52.296013000000002</c:v>
                </c:pt>
                <c:pt idx="559">
                  <c:v>52.294159000000001</c:v>
                </c:pt>
                <c:pt idx="560">
                  <c:v>52.291564999999999</c:v>
                </c:pt>
                <c:pt idx="561">
                  <c:v>52.288547999999999</c:v>
                </c:pt>
                <c:pt idx="562">
                  <c:v>52.285465000000002</c:v>
                </c:pt>
                <c:pt idx="563">
                  <c:v>52.284419999999997</c:v>
                </c:pt>
                <c:pt idx="564">
                  <c:v>52.284984999999999</c:v>
                </c:pt>
                <c:pt idx="565">
                  <c:v>52.287064000000001</c:v>
                </c:pt>
                <c:pt idx="566">
                  <c:v>52.288283999999997</c:v>
                </c:pt>
                <c:pt idx="567">
                  <c:v>52.286727999999997</c:v>
                </c:pt>
                <c:pt idx="568">
                  <c:v>52.285347000000002</c:v>
                </c:pt>
                <c:pt idx="569">
                  <c:v>52.282981999999997</c:v>
                </c:pt>
                <c:pt idx="570">
                  <c:v>52.278666999999999</c:v>
                </c:pt>
                <c:pt idx="571">
                  <c:v>52.271853999999998</c:v>
                </c:pt>
                <c:pt idx="572">
                  <c:v>52.261620000000001</c:v>
                </c:pt>
                <c:pt idx="573">
                  <c:v>52.252769000000001</c:v>
                </c:pt>
                <c:pt idx="574">
                  <c:v>52.244450000000001</c:v>
                </c:pt>
                <c:pt idx="575">
                  <c:v>52.236496000000002</c:v>
                </c:pt>
                <c:pt idx="576">
                  <c:v>52.223869000000001</c:v>
                </c:pt>
                <c:pt idx="577">
                  <c:v>52.218960000000003</c:v>
                </c:pt>
                <c:pt idx="578">
                  <c:v>52.213951000000002</c:v>
                </c:pt>
                <c:pt idx="579">
                  <c:v>52.209212999999998</c:v>
                </c:pt>
                <c:pt idx="580">
                  <c:v>52.203941</c:v>
                </c:pt>
                <c:pt idx="581">
                  <c:v>52.201019000000002</c:v>
                </c:pt>
                <c:pt idx="582">
                  <c:v>52.199489999999997</c:v>
                </c:pt>
                <c:pt idx="583">
                  <c:v>52.197375999999998</c:v>
                </c:pt>
                <c:pt idx="584">
                  <c:v>52.195754999999998</c:v>
                </c:pt>
                <c:pt idx="585">
                  <c:v>52.194859000000001</c:v>
                </c:pt>
                <c:pt idx="586">
                  <c:v>52.195843000000004</c:v>
                </c:pt>
                <c:pt idx="587">
                  <c:v>52.196716000000002</c:v>
                </c:pt>
                <c:pt idx="588">
                  <c:v>52.195670999999997</c:v>
                </c:pt>
                <c:pt idx="589">
                  <c:v>52.193829000000001</c:v>
                </c:pt>
                <c:pt idx="590">
                  <c:v>52.192363999999998</c:v>
                </c:pt>
                <c:pt idx="591">
                  <c:v>52.192753000000003</c:v>
                </c:pt>
                <c:pt idx="592">
                  <c:v>52.198104999999998</c:v>
                </c:pt>
                <c:pt idx="593">
                  <c:v>52.208995999999999</c:v>
                </c:pt>
                <c:pt idx="594">
                  <c:v>52.216431</c:v>
                </c:pt>
                <c:pt idx="595">
                  <c:v>52.223441999999999</c:v>
                </c:pt>
                <c:pt idx="596">
                  <c:v>52.235523000000001</c:v>
                </c:pt>
                <c:pt idx="597">
                  <c:v>52.252251000000001</c:v>
                </c:pt>
                <c:pt idx="598">
                  <c:v>52.275168999999998</c:v>
                </c:pt>
                <c:pt idx="599">
                  <c:v>52.303992999999998</c:v>
                </c:pt>
                <c:pt idx="600">
                  <c:v>52.342486999999998</c:v>
                </c:pt>
                <c:pt idx="601">
                  <c:v>52.388596</c:v>
                </c:pt>
                <c:pt idx="602">
                  <c:v>52.435181</c:v>
                </c:pt>
                <c:pt idx="603">
                  <c:v>52.478382000000003</c:v>
                </c:pt>
                <c:pt idx="604">
                  <c:v>52.516319000000003</c:v>
                </c:pt>
                <c:pt idx="605">
                  <c:v>52.548203000000001</c:v>
                </c:pt>
                <c:pt idx="606">
                  <c:v>52.574066000000002</c:v>
                </c:pt>
                <c:pt idx="607">
                  <c:v>52.588825</c:v>
                </c:pt>
                <c:pt idx="608">
                  <c:v>52.595993</c:v>
                </c:pt>
                <c:pt idx="609">
                  <c:v>52.605103</c:v>
                </c:pt>
                <c:pt idx="610">
                  <c:v>52.622577999999997</c:v>
                </c:pt>
                <c:pt idx="611">
                  <c:v>52.646853999999998</c:v>
                </c:pt>
                <c:pt idx="612">
                  <c:v>52.670135000000002</c:v>
                </c:pt>
                <c:pt idx="613">
                  <c:v>52.696503</c:v>
                </c:pt>
                <c:pt idx="614">
                  <c:v>52.725883000000003</c:v>
                </c:pt>
                <c:pt idx="615">
                  <c:v>52.764071999999999</c:v>
                </c:pt>
                <c:pt idx="616">
                  <c:v>52.816035999999997</c:v>
                </c:pt>
                <c:pt idx="617">
                  <c:v>52.873894</c:v>
                </c:pt>
                <c:pt idx="618">
                  <c:v>52.933872000000001</c:v>
                </c:pt>
                <c:pt idx="619">
                  <c:v>52.993622000000002</c:v>
                </c:pt>
                <c:pt idx="620">
                  <c:v>53.052422</c:v>
                </c:pt>
                <c:pt idx="621">
                  <c:v>53.106400000000001</c:v>
                </c:pt>
                <c:pt idx="622">
                  <c:v>53.155158999999998</c:v>
                </c:pt>
                <c:pt idx="623">
                  <c:v>53.199078</c:v>
                </c:pt>
                <c:pt idx="624">
                  <c:v>53.242516000000002</c:v>
                </c:pt>
                <c:pt idx="625">
                  <c:v>53.281810999999998</c:v>
                </c:pt>
                <c:pt idx="626">
                  <c:v>53.316749999999999</c:v>
                </c:pt>
                <c:pt idx="627">
                  <c:v>53.347014999999999</c:v>
                </c:pt>
                <c:pt idx="628">
                  <c:v>53.376185999999997</c:v>
                </c:pt>
                <c:pt idx="629">
                  <c:v>53.406151000000001</c:v>
                </c:pt>
                <c:pt idx="630">
                  <c:v>53.440086000000001</c:v>
                </c:pt>
                <c:pt idx="631">
                  <c:v>53.474857</c:v>
                </c:pt>
                <c:pt idx="632">
                  <c:v>53.508460999999997</c:v>
                </c:pt>
                <c:pt idx="633">
                  <c:v>53.544795999999998</c:v>
                </c:pt>
                <c:pt idx="634">
                  <c:v>53.587105000000001</c:v>
                </c:pt>
                <c:pt idx="635">
                  <c:v>53.636105000000001</c:v>
                </c:pt>
                <c:pt idx="636">
                  <c:v>53.689906999999998</c:v>
                </c:pt>
                <c:pt idx="637">
                  <c:v>53.747169</c:v>
                </c:pt>
                <c:pt idx="638">
                  <c:v>53.806023000000003</c:v>
                </c:pt>
                <c:pt idx="639">
                  <c:v>53.862349999999999</c:v>
                </c:pt>
                <c:pt idx="640">
                  <c:v>53.914462999999998</c:v>
                </c:pt>
                <c:pt idx="641">
                  <c:v>53.964993</c:v>
                </c:pt>
                <c:pt idx="642">
                  <c:v>54.012886000000002</c:v>
                </c:pt>
                <c:pt idx="643">
                  <c:v>54.053871000000001</c:v>
                </c:pt>
                <c:pt idx="644">
                  <c:v>54.089821000000001</c:v>
                </c:pt>
                <c:pt idx="645">
                  <c:v>54.122154000000002</c:v>
                </c:pt>
                <c:pt idx="646">
                  <c:v>54.153759000000001</c:v>
                </c:pt>
                <c:pt idx="647">
                  <c:v>54.181725</c:v>
                </c:pt>
                <c:pt idx="648">
                  <c:v>54.205058999999999</c:v>
                </c:pt>
                <c:pt idx="649">
                  <c:v>54.228394000000002</c:v>
                </c:pt>
                <c:pt idx="650">
                  <c:v>54.250481000000001</c:v>
                </c:pt>
                <c:pt idx="651">
                  <c:v>54.271801000000004</c:v>
                </c:pt>
                <c:pt idx="652">
                  <c:v>54.297466</c:v>
                </c:pt>
                <c:pt idx="653">
                  <c:v>54.328411000000003</c:v>
                </c:pt>
                <c:pt idx="654">
                  <c:v>54.361946000000003</c:v>
                </c:pt>
                <c:pt idx="655">
                  <c:v>54.400433</c:v>
                </c:pt>
                <c:pt idx="656">
                  <c:v>54.44614</c:v>
                </c:pt>
                <c:pt idx="657">
                  <c:v>54.495983000000003</c:v>
                </c:pt>
                <c:pt idx="658">
                  <c:v>54.545265000000001</c:v>
                </c:pt>
                <c:pt idx="659">
                  <c:v>54.593811000000002</c:v>
                </c:pt>
                <c:pt idx="660">
                  <c:v>54.642569999999999</c:v>
                </c:pt>
                <c:pt idx="661">
                  <c:v>54.694454</c:v>
                </c:pt>
                <c:pt idx="662">
                  <c:v>54.749457999999997</c:v>
                </c:pt>
                <c:pt idx="663">
                  <c:v>54.800086999999998</c:v>
                </c:pt>
                <c:pt idx="664">
                  <c:v>54.843212000000001</c:v>
                </c:pt>
                <c:pt idx="665">
                  <c:v>54.879905999999998</c:v>
                </c:pt>
                <c:pt idx="666">
                  <c:v>54.915458999999998</c:v>
                </c:pt>
                <c:pt idx="667">
                  <c:v>54.955021000000002</c:v>
                </c:pt>
                <c:pt idx="668">
                  <c:v>55.000027000000003</c:v>
                </c:pt>
                <c:pt idx="669">
                  <c:v>55.046306999999999</c:v>
                </c:pt>
                <c:pt idx="670">
                  <c:v>55.09272</c:v>
                </c:pt>
                <c:pt idx="671">
                  <c:v>55.143456</c:v>
                </c:pt>
                <c:pt idx="672">
                  <c:v>55.198700000000002</c:v>
                </c:pt>
                <c:pt idx="673">
                  <c:v>55.256058000000003</c:v>
                </c:pt>
                <c:pt idx="674">
                  <c:v>55.310886000000004</c:v>
                </c:pt>
                <c:pt idx="675">
                  <c:v>55.365653999999999</c:v>
                </c:pt>
                <c:pt idx="676">
                  <c:v>55.422317999999997</c:v>
                </c:pt>
                <c:pt idx="677">
                  <c:v>55.477035999999998</c:v>
                </c:pt>
                <c:pt idx="678">
                  <c:v>55.525539000000002</c:v>
                </c:pt>
                <c:pt idx="679">
                  <c:v>55.565559</c:v>
                </c:pt>
                <c:pt idx="680">
                  <c:v>55.594318000000001</c:v>
                </c:pt>
                <c:pt idx="681">
                  <c:v>55.617171999999997</c:v>
                </c:pt>
                <c:pt idx="682">
                  <c:v>55.638534999999997</c:v>
                </c:pt>
                <c:pt idx="683">
                  <c:v>55.659419999999997</c:v>
                </c:pt>
                <c:pt idx="684">
                  <c:v>55.680328000000003</c:v>
                </c:pt>
                <c:pt idx="685">
                  <c:v>55.697792</c:v>
                </c:pt>
                <c:pt idx="686">
                  <c:v>55.710590000000003</c:v>
                </c:pt>
                <c:pt idx="687">
                  <c:v>55.720435999999999</c:v>
                </c:pt>
                <c:pt idx="688">
                  <c:v>55.730750999999998</c:v>
                </c:pt>
                <c:pt idx="689">
                  <c:v>55.742255999999998</c:v>
                </c:pt>
                <c:pt idx="690">
                  <c:v>55.754531999999998</c:v>
                </c:pt>
                <c:pt idx="691">
                  <c:v>55.763638</c:v>
                </c:pt>
                <c:pt idx="692">
                  <c:v>55.770279000000002</c:v>
                </c:pt>
                <c:pt idx="693">
                  <c:v>55.780895000000001</c:v>
                </c:pt>
                <c:pt idx="694">
                  <c:v>55.798713999999997</c:v>
                </c:pt>
                <c:pt idx="695">
                  <c:v>55.819648999999998</c:v>
                </c:pt>
                <c:pt idx="696">
                  <c:v>55.841351000000003</c:v>
                </c:pt>
                <c:pt idx="697">
                  <c:v>55.863914000000001</c:v>
                </c:pt>
                <c:pt idx="698">
                  <c:v>55.890864999999998</c:v>
                </c:pt>
                <c:pt idx="699">
                  <c:v>55.923499999999997</c:v>
                </c:pt>
                <c:pt idx="700">
                  <c:v>55.956389999999999</c:v>
                </c:pt>
                <c:pt idx="701">
                  <c:v>55.989201000000001</c:v>
                </c:pt>
                <c:pt idx="702">
                  <c:v>56.021895999999998</c:v>
                </c:pt>
                <c:pt idx="703">
                  <c:v>56.051246999999996</c:v>
                </c:pt>
                <c:pt idx="704">
                  <c:v>56.074309999999997</c:v>
                </c:pt>
                <c:pt idx="705">
                  <c:v>56.089419999999997</c:v>
                </c:pt>
                <c:pt idx="706">
                  <c:v>56.095618999999999</c:v>
                </c:pt>
                <c:pt idx="707">
                  <c:v>56.094154000000003</c:v>
                </c:pt>
                <c:pt idx="708">
                  <c:v>56.091202000000003</c:v>
                </c:pt>
                <c:pt idx="709">
                  <c:v>56.090546000000003</c:v>
                </c:pt>
                <c:pt idx="710">
                  <c:v>56.094971000000001</c:v>
                </c:pt>
                <c:pt idx="711">
                  <c:v>56.103031000000001</c:v>
                </c:pt>
                <c:pt idx="712">
                  <c:v>56.108497999999997</c:v>
                </c:pt>
                <c:pt idx="713">
                  <c:v>56.106887999999998</c:v>
                </c:pt>
                <c:pt idx="714">
                  <c:v>56.101664999999997</c:v>
                </c:pt>
                <c:pt idx="715">
                  <c:v>56.095978000000002</c:v>
                </c:pt>
                <c:pt idx="716">
                  <c:v>56.090107000000003</c:v>
                </c:pt>
                <c:pt idx="717">
                  <c:v>56.083720999999997</c:v>
                </c:pt>
                <c:pt idx="718">
                  <c:v>56.076866000000003</c:v>
                </c:pt>
                <c:pt idx="719">
                  <c:v>56.071109999999997</c:v>
                </c:pt>
                <c:pt idx="720">
                  <c:v>56.066997999999998</c:v>
                </c:pt>
                <c:pt idx="721">
                  <c:v>56.058636</c:v>
                </c:pt>
                <c:pt idx="722">
                  <c:v>56.050117</c:v>
                </c:pt>
                <c:pt idx="723">
                  <c:v>56.039959000000003</c:v>
                </c:pt>
                <c:pt idx="724">
                  <c:v>56.028072000000002</c:v>
                </c:pt>
                <c:pt idx="725">
                  <c:v>56.017059000000003</c:v>
                </c:pt>
                <c:pt idx="726">
                  <c:v>56.010249999999999</c:v>
                </c:pt>
                <c:pt idx="727">
                  <c:v>56.007534</c:v>
                </c:pt>
                <c:pt idx="728">
                  <c:v>56.000915999999997</c:v>
                </c:pt>
                <c:pt idx="729">
                  <c:v>55.99015</c:v>
                </c:pt>
                <c:pt idx="730">
                  <c:v>55.977195999999999</c:v>
                </c:pt>
                <c:pt idx="731">
                  <c:v>55.961970999999998</c:v>
                </c:pt>
                <c:pt idx="732">
                  <c:v>55.936107999999997</c:v>
                </c:pt>
                <c:pt idx="733">
                  <c:v>55.903979999999997</c:v>
                </c:pt>
                <c:pt idx="734">
                  <c:v>55.875309000000001</c:v>
                </c:pt>
                <c:pt idx="735">
                  <c:v>55.850955999999996</c:v>
                </c:pt>
                <c:pt idx="736">
                  <c:v>55.829802999999998</c:v>
                </c:pt>
                <c:pt idx="737">
                  <c:v>55.807907</c:v>
                </c:pt>
                <c:pt idx="738">
                  <c:v>55.783382000000003</c:v>
                </c:pt>
                <c:pt idx="739">
                  <c:v>55.758713</c:v>
                </c:pt>
                <c:pt idx="740">
                  <c:v>55.72974</c:v>
                </c:pt>
                <c:pt idx="741">
                  <c:v>55.698193000000003</c:v>
                </c:pt>
                <c:pt idx="742">
                  <c:v>55.667763000000001</c:v>
                </c:pt>
                <c:pt idx="743">
                  <c:v>55.635280999999999</c:v>
                </c:pt>
                <c:pt idx="744">
                  <c:v>55.599193999999997</c:v>
                </c:pt>
                <c:pt idx="745">
                  <c:v>55.563952999999998</c:v>
                </c:pt>
                <c:pt idx="746">
                  <c:v>55.529232</c:v>
                </c:pt>
                <c:pt idx="747">
                  <c:v>55.492271000000002</c:v>
                </c:pt>
                <c:pt idx="748">
                  <c:v>55.460628999999997</c:v>
                </c:pt>
                <c:pt idx="749">
                  <c:v>55.435287000000002</c:v>
                </c:pt>
                <c:pt idx="750">
                  <c:v>55.405890999999997</c:v>
                </c:pt>
                <c:pt idx="751">
                  <c:v>55.370463999999998</c:v>
                </c:pt>
                <c:pt idx="752">
                  <c:v>55.336258000000001</c:v>
                </c:pt>
                <c:pt idx="753">
                  <c:v>55.301578999999997</c:v>
                </c:pt>
                <c:pt idx="754">
                  <c:v>55.27</c:v>
                </c:pt>
                <c:pt idx="755">
                  <c:v>55.246161999999998</c:v>
                </c:pt>
                <c:pt idx="756">
                  <c:v>55.232796</c:v>
                </c:pt>
                <c:pt idx="757">
                  <c:v>55.223370000000003</c:v>
                </c:pt>
                <c:pt idx="758">
                  <c:v>55.212605000000003</c:v>
                </c:pt>
                <c:pt idx="759">
                  <c:v>55.199669</c:v>
                </c:pt>
                <c:pt idx="760">
                  <c:v>55.187396999999997</c:v>
                </c:pt>
                <c:pt idx="761">
                  <c:v>55.177627999999999</c:v>
                </c:pt>
                <c:pt idx="762">
                  <c:v>55.170639000000001</c:v>
                </c:pt>
                <c:pt idx="763">
                  <c:v>55.165260000000004</c:v>
                </c:pt>
                <c:pt idx="764">
                  <c:v>55.158222000000002</c:v>
                </c:pt>
                <c:pt idx="765">
                  <c:v>55.146785999999999</c:v>
                </c:pt>
                <c:pt idx="766">
                  <c:v>55.133597999999999</c:v>
                </c:pt>
                <c:pt idx="767">
                  <c:v>55.120410999999997</c:v>
                </c:pt>
                <c:pt idx="768">
                  <c:v>55.109219000000003</c:v>
                </c:pt>
                <c:pt idx="769">
                  <c:v>55.100517000000004</c:v>
                </c:pt>
                <c:pt idx="770">
                  <c:v>55.094051</c:v>
                </c:pt>
                <c:pt idx="771">
                  <c:v>55.089644999999997</c:v>
                </c:pt>
                <c:pt idx="772">
                  <c:v>55.084839000000002</c:v>
                </c:pt>
                <c:pt idx="773">
                  <c:v>55.077849999999998</c:v>
                </c:pt>
                <c:pt idx="774">
                  <c:v>55.069786000000001</c:v>
                </c:pt>
                <c:pt idx="775">
                  <c:v>55.062697999999997</c:v>
                </c:pt>
                <c:pt idx="776">
                  <c:v>55.057136999999997</c:v>
                </c:pt>
                <c:pt idx="777">
                  <c:v>55.051704000000001</c:v>
                </c:pt>
                <c:pt idx="778">
                  <c:v>55.046641999999999</c:v>
                </c:pt>
                <c:pt idx="779">
                  <c:v>55.042060999999997</c:v>
                </c:pt>
                <c:pt idx="780">
                  <c:v>55.038910000000001</c:v>
                </c:pt>
                <c:pt idx="781">
                  <c:v>55.036839000000001</c:v>
                </c:pt>
                <c:pt idx="782">
                  <c:v>55.035274999999999</c:v>
                </c:pt>
                <c:pt idx="783">
                  <c:v>55.032932000000002</c:v>
                </c:pt>
                <c:pt idx="784">
                  <c:v>55.029316000000001</c:v>
                </c:pt>
                <c:pt idx="785">
                  <c:v>55.024403</c:v>
                </c:pt>
                <c:pt idx="786">
                  <c:v>55.019618999999999</c:v>
                </c:pt>
                <c:pt idx="787">
                  <c:v>55.014774000000003</c:v>
                </c:pt>
                <c:pt idx="788">
                  <c:v>55.009262</c:v>
                </c:pt>
                <c:pt idx="789">
                  <c:v>55.001266000000001</c:v>
                </c:pt>
                <c:pt idx="790">
                  <c:v>54.991905000000003</c:v>
                </c:pt>
                <c:pt idx="791">
                  <c:v>54.981772999999997</c:v>
                </c:pt>
                <c:pt idx="792">
                  <c:v>54.970699000000003</c:v>
                </c:pt>
                <c:pt idx="793">
                  <c:v>54.952449999999999</c:v>
                </c:pt>
                <c:pt idx="794">
                  <c:v>54.929797999999998</c:v>
                </c:pt>
                <c:pt idx="795">
                  <c:v>54.902687</c:v>
                </c:pt>
                <c:pt idx="796">
                  <c:v>54.865738</c:v>
                </c:pt>
                <c:pt idx="797">
                  <c:v>54.820076</c:v>
                </c:pt>
                <c:pt idx="798">
                  <c:v>54.774433000000002</c:v>
                </c:pt>
                <c:pt idx="799">
                  <c:v>54.729922999999999</c:v>
                </c:pt>
                <c:pt idx="800">
                  <c:v>54.680695</c:v>
                </c:pt>
                <c:pt idx="801">
                  <c:v>54.634841999999999</c:v>
                </c:pt>
                <c:pt idx="802">
                  <c:v>54.597392999999997</c:v>
                </c:pt>
                <c:pt idx="803">
                  <c:v>54.561988999999997</c:v>
                </c:pt>
                <c:pt idx="804">
                  <c:v>54.522274000000003</c:v>
                </c:pt>
                <c:pt idx="805">
                  <c:v>54.484580999999999</c:v>
                </c:pt>
                <c:pt idx="806">
                  <c:v>54.450485</c:v>
                </c:pt>
                <c:pt idx="807">
                  <c:v>54.417819999999999</c:v>
                </c:pt>
                <c:pt idx="808">
                  <c:v>54.385821999999997</c:v>
                </c:pt>
                <c:pt idx="809">
                  <c:v>54.354008</c:v>
                </c:pt>
                <c:pt idx="810">
                  <c:v>54.321835</c:v>
                </c:pt>
                <c:pt idx="811">
                  <c:v>54.288918000000002</c:v>
                </c:pt>
                <c:pt idx="812">
                  <c:v>54.257545</c:v>
                </c:pt>
                <c:pt idx="813">
                  <c:v>54.226379000000001</c:v>
                </c:pt>
                <c:pt idx="814">
                  <c:v>54.192458999999999</c:v>
                </c:pt>
                <c:pt idx="815">
                  <c:v>54.157218999999998</c:v>
                </c:pt>
                <c:pt idx="816">
                  <c:v>54.125689999999999</c:v>
                </c:pt>
                <c:pt idx="817">
                  <c:v>54.103481000000002</c:v>
                </c:pt>
                <c:pt idx="818">
                  <c:v>54.090812999999997</c:v>
                </c:pt>
                <c:pt idx="819">
                  <c:v>54.084842999999999</c:v>
                </c:pt>
                <c:pt idx="820">
                  <c:v>54.085346000000001</c:v>
                </c:pt>
                <c:pt idx="821">
                  <c:v>54.090305000000001</c:v>
                </c:pt>
                <c:pt idx="822">
                  <c:v>54.096432</c:v>
                </c:pt>
                <c:pt idx="823">
                  <c:v>54.106380000000001</c:v>
                </c:pt>
                <c:pt idx="824">
                  <c:v>54.118816000000002</c:v>
                </c:pt>
                <c:pt idx="825">
                  <c:v>54.131019999999999</c:v>
                </c:pt>
                <c:pt idx="826">
                  <c:v>54.141894999999998</c:v>
                </c:pt>
                <c:pt idx="827">
                  <c:v>54.147289000000001</c:v>
                </c:pt>
                <c:pt idx="828">
                  <c:v>54.145026999999999</c:v>
                </c:pt>
                <c:pt idx="829">
                  <c:v>54.138919999999999</c:v>
                </c:pt>
                <c:pt idx="830">
                  <c:v>54.133457</c:v>
                </c:pt>
                <c:pt idx="831">
                  <c:v>54.131332</c:v>
                </c:pt>
                <c:pt idx="832">
                  <c:v>54.128109000000002</c:v>
                </c:pt>
                <c:pt idx="833">
                  <c:v>54.117718000000004</c:v>
                </c:pt>
                <c:pt idx="834">
                  <c:v>54.102530999999999</c:v>
                </c:pt>
                <c:pt idx="835">
                  <c:v>54.090449999999997</c:v>
                </c:pt>
                <c:pt idx="836">
                  <c:v>54.085377000000001</c:v>
                </c:pt>
                <c:pt idx="837">
                  <c:v>54.082583999999997</c:v>
                </c:pt>
                <c:pt idx="838">
                  <c:v>54.079540000000001</c:v>
                </c:pt>
                <c:pt idx="839">
                  <c:v>54.078491</c:v>
                </c:pt>
                <c:pt idx="840">
                  <c:v>54.078606000000001</c:v>
                </c:pt>
                <c:pt idx="841">
                  <c:v>54.080008999999997</c:v>
                </c:pt>
                <c:pt idx="842">
                  <c:v>54.082805999999998</c:v>
                </c:pt>
                <c:pt idx="843">
                  <c:v>54.084141000000002</c:v>
                </c:pt>
                <c:pt idx="844">
                  <c:v>54.084335000000003</c:v>
                </c:pt>
                <c:pt idx="845">
                  <c:v>54.087226999999999</c:v>
                </c:pt>
                <c:pt idx="846">
                  <c:v>54.091667000000001</c:v>
                </c:pt>
                <c:pt idx="847">
                  <c:v>54.095112</c:v>
                </c:pt>
                <c:pt idx="848">
                  <c:v>54.093814999999999</c:v>
                </c:pt>
                <c:pt idx="849">
                  <c:v>54.088493</c:v>
                </c:pt>
                <c:pt idx="850">
                  <c:v>54.079284999999999</c:v>
                </c:pt>
                <c:pt idx="851">
                  <c:v>54.067799000000001</c:v>
                </c:pt>
                <c:pt idx="852">
                  <c:v>54.056041999999998</c:v>
                </c:pt>
                <c:pt idx="853">
                  <c:v>54.047237000000003</c:v>
                </c:pt>
                <c:pt idx="854">
                  <c:v>54.039974000000001</c:v>
                </c:pt>
                <c:pt idx="855">
                  <c:v>54.030898999999998</c:v>
                </c:pt>
                <c:pt idx="856">
                  <c:v>54.020919999999997</c:v>
                </c:pt>
                <c:pt idx="857">
                  <c:v>54.012863000000003</c:v>
                </c:pt>
                <c:pt idx="858">
                  <c:v>54.005496999999998</c:v>
                </c:pt>
                <c:pt idx="859">
                  <c:v>53.998421</c:v>
                </c:pt>
                <c:pt idx="860">
                  <c:v>53.991042999999998</c:v>
                </c:pt>
                <c:pt idx="861">
                  <c:v>53.983066999999998</c:v>
                </c:pt>
                <c:pt idx="862">
                  <c:v>53.974510000000002</c:v>
                </c:pt>
                <c:pt idx="863">
                  <c:v>53.965626</c:v>
                </c:pt>
                <c:pt idx="864">
                  <c:v>53.957191000000002</c:v>
                </c:pt>
                <c:pt idx="865">
                  <c:v>53.947414000000002</c:v>
                </c:pt>
                <c:pt idx="866">
                  <c:v>53.934562999999997</c:v>
                </c:pt>
                <c:pt idx="867">
                  <c:v>53.919910000000002</c:v>
                </c:pt>
                <c:pt idx="868">
                  <c:v>53.901381999999998</c:v>
                </c:pt>
                <c:pt idx="869">
                  <c:v>53.880679999999998</c:v>
                </c:pt>
                <c:pt idx="870">
                  <c:v>53.862330999999998</c:v>
                </c:pt>
                <c:pt idx="871">
                  <c:v>53.850216000000003</c:v>
                </c:pt>
                <c:pt idx="872">
                  <c:v>53.842708999999999</c:v>
                </c:pt>
                <c:pt idx="873">
                  <c:v>53.834938000000001</c:v>
                </c:pt>
                <c:pt idx="874">
                  <c:v>53.821964000000001</c:v>
                </c:pt>
                <c:pt idx="875">
                  <c:v>53.802264999999998</c:v>
                </c:pt>
                <c:pt idx="876">
                  <c:v>53.778435000000002</c:v>
                </c:pt>
                <c:pt idx="877">
                  <c:v>53.751961000000001</c:v>
                </c:pt>
                <c:pt idx="878">
                  <c:v>53.726101</c:v>
                </c:pt>
                <c:pt idx="879">
                  <c:v>53.702007000000002</c:v>
                </c:pt>
                <c:pt idx="880">
                  <c:v>53.675761999999999</c:v>
                </c:pt>
                <c:pt idx="881">
                  <c:v>53.644672</c:v>
                </c:pt>
                <c:pt idx="882">
                  <c:v>53.612068000000001</c:v>
                </c:pt>
                <c:pt idx="883">
                  <c:v>53.583492</c:v>
                </c:pt>
                <c:pt idx="884">
                  <c:v>53.554729000000002</c:v>
                </c:pt>
                <c:pt idx="885">
                  <c:v>53.518627000000002</c:v>
                </c:pt>
                <c:pt idx="886">
                  <c:v>53.477283</c:v>
                </c:pt>
                <c:pt idx="887">
                  <c:v>53.441288</c:v>
                </c:pt>
                <c:pt idx="888">
                  <c:v>53.414433000000002</c:v>
                </c:pt>
                <c:pt idx="889">
                  <c:v>53.388393000000001</c:v>
                </c:pt>
                <c:pt idx="890">
                  <c:v>53.358367999999999</c:v>
                </c:pt>
                <c:pt idx="891">
                  <c:v>53.327033999999998</c:v>
                </c:pt>
                <c:pt idx="892">
                  <c:v>53.300956999999997</c:v>
                </c:pt>
                <c:pt idx="893">
                  <c:v>53.287323000000001</c:v>
                </c:pt>
                <c:pt idx="894">
                  <c:v>53.286320000000003</c:v>
                </c:pt>
                <c:pt idx="895">
                  <c:v>53.294387999999998</c:v>
                </c:pt>
                <c:pt idx="896">
                  <c:v>53.306355000000003</c:v>
                </c:pt>
                <c:pt idx="897">
                  <c:v>53.326748000000002</c:v>
                </c:pt>
                <c:pt idx="898">
                  <c:v>53.357985999999997</c:v>
                </c:pt>
                <c:pt idx="899">
                  <c:v>53.391907000000003</c:v>
                </c:pt>
                <c:pt idx="900">
                  <c:v>53.423037999999998</c:v>
                </c:pt>
                <c:pt idx="901">
                  <c:v>53.451771000000001</c:v>
                </c:pt>
                <c:pt idx="902">
                  <c:v>53.481686000000003</c:v>
                </c:pt>
                <c:pt idx="903">
                  <c:v>53.510959999999997</c:v>
                </c:pt>
                <c:pt idx="904">
                  <c:v>53.539107999999999</c:v>
                </c:pt>
                <c:pt idx="905">
                  <c:v>53.567267999999999</c:v>
                </c:pt>
                <c:pt idx="906">
                  <c:v>53.590904000000002</c:v>
                </c:pt>
                <c:pt idx="907">
                  <c:v>53.612358</c:v>
                </c:pt>
                <c:pt idx="908">
                  <c:v>53.630566000000002</c:v>
                </c:pt>
                <c:pt idx="909">
                  <c:v>53.644314000000001</c:v>
                </c:pt>
                <c:pt idx="910">
                  <c:v>53.661178999999997</c:v>
                </c:pt>
                <c:pt idx="911">
                  <c:v>53.677311000000003</c:v>
                </c:pt>
                <c:pt idx="912">
                  <c:v>53.684902000000001</c:v>
                </c:pt>
                <c:pt idx="913">
                  <c:v>53.686356000000004</c:v>
                </c:pt>
                <c:pt idx="914">
                  <c:v>53.685749000000001</c:v>
                </c:pt>
                <c:pt idx="915">
                  <c:v>53.68721</c:v>
                </c:pt>
                <c:pt idx="916">
                  <c:v>53.690510000000003</c:v>
                </c:pt>
                <c:pt idx="917">
                  <c:v>53.696624999999997</c:v>
                </c:pt>
                <c:pt idx="918">
                  <c:v>53.702098999999997</c:v>
                </c:pt>
                <c:pt idx="919">
                  <c:v>53.705737999999997</c:v>
                </c:pt>
                <c:pt idx="920">
                  <c:v>53.709899999999998</c:v>
                </c:pt>
                <c:pt idx="921">
                  <c:v>53.715392999999999</c:v>
                </c:pt>
                <c:pt idx="922">
                  <c:v>53.723765999999998</c:v>
                </c:pt>
                <c:pt idx="923">
                  <c:v>53.733246000000001</c:v>
                </c:pt>
                <c:pt idx="924">
                  <c:v>53.739837999999999</c:v>
                </c:pt>
                <c:pt idx="925">
                  <c:v>53.745784999999998</c:v>
                </c:pt>
                <c:pt idx="926">
                  <c:v>53.755702999999997</c:v>
                </c:pt>
                <c:pt idx="927">
                  <c:v>53.770504000000003</c:v>
                </c:pt>
                <c:pt idx="928">
                  <c:v>53.790447</c:v>
                </c:pt>
                <c:pt idx="929">
                  <c:v>53.810218999999996</c:v>
                </c:pt>
                <c:pt idx="930">
                  <c:v>53.821967999999998</c:v>
                </c:pt>
                <c:pt idx="931">
                  <c:v>53.825370999999997</c:v>
                </c:pt>
                <c:pt idx="932">
                  <c:v>53.827903999999997</c:v>
                </c:pt>
                <c:pt idx="933">
                  <c:v>53.832886000000002</c:v>
                </c:pt>
                <c:pt idx="934">
                  <c:v>53.839745000000001</c:v>
                </c:pt>
                <c:pt idx="935">
                  <c:v>53.845592000000003</c:v>
                </c:pt>
                <c:pt idx="936">
                  <c:v>53.847954000000001</c:v>
                </c:pt>
                <c:pt idx="937">
                  <c:v>53.847034000000001</c:v>
                </c:pt>
                <c:pt idx="938">
                  <c:v>53.842125000000003</c:v>
                </c:pt>
                <c:pt idx="939">
                  <c:v>53.836661999999997</c:v>
                </c:pt>
                <c:pt idx="940">
                  <c:v>53.832572999999996</c:v>
                </c:pt>
                <c:pt idx="941">
                  <c:v>53.829951999999999</c:v>
                </c:pt>
                <c:pt idx="942">
                  <c:v>53.826065</c:v>
                </c:pt>
                <c:pt idx="943">
                  <c:v>53.819977000000002</c:v>
                </c:pt>
                <c:pt idx="944">
                  <c:v>53.811176000000003</c:v>
                </c:pt>
                <c:pt idx="945">
                  <c:v>53.801186000000001</c:v>
                </c:pt>
                <c:pt idx="946">
                  <c:v>53.781734</c:v>
                </c:pt>
                <c:pt idx="947">
                  <c:v>53.753402999999999</c:v>
                </c:pt>
                <c:pt idx="948">
                  <c:v>53.719849000000004</c:v>
                </c:pt>
                <c:pt idx="949">
                  <c:v>53.682597999999999</c:v>
                </c:pt>
                <c:pt idx="950">
                  <c:v>53.644435999999999</c:v>
                </c:pt>
                <c:pt idx="951">
                  <c:v>53.604252000000002</c:v>
                </c:pt>
                <c:pt idx="952">
                  <c:v>53.565643000000001</c:v>
                </c:pt>
                <c:pt idx="953">
                  <c:v>53.531714999999998</c:v>
                </c:pt>
                <c:pt idx="954">
                  <c:v>53.50367</c:v>
                </c:pt>
                <c:pt idx="955">
                  <c:v>53.487414999999999</c:v>
                </c:pt>
                <c:pt idx="956">
                  <c:v>53.477454999999999</c:v>
                </c:pt>
                <c:pt idx="957">
                  <c:v>53.464615000000002</c:v>
                </c:pt>
                <c:pt idx="958">
                  <c:v>53.447754000000003</c:v>
                </c:pt>
                <c:pt idx="959">
                  <c:v>53.427349</c:v>
                </c:pt>
                <c:pt idx="960">
                  <c:v>53.403419</c:v>
                </c:pt>
                <c:pt idx="961">
                  <c:v>53.376533999999999</c:v>
                </c:pt>
                <c:pt idx="962">
                  <c:v>53.349204999999998</c:v>
                </c:pt>
                <c:pt idx="963">
                  <c:v>53.326537999999999</c:v>
                </c:pt>
                <c:pt idx="964">
                  <c:v>53.306140999999997</c:v>
                </c:pt>
                <c:pt idx="965">
                  <c:v>53.279518000000003</c:v>
                </c:pt>
                <c:pt idx="966">
                  <c:v>53.244048999999997</c:v>
                </c:pt>
                <c:pt idx="967">
                  <c:v>53.204540000000001</c:v>
                </c:pt>
                <c:pt idx="968">
                  <c:v>53.165343999999997</c:v>
                </c:pt>
                <c:pt idx="969">
                  <c:v>53.129252999999999</c:v>
                </c:pt>
                <c:pt idx="970">
                  <c:v>53.100268999999997</c:v>
                </c:pt>
                <c:pt idx="971">
                  <c:v>53.076317000000003</c:v>
                </c:pt>
                <c:pt idx="972">
                  <c:v>53.050651999999999</c:v>
                </c:pt>
                <c:pt idx="973">
                  <c:v>53.021693999999997</c:v>
                </c:pt>
                <c:pt idx="974">
                  <c:v>52.991726</c:v>
                </c:pt>
                <c:pt idx="975">
                  <c:v>52.959999000000003</c:v>
                </c:pt>
                <c:pt idx="976">
                  <c:v>52.925159000000001</c:v>
                </c:pt>
                <c:pt idx="977">
                  <c:v>52.886279999999999</c:v>
                </c:pt>
                <c:pt idx="978">
                  <c:v>52.842891999999999</c:v>
                </c:pt>
                <c:pt idx="979">
                  <c:v>52.803265000000003</c:v>
                </c:pt>
                <c:pt idx="980">
                  <c:v>52.771450000000002</c:v>
                </c:pt>
                <c:pt idx="981">
                  <c:v>52.741321999999997</c:v>
                </c:pt>
                <c:pt idx="982">
                  <c:v>52.705382999999998</c:v>
                </c:pt>
                <c:pt idx="983">
                  <c:v>52.666584</c:v>
                </c:pt>
                <c:pt idx="984">
                  <c:v>52.630116000000001</c:v>
                </c:pt>
                <c:pt idx="985">
                  <c:v>52.599074999999999</c:v>
                </c:pt>
                <c:pt idx="986">
                  <c:v>52.578845999999999</c:v>
                </c:pt>
                <c:pt idx="987">
                  <c:v>52.563839000000002</c:v>
                </c:pt>
                <c:pt idx="988">
                  <c:v>52.544967999999997</c:v>
                </c:pt>
                <c:pt idx="989">
                  <c:v>52.523685</c:v>
                </c:pt>
                <c:pt idx="990">
                  <c:v>52.504925</c:v>
                </c:pt>
                <c:pt idx="991">
                  <c:v>52.492592000000002</c:v>
                </c:pt>
                <c:pt idx="992">
                  <c:v>52.481406999999997</c:v>
                </c:pt>
                <c:pt idx="993">
                  <c:v>52.465645000000002</c:v>
                </c:pt>
                <c:pt idx="994">
                  <c:v>52.445079999999997</c:v>
                </c:pt>
                <c:pt idx="995">
                  <c:v>52.420237999999998</c:v>
                </c:pt>
                <c:pt idx="996">
                  <c:v>52.392753999999996</c:v>
                </c:pt>
                <c:pt idx="997">
                  <c:v>52.369391999999998</c:v>
                </c:pt>
                <c:pt idx="998">
                  <c:v>52.356440999999997</c:v>
                </c:pt>
                <c:pt idx="999">
                  <c:v>52.350769</c:v>
                </c:pt>
                <c:pt idx="1000">
                  <c:v>52.348083000000003</c:v>
                </c:pt>
                <c:pt idx="1001">
                  <c:v>52.345787000000001</c:v>
                </c:pt>
                <c:pt idx="1002">
                  <c:v>52.344864000000001</c:v>
                </c:pt>
                <c:pt idx="1003">
                  <c:v>52.347529999999999</c:v>
                </c:pt>
                <c:pt idx="1004">
                  <c:v>52.351227000000002</c:v>
                </c:pt>
                <c:pt idx="1005">
                  <c:v>52.352558000000002</c:v>
                </c:pt>
                <c:pt idx="1006">
                  <c:v>52.349772999999999</c:v>
                </c:pt>
                <c:pt idx="1007">
                  <c:v>52.344588999999999</c:v>
                </c:pt>
                <c:pt idx="1008">
                  <c:v>52.333545999999998</c:v>
                </c:pt>
                <c:pt idx="1009">
                  <c:v>52.314582999999999</c:v>
                </c:pt>
                <c:pt idx="1010">
                  <c:v>52.288288000000001</c:v>
                </c:pt>
                <c:pt idx="1011">
                  <c:v>52.255496999999998</c:v>
                </c:pt>
                <c:pt idx="1012">
                  <c:v>52.217055999999999</c:v>
                </c:pt>
                <c:pt idx="1013">
                  <c:v>52.177982</c:v>
                </c:pt>
                <c:pt idx="1014">
                  <c:v>52.137897000000002</c:v>
                </c:pt>
                <c:pt idx="1015">
                  <c:v>52.098106000000001</c:v>
                </c:pt>
                <c:pt idx="1016">
                  <c:v>52.063640999999997</c:v>
                </c:pt>
                <c:pt idx="1017">
                  <c:v>52.034416</c:v>
                </c:pt>
                <c:pt idx="1018">
                  <c:v>52.007545</c:v>
                </c:pt>
                <c:pt idx="1019">
                  <c:v>51.983727000000002</c:v>
                </c:pt>
                <c:pt idx="1020">
                  <c:v>51.966704999999997</c:v>
                </c:pt>
                <c:pt idx="1021">
                  <c:v>51.952430999999997</c:v>
                </c:pt>
                <c:pt idx="1022">
                  <c:v>51.940342000000001</c:v>
                </c:pt>
                <c:pt idx="1023">
                  <c:v>51.934733999999999</c:v>
                </c:pt>
                <c:pt idx="1024">
                  <c:v>51.937438999999998</c:v>
                </c:pt>
                <c:pt idx="1025">
                  <c:v>51.942390000000003</c:v>
                </c:pt>
                <c:pt idx="1026">
                  <c:v>51.945625</c:v>
                </c:pt>
                <c:pt idx="1027">
                  <c:v>51.947639000000002</c:v>
                </c:pt>
                <c:pt idx="1028">
                  <c:v>51.951115000000001</c:v>
                </c:pt>
                <c:pt idx="1029">
                  <c:v>51.957802000000001</c:v>
                </c:pt>
                <c:pt idx="1030">
                  <c:v>51.967601999999999</c:v>
                </c:pt>
                <c:pt idx="1031">
                  <c:v>51.977192000000002</c:v>
                </c:pt>
                <c:pt idx="1032">
                  <c:v>51.983733999999998</c:v>
                </c:pt>
                <c:pt idx="1033">
                  <c:v>51.988396000000002</c:v>
                </c:pt>
                <c:pt idx="1034">
                  <c:v>51.992756</c:v>
                </c:pt>
                <c:pt idx="1035">
                  <c:v>51.997131000000003</c:v>
                </c:pt>
                <c:pt idx="1036">
                  <c:v>52.001873000000003</c:v>
                </c:pt>
                <c:pt idx="1037">
                  <c:v>52.007275</c:v>
                </c:pt>
                <c:pt idx="1038">
                  <c:v>52.012954999999998</c:v>
                </c:pt>
                <c:pt idx="1039">
                  <c:v>52.022998999999999</c:v>
                </c:pt>
                <c:pt idx="1040">
                  <c:v>52.035091000000001</c:v>
                </c:pt>
                <c:pt idx="1041">
                  <c:v>52.045012999999997</c:v>
                </c:pt>
                <c:pt idx="1042">
                  <c:v>52.050446000000001</c:v>
                </c:pt>
                <c:pt idx="1043">
                  <c:v>52.052379999999999</c:v>
                </c:pt>
                <c:pt idx="1044">
                  <c:v>52.055855000000001</c:v>
                </c:pt>
                <c:pt idx="1045">
                  <c:v>52.063201999999997</c:v>
                </c:pt>
                <c:pt idx="1046">
                  <c:v>52.073245999999997</c:v>
                </c:pt>
                <c:pt idx="1047">
                  <c:v>52.083885000000002</c:v>
                </c:pt>
                <c:pt idx="1048">
                  <c:v>52.095061999999999</c:v>
                </c:pt>
                <c:pt idx="1049">
                  <c:v>52.107075000000002</c:v>
                </c:pt>
                <c:pt idx="1050">
                  <c:v>52.120120999999997</c:v>
                </c:pt>
                <c:pt idx="1051">
                  <c:v>52.135212000000003</c:v>
                </c:pt>
                <c:pt idx="1052">
                  <c:v>52.148499000000001</c:v>
                </c:pt>
                <c:pt idx="1053">
                  <c:v>52.158977999999998</c:v>
                </c:pt>
                <c:pt idx="1054">
                  <c:v>52.159576000000001</c:v>
                </c:pt>
                <c:pt idx="1055">
                  <c:v>52.153720999999997</c:v>
                </c:pt>
                <c:pt idx="1056">
                  <c:v>52.143219000000002</c:v>
                </c:pt>
                <c:pt idx="1057">
                  <c:v>52.132888999999999</c:v>
                </c:pt>
                <c:pt idx="1058">
                  <c:v>52.127662999999998</c:v>
                </c:pt>
                <c:pt idx="1059">
                  <c:v>52.127968000000003</c:v>
                </c:pt>
                <c:pt idx="1060">
                  <c:v>52.126277999999999</c:v>
                </c:pt>
                <c:pt idx="1061">
                  <c:v>52.119864999999997</c:v>
                </c:pt>
                <c:pt idx="1062">
                  <c:v>52.108528</c:v>
                </c:pt>
                <c:pt idx="1063">
                  <c:v>52.092697000000001</c:v>
                </c:pt>
                <c:pt idx="1064">
                  <c:v>52.072600999999999</c:v>
                </c:pt>
                <c:pt idx="1065">
                  <c:v>52.051513999999997</c:v>
                </c:pt>
                <c:pt idx="1066">
                  <c:v>52.033107999999999</c:v>
                </c:pt>
                <c:pt idx="1067">
                  <c:v>52.017262000000002</c:v>
                </c:pt>
                <c:pt idx="1068">
                  <c:v>51.999141999999999</c:v>
                </c:pt>
                <c:pt idx="1069">
                  <c:v>51.979976999999998</c:v>
                </c:pt>
                <c:pt idx="1070">
                  <c:v>51.963017000000001</c:v>
                </c:pt>
                <c:pt idx="1071">
                  <c:v>51.954082</c:v>
                </c:pt>
                <c:pt idx="1072">
                  <c:v>51.959000000000003</c:v>
                </c:pt>
                <c:pt idx="1073">
                  <c:v>51.976264999999998</c:v>
                </c:pt>
                <c:pt idx="1074">
                  <c:v>51.994652000000002</c:v>
                </c:pt>
                <c:pt idx="1075">
                  <c:v>52.013004000000002</c:v>
                </c:pt>
                <c:pt idx="1076">
                  <c:v>52.028717</c:v>
                </c:pt>
                <c:pt idx="1077">
                  <c:v>52.043185999999999</c:v>
                </c:pt>
                <c:pt idx="1078">
                  <c:v>52.058661999999998</c:v>
                </c:pt>
                <c:pt idx="1079">
                  <c:v>52.074981999999999</c:v>
                </c:pt>
                <c:pt idx="1080">
                  <c:v>52.089539000000002</c:v>
                </c:pt>
                <c:pt idx="1081">
                  <c:v>52.098461</c:v>
                </c:pt>
                <c:pt idx="1082">
                  <c:v>52.103881999999999</c:v>
                </c:pt>
                <c:pt idx="1083">
                  <c:v>52.104286000000002</c:v>
                </c:pt>
                <c:pt idx="1084">
                  <c:v>52.098197999999996</c:v>
                </c:pt>
                <c:pt idx="1085">
                  <c:v>52.085921999999997</c:v>
                </c:pt>
                <c:pt idx="1086">
                  <c:v>52.071274000000003</c:v>
                </c:pt>
                <c:pt idx="1087">
                  <c:v>52.053390999999998</c:v>
                </c:pt>
                <c:pt idx="1088">
                  <c:v>52.034103000000002</c:v>
                </c:pt>
                <c:pt idx="1089">
                  <c:v>52.015759000000003</c:v>
                </c:pt>
                <c:pt idx="1090">
                  <c:v>52.003909999999998</c:v>
                </c:pt>
                <c:pt idx="1091">
                  <c:v>51.998778999999999</c:v>
                </c:pt>
                <c:pt idx="1092">
                  <c:v>51.997883000000002</c:v>
                </c:pt>
                <c:pt idx="1093">
                  <c:v>51.998077000000002</c:v>
                </c:pt>
                <c:pt idx="1094">
                  <c:v>51.992218000000001</c:v>
                </c:pt>
                <c:pt idx="1095">
                  <c:v>51.978931000000003</c:v>
                </c:pt>
                <c:pt idx="1096">
                  <c:v>51.963593000000003</c:v>
                </c:pt>
                <c:pt idx="1097">
                  <c:v>51.948234999999997</c:v>
                </c:pt>
                <c:pt idx="1098">
                  <c:v>51.933762000000002</c:v>
                </c:pt>
                <c:pt idx="1099">
                  <c:v>51.917380999999999</c:v>
                </c:pt>
                <c:pt idx="1100">
                  <c:v>51.898857</c:v>
                </c:pt>
                <c:pt idx="1101">
                  <c:v>51.883274</c:v>
                </c:pt>
                <c:pt idx="1102">
                  <c:v>51.877429999999997</c:v>
                </c:pt>
                <c:pt idx="1103">
                  <c:v>51.881500000000003</c:v>
                </c:pt>
                <c:pt idx="1104">
                  <c:v>51.893062999999998</c:v>
                </c:pt>
                <c:pt idx="1105">
                  <c:v>51.907516000000001</c:v>
                </c:pt>
                <c:pt idx="1106">
                  <c:v>51.921393999999999</c:v>
                </c:pt>
                <c:pt idx="1107">
                  <c:v>51.935909000000002</c:v>
                </c:pt>
                <c:pt idx="1108">
                  <c:v>51.952235999999999</c:v>
                </c:pt>
                <c:pt idx="1109">
                  <c:v>51.978473999999999</c:v>
                </c:pt>
                <c:pt idx="1110">
                  <c:v>52.007942</c:v>
                </c:pt>
                <c:pt idx="1111">
                  <c:v>52.037609000000003</c:v>
                </c:pt>
                <c:pt idx="1112">
                  <c:v>52.064301</c:v>
                </c:pt>
                <c:pt idx="1113">
                  <c:v>52.086834000000003</c:v>
                </c:pt>
                <c:pt idx="1114">
                  <c:v>52.107010000000002</c:v>
                </c:pt>
                <c:pt idx="1115">
                  <c:v>52.128456</c:v>
                </c:pt>
                <c:pt idx="1116">
                  <c:v>52.156902000000002</c:v>
                </c:pt>
                <c:pt idx="1117">
                  <c:v>52.186745000000002</c:v>
                </c:pt>
                <c:pt idx="1118">
                  <c:v>52.210804000000003</c:v>
                </c:pt>
                <c:pt idx="1119">
                  <c:v>52.233581999999998</c:v>
                </c:pt>
                <c:pt idx="1120">
                  <c:v>52.280216000000003</c:v>
                </c:pt>
                <c:pt idx="1121">
                  <c:v>52.314368999999999</c:v>
                </c:pt>
                <c:pt idx="1122">
                  <c:v>52.343657999999998</c:v>
                </c:pt>
                <c:pt idx="1123">
                  <c:v>52.370353999999999</c:v>
                </c:pt>
                <c:pt idx="1124">
                  <c:v>52.397480000000002</c:v>
                </c:pt>
                <c:pt idx="1125">
                  <c:v>52.424446000000003</c:v>
                </c:pt>
                <c:pt idx="1126">
                  <c:v>52.449215000000002</c:v>
                </c:pt>
                <c:pt idx="1127">
                  <c:v>52.469760999999998</c:v>
                </c:pt>
                <c:pt idx="1128">
                  <c:v>52.486877</c:v>
                </c:pt>
                <c:pt idx="1129">
                  <c:v>52.505248999999999</c:v>
                </c:pt>
                <c:pt idx="1130">
                  <c:v>52.525227000000001</c:v>
                </c:pt>
                <c:pt idx="1131">
                  <c:v>52.546204000000003</c:v>
                </c:pt>
                <c:pt idx="1132">
                  <c:v>52.569073000000003</c:v>
                </c:pt>
                <c:pt idx="1133">
                  <c:v>52.592303999999999</c:v>
                </c:pt>
                <c:pt idx="1134">
                  <c:v>52.616706999999998</c:v>
                </c:pt>
                <c:pt idx="1135">
                  <c:v>52.642071000000001</c:v>
                </c:pt>
                <c:pt idx="1136">
                  <c:v>52.668385000000001</c:v>
                </c:pt>
                <c:pt idx="1137">
                  <c:v>52.696055999999999</c:v>
                </c:pt>
                <c:pt idx="1138">
                  <c:v>52.72625</c:v>
                </c:pt>
                <c:pt idx="1139">
                  <c:v>52.761108</c:v>
                </c:pt>
                <c:pt idx="1140">
                  <c:v>52.797595999999999</c:v>
                </c:pt>
                <c:pt idx="1141">
                  <c:v>52.835411000000001</c:v>
                </c:pt>
                <c:pt idx="1142">
                  <c:v>52.873932000000003</c:v>
                </c:pt>
                <c:pt idx="1143">
                  <c:v>52.914318000000002</c:v>
                </c:pt>
                <c:pt idx="1144">
                  <c:v>52.956505</c:v>
                </c:pt>
                <c:pt idx="1145">
                  <c:v>53.000450000000001</c:v>
                </c:pt>
                <c:pt idx="1146">
                  <c:v>53.050381000000002</c:v>
                </c:pt>
                <c:pt idx="1147">
                  <c:v>53.100822000000001</c:v>
                </c:pt>
                <c:pt idx="1148">
                  <c:v>53.148009999999999</c:v>
                </c:pt>
                <c:pt idx="1149">
                  <c:v>53.194156999999997</c:v>
                </c:pt>
                <c:pt idx="1150">
                  <c:v>53.239001999999999</c:v>
                </c:pt>
                <c:pt idx="1151">
                  <c:v>53.291514999999997</c:v>
                </c:pt>
                <c:pt idx="1152">
                  <c:v>53.355358000000003</c:v>
                </c:pt>
                <c:pt idx="1153">
                  <c:v>53.429240999999998</c:v>
                </c:pt>
                <c:pt idx="1154">
                  <c:v>53.508491999999997</c:v>
                </c:pt>
                <c:pt idx="1155">
                  <c:v>53.590015000000001</c:v>
                </c:pt>
                <c:pt idx="1156">
                  <c:v>53.667484000000002</c:v>
                </c:pt>
                <c:pt idx="1157">
                  <c:v>53.740966999999998</c:v>
                </c:pt>
                <c:pt idx="1158">
                  <c:v>53.812041999999998</c:v>
                </c:pt>
                <c:pt idx="1159">
                  <c:v>53.882801000000001</c:v>
                </c:pt>
                <c:pt idx="1160">
                  <c:v>53.953308</c:v>
                </c:pt>
                <c:pt idx="1161">
                  <c:v>54.026943000000003</c:v>
                </c:pt>
                <c:pt idx="1162">
                  <c:v>54.103943000000001</c:v>
                </c:pt>
                <c:pt idx="1163">
                  <c:v>54.183895</c:v>
                </c:pt>
                <c:pt idx="1164">
                  <c:v>54.265953000000003</c:v>
                </c:pt>
                <c:pt idx="1165">
                  <c:v>54.345878999999996</c:v>
                </c:pt>
                <c:pt idx="1166">
                  <c:v>54.420876</c:v>
                </c:pt>
                <c:pt idx="1167">
                  <c:v>54.493262999999999</c:v>
                </c:pt>
                <c:pt idx="1168">
                  <c:v>54.564174999999999</c:v>
                </c:pt>
                <c:pt idx="1169">
                  <c:v>54.634472000000002</c:v>
                </c:pt>
                <c:pt idx="1170">
                  <c:v>54.707526999999999</c:v>
                </c:pt>
                <c:pt idx="1171">
                  <c:v>54.784767000000002</c:v>
                </c:pt>
                <c:pt idx="1172">
                  <c:v>54.863045</c:v>
                </c:pt>
                <c:pt idx="1173">
                  <c:v>54.943657000000002</c:v>
                </c:pt>
                <c:pt idx="1174">
                  <c:v>55.039817999999997</c:v>
                </c:pt>
                <c:pt idx="1175">
                  <c:v>55.133152000000003</c:v>
                </c:pt>
                <c:pt idx="1176">
                  <c:v>55.223292999999998</c:v>
                </c:pt>
                <c:pt idx="1177">
                  <c:v>55.311000999999997</c:v>
                </c:pt>
                <c:pt idx="1178">
                  <c:v>55.396628999999997</c:v>
                </c:pt>
                <c:pt idx="1179">
                  <c:v>55.482711999999999</c:v>
                </c:pt>
                <c:pt idx="1180">
                  <c:v>55.567646000000003</c:v>
                </c:pt>
                <c:pt idx="1181">
                  <c:v>55.647132999999997</c:v>
                </c:pt>
                <c:pt idx="1182">
                  <c:v>55.716971999999998</c:v>
                </c:pt>
                <c:pt idx="1183">
                  <c:v>55.777348000000003</c:v>
                </c:pt>
                <c:pt idx="1184">
                  <c:v>55.829475000000002</c:v>
                </c:pt>
                <c:pt idx="1185">
                  <c:v>55.877383999999999</c:v>
                </c:pt>
                <c:pt idx="1186">
                  <c:v>55.922393999999997</c:v>
                </c:pt>
                <c:pt idx="1187">
                  <c:v>55.966327999999997</c:v>
                </c:pt>
                <c:pt idx="1188">
                  <c:v>56.007140999999997</c:v>
                </c:pt>
                <c:pt idx="1189">
                  <c:v>56.046585</c:v>
                </c:pt>
                <c:pt idx="1190">
                  <c:v>56.084724000000001</c:v>
                </c:pt>
                <c:pt idx="1191">
                  <c:v>56.121712000000002</c:v>
                </c:pt>
                <c:pt idx="1192">
                  <c:v>56.160136999999999</c:v>
                </c:pt>
                <c:pt idx="1193">
                  <c:v>56.197563000000002</c:v>
                </c:pt>
                <c:pt idx="1194">
                  <c:v>56.231738999999997</c:v>
                </c:pt>
                <c:pt idx="1195">
                  <c:v>56.258316000000001</c:v>
                </c:pt>
                <c:pt idx="1196">
                  <c:v>56.279724000000002</c:v>
                </c:pt>
                <c:pt idx="1197">
                  <c:v>56.296734000000001</c:v>
                </c:pt>
                <c:pt idx="1198">
                  <c:v>56.308112999999999</c:v>
                </c:pt>
                <c:pt idx="1199">
                  <c:v>56.319527000000001</c:v>
                </c:pt>
                <c:pt idx="1200">
                  <c:v>56.333770999999999</c:v>
                </c:pt>
                <c:pt idx="1201">
                  <c:v>56.348404000000002</c:v>
                </c:pt>
                <c:pt idx="1202">
                  <c:v>56.369236000000001</c:v>
                </c:pt>
                <c:pt idx="1203">
                  <c:v>56.402706000000002</c:v>
                </c:pt>
                <c:pt idx="1204">
                  <c:v>56.445793000000002</c:v>
                </c:pt>
                <c:pt idx="1205">
                  <c:v>56.489227</c:v>
                </c:pt>
                <c:pt idx="1206">
                  <c:v>56.532623000000001</c:v>
                </c:pt>
                <c:pt idx="1207">
                  <c:v>56.565178000000003</c:v>
                </c:pt>
                <c:pt idx="1208">
                  <c:v>56.594456000000001</c:v>
                </c:pt>
                <c:pt idx="1209">
                  <c:v>56.619155999999997</c:v>
                </c:pt>
                <c:pt idx="1210">
                  <c:v>56.639201999999997</c:v>
                </c:pt>
                <c:pt idx="1211">
                  <c:v>56.653950000000002</c:v>
                </c:pt>
                <c:pt idx="1212">
                  <c:v>56.665585</c:v>
                </c:pt>
                <c:pt idx="1213">
                  <c:v>56.675240000000002</c:v>
                </c:pt>
                <c:pt idx="1214">
                  <c:v>56.680103000000003</c:v>
                </c:pt>
                <c:pt idx="1215">
                  <c:v>56.681519000000002</c:v>
                </c:pt>
                <c:pt idx="1216">
                  <c:v>56.684437000000003</c:v>
                </c:pt>
                <c:pt idx="1217">
                  <c:v>56.690060000000003</c:v>
                </c:pt>
                <c:pt idx="1218">
                  <c:v>56.700699</c:v>
                </c:pt>
                <c:pt idx="1219">
                  <c:v>56.713276</c:v>
                </c:pt>
                <c:pt idx="1220">
                  <c:v>56.724781</c:v>
                </c:pt>
                <c:pt idx="1221">
                  <c:v>56.739868000000001</c:v>
                </c:pt>
                <c:pt idx="1222">
                  <c:v>56.760413999999997</c:v>
                </c:pt>
                <c:pt idx="1223">
                  <c:v>56.786704999999998</c:v>
                </c:pt>
                <c:pt idx="1224">
                  <c:v>56.819588000000003</c:v>
                </c:pt>
                <c:pt idx="1225">
                  <c:v>56.868011000000003</c:v>
                </c:pt>
                <c:pt idx="1226">
                  <c:v>56.925407</c:v>
                </c:pt>
                <c:pt idx="1227">
                  <c:v>56.979691000000003</c:v>
                </c:pt>
                <c:pt idx="1228">
                  <c:v>57.031818000000001</c:v>
                </c:pt>
                <c:pt idx="1229">
                  <c:v>57.077418999999999</c:v>
                </c:pt>
                <c:pt idx="1230">
                  <c:v>57.117759999999997</c:v>
                </c:pt>
                <c:pt idx="1231">
                  <c:v>57.156483000000001</c:v>
                </c:pt>
                <c:pt idx="1232">
                  <c:v>57.189163000000001</c:v>
                </c:pt>
                <c:pt idx="1233">
                  <c:v>57.210898999999998</c:v>
                </c:pt>
                <c:pt idx="1234">
                  <c:v>57.216766</c:v>
                </c:pt>
                <c:pt idx="1235">
                  <c:v>57.213805999999998</c:v>
                </c:pt>
                <c:pt idx="1236">
                  <c:v>57.209774000000003</c:v>
                </c:pt>
                <c:pt idx="1237">
                  <c:v>57.206871</c:v>
                </c:pt>
                <c:pt idx="1238">
                  <c:v>57.205523999999997</c:v>
                </c:pt>
                <c:pt idx="1239">
                  <c:v>57.209679000000001</c:v>
                </c:pt>
                <c:pt idx="1240">
                  <c:v>57.220534999999998</c:v>
                </c:pt>
                <c:pt idx="1241">
                  <c:v>57.236038000000001</c:v>
                </c:pt>
                <c:pt idx="1242">
                  <c:v>57.251755000000003</c:v>
                </c:pt>
                <c:pt idx="1243">
                  <c:v>57.267189000000002</c:v>
                </c:pt>
                <c:pt idx="1244">
                  <c:v>57.284798000000002</c:v>
                </c:pt>
                <c:pt idx="1245">
                  <c:v>57.304206999999998</c:v>
                </c:pt>
                <c:pt idx="1246">
                  <c:v>57.323551000000002</c:v>
                </c:pt>
                <c:pt idx="1247">
                  <c:v>57.344791000000001</c:v>
                </c:pt>
                <c:pt idx="1248">
                  <c:v>57.370097999999999</c:v>
                </c:pt>
                <c:pt idx="1249">
                  <c:v>57.401206999999999</c:v>
                </c:pt>
                <c:pt idx="1250">
                  <c:v>57.437271000000003</c:v>
                </c:pt>
                <c:pt idx="1251">
                  <c:v>57.471684000000003</c:v>
                </c:pt>
                <c:pt idx="1252">
                  <c:v>57.502094</c:v>
                </c:pt>
                <c:pt idx="1253">
                  <c:v>57.521129999999999</c:v>
                </c:pt>
                <c:pt idx="1254">
                  <c:v>57.532043000000002</c:v>
                </c:pt>
                <c:pt idx="1255">
                  <c:v>57.542304999999999</c:v>
                </c:pt>
                <c:pt idx="1256">
                  <c:v>57.550125000000001</c:v>
                </c:pt>
                <c:pt idx="1257">
                  <c:v>57.553725999999997</c:v>
                </c:pt>
                <c:pt idx="1258">
                  <c:v>57.557423</c:v>
                </c:pt>
                <c:pt idx="1259">
                  <c:v>57.565842000000004</c:v>
                </c:pt>
                <c:pt idx="1260">
                  <c:v>57.575015999999998</c:v>
                </c:pt>
                <c:pt idx="1261">
                  <c:v>57.584248000000002</c:v>
                </c:pt>
                <c:pt idx="1262">
                  <c:v>57.587924999999998</c:v>
                </c:pt>
                <c:pt idx="1263">
                  <c:v>57.589294000000002</c:v>
                </c:pt>
                <c:pt idx="1264">
                  <c:v>57.588473999999998</c:v>
                </c:pt>
                <c:pt idx="1265">
                  <c:v>57.584854</c:v>
                </c:pt>
                <c:pt idx="1266">
                  <c:v>57.579262</c:v>
                </c:pt>
                <c:pt idx="1267">
                  <c:v>57.562908</c:v>
                </c:pt>
                <c:pt idx="1268">
                  <c:v>57.549411999999997</c:v>
                </c:pt>
                <c:pt idx="1269">
                  <c:v>57.535350999999999</c:v>
                </c:pt>
                <c:pt idx="1270">
                  <c:v>57.526133999999999</c:v>
                </c:pt>
                <c:pt idx="1271">
                  <c:v>57.514217000000002</c:v>
                </c:pt>
                <c:pt idx="1272">
                  <c:v>57.502746999999999</c:v>
                </c:pt>
                <c:pt idx="1273">
                  <c:v>57.498874999999998</c:v>
                </c:pt>
                <c:pt idx="1274">
                  <c:v>57.506118999999998</c:v>
                </c:pt>
                <c:pt idx="1275">
                  <c:v>57.514603000000001</c:v>
                </c:pt>
                <c:pt idx="1276">
                  <c:v>57.519917</c:v>
                </c:pt>
                <c:pt idx="1277">
                  <c:v>57.521748000000002</c:v>
                </c:pt>
                <c:pt idx="1278">
                  <c:v>57.528239999999997</c:v>
                </c:pt>
                <c:pt idx="1279">
                  <c:v>57.539524</c:v>
                </c:pt>
                <c:pt idx="1280">
                  <c:v>57.555115000000001</c:v>
                </c:pt>
                <c:pt idx="1281">
                  <c:v>57.570926999999998</c:v>
                </c:pt>
                <c:pt idx="1282">
                  <c:v>57.589016000000001</c:v>
                </c:pt>
                <c:pt idx="1283">
                  <c:v>57.609169000000001</c:v>
                </c:pt>
                <c:pt idx="1284">
                  <c:v>57.634697000000003</c:v>
                </c:pt>
                <c:pt idx="1285">
                  <c:v>57.663784</c:v>
                </c:pt>
                <c:pt idx="1286">
                  <c:v>57.692753000000003</c:v>
                </c:pt>
                <c:pt idx="1287">
                  <c:v>57.722453999999999</c:v>
                </c:pt>
                <c:pt idx="1288">
                  <c:v>57.755020000000002</c:v>
                </c:pt>
                <c:pt idx="1289">
                  <c:v>57.791148999999997</c:v>
                </c:pt>
                <c:pt idx="1290">
                  <c:v>57.828792999999997</c:v>
                </c:pt>
                <c:pt idx="1291">
                  <c:v>57.863864999999997</c:v>
                </c:pt>
                <c:pt idx="1292">
                  <c:v>57.894587999999999</c:v>
                </c:pt>
                <c:pt idx="1293">
                  <c:v>57.926696999999997</c:v>
                </c:pt>
                <c:pt idx="1294">
                  <c:v>57.958775000000003</c:v>
                </c:pt>
                <c:pt idx="1295">
                  <c:v>57.982436999999997</c:v>
                </c:pt>
                <c:pt idx="1296">
                  <c:v>57.999049999999997</c:v>
                </c:pt>
                <c:pt idx="1297">
                  <c:v>58.011715000000002</c:v>
                </c:pt>
                <c:pt idx="1298">
                  <c:v>58.023421999999997</c:v>
                </c:pt>
                <c:pt idx="1299">
                  <c:v>58.036037</c:v>
                </c:pt>
                <c:pt idx="1300">
                  <c:v>58.050666999999997</c:v>
                </c:pt>
                <c:pt idx="1301">
                  <c:v>58.067779999999999</c:v>
                </c:pt>
                <c:pt idx="1302">
                  <c:v>58.089042999999997</c:v>
                </c:pt>
                <c:pt idx="1303">
                  <c:v>58.117255999999998</c:v>
                </c:pt>
                <c:pt idx="1304">
                  <c:v>58.154961</c:v>
                </c:pt>
                <c:pt idx="1305">
                  <c:v>58.199486</c:v>
                </c:pt>
                <c:pt idx="1306">
                  <c:v>58.245846</c:v>
                </c:pt>
                <c:pt idx="1307">
                  <c:v>58.286900000000003</c:v>
                </c:pt>
                <c:pt idx="1308">
                  <c:v>58.325329000000004</c:v>
                </c:pt>
                <c:pt idx="1309">
                  <c:v>58.363880000000002</c:v>
                </c:pt>
                <c:pt idx="1310">
                  <c:v>58.403561000000003</c:v>
                </c:pt>
                <c:pt idx="1311">
                  <c:v>58.450619000000003</c:v>
                </c:pt>
                <c:pt idx="1312">
                  <c:v>58.504500999999998</c:v>
                </c:pt>
                <c:pt idx="1313">
                  <c:v>58.563091</c:v>
                </c:pt>
                <c:pt idx="1314">
                  <c:v>58.625214</c:v>
                </c:pt>
                <c:pt idx="1315">
                  <c:v>58.693893000000003</c:v>
                </c:pt>
                <c:pt idx="1316">
                  <c:v>58.768802999999998</c:v>
                </c:pt>
                <c:pt idx="1317">
                  <c:v>58.842796</c:v>
                </c:pt>
                <c:pt idx="1318">
                  <c:v>58.915005000000001</c:v>
                </c:pt>
                <c:pt idx="1319">
                  <c:v>58.984406</c:v>
                </c:pt>
                <c:pt idx="1320">
                  <c:v>59.047871000000001</c:v>
                </c:pt>
                <c:pt idx="1321">
                  <c:v>59.111564999999999</c:v>
                </c:pt>
                <c:pt idx="1322">
                  <c:v>59.177185000000001</c:v>
                </c:pt>
                <c:pt idx="1323">
                  <c:v>59.239840999999998</c:v>
                </c:pt>
                <c:pt idx="1324">
                  <c:v>59.301006000000001</c:v>
                </c:pt>
                <c:pt idx="1325">
                  <c:v>59.358809999999998</c:v>
                </c:pt>
                <c:pt idx="1326">
                  <c:v>59.414360000000002</c:v>
                </c:pt>
                <c:pt idx="1327">
                  <c:v>59.470241999999999</c:v>
                </c:pt>
                <c:pt idx="1328">
                  <c:v>59.527450999999999</c:v>
                </c:pt>
                <c:pt idx="1329">
                  <c:v>59.591301000000001</c:v>
                </c:pt>
                <c:pt idx="1330">
                  <c:v>59.662941000000004</c:v>
                </c:pt>
                <c:pt idx="1331">
                  <c:v>59.736091999999999</c:v>
                </c:pt>
                <c:pt idx="1332">
                  <c:v>59.806435</c:v>
                </c:pt>
                <c:pt idx="1333">
                  <c:v>59.872478000000001</c:v>
                </c:pt>
                <c:pt idx="1334">
                  <c:v>59.935619000000003</c:v>
                </c:pt>
                <c:pt idx="1335">
                  <c:v>59.996459999999999</c:v>
                </c:pt>
                <c:pt idx="1336">
                  <c:v>60.057831</c:v>
                </c:pt>
                <c:pt idx="1337">
                  <c:v>60.121963999999998</c:v>
                </c:pt>
                <c:pt idx="1338">
                  <c:v>60.189182000000002</c:v>
                </c:pt>
                <c:pt idx="1339">
                  <c:v>60.256774999999998</c:v>
                </c:pt>
                <c:pt idx="1340">
                  <c:v>60.328814999999999</c:v>
                </c:pt>
                <c:pt idx="1341">
                  <c:v>60.405524999999997</c:v>
                </c:pt>
                <c:pt idx="1342">
                  <c:v>60.485950000000003</c:v>
                </c:pt>
                <c:pt idx="1343">
                  <c:v>60.567225999999998</c:v>
                </c:pt>
                <c:pt idx="1344">
                  <c:v>60.651287000000004</c:v>
                </c:pt>
                <c:pt idx="1345">
                  <c:v>60.737194000000002</c:v>
                </c:pt>
                <c:pt idx="1346">
                  <c:v>60.820950000000003</c:v>
                </c:pt>
                <c:pt idx="1347">
                  <c:v>60.905037</c:v>
                </c:pt>
                <c:pt idx="1348">
                  <c:v>60.987983999999997</c:v>
                </c:pt>
                <c:pt idx="1349">
                  <c:v>61.064190000000004</c:v>
                </c:pt>
                <c:pt idx="1350">
                  <c:v>61.132545</c:v>
                </c:pt>
                <c:pt idx="1351">
                  <c:v>61.198582000000002</c:v>
                </c:pt>
                <c:pt idx="1352">
                  <c:v>61.267315000000004</c:v>
                </c:pt>
                <c:pt idx="1353">
                  <c:v>61.337921000000001</c:v>
                </c:pt>
                <c:pt idx="1354">
                  <c:v>61.410457999999998</c:v>
                </c:pt>
                <c:pt idx="1355">
                  <c:v>61.482703999999998</c:v>
                </c:pt>
                <c:pt idx="1356">
                  <c:v>61.550510000000003</c:v>
                </c:pt>
                <c:pt idx="1357">
                  <c:v>61.618248000000001</c:v>
                </c:pt>
                <c:pt idx="1358">
                  <c:v>61.690693000000003</c:v>
                </c:pt>
                <c:pt idx="1359">
                  <c:v>61.760348999999998</c:v>
                </c:pt>
                <c:pt idx="1360">
                  <c:v>61.823456</c:v>
                </c:pt>
                <c:pt idx="1361">
                  <c:v>61.881976999999999</c:v>
                </c:pt>
                <c:pt idx="1362">
                  <c:v>61.937759</c:v>
                </c:pt>
                <c:pt idx="1363">
                  <c:v>61.989989999999999</c:v>
                </c:pt>
                <c:pt idx="1364">
                  <c:v>62.039684000000001</c:v>
                </c:pt>
                <c:pt idx="1365">
                  <c:v>62.085278000000002</c:v>
                </c:pt>
                <c:pt idx="1366">
                  <c:v>62.129097000000002</c:v>
                </c:pt>
                <c:pt idx="1367">
                  <c:v>62.172629999999998</c:v>
                </c:pt>
                <c:pt idx="1368">
                  <c:v>62.214970000000001</c:v>
                </c:pt>
                <c:pt idx="1369">
                  <c:v>62.257106999999998</c:v>
                </c:pt>
                <c:pt idx="1370">
                  <c:v>62.301009999999998</c:v>
                </c:pt>
                <c:pt idx="1371">
                  <c:v>62.349544999999999</c:v>
                </c:pt>
                <c:pt idx="1372">
                  <c:v>62.400131000000002</c:v>
                </c:pt>
                <c:pt idx="1373">
                  <c:v>62.448017</c:v>
                </c:pt>
                <c:pt idx="1374">
                  <c:v>62.490828999999998</c:v>
                </c:pt>
                <c:pt idx="1375">
                  <c:v>62.532349000000004</c:v>
                </c:pt>
                <c:pt idx="1376">
                  <c:v>62.575603000000001</c:v>
                </c:pt>
                <c:pt idx="1377">
                  <c:v>62.621150999999998</c:v>
                </c:pt>
                <c:pt idx="1378">
                  <c:v>62.673752</c:v>
                </c:pt>
                <c:pt idx="1379">
                  <c:v>62.729953999999999</c:v>
                </c:pt>
                <c:pt idx="1380">
                  <c:v>62.778660000000002</c:v>
                </c:pt>
                <c:pt idx="1381">
                  <c:v>62.825465999999999</c:v>
                </c:pt>
                <c:pt idx="1382">
                  <c:v>62.867522999999998</c:v>
                </c:pt>
                <c:pt idx="1383">
                  <c:v>62.909903999999997</c:v>
                </c:pt>
                <c:pt idx="1384">
                  <c:v>62.953926000000003</c:v>
                </c:pt>
                <c:pt idx="1385">
                  <c:v>62.997489999999999</c:v>
                </c:pt>
                <c:pt idx="1386">
                  <c:v>63.039223</c:v>
                </c:pt>
                <c:pt idx="1387">
                  <c:v>63.082324999999997</c:v>
                </c:pt>
                <c:pt idx="1388">
                  <c:v>63.126536999999999</c:v>
                </c:pt>
                <c:pt idx="1389">
                  <c:v>63.172237000000003</c:v>
                </c:pt>
                <c:pt idx="1390">
                  <c:v>63.218147000000002</c:v>
                </c:pt>
                <c:pt idx="1391">
                  <c:v>63.264175000000002</c:v>
                </c:pt>
                <c:pt idx="1392">
                  <c:v>63.311703000000001</c:v>
                </c:pt>
                <c:pt idx="1393">
                  <c:v>63.359921</c:v>
                </c:pt>
                <c:pt idx="1394">
                  <c:v>63.410828000000002</c:v>
                </c:pt>
                <c:pt idx="1395">
                  <c:v>63.468426000000001</c:v>
                </c:pt>
                <c:pt idx="1396">
                  <c:v>63.536307999999998</c:v>
                </c:pt>
                <c:pt idx="1397">
                  <c:v>63.614632</c:v>
                </c:pt>
                <c:pt idx="1398">
                  <c:v>63.701027000000003</c:v>
                </c:pt>
                <c:pt idx="1399">
                  <c:v>63.788170000000001</c:v>
                </c:pt>
                <c:pt idx="1400">
                  <c:v>63.873336999999999</c:v>
                </c:pt>
                <c:pt idx="1401">
                  <c:v>63.956245000000003</c:v>
                </c:pt>
                <c:pt idx="1402">
                  <c:v>64.040199000000001</c:v>
                </c:pt>
                <c:pt idx="1403">
                  <c:v>64.121429000000006</c:v>
                </c:pt>
                <c:pt idx="1404">
                  <c:v>64.198966999999996</c:v>
                </c:pt>
                <c:pt idx="1405">
                  <c:v>64.275879000000003</c:v>
                </c:pt>
                <c:pt idx="1406">
                  <c:v>64.352881999999994</c:v>
                </c:pt>
                <c:pt idx="1407">
                  <c:v>64.424858</c:v>
                </c:pt>
                <c:pt idx="1408">
                  <c:v>64.489738000000003</c:v>
                </c:pt>
                <c:pt idx="1409">
                  <c:v>64.548812999999996</c:v>
                </c:pt>
                <c:pt idx="1410">
                  <c:v>64.607596999999998</c:v>
                </c:pt>
                <c:pt idx="1411">
                  <c:v>64.670958999999996</c:v>
                </c:pt>
                <c:pt idx="1412">
                  <c:v>64.741905000000003</c:v>
                </c:pt>
                <c:pt idx="1413">
                  <c:v>64.812325000000001</c:v>
                </c:pt>
                <c:pt idx="1414">
                  <c:v>64.876639999999995</c:v>
                </c:pt>
                <c:pt idx="1415">
                  <c:v>64.935562000000004</c:v>
                </c:pt>
                <c:pt idx="1416">
                  <c:v>64.992560999999995</c:v>
                </c:pt>
                <c:pt idx="1417">
                  <c:v>65.053787</c:v>
                </c:pt>
                <c:pt idx="1418">
                  <c:v>65.120148</c:v>
                </c:pt>
                <c:pt idx="1419">
                  <c:v>65.187843000000001</c:v>
                </c:pt>
                <c:pt idx="1420">
                  <c:v>65.253235000000004</c:v>
                </c:pt>
                <c:pt idx="1421">
                  <c:v>65.312904000000003</c:v>
                </c:pt>
                <c:pt idx="1422">
                  <c:v>65.366805999999997</c:v>
                </c:pt>
                <c:pt idx="1423">
                  <c:v>65.418120999999999</c:v>
                </c:pt>
                <c:pt idx="1424">
                  <c:v>65.466567999999995</c:v>
                </c:pt>
                <c:pt idx="1425">
                  <c:v>65.511527999999998</c:v>
                </c:pt>
                <c:pt idx="1426">
                  <c:v>65.555840000000003</c:v>
                </c:pt>
                <c:pt idx="1427">
                  <c:v>65.601394999999997</c:v>
                </c:pt>
                <c:pt idx="1428">
                  <c:v>65.649512999999999</c:v>
                </c:pt>
                <c:pt idx="1429">
                  <c:v>65.699234000000004</c:v>
                </c:pt>
                <c:pt idx="1430">
                  <c:v>65.754104999999996</c:v>
                </c:pt>
                <c:pt idx="1431">
                  <c:v>65.817093</c:v>
                </c:pt>
                <c:pt idx="1432">
                  <c:v>65.882712999999995</c:v>
                </c:pt>
                <c:pt idx="1433">
                  <c:v>65.948166000000001</c:v>
                </c:pt>
                <c:pt idx="1434">
                  <c:v>66.011581000000007</c:v>
                </c:pt>
                <c:pt idx="1435">
                  <c:v>66.075400999999999</c:v>
                </c:pt>
                <c:pt idx="1436">
                  <c:v>66.133872999999994</c:v>
                </c:pt>
                <c:pt idx="1437">
                  <c:v>66.183555999999996</c:v>
                </c:pt>
                <c:pt idx="1438">
                  <c:v>66.227501000000004</c:v>
                </c:pt>
                <c:pt idx="1439">
                  <c:v>66.270499999999998</c:v>
                </c:pt>
                <c:pt idx="1440">
                  <c:v>66.305678999999998</c:v>
                </c:pt>
                <c:pt idx="1441">
                  <c:v>66.335639999999998</c:v>
                </c:pt>
                <c:pt idx="1442">
                  <c:v>66.363815000000002</c:v>
                </c:pt>
                <c:pt idx="1443">
                  <c:v>66.393569999999997</c:v>
                </c:pt>
                <c:pt idx="1444">
                  <c:v>66.422745000000006</c:v>
                </c:pt>
                <c:pt idx="1445">
                  <c:v>66.450255999999996</c:v>
                </c:pt>
                <c:pt idx="1446">
                  <c:v>66.479423999999995</c:v>
                </c:pt>
                <c:pt idx="1447">
                  <c:v>66.513442999999995</c:v>
                </c:pt>
                <c:pt idx="1448">
                  <c:v>66.550926000000004</c:v>
                </c:pt>
                <c:pt idx="1449">
                  <c:v>66.591590999999994</c:v>
                </c:pt>
                <c:pt idx="1450">
                  <c:v>66.634665999999996</c:v>
                </c:pt>
                <c:pt idx="1451">
                  <c:v>66.678223000000003</c:v>
                </c:pt>
                <c:pt idx="1452">
                  <c:v>66.722594999999998</c:v>
                </c:pt>
                <c:pt idx="1453">
                  <c:v>66.770859000000002</c:v>
                </c:pt>
                <c:pt idx="1454">
                  <c:v>66.820685999999995</c:v>
                </c:pt>
                <c:pt idx="1455">
                  <c:v>66.869918999999996</c:v>
                </c:pt>
                <c:pt idx="1456">
                  <c:v>66.917061000000004</c:v>
                </c:pt>
                <c:pt idx="1457">
                  <c:v>66.962676999999999</c:v>
                </c:pt>
                <c:pt idx="1458">
                  <c:v>67.008087000000003</c:v>
                </c:pt>
                <c:pt idx="1459">
                  <c:v>67.052482999999995</c:v>
                </c:pt>
                <c:pt idx="1460">
                  <c:v>67.092613</c:v>
                </c:pt>
                <c:pt idx="1461">
                  <c:v>67.127883999999995</c:v>
                </c:pt>
                <c:pt idx="1462">
                  <c:v>67.159194999999997</c:v>
                </c:pt>
                <c:pt idx="1463">
                  <c:v>67.194694999999996</c:v>
                </c:pt>
                <c:pt idx="1464">
                  <c:v>67.237419000000003</c:v>
                </c:pt>
                <c:pt idx="1465">
                  <c:v>67.281715000000005</c:v>
                </c:pt>
                <c:pt idx="1466">
                  <c:v>67.325348000000005</c:v>
                </c:pt>
                <c:pt idx="1467">
                  <c:v>67.368324000000001</c:v>
                </c:pt>
                <c:pt idx="1468">
                  <c:v>67.411804000000004</c:v>
                </c:pt>
                <c:pt idx="1469">
                  <c:v>67.453002999999995</c:v>
                </c:pt>
                <c:pt idx="1470">
                  <c:v>67.486748000000006</c:v>
                </c:pt>
                <c:pt idx="1471">
                  <c:v>67.515136999999996</c:v>
                </c:pt>
                <c:pt idx="1472">
                  <c:v>67.545485999999997</c:v>
                </c:pt>
                <c:pt idx="1473">
                  <c:v>67.578423000000001</c:v>
                </c:pt>
                <c:pt idx="1474">
                  <c:v>67.612999000000002</c:v>
                </c:pt>
                <c:pt idx="1475">
                  <c:v>67.647178999999994</c:v>
                </c:pt>
                <c:pt idx="1476">
                  <c:v>67.681808000000004</c:v>
                </c:pt>
                <c:pt idx="1477">
                  <c:v>67.715294</c:v>
                </c:pt>
                <c:pt idx="1478">
                  <c:v>67.746986000000007</c:v>
                </c:pt>
                <c:pt idx="1479">
                  <c:v>67.777762999999993</c:v>
                </c:pt>
                <c:pt idx="1480">
                  <c:v>67.804053999999994</c:v>
                </c:pt>
                <c:pt idx="1481">
                  <c:v>67.828711999999996</c:v>
                </c:pt>
                <c:pt idx="1482">
                  <c:v>67.857574</c:v>
                </c:pt>
                <c:pt idx="1483">
                  <c:v>67.893935999999997</c:v>
                </c:pt>
                <c:pt idx="1484">
                  <c:v>67.936995999999994</c:v>
                </c:pt>
                <c:pt idx="1485">
                  <c:v>67.982117000000002</c:v>
                </c:pt>
                <c:pt idx="1486">
                  <c:v>68.022155999999995</c:v>
                </c:pt>
                <c:pt idx="1487">
                  <c:v>68.055023000000006</c:v>
                </c:pt>
                <c:pt idx="1488">
                  <c:v>68.085739000000004</c:v>
                </c:pt>
                <c:pt idx="1489">
                  <c:v>68.115181000000007</c:v>
                </c:pt>
                <c:pt idx="1490">
                  <c:v>68.142632000000006</c:v>
                </c:pt>
                <c:pt idx="1491">
                  <c:v>68.165604000000002</c:v>
                </c:pt>
                <c:pt idx="1492">
                  <c:v>68.184746000000004</c:v>
                </c:pt>
                <c:pt idx="1493">
                  <c:v>68.205765</c:v>
                </c:pt>
                <c:pt idx="1494">
                  <c:v>68.229125999999994</c:v>
                </c:pt>
                <c:pt idx="1495">
                  <c:v>68.247765000000001</c:v>
                </c:pt>
                <c:pt idx="1496">
                  <c:v>68.257689999999997</c:v>
                </c:pt>
                <c:pt idx="1497">
                  <c:v>68.263542000000001</c:v>
                </c:pt>
                <c:pt idx="1498">
                  <c:v>68.273894999999996</c:v>
                </c:pt>
                <c:pt idx="1499">
                  <c:v>68.288452000000007</c:v>
                </c:pt>
                <c:pt idx="1500">
                  <c:v>68.303595999999999</c:v>
                </c:pt>
                <c:pt idx="1501">
                  <c:v>68.317336999999995</c:v>
                </c:pt>
                <c:pt idx="1502">
                  <c:v>68.331383000000002</c:v>
                </c:pt>
                <c:pt idx="1503">
                  <c:v>68.345314000000002</c:v>
                </c:pt>
                <c:pt idx="1504">
                  <c:v>68.363006999999996</c:v>
                </c:pt>
                <c:pt idx="1505">
                  <c:v>68.387253000000001</c:v>
                </c:pt>
                <c:pt idx="1506">
                  <c:v>68.415771000000007</c:v>
                </c:pt>
                <c:pt idx="1507">
                  <c:v>68.446258999999998</c:v>
                </c:pt>
                <c:pt idx="1508">
                  <c:v>68.474334999999996</c:v>
                </c:pt>
                <c:pt idx="1509">
                  <c:v>68.503035999999994</c:v>
                </c:pt>
                <c:pt idx="1510">
                  <c:v>68.537841999999998</c:v>
                </c:pt>
                <c:pt idx="1511">
                  <c:v>68.580214999999995</c:v>
                </c:pt>
                <c:pt idx="1512">
                  <c:v>68.623778999999999</c:v>
                </c:pt>
                <c:pt idx="1513">
                  <c:v>68.667747000000006</c:v>
                </c:pt>
                <c:pt idx="1514">
                  <c:v>68.712081999999995</c:v>
                </c:pt>
                <c:pt idx="1515">
                  <c:v>68.759383999999997</c:v>
                </c:pt>
                <c:pt idx="1516">
                  <c:v>68.808052000000004</c:v>
                </c:pt>
                <c:pt idx="1517">
                  <c:v>68.853020000000001</c:v>
                </c:pt>
                <c:pt idx="1518">
                  <c:v>68.896629000000004</c:v>
                </c:pt>
                <c:pt idx="1519">
                  <c:v>68.941276999999999</c:v>
                </c:pt>
                <c:pt idx="1520">
                  <c:v>68.988463999999993</c:v>
                </c:pt>
                <c:pt idx="1521">
                  <c:v>69.038550999999998</c:v>
                </c:pt>
                <c:pt idx="1522">
                  <c:v>69.091728000000003</c:v>
                </c:pt>
                <c:pt idx="1523">
                  <c:v>69.144371000000007</c:v>
                </c:pt>
                <c:pt idx="1524">
                  <c:v>69.196242999999996</c:v>
                </c:pt>
                <c:pt idx="1525">
                  <c:v>69.245277000000002</c:v>
                </c:pt>
                <c:pt idx="1526">
                  <c:v>69.292884999999998</c:v>
                </c:pt>
                <c:pt idx="1527">
                  <c:v>69.340857999999997</c:v>
                </c:pt>
                <c:pt idx="1528">
                  <c:v>69.392525000000006</c:v>
                </c:pt>
                <c:pt idx="1529">
                  <c:v>69.450783000000001</c:v>
                </c:pt>
                <c:pt idx="1530">
                  <c:v>69.511832999999996</c:v>
                </c:pt>
                <c:pt idx="1531">
                  <c:v>69.571021999999999</c:v>
                </c:pt>
                <c:pt idx="1532">
                  <c:v>69.624008000000003</c:v>
                </c:pt>
                <c:pt idx="1533">
                  <c:v>69.670776000000004</c:v>
                </c:pt>
                <c:pt idx="1534">
                  <c:v>69.719787999999994</c:v>
                </c:pt>
                <c:pt idx="1535">
                  <c:v>69.773269999999997</c:v>
                </c:pt>
                <c:pt idx="1536">
                  <c:v>69.832672000000002</c:v>
                </c:pt>
                <c:pt idx="1537">
                  <c:v>69.896918999999997</c:v>
                </c:pt>
                <c:pt idx="1538">
                  <c:v>69.959778</c:v>
                </c:pt>
                <c:pt idx="1539">
                  <c:v>70.017548000000005</c:v>
                </c:pt>
                <c:pt idx="1540">
                  <c:v>70.074309999999997</c:v>
                </c:pt>
                <c:pt idx="1541">
                  <c:v>70.135093999999995</c:v>
                </c:pt>
                <c:pt idx="1542">
                  <c:v>70.203011000000004</c:v>
                </c:pt>
                <c:pt idx="1543">
                  <c:v>70.274817999999996</c:v>
                </c:pt>
                <c:pt idx="1544">
                  <c:v>70.346457999999998</c:v>
                </c:pt>
                <c:pt idx="1545">
                  <c:v>70.416977000000003</c:v>
                </c:pt>
                <c:pt idx="1546">
                  <c:v>70.485573000000002</c:v>
                </c:pt>
                <c:pt idx="1547">
                  <c:v>70.555107000000007</c:v>
                </c:pt>
                <c:pt idx="1548">
                  <c:v>70.624802000000003</c:v>
                </c:pt>
                <c:pt idx="1549">
                  <c:v>70.692711000000003</c:v>
                </c:pt>
                <c:pt idx="1550">
                  <c:v>70.76088</c:v>
                </c:pt>
                <c:pt idx="1551">
                  <c:v>70.831603999999999</c:v>
                </c:pt>
                <c:pt idx="1552">
                  <c:v>70.905417999999997</c:v>
                </c:pt>
                <c:pt idx="1553">
                  <c:v>70.980239999999995</c:v>
                </c:pt>
                <c:pt idx="1554">
                  <c:v>71.056022999999996</c:v>
                </c:pt>
                <c:pt idx="1555">
                  <c:v>71.131561000000005</c:v>
                </c:pt>
                <c:pt idx="1556">
                  <c:v>71.205169999999995</c:v>
                </c:pt>
                <c:pt idx="1557">
                  <c:v>71.278464999999997</c:v>
                </c:pt>
                <c:pt idx="1558">
                  <c:v>71.347190999999995</c:v>
                </c:pt>
                <c:pt idx="1559">
                  <c:v>71.413689000000005</c:v>
                </c:pt>
                <c:pt idx="1560">
                  <c:v>71.481155000000001</c:v>
                </c:pt>
                <c:pt idx="1561">
                  <c:v>71.554587999999995</c:v>
                </c:pt>
                <c:pt idx="1562">
                  <c:v>71.632980000000003</c:v>
                </c:pt>
                <c:pt idx="1563">
                  <c:v>71.713363999999999</c:v>
                </c:pt>
                <c:pt idx="1564">
                  <c:v>71.790535000000006</c:v>
                </c:pt>
                <c:pt idx="1565">
                  <c:v>71.860298</c:v>
                </c:pt>
                <c:pt idx="1566">
                  <c:v>71.923812999999996</c:v>
                </c:pt>
                <c:pt idx="1567">
                  <c:v>71.982269000000002</c:v>
                </c:pt>
                <c:pt idx="1568">
                  <c:v>72.038368000000006</c:v>
                </c:pt>
                <c:pt idx="1569">
                  <c:v>72.093558999999999</c:v>
                </c:pt>
                <c:pt idx="1570">
                  <c:v>72.150253000000006</c:v>
                </c:pt>
                <c:pt idx="1571">
                  <c:v>72.210991000000007</c:v>
                </c:pt>
                <c:pt idx="1572">
                  <c:v>72.277823999999995</c:v>
                </c:pt>
                <c:pt idx="1573">
                  <c:v>72.344611999999998</c:v>
                </c:pt>
                <c:pt idx="1574">
                  <c:v>72.407371999999995</c:v>
                </c:pt>
                <c:pt idx="1575">
                  <c:v>72.465774999999994</c:v>
                </c:pt>
                <c:pt idx="1576">
                  <c:v>72.519958000000003</c:v>
                </c:pt>
                <c:pt idx="1577">
                  <c:v>72.567513000000005</c:v>
                </c:pt>
                <c:pt idx="1578">
                  <c:v>72.609306000000004</c:v>
                </c:pt>
                <c:pt idx="1579">
                  <c:v>72.652007999999995</c:v>
                </c:pt>
                <c:pt idx="1580">
                  <c:v>72.698952000000006</c:v>
                </c:pt>
                <c:pt idx="1581">
                  <c:v>72.747292000000002</c:v>
                </c:pt>
                <c:pt idx="1582">
                  <c:v>72.796394000000006</c:v>
                </c:pt>
                <c:pt idx="1583">
                  <c:v>72.846466000000007</c:v>
                </c:pt>
                <c:pt idx="1584">
                  <c:v>72.893874999999994</c:v>
                </c:pt>
                <c:pt idx="1585">
                  <c:v>72.937431000000004</c:v>
                </c:pt>
                <c:pt idx="1586">
                  <c:v>72.981246999999996</c:v>
                </c:pt>
                <c:pt idx="1587">
                  <c:v>73.028343000000007</c:v>
                </c:pt>
                <c:pt idx="1588">
                  <c:v>73.081383000000002</c:v>
                </c:pt>
                <c:pt idx="1589">
                  <c:v>73.140677999999994</c:v>
                </c:pt>
                <c:pt idx="1590">
                  <c:v>73.205460000000002</c:v>
                </c:pt>
                <c:pt idx="1591">
                  <c:v>73.274283999999994</c:v>
                </c:pt>
                <c:pt idx="1592">
                  <c:v>73.343902999999997</c:v>
                </c:pt>
                <c:pt idx="1593">
                  <c:v>73.409644999999998</c:v>
                </c:pt>
                <c:pt idx="1594">
                  <c:v>73.470375000000004</c:v>
                </c:pt>
                <c:pt idx="1595">
                  <c:v>73.526557999999994</c:v>
                </c:pt>
                <c:pt idx="1596">
                  <c:v>73.577788999999996</c:v>
                </c:pt>
                <c:pt idx="1597">
                  <c:v>73.625754999999998</c:v>
                </c:pt>
                <c:pt idx="1598">
                  <c:v>73.673714000000004</c:v>
                </c:pt>
                <c:pt idx="1599">
                  <c:v>73.725455999999994</c:v>
                </c:pt>
                <c:pt idx="1600">
                  <c:v>73.781479000000004</c:v>
                </c:pt>
                <c:pt idx="1601">
                  <c:v>73.842369000000005</c:v>
                </c:pt>
                <c:pt idx="1602">
                  <c:v>73.906707999999995</c:v>
                </c:pt>
                <c:pt idx="1603">
                  <c:v>73.971474000000001</c:v>
                </c:pt>
                <c:pt idx="1604">
                  <c:v>74.035247999999996</c:v>
                </c:pt>
                <c:pt idx="1605">
                  <c:v>74.098433999999997</c:v>
                </c:pt>
                <c:pt idx="1606">
                  <c:v>74.162979000000007</c:v>
                </c:pt>
                <c:pt idx="1607">
                  <c:v>74.230789000000001</c:v>
                </c:pt>
                <c:pt idx="1608">
                  <c:v>74.306808000000004</c:v>
                </c:pt>
                <c:pt idx="1609">
                  <c:v>74.389420000000001</c:v>
                </c:pt>
                <c:pt idx="1610">
                  <c:v>74.476699999999994</c:v>
                </c:pt>
                <c:pt idx="1611">
                  <c:v>74.562629999999999</c:v>
                </c:pt>
                <c:pt idx="1612">
                  <c:v>74.646064999999993</c:v>
                </c:pt>
                <c:pt idx="1613">
                  <c:v>74.726356999999993</c:v>
                </c:pt>
                <c:pt idx="1614">
                  <c:v>74.804764000000006</c:v>
                </c:pt>
                <c:pt idx="1615">
                  <c:v>74.882514999999998</c:v>
                </c:pt>
                <c:pt idx="1616">
                  <c:v>74.955910000000003</c:v>
                </c:pt>
                <c:pt idx="1617">
                  <c:v>75.022307999999995</c:v>
                </c:pt>
                <c:pt idx="1618">
                  <c:v>75.086585999999997</c:v>
                </c:pt>
                <c:pt idx="1619">
                  <c:v>75.156693000000004</c:v>
                </c:pt>
                <c:pt idx="1620">
                  <c:v>75.232422</c:v>
                </c:pt>
                <c:pt idx="1621">
                  <c:v>75.310524000000001</c:v>
                </c:pt>
                <c:pt idx="1622">
                  <c:v>75.389472999999995</c:v>
                </c:pt>
                <c:pt idx="1623">
                  <c:v>75.469436999999999</c:v>
                </c:pt>
                <c:pt idx="1624">
                  <c:v>75.549294000000003</c:v>
                </c:pt>
                <c:pt idx="1625">
                  <c:v>75.626700999999997</c:v>
                </c:pt>
                <c:pt idx="1626">
                  <c:v>75.700485</c:v>
                </c:pt>
                <c:pt idx="1627">
                  <c:v>75.770622000000003</c:v>
                </c:pt>
                <c:pt idx="1628">
                  <c:v>75.840248000000003</c:v>
                </c:pt>
                <c:pt idx="1629">
                  <c:v>75.913100999999997</c:v>
                </c:pt>
                <c:pt idx="1630">
                  <c:v>75.992615000000001</c:v>
                </c:pt>
                <c:pt idx="1631">
                  <c:v>76.076767000000004</c:v>
                </c:pt>
                <c:pt idx="1632">
                  <c:v>76.160827999999995</c:v>
                </c:pt>
                <c:pt idx="1633">
                  <c:v>76.241073999999998</c:v>
                </c:pt>
                <c:pt idx="1634">
                  <c:v>76.318489</c:v>
                </c:pt>
                <c:pt idx="1635">
                  <c:v>76.392792</c:v>
                </c:pt>
                <c:pt idx="1636">
                  <c:v>76.468140000000005</c:v>
                </c:pt>
                <c:pt idx="1637">
                  <c:v>76.543014999999997</c:v>
                </c:pt>
                <c:pt idx="1638">
                  <c:v>76.616837000000004</c:v>
                </c:pt>
                <c:pt idx="1639">
                  <c:v>76.689102000000005</c:v>
                </c:pt>
                <c:pt idx="1640">
                  <c:v>76.758895999999993</c:v>
                </c:pt>
                <c:pt idx="1641">
                  <c:v>76.823288000000005</c:v>
                </c:pt>
                <c:pt idx="1642">
                  <c:v>76.888160999999997</c:v>
                </c:pt>
                <c:pt idx="1643">
                  <c:v>76.953033000000005</c:v>
                </c:pt>
                <c:pt idx="1644">
                  <c:v>77.015770000000003</c:v>
                </c:pt>
                <c:pt idx="1645">
                  <c:v>77.089005</c:v>
                </c:pt>
                <c:pt idx="1646">
                  <c:v>77.168816000000007</c:v>
                </c:pt>
                <c:pt idx="1647">
                  <c:v>77.252257999999998</c:v>
                </c:pt>
                <c:pt idx="1648">
                  <c:v>77.336433</c:v>
                </c:pt>
                <c:pt idx="1649">
                  <c:v>77.418593999999999</c:v>
                </c:pt>
                <c:pt idx="1650">
                  <c:v>77.499663999999996</c:v>
                </c:pt>
                <c:pt idx="1651">
                  <c:v>77.581367</c:v>
                </c:pt>
                <c:pt idx="1652">
                  <c:v>77.662612999999993</c:v>
                </c:pt>
                <c:pt idx="1653">
                  <c:v>77.747589000000005</c:v>
                </c:pt>
                <c:pt idx="1654">
                  <c:v>77.840286000000006</c:v>
                </c:pt>
                <c:pt idx="1655">
                  <c:v>77.936110999999997</c:v>
                </c:pt>
                <c:pt idx="1656">
                  <c:v>78.027648999999997</c:v>
                </c:pt>
                <c:pt idx="1657">
                  <c:v>78.111144999999993</c:v>
                </c:pt>
                <c:pt idx="1658">
                  <c:v>78.186531000000002</c:v>
                </c:pt>
                <c:pt idx="1659">
                  <c:v>78.254577999999995</c:v>
                </c:pt>
                <c:pt idx="1660">
                  <c:v>78.316597000000002</c:v>
                </c:pt>
                <c:pt idx="1661">
                  <c:v>78.375450000000001</c:v>
                </c:pt>
                <c:pt idx="1662">
                  <c:v>78.435096999999999</c:v>
                </c:pt>
                <c:pt idx="1663">
                  <c:v>78.496887000000001</c:v>
                </c:pt>
                <c:pt idx="1664">
                  <c:v>78.562140999999997</c:v>
                </c:pt>
                <c:pt idx="1665">
                  <c:v>78.627716000000007</c:v>
                </c:pt>
                <c:pt idx="1666">
                  <c:v>78.693061999999998</c:v>
                </c:pt>
                <c:pt idx="1667">
                  <c:v>78.753746000000007</c:v>
                </c:pt>
                <c:pt idx="1668">
                  <c:v>78.809730999999999</c:v>
                </c:pt>
                <c:pt idx="1669">
                  <c:v>78.863594000000006</c:v>
                </c:pt>
                <c:pt idx="1670">
                  <c:v>78.912109000000001</c:v>
                </c:pt>
                <c:pt idx="1671">
                  <c:v>78.953795999999997</c:v>
                </c:pt>
                <c:pt idx="1672">
                  <c:v>78.995163000000005</c:v>
                </c:pt>
                <c:pt idx="1673">
                  <c:v>79.034881999999996</c:v>
                </c:pt>
                <c:pt idx="1674">
                  <c:v>79.077697999999998</c:v>
                </c:pt>
                <c:pt idx="1675">
                  <c:v>79.124251999999998</c:v>
                </c:pt>
                <c:pt idx="1676">
                  <c:v>79.173255999999995</c:v>
                </c:pt>
                <c:pt idx="1677">
                  <c:v>79.223190000000002</c:v>
                </c:pt>
                <c:pt idx="1678">
                  <c:v>79.274947999999995</c:v>
                </c:pt>
                <c:pt idx="1679">
                  <c:v>79.325835999999995</c:v>
                </c:pt>
                <c:pt idx="1680">
                  <c:v>79.376137</c:v>
                </c:pt>
                <c:pt idx="1681">
                  <c:v>79.429732999999999</c:v>
                </c:pt>
                <c:pt idx="1682">
                  <c:v>79.484268</c:v>
                </c:pt>
                <c:pt idx="1683">
                  <c:v>79.532584999999997</c:v>
                </c:pt>
                <c:pt idx="1684">
                  <c:v>79.575316999999998</c:v>
                </c:pt>
                <c:pt idx="1685">
                  <c:v>79.611816000000005</c:v>
                </c:pt>
                <c:pt idx="1686">
                  <c:v>79.644501000000005</c:v>
                </c:pt>
                <c:pt idx="1687">
                  <c:v>79.679931999999994</c:v>
                </c:pt>
                <c:pt idx="1688">
                  <c:v>79.716742999999994</c:v>
                </c:pt>
                <c:pt idx="1689">
                  <c:v>79.754677000000001</c:v>
                </c:pt>
                <c:pt idx="1690">
                  <c:v>79.796515999999997</c:v>
                </c:pt>
                <c:pt idx="1691">
                  <c:v>79.842727999999994</c:v>
                </c:pt>
                <c:pt idx="1692">
                  <c:v>79.894835999999998</c:v>
                </c:pt>
                <c:pt idx="1693">
                  <c:v>79.949173000000002</c:v>
                </c:pt>
                <c:pt idx="1694">
                  <c:v>80.003890999999996</c:v>
                </c:pt>
                <c:pt idx="1695">
                  <c:v>80.063407999999995</c:v>
                </c:pt>
                <c:pt idx="1696">
                  <c:v>80.127014000000003</c:v>
                </c:pt>
                <c:pt idx="1697">
                  <c:v>80.193161000000003</c:v>
                </c:pt>
                <c:pt idx="1698">
                  <c:v>80.259444999999999</c:v>
                </c:pt>
                <c:pt idx="1699">
                  <c:v>80.315460000000002</c:v>
                </c:pt>
                <c:pt idx="1700">
                  <c:v>80.362335000000002</c:v>
                </c:pt>
                <c:pt idx="1701">
                  <c:v>80.400718999999995</c:v>
                </c:pt>
                <c:pt idx="1702">
                  <c:v>80.441199999999995</c:v>
                </c:pt>
                <c:pt idx="1703">
                  <c:v>80.482749999999996</c:v>
                </c:pt>
                <c:pt idx="1704">
                  <c:v>80.525131000000002</c:v>
                </c:pt>
                <c:pt idx="1705">
                  <c:v>80.565574999999995</c:v>
                </c:pt>
                <c:pt idx="1706">
                  <c:v>80.602279999999993</c:v>
                </c:pt>
                <c:pt idx="1707">
                  <c:v>80.629401999999999</c:v>
                </c:pt>
                <c:pt idx="1708">
                  <c:v>80.648101999999994</c:v>
                </c:pt>
                <c:pt idx="1709">
                  <c:v>80.661240000000006</c:v>
                </c:pt>
                <c:pt idx="1710">
                  <c:v>80.672484999999995</c:v>
                </c:pt>
                <c:pt idx="1711">
                  <c:v>80.686324999999997</c:v>
                </c:pt>
                <c:pt idx="1712">
                  <c:v>80.701836</c:v>
                </c:pt>
                <c:pt idx="1713">
                  <c:v>80.715187</c:v>
                </c:pt>
                <c:pt idx="1714">
                  <c:v>80.727256999999994</c:v>
                </c:pt>
                <c:pt idx="1715">
                  <c:v>80.742621999999997</c:v>
                </c:pt>
                <c:pt idx="1716">
                  <c:v>80.761955</c:v>
                </c:pt>
                <c:pt idx="1717">
                  <c:v>80.778426999999994</c:v>
                </c:pt>
                <c:pt idx="1718">
                  <c:v>80.793876999999995</c:v>
                </c:pt>
                <c:pt idx="1719">
                  <c:v>80.809792000000002</c:v>
                </c:pt>
                <c:pt idx="1720">
                  <c:v>80.827560000000005</c:v>
                </c:pt>
                <c:pt idx="1721">
                  <c:v>80.846512000000004</c:v>
                </c:pt>
                <c:pt idx="1722">
                  <c:v>80.862160000000003</c:v>
                </c:pt>
                <c:pt idx="1723">
                  <c:v>80.874763000000002</c:v>
                </c:pt>
                <c:pt idx="1724">
                  <c:v>80.885513000000003</c:v>
                </c:pt>
                <c:pt idx="1725">
                  <c:v>80.895095999999995</c:v>
                </c:pt>
                <c:pt idx="1726">
                  <c:v>80.905563000000001</c:v>
                </c:pt>
                <c:pt idx="1727">
                  <c:v>80.918494999999993</c:v>
                </c:pt>
                <c:pt idx="1728">
                  <c:v>80.932663000000005</c:v>
                </c:pt>
                <c:pt idx="1729">
                  <c:v>80.945830999999998</c:v>
                </c:pt>
                <c:pt idx="1730">
                  <c:v>80.959023000000002</c:v>
                </c:pt>
                <c:pt idx="1731">
                  <c:v>80.971558000000002</c:v>
                </c:pt>
                <c:pt idx="1732">
                  <c:v>80.982246000000004</c:v>
                </c:pt>
                <c:pt idx="1733">
                  <c:v>80.991020000000006</c:v>
                </c:pt>
                <c:pt idx="1734">
                  <c:v>81.001801</c:v>
                </c:pt>
                <c:pt idx="1735">
                  <c:v>81.014411999999993</c:v>
                </c:pt>
                <c:pt idx="1736">
                  <c:v>81.026938999999999</c:v>
                </c:pt>
                <c:pt idx="1737">
                  <c:v>81.036277999999996</c:v>
                </c:pt>
                <c:pt idx="1738">
                  <c:v>81.043602000000007</c:v>
                </c:pt>
                <c:pt idx="1739">
                  <c:v>81.052695999999997</c:v>
                </c:pt>
                <c:pt idx="1740">
                  <c:v>81.063438000000005</c:v>
                </c:pt>
                <c:pt idx="1741">
                  <c:v>81.076110999999997</c:v>
                </c:pt>
                <c:pt idx="1742">
                  <c:v>81.086348999999998</c:v>
                </c:pt>
                <c:pt idx="1743">
                  <c:v>81.087745999999996</c:v>
                </c:pt>
                <c:pt idx="1744">
                  <c:v>81.082808999999997</c:v>
                </c:pt>
                <c:pt idx="1745">
                  <c:v>81.074119999999994</c:v>
                </c:pt>
                <c:pt idx="1746">
                  <c:v>81.065849</c:v>
                </c:pt>
                <c:pt idx="1747">
                  <c:v>81.059760999999995</c:v>
                </c:pt>
                <c:pt idx="1748">
                  <c:v>81.056740000000005</c:v>
                </c:pt>
                <c:pt idx="1749">
                  <c:v>81.05162</c:v>
                </c:pt>
                <c:pt idx="1750">
                  <c:v>81.036911000000003</c:v>
                </c:pt>
                <c:pt idx="1751">
                  <c:v>81.016159000000002</c:v>
                </c:pt>
                <c:pt idx="1752">
                  <c:v>80.994101999999998</c:v>
                </c:pt>
                <c:pt idx="1753">
                  <c:v>80.971626000000001</c:v>
                </c:pt>
                <c:pt idx="1754">
                  <c:v>80.949623000000003</c:v>
                </c:pt>
                <c:pt idx="1755">
                  <c:v>80.931540999999996</c:v>
                </c:pt>
                <c:pt idx="1756">
                  <c:v>80.917357999999993</c:v>
                </c:pt>
                <c:pt idx="1757">
                  <c:v>80.903953999999999</c:v>
                </c:pt>
                <c:pt idx="1758">
                  <c:v>80.888794000000004</c:v>
                </c:pt>
                <c:pt idx="1759">
                  <c:v>80.871016999999995</c:v>
                </c:pt>
                <c:pt idx="1760">
                  <c:v>80.847153000000006</c:v>
                </c:pt>
                <c:pt idx="1761">
                  <c:v>80.816422000000003</c:v>
                </c:pt>
                <c:pt idx="1762">
                  <c:v>80.783798000000004</c:v>
                </c:pt>
                <c:pt idx="1763">
                  <c:v>80.753235000000004</c:v>
                </c:pt>
                <c:pt idx="1764">
                  <c:v>80.728554000000003</c:v>
                </c:pt>
                <c:pt idx="1765">
                  <c:v>80.708740000000006</c:v>
                </c:pt>
                <c:pt idx="1766">
                  <c:v>80.691788000000003</c:v>
                </c:pt>
                <c:pt idx="1767">
                  <c:v>80.677482999999995</c:v>
                </c:pt>
                <c:pt idx="1768">
                  <c:v>80.661574999999999</c:v>
                </c:pt>
                <c:pt idx="1769">
                  <c:v>80.642960000000002</c:v>
                </c:pt>
                <c:pt idx="1770">
                  <c:v>80.619240000000005</c:v>
                </c:pt>
                <c:pt idx="1771">
                  <c:v>80.59008</c:v>
                </c:pt>
                <c:pt idx="1772">
                  <c:v>80.557998999999995</c:v>
                </c:pt>
                <c:pt idx="1773">
                  <c:v>80.525620000000004</c:v>
                </c:pt>
                <c:pt idx="1774">
                  <c:v>80.493469000000005</c:v>
                </c:pt>
                <c:pt idx="1775">
                  <c:v>80.460517999999993</c:v>
                </c:pt>
                <c:pt idx="1776">
                  <c:v>80.426575</c:v>
                </c:pt>
                <c:pt idx="1777">
                  <c:v>80.391823000000002</c:v>
                </c:pt>
                <c:pt idx="1778">
                  <c:v>80.355239999999995</c:v>
                </c:pt>
                <c:pt idx="1779">
                  <c:v>80.321594000000005</c:v>
                </c:pt>
                <c:pt idx="1780">
                  <c:v>80.297507999999993</c:v>
                </c:pt>
                <c:pt idx="1781">
                  <c:v>80.278839000000005</c:v>
                </c:pt>
                <c:pt idx="1782">
                  <c:v>80.266800000000003</c:v>
                </c:pt>
                <c:pt idx="1783">
                  <c:v>80.265120999999994</c:v>
                </c:pt>
                <c:pt idx="1784">
                  <c:v>80.267714999999995</c:v>
                </c:pt>
                <c:pt idx="1785">
                  <c:v>80.269706999999997</c:v>
                </c:pt>
                <c:pt idx="1786">
                  <c:v>80.268578000000005</c:v>
                </c:pt>
                <c:pt idx="1787">
                  <c:v>80.263733000000002</c:v>
                </c:pt>
                <c:pt idx="1788">
                  <c:v>80.257462000000004</c:v>
                </c:pt>
                <c:pt idx="1789">
                  <c:v>80.252196999999995</c:v>
                </c:pt>
                <c:pt idx="1790">
                  <c:v>80.246498000000003</c:v>
                </c:pt>
                <c:pt idx="1791">
                  <c:v>80.240486000000004</c:v>
                </c:pt>
                <c:pt idx="1792">
                  <c:v>80.237533999999997</c:v>
                </c:pt>
                <c:pt idx="1793">
                  <c:v>80.236969000000002</c:v>
                </c:pt>
                <c:pt idx="1794">
                  <c:v>80.235077000000004</c:v>
                </c:pt>
                <c:pt idx="1795">
                  <c:v>80.232132000000007</c:v>
                </c:pt>
                <c:pt idx="1796">
                  <c:v>80.230620999999999</c:v>
                </c:pt>
                <c:pt idx="1797">
                  <c:v>80.226860000000002</c:v>
                </c:pt>
                <c:pt idx="1798">
                  <c:v>80.221519000000001</c:v>
                </c:pt>
                <c:pt idx="1799">
                  <c:v>80.216217</c:v>
                </c:pt>
                <c:pt idx="1800">
                  <c:v>80.201415999999995</c:v>
                </c:pt>
                <c:pt idx="1801">
                  <c:v>80.175849999999997</c:v>
                </c:pt>
                <c:pt idx="1802">
                  <c:v>80.146248</c:v>
                </c:pt>
                <c:pt idx="1803">
                  <c:v>80.123726000000005</c:v>
                </c:pt>
                <c:pt idx="1804">
                  <c:v>80.109589</c:v>
                </c:pt>
                <c:pt idx="1805">
                  <c:v>80.098990999999998</c:v>
                </c:pt>
                <c:pt idx="1806">
                  <c:v>80.088881999999998</c:v>
                </c:pt>
                <c:pt idx="1807">
                  <c:v>80.078864999999993</c:v>
                </c:pt>
                <c:pt idx="1808">
                  <c:v>80.071883999999997</c:v>
                </c:pt>
                <c:pt idx="1809">
                  <c:v>80.067986000000005</c:v>
                </c:pt>
                <c:pt idx="1810">
                  <c:v>80.063491999999997</c:v>
                </c:pt>
                <c:pt idx="1811">
                  <c:v>80.055817000000005</c:v>
                </c:pt>
                <c:pt idx="1812">
                  <c:v>80.045860000000005</c:v>
                </c:pt>
                <c:pt idx="1813">
                  <c:v>80.042755</c:v>
                </c:pt>
                <c:pt idx="1814">
                  <c:v>80.048889000000003</c:v>
                </c:pt>
                <c:pt idx="1815">
                  <c:v>80.061249000000004</c:v>
                </c:pt>
                <c:pt idx="1816">
                  <c:v>80.086051999999995</c:v>
                </c:pt>
                <c:pt idx="1817">
                  <c:v>80.121512999999993</c:v>
                </c:pt>
                <c:pt idx="1818">
                  <c:v>80.158957999999998</c:v>
                </c:pt>
                <c:pt idx="1819">
                  <c:v>80.192757</c:v>
                </c:pt>
                <c:pt idx="1820">
                  <c:v>80.225677000000005</c:v>
                </c:pt>
                <c:pt idx="1821">
                  <c:v>80.254547000000002</c:v>
                </c:pt>
                <c:pt idx="1822">
                  <c:v>80.282668999999999</c:v>
                </c:pt>
                <c:pt idx="1823">
                  <c:v>80.299460999999994</c:v>
                </c:pt>
                <c:pt idx="1824">
                  <c:v>80.307755</c:v>
                </c:pt>
                <c:pt idx="1825">
                  <c:v>80.318016</c:v>
                </c:pt>
                <c:pt idx="1826">
                  <c:v>80.325226000000001</c:v>
                </c:pt>
                <c:pt idx="1827">
                  <c:v>80.333466000000001</c:v>
                </c:pt>
                <c:pt idx="1828">
                  <c:v>80.346664000000004</c:v>
                </c:pt>
                <c:pt idx="1829">
                  <c:v>80.357498000000007</c:v>
                </c:pt>
                <c:pt idx="1830">
                  <c:v>80.370018000000002</c:v>
                </c:pt>
                <c:pt idx="1831">
                  <c:v>80.387009000000006</c:v>
                </c:pt>
                <c:pt idx="1832">
                  <c:v>80.408683999999994</c:v>
                </c:pt>
                <c:pt idx="1833">
                  <c:v>80.432816000000003</c:v>
                </c:pt>
                <c:pt idx="1834">
                  <c:v>80.456085000000002</c:v>
                </c:pt>
                <c:pt idx="1835">
                  <c:v>80.478363000000002</c:v>
                </c:pt>
                <c:pt idx="1836">
                  <c:v>80.499413000000004</c:v>
                </c:pt>
                <c:pt idx="1837">
                  <c:v>80.516953000000001</c:v>
                </c:pt>
                <c:pt idx="1838">
                  <c:v>80.529449</c:v>
                </c:pt>
                <c:pt idx="1839">
                  <c:v>80.540595999999994</c:v>
                </c:pt>
                <c:pt idx="1840">
                  <c:v>80.555137999999999</c:v>
                </c:pt>
                <c:pt idx="1841">
                  <c:v>80.574211000000005</c:v>
                </c:pt>
                <c:pt idx="1842">
                  <c:v>80.596030999999996</c:v>
                </c:pt>
                <c:pt idx="1843">
                  <c:v>80.616919999999993</c:v>
                </c:pt>
                <c:pt idx="1844">
                  <c:v>80.636916999999997</c:v>
                </c:pt>
                <c:pt idx="1845">
                  <c:v>80.654228000000003</c:v>
                </c:pt>
                <c:pt idx="1846">
                  <c:v>80.659514999999999</c:v>
                </c:pt>
                <c:pt idx="1847">
                  <c:v>80.649033000000003</c:v>
                </c:pt>
                <c:pt idx="1848">
                  <c:v>80.627906999999993</c:v>
                </c:pt>
                <c:pt idx="1849">
                  <c:v>80.605812</c:v>
                </c:pt>
                <c:pt idx="1850">
                  <c:v>80.585373000000004</c:v>
                </c:pt>
                <c:pt idx="1851">
                  <c:v>80.567947000000004</c:v>
                </c:pt>
                <c:pt idx="1852">
                  <c:v>80.553237999999993</c:v>
                </c:pt>
                <c:pt idx="1853">
                  <c:v>80.540512000000007</c:v>
                </c:pt>
                <c:pt idx="1854">
                  <c:v>80.537482999999995</c:v>
                </c:pt>
                <c:pt idx="1855">
                  <c:v>80.542229000000006</c:v>
                </c:pt>
                <c:pt idx="1856">
                  <c:v>80.546951000000007</c:v>
                </c:pt>
                <c:pt idx="1857">
                  <c:v>80.544906999999995</c:v>
                </c:pt>
                <c:pt idx="1858">
                  <c:v>80.544121000000004</c:v>
                </c:pt>
                <c:pt idx="1859">
                  <c:v>80.541625999999994</c:v>
                </c:pt>
                <c:pt idx="1860">
                  <c:v>80.541199000000006</c:v>
                </c:pt>
                <c:pt idx="1861">
                  <c:v>80.545287999999999</c:v>
                </c:pt>
                <c:pt idx="1862">
                  <c:v>80.547934999999995</c:v>
                </c:pt>
                <c:pt idx="1863">
                  <c:v>80.551368999999994</c:v>
                </c:pt>
                <c:pt idx="1864">
                  <c:v>80.562850999999995</c:v>
                </c:pt>
                <c:pt idx="1865">
                  <c:v>80.568862999999993</c:v>
                </c:pt>
                <c:pt idx="1866">
                  <c:v>80.586905999999999</c:v>
                </c:pt>
                <c:pt idx="1867">
                  <c:v>80.597022999999993</c:v>
                </c:pt>
                <c:pt idx="1868">
                  <c:v>80.605309000000005</c:v>
                </c:pt>
                <c:pt idx="1869">
                  <c:v>80.616309999999999</c:v>
                </c:pt>
                <c:pt idx="1870">
                  <c:v>80.618668</c:v>
                </c:pt>
                <c:pt idx="1871">
                  <c:v>80.613906999999998</c:v>
                </c:pt>
                <c:pt idx="1872">
                  <c:v>80.608161999999993</c:v>
                </c:pt>
                <c:pt idx="1873">
                  <c:v>80.615181000000007</c:v>
                </c:pt>
                <c:pt idx="1874">
                  <c:v>80.636680999999996</c:v>
                </c:pt>
                <c:pt idx="1875">
                  <c:v>80.667357999999993</c:v>
                </c:pt>
                <c:pt idx="1876">
                  <c:v>80.703789</c:v>
                </c:pt>
                <c:pt idx="1877">
                  <c:v>80.741776000000002</c:v>
                </c:pt>
                <c:pt idx="1878">
                  <c:v>80.779990999999995</c:v>
                </c:pt>
                <c:pt idx="1879">
                  <c:v>80.815567000000001</c:v>
                </c:pt>
                <c:pt idx="1880">
                  <c:v>80.847403999999997</c:v>
                </c:pt>
                <c:pt idx="1881">
                  <c:v>80.878685000000004</c:v>
                </c:pt>
                <c:pt idx="1882">
                  <c:v>80.909713999999994</c:v>
                </c:pt>
                <c:pt idx="1883">
                  <c:v>80.942138999999997</c:v>
                </c:pt>
                <c:pt idx="1884">
                  <c:v>80.975280999999995</c:v>
                </c:pt>
                <c:pt idx="1885">
                  <c:v>81.005386000000001</c:v>
                </c:pt>
                <c:pt idx="1886">
                  <c:v>81.031570000000002</c:v>
                </c:pt>
                <c:pt idx="1887">
                  <c:v>81.053702999999999</c:v>
                </c:pt>
                <c:pt idx="1888">
                  <c:v>81.069373999999996</c:v>
                </c:pt>
                <c:pt idx="1889">
                  <c:v>81.079170000000005</c:v>
                </c:pt>
                <c:pt idx="1890">
                  <c:v>81.085448999999997</c:v>
                </c:pt>
                <c:pt idx="1891">
                  <c:v>81.091376999999994</c:v>
                </c:pt>
                <c:pt idx="1892">
                  <c:v>81.105400000000003</c:v>
                </c:pt>
                <c:pt idx="1893">
                  <c:v>81.131912</c:v>
                </c:pt>
                <c:pt idx="1894">
                  <c:v>81.164848000000006</c:v>
                </c:pt>
                <c:pt idx="1895">
                  <c:v>81.196479999999994</c:v>
                </c:pt>
                <c:pt idx="1896">
                  <c:v>81.225266000000005</c:v>
                </c:pt>
                <c:pt idx="1897">
                  <c:v>81.251716999999999</c:v>
                </c:pt>
                <c:pt idx="1898">
                  <c:v>81.278167999999994</c:v>
                </c:pt>
                <c:pt idx="1899">
                  <c:v>81.303009000000003</c:v>
                </c:pt>
                <c:pt idx="1900">
                  <c:v>81.321151999999998</c:v>
                </c:pt>
                <c:pt idx="1901">
                  <c:v>81.330734000000007</c:v>
                </c:pt>
                <c:pt idx="1902">
                  <c:v>81.331069999999997</c:v>
                </c:pt>
                <c:pt idx="1903">
                  <c:v>81.328879999999998</c:v>
                </c:pt>
                <c:pt idx="1904">
                  <c:v>81.326522999999995</c:v>
                </c:pt>
                <c:pt idx="1905">
                  <c:v>81.323059000000001</c:v>
                </c:pt>
                <c:pt idx="1906">
                  <c:v>81.317513000000005</c:v>
                </c:pt>
                <c:pt idx="1907">
                  <c:v>81.312363000000005</c:v>
                </c:pt>
                <c:pt idx="1908">
                  <c:v>81.312714</c:v>
                </c:pt>
                <c:pt idx="1909">
                  <c:v>81.309730999999999</c:v>
                </c:pt>
                <c:pt idx="1910">
                  <c:v>81.299271000000005</c:v>
                </c:pt>
                <c:pt idx="1911">
                  <c:v>81.283317999999994</c:v>
                </c:pt>
                <c:pt idx="1912">
                  <c:v>81.265495000000001</c:v>
                </c:pt>
                <c:pt idx="1913">
                  <c:v>81.242965999999996</c:v>
                </c:pt>
                <c:pt idx="1914">
                  <c:v>81.214714000000001</c:v>
                </c:pt>
                <c:pt idx="1915">
                  <c:v>81.187140999999997</c:v>
                </c:pt>
                <c:pt idx="1916">
                  <c:v>81.161591000000001</c:v>
                </c:pt>
                <c:pt idx="1917">
                  <c:v>81.137039000000001</c:v>
                </c:pt>
                <c:pt idx="1918">
                  <c:v>81.113426000000004</c:v>
                </c:pt>
                <c:pt idx="1919">
                  <c:v>81.083977000000004</c:v>
                </c:pt>
                <c:pt idx="1920">
                  <c:v>81.050551999999996</c:v>
                </c:pt>
                <c:pt idx="1921">
                  <c:v>81.021468999999996</c:v>
                </c:pt>
                <c:pt idx="1922">
                  <c:v>80.994727999999995</c:v>
                </c:pt>
                <c:pt idx="1923">
                  <c:v>80.969436999999999</c:v>
                </c:pt>
                <c:pt idx="1924">
                  <c:v>80.946678000000006</c:v>
                </c:pt>
                <c:pt idx="1925">
                  <c:v>80.925658999999996</c:v>
                </c:pt>
                <c:pt idx="1926">
                  <c:v>80.902939000000003</c:v>
                </c:pt>
                <c:pt idx="1927">
                  <c:v>80.877219999999994</c:v>
                </c:pt>
                <c:pt idx="1928">
                  <c:v>80.849106000000006</c:v>
                </c:pt>
                <c:pt idx="1929">
                  <c:v>80.821586999999994</c:v>
                </c:pt>
                <c:pt idx="1930">
                  <c:v>80.795165999999995</c:v>
                </c:pt>
                <c:pt idx="1931">
                  <c:v>80.770133999999999</c:v>
                </c:pt>
                <c:pt idx="1932">
                  <c:v>80.750197999999997</c:v>
                </c:pt>
                <c:pt idx="1933">
                  <c:v>80.741516000000004</c:v>
                </c:pt>
                <c:pt idx="1934">
                  <c:v>80.744133000000005</c:v>
                </c:pt>
                <c:pt idx="1935">
                  <c:v>80.747780000000006</c:v>
                </c:pt>
                <c:pt idx="1936">
                  <c:v>80.746262000000002</c:v>
                </c:pt>
                <c:pt idx="1937">
                  <c:v>80.739081999999996</c:v>
                </c:pt>
                <c:pt idx="1938">
                  <c:v>80.725348999999994</c:v>
                </c:pt>
                <c:pt idx="1939">
                  <c:v>80.710860999999994</c:v>
                </c:pt>
                <c:pt idx="1940">
                  <c:v>80.700896999999998</c:v>
                </c:pt>
                <c:pt idx="1941">
                  <c:v>80.694084000000004</c:v>
                </c:pt>
                <c:pt idx="1942">
                  <c:v>80.687140999999997</c:v>
                </c:pt>
                <c:pt idx="1943">
                  <c:v>80.678886000000006</c:v>
                </c:pt>
                <c:pt idx="1944">
                  <c:v>80.672973999999996</c:v>
                </c:pt>
                <c:pt idx="1945">
                  <c:v>80.668364999999994</c:v>
                </c:pt>
                <c:pt idx="1946">
                  <c:v>80.662239</c:v>
                </c:pt>
                <c:pt idx="1947">
                  <c:v>80.659706</c:v>
                </c:pt>
                <c:pt idx="1948">
                  <c:v>80.663391000000004</c:v>
                </c:pt>
                <c:pt idx="1949">
                  <c:v>80.669746000000004</c:v>
                </c:pt>
                <c:pt idx="1950">
                  <c:v>80.674735999999996</c:v>
                </c:pt>
                <c:pt idx="1951">
                  <c:v>80.678818000000007</c:v>
                </c:pt>
                <c:pt idx="1952">
                  <c:v>80.683814999999996</c:v>
                </c:pt>
                <c:pt idx="1953">
                  <c:v>80.689109999999999</c:v>
                </c:pt>
                <c:pt idx="1954">
                  <c:v>80.695189999999997</c:v>
                </c:pt>
                <c:pt idx="1955">
                  <c:v>80.701019000000002</c:v>
                </c:pt>
                <c:pt idx="1956">
                  <c:v>80.703582999999995</c:v>
                </c:pt>
                <c:pt idx="1957">
                  <c:v>80.706115999999994</c:v>
                </c:pt>
                <c:pt idx="1958">
                  <c:v>80.710716000000005</c:v>
                </c:pt>
                <c:pt idx="1959">
                  <c:v>80.714661000000007</c:v>
                </c:pt>
                <c:pt idx="1960">
                  <c:v>80.715721000000002</c:v>
                </c:pt>
                <c:pt idx="1961">
                  <c:v>80.720177000000007</c:v>
                </c:pt>
                <c:pt idx="1962">
                  <c:v>80.736641000000006</c:v>
                </c:pt>
                <c:pt idx="1963">
                  <c:v>80.765472000000003</c:v>
                </c:pt>
                <c:pt idx="1964">
                  <c:v>80.799423000000004</c:v>
                </c:pt>
                <c:pt idx="1965">
                  <c:v>80.833327999999995</c:v>
                </c:pt>
                <c:pt idx="1966">
                  <c:v>80.866355999999996</c:v>
                </c:pt>
                <c:pt idx="1967">
                  <c:v>80.897155999999995</c:v>
                </c:pt>
                <c:pt idx="1968">
                  <c:v>80.925323000000006</c:v>
                </c:pt>
                <c:pt idx="1969">
                  <c:v>80.950912000000002</c:v>
                </c:pt>
                <c:pt idx="1970">
                  <c:v>80.975082</c:v>
                </c:pt>
                <c:pt idx="1971">
                  <c:v>80.998581000000001</c:v>
                </c:pt>
                <c:pt idx="1972">
                  <c:v>81.023415</c:v>
                </c:pt>
                <c:pt idx="1973">
                  <c:v>81.045631</c:v>
                </c:pt>
                <c:pt idx="1974">
                  <c:v>81.059921000000003</c:v>
                </c:pt>
                <c:pt idx="1975">
                  <c:v>81.070189999999997</c:v>
                </c:pt>
                <c:pt idx="1976">
                  <c:v>81.073677000000004</c:v>
                </c:pt>
                <c:pt idx="1977">
                  <c:v>81.076995999999994</c:v>
                </c:pt>
                <c:pt idx="1978">
                  <c:v>81.087540000000004</c:v>
                </c:pt>
                <c:pt idx="1979">
                  <c:v>81.102936</c:v>
                </c:pt>
                <c:pt idx="1980">
                  <c:v>81.125557000000001</c:v>
                </c:pt>
                <c:pt idx="1981">
                  <c:v>81.15361</c:v>
                </c:pt>
                <c:pt idx="1982">
                  <c:v>81.182570999999996</c:v>
                </c:pt>
                <c:pt idx="1983">
                  <c:v>81.211478999999997</c:v>
                </c:pt>
                <c:pt idx="1984">
                  <c:v>81.237472999999994</c:v>
                </c:pt>
                <c:pt idx="1985">
                  <c:v>81.259186</c:v>
                </c:pt>
                <c:pt idx="1986">
                  <c:v>81.275893999999994</c:v>
                </c:pt>
                <c:pt idx="1987">
                  <c:v>81.285979999999995</c:v>
                </c:pt>
                <c:pt idx="1988">
                  <c:v>81.290886</c:v>
                </c:pt>
                <c:pt idx="1989">
                  <c:v>81.292975999999996</c:v>
                </c:pt>
                <c:pt idx="1990">
                  <c:v>81.294182000000006</c:v>
                </c:pt>
                <c:pt idx="1991">
                  <c:v>81.292991999999998</c:v>
                </c:pt>
                <c:pt idx="1992">
                  <c:v>81.291611000000003</c:v>
                </c:pt>
                <c:pt idx="1993">
                  <c:v>81.282218999999998</c:v>
                </c:pt>
                <c:pt idx="1994">
                  <c:v>81.267357000000004</c:v>
                </c:pt>
                <c:pt idx="1995">
                  <c:v>81.24897</c:v>
                </c:pt>
                <c:pt idx="1996">
                  <c:v>81.225341999999998</c:v>
                </c:pt>
                <c:pt idx="1997">
                  <c:v>81.197486999999995</c:v>
                </c:pt>
                <c:pt idx="1998">
                  <c:v>81.166556999999997</c:v>
                </c:pt>
                <c:pt idx="1999">
                  <c:v>81.133788999999993</c:v>
                </c:pt>
                <c:pt idx="2000">
                  <c:v>81.098906999999997</c:v>
                </c:pt>
                <c:pt idx="2001">
                  <c:v>81.064880000000002</c:v>
                </c:pt>
                <c:pt idx="2002">
                  <c:v>81.034240999999994</c:v>
                </c:pt>
                <c:pt idx="2003">
                  <c:v>81.00412</c:v>
                </c:pt>
                <c:pt idx="2004">
                  <c:v>80.974586000000002</c:v>
                </c:pt>
                <c:pt idx="2005">
                  <c:v>80.949996999999996</c:v>
                </c:pt>
                <c:pt idx="2006">
                  <c:v>80.932083000000006</c:v>
                </c:pt>
                <c:pt idx="2007">
                  <c:v>80.918182000000002</c:v>
                </c:pt>
                <c:pt idx="2008">
                  <c:v>80.900833000000006</c:v>
                </c:pt>
                <c:pt idx="2009">
                  <c:v>80.880257</c:v>
                </c:pt>
                <c:pt idx="2010">
                  <c:v>80.859734000000003</c:v>
                </c:pt>
                <c:pt idx="2011">
                  <c:v>80.840575999999999</c:v>
                </c:pt>
                <c:pt idx="2012">
                  <c:v>80.825951000000003</c:v>
                </c:pt>
                <c:pt idx="2013">
                  <c:v>80.816665999999998</c:v>
                </c:pt>
                <c:pt idx="2014">
                  <c:v>80.804741000000007</c:v>
                </c:pt>
                <c:pt idx="2015">
                  <c:v>80.784203000000005</c:v>
                </c:pt>
                <c:pt idx="2016">
                  <c:v>80.758437999999998</c:v>
                </c:pt>
                <c:pt idx="2017">
                  <c:v>80.734222000000003</c:v>
                </c:pt>
                <c:pt idx="2018">
                  <c:v>80.713654000000005</c:v>
                </c:pt>
                <c:pt idx="2019">
                  <c:v>80.697654999999997</c:v>
                </c:pt>
                <c:pt idx="2020">
                  <c:v>80.686569000000006</c:v>
                </c:pt>
                <c:pt idx="2021">
                  <c:v>80.684769000000003</c:v>
                </c:pt>
                <c:pt idx="2022">
                  <c:v>80.695091000000005</c:v>
                </c:pt>
                <c:pt idx="2023">
                  <c:v>80.713042999999999</c:v>
                </c:pt>
                <c:pt idx="2024">
                  <c:v>80.736609999999999</c:v>
                </c:pt>
                <c:pt idx="2025">
                  <c:v>80.763367000000002</c:v>
                </c:pt>
                <c:pt idx="2026">
                  <c:v>80.789344999999997</c:v>
                </c:pt>
                <c:pt idx="2027">
                  <c:v>80.808837999999994</c:v>
                </c:pt>
                <c:pt idx="2028">
                  <c:v>80.820151999999993</c:v>
                </c:pt>
                <c:pt idx="2029">
                  <c:v>80.825691000000006</c:v>
                </c:pt>
                <c:pt idx="2030">
                  <c:v>80.823204000000004</c:v>
                </c:pt>
                <c:pt idx="2031">
                  <c:v>80.814734999999999</c:v>
                </c:pt>
                <c:pt idx="2032">
                  <c:v>80.806824000000006</c:v>
                </c:pt>
                <c:pt idx="2033">
                  <c:v>80.798507999999998</c:v>
                </c:pt>
                <c:pt idx="2034">
                  <c:v>80.789214999999999</c:v>
                </c:pt>
                <c:pt idx="2035">
                  <c:v>80.780997999999997</c:v>
                </c:pt>
                <c:pt idx="2036">
                  <c:v>80.774383999999998</c:v>
                </c:pt>
                <c:pt idx="2037">
                  <c:v>80.770911999999996</c:v>
                </c:pt>
                <c:pt idx="2038">
                  <c:v>80.772971999999996</c:v>
                </c:pt>
                <c:pt idx="2039">
                  <c:v>80.778548999999998</c:v>
                </c:pt>
                <c:pt idx="2040">
                  <c:v>80.785674999999998</c:v>
                </c:pt>
                <c:pt idx="2041">
                  <c:v>80.795174000000003</c:v>
                </c:pt>
                <c:pt idx="2042">
                  <c:v>80.807334999999995</c:v>
                </c:pt>
                <c:pt idx="2043">
                  <c:v>80.820992000000004</c:v>
                </c:pt>
                <c:pt idx="2044">
                  <c:v>80.833343999999997</c:v>
                </c:pt>
                <c:pt idx="2045">
                  <c:v>80.845862999999994</c:v>
                </c:pt>
                <c:pt idx="2046">
                  <c:v>80.861892999999995</c:v>
                </c:pt>
                <c:pt idx="2047">
                  <c:v>80.884086999999994</c:v>
                </c:pt>
                <c:pt idx="2048">
                  <c:v>80.906227000000001</c:v>
                </c:pt>
                <c:pt idx="2049">
                  <c:v>80.924842999999996</c:v>
                </c:pt>
                <c:pt idx="2050">
                  <c:v>80.938393000000005</c:v>
                </c:pt>
                <c:pt idx="2051">
                  <c:v>80.947777000000002</c:v>
                </c:pt>
                <c:pt idx="2052">
                  <c:v>80.955444</c:v>
                </c:pt>
                <c:pt idx="2053">
                  <c:v>80.964470000000006</c:v>
                </c:pt>
                <c:pt idx="2054">
                  <c:v>80.977158000000003</c:v>
                </c:pt>
                <c:pt idx="2055">
                  <c:v>80.992630000000005</c:v>
                </c:pt>
                <c:pt idx="2056">
                  <c:v>81.012328999999994</c:v>
                </c:pt>
                <c:pt idx="2057">
                  <c:v>81.032584999999997</c:v>
                </c:pt>
                <c:pt idx="2058">
                  <c:v>81.050751000000005</c:v>
                </c:pt>
                <c:pt idx="2059">
                  <c:v>81.068123</c:v>
                </c:pt>
                <c:pt idx="2060">
                  <c:v>81.084220999999999</c:v>
                </c:pt>
                <c:pt idx="2061">
                  <c:v>81.093620000000001</c:v>
                </c:pt>
                <c:pt idx="2062">
                  <c:v>81.099579000000006</c:v>
                </c:pt>
                <c:pt idx="2063">
                  <c:v>81.105628999999993</c:v>
                </c:pt>
                <c:pt idx="2064">
                  <c:v>81.110473999999996</c:v>
                </c:pt>
                <c:pt idx="2065">
                  <c:v>81.113517999999999</c:v>
                </c:pt>
                <c:pt idx="2066">
                  <c:v>81.114990000000006</c:v>
                </c:pt>
                <c:pt idx="2067">
                  <c:v>81.116698999999997</c:v>
                </c:pt>
                <c:pt idx="2068">
                  <c:v>81.118483999999995</c:v>
                </c:pt>
                <c:pt idx="2069">
                  <c:v>81.121696</c:v>
                </c:pt>
                <c:pt idx="2070">
                  <c:v>81.125236999999998</c:v>
                </c:pt>
                <c:pt idx="2071">
                  <c:v>81.127876000000001</c:v>
                </c:pt>
                <c:pt idx="2072">
                  <c:v>81.128310999999997</c:v>
                </c:pt>
                <c:pt idx="2073">
                  <c:v>81.12764</c:v>
                </c:pt>
                <c:pt idx="2074">
                  <c:v>81.128097999999994</c:v>
                </c:pt>
                <c:pt idx="2075">
                  <c:v>81.131080999999995</c:v>
                </c:pt>
                <c:pt idx="2076">
                  <c:v>81.136780000000002</c:v>
                </c:pt>
                <c:pt idx="2077">
                  <c:v>81.143051</c:v>
                </c:pt>
                <c:pt idx="2078">
                  <c:v>81.151061999999996</c:v>
                </c:pt>
                <c:pt idx="2079">
                  <c:v>81.159903999999997</c:v>
                </c:pt>
                <c:pt idx="2080">
                  <c:v>81.162612999999993</c:v>
                </c:pt>
                <c:pt idx="2081">
                  <c:v>81.158455000000004</c:v>
                </c:pt>
                <c:pt idx="2082">
                  <c:v>81.145652999999996</c:v>
                </c:pt>
                <c:pt idx="2083">
                  <c:v>81.130279999999999</c:v>
                </c:pt>
                <c:pt idx="2084">
                  <c:v>81.119011</c:v>
                </c:pt>
                <c:pt idx="2085">
                  <c:v>81.113731000000001</c:v>
                </c:pt>
                <c:pt idx="2086">
                  <c:v>81.112151999999995</c:v>
                </c:pt>
                <c:pt idx="2087">
                  <c:v>81.112831</c:v>
                </c:pt>
                <c:pt idx="2088">
                  <c:v>81.115761000000006</c:v>
                </c:pt>
                <c:pt idx="2089">
                  <c:v>81.120789000000002</c:v>
                </c:pt>
                <c:pt idx="2090">
                  <c:v>81.127487000000002</c:v>
                </c:pt>
                <c:pt idx="2091">
                  <c:v>81.132964999999999</c:v>
                </c:pt>
                <c:pt idx="2092">
                  <c:v>81.137801999999994</c:v>
                </c:pt>
                <c:pt idx="2093">
                  <c:v>81.145508000000007</c:v>
                </c:pt>
                <c:pt idx="2094">
                  <c:v>81.157325999999998</c:v>
                </c:pt>
                <c:pt idx="2095">
                  <c:v>81.174294000000003</c:v>
                </c:pt>
                <c:pt idx="2096">
                  <c:v>81.190887000000004</c:v>
                </c:pt>
                <c:pt idx="2097">
                  <c:v>81.198539999999994</c:v>
                </c:pt>
                <c:pt idx="2098">
                  <c:v>81.198006000000007</c:v>
                </c:pt>
                <c:pt idx="2099">
                  <c:v>81.196686</c:v>
                </c:pt>
                <c:pt idx="2100">
                  <c:v>81.195853999999997</c:v>
                </c:pt>
                <c:pt idx="2101">
                  <c:v>81.193404999999998</c:v>
                </c:pt>
                <c:pt idx="2102">
                  <c:v>81.19059</c:v>
                </c:pt>
                <c:pt idx="2103">
                  <c:v>81.18956</c:v>
                </c:pt>
                <c:pt idx="2104">
                  <c:v>81.193084999999996</c:v>
                </c:pt>
                <c:pt idx="2105">
                  <c:v>81.202492000000007</c:v>
                </c:pt>
                <c:pt idx="2106">
                  <c:v>81.214034999999996</c:v>
                </c:pt>
                <c:pt idx="2107">
                  <c:v>81.221230000000006</c:v>
                </c:pt>
                <c:pt idx="2108">
                  <c:v>81.222412000000006</c:v>
                </c:pt>
                <c:pt idx="2109">
                  <c:v>81.221016000000006</c:v>
                </c:pt>
                <c:pt idx="2110">
                  <c:v>81.219643000000005</c:v>
                </c:pt>
                <c:pt idx="2111">
                  <c:v>81.21669</c:v>
                </c:pt>
                <c:pt idx="2112">
                  <c:v>81.207892999999999</c:v>
                </c:pt>
                <c:pt idx="2113">
                  <c:v>81.194748000000004</c:v>
                </c:pt>
                <c:pt idx="2114">
                  <c:v>81.180603000000005</c:v>
                </c:pt>
                <c:pt idx="2115">
                  <c:v>81.169556</c:v>
                </c:pt>
                <c:pt idx="2116">
                  <c:v>81.157882999999998</c:v>
                </c:pt>
                <c:pt idx="2117">
                  <c:v>81.142501999999993</c:v>
                </c:pt>
                <c:pt idx="2118">
                  <c:v>81.124534999999995</c:v>
                </c:pt>
                <c:pt idx="2119">
                  <c:v>81.105132999999995</c:v>
                </c:pt>
                <c:pt idx="2120">
                  <c:v>81.089149000000006</c:v>
                </c:pt>
                <c:pt idx="2121">
                  <c:v>81.075806</c:v>
                </c:pt>
                <c:pt idx="2122">
                  <c:v>81.060501000000002</c:v>
                </c:pt>
                <c:pt idx="2123">
                  <c:v>81.043739000000002</c:v>
                </c:pt>
                <c:pt idx="2124">
                  <c:v>81.027816999999999</c:v>
                </c:pt>
                <c:pt idx="2125">
                  <c:v>81.010681000000005</c:v>
                </c:pt>
                <c:pt idx="2126">
                  <c:v>80.989959999999996</c:v>
                </c:pt>
                <c:pt idx="2127">
                  <c:v>80.965698000000003</c:v>
                </c:pt>
                <c:pt idx="2128">
                  <c:v>80.942100999999994</c:v>
                </c:pt>
                <c:pt idx="2129">
                  <c:v>80.927207999999993</c:v>
                </c:pt>
                <c:pt idx="2130">
                  <c:v>80.924957000000006</c:v>
                </c:pt>
                <c:pt idx="2131">
                  <c:v>80.937561000000002</c:v>
                </c:pt>
                <c:pt idx="2132">
                  <c:v>80.954070999999999</c:v>
                </c:pt>
                <c:pt idx="2133">
                  <c:v>80.965491999999998</c:v>
                </c:pt>
                <c:pt idx="2134">
                  <c:v>80.969634999999997</c:v>
                </c:pt>
                <c:pt idx="2135">
                  <c:v>80.969939999999994</c:v>
                </c:pt>
                <c:pt idx="2136">
                  <c:v>80.973693999999995</c:v>
                </c:pt>
                <c:pt idx="2137">
                  <c:v>80.982307000000006</c:v>
                </c:pt>
                <c:pt idx="2138">
                  <c:v>80.995666999999997</c:v>
                </c:pt>
                <c:pt idx="2139">
                  <c:v>81.006180000000001</c:v>
                </c:pt>
                <c:pt idx="2140">
                  <c:v>81.010611999999995</c:v>
                </c:pt>
                <c:pt idx="2141">
                  <c:v>81.007767000000001</c:v>
                </c:pt>
                <c:pt idx="2142">
                  <c:v>81.002182000000005</c:v>
                </c:pt>
                <c:pt idx="2143">
                  <c:v>80.995270000000005</c:v>
                </c:pt>
                <c:pt idx="2144">
                  <c:v>80.982840999999993</c:v>
                </c:pt>
                <c:pt idx="2145">
                  <c:v>80.965591000000003</c:v>
                </c:pt>
                <c:pt idx="2146">
                  <c:v>80.949753000000001</c:v>
                </c:pt>
                <c:pt idx="2147">
                  <c:v>80.937561000000002</c:v>
                </c:pt>
                <c:pt idx="2148">
                  <c:v>80.927093999999997</c:v>
                </c:pt>
                <c:pt idx="2149">
                  <c:v>80.917679000000007</c:v>
                </c:pt>
                <c:pt idx="2150">
                  <c:v>80.909583999999995</c:v>
                </c:pt>
                <c:pt idx="2151">
                  <c:v>80.904258999999996</c:v>
                </c:pt>
                <c:pt idx="2152">
                  <c:v>80.902457999999996</c:v>
                </c:pt>
                <c:pt idx="2153">
                  <c:v>80.901771999999994</c:v>
                </c:pt>
                <c:pt idx="2154">
                  <c:v>80.898628000000002</c:v>
                </c:pt>
                <c:pt idx="2155">
                  <c:v>80.890868999999995</c:v>
                </c:pt>
                <c:pt idx="2156">
                  <c:v>80.882430999999997</c:v>
                </c:pt>
                <c:pt idx="2157">
                  <c:v>80.874747999999997</c:v>
                </c:pt>
                <c:pt idx="2158">
                  <c:v>80.866553999999994</c:v>
                </c:pt>
                <c:pt idx="2159">
                  <c:v>80.856728000000004</c:v>
                </c:pt>
                <c:pt idx="2160">
                  <c:v>80.846558000000002</c:v>
                </c:pt>
                <c:pt idx="2161">
                  <c:v>80.840523000000005</c:v>
                </c:pt>
                <c:pt idx="2162">
                  <c:v>80.839478</c:v>
                </c:pt>
                <c:pt idx="2163">
                  <c:v>80.848456999999996</c:v>
                </c:pt>
                <c:pt idx="2164">
                  <c:v>80.864615999999998</c:v>
                </c:pt>
                <c:pt idx="2165">
                  <c:v>80.887466000000003</c:v>
                </c:pt>
                <c:pt idx="2166">
                  <c:v>80.91507</c:v>
                </c:pt>
                <c:pt idx="2167">
                  <c:v>80.943793999999997</c:v>
                </c:pt>
                <c:pt idx="2168">
                  <c:v>80.970275999999998</c:v>
                </c:pt>
                <c:pt idx="2169">
                  <c:v>80.993126000000004</c:v>
                </c:pt>
                <c:pt idx="2170">
                  <c:v>81.013489000000007</c:v>
                </c:pt>
                <c:pt idx="2171">
                  <c:v>81.036574999999999</c:v>
                </c:pt>
                <c:pt idx="2172">
                  <c:v>81.062438999999998</c:v>
                </c:pt>
                <c:pt idx="2173">
                  <c:v>81.089805999999996</c:v>
                </c:pt>
                <c:pt idx="2174">
                  <c:v>81.121955999999997</c:v>
                </c:pt>
                <c:pt idx="2175">
                  <c:v>81.15625</c:v>
                </c:pt>
                <c:pt idx="2176">
                  <c:v>81.191260999999997</c:v>
                </c:pt>
                <c:pt idx="2177">
                  <c:v>81.228958000000006</c:v>
                </c:pt>
                <c:pt idx="2178">
                  <c:v>81.267928999999995</c:v>
                </c:pt>
                <c:pt idx="2179">
                  <c:v>81.308243000000004</c:v>
                </c:pt>
                <c:pt idx="2180">
                  <c:v>81.348892000000006</c:v>
                </c:pt>
                <c:pt idx="2181">
                  <c:v>81.393767999999994</c:v>
                </c:pt>
                <c:pt idx="2182">
                  <c:v>81.443129999999996</c:v>
                </c:pt>
                <c:pt idx="2183">
                  <c:v>81.495407</c:v>
                </c:pt>
                <c:pt idx="2184">
                  <c:v>81.543259000000006</c:v>
                </c:pt>
                <c:pt idx="2185">
                  <c:v>81.582779000000002</c:v>
                </c:pt>
                <c:pt idx="2186">
                  <c:v>81.612076000000002</c:v>
                </c:pt>
                <c:pt idx="2187">
                  <c:v>81.635361000000003</c:v>
                </c:pt>
                <c:pt idx="2188">
                  <c:v>81.654326999999995</c:v>
                </c:pt>
                <c:pt idx="2189">
                  <c:v>81.672843999999998</c:v>
                </c:pt>
                <c:pt idx="2190">
                  <c:v>81.692100999999994</c:v>
                </c:pt>
                <c:pt idx="2191">
                  <c:v>81.711867999999996</c:v>
                </c:pt>
                <c:pt idx="2192">
                  <c:v>81.732001999999994</c:v>
                </c:pt>
                <c:pt idx="2193">
                  <c:v>81.752028999999993</c:v>
                </c:pt>
                <c:pt idx="2194">
                  <c:v>81.771507</c:v>
                </c:pt>
                <c:pt idx="2195">
                  <c:v>81.793059999999997</c:v>
                </c:pt>
                <c:pt idx="2196">
                  <c:v>81.818398000000002</c:v>
                </c:pt>
                <c:pt idx="2197">
                  <c:v>81.840179000000006</c:v>
                </c:pt>
                <c:pt idx="2198">
                  <c:v>81.847922999999994</c:v>
                </c:pt>
                <c:pt idx="2199">
                  <c:v>81.844048000000001</c:v>
                </c:pt>
                <c:pt idx="2200">
                  <c:v>81.835716000000005</c:v>
                </c:pt>
                <c:pt idx="2201">
                  <c:v>81.825912000000002</c:v>
                </c:pt>
                <c:pt idx="2202">
                  <c:v>81.815680999999998</c:v>
                </c:pt>
                <c:pt idx="2203">
                  <c:v>81.803757000000004</c:v>
                </c:pt>
                <c:pt idx="2204">
                  <c:v>81.792289999999994</c:v>
                </c:pt>
                <c:pt idx="2205">
                  <c:v>81.782500999999996</c:v>
                </c:pt>
                <c:pt idx="2206">
                  <c:v>81.770943000000003</c:v>
                </c:pt>
                <c:pt idx="2207">
                  <c:v>81.758628999999999</c:v>
                </c:pt>
                <c:pt idx="2208">
                  <c:v>81.751289</c:v>
                </c:pt>
                <c:pt idx="2209">
                  <c:v>81.749420000000001</c:v>
                </c:pt>
                <c:pt idx="2210">
                  <c:v>81.750152999999997</c:v>
                </c:pt>
                <c:pt idx="2211">
                  <c:v>81.749229</c:v>
                </c:pt>
                <c:pt idx="2212">
                  <c:v>81.746612999999996</c:v>
                </c:pt>
                <c:pt idx="2213">
                  <c:v>81.745705000000001</c:v>
                </c:pt>
                <c:pt idx="2214">
                  <c:v>81.744331000000003</c:v>
                </c:pt>
                <c:pt idx="2215">
                  <c:v>81.747001999999995</c:v>
                </c:pt>
                <c:pt idx="2216">
                  <c:v>81.753212000000005</c:v>
                </c:pt>
                <c:pt idx="2217">
                  <c:v>81.756698999999998</c:v>
                </c:pt>
                <c:pt idx="2218">
                  <c:v>81.754913000000002</c:v>
                </c:pt>
                <c:pt idx="2219">
                  <c:v>81.748497</c:v>
                </c:pt>
                <c:pt idx="2220">
                  <c:v>81.736603000000002</c:v>
                </c:pt>
                <c:pt idx="2221">
                  <c:v>81.721535000000003</c:v>
                </c:pt>
                <c:pt idx="2222">
                  <c:v>81.705787999999998</c:v>
                </c:pt>
                <c:pt idx="2223">
                  <c:v>81.693443000000002</c:v>
                </c:pt>
                <c:pt idx="2224">
                  <c:v>81.683684999999997</c:v>
                </c:pt>
                <c:pt idx="2225">
                  <c:v>81.678321999999994</c:v>
                </c:pt>
                <c:pt idx="2226">
                  <c:v>81.677482999999995</c:v>
                </c:pt>
                <c:pt idx="2227">
                  <c:v>81.678162</c:v>
                </c:pt>
                <c:pt idx="2228">
                  <c:v>81.676215999999997</c:v>
                </c:pt>
                <c:pt idx="2229">
                  <c:v>81.670067000000003</c:v>
                </c:pt>
                <c:pt idx="2230">
                  <c:v>81.662422000000007</c:v>
                </c:pt>
                <c:pt idx="2231">
                  <c:v>81.652573000000004</c:v>
                </c:pt>
                <c:pt idx="2232">
                  <c:v>81.641318999999996</c:v>
                </c:pt>
                <c:pt idx="2233">
                  <c:v>81.633262999999999</c:v>
                </c:pt>
                <c:pt idx="2234">
                  <c:v>81.626189999999994</c:v>
                </c:pt>
                <c:pt idx="2235">
                  <c:v>81.618469000000005</c:v>
                </c:pt>
                <c:pt idx="2236">
                  <c:v>81.607688999999993</c:v>
                </c:pt>
                <c:pt idx="2237">
                  <c:v>81.594116</c:v>
                </c:pt>
                <c:pt idx="2238">
                  <c:v>81.581733999999997</c:v>
                </c:pt>
                <c:pt idx="2239">
                  <c:v>81.576271000000006</c:v>
                </c:pt>
                <c:pt idx="2240">
                  <c:v>81.572800000000001</c:v>
                </c:pt>
                <c:pt idx="2241">
                  <c:v>81.566010000000006</c:v>
                </c:pt>
                <c:pt idx="2242">
                  <c:v>81.561965999999998</c:v>
                </c:pt>
                <c:pt idx="2243">
                  <c:v>81.550597999999994</c:v>
                </c:pt>
                <c:pt idx="2244">
                  <c:v>81.530563000000001</c:v>
                </c:pt>
                <c:pt idx="2245">
                  <c:v>81.506157000000002</c:v>
                </c:pt>
                <c:pt idx="2246">
                  <c:v>81.477447999999995</c:v>
                </c:pt>
                <c:pt idx="2247">
                  <c:v>81.447204999999997</c:v>
                </c:pt>
                <c:pt idx="2248">
                  <c:v>81.416359</c:v>
                </c:pt>
                <c:pt idx="2249">
                  <c:v>81.386757000000003</c:v>
                </c:pt>
                <c:pt idx="2250">
                  <c:v>81.361046000000002</c:v>
                </c:pt>
                <c:pt idx="2251">
                  <c:v>81.336792000000003</c:v>
                </c:pt>
                <c:pt idx="2252">
                  <c:v>81.309357000000006</c:v>
                </c:pt>
                <c:pt idx="2253">
                  <c:v>81.279510000000002</c:v>
                </c:pt>
                <c:pt idx="2254">
                  <c:v>81.256065000000007</c:v>
                </c:pt>
                <c:pt idx="2255">
                  <c:v>81.240645999999998</c:v>
                </c:pt>
                <c:pt idx="2256">
                  <c:v>81.232346000000007</c:v>
                </c:pt>
                <c:pt idx="2257">
                  <c:v>81.229729000000006</c:v>
                </c:pt>
                <c:pt idx="2258">
                  <c:v>81.228806000000006</c:v>
                </c:pt>
                <c:pt idx="2259">
                  <c:v>81.229118</c:v>
                </c:pt>
                <c:pt idx="2260">
                  <c:v>81.229384999999994</c:v>
                </c:pt>
                <c:pt idx="2261">
                  <c:v>81.226860000000002</c:v>
                </c:pt>
                <c:pt idx="2262">
                  <c:v>81.219070000000002</c:v>
                </c:pt>
                <c:pt idx="2263">
                  <c:v>81.208916000000002</c:v>
                </c:pt>
                <c:pt idx="2264">
                  <c:v>81.200050000000005</c:v>
                </c:pt>
                <c:pt idx="2265">
                  <c:v>81.195610000000002</c:v>
                </c:pt>
                <c:pt idx="2266">
                  <c:v>81.195526000000001</c:v>
                </c:pt>
                <c:pt idx="2267">
                  <c:v>81.197059999999993</c:v>
                </c:pt>
                <c:pt idx="2268">
                  <c:v>81.200439000000003</c:v>
                </c:pt>
                <c:pt idx="2269">
                  <c:v>81.211945</c:v>
                </c:pt>
                <c:pt idx="2270">
                  <c:v>81.227203000000003</c:v>
                </c:pt>
                <c:pt idx="2271">
                  <c:v>81.241401999999994</c:v>
                </c:pt>
                <c:pt idx="2272">
                  <c:v>81.248817000000003</c:v>
                </c:pt>
                <c:pt idx="2273">
                  <c:v>81.252510000000001</c:v>
                </c:pt>
                <c:pt idx="2274">
                  <c:v>81.255920000000003</c:v>
                </c:pt>
                <c:pt idx="2275">
                  <c:v>81.25985</c:v>
                </c:pt>
                <c:pt idx="2276">
                  <c:v>81.263496000000004</c:v>
                </c:pt>
                <c:pt idx="2277">
                  <c:v>81.267882999999998</c:v>
                </c:pt>
                <c:pt idx="2278">
                  <c:v>81.275040000000004</c:v>
                </c:pt>
                <c:pt idx="2279">
                  <c:v>81.281424999999999</c:v>
                </c:pt>
                <c:pt idx="2280">
                  <c:v>81.287468000000004</c:v>
                </c:pt>
                <c:pt idx="2281">
                  <c:v>81.297966000000002</c:v>
                </c:pt>
                <c:pt idx="2282">
                  <c:v>81.309486000000007</c:v>
                </c:pt>
                <c:pt idx="2283">
                  <c:v>81.324721999999994</c:v>
                </c:pt>
                <c:pt idx="2284">
                  <c:v>81.348740000000006</c:v>
                </c:pt>
                <c:pt idx="2285">
                  <c:v>81.375754999999998</c:v>
                </c:pt>
                <c:pt idx="2286">
                  <c:v>81.400565999999998</c:v>
                </c:pt>
                <c:pt idx="2287">
                  <c:v>81.423607000000004</c:v>
                </c:pt>
                <c:pt idx="2288">
                  <c:v>81.446883999999997</c:v>
                </c:pt>
                <c:pt idx="2289">
                  <c:v>81.472297999999995</c:v>
                </c:pt>
                <c:pt idx="2290">
                  <c:v>81.497978000000003</c:v>
                </c:pt>
                <c:pt idx="2291">
                  <c:v>81.525054999999995</c:v>
                </c:pt>
                <c:pt idx="2292">
                  <c:v>81.555565000000001</c:v>
                </c:pt>
                <c:pt idx="2293">
                  <c:v>81.584823999999998</c:v>
                </c:pt>
                <c:pt idx="2294">
                  <c:v>81.608069999999998</c:v>
                </c:pt>
                <c:pt idx="2295">
                  <c:v>81.624008000000003</c:v>
                </c:pt>
                <c:pt idx="2296">
                  <c:v>81.634155000000007</c:v>
                </c:pt>
                <c:pt idx="2297">
                  <c:v>81.648253999999994</c:v>
                </c:pt>
                <c:pt idx="2298">
                  <c:v>81.661963999999998</c:v>
                </c:pt>
                <c:pt idx="2299">
                  <c:v>81.688034000000002</c:v>
                </c:pt>
                <c:pt idx="2300">
                  <c:v>81.710052000000005</c:v>
                </c:pt>
                <c:pt idx="2301">
                  <c:v>81.731696999999997</c:v>
                </c:pt>
                <c:pt idx="2302">
                  <c:v>81.758926000000002</c:v>
                </c:pt>
                <c:pt idx="2303">
                  <c:v>81.794357000000005</c:v>
                </c:pt>
                <c:pt idx="2304">
                  <c:v>81.835480000000004</c:v>
                </c:pt>
                <c:pt idx="2305">
                  <c:v>81.878731000000002</c:v>
                </c:pt>
                <c:pt idx="2306">
                  <c:v>81.923157000000003</c:v>
                </c:pt>
                <c:pt idx="2307">
                  <c:v>81.973267000000007</c:v>
                </c:pt>
                <c:pt idx="2308">
                  <c:v>82.026711000000006</c:v>
                </c:pt>
                <c:pt idx="2309">
                  <c:v>82.081481999999994</c:v>
                </c:pt>
                <c:pt idx="2310">
                  <c:v>82.137244999999993</c:v>
                </c:pt>
                <c:pt idx="2311">
                  <c:v>82.191436999999993</c:v>
                </c:pt>
                <c:pt idx="2312">
                  <c:v>82.243110999999999</c:v>
                </c:pt>
                <c:pt idx="2313">
                  <c:v>82.294876000000002</c:v>
                </c:pt>
                <c:pt idx="2314">
                  <c:v>82.350005999999993</c:v>
                </c:pt>
                <c:pt idx="2315">
                  <c:v>82.407494</c:v>
                </c:pt>
                <c:pt idx="2316">
                  <c:v>82.463493</c:v>
                </c:pt>
                <c:pt idx="2317">
                  <c:v>82.514435000000006</c:v>
                </c:pt>
                <c:pt idx="2318">
                  <c:v>82.563095000000004</c:v>
                </c:pt>
                <c:pt idx="2319">
                  <c:v>82.611144999999993</c:v>
                </c:pt>
                <c:pt idx="2320">
                  <c:v>82.659706</c:v>
                </c:pt>
                <c:pt idx="2321">
                  <c:v>82.706123000000005</c:v>
                </c:pt>
                <c:pt idx="2322">
                  <c:v>82.749465999999998</c:v>
                </c:pt>
                <c:pt idx="2323">
                  <c:v>82.798598999999996</c:v>
                </c:pt>
                <c:pt idx="2324">
                  <c:v>82.850761000000006</c:v>
                </c:pt>
                <c:pt idx="2325">
                  <c:v>82.903724999999994</c:v>
                </c:pt>
                <c:pt idx="2326">
                  <c:v>82.957725999999994</c:v>
                </c:pt>
                <c:pt idx="2327">
                  <c:v>83.008362000000005</c:v>
                </c:pt>
                <c:pt idx="2328">
                  <c:v>83.054542999999995</c:v>
                </c:pt>
                <c:pt idx="2329">
                  <c:v>83.098975999999993</c:v>
                </c:pt>
                <c:pt idx="2330">
                  <c:v>83.144919999999999</c:v>
                </c:pt>
                <c:pt idx="2331">
                  <c:v>83.190467999999996</c:v>
                </c:pt>
                <c:pt idx="2332">
                  <c:v>83.235077000000004</c:v>
                </c:pt>
                <c:pt idx="2333">
                  <c:v>83.278182999999999</c:v>
                </c:pt>
                <c:pt idx="2334">
                  <c:v>83.319046</c:v>
                </c:pt>
                <c:pt idx="2335">
                  <c:v>83.357902999999993</c:v>
                </c:pt>
                <c:pt idx="2336">
                  <c:v>83.395988000000003</c:v>
                </c:pt>
                <c:pt idx="2337">
                  <c:v>83.433661999999998</c:v>
                </c:pt>
                <c:pt idx="2338">
                  <c:v>83.471808999999993</c:v>
                </c:pt>
                <c:pt idx="2339">
                  <c:v>83.509879999999995</c:v>
                </c:pt>
                <c:pt idx="2340">
                  <c:v>83.546700000000001</c:v>
                </c:pt>
                <c:pt idx="2341">
                  <c:v>83.581085000000002</c:v>
                </c:pt>
                <c:pt idx="2342">
                  <c:v>83.611007999999998</c:v>
                </c:pt>
                <c:pt idx="2343">
                  <c:v>83.640204999999995</c:v>
                </c:pt>
                <c:pt idx="2344">
                  <c:v>83.671272000000002</c:v>
                </c:pt>
                <c:pt idx="2345">
                  <c:v>83.704834000000005</c:v>
                </c:pt>
                <c:pt idx="2346">
                  <c:v>83.739295999999996</c:v>
                </c:pt>
                <c:pt idx="2347">
                  <c:v>83.772521999999995</c:v>
                </c:pt>
                <c:pt idx="2348">
                  <c:v>83.80574</c:v>
                </c:pt>
                <c:pt idx="2349">
                  <c:v>83.839340000000007</c:v>
                </c:pt>
                <c:pt idx="2350">
                  <c:v>83.870613000000006</c:v>
                </c:pt>
                <c:pt idx="2351">
                  <c:v>83.903983999999994</c:v>
                </c:pt>
                <c:pt idx="2352">
                  <c:v>83.939514000000003</c:v>
                </c:pt>
                <c:pt idx="2353">
                  <c:v>83.972389000000007</c:v>
                </c:pt>
                <c:pt idx="2354">
                  <c:v>84.002808000000002</c:v>
                </c:pt>
                <c:pt idx="2355">
                  <c:v>84.032004999999998</c:v>
                </c:pt>
                <c:pt idx="2356">
                  <c:v>84.060660999999996</c:v>
                </c:pt>
                <c:pt idx="2357">
                  <c:v>84.088699000000005</c:v>
                </c:pt>
                <c:pt idx="2358">
                  <c:v>84.117157000000006</c:v>
                </c:pt>
                <c:pt idx="2359">
                  <c:v>84.148346000000004</c:v>
                </c:pt>
                <c:pt idx="2360">
                  <c:v>84.180344000000005</c:v>
                </c:pt>
                <c:pt idx="2361">
                  <c:v>84.209877000000006</c:v>
                </c:pt>
                <c:pt idx="2362">
                  <c:v>84.237342999999996</c:v>
                </c:pt>
                <c:pt idx="2363">
                  <c:v>84.264861999999994</c:v>
                </c:pt>
                <c:pt idx="2364">
                  <c:v>84.293610000000001</c:v>
                </c:pt>
                <c:pt idx="2365">
                  <c:v>84.319023000000001</c:v>
                </c:pt>
                <c:pt idx="2366">
                  <c:v>84.343292000000005</c:v>
                </c:pt>
                <c:pt idx="2367">
                  <c:v>84.368454</c:v>
                </c:pt>
                <c:pt idx="2368">
                  <c:v>84.396598999999995</c:v>
                </c:pt>
                <c:pt idx="2369">
                  <c:v>84.425811999999993</c:v>
                </c:pt>
                <c:pt idx="2370">
                  <c:v>84.454055999999994</c:v>
                </c:pt>
                <c:pt idx="2371">
                  <c:v>84.482590000000002</c:v>
                </c:pt>
                <c:pt idx="2372">
                  <c:v>84.511955</c:v>
                </c:pt>
                <c:pt idx="2373">
                  <c:v>84.538002000000006</c:v>
                </c:pt>
                <c:pt idx="2374">
                  <c:v>84.560187999999997</c:v>
                </c:pt>
                <c:pt idx="2375">
                  <c:v>84.576126000000002</c:v>
                </c:pt>
                <c:pt idx="2376">
                  <c:v>84.588554000000002</c:v>
                </c:pt>
                <c:pt idx="2377">
                  <c:v>84.603354999999993</c:v>
                </c:pt>
                <c:pt idx="2378">
                  <c:v>84.621955999999997</c:v>
                </c:pt>
                <c:pt idx="2379">
                  <c:v>84.641075000000001</c:v>
                </c:pt>
                <c:pt idx="2380">
                  <c:v>84.657454999999999</c:v>
                </c:pt>
                <c:pt idx="2381">
                  <c:v>84.671836999999996</c:v>
                </c:pt>
                <c:pt idx="2382">
                  <c:v>84.677284</c:v>
                </c:pt>
                <c:pt idx="2383">
                  <c:v>84.676993999999993</c:v>
                </c:pt>
                <c:pt idx="2384">
                  <c:v>84.674835000000002</c:v>
                </c:pt>
                <c:pt idx="2385">
                  <c:v>84.689194000000001</c:v>
                </c:pt>
                <c:pt idx="2386">
                  <c:v>84.714118999999997</c:v>
                </c:pt>
                <c:pt idx="2387">
                  <c:v>84.738913999999994</c:v>
                </c:pt>
                <c:pt idx="2388">
                  <c:v>84.757903999999996</c:v>
                </c:pt>
                <c:pt idx="2389">
                  <c:v>84.771393000000003</c:v>
                </c:pt>
                <c:pt idx="2390">
                  <c:v>84.783683999999994</c:v>
                </c:pt>
                <c:pt idx="2391">
                  <c:v>84.799744000000004</c:v>
                </c:pt>
                <c:pt idx="2392">
                  <c:v>84.824332999999996</c:v>
                </c:pt>
                <c:pt idx="2393">
                  <c:v>84.855507000000003</c:v>
                </c:pt>
                <c:pt idx="2394">
                  <c:v>84.889281999999994</c:v>
                </c:pt>
                <c:pt idx="2395">
                  <c:v>84.924666999999999</c:v>
                </c:pt>
                <c:pt idx="2396">
                  <c:v>84.960471999999996</c:v>
                </c:pt>
                <c:pt idx="2397">
                  <c:v>84.999153000000007</c:v>
                </c:pt>
                <c:pt idx="2398">
                  <c:v>85.043266000000003</c:v>
                </c:pt>
                <c:pt idx="2399">
                  <c:v>85.090980999999999</c:v>
                </c:pt>
                <c:pt idx="2400">
                  <c:v>85.138694999999998</c:v>
                </c:pt>
                <c:pt idx="2401">
                  <c:v>85.183234999999996</c:v>
                </c:pt>
                <c:pt idx="2402">
                  <c:v>85.224564000000001</c:v>
                </c:pt>
                <c:pt idx="2403">
                  <c:v>85.262123000000003</c:v>
                </c:pt>
                <c:pt idx="2404">
                  <c:v>85.296515999999997</c:v>
                </c:pt>
                <c:pt idx="2405">
                  <c:v>85.332497000000004</c:v>
                </c:pt>
                <c:pt idx="2406">
                  <c:v>85.369904000000005</c:v>
                </c:pt>
                <c:pt idx="2407">
                  <c:v>85.408385999999993</c:v>
                </c:pt>
                <c:pt idx="2408">
                  <c:v>85.448562999999993</c:v>
                </c:pt>
                <c:pt idx="2409">
                  <c:v>85.489632</c:v>
                </c:pt>
                <c:pt idx="2410">
                  <c:v>85.529990999999995</c:v>
                </c:pt>
                <c:pt idx="2411">
                  <c:v>85.561072999999993</c:v>
                </c:pt>
                <c:pt idx="2412">
                  <c:v>85.576346999999998</c:v>
                </c:pt>
                <c:pt idx="2413">
                  <c:v>85.582290999999998</c:v>
                </c:pt>
                <c:pt idx="2414">
                  <c:v>85.584121999999994</c:v>
                </c:pt>
                <c:pt idx="2415">
                  <c:v>85.587387000000007</c:v>
                </c:pt>
                <c:pt idx="2416">
                  <c:v>85.594123999999994</c:v>
                </c:pt>
                <c:pt idx="2417">
                  <c:v>85.581717999999995</c:v>
                </c:pt>
                <c:pt idx="2418">
                  <c:v>85.535850999999994</c:v>
                </c:pt>
                <c:pt idx="2419">
                  <c:v>85.474068000000003</c:v>
                </c:pt>
                <c:pt idx="2420">
                  <c:v>85.411827000000002</c:v>
                </c:pt>
                <c:pt idx="2421">
                  <c:v>85.355957000000004</c:v>
                </c:pt>
                <c:pt idx="2422">
                  <c:v>85.312781999999999</c:v>
                </c:pt>
                <c:pt idx="2423">
                  <c:v>85.274788000000001</c:v>
                </c:pt>
                <c:pt idx="2424">
                  <c:v>85.240798999999996</c:v>
                </c:pt>
                <c:pt idx="2425">
                  <c:v>85.208954000000006</c:v>
                </c:pt>
                <c:pt idx="2426">
                  <c:v>85.173987999999994</c:v>
                </c:pt>
                <c:pt idx="2427">
                  <c:v>85.140777999999997</c:v>
                </c:pt>
                <c:pt idx="2428">
                  <c:v>85.109520000000003</c:v>
                </c:pt>
                <c:pt idx="2429">
                  <c:v>85.078795999999997</c:v>
                </c:pt>
                <c:pt idx="2430">
                  <c:v>85.051353000000006</c:v>
                </c:pt>
                <c:pt idx="2431">
                  <c:v>85.027869999999993</c:v>
                </c:pt>
                <c:pt idx="2432">
                  <c:v>85.006325000000004</c:v>
                </c:pt>
                <c:pt idx="2433">
                  <c:v>84.983421000000007</c:v>
                </c:pt>
                <c:pt idx="2434">
                  <c:v>84.960448999999997</c:v>
                </c:pt>
                <c:pt idx="2435">
                  <c:v>84.940101999999996</c:v>
                </c:pt>
                <c:pt idx="2436">
                  <c:v>84.922127000000003</c:v>
                </c:pt>
                <c:pt idx="2437">
                  <c:v>84.903778000000003</c:v>
                </c:pt>
                <c:pt idx="2438">
                  <c:v>84.883041000000006</c:v>
                </c:pt>
                <c:pt idx="2439">
                  <c:v>84.860084999999998</c:v>
                </c:pt>
                <c:pt idx="2440">
                  <c:v>84.836326999999997</c:v>
                </c:pt>
                <c:pt idx="2441">
                  <c:v>84.812241</c:v>
                </c:pt>
                <c:pt idx="2442">
                  <c:v>84.789467000000002</c:v>
                </c:pt>
                <c:pt idx="2443">
                  <c:v>84.769638</c:v>
                </c:pt>
                <c:pt idx="2444">
                  <c:v>84.757530000000003</c:v>
                </c:pt>
                <c:pt idx="2445">
                  <c:v>84.756186999999997</c:v>
                </c:pt>
                <c:pt idx="2446">
                  <c:v>84.768799000000001</c:v>
                </c:pt>
                <c:pt idx="2447">
                  <c:v>84.784415999999993</c:v>
                </c:pt>
                <c:pt idx="2448">
                  <c:v>84.797272000000007</c:v>
                </c:pt>
                <c:pt idx="2449">
                  <c:v>84.808646999999993</c:v>
                </c:pt>
                <c:pt idx="2450">
                  <c:v>84.817924000000005</c:v>
                </c:pt>
                <c:pt idx="2451">
                  <c:v>84.825546000000003</c:v>
                </c:pt>
                <c:pt idx="2452">
                  <c:v>84.832999999999998</c:v>
                </c:pt>
                <c:pt idx="2453">
                  <c:v>84.845427999999998</c:v>
                </c:pt>
                <c:pt idx="2454">
                  <c:v>84.861266999999998</c:v>
                </c:pt>
                <c:pt idx="2455">
                  <c:v>84.876022000000006</c:v>
                </c:pt>
                <c:pt idx="2456">
                  <c:v>84.892296000000002</c:v>
                </c:pt>
                <c:pt idx="2457">
                  <c:v>84.910538000000003</c:v>
                </c:pt>
                <c:pt idx="2458">
                  <c:v>84.931419000000005</c:v>
                </c:pt>
                <c:pt idx="2459">
                  <c:v>84.952003000000005</c:v>
                </c:pt>
                <c:pt idx="2460">
                  <c:v>84.969481999999999</c:v>
                </c:pt>
                <c:pt idx="2461">
                  <c:v>84.983993999999996</c:v>
                </c:pt>
                <c:pt idx="2462">
                  <c:v>84.993729000000002</c:v>
                </c:pt>
                <c:pt idx="2463">
                  <c:v>84.999634</c:v>
                </c:pt>
                <c:pt idx="2464">
                  <c:v>85.005615000000006</c:v>
                </c:pt>
                <c:pt idx="2465">
                  <c:v>85.015213000000003</c:v>
                </c:pt>
                <c:pt idx="2466">
                  <c:v>85.027648999999997</c:v>
                </c:pt>
                <c:pt idx="2467">
                  <c:v>85.041259999999994</c:v>
                </c:pt>
                <c:pt idx="2468">
                  <c:v>85.055083999999994</c:v>
                </c:pt>
                <c:pt idx="2469">
                  <c:v>85.059844999999996</c:v>
                </c:pt>
                <c:pt idx="2470">
                  <c:v>85.054503999999994</c:v>
                </c:pt>
                <c:pt idx="2471">
                  <c:v>85.041222000000005</c:v>
                </c:pt>
                <c:pt idx="2472">
                  <c:v>85.020972999999998</c:v>
                </c:pt>
                <c:pt idx="2473">
                  <c:v>84.998360000000005</c:v>
                </c:pt>
                <c:pt idx="2474">
                  <c:v>84.974189999999993</c:v>
                </c:pt>
                <c:pt idx="2475">
                  <c:v>84.945014999999998</c:v>
                </c:pt>
                <c:pt idx="2476">
                  <c:v>84.911011000000002</c:v>
                </c:pt>
                <c:pt idx="2477">
                  <c:v>84.875870000000006</c:v>
                </c:pt>
                <c:pt idx="2478">
                  <c:v>84.843361000000002</c:v>
                </c:pt>
                <c:pt idx="2479">
                  <c:v>84.810173000000006</c:v>
                </c:pt>
                <c:pt idx="2480">
                  <c:v>84.775565999999998</c:v>
                </c:pt>
                <c:pt idx="2481">
                  <c:v>84.741057999999995</c:v>
                </c:pt>
                <c:pt idx="2482">
                  <c:v>84.707367000000005</c:v>
                </c:pt>
                <c:pt idx="2483">
                  <c:v>84.676094000000006</c:v>
                </c:pt>
                <c:pt idx="2484">
                  <c:v>84.645392999999999</c:v>
                </c:pt>
                <c:pt idx="2485">
                  <c:v>84.616707000000005</c:v>
                </c:pt>
                <c:pt idx="2486">
                  <c:v>84.594275999999994</c:v>
                </c:pt>
                <c:pt idx="2487">
                  <c:v>84.578093999999993</c:v>
                </c:pt>
                <c:pt idx="2488">
                  <c:v>84.564582999999999</c:v>
                </c:pt>
                <c:pt idx="2489">
                  <c:v>84.548027000000005</c:v>
                </c:pt>
                <c:pt idx="2490">
                  <c:v>84.524803000000006</c:v>
                </c:pt>
                <c:pt idx="2491">
                  <c:v>84.499442999999999</c:v>
                </c:pt>
                <c:pt idx="2492">
                  <c:v>84.476196000000002</c:v>
                </c:pt>
                <c:pt idx="2493">
                  <c:v>84.453079000000002</c:v>
                </c:pt>
                <c:pt idx="2494">
                  <c:v>84.428864000000004</c:v>
                </c:pt>
                <c:pt idx="2495">
                  <c:v>84.405158999999998</c:v>
                </c:pt>
                <c:pt idx="2496">
                  <c:v>84.384276999999997</c:v>
                </c:pt>
                <c:pt idx="2497">
                  <c:v>84.367278999999996</c:v>
                </c:pt>
                <c:pt idx="2498">
                  <c:v>84.354354999999998</c:v>
                </c:pt>
                <c:pt idx="2499">
                  <c:v>84.344939999999994</c:v>
                </c:pt>
                <c:pt idx="2500">
                  <c:v>84.340393000000006</c:v>
                </c:pt>
                <c:pt idx="2501">
                  <c:v>84.341057000000006</c:v>
                </c:pt>
                <c:pt idx="2502">
                  <c:v>84.344688000000005</c:v>
                </c:pt>
                <c:pt idx="2503">
                  <c:v>84.349327000000002</c:v>
                </c:pt>
                <c:pt idx="2504">
                  <c:v>84.354073</c:v>
                </c:pt>
                <c:pt idx="2505">
                  <c:v>84.357567000000003</c:v>
                </c:pt>
                <c:pt idx="2506">
                  <c:v>84.358245999999994</c:v>
                </c:pt>
                <c:pt idx="2507">
                  <c:v>84.357803000000004</c:v>
                </c:pt>
                <c:pt idx="2508">
                  <c:v>84.358688000000001</c:v>
                </c:pt>
                <c:pt idx="2509">
                  <c:v>84.359108000000006</c:v>
                </c:pt>
                <c:pt idx="2510">
                  <c:v>84.359665000000007</c:v>
                </c:pt>
                <c:pt idx="2511">
                  <c:v>84.360709999999997</c:v>
                </c:pt>
                <c:pt idx="2512">
                  <c:v>84.359238000000005</c:v>
                </c:pt>
                <c:pt idx="2513">
                  <c:v>84.354659999999996</c:v>
                </c:pt>
                <c:pt idx="2514">
                  <c:v>84.348557</c:v>
                </c:pt>
                <c:pt idx="2515">
                  <c:v>84.343192999999999</c:v>
                </c:pt>
                <c:pt idx="2516">
                  <c:v>84.338263999999995</c:v>
                </c:pt>
                <c:pt idx="2517">
                  <c:v>84.336189000000005</c:v>
                </c:pt>
                <c:pt idx="2518">
                  <c:v>84.337440000000001</c:v>
                </c:pt>
                <c:pt idx="2519">
                  <c:v>84.337563000000003</c:v>
                </c:pt>
                <c:pt idx="2520">
                  <c:v>84.335898999999998</c:v>
                </c:pt>
                <c:pt idx="2521">
                  <c:v>84.335196999999994</c:v>
                </c:pt>
                <c:pt idx="2522">
                  <c:v>84.336838</c:v>
                </c:pt>
                <c:pt idx="2523">
                  <c:v>84.338965999999999</c:v>
                </c:pt>
                <c:pt idx="2524">
                  <c:v>84.339934999999997</c:v>
                </c:pt>
                <c:pt idx="2525">
                  <c:v>84.341751000000002</c:v>
                </c:pt>
                <c:pt idx="2526">
                  <c:v>84.345862999999994</c:v>
                </c:pt>
                <c:pt idx="2527">
                  <c:v>84.349616999999995</c:v>
                </c:pt>
                <c:pt idx="2528">
                  <c:v>84.350555</c:v>
                </c:pt>
                <c:pt idx="2529">
                  <c:v>84.349166999999994</c:v>
                </c:pt>
                <c:pt idx="2530">
                  <c:v>84.346321000000003</c:v>
                </c:pt>
                <c:pt idx="2531">
                  <c:v>84.339966000000004</c:v>
                </c:pt>
                <c:pt idx="2532">
                  <c:v>84.326210000000003</c:v>
                </c:pt>
                <c:pt idx="2533">
                  <c:v>84.313445999999999</c:v>
                </c:pt>
                <c:pt idx="2534">
                  <c:v>84.311592000000005</c:v>
                </c:pt>
                <c:pt idx="2535">
                  <c:v>84.318427999999997</c:v>
                </c:pt>
                <c:pt idx="2536">
                  <c:v>84.328322999999997</c:v>
                </c:pt>
                <c:pt idx="2537">
                  <c:v>84.336723000000006</c:v>
                </c:pt>
                <c:pt idx="2538">
                  <c:v>84.340812999999997</c:v>
                </c:pt>
                <c:pt idx="2539">
                  <c:v>84.341682000000006</c:v>
                </c:pt>
                <c:pt idx="2540">
                  <c:v>84.341705000000005</c:v>
                </c:pt>
                <c:pt idx="2541">
                  <c:v>84.341224999999994</c:v>
                </c:pt>
                <c:pt idx="2542">
                  <c:v>84.339386000000005</c:v>
                </c:pt>
                <c:pt idx="2543">
                  <c:v>84.336135999999996</c:v>
                </c:pt>
                <c:pt idx="2544">
                  <c:v>84.333702000000002</c:v>
                </c:pt>
                <c:pt idx="2545">
                  <c:v>84.330924999999993</c:v>
                </c:pt>
                <c:pt idx="2546">
                  <c:v>84.324828999999994</c:v>
                </c:pt>
                <c:pt idx="2547">
                  <c:v>84.318366999999995</c:v>
                </c:pt>
                <c:pt idx="2548">
                  <c:v>84.315239000000005</c:v>
                </c:pt>
                <c:pt idx="2549">
                  <c:v>84.315185999999997</c:v>
                </c:pt>
                <c:pt idx="2550">
                  <c:v>84.315842000000004</c:v>
                </c:pt>
                <c:pt idx="2551">
                  <c:v>84.316032000000007</c:v>
                </c:pt>
                <c:pt idx="2552">
                  <c:v>84.317390000000003</c:v>
                </c:pt>
                <c:pt idx="2553">
                  <c:v>84.318038999999999</c:v>
                </c:pt>
                <c:pt idx="2554">
                  <c:v>84.316811000000001</c:v>
                </c:pt>
                <c:pt idx="2555">
                  <c:v>84.315887000000004</c:v>
                </c:pt>
                <c:pt idx="2556">
                  <c:v>84.312683000000007</c:v>
                </c:pt>
                <c:pt idx="2557">
                  <c:v>84.307052999999996</c:v>
                </c:pt>
                <c:pt idx="2558">
                  <c:v>84.305023000000006</c:v>
                </c:pt>
                <c:pt idx="2559">
                  <c:v>84.306984</c:v>
                </c:pt>
                <c:pt idx="2560">
                  <c:v>84.307091</c:v>
                </c:pt>
                <c:pt idx="2561">
                  <c:v>84.298141000000001</c:v>
                </c:pt>
                <c:pt idx="2562">
                  <c:v>84.283507999999998</c:v>
                </c:pt>
                <c:pt idx="2563">
                  <c:v>84.268387000000004</c:v>
                </c:pt>
                <c:pt idx="2564">
                  <c:v>84.252823000000006</c:v>
                </c:pt>
                <c:pt idx="2565">
                  <c:v>84.237037999999998</c:v>
                </c:pt>
                <c:pt idx="2566">
                  <c:v>84.222115000000002</c:v>
                </c:pt>
                <c:pt idx="2567">
                  <c:v>84.207915999999997</c:v>
                </c:pt>
                <c:pt idx="2568">
                  <c:v>84.194846999999996</c:v>
                </c:pt>
                <c:pt idx="2569">
                  <c:v>84.184783999999993</c:v>
                </c:pt>
                <c:pt idx="2570">
                  <c:v>84.178261000000006</c:v>
                </c:pt>
                <c:pt idx="2571">
                  <c:v>84.179839999999999</c:v>
                </c:pt>
                <c:pt idx="2572">
                  <c:v>84.189766000000006</c:v>
                </c:pt>
                <c:pt idx="2573">
                  <c:v>84.201583999999997</c:v>
                </c:pt>
                <c:pt idx="2574">
                  <c:v>84.209136999999998</c:v>
                </c:pt>
                <c:pt idx="2575">
                  <c:v>84.210434000000006</c:v>
                </c:pt>
                <c:pt idx="2576">
                  <c:v>84.203293000000002</c:v>
                </c:pt>
                <c:pt idx="2577">
                  <c:v>84.18956</c:v>
                </c:pt>
                <c:pt idx="2578">
                  <c:v>84.170349000000002</c:v>
                </c:pt>
                <c:pt idx="2579">
                  <c:v>84.152930999999995</c:v>
                </c:pt>
                <c:pt idx="2580">
                  <c:v>84.137062</c:v>
                </c:pt>
                <c:pt idx="2581">
                  <c:v>84.123099999999994</c:v>
                </c:pt>
                <c:pt idx="2582">
                  <c:v>84.114258000000007</c:v>
                </c:pt>
                <c:pt idx="2583">
                  <c:v>84.109641999999994</c:v>
                </c:pt>
                <c:pt idx="2584">
                  <c:v>84.105118000000004</c:v>
                </c:pt>
                <c:pt idx="2585">
                  <c:v>84.0989</c:v>
                </c:pt>
                <c:pt idx="2586">
                  <c:v>84.090926999999994</c:v>
                </c:pt>
                <c:pt idx="2587">
                  <c:v>84.085846000000004</c:v>
                </c:pt>
                <c:pt idx="2588">
                  <c:v>84.084266999999997</c:v>
                </c:pt>
                <c:pt idx="2589">
                  <c:v>84.082130000000006</c:v>
                </c:pt>
                <c:pt idx="2590">
                  <c:v>84.078682000000001</c:v>
                </c:pt>
                <c:pt idx="2591">
                  <c:v>84.077736000000002</c:v>
                </c:pt>
                <c:pt idx="2592">
                  <c:v>84.083267000000006</c:v>
                </c:pt>
                <c:pt idx="2593">
                  <c:v>84.092170999999993</c:v>
                </c:pt>
                <c:pt idx="2594">
                  <c:v>84.099166999999994</c:v>
                </c:pt>
                <c:pt idx="2595">
                  <c:v>84.104416000000001</c:v>
                </c:pt>
                <c:pt idx="2596">
                  <c:v>84.111427000000006</c:v>
                </c:pt>
                <c:pt idx="2597">
                  <c:v>84.121093999999999</c:v>
                </c:pt>
                <c:pt idx="2598">
                  <c:v>84.129577999999995</c:v>
                </c:pt>
                <c:pt idx="2599">
                  <c:v>84.137123000000003</c:v>
                </c:pt>
                <c:pt idx="2600">
                  <c:v>84.143096999999997</c:v>
                </c:pt>
                <c:pt idx="2601">
                  <c:v>84.148499000000001</c:v>
                </c:pt>
                <c:pt idx="2602">
                  <c:v>84.155929999999998</c:v>
                </c:pt>
                <c:pt idx="2603">
                  <c:v>84.166145</c:v>
                </c:pt>
                <c:pt idx="2604">
                  <c:v>84.180367000000004</c:v>
                </c:pt>
                <c:pt idx="2605">
                  <c:v>84.191147000000001</c:v>
                </c:pt>
                <c:pt idx="2606">
                  <c:v>84.199592999999993</c:v>
                </c:pt>
                <c:pt idx="2607">
                  <c:v>84.206458999999995</c:v>
                </c:pt>
                <c:pt idx="2608">
                  <c:v>84.205971000000005</c:v>
                </c:pt>
                <c:pt idx="2609">
                  <c:v>84.202202</c:v>
                </c:pt>
                <c:pt idx="2610">
                  <c:v>84.196915000000004</c:v>
                </c:pt>
                <c:pt idx="2611">
                  <c:v>84.190551999999997</c:v>
                </c:pt>
                <c:pt idx="2612">
                  <c:v>84.188980000000001</c:v>
                </c:pt>
                <c:pt idx="2613">
                  <c:v>84.195357999999999</c:v>
                </c:pt>
                <c:pt idx="2614">
                  <c:v>84.204291999999995</c:v>
                </c:pt>
                <c:pt idx="2615">
                  <c:v>84.210808</c:v>
                </c:pt>
                <c:pt idx="2616">
                  <c:v>84.213965999999999</c:v>
                </c:pt>
                <c:pt idx="2617">
                  <c:v>84.219893999999996</c:v>
                </c:pt>
                <c:pt idx="2618">
                  <c:v>84.226630999999998</c:v>
                </c:pt>
                <c:pt idx="2619">
                  <c:v>84.233504999999994</c:v>
                </c:pt>
                <c:pt idx="2620">
                  <c:v>84.235359000000003</c:v>
                </c:pt>
                <c:pt idx="2621">
                  <c:v>84.230766000000003</c:v>
                </c:pt>
                <c:pt idx="2622">
                  <c:v>84.218010000000007</c:v>
                </c:pt>
                <c:pt idx="2623">
                  <c:v>84.198914000000002</c:v>
                </c:pt>
                <c:pt idx="2624">
                  <c:v>84.174965</c:v>
                </c:pt>
                <c:pt idx="2625">
                  <c:v>84.151245000000003</c:v>
                </c:pt>
                <c:pt idx="2626">
                  <c:v>84.130477999999997</c:v>
                </c:pt>
                <c:pt idx="2627">
                  <c:v>84.110885999999994</c:v>
                </c:pt>
                <c:pt idx="2628">
                  <c:v>84.094566</c:v>
                </c:pt>
                <c:pt idx="2629">
                  <c:v>84.080841000000007</c:v>
                </c:pt>
                <c:pt idx="2630">
                  <c:v>84.069214000000002</c:v>
                </c:pt>
                <c:pt idx="2631">
                  <c:v>84.061836</c:v>
                </c:pt>
                <c:pt idx="2632">
                  <c:v>84.059112999999996</c:v>
                </c:pt>
                <c:pt idx="2633">
                  <c:v>84.059853000000004</c:v>
                </c:pt>
                <c:pt idx="2634">
                  <c:v>84.062599000000006</c:v>
                </c:pt>
                <c:pt idx="2635">
                  <c:v>84.063834999999997</c:v>
                </c:pt>
                <c:pt idx="2636">
                  <c:v>84.062607</c:v>
                </c:pt>
                <c:pt idx="2637">
                  <c:v>84.061501000000007</c:v>
                </c:pt>
                <c:pt idx="2638">
                  <c:v>84.060135000000002</c:v>
                </c:pt>
                <c:pt idx="2639">
                  <c:v>84.057770000000005</c:v>
                </c:pt>
                <c:pt idx="2640">
                  <c:v>84.054276000000002</c:v>
                </c:pt>
                <c:pt idx="2641">
                  <c:v>84.050865000000002</c:v>
                </c:pt>
                <c:pt idx="2642">
                  <c:v>84.047752000000003</c:v>
                </c:pt>
                <c:pt idx="2643">
                  <c:v>84.043685999999994</c:v>
                </c:pt>
                <c:pt idx="2644">
                  <c:v>84.034690999999995</c:v>
                </c:pt>
                <c:pt idx="2645">
                  <c:v>84.023476000000002</c:v>
                </c:pt>
                <c:pt idx="2646">
                  <c:v>84.014542000000006</c:v>
                </c:pt>
                <c:pt idx="2647">
                  <c:v>84.008117999999996</c:v>
                </c:pt>
                <c:pt idx="2648">
                  <c:v>84.003189000000006</c:v>
                </c:pt>
                <c:pt idx="2649">
                  <c:v>83.998504999999994</c:v>
                </c:pt>
                <c:pt idx="2650">
                  <c:v>83.993835000000004</c:v>
                </c:pt>
                <c:pt idx="2651">
                  <c:v>83.986503999999996</c:v>
                </c:pt>
                <c:pt idx="2652">
                  <c:v>83.975646999999995</c:v>
                </c:pt>
                <c:pt idx="2653">
                  <c:v>83.963249000000005</c:v>
                </c:pt>
                <c:pt idx="2654">
                  <c:v>83.952019000000007</c:v>
                </c:pt>
                <c:pt idx="2655">
                  <c:v>83.945068000000006</c:v>
                </c:pt>
                <c:pt idx="2656">
                  <c:v>83.941520999999995</c:v>
                </c:pt>
                <c:pt idx="2657">
                  <c:v>83.938941999999997</c:v>
                </c:pt>
                <c:pt idx="2658">
                  <c:v>83.937820000000002</c:v>
                </c:pt>
                <c:pt idx="2659">
                  <c:v>83.940017999999995</c:v>
                </c:pt>
                <c:pt idx="2660">
                  <c:v>83.941940000000002</c:v>
                </c:pt>
                <c:pt idx="2661">
                  <c:v>83.941543999999993</c:v>
                </c:pt>
                <c:pt idx="2662">
                  <c:v>83.943946999999994</c:v>
                </c:pt>
                <c:pt idx="2663">
                  <c:v>83.948691999999994</c:v>
                </c:pt>
                <c:pt idx="2664">
                  <c:v>83.955307000000005</c:v>
                </c:pt>
                <c:pt idx="2665">
                  <c:v>83.965973000000005</c:v>
                </c:pt>
                <c:pt idx="2666">
                  <c:v>83.979645000000005</c:v>
                </c:pt>
                <c:pt idx="2667">
                  <c:v>83.993385000000004</c:v>
                </c:pt>
                <c:pt idx="2668">
                  <c:v>84.006705999999994</c:v>
                </c:pt>
                <c:pt idx="2669">
                  <c:v>84.024124</c:v>
                </c:pt>
                <c:pt idx="2670">
                  <c:v>84.042900000000003</c:v>
                </c:pt>
                <c:pt idx="2671">
                  <c:v>84.058548000000002</c:v>
                </c:pt>
                <c:pt idx="2672">
                  <c:v>84.072693000000001</c:v>
                </c:pt>
                <c:pt idx="2673">
                  <c:v>84.088263999999995</c:v>
                </c:pt>
                <c:pt idx="2674">
                  <c:v>84.106819000000002</c:v>
                </c:pt>
                <c:pt idx="2675">
                  <c:v>84.126525999999998</c:v>
                </c:pt>
                <c:pt idx="2676">
                  <c:v>84.147743000000006</c:v>
                </c:pt>
                <c:pt idx="2677">
                  <c:v>84.168152000000006</c:v>
                </c:pt>
                <c:pt idx="2678">
                  <c:v>84.183418000000003</c:v>
                </c:pt>
                <c:pt idx="2679">
                  <c:v>84.194832000000005</c:v>
                </c:pt>
                <c:pt idx="2680">
                  <c:v>84.208838999999998</c:v>
                </c:pt>
                <c:pt idx="2681">
                  <c:v>84.228706000000003</c:v>
                </c:pt>
                <c:pt idx="2682">
                  <c:v>84.250327999999996</c:v>
                </c:pt>
                <c:pt idx="2683">
                  <c:v>84.269478000000007</c:v>
                </c:pt>
                <c:pt idx="2684">
                  <c:v>84.284637000000004</c:v>
                </c:pt>
                <c:pt idx="2685">
                  <c:v>84.292113999999998</c:v>
                </c:pt>
                <c:pt idx="2686">
                  <c:v>84.296486000000002</c:v>
                </c:pt>
                <c:pt idx="2687">
                  <c:v>84.300422999999995</c:v>
                </c:pt>
                <c:pt idx="2688">
                  <c:v>84.303200000000004</c:v>
                </c:pt>
                <c:pt idx="2689">
                  <c:v>84.303070000000005</c:v>
                </c:pt>
                <c:pt idx="2690">
                  <c:v>84.302627999999999</c:v>
                </c:pt>
                <c:pt idx="2691">
                  <c:v>84.301788000000002</c:v>
                </c:pt>
                <c:pt idx="2692">
                  <c:v>84.299285999999995</c:v>
                </c:pt>
                <c:pt idx="2693">
                  <c:v>84.295569999999998</c:v>
                </c:pt>
                <c:pt idx="2694">
                  <c:v>84.290092000000001</c:v>
                </c:pt>
                <c:pt idx="2695">
                  <c:v>84.286788999999999</c:v>
                </c:pt>
                <c:pt idx="2696">
                  <c:v>84.287575000000004</c:v>
                </c:pt>
                <c:pt idx="2697">
                  <c:v>84.291709999999995</c:v>
                </c:pt>
                <c:pt idx="2698">
                  <c:v>84.299865999999994</c:v>
                </c:pt>
                <c:pt idx="2699">
                  <c:v>84.311615000000003</c:v>
                </c:pt>
                <c:pt idx="2700">
                  <c:v>84.326012000000006</c:v>
                </c:pt>
                <c:pt idx="2701">
                  <c:v>84.340332000000004</c:v>
                </c:pt>
                <c:pt idx="2702">
                  <c:v>84.352324999999993</c:v>
                </c:pt>
                <c:pt idx="2703">
                  <c:v>84.362465</c:v>
                </c:pt>
                <c:pt idx="2704">
                  <c:v>84.373917000000006</c:v>
                </c:pt>
                <c:pt idx="2705">
                  <c:v>84.387146000000001</c:v>
                </c:pt>
                <c:pt idx="2706">
                  <c:v>84.402359000000004</c:v>
                </c:pt>
                <c:pt idx="2707">
                  <c:v>84.418739000000002</c:v>
                </c:pt>
                <c:pt idx="2708">
                  <c:v>84.433616999999998</c:v>
                </c:pt>
                <c:pt idx="2709">
                  <c:v>84.437545999999998</c:v>
                </c:pt>
                <c:pt idx="2710">
                  <c:v>84.439483999999993</c:v>
                </c:pt>
                <c:pt idx="2711">
                  <c:v>84.441688999999997</c:v>
                </c:pt>
                <c:pt idx="2712">
                  <c:v>84.444694999999996</c:v>
                </c:pt>
                <c:pt idx="2713">
                  <c:v>84.447731000000005</c:v>
                </c:pt>
                <c:pt idx="2714">
                  <c:v>84.451796999999999</c:v>
                </c:pt>
                <c:pt idx="2715">
                  <c:v>84.457297999999994</c:v>
                </c:pt>
                <c:pt idx="2716">
                  <c:v>84.466605999999999</c:v>
                </c:pt>
                <c:pt idx="2717">
                  <c:v>84.474959999999996</c:v>
                </c:pt>
                <c:pt idx="2718">
                  <c:v>84.477729999999994</c:v>
                </c:pt>
                <c:pt idx="2719">
                  <c:v>84.474914999999996</c:v>
                </c:pt>
                <c:pt idx="2720">
                  <c:v>84.468140000000005</c:v>
                </c:pt>
                <c:pt idx="2721">
                  <c:v>84.462081999999995</c:v>
                </c:pt>
                <c:pt idx="2722">
                  <c:v>84.455826000000002</c:v>
                </c:pt>
                <c:pt idx="2723">
                  <c:v>84.452072000000001</c:v>
                </c:pt>
                <c:pt idx="2724">
                  <c:v>84.451476999999997</c:v>
                </c:pt>
                <c:pt idx="2725">
                  <c:v>84.450149999999994</c:v>
                </c:pt>
                <c:pt idx="2726">
                  <c:v>84.445480000000003</c:v>
                </c:pt>
                <c:pt idx="2727">
                  <c:v>84.434775999999999</c:v>
                </c:pt>
                <c:pt idx="2728">
                  <c:v>84.415870999999996</c:v>
                </c:pt>
                <c:pt idx="2729">
                  <c:v>84.391304000000005</c:v>
                </c:pt>
                <c:pt idx="2730">
                  <c:v>84.363792000000004</c:v>
                </c:pt>
                <c:pt idx="2731">
                  <c:v>84.33596</c:v>
                </c:pt>
                <c:pt idx="2732">
                  <c:v>84.310531999999995</c:v>
                </c:pt>
                <c:pt idx="2733">
                  <c:v>84.285408000000004</c:v>
                </c:pt>
                <c:pt idx="2734">
                  <c:v>84.257530000000003</c:v>
                </c:pt>
                <c:pt idx="2735">
                  <c:v>84.225616000000002</c:v>
                </c:pt>
                <c:pt idx="2736">
                  <c:v>84.190376000000001</c:v>
                </c:pt>
                <c:pt idx="2737">
                  <c:v>84.154967999999997</c:v>
                </c:pt>
                <c:pt idx="2738">
                  <c:v>84.12133</c:v>
                </c:pt>
                <c:pt idx="2739">
                  <c:v>84.090073000000004</c:v>
                </c:pt>
                <c:pt idx="2740">
                  <c:v>84.061927999999995</c:v>
                </c:pt>
                <c:pt idx="2741">
                  <c:v>84.036170999999996</c:v>
                </c:pt>
                <c:pt idx="2742">
                  <c:v>84.014197999999993</c:v>
                </c:pt>
                <c:pt idx="2743">
                  <c:v>83.994331000000003</c:v>
                </c:pt>
                <c:pt idx="2744">
                  <c:v>83.973038000000003</c:v>
                </c:pt>
                <c:pt idx="2745">
                  <c:v>83.950180000000003</c:v>
                </c:pt>
                <c:pt idx="2746">
                  <c:v>83.926979000000003</c:v>
                </c:pt>
                <c:pt idx="2747">
                  <c:v>83.901566000000003</c:v>
                </c:pt>
                <c:pt idx="2748">
                  <c:v>83.872444000000002</c:v>
                </c:pt>
                <c:pt idx="2749">
                  <c:v>83.83963</c:v>
                </c:pt>
                <c:pt idx="2750">
                  <c:v>83.803864000000004</c:v>
                </c:pt>
                <c:pt idx="2751">
                  <c:v>83.766739000000001</c:v>
                </c:pt>
                <c:pt idx="2752">
                  <c:v>83.732665999999995</c:v>
                </c:pt>
                <c:pt idx="2753">
                  <c:v>83.703513999999998</c:v>
                </c:pt>
                <c:pt idx="2754">
                  <c:v>83.676299999999998</c:v>
                </c:pt>
                <c:pt idx="2755">
                  <c:v>83.649315000000001</c:v>
                </c:pt>
                <c:pt idx="2756">
                  <c:v>83.622459000000006</c:v>
                </c:pt>
                <c:pt idx="2757">
                  <c:v>83.593277</c:v>
                </c:pt>
                <c:pt idx="2758">
                  <c:v>83.559753000000001</c:v>
                </c:pt>
                <c:pt idx="2759">
                  <c:v>83.521957</c:v>
                </c:pt>
                <c:pt idx="2760">
                  <c:v>83.480300999999997</c:v>
                </c:pt>
                <c:pt idx="2761">
                  <c:v>83.434585999999996</c:v>
                </c:pt>
                <c:pt idx="2762">
                  <c:v>83.388244999999998</c:v>
                </c:pt>
                <c:pt idx="2763">
                  <c:v>83.341751000000002</c:v>
                </c:pt>
                <c:pt idx="2764">
                  <c:v>83.293105999999995</c:v>
                </c:pt>
                <c:pt idx="2765">
                  <c:v>83.243094999999997</c:v>
                </c:pt>
                <c:pt idx="2766">
                  <c:v>83.195273999999998</c:v>
                </c:pt>
                <c:pt idx="2767">
                  <c:v>83.149628000000007</c:v>
                </c:pt>
                <c:pt idx="2768">
                  <c:v>83.103752</c:v>
                </c:pt>
                <c:pt idx="2769">
                  <c:v>83.056601999999998</c:v>
                </c:pt>
                <c:pt idx="2770">
                  <c:v>83.010506000000007</c:v>
                </c:pt>
                <c:pt idx="2771">
                  <c:v>82.964950999999999</c:v>
                </c:pt>
                <c:pt idx="2772">
                  <c:v>82.918189999999996</c:v>
                </c:pt>
                <c:pt idx="2773">
                  <c:v>82.872130999999996</c:v>
                </c:pt>
                <c:pt idx="2774">
                  <c:v>82.827208999999996</c:v>
                </c:pt>
                <c:pt idx="2775">
                  <c:v>82.780991</c:v>
                </c:pt>
                <c:pt idx="2776">
                  <c:v>82.733115999999995</c:v>
                </c:pt>
                <c:pt idx="2777">
                  <c:v>82.684691999999998</c:v>
                </c:pt>
                <c:pt idx="2778">
                  <c:v>82.634879999999995</c:v>
                </c:pt>
                <c:pt idx="2779">
                  <c:v>82.581772000000001</c:v>
                </c:pt>
                <c:pt idx="2780">
                  <c:v>82.526009000000002</c:v>
                </c:pt>
                <c:pt idx="2781">
                  <c:v>82.470100000000002</c:v>
                </c:pt>
                <c:pt idx="2782">
                  <c:v>82.417732000000001</c:v>
                </c:pt>
                <c:pt idx="2783">
                  <c:v>82.370270000000005</c:v>
                </c:pt>
                <c:pt idx="2784">
                  <c:v>82.326958000000005</c:v>
                </c:pt>
                <c:pt idx="2785">
                  <c:v>82.284987999999998</c:v>
                </c:pt>
                <c:pt idx="2786">
                  <c:v>82.242737000000005</c:v>
                </c:pt>
                <c:pt idx="2787">
                  <c:v>82.200599999999994</c:v>
                </c:pt>
                <c:pt idx="2788">
                  <c:v>82.158362999999994</c:v>
                </c:pt>
                <c:pt idx="2789">
                  <c:v>82.117446999999999</c:v>
                </c:pt>
                <c:pt idx="2790">
                  <c:v>82.079193000000004</c:v>
                </c:pt>
                <c:pt idx="2791">
                  <c:v>82.042975999999996</c:v>
                </c:pt>
                <c:pt idx="2792">
                  <c:v>82.005904999999998</c:v>
                </c:pt>
                <c:pt idx="2793">
                  <c:v>81.965262999999993</c:v>
                </c:pt>
                <c:pt idx="2794">
                  <c:v>81.921829000000002</c:v>
                </c:pt>
                <c:pt idx="2795">
                  <c:v>81.879272</c:v>
                </c:pt>
                <c:pt idx="2796">
                  <c:v>81.845177000000007</c:v>
                </c:pt>
                <c:pt idx="2797">
                  <c:v>81.819305</c:v>
                </c:pt>
                <c:pt idx="2798">
                  <c:v>81.795815000000005</c:v>
                </c:pt>
                <c:pt idx="2799">
                  <c:v>81.772330999999994</c:v>
                </c:pt>
                <c:pt idx="2800">
                  <c:v>81.747703999999999</c:v>
                </c:pt>
                <c:pt idx="2801">
                  <c:v>81.722076000000001</c:v>
                </c:pt>
                <c:pt idx="2802">
                  <c:v>81.694564999999997</c:v>
                </c:pt>
                <c:pt idx="2803">
                  <c:v>81.664069999999995</c:v>
                </c:pt>
                <c:pt idx="2804">
                  <c:v>81.632239999999996</c:v>
                </c:pt>
                <c:pt idx="2805">
                  <c:v>81.596191000000005</c:v>
                </c:pt>
                <c:pt idx="2806">
                  <c:v>81.553520000000006</c:v>
                </c:pt>
                <c:pt idx="2807">
                  <c:v>81.507796999999997</c:v>
                </c:pt>
                <c:pt idx="2808">
                  <c:v>81.463286999999994</c:v>
                </c:pt>
                <c:pt idx="2809">
                  <c:v>81.420226999999997</c:v>
                </c:pt>
                <c:pt idx="2810">
                  <c:v>81.378692999999998</c:v>
                </c:pt>
                <c:pt idx="2811">
                  <c:v>81.338477999999995</c:v>
                </c:pt>
                <c:pt idx="2812">
                  <c:v>81.300987000000006</c:v>
                </c:pt>
                <c:pt idx="2813">
                  <c:v>81.262946999999997</c:v>
                </c:pt>
                <c:pt idx="2814">
                  <c:v>81.220130999999995</c:v>
                </c:pt>
                <c:pt idx="2815">
                  <c:v>81.177375999999995</c:v>
                </c:pt>
                <c:pt idx="2816">
                  <c:v>81.139137000000005</c:v>
                </c:pt>
                <c:pt idx="2817">
                  <c:v>81.103508000000005</c:v>
                </c:pt>
                <c:pt idx="2818">
                  <c:v>81.070435000000003</c:v>
                </c:pt>
                <c:pt idx="2819">
                  <c:v>81.038666000000006</c:v>
                </c:pt>
                <c:pt idx="2820">
                  <c:v>81.006691000000004</c:v>
                </c:pt>
                <c:pt idx="2821">
                  <c:v>80.973015000000004</c:v>
                </c:pt>
                <c:pt idx="2822">
                  <c:v>80.937950000000001</c:v>
                </c:pt>
                <c:pt idx="2823">
                  <c:v>80.900069999999999</c:v>
                </c:pt>
                <c:pt idx="2824">
                  <c:v>80.858810000000005</c:v>
                </c:pt>
                <c:pt idx="2825">
                  <c:v>80.813605999999993</c:v>
                </c:pt>
                <c:pt idx="2826">
                  <c:v>80.766555999999994</c:v>
                </c:pt>
                <c:pt idx="2827">
                  <c:v>80.720427999999998</c:v>
                </c:pt>
                <c:pt idx="2828">
                  <c:v>80.675765999999996</c:v>
                </c:pt>
                <c:pt idx="2829">
                  <c:v>80.633613999999994</c:v>
                </c:pt>
                <c:pt idx="2830">
                  <c:v>80.594452000000004</c:v>
                </c:pt>
                <c:pt idx="2831">
                  <c:v>80.555060999999995</c:v>
                </c:pt>
                <c:pt idx="2832">
                  <c:v>80.516211999999996</c:v>
                </c:pt>
                <c:pt idx="2833">
                  <c:v>80.480773999999997</c:v>
                </c:pt>
                <c:pt idx="2834">
                  <c:v>80.448425</c:v>
                </c:pt>
                <c:pt idx="2835">
                  <c:v>80.415931999999998</c:v>
                </c:pt>
                <c:pt idx="2836">
                  <c:v>80.382728999999998</c:v>
                </c:pt>
                <c:pt idx="2837">
                  <c:v>80.348557</c:v>
                </c:pt>
                <c:pt idx="2838">
                  <c:v>80.313118000000003</c:v>
                </c:pt>
                <c:pt idx="2839">
                  <c:v>80.277282999999997</c:v>
                </c:pt>
                <c:pt idx="2840">
                  <c:v>80.240668999999997</c:v>
                </c:pt>
                <c:pt idx="2841">
                  <c:v>80.203575000000001</c:v>
                </c:pt>
                <c:pt idx="2842">
                  <c:v>80.167479999999998</c:v>
                </c:pt>
                <c:pt idx="2843">
                  <c:v>80.133217000000002</c:v>
                </c:pt>
                <c:pt idx="2844">
                  <c:v>80.100066999999996</c:v>
                </c:pt>
                <c:pt idx="2845">
                  <c:v>80.067490000000006</c:v>
                </c:pt>
                <c:pt idx="2846">
                  <c:v>80.034851000000003</c:v>
                </c:pt>
                <c:pt idx="2847">
                  <c:v>80.000572000000005</c:v>
                </c:pt>
                <c:pt idx="2848">
                  <c:v>79.963058000000004</c:v>
                </c:pt>
                <c:pt idx="2849">
                  <c:v>79.923598999999996</c:v>
                </c:pt>
                <c:pt idx="2850">
                  <c:v>79.883223999999998</c:v>
                </c:pt>
                <c:pt idx="2851">
                  <c:v>79.840278999999995</c:v>
                </c:pt>
                <c:pt idx="2852">
                  <c:v>79.794235</c:v>
                </c:pt>
                <c:pt idx="2853">
                  <c:v>79.746834000000007</c:v>
                </c:pt>
                <c:pt idx="2854">
                  <c:v>79.699843999999999</c:v>
                </c:pt>
                <c:pt idx="2855">
                  <c:v>79.653098999999997</c:v>
                </c:pt>
                <c:pt idx="2856">
                  <c:v>79.607749999999996</c:v>
                </c:pt>
                <c:pt idx="2857">
                  <c:v>79.563957000000002</c:v>
                </c:pt>
                <c:pt idx="2858">
                  <c:v>79.521240000000006</c:v>
                </c:pt>
                <c:pt idx="2859">
                  <c:v>79.478667999999999</c:v>
                </c:pt>
                <c:pt idx="2860">
                  <c:v>79.438193999999996</c:v>
                </c:pt>
                <c:pt idx="2861">
                  <c:v>79.401923999999994</c:v>
                </c:pt>
                <c:pt idx="2862">
                  <c:v>79.368378000000007</c:v>
                </c:pt>
                <c:pt idx="2863">
                  <c:v>79.335151999999994</c:v>
                </c:pt>
                <c:pt idx="2864">
                  <c:v>79.301651000000007</c:v>
                </c:pt>
                <c:pt idx="2865">
                  <c:v>79.269073000000006</c:v>
                </c:pt>
                <c:pt idx="2866">
                  <c:v>79.237235999999996</c:v>
                </c:pt>
                <c:pt idx="2867">
                  <c:v>79.204139999999995</c:v>
                </c:pt>
                <c:pt idx="2868">
                  <c:v>79.169273000000004</c:v>
                </c:pt>
                <c:pt idx="2869">
                  <c:v>79.135208000000006</c:v>
                </c:pt>
                <c:pt idx="2870">
                  <c:v>79.103629999999995</c:v>
                </c:pt>
                <c:pt idx="2871">
                  <c:v>79.074218999999999</c:v>
                </c:pt>
                <c:pt idx="2872">
                  <c:v>79.042831000000007</c:v>
                </c:pt>
                <c:pt idx="2873">
                  <c:v>79.008590999999996</c:v>
                </c:pt>
                <c:pt idx="2874">
                  <c:v>78.973335000000006</c:v>
                </c:pt>
                <c:pt idx="2875">
                  <c:v>78.937209999999993</c:v>
                </c:pt>
                <c:pt idx="2876">
                  <c:v>78.899178000000006</c:v>
                </c:pt>
                <c:pt idx="2877">
                  <c:v>78.860282999999995</c:v>
                </c:pt>
                <c:pt idx="2878">
                  <c:v>78.822083000000006</c:v>
                </c:pt>
                <c:pt idx="2879">
                  <c:v>78.783539000000005</c:v>
                </c:pt>
                <c:pt idx="2880">
                  <c:v>78.744690000000006</c:v>
                </c:pt>
                <c:pt idx="2881">
                  <c:v>78.705573999999999</c:v>
                </c:pt>
                <c:pt idx="2882">
                  <c:v>78.664779999999993</c:v>
                </c:pt>
                <c:pt idx="2883">
                  <c:v>78.621605000000002</c:v>
                </c:pt>
                <c:pt idx="2884">
                  <c:v>78.575789999999998</c:v>
                </c:pt>
                <c:pt idx="2885">
                  <c:v>78.525879000000003</c:v>
                </c:pt>
                <c:pt idx="2886">
                  <c:v>78.470657000000003</c:v>
                </c:pt>
                <c:pt idx="2887">
                  <c:v>78.411972000000006</c:v>
                </c:pt>
                <c:pt idx="2888">
                  <c:v>78.352385999999996</c:v>
                </c:pt>
                <c:pt idx="2889">
                  <c:v>78.290931999999998</c:v>
                </c:pt>
                <c:pt idx="2890">
                  <c:v>78.226333999999994</c:v>
                </c:pt>
                <c:pt idx="2891">
                  <c:v>78.160972999999998</c:v>
                </c:pt>
                <c:pt idx="2892">
                  <c:v>78.096549999999993</c:v>
                </c:pt>
                <c:pt idx="2893">
                  <c:v>78.032905999999997</c:v>
                </c:pt>
                <c:pt idx="2894">
                  <c:v>77.971130000000002</c:v>
                </c:pt>
                <c:pt idx="2895">
                  <c:v>77.910904000000002</c:v>
                </c:pt>
                <c:pt idx="2896">
                  <c:v>77.849945000000005</c:v>
                </c:pt>
                <c:pt idx="2897">
                  <c:v>77.789969999999997</c:v>
                </c:pt>
                <c:pt idx="2898">
                  <c:v>77.733429000000001</c:v>
                </c:pt>
                <c:pt idx="2899">
                  <c:v>77.679282999999998</c:v>
                </c:pt>
                <c:pt idx="2900">
                  <c:v>77.623688000000001</c:v>
                </c:pt>
                <c:pt idx="2901">
                  <c:v>77.565781000000001</c:v>
                </c:pt>
                <c:pt idx="2902">
                  <c:v>77.508347000000001</c:v>
                </c:pt>
                <c:pt idx="2903">
                  <c:v>77.453048999999993</c:v>
                </c:pt>
                <c:pt idx="2904">
                  <c:v>77.400276000000005</c:v>
                </c:pt>
                <c:pt idx="2905">
                  <c:v>77.346321000000003</c:v>
                </c:pt>
                <c:pt idx="2906">
                  <c:v>77.291968999999995</c:v>
                </c:pt>
                <c:pt idx="2907">
                  <c:v>77.237128999999996</c:v>
                </c:pt>
                <c:pt idx="2908">
                  <c:v>77.181763000000004</c:v>
                </c:pt>
                <c:pt idx="2909">
                  <c:v>77.125800999999996</c:v>
                </c:pt>
                <c:pt idx="2910">
                  <c:v>77.067604000000003</c:v>
                </c:pt>
                <c:pt idx="2911">
                  <c:v>77.008094999999997</c:v>
                </c:pt>
                <c:pt idx="2912">
                  <c:v>76.948623999999995</c:v>
                </c:pt>
                <c:pt idx="2913">
                  <c:v>76.890677999999994</c:v>
                </c:pt>
                <c:pt idx="2914">
                  <c:v>76.833702000000002</c:v>
                </c:pt>
                <c:pt idx="2915">
                  <c:v>76.777671999999995</c:v>
                </c:pt>
                <c:pt idx="2916">
                  <c:v>76.723442000000006</c:v>
                </c:pt>
                <c:pt idx="2917">
                  <c:v>76.670485999999997</c:v>
                </c:pt>
                <c:pt idx="2918">
                  <c:v>76.619231999999997</c:v>
                </c:pt>
                <c:pt idx="2919">
                  <c:v>76.568877999999998</c:v>
                </c:pt>
                <c:pt idx="2920">
                  <c:v>76.521072000000004</c:v>
                </c:pt>
                <c:pt idx="2921">
                  <c:v>76.473595000000003</c:v>
                </c:pt>
                <c:pt idx="2922">
                  <c:v>76.422355999999994</c:v>
                </c:pt>
                <c:pt idx="2923">
                  <c:v>76.367301999999995</c:v>
                </c:pt>
                <c:pt idx="2924">
                  <c:v>76.310303000000005</c:v>
                </c:pt>
                <c:pt idx="2925">
                  <c:v>76.254807</c:v>
                </c:pt>
                <c:pt idx="2926">
                  <c:v>76.201408000000001</c:v>
                </c:pt>
                <c:pt idx="2927">
                  <c:v>76.148666000000006</c:v>
                </c:pt>
                <c:pt idx="2928">
                  <c:v>76.095993000000007</c:v>
                </c:pt>
                <c:pt idx="2929">
                  <c:v>76.044219999999996</c:v>
                </c:pt>
                <c:pt idx="2930">
                  <c:v>75.993622000000002</c:v>
                </c:pt>
                <c:pt idx="2931">
                  <c:v>75.944823999999997</c:v>
                </c:pt>
                <c:pt idx="2932">
                  <c:v>75.898819000000003</c:v>
                </c:pt>
                <c:pt idx="2933">
                  <c:v>75.855491999999998</c:v>
                </c:pt>
                <c:pt idx="2934">
                  <c:v>75.812507999999994</c:v>
                </c:pt>
                <c:pt idx="2935">
                  <c:v>75.767334000000005</c:v>
                </c:pt>
                <c:pt idx="2936">
                  <c:v>75.719238000000004</c:v>
                </c:pt>
                <c:pt idx="2937">
                  <c:v>75.670113000000001</c:v>
                </c:pt>
                <c:pt idx="2938">
                  <c:v>75.621857000000006</c:v>
                </c:pt>
                <c:pt idx="2939">
                  <c:v>75.577194000000006</c:v>
                </c:pt>
                <c:pt idx="2940">
                  <c:v>75.537598000000003</c:v>
                </c:pt>
                <c:pt idx="2941">
                  <c:v>75.500823999999994</c:v>
                </c:pt>
                <c:pt idx="2942">
                  <c:v>75.464737</c:v>
                </c:pt>
                <c:pt idx="2943">
                  <c:v>75.428329000000005</c:v>
                </c:pt>
                <c:pt idx="2944">
                  <c:v>75.391418000000002</c:v>
                </c:pt>
                <c:pt idx="2945">
                  <c:v>75.354675</c:v>
                </c:pt>
                <c:pt idx="2946">
                  <c:v>75.317122999999995</c:v>
                </c:pt>
                <c:pt idx="2947">
                  <c:v>75.277991999999998</c:v>
                </c:pt>
                <c:pt idx="2948">
                  <c:v>75.238433999999998</c:v>
                </c:pt>
                <c:pt idx="2949">
                  <c:v>75.198143000000002</c:v>
                </c:pt>
                <c:pt idx="2950">
                  <c:v>75.156204000000002</c:v>
                </c:pt>
                <c:pt idx="2951">
                  <c:v>75.113380000000006</c:v>
                </c:pt>
                <c:pt idx="2952">
                  <c:v>75.071586999999994</c:v>
                </c:pt>
                <c:pt idx="2953">
                  <c:v>75.031150999999994</c:v>
                </c:pt>
                <c:pt idx="2954">
                  <c:v>74.990921</c:v>
                </c:pt>
                <c:pt idx="2955">
                  <c:v>74.950798000000006</c:v>
                </c:pt>
                <c:pt idx="2956">
                  <c:v>74.911438000000004</c:v>
                </c:pt>
                <c:pt idx="2957">
                  <c:v>74.873001000000002</c:v>
                </c:pt>
                <c:pt idx="2958">
                  <c:v>74.835823000000005</c:v>
                </c:pt>
                <c:pt idx="2959">
                  <c:v>74.799392999999995</c:v>
                </c:pt>
                <c:pt idx="2960">
                  <c:v>74.764099000000002</c:v>
                </c:pt>
                <c:pt idx="2961">
                  <c:v>74.730277999999998</c:v>
                </c:pt>
                <c:pt idx="2962">
                  <c:v>74.697547999999998</c:v>
                </c:pt>
                <c:pt idx="2963">
                  <c:v>74.664885999999996</c:v>
                </c:pt>
                <c:pt idx="2964">
                  <c:v>74.632384999999999</c:v>
                </c:pt>
                <c:pt idx="2965">
                  <c:v>74.600876</c:v>
                </c:pt>
                <c:pt idx="2966">
                  <c:v>74.569473000000002</c:v>
                </c:pt>
                <c:pt idx="2967">
                  <c:v>74.537300000000002</c:v>
                </c:pt>
                <c:pt idx="2968">
                  <c:v>74.504936000000001</c:v>
                </c:pt>
                <c:pt idx="2969">
                  <c:v>74.472556999999995</c:v>
                </c:pt>
                <c:pt idx="2970">
                  <c:v>74.440033</c:v>
                </c:pt>
                <c:pt idx="2971">
                  <c:v>74.409760000000006</c:v>
                </c:pt>
                <c:pt idx="2972">
                  <c:v>74.381934999999999</c:v>
                </c:pt>
                <c:pt idx="2973">
                  <c:v>74.358306999999996</c:v>
                </c:pt>
                <c:pt idx="2974">
                  <c:v>74.339484999999996</c:v>
                </c:pt>
                <c:pt idx="2975">
                  <c:v>74.322318999999993</c:v>
                </c:pt>
                <c:pt idx="2976">
                  <c:v>74.302238000000003</c:v>
                </c:pt>
                <c:pt idx="2977">
                  <c:v>74.279777999999993</c:v>
                </c:pt>
                <c:pt idx="2978">
                  <c:v>74.255913000000007</c:v>
                </c:pt>
                <c:pt idx="2979">
                  <c:v>74.237610000000004</c:v>
                </c:pt>
                <c:pt idx="2980">
                  <c:v>74.225784000000004</c:v>
                </c:pt>
                <c:pt idx="2981">
                  <c:v>74.215958000000001</c:v>
                </c:pt>
                <c:pt idx="2982">
                  <c:v>74.226723000000007</c:v>
                </c:pt>
                <c:pt idx="2983">
                  <c:v>74.219772000000006</c:v>
                </c:pt>
                <c:pt idx="2984">
                  <c:v>74.205321999999995</c:v>
                </c:pt>
                <c:pt idx="2985">
                  <c:v>74.189116999999996</c:v>
                </c:pt>
                <c:pt idx="2986">
                  <c:v>74.173332000000002</c:v>
                </c:pt>
                <c:pt idx="2987">
                  <c:v>74.158721999999997</c:v>
                </c:pt>
                <c:pt idx="2988">
                  <c:v>74.142821999999995</c:v>
                </c:pt>
                <c:pt idx="2989">
                  <c:v>74.121407000000005</c:v>
                </c:pt>
                <c:pt idx="2990">
                  <c:v>74.095116000000004</c:v>
                </c:pt>
                <c:pt idx="2991">
                  <c:v>74.066024999999996</c:v>
                </c:pt>
                <c:pt idx="2992">
                  <c:v>74.034865999999994</c:v>
                </c:pt>
                <c:pt idx="2993">
                  <c:v>74.001137</c:v>
                </c:pt>
                <c:pt idx="2994">
                  <c:v>73.964325000000002</c:v>
                </c:pt>
                <c:pt idx="2995">
                  <c:v>73.924521999999996</c:v>
                </c:pt>
                <c:pt idx="2996">
                  <c:v>73.883018000000007</c:v>
                </c:pt>
                <c:pt idx="2997">
                  <c:v>73.84066</c:v>
                </c:pt>
                <c:pt idx="2998">
                  <c:v>73.799819999999997</c:v>
                </c:pt>
                <c:pt idx="2999">
                  <c:v>73.762046999999995</c:v>
                </c:pt>
                <c:pt idx="3000">
                  <c:v>73.726364000000004</c:v>
                </c:pt>
                <c:pt idx="3001">
                  <c:v>73.691658000000004</c:v>
                </c:pt>
                <c:pt idx="3002">
                  <c:v>73.656761000000003</c:v>
                </c:pt>
                <c:pt idx="3003">
                  <c:v>73.621032999999997</c:v>
                </c:pt>
                <c:pt idx="3004">
                  <c:v>73.584213000000005</c:v>
                </c:pt>
                <c:pt idx="3005">
                  <c:v>73.546988999999996</c:v>
                </c:pt>
                <c:pt idx="3006">
                  <c:v>73.508080000000007</c:v>
                </c:pt>
                <c:pt idx="3007">
                  <c:v>73.468620000000001</c:v>
                </c:pt>
                <c:pt idx="3008">
                  <c:v>73.431426999999999</c:v>
                </c:pt>
                <c:pt idx="3009">
                  <c:v>73.396629000000004</c:v>
                </c:pt>
                <c:pt idx="3010">
                  <c:v>73.363097999999994</c:v>
                </c:pt>
                <c:pt idx="3011">
                  <c:v>73.329528999999994</c:v>
                </c:pt>
                <c:pt idx="3012">
                  <c:v>73.289947999999995</c:v>
                </c:pt>
                <c:pt idx="3013">
                  <c:v>73.248665000000003</c:v>
                </c:pt>
                <c:pt idx="3014">
                  <c:v>73.209961000000007</c:v>
                </c:pt>
                <c:pt idx="3015">
                  <c:v>73.170631</c:v>
                </c:pt>
                <c:pt idx="3016">
                  <c:v>73.152405000000002</c:v>
                </c:pt>
                <c:pt idx="3017">
                  <c:v>73.154533000000001</c:v>
                </c:pt>
                <c:pt idx="3018">
                  <c:v>73.163978999999998</c:v>
                </c:pt>
                <c:pt idx="3019">
                  <c:v>73.171172999999996</c:v>
                </c:pt>
                <c:pt idx="3020">
                  <c:v>73.170624000000004</c:v>
                </c:pt>
                <c:pt idx="3021">
                  <c:v>73.16507</c:v>
                </c:pt>
                <c:pt idx="3022">
                  <c:v>73.156525000000002</c:v>
                </c:pt>
                <c:pt idx="3023">
                  <c:v>73.147644</c:v>
                </c:pt>
                <c:pt idx="3024">
                  <c:v>73.138344000000004</c:v>
                </c:pt>
                <c:pt idx="3025">
                  <c:v>73.129058999999998</c:v>
                </c:pt>
                <c:pt idx="3026">
                  <c:v>73.119254999999995</c:v>
                </c:pt>
                <c:pt idx="3027">
                  <c:v>73.109038999999996</c:v>
                </c:pt>
                <c:pt idx="3028">
                  <c:v>73.099106000000006</c:v>
                </c:pt>
                <c:pt idx="3029">
                  <c:v>73.089447000000007</c:v>
                </c:pt>
                <c:pt idx="3030">
                  <c:v>73.080314999999999</c:v>
                </c:pt>
                <c:pt idx="3031">
                  <c:v>73.071799999999996</c:v>
                </c:pt>
                <c:pt idx="3032">
                  <c:v>73.062607</c:v>
                </c:pt>
                <c:pt idx="3033">
                  <c:v>73.052741999999995</c:v>
                </c:pt>
                <c:pt idx="3034">
                  <c:v>73.043282000000005</c:v>
                </c:pt>
                <c:pt idx="3035">
                  <c:v>73.034737000000007</c:v>
                </c:pt>
                <c:pt idx="3036">
                  <c:v>73.026313999999999</c:v>
                </c:pt>
                <c:pt idx="3037">
                  <c:v>73.018073999999999</c:v>
                </c:pt>
                <c:pt idx="3038">
                  <c:v>73.009956000000003</c:v>
                </c:pt>
                <c:pt idx="3039">
                  <c:v>73.001357999999996</c:v>
                </c:pt>
                <c:pt idx="3040">
                  <c:v>72.991478000000001</c:v>
                </c:pt>
                <c:pt idx="3041">
                  <c:v>72.979033999999999</c:v>
                </c:pt>
                <c:pt idx="3042">
                  <c:v>72.962165999999996</c:v>
                </c:pt>
                <c:pt idx="3043">
                  <c:v>72.942550999999995</c:v>
                </c:pt>
                <c:pt idx="3044">
                  <c:v>72.923514999999995</c:v>
                </c:pt>
                <c:pt idx="3045">
                  <c:v>72.905640000000005</c:v>
                </c:pt>
                <c:pt idx="3046">
                  <c:v>72.890251000000006</c:v>
                </c:pt>
                <c:pt idx="3047">
                  <c:v>72.873504999999994</c:v>
                </c:pt>
                <c:pt idx="3048">
                  <c:v>72.852729999999994</c:v>
                </c:pt>
                <c:pt idx="3049">
                  <c:v>72.828559999999996</c:v>
                </c:pt>
                <c:pt idx="3050">
                  <c:v>72.801552000000001</c:v>
                </c:pt>
                <c:pt idx="3051">
                  <c:v>72.770270999999994</c:v>
                </c:pt>
                <c:pt idx="3052">
                  <c:v>72.736007999999998</c:v>
                </c:pt>
                <c:pt idx="3053">
                  <c:v>72.701683000000003</c:v>
                </c:pt>
                <c:pt idx="3054">
                  <c:v>72.667084000000003</c:v>
                </c:pt>
                <c:pt idx="3055">
                  <c:v>72.633156</c:v>
                </c:pt>
                <c:pt idx="3056">
                  <c:v>72.600357000000002</c:v>
                </c:pt>
                <c:pt idx="3057">
                  <c:v>72.567618999999993</c:v>
                </c:pt>
                <c:pt idx="3058">
                  <c:v>72.536315999999999</c:v>
                </c:pt>
                <c:pt idx="3059">
                  <c:v>72.506889000000001</c:v>
                </c:pt>
                <c:pt idx="3060">
                  <c:v>72.479347000000004</c:v>
                </c:pt>
                <c:pt idx="3061">
                  <c:v>72.453284999999994</c:v>
                </c:pt>
                <c:pt idx="3062">
                  <c:v>72.426254</c:v>
                </c:pt>
                <c:pt idx="3063">
                  <c:v>72.396675000000002</c:v>
                </c:pt>
                <c:pt idx="3064">
                  <c:v>72.364822000000004</c:v>
                </c:pt>
                <c:pt idx="3065">
                  <c:v>72.334282000000002</c:v>
                </c:pt>
                <c:pt idx="3066">
                  <c:v>72.305389000000005</c:v>
                </c:pt>
                <c:pt idx="3067">
                  <c:v>72.281058999999999</c:v>
                </c:pt>
                <c:pt idx="3068">
                  <c:v>72.260634999999994</c:v>
                </c:pt>
                <c:pt idx="3069">
                  <c:v>72.241652999999999</c:v>
                </c:pt>
                <c:pt idx="3070">
                  <c:v>72.223975999999993</c:v>
                </c:pt>
                <c:pt idx="3071">
                  <c:v>72.207993000000002</c:v>
                </c:pt>
                <c:pt idx="3072">
                  <c:v>72.192169000000007</c:v>
                </c:pt>
                <c:pt idx="3073">
                  <c:v>72.178145999999998</c:v>
                </c:pt>
                <c:pt idx="3074">
                  <c:v>72.167068</c:v>
                </c:pt>
                <c:pt idx="3075">
                  <c:v>72.156981999999999</c:v>
                </c:pt>
                <c:pt idx="3076">
                  <c:v>72.145882</c:v>
                </c:pt>
                <c:pt idx="3077">
                  <c:v>72.133667000000003</c:v>
                </c:pt>
                <c:pt idx="3078">
                  <c:v>72.120911000000007</c:v>
                </c:pt>
                <c:pt idx="3079">
                  <c:v>72.108658000000005</c:v>
                </c:pt>
                <c:pt idx="3080">
                  <c:v>72.097672000000003</c:v>
                </c:pt>
                <c:pt idx="3081">
                  <c:v>72.087158000000002</c:v>
                </c:pt>
                <c:pt idx="3082">
                  <c:v>72.076729</c:v>
                </c:pt>
                <c:pt idx="3083">
                  <c:v>72.066490000000002</c:v>
                </c:pt>
                <c:pt idx="3084">
                  <c:v>72.056106999999997</c:v>
                </c:pt>
                <c:pt idx="3085">
                  <c:v>72.045272999999995</c:v>
                </c:pt>
                <c:pt idx="3086">
                  <c:v>72.033989000000005</c:v>
                </c:pt>
                <c:pt idx="3087">
                  <c:v>72.022071999999994</c:v>
                </c:pt>
                <c:pt idx="3088">
                  <c:v>72.010077999999993</c:v>
                </c:pt>
                <c:pt idx="3089">
                  <c:v>71.997283999999993</c:v>
                </c:pt>
                <c:pt idx="3090">
                  <c:v>71.983238</c:v>
                </c:pt>
                <c:pt idx="3091">
                  <c:v>71.970191999999997</c:v>
                </c:pt>
                <c:pt idx="3092">
                  <c:v>71.958572000000004</c:v>
                </c:pt>
                <c:pt idx="3093">
                  <c:v>71.945426999999995</c:v>
                </c:pt>
                <c:pt idx="3094">
                  <c:v>71.929962000000003</c:v>
                </c:pt>
                <c:pt idx="3095">
                  <c:v>71.914551000000003</c:v>
                </c:pt>
                <c:pt idx="3096">
                  <c:v>71.900215000000003</c:v>
                </c:pt>
                <c:pt idx="3097">
                  <c:v>71.887184000000005</c:v>
                </c:pt>
                <c:pt idx="3098">
                  <c:v>71.876450000000006</c:v>
                </c:pt>
                <c:pt idx="3099">
                  <c:v>71.866737000000001</c:v>
                </c:pt>
                <c:pt idx="3100">
                  <c:v>71.855834999999999</c:v>
                </c:pt>
                <c:pt idx="3101">
                  <c:v>71.842528999999999</c:v>
                </c:pt>
                <c:pt idx="3102">
                  <c:v>71.828216999999995</c:v>
                </c:pt>
                <c:pt idx="3103">
                  <c:v>71.815246999999999</c:v>
                </c:pt>
                <c:pt idx="3104">
                  <c:v>71.803909000000004</c:v>
                </c:pt>
                <c:pt idx="3105">
                  <c:v>71.793137000000002</c:v>
                </c:pt>
                <c:pt idx="3106">
                  <c:v>71.782173</c:v>
                </c:pt>
                <c:pt idx="3107">
                  <c:v>71.771666999999994</c:v>
                </c:pt>
                <c:pt idx="3108">
                  <c:v>71.761948000000004</c:v>
                </c:pt>
                <c:pt idx="3109">
                  <c:v>71.751907000000003</c:v>
                </c:pt>
                <c:pt idx="3110">
                  <c:v>71.741446999999994</c:v>
                </c:pt>
                <c:pt idx="3111">
                  <c:v>71.731155000000001</c:v>
                </c:pt>
                <c:pt idx="3112">
                  <c:v>71.721648999999999</c:v>
                </c:pt>
                <c:pt idx="3113">
                  <c:v>71.712563000000003</c:v>
                </c:pt>
                <c:pt idx="3114">
                  <c:v>71.703781000000006</c:v>
                </c:pt>
                <c:pt idx="3115">
                  <c:v>71.695335</c:v>
                </c:pt>
                <c:pt idx="3116">
                  <c:v>71.686684</c:v>
                </c:pt>
                <c:pt idx="3117">
                  <c:v>71.677284</c:v>
                </c:pt>
                <c:pt idx="3118">
                  <c:v>71.667479999999998</c:v>
                </c:pt>
                <c:pt idx="3119">
                  <c:v>71.657866999999996</c:v>
                </c:pt>
                <c:pt idx="3120">
                  <c:v>71.648360999999994</c:v>
                </c:pt>
                <c:pt idx="3121">
                  <c:v>71.638039000000006</c:v>
                </c:pt>
                <c:pt idx="3122">
                  <c:v>71.626823000000002</c:v>
                </c:pt>
                <c:pt idx="3123">
                  <c:v>71.615334000000004</c:v>
                </c:pt>
                <c:pt idx="3124">
                  <c:v>71.602508999999998</c:v>
                </c:pt>
                <c:pt idx="3125">
                  <c:v>71.589652999999998</c:v>
                </c:pt>
                <c:pt idx="3126">
                  <c:v>71.575218000000007</c:v>
                </c:pt>
                <c:pt idx="3127">
                  <c:v>71.557991000000001</c:v>
                </c:pt>
                <c:pt idx="3128">
                  <c:v>71.539017000000001</c:v>
                </c:pt>
                <c:pt idx="3129">
                  <c:v>71.519844000000006</c:v>
                </c:pt>
                <c:pt idx="3130">
                  <c:v>71.498146000000006</c:v>
                </c:pt>
                <c:pt idx="3131">
                  <c:v>71.473465000000004</c:v>
                </c:pt>
                <c:pt idx="3132">
                  <c:v>71.442627000000002</c:v>
                </c:pt>
                <c:pt idx="3133">
                  <c:v>71.407027999999997</c:v>
                </c:pt>
                <c:pt idx="3134">
                  <c:v>71.372459000000006</c:v>
                </c:pt>
                <c:pt idx="3135">
                  <c:v>71.336715999999996</c:v>
                </c:pt>
                <c:pt idx="3136">
                  <c:v>71.300231999999994</c:v>
                </c:pt>
                <c:pt idx="3137">
                  <c:v>71.264442000000003</c:v>
                </c:pt>
                <c:pt idx="3138">
                  <c:v>71.228629999999995</c:v>
                </c:pt>
                <c:pt idx="3139">
                  <c:v>71.192558000000005</c:v>
                </c:pt>
                <c:pt idx="3140">
                  <c:v>71.156822000000005</c:v>
                </c:pt>
                <c:pt idx="3141">
                  <c:v>71.121796000000003</c:v>
                </c:pt>
                <c:pt idx="3142">
                  <c:v>71.087684999999993</c:v>
                </c:pt>
                <c:pt idx="3143">
                  <c:v>71.056495999999996</c:v>
                </c:pt>
                <c:pt idx="3144">
                  <c:v>71.028319999999994</c:v>
                </c:pt>
                <c:pt idx="3145">
                  <c:v>70.998123000000007</c:v>
                </c:pt>
                <c:pt idx="3146">
                  <c:v>70.963074000000006</c:v>
                </c:pt>
                <c:pt idx="3147">
                  <c:v>70.927138999999997</c:v>
                </c:pt>
                <c:pt idx="3148">
                  <c:v>70.892264999999995</c:v>
                </c:pt>
                <c:pt idx="3149">
                  <c:v>70.857658000000001</c:v>
                </c:pt>
                <c:pt idx="3150">
                  <c:v>70.823227000000003</c:v>
                </c:pt>
                <c:pt idx="3151">
                  <c:v>70.789383000000001</c:v>
                </c:pt>
                <c:pt idx="3152">
                  <c:v>70.756041999999994</c:v>
                </c:pt>
                <c:pt idx="3153">
                  <c:v>70.724898999999994</c:v>
                </c:pt>
                <c:pt idx="3154">
                  <c:v>70.698570000000004</c:v>
                </c:pt>
                <c:pt idx="3155">
                  <c:v>70.676254</c:v>
                </c:pt>
                <c:pt idx="3156">
                  <c:v>70.6511</c:v>
                </c:pt>
                <c:pt idx="3157">
                  <c:v>70.621787999999995</c:v>
                </c:pt>
                <c:pt idx="3158">
                  <c:v>70.592399999999998</c:v>
                </c:pt>
                <c:pt idx="3159">
                  <c:v>70.567497000000003</c:v>
                </c:pt>
                <c:pt idx="3160">
                  <c:v>70.545692000000003</c:v>
                </c:pt>
                <c:pt idx="3161">
                  <c:v>70.522934000000006</c:v>
                </c:pt>
                <c:pt idx="3162">
                  <c:v>70.499572999999998</c:v>
                </c:pt>
                <c:pt idx="3163">
                  <c:v>70.476944000000003</c:v>
                </c:pt>
                <c:pt idx="3164">
                  <c:v>70.454459999999997</c:v>
                </c:pt>
                <c:pt idx="3165">
                  <c:v>70.431633000000005</c:v>
                </c:pt>
                <c:pt idx="3166">
                  <c:v>70.408646000000005</c:v>
                </c:pt>
                <c:pt idx="3167">
                  <c:v>70.384574999999998</c:v>
                </c:pt>
                <c:pt idx="3168">
                  <c:v>70.358513000000002</c:v>
                </c:pt>
                <c:pt idx="3169">
                  <c:v>70.329421999999994</c:v>
                </c:pt>
                <c:pt idx="3170">
                  <c:v>70.295326000000003</c:v>
                </c:pt>
                <c:pt idx="3171">
                  <c:v>70.261673000000002</c:v>
                </c:pt>
                <c:pt idx="3172">
                  <c:v>70.231003000000001</c:v>
                </c:pt>
                <c:pt idx="3173">
                  <c:v>70.205505000000002</c:v>
                </c:pt>
                <c:pt idx="3174">
                  <c:v>70.186408999999998</c:v>
                </c:pt>
                <c:pt idx="3175">
                  <c:v>70.172805999999994</c:v>
                </c:pt>
                <c:pt idx="3176">
                  <c:v>70.158493000000007</c:v>
                </c:pt>
                <c:pt idx="3177">
                  <c:v>70.140891999999994</c:v>
                </c:pt>
                <c:pt idx="3178">
                  <c:v>70.120688999999999</c:v>
                </c:pt>
                <c:pt idx="3179">
                  <c:v>70.098975999999993</c:v>
                </c:pt>
                <c:pt idx="3180">
                  <c:v>70.076560999999998</c:v>
                </c:pt>
                <c:pt idx="3181">
                  <c:v>70.055580000000006</c:v>
                </c:pt>
                <c:pt idx="3182">
                  <c:v>70.036857999999995</c:v>
                </c:pt>
                <c:pt idx="3183">
                  <c:v>70.021286000000003</c:v>
                </c:pt>
                <c:pt idx="3184">
                  <c:v>70.010306999999997</c:v>
                </c:pt>
                <c:pt idx="3185">
                  <c:v>70.001853999999994</c:v>
                </c:pt>
                <c:pt idx="3186">
                  <c:v>69.994613999999999</c:v>
                </c:pt>
                <c:pt idx="3187">
                  <c:v>69.986732000000003</c:v>
                </c:pt>
                <c:pt idx="3188">
                  <c:v>69.976485999999994</c:v>
                </c:pt>
                <c:pt idx="3189">
                  <c:v>69.961273000000006</c:v>
                </c:pt>
                <c:pt idx="3190">
                  <c:v>69.942374999999998</c:v>
                </c:pt>
                <c:pt idx="3191">
                  <c:v>69.922202999999996</c:v>
                </c:pt>
                <c:pt idx="3192">
                  <c:v>69.905968000000001</c:v>
                </c:pt>
                <c:pt idx="3193">
                  <c:v>69.892844999999994</c:v>
                </c:pt>
                <c:pt idx="3194">
                  <c:v>69.879219000000006</c:v>
                </c:pt>
                <c:pt idx="3195">
                  <c:v>69.863913999999994</c:v>
                </c:pt>
                <c:pt idx="3196">
                  <c:v>69.848686000000001</c:v>
                </c:pt>
                <c:pt idx="3197">
                  <c:v>69.834205999999995</c:v>
                </c:pt>
                <c:pt idx="3198">
                  <c:v>69.819557000000003</c:v>
                </c:pt>
                <c:pt idx="3199">
                  <c:v>69.803557999999995</c:v>
                </c:pt>
                <c:pt idx="3200">
                  <c:v>69.785094999999998</c:v>
                </c:pt>
                <c:pt idx="3201">
                  <c:v>69.764290000000003</c:v>
                </c:pt>
                <c:pt idx="3202">
                  <c:v>69.742858999999996</c:v>
                </c:pt>
                <c:pt idx="3203">
                  <c:v>69.722588000000002</c:v>
                </c:pt>
                <c:pt idx="3204">
                  <c:v>69.703682000000001</c:v>
                </c:pt>
                <c:pt idx="3205">
                  <c:v>69.684585999999996</c:v>
                </c:pt>
                <c:pt idx="3206">
                  <c:v>69.669799999999995</c:v>
                </c:pt>
                <c:pt idx="3207">
                  <c:v>69.657745000000006</c:v>
                </c:pt>
                <c:pt idx="3208">
                  <c:v>69.647957000000005</c:v>
                </c:pt>
                <c:pt idx="3209">
                  <c:v>69.635245999999995</c:v>
                </c:pt>
                <c:pt idx="3210">
                  <c:v>69.617988999999994</c:v>
                </c:pt>
                <c:pt idx="3211">
                  <c:v>69.596869999999996</c:v>
                </c:pt>
                <c:pt idx="3212">
                  <c:v>69.576156999999995</c:v>
                </c:pt>
                <c:pt idx="3213">
                  <c:v>69.554175999999998</c:v>
                </c:pt>
                <c:pt idx="3214">
                  <c:v>69.531943999999996</c:v>
                </c:pt>
                <c:pt idx="3215">
                  <c:v>69.504776000000007</c:v>
                </c:pt>
                <c:pt idx="3216">
                  <c:v>69.472504000000001</c:v>
                </c:pt>
                <c:pt idx="3217">
                  <c:v>69.441856000000001</c:v>
                </c:pt>
                <c:pt idx="3218">
                  <c:v>69.413512999999995</c:v>
                </c:pt>
                <c:pt idx="3219">
                  <c:v>69.385925</c:v>
                </c:pt>
                <c:pt idx="3220">
                  <c:v>69.361419999999995</c:v>
                </c:pt>
                <c:pt idx="3221">
                  <c:v>69.341766000000007</c:v>
                </c:pt>
                <c:pt idx="3222">
                  <c:v>69.326187000000004</c:v>
                </c:pt>
                <c:pt idx="3223">
                  <c:v>69.314483999999993</c:v>
                </c:pt>
                <c:pt idx="3224">
                  <c:v>69.305710000000005</c:v>
                </c:pt>
                <c:pt idx="3225">
                  <c:v>69.299453999999997</c:v>
                </c:pt>
                <c:pt idx="3226">
                  <c:v>69.293892</c:v>
                </c:pt>
                <c:pt idx="3227">
                  <c:v>69.28801</c:v>
                </c:pt>
                <c:pt idx="3228">
                  <c:v>69.281043999999994</c:v>
                </c:pt>
                <c:pt idx="3229">
                  <c:v>69.273674</c:v>
                </c:pt>
                <c:pt idx="3230">
                  <c:v>69.266677999999999</c:v>
                </c:pt>
                <c:pt idx="3231">
                  <c:v>69.258812000000006</c:v>
                </c:pt>
                <c:pt idx="3232">
                  <c:v>69.249870000000001</c:v>
                </c:pt>
                <c:pt idx="3233">
                  <c:v>69.241118999999998</c:v>
                </c:pt>
                <c:pt idx="3234">
                  <c:v>69.233222999999995</c:v>
                </c:pt>
                <c:pt idx="3235">
                  <c:v>69.224936999999997</c:v>
                </c:pt>
                <c:pt idx="3236">
                  <c:v>69.214187999999993</c:v>
                </c:pt>
                <c:pt idx="3237">
                  <c:v>69.202743999999996</c:v>
                </c:pt>
                <c:pt idx="3238">
                  <c:v>69.191185000000004</c:v>
                </c:pt>
                <c:pt idx="3239">
                  <c:v>69.179931999999994</c:v>
                </c:pt>
                <c:pt idx="3240">
                  <c:v>69.168678</c:v>
                </c:pt>
                <c:pt idx="3241">
                  <c:v>69.157454999999999</c:v>
                </c:pt>
                <c:pt idx="3242">
                  <c:v>69.146125999999995</c:v>
                </c:pt>
                <c:pt idx="3243">
                  <c:v>69.134460000000004</c:v>
                </c:pt>
                <c:pt idx="3244">
                  <c:v>69.122162000000003</c:v>
                </c:pt>
                <c:pt idx="3245">
                  <c:v>69.110245000000006</c:v>
                </c:pt>
                <c:pt idx="3246">
                  <c:v>69.096947</c:v>
                </c:pt>
                <c:pt idx="3247">
                  <c:v>69.081528000000006</c:v>
                </c:pt>
                <c:pt idx="3248">
                  <c:v>69.064460999999994</c:v>
                </c:pt>
                <c:pt idx="3249">
                  <c:v>69.047873999999993</c:v>
                </c:pt>
                <c:pt idx="3250">
                  <c:v>69.033462999999998</c:v>
                </c:pt>
                <c:pt idx="3251">
                  <c:v>69.019478000000007</c:v>
                </c:pt>
                <c:pt idx="3252">
                  <c:v>69.001625000000004</c:v>
                </c:pt>
                <c:pt idx="3253">
                  <c:v>68.979622000000006</c:v>
                </c:pt>
                <c:pt idx="3254">
                  <c:v>68.958861999999996</c:v>
                </c:pt>
                <c:pt idx="3255">
                  <c:v>68.942550999999995</c:v>
                </c:pt>
                <c:pt idx="3256">
                  <c:v>68.925956999999997</c:v>
                </c:pt>
                <c:pt idx="3257">
                  <c:v>68.908348000000004</c:v>
                </c:pt>
                <c:pt idx="3258">
                  <c:v>68.892478999999994</c:v>
                </c:pt>
                <c:pt idx="3259">
                  <c:v>68.880225999999993</c:v>
                </c:pt>
                <c:pt idx="3260">
                  <c:v>68.867722000000001</c:v>
                </c:pt>
                <c:pt idx="3261">
                  <c:v>68.851912999999996</c:v>
                </c:pt>
                <c:pt idx="3262">
                  <c:v>68.835151999999994</c:v>
                </c:pt>
                <c:pt idx="3263">
                  <c:v>68.816879</c:v>
                </c:pt>
                <c:pt idx="3264">
                  <c:v>68.797668000000002</c:v>
                </c:pt>
                <c:pt idx="3265">
                  <c:v>68.779961</c:v>
                </c:pt>
                <c:pt idx="3266">
                  <c:v>68.760979000000006</c:v>
                </c:pt>
                <c:pt idx="3267">
                  <c:v>68.737708999999995</c:v>
                </c:pt>
                <c:pt idx="3268">
                  <c:v>68.713333000000006</c:v>
                </c:pt>
                <c:pt idx="3269">
                  <c:v>68.691856000000001</c:v>
                </c:pt>
                <c:pt idx="3270">
                  <c:v>68.669998000000007</c:v>
                </c:pt>
                <c:pt idx="3271">
                  <c:v>68.644431999999995</c:v>
                </c:pt>
                <c:pt idx="3272">
                  <c:v>68.615836999999999</c:v>
                </c:pt>
                <c:pt idx="3273">
                  <c:v>68.586005999999998</c:v>
                </c:pt>
                <c:pt idx="3274">
                  <c:v>68.555160999999998</c:v>
                </c:pt>
                <c:pt idx="3275">
                  <c:v>68.523216000000005</c:v>
                </c:pt>
                <c:pt idx="3276">
                  <c:v>68.496421999999995</c:v>
                </c:pt>
                <c:pt idx="3277">
                  <c:v>68.479179000000002</c:v>
                </c:pt>
                <c:pt idx="3278">
                  <c:v>68.460402999999999</c:v>
                </c:pt>
                <c:pt idx="3279">
                  <c:v>68.434830000000005</c:v>
                </c:pt>
                <c:pt idx="3280">
                  <c:v>68.403969000000004</c:v>
                </c:pt>
                <c:pt idx="3281">
                  <c:v>68.376434000000003</c:v>
                </c:pt>
                <c:pt idx="3282">
                  <c:v>68.352012999999999</c:v>
                </c:pt>
                <c:pt idx="3283">
                  <c:v>68.332290999999998</c:v>
                </c:pt>
                <c:pt idx="3284">
                  <c:v>68.312957999999995</c:v>
                </c:pt>
                <c:pt idx="3285">
                  <c:v>68.291274999999999</c:v>
                </c:pt>
                <c:pt idx="3286">
                  <c:v>68.270874000000006</c:v>
                </c:pt>
                <c:pt idx="3287">
                  <c:v>68.252724000000001</c:v>
                </c:pt>
                <c:pt idx="3288">
                  <c:v>68.232879999999994</c:v>
                </c:pt>
                <c:pt idx="3289">
                  <c:v>68.209579000000005</c:v>
                </c:pt>
                <c:pt idx="3290">
                  <c:v>68.185912999999999</c:v>
                </c:pt>
                <c:pt idx="3291">
                  <c:v>68.164428999999998</c:v>
                </c:pt>
                <c:pt idx="3292">
                  <c:v>68.147148000000001</c:v>
                </c:pt>
                <c:pt idx="3293">
                  <c:v>68.133347000000001</c:v>
                </c:pt>
                <c:pt idx="3294">
                  <c:v>68.116874999999993</c:v>
                </c:pt>
                <c:pt idx="3295">
                  <c:v>68.095718000000005</c:v>
                </c:pt>
                <c:pt idx="3296">
                  <c:v>68.071571000000006</c:v>
                </c:pt>
                <c:pt idx="3297">
                  <c:v>68.046402</c:v>
                </c:pt>
                <c:pt idx="3298">
                  <c:v>68.018294999999995</c:v>
                </c:pt>
                <c:pt idx="3299">
                  <c:v>67.987114000000005</c:v>
                </c:pt>
                <c:pt idx="3300">
                  <c:v>67.954764999999995</c:v>
                </c:pt>
                <c:pt idx="3301">
                  <c:v>67.922393999999997</c:v>
                </c:pt>
                <c:pt idx="3302">
                  <c:v>67.890441999999993</c:v>
                </c:pt>
                <c:pt idx="3303">
                  <c:v>67.858367999999999</c:v>
                </c:pt>
                <c:pt idx="3304">
                  <c:v>67.826110999999997</c:v>
                </c:pt>
                <c:pt idx="3305">
                  <c:v>67.793526</c:v>
                </c:pt>
                <c:pt idx="3306">
                  <c:v>67.761382999999995</c:v>
                </c:pt>
                <c:pt idx="3307">
                  <c:v>67.739075</c:v>
                </c:pt>
                <c:pt idx="3308">
                  <c:v>67.723938000000004</c:v>
                </c:pt>
                <c:pt idx="3309">
                  <c:v>67.718063000000001</c:v>
                </c:pt>
                <c:pt idx="3310">
                  <c:v>67.711669999999998</c:v>
                </c:pt>
                <c:pt idx="3311">
                  <c:v>67.704277000000005</c:v>
                </c:pt>
                <c:pt idx="3312">
                  <c:v>67.697243</c:v>
                </c:pt>
                <c:pt idx="3313">
                  <c:v>67.690216000000007</c:v>
                </c:pt>
                <c:pt idx="3314">
                  <c:v>67.681777999999994</c:v>
                </c:pt>
                <c:pt idx="3315">
                  <c:v>67.674094999999994</c:v>
                </c:pt>
                <c:pt idx="3316">
                  <c:v>67.668846000000002</c:v>
                </c:pt>
                <c:pt idx="3317">
                  <c:v>67.667006999999998</c:v>
                </c:pt>
                <c:pt idx="3318">
                  <c:v>67.671752999999995</c:v>
                </c:pt>
                <c:pt idx="3319">
                  <c:v>67.675606000000002</c:v>
                </c:pt>
                <c:pt idx="3320">
                  <c:v>67.677718999999996</c:v>
                </c:pt>
                <c:pt idx="3321">
                  <c:v>67.678702999999999</c:v>
                </c:pt>
                <c:pt idx="3322">
                  <c:v>67.678696000000002</c:v>
                </c:pt>
                <c:pt idx="3323">
                  <c:v>67.678016999999997</c:v>
                </c:pt>
                <c:pt idx="3324">
                  <c:v>67.677147000000005</c:v>
                </c:pt>
                <c:pt idx="3325">
                  <c:v>67.676238999999995</c:v>
                </c:pt>
                <c:pt idx="3326">
                  <c:v>67.675338999999994</c:v>
                </c:pt>
                <c:pt idx="3327">
                  <c:v>67.674323999999999</c:v>
                </c:pt>
                <c:pt idx="3328">
                  <c:v>67.673378</c:v>
                </c:pt>
                <c:pt idx="3329">
                  <c:v>67.672568999999996</c:v>
                </c:pt>
                <c:pt idx="3330">
                  <c:v>67.671843999999993</c:v>
                </c:pt>
                <c:pt idx="3331">
                  <c:v>67.671218999999994</c:v>
                </c:pt>
                <c:pt idx="3332">
                  <c:v>67.670608999999999</c:v>
                </c:pt>
                <c:pt idx="3333">
                  <c:v>67.670058999999995</c:v>
                </c:pt>
                <c:pt idx="3334">
                  <c:v>67.669608999999994</c:v>
                </c:pt>
                <c:pt idx="3335">
                  <c:v>67.669189000000003</c:v>
                </c:pt>
                <c:pt idx="3336">
                  <c:v>67.668816000000007</c:v>
                </c:pt>
                <c:pt idx="3337">
                  <c:v>67.668494999999993</c:v>
                </c:pt>
                <c:pt idx="3338">
                  <c:v>67.668282000000005</c:v>
                </c:pt>
                <c:pt idx="3339">
                  <c:v>67.668152000000006</c:v>
                </c:pt>
                <c:pt idx="3340">
                  <c:v>67.668091000000004</c:v>
                </c:pt>
                <c:pt idx="3341">
                  <c:v>67.667914999999994</c:v>
                </c:pt>
                <c:pt idx="3342">
                  <c:v>67.667572000000007</c:v>
                </c:pt>
                <c:pt idx="3343">
                  <c:v>67.667145000000005</c:v>
                </c:pt>
                <c:pt idx="3344">
                  <c:v>67.666481000000005</c:v>
                </c:pt>
                <c:pt idx="3345">
                  <c:v>67.665665000000004</c:v>
                </c:pt>
                <c:pt idx="3346">
                  <c:v>67.664412999999996</c:v>
                </c:pt>
                <c:pt idx="3347">
                  <c:v>67.662880000000001</c:v>
                </c:pt>
                <c:pt idx="3348">
                  <c:v>67.661231999999998</c:v>
                </c:pt>
                <c:pt idx="3349">
                  <c:v>67.659485000000004</c:v>
                </c:pt>
                <c:pt idx="3350">
                  <c:v>67.657745000000006</c:v>
                </c:pt>
                <c:pt idx="3351">
                  <c:v>67.656090000000006</c:v>
                </c:pt>
                <c:pt idx="3352">
                  <c:v>67.654404</c:v>
                </c:pt>
                <c:pt idx="3353">
                  <c:v>67.653023000000005</c:v>
                </c:pt>
                <c:pt idx="3354">
                  <c:v>67.651566000000003</c:v>
                </c:pt>
                <c:pt idx="3355">
                  <c:v>67.650063000000003</c:v>
                </c:pt>
                <c:pt idx="3356">
                  <c:v>67.648567</c:v>
                </c:pt>
                <c:pt idx="3357">
                  <c:v>67.647377000000006</c:v>
                </c:pt>
                <c:pt idx="3358">
                  <c:v>67.646232999999995</c:v>
                </c:pt>
                <c:pt idx="3359">
                  <c:v>67.645317000000006</c:v>
                </c:pt>
                <c:pt idx="3360">
                  <c:v>67.644073000000006</c:v>
                </c:pt>
                <c:pt idx="3361">
                  <c:v>67.643158</c:v>
                </c:pt>
                <c:pt idx="3362">
                  <c:v>67.642212000000001</c:v>
                </c:pt>
                <c:pt idx="3363">
                  <c:v>67.640991</c:v>
                </c:pt>
                <c:pt idx="3364">
                  <c:v>67.639663999999996</c:v>
                </c:pt>
                <c:pt idx="3365">
                  <c:v>67.638458</c:v>
                </c:pt>
                <c:pt idx="3366">
                  <c:v>67.637282999999996</c:v>
                </c:pt>
                <c:pt idx="3367">
                  <c:v>67.636345000000006</c:v>
                </c:pt>
                <c:pt idx="3368">
                  <c:v>67.635368</c:v>
                </c:pt>
                <c:pt idx="3369">
                  <c:v>67.634354000000002</c:v>
                </c:pt>
                <c:pt idx="3370">
                  <c:v>67.633483999999996</c:v>
                </c:pt>
                <c:pt idx="3371">
                  <c:v>67.632484000000005</c:v>
                </c:pt>
                <c:pt idx="3372">
                  <c:v>67.631332</c:v>
                </c:pt>
                <c:pt idx="3373">
                  <c:v>67.629990000000006</c:v>
                </c:pt>
                <c:pt idx="3374">
                  <c:v>67.628699999999995</c:v>
                </c:pt>
                <c:pt idx="3375">
                  <c:v>67.627357000000003</c:v>
                </c:pt>
                <c:pt idx="3376">
                  <c:v>67.625984000000003</c:v>
                </c:pt>
                <c:pt idx="3377">
                  <c:v>67.624397000000002</c:v>
                </c:pt>
                <c:pt idx="3378">
                  <c:v>67.623085000000003</c:v>
                </c:pt>
                <c:pt idx="3379">
                  <c:v>67.621696</c:v>
                </c:pt>
                <c:pt idx="3380">
                  <c:v>67.620284999999996</c:v>
                </c:pt>
                <c:pt idx="3381">
                  <c:v>67.618819999999999</c:v>
                </c:pt>
                <c:pt idx="3382">
                  <c:v>67.617615000000001</c:v>
                </c:pt>
                <c:pt idx="3383">
                  <c:v>67.616341000000006</c:v>
                </c:pt>
                <c:pt idx="3384">
                  <c:v>67.615250000000003</c:v>
                </c:pt>
                <c:pt idx="3385">
                  <c:v>67.614402999999996</c:v>
                </c:pt>
                <c:pt idx="3386">
                  <c:v>67.613838000000001</c:v>
                </c:pt>
                <c:pt idx="3387">
                  <c:v>67.613204999999994</c:v>
                </c:pt>
                <c:pt idx="3388">
                  <c:v>67.612517999999994</c:v>
                </c:pt>
                <c:pt idx="3389">
                  <c:v>67.611542</c:v>
                </c:pt>
                <c:pt idx="3390">
                  <c:v>67.610657000000003</c:v>
                </c:pt>
                <c:pt idx="3391">
                  <c:v>67.609665000000007</c:v>
                </c:pt>
                <c:pt idx="3392">
                  <c:v>67.608727000000002</c:v>
                </c:pt>
                <c:pt idx="3393">
                  <c:v>67.607512999999997</c:v>
                </c:pt>
                <c:pt idx="3394">
                  <c:v>67.606239000000002</c:v>
                </c:pt>
                <c:pt idx="3395">
                  <c:v>67.604996</c:v>
                </c:pt>
                <c:pt idx="3396">
                  <c:v>67.603638000000004</c:v>
                </c:pt>
                <c:pt idx="3397">
                  <c:v>67.602447999999995</c:v>
                </c:pt>
                <c:pt idx="3398">
                  <c:v>67.601157999999998</c:v>
                </c:pt>
                <c:pt idx="3399">
                  <c:v>67.599975999999998</c:v>
                </c:pt>
                <c:pt idx="3400">
                  <c:v>67.598502999999994</c:v>
                </c:pt>
                <c:pt idx="3401">
                  <c:v>67.597046000000006</c:v>
                </c:pt>
                <c:pt idx="3402">
                  <c:v>67.595580999999996</c:v>
                </c:pt>
                <c:pt idx="3403">
                  <c:v>67.594238000000004</c:v>
                </c:pt>
                <c:pt idx="3404">
                  <c:v>67.592926000000006</c:v>
                </c:pt>
                <c:pt idx="3405">
                  <c:v>67.591881000000001</c:v>
                </c:pt>
                <c:pt idx="3406">
                  <c:v>67.591201999999996</c:v>
                </c:pt>
                <c:pt idx="3407">
                  <c:v>67.590514999999996</c:v>
                </c:pt>
                <c:pt idx="3408">
                  <c:v>67.589866999999998</c:v>
                </c:pt>
                <c:pt idx="3409">
                  <c:v>67.589127000000005</c:v>
                </c:pt>
                <c:pt idx="3410">
                  <c:v>67.588111999999995</c:v>
                </c:pt>
                <c:pt idx="3411">
                  <c:v>67.587035999999998</c:v>
                </c:pt>
                <c:pt idx="3412">
                  <c:v>67.585846000000004</c:v>
                </c:pt>
                <c:pt idx="3413">
                  <c:v>67.584557000000004</c:v>
                </c:pt>
                <c:pt idx="3414">
                  <c:v>67.583267000000006</c:v>
                </c:pt>
                <c:pt idx="3415">
                  <c:v>67.581817999999998</c:v>
                </c:pt>
                <c:pt idx="3416">
                  <c:v>67.580451999999994</c:v>
                </c:pt>
                <c:pt idx="3417">
                  <c:v>67.579132000000001</c:v>
                </c:pt>
                <c:pt idx="3418">
                  <c:v>67.577950000000001</c:v>
                </c:pt>
                <c:pt idx="3419">
                  <c:v>67.576697999999993</c:v>
                </c:pt>
                <c:pt idx="3420">
                  <c:v>67.575667999999993</c:v>
                </c:pt>
                <c:pt idx="3421">
                  <c:v>67.574744999999993</c:v>
                </c:pt>
                <c:pt idx="3422">
                  <c:v>67.573845000000006</c:v>
                </c:pt>
                <c:pt idx="3423">
                  <c:v>67.572929000000002</c:v>
                </c:pt>
                <c:pt idx="3424">
                  <c:v>67.572104999999993</c:v>
                </c:pt>
                <c:pt idx="3425">
                  <c:v>67.570992000000004</c:v>
                </c:pt>
                <c:pt idx="3426">
                  <c:v>67.569907999999998</c:v>
                </c:pt>
                <c:pt idx="3427">
                  <c:v>67.564521999999997</c:v>
                </c:pt>
                <c:pt idx="3428">
                  <c:v>67.552063000000004</c:v>
                </c:pt>
                <c:pt idx="3429">
                  <c:v>67.537277000000003</c:v>
                </c:pt>
                <c:pt idx="3430">
                  <c:v>67.530868999999996</c:v>
                </c:pt>
                <c:pt idx="3431">
                  <c:v>67.528282000000004</c:v>
                </c:pt>
                <c:pt idx="3432">
                  <c:v>67.526427999999996</c:v>
                </c:pt>
                <c:pt idx="3433">
                  <c:v>67.524826000000004</c:v>
                </c:pt>
                <c:pt idx="3434">
                  <c:v>67.523292999999995</c:v>
                </c:pt>
                <c:pt idx="3435">
                  <c:v>67.521675000000002</c:v>
                </c:pt>
                <c:pt idx="3436">
                  <c:v>67.520195000000001</c:v>
                </c:pt>
                <c:pt idx="3437">
                  <c:v>67.518623000000005</c:v>
                </c:pt>
                <c:pt idx="3438">
                  <c:v>67.517325999999997</c:v>
                </c:pt>
                <c:pt idx="3439">
                  <c:v>67.515891999999994</c:v>
                </c:pt>
                <c:pt idx="3440">
                  <c:v>67.514679000000001</c:v>
                </c:pt>
                <c:pt idx="3441">
                  <c:v>67.513419999999996</c:v>
                </c:pt>
                <c:pt idx="3442">
                  <c:v>67.512398000000005</c:v>
                </c:pt>
                <c:pt idx="3443">
                  <c:v>67.511353</c:v>
                </c:pt>
                <c:pt idx="3444">
                  <c:v>67.510261999999997</c:v>
                </c:pt>
                <c:pt idx="3445">
                  <c:v>67.509056000000001</c:v>
                </c:pt>
                <c:pt idx="3446">
                  <c:v>67.507735999999994</c:v>
                </c:pt>
                <c:pt idx="3447">
                  <c:v>67.506584000000004</c:v>
                </c:pt>
                <c:pt idx="3448">
                  <c:v>67.505324999999999</c:v>
                </c:pt>
                <c:pt idx="3449">
                  <c:v>67.504043999999993</c:v>
                </c:pt>
                <c:pt idx="3450">
                  <c:v>67.502937000000003</c:v>
                </c:pt>
                <c:pt idx="3451">
                  <c:v>67.501807999999997</c:v>
                </c:pt>
                <c:pt idx="3452">
                  <c:v>67.500618000000003</c:v>
                </c:pt>
                <c:pt idx="3453">
                  <c:v>67.499260000000007</c:v>
                </c:pt>
                <c:pt idx="3454">
                  <c:v>67.498160999999996</c:v>
                </c:pt>
                <c:pt idx="3455">
                  <c:v>67.497307000000006</c:v>
                </c:pt>
                <c:pt idx="3456">
                  <c:v>67.496582000000004</c:v>
                </c:pt>
                <c:pt idx="3457">
                  <c:v>67.496002000000004</c:v>
                </c:pt>
                <c:pt idx="3458">
                  <c:v>67.495361000000003</c:v>
                </c:pt>
                <c:pt idx="3459">
                  <c:v>67.494652000000002</c:v>
                </c:pt>
                <c:pt idx="3460">
                  <c:v>67.493835000000004</c:v>
                </c:pt>
                <c:pt idx="3461">
                  <c:v>67.492844000000005</c:v>
                </c:pt>
                <c:pt idx="3462">
                  <c:v>67.491623000000004</c:v>
                </c:pt>
                <c:pt idx="3463">
                  <c:v>67.490409999999997</c:v>
                </c:pt>
                <c:pt idx="3464">
                  <c:v>67.488922000000002</c:v>
                </c:pt>
                <c:pt idx="3465">
                  <c:v>67.487510999999998</c:v>
                </c:pt>
                <c:pt idx="3466">
                  <c:v>67.486198000000002</c:v>
                </c:pt>
                <c:pt idx="3467">
                  <c:v>67.484924000000007</c:v>
                </c:pt>
                <c:pt idx="3468">
                  <c:v>67.483810000000005</c:v>
                </c:pt>
                <c:pt idx="3469">
                  <c:v>67.482872</c:v>
                </c:pt>
                <c:pt idx="3470">
                  <c:v>67.481926000000001</c:v>
                </c:pt>
                <c:pt idx="3471">
                  <c:v>67.481269999999995</c:v>
                </c:pt>
                <c:pt idx="3472">
                  <c:v>67.480712999999994</c:v>
                </c:pt>
                <c:pt idx="3473">
                  <c:v>67.480255</c:v>
                </c:pt>
                <c:pt idx="3474">
                  <c:v>67.479836000000006</c:v>
                </c:pt>
                <c:pt idx="3475">
                  <c:v>67.479454000000004</c:v>
                </c:pt>
                <c:pt idx="3476">
                  <c:v>67.479111000000003</c:v>
                </c:pt>
                <c:pt idx="3477">
                  <c:v>67.478836000000001</c:v>
                </c:pt>
                <c:pt idx="3478">
                  <c:v>67.478485000000006</c:v>
                </c:pt>
                <c:pt idx="3479">
                  <c:v>67.478142000000005</c:v>
                </c:pt>
                <c:pt idx="3480">
                  <c:v>67.477798000000007</c:v>
                </c:pt>
                <c:pt idx="3481">
                  <c:v>67.477385999999996</c:v>
                </c:pt>
                <c:pt idx="3482">
                  <c:v>67.476867999999996</c:v>
                </c:pt>
                <c:pt idx="3483">
                  <c:v>67.476303000000001</c:v>
                </c:pt>
                <c:pt idx="3484">
                  <c:v>67.475516999999996</c:v>
                </c:pt>
                <c:pt idx="3485">
                  <c:v>67.474716000000001</c:v>
                </c:pt>
                <c:pt idx="3486">
                  <c:v>67.473656000000005</c:v>
                </c:pt>
                <c:pt idx="3487">
                  <c:v>67.472533999999996</c:v>
                </c:pt>
                <c:pt idx="3488">
                  <c:v>67.471130000000002</c:v>
                </c:pt>
                <c:pt idx="3489">
                  <c:v>67.469727000000006</c:v>
                </c:pt>
                <c:pt idx="3490">
                  <c:v>67.468192999999999</c:v>
                </c:pt>
                <c:pt idx="3491">
                  <c:v>67.466728000000003</c:v>
                </c:pt>
                <c:pt idx="3492">
                  <c:v>67.465446</c:v>
                </c:pt>
                <c:pt idx="3493">
                  <c:v>67.464211000000006</c:v>
                </c:pt>
                <c:pt idx="3494">
                  <c:v>67.463363999999999</c:v>
                </c:pt>
                <c:pt idx="3495">
                  <c:v>67.462669000000005</c:v>
                </c:pt>
                <c:pt idx="3496">
                  <c:v>67.462035999999998</c:v>
                </c:pt>
                <c:pt idx="3497">
                  <c:v>67.461326999999997</c:v>
                </c:pt>
                <c:pt idx="3498">
                  <c:v>67.460480000000004</c:v>
                </c:pt>
                <c:pt idx="3499">
                  <c:v>67.459648000000001</c:v>
                </c:pt>
                <c:pt idx="3500">
                  <c:v>67.458648999999994</c:v>
                </c:pt>
                <c:pt idx="3501">
                  <c:v>67.457763999999997</c:v>
                </c:pt>
                <c:pt idx="3502">
                  <c:v>67.456565999999995</c:v>
                </c:pt>
                <c:pt idx="3503">
                  <c:v>67.455535999999995</c:v>
                </c:pt>
                <c:pt idx="3504">
                  <c:v>67.454223999999996</c:v>
                </c:pt>
                <c:pt idx="3505">
                  <c:v>67.453040999999999</c:v>
                </c:pt>
                <c:pt idx="3506">
                  <c:v>67.451683000000003</c:v>
                </c:pt>
                <c:pt idx="3507">
                  <c:v>67.450333000000001</c:v>
                </c:pt>
                <c:pt idx="3508">
                  <c:v>67.449020000000004</c:v>
                </c:pt>
                <c:pt idx="3509">
                  <c:v>67.447754000000003</c:v>
                </c:pt>
                <c:pt idx="3510">
                  <c:v>67.446503000000007</c:v>
                </c:pt>
                <c:pt idx="3511">
                  <c:v>67.445250999999999</c:v>
                </c:pt>
                <c:pt idx="3512">
                  <c:v>67.443946999999994</c:v>
                </c:pt>
                <c:pt idx="3513">
                  <c:v>67.442665000000005</c:v>
                </c:pt>
                <c:pt idx="3514">
                  <c:v>67.441367999999997</c:v>
                </c:pt>
                <c:pt idx="3515">
                  <c:v>67.440033</c:v>
                </c:pt>
                <c:pt idx="3516">
                  <c:v>67.438637</c:v>
                </c:pt>
                <c:pt idx="3517">
                  <c:v>67.437186999999994</c:v>
                </c:pt>
                <c:pt idx="3518">
                  <c:v>67.435935999999998</c:v>
                </c:pt>
                <c:pt idx="3519">
                  <c:v>67.434616000000005</c:v>
                </c:pt>
                <c:pt idx="3520">
                  <c:v>67.433593999999999</c:v>
                </c:pt>
                <c:pt idx="3521">
                  <c:v>67.432456999999999</c:v>
                </c:pt>
                <c:pt idx="3522">
                  <c:v>67.431479999999993</c:v>
                </c:pt>
                <c:pt idx="3523">
                  <c:v>67.430701999999997</c:v>
                </c:pt>
                <c:pt idx="3524">
                  <c:v>67.430144999999996</c:v>
                </c:pt>
                <c:pt idx="3525">
                  <c:v>67.429703000000003</c:v>
                </c:pt>
                <c:pt idx="3526">
                  <c:v>67.429305999999997</c:v>
                </c:pt>
                <c:pt idx="3527">
                  <c:v>67.428748999999996</c:v>
                </c:pt>
                <c:pt idx="3528">
                  <c:v>67.428368000000006</c:v>
                </c:pt>
                <c:pt idx="3529">
                  <c:v>67.427741999999995</c:v>
                </c:pt>
                <c:pt idx="3530">
                  <c:v>67.427261000000001</c:v>
                </c:pt>
                <c:pt idx="3531">
                  <c:v>67.426475999999994</c:v>
                </c:pt>
                <c:pt idx="3532">
                  <c:v>67.425842000000003</c:v>
                </c:pt>
                <c:pt idx="3533">
                  <c:v>67.424896000000004</c:v>
                </c:pt>
                <c:pt idx="3534">
                  <c:v>67.423866000000004</c:v>
                </c:pt>
                <c:pt idx="3535">
                  <c:v>67.422759999999997</c:v>
                </c:pt>
                <c:pt idx="3536">
                  <c:v>67.421661</c:v>
                </c:pt>
                <c:pt idx="3537">
                  <c:v>67.420745999999994</c:v>
                </c:pt>
                <c:pt idx="3538">
                  <c:v>67.419776999999996</c:v>
                </c:pt>
                <c:pt idx="3539">
                  <c:v>67.418998999999999</c:v>
                </c:pt>
                <c:pt idx="3540">
                  <c:v>67.418198000000004</c:v>
                </c:pt>
                <c:pt idx="3541">
                  <c:v>67.417320000000004</c:v>
                </c:pt>
                <c:pt idx="3542">
                  <c:v>67.416306000000006</c:v>
                </c:pt>
                <c:pt idx="3543">
                  <c:v>67.415092000000001</c:v>
                </c:pt>
                <c:pt idx="3544">
                  <c:v>67.413917999999995</c:v>
                </c:pt>
                <c:pt idx="3545">
                  <c:v>67.412682000000004</c:v>
                </c:pt>
                <c:pt idx="3546">
                  <c:v>67.411468999999997</c:v>
                </c:pt>
                <c:pt idx="3547">
                  <c:v>67.410347000000002</c:v>
                </c:pt>
                <c:pt idx="3548">
                  <c:v>67.409164000000004</c:v>
                </c:pt>
                <c:pt idx="3549">
                  <c:v>67.408066000000005</c:v>
                </c:pt>
                <c:pt idx="3550">
                  <c:v>67.406914</c:v>
                </c:pt>
                <c:pt idx="3551">
                  <c:v>67.405784999999995</c:v>
                </c:pt>
                <c:pt idx="3552">
                  <c:v>67.404747</c:v>
                </c:pt>
                <c:pt idx="3553">
                  <c:v>67.403762999999998</c:v>
                </c:pt>
                <c:pt idx="3554">
                  <c:v>67.402878000000001</c:v>
                </c:pt>
                <c:pt idx="3555">
                  <c:v>67.402054000000007</c:v>
                </c:pt>
                <c:pt idx="3556">
                  <c:v>67.401229999999998</c:v>
                </c:pt>
                <c:pt idx="3557">
                  <c:v>67.400429000000003</c:v>
                </c:pt>
                <c:pt idx="3558">
                  <c:v>67.399506000000002</c:v>
                </c:pt>
                <c:pt idx="3559">
                  <c:v>67.398499000000001</c:v>
                </c:pt>
                <c:pt idx="3560">
                  <c:v>67.397484000000006</c:v>
                </c:pt>
                <c:pt idx="3561">
                  <c:v>67.396416000000002</c:v>
                </c:pt>
                <c:pt idx="3562">
                  <c:v>67.395454000000001</c:v>
                </c:pt>
                <c:pt idx="3563">
                  <c:v>67.394356000000002</c:v>
                </c:pt>
                <c:pt idx="3564">
                  <c:v>67.393265</c:v>
                </c:pt>
                <c:pt idx="3565">
                  <c:v>67.392173999999997</c:v>
                </c:pt>
                <c:pt idx="3566">
                  <c:v>67.391182000000001</c:v>
                </c:pt>
                <c:pt idx="3567">
                  <c:v>67.390388000000002</c:v>
                </c:pt>
                <c:pt idx="3568">
                  <c:v>67.389770999999996</c:v>
                </c:pt>
                <c:pt idx="3569">
                  <c:v>67.389351000000005</c:v>
                </c:pt>
                <c:pt idx="3570">
                  <c:v>67.389045999999993</c:v>
                </c:pt>
                <c:pt idx="3571">
                  <c:v>67.388762999999997</c:v>
                </c:pt>
                <c:pt idx="3572">
                  <c:v>67.388549999999995</c:v>
                </c:pt>
                <c:pt idx="3573">
                  <c:v>67.388351</c:v>
                </c:pt>
                <c:pt idx="3574">
                  <c:v>67.388183999999995</c:v>
                </c:pt>
                <c:pt idx="3575">
                  <c:v>67.388015999999993</c:v>
                </c:pt>
                <c:pt idx="3576">
                  <c:v>67.387839999999997</c:v>
                </c:pt>
                <c:pt idx="3577">
                  <c:v>67.387687999999997</c:v>
                </c:pt>
                <c:pt idx="3578">
                  <c:v>67.387527000000006</c:v>
                </c:pt>
                <c:pt idx="3579">
                  <c:v>67.387383</c:v>
                </c:pt>
                <c:pt idx="3580">
                  <c:v>67.387230000000002</c:v>
                </c:pt>
                <c:pt idx="3581">
                  <c:v>67.387100000000004</c:v>
                </c:pt>
                <c:pt idx="3582">
                  <c:v>67.386962999999994</c:v>
                </c:pt>
                <c:pt idx="3583">
                  <c:v>67.386803</c:v>
                </c:pt>
                <c:pt idx="3584">
                  <c:v>67.386641999999995</c:v>
                </c:pt>
                <c:pt idx="3585">
                  <c:v>67.386489999999995</c:v>
                </c:pt>
                <c:pt idx="3586">
                  <c:v>67.386330000000001</c:v>
                </c:pt>
                <c:pt idx="3587">
                  <c:v>67.386168999999995</c:v>
                </c:pt>
                <c:pt idx="3588">
                  <c:v>67.386002000000005</c:v>
                </c:pt>
                <c:pt idx="3589">
                  <c:v>67.385857000000001</c:v>
                </c:pt>
                <c:pt idx="3590">
                  <c:v>67.385718999999995</c:v>
                </c:pt>
                <c:pt idx="3591">
                  <c:v>67.385589999999993</c:v>
                </c:pt>
                <c:pt idx="3592">
                  <c:v>67.385452000000001</c:v>
                </c:pt>
                <c:pt idx="3593">
                  <c:v>67.385306999999997</c:v>
                </c:pt>
                <c:pt idx="3594">
                  <c:v>67.385131999999999</c:v>
                </c:pt>
                <c:pt idx="3595">
                  <c:v>67.384925999999993</c:v>
                </c:pt>
                <c:pt idx="3596">
                  <c:v>67.384711999999993</c:v>
                </c:pt>
                <c:pt idx="3597">
                  <c:v>67.384476000000006</c:v>
                </c:pt>
                <c:pt idx="3598">
                  <c:v>67.384262000000007</c:v>
                </c:pt>
                <c:pt idx="3599">
                  <c:v>67.384063999999995</c:v>
                </c:pt>
                <c:pt idx="3600">
                  <c:v>67.383858000000004</c:v>
                </c:pt>
                <c:pt idx="3601">
                  <c:v>67.383674999999997</c:v>
                </c:pt>
                <c:pt idx="3602">
                  <c:v>67.383483999999996</c:v>
                </c:pt>
                <c:pt idx="3603">
                  <c:v>67.383285999999998</c:v>
                </c:pt>
                <c:pt idx="3604">
                  <c:v>67.383094999999997</c:v>
                </c:pt>
                <c:pt idx="3605">
                  <c:v>67.382935000000003</c:v>
                </c:pt>
                <c:pt idx="3606">
                  <c:v>67.382805000000005</c:v>
                </c:pt>
                <c:pt idx="3607">
                  <c:v>67.382698000000005</c:v>
                </c:pt>
                <c:pt idx="3608">
                  <c:v>67.382591000000005</c:v>
                </c:pt>
                <c:pt idx="3609">
                  <c:v>67.382530000000003</c:v>
                </c:pt>
                <c:pt idx="3610">
                  <c:v>67.382453999999996</c:v>
                </c:pt>
                <c:pt idx="3611">
                  <c:v>67.382401000000002</c:v>
                </c:pt>
                <c:pt idx="3612">
                  <c:v>67.382392999999993</c:v>
                </c:pt>
                <c:pt idx="3613">
                  <c:v>67.382362000000001</c:v>
                </c:pt>
                <c:pt idx="3614">
                  <c:v>67.382355000000004</c:v>
                </c:pt>
                <c:pt idx="3615">
                  <c:v>67.382339000000002</c:v>
                </c:pt>
                <c:pt idx="3616">
                  <c:v>67.382309000000006</c:v>
                </c:pt>
                <c:pt idx="3617">
                  <c:v>67.382309000000006</c:v>
                </c:pt>
                <c:pt idx="3618">
                  <c:v>67.382323999999997</c:v>
                </c:pt>
                <c:pt idx="3619">
                  <c:v>67.382339000000002</c:v>
                </c:pt>
                <c:pt idx="3620">
                  <c:v>67.382339000000002</c:v>
                </c:pt>
                <c:pt idx="3621">
                  <c:v>67.382332000000005</c:v>
                </c:pt>
                <c:pt idx="3622">
                  <c:v>67.382317</c:v>
                </c:pt>
                <c:pt idx="3623">
                  <c:v>67.382255999999998</c:v>
                </c:pt>
                <c:pt idx="3624">
                  <c:v>67.382232999999999</c:v>
                </c:pt>
                <c:pt idx="3625">
                  <c:v>67.382202000000007</c:v>
                </c:pt>
                <c:pt idx="3626">
                  <c:v>67.382202000000007</c:v>
                </c:pt>
                <c:pt idx="3627">
                  <c:v>67.382171999999997</c:v>
                </c:pt>
                <c:pt idx="3628">
                  <c:v>67.382178999999994</c:v>
                </c:pt>
                <c:pt idx="3629">
                  <c:v>67.382171999999997</c:v>
                </c:pt>
                <c:pt idx="3630">
                  <c:v>67.382155999999995</c:v>
                </c:pt>
                <c:pt idx="3631">
                  <c:v>67.382118000000006</c:v>
                </c:pt>
                <c:pt idx="3632">
                  <c:v>67.382103000000001</c:v>
                </c:pt>
                <c:pt idx="3633">
                  <c:v>67.382064999999997</c:v>
                </c:pt>
                <c:pt idx="3634">
                  <c:v>67.382057000000003</c:v>
                </c:pt>
                <c:pt idx="3635">
                  <c:v>67.382034000000004</c:v>
                </c:pt>
                <c:pt idx="3636">
                  <c:v>67.381973000000002</c:v>
                </c:pt>
                <c:pt idx="3637">
                  <c:v>67.381912</c:v>
                </c:pt>
                <c:pt idx="3638">
                  <c:v>67.381836000000007</c:v>
                </c:pt>
                <c:pt idx="3639">
                  <c:v>67.381782999999999</c:v>
                </c:pt>
                <c:pt idx="3640">
                  <c:v>67.38176</c:v>
                </c:pt>
                <c:pt idx="3641">
                  <c:v>67.381743999999998</c:v>
                </c:pt>
                <c:pt idx="3642">
                  <c:v>67.381775000000005</c:v>
                </c:pt>
                <c:pt idx="3643">
                  <c:v>67.381812999999994</c:v>
                </c:pt>
                <c:pt idx="3644">
                  <c:v>67.381850999999997</c:v>
                </c:pt>
                <c:pt idx="3645">
                  <c:v>67.381859000000006</c:v>
                </c:pt>
                <c:pt idx="3646">
                  <c:v>67.381866000000002</c:v>
                </c:pt>
                <c:pt idx="3647">
                  <c:v>67.381821000000002</c:v>
                </c:pt>
                <c:pt idx="3648">
                  <c:v>67.381766999999996</c:v>
                </c:pt>
                <c:pt idx="3649">
                  <c:v>67.381705999999994</c:v>
                </c:pt>
                <c:pt idx="3650">
                  <c:v>67.381614999999996</c:v>
                </c:pt>
                <c:pt idx="3651">
                  <c:v>67.381523000000001</c:v>
                </c:pt>
                <c:pt idx="3652">
                  <c:v>67.381416000000002</c:v>
                </c:pt>
                <c:pt idx="3653">
                  <c:v>67.381287</c:v>
                </c:pt>
                <c:pt idx="3654">
                  <c:v>67.381148999999994</c:v>
                </c:pt>
                <c:pt idx="3655">
                  <c:v>67.381020000000007</c:v>
                </c:pt>
                <c:pt idx="3656">
                  <c:v>67.380806000000007</c:v>
                </c:pt>
                <c:pt idx="3657">
                  <c:v>67.380638000000005</c:v>
                </c:pt>
                <c:pt idx="3658">
                  <c:v>67.380402000000004</c:v>
                </c:pt>
                <c:pt idx="3659">
                  <c:v>67.380188000000004</c:v>
                </c:pt>
                <c:pt idx="3660">
                  <c:v>67.379990000000006</c:v>
                </c:pt>
                <c:pt idx="3661">
                  <c:v>67.379790999999997</c:v>
                </c:pt>
                <c:pt idx="3662">
                  <c:v>67.379600999999994</c:v>
                </c:pt>
                <c:pt idx="3663">
                  <c:v>67.379395000000002</c:v>
                </c:pt>
                <c:pt idx="3664">
                  <c:v>67.379227</c:v>
                </c:pt>
                <c:pt idx="3665">
                  <c:v>67.379043999999993</c:v>
                </c:pt>
                <c:pt idx="3666">
                  <c:v>67.378906000000001</c:v>
                </c:pt>
                <c:pt idx="3667">
                  <c:v>67.378799000000001</c:v>
                </c:pt>
                <c:pt idx="3668">
                  <c:v>67.378685000000004</c:v>
                </c:pt>
                <c:pt idx="3669">
                  <c:v>67.378601000000003</c:v>
                </c:pt>
                <c:pt idx="3670">
                  <c:v>67.378471000000005</c:v>
                </c:pt>
                <c:pt idx="3671">
                  <c:v>67.378380000000007</c:v>
                </c:pt>
                <c:pt idx="3672">
                  <c:v>67.378319000000005</c:v>
                </c:pt>
                <c:pt idx="3673">
                  <c:v>67.378281000000001</c:v>
                </c:pt>
                <c:pt idx="3674">
                  <c:v>67.378242</c:v>
                </c:pt>
                <c:pt idx="3675">
                  <c:v>67.378197</c:v>
                </c:pt>
                <c:pt idx="3676">
                  <c:v>67.378158999999997</c:v>
                </c:pt>
                <c:pt idx="3677">
                  <c:v>67.378119999999996</c:v>
                </c:pt>
                <c:pt idx="3678">
                  <c:v>67.378105000000005</c:v>
                </c:pt>
                <c:pt idx="3679">
                  <c:v>67.378058999999993</c:v>
                </c:pt>
                <c:pt idx="3680">
                  <c:v>67.378044000000003</c:v>
                </c:pt>
                <c:pt idx="3681">
                  <c:v>67.378013999999993</c:v>
                </c:pt>
                <c:pt idx="3682">
                  <c:v>67.377960000000002</c:v>
                </c:pt>
                <c:pt idx="3683">
                  <c:v>67.377898999999999</c:v>
                </c:pt>
                <c:pt idx="3684">
                  <c:v>67.377791999999999</c:v>
                </c:pt>
                <c:pt idx="3685">
                  <c:v>67.377098000000004</c:v>
                </c:pt>
                <c:pt idx="3686">
                  <c:v>67.375107</c:v>
                </c:pt>
                <c:pt idx="3687">
                  <c:v>67.371887000000001</c:v>
                </c:pt>
                <c:pt idx="3688">
                  <c:v>67.367653000000004</c:v>
                </c:pt>
                <c:pt idx="3689">
                  <c:v>67.362572</c:v>
                </c:pt>
                <c:pt idx="3690">
                  <c:v>67.357192999999995</c:v>
                </c:pt>
                <c:pt idx="3691">
                  <c:v>67.351746000000006</c:v>
                </c:pt>
                <c:pt idx="3692">
                  <c:v>67.346474000000001</c:v>
                </c:pt>
                <c:pt idx="3693">
                  <c:v>67.341553000000005</c:v>
                </c:pt>
                <c:pt idx="3694">
                  <c:v>67.336792000000003</c:v>
                </c:pt>
                <c:pt idx="3695">
                  <c:v>67.331801999999996</c:v>
                </c:pt>
                <c:pt idx="3696">
                  <c:v>67.324782999999996</c:v>
                </c:pt>
                <c:pt idx="3697">
                  <c:v>67.314605999999998</c:v>
                </c:pt>
                <c:pt idx="3698">
                  <c:v>67.300156000000001</c:v>
                </c:pt>
                <c:pt idx="3699">
                  <c:v>67.281188999999998</c:v>
                </c:pt>
                <c:pt idx="3700">
                  <c:v>67.257744000000002</c:v>
                </c:pt>
                <c:pt idx="3701">
                  <c:v>67.229309000000001</c:v>
                </c:pt>
                <c:pt idx="3702">
                  <c:v>67.196976000000006</c:v>
                </c:pt>
                <c:pt idx="3703">
                  <c:v>67.161406999999997</c:v>
                </c:pt>
                <c:pt idx="3704">
                  <c:v>67.123115999999996</c:v>
                </c:pt>
                <c:pt idx="3705">
                  <c:v>67.083404999999999</c:v>
                </c:pt>
                <c:pt idx="3706">
                  <c:v>67.042518999999999</c:v>
                </c:pt>
                <c:pt idx="3707">
                  <c:v>67.000427000000002</c:v>
                </c:pt>
                <c:pt idx="3708">
                  <c:v>66.957199000000003</c:v>
                </c:pt>
                <c:pt idx="3709">
                  <c:v>66.913452000000007</c:v>
                </c:pt>
                <c:pt idx="3710">
                  <c:v>66.869949000000005</c:v>
                </c:pt>
                <c:pt idx="3711">
                  <c:v>66.827644000000006</c:v>
                </c:pt>
                <c:pt idx="3712">
                  <c:v>66.787375999999995</c:v>
                </c:pt>
                <c:pt idx="3713">
                  <c:v>66.750068999999996</c:v>
                </c:pt>
                <c:pt idx="3714">
                  <c:v>66.715682999999999</c:v>
                </c:pt>
                <c:pt idx="3715">
                  <c:v>66.683311000000003</c:v>
                </c:pt>
                <c:pt idx="3716">
                  <c:v>66.651702999999998</c:v>
                </c:pt>
                <c:pt idx="3717">
                  <c:v>66.619354000000001</c:v>
                </c:pt>
                <c:pt idx="3718">
                  <c:v>66.585327000000007</c:v>
                </c:pt>
                <c:pt idx="3719">
                  <c:v>66.549499999999995</c:v>
                </c:pt>
                <c:pt idx="3720">
                  <c:v>66.511809999999997</c:v>
                </c:pt>
                <c:pt idx="3721">
                  <c:v>66.472945999999993</c:v>
                </c:pt>
                <c:pt idx="3722">
                  <c:v>66.433745999999999</c:v>
                </c:pt>
                <c:pt idx="3723">
                  <c:v>66.395088000000001</c:v>
                </c:pt>
                <c:pt idx="3724">
                  <c:v>66.357619999999997</c:v>
                </c:pt>
                <c:pt idx="3725">
                  <c:v>66.321335000000005</c:v>
                </c:pt>
                <c:pt idx="3726">
                  <c:v>66.285713000000001</c:v>
                </c:pt>
                <c:pt idx="3727">
                  <c:v>66.249695000000003</c:v>
                </c:pt>
                <c:pt idx="3728">
                  <c:v>66.212447999999995</c:v>
                </c:pt>
                <c:pt idx="3729">
                  <c:v>66.173552999999998</c:v>
                </c:pt>
                <c:pt idx="3730">
                  <c:v>66.133285999999998</c:v>
                </c:pt>
                <c:pt idx="3731">
                  <c:v>66.092536999999993</c:v>
                </c:pt>
                <c:pt idx="3732">
                  <c:v>66.052361000000005</c:v>
                </c:pt>
                <c:pt idx="3733">
                  <c:v>66.013458</c:v>
                </c:pt>
                <c:pt idx="3734">
                  <c:v>65.976234000000005</c:v>
                </c:pt>
                <c:pt idx="3735">
                  <c:v>65.940169999999995</c:v>
                </c:pt>
                <c:pt idx="3736">
                  <c:v>65.904335000000003</c:v>
                </c:pt>
                <c:pt idx="3737">
                  <c:v>65.867699000000002</c:v>
                </c:pt>
                <c:pt idx="3738">
                  <c:v>65.829909999999998</c:v>
                </c:pt>
                <c:pt idx="3739">
                  <c:v>65.790137999999999</c:v>
                </c:pt>
                <c:pt idx="3740">
                  <c:v>65.748008999999996</c:v>
                </c:pt>
                <c:pt idx="3741">
                  <c:v>65.704170000000005</c:v>
                </c:pt>
                <c:pt idx="3742">
                  <c:v>65.659637000000004</c:v>
                </c:pt>
                <c:pt idx="3743">
                  <c:v>65.615486000000004</c:v>
                </c:pt>
                <c:pt idx="3744">
                  <c:v>65.572456000000003</c:v>
                </c:pt>
                <c:pt idx="3745">
                  <c:v>65.530417999999997</c:v>
                </c:pt>
                <c:pt idx="3746">
                  <c:v>65.488654999999994</c:v>
                </c:pt>
                <c:pt idx="3747">
                  <c:v>65.446205000000006</c:v>
                </c:pt>
                <c:pt idx="3748">
                  <c:v>65.402450999999999</c:v>
                </c:pt>
                <c:pt idx="3749">
                  <c:v>65.357590000000002</c:v>
                </c:pt>
                <c:pt idx="3750">
                  <c:v>65.312270999999996</c:v>
                </c:pt>
                <c:pt idx="3751">
                  <c:v>65.267487000000003</c:v>
                </c:pt>
                <c:pt idx="3752">
                  <c:v>65.223892000000006</c:v>
                </c:pt>
                <c:pt idx="3753">
                  <c:v>65.181999000000005</c:v>
                </c:pt>
                <c:pt idx="3754">
                  <c:v>65.141548</c:v>
                </c:pt>
                <c:pt idx="3755">
                  <c:v>65.101944000000003</c:v>
                </c:pt>
                <c:pt idx="3756">
                  <c:v>65.062163999999996</c:v>
                </c:pt>
                <c:pt idx="3757">
                  <c:v>65.020911999999996</c:v>
                </c:pt>
                <c:pt idx="3758">
                  <c:v>64.977631000000002</c:v>
                </c:pt>
                <c:pt idx="3759">
                  <c:v>64.932259000000002</c:v>
                </c:pt>
                <c:pt idx="3760">
                  <c:v>64.885292000000007</c:v>
                </c:pt>
                <c:pt idx="3761">
                  <c:v>64.837104999999994</c:v>
                </c:pt>
                <c:pt idx="3762">
                  <c:v>64.788291999999998</c:v>
                </c:pt>
                <c:pt idx="3763">
                  <c:v>64.739425999999995</c:v>
                </c:pt>
                <c:pt idx="3764">
                  <c:v>64.690674000000001</c:v>
                </c:pt>
                <c:pt idx="3765">
                  <c:v>64.642196999999996</c:v>
                </c:pt>
                <c:pt idx="3766">
                  <c:v>64.593742000000006</c:v>
                </c:pt>
                <c:pt idx="3767">
                  <c:v>64.544762000000006</c:v>
                </c:pt>
                <c:pt idx="3768">
                  <c:v>64.495002999999997</c:v>
                </c:pt>
                <c:pt idx="3769">
                  <c:v>64.444671999999997</c:v>
                </c:pt>
                <c:pt idx="3770">
                  <c:v>64.393944000000005</c:v>
                </c:pt>
                <c:pt idx="3771">
                  <c:v>64.343552000000003</c:v>
                </c:pt>
                <c:pt idx="3772">
                  <c:v>64.294060000000002</c:v>
                </c:pt>
                <c:pt idx="3773">
                  <c:v>64.245552000000004</c:v>
                </c:pt>
                <c:pt idx="3774">
                  <c:v>64.197959999999995</c:v>
                </c:pt>
                <c:pt idx="3775">
                  <c:v>64.150802999999996</c:v>
                </c:pt>
                <c:pt idx="3776">
                  <c:v>64.103508000000005</c:v>
                </c:pt>
                <c:pt idx="3777">
                  <c:v>64.055701999999997</c:v>
                </c:pt>
                <c:pt idx="3778">
                  <c:v>64.006698999999998</c:v>
                </c:pt>
                <c:pt idx="3779">
                  <c:v>63.956806</c:v>
                </c:pt>
                <c:pt idx="3780">
                  <c:v>63.906204000000002</c:v>
                </c:pt>
                <c:pt idx="3781">
                  <c:v>63.855221</c:v>
                </c:pt>
                <c:pt idx="3782">
                  <c:v>63.804222000000003</c:v>
                </c:pt>
                <c:pt idx="3783">
                  <c:v>63.753742000000003</c:v>
                </c:pt>
                <c:pt idx="3784">
                  <c:v>63.703991000000002</c:v>
                </c:pt>
                <c:pt idx="3785">
                  <c:v>63.654685999999998</c:v>
                </c:pt>
                <c:pt idx="3786">
                  <c:v>63.605133000000002</c:v>
                </c:pt>
                <c:pt idx="3787">
                  <c:v>63.555134000000002</c:v>
                </c:pt>
                <c:pt idx="3788">
                  <c:v>63.504443999999999</c:v>
                </c:pt>
                <c:pt idx="3789">
                  <c:v>63.453049</c:v>
                </c:pt>
                <c:pt idx="3790">
                  <c:v>63.401038999999997</c:v>
                </c:pt>
                <c:pt idx="3791">
                  <c:v>63.348815999999999</c:v>
                </c:pt>
                <c:pt idx="3792">
                  <c:v>63.296680000000002</c:v>
                </c:pt>
                <c:pt idx="3793">
                  <c:v>63.244903999999998</c:v>
                </c:pt>
                <c:pt idx="3794">
                  <c:v>63.193522999999999</c:v>
                </c:pt>
                <c:pt idx="3795">
                  <c:v>63.142432999999997</c:v>
                </c:pt>
                <c:pt idx="3796">
                  <c:v>63.091361999999997</c:v>
                </c:pt>
                <c:pt idx="3797">
                  <c:v>63.040008999999998</c:v>
                </c:pt>
                <c:pt idx="3798">
                  <c:v>62.988028999999997</c:v>
                </c:pt>
                <c:pt idx="3799">
                  <c:v>62.935417000000001</c:v>
                </c:pt>
                <c:pt idx="3800">
                  <c:v>62.882258999999998</c:v>
                </c:pt>
                <c:pt idx="3801">
                  <c:v>62.828918000000002</c:v>
                </c:pt>
                <c:pt idx="3802">
                  <c:v>62.775722999999999</c:v>
                </c:pt>
                <c:pt idx="3803">
                  <c:v>62.722839</c:v>
                </c:pt>
                <c:pt idx="3804">
                  <c:v>62.670516999999997</c:v>
                </c:pt>
                <c:pt idx="3805">
                  <c:v>62.618526000000003</c:v>
                </c:pt>
                <c:pt idx="3806">
                  <c:v>62.566498000000003</c:v>
                </c:pt>
                <c:pt idx="3807">
                  <c:v>62.514243999999998</c:v>
                </c:pt>
                <c:pt idx="3808">
                  <c:v>62.461292</c:v>
                </c:pt>
                <c:pt idx="3809">
                  <c:v>62.407719</c:v>
                </c:pt>
                <c:pt idx="3810">
                  <c:v>62.353554000000003</c:v>
                </c:pt>
                <c:pt idx="3811">
                  <c:v>62.299236000000001</c:v>
                </c:pt>
                <c:pt idx="3812">
                  <c:v>62.245190000000001</c:v>
                </c:pt>
                <c:pt idx="3813">
                  <c:v>62.191547</c:v>
                </c:pt>
                <c:pt idx="3814">
                  <c:v>62.138373999999999</c:v>
                </c:pt>
                <c:pt idx="3815">
                  <c:v>62.085414999999998</c:v>
                </c:pt>
                <c:pt idx="3816">
                  <c:v>62.032412999999998</c:v>
                </c:pt>
                <c:pt idx="3817">
                  <c:v>61.979019000000001</c:v>
                </c:pt>
                <c:pt idx="3818">
                  <c:v>61.925133000000002</c:v>
                </c:pt>
                <c:pt idx="3819">
                  <c:v>61.870682000000002</c:v>
                </c:pt>
                <c:pt idx="3820">
                  <c:v>61.815852999999997</c:v>
                </c:pt>
                <c:pt idx="3821">
                  <c:v>61.760905999999999</c:v>
                </c:pt>
                <c:pt idx="3822">
                  <c:v>61.706043000000001</c:v>
                </c:pt>
                <c:pt idx="3823">
                  <c:v>61.651629999999997</c:v>
                </c:pt>
                <c:pt idx="3824">
                  <c:v>61.597607000000004</c:v>
                </c:pt>
                <c:pt idx="3825">
                  <c:v>61.543846000000002</c:v>
                </c:pt>
                <c:pt idx="3826">
                  <c:v>61.490046999999997</c:v>
                </c:pt>
                <c:pt idx="3827">
                  <c:v>61.435901999999999</c:v>
                </c:pt>
                <c:pt idx="3828">
                  <c:v>61.381385999999999</c:v>
                </c:pt>
                <c:pt idx="3829">
                  <c:v>61.326408000000001</c:v>
                </c:pt>
                <c:pt idx="3830">
                  <c:v>61.271037999999997</c:v>
                </c:pt>
                <c:pt idx="3831">
                  <c:v>61.215485000000001</c:v>
                </c:pt>
                <c:pt idx="3832">
                  <c:v>61.159851000000003</c:v>
                </c:pt>
                <c:pt idx="3833">
                  <c:v>61.104458000000001</c:v>
                </c:pt>
                <c:pt idx="3834">
                  <c:v>61.049320000000002</c:v>
                </c:pt>
                <c:pt idx="3835">
                  <c:v>60.994377</c:v>
                </c:pt>
                <c:pt idx="3836">
                  <c:v>60.939391999999998</c:v>
                </c:pt>
                <c:pt idx="3837">
                  <c:v>60.884228</c:v>
                </c:pt>
                <c:pt idx="3838">
                  <c:v>60.828811999999999</c:v>
                </c:pt>
                <c:pt idx="3839">
                  <c:v>60.773063999999998</c:v>
                </c:pt>
                <c:pt idx="3840">
                  <c:v>60.717112999999998</c:v>
                </c:pt>
                <c:pt idx="3841">
                  <c:v>60.661048999999998</c:v>
                </c:pt>
                <c:pt idx="3842">
                  <c:v>60.604979999999998</c:v>
                </c:pt>
                <c:pt idx="3843">
                  <c:v>60.548988000000001</c:v>
                </c:pt>
                <c:pt idx="3844">
                  <c:v>60.493191000000003</c:v>
                </c:pt>
                <c:pt idx="3845">
                  <c:v>60.437533999999999</c:v>
                </c:pt>
                <c:pt idx="3846">
                  <c:v>60.381905000000003</c:v>
                </c:pt>
                <c:pt idx="3847">
                  <c:v>60.326163999999999</c:v>
                </c:pt>
                <c:pt idx="3848">
                  <c:v>60.270245000000003</c:v>
                </c:pt>
                <c:pt idx="3849">
                  <c:v>60.214039</c:v>
                </c:pt>
                <c:pt idx="3850">
                  <c:v>60.157603999999999</c:v>
                </c:pt>
                <c:pt idx="3851">
                  <c:v>60.101016999999999</c:v>
                </c:pt>
                <c:pt idx="3852">
                  <c:v>60.044559</c:v>
                </c:pt>
                <c:pt idx="3853">
                  <c:v>59.988318999999997</c:v>
                </c:pt>
                <c:pt idx="3854">
                  <c:v>59.932364999999997</c:v>
                </c:pt>
                <c:pt idx="3855">
                  <c:v>59.876575000000003</c:v>
                </c:pt>
                <c:pt idx="3856">
                  <c:v>59.820728000000003</c:v>
                </c:pt>
                <c:pt idx="3857">
                  <c:v>59.764763000000002</c:v>
                </c:pt>
                <c:pt idx="3858">
                  <c:v>59.708526999999997</c:v>
                </c:pt>
                <c:pt idx="3859">
                  <c:v>59.652065</c:v>
                </c:pt>
                <c:pt idx="3860">
                  <c:v>59.595298999999997</c:v>
                </c:pt>
                <c:pt idx="3861">
                  <c:v>59.538521000000003</c:v>
                </c:pt>
                <c:pt idx="3862">
                  <c:v>59.481803999999997</c:v>
                </c:pt>
                <c:pt idx="3863">
                  <c:v>59.425376999999997</c:v>
                </c:pt>
                <c:pt idx="3864">
                  <c:v>59.369247000000001</c:v>
                </c:pt>
                <c:pt idx="3865">
                  <c:v>59.31324</c:v>
                </c:pt>
                <c:pt idx="3866">
                  <c:v>59.257224999999998</c:v>
                </c:pt>
                <c:pt idx="3867">
                  <c:v>59.201011999999999</c:v>
                </c:pt>
                <c:pt idx="3868">
                  <c:v>59.144511999999999</c:v>
                </c:pt>
                <c:pt idx="3869">
                  <c:v>59.087733999999998</c:v>
                </c:pt>
                <c:pt idx="3870">
                  <c:v>59.030785000000002</c:v>
                </c:pt>
                <c:pt idx="3871">
                  <c:v>58.973824</c:v>
                </c:pt>
                <c:pt idx="3872">
                  <c:v>58.917011000000002</c:v>
                </c:pt>
                <c:pt idx="3873">
                  <c:v>58.860458000000001</c:v>
                </c:pt>
                <c:pt idx="3874">
                  <c:v>58.802596999999999</c:v>
                </c:pt>
                <c:pt idx="3875">
                  <c:v>58.743533999999997</c:v>
                </c:pt>
                <c:pt idx="3876">
                  <c:v>58.684471000000002</c:v>
                </c:pt>
                <c:pt idx="3877">
                  <c:v>58.625064999999999</c:v>
                </c:pt>
                <c:pt idx="3878">
                  <c:v>58.565403000000003</c:v>
                </c:pt>
                <c:pt idx="3879">
                  <c:v>58.505504999999999</c:v>
                </c:pt>
                <c:pt idx="3880">
                  <c:v>58.445461000000002</c:v>
                </c:pt>
                <c:pt idx="3881">
                  <c:v>58.385455999999998</c:v>
                </c:pt>
                <c:pt idx="3882">
                  <c:v>58.325519999999997</c:v>
                </c:pt>
                <c:pt idx="3883">
                  <c:v>58.265858000000001</c:v>
                </c:pt>
                <c:pt idx="3884">
                  <c:v>58.206477999999997</c:v>
                </c:pt>
                <c:pt idx="3885">
                  <c:v>58.147250999999997</c:v>
                </c:pt>
                <c:pt idx="3886">
                  <c:v>58.087826</c:v>
                </c:pt>
                <c:pt idx="3887">
                  <c:v>58.028233</c:v>
                </c:pt>
                <c:pt idx="3888">
                  <c:v>57.968215999999998</c:v>
                </c:pt>
                <c:pt idx="3889">
                  <c:v>57.908127</c:v>
                </c:pt>
                <c:pt idx="3890">
                  <c:v>57.847805000000001</c:v>
                </c:pt>
                <c:pt idx="3891">
                  <c:v>57.787579000000001</c:v>
                </c:pt>
                <c:pt idx="3892">
                  <c:v>57.72757</c:v>
                </c:pt>
                <c:pt idx="3893">
                  <c:v>57.667782000000003</c:v>
                </c:pt>
                <c:pt idx="3894">
                  <c:v>57.608212000000002</c:v>
                </c:pt>
                <c:pt idx="3895">
                  <c:v>57.548687000000001</c:v>
                </c:pt>
                <c:pt idx="3896">
                  <c:v>57.489032999999999</c:v>
                </c:pt>
                <c:pt idx="3897">
                  <c:v>57.429206999999998</c:v>
                </c:pt>
                <c:pt idx="3898">
                  <c:v>57.369109999999999</c:v>
                </c:pt>
                <c:pt idx="3899">
                  <c:v>57.308788</c:v>
                </c:pt>
                <c:pt idx="3900">
                  <c:v>57.248497</c:v>
                </c:pt>
                <c:pt idx="3901">
                  <c:v>57.188164</c:v>
                </c:pt>
                <c:pt idx="3902">
                  <c:v>57.128039999999999</c:v>
                </c:pt>
                <c:pt idx="3903">
                  <c:v>57.068184000000002</c:v>
                </c:pt>
                <c:pt idx="3904">
                  <c:v>57.008526000000003</c:v>
                </c:pt>
                <c:pt idx="3905">
                  <c:v>56.948875000000001</c:v>
                </c:pt>
                <c:pt idx="3906">
                  <c:v>56.889178999999999</c:v>
                </c:pt>
                <c:pt idx="3907">
                  <c:v>56.829177999999999</c:v>
                </c:pt>
                <c:pt idx="3908">
                  <c:v>56.755737000000003</c:v>
                </c:pt>
                <c:pt idx="3909">
                  <c:v>56.680084000000001</c:v>
                </c:pt>
                <c:pt idx="3910">
                  <c:v>56.604469000000002</c:v>
                </c:pt>
                <c:pt idx="3911">
                  <c:v>56.528964999999999</c:v>
                </c:pt>
                <c:pt idx="3912">
                  <c:v>56.453769999999999</c:v>
                </c:pt>
                <c:pt idx="3913">
                  <c:v>56.378768999999998</c:v>
                </c:pt>
                <c:pt idx="3914">
                  <c:v>56.303921000000003</c:v>
                </c:pt>
                <c:pt idx="3915">
                  <c:v>56.229053</c:v>
                </c:pt>
                <c:pt idx="3916">
                  <c:v>56.154015000000001</c:v>
                </c:pt>
                <c:pt idx="3917">
                  <c:v>56.078701000000002</c:v>
                </c:pt>
                <c:pt idx="3918">
                  <c:v>56.003098000000001</c:v>
                </c:pt>
                <c:pt idx="3919">
                  <c:v>55.927360999999998</c:v>
                </c:pt>
                <c:pt idx="3920">
                  <c:v>55.851627000000001</c:v>
                </c:pt>
                <c:pt idx="3921">
                  <c:v>55.776127000000002</c:v>
                </c:pt>
                <c:pt idx="3922">
                  <c:v>55.700859000000001</c:v>
                </c:pt>
                <c:pt idx="3923">
                  <c:v>55.625793000000002</c:v>
                </c:pt>
                <c:pt idx="3924">
                  <c:v>55.550854000000001</c:v>
                </c:pt>
                <c:pt idx="3925">
                  <c:v>55.475872000000003</c:v>
                </c:pt>
                <c:pt idx="3926">
                  <c:v>55.400696000000003</c:v>
                </c:pt>
                <c:pt idx="3927">
                  <c:v>55.32526</c:v>
                </c:pt>
                <c:pt idx="3928">
                  <c:v>55.249588000000003</c:v>
                </c:pt>
                <c:pt idx="3929">
                  <c:v>55.173779000000003</c:v>
                </c:pt>
                <c:pt idx="3930">
                  <c:v>55.097873999999997</c:v>
                </c:pt>
                <c:pt idx="3931">
                  <c:v>55.022255000000001</c:v>
                </c:pt>
                <c:pt idx="3932">
                  <c:v>54.946872999999997</c:v>
                </c:pt>
                <c:pt idx="3933">
                  <c:v>54.871825999999999</c:v>
                </c:pt>
                <c:pt idx="3934">
                  <c:v>54.796906</c:v>
                </c:pt>
                <c:pt idx="3935">
                  <c:v>54.721969999999999</c:v>
                </c:pt>
                <c:pt idx="3936">
                  <c:v>54.646717000000002</c:v>
                </c:pt>
                <c:pt idx="3937">
                  <c:v>54.571136000000003</c:v>
                </c:pt>
                <c:pt idx="3938">
                  <c:v>54.495193</c:v>
                </c:pt>
                <c:pt idx="3939">
                  <c:v>54.419257999999999</c:v>
                </c:pt>
                <c:pt idx="3940">
                  <c:v>54.343345999999997</c:v>
                </c:pt>
                <c:pt idx="3941">
                  <c:v>54.267769000000001</c:v>
                </c:pt>
                <c:pt idx="3942">
                  <c:v>54.192337000000002</c:v>
                </c:pt>
                <c:pt idx="3943">
                  <c:v>54.117145999999998</c:v>
                </c:pt>
                <c:pt idx="3944">
                  <c:v>54.042068</c:v>
                </c:pt>
                <c:pt idx="3945">
                  <c:v>53.966907999999997</c:v>
                </c:pt>
                <c:pt idx="3946">
                  <c:v>53.891533000000003</c:v>
                </c:pt>
                <c:pt idx="3947">
                  <c:v>53.815871999999999</c:v>
                </c:pt>
                <c:pt idx="3948">
                  <c:v>53.740107999999999</c:v>
                </c:pt>
                <c:pt idx="3949">
                  <c:v>53.664276000000001</c:v>
                </c:pt>
                <c:pt idx="3950">
                  <c:v>53.588596000000003</c:v>
                </c:pt>
                <c:pt idx="3951">
                  <c:v>53.513114999999999</c:v>
                </c:pt>
                <c:pt idx="3952">
                  <c:v>53.437904000000003</c:v>
                </c:pt>
                <c:pt idx="3953">
                  <c:v>53.362858000000003</c:v>
                </c:pt>
                <c:pt idx="3954">
                  <c:v>53.287849000000001</c:v>
                </c:pt>
                <c:pt idx="3955">
                  <c:v>53.212620000000001</c:v>
                </c:pt>
                <c:pt idx="3956">
                  <c:v>53.137084999999999</c:v>
                </c:pt>
                <c:pt idx="3957">
                  <c:v>53.061340000000001</c:v>
                </c:pt>
                <c:pt idx="3958">
                  <c:v>52.985508000000003</c:v>
                </c:pt>
                <c:pt idx="3959">
                  <c:v>52.909737</c:v>
                </c:pt>
                <c:pt idx="3960">
                  <c:v>52.834091000000001</c:v>
                </c:pt>
                <c:pt idx="3961">
                  <c:v>52.758674999999997</c:v>
                </c:pt>
                <c:pt idx="3962">
                  <c:v>52.683487</c:v>
                </c:pt>
                <c:pt idx="3963">
                  <c:v>52.608395000000002</c:v>
                </c:pt>
                <c:pt idx="3964">
                  <c:v>52.533344</c:v>
                </c:pt>
                <c:pt idx="3965">
                  <c:v>52.458111000000002</c:v>
                </c:pt>
                <c:pt idx="3966">
                  <c:v>52.382697999999998</c:v>
                </c:pt>
                <c:pt idx="3967">
                  <c:v>52.307170999999997</c:v>
                </c:pt>
                <c:pt idx="3968">
                  <c:v>52.231524999999998</c:v>
                </c:pt>
                <c:pt idx="3969">
                  <c:v>52.155890999999997</c:v>
                </c:pt>
                <c:pt idx="3970">
                  <c:v>52.080368</c:v>
                </c:pt>
                <c:pt idx="3971">
                  <c:v>52.005054000000001</c:v>
                </c:pt>
                <c:pt idx="3972">
                  <c:v>51.929901000000001</c:v>
                </c:pt>
                <c:pt idx="3973">
                  <c:v>51.854968999999997</c:v>
                </c:pt>
                <c:pt idx="3974">
                  <c:v>51.779944999999998</c:v>
                </c:pt>
                <c:pt idx="3975">
                  <c:v>51.704914000000002</c:v>
                </c:pt>
                <c:pt idx="3976">
                  <c:v>51.629641999999997</c:v>
                </c:pt>
                <c:pt idx="3977">
                  <c:v>51.554279000000001</c:v>
                </c:pt>
                <c:pt idx="3978">
                  <c:v>51.478828</c:v>
                </c:pt>
                <c:pt idx="3979">
                  <c:v>51.403519000000003</c:v>
                </c:pt>
                <c:pt idx="3980">
                  <c:v>51.328243000000001</c:v>
                </c:pt>
                <c:pt idx="3981">
                  <c:v>51.253180999999998</c:v>
                </c:pt>
                <c:pt idx="3982">
                  <c:v>51.178162</c:v>
                </c:pt>
                <c:pt idx="3983">
                  <c:v>51.103237</c:v>
                </c:pt>
                <c:pt idx="3984">
                  <c:v>51.028247999999998</c:v>
                </c:pt>
                <c:pt idx="3985">
                  <c:v>50.953147999999999</c:v>
                </c:pt>
                <c:pt idx="3986">
                  <c:v>50.877892000000003</c:v>
                </c:pt>
                <c:pt idx="3987">
                  <c:v>50.802708000000003</c:v>
                </c:pt>
                <c:pt idx="3988">
                  <c:v>50.727406000000002</c:v>
                </c:pt>
                <c:pt idx="3989">
                  <c:v>50.652245000000001</c:v>
                </c:pt>
                <c:pt idx="3990">
                  <c:v>50.577137</c:v>
                </c:pt>
                <c:pt idx="3991">
                  <c:v>50.502200999999999</c:v>
                </c:pt>
                <c:pt idx="3992">
                  <c:v>50.427428999999997</c:v>
                </c:pt>
                <c:pt idx="3993">
                  <c:v>50.352741000000002</c:v>
                </c:pt>
                <c:pt idx="3994">
                  <c:v>50.278033999999998</c:v>
                </c:pt>
                <c:pt idx="3995">
                  <c:v>50.203217000000002</c:v>
                </c:pt>
                <c:pt idx="3996">
                  <c:v>50.128334000000002</c:v>
                </c:pt>
                <c:pt idx="3997">
                  <c:v>50.053370999999999</c:v>
                </c:pt>
                <c:pt idx="3998">
                  <c:v>49.978423999999997</c:v>
                </c:pt>
                <c:pt idx="3999">
                  <c:v>49.903530000000003</c:v>
                </c:pt>
                <c:pt idx="4000">
                  <c:v>49.828724000000001</c:v>
                </c:pt>
                <c:pt idx="4001">
                  <c:v>49.753993999999999</c:v>
                </c:pt>
                <c:pt idx="4002">
                  <c:v>49.679375</c:v>
                </c:pt>
                <c:pt idx="4003">
                  <c:v>49.604846999999999</c:v>
                </c:pt>
                <c:pt idx="4004">
                  <c:v>49.530228000000001</c:v>
                </c:pt>
                <c:pt idx="4005">
                  <c:v>49.455536000000002</c:v>
                </c:pt>
                <c:pt idx="4006">
                  <c:v>49.380653000000002</c:v>
                </c:pt>
                <c:pt idx="4007">
                  <c:v>49.305762999999999</c:v>
                </c:pt>
                <c:pt idx="4008">
                  <c:v>49.230891999999997</c:v>
                </c:pt>
                <c:pt idx="4009">
                  <c:v>49.156089999999999</c:v>
                </c:pt>
                <c:pt idx="4010">
                  <c:v>49.081389999999999</c:v>
                </c:pt>
                <c:pt idx="4011">
                  <c:v>49.006790000000002</c:v>
                </c:pt>
                <c:pt idx="4012">
                  <c:v>48.932304000000002</c:v>
                </c:pt>
                <c:pt idx="4013">
                  <c:v>48.857844999999998</c:v>
                </c:pt>
                <c:pt idx="4014">
                  <c:v>48.783394000000001</c:v>
                </c:pt>
                <c:pt idx="4015">
                  <c:v>48.708812999999999</c:v>
                </c:pt>
                <c:pt idx="4016">
                  <c:v>48.634166999999998</c:v>
                </c:pt>
                <c:pt idx="4017">
                  <c:v>48.559463999999998</c:v>
                </c:pt>
                <c:pt idx="4018">
                  <c:v>48.484805999999999</c:v>
                </c:pt>
                <c:pt idx="4019">
                  <c:v>48.410259000000003</c:v>
                </c:pt>
                <c:pt idx="4020">
                  <c:v>48.335732</c:v>
                </c:pt>
                <c:pt idx="4021">
                  <c:v>48.261367999999997</c:v>
                </c:pt>
                <c:pt idx="4022">
                  <c:v>48.187519000000002</c:v>
                </c:pt>
                <c:pt idx="4023">
                  <c:v>48.112479999999998</c:v>
                </c:pt>
                <c:pt idx="4024">
                  <c:v>48.038597000000003</c:v>
                </c:pt>
                <c:pt idx="4025">
                  <c:v>47.968479000000002</c:v>
                </c:pt>
                <c:pt idx="4026">
                  <c:v>47.893149999999999</c:v>
                </c:pt>
                <c:pt idx="4027">
                  <c:v>47.833083999999999</c:v>
                </c:pt>
                <c:pt idx="4028">
                  <c:v>47.769587999999999</c:v>
                </c:pt>
                <c:pt idx="4029">
                  <c:v>47.701262999999997</c:v>
                </c:pt>
                <c:pt idx="4030">
                  <c:v>47.630535000000002</c:v>
                </c:pt>
                <c:pt idx="4031">
                  <c:v>47.558304</c:v>
                </c:pt>
                <c:pt idx="4032">
                  <c:v>47.485312999999998</c:v>
                </c:pt>
                <c:pt idx="4033">
                  <c:v>47.411903000000002</c:v>
                </c:pt>
                <c:pt idx="4034">
                  <c:v>47.338230000000003</c:v>
                </c:pt>
                <c:pt idx="4035">
                  <c:v>47.264332000000003</c:v>
                </c:pt>
                <c:pt idx="4036">
                  <c:v>47.190289</c:v>
                </c:pt>
                <c:pt idx="4037">
                  <c:v>47.116100000000003</c:v>
                </c:pt>
                <c:pt idx="4038">
                  <c:v>47.041924000000002</c:v>
                </c:pt>
                <c:pt idx="4039">
                  <c:v>46.967834000000003</c:v>
                </c:pt>
                <c:pt idx="4040">
                  <c:v>46.893844999999999</c:v>
                </c:pt>
                <c:pt idx="4041">
                  <c:v>46.819941999999998</c:v>
                </c:pt>
                <c:pt idx="4042">
                  <c:v>46.746059000000002</c:v>
                </c:pt>
                <c:pt idx="4043">
                  <c:v>46.672187999999998</c:v>
                </c:pt>
                <c:pt idx="4044">
                  <c:v>46.598328000000002</c:v>
                </c:pt>
                <c:pt idx="4045">
                  <c:v>46.524475000000002</c:v>
                </c:pt>
                <c:pt idx="4046">
                  <c:v>46.450634000000001</c:v>
                </c:pt>
                <c:pt idx="4047">
                  <c:v>46.376807999999997</c:v>
                </c:pt>
                <c:pt idx="4048">
                  <c:v>46.302993999999998</c:v>
                </c:pt>
                <c:pt idx="4049">
                  <c:v>46.229145000000003</c:v>
                </c:pt>
                <c:pt idx="4050">
                  <c:v>46.155293</c:v>
                </c:pt>
                <c:pt idx="4051">
                  <c:v>46.081432</c:v>
                </c:pt>
                <c:pt idx="4052">
                  <c:v>46.007576</c:v>
                </c:pt>
                <c:pt idx="4053">
                  <c:v>45.933692999999998</c:v>
                </c:pt>
                <c:pt idx="4054">
                  <c:v>45.859836999999999</c:v>
                </c:pt>
                <c:pt idx="4055">
                  <c:v>45.785983999999999</c:v>
                </c:pt>
                <c:pt idx="4056">
                  <c:v>45.712131999999997</c:v>
                </c:pt>
                <c:pt idx="4057">
                  <c:v>45.638286999999998</c:v>
                </c:pt>
                <c:pt idx="4058">
                  <c:v>45.564425999999997</c:v>
                </c:pt>
                <c:pt idx="4059">
                  <c:v>45.490600999999998</c:v>
                </c:pt>
                <c:pt idx="4060">
                  <c:v>45.416775000000001</c:v>
                </c:pt>
                <c:pt idx="4061">
                  <c:v>45.342976</c:v>
                </c:pt>
                <c:pt idx="4062">
                  <c:v>45.269199</c:v>
                </c:pt>
                <c:pt idx="4063">
                  <c:v>45.195453999999998</c:v>
                </c:pt>
                <c:pt idx="4064">
                  <c:v>45.121718999999999</c:v>
                </c:pt>
                <c:pt idx="4065">
                  <c:v>45.047974000000004</c:v>
                </c:pt>
                <c:pt idx="4066">
                  <c:v>44.974196999999997</c:v>
                </c:pt>
                <c:pt idx="4067">
                  <c:v>44.900413999999998</c:v>
                </c:pt>
                <c:pt idx="4068">
                  <c:v>44.826656</c:v>
                </c:pt>
                <c:pt idx="4069">
                  <c:v>44.752926000000002</c:v>
                </c:pt>
                <c:pt idx="4070">
                  <c:v>44.679271999999997</c:v>
                </c:pt>
                <c:pt idx="4071">
                  <c:v>44.605682000000002</c:v>
                </c:pt>
                <c:pt idx="4072">
                  <c:v>44.532127000000003</c:v>
                </c:pt>
                <c:pt idx="4073">
                  <c:v>44.458561000000003</c:v>
                </c:pt>
                <c:pt idx="4074">
                  <c:v>44.384998000000003</c:v>
                </c:pt>
                <c:pt idx="4075">
                  <c:v>44.311332999999998</c:v>
                </c:pt>
                <c:pt idx="4076">
                  <c:v>44.237656000000001</c:v>
                </c:pt>
                <c:pt idx="4077">
                  <c:v>44.163947999999998</c:v>
                </c:pt>
                <c:pt idx="4078">
                  <c:v>44.090252</c:v>
                </c:pt>
                <c:pt idx="4079">
                  <c:v>44.016632000000001</c:v>
                </c:pt>
                <c:pt idx="4080">
                  <c:v>43.943085000000004</c:v>
                </c:pt>
                <c:pt idx="4081">
                  <c:v>43.869598000000003</c:v>
                </c:pt>
                <c:pt idx="4082">
                  <c:v>43.796188000000001</c:v>
                </c:pt>
                <c:pt idx="4083">
                  <c:v>43.722771000000002</c:v>
                </c:pt>
                <c:pt idx="4084">
                  <c:v>43.649323000000003</c:v>
                </c:pt>
                <c:pt idx="4085">
                  <c:v>43.575806</c:v>
                </c:pt>
                <c:pt idx="4086">
                  <c:v>43.502262000000002</c:v>
                </c:pt>
                <c:pt idx="4087">
                  <c:v>43.428683999999997</c:v>
                </c:pt>
                <c:pt idx="4088">
                  <c:v>43.355099000000003</c:v>
                </c:pt>
                <c:pt idx="4089">
                  <c:v>43.281543999999997</c:v>
                </c:pt>
                <c:pt idx="4090">
                  <c:v>43.208075999999998</c:v>
                </c:pt>
                <c:pt idx="4091">
                  <c:v>43.134701</c:v>
                </c:pt>
                <c:pt idx="4092">
                  <c:v>43.061363</c:v>
                </c:pt>
                <c:pt idx="4093">
                  <c:v>42.988052000000003</c:v>
                </c:pt>
                <c:pt idx="4094">
                  <c:v>42.914679999999997</c:v>
                </c:pt>
                <c:pt idx="4095">
                  <c:v>42.841262999999998</c:v>
                </c:pt>
                <c:pt idx="4096">
                  <c:v>42.767806999999998</c:v>
                </c:pt>
                <c:pt idx="4097">
                  <c:v>42.694336</c:v>
                </c:pt>
                <c:pt idx="4098">
                  <c:v>42.620918000000003</c:v>
                </c:pt>
                <c:pt idx="4099">
                  <c:v>42.547569000000003</c:v>
                </c:pt>
                <c:pt idx="4100">
                  <c:v>42.474266</c:v>
                </c:pt>
                <c:pt idx="4101">
                  <c:v>42.401020000000003</c:v>
                </c:pt>
                <c:pt idx="4102">
                  <c:v>42.327807999999997</c:v>
                </c:pt>
                <c:pt idx="4103">
                  <c:v>42.254612000000002</c:v>
                </c:pt>
                <c:pt idx="4104">
                  <c:v>42.181365999999997</c:v>
                </c:pt>
                <c:pt idx="4105">
                  <c:v>42.108027999999997</c:v>
                </c:pt>
                <c:pt idx="4106">
                  <c:v>42.034644999999998</c:v>
                </c:pt>
                <c:pt idx="4107">
                  <c:v>41.961238999999999</c:v>
                </c:pt>
                <c:pt idx="4108">
                  <c:v>41.887875000000001</c:v>
                </c:pt>
                <c:pt idx="4109">
                  <c:v>41.814574999999998</c:v>
                </c:pt>
                <c:pt idx="4110">
                  <c:v>41.741343999999998</c:v>
                </c:pt>
                <c:pt idx="4111">
                  <c:v>41.668171000000001</c:v>
                </c:pt>
                <c:pt idx="4112">
                  <c:v>41.595061999999999</c:v>
                </c:pt>
                <c:pt idx="4113">
                  <c:v>41.521960999999997</c:v>
                </c:pt>
                <c:pt idx="4114">
                  <c:v>41.448813999999999</c:v>
                </c:pt>
                <c:pt idx="4115">
                  <c:v>41.375591</c:v>
                </c:pt>
                <c:pt idx="4116">
                  <c:v>41.302280000000003</c:v>
                </c:pt>
                <c:pt idx="4117">
                  <c:v>41.228996000000002</c:v>
                </c:pt>
                <c:pt idx="4118">
                  <c:v>41.155726999999999</c:v>
                </c:pt>
                <c:pt idx="4119">
                  <c:v>41.082512000000001</c:v>
                </c:pt>
                <c:pt idx="4120">
                  <c:v>41.009326999999999</c:v>
                </c:pt>
                <c:pt idx="4121">
                  <c:v>40.936199000000002</c:v>
                </c:pt>
                <c:pt idx="4122">
                  <c:v>40.863109999999999</c:v>
                </c:pt>
                <c:pt idx="4123">
                  <c:v>40.790047000000001</c:v>
                </c:pt>
                <c:pt idx="4124">
                  <c:v>40.716926999999998</c:v>
                </c:pt>
                <c:pt idx="4125">
                  <c:v>40.643771999999998</c:v>
                </c:pt>
                <c:pt idx="4126">
                  <c:v>40.570591</c:v>
                </c:pt>
                <c:pt idx="4127">
                  <c:v>40.497382999999999</c:v>
                </c:pt>
                <c:pt idx="4128">
                  <c:v>40.424174999999998</c:v>
                </c:pt>
                <c:pt idx="4129">
                  <c:v>40.350979000000002</c:v>
                </c:pt>
                <c:pt idx="4130">
                  <c:v>40.277850999999998</c:v>
                </c:pt>
                <c:pt idx="4131">
                  <c:v>40.204765000000002</c:v>
                </c:pt>
                <c:pt idx="4132">
                  <c:v>40.131756000000003</c:v>
                </c:pt>
                <c:pt idx="4133">
                  <c:v>40.058757999999997</c:v>
                </c:pt>
                <c:pt idx="4134">
                  <c:v>39.985686999999999</c:v>
                </c:pt>
                <c:pt idx="4135">
                  <c:v>39.912548000000001</c:v>
                </c:pt>
                <c:pt idx="4136">
                  <c:v>39.839309999999998</c:v>
                </c:pt>
                <c:pt idx="4137">
                  <c:v>39.766055999999999</c:v>
                </c:pt>
                <c:pt idx="4138">
                  <c:v>39.692763999999997</c:v>
                </c:pt>
                <c:pt idx="4139">
                  <c:v>39.619526</c:v>
                </c:pt>
                <c:pt idx="4140">
                  <c:v>39.546345000000002</c:v>
                </c:pt>
                <c:pt idx="4141">
                  <c:v>39.473239999999997</c:v>
                </c:pt>
                <c:pt idx="4142">
                  <c:v>39.400191999999997</c:v>
                </c:pt>
                <c:pt idx="4143">
                  <c:v>39.327145000000002</c:v>
                </c:pt>
                <c:pt idx="4144">
                  <c:v>39.254004999999999</c:v>
                </c:pt>
                <c:pt idx="4145">
                  <c:v>39.180767000000003</c:v>
                </c:pt>
                <c:pt idx="4146">
                  <c:v>39.107470999999997</c:v>
                </c:pt>
                <c:pt idx="4147">
                  <c:v>39.034122000000004</c:v>
                </c:pt>
                <c:pt idx="4148">
                  <c:v>38.960766</c:v>
                </c:pt>
                <c:pt idx="4149">
                  <c:v>38.887450999999999</c:v>
                </c:pt>
                <c:pt idx="4150">
                  <c:v>38.814228</c:v>
                </c:pt>
                <c:pt idx="4151">
                  <c:v>38.741055000000003</c:v>
                </c:pt>
                <c:pt idx="4152">
                  <c:v>38.667973000000003</c:v>
                </c:pt>
                <c:pt idx="4153">
                  <c:v>38.594872000000002</c:v>
                </c:pt>
                <c:pt idx="4154">
                  <c:v>38.521701999999998</c:v>
                </c:pt>
                <c:pt idx="4155">
                  <c:v>38.448428999999997</c:v>
                </c:pt>
                <c:pt idx="4156">
                  <c:v>38.375045999999998</c:v>
                </c:pt>
                <c:pt idx="4157">
                  <c:v>38.301628000000001</c:v>
                </c:pt>
                <c:pt idx="4158">
                  <c:v>38.228251999999998</c:v>
                </c:pt>
                <c:pt idx="4159">
                  <c:v>38.15493</c:v>
                </c:pt>
                <c:pt idx="4160">
                  <c:v>38.081688</c:v>
                </c:pt>
                <c:pt idx="4161">
                  <c:v>38.008518000000002</c:v>
                </c:pt>
                <c:pt idx="4162">
                  <c:v>37.935402000000003</c:v>
                </c:pt>
                <c:pt idx="4163">
                  <c:v>37.862293000000001</c:v>
                </c:pt>
                <c:pt idx="4164">
                  <c:v>37.789096999999998</c:v>
                </c:pt>
                <c:pt idx="4165">
                  <c:v>37.715770999999997</c:v>
                </c:pt>
                <c:pt idx="4166">
                  <c:v>37.642333999999998</c:v>
                </c:pt>
                <c:pt idx="4167">
                  <c:v>37.568871000000001</c:v>
                </c:pt>
                <c:pt idx="4168">
                  <c:v>37.495438</c:v>
                </c:pt>
                <c:pt idx="4169">
                  <c:v>37.422085000000003</c:v>
                </c:pt>
                <c:pt idx="4170">
                  <c:v>37.348807999999998</c:v>
                </c:pt>
                <c:pt idx="4171">
                  <c:v>37.275604000000001</c:v>
                </c:pt>
                <c:pt idx="4172">
                  <c:v>37.202454000000003</c:v>
                </c:pt>
                <c:pt idx="4173">
                  <c:v>37.129306999999997</c:v>
                </c:pt>
                <c:pt idx="4174">
                  <c:v>37.056091000000002</c:v>
                </c:pt>
                <c:pt idx="4175">
                  <c:v>36.982757999999997</c:v>
                </c:pt>
                <c:pt idx="4176">
                  <c:v>36.909298</c:v>
                </c:pt>
                <c:pt idx="4177">
                  <c:v>36.835819000000001</c:v>
                </c:pt>
                <c:pt idx="4178">
                  <c:v>36.762385999999999</c:v>
                </c:pt>
                <c:pt idx="4179">
                  <c:v>36.689011000000001</c:v>
                </c:pt>
                <c:pt idx="4180">
                  <c:v>36.615726000000002</c:v>
                </c:pt>
                <c:pt idx="4181">
                  <c:v>36.542544999999997</c:v>
                </c:pt>
                <c:pt idx="4182">
                  <c:v>36.469402000000002</c:v>
                </c:pt>
                <c:pt idx="4183">
                  <c:v>36.396278000000002</c:v>
                </c:pt>
                <c:pt idx="4184">
                  <c:v>36.323044000000003</c:v>
                </c:pt>
                <c:pt idx="4185">
                  <c:v>36.249676000000001</c:v>
                </c:pt>
                <c:pt idx="4186">
                  <c:v>36.176163000000003</c:v>
                </c:pt>
                <c:pt idx="4187">
                  <c:v>36.102631000000002</c:v>
                </c:pt>
                <c:pt idx="4188">
                  <c:v>36.029128999999998</c:v>
                </c:pt>
                <c:pt idx="4189">
                  <c:v>35.955711000000001</c:v>
                </c:pt>
                <c:pt idx="4190">
                  <c:v>35.882396999999997</c:v>
                </c:pt>
                <c:pt idx="4191">
                  <c:v>35.809176999999998</c:v>
                </c:pt>
                <c:pt idx="4192">
                  <c:v>35.736027</c:v>
                </c:pt>
                <c:pt idx="4193">
                  <c:v>35.662906999999997</c:v>
                </c:pt>
                <c:pt idx="4194">
                  <c:v>35.589686999999998</c:v>
                </c:pt>
                <c:pt idx="4195">
                  <c:v>35.516303999999998</c:v>
                </c:pt>
                <c:pt idx="4196">
                  <c:v>35.442805999999997</c:v>
                </c:pt>
                <c:pt idx="4197">
                  <c:v>35.369231999999997</c:v>
                </c:pt>
                <c:pt idx="4198">
                  <c:v>35.295723000000002</c:v>
                </c:pt>
                <c:pt idx="4199">
                  <c:v>35.222301000000002</c:v>
                </c:pt>
                <c:pt idx="4200">
                  <c:v>35.148994000000002</c:v>
                </c:pt>
                <c:pt idx="4201">
                  <c:v>35.075797999999999</c:v>
                </c:pt>
                <c:pt idx="4202">
                  <c:v>35.002659000000001</c:v>
                </c:pt>
                <c:pt idx="4203">
                  <c:v>34.929507999999998</c:v>
                </c:pt>
                <c:pt idx="4204">
                  <c:v>34.856273999999999</c:v>
                </c:pt>
                <c:pt idx="4205">
                  <c:v>34.782863999999996</c:v>
                </c:pt>
                <c:pt idx="4206">
                  <c:v>34.709311999999997</c:v>
                </c:pt>
                <c:pt idx="4207">
                  <c:v>34.635696000000003</c:v>
                </c:pt>
                <c:pt idx="4208">
                  <c:v>34.562114999999999</c:v>
                </c:pt>
                <c:pt idx="4209">
                  <c:v>34.488632000000003</c:v>
                </c:pt>
                <c:pt idx="4210">
                  <c:v>34.415225999999997</c:v>
                </c:pt>
                <c:pt idx="4211">
                  <c:v>34.341971999999998</c:v>
                </c:pt>
                <c:pt idx="4212">
                  <c:v>34.268813999999999</c:v>
                </c:pt>
                <c:pt idx="4213">
                  <c:v>34.195678999999998</c:v>
                </c:pt>
                <c:pt idx="4214">
                  <c:v>34.122428999999997</c:v>
                </c:pt>
                <c:pt idx="4215">
                  <c:v>34.049014999999997</c:v>
                </c:pt>
                <c:pt idx="4216">
                  <c:v>33.975459999999998</c:v>
                </c:pt>
                <c:pt idx="4217">
                  <c:v>33.901859000000002</c:v>
                </c:pt>
                <c:pt idx="4218">
                  <c:v>33.828280999999997</c:v>
                </c:pt>
                <c:pt idx="4219">
                  <c:v>33.754809999999999</c:v>
                </c:pt>
                <c:pt idx="4220">
                  <c:v>33.681488000000002</c:v>
                </c:pt>
                <c:pt idx="4221">
                  <c:v>33.608288000000002</c:v>
                </c:pt>
                <c:pt idx="4222">
                  <c:v>33.535167999999999</c:v>
                </c:pt>
                <c:pt idx="4223">
                  <c:v>33.462012999999999</c:v>
                </c:pt>
                <c:pt idx="4224">
                  <c:v>33.388748</c:v>
                </c:pt>
                <c:pt idx="4225">
                  <c:v>33.315272999999998</c:v>
                </c:pt>
                <c:pt idx="4226">
                  <c:v>33.24165</c:v>
                </c:pt>
                <c:pt idx="4227">
                  <c:v>33.167991999999998</c:v>
                </c:pt>
                <c:pt idx="4228">
                  <c:v>33.094341</c:v>
                </c:pt>
                <c:pt idx="4229">
                  <c:v>33.020812999999997</c:v>
                </c:pt>
                <c:pt idx="4230">
                  <c:v>32.947387999999997</c:v>
                </c:pt>
                <c:pt idx="4231">
                  <c:v>32.874073000000003</c:v>
                </c:pt>
                <c:pt idx="4232">
                  <c:v>32.800831000000002</c:v>
                </c:pt>
                <c:pt idx="4233">
                  <c:v>32.727607999999996</c:v>
                </c:pt>
                <c:pt idx="4234">
                  <c:v>32.654316000000001</c:v>
                </c:pt>
                <c:pt idx="4235">
                  <c:v>32.580860000000001</c:v>
                </c:pt>
                <c:pt idx="4236">
                  <c:v>32.507263000000002</c:v>
                </c:pt>
                <c:pt idx="4237">
                  <c:v>32.433639999999997</c:v>
                </c:pt>
                <c:pt idx="4238">
                  <c:v>32.360039</c:v>
                </c:pt>
                <c:pt idx="4239">
                  <c:v>32.286552</c:v>
                </c:pt>
                <c:pt idx="4240">
                  <c:v>32.213191999999999</c:v>
                </c:pt>
                <c:pt idx="4241">
                  <c:v>32.139918999999999</c:v>
                </c:pt>
                <c:pt idx="4242">
                  <c:v>32.066707999999998</c:v>
                </c:pt>
                <c:pt idx="4243">
                  <c:v>31.993442999999999</c:v>
                </c:pt>
                <c:pt idx="4244">
                  <c:v>31.92005</c:v>
                </c:pt>
                <c:pt idx="4245">
                  <c:v>31.846526999999998</c:v>
                </c:pt>
                <c:pt idx="4246">
                  <c:v>31.772870999999999</c:v>
                </c:pt>
                <c:pt idx="4247">
                  <c:v>31.699172999999998</c:v>
                </c:pt>
                <c:pt idx="4248">
                  <c:v>31.625536</c:v>
                </c:pt>
                <c:pt idx="4249">
                  <c:v>31.552004</c:v>
                </c:pt>
                <c:pt idx="4250">
                  <c:v>31.478621</c:v>
                </c:pt>
                <c:pt idx="4251">
                  <c:v>31.405325000000001</c:v>
                </c:pt>
                <c:pt idx="4252">
                  <c:v>31.332083000000001</c:v>
                </c:pt>
                <c:pt idx="4253">
                  <c:v>31.25882</c:v>
                </c:pt>
                <c:pt idx="4254">
                  <c:v>31.185423</c:v>
                </c:pt>
                <c:pt idx="4255">
                  <c:v>31.111878999999998</c:v>
                </c:pt>
                <c:pt idx="4256">
                  <c:v>31.038222999999999</c:v>
                </c:pt>
                <c:pt idx="4257">
                  <c:v>30.964538999999998</c:v>
                </c:pt>
                <c:pt idx="4258">
                  <c:v>30.890882000000001</c:v>
                </c:pt>
                <c:pt idx="4259">
                  <c:v>30.817354000000002</c:v>
                </c:pt>
                <c:pt idx="4260">
                  <c:v>30.743957999999999</c:v>
                </c:pt>
                <c:pt idx="4261">
                  <c:v>30.670658</c:v>
                </c:pt>
                <c:pt idx="4262">
                  <c:v>30.597425000000001</c:v>
                </c:pt>
                <c:pt idx="4263">
                  <c:v>30.524170000000002</c:v>
                </c:pt>
                <c:pt idx="4264">
                  <c:v>30.450758</c:v>
                </c:pt>
                <c:pt idx="4265">
                  <c:v>30.377171000000001</c:v>
                </c:pt>
                <c:pt idx="4266">
                  <c:v>30.303464999999999</c:v>
                </c:pt>
                <c:pt idx="4267">
                  <c:v>30.229745999999999</c:v>
                </c:pt>
                <c:pt idx="4268">
                  <c:v>30.156058999999999</c:v>
                </c:pt>
                <c:pt idx="4269">
                  <c:v>30.082488999999999</c:v>
                </c:pt>
                <c:pt idx="4270">
                  <c:v>30.009045</c:v>
                </c:pt>
                <c:pt idx="4271">
                  <c:v>29.935728000000001</c:v>
                </c:pt>
                <c:pt idx="4272">
                  <c:v>29.862470999999999</c:v>
                </c:pt>
                <c:pt idx="4273">
                  <c:v>29.789193999999998</c:v>
                </c:pt>
                <c:pt idx="4274">
                  <c:v>29.715793999999999</c:v>
                </c:pt>
                <c:pt idx="4275">
                  <c:v>29.642256</c:v>
                </c:pt>
                <c:pt idx="4276">
                  <c:v>29.568622999999999</c:v>
                </c:pt>
                <c:pt idx="4277">
                  <c:v>29.494966999999999</c:v>
                </c:pt>
                <c:pt idx="4278">
                  <c:v>29.421330999999999</c:v>
                </c:pt>
                <c:pt idx="4279">
                  <c:v>29.347805000000001</c:v>
                </c:pt>
                <c:pt idx="4280">
                  <c:v>29.274462</c:v>
                </c:pt>
                <c:pt idx="4281">
                  <c:v>29.201298000000001</c:v>
                </c:pt>
                <c:pt idx="4282">
                  <c:v>29.12846</c:v>
                </c:pt>
                <c:pt idx="4283">
                  <c:v>29.056153999999999</c:v>
                </c:pt>
                <c:pt idx="4284">
                  <c:v>28.9846</c:v>
                </c:pt>
                <c:pt idx="4285">
                  <c:v>28.914251</c:v>
                </c:pt>
                <c:pt idx="4286">
                  <c:v>28.845424999999999</c:v>
                </c:pt>
                <c:pt idx="4287">
                  <c:v>28.777802000000001</c:v>
                </c:pt>
                <c:pt idx="4288">
                  <c:v>28.711017999999999</c:v>
                </c:pt>
                <c:pt idx="4289">
                  <c:v>28.644677999999999</c:v>
                </c:pt>
                <c:pt idx="4290">
                  <c:v>28.578430000000001</c:v>
                </c:pt>
                <c:pt idx="4291">
                  <c:v>28.512283</c:v>
                </c:pt>
                <c:pt idx="4292">
                  <c:v>28.446026</c:v>
                </c:pt>
                <c:pt idx="4293">
                  <c:v>28.379967000000001</c:v>
                </c:pt>
                <c:pt idx="4294">
                  <c:v>28.315446999999999</c:v>
                </c:pt>
                <c:pt idx="4295">
                  <c:v>28.253568999999999</c:v>
                </c:pt>
                <c:pt idx="4296">
                  <c:v>28.196507</c:v>
                </c:pt>
                <c:pt idx="4297">
                  <c:v>28.145287</c:v>
                </c:pt>
                <c:pt idx="4298">
                  <c:v>28.100313</c:v>
                </c:pt>
                <c:pt idx="4299">
                  <c:v>28.060912999999999</c:v>
                </c:pt>
                <c:pt idx="4300">
                  <c:v>28.026313999999999</c:v>
                </c:pt>
                <c:pt idx="4301">
                  <c:v>27.996113000000001</c:v>
                </c:pt>
                <c:pt idx="4302">
                  <c:v>27.969738</c:v>
                </c:pt>
                <c:pt idx="4303">
                  <c:v>27.946536999999999</c:v>
                </c:pt>
                <c:pt idx="4304">
                  <c:v>27.925764000000001</c:v>
                </c:pt>
                <c:pt idx="4305">
                  <c:v>27.906862</c:v>
                </c:pt>
                <c:pt idx="4306">
                  <c:v>27.889317999999999</c:v>
                </c:pt>
                <c:pt idx="4307">
                  <c:v>27.872622</c:v>
                </c:pt>
                <c:pt idx="4308">
                  <c:v>27.855913000000001</c:v>
                </c:pt>
                <c:pt idx="4309">
                  <c:v>27.837962999999998</c:v>
                </c:pt>
                <c:pt idx="4310">
                  <c:v>27.817924000000001</c:v>
                </c:pt>
                <c:pt idx="4311">
                  <c:v>27.795463999999999</c:v>
                </c:pt>
                <c:pt idx="4312">
                  <c:v>27.770216000000001</c:v>
                </c:pt>
                <c:pt idx="4313">
                  <c:v>27.742349999999998</c:v>
                </c:pt>
                <c:pt idx="4314">
                  <c:v>27.712778</c:v>
                </c:pt>
                <c:pt idx="4315">
                  <c:v>27.682796</c:v>
                </c:pt>
                <c:pt idx="4316">
                  <c:v>27.653835000000001</c:v>
                </c:pt>
                <c:pt idx="4317">
                  <c:v>27.626671000000002</c:v>
                </c:pt>
                <c:pt idx="4318">
                  <c:v>27.601611999999999</c:v>
                </c:pt>
                <c:pt idx="4319">
                  <c:v>27.578285000000001</c:v>
                </c:pt>
                <c:pt idx="4320">
                  <c:v>27.555963999999999</c:v>
                </c:pt>
                <c:pt idx="4321">
                  <c:v>27.533626999999999</c:v>
                </c:pt>
                <c:pt idx="4322">
                  <c:v>27.510432999999999</c:v>
                </c:pt>
                <c:pt idx="4323">
                  <c:v>27.486115999999999</c:v>
                </c:pt>
                <c:pt idx="4324">
                  <c:v>27.461023000000001</c:v>
                </c:pt>
                <c:pt idx="4325">
                  <c:v>27.435942000000001</c:v>
                </c:pt>
                <c:pt idx="4326">
                  <c:v>27.411819000000001</c:v>
                </c:pt>
                <c:pt idx="4327">
                  <c:v>27.389284</c:v>
                </c:pt>
                <c:pt idx="4328">
                  <c:v>27.368216</c:v>
                </c:pt>
                <c:pt idx="4329">
                  <c:v>27.347940000000001</c:v>
                </c:pt>
                <c:pt idx="4330">
                  <c:v>27.327490000000001</c:v>
                </c:pt>
                <c:pt idx="4331">
                  <c:v>27.305997999999999</c:v>
                </c:pt>
                <c:pt idx="4332">
                  <c:v>27.282976000000001</c:v>
                </c:pt>
                <c:pt idx="4333">
                  <c:v>27.258682</c:v>
                </c:pt>
                <c:pt idx="4334">
                  <c:v>27.233737999999999</c:v>
                </c:pt>
                <c:pt idx="4335">
                  <c:v>27.209271999999999</c:v>
                </c:pt>
                <c:pt idx="4336">
                  <c:v>27.186126999999999</c:v>
                </c:pt>
                <c:pt idx="4337">
                  <c:v>27.164826999999999</c:v>
                </c:pt>
                <c:pt idx="4338">
                  <c:v>27.145838000000001</c:v>
                </c:pt>
                <c:pt idx="4339">
                  <c:v>27.129003999999998</c:v>
                </c:pt>
                <c:pt idx="4340">
                  <c:v>27.11355</c:v>
                </c:pt>
                <c:pt idx="4341">
                  <c:v>27.098206999999999</c:v>
                </c:pt>
                <c:pt idx="4342">
                  <c:v>27.082011999999999</c:v>
                </c:pt>
                <c:pt idx="4343">
                  <c:v>27.064823000000001</c:v>
                </c:pt>
                <c:pt idx="4344">
                  <c:v>27.047084999999999</c:v>
                </c:pt>
                <c:pt idx="4345">
                  <c:v>27.029810000000001</c:v>
                </c:pt>
                <c:pt idx="4346">
                  <c:v>27.013475</c:v>
                </c:pt>
                <c:pt idx="4347">
                  <c:v>26.998238000000001</c:v>
                </c:pt>
                <c:pt idx="4348">
                  <c:v>26.983591000000001</c:v>
                </c:pt>
                <c:pt idx="4349">
                  <c:v>26.968821999999999</c:v>
                </c:pt>
                <c:pt idx="4350">
                  <c:v>26.953040999999999</c:v>
                </c:pt>
                <c:pt idx="4351">
                  <c:v>26.935558</c:v>
                </c:pt>
                <c:pt idx="4352">
                  <c:v>26.916505999999998</c:v>
                </c:pt>
                <c:pt idx="4353">
                  <c:v>26.896515000000001</c:v>
                </c:pt>
                <c:pt idx="4354">
                  <c:v>26.876567999999999</c:v>
                </c:pt>
                <c:pt idx="4355">
                  <c:v>26.857600999999999</c:v>
                </c:pt>
                <c:pt idx="4356">
                  <c:v>26.840532</c:v>
                </c:pt>
                <c:pt idx="4357">
                  <c:v>26.825544000000001</c:v>
                </c:pt>
                <c:pt idx="4358">
                  <c:v>26.812653000000001</c:v>
                </c:pt>
                <c:pt idx="4359">
                  <c:v>26.801323</c:v>
                </c:pt>
                <c:pt idx="4360">
                  <c:v>26.791202999999999</c:v>
                </c:pt>
                <c:pt idx="4361">
                  <c:v>26.781918999999998</c:v>
                </c:pt>
                <c:pt idx="4362">
                  <c:v>26.772856000000001</c:v>
                </c:pt>
                <c:pt idx="4363">
                  <c:v>26.763612999999999</c:v>
                </c:pt>
                <c:pt idx="4364">
                  <c:v>26.754213</c:v>
                </c:pt>
                <c:pt idx="4365">
                  <c:v>26.744910999999998</c:v>
                </c:pt>
                <c:pt idx="4366">
                  <c:v>26.736039999999999</c:v>
                </c:pt>
                <c:pt idx="4367">
                  <c:v>26.727893999999999</c:v>
                </c:pt>
                <c:pt idx="4368">
                  <c:v>26.720400000000001</c:v>
                </c:pt>
                <c:pt idx="4369">
                  <c:v>26.713099</c:v>
                </c:pt>
                <c:pt idx="4370">
                  <c:v>26.705559000000001</c:v>
                </c:pt>
                <c:pt idx="4371">
                  <c:v>26.697154999999999</c:v>
                </c:pt>
                <c:pt idx="4372">
                  <c:v>26.687742</c:v>
                </c:pt>
                <c:pt idx="4373">
                  <c:v>26.677389000000002</c:v>
                </c:pt>
                <c:pt idx="4374">
                  <c:v>26.666575999999999</c:v>
                </c:pt>
                <c:pt idx="4375">
                  <c:v>26.655947000000001</c:v>
                </c:pt>
                <c:pt idx="4376">
                  <c:v>26.646000000000001</c:v>
                </c:pt>
                <c:pt idx="4377">
                  <c:v>26.637001000000001</c:v>
                </c:pt>
                <c:pt idx="4378">
                  <c:v>26.629190000000001</c:v>
                </c:pt>
                <c:pt idx="4379">
                  <c:v>26.622119999999999</c:v>
                </c:pt>
                <c:pt idx="4380">
                  <c:v>26.615476999999998</c:v>
                </c:pt>
                <c:pt idx="4381">
                  <c:v>26.608822</c:v>
                </c:pt>
                <c:pt idx="4382">
                  <c:v>26.601928999999998</c:v>
                </c:pt>
                <c:pt idx="4383">
                  <c:v>26.594362</c:v>
                </c:pt>
                <c:pt idx="4384">
                  <c:v>26.586321000000002</c:v>
                </c:pt>
                <c:pt idx="4385">
                  <c:v>26.578329</c:v>
                </c:pt>
                <c:pt idx="4386">
                  <c:v>26.570978</c:v>
                </c:pt>
                <c:pt idx="4387">
                  <c:v>26.564381000000001</c:v>
                </c:pt>
                <c:pt idx="4388">
                  <c:v>26.558593999999999</c:v>
                </c:pt>
                <c:pt idx="4389">
                  <c:v>26.553426999999999</c:v>
                </c:pt>
                <c:pt idx="4390">
                  <c:v>26.548666000000001</c:v>
                </c:pt>
                <c:pt idx="4391">
                  <c:v>26.543883999999998</c:v>
                </c:pt>
                <c:pt idx="4392">
                  <c:v>26.538795</c:v>
                </c:pt>
                <c:pt idx="4393">
                  <c:v>26.533280999999999</c:v>
                </c:pt>
                <c:pt idx="4394">
                  <c:v>26.5275</c:v>
                </c:pt>
                <c:pt idx="4395">
                  <c:v>26.521673</c:v>
                </c:pt>
                <c:pt idx="4396">
                  <c:v>26.516166999999999</c:v>
                </c:pt>
                <c:pt idx="4397">
                  <c:v>26.511185000000001</c:v>
                </c:pt>
                <c:pt idx="4398">
                  <c:v>26.506927000000001</c:v>
                </c:pt>
                <c:pt idx="4399">
                  <c:v>26.503222999999998</c:v>
                </c:pt>
                <c:pt idx="4400">
                  <c:v>26.499825999999999</c:v>
                </c:pt>
                <c:pt idx="4401">
                  <c:v>26.496416</c:v>
                </c:pt>
                <c:pt idx="4402">
                  <c:v>26.492701</c:v>
                </c:pt>
                <c:pt idx="4403">
                  <c:v>26.488495</c:v>
                </c:pt>
                <c:pt idx="4404">
                  <c:v>26.483851999999999</c:v>
                </c:pt>
                <c:pt idx="4405">
                  <c:v>26.479161999999999</c:v>
                </c:pt>
                <c:pt idx="4406">
                  <c:v>26.474737000000001</c:v>
                </c:pt>
                <c:pt idx="4407">
                  <c:v>26.470907</c:v>
                </c:pt>
                <c:pt idx="4408">
                  <c:v>26.467853999999999</c:v>
                </c:pt>
                <c:pt idx="4409">
                  <c:v>26.465160000000001</c:v>
                </c:pt>
                <c:pt idx="4410">
                  <c:v>26.462858000000001</c:v>
                </c:pt>
                <c:pt idx="4411">
                  <c:v>26.460539000000001</c:v>
                </c:pt>
                <c:pt idx="4412">
                  <c:v>26.458015</c:v>
                </c:pt>
                <c:pt idx="4413">
                  <c:v>26.454988</c:v>
                </c:pt>
                <c:pt idx="4414">
                  <c:v>26.451606999999999</c:v>
                </c:pt>
                <c:pt idx="4415">
                  <c:v>26.448098999999999</c:v>
                </c:pt>
                <c:pt idx="4416">
                  <c:v>26.445</c:v>
                </c:pt>
                <c:pt idx="4417">
                  <c:v>26.442357999999999</c:v>
                </c:pt>
                <c:pt idx="4418">
                  <c:v>26.440349999999999</c:v>
                </c:pt>
                <c:pt idx="4419">
                  <c:v>26.438718999999999</c:v>
                </c:pt>
                <c:pt idx="4420">
                  <c:v>26.437304999999999</c:v>
                </c:pt>
                <c:pt idx="4421">
                  <c:v>26.435925000000001</c:v>
                </c:pt>
                <c:pt idx="4422">
                  <c:v>26.434328000000001</c:v>
                </c:pt>
                <c:pt idx="4423">
                  <c:v>26.432321999999999</c:v>
                </c:pt>
                <c:pt idx="4424">
                  <c:v>26.429988999999999</c:v>
                </c:pt>
                <c:pt idx="4425">
                  <c:v>26.427546</c:v>
                </c:pt>
                <c:pt idx="4426">
                  <c:v>26.425298999999999</c:v>
                </c:pt>
                <c:pt idx="4427">
                  <c:v>26.423456000000002</c:v>
                </c:pt>
                <c:pt idx="4428">
                  <c:v>26.422228</c:v>
                </c:pt>
                <c:pt idx="4429">
                  <c:v>26.421436</c:v>
                </c:pt>
                <c:pt idx="4430">
                  <c:v>26.420998000000001</c:v>
                </c:pt>
                <c:pt idx="4431">
                  <c:v>26.420670999999999</c:v>
                </c:pt>
                <c:pt idx="4432">
                  <c:v>26.420352999999999</c:v>
                </c:pt>
                <c:pt idx="4433">
                  <c:v>26.419751999999999</c:v>
                </c:pt>
                <c:pt idx="4434">
                  <c:v>26.418882</c:v>
                </c:pt>
                <c:pt idx="4435">
                  <c:v>26.417899999999999</c:v>
                </c:pt>
                <c:pt idx="4436">
                  <c:v>26.41703</c:v>
                </c:pt>
                <c:pt idx="4437">
                  <c:v>26.416456</c:v>
                </c:pt>
                <c:pt idx="4438">
                  <c:v>26.416245</c:v>
                </c:pt>
                <c:pt idx="4439">
                  <c:v>26.416401</c:v>
                </c:pt>
                <c:pt idx="4440">
                  <c:v>26.416788</c:v>
                </c:pt>
                <c:pt idx="4441">
                  <c:v>26.417238000000001</c:v>
                </c:pt>
                <c:pt idx="4442">
                  <c:v>26.417673000000001</c:v>
                </c:pt>
                <c:pt idx="4443">
                  <c:v>26.417888999999999</c:v>
                </c:pt>
                <c:pt idx="4444">
                  <c:v>26.417839000000001</c:v>
                </c:pt>
                <c:pt idx="4445">
                  <c:v>26.417631</c:v>
                </c:pt>
                <c:pt idx="4446">
                  <c:v>26.417449999999999</c:v>
                </c:pt>
                <c:pt idx="4447">
                  <c:v>26.417534</c:v>
                </c:pt>
                <c:pt idx="4448">
                  <c:v>26.417933000000001</c:v>
                </c:pt>
                <c:pt idx="4449">
                  <c:v>26.418641999999998</c:v>
                </c:pt>
                <c:pt idx="4450">
                  <c:v>26.419535</c:v>
                </c:pt>
                <c:pt idx="4451">
                  <c:v>26.420484999999999</c:v>
                </c:pt>
                <c:pt idx="4452">
                  <c:v>26.421249</c:v>
                </c:pt>
                <c:pt idx="4453">
                  <c:v>26.421666999999999</c:v>
                </c:pt>
                <c:pt idx="4454">
                  <c:v>26.421794999999999</c:v>
                </c:pt>
                <c:pt idx="4455">
                  <c:v>26.421759000000002</c:v>
                </c:pt>
                <c:pt idx="4456">
                  <c:v>26.421855999999998</c:v>
                </c:pt>
                <c:pt idx="4457">
                  <c:v>26.422170999999999</c:v>
                </c:pt>
                <c:pt idx="4458">
                  <c:v>26.42285</c:v>
                </c:pt>
                <c:pt idx="4459">
                  <c:v>26.423808999999999</c:v>
                </c:pt>
                <c:pt idx="4460">
                  <c:v>26.424934</c:v>
                </c:pt>
                <c:pt idx="4461">
                  <c:v>26.426054000000001</c:v>
                </c:pt>
                <c:pt idx="4462">
                  <c:v>26.427046000000001</c:v>
                </c:pt>
                <c:pt idx="4463">
                  <c:v>26.427752999999999</c:v>
                </c:pt>
                <c:pt idx="4464">
                  <c:v>26.428221000000001</c:v>
                </c:pt>
                <c:pt idx="4465">
                  <c:v>26.428605999999998</c:v>
                </c:pt>
                <c:pt idx="4466">
                  <c:v>26.429051999999999</c:v>
                </c:pt>
                <c:pt idx="4467">
                  <c:v>26.429784999999999</c:v>
                </c:pt>
                <c:pt idx="4468">
                  <c:v>26.430831999999999</c:v>
                </c:pt>
                <c:pt idx="4469">
                  <c:v>26.432110000000002</c:v>
                </c:pt>
                <c:pt idx="4470">
                  <c:v>26.433506000000001</c:v>
                </c:pt>
                <c:pt idx="4471">
                  <c:v>26.434887</c:v>
                </c:pt>
                <c:pt idx="4472">
                  <c:v>26.436094000000001</c:v>
                </c:pt>
                <c:pt idx="4473">
                  <c:v>26.437027</c:v>
                </c:pt>
                <c:pt idx="4474">
                  <c:v>26.437738</c:v>
                </c:pt>
                <c:pt idx="4475">
                  <c:v>26.438369999999999</c:v>
                </c:pt>
                <c:pt idx="4476">
                  <c:v>26.439139999999998</c:v>
                </c:pt>
                <c:pt idx="4477">
                  <c:v>26.440166000000001</c:v>
                </c:pt>
                <c:pt idx="4478">
                  <c:v>26.441481</c:v>
                </c:pt>
                <c:pt idx="4479">
                  <c:v>26.444738000000001</c:v>
                </c:pt>
                <c:pt idx="4480">
                  <c:v>26.448246000000001</c:v>
                </c:pt>
                <c:pt idx="4481">
                  <c:v>26.446791000000001</c:v>
                </c:pt>
                <c:pt idx="4482">
                  <c:v>26.443769</c:v>
                </c:pt>
                <c:pt idx="4483">
                  <c:v>26.448308999999998</c:v>
                </c:pt>
                <c:pt idx="4484">
                  <c:v>26.466362</c:v>
                </c:pt>
                <c:pt idx="4485">
                  <c:v>26.475313</c:v>
                </c:pt>
                <c:pt idx="4486">
                  <c:v>26.492487000000001</c:v>
                </c:pt>
                <c:pt idx="4487">
                  <c:v>26.511787000000002</c:v>
                </c:pt>
                <c:pt idx="4488">
                  <c:v>26.530165</c:v>
                </c:pt>
                <c:pt idx="4489">
                  <c:v>26.546271999999998</c:v>
                </c:pt>
                <c:pt idx="4490">
                  <c:v>26.561433999999998</c:v>
                </c:pt>
                <c:pt idx="4491">
                  <c:v>26.576729</c:v>
                </c:pt>
                <c:pt idx="4492">
                  <c:v>26.592116999999998</c:v>
                </c:pt>
                <c:pt idx="4493">
                  <c:v>26.607792</c:v>
                </c:pt>
                <c:pt idx="4494">
                  <c:v>26.62182</c:v>
                </c:pt>
                <c:pt idx="4495">
                  <c:v>26.637475999999999</c:v>
                </c:pt>
                <c:pt idx="4496">
                  <c:v>26.651133999999999</c:v>
                </c:pt>
                <c:pt idx="4497">
                  <c:v>26.655730999999999</c:v>
                </c:pt>
                <c:pt idx="4498">
                  <c:v>26.658919999999998</c:v>
                </c:pt>
                <c:pt idx="4499">
                  <c:v>26.663931000000002</c:v>
                </c:pt>
                <c:pt idx="4500">
                  <c:v>26.669657000000001</c:v>
                </c:pt>
                <c:pt idx="4501">
                  <c:v>26.677955999999998</c:v>
                </c:pt>
                <c:pt idx="4502">
                  <c:v>26.685773999999999</c:v>
                </c:pt>
                <c:pt idx="4503">
                  <c:v>26.688482</c:v>
                </c:pt>
                <c:pt idx="4504">
                  <c:v>26.685707000000001</c:v>
                </c:pt>
                <c:pt idx="4505">
                  <c:v>26.68327</c:v>
                </c:pt>
                <c:pt idx="4506">
                  <c:v>26.682959</c:v>
                </c:pt>
                <c:pt idx="4507">
                  <c:v>26.679762</c:v>
                </c:pt>
                <c:pt idx="4508">
                  <c:v>26.673935</c:v>
                </c:pt>
                <c:pt idx="4509">
                  <c:v>26.667646000000001</c:v>
                </c:pt>
                <c:pt idx="4510">
                  <c:v>26.665077</c:v>
                </c:pt>
                <c:pt idx="4511">
                  <c:v>26.662506</c:v>
                </c:pt>
                <c:pt idx="4512">
                  <c:v>26.661422999999999</c:v>
                </c:pt>
                <c:pt idx="4513">
                  <c:v>26.659168000000001</c:v>
                </c:pt>
                <c:pt idx="4514">
                  <c:v>26.657924999999999</c:v>
                </c:pt>
                <c:pt idx="4515">
                  <c:v>26.656534000000001</c:v>
                </c:pt>
                <c:pt idx="4516">
                  <c:v>26.655172</c:v>
                </c:pt>
                <c:pt idx="4517">
                  <c:v>26.653669000000001</c:v>
                </c:pt>
                <c:pt idx="4518">
                  <c:v>26.651931999999999</c:v>
                </c:pt>
                <c:pt idx="4519">
                  <c:v>26.650120000000001</c:v>
                </c:pt>
                <c:pt idx="4520">
                  <c:v>26.648727000000001</c:v>
                </c:pt>
                <c:pt idx="4521">
                  <c:v>26.651367</c:v>
                </c:pt>
                <c:pt idx="4522">
                  <c:v>26.659174</c:v>
                </c:pt>
                <c:pt idx="4523">
                  <c:v>26.665977000000002</c:v>
                </c:pt>
                <c:pt idx="4524">
                  <c:v>26.666162</c:v>
                </c:pt>
                <c:pt idx="4525">
                  <c:v>26.668704999999999</c:v>
                </c:pt>
                <c:pt idx="4526">
                  <c:v>26.672612999999998</c:v>
                </c:pt>
                <c:pt idx="4527">
                  <c:v>26.678885999999999</c:v>
                </c:pt>
                <c:pt idx="4528">
                  <c:v>26.686876000000002</c:v>
                </c:pt>
                <c:pt idx="4529">
                  <c:v>26.6968</c:v>
                </c:pt>
                <c:pt idx="4530">
                  <c:v>26.704266000000001</c:v>
                </c:pt>
                <c:pt idx="4531">
                  <c:v>26.71236</c:v>
                </c:pt>
                <c:pt idx="4532">
                  <c:v>26.722418000000001</c:v>
                </c:pt>
                <c:pt idx="4533">
                  <c:v>26.73377</c:v>
                </c:pt>
                <c:pt idx="4534">
                  <c:v>26.744354000000001</c:v>
                </c:pt>
                <c:pt idx="4535">
                  <c:v>26.758579000000001</c:v>
                </c:pt>
                <c:pt idx="4536">
                  <c:v>26.778535999999999</c:v>
                </c:pt>
                <c:pt idx="4537">
                  <c:v>26.799358000000002</c:v>
                </c:pt>
                <c:pt idx="4538">
                  <c:v>26.818815000000001</c:v>
                </c:pt>
                <c:pt idx="4539">
                  <c:v>26.839216</c:v>
                </c:pt>
                <c:pt idx="4540">
                  <c:v>26.860823</c:v>
                </c:pt>
                <c:pt idx="4541">
                  <c:v>26.884197</c:v>
                </c:pt>
                <c:pt idx="4542">
                  <c:v>26.907689999999999</c:v>
                </c:pt>
                <c:pt idx="4543">
                  <c:v>26.930336</c:v>
                </c:pt>
                <c:pt idx="4544">
                  <c:v>26.951471000000002</c:v>
                </c:pt>
                <c:pt idx="4545">
                  <c:v>26.971525</c:v>
                </c:pt>
                <c:pt idx="4546">
                  <c:v>26.990348999999998</c:v>
                </c:pt>
                <c:pt idx="4547">
                  <c:v>27.009001000000001</c:v>
                </c:pt>
                <c:pt idx="4548">
                  <c:v>27.027543999999999</c:v>
                </c:pt>
                <c:pt idx="4549">
                  <c:v>27.045361</c:v>
                </c:pt>
                <c:pt idx="4550">
                  <c:v>27.062498000000001</c:v>
                </c:pt>
                <c:pt idx="4551">
                  <c:v>27.079348</c:v>
                </c:pt>
                <c:pt idx="4552">
                  <c:v>27.096357000000001</c:v>
                </c:pt>
                <c:pt idx="4553">
                  <c:v>27.114530999999999</c:v>
                </c:pt>
                <c:pt idx="4554">
                  <c:v>27.135199</c:v>
                </c:pt>
                <c:pt idx="4555">
                  <c:v>27.157595000000001</c:v>
                </c:pt>
                <c:pt idx="4556">
                  <c:v>27.179531000000001</c:v>
                </c:pt>
                <c:pt idx="4557">
                  <c:v>27.201647000000001</c:v>
                </c:pt>
                <c:pt idx="4558">
                  <c:v>27.225666</c:v>
                </c:pt>
                <c:pt idx="4559">
                  <c:v>27.249813</c:v>
                </c:pt>
                <c:pt idx="4560">
                  <c:v>27.273066</c:v>
                </c:pt>
                <c:pt idx="4561">
                  <c:v>27.297063999999999</c:v>
                </c:pt>
                <c:pt idx="4562">
                  <c:v>27.322472000000001</c:v>
                </c:pt>
                <c:pt idx="4563">
                  <c:v>27.347559</c:v>
                </c:pt>
                <c:pt idx="4564">
                  <c:v>27.369505</c:v>
                </c:pt>
                <c:pt idx="4565">
                  <c:v>27.388227000000001</c:v>
                </c:pt>
                <c:pt idx="4566">
                  <c:v>27.406089999999999</c:v>
                </c:pt>
                <c:pt idx="4567">
                  <c:v>27.424761</c:v>
                </c:pt>
                <c:pt idx="4568">
                  <c:v>27.445285999999999</c:v>
                </c:pt>
                <c:pt idx="4569">
                  <c:v>27.467072999999999</c:v>
                </c:pt>
                <c:pt idx="4570">
                  <c:v>27.488510000000002</c:v>
                </c:pt>
                <c:pt idx="4571">
                  <c:v>27.510057</c:v>
                </c:pt>
                <c:pt idx="4572">
                  <c:v>27.533159000000001</c:v>
                </c:pt>
                <c:pt idx="4573">
                  <c:v>27.558282999999999</c:v>
                </c:pt>
                <c:pt idx="4574">
                  <c:v>27.587191000000001</c:v>
                </c:pt>
                <c:pt idx="4575">
                  <c:v>27.618389000000001</c:v>
                </c:pt>
                <c:pt idx="4576">
                  <c:v>27.647735999999998</c:v>
                </c:pt>
                <c:pt idx="4577">
                  <c:v>27.674575999999998</c:v>
                </c:pt>
                <c:pt idx="4578">
                  <c:v>27.698409999999999</c:v>
                </c:pt>
                <c:pt idx="4579">
                  <c:v>27.721336000000001</c:v>
                </c:pt>
                <c:pt idx="4580">
                  <c:v>27.745377000000001</c:v>
                </c:pt>
                <c:pt idx="4581">
                  <c:v>27.768578999999999</c:v>
                </c:pt>
                <c:pt idx="4582">
                  <c:v>27.789057</c:v>
                </c:pt>
                <c:pt idx="4583">
                  <c:v>27.80838</c:v>
                </c:pt>
                <c:pt idx="4584">
                  <c:v>27.827576000000001</c:v>
                </c:pt>
                <c:pt idx="4585">
                  <c:v>27.845517999999998</c:v>
                </c:pt>
                <c:pt idx="4586">
                  <c:v>27.862062000000002</c:v>
                </c:pt>
                <c:pt idx="4587">
                  <c:v>27.878288000000001</c:v>
                </c:pt>
                <c:pt idx="4588">
                  <c:v>27.8964</c:v>
                </c:pt>
                <c:pt idx="4589">
                  <c:v>27.916159</c:v>
                </c:pt>
                <c:pt idx="4590">
                  <c:v>27.934678999999999</c:v>
                </c:pt>
                <c:pt idx="4591">
                  <c:v>27.949949</c:v>
                </c:pt>
                <c:pt idx="4592">
                  <c:v>27.963633999999999</c:v>
                </c:pt>
                <c:pt idx="4593">
                  <c:v>27.978878000000002</c:v>
                </c:pt>
                <c:pt idx="4594">
                  <c:v>27.996147000000001</c:v>
                </c:pt>
                <c:pt idx="4595">
                  <c:v>28.014379999999999</c:v>
                </c:pt>
                <c:pt idx="4596">
                  <c:v>28.033829000000001</c:v>
                </c:pt>
                <c:pt idx="4597">
                  <c:v>28.054812999999999</c:v>
                </c:pt>
                <c:pt idx="4598">
                  <c:v>28.075009999999999</c:v>
                </c:pt>
                <c:pt idx="4599">
                  <c:v>28.093154999999999</c:v>
                </c:pt>
                <c:pt idx="4600">
                  <c:v>28.110921999999999</c:v>
                </c:pt>
                <c:pt idx="4601">
                  <c:v>28.130112</c:v>
                </c:pt>
                <c:pt idx="4602">
                  <c:v>28.151385999999999</c:v>
                </c:pt>
                <c:pt idx="4603">
                  <c:v>28.173994</c:v>
                </c:pt>
                <c:pt idx="4604">
                  <c:v>28.19603</c:v>
                </c:pt>
                <c:pt idx="4605">
                  <c:v>28.218309000000001</c:v>
                </c:pt>
                <c:pt idx="4606">
                  <c:v>28.241606000000001</c:v>
                </c:pt>
                <c:pt idx="4607">
                  <c:v>28.266753999999999</c:v>
                </c:pt>
                <c:pt idx="4608">
                  <c:v>28.294750000000001</c:v>
                </c:pt>
                <c:pt idx="4609">
                  <c:v>28.328606000000001</c:v>
                </c:pt>
                <c:pt idx="4610">
                  <c:v>28.368755</c:v>
                </c:pt>
                <c:pt idx="4611">
                  <c:v>28.411072000000001</c:v>
                </c:pt>
                <c:pt idx="4612">
                  <c:v>28.457353999999999</c:v>
                </c:pt>
                <c:pt idx="4613">
                  <c:v>28.500647000000001</c:v>
                </c:pt>
                <c:pt idx="4614">
                  <c:v>28.536417</c:v>
                </c:pt>
                <c:pt idx="4615">
                  <c:v>28.569787999999999</c:v>
                </c:pt>
                <c:pt idx="4616">
                  <c:v>28.604288</c:v>
                </c:pt>
                <c:pt idx="4617">
                  <c:v>28.640820000000001</c:v>
                </c:pt>
                <c:pt idx="4618">
                  <c:v>28.675077000000002</c:v>
                </c:pt>
                <c:pt idx="4619">
                  <c:v>28.707369</c:v>
                </c:pt>
                <c:pt idx="4620">
                  <c:v>28.747146999999998</c:v>
                </c:pt>
                <c:pt idx="4621">
                  <c:v>28.798317000000001</c:v>
                </c:pt>
                <c:pt idx="4622">
                  <c:v>28.853681999999999</c:v>
                </c:pt>
                <c:pt idx="4623">
                  <c:v>28.912315</c:v>
                </c:pt>
                <c:pt idx="4624">
                  <c:v>28.969967</c:v>
                </c:pt>
                <c:pt idx="4625">
                  <c:v>29.026693000000002</c:v>
                </c:pt>
                <c:pt idx="4626">
                  <c:v>29.082169</c:v>
                </c:pt>
                <c:pt idx="4627">
                  <c:v>29.137460999999998</c:v>
                </c:pt>
                <c:pt idx="4628">
                  <c:v>29.193489</c:v>
                </c:pt>
                <c:pt idx="4629">
                  <c:v>29.249715999999999</c:v>
                </c:pt>
                <c:pt idx="4630">
                  <c:v>29.305246</c:v>
                </c:pt>
                <c:pt idx="4631">
                  <c:v>29.360226000000001</c:v>
                </c:pt>
                <c:pt idx="4632">
                  <c:v>29.414000000000001</c:v>
                </c:pt>
                <c:pt idx="4633">
                  <c:v>29.464984999999999</c:v>
                </c:pt>
                <c:pt idx="4634">
                  <c:v>29.516026</c:v>
                </c:pt>
                <c:pt idx="4635">
                  <c:v>29.567934000000001</c:v>
                </c:pt>
                <c:pt idx="4636">
                  <c:v>29.616501</c:v>
                </c:pt>
                <c:pt idx="4637">
                  <c:v>29.660069</c:v>
                </c:pt>
                <c:pt idx="4638">
                  <c:v>29.706211</c:v>
                </c:pt>
                <c:pt idx="4639">
                  <c:v>29.754971999999999</c:v>
                </c:pt>
                <c:pt idx="4640">
                  <c:v>29.80838</c:v>
                </c:pt>
                <c:pt idx="4641">
                  <c:v>29.861235000000001</c:v>
                </c:pt>
                <c:pt idx="4642">
                  <c:v>29.905526999999999</c:v>
                </c:pt>
                <c:pt idx="4643">
                  <c:v>29.940961999999999</c:v>
                </c:pt>
                <c:pt idx="4644">
                  <c:v>29.966775999999999</c:v>
                </c:pt>
                <c:pt idx="4645">
                  <c:v>29.986554999999999</c:v>
                </c:pt>
                <c:pt idx="4646">
                  <c:v>30.007254</c:v>
                </c:pt>
                <c:pt idx="4647">
                  <c:v>30.029185999999999</c:v>
                </c:pt>
                <c:pt idx="4648">
                  <c:v>30.050751000000002</c:v>
                </c:pt>
                <c:pt idx="4649">
                  <c:v>30.072220000000002</c:v>
                </c:pt>
                <c:pt idx="4650">
                  <c:v>30.094193000000001</c:v>
                </c:pt>
                <c:pt idx="4651">
                  <c:v>30.116741000000001</c:v>
                </c:pt>
                <c:pt idx="4652">
                  <c:v>30.139686999999999</c:v>
                </c:pt>
                <c:pt idx="4653">
                  <c:v>30.163215999999998</c:v>
                </c:pt>
                <c:pt idx="4654">
                  <c:v>30.188300999999999</c:v>
                </c:pt>
                <c:pt idx="4655">
                  <c:v>30.216111999999999</c:v>
                </c:pt>
                <c:pt idx="4656">
                  <c:v>30.241558000000001</c:v>
                </c:pt>
                <c:pt idx="4657">
                  <c:v>30.263887</c:v>
                </c:pt>
                <c:pt idx="4658">
                  <c:v>30.284929000000002</c:v>
                </c:pt>
                <c:pt idx="4659">
                  <c:v>30.305917999999998</c:v>
                </c:pt>
                <c:pt idx="4660">
                  <c:v>30.32667</c:v>
                </c:pt>
                <c:pt idx="4661">
                  <c:v>30.347225000000002</c:v>
                </c:pt>
                <c:pt idx="4662">
                  <c:v>30.367999999999999</c:v>
                </c:pt>
                <c:pt idx="4663">
                  <c:v>30.389047999999999</c:v>
                </c:pt>
                <c:pt idx="4664">
                  <c:v>30.410464999999999</c:v>
                </c:pt>
                <c:pt idx="4665">
                  <c:v>30.431695999999999</c:v>
                </c:pt>
                <c:pt idx="4666">
                  <c:v>30.452674999999999</c:v>
                </c:pt>
                <c:pt idx="4667">
                  <c:v>30.473686000000001</c:v>
                </c:pt>
                <c:pt idx="4668">
                  <c:v>30.494741000000001</c:v>
                </c:pt>
                <c:pt idx="4669">
                  <c:v>30.517285999999999</c:v>
                </c:pt>
                <c:pt idx="4670">
                  <c:v>30.540588</c:v>
                </c:pt>
                <c:pt idx="4671">
                  <c:v>30.561171000000002</c:v>
                </c:pt>
                <c:pt idx="4672">
                  <c:v>30.579917999999999</c:v>
                </c:pt>
                <c:pt idx="4673">
                  <c:v>30.599094000000001</c:v>
                </c:pt>
                <c:pt idx="4674">
                  <c:v>30.619364000000001</c:v>
                </c:pt>
                <c:pt idx="4675">
                  <c:v>30.640654000000001</c:v>
                </c:pt>
                <c:pt idx="4676">
                  <c:v>30.664165000000001</c:v>
                </c:pt>
                <c:pt idx="4677">
                  <c:v>30.68927</c:v>
                </c:pt>
                <c:pt idx="4678">
                  <c:v>30.713037</c:v>
                </c:pt>
                <c:pt idx="4679">
                  <c:v>30.735918000000002</c:v>
                </c:pt>
                <c:pt idx="4680">
                  <c:v>30.761265000000002</c:v>
                </c:pt>
                <c:pt idx="4681">
                  <c:v>30.791830000000001</c:v>
                </c:pt>
                <c:pt idx="4682">
                  <c:v>30.827293000000001</c:v>
                </c:pt>
                <c:pt idx="4683">
                  <c:v>30.868382</c:v>
                </c:pt>
                <c:pt idx="4684">
                  <c:v>30.923141000000001</c:v>
                </c:pt>
                <c:pt idx="4685">
                  <c:v>30.986128000000001</c:v>
                </c:pt>
                <c:pt idx="4686">
                  <c:v>31.047756</c:v>
                </c:pt>
                <c:pt idx="4687">
                  <c:v>31.105481999999999</c:v>
                </c:pt>
                <c:pt idx="4688">
                  <c:v>31.162967999999999</c:v>
                </c:pt>
                <c:pt idx="4689">
                  <c:v>31.215001999999998</c:v>
                </c:pt>
                <c:pt idx="4690">
                  <c:v>31.263527</c:v>
                </c:pt>
                <c:pt idx="4691">
                  <c:v>31.313866000000001</c:v>
                </c:pt>
                <c:pt idx="4692">
                  <c:v>31.365696</c:v>
                </c:pt>
                <c:pt idx="4693">
                  <c:v>31.4175</c:v>
                </c:pt>
                <c:pt idx="4694">
                  <c:v>31.470507000000001</c:v>
                </c:pt>
                <c:pt idx="4695">
                  <c:v>31.522653999999999</c:v>
                </c:pt>
                <c:pt idx="4696">
                  <c:v>31.574076000000002</c:v>
                </c:pt>
                <c:pt idx="4697">
                  <c:v>31.624634</c:v>
                </c:pt>
                <c:pt idx="4698">
                  <c:v>31.676731</c:v>
                </c:pt>
                <c:pt idx="4699">
                  <c:v>31.731680000000001</c:v>
                </c:pt>
                <c:pt idx="4700">
                  <c:v>31.787554</c:v>
                </c:pt>
                <c:pt idx="4701">
                  <c:v>31.842486999999998</c:v>
                </c:pt>
                <c:pt idx="4702">
                  <c:v>31.896412000000002</c:v>
                </c:pt>
                <c:pt idx="4703">
                  <c:v>31.951619999999998</c:v>
                </c:pt>
                <c:pt idx="4704">
                  <c:v>32.002327000000001</c:v>
                </c:pt>
                <c:pt idx="4705">
                  <c:v>32.046813999999998</c:v>
                </c:pt>
                <c:pt idx="4706">
                  <c:v>32.083626000000002</c:v>
                </c:pt>
                <c:pt idx="4707">
                  <c:v>32.111431000000003</c:v>
                </c:pt>
                <c:pt idx="4708">
                  <c:v>32.134475999999999</c:v>
                </c:pt>
                <c:pt idx="4709">
                  <c:v>32.153084</c:v>
                </c:pt>
                <c:pt idx="4710">
                  <c:v>32.170485999999997</c:v>
                </c:pt>
                <c:pt idx="4711">
                  <c:v>32.190327000000003</c:v>
                </c:pt>
                <c:pt idx="4712">
                  <c:v>32.211562999999998</c:v>
                </c:pt>
                <c:pt idx="4713">
                  <c:v>32.231341999999998</c:v>
                </c:pt>
                <c:pt idx="4714">
                  <c:v>32.249938999999998</c:v>
                </c:pt>
                <c:pt idx="4715">
                  <c:v>32.268580999999998</c:v>
                </c:pt>
                <c:pt idx="4716">
                  <c:v>32.287421999999999</c:v>
                </c:pt>
                <c:pt idx="4717">
                  <c:v>32.306530000000002</c:v>
                </c:pt>
                <c:pt idx="4718">
                  <c:v>32.326546</c:v>
                </c:pt>
                <c:pt idx="4719">
                  <c:v>32.345680000000002</c:v>
                </c:pt>
                <c:pt idx="4720">
                  <c:v>32.363892</c:v>
                </c:pt>
                <c:pt idx="4721">
                  <c:v>32.383659000000002</c:v>
                </c:pt>
                <c:pt idx="4722">
                  <c:v>32.404842000000002</c:v>
                </c:pt>
                <c:pt idx="4723">
                  <c:v>32.426093999999999</c:v>
                </c:pt>
                <c:pt idx="4724">
                  <c:v>32.446204999999999</c:v>
                </c:pt>
                <c:pt idx="4725">
                  <c:v>32.464725000000001</c:v>
                </c:pt>
                <c:pt idx="4726">
                  <c:v>32.483317999999997</c:v>
                </c:pt>
                <c:pt idx="4727">
                  <c:v>32.501896000000002</c:v>
                </c:pt>
                <c:pt idx="4728">
                  <c:v>32.519005</c:v>
                </c:pt>
                <c:pt idx="4729">
                  <c:v>32.535587</c:v>
                </c:pt>
                <c:pt idx="4730">
                  <c:v>32.55312</c:v>
                </c:pt>
                <c:pt idx="4731">
                  <c:v>32.573025000000001</c:v>
                </c:pt>
                <c:pt idx="4732">
                  <c:v>32.595706999999997</c:v>
                </c:pt>
                <c:pt idx="4733">
                  <c:v>32.615143000000003</c:v>
                </c:pt>
                <c:pt idx="4734">
                  <c:v>32.630446999999997</c:v>
                </c:pt>
                <c:pt idx="4735">
                  <c:v>32.646079999999998</c:v>
                </c:pt>
                <c:pt idx="4736">
                  <c:v>32.665573000000002</c:v>
                </c:pt>
                <c:pt idx="4737">
                  <c:v>32.686928000000002</c:v>
                </c:pt>
                <c:pt idx="4738">
                  <c:v>32.707157000000002</c:v>
                </c:pt>
                <c:pt idx="4739">
                  <c:v>32.726604000000002</c:v>
                </c:pt>
                <c:pt idx="4740">
                  <c:v>32.746288</c:v>
                </c:pt>
                <c:pt idx="4741">
                  <c:v>32.765872999999999</c:v>
                </c:pt>
                <c:pt idx="4742">
                  <c:v>32.784790000000001</c:v>
                </c:pt>
                <c:pt idx="4743">
                  <c:v>32.803673000000003</c:v>
                </c:pt>
                <c:pt idx="4744">
                  <c:v>32.823154000000002</c:v>
                </c:pt>
                <c:pt idx="4745">
                  <c:v>32.842426000000003</c:v>
                </c:pt>
                <c:pt idx="4746">
                  <c:v>32.860545999999999</c:v>
                </c:pt>
                <c:pt idx="4747">
                  <c:v>32.878433000000001</c:v>
                </c:pt>
                <c:pt idx="4748">
                  <c:v>32.897221000000002</c:v>
                </c:pt>
                <c:pt idx="4749">
                  <c:v>32.916378000000002</c:v>
                </c:pt>
                <c:pt idx="4750">
                  <c:v>32.936073</c:v>
                </c:pt>
                <c:pt idx="4751">
                  <c:v>32.957980999999997</c:v>
                </c:pt>
                <c:pt idx="4752">
                  <c:v>32.981709000000002</c:v>
                </c:pt>
                <c:pt idx="4753">
                  <c:v>33.007153000000002</c:v>
                </c:pt>
                <c:pt idx="4754">
                  <c:v>33.032660999999997</c:v>
                </c:pt>
                <c:pt idx="4755">
                  <c:v>33.057189999999999</c:v>
                </c:pt>
                <c:pt idx="4756">
                  <c:v>33.082572999999996</c:v>
                </c:pt>
                <c:pt idx="4757">
                  <c:v>33.110408999999997</c:v>
                </c:pt>
                <c:pt idx="4758">
                  <c:v>33.139408000000003</c:v>
                </c:pt>
                <c:pt idx="4759">
                  <c:v>33.166065000000003</c:v>
                </c:pt>
                <c:pt idx="4760">
                  <c:v>33.191608000000002</c:v>
                </c:pt>
                <c:pt idx="4761">
                  <c:v>33.220027999999999</c:v>
                </c:pt>
                <c:pt idx="4762">
                  <c:v>33.250984000000003</c:v>
                </c:pt>
                <c:pt idx="4763">
                  <c:v>33.282150000000001</c:v>
                </c:pt>
                <c:pt idx="4764">
                  <c:v>33.316775999999997</c:v>
                </c:pt>
                <c:pt idx="4765">
                  <c:v>33.359023999999998</c:v>
                </c:pt>
                <c:pt idx="4766">
                  <c:v>33.405861000000002</c:v>
                </c:pt>
                <c:pt idx="4767">
                  <c:v>33.450912000000002</c:v>
                </c:pt>
                <c:pt idx="4768">
                  <c:v>33.498607999999997</c:v>
                </c:pt>
                <c:pt idx="4769">
                  <c:v>33.554389999999998</c:v>
                </c:pt>
                <c:pt idx="4770">
                  <c:v>33.615189000000001</c:v>
                </c:pt>
                <c:pt idx="4771">
                  <c:v>33.674362000000002</c:v>
                </c:pt>
                <c:pt idx="4772">
                  <c:v>33.733016999999997</c:v>
                </c:pt>
                <c:pt idx="4773">
                  <c:v>33.793373000000003</c:v>
                </c:pt>
                <c:pt idx="4774">
                  <c:v>33.856048999999999</c:v>
                </c:pt>
                <c:pt idx="4775">
                  <c:v>33.912956000000001</c:v>
                </c:pt>
                <c:pt idx="4776">
                  <c:v>33.966366000000001</c:v>
                </c:pt>
                <c:pt idx="4777">
                  <c:v>34.020771000000003</c:v>
                </c:pt>
                <c:pt idx="4778">
                  <c:v>34.079399000000002</c:v>
                </c:pt>
                <c:pt idx="4779">
                  <c:v>34.138950000000001</c:v>
                </c:pt>
                <c:pt idx="4780">
                  <c:v>34.193806000000002</c:v>
                </c:pt>
                <c:pt idx="4781">
                  <c:v>34.240696</c:v>
                </c:pt>
                <c:pt idx="4782">
                  <c:v>34.284058000000002</c:v>
                </c:pt>
                <c:pt idx="4783">
                  <c:v>34.320785999999998</c:v>
                </c:pt>
                <c:pt idx="4784">
                  <c:v>34.347515000000001</c:v>
                </c:pt>
                <c:pt idx="4785">
                  <c:v>34.367770999999998</c:v>
                </c:pt>
                <c:pt idx="4786">
                  <c:v>34.382919000000001</c:v>
                </c:pt>
                <c:pt idx="4787">
                  <c:v>34.399887</c:v>
                </c:pt>
                <c:pt idx="4788">
                  <c:v>34.417957000000001</c:v>
                </c:pt>
                <c:pt idx="4789">
                  <c:v>34.435451999999998</c:v>
                </c:pt>
                <c:pt idx="4790">
                  <c:v>34.452015000000003</c:v>
                </c:pt>
                <c:pt idx="4791">
                  <c:v>34.468398999999998</c:v>
                </c:pt>
                <c:pt idx="4792">
                  <c:v>34.485657000000003</c:v>
                </c:pt>
                <c:pt idx="4793">
                  <c:v>34.503441000000002</c:v>
                </c:pt>
                <c:pt idx="4794">
                  <c:v>34.520218</c:v>
                </c:pt>
                <c:pt idx="4795">
                  <c:v>34.535454000000001</c:v>
                </c:pt>
                <c:pt idx="4796">
                  <c:v>34.549666999999999</c:v>
                </c:pt>
                <c:pt idx="4797">
                  <c:v>34.563374000000003</c:v>
                </c:pt>
                <c:pt idx="4798">
                  <c:v>34.576126000000002</c:v>
                </c:pt>
                <c:pt idx="4799">
                  <c:v>34.590279000000002</c:v>
                </c:pt>
                <c:pt idx="4800">
                  <c:v>34.605778000000001</c:v>
                </c:pt>
                <c:pt idx="4801">
                  <c:v>34.620139999999999</c:v>
                </c:pt>
                <c:pt idx="4802">
                  <c:v>34.633144000000001</c:v>
                </c:pt>
                <c:pt idx="4803">
                  <c:v>34.646155999999998</c:v>
                </c:pt>
                <c:pt idx="4804">
                  <c:v>34.659100000000002</c:v>
                </c:pt>
                <c:pt idx="4805">
                  <c:v>34.670509000000003</c:v>
                </c:pt>
                <c:pt idx="4806">
                  <c:v>34.680767000000003</c:v>
                </c:pt>
                <c:pt idx="4807">
                  <c:v>34.691367999999997</c:v>
                </c:pt>
                <c:pt idx="4808">
                  <c:v>34.702435000000001</c:v>
                </c:pt>
                <c:pt idx="4809">
                  <c:v>34.713093000000001</c:v>
                </c:pt>
                <c:pt idx="4810">
                  <c:v>34.721622000000004</c:v>
                </c:pt>
                <c:pt idx="4811">
                  <c:v>34.728850999999999</c:v>
                </c:pt>
                <c:pt idx="4812">
                  <c:v>34.737537000000003</c:v>
                </c:pt>
                <c:pt idx="4813">
                  <c:v>34.747185000000002</c:v>
                </c:pt>
                <c:pt idx="4814">
                  <c:v>34.755153999999997</c:v>
                </c:pt>
                <c:pt idx="4815">
                  <c:v>34.758750999999997</c:v>
                </c:pt>
                <c:pt idx="4816">
                  <c:v>34.758049</c:v>
                </c:pt>
                <c:pt idx="4817">
                  <c:v>34.756957999999997</c:v>
                </c:pt>
                <c:pt idx="4818">
                  <c:v>34.760219999999997</c:v>
                </c:pt>
                <c:pt idx="4819">
                  <c:v>34.768990000000002</c:v>
                </c:pt>
                <c:pt idx="4820">
                  <c:v>34.782111999999998</c:v>
                </c:pt>
                <c:pt idx="4821">
                  <c:v>34.798012</c:v>
                </c:pt>
                <c:pt idx="4822">
                  <c:v>34.811118999999998</c:v>
                </c:pt>
                <c:pt idx="4823">
                  <c:v>34.823078000000002</c:v>
                </c:pt>
                <c:pt idx="4824">
                  <c:v>34.835383999999998</c:v>
                </c:pt>
                <c:pt idx="4825">
                  <c:v>34.850971000000001</c:v>
                </c:pt>
                <c:pt idx="4826">
                  <c:v>34.86927</c:v>
                </c:pt>
                <c:pt idx="4827">
                  <c:v>34.888824</c:v>
                </c:pt>
                <c:pt idx="4828">
                  <c:v>34.908962000000002</c:v>
                </c:pt>
                <c:pt idx="4829">
                  <c:v>34.928780000000003</c:v>
                </c:pt>
                <c:pt idx="4830">
                  <c:v>34.948371999999999</c:v>
                </c:pt>
                <c:pt idx="4831">
                  <c:v>34.96978</c:v>
                </c:pt>
                <c:pt idx="4832">
                  <c:v>34.992744000000002</c:v>
                </c:pt>
                <c:pt idx="4833">
                  <c:v>35.017558999999999</c:v>
                </c:pt>
                <c:pt idx="4834">
                  <c:v>35.051071</c:v>
                </c:pt>
                <c:pt idx="4835">
                  <c:v>35.098278000000001</c:v>
                </c:pt>
                <c:pt idx="4836">
                  <c:v>35.155253999999999</c:v>
                </c:pt>
                <c:pt idx="4837">
                  <c:v>35.215687000000003</c:v>
                </c:pt>
                <c:pt idx="4838">
                  <c:v>35.273936999999997</c:v>
                </c:pt>
                <c:pt idx="4839">
                  <c:v>35.332431999999997</c:v>
                </c:pt>
                <c:pt idx="4840">
                  <c:v>35.386538999999999</c:v>
                </c:pt>
                <c:pt idx="4841">
                  <c:v>35.436199000000002</c:v>
                </c:pt>
                <c:pt idx="4842">
                  <c:v>35.481354000000003</c:v>
                </c:pt>
                <c:pt idx="4843">
                  <c:v>35.518169</c:v>
                </c:pt>
                <c:pt idx="4844">
                  <c:v>35.545592999999997</c:v>
                </c:pt>
                <c:pt idx="4845">
                  <c:v>35.571533000000002</c:v>
                </c:pt>
                <c:pt idx="4846">
                  <c:v>35.600990000000003</c:v>
                </c:pt>
                <c:pt idx="4847">
                  <c:v>35.636966999999999</c:v>
                </c:pt>
                <c:pt idx="4848">
                  <c:v>35.680819999999997</c:v>
                </c:pt>
                <c:pt idx="4849">
                  <c:v>35.730972000000001</c:v>
                </c:pt>
                <c:pt idx="4850">
                  <c:v>35.78096</c:v>
                </c:pt>
                <c:pt idx="4851">
                  <c:v>35.824593</c:v>
                </c:pt>
                <c:pt idx="4852">
                  <c:v>35.866188000000001</c:v>
                </c:pt>
                <c:pt idx="4853">
                  <c:v>35.916370000000001</c:v>
                </c:pt>
                <c:pt idx="4854">
                  <c:v>35.977943000000003</c:v>
                </c:pt>
                <c:pt idx="4855">
                  <c:v>36.044128000000001</c:v>
                </c:pt>
                <c:pt idx="4856">
                  <c:v>36.104979999999998</c:v>
                </c:pt>
                <c:pt idx="4857">
                  <c:v>36.160221</c:v>
                </c:pt>
                <c:pt idx="4858">
                  <c:v>36.208252000000002</c:v>
                </c:pt>
                <c:pt idx="4859">
                  <c:v>36.255218999999997</c:v>
                </c:pt>
                <c:pt idx="4860">
                  <c:v>36.302216000000001</c:v>
                </c:pt>
                <c:pt idx="4861">
                  <c:v>36.347729000000001</c:v>
                </c:pt>
                <c:pt idx="4862">
                  <c:v>36.392448000000002</c:v>
                </c:pt>
                <c:pt idx="4863">
                  <c:v>36.43882</c:v>
                </c:pt>
                <c:pt idx="4864">
                  <c:v>36.490333999999997</c:v>
                </c:pt>
                <c:pt idx="4865">
                  <c:v>36.551174000000003</c:v>
                </c:pt>
                <c:pt idx="4866">
                  <c:v>36.615929000000001</c:v>
                </c:pt>
                <c:pt idx="4867">
                  <c:v>36.673237</c:v>
                </c:pt>
                <c:pt idx="4868">
                  <c:v>36.724277000000001</c:v>
                </c:pt>
                <c:pt idx="4869">
                  <c:v>36.773499000000001</c:v>
                </c:pt>
                <c:pt idx="4870">
                  <c:v>36.826144999999997</c:v>
                </c:pt>
                <c:pt idx="4871">
                  <c:v>36.879879000000003</c:v>
                </c:pt>
                <c:pt idx="4872">
                  <c:v>36.932121000000002</c:v>
                </c:pt>
                <c:pt idx="4873">
                  <c:v>36.976700000000001</c:v>
                </c:pt>
                <c:pt idx="4874">
                  <c:v>37.011600000000001</c:v>
                </c:pt>
                <c:pt idx="4875">
                  <c:v>37.039551000000003</c:v>
                </c:pt>
                <c:pt idx="4876">
                  <c:v>37.069977000000002</c:v>
                </c:pt>
                <c:pt idx="4877">
                  <c:v>37.102184000000001</c:v>
                </c:pt>
                <c:pt idx="4878">
                  <c:v>37.130595999999997</c:v>
                </c:pt>
                <c:pt idx="4879">
                  <c:v>37.153641</c:v>
                </c:pt>
                <c:pt idx="4880">
                  <c:v>37.175617000000003</c:v>
                </c:pt>
                <c:pt idx="4881">
                  <c:v>37.199745</c:v>
                </c:pt>
                <c:pt idx="4882">
                  <c:v>37.226410000000001</c:v>
                </c:pt>
                <c:pt idx="4883">
                  <c:v>37.261856000000002</c:v>
                </c:pt>
                <c:pt idx="4884">
                  <c:v>37.302979000000001</c:v>
                </c:pt>
                <c:pt idx="4885">
                  <c:v>37.340546000000003</c:v>
                </c:pt>
                <c:pt idx="4886">
                  <c:v>37.370773</c:v>
                </c:pt>
                <c:pt idx="4887">
                  <c:v>37.393574000000001</c:v>
                </c:pt>
                <c:pt idx="4888">
                  <c:v>37.414206999999998</c:v>
                </c:pt>
                <c:pt idx="4889">
                  <c:v>37.436028</c:v>
                </c:pt>
                <c:pt idx="4890">
                  <c:v>37.458832000000001</c:v>
                </c:pt>
                <c:pt idx="4891">
                  <c:v>37.480159999999998</c:v>
                </c:pt>
                <c:pt idx="4892">
                  <c:v>37.500149</c:v>
                </c:pt>
                <c:pt idx="4893">
                  <c:v>37.520541999999999</c:v>
                </c:pt>
                <c:pt idx="4894">
                  <c:v>37.543022000000001</c:v>
                </c:pt>
                <c:pt idx="4895">
                  <c:v>37.569473000000002</c:v>
                </c:pt>
                <c:pt idx="4896">
                  <c:v>37.602530999999999</c:v>
                </c:pt>
                <c:pt idx="4897">
                  <c:v>37.638179999999998</c:v>
                </c:pt>
                <c:pt idx="4898">
                  <c:v>37.681216999999997</c:v>
                </c:pt>
                <c:pt idx="4899">
                  <c:v>37.730365999999997</c:v>
                </c:pt>
                <c:pt idx="4900">
                  <c:v>37.779423000000001</c:v>
                </c:pt>
                <c:pt idx="4901">
                  <c:v>37.826649000000003</c:v>
                </c:pt>
                <c:pt idx="4902">
                  <c:v>37.874564999999997</c:v>
                </c:pt>
                <c:pt idx="4903">
                  <c:v>37.920558999999997</c:v>
                </c:pt>
                <c:pt idx="4904">
                  <c:v>37.960414999999998</c:v>
                </c:pt>
                <c:pt idx="4905">
                  <c:v>37.99736</c:v>
                </c:pt>
                <c:pt idx="4906">
                  <c:v>38.033515999999999</c:v>
                </c:pt>
                <c:pt idx="4907">
                  <c:v>38.068660999999999</c:v>
                </c:pt>
                <c:pt idx="4908">
                  <c:v>38.098427000000001</c:v>
                </c:pt>
                <c:pt idx="4909">
                  <c:v>38.123123</c:v>
                </c:pt>
                <c:pt idx="4910">
                  <c:v>38.141888000000002</c:v>
                </c:pt>
                <c:pt idx="4911">
                  <c:v>38.155262</c:v>
                </c:pt>
                <c:pt idx="4912">
                  <c:v>38.163623999999999</c:v>
                </c:pt>
                <c:pt idx="4913">
                  <c:v>38.170105</c:v>
                </c:pt>
                <c:pt idx="4914">
                  <c:v>38.177802999999997</c:v>
                </c:pt>
                <c:pt idx="4915">
                  <c:v>38.187587999999998</c:v>
                </c:pt>
                <c:pt idx="4916">
                  <c:v>38.197090000000003</c:v>
                </c:pt>
                <c:pt idx="4917">
                  <c:v>38.204441000000003</c:v>
                </c:pt>
                <c:pt idx="4918">
                  <c:v>38.210673999999997</c:v>
                </c:pt>
                <c:pt idx="4919">
                  <c:v>38.217723999999997</c:v>
                </c:pt>
                <c:pt idx="4920">
                  <c:v>38.226284</c:v>
                </c:pt>
                <c:pt idx="4921">
                  <c:v>38.235751999999998</c:v>
                </c:pt>
                <c:pt idx="4922">
                  <c:v>38.245621</c:v>
                </c:pt>
                <c:pt idx="4923">
                  <c:v>38.257465000000003</c:v>
                </c:pt>
                <c:pt idx="4924">
                  <c:v>38.269188</c:v>
                </c:pt>
                <c:pt idx="4925">
                  <c:v>38.276401999999997</c:v>
                </c:pt>
                <c:pt idx="4926">
                  <c:v>38.281525000000002</c:v>
                </c:pt>
                <c:pt idx="4927">
                  <c:v>38.286068</c:v>
                </c:pt>
                <c:pt idx="4928">
                  <c:v>38.290146</c:v>
                </c:pt>
                <c:pt idx="4929">
                  <c:v>38.296962999999998</c:v>
                </c:pt>
                <c:pt idx="4930">
                  <c:v>38.307499</c:v>
                </c:pt>
                <c:pt idx="4931">
                  <c:v>38.320456999999998</c:v>
                </c:pt>
                <c:pt idx="4932">
                  <c:v>38.332709999999999</c:v>
                </c:pt>
                <c:pt idx="4933">
                  <c:v>38.342064000000001</c:v>
                </c:pt>
                <c:pt idx="4934">
                  <c:v>38.350098000000003</c:v>
                </c:pt>
                <c:pt idx="4935">
                  <c:v>38.358916999999998</c:v>
                </c:pt>
                <c:pt idx="4936">
                  <c:v>38.368682999999997</c:v>
                </c:pt>
                <c:pt idx="4937">
                  <c:v>38.378959999999999</c:v>
                </c:pt>
                <c:pt idx="4938">
                  <c:v>38.389603000000001</c:v>
                </c:pt>
                <c:pt idx="4939">
                  <c:v>38.401240999999999</c:v>
                </c:pt>
                <c:pt idx="4940">
                  <c:v>38.415332999999997</c:v>
                </c:pt>
                <c:pt idx="4941">
                  <c:v>38.432383999999999</c:v>
                </c:pt>
                <c:pt idx="4942">
                  <c:v>38.457211000000001</c:v>
                </c:pt>
                <c:pt idx="4943">
                  <c:v>38.486446000000001</c:v>
                </c:pt>
                <c:pt idx="4944">
                  <c:v>38.517310999999999</c:v>
                </c:pt>
                <c:pt idx="4945">
                  <c:v>38.546042999999997</c:v>
                </c:pt>
                <c:pt idx="4946">
                  <c:v>38.569927</c:v>
                </c:pt>
                <c:pt idx="4947">
                  <c:v>38.591137000000003</c:v>
                </c:pt>
                <c:pt idx="4948">
                  <c:v>38.612273999999999</c:v>
                </c:pt>
                <c:pt idx="4949">
                  <c:v>38.638798000000001</c:v>
                </c:pt>
                <c:pt idx="4950">
                  <c:v>38.675732000000004</c:v>
                </c:pt>
                <c:pt idx="4951">
                  <c:v>38.720790999999998</c:v>
                </c:pt>
                <c:pt idx="4952">
                  <c:v>38.769050999999997</c:v>
                </c:pt>
                <c:pt idx="4953">
                  <c:v>38.816780000000001</c:v>
                </c:pt>
                <c:pt idx="4954">
                  <c:v>38.857624000000001</c:v>
                </c:pt>
                <c:pt idx="4955">
                  <c:v>38.895901000000002</c:v>
                </c:pt>
                <c:pt idx="4956">
                  <c:v>38.935532000000002</c:v>
                </c:pt>
                <c:pt idx="4957">
                  <c:v>38.973965</c:v>
                </c:pt>
                <c:pt idx="4958">
                  <c:v>39.010821999999997</c:v>
                </c:pt>
                <c:pt idx="4959">
                  <c:v>39.039684000000001</c:v>
                </c:pt>
                <c:pt idx="4960">
                  <c:v>39.058067000000001</c:v>
                </c:pt>
                <c:pt idx="4961">
                  <c:v>39.066367999999997</c:v>
                </c:pt>
                <c:pt idx="4962">
                  <c:v>39.070495999999999</c:v>
                </c:pt>
                <c:pt idx="4963">
                  <c:v>39.077145000000002</c:v>
                </c:pt>
                <c:pt idx="4964">
                  <c:v>39.084285999999999</c:v>
                </c:pt>
                <c:pt idx="4965">
                  <c:v>39.091385000000002</c:v>
                </c:pt>
                <c:pt idx="4966">
                  <c:v>39.098511000000002</c:v>
                </c:pt>
                <c:pt idx="4967">
                  <c:v>39.106009999999998</c:v>
                </c:pt>
                <c:pt idx="4968">
                  <c:v>39.114117</c:v>
                </c:pt>
                <c:pt idx="4969">
                  <c:v>39.125973000000002</c:v>
                </c:pt>
                <c:pt idx="4970">
                  <c:v>39.141826999999999</c:v>
                </c:pt>
                <c:pt idx="4971">
                  <c:v>39.162018000000003</c:v>
                </c:pt>
                <c:pt idx="4972">
                  <c:v>39.189776999999999</c:v>
                </c:pt>
                <c:pt idx="4973">
                  <c:v>39.228583999999998</c:v>
                </c:pt>
                <c:pt idx="4974">
                  <c:v>39.276657</c:v>
                </c:pt>
                <c:pt idx="4975">
                  <c:v>39.324393999999998</c:v>
                </c:pt>
                <c:pt idx="4976">
                  <c:v>39.370601999999998</c:v>
                </c:pt>
                <c:pt idx="4977">
                  <c:v>39.413677</c:v>
                </c:pt>
                <c:pt idx="4978">
                  <c:v>39.453133000000001</c:v>
                </c:pt>
                <c:pt idx="4979">
                  <c:v>39.490726000000002</c:v>
                </c:pt>
                <c:pt idx="4980">
                  <c:v>39.526474</c:v>
                </c:pt>
                <c:pt idx="4981">
                  <c:v>39.558661999999998</c:v>
                </c:pt>
                <c:pt idx="4982">
                  <c:v>39.591884999999998</c:v>
                </c:pt>
                <c:pt idx="4983">
                  <c:v>39.631649000000003</c:v>
                </c:pt>
                <c:pt idx="4984">
                  <c:v>39.676383999999999</c:v>
                </c:pt>
                <c:pt idx="4985">
                  <c:v>39.722214000000001</c:v>
                </c:pt>
                <c:pt idx="4986">
                  <c:v>39.767197000000003</c:v>
                </c:pt>
                <c:pt idx="4987">
                  <c:v>39.812679000000003</c:v>
                </c:pt>
                <c:pt idx="4988">
                  <c:v>39.860123000000002</c:v>
                </c:pt>
                <c:pt idx="4989">
                  <c:v>39.905234999999998</c:v>
                </c:pt>
                <c:pt idx="4990">
                  <c:v>39.944049999999997</c:v>
                </c:pt>
                <c:pt idx="4991">
                  <c:v>39.978122999999997</c:v>
                </c:pt>
                <c:pt idx="4992">
                  <c:v>40.008597999999999</c:v>
                </c:pt>
                <c:pt idx="4993">
                  <c:v>40.031342000000002</c:v>
                </c:pt>
                <c:pt idx="4994">
                  <c:v>40.050533000000001</c:v>
                </c:pt>
                <c:pt idx="4995">
                  <c:v>40.063526000000003</c:v>
                </c:pt>
                <c:pt idx="4996">
                  <c:v>40.071010999999999</c:v>
                </c:pt>
                <c:pt idx="4997">
                  <c:v>40.074261</c:v>
                </c:pt>
                <c:pt idx="4998">
                  <c:v>40.076816999999998</c:v>
                </c:pt>
                <c:pt idx="4999">
                  <c:v>40.079810999999999</c:v>
                </c:pt>
                <c:pt idx="5000">
                  <c:v>40.082442999999998</c:v>
                </c:pt>
                <c:pt idx="5001">
                  <c:v>40.089100000000002</c:v>
                </c:pt>
                <c:pt idx="5002">
                  <c:v>40.099193999999997</c:v>
                </c:pt>
                <c:pt idx="5003">
                  <c:v>40.108738000000002</c:v>
                </c:pt>
                <c:pt idx="5004">
                  <c:v>40.117367000000002</c:v>
                </c:pt>
                <c:pt idx="5005">
                  <c:v>40.128005999999999</c:v>
                </c:pt>
                <c:pt idx="5006">
                  <c:v>40.139118000000003</c:v>
                </c:pt>
                <c:pt idx="5007">
                  <c:v>40.150539000000002</c:v>
                </c:pt>
                <c:pt idx="5008">
                  <c:v>40.161628999999998</c:v>
                </c:pt>
                <c:pt idx="5009">
                  <c:v>40.170692000000003</c:v>
                </c:pt>
                <c:pt idx="5010">
                  <c:v>40.179412999999997</c:v>
                </c:pt>
                <c:pt idx="5011">
                  <c:v>40.186782999999998</c:v>
                </c:pt>
                <c:pt idx="5012">
                  <c:v>40.191234999999999</c:v>
                </c:pt>
                <c:pt idx="5013">
                  <c:v>40.194614000000001</c:v>
                </c:pt>
                <c:pt idx="5014">
                  <c:v>40.200817000000001</c:v>
                </c:pt>
                <c:pt idx="5015">
                  <c:v>40.211739000000001</c:v>
                </c:pt>
                <c:pt idx="5016">
                  <c:v>40.224601999999997</c:v>
                </c:pt>
                <c:pt idx="5017">
                  <c:v>40.235779000000001</c:v>
                </c:pt>
                <c:pt idx="5018">
                  <c:v>40.246001999999997</c:v>
                </c:pt>
                <c:pt idx="5019">
                  <c:v>40.257317</c:v>
                </c:pt>
                <c:pt idx="5020">
                  <c:v>40.268967000000004</c:v>
                </c:pt>
                <c:pt idx="5021">
                  <c:v>40.281891000000002</c:v>
                </c:pt>
                <c:pt idx="5022">
                  <c:v>40.296515999999997</c:v>
                </c:pt>
                <c:pt idx="5023">
                  <c:v>40.311034999999997</c:v>
                </c:pt>
                <c:pt idx="5024">
                  <c:v>40.323867999999997</c:v>
                </c:pt>
                <c:pt idx="5025">
                  <c:v>40.333526999999997</c:v>
                </c:pt>
                <c:pt idx="5026">
                  <c:v>40.340096000000003</c:v>
                </c:pt>
                <c:pt idx="5027">
                  <c:v>40.344368000000003</c:v>
                </c:pt>
                <c:pt idx="5028">
                  <c:v>40.348331000000002</c:v>
                </c:pt>
                <c:pt idx="5029">
                  <c:v>40.352051000000003</c:v>
                </c:pt>
                <c:pt idx="5030">
                  <c:v>40.355815999999997</c:v>
                </c:pt>
                <c:pt idx="5031">
                  <c:v>40.359383000000001</c:v>
                </c:pt>
                <c:pt idx="5032">
                  <c:v>40.361710000000002</c:v>
                </c:pt>
                <c:pt idx="5033">
                  <c:v>40.363124999999997</c:v>
                </c:pt>
                <c:pt idx="5034">
                  <c:v>40.366126999999999</c:v>
                </c:pt>
                <c:pt idx="5035">
                  <c:v>40.371372000000001</c:v>
                </c:pt>
                <c:pt idx="5036">
                  <c:v>40.380291</c:v>
                </c:pt>
                <c:pt idx="5037">
                  <c:v>40.390239999999999</c:v>
                </c:pt>
                <c:pt idx="5038">
                  <c:v>40.395817000000001</c:v>
                </c:pt>
                <c:pt idx="5039">
                  <c:v>40.398102000000002</c:v>
                </c:pt>
                <c:pt idx="5040">
                  <c:v>40.399577999999998</c:v>
                </c:pt>
                <c:pt idx="5041">
                  <c:v>40.400120000000001</c:v>
                </c:pt>
                <c:pt idx="5042">
                  <c:v>40.400539000000002</c:v>
                </c:pt>
                <c:pt idx="5043">
                  <c:v>40.400421000000001</c:v>
                </c:pt>
                <c:pt idx="5044">
                  <c:v>40.397854000000002</c:v>
                </c:pt>
                <c:pt idx="5045">
                  <c:v>40.393337000000002</c:v>
                </c:pt>
                <c:pt idx="5046">
                  <c:v>40.385727000000003</c:v>
                </c:pt>
                <c:pt idx="5047">
                  <c:v>40.378467999999998</c:v>
                </c:pt>
                <c:pt idx="5048">
                  <c:v>40.372104999999998</c:v>
                </c:pt>
                <c:pt idx="5049">
                  <c:v>40.368133999999998</c:v>
                </c:pt>
                <c:pt idx="5050">
                  <c:v>40.365555000000001</c:v>
                </c:pt>
                <c:pt idx="5051">
                  <c:v>40.363773000000002</c:v>
                </c:pt>
                <c:pt idx="5052">
                  <c:v>40.363163</c:v>
                </c:pt>
                <c:pt idx="5053">
                  <c:v>40.361575999999999</c:v>
                </c:pt>
                <c:pt idx="5054">
                  <c:v>40.360045999999997</c:v>
                </c:pt>
                <c:pt idx="5055">
                  <c:v>40.357517000000001</c:v>
                </c:pt>
                <c:pt idx="5056">
                  <c:v>40.353572999999997</c:v>
                </c:pt>
                <c:pt idx="5057">
                  <c:v>40.348472999999998</c:v>
                </c:pt>
                <c:pt idx="5058">
                  <c:v>40.340423999999999</c:v>
                </c:pt>
                <c:pt idx="5059">
                  <c:v>40.331508999999997</c:v>
                </c:pt>
                <c:pt idx="5060">
                  <c:v>40.323284000000001</c:v>
                </c:pt>
                <c:pt idx="5061">
                  <c:v>40.316783999999998</c:v>
                </c:pt>
                <c:pt idx="5062">
                  <c:v>40.313426999999997</c:v>
                </c:pt>
                <c:pt idx="5063">
                  <c:v>40.310443999999997</c:v>
                </c:pt>
                <c:pt idx="5064">
                  <c:v>40.305759000000002</c:v>
                </c:pt>
                <c:pt idx="5065">
                  <c:v>40.298912000000001</c:v>
                </c:pt>
                <c:pt idx="5066">
                  <c:v>40.290267999999998</c:v>
                </c:pt>
                <c:pt idx="5067">
                  <c:v>40.283771999999999</c:v>
                </c:pt>
                <c:pt idx="5068">
                  <c:v>40.278522000000002</c:v>
                </c:pt>
                <c:pt idx="5069">
                  <c:v>40.273513999999999</c:v>
                </c:pt>
                <c:pt idx="5070">
                  <c:v>40.269210999999999</c:v>
                </c:pt>
                <c:pt idx="5071">
                  <c:v>40.265984000000003</c:v>
                </c:pt>
                <c:pt idx="5072">
                  <c:v>40.264800999999999</c:v>
                </c:pt>
                <c:pt idx="5073">
                  <c:v>40.262687999999997</c:v>
                </c:pt>
                <c:pt idx="5074">
                  <c:v>40.259270000000001</c:v>
                </c:pt>
                <c:pt idx="5075">
                  <c:v>40.253227000000003</c:v>
                </c:pt>
                <c:pt idx="5076">
                  <c:v>40.251362</c:v>
                </c:pt>
                <c:pt idx="5077">
                  <c:v>40.252204999999996</c:v>
                </c:pt>
                <c:pt idx="5078">
                  <c:v>40.258643999999997</c:v>
                </c:pt>
                <c:pt idx="5079">
                  <c:v>40.267631999999999</c:v>
                </c:pt>
                <c:pt idx="5080">
                  <c:v>40.272568</c:v>
                </c:pt>
                <c:pt idx="5081">
                  <c:v>40.276184000000001</c:v>
                </c:pt>
                <c:pt idx="5082">
                  <c:v>40.283638000000003</c:v>
                </c:pt>
                <c:pt idx="5083">
                  <c:v>40.293587000000002</c:v>
                </c:pt>
                <c:pt idx="5084">
                  <c:v>40.304516</c:v>
                </c:pt>
                <c:pt idx="5085">
                  <c:v>40.319758999999998</c:v>
                </c:pt>
                <c:pt idx="5086">
                  <c:v>40.345196000000001</c:v>
                </c:pt>
                <c:pt idx="5087">
                  <c:v>40.381107</c:v>
                </c:pt>
                <c:pt idx="5088">
                  <c:v>40.419227999999997</c:v>
                </c:pt>
                <c:pt idx="5089">
                  <c:v>40.457259999999998</c:v>
                </c:pt>
                <c:pt idx="5090">
                  <c:v>40.489868000000001</c:v>
                </c:pt>
                <c:pt idx="5091">
                  <c:v>40.523380000000003</c:v>
                </c:pt>
                <c:pt idx="5092">
                  <c:v>40.547527000000002</c:v>
                </c:pt>
                <c:pt idx="5093">
                  <c:v>40.563704999999999</c:v>
                </c:pt>
                <c:pt idx="5094">
                  <c:v>40.572417999999999</c:v>
                </c:pt>
                <c:pt idx="5095">
                  <c:v>40.577632999999999</c:v>
                </c:pt>
                <c:pt idx="5096">
                  <c:v>40.587581999999998</c:v>
                </c:pt>
                <c:pt idx="5097">
                  <c:v>40.605431000000003</c:v>
                </c:pt>
                <c:pt idx="5098">
                  <c:v>40.622753000000003</c:v>
                </c:pt>
                <c:pt idx="5099">
                  <c:v>40.638134000000001</c:v>
                </c:pt>
                <c:pt idx="5100">
                  <c:v>40.656235000000002</c:v>
                </c:pt>
                <c:pt idx="5101">
                  <c:v>40.679752000000001</c:v>
                </c:pt>
                <c:pt idx="5102">
                  <c:v>40.711238999999999</c:v>
                </c:pt>
                <c:pt idx="5103">
                  <c:v>40.750225</c:v>
                </c:pt>
                <c:pt idx="5104">
                  <c:v>40.793143999999998</c:v>
                </c:pt>
                <c:pt idx="5105">
                  <c:v>40.834640999999998</c:v>
                </c:pt>
                <c:pt idx="5106">
                  <c:v>40.875145000000003</c:v>
                </c:pt>
                <c:pt idx="5107">
                  <c:v>40.914658000000003</c:v>
                </c:pt>
                <c:pt idx="5108">
                  <c:v>40.948799000000001</c:v>
                </c:pt>
                <c:pt idx="5109">
                  <c:v>40.983147000000002</c:v>
                </c:pt>
                <c:pt idx="5110">
                  <c:v>41.014342999999997</c:v>
                </c:pt>
                <c:pt idx="5111">
                  <c:v>41.041530999999999</c:v>
                </c:pt>
                <c:pt idx="5112">
                  <c:v>41.065112999999997</c:v>
                </c:pt>
                <c:pt idx="5113">
                  <c:v>41.086475</c:v>
                </c:pt>
                <c:pt idx="5114">
                  <c:v>41.108066999999998</c:v>
                </c:pt>
                <c:pt idx="5115">
                  <c:v>41.132328000000001</c:v>
                </c:pt>
                <c:pt idx="5116">
                  <c:v>41.160603000000002</c:v>
                </c:pt>
                <c:pt idx="5117">
                  <c:v>41.189349999999997</c:v>
                </c:pt>
                <c:pt idx="5118">
                  <c:v>41.217579000000001</c:v>
                </c:pt>
                <c:pt idx="5119">
                  <c:v>41.241306000000002</c:v>
                </c:pt>
                <c:pt idx="5120">
                  <c:v>41.268562000000003</c:v>
                </c:pt>
                <c:pt idx="5121">
                  <c:v>41.302760999999997</c:v>
                </c:pt>
                <c:pt idx="5122">
                  <c:v>41.339821000000001</c:v>
                </c:pt>
                <c:pt idx="5123">
                  <c:v>41.378200999999997</c:v>
                </c:pt>
                <c:pt idx="5124">
                  <c:v>41.416843</c:v>
                </c:pt>
                <c:pt idx="5125">
                  <c:v>41.452266999999999</c:v>
                </c:pt>
                <c:pt idx="5126">
                  <c:v>41.486182999999997</c:v>
                </c:pt>
                <c:pt idx="5127">
                  <c:v>41.519562000000001</c:v>
                </c:pt>
                <c:pt idx="5128">
                  <c:v>41.551327000000001</c:v>
                </c:pt>
                <c:pt idx="5129">
                  <c:v>41.579265999999997</c:v>
                </c:pt>
                <c:pt idx="5130">
                  <c:v>41.604343</c:v>
                </c:pt>
                <c:pt idx="5131">
                  <c:v>41.627319</c:v>
                </c:pt>
                <c:pt idx="5132">
                  <c:v>41.649323000000003</c:v>
                </c:pt>
                <c:pt idx="5133">
                  <c:v>41.667889000000002</c:v>
                </c:pt>
                <c:pt idx="5134">
                  <c:v>41.682383999999999</c:v>
                </c:pt>
                <c:pt idx="5135">
                  <c:v>41.696460999999999</c:v>
                </c:pt>
                <c:pt idx="5136">
                  <c:v>41.707855000000002</c:v>
                </c:pt>
                <c:pt idx="5137">
                  <c:v>41.717083000000002</c:v>
                </c:pt>
                <c:pt idx="5138">
                  <c:v>41.729236999999998</c:v>
                </c:pt>
                <c:pt idx="5139">
                  <c:v>41.745159000000001</c:v>
                </c:pt>
                <c:pt idx="5140">
                  <c:v>41.762981000000003</c:v>
                </c:pt>
                <c:pt idx="5141">
                  <c:v>41.785313000000002</c:v>
                </c:pt>
                <c:pt idx="5142">
                  <c:v>41.821002999999997</c:v>
                </c:pt>
                <c:pt idx="5143">
                  <c:v>41.858162</c:v>
                </c:pt>
                <c:pt idx="5144">
                  <c:v>41.876427</c:v>
                </c:pt>
                <c:pt idx="5145">
                  <c:v>41.911037</c:v>
                </c:pt>
                <c:pt idx="5146">
                  <c:v>41.944183000000002</c:v>
                </c:pt>
                <c:pt idx="5147">
                  <c:v>41.979244000000001</c:v>
                </c:pt>
                <c:pt idx="5148">
                  <c:v>42.016987</c:v>
                </c:pt>
                <c:pt idx="5149">
                  <c:v>42.051322999999996</c:v>
                </c:pt>
                <c:pt idx="5150">
                  <c:v>42.080348999999998</c:v>
                </c:pt>
                <c:pt idx="5151">
                  <c:v>42.105601999999998</c:v>
                </c:pt>
                <c:pt idx="5152">
                  <c:v>42.129395000000002</c:v>
                </c:pt>
                <c:pt idx="5153">
                  <c:v>42.154854</c:v>
                </c:pt>
                <c:pt idx="5154">
                  <c:v>42.182819000000002</c:v>
                </c:pt>
                <c:pt idx="5155">
                  <c:v>42.208644999999997</c:v>
                </c:pt>
                <c:pt idx="5156">
                  <c:v>42.237212999999997</c:v>
                </c:pt>
                <c:pt idx="5157">
                  <c:v>42.268044000000003</c:v>
                </c:pt>
                <c:pt idx="5158">
                  <c:v>42.301738999999998</c:v>
                </c:pt>
                <c:pt idx="5159">
                  <c:v>42.335987000000003</c:v>
                </c:pt>
                <c:pt idx="5160">
                  <c:v>42.368113999999998</c:v>
                </c:pt>
                <c:pt idx="5161">
                  <c:v>42.401271999999999</c:v>
                </c:pt>
                <c:pt idx="5162">
                  <c:v>42.438133000000001</c:v>
                </c:pt>
                <c:pt idx="5163">
                  <c:v>42.474522</c:v>
                </c:pt>
                <c:pt idx="5164">
                  <c:v>42.508330999999998</c:v>
                </c:pt>
                <c:pt idx="5165">
                  <c:v>42.535983999999999</c:v>
                </c:pt>
                <c:pt idx="5166">
                  <c:v>42.553333000000002</c:v>
                </c:pt>
                <c:pt idx="5167">
                  <c:v>42.565632000000001</c:v>
                </c:pt>
                <c:pt idx="5168">
                  <c:v>42.576388999999999</c:v>
                </c:pt>
                <c:pt idx="5169">
                  <c:v>42.585773000000003</c:v>
                </c:pt>
                <c:pt idx="5170">
                  <c:v>42.595286999999999</c:v>
                </c:pt>
                <c:pt idx="5171">
                  <c:v>42.601460000000003</c:v>
                </c:pt>
                <c:pt idx="5172">
                  <c:v>42.604362000000002</c:v>
                </c:pt>
                <c:pt idx="5173">
                  <c:v>42.605494999999998</c:v>
                </c:pt>
                <c:pt idx="5174">
                  <c:v>42.607052000000003</c:v>
                </c:pt>
                <c:pt idx="5175">
                  <c:v>42.609653000000002</c:v>
                </c:pt>
                <c:pt idx="5176">
                  <c:v>42.613781000000003</c:v>
                </c:pt>
                <c:pt idx="5177">
                  <c:v>42.616188000000001</c:v>
                </c:pt>
                <c:pt idx="5178">
                  <c:v>42.618557000000003</c:v>
                </c:pt>
                <c:pt idx="5179">
                  <c:v>42.624588000000003</c:v>
                </c:pt>
                <c:pt idx="5180">
                  <c:v>42.635471000000003</c:v>
                </c:pt>
                <c:pt idx="5181">
                  <c:v>42.647967999999999</c:v>
                </c:pt>
                <c:pt idx="5182">
                  <c:v>42.659851000000003</c:v>
                </c:pt>
                <c:pt idx="5183">
                  <c:v>42.672527000000002</c:v>
                </c:pt>
                <c:pt idx="5184">
                  <c:v>42.688831</c:v>
                </c:pt>
                <c:pt idx="5185">
                  <c:v>42.709556999999997</c:v>
                </c:pt>
                <c:pt idx="5186">
                  <c:v>42.730888</c:v>
                </c:pt>
                <c:pt idx="5187">
                  <c:v>42.752265999999999</c:v>
                </c:pt>
                <c:pt idx="5188">
                  <c:v>42.772830999999996</c:v>
                </c:pt>
                <c:pt idx="5189">
                  <c:v>42.790149999999997</c:v>
                </c:pt>
                <c:pt idx="5190">
                  <c:v>42.802807000000001</c:v>
                </c:pt>
                <c:pt idx="5191">
                  <c:v>42.810623</c:v>
                </c:pt>
                <c:pt idx="5192">
                  <c:v>42.812823999999999</c:v>
                </c:pt>
                <c:pt idx="5193">
                  <c:v>42.809432999999999</c:v>
                </c:pt>
                <c:pt idx="5194">
                  <c:v>42.805987999999999</c:v>
                </c:pt>
                <c:pt idx="5195">
                  <c:v>42.805458000000002</c:v>
                </c:pt>
                <c:pt idx="5196">
                  <c:v>42.808017999999997</c:v>
                </c:pt>
                <c:pt idx="5197">
                  <c:v>42.811492999999999</c:v>
                </c:pt>
                <c:pt idx="5198">
                  <c:v>42.811118999999998</c:v>
                </c:pt>
                <c:pt idx="5199">
                  <c:v>42.805218000000004</c:v>
                </c:pt>
                <c:pt idx="5200">
                  <c:v>42.796146</c:v>
                </c:pt>
                <c:pt idx="5201">
                  <c:v>42.787449000000002</c:v>
                </c:pt>
                <c:pt idx="5202">
                  <c:v>42.780048000000001</c:v>
                </c:pt>
                <c:pt idx="5203">
                  <c:v>42.772095</c:v>
                </c:pt>
                <c:pt idx="5204">
                  <c:v>42.762455000000003</c:v>
                </c:pt>
                <c:pt idx="5205">
                  <c:v>42.750031</c:v>
                </c:pt>
                <c:pt idx="5206">
                  <c:v>42.736057000000002</c:v>
                </c:pt>
                <c:pt idx="5207">
                  <c:v>42.722298000000002</c:v>
                </c:pt>
                <c:pt idx="5208">
                  <c:v>42.706637999999998</c:v>
                </c:pt>
                <c:pt idx="5209">
                  <c:v>42.689720000000001</c:v>
                </c:pt>
                <c:pt idx="5210">
                  <c:v>42.672440000000002</c:v>
                </c:pt>
                <c:pt idx="5211">
                  <c:v>42.653545000000001</c:v>
                </c:pt>
                <c:pt idx="5212">
                  <c:v>42.643344999999997</c:v>
                </c:pt>
                <c:pt idx="5213">
                  <c:v>42.635528999999998</c:v>
                </c:pt>
                <c:pt idx="5214">
                  <c:v>42.625945999999999</c:v>
                </c:pt>
                <c:pt idx="5215">
                  <c:v>42.613101999999998</c:v>
                </c:pt>
                <c:pt idx="5216">
                  <c:v>42.599589999999999</c:v>
                </c:pt>
                <c:pt idx="5217">
                  <c:v>42.585296999999997</c:v>
                </c:pt>
                <c:pt idx="5218">
                  <c:v>42.563518999999999</c:v>
                </c:pt>
                <c:pt idx="5219">
                  <c:v>42.533554000000002</c:v>
                </c:pt>
                <c:pt idx="5220">
                  <c:v>42.503627999999999</c:v>
                </c:pt>
                <c:pt idx="5221">
                  <c:v>42.477218999999998</c:v>
                </c:pt>
                <c:pt idx="5222">
                  <c:v>42.453026000000001</c:v>
                </c:pt>
                <c:pt idx="5223">
                  <c:v>42.428134999999997</c:v>
                </c:pt>
                <c:pt idx="5224">
                  <c:v>42.399464000000002</c:v>
                </c:pt>
                <c:pt idx="5225">
                  <c:v>42.368487999999999</c:v>
                </c:pt>
                <c:pt idx="5226">
                  <c:v>42.33567</c:v>
                </c:pt>
                <c:pt idx="5227">
                  <c:v>42.303581000000001</c:v>
                </c:pt>
                <c:pt idx="5228">
                  <c:v>42.272995000000002</c:v>
                </c:pt>
                <c:pt idx="5229">
                  <c:v>42.240307000000001</c:v>
                </c:pt>
                <c:pt idx="5230">
                  <c:v>42.204051999999997</c:v>
                </c:pt>
                <c:pt idx="5231">
                  <c:v>42.168101999999998</c:v>
                </c:pt>
                <c:pt idx="5232">
                  <c:v>42.132953999999998</c:v>
                </c:pt>
                <c:pt idx="5233">
                  <c:v>42.094341</c:v>
                </c:pt>
                <c:pt idx="5234">
                  <c:v>42.058124999999997</c:v>
                </c:pt>
                <c:pt idx="5235">
                  <c:v>42.028556999999999</c:v>
                </c:pt>
                <c:pt idx="5236">
                  <c:v>41.995995000000001</c:v>
                </c:pt>
                <c:pt idx="5237">
                  <c:v>41.959220999999999</c:v>
                </c:pt>
                <c:pt idx="5238">
                  <c:v>41.921787000000002</c:v>
                </c:pt>
                <c:pt idx="5239">
                  <c:v>41.884289000000003</c:v>
                </c:pt>
                <c:pt idx="5240">
                  <c:v>41.851460000000003</c:v>
                </c:pt>
                <c:pt idx="5241">
                  <c:v>41.825839999999999</c:v>
                </c:pt>
                <c:pt idx="5242">
                  <c:v>41.808914000000001</c:v>
                </c:pt>
                <c:pt idx="5243">
                  <c:v>41.794716000000001</c:v>
                </c:pt>
                <c:pt idx="5244">
                  <c:v>41.780211999999999</c:v>
                </c:pt>
                <c:pt idx="5245">
                  <c:v>41.763846999999998</c:v>
                </c:pt>
                <c:pt idx="5246">
                  <c:v>41.747596999999999</c:v>
                </c:pt>
                <c:pt idx="5247">
                  <c:v>41.733299000000002</c:v>
                </c:pt>
                <c:pt idx="5248">
                  <c:v>41.722569</c:v>
                </c:pt>
                <c:pt idx="5249">
                  <c:v>41.712916999999997</c:v>
                </c:pt>
                <c:pt idx="5250">
                  <c:v>41.701926999999998</c:v>
                </c:pt>
                <c:pt idx="5251">
                  <c:v>41.686934999999998</c:v>
                </c:pt>
                <c:pt idx="5252">
                  <c:v>41.671028</c:v>
                </c:pt>
                <c:pt idx="5253">
                  <c:v>41.655014000000001</c:v>
                </c:pt>
                <c:pt idx="5254">
                  <c:v>41.640362000000003</c:v>
                </c:pt>
                <c:pt idx="5255">
                  <c:v>41.627495000000003</c:v>
                </c:pt>
                <c:pt idx="5256">
                  <c:v>41.616290999999997</c:v>
                </c:pt>
                <c:pt idx="5257">
                  <c:v>41.607208</c:v>
                </c:pt>
                <c:pt idx="5258">
                  <c:v>41.597641000000003</c:v>
                </c:pt>
                <c:pt idx="5259">
                  <c:v>41.586002000000001</c:v>
                </c:pt>
                <c:pt idx="5260">
                  <c:v>41.573402000000002</c:v>
                </c:pt>
                <c:pt idx="5261">
                  <c:v>41.561531000000002</c:v>
                </c:pt>
                <c:pt idx="5262">
                  <c:v>41.551246999999996</c:v>
                </c:pt>
                <c:pt idx="5263">
                  <c:v>41.540824999999998</c:v>
                </c:pt>
                <c:pt idx="5264">
                  <c:v>41.530971999999998</c:v>
                </c:pt>
                <c:pt idx="5265">
                  <c:v>41.521895999999998</c:v>
                </c:pt>
                <c:pt idx="5266">
                  <c:v>41.514687000000002</c:v>
                </c:pt>
                <c:pt idx="5267">
                  <c:v>41.508738999999998</c:v>
                </c:pt>
                <c:pt idx="5268">
                  <c:v>41.504829000000001</c:v>
                </c:pt>
                <c:pt idx="5269">
                  <c:v>41.501137</c:v>
                </c:pt>
                <c:pt idx="5270">
                  <c:v>41.495556000000001</c:v>
                </c:pt>
                <c:pt idx="5271">
                  <c:v>41.488998000000002</c:v>
                </c:pt>
                <c:pt idx="5272">
                  <c:v>41.482532999999997</c:v>
                </c:pt>
                <c:pt idx="5273">
                  <c:v>41.476027999999999</c:v>
                </c:pt>
                <c:pt idx="5274">
                  <c:v>41.468933</c:v>
                </c:pt>
                <c:pt idx="5275">
                  <c:v>41.459556999999997</c:v>
                </c:pt>
                <c:pt idx="5276">
                  <c:v>41.448138999999998</c:v>
                </c:pt>
                <c:pt idx="5277">
                  <c:v>41.435375000000001</c:v>
                </c:pt>
                <c:pt idx="5278">
                  <c:v>41.4221</c:v>
                </c:pt>
                <c:pt idx="5279">
                  <c:v>41.403998999999999</c:v>
                </c:pt>
                <c:pt idx="5280">
                  <c:v>41.379162000000001</c:v>
                </c:pt>
                <c:pt idx="5281">
                  <c:v>41.348334999999999</c:v>
                </c:pt>
                <c:pt idx="5282">
                  <c:v>41.309570000000001</c:v>
                </c:pt>
                <c:pt idx="5283">
                  <c:v>41.264854</c:v>
                </c:pt>
                <c:pt idx="5284">
                  <c:v>41.220469999999999</c:v>
                </c:pt>
                <c:pt idx="5285">
                  <c:v>41.175415000000001</c:v>
                </c:pt>
                <c:pt idx="5286">
                  <c:v>41.125808999999997</c:v>
                </c:pt>
                <c:pt idx="5287">
                  <c:v>41.077449999999999</c:v>
                </c:pt>
                <c:pt idx="5288">
                  <c:v>41.035792999999998</c:v>
                </c:pt>
                <c:pt idx="5289">
                  <c:v>40.994124999999997</c:v>
                </c:pt>
                <c:pt idx="5290">
                  <c:v>40.949268000000004</c:v>
                </c:pt>
                <c:pt idx="5291">
                  <c:v>40.905121000000001</c:v>
                </c:pt>
                <c:pt idx="5292">
                  <c:v>40.862976000000003</c:v>
                </c:pt>
                <c:pt idx="5293">
                  <c:v>40.822127999999999</c:v>
                </c:pt>
                <c:pt idx="5294">
                  <c:v>40.781288000000004</c:v>
                </c:pt>
                <c:pt idx="5295">
                  <c:v>40.741066000000004</c:v>
                </c:pt>
                <c:pt idx="5296">
                  <c:v>40.701152999999998</c:v>
                </c:pt>
                <c:pt idx="5297">
                  <c:v>40.661354000000003</c:v>
                </c:pt>
                <c:pt idx="5298">
                  <c:v>40.623798000000001</c:v>
                </c:pt>
                <c:pt idx="5299">
                  <c:v>40.587257000000001</c:v>
                </c:pt>
                <c:pt idx="5300">
                  <c:v>40.549548999999999</c:v>
                </c:pt>
                <c:pt idx="5301">
                  <c:v>40.510651000000003</c:v>
                </c:pt>
                <c:pt idx="5302">
                  <c:v>40.477905</c:v>
                </c:pt>
                <c:pt idx="5303">
                  <c:v>40.455685000000003</c:v>
                </c:pt>
                <c:pt idx="5304">
                  <c:v>40.441344999999998</c:v>
                </c:pt>
                <c:pt idx="5305">
                  <c:v>40.433075000000002</c:v>
                </c:pt>
                <c:pt idx="5306">
                  <c:v>40.431483999999998</c:v>
                </c:pt>
                <c:pt idx="5307">
                  <c:v>40.435352000000002</c:v>
                </c:pt>
                <c:pt idx="5308">
                  <c:v>40.439948999999999</c:v>
                </c:pt>
                <c:pt idx="5309">
                  <c:v>40.448067000000002</c:v>
                </c:pt>
                <c:pt idx="5310">
                  <c:v>40.458480999999999</c:v>
                </c:pt>
                <c:pt idx="5311">
                  <c:v>40.468971000000003</c:v>
                </c:pt>
                <c:pt idx="5312">
                  <c:v>40.478146000000002</c:v>
                </c:pt>
                <c:pt idx="5313">
                  <c:v>40.482990000000001</c:v>
                </c:pt>
                <c:pt idx="5314">
                  <c:v>40.481471999999997</c:v>
                </c:pt>
                <c:pt idx="5315">
                  <c:v>40.476405999999997</c:v>
                </c:pt>
                <c:pt idx="5316">
                  <c:v>40.471729000000003</c:v>
                </c:pt>
                <c:pt idx="5317">
                  <c:v>40.469028000000002</c:v>
                </c:pt>
                <c:pt idx="5318">
                  <c:v>40.463572999999997</c:v>
                </c:pt>
                <c:pt idx="5319">
                  <c:v>40.451920000000001</c:v>
                </c:pt>
                <c:pt idx="5320">
                  <c:v>40.435234000000001</c:v>
                </c:pt>
                <c:pt idx="5321">
                  <c:v>40.424500000000002</c:v>
                </c:pt>
                <c:pt idx="5322">
                  <c:v>40.417976000000003</c:v>
                </c:pt>
                <c:pt idx="5323">
                  <c:v>40.413024999999998</c:v>
                </c:pt>
                <c:pt idx="5324">
                  <c:v>40.40889</c:v>
                </c:pt>
                <c:pt idx="5325">
                  <c:v>40.407119999999999</c:v>
                </c:pt>
                <c:pt idx="5326">
                  <c:v>40.407063000000001</c:v>
                </c:pt>
                <c:pt idx="5327">
                  <c:v>40.408115000000002</c:v>
                </c:pt>
                <c:pt idx="5328">
                  <c:v>40.410224999999997</c:v>
                </c:pt>
                <c:pt idx="5329">
                  <c:v>40.411320000000003</c:v>
                </c:pt>
                <c:pt idx="5330">
                  <c:v>40.411181999999997</c:v>
                </c:pt>
                <c:pt idx="5331">
                  <c:v>40.413612000000001</c:v>
                </c:pt>
                <c:pt idx="5332">
                  <c:v>40.417769999999997</c:v>
                </c:pt>
                <c:pt idx="5333">
                  <c:v>40.420699999999997</c:v>
                </c:pt>
                <c:pt idx="5334">
                  <c:v>40.420315000000002</c:v>
                </c:pt>
                <c:pt idx="5335">
                  <c:v>40.415806000000003</c:v>
                </c:pt>
                <c:pt idx="5336">
                  <c:v>40.408047000000003</c:v>
                </c:pt>
                <c:pt idx="5337">
                  <c:v>40.397167000000003</c:v>
                </c:pt>
                <c:pt idx="5338">
                  <c:v>40.384438000000003</c:v>
                </c:pt>
                <c:pt idx="5339">
                  <c:v>40.373351999999997</c:v>
                </c:pt>
                <c:pt idx="5340">
                  <c:v>40.362147999999998</c:v>
                </c:pt>
                <c:pt idx="5341">
                  <c:v>40.349196999999997</c:v>
                </c:pt>
                <c:pt idx="5342">
                  <c:v>40.334347000000001</c:v>
                </c:pt>
                <c:pt idx="5343">
                  <c:v>40.319572000000001</c:v>
                </c:pt>
                <c:pt idx="5344">
                  <c:v>40.306564000000002</c:v>
                </c:pt>
                <c:pt idx="5345">
                  <c:v>40.294170000000001</c:v>
                </c:pt>
                <c:pt idx="5346">
                  <c:v>40.281570000000002</c:v>
                </c:pt>
                <c:pt idx="5347">
                  <c:v>40.269218000000002</c:v>
                </c:pt>
                <c:pt idx="5348">
                  <c:v>40.257103000000001</c:v>
                </c:pt>
                <c:pt idx="5349">
                  <c:v>40.243960999999999</c:v>
                </c:pt>
                <c:pt idx="5350">
                  <c:v>40.231709000000002</c:v>
                </c:pt>
                <c:pt idx="5351">
                  <c:v>40.220523999999997</c:v>
                </c:pt>
                <c:pt idx="5352">
                  <c:v>40.206982000000004</c:v>
                </c:pt>
                <c:pt idx="5353">
                  <c:v>40.189816</c:v>
                </c:pt>
                <c:pt idx="5354">
                  <c:v>40.170692000000003</c:v>
                </c:pt>
                <c:pt idx="5355">
                  <c:v>40.149818000000003</c:v>
                </c:pt>
                <c:pt idx="5356">
                  <c:v>40.129074000000003</c:v>
                </c:pt>
                <c:pt idx="5357">
                  <c:v>40.111865999999999</c:v>
                </c:pt>
                <c:pt idx="5358">
                  <c:v>40.099559999999997</c:v>
                </c:pt>
                <c:pt idx="5359">
                  <c:v>40.088782999999999</c:v>
                </c:pt>
                <c:pt idx="5360">
                  <c:v>40.075538999999999</c:v>
                </c:pt>
                <c:pt idx="5361">
                  <c:v>40.056980000000003</c:v>
                </c:pt>
                <c:pt idx="5362">
                  <c:v>40.033355999999998</c:v>
                </c:pt>
                <c:pt idx="5363">
                  <c:v>40.007404000000001</c:v>
                </c:pt>
                <c:pt idx="5364">
                  <c:v>39.980941999999999</c:v>
                </c:pt>
                <c:pt idx="5365">
                  <c:v>39.954200999999998</c:v>
                </c:pt>
                <c:pt idx="5366">
                  <c:v>39.924323999999999</c:v>
                </c:pt>
                <c:pt idx="5367">
                  <c:v>39.889893000000001</c:v>
                </c:pt>
                <c:pt idx="5368">
                  <c:v>39.856628000000001</c:v>
                </c:pt>
                <c:pt idx="5369">
                  <c:v>39.827843000000001</c:v>
                </c:pt>
                <c:pt idx="5370">
                  <c:v>39.799664</c:v>
                </c:pt>
                <c:pt idx="5371">
                  <c:v>39.765265999999997</c:v>
                </c:pt>
                <c:pt idx="5372">
                  <c:v>39.727207</c:v>
                </c:pt>
                <c:pt idx="5373">
                  <c:v>39.691509000000003</c:v>
                </c:pt>
                <c:pt idx="5374">
                  <c:v>39.663592999999999</c:v>
                </c:pt>
                <c:pt idx="5375">
                  <c:v>39.637416999999999</c:v>
                </c:pt>
                <c:pt idx="5376">
                  <c:v>39.608046999999999</c:v>
                </c:pt>
                <c:pt idx="5377">
                  <c:v>39.576549999999997</c:v>
                </c:pt>
                <c:pt idx="5378">
                  <c:v>39.547421</c:v>
                </c:pt>
                <c:pt idx="5379">
                  <c:v>39.530022000000002</c:v>
                </c:pt>
                <c:pt idx="5380">
                  <c:v>39.526142</c:v>
                </c:pt>
                <c:pt idx="5381">
                  <c:v>39.530132000000002</c:v>
                </c:pt>
                <c:pt idx="5382">
                  <c:v>39.54092</c:v>
                </c:pt>
                <c:pt idx="5383">
                  <c:v>39.559128000000001</c:v>
                </c:pt>
                <c:pt idx="5384">
                  <c:v>39.588711000000004</c:v>
                </c:pt>
                <c:pt idx="5385">
                  <c:v>39.622275999999999</c:v>
                </c:pt>
                <c:pt idx="5386">
                  <c:v>39.654910999999998</c:v>
                </c:pt>
                <c:pt idx="5387">
                  <c:v>39.685901999999999</c:v>
                </c:pt>
                <c:pt idx="5388">
                  <c:v>39.718189000000002</c:v>
                </c:pt>
                <c:pt idx="5389">
                  <c:v>39.749588000000003</c:v>
                </c:pt>
                <c:pt idx="5390">
                  <c:v>39.780234999999998</c:v>
                </c:pt>
                <c:pt idx="5391">
                  <c:v>39.810004999999997</c:v>
                </c:pt>
                <c:pt idx="5392">
                  <c:v>39.833458</c:v>
                </c:pt>
                <c:pt idx="5393">
                  <c:v>39.853287000000002</c:v>
                </c:pt>
                <c:pt idx="5394">
                  <c:v>39.868603</c:v>
                </c:pt>
                <c:pt idx="5395">
                  <c:v>39.881602999999998</c:v>
                </c:pt>
                <c:pt idx="5396">
                  <c:v>39.898345999999997</c:v>
                </c:pt>
                <c:pt idx="5397">
                  <c:v>39.915272000000002</c:v>
                </c:pt>
                <c:pt idx="5398">
                  <c:v>39.925899999999999</c:v>
                </c:pt>
                <c:pt idx="5399">
                  <c:v>39.931567999999999</c:v>
                </c:pt>
                <c:pt idx="5400">
                  <c:v>39.935104000000003</c:v>
                </c:pt>
                <c:pt idx="5401">
                  <c:v>39.939048999999997</c:v>
                </c:pt>
                <c:pt idx="5402">
                  <c:v>39.944156999999997</c:v>
                </c:pt>
                <c:pt idx="5403">
                  <c:v>39.950561999999998</c:v>
                </c:pt>
                <c:pt idx="5404">
                  <c:v>39.956650000000003</c:v>
                </c:pt>
                <c:pt idx="5405">
                  <c:v>39.961277000000003</c:v>
                </c:pt>
                <c:pt idx="5406">
                  <c:v>39.965800999999999</c:v>
                </c:pt>
                <c:pt idx="5407">
                  <c:v>39.971615</c:v>
                </c:pt>
                <c:pt idx="5408">
                  <c:v>39.979919000000002</c:v>
                </c:pt>
                <c:pt idx="5409">
                  <c:v>39.989970999999997</c:v>
                </c:pt>
                <c:pt idx="5410">
                  <c:v>39.997622999999997</c:v>
                </c:pt>
                <c:pt idx="5411">
                  <c:v>40.004505000000002</c:v>
                </c:pt>
                <c:pt idx="5412">
                  <c:v>40.014614000000002</c:v>
                </c:pt>
                <c:pt idx="5413">
                  <c:v>40.029159999999997</c:v>
                </c:pt>
                <c:pt idx="5414">
                  <c:v>40.049213000000002</c:v>
                </c:pt>
                <c:pt idx="5415">
                  <c:v>40.069015999999998</c:v>
                </c:pt>
                <c:pt idx="5416">
                  <c:v>40.083382</c:v>
                </c:pt>
                <c:pt idx="5417">
                  <c:v>40.091594999999998</c:v>
                </c:pt>
                <c:pt idx="5418">
                  <c:v>40.097977</c:v>
                </c:pt>
                <c:pt idx="5419">
                  <c:v>40.105148</c:v>
                </c:pt>
                <c:pt idx="5420">
                  <c:v>40.112941999999997</c:v>
                </c:pt>
                <c:pt idx="5421">
                  <c:v>40.119827000000001</c:v>
                </c:pt>
                <c:pt idx="5422">
                  <c:v>40.123280000000001</c:v>
                </c:pt>
                <c:pt idx="5423">
                  <c:v>40.123038999999999</c:v>
                </c:pt>
                <c:pt idx="5424">
                  <c:v>40.118735999999998</c:v>
                </c:pt>
                <c:pt idx="5425">
                  <c:v>40.112946000000001</c:v>
                </c:pt>
                <c:pt idx="5426">
                  <c:v>40.107554999999998</c:v>
                </c:pt>
                <c:pt idx="5427">
                  <c:v>40.103026999999997</c:v>
                </c:pt>
                <c:pt idx="5428">
                  <c:v>40.097977</c:v>
                </c:pt>
                <c:pt idx="5429">
                  <c:v>40.090423999999999</c:v>
                </c:pt>
                <c:pt idx="5430">
                  <c:v>40.079720000000002</c:v>
                </c:pt>
                <c:pt idx="5431">
                  <c:v>40.068939</c:v>
                </c:pt>
                <c:pt idx="5432">
                  <c:v>40.052031999999997</c:v>
                </c:pt>
                <c:pt idx="5433">
                  <c:v>40.024002000000003</c:v>
                </c:pt>
                <c:pt idx="5434">
                  <c:v>39.991005000000001</c:v>
                </c:pt>
                <c:pt idx="5435">
                  <c:v>39.955325999999999</c:v>
                </c:pt>
                <c:pt idx="5436">
                  <c:v>39.918292999999998</c:v>
                </c:pt>
                <c:pt idx="5437">
                  <c:v>39.879013</c:v>
                </c:pt>
                <c:pt idx="5438">
                  <c:v>39.838886000000002</c:v>
                </c:pt>
                <c:pt idx="5439">
                  <c:v>39.803055000000001</c:v>
                </c:pt>
                <c:pt idx="5440">
                  <c:v>39.774566999999998</c:v>
                </c:pt>
                <c:pt idx="5441">
                  <c:v>39.757644999999997</c:v>
                </c:pt>
                <c:pt idx="5442">
                  <c:v>39.745913999999999</c:v>
                </c:pt>
                <c:pt idx="5443">
                  <c:v>39.733662000000002</c:v>
                </c:pt>
                <c:pt idx="5444">
                  <c:v>39.718800000000002</c:v>
                </c:pt>
                <c:pt idx="5445">
                  <c:v>39.699630999999997</c:v>
                </c:pt>
                <c:pt idx="5446">
                  <c:v>39.677016999999999</c:v>
                </c:pt>
                <c:pt idx="5447">
                  <c:v>39.651694999999997</c:v>
                </c:pt>
                <c:pt idx="5448">
                  <c:v>39.624240999999998</c:v>
                </c:pt>
                <c:pt idx="5449">
                  <c:v>39.597740000000002</c:v>
                </c:pt>
                <c:pt idx="5450">
                  <c:v>39.573180999999998</c:v>
                </c:pt>
                <c:pt idx="5451">
                  <c:v>39.546463000000003</c:v>
                </c:pt>
                <c:pt idx="5452">
                  <c:v>39.512870999999997</c:v>
                </c:pt>
                <c:pt idx="5453">
                  <c:v>39.476452000000002</c:v>
                </c:pt>
                <c:pt idx="5454">
                  <c:v>39.439239999999998</c:v>
                </c:pt>
                <c:pt idx="5455">
                  <c:v>39.402256000000001</c:v>
                </c:pt>
                <c:pt idx="5456">
                  <c:v>39.371600999999998</c:v>
                </c:pt>
                <c:pt idx="5457">
                  <c:v>39.344783999999997</c:v>
                </c:pt>
                <c:pt idx="5458">
                  <c:v>39.318553999999999</c:v>
                </c:pt>
                <c:pt idx="5459">
                  <c:v>39.290374999999997</c:v>
                </c:pt>
                <c:pt idx="5460">
                  <c:v>39.259433999999999</c:v>
                </c:pt>
                <c:pt idx="5461">
                  <c:v>39.223441999999999</c:v>
                </c:pt>
                <c:pt idx="5462">
                  <c:v>39.184714999999997</c:v>
                </c:pt>
                <c:pt idx="5463">
                  <c:v>39.141036999999997</c:v>
                </c:pt>
                <c:pt idx="5464">
                  <c:v>39.092818999999999</c:v>
                </c:pt>
                <c:pt idx="5465">
                  <c:v>39.048141000000001</c:v>
                </c:pt>
                <c:pt idx="5466">
                  <c:v>39.010387000000001</c:v>
                </c:pt>
                <c:pt idx="5467">
                  <c:v>38.973824</c:v>
                </c:pt>
                <c:pt idx="5468">
                  <c:v>38.932124999999999</c:v>
                </c:pt>
                <c:pt idx="5469">
                  <c:v>38.887225999999998</c:v>
                </c:pt>
                <c:pt idx="5470">
                  <c:v>38.845024000000002</c:v>
                </c:pt>
                <c:pt idx="5471">
                  <c:v>38.810977999999999</c:v>
                </c:pt>
                <c:pt idx="5472">
                  <c:v>38.788307000000003</c:v>
                </c:pt>
                <c:pt idx="5473">
                  <c:v>38.770015999999998</c:v>
                </c:pt>
                <c:pt idx="5474">
                  <c:v>38.750464999999998</c:v>
                </c:pt>
                <c:pt idx="5475">
                  <c:v>38.728745000000004</c:v>
                </c:pt>
                <c:pt idx="5476">
                  <c:v>38.709789000000001</c:v>
                </c:pt>
                <c:pt idx="5477">
                  <c:v>38.695435000000003</c:v>
                </c:pt>
                <c:pt idx="5478">
                  <c:v>38.681148999999998</c:v>
                </c:pt>
                <c:pt idx="5479">
                  <c:v>38.662318999999997</c:v>
                </c:pt>
                <c:pt idx="5480">
                  <c:v>38.638534999999997</c:v>
                </c:pt>
                <c:pt idx="5481">
                  <c:v>38.611694</c:v>
                </c:pt>
                <c:pt idx="5482">
                  <c:v>38.583098999999997</c:v>
                </c:pt>
                <c:pt idx="5483">
                  <c:v>38.55724</c:v>
                </c:pt>
                <c:pt idx="5484">
                  <c:v>38.539859999999997</c:v>
                </c:pt>
                <c:pt idx="5485">
                  <c:v>38.532111999999998</c:v>
                </c:pt>
                <c:pt idx="5486">
                  <c:v>38.526713999999998</c:v>
                </c:pt>
                <c:pt idx="5487">
                  <c:v>38.520885</c:v>
                </c:pt>
                <c:pt idx="5488">
                  <c:v>38.517131999999997</c:v>
                </c:pt>
                <c:pt idx="5489">
                  <c:v>38.517071000000001</c:v>
                </c:pt>
                <c:pt idx="5490">
                  <c:v>38.519463000000002</c:v>
                </c:pt>
                <c:pt idx="5491">
                  <c:v>38.520386000000002</c:v>
                </c:pt>
                <c:pt idx="5492">
                  <c:v>38.516869</c:v>
                </c:pt>
                <c:pt idx="5493">
                  <c:v>38.513137999999998</c:v>
                </c:pt>
                <c:pt idx="5494">
                  <c:v>38.503467999999998</c:v>
                </c:pt>
                <c:pt idx="5495">
                  <c:v>38.483578000000001</c:v>
                </c:pt>
                <c:pt idx="5496">
                  <c:v>38.457386</c:v>
                </c:pt>
                <c:pt idx="5497">
                  <c:v>38.426273000000002</c:v>
                </c:pt>
                <c:pt idx="5498">
                  <c:v>38.390991</c:v>
                </c:pt>
                <c:pt idx="5499">
                  <c:v>38.353306000000003</c:v>
                </c:pt>
                <c:pt idx="5500">
                  <c:v>38.313488</c:v>
                </c:pt>
                <c:pt idx="5501">
                  <c:v>38.272117999999999</c:v>
                </c:pt>
                <c:pt idx="5502">
                  <c:v>38.233234000000003</c:v>
                </c:pt>
                <c:pt idx="5503">
                  <c:v>38.198996999999999</c:v>
                </c:pt>
                <c:pt idx="5504">
                  <c:v>38.167209999999997</c:v>
                </c:pt>
                <c:pt idx="5505">
                  <c:v>38.141655</c:v>
                </c:pt>
                <c:pt idx="5506">
                  <c:v>38.122883000000002</c:v>
                </c:pt>
                <c:pt idx="5507">
                  <c:v>38.105598000000001</c:v>
                </c:pt>
                <c:pt idx="5508">
                  <c:v>38.090839000000003</c:v>
                </c:pt>
                <c:pt idx="5509">
                  <c:v>38.082625999999998</c:v>
                </c:pt>
                <c:pt idx="5510">
                  <c:v>38.080227000000001</c:v>
                </c:pt>
                <c:pt idx="5511">
                  <c:v>38.080460000000002</c:v>
                </c:pt>
                <c:pt idx="5512">
                  <c:v>38.078606000000001</c:v>
                </c:pt>
                <c:pt idx="5513">
                  <c:v>38.075080999999997</c:v>
                </c:pt>
                <c:pt idx="5514">
                  <c:v>38.072239000000003</c:v>
                </c:pt>
                <c:pt idx="5515">
                  <c:v>38.072356999999997</c:v>
                </c:pt>
                <c:pt idx="5516">
                  <c:v>38.075226000000001</c:v>
                </c:pt>
                <c:pt idx="5517">
                  <c:v>38.077461</c:v>
                </c:pt>
                <c:pt idx="5518">
                  <c:v>38.076976999999999</c:v>
                </c:pt>
                <c:pt idx="5519">
                  <c:v>38.074699000000003</c:v>
                </c:pt>
                <c:pt idx="5520">
                  <c:v>38.072612999999997</c:v>
                </c:pt>
                <c:pt idx="5521">
                  <c:v>38.070309000000002</c:v>
                </c:pt>
                <c:pt idx="5522">
                  <c:v>38.067405999999998</c:v>
                </c:pt>
                <c:pt idx="5523">
                  <c:v>38.065013999999998</c:v>
                </c:pt>
                <c:pt idx="5524">
                  <c:v>38.063084000000003</c:v>
                </c:pt>
                <c:pt idx="5525">
                  <c:v>38.063136999999998</c:v>
                </c:pt>
                <c:pt idx="5526">
                  <c:v>38.065002</c:v>
                </c:pt>
                <c:pt idx="5527">
                  <c:v>38.065902999999999</c:v>
                </c:pt>
                <c:pt idx="5528">
                  <c:v>38.062145000000001</c:v>
                </c:pt>
                <c:pt idx="5529">
                  <c:v>38.054737000000003</c:v>
                </c:pt>
                <c:pt idx="5530">
                  <c:v>38.046925000000002</c:v>
                </c:pt>
                <c:pt idx="5531">
                  <c:v>38.042282</c:v>
                </c:pt>
                <c:pt idx="5532">
                  <c:v>38.039771999999999</c:v>
                </c:pt>
                <c:pt idx="5533">
                  <c:v>38.037697000000001</c:v>
                </c:pt>
                <c:pt idx="5534">
                  <c:v>38.036071999999997</c:v>
                </c:pt>
                <c:pt idx="5535">
                  <c:v>38.035381000000001</c:v>
                </c:pt>
                <c:pt idx="5536">
                  <c:v>38.036181999999997</c:v>
                </c:pt>
                <c:pt idx="5537">
                  <c:v>38.038223000000002</c:v>
                </c:pt>
                <c:pt idx="5538">
                  <c:v>38.036853999999998</c:v>
                </c:pt>
                <c:pt idx="5539">
                  <c:v>38.034827999999997</c:v>
                </c:pt>
                <c:pt idx="5540">
                  <c:v>38.026566000000003</c:v>
                </c:pt>
                <c:pt idx="5541">
                  <c:v>38.012462999999997</c:v>
                </c:pt>
                <c:pt idx="5542">
                  <c:v>37.994033999999999</c:v>
                </c:pt>
                <c:pt idx="5543">
                  <c:v>37.974894999999997</c:v>
                </c:pt>
                <c:pt idx="5544">
                  <c:v>37.959408000000003</c:v>
                </c:pt>
                <c:pt idx="5545">
                  <c:v>37.947163000000003</c:v>
                </c:pt>
                <c:pt idx="5546">
                  <c:v>37.932487000000002</c:v>
                </c:pt>
                <c:pt idx="5547">
                  <c:v>37.913333999999999</c:v>
                </c:pt>
                <c:pt idx="5548">
                  <c:v>37.889217000000002</c:v>
                </c:pt>
                <c:pt idx="5549">
                  <c:v>37.860531000000002</c:v>
                </c:pt>
                <c:pt idx="5550">
                  <c:v>37.828785000000003</c:v>
                </c:pt>
                <c:pt idx="5551">
                  <c:v>37.794910000000002</c:v>
                </c:pt>
                <c:pt idx="5552">
                  <c:v>37.762787000000003</c:v>
                </c:pt>
                <c:pt idx="5553">
                  <c:v>37.731495000000002</c:v>
                </c:pt>
                <c:pt idx="5554">
                  <c:v>37.697845000000001</c:v>
                </c:pt>
                <c:pt idx="5555">
                  <c:v>37.665005000000001</c:v>
                </c:pt>
                <c:pt idx="5556">
                  <c:v>37.634914000000002</c:v>
                </c:pt>
                <c:pt idx="5557">
                  <c:v>37.608902</c:v>
                </c:pt>
                <c:pt idx="5558">
                  <c:v>37.595942999999998</c:v>
                </c:pt>
                <c:pt idx="5559">
                  <c:v>37.593631999999999</c:v>
                </c:pt>
                <c:pt idx="5560">
                  <c:v>37.593505999999998</c:v>
                </c:pt>
                <c:pt idx="5561">
                  <c:v>37.592807999999998</c:v>
                </c:pt>
                <c:pt idx="5562">
                  <c:v>37.589827999999997</c:v>
                </c:pt>
                <c:pt idx="5563">
                  <c:v>37.586101999999997</c:v>
                </c:pt>
                <c:pt idx="5564">
                  <c:v>37.582855000000002</c:v>
                </c:pt>
                <c:pt idx="5565">
                  <c:v>37.579155</c:v>
                </c:pt>
                <c:pt idx="5566">
                  <c:v>37.573284000000001</c:v>
                </c:pt>
                <c:pt idx="5567">
                  <c:v>37.561523000000001</c:v>
                </c:pt>
                <c:pt idx="5568">
                  <c:v>37.546432000000003</c:v>
                </c:pt>
                <c:pt idx="5569">
                  <c:v>37.528553000000002</c:v>
                </c:pt>
                <c:pt idx="5570">
                  <c:v>37.500965000000001</c:v>
                </c:pt>
                <c:pt idx="5571">
                  <c:v>37.466563999999998</c:v>
                </c:pt>
                <c:pt idx="5572">
                  <c:v>37.428299000000003</c:v>
                </c:pt>
                <c:pt idx="5573">
                  <c:v>37.386589000000001</c:v>
                </c:pt>
                <c:pt idx="5574">
                  <c:v>37.343879999999999</c:v>
                </c:pt>
                <c:pt idx="5575">
                  <c:v>37.301555999999998</c:v>
                </c:pt>
                <c:pt idx="5576">
                  <c:v>37.264747999999997</c:v>
                </c:pt>
                <c:pt idx="5577">
                  <c:v>37.232792000000003</c:v>
                </c:pt>
                <c:pt idx="5578">
                  <c:v>37.206035999999997</c:v>
                </c:pt>
                <c:pt idx="5579">
                  <c:v>37.181175000000003</c:v>
                </c:pt>
                <c:pt idx="5580">
                  <c:v>37.151893999999999</c:v>
                </c:pt>
                <c:pt idx="5581">
                  <c:v>37.115989999999996</c:v>
                </c:pt>
                <c:pt idx="5582">
                  <c:v>37.078453000000003</c:v>
                </c:pt>
                <c:pt idx="5583">
                  <c:v>37.040131000000002</c:v>
                </c:pt>
                <c:pt idx="5584">
                  <c:v>37.001944999999999</c:v>
                </c:pt>
                <c:pt idx="5585">
                  <c:v>36.962336999999998</c:v>
                </c:pt>
                <c:pt idx="5586">
                  <c:v>36.920451999999997</c:v>
                </c:pt>
                <c:pt idx="5587">
                  <c:v>36.880198999999998</c:v>
                </c:pt>
                <c:pt idx="5588">
                  <c:v>36.847599000000002</c:v>
                </c:pt>
                <c:pt idx="5589">
                  <c:v>36.823073999999998</c:v>
                </c:pt>
                <c:pt idx="5590">
                  <c:v>36.805827999999998</c:v>
                </c:pt>
                <c:pt idx="5591">
                  <c:v>36.794964</c:v>
                </c:pt>
                <c:pt idx="5592">
                  <c:v>36.787703999999998</c:v>
                </c:pt>
                <c:pt idx="5593">
                  <c:v>36.783271999999997</c:v>
                </c:pt>
                <c:pt idx="5594">
                  <c:v>36.781089999999999</c:v>
                </c:pt>
                <c:pt idx="5595">
                  <c:v>36.783478000000002</c:v>
                </c:pt>
                <c:pt idx="5596">
                  <c:v>36.789020999999998</c:v>
                </c:pt>
                <c:pt idx="5597">
                  <c:v>36.794772999999999</c:v>
                </c:pt>
                <c:pt idx="5598">
                  <c:v>36.798721</c:v>
                </c:pt>
                <c:pt idx="5599">
                  <c:v>36.799187000000003</c:v>
                </c:pt>
                <c:pt idx="5600">
                  <c:v>36.796497000000002</c:v>
                </c:pt>
                <c:pt idx="5601">
                  <c:v>36.793635999999999</c:v>
                </c:pt>
                <c:pt idx="5602">
                  <c:v>36.793545000000002</c:v>
                </c:pt>
                <c:pt idx="5603">
                  <c:v>36.792763000000001</c:v>
                </c:pt>
                <c:pt idx="5604">
                  <c:v>36.787478999999998</c:v>
                </c:pt>
                <c:pt idx="5605">
                  <c:v>36.781264999999998</c:v>
                </c:pt>
                <c:pt idx="5606">
                  <c:v>36.777312999999999</c:v>
                </c:pt>
                <c:pt idx="5607">
                  <c:v>36.776443</c:v>
                </c:pt>
                <c:pt idx="5608">
                  <c:v>36.774825999999997</c:v>
                </c:pt>
                <c:pt idx="5609">
                  <c:v>36.772731999999998</c:v>
                </c:pt>
                <c:pt idx="5610">
                  <c:v>36.771259000000001</c:v>
                </c:pt>
                <c:pt idx="5611">
                  <c:v>36.770209999999999</c:v>
                </c:pt>
                <c:pt idx="5612">
                  <c:v>36.767845000000001</c:v>
                </c:pt>
                <c:pt idx="5613">
                  <c:v>36.760711999999998</c:v>
                </c:pt>
                <c:pt idx="5614">
                  <c:v>36.750191000000001</c:v>
                </c:pt>
                <c:pt idx="5615">
                  <c:v>36.739769000000003</c:v>
                </c:pt>
                <c:pt idx="5616">
                  <c:v>36.729664</c:v>
                </c:pt>
                <c:pt idx="5617">
                  <c:v>36.719890999999997</c:v>
                </c:pt>
                <c:pt idx="5618">
                  <c:v>36.711596999999998</c:v>
                </c:pt>
                <c:pt idx="5619">
                  <c:v>36.702831000000003</c:v>
                </c:pt>
                <c:pt idx="5620">
                  <c:v>36.694248000000002</c:v>
                </c:pt>
                <c:pt idx="5621">
                  <c:v>36.687030999999998</c:v>
                </c:pt>
                <c:pt idx="5622">
                  <c:v>36.681182999999997</c:v>
                </c:pt>
                <c:pt idx="5623">
                  <c:v>36.677455999999999</c:v>
                </c:pt>
                <c:pt idx="5624">
                  <c:v>36.677208</c:v>
                </c:pt>
                <c:pt idx="5625">
                  <c:v>36.680782000000001</c:v>
                </c:pt>
                <c:pt idx="5626">
                  <c:v>36.686214</c:v>
                </c:pt>
                <c:pt idx="5627">
                  <c:v>36.692818000000003</c:v>
                </c:pt>
                <c:pt idx="5628">
                  <c:v>36.700138000000003</c:v>
                </c:pt>
                <c:pt idx="5629">
                  <c:v>36.708221000000002</c:v>
                </c:pt>
                <c:pt idx="5630">
                  <c:v>36.718651000000001</c:v>
                </c:pt>
                <c:pt idx="5631">
                  <c:v>36.731121000000002</c:v>
                </c:pt>
                <c:pt idx="5632">
                  <c:v>36.747166</c:v>
                </c:pt>
                <c:pt idx="5633">
                  <c:v>36.764664000000003</c:v>
                </c:pt>
                <c:pt idx="5634">
                  <c:v>36.781647</c:v>
                </c:pt>
                <c:pt idx="5635">
                  <c:v>36.796173000000003</c:v>
                </c:pt>
                <c:pt idx="5636">
                  <c:v>36.811503999999999</c:v>
                </c:pt>
                <c:pt idx="5637">
                  <c:v>36.832554000000002</c:v>
                </c:pt>
                <c:pt idx="5638">
                  <c:v>36.866562000000002</c:v>
                </c:pt>
                <c:pt idx="5639">
                  <c:v>36.913387</c:v>
                </c:pt>
                <c:pt idx="5640">
                  <c:v>36.965972999999998</c:v>
                </c:pt>
                <c:pt idx="5641">
                  <c:v>37.016876000000003</c:v>
                </c:pt>
                <c:pt idx="5642">
                  <c:v>37.064331000000003</c:v>
                </c:pt>
                <c:pt idx="5643">
                  <c:v>37.110633999999997</c:v>
                </c:pt>
                <c:pt idx="5644">
                  <c:v>37.157649999999997</c:v>
                </c:pt>
                <c:pt idx="5645">
                  <c:v>37.205131999999999</c:v>
                </c:pt>
                <c:pt idx="5646">
                  <c:v>37.253124</c:v>
                </c:pt>
                <c:pt idx="5647">
                  <c:v>37.301926000000002</c:v>
                </c:pt>
                <c:pt idx="5648">
                  <c:v>37.351123999999999</c:v>
                </c:pt>
                <c:pt idx="5649">
                  <c:v>37.399352999999998</c:v>
                </c:pt>
                <c:pt idx="5650">
                  <c:v>37.449103999999998</c:v>
                </c:pt>
                <c:pt idx="5651">
                  <c:v>37.496592999999997</c:v>
                </c:pt>
                <c:pt idx="5652">
                  <c:v>37.539700000000003</c:v>
                </c:pt>
                <c:pt idx="5653">
                  <c:v>37.581046999999998</c:v>
                </c:pt>
                <c:pt idx="5654">
                  <c:v>37.623207000000001</c:v>
                </c:pt>
                <c:pt idx="5655">
                  <c:v>37.668022000000001</c:v>
                </c:pt>
                <c:pt idx="5656">
                  <c:v>37.713622999999998</c:v>
                </c:pt>
                <c:pt idx="5657">
                  <c:v>37.762763999999997</c:v>
                </c:pt>
                <c:pt idx="5658">
                  <c:v>37.814148000000003</c:v>
                </c:pt>
                <c:pt idx="5659">
                  <c:v>37.868136999999997</c:v>
                </c:pt>
                <c:pt idx="5660">
                  <c:v>37.922054000000003</c:v>
                </c:pt>
                <c:pt idx="5661">
                  <c:v>37.973323999999998</c:v>
                </c:pt>
                <c:pt idx="5662">
                  <c:v>38.025288000000003</c:v>
                </c:pt>
                <c:pt idx="5663">
                  <c:v>38.077015000000003</c:v>
                </c:pt>
                <c:pt idx="5664">
                  <c:v>38.128779999999999</c:v>
                </c:pt>
                <c:pt idx="5665">
                  <c:v>38.181888999999998</c:v>
                </c:pt>
                <c:pt idx="5666">
                  <c:v>38.233001999999999</c:v>
                </c:pt>
                <c:pt idx="5667">
                  <c:v>38.279654999999998</c:v>
                </c:pt>
                <c:pt idx="5668">
                  <c:v>38.318302000000003</c:v>
                </c:pt>
                <c:pt idx="5669">
                  <c:v>38.352370999999998</c:v>
                </c:pt>
                <c:pt idx="5670">
                  <c:v>38.377907</c:v>
                </c:pt>
                <c:pt idx="5671">
                  <c:v>38.392189000000002</c:v>
                </c:pt>
                <c:pt idx="5672">
                  <c:v>38.402473000000001</c:v>
                </c:pt>
                <c:pt idx="5673">
                  <c:v>38.412571</c:v>
                </c:pt>
                <c:pt idx="5674">
                  <c:v>38.422035000000001</c:v>
                </c:pt>
                <c:pt idx="5675">
                  <c:v>38.428707000000003</c:v>
                </c:pt>
                <c:pt idx="5676">
                  <c:v>38.433154999999999</c:v>
                </c:pt>
                <c:pt idx="5677">
                  <c:v>38.435519999999997</c:v>
                </c:pt>
                <c:pt idx="5678">
                  <c:v>38.439250999999999</c:v>
                </c:pt>
                <c:pt idx="5679">
                  <c:v>38.442684</c:v>
                </c:pt>
                <c:pt idx="5680">
                  <c:v>38.441853000000002</c:v>
                </c:pt>
                <c:pt idx="5681">
                  <c:v>38.435367999999997</c:v>
                </c:pt>
                <c:pt idx="5682">
                  <c:v>38.423164</c:v>
                </c:pt>
                <c:pt idx="5683">
                  <c:v>38.404724000000002</c:v>
                </c:pt>
                <c:pt idx="5684">
                  <c:v>38.379714999999997</c:v>
                </c:pt>
                <c:pt idx="5685">
                  <c:v>38.350535999999998</c:v>
                </c:pt>
                <c:pt idx="5686">
                  <c:v>38.32159</c:v>
                </c:pt>
                <c:pt idx="5687">
                  <c:v>38.291401</c:v>
                </c:pt>
                <c:pt idx="5688">
                  <c:v>38.266373000000002</c:v>
                </c:pt>
                <c:pt idx="5689">
                  <c:v>38.253998000000003</c:v>
                </c:pt>
                <c:pt idx="5690">
                  <c:v>38.255161000000001</c:v>
                </c:pt>
                <c:pt idx="5691">
                  <c:v>38.255958999999997</c:v>
                </c:pt>
                <c:pt idx="5692">
                  <c:v>38.257950000000001</c:v>
                </c:pt>
                <c:pt idx="5693">
                  <c:v>38.255839999999999</c:v>
                </c:pt>
                <c:pt idx="5694">
                  <c:v>38.256954</c:v>
                </c:pt>
                <c:pt idx="5695">
                  <c:v>38.253948000000001</c:v>
                </c:pt>
                <c:pt idx="5696">
                  <c:v>38.243954000000002</c:v>
                </c:pt>
                <c:pt idx="5697">
                  <c:v>38.229778000000003</c:v>
                </c:pt>
                <c:pt idx="5698">
                  <c:v>38.214362999999999</c:v>
                </c:pt>
                <c:pt idx="5699">
                  <c:v>38.199489999999997</c:v>
                </c:pt>
                <c:pt idx="5700">
                  <c:v>38.182304000000002</c:v>
                </c:pt>
                <c:pt idx="5701">
                  <c:v>38.161937999999999</c:v>
                </c:pt>
                <c:pt idx="5702">
                  <c:v>38.138817000000003</c:v>
                </c:pt>
                <c:pt idx="5703">
                  <c:v>38.117634000000002</c:v>
                </c:pt>
                <c:pt idx="5704">
                  <c:v>38.100937000000002</c:v>
                </c:pt>
                <c:pt idx="5705">
                  <c:v>38.085735</c:v>
                </c:pt>
                <c:pt idx="5706">
                  <c:v>38.069878000000003</c:v>
                </c:pt>
                <c:pt idx="5707">
                  <c:v>38.056480000000001</c:v>
                </c:pt>
                <c:pt idx="5708">
                  <c:v>38.047393999999997</c:v>
                </c:pt>
                <c:pt idx="5709">
                  <c:v>38.042521999999998</c:v>
                </c:pt>
                <c:pt idx="5710">
                  <c:v>38.043095000000001</c:v>
                </c:pt>
                <c:pt idx="5711">
                  <c:v>38.055518999999997</c:v>
                </c:pt>
                <c:pt idx="5712">
                  <c:v>38.082092000000003</c:v>
                </c:pt>
                <c:pt idx="5713">
                  <c:v>38.110664</c:v>
                </c:pt>
                <c:pt idx="5714">
                  <c:v>38.136401999999997</c:v>
                </c:pt>
                <c:pt idx="5715">
                  <c:v>38.156405999999997</c:v>
                </c:pt>
                <c:pt idx="5716">
                  <c:v>38.173121999999999</c:v>
                </c:pt>
                <c:pt idx="5717">
                  <c:v>38.189213000000002</c:v>
                </c:pt>
                <c:pt idx="5718">
                  <c:v>38.199921000000003</c:v>
                </c:pt>
                <c:pt idx="5719">
                  <c:v>38.200375000000001</c:v>
                </c:pt>
                <c:pt idx="5720">
                  <c:v>38.188526000000003</c:v>
                </c:pt>
                <c:pt idx="5721">
                  <c:v>38.165343999999997</c:v>
                </c:pt>
                <c:pt idx="5722">
                  <c:v>38.138911999999998</c:v>
                </c:pt>
                <c:pt idx="5723">
                  <c:v>38.112372999999998</c:v>
                </c:pt>
                <c:pt idx="5724">
                  <c:v>38.087336999999998</c:v>
                </c:pt>
                <c:pt idx="5725">
                  <c:v>38.065849</c:v>
                </c:pt>
                <c:pt idx="5726">
                  <c:v>38.049736000000003</c:v>
                </c:pt>
                <c:pt idx="5727">
                  <c:v>38.036900000000003</c:v>
                </c:pt>
                <c:pt idx="5728">
                  <c:v>38.023724000000001</c:v>
                </c:pt>
                <c:pt idx="5729">
                  <c:v>38.010337999999997</c:v>
                </c:pt>
                <c:pt idx="5730">
                  <c:v>37.999026999999998</c:v>
                </c:pt>
                <c:pt idx="5731">
                  <c:v>37.989272999999997</c:v>
                </c:pt>
                <c:pt idx="5732">
                  <c:v>37.978481000000002</c:v>
                </c:pt>
                <c:pt idx="5733">
                  <c:v>37.968108999999998</c:v>
                </c:pt>
                <c:pt idx="5734">
                  <c:v>37.961559000000001</c:v>
                </c:pt>
                <c:pt idx="5735">
                  <c:v>37.962204</c:v>
                </c:pt>
                <c:pt idx="5736">
                  <c:v>37.969048000000001</c:v>
                </c:pt>
                <c:pt idx="5737">
                  <c:v>37.976382999999998</c:v>
                </c:pt>
                <c:pt idx="5738">
                  <c:v>37.976475000000001</c:v>
                </c:pt>
                <c:pt idx="5739">
                  <c:v>37.967906999999997</c:v>
                </c:pt>
                <c:pt idx="5740">
                  <c:v>37.944747999999997</c:v>
                </c:pt>
                <c:pt idx="5741">
                  <c:v>37.929878000000002</c:v>
                </c:pt>
                <c:pt idx="5742">
                  <c:v>37.918377</c:v>
                </c:pt>
                <c:pt idx="5743">
                  <c:v>37.901474</c:v>
                </c:pt>
                <c:pt idx="5744">
                  <c:v>37.883831000000001</c:v>
                </c:pt>
                <c:pt idx="5745">
                  <c:v>37.870117</c:v>
                </c:pt>
                <c:pt idx="5746">
                  <c:v>37.854027000000002</c:v>
                </c:pt>
                <c:pt idx="5747">
                  <c:v>37.836018000000003</c:v>
                </c:pt>
                <c:pt idx="5748">
                  <c:v>37.814025999999998</c:v>
                </c:pt>
                <c:pt idx="5749">
                  <c:v>37.789078000000003</c:v>
                </c:pt>
                <c:pt idx="5750">
                  <c:v>37.758583000000002</c:v>
                </c:pt>
                <c:pt idx="5751">
                  <c:v>37.728428000000001</c:v>
                </c:pt>
                <c:pt idx="5752">
                  <c:v>37.698855999999999</c:v>
                </c:pt>
                <c:pt idx="5753">
                  <c:v>37.668315999999997</c:v>
                </c:pt>
                <c:pt idx="5754">
                  <c:v>37.638786000000003</c:v>
                </c:pt>
                <c:pt idx="5755">
                  <c:v>37.609051000000001</c:v>
                </c:pt>
                <c:pt idx="5756">
                  <c:v>37.577067999999997</c:v>
                </c:pt>
                <c:pt idx="5757">
                  <c:v>37.541336000000001</c:v>
                </c:pt>
                <c:pt idx="5758">
                  <c:v>37.505322</c:v>
                </c:pt>
                <c:pt idx="5759">
                  <c:v>37.479374</c:v>
                </c:pt>
                <c:pt idx="5760">
                  <c:v>37.462378999999999</c:v>
                </c:pt>
                <c:pt idx="5761">
                  <c:v>37.440556000000001</c:v>
                </c:pt>
                <c:pt idx="5762">
                  <c:v>37.414768000000002</c:v>
                </c:pt>
                <c:pt idx="5763">
                  <c:v>37.389256000000003</c:v>
                </c:pt>
                <c:pt idx="5764">
                  <c:v>37.367237000000003</c:v>
                </c:pt>
                <c:pt idx="5765">
                  <c:v>37.349151999999997</c:v>
                </c:pt>
                <c:pt idx="5766">
                  <c:v>37.334845999999999</c:v>
                </c:pt>
                <c:pt idx="5767">
                  <c:v>37.321426000000002</c:v>
                </c:pt>
                <c:pt idx="5768">
                  <c:v>37.309097000000001</c:v>
                </c:pt>
                <c:pt idx="5769">
                  <c:v>37.297249000000001</c:v>
                </c:pt>
                <c:pt idx="5770">
                  <c:v>37.288414000000003</c:v>
                </c:pt>
                <c:pt idx="5771">
                  <c:v>37.282215000000001</c:v>
                </c:pt>
                <c:pt idx="5772">
                  <c:v>37.275612000000002</c:v>
                </c:pt>
                <c:pt idx="5773">
                  <c:v>37.268833000000001</c:v>
                </c:pt>
                <c:pt idx="5774">
                  <c:v>37.263885000000002</c:v>
                </c:pt>
                <c:pt idx="5775">
                  <c:v>37.26173</c:v>
                </c:pt>
                <c:pt idx="5776">
                  <c:v>37.260845000000003</c:v>
                </c:pt>
                <c:pt idx="5777">
                  <c:v>37.257770999999998</c:v>
                </c:pt>
                <c:pt idx="5778">
                  <c:v>37.251975999999999</c:v>
                </c:pt>
                <c:pt idx="5779">
                  <c:v>37.247768000000001</c:v>
                </c:pt>
                <c:pt idx="5780">
                  <c:v>37.244511000000003</c:v>
                </c:pt>
                <c:pt idx="5781">
                  <c:v>37.234088999999997</c:v>
                </c:pt>
                <c:pt idx="5782">
                  <c:v>37.217201000000003</c:v>
                </c:pt>
                <c:pt idx="5783">
                  <c:v>37.197330000000001</c:v>
                </c:pt>
                <c:pt idx="5784">
                  <c:v>37.178226000000002</c:v>
                </c:pt>
                <c:pt idx="5785">
                  <c:v>37.160603000000002</c:v>
                </c:pt>
                <c:pt idx="5786">
                  <c:v>37.143535999999997</c:v>
                </c:pt>
                <c:pt idx="5787">
                  <c:v>37.129536000000002</c:v>
                </c:pt>
                <c:pt idx="5788">
                  <c:v>37.120682000000002</c:v>
                </c:pt>
                <c:pt idx="5789">
                  <c:v>37.117493000000003</c:v>
                </c:pt>
                <c:pt idx="5790">
                  <c:v>37.121116999999998</c:v>
                </c:pt>
                <c:pt idx="5791">
                  <c:v>37.127701000000002</c:v>
                </c:pt>
                <c:pt idx="5792">
                  <c:v>37.133426999999998</c:v>
                </c:pt>
                <c:pt idx="5793">
                  <c:v>37.134006999999997</c:v>
                </c:pt>
                <c:pt idx="5794">
                  <c:v>37.131622</c:v>
                </c:pt>
                <c:pt idx="5795">
                  <c:v>37.129322000000002</c:v>
                </c:pt>
                <c:pt idx="5796">
                  <c:v>37.130074</c:v>
                </c:pt>
                <c:pt idx="5797">
                  <c:v>37.137089000000003</c:v>
                </c:pt>
                <c:pt idx="5798">
                  <c:v>37.151187999999998</c:v>
                </c:pt>
                <c:pt idx="5799">
                  <c:v>37.168564000000003</c:v>
                </c:pt>
                <c:pt idx="5800">
                  <c:v>37.188332000000003</c:v>
                </c:pt>
                <c:pt idx="5801">
                  <c:v>37.215195000000001</c:v>
                </c:pt>
                <c:pt idx="5802">
                  <c:v>37.253596999999999</c:v>
                </c:pt>
                <c:pt idx="5803">
                  <c:v>37.296630999999998</c:v>
                </c:pt>
                <c:pt idx="5804">
                  <c:v>37.338149999999999</c:v>
                </c:pt>
                <c:pt idx="5805">
                  <c:v>37.375568000000001</c:v>
                </c:pt>
                <c:pt idx="5806">
                  <c:v>37.408543000000002</c:v>
                </c:pt>
                <c:pt idx="5807">
                  <c:v>37.441718999999999</c:v>
                </c:pt>
                <c:pt idx="5808">
                  <c:v>37.474392000000002</c:v>
                </c:pt>
                <c:pt idx="5809">
                  <c:v>37.504097000000002</c:v>
                </c:pt>
                <c:pt idx="5810">
                  <c:v>37.533526999999999</c:v>
                </c:pt>
                <c:pt idx="5811">
                  <c:v>37.558590000000002</c:v>
                </c:pt>
                <c:pt idx="5812">
                  <c:v>37.580379000000001</c:v>
                </c:pt>
                <c:pt idx="5813">
                  <c:v>37.603073000000002</c:v>
                </c:pt>
                <c:pt idx="5814">
                  <c:v>37.626877</c:v>
                </c:pt>
                <c:pt idx="5815">
                  <c:v>37.656238999999999</c:v>
                </c:pt>
                <c:pt idx="5816">
                  <c:v>37.686442999999997</c:v>
                </c:pt>
                <c:pt idx="5817">
                  <c:v>37.722374000000002</c:v>
                </c:pt>
                <c:pt idx="5818">
                  <c:v>37.757370000000002</c:v>
                </c:pt>
                <c:pt idx="5819">
                  <c:v>37.788670000000003</c:v>
                </c:pt>
                <c:pt idx="5820">
                  <c:v>37.815041000000001</c:v>
                </c:pt>
                <c:pt idx="5821">
                  <c:v>37.840057000000002</c:v>
                </c:pt>
                <c:pt idx="5822">
                  <c:v>37.865710999999997</c:v>
                </c:pt>
                <c:pt idx="5823">
                  <c:v>37.896464999999999</c:v>
                </c:pt>
                <c:pt idx="5824">
                  <c:v>37.928421</c:v>
                </c:pt>
                <c:pt idx="5825">
                  <c:v>37.959980000000002</c:v>
                </c:pt>
                <c:pt idx="5826">
                  <c:v>37.993183000000002</c:v>
                </c:pt>
                <c:pt idx="5827">
                  <c:v>38.029651999999999</c:v>
                </c:pt>
                <c:pt idx="5828">
                  <c:v>38.069191000000004</c:v>
                </c:pt>
                <c:pt idx="5829">
                  <c:v>38.110233000000001</c:v>
                </c:pt>
                <c:pt idx="5830">
                  <c:v>38.154549000000003</c:v>
                </c:pt>
                <c:pt idx="5831">
                  <c:v>38.199573999999998</c:v>
                </c:pt>
                <c:pt idx="5832">
                  <c:v>38.242924000000002</c:v>
                </c:pt>
                <c:pt idx="5833">
                  <c:v>38.287430000000001</c:v>
                </c:pt>
                <c:pt idx="5834">
                  <c:v>38.330727000000003</c:v>
                </c:pt>
                <c:pt idx="5835">
                  <c:v>38.368327999999998</c:v>
                </c:pt>
                <c:pt idx="5836">
                  <c:v>38.402092000000003</c:v>
                </c:pt>
                <c:pt idx="5837">
                  <c:v>38.437553000000001</c:v>
                </c:pt>
                <c:pt idx="5838">
                  <c:v>38.473736000000002</c:v>
                </c:pt>
                <c:pt idx="5839">
                  <c:v>38.513137999999998</c:v>
                </c:pt>
                <c:pt idx="5840">
                  <c:v>38.554096000000001</c:v>
                </c:pt>
                <c:pt idx="5841">
                  <c:v>38.593555000000002</c:v>
                </c:pt>
                <c:pt idx="5842">
                  <c:v>38.628208000000001</c:v>
                </c:pt>
                <c:pt idx="5843">
                  <c:v>38.664786999999997</c:v>
                </c:pt>
                <c:pt idx="5844">
                  <c:v>38.701591000000001</c:v>
                </c:pt>
                <c:pt idx="5845">
                  <c:v>38.732796</c:v>
                </c:pt>
                <c:pt idx="5846">
                  <c:v>38.757674999999999</c:v>
                </c:pt>
                <c:pt idx="5847">
                  <c:v>38.779330999999999</c:v>
                </c:pt>
                <c:pt idx="5848">
                  <c:v>38.796256999999997</c:v>
                </c:pt>
                <c:pt idx="5849">
                  <c:v>38.807929999999999</c:v>
                </c:pt>
                <c:pt idx="5850">
                  <c:v>38.817394</c:v>
                </c:pt>
                <c:pt idx="5851">
                  <c:v>38.823157999999999</c:v>
                </c:pt>
                <c:pt idx="5852">
                  <c:v>38.829407000000003</c:v>
                </c:pt>
                <c:pt idx="5853">
                  <c:v>38.836162999999999</c:v>
                </c:pt>
                <c:pt idx="5854">
                  <c:v>38.842243000000003</c:v>
                </c:pt>
                <c:pt idx="5855">
                  <c:v>38.846618999999997</c:v>
                </c:pt>
                <c:pt idx="5856">
                  <c:v>38.851494000000002</c:v>
                </c:pt>
                <c:pt idx="5857">
                  <c:v>38.858649999999997</c:v>
                </c:pt>
                <c:pt idx="5858">
                  <c:v>38.866207000000003</c:v>
                </c:pt>
                <c:pt idx="5859">
                  <c:v>38.871796000000003</c:v>
                </c:pt>
                <c:pt idx="5860">
                  <c:v>38.874504000000002</c:v>
                </c:pt>
                <c:pt idx="5861">
                  <c:v>38.877521999999999</c:v>
                </c:pt>
                <c:pt idx="5862">
                  <c:v>38.882232999999999</c:v>
                </c:pt>
                <c:pt idx="5863">
                  <c:v>38.886898000000002</c:v>
                </c:pt>
                <c:pt idx="5864">
                  <c:v>38.894840000000002</c:v>
                </c:pt>
                <c:pt idx="5865">
                  <c:v>38.906680999999999</c:v>
                </c:pt>
                <c:pt idx="5866">
                  <c:v>38.910666999999997</c:v>
                </c:pt>
                <c:pt idx="5867">
                  <c:v>38.911513999999997</c:v>
                </c:pt>
                <c:pt idx="5868">
                  <c:v>38.912502000000003</c:v>
                </c:pt>
                <c:pt idx="5869">
                  <c:v>38.914692000000002</c:v>
                </c:pt>
                <c:pt idx="5870">
                  <c:v>38.918716000000003</c:v>
                </c:pt>
                <c:pt idx="5871">
                  <c:v>38.922843999999998</c:v>
                </c:pt>
                <c:pt idx="5872">
                  <c:v>38.925808000000004</c:v>
                </c:pt>
                <c:pt idx="5873">
                  <c:v>38.928493000000003</c:v>
                </c:pt>
                <c:pt idx="5874">
                  <c:v>38.932803999999997</c:v>
                </c:pt>
                <c:pt idx="5875">
                  <c:v>38.939045</c:v>
                </c:pt>
                <c:pt idx="5876">
                  <c:v>38.945934000000001</c:v>
                </c:pt>
                <c:pt idx="5877">
                  <c:v>38.952713000000003</c:v>
                </c:pt>
                <c:pt idx="5878">
                  <c:v>38.959747</c:v>
                </c:pt>
                <c:pt idx="5879">
                  <c:v>38.966915</c:v>
                </c:pt>
                <c:pt idx="5880">
                  <c:v>38.974795999999998</c:v>
                </c:pt>
                <c:pt idx="5881">
                  <c:v>38.985621999999999</c:v>
                </c:pt>
                <c:pt idx="5882">
                  <c:v>39.005276000000002</c:v>
                </c:pt>
                <c:pt idx="5883">
                  <c:v>39.035496000000002</c:v>
                </c:pt>
                <c:pt idx="5884">
                  <c:v>39.075122999999998</c:v>
                </c:pt>
                <c:pt idx="5885">
                  <c:v>39.122456</c:v>
                </c:pt>
                <c:pt idx="5886">
                  <c:v>39.167152000000002</c:v>
                </c:pt>
                <c:pt idx="5887">
                  <c:v>39.212833000000003</c:v>
                </c:pt>
                <c:pt idx="5888">
                  <c:v>39.259571000000001</c:v>
                </c:pt>
                <c:pt idx="5889">
                  <c:v>39.303493000000003</c:v>
                </c:pt>
                <c:pt idx="5890">
                  <c:v>39.345131000000002</c:v>
                </c:pt>
                <c:pt idx="5891">
                  <c:v>39.38702</c:v>
                </c:pt>
                <c:pt idx="5892">
                  <c:v>39.428181000000002</c:v>
                </c:pt>
                <c:pt idx="5893">
                  <c:v>39.464264</c:v>
                </c:pt>
                <c:pt idx="5894">
                  <c:v>39.495113000000003</c:v>
                </c:pt>
                <c:pt idx="5895">
                  <c:v>39.521061000000003</c:v>
                </c:pt>
                <c:pt idx="5896">
                  <c:v>39.544693000000002</c:v>
                </c:pt>
                <c:pt idx="5897">
                  <c:v>39.572842000000001</c:v>
                </c:pt>
                <c:pt idx="5898">
                  <c:v>39.607562999999999</c:v>
                </c:pt>
                <c:pt idx="5899">
                  <c:v>39.642215999999998</c:v>
                </c:pt>
                <c:pt idx="5900">
                  <c:v>39.669440999999999</c:v>
                </c:pt>
                <c:pt idx="5901">
                  <c:v>39.69276</c:v>
                </c:pt>
                <c:pt idx="5902">
                  <c:v>39.714615000000002</c:v>
                </c:pt>
                <c:pt idx="5903">
                  <c:v>39.741768</c:v>
                </c:pt>
                <c:pt idx="5904">
                  <c:v>39.774932999999997</c:v>
                </c:pt>
                <c:pt idx="5905">
                  <c:v>39.807364999999997</c:v>
                </c:pt>
                <c:pt idx="5906">
                  <c:v>39.836863999999998</c:v>
                </c:pt>
                <c:pt idx="5907">
                  <c:v>39.861870000000003</c:v>
                </c:pt>
                <c:pt idx="5908">
                  <c:v>39.882942</c:v>
                </c:pt>
                <c:pt idx="5909">
                  <c:v>39.900494000000002</c:v>
                </c:pt>
                <c:pt idx="5910">
                  <c:v>39.914451999999997</c:v>
                </c:pt>
                <c:pt idx="5911">
                  <c:v>39.924926999999997</c:v>
                </c:pt>
                <c:pt idx="5912">
                  <c:v>39.934002</c:v>
                </c:pt>
                <c:pt idx="5913">
                  <c:v>39.943249000000002</c:v>
                </c:pt>
                <c:pt idx="5914">
                  <c:v>39.950347999999998</c:v>
                </c:pt>
                <c:pt idx="5915">
                  <c:v>39.955978000000002</c:v>
                </c:pt>
                <c:pt idx="5916">
                  <c:v>39.964641999999998</c:v>
                </c:pt>
                <c:pt idx="5917">
                  <c:v>39.976996999999997</c:v>
                </c:pt>
                <c:pt idx="5918">
                  <c:v>39.991173000000003</c:v>
                </c:pt>
                <c:pt idx="5919">
                  <c:v>40.005187999999997</c:v>
                </c:pt>
                <c:pt idx="5920">
                  <c:v>40.018368000000002</c:v>
                </c:pt>
                <c:pt idx="5921">
                  <c:v>40.034900999999998</c:v>
                </c:pt>
                <c:pt idx="5922">
                  <c:v>40.050552000000003</c:v>
                </c:pt>
                <c:pt idx="5923">
                  <c:v>40.063412</c:v>
                </c:pt>
                <c:pt idx="5924">
                  <c:v>40.072265999999999</c:v>
                </c:pt>
                <c:pt idx="5925">
                  <c:v>40.079917999999999</c:v>
                </c:pt>
                <c:pt idx="5926">
                  <c:v>40.082188000000002</c:v>
                </c:pt>
                <c:pt idx="5927">
                  <c:v>40.080246000000002</c:v>
                </c:pt>
                <c:pt idx="5928">
                  <c:v>40.075561999999998</c:v>
                </c:pt>
                <c:pt idx="5929">
                  <c:v>40.070076</c:v>
                </c:pt>
                <c:pt idx="5930">
                  <c:v>40.063667000000002</c:v>
                </c:pt>
                <c:pt idx="5931">
                  <c:v>40.056499000000002</c:v>
                </c:pt>
                <c:pt idx="5932">
                  <c:v>40.051422000000002</c:v>
                </c:pt>
                <c:pt idx="5933">
                  <c:v>40.047787</c:v>
                </c:pt>
                <c:pt idx="5934">
                  <c:v>40.046039999999998</c:v>
                </c:pt>
                <c:pt idx="5935">
                  <c:v>40.046630999999998</c:v>
                </c:pt>
                <c:pt idx="5936">
                  <c:v>40.049354999999998</c:v>
                </c:pt>
                <c:pt idx="5937">
                  <c:v>40.051613000000003</c:v>
                </c:pt>
                <c:pt idx="5938">
                  <c:v>40.054530999999997</c:v>
                </c:pt>
                <c:pt idx="5939">
                  <c:v>40.059586000000003</c:v>
                </c:pt>
                <c:pt idx="5940">
                  <c:v>40.066535999999999</c:v>
                </c:pt>
                <c:pt idx="5941">
                  <c:v>40.073036000000002</c:v>
                </c:pt>
                <c:pt idx="5942">
                  <c:v>40.077351</c:v>
                </c:pt>
                <c:pt idx="5943">
                  <c:v>40.080981999999999</c:v>
                </c:pt>
                <c:pt idx="5944">
                  <c:v>40.084816000000004</c:v>
                </c:pt>
                <c:pt idx="5945">
                  <c:v>40.08905</c:v>
                </c:pt>
                <c:pt idx="5946">
                  <c:v>40.091270000000002</c:v>
                </c:pt>
                <c:pt idx="5947">
                  <c:v>40.089066000000003</c:v>
                </c:pt>
                <c:pt idx="5948">
                  <c:v>40.086838</c:v>
                </c:pt>
                <c:pt idx="5949">
                  <c:v>40.086047999999998</c:v>
                </c:pt>
                <c:pt idx="5950">
                  <c:v>40.090038</c:v>
                </c:pt>
                <c:pt idx="5951">
                  <c:v>40.097079999999998</c:v>
                </c:pt>
                <c:pt idx="5952">
                  <c:v>40.105567999999998</c:v>
                </c:pt>
                <c:pt idx="5953">
                  <c:v>40.114894999999997</c:v>
                </c:pt>
                <c:pt idx="5954">
                  <c:v>40.122073999999998</c:v>
                </c:pt>
                <c:pt idx="5955">
                  <c:v>40.125808999999997</c:v>
                </c:pt>
                <c:pt idx="5956">
                  <c:v>40.124084000000003</c:v>
                </c:pt>
                <c:pt idx="5957">
                  <c:v>40.117176000000001</c:v>
                </c:pt>
                <c:pt idx="5958">
                  <c:v>40.108981999999997</c:v>
                </c:pt>
                <c:pt idx="5959">
                  <c:v>40.102631000000002</c:v>
                </c:pt>
                <c:pt idx="5960">
                  <c:v>40.097828</c:v>
                </c:pt>
                <c:pt idx="5961">
                  <c:v>40.093783999999999</c:v>
                </c:pt>
                <c:pt idx="5962">
                  <c:v>40.089244999999998</c:v>
                </c:pt>
                <c:pt idx="5963">
                  <c:v>40.084769999999999</c:v>
                </c:pt>
                <c:pt idx="5964">
                  <c:v>40.078918000000002</c:v>
                </c:pt>
                <c:pt idx="5965">
                  <c:v>40.069884999999999</c:v>
                </c:pt>
                <c:pt idx="5966">
                  <c:v>40.058914000000001</c:v>
                </c:pt>
                <c:pt idx="5967">
                  <c:v>40.046474000000003</c:v>
                </c:pt>
                <c:pt idx="5968">
                  <c:v>40.033538999999998</c:v>
                </c:pt>
                <c:pt idx="5969">
                  <c:v>40.025852</c:v>
                </c:pt>
                <c:pt idx="5970">
                  <c:v>40.022799999999997</c:v>
                </c:pt>
                <c:pt idx="5971">
                  <c:v>40.021659999999997</c:v>
                </c:pt>
                <c:pt idx="5972">
                  <c:v>40.018394000000001</c:v>
                </c:pt>
                <c:pt idx="5973">
                  <c:v>40.011707000000001</c:v>
                </c:pt>
                <c:pt idx="5974">
                  <c:v>40.004489999999997</c:v>
                </c:pt>
                <c:pt idx="5975">
                  <c:v>39.998150000000003</c:v>
                </c:pt>
                <c:pt idx="5976">
                  <c:v>39.990616000000003</c:v>
                </c:pt>
                <c:pt idx="5977">
                  <c:v>39.978530999999997</c:v>
                </c:pt>
                <c:pt idx="5978">
                  <c:v>39.961246000000003</c:v>
                </c:pt>
                <c:pt idx="5979">
                  <c:v>39.943587999999998</c:v>
                </c:pt>
                <c:pt idx="5980">
                  <c:v>39.925949000000003</c:v>
                </c:pt>
                <c:pt idx="5981">
                  <c:v>39.904305000000001</c:v>
                </c:pt>
                <c:pt idx="5982">
                  <c:v>39.874794000000001</c:v>
                </c:pt>
                <c:pt idx="5983">
                  <c:v>39.840752000000002</c:v>
                </c:pt>
                <c:pt idx="5984">
                  <c:v>39.809071000000003</c:v>
                </c:pt>
                <c:pt idx="5985">
                  <c:v>39.781101</c:v>
                </c:pt>
                <c:pt idx="5986">
                  <c:v>39.752429999999997</c:v>
                </c:pt>
                <c:pt idx="5987">
                  <c:v>39.722667999999999</c:v>
                </c:pt>
                <c:pt idx="5988">
                  <c:v>39.694118000000003</c:v>
                </c:pt>
                <c:pt idx="5989">
                  <c:v>39.666271000000002</c:v>
                </c:pt>
                <c:pt idx="5990">
                  <c:v>39.642929000000002</c:v>
                </c:pt>
                <c:pt idx="5991">
                  <c:v>39.625464999999998</c:v>
                </c:pt>
                <c:pt idx="5992">
                  <c:v>39.612389</c:v>
                </c:pt>
                <c:pt idx="5993">
                  <c:v>39.601109000000001</c:v>
                </c:pt>
                <c:pt idx="5994">
                  <c:v>39.588679999999997</c:v>
                </c:pt>
                <c:pt idx="5995">
                  <c:v>39.577885000000002</c:v>
                </c:pt>
                <c:pt idx="5996">
                  <c:v>39.571536999999999</c:v>
                </c:pt>
                <c:pt idx="5997">
                  <c:v>39.569622000000003</c:v>
                </c:pt>
                <c:pt idx="5998">
                  <c:v>39.569251999999999</c:v>
                </c:pt>
                <c:pt idx="5999">
                  <c:v>39.569533999999997</c:v>
                </c:pt>
                <c:pt idx="6000">
                  <c:v>39.570456999999998</c:v>
                </c:pt>
                <c:pt idx="6001">
                  <c:v>39.573452000000003</c:v>
                </c:pt>
                <c:pt idx="6002">
                  <c:v>39.577133000000003</c:v>
                </c:pt>
                <c:pt idx="6003">
                  <c:v>39.578544999999998</c:v>
                </c:pt>
                <c:pt idx="6004">
                  <c:v>39.580292</c:v>
                </c:pt>
                <c:pt idx="6005">
                  <c:v>39.583981000000001</c:v>
                </c:pt>
                <c:pt idx="6006">
                  <c:v>39.588425000000001</c:v>
                </c:pt>
                <c:pt idx="6007">
                  <c:v>39.594425000000001</c:v>
                </c:pt>
                <c:pt idx="6008">
                  <c:v>39.60284</c:v>
                </c:pt>
                <c:pt idx="6009">
                  <c:v>39.611579999999996</c:v>
                </c:pt>
                <c:pt idx="6010">
                  <c:v>39.620365</c:v>
                </c:pt>
                <c:pt idx="6011">
                  <c:v>39.627270000000003</c:v>
                </c:pt>
                <c:pt idx="6012">
                  <c:v>39.632702000000002</c:v>
                </c:pt>
                <c:pt idx="6013">
                  <c:v>39.638016</c:v>
                </c:pt>
                <c:pt idx="6014">
                  <c:v>39.6464</c:v>
                </c:pt>
                <c:pt idx="6015">
                  <c:v>39.662216000000001</c:v>
                </c:pt>
                <c:pt idx="6016">
                  <c:v>39.681880999999997</c:v>
                </c:pt>
                <c:pt idx="6017">
                  <c:v>39.700477999999997</c:v>
                </c:pt>
                <c:pt idx="6018">
                  <c:v>39.712882999999998</c:v>
                </c:pt>
                <c:pt idx="6019">
                  <c:v>39.720989000000003</c:v>
                </c:pt>
                <c:pt idx="6020">
                  <c:v>39.728394000000002</c:v>
                </c:pt>
                <c:pt idx="6021">
                  <c:v>39.740397999999999</c:v>
                </c:pt>
                <c:pt idx="6022">
                  <c:v>39.759242999999998</c:v>
                </c:pt>
                <c:pt idx="6023">
                  <c:v>39.780258000000003</c:v>
                </c:pt>
                <c:pt idx="6024">
                  <c:v>39.800808000000004</c:v>
                </c:pt>
                <c:pt idx="6025">
                  <c:v>39.819465999999998</c:v>
                </c:pt>
                <c:pt idx="6026">
                  <c:v>39.838234</c:v>
                </c:pt>
                <c:pt idx="6027">
                  <c:v>39.859031999999999</c:v>
                </c:pt>
                <c:pt idx="6028">
                  <c:v>39.888638</c:v>
                </c:pt>
                <c:pt idx="6029">
                  <c:v>39.923732999999999</c:v>
                </c:pt>
                <c:pt idx="6030">
                  <c:v>39.959873000000002</c:v>
                </c:pt>
                <c:pt idx="6031">
                  <c:v>39.994373000000003</c:v>
                </c:pt>
                <c:pt idx="6032">
                  <c:v>40.027008000000002</c:v>
                </c:pt>
                <c:pt idx="6033">
                  <c:v>40.060574000000003</c:v>
                </c:pt>
                <c:pt idx="6034">
                  <c:v>40.093639000000003</c:v>
                </c:pt>
                <c:pt idx="6035">
                  <c:v>40.125683000000002</c:v>
                </c:pt>
                <c:pt idx="6036">
                  <c:v>40.158596000000003</c:v>
                </c:pt>
                <c:pt idx="6037">
                  <c:v>40.194091999999998</c:v>
                </c:pt>
                <c:pt idx="6038">
                  <c:v>40.233490000000003</c:v>
                </c:pt>
                <c:pt idx="6039">
                  <c:v>40.271942000000003</c:v>
                </c:pt>
                <c:pt idx="6040">
                  <c:v>40.311034999999997</c:v>
                </c:pt>
                <c:pt idx="6041">
                  <c:v>40.348705000000002</c:v>
                </c:pt>
                <c:pt idx="6042">
                  <c:v>40.385159000000002</c:v>
                </c:pt>
                <c:pt idx="6043">
                  <c:v>40.420108999999997</c:v>
                </c:pt>
                <c:pt idx="6044">
                  <c:v>40.451061000000003</c:v>
                </c:pt>
                <c:pt idx="6045">
                  <c:v>40.481613000000003</c:v>
                </c:pt>
                <c:pt idx="6046">
                  <c:v>40.513137999999998</c:v>
                </c:pt>
                <c:pt idx="6047">
                  <c:v>40.550812000000001</c:v>
                </c:pt>
                <c:pt idx="6048">
                  <c:v>40.590477</c:v>
                </c:pt>
                <c:pt idx="6049">
                  <c:v>40.631999999999998</c:v>
                </c:pt>
                <c:pt idx="6050">
                  <c:v>40.670124000000001</c:v>
                </c:pt>
                <c:pt idx="6051">
                  <c:v>40.701377999999998</c:v>
                </c:pt>
                <c:pt idx="6052">
                  <c:v>40.728138000000001</c:v>
                </c:pt>
                <c:pt idx="6053">
                  <c:v>40.752209000000001</c:v>
                </c:pt>
                <c:pt idx="6054">
                  <c:v>40.772739000000001</c:v>
                </c:pt>
                <c:pt idx="6055">
                  <c:v>40.790149999999997</c:v>
                </c:pt>
                <c:pt idx="6056">
                  <c:v>40.806820000000002</c:v>
                </c:pt>
                <c:pt idx="6057">
                  <c:v>40.826447000000002</c:v>
                </c:pt>
                <c:pt idx="6058">
                  <c:v>40.851593000000001</c:v>
                </c:pt>
                <c:pt idx="6059">
                  <c:v>40.877769000000001</c:v>
                </c:pt>
                <c:pt idx="6060">
                  <c:v>40.901511999999997</c:v>
                </c:pt>
                <c:pt idx="6061">
                  <c:v>40.920780000000001</c:v>
                </c:pt>
                <c:pt idx="6062">
                  <c:v>40.935425000000002</c:v>
                </c:pt>
                <c:pt idx="6063">
                  <c:v>40.945335</c:v>
                </c:pt>
                <c:pt idx="6064">
                  <c:v>40.952598999999999</c:v>
                </c:pt>
                <c:pt idx="6065">
                  <c:v>40.964824999999998</c:v>
                </c:pt>
                <c:pt idx="6066">
                  <c:v>40.979359000000002</c:v>
                </c:pt>
                <c:pt idx="6067">
                  <c:v>40.991329</c:v>
                </c:pt>
                <c:pt idx="6068">
                  <c:v>40.999836000000002</c:v>
                </c:pt>
                <c:pt idx="6069">
                  <c:v>41.005530999999998</c:v>
                </c:pt>
                <c:pt idx="6070">
                  <c:v>41.008544999999998</c:v>
                </c:pt>
                <c:pt idx="6071">
                  <c:v>41.010112999999997</c:v>
                </c:pt>
                <c:pt idx="6072">
                  <c:v>41.013900999999997</c:v>
                </c:pt>
                <c:pt idx="6073">
                  <c:v>41.021163999999999</c:v>
                </c:pt>
                <c:pt idx="6074">
                  <c:v>41.031115999999997</c:v>
                </c:pt>
                <c:pt idx="6075">
                  <c:v>41.046340999999998</c:v>
                </c:pt>
                <c:pt idx="6076">
                  <c:v>41.066707999999998</c:v>
                </c:pt>
                <c:pt idx="6077">
                  <c:v>41.0914</c:v>
                </c:pt>
                <c:pt idx="6078">
                  <c:v>41.117077000000002</c:v>
                </c:pt>
                <c:pt idx="6079">
                  <c:v>41.140118000000001</c:v>
                </c:pt>
                <c:pt idx="6080">
                  <c:v>41.159129999999998</c:v>
                </c:pt>
                <c:pt idx="6081">
                  <c:v>41.175097999999998</c:v>
                </c:pt>
                <c:pt idx="6082">
                  <c:v>41.188952999999998</c:v>
                </c:pt>
                <c:pt idx="6083">
                  <c:v>41.200049999999997</c:v>
                </c:pt>
                <c:pt idx="6084">
                  <c:v>41.209614000000002</c:v>
                </c:pt>
                <c:pt idx="6085">
                  <c:v>41.219231000000001</c:v>
                </c:pt>
                <c:pt idx="6086">
                  <c:v>41.233753</c:v>
                </c:pt>
                <c:pt idx="6087">
                  <c:v>41.255637999999998</c:v>
                </c:pt>
                <c:pt idx="6088">
                  <c:v>41.283237</c:v>
                </c:pt>
                <c:pt idx="6089">
                  <c:v>41.312874000000001</c:v>
                </c:pt>
                <c:pt idx="6090">
                  <c:v>41.341358</c:v>
                </c:pt>
                <c:pt idx="6091">
                  <c:v>41.369067999999999</c:v>
                </c:pt>
                <c:pt idx="6092">
                  <c:v>41.397830999999996</c:v>
                </c:pt>
                <c:pt idx="6093">
                  <c:v>41.428040000000003</c:v>
                </c:pt>
                <c:pt idx="6094">
                  <c:v>41.464176000000002</c:v>
                </c:pt>
                <c:pt idx="6095">
                  <c:v>41.504424999999998</c:v>
                </c:pt>
                <c:pt idx="6096">
                  <c:v>41.545634999999997</c:v>
                </c:pt>
                <c:pt idx="6097">
                  <c:v>41.584578999999998</c:v>
                </c:pt>
                <c:pt idx="6098">
                  <c:v>41.619354000000001</c:v>
                </c:pt>
                <c:pt idx="6099">
                  <c:v>41.650497000000001</c:v>
                </c:pt>
                <c:pt idx="6100">
                  <c:v>41.682732000000001</c:v>
                </c:pt>
                <c:pt idx="6101">
                  <c:v>41.716777999999998</c:v>
                </c:pt>
                <c:pt idx="6102">
                  <c:v>41.748322000000002</c:v>
                </c:pt>
                <c:pt idx="6103">
                  <c:v>41.777050000000003</c:v>
                </c:pt>
                <c:pt idx="6104">
                  <c:v>41.804389999999998</c:v>
                </c:pt>
                <c:pt idx="6105">
                  <c:v>41.831386999999999</c:v>
                </c:pt>
                <c:pt idx="6106">
                  <c:v>41.856655000000003</c:v>
                </c:pt>
                <c:pt idx="6107">
                  <c:v>41.881785999999998</c:v>
                </c:pt>
                <c:pt idx="6108">
                  <c:v>41.908442999999998</c:v>
                </c:pt>
                <c:pt idx="6109">
                  <c:v>41.936881999999997</c:v>
                </c:pt>
                <c:pt idx="6110">
                  <c:v>41.966129000000002</c:v>
                </c:pt>
                <c:pt idx="6111">
                  <c:v>41.993792999999997</c:v>
                </c:pt>
                <c:pt idx="6112">
                  <c:v>42.019024000000002</c:v>
                </c:pt>
                <c:pt idx="6113">
                  <c:v>42.040894000000002</c:v>
                </c:pt>
                <c:pt idx="6114">
                  <c:v>42.063423</c:v>
                </c:pt>
                <c:pt idx="6115">
                  <c:v>42.089840000000002</c:v>
                </c:pt>
                <c:pt idx="6116">
                  <c:v>42.121586000000001</c:v>
                </c:pt>
                <c:pt idx="6117">
                  <c:v>42.157069999999997</c:v>
                </c:pt>
                <c:pt idx="6118">
                  <c:v>42.192909</c:v>
                </c:pt>
                <c:pt idx="6119">
                  <c:v>42.226402</c:v>
                </c:pt>
                <c:pt idx="6120">
                  <c:v>42.258521999999999</c:v>
                </c:pt>
                <c:pt idx="6121">
                  <c:v>42.289520000000003</c:v>
                </c:pt>
                <c:pt idx="6122">
                  <c:v>42.324973999999997</c:v>
                </c:pt>
                <c:pt idx="6123">
                  <c:v>42.363078999999999</c:v>
                </c:pt>
                <c:pt idx="6124">
                  <c:v>42.402500000000003</c:v>
                </c:pt>
                <c:pt idx="6125">
                  <c:v>42.443272</c:v>
                </c:pt>
                <c:pt idx="6126">
                  <c:v>42.483040000000003</c:v>
                </c:pt>
                <c:pt idx="6127">
                  <c:v>42.518349000000001</c:v>
                </c:pt>
                <c:pt idx="6128">
                  <c:v>42.558258000000002</c:v>
                </c:pt>
                <c:pt idx="6129">
                  <c:v>42.595585</c:v>
                </c:pt>
                <c:pt idx="6130">
                  <c:v>42.632106999999998</c:v>
                </c:pt>
                <c:pt idx="6131">
                  <c:v>42.676003000000001</c:v>
                </c:pt>
                <c:pt idx="6132">
                  <c:v>42.721919999999997</c:v>
                </c:pt>
                <c:pt idx="6133">
                  <c:v>42.769730000000003</c:v>
                </c:pt>
                <c:pt idx="6134">
                  <c:v>42.816101000000003</c:v>
                </c:pt>
                <c:pt idx="6135">
                  <c:v>42.856273999999999</c:v>
                </c:pt>
                <c:pt idx="6136">
                  <c:v>42.885596999999997</c:v>
                </c:pt>
                <c:pt idx="6137">
                  <c:v>42.915447</c:v>
                </c:pt>
                <c:pt idx="6138">
                  <c:v>42.944640999999997</c:v>
                </c:pt>
                <c:pt idx="6139">
                  <c:v>42.978347999999997</c:v>
                </c:pt>
                <c:pt idx="6140">
                  <c:v>43.018265</c:v>
                </c:pt>
                <c:pt idx="6141">
                  <c:v>43.058861</c:v>
                </c:pt>
                <c:pt idx="6142">
                  <c:v>43.094402000000002</c:v>
                </c:pt>
                <c:pt idx="6143">
                  <c:v>43.124420000000001</c:v>
                </c:pt>
                <c:pt idx="6144">
                  <c:v>43.148544000000001</c:v>
                </c:pt>
                <c:pt idx="6145">
                  <c:v>43.167346999999999</c:v>
                </c:pt>
                <c:pt idx="6146">
                  <c:v>43.182139999999997</c:v>
                </c:pt>
                <c:pt idx="6147">
                  <c:v>43.193783000000003</c:v>
                </c:pt>
                <c:pt idx="6148">
                  <c:v>43.205497999999999</c:v>
                </c:pt>
                <c:pt idx="6149">
                  <c:v>43.219208000000002</c:v>
                </c:pt>
                <c:pt idx="6150">
                  <c:v>43.234627000000003</c:v>
                </c:pt>
                <c:pt idx="6151">
                  <c:v>43.250160000000001</c:v>
                </c:pt>
                <c:pt idx="6152">
                  <c:v>43.267055999999997</c:v>
                </c:pt>
                <c:pt idx="6153">
                  <c:v>43.282093000000003</c:v>
                </c:pt>
                <c:pt idx="6154">
                  <c:v>43.296191999999998</c:v>
                </c:pt>
                <c:pt idx="6155">
                  <c:v>43.310692000000003</c:v>
                </c:pt>
                <c:pt idx="6156">
                  <c:v>43.323483000000003</c:v>
                </c:pt>
                <c:pt idx="6157">
                  <c:v>43.335003</c:v>
                </c:pt>
                <c:pt idx="6158">
                  <c:v>43.349570999999997</c:v>
                </c:pt>
                <c:pt idx="6159">
                  <c:v>43.369450000000001</c:v>
                </c:pt>
                <c:pt idx="6160">
                  <c:v>43.393597</c:v>
                </c:pt>
                <c:pt idx="6161">
                  <c:v>43.421393999999999</c:v>
                </c:pt>
                <c:pt idx="6162">
                  <c:v>43.451824000000002</c:v>
                </c:pt>
                <c:pt idx="6163">
                  <c:v>43.483848999999999</c:v>
                </c:pt>
                <c:pt idx="6164">
                  <c:v>43.518967000000004</c:v>
                </c:pt>
                <c:pt idx="6165">
                  <c:v>43.554008000000003</c:v>
                </c:pt>
                <c:pt idx="6166">
                  <c:v>43.590049999999998</c:v>
                </c:pt>
                <c:pt idx="6167">
                  <c:v>43.631767000000004</c:v>
                </c:pt>
                <c:pt idx="6168">
                  <c:v>43.674084000000001</c:v>
                </c:pt>
                <c:pt idx="6169">
                  <c:v>43.710590000000003</c:v>
                </c:pt>
                <c:pt idx="6170">
                  <c:v>43.738154999999999</c:v>
                </c:pt>
                <c:pt idx="6171">
                  <c:v>43.756824000000002</c:v>
                </c:pt>
                <c:pt idx="6172">
                  <c:v>43.765948999999999</c:v>
                </c:pt>
                <c:pt idx="6173">
                  <c:v>43.770290000000003</c:v>
                </c:pt>
                <c:pt idx="6174">
                  <c:v>43.772919000000002</c:v>
                </c:pt>
                <c:pt idx="6175">
                  <c:v>43.780127999999998</c:v>
                </c:pt>
                <c:pt idx="6176">
                  <c:v>43.788196999999997</c:v>
                </c:pt>
                <c:pt idx="6177">
                  <c:v>43.797077000000002</c:v>
                </c:pt>
                <c:pt idx="6178">
                  <c:v>43.806117999999998</c:v>
                </c:pt>
                <c:pt idx="6179">
                  <c:v>43.818283000000001</c:v>
                </c:pt>
                <c:pt idx="6180">
                  <c:v>43.834449999999997</c:v>
                </c:pt>
                <c:pt idx="6181">
                  <c:v>43.858555000000003</c:v>
                </c:pt>
                <c:pt idx="6182">
                  <c:v>43.887062</c:v>
                </c:pt>
                <c:pt idx="6183">
                  <c:v>43.916294000000001</c:v>
                </c:pt>
                <c:pt idx="6184">
                  <c:v>43.944510999999999</c:v>
                </c:pt>
                <c:pt idx="6185">
                  <c:v>43.969439999999999</c:v>
                </c:pt>
                <c:pt idx="6186">
                  <c:v>43.987400000000001</c:v>
                </c:pt>
                <c:pt idx="6187">
                  <c:v>44.000221000000003</c:v>
                </c:pt>
                <c:pt idx="6188">
                  <c:v>44.010426000000002</c:v>
                </c:pt>
                <c:pt idx="6189">
                  <c:v>44.020592000000001</c:v>
                </c:pt>
                <c:pt idx="6190">
                  <c:v>44.034858999999997</c:v>
                </c:pt>
                <c:pt idx="6191">
                  <c:v>44.051811000000001</c:v>
                </c:pt>
                <c:pt idx="6192">
                  <c:v>44.070042000000001</c:v>
                </c:pt>
                <c:pt idx="6193">
                  <c:v>44.084395999999998</c:v>
                </c:pt>
                <c:pt idx="6194">
                  <c:v>44.094631</c:v>
                </c:pt>
                <c:pt idx="6195">
                  <c:v>44.099105999999999</c:v>
                </c:pt>
                <c:pt idx="6196">
                  <c:v>44.099274000000001</c:v>
                </c:pt>
                <c:pt idx="6197">
                  <c:v>44.099552000000003</c:v>
                </c:pt>
                <c:pt idx="6198">
                  <c:v>44.101078000000001</c:v>
                </c:pt>
                <c:pt idx="6199">
                  <c:v>44.104152999999997</c:v>
                </c:pt>
                <c:pt idx="6200">
                  <c:v>44.108234000000003</c:v>
                </c:pt>
                <c:pt idx="6201">
                  <c:v>44.115096999999999</c:v>
                </c:pt>
                <c:pt idx="6202">
                  <c:v>44.124336</c:v>
                </c:pt>
                <c:pt idx="6203">
                  <c:v>44.132904000000003</c:v>
                </c:pt>
                <c:pt idx="6204">
                  <c:v>44.141810999999997</c:v>
                </c:pt>
                <c:pt idx="6205">
                  <c:v>44.150215000000003</c:v>
                </c:pt>
                <c:pt idx="6206">
                  <c:v>44.158172999999998</c:v>
                </c:pt>
                <c:pt idx="6207">
                  <c:v>44.167019000000003</c:v>
                </c:pt>
                <c:pt idx="6208">
                  <c:v>44.176749999999998</c:v>
                </c:pt>
                <c:pt idx="6209">
                  <c:v>44.189067999999999</c:v>
                </c:pt>
                <c:pt idx="6210">
                  <c:v>44.200909000000003</c:v>
                </c:pt>
                <c:pt idx="6211">
                  <c:v>44.210236000000002</c:v>
                </c:pt>
                <c:pt idx="6212">
                  <c:v>44.220165000000001</c:v>
                </c:pt>
                <c:pt idx="6213">
                  <c:v>44.233307000000003</c:v>
                </c:pt>
                <c:pt idx="6214">
                  <c:v>44.248913000000002</c:v>
                </c:pt>
                <c:pt idx="6215">
                  <c:v>44.264786000000001</c:v>
                </c:pt>
                <c:pt idx="6216">
                  <c:v>44.281528000000002</c:v>
                </c:pt>
                <c:pt idx="6217">
                  <c:v>44.298344</c:v>
                </c:pt>
                <c:pt idx="6218">
                  <c:v>44.313141000000002</c:v>
                </c:pt>
                <c:pt idx="6219">
                  <c:v>44.326129999999999</c:v>
                </c:pt>
                <c:pt idx="6220">
                  <c:v>44.338993000000002</c:v>
                </c:pt>
                <c:pt idx="6221">
                  <c:v>44.352463</c:v>
                </c:pt>
                <c:pt idx="6222">
                  <c:v>44.365668999999997</c:v>
                </c:pt>
                <c:pt idx="6223">
                  <c:v>44.376609999999999</c:v>
                </c:pt>
                <c:pt idx="6224">
                  <c:v>44.385567000000002</c:v>
                </c:pt>
                <c:pt idx="6225">
                  <c:v>44.396197999999998</c:v>
                </c:pt>
                <c:pt idx="6226">
                  <c:v>44.408306000000003</c:v>
                </c:pt>
                <c:pt idx="6227">
                  <c:v>44.422210999999997</c:v>
                </c:pt>
                <c:pt idx="6228">
                  <c:v>44.434730999999999</c:v>
                </c:pt>
                <c:pt idx="6229">
                  <c:v>44.443362999999998</c:v>
                </c:pt>
                <c:pt idx="6230">
                  <c:v>44.448273</c:v>
                </c:pt>
                <c:pt idx="6231">
                  <c:v>44.448799000000001</c:v>
                </c:pt>
                <c:pt idx="6232">
                  <c:v>44.447353</c:v>
                </c:pt>
                <c:pt idx="6233">
                  <c:v>44.446742999999998</c:v>
                </c:pt>
                <c:pt idx="6234">
                  <c:v>44.447535999999999</c:v>
                </c:pt>
                <c:pt idx="6235">
                  <c:v>44.444958</c:v>
                </c:pt>
                <c:pt idx="6236">
                  <c:v>44.434303</c:v>
                </c:pt>
                <c:pt idx="6237">
                  <c:v>44.420265000000001</c:v>
                </c:pt>
                <c:pt idx="6238">
                  <c:v>44.404758000000001</c:v>
                </c:pt>
                <c:pt idx="6239">
                  <c:v>44.387459</c:v>
                </c:pt>
                <c:pt idx="6240">
                  <c:v>44.369965000000001</c:v>
                </c:pt>
                <c:pt idx="6241">
                  <c:v>44.355651999999999</c:v>
                </c:pt>
                <c:pt idx="6242">
                  <c:v>44.345547000000003</c:v>
                </c:pt>
                <c:pt idx="6243">
                  <c:v>44.338737000000002</c:v>
                </c:pt>
                <c:pt idx="6244">
                  <c:v>44.333530000000003</c:v>
                </c:pt>
                <c:pt idx="6245">
                  <c:v>44.328589999999998</c:v>
                </c:pt>
                <c:pt idx="6246">
                  <c:v>44.32132</c:v>
                </c:pt>
                <c:pt idx="6247">
                  <c:v>44.309372000000003</c:v>
                </c:pt>
                <c:pt idx="6248">
                  <c:v>44.295223</c:v>
                </c:pt>
                <c:pt idx="6249">
                  <c:v>44.280884</c:v>
                </c:pt>
                <c:pt idx="6250">
                  <c:v>44.268734000000002</c:v>
                </c:pt>
                <c:pt idx="6251">
                  <c:v>44.259540999999999</c:v>
                </c:pt>
                <c:pt idx="6252">
                  <c:v>44.251316000000003</c:v>
                </c:pt>
                <c:pt idx="6253">
                  <c:v>44.246291999999997</c:v>
                </c:pt>
                <c:pt idx="6254">
                  <c:v>44.241622999999997</c:v>
                </c:pt>
                <c:pt idx="6255">
                  <c:v>44.237769999999998</c:v>
                </c:pt>
                <c:pt idx="6256">
                  <c:v>44.232956000000001</c:v>
                </c:pt>
                <c:pt idx="6257">
                  <c:v>44.224781</c:v>
                </c:pt>
                <c:pt idx="6258">
                  <c:v>44.211269000000001</c:v>
                </c:pt>
                <c:pt idx="6259">
                  <c:v>44.192599999999999</c:v>
                </c:pt>
                <c:pt idx="6260">
                  <c:v>44.174736000000003</c:v>
                </c:pt>
                <c:pt idx="6261">
                  <c:v>44.155441000000003</c:v>
                </c:pt>
                <c:pt idx="6262">
                  <c:v>44.135933000000001</c:v>
                </c:pt>
                <c:pt idx="6263">
                  <c:v>44.116729999999997</c:v>
                </c:pt>
                <c:pt idx="6264">
                  <c:v>44.093829999999997</c:v>
                </c:pt>
                <c:pt idx="6265">
                  <c:v>44.070179000000003</c:v>
                </c:pt>
                <c:pt idx="6266">
                  <c:v>44.054496999999998</c:v>
                </c:pt>
                <c:pt idx="6267">
                  <c:v>44.049557</c:v>
                </c:pt>
                <c:pt idx="6268">
                  <c:v>44.056969000000002</c:v>
                </c:pt>
                <c:pt idx="6269">
                  <c:v>44.073543999999998</c:v>
                </c:pt>
                <c:pt idx="6270">
                  <c:v>44.092319000000003</c:v>
                </c:pt>
                <c:pt idx="6271">
                  <c:v>44.112029999999997</c:v>
                </c:pt>
                <c:pt idx="6272">
                  <c:v>44.130744999999997</c:v>
                </c:pt>
                <c:pt idx="6273">
                  <c:v>44.148499000000001</c:v>
                </c:pt>
                <c:pt idx="6274">
                  <c:v>44.164932</c:v>
                </c:pt>
                <c:pt idx="6275">
                  <c:v>44.181128999999999</c:v>
                </c:pt>
                <c:pt idx="6276">
                  <c:v>44.195698</c:v>
                </c:pt>
                <c:pt idx="6277">
                  <c:v>44.211753999999999</c:v>
                </c:pt>
                <c:pt idx="6278">
                  <c:v>44.231135999999999</c:v>
                </c:pt>
                <c:pt idx="6279">
                  <c:v>44.253436999999998</c:v>
                </c:pt>
                <c:pt idx="6280">
                  <c:v>44.277462</c:v>
                </c:pt>
                <c:pt idx="6281">
                  <c:v>44.302917000000001</c:v>
                </c:pt>
                <c:pt idx="6282">
                  <c:v>44.329780999999997</c:v>
                </c:pt>
                <c:pt idx="6283">
                  <c:v>44.356502999999996</c:v>
                </c:pt>
                <c:pt idx="6284">
                  <c:v>44.381461999999999</c:v>
                </c:pt>
                <c:pt idx="6285">
                  <c:v>44.402980999999997</c:v>
                </c:pt>
                <c:pt idx="6286">
                  <c:v>44.419395000000002</c:v>
                </c:pt>
                <c:pt idx="6287">
                  <c:v>44.427700000000002</c:v>
                </c:pt>
                <c:pt idx="6288">
                  <c:v>44.432270000000003</c:v>
                </c:pt>
                <c:pt idx="6289">
                  <c:v>44.439686000000002</c:v>
                </c:pt>
                <c:pt idx="6290">
                  <c:v>44.450572999999999</c:v>
                </c:pt>
                <c:pt idx="6291">
                  <c:v>44.467457000000003</c:v>
                </c:pt>
                <c:pt idx="6292">
                  <c:v>44.486739999999998</c:v>
                </c:pt>
                <c:pt idx="6293">
                  <c:v>44.505634000000001</c:v>
                </c:pt>
                <c:pt idx="6294">
                  <c:v>44.528312999999997</c:v>
                </c:pt>
                <c:pt idx="6295">
                  <c:v>44.551067000000003</c:v>
                </c:pt>
                <c:pt idx="6296">
                  <c:v>44.575637999999998</c:v>
                </c:pt>
                <c:pt idx="6297">
                  <c:v>44.597450000000002</c:v>
                </c:pt>
                <c:pt idx="6298">
                  <c:v>44.617325000000001</c:v>
                </c:pt>
                <c:pt idx="6299">
                  <c:v>44.643929</c:v>
                </c:pt>
                <c:pt idx="6300">
                  <c:v>44.684871999999999</c:v>
                </c:pt>
                <c:pt idx="6301">
                  <c:v>44.735008000000001</c:v>
                </c:pt>
                <c:pt idx="6302">
                  <c:v>44.791846999999997</c:v>
                </c:pt>
                <c:pt idx="6303">
                  <c:v>44.861091999999999</c:v>
                </c:pt>
                <c:pt idx="6304">
                  <c:v>44.930861999999998</c:v>
                </c:pt>
                <c:pt idx="6305">
                  <c:v>44.999352000000002</c:v>
                </c:pt>
                <c:pt idx="6306">
                  <c:v>45.071018000000002</c:v>
                </c:pt>
                <c:pt idx="6307">
                  <c:v>45.136901999999999</c:v>
                </c:pt>
                <c:pt idx="6308">
                  <c:v>45.199416999999997</c:v>
                </c:pt>
                <c:pt idx="6309">
                  <c:v>45.248351999999997</c:v>
                </c:pt>
                <c:pt idx="6310">
                  <c:v>45.287745999999999</c:v>
                </c:pt>
                <c:pt idx="6311">
                  <c:v>45.327582999999997</c:v>
                </c:pt>
                <c:pt idx="6312">
                  <c:v>45.362704999999998</c:v>
                </c:pt>
                <c:pt idx="6313">
                  <c:v>45.401339999999998</c:v>
                </c:pt>
                <c:pt idx="6314">
                  <c:v>45.443119000000003</c:v>
                </c:pt>
                <c:pt idx="6315">
                  <c:v>45.482441000000001</c:v>
                </c:pt>
                <c:pt idx="6316">
                  <c:v>45.526496999999999</c:v>
                </c:pt>
                <c:pt idx="6317">
                  <c:v>45.575007999999997</c:v>
                </c:pt>
                <c:pt idx="6318">
                  <c:v>45.631270999999998</c:v>
                </c:pt>
                <c:pt idx="6319">
                  <c:v>45.692875000000001</c:v>
                </c:pt>
                <c:pt idx="6320">
                  <c:v>45.755299000000001</c:v>
                </c:pt>
                <c:pt idx="6321">
                  <c:v>45.817965999999998</c:v>
                </c:pt>
                <c:pt idx="6322">
                  <c:v>45.879916999999999</c:v>
                </c:pt>
                <c:pt idx="6323">
                  <c:v>45.940300000000001</c:v>
                </c:pt>
                <c:pt idx="6324">
                  <c:v>45.997833</c:v>
                </c:pt>
                <c:pt idx="6325">
                  <c:v>46.053351999999997</c:v>
                </c:pt>
                <c:pt idx="6326">
                  <c:v>46.111893000000002</c:v>
                </c:pt>
                <c:pt idx="6327">
                  <c:v>46.173594999999999</c:v>
                </c:pt>
                <c:pt idx="6328">
                  <c:v>46.236904000000003</c:v>
                </c:pt>
                <c:pt idx="6329">
                  <c:v>46.300761999999999</c:v>
                </c:pt>
                <c:pt idx="6330">
                  <c:v>46.364113000000003</c:v>
                </c:pt>
                <c:pt idx="6331">
                  <c:v>46.424441999999999</c:v>
                </c:pt>
                <c:pt idx="6332">
                  <c:v>46.478867000000001</c:v>
                </c:pt>
                <c:pt idx="6333">
                  <c:v>46.522587000000001</c:v>
                </c:pt>
                <c:pt idx="6334">
                  <c:v>46.553607999999997</c:v>
                </c:pt>
                <c:pt idx="6335">
                  <c:v>46.575062000000003</c:v>
                </c:pt>
                <c:pt idx="6336">
                  <c:v>46.594287999999999</c:v>
                </c:pt>
                <c:pt idx="6337">
                  <c:v>46.619137000000002</c:v>
                </c:pt>
                <c:pt idx="6338">
                  <c:v>46.648411000000003</c:v>
                </c:pt>
                <c:pt idx="6339">
                  <c:v>46.681109999999997</c:v>
                </c:pt>
                <c:pt idx="6340">
                  <c:v>46.721339999999998</c:v>
                </c:pt>
                <c:pt idx="6341">
                  <c:v>46.771965000000002</c:v>
                </c:pt>
                <c:pt idx="6342">
                  <c:v>46.826346999999998</c:v>
                </c:pt>
                <c:pt idx="6343">
                  <c:v>46.874695000000003</c:v>
                </c:pt>
                <c:pt idx="6344">
                  <c:v>46.923157000000003</c:v>
                </c:pt>
                <c:pt idx="6345">
                  <c:v>46.969276000000001</c:v>
                </c:pt>
                <c:pt idx="6346">
                  <c:v>47.017792</c:v>
                </c:pt>
                <c:pt idx="6347">
                  <c:v>47.071423000000003</c:v>
                </c:pt>
                <c:pt idx="6348">
                  <c:v>47.125309000000001</c:v>
                </c:pt>
                <c:pt idx="6349">
                  <c:v>47.180126000000001</c:v>
                </c:pt>
                <c:pt idx="6350">
                  <c:v>47.237461000000003</c:v>
                </c:pt>
                <c:pt idx="6351">
                  <c:v>47.296776000000001</c:v>
                </c:pt>
                <c:pt idx="6352">
                  <c:v>47.356318999999999</c:v>
                </c:pt>
                <c:pt idx="6353">
                  <c:v>47.414642000000001</c:v>
                </c:pt>
                <c:pt idx="6354">
                  <c:v>47.474007</c:v>
                </c:pt>
                <c:pt idx="6355">
                  <c:v>47.534187000000003</c:v>
                </c:pt>
                <c:pt idx="6356">
                  <c:v>47.591285999999997</c:v>
                </c:pt>
                <c:pt idx="6357">
                  <c:v>47.642986000000001</c:v>
                </c:pt>
                <c:pt idx="6358">
                  <c:v>47.693409000000003</c:v>
                </c:pt>
                <c:pt idx="6359">
                  <c:v>47.754150000000003</c:v>
                </c:pt>
                <c:pt idx="6360">
                  <c:v>47.825108</c:v>
                </c:pt>
                <c:pt idx="6361">
                  <c:v>47.905482999999997</c:v>
                </c:pt>
                <c:pt idx="6362">
                  <c:v>47.990059000000002</c:v>
                </c:pt>
                <c:pt idx="6363">
                  <c:v>48.075992999999997</c:v>
                </c:pt>
                <c:pt idx="6364">
                  <c:v>48.163052</c:v>
                </c:pt>
                <c:pt idx="6365">
                  <c:v>48.248927999999999</c:v>
                </c:pt>
                <c:pt idx="6366">
                  <c:v>48.331940000000003</c:v>
                </c:pt>
                <c:pt idx="6367">
                  <c:v>48.415165000000002</c:v>
                </c:pt>
                <c:pt idx="6368">
                  <c:v>48.497723000000001</c:v>
                </c:pt>
                <c:pt idx="6369">
                  <c:v>48.581749000000002</c:v>
                </c:pt>
                <c:pt idx="6370">
                  <c:v>48.664012999999997</c:v>
                </c:pt>
                <c:pt idx="6371">
                  <c:v>48.743865999999997</c:v>
                </c:pt>
                <c:pt idx="6372">
                  <c:v>48.821021999999999</c:v>
                </c:pt>
                <c:pt idx="6373">
                  <c:v>48.894474000000002</c:v>
                </c:pt>
                <c:pt idx="6374">
                  <c:v>48.962868</c:v>
                </c:pt>
                <c:pt idx="6375">
                  <c:v>49.026440000000001</c:v>
                </c:pt>
                <c:pt idx="6376">
                  <c:v>49.087905999999997</c:v>
                </c:pt>
                <c:pt idx="6377">
                  <c:v>49.151603999999999</c:v>
                </c:pt>
                <c:pt idx="6378">
                  <c:v>49.219512999999999</c:v>
                </c:pt>
                <c:pt idx="6379">
                  <c:v>49.299408</c:v>
                </c:pt>
                <c:pt idx="6380">
                  <c:v>49.384548000000002</c:v>
                </c:pt>
                <c:pt idx="6381">
                  <c:v>49.469521</c:v>
                </c:pt>
                <c:pt idx="6382">
                  <c:v>49.55368</c:v>
                </c:pt>
                <c:pt idx="6383">
                  <c:v>49.635849</c:v>
                </c:pt>
                <c:pt idx="6384">
                  <c:v>49.716701999999998</c:v>
                </c:pt>
                <c:pt idx="6385">
                  <c:v>49.795532000000001</c:v>
                </c:pt>
                <c:pt idx="6386">
                  <c:v>49.868732000000001</c:v>
                </c:pt>
                <c:pt idx="6387">
                  <c:v>49.935218999999996</c:v>
                </c:pt>
                <c:pt idx="6388">
                  <c:v>49.995677999999998</c:v>
                </c:pt>
                <c:pt idx="6389">
                  <c:v>50.053401999999998</c:v>
                </c:pt>
                <c:pt idx="6390">
                  <c:v>50.111274999999999</c:v>
                </c:pt>
                <c:pt idx="6391">
                  <c:v>50.168362000000002</c:v>
                </c:pt>
                <c:pt idx="6392">
                  <c:v>50.224032999999999</c:v>
                </c:pt>
                <c:pt idx="6393">
                  <c:v>50.280712000000001</c:v>
                </c:pt>
                <c:pt idx="6394">
                  <c:v>50.340553</c:v>
                </c:pt>
                <c:pt idx="6395">
                  <c:v>50.397789000000003</c:v>
                </c:pt>
                <c:pt idx="6396">
                  <c:v>50.452522000000002</c:v>
                </c:pt>
                <c:pt idx="6397">
                  <c:v>50.503292000000002</c:v>
                </c:pt>
                <c:pt idx="6398">
                  <c:v>50.549590999999999</c:v>
                </c:pt>
                <c:pt idx="6399">
                  <c:v>50.588473999999998</c:v>
                </c:pt>
                <c:pt idx="6400">
                  <c:v>50.620815</c:v>
                </c:pt>
                <c:pt idx="6401">
                  <c:v>50.652450999999999</c:v>
                </c:pt>
                <c:pt idx="6402">
                  <c:v>50.685760000000002</c:v>
                </c:pt>
                <c:pt idx="6403">
                  <c:v>50.720309999999998</c:v>
                </c:pt>
                <c:pt idx="6404">
                  <c:v>50.755423999999998</c:v>
                </c:pt>
                <c:pt idx="6405">
                  <c:v>50.783760000000001</c:v>
                </c:pt>
                <c:pt idx="6406">
                  <c:v>50.807921999999998</c:v>
                </c:pt>
                <c:pt idx="6407">
                  <c:v>50.835476</c:v>
                </c:pt>
                <c:pt idx="6408">
                  <c:v>50.864494000000001</c:v>
                </c:pt>
                <c:pt idx="6409">
                  <c:v>50.894210999999999</c:v>
                </c:pt>
                <c:pt idx="6410">
                  <c:v>50.927681</c:v>
                </c:pt>
                <c:pt idx="6411">
                  <c:v>50.964176000000002</c:v>
                </c:pt>
                <c:pt idx="6412">
                  <c:v>51.001072000000001</c:v>
                </c:pt>
                <c:pt idx="6413">
                  <c:v>51.034111000000003</c:v>
                </c:pt>
                <c:pt idx="6414">
                  <c:v>51.064987000000002</c:v>
                </c:pt>
                <c:pt idx="6415">
                  <c:v>51.096629999999998</c:v>
                </c:pt>
                <c:pt idx="6416">
                  <c:v>51.129314000000001</c:v>
                </c:pt>
                <c:pt idx="6417">
                  <c:v>51.163944000000001</c:v>
                </c:pt>
                <c:pt idx="6418">
                  <c:v>51.203293000000002</c:v>
                </c:pt>
                <c:pt idx="6419">
                  <c:v>51.252719999999997</c:v>
                </c:pt>
                <c:pt idx="6420">
                  <c:v>51.314259</c:v>
                </c:pt>
                <c:pt idx="6421">
                  <c:v>51.374248999999999</c:v>
                </c:pt>
                <c:pt idx="6422">
                  <c:v>51.431538000000003</c:v>
                </c:pt>
                <c:pt idx="6423">
                  <c:v>51.484810000000003</c:v>
                </c:pt>
                <c:pt idx="6424">
                  <c:v>51.531951999999997</c:v>
                </c:pt>
                <c:pt idx="6425">
                  <c:v>51.577815999999999</c:v>
                </c:pt>
                <c:pt idx="6426">
                  <c:v>51.627791999999999</c:v>
                </c:pt>
                <c:pt idx="6427">
                  <c:v>51.681606000000002</c:v>
                </c:pt>
                <c:pt idx="6428">
                  <c:v>51.735076999999997</c:v>
                </c:pt>
                <c:pt idx="6429">
                  <c:v>51.787697000000001</c:v>
                </c:pt>
                <c:pt idx="6430">
                  <c:v>51.842112999999998</c:v>
                </c:pt>
                <c:pt idx="6431">
                  <c:v>51.895943000000003</c:v>
                </c:pt>
                <c:pt idx="6432">
                  <c:v>51.947834</c:v>
                </c:pt>
                <c:pt idx="6433">
                  <c:v>52.002842000000001</c:v>
                </c:pt>
                <c:pt idx="6434">
                  <c:v>52.063305</c:v>
                </c:pt>
                <c:pt idx="6435">
                  <c:v>52.128447999999999</c:v>
                </c:pt>
                <c:pt idx="6436">
                  <c:v>52.193961999999999</c:v>
                </c:pt>
                <c:pt idx="6437">
                  <c:v>52.259258000000003</c:v>
                </c:pt>
                <c:pt idx="6438">
                  <c:v>52.324756999999998</c:v>
                </c:pt>
                <c:pt idx="6439">
                  <c:v>52.389633000000003</c:v>
                </c:pt>
                <c:pt idx="6440">
                  <c:v>52.456909000000003</c:v>
                </c:pt>
                <c:pt idx="6441">
                  <c:v>52.525706999999997</c:v>
                </c:pt>
                <c:pt idx="6442">
                  <c:v>52.591197999999999</c:v>
                </c:pt>
                <c:pt idx="6443">
                  <c:v>52.655968000000001</c:v>
                </c:pt>
                <c:pt idx="6444">
                  <c:v>52.723636999999997</c:v>
                </c:pt>
                <c:pt idx="6445">
                  <c:v>52.791775000000001</c:v>
                </c:pt>
                <c:pt idx="6446">
                  <c:v>52.860751999999998</c:v>
                </c:pt>
                <c:pt idx="6447">
                  <c:v>52.935062000000002</c:v>
                </c:pt>
                <c:pt idx="6448">
                  <c:v>53.018287999999998</c:v>
                </c:pt>
                <c:pt idx="6449">
                  <c:v>53.110607000000002</c:v>
                </c:pt>
                <c:pt idx="6450">
                  <c:v>53.207104000000001</c:v>
                </c:pt>
                <c:pt idx="6451">
                  <c:v>53.305298000000001</c:v>
                </c:pt>
                <c:pt idx="6452">
                  <c:v>53.403956999999998</c:v>
                </c:pt>
                <c:pt idx="6453">
                  <c:v>53.501849999999997</c:v>
                </c:pt>
                <c:pt idx="6454">
                  <c:v>53.598564000000003</c:v>
                </c:pt>
                <c:pt idx="6455">
                  <c:v>53.693699000000002</c:v>
                </c:pt>
                <c:pt idx="6456">
                  <c:v>53.786555999999997</c:v>
                </c:pt>
                <c:pt idx="6457">
                  <c:v>53.877147999999998</c:v>
                </c:pt>
                <c:pt idx="6458">
                  <c:v>53.967674000000002</c:v>
                </c:pt>
                <c:pt idx="6459">
                  <c:v>54.056820000000002</c:v>
                </c:pt>
                <c:pt idx="6460">
                  <c:v>54.143528000000003</c:v>
                </c:pt>
                <c:pt idx="6461">
                  <c:v>54.224471999999999</c:v>
                </c:pt>
                <c:pt idx="6462">
                  <c:v>54.303534999999997</c:v>
                </c:pt>
                <c:pt idx="6463">
                  <c:v>54.380867000000002</c:v>
                </c:pt>
                <c:pt idx="6464">
                  <c:v>54.46199</c:v>
                </c:pt>
                <c:pt idx="6465">
                  <c:v>54.537880000000001</c:v>
                </c:pt>
                <c:pt idx="6466">
                  <c:v>54.615993000000003</c:v>
                </c:pt>
                <c:pt idx="6467">
                  <c:v>54.697524999999999</c:v>
                </c:pt>
                <c:pt idx="6468">
                  <c:v>54.780498999999999</c:v>
                </c:pt>
                <c:pt idx="6469">
                  <c:v>54.865074</c:v>
                </c:pt>
                <c:pt idx="6470">
                  <c:v>54.94706</c:v>
                </c:pt>
                <c:pt idx="6471">
                  <c:v>55.024281000000002</c:v>
                </c:pt>
                <c:pt idx="6472">
                  <c:v>55.096660999999997</c:v>
                </c:pt>
                <c:pt idx="6473">
                  <c:v>55.163403000000002</c:v>
                </c:pt>
                <c:pt idx="6474">
                  <c:v>55.225982999999999</c:v>
                </c:pt>
                <c:pt idx="6475">
                  <c:v>55.285136999999999</c:v>
                </c:pt>
                <c:pt idx="6476">
                  <c:v>55.343432999999997</c:v>
                </c:pt>
                <c:pt idx="6477">
                  <c:v>55.401009000000002</c:v>
                </c:pt>
                <c:pt idx="6478">
                  <c:v>55.456490000000002</c:v>
                </c:pt>
                <c:pt idx="6479">
                  <c:v>55.510849</c:v>
                </c:pt>
                <c:pt idx="6480">
                  <c:v>55.558937</c:v>
                </c:pt>
                <c:pt idx="6481">
                  <c:v>55.598202000000001</c:v>
                </c:pt>
                <c:pt idx="6482">
                  <c:v>55.630760000000002</c:v>
                </c:pt>
                <c:pt idx="6483">
                  <c:v>55.655642999999998</c:v>
                </c:pt>
                <c:pt idx="6484">
                  <c:v>55.676029</c:v>
                </c:pt>
                <c:pt idx="6485">
                  <c:v>55.693516000000002</c:v>
                </c:pt>
                <c:pt idx="6486">
                  <c:v>55.708523</c:v>
                </c:pt>
                <c:pt idx="6487">
                  <c:v>55.724625000000003</c:v>
                </c:pt>
                <c:pt idx="6488">
                  <c:v>55.743378</c:v>
                </c:pt>
                <c:pt idx="6489">
                  <c:v>55.761707000000001</c:v>
                </c:pt>
                <c:pt idx="6490">
                  <c:v>55.779839000000003</c:v>
                </c:pt>
                <c:pt idx="6491">
                  <c:v>55.801597999999998</c:v>
                </c:pt>
                <c:pt idx="6492">
                  <c:v>55.830413999999998</c:v>
                </c:pt>
                <c:pt idx="6493">
                  <c:v>55.866622999999997</c:v>
                </c:pt>
                <c:pt idx="6494">
                  <c:v>55.901859000000002</c:v>
                </c:pt>
                <c:pt idx="6495">
                  <c:v>55.934066999999999</c:v>
                </c:pt>
                <c:pt idx="6496">
                  <c:v>55.964542000000002</c:v>
                </c:pt>
                <c:pt idx="6497">
                  <c:v>55.994762000000001</c:v>
                </c:pt>
                <c:pt idx="6498">
                  <c:v>56.029392000000001</c:v>
                </c:pt>
                <c:pt idx="6499">
                  <c:v>56.069546000000003</c:v>
                </c:pt>
                <c:pt idx="6500">
                  <c:v>56.109195999999997</c:v>
                </c:pt>
                <c:pt idx="6501">
                  <c:v>56.141463999999999</c:v>
                </c:pt>
                <c:pt idx="6502">
                  <c:v>56.167988000000001</c:v>
                </c:pt>
                <c:pt idx="6503">
                  <c:v>56.195255000000003</c:v>
                </c:pt>
                <c:pt idx="6504">
                  <c:v>56.225307000000001</c:v>
                </c:pt>
                <c:pt idx="6505">
                  <c:v>56.25882</c:v>
                </c:pt>
                <c:pt idx="6506">
                  <c:v>56.296954999999997</c:v>
                </c:pt>
                <c:pt idx="6507">
                  <c:v>56.343516999999999</c:v>
                </c:pt>
                <c:pt idx="6508">
                  <c:v>56.401913</c:v>
                </c:pt>
                <c:pt idx="6509">
                  <c:v>56.471209999999999</c:v>
                </c:pt>
                <c:pt idx="6510">
                  <c:v>56.547054000000003</c:v>
                </c:pt>
                <c:pt idx="6511">
                  <c:v>56.629275999999997</c:v>
                </c:pt>
                <c:pt idx="6512">
                  <c:v>56.715060999999999</c:v>
                </c:pt>
                <c:pt idx="6513">
                  <c:v>56.797550000000001</c:v>
                </c:pt>
                <c:pt idx="6514">
                  <c:v>56.873446999999999</c:v>
                </c:pt>
                <c:pt idx="6515">
                  <c:v>56.945189999999997</c:v>
                </c:pt>
                <c:pt idx="6516">
                  <c:v>57.010478999999997</c:v>
                </c:pt>
                <c:pt idx="6517">
                  <c:v>57.068890000000003</c:v>
                </c:pt>
                <c:pt idx="6518">
                  <c:v>57.122306999999999</c:v>
                </c:pt>
                <c:pt idx="6519">
                  <c:v>57.169803999999999</c:v>
                </c:pt>
                <c:pt idx="6520">
                  <c:v>57.213183999999998</c:v>
                </c:pt>
                <c:pt idx="6521">
                  <c:v>57.256168000000002</c:v>
                </c:pt>
                <c:pt idx="6522">
                  <c:v>57.30048</c:v>
                </c:pt>
                <c:pt idx="6523">
                  <c:v>57.348250999999998</c:v>
                </c:pt>
                <c:pt idx="6524">
                  <c:v>57.401657</c:v>
                </c:pt>
                <c:pt idx="6525">
                  <c:v>57.458087999999996</c:v>
                </c:pt>
                <c:pt idx="6526">
                  <c:v>57.516689</c:v>
                </c:pt>
                <c:pt idx="6527">
                  <c:v>57.578845999999999</c:v>
                </c:pt>
                <c:pt idx="6528">
                  <c:v>57.645454000000001</c:v>
                </c:pt>
                <c:pt idx="6529">
                  <c:v>57.713974</c:v>
                </c:pt>
                <c:pt idx="6530">
                  <c:v>57.782271999999999</c:v>
                </c:pt>
                <c:pt idx="6531">
                  <c:v>57.851706999999998</c:v>
                </c:pt>
                <c:pt idx="6532">
                  <c:v>57.924560999999997</c:v>
                </c:pt>
                <c:pt idx="6533">
                  <c:v>58.002105999999998</c:v>
                </c:pt>
                <c:pt idx="6534">
                  <c:v>58.080039999999997</c:v>
                </c:pt>
                <c:pt idx="6535">
                  <c:v>58.154952999999999</c:v>
                </c:pt>
                <c:pt idx="6536">
                  <c:v>58.226287999999997</c:v>
                </c:pt>
                <c:pt idx="6537">
                  <c:v>58.294764999999998</c:v>
                </c:pt>
                <c:pt idx="6538">
                  <c:v>58.362670999999999</c:v>
                </c:pt>
                <c:pt idx="6539">
                  <c:v>58.432644000000003</c:v>
                </c:pt>
                <c:pt idx="6540">
                  <c:v>58.505695000000003</c:v>
                </c:pt>
                <c:pt idx="6541">
                  <c:v>58.581085000000002</c:v>
                </c:pt>
                <c:pt idx="6542">
                  <c:v>58.658489000000003</c:v>
                </c:pt>
                <c:pt idx="6543">
                  <c:v>58.736834999999999</c:v>
                </c:pt>
                <c:pt idx="6544">
                  <c:v>58.811610999999999</c:v>
                </c:pt>
                <c:pt idx="6545">
                  <c:v>58.882603000000003</c:v>
                </c:pt>
                <c:pt idx="6546">
                  <c:v>58.951312999999999</c:v>
                </c:pt>
                <c:pt idx="6547">
                  <c:v>59.015732</c:v>
                </c:pt>
                <c:pt idx="6548">
                  <c:v>59.077869</c:v>
                </c:pt>
                <c:pt idx="6549">
                  <c:v>59.138424000000001</c:v>
                </c:pt>
                <c:pt idx="6550">
                  <c:v>59.199131000000001</c:v>
                </c:pt>
                <c:pt idx="6551">
                  <c:v>59.259864999999998</c:v>
                </c:pt>
                <c:pt idx="6552">
                  <c:v>59.320953000000003</c:v>
                </c:pt>
                <c:pt idx="6553">
                  <c:v>59.382435000000001</c:v>
                </c:pt>
                <c:pt idx="6554">
                  <c:v>59.443576999999998</c:v>
                </c:pt>
                <c:pt idx="6555">
                  <c:v>59.504874999999998</c:v>
                </c:pt>
                <c:pt idx="6556">
                  <c:v>59.565413999999997</c:v>
                </c:pt>
                <c:pt idx="6557">
                  <c:v>59.625033999999999</c:v>
                </c:pt>
                <c:pt idx="6558">
                  <c:v>59.684593</c:v>
                </c:pt>
                <c:pt idx="6559">
                  <c:v>59.744312000000001</c:v>
                </c:pt>
                <c:pt idx="6560">
                  <c:v>59.805835999999999</c:v>
                </c:pt>
                <c:pt idx="6561">
                  <c:v>59.868670999999999</c:v>
                </c:pt>
                <c:pt idx="6562">
                  <c:v>59.931750999999998</c:v>
                </c:pt>
                <c:pt idx="6563">
                  <c:v>59.993755</c:v>
                </c:pt>
                <c:pt idx="6564">
                  <c:v>60.056522000000001</c:v>
                </c:pt>
                <c:pt idx="6565">
                  <c:v>60.119934000000001</c:v>
                </c:pt>
                <c:pt idx="6566">
                  <c:v>60.179729000000002</c:v>
                </c:pt>
                <c:pt idx="6567">
                  <c:v>60.234104000000002</c:v>
                </c:pt>
                <c:pt idx="6568">
                  <c:v>60.280940999999999</c:v>
                </c:pt>
                <c:pt idx="6569">
                  <c:v>60.323624000000002</c:v>
                </c:pt>
                <c:pt idx="6570">
                  <c:v>60.369328000000003</c:v>
                </c:pt>
                <c:pt idx="6571">
                  <c:v>60.418427000000001</c:v>
                </c:pt>
                <c:pt idx="6572">
                  <c:v>60.470737</c:v>
                </c:pt>
                <c:pt idx="6573">
                  <c:v>60.526234000000002</c:v>
                </c:pt>
                <c:pt idx="6574">
                  <c:v>60.584625000000003</c:v>
                </c:pt>
                <c:pt idx="6575">
                  <c:v>60.645695000000003</c:v>
                </c:pt>
                <c:pt idx="6576">
                  <c:v>60.709110000000003</c:v>
                </c:pt>
                <c:pt idx="6577">
                  <c:v>60.772717</c:v>
                </c:pt>
                <c:pt idx="6578">
                  <c:v>60.835037</c:v>
                </c:pt>
                <c:pt idx="6579">
                  <c:v>60.899124</c:v>
                </c:pt>
                <c:pt idx="6580">
                  <c:v>60.967208999999997</c:v>
                </c:pt>
                <c:pt idx="6581">
                  <c:v>61.039684000000001</c:v>
                </c:pt>
                <c:pt idx="6582">
                  <c:v>61.112568000000003</c:v>
                </c:pt>
                <c:pt idx="6583">
                  <c:v>61.178505000000001</c:v>
                </c:pt>
                <c:pt idx="6584">
                  <c:v>61.236964999999998</c:v>
                </c:pt>
                <c:pt idx="6585">
                  <c:v>61.293716000000003</c:v>
                </c:pt>
                <c:pt idx="6586">
                  <c:v>61.350605000000002</c:v>
                </c:pt>
                <c:pt idx="6587">
                  <c:v>61.406342000000002</c:v>
                </c:pt>
                <c:pt idx="6588">
                  <c:v>61.461497999999999</c:v>
                </c:pt>
                <c:pt idx="6589">
                  <c:v>61.518188000000002</c:v>
                </c:pt>
                <c:pt idx="6590">
                  <c:v>61.578814999999999</c:v>
                </c:pt>
                <c:pt idx="6591">
                  <c:v>61.644458999999998</c:v>
                </c:pt>
                <c:pt idx="6592">
                  <c:v>61.711379999999998</c:v>
                </c:pt>
                <c:pt idx="6593">
                  <c:v>61.775829000000002</c:v>
                </c:pt>
                <c:pt idx="6594">
                  <c:v>61.835354000000002</c:v>
                </c:pt>
                <c:pt idx="6595">
                  <c:v>61.891936999999999</c:v>
                </c:pt>
                <c:pt idx="6596">
                  <c:v>61.948101000000001</c:v>
                </c:pt>
                <c:pt idx="6597">
                  <c:v>62.00206</c:v>
                </c:pt>
                <c:pt idx="6598">
                  <c:v>62.051487000000002</c:v>
                </c:pt>
                <c:pt idx="6599">
                  <c:v>62.096648999999999</c:v>
                </c:pt>
                <c:pt idx="6600">
                  <c:v>62.140331000000003</c:v>
                </c:pt>
                <c:pt idx="6601">
                  <c:v>62.184494000000001</c:v>
                </c:pt>
                <c:pt idx="6602">
                  <c:v>62.228274999999996</c:v>
                </c:pt>
                <c:pt idx="6603">
                  <c:v>62.270451000000001</c:v>
                </c:pt>
                <c:pt idx="6604">
                  <c:v>62.309803000000002</c:v>
                </c:pt>
                <c:pt idx="6605">
                  <c:v>62.348331000000002</c:v>
                </c:pt>
                <c:pt idx="6606">
                  <c:v>62.389595</c:v>
                </c:pt>
                <c:pt idx="6607">
                  <c:v>62.433559000000002</c:v>
                </c:pt>
                <c:pt idx="6608">
                  <c:v>62.474510000000002</c:v>
                </c:pt>
                <c:pt idx="6609">
                  <c:v>62.514308999999997</c:v>
                </c:pt>
                <c:pt idx="6610">
                  <c:v>62.553947000000001</c:v>
                </c:pt>
                <c:pt idx="6611">
                  <c:v>62.592964000000002</c:v>
                </c:pt>
                <c:pt idx="6612">
                  <c:v>62.629604</c:v>
                </c:pt>
                <c:pt idx="6613">
                  <c:v>62.661484000000002</c:v>
                </c:pt>
                <c:pt idx="6614">
                  <c:v>62.692329000000001</c:v>
                </c:pt>
                <c:pt idx="6615">
                  <c:v>62.728847999999999</c:v>
                </c:pt>
                <c:pt idx="6616">
                  <c:v>62.778407999999999</c:v>
                </c:pt>
                <c:pt idx="6617">
                  <c:v>62.842799999999997</c:v>
                </c:pt>
                <c:pt idx="6618">
                  <c:v>62.913792000000001</c:v>
                </c:pt>
                <c:pt idx="6619">
                  <c:v>62.981915000000001</c:v>
                </c:pt>
                <c:pt idx="6620">
                  <c:v>63.041415999999998</c:v>
                </c:pt>
                <c:pt idx="6621">
                  <c:v>63.096184000000001</c:v>
                </c:pt>
                <c:pt idx="6622">
                  <c:v>63.152954000000001</c:v>
                </c:pt>
                <c:pt idx="6623">
                  <c:v>63.215187</c:v>
                </c:pt>
                <c:pt idx="6624">
                  <c:v>63.279986999999998</c:v>
                </c:pt>
                <c:pt idx="6625">
                  <c:v>63.343699999999998</c:v>
                </c:pt>
                <c:pt idx="6626">
                  <c:v>63.400168999999998</c:v>
                </c:pt>
                <c:pt idx="6627">
                  <c:v>63.447387999999997</c:v>
                </c:pt>
                <c:pt idx="6628">
                  <c:v>63.490561999999997</c:v>
                </c:pt>
                <c:pt idx="6629">
                  <c:v>63.531528000000002</c:v>
                </c:pt>
                <c:pt idx="6630">
                  <c:v>63.567089000000003</c:v>
                </c:pt>
                <c:pt idx="6631">
                  <c:v>63.596133999999999</c:v>
                </c:pt>
                <c:pt idx="6632">
                  <c:v>63.626041000000001</c:v>
                </c:pt>
                <c:pt idx="6633">
                  <c:v>63.660026999999999</c:v>
                </c:pt>
                <c:pt idx="6634">
                  <c:v>63.696494999999999</c:v>
                </c:pt>
                <c:pt idx="6635">
                  <c:v>63.734428000000001</c:v>
                </c:pt>
                <c:pt idx="6636">
                  <c:v>63.773677999999997</c:v>
                </c:pt>
                <c:pt idx="6637">
                  <c:v>63.815517</c:v>
                </c:pt>
                <c:pt idx="6638">
                  <c:v>63.860455000000002</c:v>
                </c:pt>
                <c:pt idx="6639">
                  <c:v>63.906711999999999</c:v>
                </c:pt>
                <c:pt idx="6640">
                  <c:v>63.949809999999999</c:v>
                </c:pt>
                <c:pt idx="6641">
                  <c:v>63.987938</c:v>
                </c:pt>
                <c:pt idx="6642">
                  <c:v>64.025101000000006</c:v>
                </c:pt>
                <c:pt idx="6643">
                  <c:v>64.064705000000004</c:v>
                </c:pt>
                <c:pt idx="6644">
                  <c:v>64.105391999999995</c:v>
                </c:pt>
                <c:pt idx="6645">
                  <c:v>64.145065000000002</c:v>
                </c:pt>
                <c:pt idx="6646">
                  <c:v>64.183791999999997</c:v>
                </c:pt>
                <c:pt idx="6647">
                  <c:v>64.226134999999999</c:v>
                </c:pt>
                <c:pt idx="6648">
                  <c:v>64.270859000000002</c:v>
                </c:pt>
                <c:pt idx="6649">
                  <c:v>64.322761999999997</c:v>
                </c:pt>
                <c:pt idx="6650">
                  <c:v>64.380989</c:v>
                </c:pt>
                <c:pt idx="6651">
                  <c:v>64.446349999999995</c:v>
                </c:pt>
                <c:pt idx="6652">
                  <c:v>64.521011000000001</c:v>
                </c:pt>
                <c:pt idx="6653">
                  <c:v>64.599586000000002</c:v>
                </c:pt>
                <c:pt idx="6654">
                  <c:v>64.678252999999998</c:v>
                </c:pt>
                <c:pt idx="6655">
                  <c:v>64.753676999999996</c:v>
                </c:pt>
                <c:pt idx="6656">
                  <c:v>64.825500000000005</c:v>
                </c:pt>
                <c:pt idx="6657">
                  <c:v>64.899581999999995</c:v>
                </c:pt>
                <c:pt idx="6658">
                  <c:v>64.976059000000006</c:v>
                </c:pt>
                <c:pt idx="6659">
                  <c:v>65.054337000000004</c:v>
                </c:pt>
                <c:pt idx="6660">
                  <c:v>65.136543000000003</c:v>
                </c:pt>
                <c:pt idx="6661">
                  <c:v>65.221878000000004</c:v>
                </c:pt>
                <c:pt idx="6662">
                  <c:v>65.308197000000007</c:v>
                </c:pt>
                <c:pt idx="6663">
                  <c:v>65.396056999999999</c:v>
                </c:pt>
                <c:pt idx="6664">
                  <c:v>65.485489000000001</c:v>
                </c:pt>
                <c:pt idx="6665">
                  <c:v>65.576713999999996</c:v>
                </c:pt>
                <c:pt idx="6666">
                  <c:v>65.671249000000003</c:v>
                </c:pt>
                <c:pt idx="6667">
                  <c:v>65.770279000000002</c:v>
                </c:pt>
                <c:pt idx="6668">
                  <c:v>65.873206999999994</c:v>
                </c:pt>
                <c:pt idx="6669">
                  <c:v>65.977699000000001</c:v>
                </c:pt>
                <c:pt idx="6670">
                  <c:v>66.078704999999999</c:v>
                </c:pt>
                <c:pt idx="6671">
                  <c:v>66.173209999999997</c:v>
                </c:pt>
                <c:pt idx="6672">
                  <c:v>66.260986000000003</c:v>
                </c:pt>
                <c:pt idx="6673">
                  <c:v>66.342513999999994</c:v>
                </c:pt>
                <c:pt idx="6674">
                  <c:v>66.418739000000002</c:v>
                </c:pt>
                <c:pt idx="6675">
                  <c:v>66.492294000000001</c:v>
                </c:pt>
                <c:pt idx="6676">
                  <c:v>66.564414999999997</c:v>
                </c:pt>
                <c:pt idx="6677">
                  <c:v>66.635352999999995</c:v>
                </c:pt>
                <c:pt idx="6678">
                  <c:v>66.704918000000006</c:v>
                </c:pt>
                <c:pt idx="6679">
                  <c:v>66.775779999999997</c:v>
                </c:pt>
                <c:pt idx="6680">
                  <c:v>66.847260000000006</c:v>
                </c:pt>
                <c:pt idx="6681">
                  <c:v>66.922507999999993</c:v>
                </c:pt>
                <c:pt idx="6682">
                  <c:v>67.003112999999999</c:v>
                </c:pt>
                <c:pt idx="6683">
                  <c:v>67.080573999999999</c:v>
                </c:pt>
                <c:pt idx="6684">
                  <c:v>67.142319000000001</c:v>
                </c:pt>
                <c:pt idx="6685">
                  <c:v>67.190062999999995</c:v>
                </c:pt>
                <c:pt idx="6686">
                  <c:v>67.231437999999997</c:v>
                </c:pt>
                <c:pt idx="6687">
                  <c:v>67.272141000000005</c:v>
                </c:pt>
                <c:pt idx="6688">
                  <c:v>67.314139999999995</c:v>
                </c:pt>
                <c:pt idx="6689">
                  <c:v>67.355911000000006</c:v>
                </c:pt>
                <c:pt idx="6690">
                  <c:v>67.397705000000002</c:v>
                </c:pt>
                <c:pt idx="6691">
                  <c:v>67.441260999999997</c:v>
                </c:pt>
                <c:pt idx="6692">
                  <c:v>67.483429000000001</c:v>
                </c:pt>
                <c:pt idx="6693">
                  <c:v>67.527244999999994</c:v>
                </c:pt>
                <c:pt idx="6694">
                  <c:v>67.576149000000001</c:v>
                </c:pt>
                <c:pt idx="6695">
                  <c:v>67.631934999999999</c:v>
                </c:pt>
                <c:pt idx="6696">
                  <c:v>67.690048000000004</c:v>
                </c:pt>
                <c:pt idx="6697">
                  <c:v>67.747275999999999</c:v>
                </c:pt>
                <c:pt idx="6698">
                  <c:v>67.803436000000005</c:v>
                </c:pt>
                <c:pt idx="6699">
                  <c:v>67.857101</c:v>
                </c:pt>
                <c:pt idx="6700">
                  <c:v>67.907936000000007</c:v>
                </c:pt>
                <c:pt idx="6701">
                  <c:v>67.962135000000004</c:v>
                </c:pt>
                <c:pt idx="6702">
                  <c:v>68.022391999999996</c:v>
                </c:pt>
                <c:pt idx="6703">
                  <c:v>68.083198999999993</c:v>
                </c:pt>
                <c:pt idx="6704">
                  <c:v>68.141548</c:v>
                </c:pt>
                <c:pt idx="6705">
                  <c:v>68.196822999999995</c:v>
                </c:pt>
                <c:pt idx="6706">
                  <c:v>68.248238000000001</c:v>
                </c:pt>
                <c:pt idx="6707">
                  <c:v>68.297225999999995</c:v>
                </c:pt>
                <c:pt idx="6708">
                  <c:v>68.346298000000004</c:v>
                </c:pt>
                <c:pt idx="6709">
                  <c:v>68.400290999999996</c:v>
                </c:pt>
                <c:pt idx="6710">
                  <c:v>68.457763999999997</c:v>
                </c:pt>
                <c:pt idx="6711">
                  <c:v>68.517989999999998</c:v>
                </c:pt>
                <c:pt idx="6712">
                  <c:v>68.580070000000006</c:v>
                </c:pt>
                <c:pt idx="6713">
                  <c:v>68.643105000000006</c:v>
                </c:pt>
                <c:pt idx="6714">
                  <c:v>68.705337999999998</c:v>
                </c:pt>
                <c:pt idx="6715">
                  <c:v>68.764542000000006</c:v>
                </c:pt>
                <c:pt idx="6716">
                  <c:v>68.822097999999997</c:v>
                </c:pt>
                <c:pt idx="6717">
                  <c:v>68.875443000000004</c:v>
                </c:pt>
                <c:pt idx="6718">
                  <c:v>68.926284999999993</c:v>
                </c:pt>
                <c:pt idx="6719">
                  <c:v>68.978020000000001</c:v>
                </c:pt>
                <c:pt idx="6720">
                  <c:v>69.028351000000001</c:v>
                </c:pt>
                <c:pt idx="6721">
                  <c:v>69.075142</c:v>
                </c:pt>
                <c:pt idx="6722">
                  <c:v>69.116332999999997</c:v>
                </c:pt>
                <c:pt idx="6723">
                  <c:v>69.150841</c:v>
                </c:pt>
                <c:pt idx="6724">
                  <c:v>69.185974000000002</c:v>
                </c:pt>
                <c:pt idx="6725">
                  <c:v>69.227936</c:v>
                </c:pt>
                <c:pt idx="6726">
                  <c:v>69.273803999999998</c:v>
                </c:pt>
                <c:pt idx="6727">
                  <c:v>69.317916999999994</c:v>
                </c:pt>
                <c:pt idx="6728">
                  <c:v>69.364707999999993</c:v>
                </c:pt>
                <c:pt idx="6729">
                  <c:v>69.406684999999996</c:v>
                </c:pt>
                <c:pt idx="6730">
                  <c:v>69.441063</c:v>
                </c:pt>
                <c:pt idx="6731">
                  <c:v>69.471016000000006</c:v>
                </c:pt>
                <c:pt idx="6732">
                  <c:v>69.498054999999994</c:v>
                </c:pt>
                <c:pt idx="6733">
                  <c:v>69.525565999999998</c:v>
                </c:pt>
                <c:pt idx="6734">
                  <c:v>69.552231000000006</c:v>
                </c:pt>
                <c:pt idx="6735">
                  <c:v>69.580605000000006</c:v>
                </c:pt>
                <c:pt idx="6736">
                  <c:v>69.611609999999999</c:v>
                </c:pt>
                <c:pt idx="6737">
                  <c:v>69.643623000000005</c:v>
                </c:pt>
                <c:pt idx="6738">
                  <c:v>69.676879999999997</c:v>
                </c:pt>
                <c:pt idx="6739">
                  <c:v>69.711913999999993</c:v>
                </c:pt>
                <c:pt idx="6740">
                  <c:v>69.753639000000007</c:v>
                </c:pt>
                <c:pt idx="6741">
                  <c:v>69.800995</c:v>
                </c:pt>
                <c:pt idx="6742">
                  <c:v>69.853301999999999</c:v>
                </c:pt>
                <c:pt idx="6743">
                  <c:v>69.910224999999997</c:v>
                </c:pt>
                <c:pt idx="6744">
                  <c:v>69.970641999999998</c:v>
                </c:pt>
                <c:pt idx="6745">
                  <c:v>70.032950999999997</c:v>
                </c:pt>
                <c:pt idx="6746">
                  <c:v>70.096024</c:v>
                </c:pt>
                <c:pt idx="6747">
                  <c:v>70.159531000000001</c:v>
                </c:pt>
                <c:pt idx="6748">
                  <c:v>70.219673</c:v>
                </c:pt>
                <c:pt idx="6749">
                  <c:v>70.276009000000002</c:v>
                </c:pt>
                <c:pt idx="6750">
                  <c:v>70.333754999999996</c:v>
                </c:pt>
                <c:pt idx="6751">
                  <c:v>70.393371999999999</c:v>
                </c:pt>
                <c:pt idx="6752">
                  <c:v>70.456657000000007</c:v>
                </c:pt>
                <c:pt idx="6753">
                  <c:v>70.520454000000001</c:v>
                </c:pt>
                <c:pt idx="6754">
                  <c:v>70.585937999999999</c:v>
                </c:pt>
                <c:pt idx="6755">
                  <c:v>70.649185000000003</c:v>
                </c:pt>
                <c:pt idx="6756">
                  <c:v>70.713898</c:v>
                </c:pt>
                <c:pt idx="6757">
                  <c:v>70.779342999999997</c:v>
                </c:pt>
                <c:pt idx="6758">
                  <c:v>70.840912000000003</c:v>
                </c:pt>
                <c:pt idx="6759">
                  <c:v>70.898574999999994</c:v>
                </c:pt>
                <c:pt idx="6760">
                  <c:v>70.955437000000003</c:v>
                </c:pt>
                <c:pt idx="6761">
                  <c:v>71.013274999999993</c:v>
                </c:pt>
                <c:pt idx="6762">
                  <c:v>71.069489000000004</c:v>
                </c:pt>
                <c:pt idx="6763">
                  <c:v>71.124138000000002</c:v>
                </c:pt>
                <c:pt idx="6764">
                  <c:v>71.181411999999995</c:v>
                </c:pt>
                <c:pt idx="6765">
                  <c:v>71.237121999999999</c:v>
                </c:pt>
                <c:pt idx="6766">
                  <c:v>71.295135000000002</c:v>
                </c:pt>
                <c:pt idx="6767">
                  <c:v>71.358040000000003</c:v>
                </c:pt>
                <c:pt idx="6768">
                  <c:v>71.423598999999996</c:v>
                </c:pt>
                <c:pt idx="6769">
                  <c:v>71.496887000000001</c:v>
                </c:pt>
                <c:pt idx="6770">
                  <c:v>71.580787999999998</c:v>
                </c:pt>
                <c:pt idx="6771">
                  <c:v>71.663962999999995</c:v>
                </c:pt>
                <c:pt idx="6772">
                  <c:v>71.753165999999993</c:v>
                </c:pt>
                <c:pt idx="6773">
                  <c:v>71.844932999999997</c:v>
                </c:pt>
                <c:pt idx="6774">
                  <c:v>71.940025000000006</c:v>
                </c:pt>
                <c:pt idx="6775">
                  <c:v>72.038917999999995</c:v>
                </c:pt>
                <c:pt idx="6776">
                  <c:v>72.142509000000004</c:v>
                </c:pt>
                <c:pt idx="6777">
                  <c:v>72.246239000000003</c:v>
                </c:pt>
                <c:pt idx="6778">
                  <c:v>72.350739000000004</c:v>
                </c:pt>
                <c:pt idx="6779">
                  <c:v>72.452834999999993</c:v>
                </c:pt>
                <c:pt idx="6780">
                  <c:v>72.547675999999996</c:v>
                </c:pt>
                <c:pt idx="6781">
                  <c:v>72.634940999999998</c:v>
                </c:pt>
                <c:pt idx="6782">
                  <c:v>72.719100999999995</c:v>
                </c:pt>
                <c:pt idx="6783">
                  <c:v>72.804374999999993</c:v>
                </c:pt>
                <c:pt idx="6784">
                  <c:v>72.891852999999998</c:v>
                </c:pt>
                <c:pt idx="6785">
                  <c:v>72.982056</c:v>
                </c:pt>
                <c:pt idx="6786">
                  <c:v>73.074607999999998</c:v>
                </c:pt>
                <c:pt idx="6787">
                  <c:v>73.164719000000005</c:v>
                </c:pt>
                <c:pt idx="6788">
                  <c:v>73.254363999999995</c:v>
                </c:pt>
                <c:pt idx="6789">
                  <c:v>73.347022999999993</c:v>
                </c:pt>
                <c:pt idx="6790">
                  <c:v>73.445366000000007</c:v>
                </c:pt>
                <c:pt idx="6791">
                  <c:v>73.547363000000004</c:v>
                </c:pt>
                <c:pt idx="6792">
                  <c:v>73.653182999999999</c:v>
                </c:pt>
                <c:pt idx="6793">
                  <c:v>73.763740999999996</c:v>
                </c:pt>
                <c:pt idx="6794">
                  <c:v>73.881546</c:v>
                </c:pt>
                <c:pt idx="6795">
                  <c:v>74.001953</c:v>
                </c:pt>
                <c:pt idx="6796">
                  <c:v>74.121902000000006</c:v>
                </c:pt>
                <c:pt idx="6797">
                  <c:v>74.239600999999993</c:v>
                </c:pt>
                <c:pt idx="6798">
                  <c:v>74.356628000000001</c:v>
                </c:pt>
                <c:pt idx="6799">
                  <c:v>74.473823999999993</c:v>
                </c:pt>
                <c:pt idx="6800">
                  <c:v>74.593520999999996</c:v>
                </c:pt>
                <c:pt idx="6801">
                  <c:v>74.712799000000004</c:v>
                </c:pt>
                <c:pt idx="6802">
                  <c:v>74.830521000000005</c:v>
                </c:pt>
                <c:pt idx="6803">
                  <c:v>74.946213</c:v>
                </c:pt>
                <c:pt idx="6804">
                  <c:v>75.059059000000005</c:v>
                </c:pt>
                <c:pt idx="6805">
                  <c:v>75.171836999999996</c:v>
                </c:pt>
                <c:pt idx="6806">
                  <c:v>75.284560999999997</c:v>
                </c:pt>
                <c:pt idx="6807">
                  <c:v>75.395095999999995</c:v>
                </c:pt>
                <c:pt idx="6808">
                  <c:v>75.504486</c:v>
                </c:pt>
                <c:pt idx="6809">
                  <c:v>75.615257</c:v>
                </c:pt>
                <c:pt idx="6810">
                  <c:v>75.728401000000005</c:v>
                </c:pt>
                <c:pt idx="6811">
                  <c:v>75.844611999999998</c:v>
                </c:pt>
                <c:pt idx="6812">
                  <c:v>75.961974999999995</c:v>
                </c:pt>
                <c:pt idx="6813">
                  <c:v>76.076256000000001</c:v>
                </c:pt>
                <c:pt idx="6814">
                  <c:v>76.187790000000007</c:v>
                </c:pt>
                <c:pt idx="6815">
                  <c:v>76.297934999999995</c:v>
                </c:pt>
                <c:pt idx="6816">
                  <c:v>76.409156999999993</c:v>
                </c:pt>
                <c:pt idx="6817">
                  <c:v>76.520347999999998</c:v>
                </c:pt>
                <c:pt idx="6818">
                  <c:v>76.630493000000001</c:v>
                </c:pt>
                <c:pt idx="6819">
                  <c:v>76.739174000000006</c:v>
                </c:pt>
                <c:pt idx="6820">
                  <c:v>76.845894000000001</c:v>
                </c:pt>
                <c:pt idx="6821">
                  <c:v>76.950882000000007</c:v>
                </c:pt>
                <c:pt idx="6822">
                  <c:v>77.054443000000006</c:v>
                </c:pt>
                <c:pt idx="6823">
                  <c:v>77.157882999999998</c:v>
                </c:pt>
                <c:pt idx="6824">
                  <c:v>77.262137999999993</c:v>
                </c:pt>
                <c:pt idx="6825">
                  <c:v>77.367217999999994</c:v>
                </c:pt>
                <c:pt idx="6826">
                  <c:v>77.471466000000007</c:v>
                </c:pt>
                <c:pt idx="6827">
                  <c:v>77.573188999999999</c:v>
                </c:pt>
                <c:pt idx="6828">
                  <c:v>77.670142999999996</c:v>
                </c:pt>
                <c:pt idx="6829">
                  <c:v>77.765395999999996</c:v>
                </c:pt>
                <c:pt idx="6830">
                  <c:v>77.862267000000003</c:v>
                </c:pt>
                <c:pt idx="6831">
                  <c:v>77.961333999999994</c:v>
                </c:pt>
                <c:pt idx="6832">
                  <c:v>78.060974000000002</c:v>
                </c:pt>
                <c:pt idx="6833">
                  <c:v>78.159874000000002</c:v>
                </c:pt>
                <c:pt idx="6834">
                  <c:v>78.258881000000002</c:v>
                </c:pt>
                <c:pt idx="6835">
                  <c:v>78.359504999999999</c:v>
                </c:pt>
                <c:pt idx="6836">
                  <c:v>78.463615000000004</c:v>
                </c:pt>
                <c:pt idx="6837">
                  <c:v>78.572959999999995</c:v>
                </c:pt>
                <c:pt idx="6838">
                  <c:v>78.683716000000004</c:v>
                </c:pt>
                <c:pt idx="6839">
                  <c:v>78.792266999999995</c:v>
                </c:pt>
                <c:pt idx="6840">
                  <c:v>78.899497999999994</c:v>
                </c:pt>
                <c:pt idx="6841">
                  <c:v>79.005134999999996</c:v>
                </c:pt>
                <c:pt idx="6842">
                  <c:v>79.106444999999994</c:v>
                </c:pt>
                <c:pt idx="6843">
                  <c:v>79.202911</c:v>
                </c:pt>
                <c:pt idx="6844">
                  <c:v>79.297286999999997</c:v>
                </c:pt>
                <c:pt idx="6845">
                  <c:v>79.393119999999996</c:v>
                </c:pt>
                <c:pt idx="6846">
                  <c:v>79.489998</c:v>
                </c:pt>
                <c:pt idx="6847">
                  <c:v>79.587020999999993</c:v>
                </c:pt>
                <c:pt idx="6848">
                  <c:v>79.684937000000005</c:v>
                </c:pt>
                <c:pt idx="6849">
                  <c:v>79.784903999999997</c:v>
                </c:pt>
                <c:pt idx="6850">
                  <c:v>79.888892999999996</c:v>
                </c:pt>
                <c:pt idx="6851">
                  <c:v>79.992858999999996</c:v>
                </c:pt>
                <c:pt idx="6852">
                  <c:v>80.093697000000006</c:v>
                </c:pt>
                <c:pt idx="6853">
                  <c:v>80.192527999999996</c:v>
                </c:pt>
                <c:pt idx="6854">
                  <c:v>80.292411999999999</c:v>
                </c:pt>
                <c:pt idx="6855">
                  <c:v>80.392302999999998</c:v>
                </c:pt>
                <c:pt idx="6856">
                  <c:v>80.490622999999999</c:v>
                </c:pt>
                <c:pt idx="6857">
                  <c:v>80.586021000000002</c:v>
                </c:pt>
                <c:pt idx="6858">
                  <c:v>80.676948999999993</c:v>
                </c:pt>
                <c:pt idx="6859">
                  <c:v>80.761855999999995</c:v>
                </c:pt>
                <c:pt idx="6860">
                  <c:v>80.841087000000002</c:v>
                </c:pt>
                <c:pt idx="6861">
                  <c:v>80.914574000000002</c:v>
                </c:pt>
                <c:pt idx="6862">
                  <c:v>80.984313999999998</c:v>
                </c:pt>
                <c:pt idx="6863">
                  <c:v>81.056030000000007</c:v>
                </c:pt>
                <c:pt idx="6864">
                  <c:v>81.131500000000003</c:v>
                </c:pt>
                <c:pt idx="6865">
                  <c:v>81.208556999999999</c:v>
                </c:pt>
                <c:pt idx="6866">
                  <c:v>81.283928000000003</c:v>
                </c:pt>
                <c:pt idx="6867">
                  <c:v>81.356644000000003</c:v>
                </c:pt>
                <c:pt idx="6868">
                  <c:v>81.429062000000002</c:v>
                </c:pt>
                <c:pt idx="6869">
                  <c:v>81.503371999999999</c:v>
                </c:pt>
                <c:pt idx="6870">
                  <c:v>81.582840000000004</c:v>
                </c:pt>
                <c:pt idx="6871">
                  <c:v>81.668396000000001</c:v>
                </c:pt>
                <c:pt idx="6872">
                  <c:v>81.757735999999994</c:v>
                </c:pt>
                <c:pt idx="6873">
                  <c:v>81.846137999999996</c:v>
                </c:pt>
                <c:pt idx="6874">
                  <c:v>81.930412000000004</c:v>
                </c:pt>
                <c:pt idx="6875">
                  <c:v>82.008262999999999</c:v>
                </c:pt>
                <c:pt idx="6876">
                  <c:v>82.083754999999996</c:v>
                </c:pt>
                <c:pt idx="6877">
                  <c:v>82.161797000000007</c:v>
                </c:pt>
                <c:pt idx="6878">
                  <c:v>82.245734999999996</c:v>
                </c:pt>
                <c:pt idx="6879">
                  <c:v>82.335296999999997</c:v>
                </c:pt>
                <c:pt idx="6880">
                  <c:v>82.428436000000005</c:v>
                </c:pt>
                <c:pt idx="6881">
                  <c:v>82.523353999999998</c:v>
                </c:pt>
                <c:pt idx="6882">
                  <c:v>82.619231999999997</c:v>
                </c:pt>
                <c:pt idx="6883">
                  <c:v>82.719048000000001</c:v>
                </c:pt>
                <c:pt idx="6884">
                  <c:v>82.824043000000003</c:v>
                </c:pt>
                <c:pt idx="6885">
                  <c:v>82.933295999999999</c:v>
                </c:pt>
                <c:pt idx="6886">
                  <c:v>83.041640999999998</c:v>
                </c:pt>
                <c:pt idx="6887">
                  <c:v>83.146361999999996</c:v>
                </c:pt>
                <c:pt idx="6888">
                  <c:v>83.247260999999995</c:v>
                </c:pt>
                <c:pt idx="6889">
                  <c:v>83.344109000000003</c:v>
                </c:pt>
                <c:pt idx="6890">
                  <c:v>83.438766000000001</c:v>
                </c:pt>
                <c:pt idx="6891">
                  <c:v>83.534737000000007</c:v>
                </c:pt>
                <c:pt idx="6892">
                  <c:v>83.632019</c:v>
                </c:pt>
                <c:pt idx="6893">
                  <c:v>83.730293000000003</c:v>
                </c:pt>
                <c:pt idx="6894">
                  <c:v>83.830864000000005</c:v>
                </c:pt>
                <c:pt idx="6895">
                  <c:v>83.934273000000005</c:v>
                </c:pt>
                <c:pt idx="6896">
                  <c:v>84.035904000000002</c:v>
                </c:pt>
                <c:pt idx="6897">
                  <c:v>84.124511999999996</c:v>
                </c:pt>
                <c:pt idx="6898">
                  <c:v>84.199623000000003</c:v>
                </c:pt>
                <c:pt idx="6899">
                  <c:v>84.267760999999993</c:v>
                </c:pt>
                <c:pt idx="6900">
                  <c:v>84.329689000000002</c:v>
                </c:pt>
                <c:pt idx="6901">
                  <c:v>84.389296999999999</c:v>
                </c:pt>
                <c:pt idx="6902">
                  <c:v>84.454086000000004</c:v>
                </c:pt>
                <c:pt idx="6903">
                  <c:v>84.500632999999993</c:v>
                </c:pt>
                <c:pt idx="6904">
                  <c:v>84.513122999999993</c:v>
                </c:pt>
                <c:pt idx="6905">
                  <c:v>84.514549000000002</c:v>
                </c:pt>
                <c:pt idx="6906">
                  <c:v>84.513199</c:v>
                </c:pt>
                <c:pt idx="6907">
                  <c:v>84.513596000000007</c:v>
                </c:pt>
                <c:pt idx="6908">
                  <c:v>84.528084000000007</c:v>
                </c:pt>
                <c:pt idx="6909">
                  <c:v>84.547286999999997</c:v>
                </c:pt>
                <c:pt idx="6910">
                  <c:v>84.57338</c:v>
                </c:pt>
                <c:pt idx="6911">
                  <c:v>84.601692</c:v>
                </c:pt>
                <c:pt idx="6912">
                  <c:v>84.626175000000003</c:v>
                </c:pt>
                <c:pt idx="6913">
                  <c:v>84.652573000000004</c:v>
                </c:pt>
                <c:pt idx="6914">
                  <c:v>84.680274999999995</c:v>
                </c:pt>
                <c:pt idx="6915">
                  <c:v>84.707588000000001</c:v>
                </c:pt>
                <c:pt idx="6916">
                  <c:v>84.737610000000004</c:v>
                </c:pt>
                <c:pt idx="6917">
                  <c:v>84.7714</c:v>
                </c:pt>
                <c:pt idx="6918">
                  <c:v>84.806725</c:v>
                </c:pt>
                <c:pt idx="6919">
                  <c:v>84.840301999999994</c:v>
                </c:pt>
                <c:pt idx="6920">
                  <c:v>84.872924999999995</c:v>
                </c:pt>
                <c:pt idx="6921">
                  <c:v>84.907066</c:v>
                </c:pt>
                <c:pt idx="6922">
                  <c:v>84.943770999999998</c:v>
                </c:pt>
                <c:pt idx="6923">
                  <c:v>84.980934000000005</c:v>
                </c:pt>
                <c:pt idx="6924">
                  <c:v>85.016166999999996</c:v>
                </c:pt>
                <c:pt idx="6925">
                  <c:v>85.049553000000003</c:v>
                </c:pt>
                <c:pt idx="6926">
                  <c:v>85.082076999999998</c:v>
                </c:pt>
                <c:pt idx="6927">
                  <c:v>85.113395999999995</c:v>
                </c:pt>
                <c:pt idx="6928">
                  <c:v>85.143456</c:v>
                </c:pt>
                <c:pt idx="6929">
                  <c:v>85.175995</c:v>
                </c:pt>
                <c:pt idx="6930">
                  <c:v>85.215523000000005</c:v>
                </c:pt>
                <c:pt idx="6931">
                  <c:v>85.269790999999998</c:v>
                </c:pt>
                <c:pt idx="6932">
                  <c:v>85.334937999999994</c:v>
                </c:pt>
                <c:pt idx="6933">
                  <c:v>85.401816999999994</c:v>
                </c:pt>
                <c:pt idx="6934">
                  <c:v>85.465575999999999</c:v>
                </c:pt>
                <c:pt idx="6935">
                  <c:v>85.528107000000006</c:v>
                </c:pt>
                <c:pt idx="6936">
                  <c:v>85.588859999999997</c:v>
                </c:pt>
                <c:pt idx="6937">
                  <c:v>85.647018000000003</c:v>
                </c:pt>
                <c:pt idx="6938">
                  <c:v>85.704941000000005</c:v>
                </c:pt>
                <c:pt idx="6939">
                  <c:v>85.764365999999995</c:v>
                </c:pt>
                <c:pt idx="6940">
                  <c:v>85.826240999999996</c:v>
                </c:pt>
                <c:pt idx="6941">
                  <c:v>85.888953999999998</c:v>
                </c:pt>
                <c:pt idx="6942">
                  <c:v>85.952979999999997</c:v>
                </c:pt>
                <c:pt idx="6943">
                  <c:v>86.018394000000001</c:v>
                </c:pt>
                <c:pt idx="6944">
                  <c:v>86.087295999999995</c:v>
                </c:pt>
                <c:pt idx="6945">
                  <c:v>86.155036999999993</c:v>
                </c:pt>
                <c:pt idx="6946">
                  <c:v>86.218718999999993</c:v>
                </c:pt>
                <c:pt idx="6947">
                  <c:v>86.278914999999998</c:v>
                </c:pt>
                <c:pt idx="6948">
                  <c:v>86.333564999999993</c:v>
                </c:pt>
                <c:pt idx="6949">
                  <c:v>86.383994999999999</c:v>
                </c:pt>
                <c:pt idx="6950">
                  <c:v>86.434112999999996</c:v>
                </c:pt>
                <c:pt idx="6951">
                  <c:v>86.487740000000002</c:v>
                </c:pt>
                <c:pt idx="6952">
                  <c:v>86.544357000000005</c:v>
                </c:pt>
                <c:pt idx="6953">
                  <c:v>86.602058</c:v>
                </c:pt>
                <c:pt idx="6954">
                  <c:v>86.659889000000007</c:v>
                </c:pt>
                <c:pt idx="6955">
                  <c:v>86.711250000000007</c:v>
                </c:pt>
                <c:pt idx="6956">
                  <c:v>86.752441000000005</c:v>
                </c:pt>
                <c:pt idx="6957">
                  <c:v>86.785858000000005</c:v>
                </c:pt>
                <c:pt idx="6958">
                  <c:v>86.813354000000004</c:v>
                </c:pt>
                <c:pt idx="6959">
                  <c:v>86.837044000000006</c:v>
                </c:pt>
                <c:pt idx="6960">
                  <c:v>86.859336999999996</c:v>
                </c:pt>
                <c:pt idx="6961">
                  <c:v>86.877312000000003</c:v>
                </c:pt>
                <c:pt idx="6962">
                  <c:v>86.891068000000004</c:v>
                </c:pt>
                <c:pt idx="6963">
                  <c:v>86.90419</c:v>
                </c:pt>
                <c:pt idx="6964">
                  <c:v>86.919724000000002</c:v>
                </c:pt>
                <c:pt idx="6965">
                  <c:v>86.935287000000002</c:v>
                </c:pt>
                <c:pt idx="6966">
                  <c:v>86.949928</c:v>
                </c:pt>
                <c:pt idx="6967">
                  <c:v>86.964911999999998</c:v>
                </c:pt>
                <c:pt idx="6968">
                  <c:v>86.980545000000006</c:v>
                </c:pt>
                <c:pt idx="6969">
                  <c:v>86.998465999999993</c:v>
                </c:pt>
                <c:pt idx="6970">
                  <c:v>87.016548</c:v>
                </c:pt>
                <c:pt idx="6971">
                  <c:v>87.036804000000004</c:v>
                </c:pt>
                <c:pt idx="6972">
                  <c:v>87.063323999999994</c:v>
                </c:pt>
                <c:pt idx="6973">
                  <c:v>87.095557999999997</c:v>
                </c:pt>
                <c:pt idx="6974">
                  <c:v>87.131027000000003</c:v>
                </c:pt>
                <c:pt idx="6975">
                  <c:v>87.163544000000002</c:v>
                </c:pt>
                <c:pt idx="6976">
                  <c:v>87.189109999999999</c:v>
                </c:pt>
                <c:pt idx="6977">
                  <c:v>87.210693000000006</c:v>
                </c:pt>
                <c:pt idx="6978">
                  <c:v>87.233727000000002</c:v>
                </c:pt>
                <c:pt idx="6979">
                  <c:v>87.256469999999993</c:v>
                </c:pt>
                <c:pt idx="6980">
                  <c:v>87.277816999999999</c:v>
                </c:pt>
                <c:pt idx="6981">
                  <c:v>87.299019000000001</c:v>
                </c:pt>
                <c:pt idx="6982">
                  <c:v>87.322281000000004</c:v>
                </c:pt>
                <c:pt idx="6983">
                  <c:v>87.347899999999996</c:v>
                </c:pt>
                <c:pt idx="6984">
                  <c:v>87.377517999999995</c:v>
                </c:pt>
                <c:pt idx="6985">
                  <c:v>87.410965000000004</c:v>
                </c:pt>
                <c:pt idx="6986">
                  <c:v>87.448279999999997</c:v>
                </c:pt>
                <c:pt idx="6987">
                  <c:v>87.491287</c:v>
                </c:pt>
                <c:pt idx="6988">
                  <c:v>87.538200000000003</c:v>
                </c:pt>
                <c:pt idx="6989">
                  <c:v>87.586357000000007</c:v>
                </c:pt>
                <c:pt idx="6990">
                  <c:v>87.634345999999994</c:v>
                </c:pt>
                <c:pt idx="6991">
                  <c:v>87.680747999999994</c:v>
                </c:pt>
                <c:pt idx="6992">
                  <c:v>87.724082999999993</c:v>
                </c:pt>
                <c:pt idx="6993">
                  <c:v>87.766105999999994</c:v>
                </c:pt>
                <c:pt idx="6994">
                  <c:v>87.809157999999996</c:v>
                </c:pt>
                <c:pt idx="6995">
                  <c:v>87.852585000000005</c:v>
                </c:pt>
                <c:pt idx="6996">
                  <c:v>87.896163999999999</c:v>
                </c:pt>
                <c:pt idx="6997">
                  <c:v>87.939887999999996</c:v>
                </c:pt>
                <c:pt idx="6998">
                  <c:v>87.981323000000003</c:v>
                </c:pt>
                <c:pt idx="6999">
                  <c:v>88.018981999999994</c:v>
                </c:pt>
                <c:pt idx="7000">
                  <c:v>88.054931999999994</c:v>
                </c:pt>
                <c:pt idx="7001">
                  <c:v>88.091460999999995</c:v>
                </c:pt>
                <c:pt idx="7002">
                  <c:v>88.128494000000003</c:v>
                </c:pt>
                <c:pt idx="7003">
                  <c:v>88.168120999999999</c:v>
                </c:pt>
                <c:pt idx="7004">
                  <c:v>88.211121000000006</c:v>
                </c:pt>
                <c:pt idx="7005">
                  <c:v>88.254081999999997</c:v>
                </c:pt>
                <c:pt idx="7006">
                  <c:v>88.295364000000006</c:v>
                </c:pt>
                <c:pt idx="7007">
                  <c:v>88.337058999999996</c:v>
                </c:pt>
                <c:pt idx="7008">
                  <c:v>88.380675999999994</c:v>
                </c:pt>
                <c:pt idx="7009">
                  <c:v>88.424614000000005</c:v>
                </c:pt>
                <c:pt idx="7010">
                  <c:v>88.467849999999999</c:v>
                </c:pt>
                <c:pt idx="7011">
                  <c:v>88.511382999999995</c:v>
                </c:pt>
                <c:pt idx="7012">
                  <c:v>88.555954</c:v>
                </c:pt>
                <c:pt idx="7013">
                  <c:v>88.599472000000006</c:v>
                </c:pt>
                <c:pt idx="7014">
                  <c:v>88.638496000000004</c:v>
                </c:pt>
                <c:pt idx="7015">
                  <c:v>88.674446000000003</c:v>
                </c:pt>
                <c:pt idx="7016">
                  <c:v>88.709350999999998</c:v>
                </c:pt>
                <c:pt idx="7017">
                  <c:v>88.740325999999996</c:v>
                </c:pt>
                <c:pt idx="7018">
                  <c:v>88.763831999999994</c:v>
                </c:pt>
                <c:pt idx="7019">
                  <c:v>88.785988000000003</c:v>
                </c:pt>
                <c:pt idx="7020">
                  <c:v>88.817627000000002</c:v>
                </c:pt>
                <c:pt idx="7021">
                  <c:v>88.857346000000007</c:v>
                </c:pt>
                <c:pt idx="7022">
                  <c:v>88.902382000000003</c:v>
                </c:pt>
                <c:pt idx="7023">
                  <c:v>88.948234999999997</c:v>
                </c:pt>
                <c:pt idx="7024">
                  <c:v>88.989906000000005</c:v>
                </c:pt>
                <c:pt idx="7025">
                  <c:v>89.028580000000005</c:v>
                </c:pt>
                <c:pt idx="7026">
                  <c:v>89.065865000000002</c:v>
                </c:pt>
                <c:pt idx="7027">
                  <c:v>89.101707000000005</c:v>
                </c:pt>
                <c:pt idx="7028">
                  <c:v>89.135413999999997</c:v>
                </c:pt>
                <c:pt idx="7029">
                  <c:v>89.167320000000004</c:v>
                </c:pt>
                <c:pt idx="7030">
                  <c:v>89.198822000000007</c:v>
                </c:pt>
                <c:pt idx="7031">
                  <c:v>89.229202000000001</c:v>
                </c:pt>
                <c:pt idx="7032">
                  <c:v>89.254669000000007</c:v>
                </c:pt>
                <c:pt idx="7033">
                  <c:v>89.278960999999995</c:v>
                </c:pt>
                <c:pt idx="7034">
                  <c:v>89.307793000000004</c:v>
                </c:pt>
                <c:pt idx="7035">
                  <c:v>89.340782000000004</c:v>
                </c:pt>
                <c:pt idx="7036">
                  <c:v>89.374176000000006</c:v>
                </c:pt>
                <c:pt idx="7037">
                  <c:v>89.407668999999999</c:v>
                </c:pt>
                <c:pt idx="7038">
                  <c:v>89.442558000000005</c:v>
                </c:pt>
                <c:pt idx="7039">
                  <c:v>89.476494000000002</c:v>
                </c:pt>
                <c:pt idx="7040">
                  <c:v>89.508544999999998</c:v>
                </c:pt>
                <c:pt idx="7041">
                  <c:v>89.539435999999995</c:v>
                </c:pt>
                <c:pt idx="7042">
                  <c:v>89.565453000000005</c:v>
                </c:pt>
                <c:pt idx="7043">
                  <c:v>89.588843999999995</c:v>
                </c:pt>
                <c:pt idx="7044">
                  <c:v>89.616493000000006</c:v>
                </c:pt>
                <c:pt idx="7045">
                  <c:v>89.648726999999994</c:v>
                </c:pt>
                <c:pt idx="7046">
                  <c:v>89.680053999999998</c:v>
                </c:pt>
                <c:pt idx="7047">
                  <c:v>89.701767000000004</c:v>
                </c:pt>
                <c:pt idx="7048">
                  <c:v>89.718215999999998</c:v>
                </c:pt>
                <c:pt idx="7049">
                  <c:v>89.733474999999999</c:v>
                </c:pt>
                <c:pt idx="7050">
                  <c:v>89.748108000000002</c:v>
                </c:pt>
                <c:pt idx="7051">
                  <c:v>89.762337000000002</c:v>
                </c:pt>
                <c:pt idx="7052">
                  <c:v>89.777184000000005</c:v>
                </c:pt>
                <c:pt idx="7053">
                  <c:v>89.792534000000003</c:v>
                </c:pt>
                <c:pt idx="7054">
                  <c:v>89.808998000000003</c:v>
                </c:pt>
                <c:pt idx="7055">
                  <c:v>89.828468000000001</c:v>
                </c:pt>
                <c:pt idx="7056">
                  <c:v>89.851462999999995</c:v>
                </c:pt>
                <c:pt idx="7057">
                  <c:v>89.880996999999994</c:v>
                </c:pt>
                <c:pt idx="7058">
                  <c:v>89.918587000000002</c:v>
                </c:pt>
                <c:pt idx="7059">
                  <c:v>89.958663999999999</c:v>
                </c:pt>
                <c:pt idx="7060">
                  <c:v>89.994422999999998</c:v>
                </c:pt>
                <c:pt idx="7061">
                  <c:v>90.022728000000001</c:v>
                </c:pt>
                <c:pt idx="7062">
                  <c:v>90.043266000000003</c:v>
                </c:pt>
                <c:pt idx="7063">
                  <c:v>90.057181999999997</c:v>
                </c:pt>
                <c:pt idx="7064">
                  <c:v>90.066642999999999</c:v>
                </c:pt>
                <c:pt idx="7065">
                  <c:v>90.077292999999997</c:v>
                </c:pt>
                <c:pt idx="7066">
                  <c:v>90.090453999999994</c:v>
                </c:pt>
                <c:pt idx="7067">
                  <c:v>90.105262999999994</c:v>
                </c:pt>
                <c:pt idx="7068">
                  <c:v>90.124306000000004</c:v>
                </c:pt>
                <c:pt idx="7069">
                  <c:v>90.147163000000006</c:v>
                </c:pt>
                <c:pt idx="7070">
                  <c:v>90.170158000000001</c:v>
                </c:pt>
                <c:pt idx="7071">
                  <c:v>90.192131000000003</c:v>
                </c:pt>
                <c:pt idx="7072">
                  <c:v>90.211844999999997</c:v>
                </c:pt>
                <c:pt idx="7073">
                  <c:v>90.235068999999996</c:v>
                </c:pt>
                <c:pt idx="7074">
                  <c:v>90.262343999999999</c:v>
                </c:pt>
                <c:pt idx="7075">
                  <c:v>90.289649999999995</c:v>
                </c:pt>
                <c:pt idx="7076">
                  <c:v>90.316399000000004</c:v>
                </c:pt>
                <c:pt idx="7077">
                  <c:v>90.345626999999993</c:v>
                </c:pt>
                <c:pt idx="7078">
                  <c:v>90.379608000000005</c:v>
                </c:pt>
                <c:pt idx="7079">
                  <c:v>90.415381999999994</c:v>
                </c:pt>
                <c:pt idx="7080">
                  <c:v>90.449196000000001</c:v>
                </c:pt>
                <c:pt idx="7081">
                  <c:v>90.481468000000007</c:v>
                </c:pt>
                <c:pt idx="7082">
                  <c:v>90.514983999999998</c:v>
                </c:pt>
                <c:pt idx="7083">
                  <c:v>90.550742999999997</c:v>
                </c:pt>
                <c:pt idx="7084">
                  <c:v>90.586426000000003</c:v>
                </c:pt>
                <c:pt idx="7085">
                  <c:v>90.621170000000006</c:v>
                </c:pt>
                <c:pt idx="7086">
                  <c:v>90.654739000000006</c:v>
                </c:pt>
                <c:pt idx="7087">
                  <c:v>90.687736999999998</c:v>
                </c:pt>
                <c:pt idx="7088">
                  <c:v>90.722449999999995</c:v>
                </c:pt>
                <c:pt idx="7089">
                  <c:v>90.759735000000006</c:v>
                </c:pt>
                <c:pt idx="7090">
                  <c:v>90.800338999999994</c:v>
                </c:pt>
                <c:pt idx="7091">
                  <c:v>90.837410000000006</c:v>
                </c:pt>
                <c:pt idx="7092">
                  <c:v>90.871864000000002</c:v>
                </c:pt>
                <c:pt idx="7093">
                  <c:v>90.905304000000001</c:v>
                </c:pt>
                <c:pt idx="7094">
                  <c:v>90.931586999999993</c:v>
                </c:pt>
                <c:pt idx="7095">
                  <c:v>90.954230999999993</c:v>
                </c:pt>
                <c:pt idx="7096">
                  <c:v>90.975516999999996</c:v>
                </c:pt>
                <c:pt idx="7097">
                  <c:v>90.995582999999996</c:v>
                </c:pt>
                <c:pt idx="7098">
                  <c:v>91.021049000000005</c:v>
                </c:pt>
                <c:pt idx="7099">
                  <c:v>91.053550999999999</c:v>
                </c:pt>
                <c:pt idx="7100">
                  <c:v>91.088425000000001</c:v>
                </c:pt>
                <c:pt idx="7101">
                  <c:v>91.120872000000006</c:v>
                </c:pt>
                <c:pt idx="7102">
                  <c:v>91.149604999999994</c:v>
                </c:pt>
                <c:pt idx="7103">
                  <c:v>91.180321000000006</c:v>
                </c:pt>
                <c:pt idx="7104">
                  <c:v>91.212226999999999</c:v>
                </c:pt>
                <c:pt idx="7105">
                  <c:v>91.244491999999994</c:v>
                </c:pt>
                <c:pt idx="7106">
                  <c:v>91.272696999999994</c:v>
                </c:pt>
                <c:pt idx="7107">
                  <c:v>91.293266000000003</c:v>
                </c:pt>
                <c:pt idx="7108">
                  <c:v>91.305885000000004</c:v>
                </c:pt>
                <c:pt idx="7109">
                  <c:v>91.310989000000006</c:v>
                </c:pt>
                <c:pt idx="7110">
                  <c:v>91.311890000000005</c:v>
                </c:pt>
                <c:pt idx="7111">
                  <c:v>91.313903999999994</c:v>
                </c:pt>
                <c:pt idx="7112">
                  <c:v>91.319716999999997</c:v>
                </c:pt>
                <c:pt idx="7113">
                  <c:v>91.327804999999998</c:v>
                </c:pt>
                <c:pt idx="7114">
                  <c:v>91.341010999999995</c:v>
                </c:pt>
                <c:pt idx="7115">
                  <c:v>91.356971999999999</c:v>
                </c:pt>
                <c:pt idx="7116">
                  <c:v>91.375045999999998</c:v>
                </c:pt>
                <c:pt idx="7117">
                  <c:v>91.398064000000005</c:v>
                </c:pt>
                <c:pt idx="7118">
                  <c:v>91.427002000000002</c:v>
                </c:pt>
                <c:pt idx="7119">
                  <c:v>91.459800999999999</c:v>
                </c:pt>
                <c:pt idx="7120">
                  <c:v>91.494370000000004</c:v>
                </c:pt>
                <c:pt idx="7121">
                  <c:v>91.527862999999996</c:v>
                </c:pt>
                <c:pt idx="7122">
                  <c:v>91.559585999999996</c:v>
                </c:pt>
                <c:pt idx="7123">
                  <c:v>91.591025999999999</c:v>
                </c:pt>
                <c:pt idx="7124">
                  <c:v>91.622260999999995</c:v>
                </c:pt>
                <c:pt idx="7125">
                  <c:v>91.651580999999993</c:v>
                </c:pt>
                <c:pt idx="7126">
                  <c:v>91.680069000000003</c:v>
                </c:pt>
                <c:pt idx="7127">
                  <c:v>91.708877999999999</c:v>
                </c:pt>
                <c:pt idx="7128">
                  <c:v>91.738074999999995</c:v>
                </c:pt>
                <c:pt idx="7129">
                  <c:v>91.766364999999993</c:v>
                </c:pt>
                <c:pt idx="7130">
                  <c:v>91.789253000000002</c:v>
                </c:pt>
                <c:pt idx="7131">
                  <c:v>91.809524999999994</c:v>
                </c:pt>
                <c:pt idx="7132">
                  <c:v>91.832047000000003</c:v>
                </c:pt>
                <c:pt idx="7133">
                  <c:v>91.856842</c:v>
                </c:pt>
                <c:pt idx="7134">
                  <c:v>91.883422999999993</c:v>
                </c:pt>
                <c:pt idx="7135">
                  <c:v>91.909499999999994</c:v>
                </c:pt>
                <c:pt idx="7136">
                  <c:v>91.935066000000006</c:v>
                </c:pt>
                <c:pt idx="7137">
                  <c:v>91.958877999999999</c:v>
                </c:pt>
                <c:pt idx="7138">
                  <c:v>91.978866999999994</c:v>
                </c:pt>
                <c:pt idx="7139">
                  <c:v>91.995604999999998</c:v>
                </c:pt>
                <c:pt idx="7140">
                  <c:v>92.012755999999996</c:v>
                </c:pt>
                <c:pt idx="7141">
                  <c:v>92.033524</c:v>
                </c:pt>
                <c:pt idx="7142">
                  <c:v>92.058907000000005</c:v>
                </c:pt>
                <c:pt idx="7143">
                  <c:v>92.085883999999993</c:v>
                </c:pt>
                <c:pt idx="7144">
                  <c:v>92.113281000000001</c:v>
                </c:pt>
                <c:pt idx="7145">
                  <c:v>92.143364000000005</c:v>
                </c:pt>
                <c:pt idx="7146">
                  <c:v>92.173171999999994</c:v>
                </c:pt>
                <c:pt idx="7147">
                  <c:v>92.201019000000002</c:v>
                </c:pt>
                <c:pt idx="7148">
                  <c:v>92.231041000000005</c:v>
                </c:pt>
                <c:pt idx="7149">
                  <c:v>92.264831999999998</c:v>
                </c:pt>
                <c:pt idx="7150">
                  <c:v>92.300979999999996</c:v>
                </c:pt>
                <c:pt idx="7151">
                  <c:v>92.340880999999996</c:v>
                </c:pt>
                <c:pt idx="7152">
                  <c:v>92.384369000000007</c:v>
                </c:pt>
                <c:pt idx="7153">
                  <c:v>92.427811000000005</c:v>
                </c:pt>
                <c:pt idx="7154">
                  <c:v>92.470161000000004</c:v>
                </c:pt>
                <c:pt idx="7155">
                  <c:v>92.516907000000003</c:v>
                </c:pt>
                <c:pt idx="7156">
                  <c:v>92.564887999999996</c:v>
                </c:pt>
                <c:pt idx="7157">
                  <c:v>92.609947000000005</c:v>
                </c:pt>
                <c:pt idx="7158">
                  <c:v>92.652717999999993</c:v>
                </c:pt>
                <c:pt idx="7159">
                  <c:v>92.696670999999995</c:v>
                </c:pt>
                <c:pt idx="7160">
                  <c:v>92.743126000000004</c:v>
                </c:pt>
                <c:pt idx="7161">
                  <c:v>92.791320999999996</c:v>
                </c:pt>
                <c:pt idx="7162">
                  <c:v>92.840355000000002</c:v>
                </c:pt>
                <c:pt idx="7163">
                  <c:v>92.888756000000001</c:v>
                </c:pt>
                <c:pt idx="7164">
                  <c:v>92.932472000000004</c:v>
                </c:pt>
                <c:pt idx="7165">
                  <c:v>92.972496000000007</c:v>
                </c:pt>
                <c:pt idx="7166">
                  <c:v>93.015259</c:v>
                </c:pt>
                <c:pt idx="7167">
                  <c:v>93.063987999999995</c:v>
                </c:pt>
                <c:pt idx="7168">
                  <c:v>93.114829999999998</c:v>
                </c:pt>
                <c:pt idx="7169">
                  <c:v>93.163337999999996</c:v>
                </c:pt>
                <c:pt idx="7170">
                  <c:v>93.208099000000004</c:v>
                </c:pt>
                <c:pt idx="7171">
                  <c:v>93.244888000000003</c:v>
                </c:pt>
                <c:pt idx="7172">
                  <c:v>93.278701999999996</c:v>
                </c:pt>
                <c:pt idx="7173">
                  <c:v>93.312302000000003</c:v>
                </c:pt>
                <c:pt idx="7174">
                  <c:v>93.345023999999995</c:v>
                </c:pt>
                <c:pt idx="7175">
                  <c:v>93.375541999999996</c:v>
                </c:pt>
                <c:pt idx="7176">
                  <c:v>93.405113</c:v>
                </c:pt>
                <c:pt idx="7177">
                  <c:v>93.43441</c:v>
                </c:pt>
                <c:pt idx="7178">
                  <c:v>93.462768999999994</c:v>
                </c:pt>
                <c:pt idx="7179">
                  <c:v>93.489234999999994</c:v>
                </c:pt>
                <c:pt idx="7180">
                  <c:v>93.514731999999995</c:v>
                </c:pt>
                <c:pt idx="7181">
                  <c:v>93.541511999999997</c:v>
                </c:pt>
                <c:pt idx="7182">
                  <c:v>93.571838</c:v>
                </c:pt>
                <c:pt idx="7183">
                  <c:v>93.605591000000004</c:v>
                </c:pt>
                <c:pt idx="7184">
                  <c:v>93.643424999999993</c:v>
                </c:pt>
                <c:pt idx="7185">
                  <c:v>93.684387000000001</c:v>
                </c:pt>
                <c:pt idx="7186">
                  <c:v>93.727431999999993</c:v>
                </c:pt>
                <c:pt idx="7187">
                  <c:v>93.770049999999998</c:v>
                </c:pt>
                <c:pt idx="7188">
                  <c:v>93.809616000000005</c:v>
                </c:pt>
                <c:pt idx="7189">
                  <c:v>93.848236</c:v>
                </c:pt>
                <c:pt idx="7190">
                  <c:v>93.888084000000006</c:v>
                </c:pt>
                <c:pt idx="7191">
                  <c:v>93.929633999999993</c:v>
                </c:pt>
                <c:pt idx="7192">
                  <c:v>93.972656000000001</c:v>
                </c:pt>
                <c:pt idx="7193">
                  <c:v>94.016396</c:v>
                </c:pt>
                <c:pt idx="7194">
                  <c:v>94.059607999999997</c:v>
                </c:pt>
                <c:pt idx="7195">
                  <c:v>94.103797999999998</c:v>
                </c:pt>
                <c:pt idx="7196">
                  <c:v>94.152411999999998</c:v>
                </c:pt>
                <c:pt idx="7197">
                  <c:v>94.203475999999995</c:v>
                </c:pt>
                <c:pt idx="7198">
                  <c:v>94.256362999999993</c:v>
                </c:pt>
                <c:pt idx="7199">
                  <c:v>94.310303000000005</c:v>
                </c:pt>
                <c:pt idx="7200">
                  <c:v>94.364975000000001</c:v>
                </c:pt>
                <c:pt idx="7201">
                  <c:v>94.419867999999994</c:v>
                </c:pt>
                <c:pt idx="7202">
                  <c:v>94.476273000000006</c:v>
                </c:pt>
                <c:pt idx="7203">
                  <c:v>94.530906999999999</c:v>
                </c:pt>
                <c:pt idx="7204">
                  <c:v>94.580871999999999</c:v>
                </c:pt>
                <c:pt idx="7205">
                  <c:v>94.629074000000003</c:v>
                </c:pt>
                <c:pt idx="7206">
                  <c:v>94.679175999999998</c:v>
                </c:pt>
                <c:pt idx="7207">
                  <c:v>94.730080000000001</c:v>
                </c:pt>
                <c:pt idx="7208">
                  <c:v>94.780708000000004</c:v>
                </c:pt>
                <c:pt idx="7209">
                  <c:v>94.831931999999995</c:v>
                </c:pt>
                <c:pt idx="7210">
                  <c:v>94.883369000000002</c:v>
                </c:pt>
                <c:pt idx="7211">
                  <c:v>94.933868000000004</c:v>
                </c:pt>
                <c:pt idx="7212">
                  <c:v>94.980323999999996</c:v>
                </c:pt>
                <c:pt idx="7213">
                  <c:v>95.020920000000004</c:v>
                </c:pt>
                <c:pt idx="7214">
                  <c:v>95.053436000000005</c:v>
                </c:pt>
                <c:pt idx="7215">
                  <c:v>95.080687999999995</c:v>
                </c:pt>
                <c:pt idx="7216">
                  <c:v>95.104331999999999</c:v>
                </c:pt>
                <c:pt idx="7217">
                  <c:v>95.128242</c:v>
                </c:pt>
                <c:pt idx="7218">
                  <c:v>95.154655000000005</c:v>
                </c:pt>
                <c:pt idx="7219">
                  <c:v>95.181679000000003</c:v>
                </c:pt>
                <c:pt idx="7220">
                  <c:v>95.206176999999997</c:v>
                </c:pt>
                <c:pt idx="7221">
                  <c:v>95.227103999999997</c:v>
                </c:pt>
                <c:pt idx="7222">
                  <c:v>95.244377</c:v>
                </c:pt>
                <c:pt idx="7223">
                  <c:v>95.261405999999994</c:v>
                </c:pt>
                <c:pt idx="7224">
                  <c:v>95.280227999999994</c:v>
                </c:pt>
                <c:pt idx="7225">
                  <c:v>95.301224000000005</c:v>
                </c:pt>
                <c:pt idx="7226">
                  <c:v>95.325278999999995</c:v>
                </c:pt>
                <c:pt idx="7227">
                  <c:v>95.352089000000007</c:v>
                </c:pt>
                <c:pt idx="7228">
                  <c:v>95.382996000000006</c:v>
                </c:pt>
                <c:pt idx="7229">
                  <c:v>95.416824000000005</c:v>
                </c:pt>
                <c:pt idx="7230">
                  <c:v>95.449523999999997</c:v>
                </c:pt>
                <c:pt idx="7231">
                  <c:v>95.480582999999996</c:v>
                </c:pt>
                <c:pt idx="7232">
                  <c:v>95.510695999999996</c:v>
                </c:pt>
                <c:pt idx="7233">
                  <c:v>95.538712000000004</c:v>
                </c:pt>
                <c:pt idx="7234">
                  <c:v>95.562347000000003</c:v>
                </c:pt>
                <c:pt idx="7235">
                  <c:v>95.582099999999997</c:v>
                </c:pt>
                <c:pt idx="7236">
                  <c:v>95.598961000000003</c:v>
                </c:pt>
                <c:pt idx="7237">
                  <c:v>95.614547999999999</c:v>
                </c:pt>
                <c:pt idx="7238">
                  <c:v>95.633140999999995</c:v>
                </c:pt>
                <c:pt idx="7239">
                  <c:v>95.656868000000003</c:v>
                </c:pt>
                <c:pt idx="7240">
                  <c:v>95.682404000000005</c:v>
                </c:pt>
                <c:pt idx="7241">
                  <c:v>95.708236999999997</c:v>
                </c:pt>
                <c:pt idx="7242">
                  <c:v>95.734168999999994</c:v>
                </c:pt>
                <c:pt idx="7243">
                  <c:v>95.757683</c:v>
                </c:pt>
                <c:pt idx="7244">
                  <c:v>95.776848000000001</c:v>
                </c:pt>
                <c:pt idx="7245">
                  <c:v>95.791656000000003</c:v>
                </c:pt>
                <c:pt idx="7246">
                  <c:v>95.802727000000004</c:v>
                </c:pt>
                <c:pt idx="7247">
                  <c:v>95.810265000000001</c:v>
                </c:pt>
                <c:pt idx="7248">
                  <c:v>95.816933000000006</c:v>
                </c:pt>
                <c:pt idx="7249">
                  <c:v>95.824455</c:v>
                </c:pt>
                <c:pt idx="7250">
                  <c:v>95.829727000000005</c:v>
                </c:pt>
                <c:pt idx="7251">
                  <c:v>95.832993000000002</c:v>
                </c:pt>
                <c:pt idx="7252">
                  <c:v>95.838218999999995</c:v>
                </c:pt>
                <c:pt idx="7253">
                  <c:v>95.845626999999993</c:v>
                </c:pt>
                <c:pt idx="7254">
                  <c:v>95.853003999999999</c:v>
                </c:pt>
                <c:pt idx="7255">
                  <c:v>95.859382999999994</c:v>
                </c:pt>
                <c:pt idx="7256">
                  <c:v>95.866660999999993</c:v>
                </c:pt>
                <c:pt idx="7257">
                  <c:v>95.874886000000004</c:v>
                </c:pt>
                <c:pt idx="7258">
                  <c:v>95.881859000000006</c:v>
                </c:pt>
                <c:pt idx="7259">
                  <c:v>95.889213999999996</c:v>
                </c:pt>
                <c:pt idx="7260">
                  <c:v>95.898116999999999</c:v>
                </c:pt>
                <c:pt idx="7261">
                  <c:v>95.905479</c:v>
                </c:pt>
                <c:pt idx="7262">
                  <c:v>95.911507</c:v>
                </c:pt>
                <c:pt idx="7263">
                  <c:v>95.917075999999994</c:v>
                </c:pt>
                <c:pt idx="7264">
                  <c:v>95.920792000000006</c:v>
                </c:pt>
                <c:pt idx="7265">
                  <c:v>95.909676000000005</c:v>
                </c:pt>
                <c:pt idx="7266">
                  <c:v>95.889647999999994</c:v>
                </c:pt>
                <c:pt idx="7267">
                  <c:v>95.869750999999994</c:v>
                </c:pt>
                <c:pt idx="7268">
                  <c:v>95.854423999999995</c:v>
                </c:pt>
                <c:pt idx="7269">
                  <c:v>95.844513000000006</c:v>
                </c:pt>
                <c:pt idx="7270">
                  <c:v>95.838722000000004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A95A-48CE-B4BE-D687D5F749D6}"/>
            </c:ext>
          </c:extLst>
        </c:ser>
        <c:ser>
          <c:idx val="7"/>
          <c:order val="7"/>
          <c:tx>
            <c:strRef>
              <c:f>'DL-Model'!$I$1</c:f>
              <c:strCache>
                <c:ptCount val="1"/>
                <c:pt idx="0">
                  <c:v>T_rm_pred</c:v>
                </c:pt>
              </c:strCache>
            </c:strRef>
          </c:tx>
          <c:spPr>
            <a:ln w="19050" cap="rnd">
              <a:solidFill>
                <a:schemeClr val="accent4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'DL-Model'!$A$2:$A$7272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'DL-Model'!$I$2:$I$7272</c:f>
              <c:numCache>
                <c:formatCode>General</c:formatCode>
                <c:ptCount val="7271"/>
                <c:pt idx="0">
                  <c:v>55.679344</c:v>
                </c:pt>
                <c:pt idx="1">
                  <c:v>55.672649</c:v>
                </c:pt>
                <c:pt idx="2">
                  <c:v>55.655216000000003</c:v>
                </c:pt>
                <c:pt idx="3">
                  <c:v>55.634070999999999</c:v>
                </c:pt>
                <c:pt idx="4">
                  <c:v>55.617054000000003</c:v>
                </c:pt>
                <c:pt idx="5">
                  <c:v>55.604446000000003</c:v>
                </c:pt>
                <c:pt idx="6">
                  <c:v>55.587699999999998</c:v>
                </c:pt>
                <c:pt idx="7">
                  <c:v>55.575516</c:v>
                </c:pt>
                <c:pt idx="8">
                  <c:v>55.568736999999999</c:v>
                </c:pt>
                <c:pt idx="9">
                  <c:v>55.560904999999998</c:v>
                </c:pt>
                <c:pt idx="10">
                  <c:v>55.553561999999999</c:v>
                </c:pt>
                <c:pt idx="11">
                  <c:v>55.551014000000002</c:v>
                </c:pt>
                <c:pt idx="12">
                  <c:v>55.552154999999999</c:v>
                </c:pt>
                <c:pt idx="13">
                  <c:v>55.553359999999998</c:v>
                </c:pt>
                <c:pt idx="14">
                  <c:v>55.554119</c:v>
                </c:pt>
                <c:pt idx="15">
                  <c:v>55.557301000000002</c:v>
                </c:pt>
                <c:pt idx="16">
                  <c:v>55.558159000000003</c:v>
                </c:pt>
                <c:pt idx="17">
                  <c:v>55.551940999999999</c:v>
                </c:pt>
                <c:pt idx="18">
                  <c:v>55.538631000000002</c:v>
                </c:pt>
                <c:pt idx="19">
                  <c:v>55.523654999999998</c:v>
                </c:pt>
                <c:pt idx="20">
                  <c:v>55.507401000000002</c:v>
                </c:pt>
                <c:pt idx="21">
                  <c:v>55.496174000000003</c:v>
                </c:pt>
                <c:pt idx="22">
                  <c:v>55.484509000000003</c:v>
                </c:pt>
                <c:pt idx="23">
                  <c:v>55.469119999999997</c:v>
                </c:pt>
                <c:pt idx="24">
                  <c:v>55.452331999999998</c:v>
                </c:pt>
                <c:pt idx="25">
                  <c:v>55.438076000000002</c:v>
                </c:pt>
                <c:pt idx="26">
                  <c:v>55.430667999999997</c:v>
                </c:pt>
                <c:pt idx="27">
                  <c:v>55.421604000000002</c:v>
                </c:pt>
                <c:pt idx="28">
                  <c:v>55.410786000000002</c:v>
                </c:pt>
                <c:pt idx="29">
                  <c:v>55.400886999999997</c:v>
                </c:pt>
                <c:pt idx="30">
                  <c:v>55.392128</c:v>
                </c:pt>
                <c:pt idx="31">
                  <c:v>55.379199999999997</c:v>
                </c:pt>
                <c:pt idx="32">
                  <c:v>55.359661000000003</c:v>
                </c:pt>
                <c:pt idx="33">
                  <c:v>55.338242000000001</c:v>
                </c:pt>
                <c:pt idx="34">
                  <c:v>55.322654999999997</c:v>
                </c:pt>
                <c:pt idx="35">
                  <c:v>55.313395999999997</c:v>
                </c:pt>
                <c:pt idx="36">
                  <c:v>55.310524000000001</c:v>
                </c:pt>
                <c:pt idx="37">
                  <c:v>55.308010000000003</c:v>
                </c:pt>
                <c:pt idx="38">
                  <c:v>55.301310999999998</c:v>
                </c:pt>
                <c:pt idx="39">
                  <c:v>55.291679000000002</c:v>
                </c:pt>
                <c:pt idx="40">
                  <c:v>55.283698999999999</c:v>
                </c:pt>
                <c:pt idx="41">
                  <c:v>55.275970000000001</c:v>
                </c:pt>
                <c:pt idx="42">
                  <c:v>55.268444000000002</c:v>
                </c:pt>
                <c:pt idx="43">
                  <c:v>55.262923999999998</c:v>
                </c:pt>
                <c:pt idx="44">
                  <c:v>55.260013999999998</c:v>
                </c:pt>
                <c:pt idx="45">
                  <c:v>55.260292</c:v>
                </c:pt>
                <c:pt idx="46">
                  <c:v>55.259262</c:v>
                </c:pt>
                <c:pt idx="47">
                  <c:v>55.254218999999999</c:v>
                </c:pt>
                <c:pt idx="48">
                  <c:v>55.245876000000003</c:v>
                </c:pt>
                <c:pt idx="49">
                  <c:v>55.235287</c:v>
                </c:pt>
                <c:pt idx="50">
                  <c:v>55.226967000000002</c:v>
                </c:pt>
                <c:pt idx="51">
                  <c:v>55.221522999999998</c:v>
                </c:pt>
                <c:pt idx="52">
                  <c:v>55.219296</c:v>
                </c:pt>
                <c:pt idx="53">
                  <c:v>55.220157999999998</c:v>
                </c:pt>
                <c:pt idx="54">
                  <c:v>55.224651000000001</c:v>
                </c:pt>
                <c:pt idx="55">
                  <c:v>55.232674000000003</c:v>
                </c:pt>
                <c:pt idx="56">
                  <c:v>55.243324000000001</c:v>
                </c:pt>
                <c:pt idx="57">
                  <c:v>55.258904000000001</c:v>
                </c:pt>
                <c:pt idx="58">
                  <c:v>55.278759000000001</c:v>
                </c:pt>
                <c:pt idx="59">
                  <c:v>55.294781</c:v>
                </c:pt>
                <c:pt idx="60">
                  <c:v>55.306975999999999</c:v>
                </c:pt>
                <c:pt idx="61">
                  <c:v>55.314250999999999</c:v>
                </c:pt>
                <c:pt idx="62">
                  <c:v>55.318153000000002</c:v>
                </c:pt>
                <c:pt idx="63">
                  <c:v>55.321410999999998</c:v>
                </c:pt>
                <c:pt idx="64">
                  <c:v>55.32394</c:v>
                </c:pt>
                <c:pt idx="65">
                  <c:v>55.324244999999998</c:v>
                </c:pt>
                <c:pt idx="66">
                  <c:v>55.322947999999997</c:v>
                </c:pt>
                <c:pt idx="67">
                  <c:v>55.321528999999998</c:v>
                </c:pt>
                <c:pt idx="68">
                  <c:v>55.321758000000003</c:v>
                </c:pt>
                <c:pt idx="69">
                  <c:v>55.319515000000003</c:v>
                </c:pt>
                <c:pt idx="70">
                  <c:v>55.321201000000002</c:v>
                </c:pt>
                <c:pt idx="71">
                  <c:v>55.327720999999997</c:v>
                </c:pt>
                <c:pt idx="72">
                  <c:v>55.336101999999997</c:v>
                </c:pt>
                <c:pt idx="73">
                  <c:v>55.348576000000001</c:v>
                </c:pt>
                <c:pt idx="74">
                  <c:v>55.365161999999998</c:v>
                </c:pt>
                <c:pt idx="75">
                  <c:v>55.382938000000003</c:v>
                </c:pt>
                <c:pt idx="76">
                  <c:v>55.398594000000003</c:v>
                </c:pt>
                <c:pt idx="77">
                  <c:v>55.414921</c:v>
                </c:pt>
                <c:pt idx="78">
                  <c:v>55.437049999999999</c:v>
                </c:pt>
                <c:pt idx="79">
                  <c:v>55.452666999999998</c:v>
                </c:pt>
                <c:pt idx="80">
                  <c:v>55.464404999999999</c:v>
                </c:pt>
                <c:pt idx="81">
                  <c:v>55.470753000000002</c:v>
                </c:pt>
                <c:pt idx="82">
                  <c:v>55.470177</c:v>
                </c:pt>
                <c:pt idx="83">
                  <c:v>55.474873000000002</c:v>
                </c:pt>
                <c:pt idx="84">
                  <c:v>55.481518000000001</c:v>
                </c:pt>
                <c:pt idx="85">
                  <c:v>55.491146000000001</c:v>
                </c:pt>
                <c:pt idx="86">
                  <c:v>55.501102000000003</c:v>
                </c:pt>
                <c:pt idx="87">
                  <c:v>55.509987000000002</c:v>
                </c:pt>
                <c:pt idx="88">
                  <c:v>55.517775999999998</c:v>
                </c:pt>
                <c:pt idx="89">
                  <c:v>55.533974000000001</c:v>
                </c:pt>
                <c:pt idx="90">
                  <c:v>55.558216000000002</c:v>
                </c:pt>
                <c:pt idx="91">
                  <c:v>55.584873000000002</c:v>
                </c:pt>
                <c:pt idx="92">
                  <c:v>55.608542999999997</c:v>
                </c:pt>
                <c:pt idx="93">
                  <c:v>55.630276000000002</c:v>
                </c:pt>
                <c:pt idx="94">
                  <c:v>55.651009000000002</c:v>
                </c:pt>
                <c:pt idx="95">
                  <c:v>55.670299999999997</c:v>
                </c:pt>
                <c:pt idx="96">
                  <c:v>55.687347000000003</c:v>
                </c:pt>
                <c:pt idx="97">
                  <c:v>55.702224999999999</c:v>
                </c:pt>
                <c:pt idx="98">
                  <c:v>55.714115</c:v>
                </c:pt>
                <c:pt idx="99">
                  <c:v>55.719977999999998</c:v>
                </c:pt>
                <c:pt idx="100">
                  <c:v>55.723919000000002</c:v>
                </c:pt>
                <c:pt idx="101">
                  <c:v>55.723598000000003</c:v>
                </c:pt>
                <c:pt idx="102">
                  <c:v>55.721020000000003</c:v>
                </c:pt>
                <c:pt idx="103">
                  <c:v>55.720478</c:v>
                </c:pt>
                <c:pt idx="104">
                  <c:v>55.723404000000002</c:v>
                </c:pt>
                <c:pt idx="105">
                  <c:v>55.731437999999997</c:v>
                </c:pt>
                <c:pt idx="106">
                  <c:v>55.737774000000002</c:v>
                </c:pt>
                <c:pt idx="107">
                  <c:v>55.736721000000003</c:v>
                </c:pt>
                <c:pt idx="108">
                  <c:v>55.730389000000002</c:v>
                </c:pt>
                <c:pt idx="109">
                  <c:v>55.726978000000003</c:v>
                </c:pt>
                <c:pt idx="110">
                  <c:v>55.726280000000003</c:v>
                </c:pt>
                <c:pt idx="111">
                  <c:v>55.725163000000002</c:v>
                </c:pt>
                <c:pt idx="112">
                  <c:v>55.727299000000002</c:v>
                </c:pt>
                <c:pt idx="113">
                  <c:v>55.735374</c:v>
                </c:pt>
                <c:pt idx="114">
                  <c:v>55.74794</c:v>
                </c:pt>
                <c:pt idx="115">
                  <c:v>55.760548</c:v>
                </c:pt>
                <c:pt idx="116">
                  <c:v>55.769965999999997</c:v>
                </c:pt>
                <c:pt idx="117">
                  <c:v>55.778351000000001</c:v>
                </c:pt>
                <c:pt idx="118">
                  <c:v>55.788662000000002</c:v>
                </c:pt>
                <c:pt idx="119">
                  <c:v>55.800910999999999</c:v>
                </c:pt>
                <c:pt idx="120">
                  <c:v>55.815266000000001</c:v>
                </c:pt>
                <c:pt idx="121">
                  <c:v>55.828163000000004</c:v>
                </c:pt>
                <c:pt idx="122">
                  <c:v>55.840218</c:v>
                </c:pt>
                <c:pt idx="123">
                  <c:v>55.858092999999997</c:v>
                </c:pt>
                <c:pt idx="124">
                  <c:v>55.885596999999997</c:v>
                </c:pt>
                <c:pt idx="125">
                  <c:v>55.925494999999998</c:v>
                </c:pt>
                <c:pt idx="126">
                  <c:v>55.974761999999998</c:v>
                </c:pt>
                <c:pt idx="127">
                  <c:v>56.023547999999998</c:v>
                </c:pt>
                <c:pt idx="128">
                  <c:v>56.074936000000001</c:v>
                </c:pt>
                <c:pt idx="129">
                  <c:v>56.123759999999997</c:v>
                </c:pt>
                <c:pt idx="130">
                  <c:v>56.170143000000003</c:v>
                </c:pt>
                <c:pt idx="131">
                  <c:v>56.217753999999999</c:v>
                </c:pt>
                <c:pt idx="132">
                  <c:v>56.260246000000002</c:v>
                </c:pt>
                <c:pt idx="133">
                  <c:v>56.303749000000003</c:v>
                </c:pt>
                <c:pt idx="134">
                  <c:v>56.353737000000002</c:v>
                </c:pt>
                <c:pt idx="135">
                  <c:v>56.400711000000001</c:v>
                </c:pt>
                <c:pt idx="136">
                  <c:v>56.435595999999997</c:v>
                </c:pt>
                <c:pt idx="137">
                  <c:v>56.466842999999997</c:v>
                </c:pt>
                <c:pt idx="138">
                  <c:v>56.496642999999999</c:v>
                </c:pt>
                <c:pt idx="139">
                  <c:v>56.531604999999999</c:v>
                </c:pt>
                <c:pt idx="140">
                  <c:v>56.570765999999999</c:v>
                </c:pt>
                <c:pt idx="141">
                  <c:v>56.613636</c:v>
                </c:pt>
                <c:pt idx="142">
                  <c:v>56.656044000000001</c:v>
                </c:pt>
                <c:pt idx="143">
                  <c:v>56.696418999999999</c:v>
                </c:pt>
                <c:pt idx="144">
                  <c:v>56.735802</c:v>
                </c:pt>
                <c:pt idx="145">
                  <c:v>56.776736999999997</c:v>
                </c:pt>
                <c:pt idx="146">
                  <c:v>56.821658999999997</c:v>
                </c:pt>
                <c:pt idx="147">
                  <c:v>56.870852999999997</c:v>
                </c:pt>
                <c:pt idx="148">
                  <c:v>56.921429000000003</c:v>
                </c:pt>
                <c:pt idx="149">
                  <c:v>56.971606999999999</c:v>
                </c:pt>
                <c:pt idx="150">
                  <c:v>57.020904999999999</c:v>
                </c:pt>
                <c:pt idx="151">
                  <c:v>57.072291999999997</c:v>
                </c:pt>
                <c:pt idx="152">
                  <c:v>57.123486</c:v>
                </c:pt>
                <c:pt idx="153">
                  <c:v>57.172683999999997</c:v>
                </c:pt>
                <c:pt idx="154">
                  <c:v>57.213160999999999</c:v>
                </c:pt>
                <c:pt idx="155">
                  <c:v>57.248638</c:v>
                </c:pt>
                <c:pt idx="156">
                  <c:v>57.296050999999999</c:v>
                </c:pt>
                <c:pt idx="157">
                  <c:v>57.346339999999998</c:v>
                </c:pt>
                <c:pt idx="158">
                  <c:v>57.396233000000002</c:v>
                </c:pt>
                <c:pt idx="159">
                  <c:v>57.427849000000002</c:v>
                </c:pt>
                <c:pt idx="160">
                  <c:v>57.451304999999998</c:v>
                </c:pt>
                <c:pt idx="161">
                  <c:v>57.474510000000002</c:v>
                </c:pt>
                <c:pt idx="162">
                  <c:v>57.496403000000001</c:v>
                </c:pt>
                <c:pt idx="163">
                  <c:v>57.518222999999999</c:v>
                </c:pt>
                <c:pt idx="164">
                  <c:v>57.539470999999999</c:v>
                </c:pt>
                <c:pt idx="165">
                  <c:v>57.560265000000001</c:v>
                </c:pt>
                <c:pt idx="166">
                  <c:v>57.579715999999998</c:v>
                </c:pt>
                <c:pt idx="167">
                  <c:v>57.599041</c:v>
                </c:pt>
                <c:pt idx="168">
                  <c:v>57.617396999999997</c:v>
                </c:pt>
                <c:pt idx="169">
                  <c:v>57.636260999999998</c:v>
                </c:pt>
                <c:pt idx="170">
                  <c:v>57.660029999999999</c:v>
                </c:pt>
                <c:pt idx="171">
                  <c:v>57.684170000000002</c:v>
                </c:pt>
                <c:pt idx="172">
                  <c:v>57.707698999999998</c:v>
                </c:pt>
                <c:pt idx="173">
                  <c:v>57.729396999999999</c:v>
                </c:pt>
                <c:pt idx="174">
                  <c:v>57.749907999999998</c:v>
                </c:pt>
                <c:pt idx="175">
                  <c:v>57.769150000000003</c:v>
                </c:pt>
                <c:pt idx="176">
                  <c:v>57.788539999999998</c:v>
                </c:pt>
                <c:pt idx="177">
                  <c:v>57.807907</c:v>
                </c:pt>
                <c:pt idx="178">
                  <c:v>57.826675000000002</c:v>
                </c:pt>
                <c:pt idx="179">
                  <c:v>57.845309999999998</c:v>
                </c:pt>
                <c:pt idx="180">
                  <c:v>57.863461000000001</c:v>
                </c:pt>
                <c:pt idx="181">
                  <c:v>57.880626999999997</c:v>
                </c:pt>
                <c:pt idx="182">
                  <c:v>57.897601999999999</c:v>
                </c:pt>
                <c:pt idx="183">
                  <c:v>57.913097</c:v>
                </c:pt>
                <c:pt idx="184">
                  <c:v>57.927909999999997</c:v>
                </c:pt>
                <c:pt idx="185">
                  <c:v>57.945903999999999</c:v>
                </c:pt>
                <c:pt idx="186">
                  <c:v>57.964244999999998</c:v>
                </c:pt>
                <c:pt idx="187">
                  <c:v>57.979080000000003</c:v>
                </c:pt>
                <c:pt idx="188">
                  <c:v>57.991531000000002</c:v>
                </c:pt>
                <c:pt idx="189">
                  <c:v>58.002533</c:v>
                </c:pt>
                <c:pt idx="190">
                  <c:v>58.011401999999997</c:v>
                </c:pt>
                <c:pt idx="191">
                  <c:v>58.020080999999998</c:v>
                </c:pt>
                <c:pt idx="192">
                  <c:v>58.034779</c:v>
                </c:pt>
                <c:pt idx="193">
                  <c:v>58.055568999999998</c:v>
                </c:pt>
                <c:pt idx="194">
                  <c:v>58.076332000000001</c:v>
                </c:pt>
                <c:pt idx="195">
                  <c:v>58.095627</c:v>
                </c:pt>
                <c:pt idx="196">
                  <c:v>58.120055999999998</c:v>
                </c:pt>
                <c:pt idx="197">
                  <c:v>58.157642000000003</c:v>
                </c:pt>
                <c:pt idx="198">
                  <c:v>58.199303</c:v>
                </c:pt>
                <c:pt idx="199">
                  <c:v>58.222580000000001</c:v>
                </c:pt>
                <c:pt idx="200">
                  <c:v>58.240668999999997</c:v>
                </c:pt>
                <c:pt idx="201">
                  <c:v>58.260292</c:v>
                </c:pt>
                <c:pt idx="202">
                  <c:v>58.289470999999999</c:v>
                </c:pt>
                <c:pt idx="203">
                  <c:v>58.330238000000001</c:v>
                </c:pt>
                <c:pt idx="204">
                  <c:v>58.379421000000001</c:v>
                </c:pt>
                <c:pt idx="205">
                  <c:v>58.430874000000003</c:v>
                </c:pt>
                <c:pt idx="206">
                  <c:v>58.482708000000002</c:v>
                </c:pt>
                <c:pt idx="207">
                  <c:v>58.535088000000002</c:v>
                </c:pt>
                <c:pt idx="208">
                  <c:v>58.584178999999999</c:v>
                </c:pt>
                <c:pt idx="209">
                  <c:v>58.636864000000003</c:v>
                </c:pt>
                <c:pt idx="210">
                  <c:v>58.692641999999999</c:v>
                </c:pt>
                <c:pt idx="211">
                  <c:v>58.749592</c:v>
                </c:pt>
                <c:pt idx="212">
                  <c:v>58.804276000000002</c:v>
                </c:pt>
                <c:pt idx="213">
                  <c:v>58.853718000000001</c:v>
                </c:pt>
                <c:pt idx="214">
                  <c:v>58.898578999999998</c:v>
                </c:pt>
                <c:pt idx="215">
                  <c:v>58.942024000000004</c:v>
                </c:pt>
                <c:pt idx="216">
                  <c:v>58.988067999999998</c:v>
                </c:pt>
                <c:pt idx="217">
                  <c:v>59.033870999999998</c:v>
                </c:pt>
                <c:pt idx="218">
                  <c:v>59.082680000000003</c:v>
                </c:pt>
                <c:pt idx="219">
                  <c:v>59.138012000000003</c:v>
                </c:pt>
                <c:pt idx="220">
                  <c:v>59.194130000000001</c:v>
                </c:pt>
                <c:pt idx="221">
                  <c:v>59.249389999999998</c:v>
                </c:pt>
                <c:pt idx="222">
                  <c:v>59.280135999999999</c:v>
                </c:pt>
                <c:pt idx="223">
                  <c:v>59.298431000000001</c:v>
                </c:pt>
                <c:pt idx="224">
                  <c:v>59.313907999999998</c:v>
                </c:pt>
                <c:pt idx="225">
                  <c:v>59.3307</c:v>
                </c:pt>
                <c:pt idx="226">
                  <c:v>59.342846000000002</c:v>
                </c:pt>
                <c:pt idx="227">
                  <c:v>59.358097000000001</c:v>
                </c:pt>
                <c:pt idx="228">
                  <c:v>59.374141999999999</c:v>
                </c:pt>
                <c:pt idx="229">
                  <c:v>59.388710000000003</c:v>
                </c:pt>
                <c:pt idx="230">
                  <c:v>59.400126999999998</c:v>
                </c:pt>
                <c:pt idx="231">
                  <c:v>59.410705999999998</c:v>
                </c:pt>
                <c:pt idx="232">
                  <c:v>59.422584999999998</c:v>
                </c:pt>
                <c:pt idx="233">
                  <c:v>59.435389999999998</c:v>
                </c:pt>
                <c:pt idx="234">
                  <c:v>59.449581000000002</c:v>
                </c:pt>
                <c:pt idx="235">
                  <c:v>59.461970999999998</c:v>
                </c:pt>
                <c:pt idx="236">
                  <c:v>59.472523000000002</c:v>
                </c:pt>
                <c:pt idx="237">
                  <c:v>59.482616</c:v>
                </c:pt>
                <c:pt idx="238">
                  <c:v>59.496226999999998</c:v>
                </c:pt>
                <c:pt idx="239">
                  <c:v>59.513615000000001</c:v>
                </c:pt>
                <c:pt idx="240">
                  <c:v>59.528171999999998</c:v>
                </c:pt>
                <c:pt idx="241">
                  <c:v>59.539444000000003</c:v>
                </c:pt>
                <c:pt idx="242">
                  <c:v>59.548717000000003</c:v>
                </c:pt>
                <c:pt idx="243">
                  <c:v>59.555981000000003</c:v>
                </c:pt>
                <c:pt idx="244">
                  <c:v>59.560558</c:v>
                </c:pt>
                <c:pt idx="245">
                  <c:v>59.565097999999999</c:v>
                </c:pt>
                <c:pt idx="246">
                  <c:v>59.567107999999998</c:v>
                </c:pt>
                <c:pt idx="247">
                  <c:v>59.574387000000002</c:v>
                </c:pt>
                <c:pt idx="248">
                  <c:v>59.588420999999997</c:v>
                </c:pt>
                <c:pt idx="249">
                  <c:v>59.604519000000003</c:v>
                </c:pt>
                <c:pt idx="250">
                  <c:v>59.612087000000002</c:v>
                </c:pt>
                <c:pt idx="251">
                  <c:v>59.618648999999998</c:v>
                </c:pt>
                <c:pt idx="252">
                  <c:v>59.627918000000001</c:v>
                </c:pt>
                <c:pt idx="253">
                  <c:v>59.641930000000002</c:v>
                </c:pt>
                <c:pt idx="254">
                  <c:v>59.659247999999998</c:v>
                </c:pt>
                <c:pt idx="255">
                  <c:v>59.673034999999999</c:v>
                </c:pt>
                <c:pt idx="256">
                  <c:v>59.685786999999998</c:v>
                </c:pt>
                <c:pt idx="257">
                  <c:v>59.697589999999998</c:v>
                </c:pt>
                <c:pt idx="258">
                  <c:v>59.706673000000002</c:v>
                </c:pt>
                <c:pt idx="259">
                  <c:v>59.717770000000002</c:v>
                </c:pt>
                <c:pt idx="260">
                  <c:v>59.731079000000001</c:v>
                </c:pt>
                <c:pt idx="261">
                  <c:v>59.744228</c:v>
                </c:pt>
                <c:pt idx="262">
                  <c:v>59.753571000000001</c:v>
                </c:pt>
                <c:pt idx="263">
                  <c:v>59.762329000000001</c:v>
                </c:pt>
                <c:pt idx="264">
                  <c:v>59.772705000000002</c:v>
                </c:pt>
                <c:pt idx="265">
                  <c:v>59.781342000000002</c:v>
                </c:pt>
                <c:pt idx="266">
                  <c:v>59.789051000000001</c:v>
                </c:pt>
                <c:pt idx="267">
                  <c:v>59.796936000000002</c:v>
                </c:pt>
                <c:pt idx="268">
                  <c:v>59.810772</c:v>
                </c:pt>
                <c:pt idx="269">
                  <c:v>59.830952000000003</c:v>
                </c:pt>
                <c:pt idx="270">
                  <c:v>59.853596000000003</c:v>
                </c:pt>
                <c:pt idx="271">
                  <c:v>59.876536999999999</c:v>
                </c:pt>
                <c:pt idx="272">
                  <c:v>59.902523000000002</c:v>
                </c:pt>
                <c:pt idx="273">
                  <c:v>59.931441999999997</c:v>
                </c:pt>
                <c:pt idx="274">
                  <c:v>59.958781999999999</c:v>
                </c:pt>
                <c:pt idx="275">
                  <c:v>59.989784</c:v>
                </c:pt>
                <c:pt idx="276">
                  <c:v>60.018340999999999</c:v>
                </c:pt>
                <c:pt idx="277">
                  <c:v>60.049427000000001</c:v>
                </c:pt>
                <c:pt idx="278">
                  <c:v>60.075572999999999</c:v>
                </c:pt>
                <c:pt idx="279">
                  <c:v>60.105927000000001</c:v>
                </c:pt>
                <c:pt idx="280">
                  <c:v>60.141410999999998</c:v>
                </c:pt>
                <c:pt idx="281">
                  <c:v>60.180264000000001</c:v>
                </c:pt>
                <c:pt idx="282">
                  <c:v>60.217827</c:v>
                </c:pt>
                <c:pt idx="283">
                  <c:v>60.251759</c:v>
                </c:pt>
                <c:pt idx="284">
                  <c:v>60.276404999999997</c:v>
                </c:pt>
                <c:pt idx="285">
                  <c:v>60.294415000000001</c:v>
                </c:pt>
                <c:pt idx="286">
                  <c:v>60.311591999999997</c:v>
                </c:pt>
                <c:pt idx="287">
                  <c:v>60.327446000000002</c:v>
                </c:pt>
                <c:pt idx="288">
                  <c:v>60.339111000000003</c:v>
                </c:pt>
                <c:pt idx="289">
                  <c:v>60.356242999999999</c:v>
                </c:pt>
                <c:pt idx="290">
                  <c:v>60.387669000000002</c:v>
                </c:pt>
                <c:pt idx="291">
                  <c:v>60.423023000000001</c:v>
                </c:pt>
                <c:pt idx="292">
                  <c:v>60.456161000000002</c:v>
                </c:pt>
                <c:pt idx="293">
                  <c:v>60.480465000000002</c:v>
                </c:pt>
                <c:pt idx="294">
                  <c:v>60.504742</c:v>
                </c:pt>
                <c:pt idx="295">
                  <c:v>60.542496</c:v>
                </c:pt>
                <c:pt idx="296">
                  <c:v>60.585948999999999</c:v>
                </c:pt>
                <c:pt idx="297">
                  <c:v>60.630642000000002</c:v>
                </c:pt>
                <c:pt idx="298">
                  <c:v>60.667892000000002</c:v>
                </c:pt>
                <c:pt idx="299">
                  <c:v>60.679938999999997</c:v>
                </c:pt>
                <c:pt idx="300">
                  <c:v>60.678874999999998</c:v>
                </c:pt>
                <c:pt idx="301">
                  <c:v>60.679962000000003</c:v>
                </c:pt>
                <c:pt idx="302">
                  <c:v>60.681094999999999</c:v>
                </c:pt>
                <c:pt idx="303">
                  <c:v>60.675556</c:v>
                </c:pt>
                <c:pt idx="304">
                  <c:v>60.668919000000002</c:v>
                </c:pt>
                <c:pt idx="305">
                  <c:v>60.660023000000002</c:v>
                </c:pt>
                <c:pt idx="306">
                  <c:v>60.649239000000001</c:v>
                </c:pt>
                <c:pt idx="307">
                  <c:v>60.640244000000003</c:v>
                </c:pt>
                <c:pt idx="308">
                  <c:v>60.633876999999998</c:v>
                </c:pt>
                <c:pt idx="309">
                  <c:v>60.630215</c:v>
                </c:pt>
                <c:pt idx="310">
                  <c:v>60.624695000000003</c:v>
                </c:pt>
                <c:pt idx="311">
                  <c:v>60.615242000000002</c:v>
                </c:pt>
                <c:pt idx="312">
                  <c:v>60.601063000000003</c:v>
                </c:pt>
                <c:pt idx="313">
                  <c:v>60.582500000000003</c:v>
                </c:pt>
                <c:pt idx="314">
                  <c:v>60.563583000000001</c:v>
                </c:pt>
                <c:pt idx="315">
                  <c:v>60.548515000000002</c:v>
                </c:pt>
                <c:pt idx="316">
                  <c:v>60.535034000000003</c:v>
                </c:pt>
                <c:pt idx="317">
                  <c:v>60.522663000000001</c:v>
                </c:pt>
                <c:pt idx="318">
                  <c:v>60.511906000000003</c:v>
                </c:pt>
                <c:pt idx="319">
                  <c:v>60.502861000000003</c:v>
                </c:pt>
                <c:pt idx="320">
                  <c:v>60.493771000000002</c:v>
                </c:pt>
                <c:pt idx="321">
                  <c:v>60.485019999999999</c:v>
                </c:pt>
                <c:pt idx="322">
                  <c:v>60.474915000000003</c:v>
                </c:pt>
                <c:pt idx="323">
                  <c:v>60.465415999999998</c:v>
                </c:pt>
                <c:pt idx="324">
                  <c:v>60.458393000000001</c:v>
                </c:pt>
                <c:pt idx="325">
                  <c:v>60.449191999999996</c:v>
                </c:pt>
                <c:pt idx="326">
                  <c:v>60.433715999999997</c:v>
                </c:pt>
                <c:pt idx="327">
                  <c:v>60.414352000000001</c:v>
                </c:pt>
                <c:pt idx="328">
                  <c:v>60.396549</c:v>
                </c:pt>
                <c:pt idx="329">
                  <c:v>60.381363</c:v>
                </c:pt>
                <c:pt idx="330">
                  <c:v>60.364868000000001</c:v>
                </c:pt>
                <c:pt idx="331">
                  <c:v>60.342396000000001</c:v>
                </c:pt>
                <c:pt idx="332">
                  <c:v>60.313102999999998</c:v>
                </c:pt>
                <c:pt idx="333">
                  <c:v>60.280723999999999</c:v>
                </c:pt>
                <c:pt idx="334">
                  <c:v>60.255856000000001</c:v>
                </c:pt>
                <c:pt idx="335">
                  <c:v>60.235363</c:v>
                </c:pt>
                <c:pt idx="336">
                  <c:v>60.218822000000003</c:v>
                </c:pt>
                <c:pt idx="337">
                  <c:v>60.209198000000001</c:v>
                </c:pt>
                <c:pt idx="338">
                  <c:v>60.203395999999998</c:v>
                </c:pt>
                <c:pt idx="339">
                  <c:v>60.197617000000001</c:v>
                </c:pt>
                <c:pt idx="340">
                  <c:v>60.191764999999997</c:v>
                </c:pt>
                <c:pt idx="341">
                  <c:v>60.187579999999997</c:v>
                </c:pt>
                <c:pt idx="342">
                  <c:v>60.185287000000002</c:v>
                </c:pt>
                <c:pt idx="343">
                  <c:v>60.186053999999999</c:v>
                </c:pt>
                <c:pt idx="344">
                  <c:v>60.188609999999997</c:v>
                </c:pt>
                <c:pt idx="345">
                  <c:v>60.189658999999999</c:v>
                </c:pt>
                <c:pt idx="346">
                  <c:v>60.188716999999997</c:v>
                </c:pt>
                <c:pt idx="347">
                  <c:v>60.185040000000001</c:v>
                </c:pt>
                <c:pt idx="348">
                  <c:v>60.182288999999997</c:v>
                </c:pt>
                <c:pt idx="349">
                  <c:v>60.195960999999997</c:v>
                </c:pt>
                <c:pt idx="350">
                  <c:v>60.218819000000003</c:v>
                </c:pt>
                <c:pt idx="351">
                  <c:v>60.235550000000003</c:v>
                </c:pt>
                <c:pt idx="352">
                  <c:v>60.249885999999996</c:v>
                </c:pt>
                <c:pt idx="353">
                  <c:v>60.266086999999999</c:v>
                </c:pt>
                <c:pt idx="354">
                  <c:v>60.291870000000003</c:v>
                </c:pt>
                <c:pt idx="355">
                  <c:v>60.329182000000003</c:v>
                </c:pt>
                <c:pt idx="356">
                  <c:v>60.371616000000003</c:v>
                </c:pt>
                <c:pt idx="357">
                  <c:v>60.414841000000003</c:v>
                </c:pt>
                <c:pt idx="358">
                  <c:v>60.457465999999997</c:v>
                </c:pt>
                <c:pt idx="359">
                  <c:v>60.479495999999997</c:v>
                </c:pt>
                <c:pt idx="360">
                  <c:v>60.503360999999998</c:v>
                </c:pt>
                <c:pt idx="361">
                  <c:v>60.528492</c:v>
                </c:pt>
                <c:pt idx="362">
                  <c:v>60.558151000000002</c:v>
                </c:pt>
                <c:pt idx="363">
                  <c:v>60.59507</c:v>
                </c:pt>
                <c:pt idx="364">
                  <c:v>60.628459999999997</c:v>
                </c:pt>
                <c:pt idx="365">
                  <c:v>60.667006999999998</c:v>
                </c:pt>
                <c:pt idx="366">
                  <c:v>60.714848000000003</c:v>
                </c:pt>
                <c:pt idx="367">
                  <c:v>60.759143999999999</c:v>
                </c:pt>
                <c:pt idx="368">
                  <c:v>60.780365000000003</c:v>
                </c:pt>
                <c:pt idx="369">
                  <c:v>60.781258000000001</c:v>
                </c:pt>
                <c:pt idx="370">
                  <c:v>60.787376000000002</c:v>
                </c:pt>
                <c:pt idx="371">
                  <c:v>60.804630000000003</c:v>
                </c:pt>
                <c:pt idx="372">
                  <c:v>60.841853999999998</c:v>
                </c:pt>
                <c:pt idx="373">
                  <c:v>60.882857999999999</c:v>
                </c:pt>
                <c:pt idx="374">
                  <c:v>60.925528999999997</c:v>
                </c:pt>
                <c:pt idx="375">
                  <c:v>60.969611999999998</c:v>
                </c:pt>
                <c:pt idx="376">
                  <c:v>61.016143999999997</c:v>
                </c:pt>
                <c:pt idx="377">
                  <c:v>61.062897</c:v>
                </c:pt>
                <c:pt idx="378">
                  <c:v>61.10331</c:v>
                </c:pt>
                <c:pt idx="379">
                  <c:v>61.129818</c:v>
                </c:pt>
                <c:pt idx="380">
                  <c:v>61.141013999999998</c:v>
                </c:pt>
                <c:pt idx="381">
                  <c:v>61.153053</c:v>
                </c:pt>
                <c:pt idx="382">
                  <c:v>61.178832999999997</c:v>
                </c:pt>
                <c:pt idx="383">
                  <c:v>61.218921999999999</c:v>
                </c:pt>
                <c:pt idx="384">
                  <c:v>61.258288999999998</c:v>
                </c:pt>
                <c:pt idx="385">
                  <c:v>61.297741000000002</c:v>
                </c:pt>
                <c:pt idx="386">
                  <c:v>61.334311999999997</c:v>
                </c:pt>
                <c:pt idx="387">
                  <c:v>61.378467999999998</c:v>
                </c:pt>
                <c:pt idx="388">
                  <c:v>61.42165</c:v>
                </c:pt>
                <c:pt idx="389">
                  <c:v>61.463253000000002</c:v>
                </c:pt>
                <c:pt idx="390">
                  <c:v>61.492569000000003</c:v>
                </c:pt>
                <c:pt idx="391">
                  <c:v>61.521984000000003</c:v>
                </c:pt>
                <c:pt idx="392">
                  <c:v>61.546233999999998</c:v>
                </c:pt>
                <c:pt idx="393">
                  <c:v>61.563811999999999</c:v>
                </c:pt>
                <c:pt idx="394">
                  <c:v>61.574508999999999</c:v>
                </c:pt>
                <c:pt idx="395">
                  <c:v>61.586426000000003</c:v>
                </c:pt>
                <c:pt idx="396">
                  <c:v>61.597389</c:v>
                </c:pt>
                <c:pt idx="397">
                  <c:v>61.610442999999997</c:v>
                </c:pt>
                <c:pt idx="398">
                  <c:v>61.634326999999999</c:v>
                </c:pt>
                <c:pt idx="399">
                  <c:v>61.664799000000002</c:v>
                </c:pt>
                <c:pt idx="400">
                  <c:v>61.694324000000002</c:v>
                </c:pt>
                <c:pt idx="401">
                  <c:v>61.714900999999998</c:v>
                </c:pt>
                <c:pt idx="402">
                  <c:v>61.723984000000002</c:v>
                </c:pt>
                <c:pt idx="403">
                  <c:v>61.732593999999999</c:v>
                </c:pt>
                <c:pt idx="404">
                  <c:v>61.741283000000003</c:v>
                </c:pt>
                <c:pt idx="405">
                  <c:v>61.748341000000003</c:v>
                </c:pt>
                <c:pt idx="406">
                  <c:v>61.753779999999999</c:v>
                </c:pt>
                <c:pt idx="407">
                  <c:v>61.758178999999998</c:v>
                </c:pt>
                <c:pt idx="408">
                  <c:v>61.758602000000003</c:v>
                </c:pt>
                <c:pt idx="409">
                  <c:v>61.754559</c:v>
                </c:pt>
                <c:pt idx="410">
                  <c:v>61.753062999999997</c:v>
                </c:pt>
                <c:pt idx="411">
                  <c:v>61.769623000000003</c:v>
                </c:pt>
                <c:pt idx="412">
                  <c:v>61.798274999999997</c:v>
                </c:pt>
                <c:pt idx="413">
                  <c:v>61.818260000000002</c:v>
                </c:pt>
                <c:pt idx="414">
                  <c:v>61.831940000000003</c:v>
                </c:pt>
                <c:pt idx="415">
                  <c:v>61.842917999999997</c:v>
                </c:pt>
                <c:pt idx="416">
                  <c:v>61.857567000000003</c:v>
                </c:pt>
                <c:pt idx="417">
                  <c:v>61.877834</c:v>
                </c:pt>
                <c:pt idx="418">
                  <c:v>61.908276000000001</c:v>
                </c:pt>
                <c:pt idx="419">
                  <c:v>61.946316000000003</c:v>
                </c:pt>
                <c:pt idx="420">
                  <c:v>61.986420000000003</c:v>
                </c:pt>
                <c:pt idx="421">
                  <c:v>62.029026000000002</c:v>
                </c:pt>
                <c:pt idx="422">
                  <c:v>62.073188999999999</c:v>
                </c:pt>
                <c:pt idx="423">
                  <c:v>62.118381999999997</c:v>
                </c:pt>
                <c:pt idx="424">
                  <c:v>62.151142</c:v>
                </c:pt>
                <c:pt idx="425">
                  <c:v>62.167468999999997</c:v>
                </c:pt>
                <c:pt idx="426">
                  <c:v>62.169173999999998</c:v>
                </c:pt>
                <c:pt idx="427">
                  <c:v>62.169888</c:v>
                </c:pt>
                <c:pt idx="428">
                  <c:v>62.171432000000003</c:v>
                </c:pt>
                <c:pt idx="429">
                  <c:v>62.164883000000003</c:v>
                </c:pt>
                <c:pt idx="430">
                  <c:v>62.157516000000001</c:v>
                </c:pt>
                <c:pt idx="431">
                  <c:v>62.157063000000001</c:v>
                </c:pt>
                <c:pt idx="432">
                  <c:v>62.156143</c:v>
                </c:pt>
                <c:pt idx="433">
                  <c:v>62.149189</c:v>
                </c:pt>
                <c:pt idx="434">
                  <c:v>62.138370999999999</c:v>
                </c:pt>
                <c:pt idx="435">
                  <c:v>62.129382999999997</c:v>
                </c:pt>
                <c:pt idx="436">
                  <c:v>62.121955999999997</c:v>
                </c:pt>
                <c:pt idx="437">
                  <c:v>62.113357999999998</c:v>
                </c:pt>
                <c:pt idx="438">
                  <c:v>62.107532999999997</c:v>
                </c:pt>
                <c:pt idx="439">
                  <c:v>62.110774999999997</c:v>
                </c:pt>
                <c:pt idx="440">
                  <c:v>62.116219000000001</c:v>
                </c:pt>
                <c:pt idx="441">
                  <c:v>62.106963999999998</c:v>
                </c:pt>
                <c:pt idx="442">
                  <c:v>62.091861999999999</c:v>
                </c:pt>
                <c:pt idx="443">
                  <c:v>62.070793000000002</c:v>
                </c:pt>
                <c:pt idx="444">
                  <c:v>62.053531999999997</c:v>
                </c:pt>
                <c:pt idx="445">
                  <c:v>62.036335000000001</c:v>
                </c:pt>
                <c:pt idx="446">
                  <c:v>62.021079999999998</c:v>
                </c:pt>
                <c:pt idx="447">
                  <c:v>62.015495000000001</c:v>
                </c:pt>
                <c:pt idx="448">
                  <c:v>62.016460000000002</c:v>
                </c:pt>
                <c:pt idx="449">
                  <c:v>62.022872999999997</c:v>
                </c:pt>
                <c:pt idx="450">
                  <c:v>62.024006</c:v>
                </c:pt>
                <c:pt idx="451">
                  <c:v>62.022494999999999</c:v>
                </c:pt>
                <c:pt idx="452">
                  <c:v>62.021281999999999</c:v>
                </c:pt>
                <c:pt idx="453">
                  <c:v>62.020020000000002</c:v>
                </c:pt>
                <c:pt idx="454">
                  <c:v>62.017268999999999</c:v>
                </c:pt>
                <c:pt idx="455">
                  <c:v>62.011355999999999</c:v>
                </c:pt>
                <c:pt idx="456">
                  <c:v>62.009785000000001</c:v>
                </c:pt>
                <c:pt idx="457">
                  <c:v>62.023482999999999</c:v>
                </c:pt>
                <c:pt idx="458">
                  <c:v>62.050441999999997</c:v>
                </c:pt>
                <c:pt idx="459">
                  <c:v>62.085476</c:v>
                </c:pt>
                <c:pt idx="460">
                  <c:v>62.119540999999998</c:v>
                </c:pt>
                <c:pt idx="461">
                  <c:v>62.151145999999997</c:v>
                </c:pt>
                <c:pt idx="462">
                  <c:v>62.180762999999999</c:v>
                </c:pt>
                <c:pt idx="463">
                  <c:v>62.214740999999997</c:v>
                </c:pt>
                <c:pt idx="464">
                  <c:v>62.247458999999999</c:v>
                </c:pt>
                <c:pt idx="465">
                  <c:v>62.277175999999997</c:v>
                </c:pt>
                <c:pt idx="466">
                  <c:v>62.297516000000002</c:v>
                </c:pt>
                <c:pt idx="467">
                  <c:v>62.315246999999999</c:v>
                </c:pt>
                <c:pt idx="468">
                  <c:v>62.339542000000002</c:v>
                </c:pt>
                <c:pt idx="469">
                  <c:v>62.378895</c:v>
                </c:pt>
                <c:pt idx="470">
                  <c:v>62.420597000000001</c:v>
                </c:pt>
                <c:pt idx="471">
                  <c:v>62.462685</c:v>
                </c:pt>
                <c:pt idx="472">
                  <c:v>62.506839999999997</c:v>
                </c:pt>
                <c:pt idx="473">
                  <c:v>62.551921999999998</c:v>
                </c:pt>
                <c:pt idx="474">
                  <c:v>62.594368000000003</c:v>
                </c:pt>
                <c:pt idx="475">
                  <c:v>62.607407000000002</c:v>
                </c:pt>
                <c:pt idx="476">
                  <c:v>62.602077000000001</c:v>
                </c:pt>
                <c:pt idx="477">
                  <c:v>62.601883000000001</c:v>
                </c:pt>
                <c:pt idx="478">
                  <c:v>62.599288999999999</c:v>
                </c:pt>
                <c:pt idx="479">
                  <c:v>62.588787000000004</c:v>
                </c:pt>
                <c:pt idx="480">
                  <c:v>62.580897999999998</c:v>
                </c:pt>
                <c:pt idx="481">
                  <c:v>62.574486</c:v>
                </c:pt>
                <c:pt idx="482">
                  <c:v>62.569870000000002</c:v>
                </c:pt>
                <c:pt idx="483">
                  <c:v>62.562106999999997</c:v>
                </c:pt>
                <c:pt idx="484">
                  <c:v>62.551022000000003</c:v>
                </c:pt>
                <c:pt idx="485">
                  <c:v>62.541775000000001</c:v>
                </c:pt>
                <c:pt idx="486">
                  <c:v>62.544483</c:v>
                </c:pt>
                <c:pt idx="487">
                  <c:v>62.563594999999999</c:v>
                </c:pt>
                <c:pt idx="488">
                  <c:v>62.583163999999996</c:v>
                </c:pt>
                <c:pt idx="489">
                  <c:v>62.598990999999998</c:v>
                </c:pt>
                <c:pt idx="490">
                  <c:v>62.613746999999996</c:v>
                </c:pt>
                <c:pt idx="491">
                  <c:v>62.634532999999998</c:v>
                </c:pt>
                <c:pt idx="492">
                  <c:v>62.667209999999997</c:v>
                </c:pt>
                <c:pt idx="493">
                  <c:v>62.706885999999997</c:v>
                </c:pt>
                <c:pt idx="494">
                  <c:v>62.749966000000001</c:v>
                </c:pt>
                <c:pt idx="495">
                  <c:v>62.792991999999998</c:v>
                </c:pt>
                <c:pt idx="496">
                  <c:v>62.839737</c:v>
                </c:pt>
                <c:pt idx="497">
                  <c:v>62.882522999999999</c:v>
                </c:pt>
                <c:pt idx="498">
                  <c:v>62.911293000000001</c:v>
                </c:pt>
                <c:pt idx="499">
                  <c:v>62.933788</c:v>
                </c:pt>
                <c:pt idx="500">
                  <c:v>62.958297999999999</c:v>
                </c:pt>
                <c:pt idx="501">
                  <c:v>62.983657999999998</c:v>
                </c:pt>
                <c:pt idx="502">
                  <c:v>63.005650000000003</c:v>
                </c:pt>
                <c:pt idx="503">
                  <c:v>63.026725999999996</c:v>
                </c:pt>
                <c:pt idx="504">
                  <c:v>63.057944999999997</c:v>
                </c:pt>
                <c:pt idx="505">
                  <c:v>63.095954999999996</c:v>
                </c:pt>
                <c:pt idx="506">
                  <c:v>63.131526999999998</c:v>
                </c:pt>
                <c:pt idx="507">
                  <c:v>63.163124000000003</c:v>
                </c:pt>
                <c:pt idx="508">
                  <c:v>63.191676999999999</c:v>
                </c:pt>
                <c:pt idx="509">
                  <c:v>63.212223000000002</c:v>
                </c:pt>
                <c:pt idx="510">
                  <c:v>63.225056000000002</c:v>
                </c:pt>
                <c:pt idx="511">
                  <c:v>63.232391</c:v>
                </c:pt>
                <c:pt idx="512">
                  <c:v>63.232464</c:v>
                </c:pt>
                <c:pt idx="513">
                  <c:v>63.231921999999997</c:v>
                </c:pt>
                <c:pt idx="514">
                  <c:v>63.230159999999998</c:v>
                </c:pt>
                <c:pt idx="515">
                  <c:v>63.225731000000003</c:v>
                </c:pt>
                <c:pt idx="516">
                  <c:v>63.220523999999997</c:v>
                </c:pt>
                <c:pt idx="517">
                  <c:v>63.218876000000002</c:v>
                </c:pt>
                <c:pt idx="518">
                  <c:v>63.221031000000004</c:v>
                </c:pt>
                <c:pt idx="519">
                  <c:v>63.193435999999998</c:v>
                </c:pt>
                <c:pt idx="520">
                  <c:v>63.145057999999999</c:v>
                </c:pt>
                <c:pt idx="521">
                  <c:v>63.114136000000002</c:v>
                </c:pt>
                <c:pt idx="522">
                  <c:v>63.097709999999999</c:v>
                </c:pt>
                <c:pt idx="523">
                  <c:v>63.101826000000003</c:v>
                </c:pt>
                <c:pt idx="524">
                  <c:v>63.106312000000003</c:v>
                </c:pt>
                <c:pt idx="525">
                  <c:v>63.107608999999997</c:v>
                </c:pt>
                <c:pt idx="526">
                  <c:v>63.108139000000001</c:v>
                </c:pt>
                <c:pt idx="527">
                  <c:v>63.111030999999997</c:v>
                </c:pt>
                <c:pt idx="528">
                  <c:v>63.113937</c:v>
                </c:pt>
                <c:pt idx="529">
                  <c:v>63.116897999999999</c:v>
                </c:pt>
                <c:pt idx="530">
                  <c:v>63.118603</c:v>
                </c:pt>
                <c:pt idx="531">
                  <c:v>63.124008000000003</c:v>
                </c:pt>
                <c:pt idx="532">
                  <c:v>63.132449999999999</c:v>
                </c:pt>
                <c:pt idx="533">
                  <c:v>63.139811999999999</c:v>
                </c:pt>
                <c:pt idx="534">
                  <c:v>63.148727000000001</c:v>
                </c:pt>
                <c:pt idx="535">
                  <c:v>63.159725000000002</c:v>
                </c:pt>
                <c:pt idx="536">
                  <c:v>63.171402</c:v>
                </c:pt>
                <c:pt idx="537">
                  <c:v>63.181815999999998</c:v>
                </c:pt>
                <c:pt idx="538">
                  <c:v>63.192898</c:v>
                </c:pt>
                <c:pt idx="539">
                  <c:v>63.202869</c:v>
                </c:pt>
                <c:pt idx="540">
                  <c:v>63.205962999999997</c:v>
                </c:pt>
                <c:pt idx="541">
                  <c:v>63.204365000000003</c:v>
                </c:pt>
                <c:pt idx="542">
                  <c:v>63.201092000000003</c:v>
                </c:pt>
                <c:pt idx="543">
                  <c:v>63.194865999999998</c:v>
                </c:pt>
                <c:pt idx="544">
                  <c:v>63.189011000000001</c:v>
                </c:pt>
                <c:pt idx="545">
                  <c:v>63.184002</c:v>
                </c:pt>
                <c:pt idx="546">
                  <c:v>63.177486000000002</c:v>
                </c:pt>
                <c:pt idx="547">
                  <c:v>63.167670999999999</c:v>
                </c:pt>
                <c:pt idx="548">
                  <c:v>63.157051000000003</c:v>
                </c:pt>
                <c:pt idx="549">
                  <c:v>63.146000000000001</c:v>
                </c:pt>
                <c:pt idx="550">
                  <c:v>63.135258</c:v>
                </c:pt>
                <c:pt idx="551">
                  <c:v>63.130324999999999</c:v>
                </c:pt>
                <c:pt idx="552">
                  <c:v>63.132613999999997</c:v>
                </c:pt>
                <c:pt idx="553">
                  <c:v>63.136868</c:v>
                </c:pt>
                <c:pt idx="554">
                  <c:v>63.130637999999998</c:v>
                </c:pt>
                <c:pt idx="555">
                  <c:v>63.119067999999999</c:v>
                </c:pt>
                <c:pt idx="556">
                  <c:v>63.106461000000003</c:v>
                </c:pt>
                <c:pt idx="557">
                  <c:v>63.090026999999999</c:v>
                </c:pt>
                <c:pt idx="558">
                  <c:v>63.073692000000001</c:v>
                </c:pt>
                <c:pt idx="559">
                  <c:v>63.056350999999999</c:v>
                </c:pt>
                <c:pt idx="560">
                  <c:v>63.036662999999997</c:v>
                </c:pt>
                <c:pt idx="561">
                  <c:v>63.012900999999999</c:v>
                </c:pt>
                <c:pt idx="562">
                  <c:v>62.987129000000003</c:v>
                </c:pt>
                <c:pt idx="563">
                  <c:v>62.961478999999997</c:v>
                </c:pt>
                <c:pt idx="564">
                  <c:v>62.937691000000001</c:v>
                </c:pt>
                <c:pt idx="565">
                  <c:v>62.917675000000003</c:v>
                </c:pt>
                <c:pt idx="566">
                  <c:v>62.901080999999998</c:v>
                </c:pt>
                <c:pt idx="567">
                  <c:v>62.885142999999999</c:v>
                </c:pt>
                <c:pt idx="568">
                  <c:v>62.872321999999997</c:v>
                </c:pt>
                <c:pt idx="569">
                  <c:v>62.859755999999997</c:v>
                </c:pt>
                <c:pt idx="570">
                  <c:v>62.846877999999997</c:v>
                </c:pt>
                <c:pt idx="571">
                  <c:v>62.833236999999997</c:v>
                </c:pt>
                <c:pt idx="572">
                  <c:v>62.815868000000002</c:v>
                </c:pt>
                <c:pt idx="573">
                  <c:v>62.794899000000001</c:v>
                </c:pt>
                <c:pt idx="574">
                  <c:v>62.751949000000003</c:v>
                </c:pt>
                <c:pt idx="575">
                  <c:v>62.71801</c:v>
                </c:pt>
                <c:pt idx="576">
                  <c:v>62.689892</c:v>
                </c:pt>
                <c:pt idx="577">
                  <c:v>62.661293000000001</c:v>
                </c:pt>
                <c:pt idx="578">
                  <c:v>62.638537999999997</c:v>
                </c:pt>
                <c:pt idx="579">
                  <c:v>62.618201999999997</c:v>
                </c:pt>
                <c:pt idx="580">
                  <c:v>62.599196999999997</c:v>
                </c:pt>
                <c:pt idx="581">
                  <c:v>62.579051999999997</c:v>
                </c:pt>
                <c:pt idx="582">
                  <c:v>62.558857000000003</c:v>
                </c:pt>
                <c:pt idx="583">
                  <c:v>62.539448</c:v>
                </c:pt>
                <c:pt idx="584">
                  <c:v>62.52084</c:v>
                </c:pt>
                <c:pt idx="585">
                  <c:v>62.500942000000002</c:v>
                </c:pt>
                <c:pt idx="586">
                  <c:v>62.480732000000003</c:v>
                </c:pt>
                <c:pt idx="587">
                  <c:v>62.46349</c:v>
                </c:pt>
                <c:pt idx="588">
                  <c:v>62.448810999999999</c:v>
                </c:pt>
                <c:pt idx="589">
                  <c:v>62.432876999999998</c:v>
                </c:pt>
                <c:pt idx="590">
                  <c:v>62.413871999999998</c:v>
                </c:pt>
                <c:pt idx="591">
                  <c:v>62.395068999999999</c:v>
                </c:pt>
                <c:pt idx="592">
                  <c:v>62.380237999999999</c:v>
                </c:pt>
                <c:pt idx="593">
                  <c:v>62.371937000000003</c:v>
                </c:pt>
                <c:pt idx="594">
                  <c:v>62.361538000000003</c:v>
                </c:pt>
                <c:pt idx="595">
                  <c:v>62.352733999999998</c:v>
                </c:pt>
                <c:pt idx="596">
                  <c:v>62.344814</c:v>
                </c:pt>
                <c:pt idx="597">
                  <c:v>62.341095000000003</c:v>
                </c:pt>
                <c:pt idx="598">
                  <c:v>62.353928000000003</c:v>
                </c:pt>
                <c:pt idx="599">
                  <c:v>62.385241999999998</c:v>
                </c:pt>
                <c:pt idx="600">
                  <c:v>62.434139000000002</c:v>
                </c:pt>
                <c:pt idx="601">
                  <c:v>62.484698999999999</c:v>
                </c:pt>
                <c:pt idx="602">
                  <c:v>62.543925999999999</c:v>
                </c:pt>
                <c:pt idx="603">
                  <c:v>62.609932000000001</c:v>
                </c:pt>
                <c:pt idx="604">
                  <c:v>62.681277999999999</c:v>
                </c:pt>
                <c:pt idx="605">
                  <c:v>62.737971999999999</c:v>
                </c:pt>
                <c:pt idx="606">
                  <c:v>62.775210999999999</c:v>
                </c:pt>
                <c:pt idx="607">
                  <c:v>62.784584000000002</c:v>
                </c:pt>
                <c:pt idx="608">
                  <c:v>62.777121999999999</c:v>
                </c:pt>
                <c:pt idx="609">
                  <c:v>62.776294999999998</c:v>
                </c:pt>
                <c:pt idx="610">
                  <c:v>62.786200999999998</c:v>
                </c:pt>
                <c:pt idx="611">
                  <c:v>62.796661</c:v>
                </c:pt>
                <c:pt idx="612">
                  <c:v>62.7896</c:v>
                </c:pt>
                <c:pt idx="613">
                  <c:v>62.781067</c:v>
                </c:pt>
                <c:pt idx="614">
                  <c:v>62.770885</c:v>
                </c:pt>
                <c:pt idx="615">
                  <c:v>62.767605000000003</c:v>
                </c:pt>
                <c:pt idx="616">
                  <c:v>62.775123999999998</c:v>
                </c:pt>
                <c:pt idx="617">
                  <c:v>62.779766000000002</c:v>
                </c:pt>
                <c:pt idx="618">
                  <c:v>62.783188000000003</c:v>
                </c:pt>
                <c:pt idx="619">
                  <c:v>62.789875000000002</c:v>
                </c:pt>
                <c:pt idx="620">
                  <c:v>62.803421</c:v>
                </c:pt>
                <c:pt idx="621">
                  <c:v>62.816459999999999</c:v>
                </c:pt>
                <c:pt idx="622">
                  <c:v>62.833224999999999</c:v>
                </c:pt>
                <c:pt idx="623">
                  <c:v>62.847735999999998</c:v>
                </c:pt>
                <c:pt idx="624">
                  <c:v>62.860256</c:v>
                </c:pt>
                <c:pt idx="625">
                  <c:v>62.872162000000003</c:v>
                </c:pt>
                <c:pt idx="626">
                  <c:v>62.885330000000003</c:v>
                </c:pt>
                <c:pt idx="627">
                  <c:v>62.899265</c:v>
                </c:pt>
                <c:pt idx="628">
                  <c:v>62.924103000000002</c:v>
                </c:pt>
                <c:pt idx="629">
                  <c:v>62.960116999999997</c:v>
                </c:pt>
                <c:pt idx="630">
                  <c:v>63.006053999999999</c:v>
                </c:pt>
                <c:pt idx="631">
                  <c:v>63.052394999999997</c:v>
                </c:pt>
                <c:pt idx="632">
                  <c:v>63.083126</c:v>
                </c:pt>
                <c:pt idx="633">
                  <c:v>63.103335999999999</c:v>
                </c:pt>
                <c:pt idx="634">
                  <c:v>63.115963000000001</c:v>
                </c:pt>
                <c:pt idx="635">
                  <c:v>63.124344000000001</c:v>
                </c:pt>
                <c:pt idx="636">
                  <c:v>63.134399000000002</c:v>
                </c:pt>
                <c:pt idx="637">
                  <c:v>63.140141</c:v>
                </c:pt>
                <c:pt idx="638">
                  <c:v>63.145313000000002</c:v>
                </c:pt>
                <c:pt idx="639">
                  <c:v>63.160355000000003</c:v>
                </c:pt>
                <c:pt idx="640">
                  <c:v>63.186607000000002</c:v>
                </c:pt>
                <c:pt idx="641">
                  <c:v>63.217964000000002</c:v>
                </c:pt>
                <c:pt idx="642">
                  <c:v>63.252322999999997</c:v>
                </c:pt>
                <c:pt idx="643">
                  <c:v>63.281737999999997</c:v>
                </c:pt>
                <c:pt idx="644">
                  <c:v>63.310501000000002</c:v>
                </c:pt>
                <c:pt idx="645">
                  <c:v>63.338726000000001</c:v>
                </c:pt>
                <c:pt idx="646">
                  <c:v>63.366764000000003</c:v>
                </c:pt>
                <c:pt idx="647">
                  <c:v>63.394798000000002</c:v>
                </c:pt>
                <c:pt idx="648">
                  <c:v>63.428660999999998</c:v>
                </c:pt>
                <c:pt idx="649">
                  <c:v>63.457904999999997</c:v>
                </c:pt>
                <c:pt idx="650">
                  <c:v>63.477435999999997</c:v>
                </c:pt>
                <c:pt idx="651">
                  <c:v>63.493935</c:v>
                </c:pt>
                <c:pt idx="652">
                  <c:v>63.503188999999999</c:v>
                </c:pt>
                <c:pt idx="653">
                  <c:v>63.503661999999998</c:v>
                </c:pt>
                <c:pt idx="654">
                  <c:v>63.490428999999999</c:v>
                </c:pt>
                <c:pt idx="655">
                  <c:v>63.476123999999999</c:v>
                </c:pt>
                <c:pt idx="656">
                  <c:v>63.468304000000003</c:v>
                </c:pt>
                <c:pt idx="657">
                  <c:v>63.459209000000001</c:v>
                </c:pt>
                <c:pt idx="658">
                  <c:v>63.453654999999998</c:v>
                </c:pt>
                <c:pt idx="659">
                  <c:v>63.455852999999998</c:v>
                </c:pt>
                <c:pt idx="660">
                  <c:v>63.464382000000001</c:v>
                </c:pt>
                <c:pt idx="661">
                  <c:v>63.476025</c:v>
                </c:pt>
                <c:pt idx="662">
                  <c:v>63.487724</c:v>
                </c:pt>
                <c:pt idx="663">
                  <c:v>63.501514</c:v>
                </c:pt>
                <c:pt idx="664">
                  <c:v>63.520473000000003</c:v>
                </c:pt>
                <c:pt idx="665">
                  <c:v>63.548256000000002</c:v>
                </c:pt>
                <c:pt idx="666">
                  <c:v>63.576495999999999</c:v>
                </c:pt>
                <c:pt idx="667">
                  <c:v>63.606121000000002</c:v>
                </c:pt>
                <c:pt idx="668">
                  <c:v>63.624527</c:v>
                </c:pt>
                <c:pt idx="669">
                  <c:v>63.635471000000003</c:v>
                </c:pt>
                <c:pt idx="670">
                  <c:v>63.640479999999997</c:v>
                </c:pt>
                <c:pt idx="671">
                  <c:v>63.643833000000001</c:v>
                </c:pt>
                <c:pt idx="672">
                  <c:v>63.640045000000001</c:v>
                </c:pt>
                <c:pt idx="673">
                  <c:v>63.640082999999997</c:v>
                </c:pt>
                <c:pt idx="674">
                  <c:v>63.642592999999998</c:v>
                </c:pt>
                <c:pt idx="675">
                  <c:v>63.653984000000001</c:v>
                </c:pt>
                <c:pt idx="676">
                  <c:v>63.664085</c:v>
                </c:pt>
                <c:pt idx="677">
                  <c:v>63.670971000000002</c:v>
                </c:pt>
                <c:pt idx="678">
                  <c:v>63.682479999999998</c:v>
                </c:pt>
                <c:pt idx="679">
                  <c:v>63.694674999999997</c:v>
                </c:pt>
                <c:pt idx="680">
                  <c:v>63.708260000000003</c:v>
                </c:pt>
                <c:pt idx="681">
                  <c:v>63.723019000000001</c:v>
                </c:pt>
                <c:pt idx="682">
                  <c:v>63.733044</c:v>
                </c:pt>
                <c:pt idx="683">
                  <c:v>63.738297000000003</c:v>
                </c:pt>
                <c:pt idx="684">
                  <c:v>63.744273999999997</c:v>
                </c:pt>
                <c:pt idx="685">
                  <c:v>63.743397000000002</c:v>
                </c:pt>
                <c:pt idx="686">
                  <c:v>63.740875000000003</c:v>
                </c:pt>
                <c:pt idx="687">
                  <c:v>63.733685000000001</c:v>
                </c:pt>
                <c:pt idx="688">
                  <c:v>63.724224</c:v>
                </c:pt>
                <c:pt idx="689">
                  <c:v>63.715023000000002</c:v>
                </c:pt>
                <c:pt idx="690">
                  <c:v>63.706645999999999</c:v>
                </c:pt>
                <c:pt idx="691">
                  <c:v>63.698504999999997</c:v>
                </c:pt>
                <c:pt idx="692">
                  <c:v>63.695430999999999</c:v>
                </c:pt>
                <c:pt idx="693">
                  <c:v>63.695267000000001</c:v>
                </c:pt>
                <c:pt idx="694">
                  <c:v>63.689354000000002</c:v>
                </c:pt>
                <c:pt idx="695">
                  <c:v>63.678683999999997</c:v>
                </c:pt>
                <c:pt idx="696">
                  <c:v>63.670257999999997</c:v>
                </c:pt>
                <c:pt idx="697">
                  <c:v>63.666851000000001</c:v>
                </c:pt>
                <c:pt idx="698">
                  <c:v>63.669167000000002</c:v>
                </c:pt>
                <c:pt idx="699">
                  <c:v>63.674388999999998</c:v>
                </c:pt>
                <c:pt idx="700">
                  <c:v>63.681598999999999</c:v>
                </c:pt>
                <c:pt idx="701">
                  <c:v>63.688369999999999</c:v>
                </c:pt>
                <c:pt idx="702">
                  <c:v>63.695461000000002</c:v>
                </c:pt>
                <c:pt idx="703">
                  <c:v>63.705241999999998</c:v>
                </c:pt>
                <c:pt idx="704">
                  <c:v>63.717303999999999</c:v>
                </c:pt>
                <c:pt idx="705">
                  <c:v>63.727725999999997</c:v>
                </c:pt>
                <c:pt idx="706">
                  <c:v>63.740260999999997</c:v>
                </c:pt>
                <c:pt idx="707">
                  <c:v>63.756264000000002</c:v>
                </c:pt>
                <c:pt idx="708">
                  <c:v>63.770240999999999</c:v>
                </c:pt>
                <c:pt idx="709">
                  <c:v>63.783371000000002</c:v>
                </c:pt>
                <c:pt idx="710">
                  <c:v>63.786118000000002</c:v>
                </c:pt>
                <c:pt idx="711">
                  <c:v>63.773654999999998</c:v>
                </c:pt>
                <c:pt idx="712">
                  <c:v>63.758980000000001</c:v>
                </c:pt>
                <c:pt idx="713">
                  <c:v>63.759636</c:v>
                </c:pt>
                <c:pt idx="714">
                  <c:v>63.766185999999998</c:v>
                </c:pt>
                <c:pt idx="715">
                  <c:v>63.771991999999997</c:v>
                </c:pt>
                <c:pt idx="716">
                  <c:v>63.77319</c:v>
                </c:pt>
                <c:pt idx="717">
                  <c:v>63.773539999999997</c:v>
                </c:pt>
                <c:pt idx="718">
                  <c:v>63.775123999999998</c:v>
                </c:pt>
                <c:pt idx="719">
                  <c:v>63.776451000000002</c:v>
                </c:pt>
                <c:pt idx="720">
                  <c:v>63.777382000000003</c:v>
                </c:pt>
                <c:pt idx="721">
                  <c:v>63.757057000000003</c:v>
                </c:pt>
                <c:pt idx="722">
                  <c:v>63.720962999999998</c:v>
                </c:pt>
                <c:pt idx="723">
                  <c:v>63.674785999999997</c:v>
                </c:pt>
                <c:pt idx="724">
                  <c:v>63.619624999999999</c:v>
                </c:pt>
                <c:pt idx="725">
                  <c:v>63.572308</c:v>
                </c:pt>
                <c:pt idx="726">
                  <c:v>63.526111999999998</c:v>
                </c:pt>
                <c:pt idx="727">
                  <c:v>63.478839999999998</c:v>
                </c:pt>
                <c:pt idx="728">
                  <c:v>63.440578000000002</c:v>
                </c:pt>
                <c:pt idx="729">
                  <c:v>63.402617999999997</c:v>
                </c:pt>
                <c:pt idx="730">
                  <c:v>63.362625000000001</c:v>
                </c:pt>
                <c:pt idx="731">
                  <c:v>63.327579</c:v>
                </c:pt>
                <c:pt idx="732">
                  <c:v>63.300037000000003</c:v>
                </c:pt>
                <c:pt idx="733">
                  <c:v>63.282660999999997</c:v>
                </c:pt>
                <c:pt idx="734">
                  <c:v>63.268425000000001</c:v>
                </c:pt>
                <c:pt idx="735">
                  <c:v>63.255524000000001</c:v>
                </c:pt>
                <c:pt idx="736">
                  <c:v>63.232925000000002</c:v>
                </c:pt>
                <c:pt idx="737">
                  <c:v>63.212479000000002</c:v>
                </c:pt>
                <c:pt idx="738">
                  <c:v>63.195793000000002</c:v>
                </c:pt>
                <c:pt idx="739">
                  <c:v>63.186371000000001</c:v>
                </c:pt>
                <c:pt idx="740">
                  <c:v>63.168705000000003</c:v>
                </c:pt>
                <c:pt idx="741">
                  <c:v>63.144767999999999</c:v>
                </c:pt>
                <c:pt idx="742">
                  <c:v>63.120860999999998</c:v>
                </c:pt>
                <c:pt idx="743">
                  <c:v>63.095516000000003</c:v>
                </c:pt>
                <c:pt idx="744">
                  <c:v>63.066066999999997</c:v>
                </c:pt>
                <c:pt idx="745">
                  <c:v>63.026938999999999</c:v>
                </c:pt>
                <c:pt idx="746">
                  <c:v>62.982948</c:v>
                </c:pt>
                <c:pt idx="747">
                  <c:v>62.942089000000003</c:v>
                </c:pt>
                <c:pt idx="748">
                  <c:v>62.900703</c:v>
                </c:pt>
                <c:pt idx="749">
                  <c:v>62.854275000000001</c:v>
                </c:pt>
                <c:pt idx="750">
                  <c:v>62.810412999999997</c:v>
                </c:pt>
                <c:pt idx="751">
                  <c:v>62.770943000000003</c:v>
                </c:pt>
                <c:pt idx="752">
                  <c:v>62.723053</c:v>
                </c:pt>
                <c:pt idx="753">
                  <c:v>62.676537000000003</c:v>
                </c:pt>
                <c:pt idx="754">
                  <c:v>62.634265999999997</c:v>
                </c:pt>
                <c:pt idx="755">
                  <c:v>62.594512999999999</c:v>
                </c:pt>
                <c:pt idx="756">
                  <c:v>62.555534000000002</c:v>
                </c:pt>
                <c:pt idx="757">
                  <c:v>62.519813999999997</c:v>
                </c:pt>
                <c:pt idx="758">
                  <c:v>62.489964000000001</c:v>
                </c:pt>
                <c:pt idx="759">
                  <c:v>62.465297999999997</c:v>
                </c:pt>
                <c:pt idx="760">
                  <c:v>62.438301000000003</c:v>
                </c:pt>
                <c:pt idx="761">
                  <c:v>62.407786999999999</c:v>
                </c:pt>
                <c:pt idx="762">
                  <c:v>62.376880999999997</c:v>
                </c:pt>
                <c:pt idx="763">
                  <c:v>62.347873999999997</c:v>
                </c:pt>
                <c:pt idx="764">
                  <c:v>62.326321</c:v>
                </c:pt>
                <c:pt idx="765">
                  <c:v>62.312347000000003</c:v>
                </c:pt>
                <c:pt idx="766">
                  <c:v>62.295971000000002</c:v>
                </c:pt>
                <c:pt idx="767">
                  <c:v>62.270218</c:v>
                </c:pt>
                <c:pt idx="768">
                  <c:v>62.241717999999999</c:v>
                </c:pt>
                <c:pt idx="769">
                  <c:v>62.215252</c:v>
                </c:pt>
                <c:pt idx="770">
                  <c:v>62.188094999999997</c:v>
                </c:pt>
                <c:pt idx="771">
                  <c:v>62.159615000000002</c:v>
                </c:pt>
                <c:pt idx="772">
                  <c:v>62.13644</c:v>
                </c:pt>
                <c:pt idx="773">
                  <c:v>62.117145999999998</c:v>
                </c:pt>
                <c:pt idx="774">
                  <c:v>62.097209999999997</c:v>
                </c:pt>
                <c:pt idx="775">
                  <c:v>62.070793000000002</c:v>
                </c:pt>
                <c:pt idx="776">
                  <c:v>62.042107000000001</c:v>
                </c:pt>
                <c:pt idx="777">
                  <c:v>62.017440999999998</c:v>
                </c:pt>
                <c:pt idx="778">
                  <c:v>61.992820999999999</c:v>
                </c:pt>
                <c:pt idx="779">
                  <c:v>61.970215000000003</c:v>
                </c:pt>
                <c:pt idx="780">
                  <c:v>61.948875000000001</c:v>
                </c:pt>
                <c:pt idx="781">
                  <c:v>61.928077999999999</c:v>
                </c:pt>
                <c:pt idx="782">
                  <c:v>61.911017999999999</c:v>
                </c:pt>
                <c:pt idx="783">
                  <c:v>61.897385</c:v>
                </c:pt>
                <c:pt idx="784">
                  <c:v>61.886929000000002</c:v>
                </c:pt>
                <c:pt idx="785">
                  <c:v>61.876975999999999</c:v>
                </c:pt>
                <c:pt idx="786">
                  <c:v>61.862949</c:v>
                </c:pt>
                <c:pt idx="787">
                  <c:v>61.85022</c:v>
                </c:pt>
                <c:pt idx="788">
                  <c:v>61.839030999999999</c:v>
                </c:pt>
                <c:pt idx="789">
                  <c:v>61.828620999999998</c:v>
                </c:pt>
                <c:pt idx="790">
                  <c:v>61.816051000000002</c:v>
                </c:pt>
                <c:pt idx="791">
                  <c:v>61.798096000000001</c:v>
                </c:pt>
                <c:pt idx="792">
                  <c:v>61.777557000000002</c:v>
                </c:pt>
                <c:pt idx="793">
                  <c:v>61.747208000000001</c:v>
                </c:pt>
                <c:pt idx="794">
                  <c:v>61.716278000000003</c:v>
                </c:pt>
                <c:pt idx="795">
                  <c:v>61.683898999999997</c:v>
                </c:pt>
                <c:pt idx="796">
                  <c:v>61.654555999999999</c:v>
                </c:pt>
                <c:pt idx="797">
                  <c:v>61.623272</c:v>
                </c:pt>
                <c:pt idx="798">
                  <c:v>61.585453000000001</c:v>
                </c:pt>
                <c:pt idx="799">
                  <c:v>61.541462000000003</c:v>
                </c:pt>
                <c:pt idx="800">
                  <c:v>61.500408</c:v>
                </c:pt>
                <c:pt idx="801">
                  <c:v>61.456505</c:v>
                </c:pt>
                <c:pt idx="802">
                  <c:v>61.402194999999999</c:v>
                </c:pt>
                <c:pt idx="803">
                  <c:v>61.342880000000001</c:v>
                </c:pt>
                <c:pt idx="804">
                  <c:v>61.286724</c:v>
                </c:pt>
                <c:pt idx="805">
                  <c:v>61.225665999999997</c:v>
                </c:pt>
                <c:pt idx="806">
                  <c:v>61.160567999999998</c:v>
                </c:pt>
                <c:pt idx="807">
                  <c:v>61.095188</c:v>
                </c:pt>
                <c:pt idx="808">
                  <c:v>61.035693999999999</c:v>
                </c:pt>
                <c:pt idx="809">
                  <c:v>60.980803999999999</c:v>
                </c:pt>
                <c:pt idx="810">
                  <c:v>60.926631999999998</c:v>
                </c:pt>
                <c:pt idx="811">
                  <c:v>60.872611999999997</c:v>
                </c:pt>
                <c:pt idx="812">
                  <c:v>60.816955999999998</c:v>
                </c:pt>
                <c:pt idx="813">
                  <c:v>60.759135999999998</c:v>
                </c:pt>
                <c:pt idx="814">
                  <c:v>60.705092999999998</c:v>
                </c:pt>
                <c:pt idx="815">
                  <c:v>60.656726999999997</c:v>
                </c:pt>
                <c:pt idx="816">
                  <c:v>60.612209</c:v>
                </c:pt>
                <c:pt idx="817">
                  <c:v>60.562804999999997</c:v>
                </c:pt>
                <c:pt idx="818">
                  <c:v>60.526164999999999</c:v>
                </c:pt>
                <c:pt idx="819">
                  <c:v>60.507182999999998</c:v>
                </c:pt>
                <c:pt idx="820">
                  <c:v>60.497127999999996</c:v>
                </c:pt>
                <c:pt idx="821">
                  <c:v>60.488934</c:v>
                </c:pt>
                <c:pt idx="822">
                  <c:v>60.483863999999997</c:v>
                </c:pt>
                <c:pt idx="823">
                  <c:v>60.489390999999998</c:v>
                </c:pt>
                <c:pt idx="824">
                  <c:v>60.500576000000002</c:v>
                </c:pt>
                <c:pt idx="825">
                  <c:v>60.515858000000001</c:v>
                </c:pt>
                <c:pt idx="826">
                  <c:v>60.534621999999999</c:v>
                </c:pt>
                <c:pt idx="827">
                  <c:v>60.554248999999999</c:v>
                </c:pt>
                <c:pt idx="828">
                  <c:v>60.565392000000003</c:v>
                </c:pt>
                <c:pt idx="829">
                  <c:v>60.574717999999997</c:v>
                </c:pt>
                <c:pt idx="830">
                  <c:v>60.583195000000003</c:v>
                </c:pt>
                <c:pt idx="831">
                  <c:v>60.588828999999997</c:v>
                </c:pt>
                <c:pt idx="832">
                  <c:v>60.585056000000002</c:v>
                </c:pt>
                <c:pt idx="833">
                  <c:v>60.583336000000003</c:v>
                </c:pt>
                <c:pt idx="834">
                  <c:v>60.577106000000001</c:v>
                </c:pt>
                <c:pt idx="835">
                  <c:v>60.568759999999997</c:v>
                </c:pt>
                <c:pt idx="836">
                  <c:v>60.561610999999999</c:v>
                </c:pt>
                <c:pt idx="837">
                  <c:v>60.555835999999999</c:v>
                </c:pt>
                <c:pt idx="838">
                  <c:v>60.554259999999999</c:v>
                </c:pt>
                <c:pt idx="839">
                  <c:v>60.554813000000003</c:v>
                </c:pt>
                <c:pt idx="840">
                  <c:v>60.556891999999998</c:v>
                </c:pt>
                <c:pt idx="841">
                  <c:v>60.558253999999998</c:v>
                </c:pt>
                <c:pt idx="842">
                  <c:v>60.560459000000002</c:v>
                </c:pt>
                <c:pt idx="843">
                  <c:v>60.56617</c:v>
                </c:pt>
                <c:pt idx="844">
                  <c:v>60.575145999999997</c:v>
                </c:pt>
                <c:pt idx="845">
                  <c:v>60.580044000000001</c:v>
                </c:pt>
                <c:pt idx="846">
                  <c:v>60.581291</c:v>
                </c:pt>
                <c:pt idx="847">
                  <c:v>60.583069000000002</c:v>
                </c:pt>
                <c:pt idx="848">
                  <c:v>60.594723000000002</c:v>
                </c:pt>
                <c:pt idx="849">
                  <c:v>60.606602000000002</c:v>
                </c:pt>
                <c:pt idx="850">
                  <c:v>60.604908000000002</c:v>
                </c:pt>
                <c:pt idx="851">
                  <c:v>60.592995000000002</c:v>
                </c:pt>
                <c:pt idx="852">
                  <c:v>60.577164000000003</c:v>
                </c:pt>
                <c:pt idx="853">
                  <c:v>60.559005999999997</c:v>
                </c:pt>
                <c:pt idx="854">
                  <c:v>60.535881000000003</c:v>
                </c:pt>
                <c:pt idx="855">
                  <c:v>60.516094000000002</c:v>
                </c:pt>
                <c:pt idx="856">
                  <c:v>60.499554000000003</c:v>
                </c:pt>
                <c:pt idx="857">
                  <c:v>60.481071</c:v>
                </c:pt>
                <c:pt idx="858">
                  <c:v>60.456569999999999</c:v>
                </c:pt>
                <c:pt idx="859">
                  <c:v>60.434157999999996</c:v>
                </c:pt>
                <c:pt idx="860">
                  <c:v>60.416412000000001</c:v>
                </c:pt>
                <c:pt idx="861">
                  <c:v>60.400860000000002</c:v>
                </c:pt>
                <c:pt idx="862">
                  <c:v>60.384929999999997</c:v>
                </c:pt>
                <c:pt idx="863">
                  <c:v>60.375515</c:v>
                </c:pt>
                <c:pt idx="864">
                  <c:v>60.366993000000001</c:v>
                </c:pt>
                <c:pt idx="865">
                  <c:v>60.352406000000002</c:v>
                </c:pt>
                <c:pt idx="866">
                  <c:v>60.335518</c:v>
                </c:pt>
                <c:pt idx="867">
                  <c:v>60.318080999999999</c:v>
                </c:pt>
                <c:pt idx="868">
                  <c:v>60.301338000000001</c:v>
                </c:pt>
                <c:pt idx="869">
                  <c:v>60.278464999999997</c:v>
                </c:pt>
                <c:pt idx="870">
                  <c:v>60.249682999999997</c:v>
                </c:pt>
                <c:pt idx="871">
                  <c:v>60.207680000000003</c:v>
                </c:pt>
                <c:pt idx="872">
                  <c:v>60.161472000000003</c:v>
                </c:pt>
                <c:pt idx="873">
                  <c:v>60.125748000000002</c:v>
                </c:pt>
                <c:pt idx="874">
                  <c:v>60.090136999999999</c:v>
                </c:pt>
                <c:pt idx="875">
                  <c:v>60.054951000000003</c:v>
                </c:pt>
                <c:pt idx="876">
                  <c:v>60.021552999999997</c:v>
                </c:pt>
                <c:pt idx="877">
                  <c:v>59.977066000000001</c:v>
                </c:pt>
                <c:pt idx="878">
                  <c:v>59.926540000000003</c:v>
                </c:pt>
                <c:pt idx="879">
                  <c:v>59.880661000000003</c:v>
                </c:pt>
                <c:pt idx="880">
                  <c:v>59.841351000000003</c:v>
                </c:pt>
                <c:pt idx="881">
                  <c:v>59.811191999999998</c:v>
                </c:pt>
                <c:pt idx="882">
                  <c:v>59.781933000000002</c:v>
                </c:pt>
                <c:pt idx="883">
                  <c:v>59.747208000000001</c:v>
                </c:pt>
                <c:pt idx="884">
                  <c:v>59.717300000000002</c:v>
                </c:pt>
                <c:pt idx="885">
                  <c:v>59.694243999999998</c:v>
                </c:pt>
                <c:pt idx="886">
                  <c:v>59.677470999999997</c:v>
                </c:pt>
                <c:pt idx="887">
                  <c:v>59.663097</c:v>
                </c:pt>
                <c:pt idx="888">
                  <c:v>59.636837</c:v>
                </c:pt>
                <c:pt idx="889">
                  <c:v>59.610134000000002</c:v>
                </c:pt>
                <c:pt idx="890">
                  <c:v>59.583916000000002</c:v>
                </c:pt>
                <c:pt idx="891">
                  <c:v>59.562294000000001</c:v>
                </c:pt>
                <c:pt idx="892">
                  <c:v>59.550719999999998</c:v>
                </c:pt>
                <c:pt idx="893">
                  <c:v>59.534733000000003</c:v>
                </c:pt>
                <c:pt idx="894">
                  <c:v>59.518799000000001</c:v>
                </c:pt>
                <c:pt idx="895">
                  <c:v>59.528511000000002</c:v>
                </c:pt>
                <c:pt idx="896">
                  <c:v>59.552352999999997</c:v>
                </c:pt>
                <c:pt idx="897">
                  <c:v>59.584927</c:v>
                </c:pt>
                <c:pt idx="898">
                  <c:v>59.617466</c:v>
                </c:pt>
                <c:pt idx="899">
                  <c:v>59.639805000000003</c:v>
                </c:pt>
                <c:pt idx="900">
                  <c:v>59.665691000000002</c:v>
                </c:pt>
                <c:pt idx="901">
                  <c:v>59.701873999999997</c:v>
                </c:pt>
                <c:pt idx="902">
                  <c:v>59.746158999999999</c:v>
                </c:pt>
                <c:pt idx="903">
                  <c:v>59.793961000000003</c:v>
                </c:pt>
                <c:pt idx="904">
                  <c:v>59.840958000000001</c:v>
                </c:pt>
                <c:pt idx="905">
                  <c:v>59.889240000000001</c:v>
                </c:pt>
                <c:pt idx="906">
                  <c:v>59.938068000000001</c:v>
                </c:pt>
                <c:pt idx="907">
                  <c:v>59.989052000000001</c:v>
                </c:pt>
                <c:pt idx="908">
                  <c:v>60.034882000000003</c:v>
                </c:pt>
                <c:pt idx="909">
                  <c:v>60.068604000000001</c:v>
                </c:pt>
                <c:pt idx="910">
                  <c:v>60.106312000000003</c:v>
                </c:pt>
                <c:pt idx="911">
                  <c:v>60.143627000000002</c:v>
                </c:pt>
                <c:pt idx="912">
                  <c:v>60.176848999999997</c:v>
                </c:pt>
                <c:pt idx="913">
                  <c:v>60.201962000000002</c:v>
                </c:pt>
                <c:pt idx="914">
                  <c:v>60.222538</c:v>
                </c:pt>
                <c:pt idx="915">
                  <c:v>60.239544000000002</c:v>
                </c:pt>
                <c:pt idx="916">
                  <c:v>60.249625999999999</c:v>
                </c:pt>
                <c:pt idx="917">
                  <c:v>60.250506999999999</c:v>
                </c:pt>
                <c:pt idx="918">
                  <c:v>60.257767000000001</c:v>
                </c:pt>
                <c:pt idx="919">
                  <c:v>60.266917999999997</c:v>
                </c:pt>
                <c:pt idx="920">
                  <c:v>60.273045000000003</c:v>
                </c:pt>
                <c:pt idx="921">
                  <c:v>60.277206</c:v>
                </c:pt>
                <c:pt idx="922">
                  <c:v>60.282699999999998</c:v>
                </c:pt>
                <c:pt idx="923">
                  <c:v>60.290633999999997</c:v>
                </c:pt>
                <c:pt idx="924">
                  <c:v>60.304630000000003</c:v>
                </c:pt>
                <c:pt idx="925">
                  <c:v>60.320835000000002</c:v>
                </c:pt>
                <c:pt idx="926">
                  <c:v>60.333751999999997</c:v>
                </c:pt>
                <c:pt idx="927">
                  <c:v>60.345036</c:v>
                </c:pt>
                <c:pt idx="928">
                  <c:v>60.358153999999999</c:v>
                </c:pt>
                <c:pt idx="929">
                  <c:v>60.378162000000003</c:v>
                </c:pt>
                <c:pt idx="930">
                  <c:v>60.407336999999998</c:v>
                </c:pt>
                <c:pt idx="931">
                  <c:v>60.450378000000001</c:v>
                </c:pt>
                <c:pt idx="932">
                  <c:v>60.486621999999997</c:v>
                </c:pt>
                <c:pt idx="933">
                  <c:v>60.508785000000003</c:v>
                </c:pt>
                <c:pt idx="934">
                  <c:v>60.524974999999998</c:v>
                </c:pt>
                <c:pt idx="935">
                  <c:v>60.539161999999997</c:v>
                </c:pt>
                <c:pt idx="936">
                  <c:v>60.552028999999997</c:v>
                </c:pt>
                <c:pt idx="937">
                  <c:v>60.560336999999997</c:v>
                </c:pt>
                <c:pt idx="938">
                  <c:v>60.565272999999998</c:v>
                </c:pt>
                <c:pt idx="939">
                  <c:v>60.560271999999998</c:v>
                </c:pt>
                <c:pt idx="940">
                  <c:v>60.545943999999999</c:v>
                </c:pt>
                <c:pt idx="941">
                  <c:v>60.528103000000002</c:v>
                </c:pt>
                <c:pt idx="942">
                  <c:v>60.512413000000002</c:v>
                </c:pt>
                <c:pt idx="943">
                  <c:v>60.503517000000002</c:v>
                </c:pt>
                <c:pt idx="944">
                  <c:v>60.494746999999997</c:v>
                </c:pt>
                <c:pt idx="945">
                  <c:v>60.477421</c:v>
                </c:pt>
                <c:pt idx="946">
                  <c:v>60.452781999999999</c:v>
                </c:pt>
                <c:pt idx="947">
                  <c:v>60.428351999999997</c:v>
                </c:pt>
                <c:pt idx="948">
                  <c:v>60.405647000000002</c:v>
                </c:pt>
                <c:pt idx="949">
                  <c:v>60.382133000000003</c:v>
                </c:pt>
                <c:pt idx="950">
                  <c:v>60.350265999999998</c:v>
                </c:pt>
                <c:pt idx="951">
                  <c:v>60.307468</c:v>
                </c:pt>
                <c:pt idx="952">
                  <c:v>60.265343000000001</c:v>
                </c:pt>
                <c:pt idx="953">
                  <c:v>60.220283999999999</c:v>
                </c:pt>
                <c:pt idx="954">
                  <c:v>60.170116</c:v>
                </c:pt>
                <c:pt idx="955">
                  <c:v>60.124637999999997</c:v>
                </c:pt>
                <c:pt idx="956">
                  <c:v>60.084114</c:v>
                </c:pt>
                <c:pt idx="957">
                  <c:v>60.048569000000001</c:v>
                </c:pt>
                <c:pt idx="958">
                  <c:v>60.015101999999999</c:v>
                </c:pt>
                <c:pt idx="959">
                  <c:v>59.978512000000002</c:v>
                </c:pt>
                <c:pt idx="960">
                  <c:v>59.938792999999997</c:v>
                </c:pt>
                <c:pt idx="961">
                  <c:v>59.895519</c:v>
                </c:pt>
                <c:pt idx="962">
                  <c:v>59.850994</c:v>
                </c:pt>
                <c:pt idx="963">
                  <c:v>59.810467000000003</c:v>
                </c:pt>
                <c:pt idx="964">
                  <c:v>59.775719000000002</c:v>
                </c:pt>
                <c:pt idx="965">
                  <c:v>59.750751000000001</c:v>
                </c:pt>
                <c:pt idx="966">
                  <c:v>59.732815000000002</c:v>
                </c:pt>
                <c:pt idx="967">
                  <c:v>59.716453999999999</c:v>
                </c:pt>
                <c:pt idx="968">
                  <c:v>59.694893</c:v>
                </c:pt>
                <c:pt idx="969">
                  <c:v>59.673763000000001</c:v>
                </c:pt>
                <c:pt idx="970">
                  <c:v>59.640059999999998</c:v>
                </c:pt>
                <c:pt idx="971">
                  <c:v>59.596508</c:v>
                </c:pt>
                <c:pt idx="972">
                  <c:v>59.551487000000002</c:v>
                </c:pt>
                <c:pt idx="973">
                  <c:v>59.508789</c:v>
                </c:pt>
                <c:pt idx="974">
                  <c:v>59.465831999999999</c:v>
                </c:pt>
                <c:pt idx="975">
                  <c:v>59.419415000000001</c:v>
                </c:pt>
                <c:pt idx="976">
                  <c:v>59.375404000000003</c:v>
                </c:pt>
                <c:pt idx="977">
                  <c:v>59.327964999999999</c:v>
                </c:pt>
                <c:pt idx="978">
                  <c:v>59.274498000000001</c:v>
                </c:pt>
                <c:pt idx="979">
                  <c:v>59.220599999999997</c:v>
                </c:pt>
                <c:pt idx="980">
                  <c:v>59.164482</c:v>
                </c:pt>
                <c:pt idx="981">
                  <c:v>59.105556</c:v>
                </c:pt>
                <c:pt idx="982">
                  <c:v>59.056946000000003</c:v>
                </c:pt>
                <c:pt idx="983">
                  <c:v>59.009529000000001</c:v>
                </c:pt>
                <c:pt idx="984">
                  <c:v>58.961002000000001</c:v>
                </c:pt>
                <c:pt idx="985">
                  <c:v>58.907947999999998</c:v>
                </c:pt>
                <c:pt idx="986">
                  <c:v>58.853805999999999</c:v>
                </c:pt>
                <c:pt idx="987">
                  <c:v>58.804088999999998</c:v>
                </c:pt>
                <c:pt idx="988">
                  <c:v>58.764373999999997</c:v>
                </c:pt>
                <c:pt idx="989">
                  <c:v>58.737803999999997</c:v>
                </c:pt>
                <c:pt idx="990">
                  <c:v>58.718806999999998</c:v>
                </c:pt>
                <c:pt idx="991">
                  <c:v>58.692146000000001</c:v>
                </c:pt>
                <c:pt idx="992">
                  <c:v>58.659984999999999</c:v>
                </c:pt>
                <c:pt idx="993">
                  <c:v>58.629345000000001</c:v>
                </c:pt>
                <c:pt idx="994">
                  <c:v>58.590331999999997</c:v>
                </c:pt>
                <c:pt idx="995">
                  <c:v>58.540764000000003</c:v>
                </c:pt>
                <c:pt idx="996">
                  <c:v>58.490752999999998</c:v>
                </c:pt>
                <c:pt idx="997">
                  <c:v>58.449066000000002</c:v>
                </c:pt>
                <c:pt idx="998">
                  <c:v>58.414799000000002</c:v>
                </c:pt>
                <c:pt idx="999">
                  <c:v>58.377167</c:v>
                </c:pt>
                <c:pt idx="1000">
                  <c:v>58.342514000000001</c:v>
                </c:pt>
                <c:pt idx="1001">
                  <c:v>58.322139999999997</c:v>
                </c:pt>
                <c:pt idx="1002">
                  <c:v>58.311790000000002</c:v>
                </c:pt>
                <c:pt idx="1003">
                  <c:v>58.303417000000003</c:v>
                </c:pt>
                <c:pt idx="1004">
                  <c:v>58.296954999999997</c:v>
                </c:pt>
                <c:pt idx="1005">
                  <c:v>58.299965</c:v>
                </c:pt>
                <c:pt idx="1006">
                  <c:v>58.308346</c:v>
                </c:pt>
                <c:pt idx="1007">
                  <c:v>58.307876999999998</c:v>
                </c:pt>
                <c:pt idx="1008">
                  <c:v>58.296424999999999</c:v>
                </c:pt>
                <c:pt idx="1009">
                  <c:v>58.286194000000002</c:v>
                </c:pt>
                <c:pt idx="1010">
                  <c:v>58.280788000000001</c:v>
                </c:pt>
                <c:pt idx="1011">
                  <c:v>58.268543000000001</c:v>
                </c:pt>
                <c:pt idx="1012">
                  <c:v>58.250351000000002</c:v>
                </c:pt>
                <c:pt idx="1013">
                  <c:v>58.227898000000003</c:v>
                </c:pt>
                <c:pt idx="1014">
                  <c:v>58.193644999999997</c:v>
                </c:pt>
                <c:pt idx="1015">
                  <c:v>58.154792999999998</c:v>
                </c:pt>
                <c:pt idx="1016">
                  <c:v>58.116016000000002</c:v>
                </c:pt>
                <c:pt idx="1017">
                  <c:v>58.069229</c:v>
                </c:pt>
                <c:pt idx="1018">
                  <c:v>58.020237000000002</c:v>
                </c:pt>
                <c:pt idx="1019">
                  <c:v>57.972565000000003</c:v>
                </c:pt>
                <c:pt idx="1020">
                  <c:v>57.928683999999997</c:v>
                </c:pt>
                <c:pt idx="1021">
                  <c:v>57.902636999999999</c:v>
                </c:pt>
                <c:pt idx="1022">
                  <c:v>57.894272000000001</c:v>
                </c:pt>
                <c:pt idx="1023">
                  <c:v>57.891804</c:v>
                </c:pt>
                <c:pt idx="1024">
                  <c:v>57.877063999999997</c:v>
                </c:pt>
                <c:pt idx="1025">
                  <c:v>57.866512</c:v>
                </c:pt>
                <c:pt idx="1026">
                  <c:v>57.861632999999998</c:v>
                </c:pt>
                <c:pt idx="1027">
                  <c:v>57.859786999999997</c:v>
                </c:pt>
                <c:pt idx="1028">
                  <c:v>57.852657000000001</c:v>
                </c:pt>
                <c:pt idx="1029">
                  <c:v>57.845241999999999</c:v>
                </c:pt>
                <c:pt idx="1030">
                  <c:v>57.840504000000003</c:v>
                </c:pt>
                <c:pt idx="1031">
                  <c:v>57.839343999999997</c:v>
                </c:pt>
                <c:pt idx="1032">
                  <c:v>57.847327999999997</c:v>
                </c:pt>
                <c:pt idx="1033">
                  <c:v>57.860554</c:v>
                </c:pt>
                <c:pt idx="1034">
                  <c:v>57.874844000000003</c:v>
                </c:pt>
                <c:pt idx="1035">
                  <c:v>57.887053999999999</c:v>
                </c:pt>
                <c:pt idx="1036">
                  <c:v>57.894272000000001</c:v>
                </c:pt>
                <c:pt idx="1037">
                  <c:v>57.900058999999999</c:v>
                </c:pt>
                <c:pt idx="1038">
                  <c:v>57.901637999999998</c:v>
                </c:pt>
                <c:pt idx="1039">
                  <c:v>57.904091000000001</c:v>
                </c:pt>
                <c:pt idx="1040">
                  <c:v>57.903336000000003</c:v>
                </c:pt>
                <c:pt idx="1041">
                  <c:v>57.908709999999999</c:v>
                </c:pt>
                <c:pt idx="1042">
                  <c:v>57.924438000000002</c:v>
                </c:pt>
                <c:pt idx="1043">
                  <c:v>57.945895999999998</c:v>
                </c:pt>
                <c:pt idx="1044">
                  <c:v>57.960101999999999</c:v>
                </c:pt>
                <c:pt idx="1045">
                  <c:v>57.959778</c:v>
                </c:pt>
                <c:pt idx="1046">
                  <c:v>57.955204000000002</c:v>
                </c:pt>
                <c:pt idx="1047">
                  <c:v>57.950541999999999</c:v>
                </c:pt>
                <c:pt idx="1048">
                  <c:v>57.947215999999997</c:v>
                </c:pt>
                <c:pt idx="1049">
                  <c:v>57.944431000000002</c:v>
                </c:pt>
                <c:pt idx="1050">
                  <c:v>57.944302</c:v>
                </c:pt>
                <c:pt idx="1051">
                  <c:v>57.947754000000003</c:v>
                </c:pt>
                <c:pt idx="1052">
                  <c:v>57.956837</c:v>
                </c:pt>
                <c:pt idx="1053">
                  <c:v>57.969608000000001</c:v>
                </c:pt>
                <c:pt idx="1054">
                  <c:v>57.975368000000003</c:v>
                </c:pt>
                <c:pt idx="1055">
                  <c:v>57.971930999999998</c:v>
                </c:pt>
                <c:pt idx="1056">
                  <c:v>57.954093999999998</c:v>
                </c:pt>
                <c:pt idx="1057">
                  <c:v>57.930653</c:v>
                </c:pt>
                <c:pt idx="1058">
                  <c:v>57.904170999999998</c:v>
                </c:pt>
                <c:pt idx="1059">
                  <c:v>57.875892999999998</c:v>
                </c:pt>
                <c:pt idx="1060">
                  <c:v>57.854435000000002</c:v>
                </c:pt>
                <c:pt idx="1061">
                  <c:v>57.840125999999998</c:v>
                </c:pt>
                <c:pt idx="1062">
                  <c:v>57.829780999999997</c:v>
                </c:pt>
                <c:pt idx="1063">
                  <c:v>57.820759000000002</c:v>
                </c:pt>
                <c:pt idx="1064">
                  <c:v>57.806953</c:v>
                </c:pt>
                <c:pt idx="1065">
                  <c:v>57.783253000000002</c:v>
                </c:pt>
                <c:pt idx="1066">
                  <c:v>57.754688000000002</c:v>
                </c:pt>
                <c:pt idx="1067">
                  <c:v>57.718699999999998</c:v>
                </c:pt>
                <c:pt idx="1068">
                  <c:v>57.679245000000002</c:v>
                </c:pt>
                <c:pt idx="1069">
                  <c:v>57.640658999999999</c:v>
                </c:pt>
                <c:pt idx="1070">
                  <c:v>57.602589000000002</c:v>
                </c:pt>
                <c:pt idx="1071">
                  <c:v>57.581879000000001</c:v>
                </c:pt>
                <c:pt idx="1072">
                  <c:v>57.569721000000001</c:v>
                </c:pt>
                <c:pt idx="1073">
                  <c:v>57.552097000000003</c:v>
                </c:pt>
                <c:pt idx="1074">
                  <c:v>57.542411999999999</c:v>
                </c:pt>
                <c:pt idx="1075">
                  <c:v>57.541195000000002</c:v>
                </c:pt>
                <c:pt idx="1076">
                  <c:v>57.545189000000001</c:v>
                </c:pt>
                <c:pt idx="1077">
                  <c:v>57.548476999999998</c:v>
                </c:pt>
                <c:pt idx="1078">
                  <c:v>57.549582999999998</c:v>
                </c:pt>
                <c:pt idx="1079">
                  <c:v>57.549911000000002</c:v>
                </c:pt>
                <c:pt idx="1080">
                  <c:v>57.552081999999999</c:v>
                </c:pt>
                <c:pt idx="1081">
                  <c:v>57.557625000000002</c:v>
                </c:pt>
                <c:pt idx="1082">
                  <c:v>57.561424000000002</c:v>
                </c:pt>
                <c:pt idx="1083">
                  <c:v>57.548701999999999</c:v>
                </c:pt>
                <c:pt idx="1084">
                  <c:v>57.528931</c:v>
                </c:pt>
                <c:pt idx="1085">
                  <c:v>57.50264</c:v>
                </c:pt>
                <c:pt idx="1086">
                  <c:v>57.478274999999996</c:v>
                </c:pt>
                <c:pt idx="1087">
                  <c:v>57.452969000000003</c:v>
                </c:pt>
                <c:pt idx="1088">
                  <c:v>57.423416000000003</c:v>
                </c:pt>
                <c:pt idx="1089">
                  <c:v>57.386977999999999</c:v>
                </c:pt>
                <c:pt idx="1090">
                  <c:v>57.349003000000003</c:v>
                </c:pt>
                <c:pt idx="1091">
                  <c:v>57.309334</c:v>
                </c:pt>
                <c:pt idx="1092">
                  <c:v>57.267937000000003</c:v>
                </c:pt>
                <c:pt idx="1093">
                  <c:v>57.227286999999997</c:v>
                </c:pt>
                <c:pt idx="1094">
                  <c:v>57.196776999999997</c:v>
                </c:pt>
                <c:pt idx="1095">
                  <c:v>57.174441999999999</c:v>
                </c:pt>
                <c:pt idx="1096">
                  <c:v>57.151111999999998</c:v>
                </c:pt>
                <c:pt idx="1097">
                  <c:v>57.125323999999999</c:v>
                </c:pt>
                <c:pt idx="1098">
                  <c:v>57.097206</c:v>
                </c:pt>
                <c:pt idx="1099">
                  <c:v>57.066344999999998</c:v>
                </c:pt>
                <c:pt idx="1100">
                  <c:v>57.031185000000001</c:v>
                </c:pt>
                <c:pt idx="1101">
                  <c:v>56.997520000000002</c:v>
                </c:pt>
                <c:pt idx="1102">
                  <c:v>56.967650999999996</c:v>
                </c:pt>
                <c:pt idx="1103">
                  <c:v>56.942546999999998</c:v>
                </c:pt>
                <c:pt idx="1104">
                  <c:v>56.923717000000003</c:v>
                </c:pt>
                <c:pt idx="1105">
                  <c:v>56.916916000000001</c:v>
                </c:pt>
                <c:pt idx="1106">
                  <c:v>56.922344000000002</c:v>
                </c:pt>
                <c:pt idx="1107">
                  <c:v>56.928162</c:v>
                </c:pt>
                <c:pt idx="1108">
                  <c:v>56.927284</c:v>
                </c:pt>
                <c:pt idx="1109">
                  <c:v>56.929324999999999</c:v>
                </c:pt>
                <c:pt idx="1110">
                  <c:v>56.931587</c:v>
                </c:pt>
                <c:pt idx="1111">
                  <c:v>56.930767000000003</c:v>
                </c:pt>
                <c:pt idx="1112">
                  <c:v>56.936793999999999</c:v>
                </c:pt>
                <c:pt idx="1113">
                  <c:v>56.947617000000001</c:v>
                </c:pt>
                <c:pt idx="1114">
                  <c:v>56.955253999999996</c:v>
                </c:pt>
                <c:pt idx="1115">
                  <c:v>56.954346000000001</c:v>
                </c:pt>
                <c:pt idx="1116">
                  <c:v>56.962054999999999</c:v>
                </c:pt>
                <c:pt idx="1117">
                  <c:v>56.984591999999999</c:v>
                </c:pt>
                <c:pt idx="1118">
                  <c:v>57.010418000000001</c:v>
                </c:pt>
                <c:pt idx="1119">
                  <c:v>57.026336999999998</c:v>
                </c:pt>
                <c:pt idx="1120">
                  <c:v>57.080283999999999</c:v>
                </c:pt>
                <c:pt idx="1121">
                  <c:v>57.089354999999998</c:v>
                </c:pt>
                <c:pt idx="1122">
                  <c:v>57.095539000000002</c:v>
                </c:pt>
                <c:pt idx="1123">
                  <c:v>57.100226999999997</c:v>
                </c:pt>
                <c:pt idx="1124">
                  <c:v>57.101013000000002</c:v>
                </c:pt>
                <c:pt idx="1125">
                  <c:v>57.097999999999999</c:v>
                </c:pt>
                <c:pt idx="1126">
                  <c:v>57.091960999999998</c:v>
                </c:pt>
                <c:pt idx="1127">
                  <c:v>57.088729999999998</c:v>
                </c:pt>
                <c:pt idx="1128">
                  <c:v>57.086021000000002</c:v>
                </c:pt>
                <c:pt idx="1129">
                  <c:v>57.079498000000001</c:v>
                </c:pt>
                <c:pt idx="1130">
                  <c:v>57.065792000000002</c:v>
                </c:pt>
                <c:pt idx="1131">
                  <c:v>57.053696000000002</c:v>
                </c:pt>
                <c:pt idx="1132">
                  <c:v>57.041336000000001</c:v>
                </c:pt>
                <c:pt idx="1133">
                  <c:v>57.028252000000002</c:v>
                </c:pt>
                <c:pt idx="1134">
                  <c:v>57.019919999999999</c:v>
                </c:pt>
                <c:pt idx="1135">
                  <c:v>57.016013999999998</c:v>
                </c:pt>
                <c:pt idx="1136">
                  <c:v>57.018143000000002</c:v>
                </c:pt>
                <c:pt idx="1137">
                  <c:v>57.022663000000001</c:v>
                </c:pt>
                <c:pt idx="1138">
                  <c:v>57.029632999999997</c:v>
                </c:pt>
                <c:pt idx="1139">
                  <c:v>57.03754</c:v>
                </c:pt>
                <c:pt idx="1140">
                  <c:v>57.046863999999999</c:v>
                </c:pt>
                <c:pt idx="1141">
                  <c:v>57.058574999999998</c:v>
                </c:pt>
                <c:pt idx="1142">
                  <c:v>57.073321999999997</c:v>
                </c:pt>
                <c:pt idx="1143">
                  <c:v>57.091346999999999</c:v>
                </c:pt>
                <c:pt idx="1144">
                  <c:v>57.114212000000002</c:v>
                </c:pt>
                <c:pt idx="1145">
                  <c:v>57.145049999999998</c:v>
                </c:pt>
                <c:pt idx="1146">
                  <c:v>57.188521999999999</c:v>
                </c:pt>
                <c:pt idx="1147">
                  <c:v>57.239136000000002</c:v>
                </c:pt>
                <c:pt idx="1148">
                  <c:v>57.287945000000001</c:v>
                </c:pt>
                <c:pt idx="1149">
                  <c:v>57.332504</c:v>
                </c:pt>
                <c:pt idx="1150">
                  <c:v>57.376227999999998</c:v>
                </c:pt>
                <c:pt idx="1151">
                  <c:v>57.422642000000003</c:v>
                </c:pt>
                <c:pt idx="1152">
                  <c:v>57.474139999999998</c:v>
                </c:pt>
                <c:pt idx="1153">
                  <c:v>57.508071999999999</c:v>
                </c:pt>
                <c:pt idx="1154">
                  <c:v>57.540484999999997</c:v>
                </c:pt>
                <c:pt idx="1155">
                  <c:v>57.575935000000001</c:v>
                </c:pt>
                <c:pt idx="1156">
                  <c:v>57.616706999999998</c:v>
                </c:pt>
                <c:pt idx="1157">
                  <c:v>57.671821999999999</c:v>
                </c:pt>
                <c:pt idx="1158">
                  <c:v>57.737327999999998</c:v>
                </c:pt>
                <c:pt idx="1159">
                  <c:v>57.805720999999998</c:v>
                </c:pt>
                <c:pt idx="1160">
                  <c:v>57.876705000000001</c:v>
                </c:pt>
                <c:pt idx="1161">
                  <c:v>57.943890000000003</c:v>
                </c:pt>
                <c:pt idx="1162">
                  <c:v>58.006458000000002</c:v>
                </c:pt>
                <c:pt idx="1163">
                  <c:v>58.064113999999996</c:v>
                </c:pt>
                <c:pt idx="1164">
                  <c:v>58.117828000000003</c:v>
                </c:pt>
                <c:pt idx="1165">
                  <c:v>58.175705000000001</c:v>
                </c:pt>
                <c:pt idx="1166">
                  <c:v>58.239761000000001</c:v>
                </c:pt>
                <c:pt idx="1167">
                  <c:v>58.305084000000001</c:v>
                </c:pt>
                <c:pt idx="1168">
                  <c:v>58.372416999999999</c:v>
                </c:pt>
                <c:pt idx="1169">
                  <c:v>58.437767000000001</c:v>
                </c:pt>
                <c:pt idx="1170">
                  <c:v>58.504894</c:v>
                </c:pt>
                <c:pt idx="1171">
                  <c:v>58.576698</c:v>
                </c:pt>
                <c:pt idx="1172">
                  <c:v>58.651423999999999</c:v>
                </c:pt>
                <c:pt idx="1173">
                  <c:v>58.700904999999999</c:v>
                </c:pt>
                <c:pt idx="1174">
                  <c:v>58.763786000000003</c:v>
                </c:pt>
                <c:pt idx="1175">
                  <c:v>58.827430999999997</c:v>
                </c:pt>
                <c:pt idx="1176">
                  <c:v>58.889355000000002</c:v>
                </c:pt>
                <c:pt idx="1177">
                  <c:v>58.954284999999999</c:v>
                </c:pt>
                <c:pt idx="1178">
                  <c:v>59.022300999999999</c:v>
                </c:pt>
                <c:pt idx="1179">
                  <c:v>59.089092000000001</c:v>
                </c:pt>
                <c:pt idx="1180">
                  <c:v>59.155025000000002</c:v>
                </c:pt>
                <c:pt idx="1181">
                  <c:v>59.224705</c:v>
                </c:pt>
                <c:pt idx="1182">
                  <c:v>59.299529999999997</c:v>
                </c:pt>
                <c:pt idx="1183">
                  <c:v>59.376938000000003</c:v>
                </c:pt>
                <c:pt idx="1184">
                  <c:v>59.442703000000002</c:v>
                </c:pt>
                <c:pt idx="1185">
                  <c:v>59.498179999999998</c:v>
                </c:pt>
                <c:pt idx="1186">
                  <c:v>59.542853999999998</c:v>
                </c:pt>
                <c:pt idx="1187">
                  <c:v>59.587634999999999</c:v>
                </c:pt>
                <c:pt idx="1188">
                  <c:v>59.626049000000002</c:v>
                </c:pt>
                <c:pt idx="1189">
                  <c:v>59.666137999999997</c:v>
                </c:pt>
                <c:pt idx="1190">
                  <c:v>59.704017999999998</c:v>
                </c:pt>
                <c:pt idx="1191">
                  <c:v>59.741688000000003</c:v>
                </c:pt>
                <c:pt idx="1192">
                  <c:v>59.772933999999999</c:v>
                </c:pt>
                <c:pt idx="1193">
                  <c:v>59.794803999999999</c:v>
                </c:pt>
                <c:pt idx="1194">
                  <c:v>59.815928999999997</c:v>
                </c:pt>
                <c:pt idx="1195">
                  <c:v>59.830317999999998</c:v>
                </c:pt>
                <c:pt idx="1196">
                  <c:v>59.833931</c:v>
                </c:pt>
                <c:pt idx="1197">
                  <c:v>59.831318000000003</c:v>
                </c:pt>
                <c:pt idx="1198">
                  <c:v>59.820712999999998</c:v>
                </c:pt>
                <c:pt idx="1199">
                  <c:v>59.809649999999998</c:v>
                </c:pt>
                <c:pt idx="1200">
                  <c:v>59.797522999999998</c:v>
                </c:pt>
                <c:pt idx="1201">
                  <c:v>59.784798000000002</c:v>
                </c:pt>
                <c:pt idx="1202">
                  <c:v>59.785632999999997</c:v>
                </c:pt>
                <c:pt idx="1203">
                  <c:v>59.795658000000003</c:v>
                </c:pt>
                <c:pt idx="1204">
                  <c:v>59.817084999999999</c:v>
                </c:pt>
                <c:pt idx="1205">
                  <c:v>59.85416</c:v>
                </c:pt>
                <c:pt idx="1206">
                  <c:v>59.896061000000003</c:v>
                </c:pt>
                <c:pt idx="1207">
                  <c:v>59.920490000000001</c:v>
                </c:pt>
                <c:pt idx="1208">
                  <c:v>59.944347</c:v>
                </c:pt>
                <c:pt idx="1209">
                  <c:v>59.971783000000002</c:v>
                </c:pt>
                <c:pt idx="1210">
                  <c:v>60.000813000000001</c:v>
                </c:pt>
                <c:pt idx="1211">
                  <c:v>60.023701000000003</c:v>
                </c:pt>
                <c:pt idx="1212">
                  <c:v>60.048411999999999</c:v>
                </c:pt>
                <c:pt idx="1213">
                  <c:v>60.076832000000003</c:v>
                </c:pt>
                <c:pt idx="1214">
                  <c:v>60.102581000000001</c:v>
                </c:pt>
                <c:pt idx="1215">
                  <c:v>60.127735000000001</c:v>
                </c:pt>
                <c:pt idx="1216">
                  <c:v>60.153407999999999</c:v>
                </c:pt>
                <c:pt idx="1217">
                  <c:v>60.179496999999998</c:v>
                </c:pt>
                <c:pt idx="1218">
                  <c:v>60.209293000000002</c:v>
                </c:pt>
                <c:pt idx="1219">
                  <c:v>60.242610999999997</c:v>
                </c:pt>
                <c:pt idx="1220">
                  <c:v>60.271296999999997</c:v>
                </c:pt>
                <c:pt idx="1221">
                  <c:v>60.301361</c:v>
                </c:pt>
                <c:pt idx="1222">
                  <c:v>60.335621000000003</c:v>
                </c:pt>
                <c:pt idx="1223">
                  <c:v>60.372580999999997</c:v>
                </c:pt>
                <c:pt idx="1224">
                  <c:v>60.416321000000003</c:v>
                </c:pt>
                <c:pt idx="1225">
                  <c:v>60.470435999999999</c:v>
                </c:pt>
                <c:pt idx="1226">
                  <c:v>60.513626000000002</c:v>
                </c:pt>
                <c:pt idx="1227">
                  <c:v>60.536366000000001</c:v>
                </c:pt>
                <c:pt idx="1228">
                  <c:v>60.565224000000001</c:v>
                </c:pt>
                <c:pt idx="1229">
                  <c:v>60.603938999999997</c:v>
                </c:pt>
                <c:pt idx="1230">
                  <c:v>60.654719999999998</c:v>
                </c:pt>
                <c:pt idx="1231">
                  <c:v>60.709045000000003</c:v>
                </c:pt>
                <c:pt idx="1232">
                  <c:v>60.763584000000002</c:v>
                </c:pt>
                <c:pt idx="1233">
                  <c:v>60.816749999999999</c:v>
                </c:pt>
                <c:pt idx="1234">
                  <c:v>60.850914000000003</c:v>
                </c:pt>
                <c:pt idx="1235">
                  <c:v>60.878318999999998</c:v>
                </c:pt>
                <c:pt idx="1236">
                  <c:v>60.903027000000002</c:v>
                </c:pt>
                <c:pt idx="1237">
                  <c:v>60.917991999999998</c:v>
                </c:pt>
                <c:pt idx="1238">
                  <c:v>60.928458999999997</c:v>
                </c:pt>
                <c:pt idx="1239">
                  <c:v>60.948101000000001</c:v>
                </c:pt>
                <c:pt idx="1240">
                  <c:v>60.973148000000002</c:v>
                </c:pt>
                <c:pt idx="1241">
                  <c:v>60.995266000000001</c:v>
                </c:pt>
                <c:pt idx="1242">
                  <c:v>61.009940999999998</c:v>
                </c:pt>
                <c:pt idx="1243">
                  <c:v>61.029632999999997</c:v>
                </c:pt>
                <c:pt idx="1244">
                  <c:v>61.05621</c:v>
                </c:pt>
                <c:pt idx="1245">
                  <c:v>61.083202</c:v>
                </c:pt>
                <c:pt idx="1246">
                  <c:v>61.105843</c:v>
                </c:pt>
                <c:pt idx="1247">
                  <c:v>61.130890000000001</c:v>
                </c:pt>
                <c:pt idx="1248">
                  <c:v>61.162410999999999</c:v>
                </c:pt>
                <c:pt idx="1249">
                  <c:v>61.195811999999997</c:v>
                </c:pt>
                <c:pt idx="1250">
                  <c:v>61.236125999999999</c:v>
                </c:pt>
                <c:pt idx="1251">
                  <c:v>61.285702000000001</c:v>
                </c:pt>
                <c:pt idx="1252">
                  <c:v>61.335442</c:v>
                </c:pt>
                <c:pt idx="1253">
                  <c:v>61.382252000000001</c:v>
                </c:pt>
                <c:pt idx="1254">
                  <c:v>61.428584999999998</c:v>
                </c:pt>
                <c:pt idx="1255">
                  <c:v>61.475788000000001</c:v>
                </c:pt>
                <c:pt idx="1256">
                  <c:v>61.513331999999998</c:v>
                </c:pt>
                <c:pt idx="1257">
                  <c:v>61.542316</c:v>
                </c:pt>
                <c:pt idx="1258">
                  <c:v>61.574615000000001</c:v>
                </c:pt>
                <c:pt idx="1259">
                  <c:v>61.609005000000003</c:v>
                </c:pt>
                <c:pt idx="1260">
                  <c:v>61.639668</c:v>
                </c:pt>
                <c:pt idx="1261">
                  <c:v>61.670459999999999</c:v>
                </c:pt>
                <c:pt idx="1262">
                  <c:v>61.694099000000001</c:v>
                </c:pt>
                <c:pt idx="1263">
                  <c:v>61.708786000000003</c:v>
                </c:pt>
                <c:pt idx="1264">
                  <c:v>61.726269000000002</c:v>
                </c:pt>
                <c:pt idx="1265">
                  <c:v>61.747101000000001</c:v>
                </c:pt>
                <c:pt idx="1266">
                  <c:v>61.769989000000002</c:v>
                </c:pt>
                <c:pt idx="1267">
                  <c:v>61.767105000000001</c:v>
                </c:pt>
                <c:pt idx="1268">
                  <c:v>61.788142999999998</c:v>
                </c:pt>
                <c:pt idx="1269">
                  <c:v>61.810135000000002</c:v>
                </c:pt>
                <c:pt idx="1270">
                  <c:v>61.835101999999999</c:v>
                </c:pt>
                <c:pt idx="1271">
                  <c:v>61.855961000000001</c:v>
                </c:pt>
                <c:pt idx="1272">
                  <c:v>61.874209999999998</c:v>
                </c:pt>
                <c:pt idx="1273">
                  <c:v>61.891449000000001</c:v>
                </c:pt>
                <c:pt idx="1274">
                  <c:v>61.910915000000003</c:v>
                </c:pt>
                <c:pt idx="1275">
                  <c:v>61.935848</c:v>
                </c:pt>
                <c:pt idx="1276">
                  <c:v>61.961196999999999</c:v>
                </c:pt>
                <c:pt idx="1277">
                  <c:v>61.988121</c:v>
                </c:pt>
                <c:pt idx="1278">
                  <c:v>62.012591999999998</c:v>
                </c:pt>
                <c:pt idx="1279">
                  <c:v>62.032608000000003</c:v>
                </c:pt>
                <c:pt idx="1280">
                  <c:v>62.059207999999998</c:v>
                </c:pt>
                <c:pt idx="1281">
                  <c:v>62.085354000000002</c:v>
                </c:pt>
                <c:pt idx="1282">
                  <c:v>62.113396000000002</c:v>
                </c:pt>
                <c:pt idx="1283">
                  <c:v>62.141078999999998</c:v>
                </c:pt>
                <c:pt idx="1284">
                  <c:v>62.169395000000002</c:v>
                </c:pt>
                <c:pt idx="1285">
                  <c:v>62.198833</c:v>
                </c:pt>
                <c:pt idx="1286">
                  <c:v>62.230606000000002</c:v>
                </c:pt>
                <c:pt idx="1287">
                  <c:v>62.265270000000001</c:v>
                </c:pt>
                <c:pt idx="1288">
                  <c:v>62.303589000000002</c:v>
                </c:pt>
                <c:pt idx="1289">
                  <c:v>62.339042999999997</c:v>
                </c:pt>
                <c:pt idx="1290">
                  <c:v>62.372050999999999</c:v>
                </c:pt>
                <c:pt idx="1291">
                  <c:v>62.408729999999998</c:v>
                </c:pt>
                <c:pt idx="1292">
                  <c:v>62.448844999999999</c:v>
                </c:pt>
                <c:pt idx="1293">
                  <c:v>62.490313999999998</c:v>
                </c:pt>
                <c:pt idx="1294">
                  <c:v>62.527808999999998</c:v>
                </c:pt>
                <c:pt idx="1295">
                  <c:v>62.560516</c:v>
                </c:pt>
                <c:pt idx="1296">
                  <c:v>62.590786000000001</c:v>
                </c:pt>
                <c:pt idx="1297">
                  <c:v>62.619430999999999</c:v>
                </c:pt>
                <c:pt idx="1298">
                  <c:v>62.647326999999997</c:v>
                </c:pt>
                <c:pt idx="1299">
                  <c:v>62.672367000000001</c:v>
                </c:pt>
                <c:pt idx="1300">
                  <c:v>62.697884000000002</c:v>
                </c:pt>
                <c:pt idx="1301">
                  <c:v>62.730179</c:v>
                </c:pt>
                <c:pt idx="1302">
                  <c:v>62.764015000000001</c:v>
                </c:pt>
                <c:pt idx="1303">
                  <c:v>62.801563000000002</c:v>
                </c:pt>
                <c:pt idx="1304">
                  <c:v>62.840480999999997</c:v>
                </c:pt>
                <c:pt idx="1305">
                  <c:v>62.875908000000003</c:v>
                </c:pt>
                <c:pt idx="1306">
                  <c:v>62.906695999999997</c:v>
                </c:pt>
                <c:pt idx="1307">
                  <c:v>62.940849</c:v>
                </c:pt>
                <c:pt idx="1308">
                  <c:v>62.979683000000001</c:v>
                </c:pt>
                <c:pt idx="1309">
                  <c:v>63.016815000000001</c:v>
                </c:pt>
                <c:pt idx="1310">
                  <c:v>63.056289999999997</c:v>
                </c:pt>
                <c:pt idx="1311">
                  <c:v>63.096820999999998</c:v>
                </c:pt>
                <c:pt idx="1312">
                  <c:v>63.133091</c:v>
                </c:pt>
                <c:pt idx="1313">
                  <c:v>63.167034000000001</c:v>
                </c:pt>
                <c:pt idx="1314">
                  <c:v>63.204407000000003</c:v>
                </c:pt>
                <c:pt idx="1315">
                  <c:v>63.246825999999999</c:v>
                </c:pt>
                <c:pt idx="1316">
                  <c:v>63.290379000000001</c:v>
                </c:pt>
                <c:pt idx="1317">
                  <c:v>63.323456</c:v>
                </c:pt>
                <c:pt idx="1318">
                  <c:v>63.353107000000001</c:v>
                </c:pt>
                <c:pt idx="1319">
                  <c:v>63.392825999999999</c:v>
                </c:pt>
                <c:pt idx="1320">
                  <c:v>63.446376999999998</c:v>
                </c:pt>
                <c:pt idx="1321">
                  <c:v>63.504421000000001</c:v>
                </c:pt>
                <c:pt idx="1322">
                  <c:v>63.564590000000003</c:v>
                </c:pt>
                <c:pt idx="1323">
                  <c:v>63.629364000000002</c:v>
                </c:pt>
                <c:pt idx="1324">
                  <c:v>63.695037999999997</c:v>
                </c:pt>
                <c:pt idx="1325">
                  <c:v>63.762264000000002</c:v>
                </c:pt>
                <c:pt idx="1326">
                  <c:v>63.827601999999999</c:v>
                </c:pt>
                <c:pt idx="1327">
                  <c:v>63.896934999999999</c:v>
                </c:pt>
                <c:pt idx="1328">
                  <c:v>63.967883999999998</c:v>
                </c:pt>
                <c:pt idx="1329">
                  <c:v>64.037598000000003</c:v>
                </c:pt>
                <c:pt idx="1330">
                  <c:v>64.091431</c:v>
                </c:pt>
                <c:pt idx="1331">
                  <c:v>64.128242</c:v>
                </c:pt>
                <c:pt idx="1332">
                  <c:v>64.167586999999997</c:v>
                </c:pt>
                <c:pt idx="1333">
                  <c:v>64.204941000000005</c:v>
                </c:pt>
                <c:pt idx="1334">
                  <c:v>64.239722999999998</c:v>
                </c:pt>
                <c:pt idx="1335">
                  <c:v>64.274979000000002</c:v>
                </c:pt>
                <c:pt idx="1336">
                  <c:v>64.320007000000004</c:v>
                </c:pt>
                <c:pt idx="1337">
                  <c:v>64.366318000000007</c:v>
                </c:pt>
                <c:pt idx="1338">
                  <c:v>64.409096000000005</c:v>
                </c:pt>
                <c:pt idx="1339">
                  <c:v>64.446670999999995</c:v>
                </c:pt>
                <c:pt idx="1340">
                  <c:v>64.486832000000007</c:v>
                </c:pt>
                <c:pt idx="1341">
                  <c:v>64.529792999999998</c:v>
                </c:pt>
                <c:pt idx="1342">
                  <c:v>64.574309999999997</c:v>
                </c:pt>
                <c:pt idx="1343">
                  <c:v>64.622589000000005</c:v>
                </c:pt>
                <c:pt idx="1344">
                  <c:v>64.675262000000004</c:v>
                </c:pt>
                <c:pt idx="1345">
                  <c:v>64.728119000000007</c:v>
                </c:pt>
                <c:pt idx="1346">
                  <c:v>64.781868000000003</c:v>
                </c:pt>
                <c:pt idx="1347">
                  <c:v>64.837508999999997</c:v>
                </c:pt>
                <c:pt idx="1348">
                  <c:v>64.897841999999997</c:v>
                </c:pt>
                <c:pt idx="1349">
                  <c:v>64.965012000000002</c:v>
                </c:pt>
                <c:pt idx="1350">
                  <c:v>65.033683999999994</c:v>
                </c:pt>
                <c:pt idx="1351">
                  <c:v>65.104134000000002</c:v>
                </c:pt>
                <c:pt idx="1352">
                  <c:v>65.174149</c:v>
                </c:pt>
                <c:pt idx="1353">
                  <c:v>65.245566999999994</c:v>
                </c:pt>
                <c:pt idx="1354">
                  <c:v>65.316665999999998</c:v>
                </c:pt>
                <c:pt idx="1355">
                  <c:v>65.388396999999998</c:v>
                </c:pt>
                <c:pt idx="1356">
                  <c:v>65.463081000000003</c:v>
                </c:pt>
                <c:pt idx="1357">
                  <c:v>65.536652000000004</c:v>
                </c:pt>
                <c:pt idx="1358">
                  <c:v>65.611182999999997</c:v>
                </c:pt>
                <c:pt idx="1359">
                  <c:v>65.686751999999998</c:v>
                </c:pt>
                <c:pt idx="1360">
                  <c:v>65.761596999999995</c:v>
                </c:pt>
                <c:pt idx="1361">
                  <c:v>65.830742000000001</c:v>
                </c:pt>
                <c:pt idx="1362">
                  <c:v>65.888580000000005</c:v>
                </c:pt>
                <c:pt idx="1363">
                  <c:v>65.940055999999998</c:v>
                </c:pt>
                <c:pt idx="1364">
                  <c:v>65.989395000000002</c:v>
                </c:pt>
                <c:pt idx="1365">
                  <c:v>66.035156000000001</c:v>
                </c:pt>
                <c:pt idx="1366">
                  <c:v>66.077720999999997</c:v>
                </c:pt>
                <c:pt idx="1367">
                  <c:v>66.117355000000003</c:v>
                </c:pt>
                <c:pt idx="1368">
                  <c:v>66.153557000000006</c:v>
                </c:pt>
                <c:pt idx="1369">
                  <c:v>66.189552000000006</c:v>
                </c:pt>
                <c:pt idx="1370">
                  <c:v>66.227394000000004</c:v>
                </c:pt>
                <c:pt idx="1371">
                  <c:v>66.265288999999996</c:v>
                </c:pt>
                <c:pt idx="1372">
                  <c:v>66.305435000000003</c:v>
                </c:pt>
                <c:pt idx="1373">
                  <c:v>66.347831999999997</c:v>
                </c:pt>
                <c:pt idx="1374">
                  <c:v>66.388351</c:v>
                </c:pt>
                <c:pt idx="1375">
                  <c:v>66.427017000000006</c:v>
                </c:pt>
                <c:pt idx="1376">
                  <c:v>66.465866000000005</c:v>
                </c:pt>
                <c:pt idx="1377">
                  <c:v>66.510399000000007</c:v>
                </c:pt>
                <c:pt idx="1378">
                  <c:v>66.560997</c:v>
                </c:pt>
                <c:pt idx="1379">
                  <c:v>66.613144000000005</c:v>
                </c:pt>
                <c:pt idx="1380">
                  <c:v>66.657959000000005</c:v>
                </c:pt>
                <c:pt idx="1381">
                  <c:v>66.694550000000007</c:v>
                </c:pt>
                <c:pt idx="1382">
                  <c:v>66.730255</c:v>
                </c:pt>
                <c:pt idx="1383">
                  <c:v>66.766272999999998</c:v>
                </c:pt>
                <c:pt idx="1384">
                  <c:v>66.805640999999994</c:v>
                </c:pt>
                <c:pt idx="1385">
                  <c:v>66.847694000000004</c:v>
                </c:pt>
                <c:pt idx="1386">
                  <c:v>66.887039000000001</c:v>
                </c:pt>
                <c:pt idx="1387">
                  <c:v>66.923850999999999</c:v>
                </c:pt>
                <c:pt idx="1388">
                  <c:v>66.961639000000005</c:v>
                </c:pt>
                <c:pt idx="1389">
                  <c:v>66.999992000000006</c:v>
                </c:pt>
                <c:pt idx="1390">
                  <c:v>67.038719</c:v>
                </c:pt>
                <c:pt idx="1391">
                  <c:v>67.077933999999999</c:v>
                </c:pt>
                <c:pt idx="1392">
                  <c:v>67.119736000000003</c:v>
                </c:pt>
                <c:pt idx="1393">
                  <c:v>67.162589999999994</c:v>
                </c:pt>
                <c:pt idx="1394">
                  <c:v>67.207947000000004</c:v>
                </c:pt>
                <c:pt idx="1395">
                  <c:v>67.254845000000003</c:v>
                </c:pt>
                <c:pt idx="1396">
                  <c:v>67.303734000000006</c:v>
                </c:pt>
                <c:pt idx="1397">
                  <c:v>67.357169999999996</c:v>
                </c:pt>
                <c:pt idx="1398">
                  <c:v>67.415481999999997</c:v>
                </c:pt>
                <c:pt idx="1399">
                  <c:v>67.465255999999997</c:v>
                </c:pt>
                <c:pt idx="1400">
                  <c:v>67.513869999999997</c:v>
                </c:pt>
                <c:pt idx="1401">
                  <c:v>67.568755999999993</c:v>
                </c:pt>
                <c:pt idx="1402">
                  <c:v>67.629395000000002</c:v>
                </c:pt>
                <c:pt idx="1403">
                  <c:v>67.693213999999998</c:v>
                </c:pt>
                <c:pt idx="1404">
                  <c:v>67.759338</c:v>
                </c:pt>
                <c:pt idx="1405">
                  <c:v>67.826858999999999</c:v>
                </c:pt>
                <c:pt idx="1406">
                  <c:v>67.895920000000004</c:v>
                </c:pt>
                <c:pt idx="1407">
                  <c:v>67.968711999999996</c:v>
                </c:pt>
                <c:pt idx="1408">
                  <c:v>68.045799000000002</c:v>
                </c:pt>
                <c:pt idx="1409">
                  <c:v>68.127319</c:v>
                </c:pt>
                <c:pt idx="1410">
                  <c:v>68.204162999999994</c:v>
                </c:pt>
                <c:pt idx="1411">
                  <c:v>68.279747</c:v>
                </c:pt>
                <c:pt idx="1412">
                  <c:v>68.349227999999997</c:v>
                </c:pt>
                <c:pt idx="1413">
                  <c:v>68.409972999999994</c:v>
                </c:pt>
                <c:pt idx="1414">
                  <c:v>68.476241999999999</c:v>
                </c:pt>
                <c:pt idx="1415">
                  <c:v>68.549262999999996</c:v>
                </c:pt>
                <c:pt idx="1416">
                  <c:v>68.617492999999996</c:v>
                </c:pt>
                <c:pt idx="1417">
                  <c:v>68.676108999999997</c:v>
                </c:pt>
                <c:pt idx="1418">
                  <c:v>68.721710000000002</c:v>
                </c:pt>
                <c:pt idx="1419">
                  <c:v>68.757164000000003</c:v>
                </c:pt>
                <c:pt idx="1420">
                  <c:v>68.791640999999998</c:v>
                </c:pt>
                <c:pt idx="1421">
                  <c:v>68.832733000000005</c:v>
                </c:pt>
                <c:pt idx="1422">
                  <c:v>68.871932999999999</c:v>
                </c:pt>
                <c:pt idx="1423">
                  <c:v>68.904174999999995</c:v>
                </c:pt>
                <c:pt idx="1424">
                  <c:v>68.939964000000003</c:v>
                </c:pt>
                <c:pt idx="1425">
                  <c:v>68.969954999999999</c:v>
                </c:pt>
                <c:pt idx="1426">
                  <c:v>68.981087000000002</c:v>
                </c:pt>
                <c:pt idx="1427">
                  <c:v>68.990600999999998</c:v>
                </c:pt>
                <c:pt idx="1428">
                  <c:v>69.006591999999998</c:v>
                </c:pt>
                <c:pt idx="1429">
                  <c:v>69.028830999999997</c:v>
                </c:pt>
                <c:pt idx="1430">
                  <c:v>69.055121999999997</c:v>
                </c:pt>
                <c:pt idx="1431">
                  <c:v>69.083633000000006</c:v>
                </c:pt>
                <c:pt idx="1432">
                  <c:v>69.114638999999997</c:v>
                </c:pt>
                <c:pt idx="1433">
                  <c:v>69.146529999999998</c:v>
                </c:pt>
                <c:pt idx="1434">
                  <c:v>69.179259999999999</c:v>
                </c:pt>
                <c:pt idx="1435">
                  <c:v>69.21772</c:v>
                </c:pt>
                <c:pt idx="1436">
                  <c:v>69.252082999999999</c:v>
                </c:pt>
                <c:pt idx="1437">
                  <c:v>69.280784999999995</c:v>
                </c:pt>
                <c:pt idx="1438">
                  <c:v>69.303841000000006</c:v>
                </c:pt>
                <c:pt idx="1439">
                  <c:v>69.32132</c:v>
                </c:pt>
                <c:pt idx="1440">
                  <c:v>69.343163000000004</c:v>
                </c:pt>
                <c:pt idx="1441">
                  <c:v>69.363579000000001</c:v>
                </c:pt>
                <c:pt idx="1442">
                  <c:v>69.375381000000004</c:v>
                </c:pt>
                <c:pt idx="1443">
                  <c:v>69.382362000000001</c:v>
                </c:pt>
                <c:pt idx="1444">
                  <c:v>69.387642</c:v>
                </c:pt>
                <c:pt idx="1445">
                  <c:v>69.391563000000005</c:v>
                </c:pt>
                <c:pt idx="1446">
                  <c:v>69.398308</c:v>
                </c:pt>
                <c:pt idx="1447">
                  <c:v>69.405356999999995</c:v>
                </c:pt>
                <c:pt idx="1448">
                  <c:v>69.415390000000002</c:v>
                </c:pt>
                <c:pt idx="1449">
                  <c:v>69.432784999999996</c:v>
                </c:pt>
                <c:pt idx="1450">
                  <c:v>69.457352</c:v>
                </c:pt>
                <c:pt idx="1451">
                  <c:v>69.487823000000006</c:v>
                </c:pt>
                <c:pt idx="1452">
                  <c:v>69.519858999999997</c:v>
                </c:pt>
                <c:pt idx="1453">
                  <c:v>69.554749000000001</c:v>
                </c:pt>
                <c:pt idx="1454">
                  <c:v>69.589798000000002</c:v>
                </c:pt>
                <c:pt idx="1455">
                  <c:v>69.626816000000005</c:v>
                </c:pt>
                <c:pt idx="1456">
                  <c:v>69.665160999999998</c:v>
                </c:pt>
                <c:pt idx="1457">
                  <c:v>69.703033000000005</c:v>
                </c:pt>
                <c:pt idx="1458">
                  <c:v>69.741294999999994</c:v>
                </c:pt>
                <c:pt idx="1459">
                  <c:v>69.779021999999998</c:v>
                </c:pt>
                <c:pt idx="1460">
                  <c:v>69.812927000000002</c:v>
                </c:pt>
                <c:pt idx="1461">
                  <c:v>69.841712999999999</c:v>
                </c:pt>
                <c:pt idx="1462">
                  <c:v>69.864142999999999</c:v>
                </c:pt>
                <c:pt idx="1463">
                  <c:v>69.883010999999996</c:v>
                </c:pt>
                <c:pt idx="1464">
                  <c:v>69.897323999999998</c:v>
                </c:pt>
                <c:pt idx="1465">
                  <c:v>69.908089000000004</c:v>
                </c:pt>
                <c:pt idx="1466">
                  <c:v>69.918350000000004</c:v>
                </c:pt>
                <c:pt idx="1467">
                  <c:v>69.932320000000004</c:v>
                </c:pt>
                <c:pt idx="1468">
                  <c:v>69.953011000000004</c:v>
                </c:pt>
                <c:pt idx="1469">
                  <c:v>69.976364000000004</c:v>
                </c:pt>
                <c:pt idx="1470">
                  <c:v>70.005645999999999</c:v>
                </c:pt>
                <c:pt idx="1471">
                  <c:v>70.027100000000004</c:v>
                </c:pt>
                <c:pt idx="1472">
                  <c:v>70.038460000000001</c:v>
                </c:pt>
                <c:pt idx="1473">
                  <c:v>70.049515</c:v>
                </c:pt>
                <c:pt idx="1474">
                  <c:v>70.061233999999999</c:v>
                </c:pt>
                <c:pt idx="1475">
                  <c:v>70.074982000000006</c:v>
                </c:pt>
                <c:pt idx="1476">
                  <c:v>70.089752000000004</c:v>
                </c:pt>
                <c:pt idx="1477">
                  <c:v>70.105873000000003</c:v>
                </c:pt>
                <c:pt idx="1478">
                  <c:v>70.121200999999999</c:v>
                </c:pt>
                <c:pt idx="1479">
                  <c:v>70.133812000000006</c:v>
                </c:pt>
                <c:pt idx="1480">
                  <c:v>70.150336999999993</c:v>
                </c:pt>
                <c:pt idx="1481">
                  <c:v>70.168098000000001</c:v>
                </c:pt>
                <c:pt idx="1482">
                  <c:v>70.183372000000006</c:v>
                </c:pt>
                <c:pt idx="1483">
                  <c:v>70.192993000000001</c:v>
                </c:pt>
                <c:pt idx="1484">
                  <c:v>70.204216000000002</c:v>
                </c:pt>
                <c:pt idx="1485">
                  <c:v>70.221053999999995</c:v>
                </c:pt>
                <c:pt idx="1486">
                  <c:v>70.245140000000006</c:v>
                </c:pt>
                <c:pt idx="1487">
                  <c:v>70.267394999999993</c:v>
                </c:pt>
                <c:pt idx="1488">
                  <c:v>70.286713000000006</c:v>
                </c:pt>
                <c:pt idx="1489">
                  <c:v>70.297072999999997</c:v>
                </c:pt>
                <c:pt idx="1490">
                  <c:v>70.299392999999995</c:v>
                </c:pt>
                <c:pt idx="1491">
                  <c:v>70.299132999999998</c:v>
                </c:pt>
                <c:pt idx="1492">
                  <c:v>70.294135999999995</c:v>
                </c:pt>
                <c:pt idx="1493">
                  <c:v>70.282912999999994</c:v>
                </c:pt>
                <c:pt idx="1494">
                  <c:v>70.270515000000003</c:v>
                </c:pt>
                <c:pt idx="1495">
                  <c:v>70.258858000000004</c:v>
                </c:pt>
                <c:pt idx="1496">
                  <c:v>70.250366</c:v>
                </c:pt>
                <c:pt idx="1497">
                  <c:v>70.236221</c:v>
                </c:pt>
                <c:pt idx="1498">
                  <c:v>70.216094999999996</c:v>
                </c:pt>
                <c:pt idx="1499">
                  <c:v>70.193161000000003</c:v>
                </c:pt>
                <c:pt idx="1500">
                  <c:v>70.169815</c:v>
                </c:pt>
                <c:pt idx="1501">
                  <c:v>70.149612000000005</c:v>
                </c:pt>
                <c:pt idx="1502">
                  <c:v>70.127601999999996</c:v>
                </c:pt>
                <c:pt idx="1503">
                  <c:v>70.107872</c:v>
                </c:pt>
                <c:pt idx="1504">
                  <c:v>70.092124999999996</c:v>
                </c:pt>
                <c:pt idx="1505">
                  <c:v>70.079398999999995</c:v>
                </c:pt>
                <c:pt idx="1506">
                  <c:v>70.070648000000006</c:v>
                </c:pt>
                <c:pt idx="1507">
                  <c:v>70.066749999999999</c:v>
                </c:pt>
                <c:pt idx="1508">
                  <c:v>70.069777999999999</c:v>
                </c:pt>
                <c:pt idx="1509">
                  <c:v>70.079407000000003</c:v>
                </c:pt>
                <c:pt idx="1510">
                  <c:v>70.094184999999996</c:v>
                </c:pt>
                <c:pt idx="1511">
                  <c:v>70.107422</c:v>
                </c:pt>
                <c:pt idx="1512">
                  <c:v>70.120789000000002</c:v>
                </c:pt>
                <c:pt idx="1513">
                  <c:v>70.138938999999993</c:v>
                </c:pt>
                <c:pt idx="1514">
                  <c:v>70.161109999999994</c:v>
                </c:pt>
                <c:pt idx="1515">
                  <c:v>70.185989000000006</c:v>
                </c:pt>
                <c:pt idx="1516">
                  <c:v>70.213120000000004</c:v>
                </c:pt>
                <c:pt idx="1517">
                  <c:v>70.240677000000005</c:v>
                </c:pt>
                <c:pt idx="1518">
                  <c:v>70.270308999999997</c:v>
                </c:pt>
                <c:pt idx="1519">
                  <c:v>70.302932999999996</c:v>
                </c:pt>
                <c:pt idx="1520">
                  <c:v>70.336669999999998</c:v>
                </c:pt>
                <c:pt idx="1521">
                  <c:v>70.371452000000005</c:v>
                </c:pt>
                <c:pt idx="1522">
                  <c:v>70.410422999999994</c:v>
                </c:pt>
                <c:pt idx="1523">
                  <c:v>70.450164999999998</c:v>
                </c:pt>
                <c:pt idx="1524">
                  <c:v>70.495780999999994</c:v>
                </c:pt>
                <c:pt idx="1525">
                  <c:v>70.544158999999993</c:v>
                </c:pt>
                <c:pt idx="1526">
                  <c:v>70.592101999999997</c:v>
                </c:pt>
                <c:pt idx="1527">
                  <c:v>70.634483000000003</c:v>
                </c:pt>
                <c:pt idx="1528">
                  <c:v>70.674530000000004</c:v>
                </c:pt>
                <c:pt idx="1529">
                  <c:v>70.714637999999994</c:v>
                </c:pt>
                <c:pt idx="1530">
                  <c:v>70.756247999999999</c:v>
                </c:pt>
                <c:pt idx="1531">
                  <c:v>70.800467999999995</c:v>
                </c:pt>
                <c:pt idx="1532">
                  <c:v>70.845496999999995</c:v>
                </c:pt>
                <c:pt idx="1533">
                  <c:v>70.885208000000006</c:v>
                </c:pt>
                <c:pt idx="1534">
                  <c:v>70.921379000000002</c:v>
                </c:pt>
                <c:pt idx="1535">
                  <c:v>70.962288000000001</c:v>
                </c:pt>
                <c:pt idx="1536">
                  <c:v>71.005318000000003</c:v>
                </c:pt>
                <c:pt idx="1537">
                  <c:v>71.054007999999996</c:v>
                </c:pt>
                <c:pt idx="1538">
                  <c:v>71.105850000000004</c:v>
                </c:pt>
                <c:pt idx="1539">
                  <c:v>71.157416999999995</c:v>
                </c:pt>
                <c:pt idx="1540">
                  <c:v>71.209038000000007</c:v>
                </c:pt>
                <c:pt idx="1541">
                  <c:v>71.264663999999996</c:v>
                </c:pt>
                <c:pt idx="1542">
                  <c:v>71.323616000000001</c:v>
                </c:pt>
                <c:pt idx="1543">
                  <c:v>71.3797</c:v>
                </c:pt>
                <c:pt idx="1544">
                  <c:v>71.431847000000005</c:v>
                </c:pt>
                <c:pt idx="1545">
                  <c:v>71.485412999999994</c:v>
                </c:pt>
                <c:pt idx="1546">
                  <c:v>71.543175000000005</c:v>
                </c:pt>
                <c:pt idx="1547">
                  <c:v>71.603745000000004</c:v>
                </c:pt>
                <c:pt idx="1548">
                  <c:v>71.665840000000003</c:v>
                </c:pt>
                <c:pt idx="1549">
                  <c:v>71.731032999999996</c:v>
                </c:pt>
                <c:pt idx="1550">
                  <c:v>71.797577000000004</c:v>
                </c:pt>
                <c:pt idx="1551">
                  <c:v>71.861534000000006</c:v>
                </c:pt>
                <c:pt idx="1552">
                  <c:v>71.921088999999995</c:v>
                </c:pt>
                <c:pt idx="1553">
                  <c:v>71.979050000000001</c:v>
                </c:pt>
                <c:pt idx="1554">
                  <c:v>72.035194000000004</c:v>
                </c:pt>
                <c:pt idx="1555">
                  <c:v>72.092551999999998</c:v>
                </c:pt>
                <c:pt idx="1556">
                  <c:v>72.153816000000006</c:v>
                </c:pt>
                <c:pt idx="1557">
                  <c:v>72.213691999999995</c:v>
                </c:pt>
                <c:pt idx="1558">
                  <c:v>72.279015000000001</c:v>
                </c:pt>
                <c:pt idx="1559">
                  <c:v>72.344025000000002</c:v>
                </c:pt>
                <c:pt idx="1560">
                  <c:v>72.405120999999994</c:v>
                </c:pt>
                <c:pt idx="1561">
                  <c:v>72.455780000000004</c:v>
                </c:pt>
                <c:pt idx="1562">
                  <c:v>72.500298000000001</c:v>
                </c:pt>
                <c:pt idx="1563">
                  <c:v>72.538978999999998</c:v>
                </c:pt>
                <c:pt idx="1564">
                  <c:v>72.577370000000002</c:v>
                </c:pt>
                <c:pt idx="1565">
                  <c:v>72.627601999999996</c:v>
                </c:pt>
                <c:pt idx="1566">
                  <c:v>72.682548999999995</c:v>
                </c:pt>
                <c:pt idx="1567">
                  <c:v>72.735977000000005</c:v>
                </c:pt>
                <c:pt idx="1568">
                  <c:v>72.789955000000006</c:v>
                </c:pt>
                <c:pt idx="1569">
                  <c:v>72.840889000000004</c:v>
                </c:pt>
                <c:pt idx="1570">
                  <c:v>72.891211999999996</c:v>
                </c:pt>
                <c:pt idx="1571">
                  <c:v>72.946167000000003</c:v>
                </c:pt>
                <c:pt idx="1572">
                  <c:v>73.007194999999996</c:v>
                </c:pt>
                <c:pt idx="1573">
                  <c:v>73.069457999999997</c:v>
                </c:pt>
                <c:pt idx="1574">
                  <c:v>73.130393999999995</c:v>
                </c:pt>
                <c:pt idx="1575">
                  <c:v>73.192397999999997</c:v>
                </c:pt>
                <c:pt idx="1576">
                  <c:v>73.254020999999995</c:v>
                </c:pt>
                <c:pt idx="1577">
                  <c:v>73.309662000000003</c:v>
                </c:pt>
                <c:pt idx="1578">
                  <c:v>73.354804999999999</c:v>
                </c:pt>
                <c:pt idx="1579">
                  <c:v>73.390845999999996</c:v>
                </c:pt>
                <c:pt idx="1580">
                  <c:v>73.423835999999994</c:v>
                </c:pt>
                <c:pt idx="1581">
                  <c:v>73.456756999999996</c:v>
                </c:pt>
                <c:pt idx="1582">
                  <c:v>73.496093999999999</c:v>
                </c:pt>
                <c:pt idx="1583">
                  <c:v>73.541366999999994</c:v>
                </c:pt>
                <c:pt idx="1584">
                  <c:v>73.589027000000002</c:v>
                </c:pt>
                <c:pt idx="1585">
                  <c:v>73.633201999999997</c:v>
                </c:pt>
                <c:pt idx="1586">
                  <c:v>73.672020000000003</c:v>
                </c:pt>
                <c:pt idx="1587">
                  <c:v>73.710678000000001</c:v>
                </c:pt>
                <c:pt idx="1588">
                  <c:v>73.752892000000003</c:v>
                </c:pt>
                <c:pt idx="1589">
                  <c:v>73.799567999999994</c:v>
                </c:pt>
                <c:pt idx="1590">
                  <c:v>73.852997000000002</c:v>
                </c:pt>
                <c:pt idx="1591">
                  <c:v>73.911681999999999</c:v>
                </c:pt>
                <c:pt idx="1592">
                  <c:v>73.974746999999994</c:v>
                </c:pt>
                <c:pt idx="1593">
                  <c:v>74.040588</c:v>
                </c:pt>
                <c:pt idx="1594">
                  <c:v>74.110328999999993</c:v>
                </c:pt>
                <c:pt idx="1595">
                  <c:v>74.182700999999994</c:v>
                </c:pt>
                <c:pt idx="1596">
                  <c:v>74.250052999999994</c:v>
                </c:pt>
                <c:pt idx="1597">
                  <c:v>74.309028999999995</c:v>
                </c:pt>
                <c:pt idx="1598">
                  <c:v>74.362656000000001</c:v>
                </c:pt>
                <c:pt idx="1599">
                  <c:v>74.412788000000006</c:v>
                </c:pt>
                <c:pt idx="1600">
                  <c:v>74.459709000000004</c:v>
                </c:pt>
                <c:pt idx="1601">
                  <c:v>74.504508999999999</c:v>
                </c:pt>
                <c:pt idx="1602">
                  <c:v>74.538475000000005</c:v>
                </c:pt>
                <c:pt idx="1603">
                  <c:v>74.564125000000004</c:v>
                </c:pt>
                <c:pt idx="1604">
                  <c:v>74.594848999999996</c:v>
                </c:pt>
                <c:pt idx="1605">
                  <c:v>74.627219999999994</c:v>
                </c:pt>
                <c:pt idx="1606">
                  <c:v>74.65934</c:v>
                </c:pt>
                <c:pt idx="1607">
                  <c:v>74.688125999999997</c:v>
                </c:pt>
                <c:pt idx="1608">
                  <c:v>74.718245999999994</c:v>
                </c:pt>
                <c:pt idx="1609">
                  <c:v>74.740082000000001</c:v>
                </c:pt>
                <c:pt idx="1610">
                  <c:v>74.769233999999997</c:v>
                </c:pt>
                <c:pt idx="1611">
                  <c:v>74.803871000000001</c:v>
                </c:pt>
                <c:pt idx="1612">
                  <c:v>74.850112999999993</c:v>
                </c:pt>
                <c:pt idx="1613">
                  <c:v>74.901848000000001</c:v>
                </c:pt>
                <c:pt idx="1614">
                  <c:v>74.958939000000001</c:v>
                </c:pt>
                <c:pt idx="1615">
                  <c:v>75.018394000000001</c:v>
                </c:pt>
                <c:pt idx="1616">
                  <c:v>75.085982999999999</c:v>
                </c:pt>
                <c:pt idx="1617">
                  <c:v>75.148467999999994</c:v>
                </c:pt>
                <c:pt idx="1618">
                  <c:v>75.201508000000004</c:v>
                </c:pt>
                <c:pt idx="1619">
                  <c:v>75.241553999999994</c:v>
                </c:pt>
                <c:pt idx="1620">
                  <c:v>75.276214999999993</c:v>
                </c:pt>
                <c:pt idx="1621">
                  <c:v>75.313109999999995</c:v>
                </c:pt>
                <c:pt idx="1622">
                  <c:v>75.352065999999994</c:v>
                </c:pt>
                <c:pt idx="1623">
                  <c:v>75.395629999999997</c:v>
                </c:pt>
                <c:pt idx="1624">
                  <c:v>75.440490999999994</c:v>
                </c:pt>
                <c:pt idx="1625">
                  <c:v>75.485847000000007</c:v>
                </c:pt>
                <c:pt idx="1626">
                  <c:v>75.537261999999998</c:v>
                </c:pt>
                <c:pt idx="1627">
                  <c:v>75.591140999999993</c:v>
                </c:pt>
                <c:pt idx="1628">
                  <c:v>75.641036999999997</c:v>
                </c:pt>
                <c:pt idx="1629">
                  <c:v>75.684951999999996</c:v>
                </c:pt>
                <c:pt idx="1630">
                  <c:v>75.720984999999999</c:v>
                </c:pt>
                <c:pt idx="1631">
                  <c:v>75.754195999999993</c:v>
                </c:pt>
                <c:pt idx="1632">
                  <c:v>75.786827000000002</c:v>
                </c:pt>
                <c:pt idx="1633">
                  <c:v>75.824318000000005</c:v>
                </c:pt>
                <c:pt idx="1634">
                  <c:v>75.862082999999998</c:v>
                </c:pt>
                <c:pt idx="1635">
                  <c:v>75.906204000000002</c:v>
                </c:pt>
                <c:pt idx="1636">
                  <c:v>75.958336000000003</c:v>
                </c:pt>
                <c:pt idx="1637">
                  <c:v>76.014449999999997</c:v>
                </c:pt>
                <c:pt idx="1638">
                  <c:v>76.074043000000003</c:v>
                </c:pt>
                <c:pt idx="1639">
                  <c:v>76.130600000000001</c:v>
                </c:pt>
                <c:pt idx="1640">
                  <c:v>76.187195000000003</c:v>
                </c:pt>
                <c:pt idx="1641">
                  <c:v>76.248183999999995</c:v>
                </c:pt>
                <c:pt idx="1642">
                  <c:v>76.308104999999998</c:v>
                </c:pt>
                <c:pt idx="1643">
                  <c:v>76.368362000000005</c:v>
                </c:pt>
                <c:pt idx="1644">
                  <c:v>76.421370999999994</c:v>
                </c:pt>
                <c:pt idx="1645">
                  <c:v>76.465369999999993</c:v>
                </c:pt>
                <c:pt idx="1646">
                  <c:v>76.503737999999998</c:v>
                </c:pt>
                <c:pt idx="1647">
                  <c:v>76.538871999999998</c:v>
                </c:pt>
                <c:pt idx="1648">
                  <c:v>76.569450000000003</c:v>
                </c:pt>
                <c:pt idx="1649">
                  <c:v>76.601883000000001</c:v>
                </c:pt>
                <c:pt idx="1650">
                  <c:v>76.635033000000007</c:v>
                </c:pt>
                <c:pt idx="1651">
                  <c:v>76.665572999999995</c:v>
                </c:pt>
                <c:pt idx="1652">
                  <c:v>76.697845000000001</c:v>
                </c:pt>
                <c:pt idx="1653">
                  <c:v>76.736153000000002</c:v>
                </c:pt>
                <c:pt idx="1654">
                  <c:v>76.776611000000003</c:v>
                </c:pt>
                <c:pt idx="1655">
                  <c:v>76.814003</c:v>
                </c:pt>
                <c:pt idx="1656">
                  <c:v>76.851791000000006</c:v>
                </c:pt>
                <c:pt idx="1657">
                  <c:v>76.889403999999999</c:v>
                </c:pt>
                <c:pt idx="1658">
                  <c:v>76.925087000000005</c:v>
                </c:pt>
                <c:pt idx="1659">
                  <c:v>76.959541000000002</c:v>
                </c:pt>
                <c:pt idx="1660">
                  <c:v>76.993515000000002</c:v>
                </c:pt>
                <c:pt idx="1661">
                  <c:v>77.026229999999998</c:v>
                </c:pt>
                <c:pt idx="1662">
                  <c:v>77.060410000000005</c:v>
                </c:pt>
                <c:pt idx="1663">
                  <c:v>77.098297000000002</c:v>
                </c:pt>
                <c:pt idx="1664">
                  <c:v>77.134101999999999</c:v>
                </c:pt>
                <c:pt idx="1665">
                  <c:v>77.164696000000006</c:v>
                </c:pt>
                <c:pt idx="1666">
                  <c:v>77.196540999999996</c:v>
                </c:pt>
                <c:pt idx="1667">
                  <c:v>77.232108999999994</c:v>
                </c:pt>
                <c:pt idx="1668">
                  <c:v>77.271461000000002</c:v>
                </c:pt>
                <c:pt idx="1669">
                  <c:v>77.315842000000004</c:v>
                </c:pt>
                <c:pt idx="1670">
                  <c:v>77.359061999999994</c:v>
                </c:pt>
                <c:pt idx="1671">
                  <c:v>77.404503000000005</c:v>
                </c:pt>
                <c:pt idx="1672">
                  <c:v>77.454116999999997</c:v>
                </c:pt>
                <c:pt idx="1673">
                  <c:v>77.50103</c:v>
                </c:pt>
                <c:pt idx="1674">
                  <c:v>77.552764999999994</c:v>
                </c:pt>
                <c:pt idx="1675">
                  <c:v>77.606765999999993</c:v>
                </c:pt>
                <c:pt idx="1676">
                  <c:v>77.662239</c:v>
                </c:pt>
                <c:pt idx="1677">
                  <c:v>77.719787999999994</c:v>
                </c:pt>
                <c:pt idx="1678">
                  <c:v>77.779067999999995</c:v>
                </c:pt>
                <c:pt idx="1679">
                  <c:v>77.836105000000003</c:v>
                </c:pt>
                <c:pt idx="1680">
                  <c:v>77.894347999999994</c:v>
                </c:pt>
                <c:pt idx="1681">
                  <c:v>77.952376999999998</c:v>
                </c:pt>
                <c:pt idx="1682">
                  <c:v>78.010300000000001</c:v>
                </c:pt>
                <c:pt idx="1683">
                  <c:v>78.060874999999996</c:v>
                </c:pt>
                <c:pt idx="1684">
                  <c:v>78.101410000000001</c:v>
                </c:pt>
                <c:pt idx="1685">
                  <c:v>78.135345000000001</c:v>
                </c:pt>
                <c:pt idx="1686">
                  <c:v>78.166229000000001</c:v>
                </c:pt>
                <c:pt idx="1687">
                  <c:v>78.203429999999997</c:v>
                </c:pt>
                <c:pt idx="1688">
                  <c:v>78.244179000000003</c:v>
                </c:pt>
                <c:pt idx="1689">
                  <c:v>78.290062000000006</c:v>
                </c:pt>
                <c:pt idx="1690">
                  <c:v>78.337058999999996</c:v>
                </c:pt>
                <c:pt idx="1691">
                  <c:v>78.371009999999998</c:v>
                </c:pt>
                <c:pt idx="1692">
                  <c:v>78.399512999999999</c:v>
                </c:pt>
                <c:pt idx="1693">
                  <c:v>78.425728000000007</c:v>
                </c:pt>
                <c:pt idx="1694">
                  <c:v>78.443939</c:v>
                </c:pt>
                <c:pt idx="1695">
                  <c:v>78.466071999999997</c:v>
                </c:pt>
                <c:pt idx="1696">
                  <c:v>78.489699999999999</c:v>
                </c:pt>
                <c:pt idx="1697">
                  <c:v>78.521263000000005</c:v>
                </c:pt>
                <c:pt idx="1698">
                  <c:v>78.555817000000005</c:v>
                </c:pt>
                <c:pt idx="1699">
                  <c:v>78.581612000000007</c:v>
                </c:pt>
                <c:pt idx="1700">
                  <c:v>78.611136999999999</c:v>
                </c:pt>
                <c:pt idx="1701">
                  <c:v>78.618645000000001</c:v>
                </c:pt>
                <c:pt idx="1702">
                  <c:v>78.641318999999996</c:v>
                </c:pt>
                <c:pt idx="1703">
                  <c:v>78.664283999999995</c:v>
                </c:pt>
                <c:pt idx="1704">
                  <c:v>78.697509999999994</c:v>
                </c:pt>
                <c:pt idx="1705">
                  <c:v>78.735298</c:v>
                </c:pt>
                <c:pt idx="1706">
                  <c:v>78.773421999999997</c:v>
                </c:pt>
                <c:pt idx="1707">
                  <c:v>78.801940999999999</c:v>
                </c:pt>
                <c:pt idx="1708">
                  <c:v>78.820267000000001</c:v>
                </c:pt>
                <c:pt idx="1709">
                  <c:v>78.830321999999995</c:v>
                </c:pt>
                <c:pt idx="1710">
                  <c:v>78.839530999999994</c:v>
                </c:pt>
                <c:pt idx="1711">
                  <c:v>78.853927999999996</c:v>
                </c:pt>
                <c:pt idx="1712">
                  <c:v>78.871459999999999</c:v>
                </c:pt>
                <c:pt idx="1713">
                  <c:v>78.891082999999995</c:v>
                </c:pt>
                <c:pt idx="1714">
                  <c:v>78.910278000000005</c:v>
                </c:pt>
                <c:pt idx="1715">
                  <c:v>78.925713000000002</c:v>
                </c:pt>
                <c:pt idx="1716">
                  <c:v>78.934737999999996</c:v>
                </c:pt>
                <c:pt idx="1717">
                  <c:v>78.938231999999999</c:v>
                </c:pt>
                <c:pt idx="1718">
                  <c:v>78.943297999999999</c:v>
                </c:pt>
                <c:pt idx="1719">
                  <c:v>78.951935000000006</c:v>
                </c:pt>
                <c:pt idx="1720">
                  <c:v>78.962981999999997</c:v>
                </c:pt>
                <c:pt idx="1721">
                  <c:v>78.976851999999994</c:v>
                </c:pt>
                <c:pt idx="1722">
                  <c:v>78.991767999999993</c:v>
                </c:pt>
                <c:pt idx="1723">
                  <c:v>79.005568999999994</c:v>
                </c:pt>
                <c:pt idx="1724">
                  <c:v>79.018105000000006</c:v>
                </c:pt>
                <c:pt idx="1725">
                  <c:v>79.031127999999995</c:v>
                </c:pt>
                <c:pt idx="1726">
                  <c:v>79.046547000000004</c:v>
                </c:pt>
                <c:pt idx="1727">
                  <c:v>79.065619999999996</c:v>
                </c:pt>
                <c:pt idx="1728">
                  <c:v>79.085457000000005</c:v>
                </c:pt>
                <c:pt idx="1729">
                  <c:v>79.105255</c:v>
                </c:pt>
                <c:pt idx="1730">
                  <c:v>79.127289000000005</c:v>
                </c:pt>
                <c:pt idx="1731">
                  <c:v>79.151093000000003</c:v>
                </c:pt>
                <c:pt idx="1732">
                  <c:v>79.171775999999994</c:v>
                </c:pt>
                <c:pt idx="1733">
                  <c:v>79.188498999999993</c:v>
                </c:pt>
                <c:pt idx="1734">
                  <c:v>79.199744999999993</c:v>
                </c:pt>
                <c:pt idx="1735">
                  <c:v>79.207932</c:v>
                </c:pt>
                <c:pt idx="1736">
                  <c:v>79.213950999999994</c:v>
                </c:pt>
                <c:pt idx="1737">
                  <c:v>79.220055000000002</c:v>
                </c:pt>
                <c:pt idx="1738">
                  <c:v>79.227097000000001</c:v>
                </c:pt>
                <c:pt idx="1739">
                  <c:v>79.231773000000004</c:v>
                </c:pt>
                <c:pt idx="1740">
                  <c:v>79.234275999999994</c:v>
                </c:pt>
                <c:pt idx="1741">
                  <c:v>79.235213999999999</c:v>
                </c:pt>
                <c:pt idx="1742">
                  <c:v>79.230209000000002</c:v>
                </c:pt>
                <c:pt idx="1743">
                  <c:v>79.214066000000003</c:v>
                </c:pt>
                <c:pt idx="1744">
                  <c:v>79.197677999999996</c:v>
                </c:pt>
                <c:pt idx="1745">
                  <c:v>79.181624999999997</c:v>
                </c:pt>
                <c:pt idx="1746">
                  <c:v>79.155815000000004</c:v>
                </c:pt>
                <c:pt idx="1747">
                  <c:v>79.1203</c:v>
                </c:pt>
                <c:pt idx="1748">
                  <c:v>79.085785000000001</c:v>
                </c:pt>
                <c:pt idx="1749">
                  <c:v>79.057945000000004</c:v>
                </c:pt>
                <c:pt idx="1750">
                  <c:v>79.036834999999996</c:v>
                </c:pt>
                <c:pt idx="1751">
                  <c:v>79.020401000000007</c:v>
                </c:pt>
                <c:pt idx="1752">
                  <c:v>79.006912</c:v>
                </c:pt>
                <c:pt idx="1753">
                  <c:v>78.990325999999996</c:v>
                </c:pt>
                <c:pt idx="1754">
                  <c:v>78.968688999999998</c:v>
                </c:pt>
                <c:pt idx="1755">
                  <c:v>78.943848000000003</c:v>
                </c:pt>
                <c:pt idx="1756">
                  <c:v>78.915038999999993</c:v>
                </c:pt>
                <c:pt idx="1757">
                  <c:v>78.887771999999998</c:v>
                </c:pt>
                <c:pt idx="1758">
                  <c:v>78.864517000000006</c:v>
                </c:pt>
                <c:pt idx="1759">
                  <c:v>78.847633000000002</c:v>
                </c:pt>
                <c:pt idx="1760">
                  <c:v>78.833763000000005</c:v>
                </c:pt>
                <c:pt idx="1761">
                  <c:v>78.817688000000004</c:v>
                </c:pt>
                <c:pt idx="1762">
                  <c:v>78.793953000000002</c:v>
                </c:pt>
                <c:pt idx="1763">
                  <c:v>78.770966000000001</c:v>
                </c:pt>
                <c:pt idx="1764">
                  <c:v>78.748199</c:v>
                </c:pt>
                <c:pt idx="1765">
                  <c:v>78.719764999999995</c:v>
                </c:pt>
                <c:pt idx="1766">
                  <c:v>78.684036000000006</c:v>
                </c:pt>
                <c:pt idx="1767">
                  <c:v>78.648514000000006</c:v>
                </c:pt>
                <c:pt idx="1768">
                  <c:v>78.617180000000005</c:v>
                </c:pt>
                <c:pt idx="1769">
                  <c:v>78.588729999999998</c:v>
                </c:pt>
                <c:pt idx="1770">
                  <c:v>78.563438000000005</c:v>
                </c:pt>
                <c:pt idx="1771">
                  <c:v>78.543098000000001</c:v>
                </c:pt>
                <c:pt idx="1772">
                  <c:v>78.521736000000004</c:v>
                </c:pt>
                <c:pt idx="1773">
                  <c:v>78.497551000000001</c:v>
                </c:pt>
                <c:pt idx="1774">
                  <c:v>78.469643000000005</c:v>
                </c:pt>
                <c:pt idx="1775">
                  <c:v>78.439971999999997</c:v>
                </c:pt>
                <c:pt idx="1776">
                  <c:v>78.411354000000003</c:v>
                </c:pt>
                <c:pt idx="1777">
                  <c:v>78.385017000000005</c:v>
                </c:pt>
                <c:pt idx="1778">
                  <c:v>78.361664000000005</c:v>
                </c:pt>
                <c:pt idx="1779">
                  <c:v>78.344588999999999</c:v>
                </c:pt>
                <c:pt idx="1780">
                  <c:v>78.331039000000004</c:v>
                </c:pt>
                <c:pt idx="1781">
                  <c:v>78.308967999999993</c:v>
                </c:pt>
                <c:pt idx="1782">
                  <c:v>78.284126000000001</c:v>
                </c:pt>
                <c:pt idx="1783">
                  <c:v>78.269287000000006</c:v>
                </c:pt>
                <c:pt idx="1784">
                  <c:v>78.259804000000003</c:v>
                </c:pt>
                <c:pt idx="1785">
                  <c:v>78.250281999999999</c:v>
                </c:pt>
                <c:pt idx="1786">
                  <c:v>78.238770000000002</c:v>
                </c:pt>
                <c:pt idx="1787">
                  <c:v>78.224036999999996</c:v>
                </c:pt>
                <c:pt idx="1788">
                  <c:v>78.206871000000007</c:v>
                </c:pt>
                <c:pt idx="1789">
                  <c:v>78.188057000000001</c:v>
                </c:pt>
                <c:pt idx="1790">
                  <c:v>78.168098000000001</c:v>
                </c:pt>
                <c:pt idx="1791">
                  <c:v>78.150208000000006</c:v>
                </c:pt>
                <c:pt idx="1792">
                  <c:v>78.132705999999999</c:v>
                </c:pt>
                <c:pt idx="1793">
                  <c:v>78.115227000000004</c:v>
                </c:pt>
                <c:pt idx="1794">
                  <c:v>78.098267000000007</c:v>
                </c:pt>
                <c:pt idx="1795">
                  <c:v>78.081778999999997</c:v>
                </c:pt>
                <c:pt idx="1796">
                  <c:v>78.063811999999999</c:v>
                </c:pt>
                <c:pt idx="1797">
                  <c:v>78.041550000000001</c:v>
                </c:pt>
                <c:pt idx="1798">
                  <c:v>78.016541000000004</c:v>
                </c:pt>
                <c:pt idx="1799">
                  <c:v>77.991958999999994</c:v>
                </c:pt>
                <c:pt idx="1800">
                  <c:v>77.964896999999993</c:v>
                </c:pt>
                <c:pt idx="1801">
                  <c:v>77.932472000000004</c:v>
                </c:pt>
                <c:pt idx="1802">
                  <c:v>77.898337999999995</c:v>
                </c:pt>
                <c:pt idx="1803">
                  <c:v>77.866089000000002</c:v>
                </c:pt>
                <c:pt idx="1804">
                  <c:v>77.835303999999994</c:v>
                </c:pt>
                <c:pt idx="1805">
                  <c:v>77.809203999999994</c:v>
                </c:pt>
                <c:pt idx="1806">
                  <c:v>77.787177999999997</c:v>
                </c:pt>
                <c:pt idx="1807">
                  <c:v>77.770583999999999</c:v>
                </c:pt>
                <c:pt idx="1808">
                  <c:v>77.757912000000005</c:v>
                </c:pt>
                <c:pt idx="1809">
                  <c:v>77.744468999999995</c:v>
                </c:pt>
                <c:pt idx="1810">
                  <c:v>77.727058</c:v>
                </c:pt>
                <c:pt idx="1811">
                  <c:v>77.704689000000002</c:v>
                </c:pt>
                <c:pt idx="1812">
                  <c:v>77.683777000000006</c:v>
                </c:pt>
                <c:pt idx="1813">
                  <c:v>77.660445999999993</c:v>
                </c:pt>
                <c:pt idx="1814">
                  <c:v>77.63279</c:v>
                </c:pt>
                <c:pt idx="1815">
                  <c:v>77.611014999999995</c:v>
                </c:pt>
                <c:pt idx="1816">
                  <c:v>77.598540999999997</c:v>
                </c:pt>
                <c:pt idx="1817">
                  <c:v>77.587378999999999</c:v>
                </c:pt>
                <c:pt idx="1818">
                  <c:v>77.576622</c:v>
                </c:pt>
                <c:pt idx="1819">
                  <c:v>77.563911000000004</c:v>
                </c:pt>
                <c:pt idx="1820">
                  <c:v>77.550049000000001</c:v>
                </c:pt>
                <c:pt idx="1821">
                  <c:v>77.534087999999997</c:v>
                </c:pt>
                <c:pt idx="1822">
                  <c:v>77.525101000000006</c:v>
                </c:pt>
                <c:pt idx="1823">
                  <c:v>77.526825000000002</c:v>
                </c:pt>
                <c:pt idx="1824">
                  <c:v>77.538994000000002</c:v>
                </c:pt>
                <c:pt idx="1825">
                  <c:v>77.547584999999998</c:v>
                </c:pt>
                <c:pt idx="1826">
                  <c:v>77.554535000000001</c:v>
                </c:pt>
                <c:pt idx="1827">
                  <c:v>77.555785999999998</c:v>
                </c:pt>
                <c:pt idx="1828">
                  <c:v>77.555121999999997</c:v>
                </c:pt>
                <c:pt idx="1829">
                  <c:v>77.565787999999998</c:v>
                </c:pt>
                <c:pt idx="1830">
                  <c:v>77.576271000000006</c:v>
                </c:pt>
                <c:pt idx="1831">
                  <c:v>77.593185000000005</c:v>
                </c:pt>
                <c:pt idx="1832">
                  <c:v>77.610786000000004</c:v>
                </c:pt>
                <c:pt idx="1833">
                  <c:v>77.635765000000006</c:v>
                </c:pt>
                <c:pt idx="1834">
                  <c:v>77.666054000000003</c:v>
                </c:pt>
                <c:pt idx="1835">
                  <c:v>77.696899000000002</c:v>
                </c:pt>
                <c:pt idx="1836">
                  <c:v>77.727203000000003</c:v>
                </c:pt>
                <c:pt idx="1837">
                  <c:v>77.755554000000004</c:v>
                </c:pt>
                <c:pt idx="1838">
                  <c:v>77.783164999999997</c:v>
                </c:pt>
                <c:pt idx="1839">
                  <c:v>77.806572000000003</c:v>
                </c:pt>
                <c:pt idx="1840">
                  <c:v>77.830016999999998</c:v>
                </c:pt>
                <c:pt idx="1841">
                  <c:v>77.852065999999994</c:v>
                </c:pt>
                <c:pt idx="1842">
                  <c:v>77.873565999999997</c:v>
                </c:pt>
                <c:pt idx="1843">
                  <c:v>77.893921000000006</c:v>
                </c:pt>
                <c:pt idx="1844">
                  <c:v>77.913544000000002</c:v>
                </c:pt>
                <c:pt idx="1845">
                  <c:v>77.936278999999999</c:v>
                </c:pt>
                <c:pt idx="1846">
                  <c:v>77.956383000000002</c:v>
                </c:pt>
                <c:pt idx="1847">
                  <c:v>77.953605999999994</c:v>
                </c:pt>
                <c:pt idx="1848">
                  <c:v>77.950042999999994</c:v>
                </c:pt>
                <c:pt idx="1849">
                  <c:v>77.943984999999998</c:v>
                </c:pt>
                <c:pt idx="1850">
                  <c:v>77.932327000000001</c:v>
                </c:pt>
                <c:pt idx="1851">
                  <c:v>77.912177999999997</c:v>
                </c:pt>
                <c:pt idx="1852">
                  <c:v>77.891623999999993</c:v>
                </c:pt>
                <c:pt idx="1853">
                  <c:v>77.876807999999997</c:v>
                </c:pt>
                <c:pt idx="1854">
                  <c:v>77.865311000000005</c:v>
                </c:pt>
                <c:pt idx="1855">
                  <c:v>77.856330999999997</c:v>
                </c:pt>
                <c:pt idx="1856">
                  <c:v>77.853454999999997</c:v>
                </c:pt>
                <c:pt idx="1857">
                  <c:v>77.858046999999999</c:v>
                </c:pt>
                <c:pt idx="1858">
                  <c:v>77.861823999999999</c:v>
                </c:pt>
                <c:pt idx="1859">
                  <c:v>77.865493999999998</c:v>
                </c:pt>
                <c:pt idx="1860">
                  <c:v>77.874236999999994</c:v>
                </c:pt>
                <c:pt idx="1861">
                  <c:v>77.883644000000004</c:v>
                </c:pt>
                <c:pt idx="1862">
                  <c:v>77.898178000000001</c:v>
                </c:pt>
                <c:pt idx="1863">
                  <c:v>77.916579999999996</c:v>
                </c:pt>
                <c:pt idx="1864">
                  <c:v>77.933090000000007</c:v>
                </c:pt>
                <c:pt idx="1865">
                  <c:v>77.942161999999996</c:v>
                </c:pt>
                <c:pt idx="1866">
                  <c:v>77.961951999999997</c:v>
                </c:pt>
                <c:pt idx="1867">
                  <c:v>77.976348999999999</c:v>
                </c:pt>
                <c:pt idx="1868">
                  <c:v>77.991378999999995</c:v>
                </c:pt>
                <c:pt idx="1869">
                  <c:v>78.009186</c:v>
                </c:pt>
                <c:pt idx="1870">
                  <c:v>78.020508000000007</c:v>
                </c:pt>
                <c:pt idx="1871">
                  <c:v>78.033980999999997</c:v>
                </c:pt>
                <c:pt idx="1872">
                  <c:v>78.049064999999999</c:v>
                </c:pt>
                <c:pt idx="1873">
                  <c:v>78.066147000000001</c:v>
                </c:pt>
                <c:pt idx="1874">
                  <c:v>78.082283000000004</c:v>
                </c:pt>
                <c:pt idx="1875">
                  <c:v>78.092140000000001</c:v>
                </c:pt>
                <c:pt idx="1876">
                  <c:v>78.101448000000005</c:v>
                </c:pt>
                <c:pt idx="1877">
                  <c:v>78.115027999999995</c:v>
                </c:pt>
                <c:pt idx="1878">
                  <c:v>78.128860000000003</c:v>
                </c:pt>
                <c:pt idx="1879">
                  <c:v>78.142830000000004</c:v>
                </c:pt>
                <c:pt idx="1880">
                  <c:v>78.158562000000003</c:v>
                </c:pt>
                <c:pt idx="1881">
                  <c:v>78.175522000000001</c:v>
                </c:pt>
                <c:pt idx="1882">
                  <c:v>78.193245000000005</c:v>
                </c:pt>
                <c:pt idx="1883">
                  <c:v>78.209250999999995</c:v>
                </c:pt>
                <c:pt idx="1884">
                  <c:v>78.226592999999994</c:v>
                </c:pt>
                <c:pt idx="1885">
                  <c:v>78.246566999999999</c:v>
                </c:pt>
                <c:pt idx="1886">
                  <c:v>78.269012000000004</c:v>
                </c:pt>
                <c:pt idx="1887">
                  <c:v>78.292862</c:v>
                </c:pt>
                <c:pt idx="1888">
                  <c:v>78.315078999999997</c:v>
                </c:pt>
                <c:pt idx="1889">
                  <c:v>78.337806999999998</c:v>
                </c:pt>
                <c:pt idx="1890">
                  <c:v>78.358825999999993</c:v>
                </c:pt>
                <c:pt idx="1891">
                  <c:v>78.374816999999993</c:v>
                </c:pt>
                <c:pt idx="1892">
                  <c:v>78.394936000000001</c:v>
                </c:pt>
                <c:pt idx="1893">
                  <c:v>78.406433000000007</c:v>
                </c:pt>
                <c:pt idx="1894">
                  <c:v>78.415954999999997</c:v>
                </c:pt>
                <c:pt idx="1895">
                  <c:v>78.430938999999995</c:v>
                </c:pt>
                <c:pt idx="1896">
                  <c:v>78.454055999999994</c:v>
                </c:pt>
                <c:pt idx="1897">
                  <c:v>78.479102999999995</c:v>
                </c:pt>
                <c:pt idx="1898">
                  <c:v>78.506041999999994</c:v>
                </c:pt>
                <c:pt idx="1899">
                  <c:v>78.534615000000002</c:v>
                </c:pt>
                <c:pt idx="1900">
                  <c:v>78.564835000000002</c:v>
                </c:pt>
                <c:pt idx="1901">
                  <c:v>78.590369999999993</c:v>
                </c:pt>
                <c:pt idx="1902">
                  <c:v>78.601532000000006</c:v>
                </c:pt>
                <c:pt idx="1903">
                  <c:v>78.606673999999998</c:v>
                </c:pt>
                <c:pt idx="1904">
                  <c:v>78.608788000000004</c:v>
                </c:pt>
                <c:pt idx="1905">
                  <c:v>78.610764000000003</c:v>
                </c:pt>
                <c:pt idx="1906">
                  <c:v>78.610657000000003</c:v>
                </c:pt>
                <c:pt idx="1907">
                  <c:v>78.609459000000001</c:v>
                </c:pt>
                <c:pt idx="1908">
                  <c:v>78.609870999999998</c:v>
                </c:pt>
                <c:pt idx="1909">
                  <c:v>78.608954999999995</c:v>
                </c:pt>
                <c:pt idx="1910">
                  <c:v>78.606682000000006</c:v>
                </c:pt>
                <c:pt idx="1911">
                  <c:v>78.591292999999993</c:v>
                </c:pt>
                <c:pt idx="1912">
                  <c:v>78.574630999999997</c:v>
                </c:pt>
                <c:pt idx="1913">
                  <c:v>78.560401999999996</c:v>
                </c:pt>
                <c:pt idx="1914">
                  <c:v>78.548018999999996</c:v>
                </c:pt>
                <c:pt idx="1915">
                  <c:v>78.537750000000003</c:v>
                </c:pt>
                <c:pt idx="1916">
                  <c:v>78.524437000000006</c:v>
                </c:pt>
                <c:pt idx="1917">
                  <c:v>78.507507000000004</c:v>
                </c:pt>
                <c:pt idx="1918">
                  <c:v>78.490111999999996</c:v>
                </c:pt>
                <c:pt idx="1919">
                  <c:v>78.470329000000007</c:v>
                </c:pt>
                <c:pt idx="1920">
                  <c:v>78.449539000000001</c:v>
                </c:pt>
                <c:pt idx="1921">
                  <c:v>78.424751000000001</c:v>
                </c:pt>
                <c:pt idx="1922">
                  <c:v>78.400681000000006</c:v>
                </c:pt>
                <c:pt idx="1923">
                  <c:v>78.376694000000001</c:v>
                </c:pt>
                <c:pt idx="1924">
                  <c:v>78.348609999999994</c:v>
                </c:pt>
                <c:pt idx="1925">
                  <c:v>78.316704000000001</c:v>
                </c:pt>
                <c:pt idx="1926">
                  <c:v>78.290260000000004</c:v>
                </c:pt>
                <c:pt idx="1927">
                  <c:v>78.268012999999996</c:v>
                </c:pt>
                <c:pt idx="1928">
                  <c:v>78.249092000000005</c:v>
                </c:pt>
                <c:pt idx="1929">
                  <c:v>78.230369999999994</c:v>
                </c:pt>
                <c:pt idx="1930">
                  <c:v>78.212776000000005</c:v>
                </c:pt>
                <c:pt idx="1931">
                  <c:v>78.195885000000004</c:v>
                </c:pt>
                <c:pt idx="1932">
                  <c:v>78.177277000000004</c:v>
                </c:pt>
                <c:pt idx="1933">
                  <c:v>78.159851000000003</c:v>
                </c:pt>
                <c:pt idx="1934">
                  <c:v>78.145995999999997</c:v>
                </c:pt>
                <c:pt idx="1935">
                  <c:v>78.134772999999996</c:v>
                </c:pt>
                <c:pt idx="1936">
                  <c:v>78.118744000000007</c:v>
                </c:pt>
                <c:pt idx="1937">
                  <c:v>78.113135999999997</c:v>
                </c:pt>
                <c:pt idx="1938">
                  <c:v>78.118926999999999</c:v>
                </c:pt>
                <c:pt idx="1939">
                  <c:v>78.126671000000002</c:v>
                </c:pt>
                <c:pt idx="1940">
                  <c:v>78.127953000000005</c:v>
                </c:pt>
                <c:pt idx="1941">
                  <c:v>78.124245000000002</c:v>
                </c:pt>
                <c:pt idx="1942">
                  <c:v>78.119698</c:v>
                </c:pt>
                <c:pt idx="1943">
                  <c:v>78.116669000000002</c:v>
                </c:pt>
                <c:pt idx="1944">
                  <c:v>78.112465</c:v>
                </c:pt>
                <c:pt idx="1945">
                  <c:v>78.109443999999996</c:v>
                </c:pt>
                <c:pt idx="1946">
                  <c:v>78.113815000000002</c:v>
                </c:pt>
                <c:pt idx="1947">
                  <c:v>78.119865000000004</c:v>
                </c:pt>
                <c:pt idx="1948">
                  <c:v>78.121971000000002</c:v>
                </c:pt>
                <c:pt idx="1949">
                  <c:v>78.119185999999999</c:v>
                </c:pt>
                <c:pt idx="1950">
                  <c:v>78.116591999999997</c:v>
                </c:pt>
                <c:pt idx="1951">
                  <c:v>78.114814999999993</c:v>
                </c:pt>
                <c:pt idx="1952">
                  <c:v>78.112540999999993</c:v>
                </c:pt>
                <c:pt idx="1953">
                  <c:v>78.110123000000002</c:v>
                </c:pt>
                <c:pt idx="1954">
                  <c:v>78.108001999999999</c:v>
                </c:pt>
                <c:pt idx="1955">
                  <c:v>78.108849000000006</c:v>
                </c:pt>
                <c:pt idx="1956">
                  <c:v>78.115593000000004</c:v>
                </c:pt>
                <c:pt idx="1957">
                  <c:v>78.123581000000001</c:v>
                </c:pt>
                <c:pt idx="1958">
                  <c:v>78.133674999999997</c:v>
                </c:pt>
                <c:pt idx="1959">
                  <c:v>78.148689000000005</c:v>
                </c:pt>
                <c:pt idx="1960">
                  <c:v>78.158614999999998</c:v>
                </c:pt>
                <c:pt idx="1961">
                  <c:v>78.168075999999999</c:v>
                </c:pt>
                <c:pt idx="1962">
                  <c:v>78.191101000000003</c:v>
                </c:pt>
                <c:pt idx="1963">
                  <c:v>78.218459999999993</c:v>
                </c:pt>
                <c:pt idx="1964">
                  <c:v>78.234870999999998</c:v>
                </c:pt>
                <c:pt idx="1965">
                  <c:v>78.251068000000004</c:v>
                </c:pt>
                <c:pt idx="1966">
                  <c:v>78.271561000000005</c:v>
                </c:pt>
                <c:pt idx="1967">
                  <c:v>78.297623000000002</c:v>
                </c:pt>
                <c:pt idx="1968">
                  <c:v>78.326110999999997</c:v>
                </c:pt>
                <c:pt idx="1969">
                  <c:v>78.356171000000003</c:v>
                </c:pt>
                <c:pt idx="1970">
                  <c:v>78.387946999999997</c:v>
                </c:pt>
                <c:pt idx="1971">
                  <c:v>78.423057999999997</c:v>
                </c:pt>
                <c:pt idx="1972">
                  <c:v>78.457603000000006</c:v>
                </c:pt>
                <c:pt idx="1973">
                  <c:v>78.491211000000007</c:v>
                </c:pt>
                <c:pt idx="1974">
                  <c:v>78.522102000000004</c:v>
                </c:pt>
                <c:pt idx="1975">
                  <c:v>78.545792000000006</c:v>
                </c:pt>
                <c:pt idx="1976">
                  <c:v>78.567763999999997</c:v>
                </c:pt>
                <c:pt idx="1977">
                  <c:v>78.589813000000007</c:v>
                </c:pt>
                <c:pt idx="1978">
                  <c:v>78.610832000000002</c:v>
                </c:pt>
                <c:pt idx="1979">
                  <c:v>78.631919999999994</c:v>
                </c:pt>
                <c:pt idx="1980">
                  <c:v>78.654860999999997</c:v>
                </c:pt>
                <c:pt idx="1981">
                  <c:v>78.675574999999995</c:v>
                </c:pt>
                <c:pt idx="1982">
                  <c:v>78.689216999999999</c:v>
                </c:pt>
                <c:pt idx="1983">
                  <c:v>78.705460000000002</c:v>
                </c:pt>
                <c:pt idx="1984">
                  <c:v>78.726410000000001</c:v>
                </c:pt>
                <c:pt idx="1985">
                  <c:v>78.755470000000003</c:v>
                </c:pt>
                <c:pt idx="1986">
                  <c:v>78.785149000000004</c:v>
                </c:pt>
                <c:pt idx="1987">
                  <c:v>78.805580000000006</c:v>
                </c:pt>
                <c:pt idx="1988">
                  <c:v>78.819098999999994</c:v>
                </c:pt>
                <c:pt idx="1989">
                  <c:v>78.828979000000004</c:v>
                </c:pt>
                <c:pt idx="1990">
                  <c:v>78.836105000000003</c:v>
                </c:pt>
                <c:pt idx="1991">
                  <c:v>78.838500999999994</c:v>
                </c:pt>
                <c:pt idx="1992">
                  <c:v>78.841865999999996</c:v>
                </c:pt>
                <c:pt idx="1993">
                  <c:v>78.835944999999995</c:v>
                </c:pt>
                <c:pt idx="1994">
                  <c:v>78.825569000000002</c:v>
                </c:pt>
                <c:pt idx="1995">
                  <c:v>78.820412000000005</c:v>
                </c:pt>
                <c:pt idx="1996">
                  <c:v>78.813559999999995</c:v>
                </c:pt>
                <c:pt idx="1997">
                  <c:v>78.804648999999998</c:v>
                </c:pt>
                <c:pt idx="1998">
                  <c:v>78.788307000000003</c:v>
                </c:pt>
                <c:pt idx="1999">
                  <c:v>78.765281999999999</c:v>
                </c:pt>
                <c:pt idx="2000">
                  <c:v>78.739738000000003</c:v>
                </c:pt>
                <c:pt idx="2001">
                  <c:v>78.710480000000004</c:v>
                </c:pt>
                <c:pt idx="2002">
                  <c:v>78.680060999999995</c:v>
                </c:pt>
                <c:pt idx="2003">
                  <c:v>78.651947000000007</c:v>
                </c:pt>
                <c:pt idx="2004">
                  <c:v>78.628815000000003</c:v>
                </c:pt>
                <c:pt idx="2005">
                  <c:v>78.608474999999999</c:v>
                </c:pt>
                <c:pt idx="2006">
                  <c:v>78.580399</c:v>
                </c:pt>
                <c:pt idx="2007">
                  <c:v>78.547049999999999</c:v>
                </c:pt>
                <c:pt idx="2008">
                  <c:v>78.521027000000004</c:v>
                </c:pt>
                <c:pt idx="2009">
                  <c:v>78.499061999999995</c:v>
                </c:pt>
                <c:pt idx="2010">
                  <c:v>78.480080000000001</c:v>
                </c:pt>
                <c:pt idx="2011">
                  <c:v>78.460601999999994</c:v>
                </c:pt>
                <c:pt idx="2012">
                  <c:v>78.439323000000002</c:v>
                </c:pt>
                <c:pt idx="2013">
                  <c:v>78.417373999999995</c:v>
                </c:pt>
                <c:pt idx="2014">
                  <c:v>78.400604000000001</c:v>
                </c:pt>
                <c:pt idx="2015">
                  <c:v>78.386948000000004</c:v>
                </c:pt>
                <c:pt idx="2016">
                  <c:v>78.378547999999995</c:v>
                </c:pt>
                <c:pt idx="2017">
                  <c:v>78.369704999999996</c:v>
                </c:pt>
                <c:pt idx="2018">
                  <c:v>78.355323999999996</c:v>
                </c:pt>
                <c:pt idx="2019">
                  <c:v>78.340225000000004</c:v>
                </c:pt>
                <c:pt idx="2020">
                  <c:v>78.331963000000002</c:v>
                </c:pt>
                <c:pt idx="2021">
                  <c:v>78.335425999999998</c:v>
                </c:pt>
                <c:pt idx="2022">
                  <c:v>78.353927999999996</c:v>
                </c:pt>
                <c:pt idx="2023">
                  <c:v>78.377555999999998</c:v>
                </c:pt>
                <c:pt idx="2024">
                  <c:v>78.403709000000006</c:v>
                </c:pt>
                <c:pt idx="2025">
                  <c:v>78.421188000000001</c:v>
                </c:pt>
                <c:pt idx="2026">
                  <c:v>78.441185000000004</c:v>
                </c:pt>
                <c:pt idx="2027">
                  <c:v>78.467842000000005</c:v>
                </c:pt>
                <c:pt idx="2028">
                  <c:v>78.498092999999997</c:v>
                </c:pt>
                <c:pt idx="2029">
                  <c:v>78.529266000000007</c:v>
                </c:pt>
                <c:pt idx="2030">
                  <c:v>78.549744000000004</c:v>
                </c:pt>
                <c:pt idx="2031">
                  <c:v>78.563552999999999</c:v>
                </c:pt>
                <c:pt idx="2032">
                  <c:v>78.578368999999995</c:v>
                </c:pt>
                <c:pt idx="2033">
                  <c:v>78.591431</c:v>
                </c:pt>
                <c:pt idx="2034">
                  <c:v>78.600807000000003</c:v>
                </c:pt>
                <c:pt idx="2035">
                  <c:v>78.609566000000001</c:v>
                </c:pt>
                <c:pt idx="2036">
                  <c:v>78.615707</c:v>
                </c:pt>
                <c:pt idx="2037">
                  <c:v>78.623169000000004</c:v>
                </c:pt>
                <c:pt idx="2038">
                  <c:v>78.634345999999994</c:v>
                </c:pt>
                <c:pt idx="2039">
                  <c:v>78.647582999999997</c:v>
                </c:pt>
                <c:pt idx="2040">
                  <c:v>78.662148000000002</c:v>
                </c:pt>
                <c:pt idx="2041">
                  <c:v>78.680335999999997</c:v>
                </c:pt>
                <c:pt idx="2042">
                  <c:v>78.700417000000002</c:v>
                </c:pt>
                <c:pt idx="2043">
                  <c:v>78.719909999999999</c:v>
                </c:pt>
                <c:pt idx="2044">
                  <c:v>78.739159000000001</c:v>
                </c:pt>
                <c:pt idx="2045">
                  <c:v>78.761497000000006</c:v>
                </c:pt>
                <c:pt idx="2046">
                  <c:v>78.786034000000001</c:v>
                </c:pt>
                <c:pt idx="2047">
                  <c:v>78.811027999999993</c:v>
                </c:pt>
                <c:pt idx="2048">
                  <c:v>78.837196000000006</c:v>
                </c:pt>
                <c:pt idx="2049">
                  <c:v>78.859909000000002</c:v>
                </c:pt>
                <c:pt idx="2050">
                  <c:v>78.883590999999996</c:v>
                </c:pt>
                <c:pt idx="2051">
                  <c:v>78.908066000000005</c:v>
                </c:pt>
                <c:pt idx="2052">
                  <c:v>78.929314000000005</c:v>
                </c:pt>
                <c:pt idx="2053">
                  <c:v>78.946006999999994</c:v>
                </c:pt>
                <c:pt idx="2054">
                  <c:v>78.962494000000007</c:v>
                </c:pt>
                <c:pt idx="2055">
                  <c:v>78.982567000000003</c:v>
                </c:pt>
                <c:pt idx="2056">
                  <c:v>79.010445000000004</c:v>
                </c:pt>
                <c:pt idx="2057">
                  <c:v>79.041847000000004</c:v>
                </c:pt>
                <c:pt idx="2058">
                  <c:v>79.076751999999999</c:v>
                </c:pt>
                <c:pt idx="2059">
                  <c:v>79.112762000000004</c:v>
                </c:pt>
                <c:pt idx="2060">
                  <c:v>79.146300999999994</c:v>
                </c:pt>
                <c:pt idx="2061">
                  <c:v>79.179359000000005</c:v>
                </c:pt>
                <c:pt idx="2062">
                  <c:v>79.212020999999993</c:v>
                </c:pt>
                <c:pt idx="2063">
                  <c:v>79.238365000000002</c:v>
                </c:pt>
                <c:pt idx="2064">
                  <c:v>79.257071999999994</c:v>
                </c:pt>
                <c:pt idx="2065">
                  <c:v>79.271172000000007</c:v>
                </c:pt>
                <c:pt idx="2066">
                  <c:v>79.281075000000001</c:v>
                </c:pt>
                <c:pt idx="2067">
                  <c:v>79.290465999999995</c:v>
                </c:pt>
                <c:pt idx="2068">
                  <c:v>79.298012</c:v>
                </c:pt>
                <c:pt idx="2069">
                  <c:v>79.304848000000007</c:v>
                </c:pt>
                <c:pt idx="2070">
                  <c:v>79.310851999999997</c:v>
                </c:pt>
                <c:pt idx="2071">
                  <c:v>79.314644000000001</c:v>
                </c:pt>
                <c:pt idx="2072">
                  <c:v>79.317352</c:v>
                </c:pt>
                <c:pt idx="2073">
                  <c:v>79.322517000000005</c:v>
                </c:pt>
                <c:pt idx="2074">
                  <c:v>79.328232</c:v>
                </c:pt>
                <c:pt idx="2075">
                  <c:v>79.332984999999994</c:v>
                </c:pt>
                <c:pt idx="2076">
                  <c:v>79.335769999999997</c:v>
                </c:pt>
                <c:pt idx="2077">
                  <c:v>79.337288000000001</c:v>
                </c:pt>
                <c:pt idx="2078">
                  <c:v>79.340736000000007</c:v>
                </c:pt>
                <c:pt idx="2079">
                  <c:v>79.344345000000004</c:v>
                </c:pt>
                <c:pt idx="2080">
                  <c:v>79.344925000000003</c:v>
                </c:pt>
                <c:pt idx="2081">
                  <c:v>79.338768000000002</c:v>
                </c:pt>
                <c:pt idx="2082">
                  <c:v>79.324280000000002</c:v>
                </c:pt>
                <c:pt idx="2083">
                  <c:v>79.304451</c:v>
                </c:pt>
                <c:pt idx="2084">
                  <c:v>79.286536999999996</c:v>
                </c:pt>
                <c:pt idx="2085">
                  <c:v>79.271759000000003</c:v>
                </c:pt>
                <c:pt idx="2086">
                  <c:v>79.253547999999995</c:v>
                </c:pt>
                <c:pt idx="2087">
                  <c:v>79.237494999999996</c:v>
                </c:pt>
                <c:pt idx="2088">
                  <c:v>79.223740000000006</c:v>
                </c:pt>
                <c:pt idx="2089">
                  <c:v>79.213699000000005</c:v>
                </c:pt>
                <c:pt idx="2090">
                  <c:v>79.208198999999993</c:v>
                </c:pt>
                <c:pt idx="2091">
                  <c:v>79.206222999999994</c:v>
                </c:pt>
                <c:pt idx="2092">
                  <c:v>79.207381999999996</c:v>
                </c:pt>
                <c:pt idx="2093">
                  <c:v>79.212226999999999</c:v>
                </c:pt>
                <c:pt idx="2094">
                  <c:v>79.218986999999998</c:v>
                </c:pt>
                <c:pt idx="2095">
                  <c:v>79.229918999999995</c:v>
                </c:pt>
                <c:pt idx="2096">
                  <c:v>79.241089000000002</c:v>
                </c:pt>
                <c:pt idx="2097">
                  <c:v>79.249877999999995</c:v>
                </c:pt>
                <c:pt idx="2098">
                  <c:v>79.255211000000003</c:v>
                </c:pt>
                <c:pt idx="2099">
                  <c:v>79.256332</c:v>
                </c:pt>
                <c:pt idx="2100">
                  <c:v>79.256004000000004</c:v>
                </c:pt>
                <c:pt idx="2101">
                  <c:v>79.253746000000007</c:v>
                </c:pt>
                <c:pt idx="2102">
                  <c:v>79.250586999999996</c:v>
                </c:pt>
                <c:pt idx="2103">
                  <c:v>79.245277000000002</c:v>
                </c:pt>
                <c:pt idx="2104">
                  <c:v>79.242560999999995</c:v>
                </c:pt>
                <c:pt idx="2105">
                  <c:v>79.242087999999995</c:v>
                </c:pt>
                <c:pt idx="2106">
                  <c:v>79.244300999999993</c:v>
                </c:pt>
                <c:pt idx="2107">
                  <c:v>79.248123000000007</c:v>
                </c:pt>
                <c:pt idx="2108">
                  <c:v>79.252892000000003</c:v>
                </c:pt>
                <c:pt idx="2109">
                  <c:v>79.255179999999996</c:v>
                </c:pt>
                <c:pt idx="2110">
                  <c:v>79.255775</c:v>
                </c:pt>
                <c:pt idx="2111">
                  <c:v>79.254058999999998</c:v>
                </c:pt>
                <c:pt idx="2112">
                  <c:v>79.247459000000006</c:v>
                </c:pt>
                <c:pt idx="2113">
                  <c:v>79.236580000000004</c:v>
                </c:pt>
                <c:pt idx="2114">
                  <c:v>79.221541999999999</c:v>
                </c:pt>
                <c:pt idx="2115">
                  <c:v>79.202560000000005</c:v>
                </c:pt>
                <c:pt idx="2116">
                  <c:v>79.180488999999994</c:v>
                </c:pt>
                <c:pt idx="2117">
                  <c:v>79.156563000000006</c:v>
                </c:pt>
                <c:pt idx="2118">
                  <c:v>79.131873999999996</c:v>
                </c:pt>
                <c:pt idx="2119">
                  <c:v>79.107299999999995</c:v>
                </c:pt>
                <c:pt idx="2120">
                  <c:v>79.084190000000007</c:v>
                </c:pt>
                <c:pt idx="2121">
                  <c:v>79.057723999999993</c:v>
                </c:pt>
                <c:pt idx="2122">
                  <c:v>79.026756000000006</c:v>
                </c:pt>
                <c:pt idx="2123">
                  <c:v>78.99485</c:v>
                </c:pt>
                <c:pt idx="2124">
                  <c:v>78.963149999999999</c:v>
                </c:pt>
                <c:pt idx="2125">
                  <c:v>78.929152999999999</c:v>
                </c:pt>
                <c:pt idx="2126">
                  <c:v>78.890777999999997</c:v>
                </c:pt>
                <c:pt idx="2127">
                  <c:v>78.858054999999993</c:v>
                </c:pt>
                <c:pt idx="2128">
                  <c:v>78.827431000000004</c:v>
                </c:pt>
                <c:pt idx="2129">
                  <c:v>78.801154999999994</c:v>
                </c:pt>
                <c:pt idx="2130">
                  <c:v>78.780518000000001</c:v>
                </c:pt>
                <c:pt idx="2131">
                  <c:v>78.767685</c:v>
                </c:pt>
                <c:pt idx="2132">
                  <c:v>78.764792999999997</c:v>
                </c:pt>
                <c:pt idx="2133">
                  <c:v>78.768112000000002</c:v>
                </c:pt>
                <c:pt idx="2134">
                  <c:v>78.772125000000003</c:v>
                </c:pt>
                <c:pt idx="2135">
                  <c:v>78.778343000000007</c:v>
                </c:pt>
                <c:pt idx="2136">
                  <c:v>78.786666999999994</c:v>
                </c:pt>
                <c:pt idx="2137">
                  <c:v>78.789192</c:v>
                </c:pt>
                <c:pt idx="2138">
                  <c:v>78.792869999999994</c:v>
                </c:pt>
                <c:pt idx="2139">
                  <c:v>78.791954000000004</c:v>
                </c:pt>
                <c:pt idx="2140">
                  <c:v>78.796882999999994</c:v>
                </c:pt>
                <c:pt idx="2141">
                  <c:v>78.800399999999996</c:v>
                </c:pt>
                <c:pt idx="2142">
                  <c:v>78.797561999999999</c:v>
                </c:pt>
                <c:pt idx="2143">
                  <c:v>78.785781999999998</c:v>
                </c:pt>
                <c:pt idx="2144">
                  <c:v>78.767616000000004</c:v>
                </c:pt>
                <c:pt idx="2145">
                  <c:v>78.746230999999995</c:v>
                </c:pt>
                <c:pt idx="2146">
                  <c:v>78.723197999999996</c:v>
                </c:pt>
                <c:pt idx="2147">
                  <c:v>78.699805999999995</c:v>
                </c:pt>
                <c:pt idx="2148">
                  <c:v>78.678543000000005</c:v>
                </c:pt>
                <c:pt idx="2149">
                  <c:v>78.663757000000004</c:v>
                </c:pt>
                <c:pt idx="2150">
                  <c:v>78.650649999999999</c:v>
                </c:pt>
                <c:pt idx="2151">
                  <c:v>78.633972</c:v>
                </c:pt>
                <c:pt idx="2152">
                  <c:v>78.613990999999999</c:v>
                </c:pt>
                <c:pt idx="2153">
                  <c:v>78.592849999999999</c:v>
                </c:pt>
                <c:pt idx="2154">
                  <c:v>78.572281000000004</c:v>
                </c:pt>
                <c:pt idx="2155">
                  <c:v>78.554526999999993</c:v>
                </c:pt>
                <c:pt idx="2156">
                  <c:v>78.538787999999997</c:v>
                </c:pt>
                <c:pt idx="2157">
                  <c:v>78.522773999999998</c:v>
                </c:pt>
                <c:pt idx="2158">
                  <c:v>78.511536000000007</c:v>
                </c:pt>
                <c:pt idx="2159">
                  <c:v>78.503051999999997</c:v>
                </c:pt>
                <c:pt idx="2160">
                  <c:v>78.496230999999995</c:v>
                </c:pt>
                <c:pt idx="2161">
                  <c:v>78.483345</c:v>
                </c:pt>
                <c:pt idx="2162">
                  <c:v>78.469932999999997</c:v>
                </c:pt>
                <c:pt idx="2163">
                  <c:v>78.455230999999998</c:v>
                </c:pt>
                <c:pt idx="2164">
                  <c:v>78.441460000000006</c:v>
                </c:pt>
                <c:pt idx="2165">
                  <c:v>78.427948000000001</c:v>
                </c:pt>
                <c:pt idx="2166">
                  <c:v>78.414421000000004</c:v>
                </c:pt>
                <c:pt idx="2167">
                  <c:v>78.398337999999995</c:v>
                </c:pt>
                <c:pt idx="2168">
                  <c:v>78.385222999999996</c:v>
                </c:pt>
                <c:pt idx="2169">
                  <c:v>78.374938999999998</c:v>
                </c:pt>
                <c:pt idx="2170">
                  <c:v>78.368651999999997</c:v>
                </c:pt>
                <c:pt idx="2171">
                  <c:v>78.366050999999999</c:v>
                </c:pt>
                <c:pt idx="2172">
                  <c:v>78.363937000000007</c:v>
                </c:pt>
                <c:pt idx="2173">
                  <c:v>78.365318000000002</c:v>
                </c:pt>
                <c:pt idx="2174">
                  <c:v>78.372894000000002</c:v>
                </c:pt>
                <c:pt idx="2175">
                  <c:v>78.382080000000002</c:v>
                </c:pt>
                <c:pt idx="2176">
                  <c:v>78.391852999999998</c:v>
                </c:pt>
                <c:pt idx="2177">
                  <c:v>78.407584999999997</c:v>
                </c:pt>
                <c:pt idx="2178">
                  <c:v>78.426758000000007</c:v>
                </c:pt>
                <c:pt idx="2179">
                  <c:v>78.445396000000002</c:v>
                </c:pt>
                <c:pt idx="2180">
                  <c:v>78.460059999999999</c:v>
                </c:pt>
                <c:pt idx="2181">
                  <c:v>78.476912999999996</c:v>
                </c:pt>
                <c:pt idx="2182">
                  <c:v>78.492249000000001</c:v>
                </c:pt>
                <c:pt idx="2183">
                  <c:v>78.509476000000006</c:v>
                </c:pt>
                <c:pt idx="2184">
                  <c:v>78.527702000000005</c:v>
                </c:pt>
                <c:pt idx="2185">
                  <c:v>78.555289999999999</c:v>
                </c:pt>
                <c:pt idx="2186">
                  <c:v>78.582390000000004</c:v>
                </c:pt>
                <c:pt idx="2187">
                  <c:v>78.599884000000003</c:v>
                </c:pt>
                <c:pt idx="2188">
                  <c:v>78.609070000000003</c:v>
                </c:pt>
                <c:pt idx="2189">
                  <c:v>78.614952000000002</c:v>
                </c:pt>
                <c:pt idx="2190">
                  <c:v>78.621467999999993</c:v>
                </c:pt>
                <c:pt idx="2191">
                  <c:v>78.628403000000006</c:v>
                </c:pt>
                <c:pt idx="2192">
                  <c:v>78.643569999999997</c:v>
                </c:pt>
                <c:pt idx="2193">
                  <c:v>78.663764999999998</c:v>
                </c:pt>
                <c:pt idx="2194">
                  <c:v>78.683525000000003</c:v>
                </c:pt>
                <c:pt idx="2195">
                  <c:v>78.697120999999996</c:v>
                </c:pt>
                <c:pt idx="2196">
                  <c:v>78.698830000000001</c:v>
                </c:pt>
                <c:pt idx="2197">
                  <c:v>78.701438999999993</c:v>
                </c:pt>
                <c:pt idx="2198">
                  <c:v>78.712508999999997</c:v>
                </c:pt>
                <c:pt idx="2199">
                  <c:v>78.727592000000001</c:v>
                </c:pt>
                <c:pt idx="2200">
                  <c:v>78.744308000000004</c:v>
                </c:pt>
                <c:pt idx="2201">
                  <c:v>78.755370999999997</c:v>
                </c:pt>
                <c:pt idx="2202">
                  <c:v>78.764129999999994</c:v>
                </c:pt>
                <c:pt idx="2203">
                  <c:v>78.776993000000004</c:v>
                </c:pt>
                <c:pt idx="2204">
                  <c:v>78.790672000000001</c:v>
                </c:pt>
                <c:pt idx="2205">
                  <c:v>78.806495999999996</c:v>
                </c:pt>
                <c:pt idx="2206">
                  <c:v>78.821631999999994</c:v>
                </c:pt>
                <c:pt idx="2207">
                  <c:v>78.828795999999997</c:v>
                </c:pt>
                <c:pt idx="2208">
                  <c:v>78.823097000000004</c:v>
                </c:pt>
                <c:pt idx="2209">
                  <c:v>78.812552999999994</c:v>
                </c:pt>
                <c:pt idx="2210">
                  <c:v>78.799408</c:v>
                </c:pt>
                <c:pt idx="2211">
                  <c:v>78.792648</c:v>
                </c:pt>
                <c:pt idx="2212">
                  <c:v>78.794983000000002</c:v>
                </c:pt>
                <c:pt idx="2213">
                  <c:v>78.803443999999999</c:v>
                </c:pt>
                <c:pt idx="2214">
                  <c:v>78.813659999999999</c:v>
                </c:pt>
                <c:pt idx="2215">
                  <c:v>78.824860000000001</c:v>
                </c:pt>
                <c:pt idx="2216">
                  <c:v>78.836822999999995</c:v>
                </c:pt>
                <c:pt idx="2217">
                  <c:v>78.851439999999997</c:v>
                </c:pt>
                <c:pt idx="2218">
                  <c:v>78.864456000000004</c:v>
                </c:pt>
                <c:pt idx="2219">
                  <c:v>78.880195999999998</c:v>
                </c:pt>
                <c:pt idx="2220">
                  <c:v>78.897109999999998</c:v>
                </c:pt>
                <c:pt idx="2221">
                  <c:v>78.913269</c:v>
                </c:pt>
                <c:pt idx="2222">
                  <c:v>78.926422000000002</c:v>
                </c:pt>
                <c:pt idx="2223">
                  <c:v>78.938713000000007</c:v>
                </c:pt>
                <c:pt idx="2224">
                  <c:v>78.947449000000006</c:v>
                </c:pt>
                <c:pt idx="2225">
                  <c:v>78.958427</c:v>
                </c:pt>
                <c:pt idx="2226">
                  <c:v>78.967040999999995</c:v>
                </c:pt>
                <c:pt idx="2227">
                  <c:v>78.972678999999999</c:v>
                </c:pt>
                <c:pt idx="2228">
                  <c:v>78.974777000000003</c:v>
                </c:pt>
                <c:pt idx="2229">
                  <c:v>78.977378999999999</c:v>
                </c:pt>
                <c:pt idx="2230">
                  <c:v>78.982017999999997</c:v>
                </c:pt>
                <c:pt idx="2231">
                  <c:v>78.987778000000006</c:v>
                </c:pt>
                <c:pt idx="2232">
                  <c:v>78.996048000000002</c:v>
                </c:pt>
                <c:pt idx="2233">
                  <c:v>79.003394999999998</c:v>
                </c:pt>
                <c:pt idx="2234">
                  <c:v>79.009438000000003</c:v>
                </c:pt>
                <c:pt idx="2235">
                  <c:v>79.011200000000002</c:v>
                </c:pt>
                <c:pt idx="2236">
                  <c:v>79.006148999999994</c:v>
                </c:pt>
                <c:pt idx="2237">
                  <c:v>78.995598000000001</c:v>
                </c:pt>
                <c:pt idx="2238">
                  <c:v>78.977538999999993</c:v>
                </c:pt>
                <c:pt idx="2239">
                  <c:v>78.958054000000004</c:v>
                </c:pt>
                <c:pt idx="2240">
                  <c:v>78.942679999999996</c:v>
                </c:pt>
                <c:pt idx="2241">
                  <c:v>78.934478999999996</c:v>
                </c:pt>
                <c:pt idx="2242">
                  <c:v>78.930526999999998</c:v>
                </c:pt>
                <c:pt idx="2243">
                  <c:v>78.928359999999998</c:v>
                </c:pt>
                <c:pt idx="2244">
                  <c:v>78.931549000000004</c:v>
                </c:pt>
                <c:pt idx="2245">
                  <c:v>78.932700999999994</c:v>
                </c:pt>
                <c:pt idx="2246">
                  <c:v>78.933577999999997</c:v>
                </c:pt>
                <c:pt idx="2247">
                  <c:v>78.929924</c:v>
                </c:pt>
                <c:pt idx="2248">
                  <c:v>78.921509</c:v>
                </c:pt>
                <c:pt idx="2249">
                  <c:v>78.912407000000002</c:v>
                </c:pt>
                <c:pt idx="2250">
                  <c:v>78.902443000000005</c:v>
                </c:pt>
                <c:pt idx="2251">
                  <c:v>78.890556000000004</c:v>
                </c:pt>
                <c:pt idx="2252">
                  <c:v>78.878219999999999</c:v>
                </c:pt>
                <c:pt idx="2253">
                  <c:v>78.866219000000001</c:v>
                </c:pt>
                <c:pt idx="2254">
                  <c:v>78.852005000000005</c:v>
                </c:pt>
                <c:pt idx="2255">
                  <c:v>78.836890999999994</c:v>
                </c:pt>
                <c:pt idx="2256">
                  <c:v>78.828552000000002</c:v>
                </c:pt>
                <c:pt idx="2257">
                  <c:v>78.820808</c:v>
                </c:pt>
                <c:pt idx="2258">
                  <c:v>78.817504999999997</c:v>
                </c:pt>
                <c:pt idx="2259">
                  <c:v>78.813689999999994</c:v>
                </c:pt>
                <c:pt idx="2260">
                  <c:v>78.814682000000005</c:v>
                </c:pt>
                <c:pt idx="2261">
                  <c:v>78.817963000000006</c:v>
                </c:pt>
                <c:pt idx="2262">
                  <c:v>78.821128999999999</c:v>
                </c:pt>
                <c:pt idx="2263">
                  <c:v>78.823227000000003</c:v>
                </c:pt>
                <c:pt idx="2264">
                  <c:v>78.825019999999995</c:v>
                </c:pt>
                <c:pt idx="2265">
                  <c:v>78.826972999999995</c:v>
                </c:pt>
                <c:pt idx="2266">
                  <c:v>78.828986999999998</c:v>
                </c:pt>
                <c:pt idx="2267">
                  <c:v>78.832130000000006</c:v>
                </c:pt>
                <c:pt idx="2268">
                  <c:v>78.836051999999995</c:v>
                </c:pt>
                <c:pt idx="2269">
                  <c:v>78.846130000000002</c:v>
                </c:pt>
                <c:pt idx="2270">
                  <c:v>78.845214999999996</c:v>
                </c:pt>
                <c:pt idx="2271">
                  <c:v>78.833732999999995</c:v>
                </c:pt>
                <c:pt idx="2272">
                  <c:v>78.816292000000004</c:v>
                </c:pt>
                <c:pt idx="2273">
                  <c:v>78.800644000000005</c:v>
                </c:pt>
                <c:pt idx="2274">
                  <c:v>78.785156000000001</c:v>
                </c:pt>
                <c:pt idx="2275">
                  <c:v>78.767241999999996</c:v>
                </c:pt>
                <c:pt idx="2276">
                  <c:v>78.745377000000005</c:v>
                </c:pt>
                <c:pt idx="2277">
                  <c:v>78.723243999999994</c:v>
                </c:pt>
                <c:pt idx="2278">
                  <c:v>78.703568000000004</c:v>
                </c:pt>
                <c:pt idx="2279">
                  <c:v>78.687683000000007</c:v>
                </c:pt>
                <c:pt idx="2280">
                  <c:v>78.680588</c:v>
                </c:pt>
                <c:pt idx="2281">
                  <c:v>78.678032000000002</c:v>
                </c:pt>
                <c:pt idx="2282">
                  <c:v>78.682914999999994</c:v>
                </c:pt>
                <c:pt idx="2283">
                  <c:v>78.695037999999997</c:v>
                </c:pt>
                <c:pt idx="2284">
                  <c:v>78.709793000000005</c:v>
                </c:pt>
                <c:pt idx="2285">
                  <c:v>78.724709000000004</c:v>
                </c:pt>
                <c:pt idx="2286">
                  <c:v>78.725655000000003</c:v>
                </c:pt>
                <c:pt idx="2287">
                  <c:v>78.713226000000006</c:v>
                </c:pt>
                <c:pt idx="2288">
                  <c:v>78.700325000000007</c:v>
                </c:pt>
                <c:pt idx="2289">
                  <c:v>78.693573000000001</c:v>
                </c:pt>
                <c:pt idx="2290">
                  <c:v>78.693664999999996</c:v>
                </c:pt>
                <c:pt idx="2291">
                  <c:v>78.700607000000005</c:v>
                </c:pt>
                <c:pt idx="2292">
                  <c:v>78.712410000000006</c:v>
                </c:pt>
                <c:pt idx="2293">
                  <c:v>78.728943000000001</c:v>
                </c:pt>
                <c:pt idx="2294">
                  <c:v>78.747840999999994</c:v>
                </c:pt>
                <c:pt idx="2295">
                  <c:v>78.765090999999998</c:v>
                </c:pt>
                <c:pt idx="2296">
                  <c:v>78.778450000000007</c:v>
                </c:pt>
                <c:pt idx="2297">
                  <c:v>78.793602000000007</c:v>
                </c:pt>
                <c:pt idx="2298">
                  <c:v>78.801024999999996</c:v>
                </c:pt>
                <c:pt idx="2299">
                  <c:v>78.822815000000006</c:v>
                </c:pt>
                <c:pt idx="2300">
                  <c:v>78.833907999999994</c:v>
                </c:pt>
                <c:pt idx="2301">
                  <c:v>78.846694999999997</c:v>
                </c:pt>
                <c:pt idx="2302">
                  <c:v>78.864333999999999</c:v>
                </c:pt>
                <c:pt idx="2303">
                  <c:v>78.888985000000005</c:v>
                </c:pt>
                <c:pt idx="2304">
                  <c:v>78.914612000000005</c:v>
                </c:pt>
                <c:pt idx="2305">
                  <c:v>78.938736000000006</c:v>
                </c:pt>
                <c:pt idx="2306">
                  <c:v>78.966942000000003</c:v>
                </c:pt>
                <c:pt idx="2307">
                  <c:v>79.004302999999993</c:v>
                </c:pt>
                <c:pt idx="2308">
                  <c:v>79.040824999999998</c:v>
                </c:pt>
                <c:pt idx="2309">
                  <c:v>79.073502000000005</c:v>
                </c:pt>
                <c:pt idx="2310">
                  <c:v>79.105834999999999</c:v>
                </c:pt>
                <c:pt idx="2311">
                  <c:v>79.136093000000002</c:v>
                </c:pt>
                <c:pt idx="2312">
                  <c:v>79.166556999999997</c:v>
                </c:pt>
                <c:pt idx="2313">
                  <c:v>79.193825000000004</c:v>
                </c:pt>
                <c:pt idx="2314">
                  <c:v>79.220139000000003</c:v>
                </c:pt>
                <c:pt idx="2315">
                  <c:v>79.249442999999999</c:v>
                </c:pt>
                <c:pt idx="2316">
                  <c:v>79.283233999999993</c:v>
                </c:pt>
                <c:pt idx="2317">
                  <c:v>79.315665999999993</c:v>
                </c:pt>
                <c:pt idx="2318">
                  <c:v>79.343154999999996</c:v>
                </c:pt>
                <c:pt idx="2319">
                  <c:v>79.366866999999999</c:v>
                </c:pt>
                <c:pt idx="2320">
                  <c:v>79.389183000000003</c:v>
                </c:pt>
                <c:pt idx="2321">
                  <c:v>79.411095000000003</c:v>
                </c:pt>
                <c:pt idx="2322">
                  <c:v>79.439339000000004</c:v>
                </c:pt>
                <c:pt idx="2323">
                  <c:v>79.476875000000007</c:v>
                </c:pt>
                <c:pt idx="2324">
                  <c:v>79.508635999999996</c:v>
                </c:pt>
                <c:pt idx="2325">
                  <c:v>79.530631999999997</c:v>
                </c:pt>
                <c:pt idx="2326">
                  <c:v>79.544410999999997</c:v>
                </c:pt>
                <c:pt idx="2327">
                  <c:v>79.555817000000005</c:v>
                </c:pt>
                <c:pt idx="2328">
                  <c:v>79.568909000000005</c:v>
                </c:pt>
                <c:pt idx="2329">
                  <c:v>79.587554999999995</c:v>
                </c:pt>
                <c:pt idx="2330">
                  <c:v>79.607346000000007</c:v>
                </c:pt>
                <c:pt idx="2331">
                  <c:v>79.627753999999996</c:v>
                </c:pt>
                <c:pt idx="2332">
                  <c:v>79.651077000000001</c:v>
                </c:pt>
                <c:pt idx="2333">
                  <c:v>79.676490999999999</c:v>
                </c:pt>
                <c:pt idx="2334">
                  <c:v>79.705512999999996</c:v>
                </c:pt>
                <c:pt idx="2335">
                  <c:v>79.734336999999996</c:v>
                </c:pt>
                <c:pt idx="2336">
                  <c:v>79.764786000000001</c:v>
                </c:pt>
                <c:pt idx="2337">
                  <c:v>79.797400999999994</c:v>
                </c:pt>
                <c:pt idx="2338">
                  <c:v>79.829597000000007</c:v>
                </c:pt>
                <c:pt idx="2339">
                  <c:v>79.856589999999997</c:v>
                </c:pt>
                <c:pt idx="2340">
                  <c:v>79.877280999999996</c:v>
                </c:pt>
                <c:pt idx="2341">
                  <c:v>79.895836000000003</c:v>
                </c:pt>
                <c:pt idx="2342">
                  <c:v>79.917145000000005</c:v>
                </c:pt>
                <c:pt idx="2343">
                  <c:v>79.943702999999999</c:v>
                </c:pt>
                <c:pt idx="2344">
                  <c:v>79.970978000000002</c:v>
                </c:pt>
                <c:pt idx="2345">
                  <c:v>79.996239000000003</c:v>
                </c:pt>
                <c:pt idx="2346">
                  <c:v>80.018889999999999</c:v>
                </c:pt>
                <c:pt idx="2347">
                  <c:v>80.042259000000001</c:v>
                </c:pt>
                <c:pt idx="2348">
                  <c:v>80.069762999999995</c:v>
                </c:pt>
                <c:pt idx="2349">
                  <c:v>80.096153000000001</c:v>
                </c:pt>
                <c:pt idx="2350">
                  <c:v>80.122687999999997</c:v>
                </c:pt>
                <c:pt idx="2351">
                  <c:v>80.148544000000001</c:v>
                </c:pt>
                <c:pt idx="2352">
                  <c:v>80.173186999999999</c:v>
                </c:pt>
                <c:pt idx="2353">
                  <c:v>80.198111999999995</c:v>
                </c:pt>
                <c:pt idx="2354">
                  <c:v>80.221466000000007</c:v>
                </c:pt>
                <c:pt idx="2355">
                  <c:v>80.244759000000002</c:v>
                </c:pt>
                <c:pt idx="2356">
                  <c:v>80.267380000000003</c:v>
                </c:pt>
                <c:pt idx="2357">
                  <c:v>80.287696999999994</c:v>
                </c:pt>
                <c:pt idx="2358">
                  <c:v>80.307784999999996</c:v>
                </c:pt>
                <c:pt idx="2359">
                  <c:v>80.324630999999997</c:v>
                </c:pt>
                <c:pt idx="2360">
                  <c:v>80.341376999999994</c:v>
                </c:pt>
                <c:pt idx="2361">
                  <c:v>80.357460000000003</c:v>
                </c:pt>
                <c:pt idx="2362">
                  <c:v>80.372810000000001</c:v>
                </c:pt>
                <c:pt idx="2363">
                  <c:v>80.389999000000003</c:v>
                </c:pt>
                <c:pt idx="2364">
                  <c:v>80.408630000000002</c:v>
                </c:pt>
                <c:pt idx="2365">
                  <c:v>80.430908000000002</c:v>
                </c:pt>
                <c:pt idx="2366">
                  <c:v>80.453963999999999</c:v>
                </c:pt>
                <c:pt idx="2367">
                  <c:v>80.477508999999998</c:v>
                </c:pt>
                <c:pt idx="2368">
                  <c:v>80.499634</c:v>
                </c:pt>
                <c:pt idx="2369">
                  <c:v>80.521872999999999</c:v>
                </c:pt>
                <c:pt idx="2370">
                  <c:v>80.543259000000006</c:v>
                </c:pt>
                <c:pt idx="2371">
                  <c:v>80.567924000000005</c:v>
                </c:pt>
                <c:pt idx="2372">
                  <c:v>80.590423999999999</c:v>
                </c:pt>
                <c:pt idx="2373">
                  <c:v>80.612267000000003</c:v>
                </c:pt>
                <c:pt idx="2374">
                  <c:v>80.636902000000006</c:v>
                </c:pt>
                <c:pt idx="2375">
                  <c:v>80.655342000000005</c:v>
                </c:pt>
                <c:pt idx="2376">
                  <c:v>80.668762000000001</c:v>
                </c:pt>
                <c:pt idx="2377">
                  <c:v>80.682899000000006</c:v>
                </c:pt>
                <c:pt idx="2378">
                  <c:v>80.699477999999999</c:v>
                </c:pt>
                <c:pt idx="2379">
                  <c:v>80.714279000000005</c:v>
                </c:pt>
                <c:pt idx="2380">
                  <c:v>80.725830000000002</c:v>
                </c:pt>
                <c:pt idx="2381">
                  <c:v>80.737701000000001</c:v>
                </c:pt>
                <c:pt idx="2382">
                  <c:v>80.719971000000001</c:v>
                </c:pt>
                <c:pt idx="2383">
                  <c:v>80.716224999999994</c:v>
                </c:pt>
                <c:pt idx="2384">
                  <c:v>80.698334000000003</c:v>
                </c:pt>
                <c:pt idx="2385">
                  <c:v>80.715644999999995</c:v>
                </c:pt>
                <c:pt idx="2386">
                  <c:v>80.729134000000002</c:v>
                </c:pt>
                <c:pt idx="2387">
                  <c:v>80.747191999999998</c:v>
                </c:pt>
                <c:pt idx="2388">
                  <c:v>80.764572000000001</c:v>
                </c:pt>
                <c:pt idx="2389">
                  <c:v>80.784439000000006</c:v>
                </c:pt>
                <c:pt idx="2390">
                  <c:v>80.805533999999994</c:v>
                </c:pt>
                <c:pt idx="2391">
                  <c:v>80.826026999999996</c:v>
                </c:pt>
                <c:pt idx="2392">
                  <c:v>80.847267000000002</c:v>
                </c:pt>
                <c:pt idx="2393">
                  <c:v>80.870636000000005</c:v>
                </c:pt>
                <c:pt idx="2394">
                  <c:v>80.899292000000003</c:v>
                </c:pt>
                <c:pt idx="2395">
                  <c:v>80.932143999999994</c:v>
                </c:pt>
                <c:pt idx="2396">
                  <c:v>80.963699000000005</c:v>
                </c:pt>
                <c:pt idx="2397">
                  <c:v>81.000998999999993</c:v>
                </c:pt>
                <c:pt idx="2398">
                  <c:v>81.047614999999993</c:v>
                </c:pt>
                <c:pt idx="2399">
                  <c:v>81.092940999999996</c:v>
                </c:pt>
                <c:pt idx="2400">
                  <c:v>81.136223000000001</c:v>
                </c:pt>
                <c:pt idx="2401">
                  <c:v>81.178771999999995</c:v>
                </c:pt>
                <c:pt idx="2402">
                  <c:v>81.224091000000001</c:v>
                </c:pt>
                <c:pt idx="2403">
                  <c:v>81.269974000000005</c:v>
                </c:pt>
                <c:pt idx="2404">
                  <c:v>81.310210999999995</c:v>
                </c:pt>
                <c:pt idx="2405">
                  <c:v>81.350029000000006</c:v>
                </c:pt>
                <c:pt idx="2406">
                  <c:v>81.389640999999997</c:v>
                </c:pt>
                <c:pt idx="2407">
                  <c:v>81.430785999999998</c:v>
                </c:pt>
                <c:pt idx="2408">
                  <c:v>81.471260000000001</c:v>
                </c:pt>
                <c:pt idx="2409">
                  <c:v>81.511291999999997</c:v>
                </c:pt>
                <c:pt idx="2410">
                  <c:v>81.554123000000004</c:v>
                </c:pt>
                <c:pt idx="2411">
                  <c:v>81.599609000000001</c:v>
                </c:pt>
                <c:pt idx="2412">
                  <c:v>81.643921000000006</c:v>
                </c:pt>
                <c:pt idx="2413">
                  <c:v>81.671798999999993</c:v>
                </c:pt>
                <c:pt idx="2414">
                  <c:v>81.690216000000007</c:v>
                </c:pt>
                <c:pt idx="2415">
                  <c:v>81.712204</c:v>
                </c:pt>
                <c:pt idx="2416">
                  <c:v>81.723945999999998</c:v>
                </c:pt>
                <c:pt idx="2417">
                  <c:v>81.723808000000005</c:v>
                </c:pt>
                <c:pt idx="2418">
                  <c:v>81.706078000000005</c:v>
                </c:pt>
                <c:pt idx="2419">
                  <c:v>81.665947000000003</c:v>
                </c:pt>
                <c:pt idx="2420">
                  <c:v>81.611191000000005</c:v>
                </c:pt>
                <c:pt idx="2421">
                  <c:v>81.560799000000003</c:v>
                </c:pt>
                <c:pt idx="2422">
                  <c:v>81.521316999999996</c:v>
                </c:pt>
                <c:pt idx="2423">
                  <c:v>81.482062999999997</c:v>
                </c:pt>
                <c:pt idx="2424">
                  <c:v>81.445068000000006</c:v>
                </c:pt>
                <c:pt idx="2425">
                  <c:v>81.411102</c:v>
                </c:pt>
                <c:pt idx="2426">
                  <c:v>81.381919999999994</c:v>
                </c:pt>
                <c:pt idx="2427">
                  <c:v>81.350966999999997</c:v>
                </c:pt>
                <c:pt idx="2428">
                  <c:v>81.319007999999997</c:v>
                </c:pt>
                <c:pt idx="2429">
                  <c:v>81.290756000000002</c:v>
                </c:pt>
                <c:pt idx="2430">
                  <c:v>81.263358999999994</c:v>
                </c:pt>
                <c:pt idx="2431">
                  <c:v>81.233604</c:v>
                </c:pt>
                <c:pt idx="2432">
                  <c:v>81.201469000000003</c:v>
                </c:pt>
                <c:pt idx="2433">
                  <c:v>81.169799999999995</c:v>
                </c:pt>
                <c:pt idx="2434">
                  <c:v>81.140952999999996</c:v>
                </c:pt>
                <c:pt idx="2435">
                  <c:v>81.112967999999995</c:v>
                </c:pt>
                <c:pt idx="2436">
                  <c:v>81.081183999999993</c:v>
                </c:pt>
                <c:pt idx="2437">
                  <c:v>81.048477000000005</c:v>
                </c:pt>
                <c:pt idx="2438">
                  <c:v>81.018692000000001</c:v>
                </c:pt>
                <c:pt idx="2439">
                  <c:v>80.990166000000002</c:v>
                </c:pt>
                <c:pt idx="2440">
                  <c:v>80.961440999999994</c:v>
                </c:pt>
                <c:pt idx="2441">
                  <c:v>80.935181</c:v>
                </c:pt>
                <c:pt idx="2442">
                  <c:v>80.914703000000003</c:v>
                </c:pt>
                <c:pt idx="2443">
                  <c:v>80.897391999999996</c:v>
                </c:pt>
                <c:pt idx="2444">
                  <c:v>80.883003000000002</c:v>
                </c:pt>
                <c:pt idx="2445">
                  <c:v>80.869904000000005</c:v>
                </c:pt>
                <c:pt idx="2446">
                  <c:v>80.871223000000001</c:v>
                </c:pt>
                <c:pt idx="2447">
                  <c:v>80.884238999999994</c:v>
                </c:pt>
                <c:pt idx="2448">
                  <c:v>80.897148000000001</c:v>
                </c:pt>
                <c:pt idx="2449">
                  <c:v>80.911315999999999</c:v>
                </c:pt>
                <c:pt idx="2450">
                  <c:v>80.928344999999993</c:v>
                </c:pt>
                <c:pt idx="2451">
                  <c:v>80.941070999999994</c:v>
                </c:pt>
                <c:pt idx="2452">
                  <c:v>80.954009999999997</c:v>
                </c:pt>
                <c:pt idx="2453">
                  <c:v>80.970405999999997</c:v>
                </c:pt>
                <c:pt idx="2454">
                  <c:v>80.982010000000002</c:v>
                </c:pt>
                <c:pt idx="2455">
                  <c:v>80.982856999999996</c:v>
                </c:pt>
                <c:pt idx="2456">
                  <c:v>80.983199999999997</c:v>
                </c:pt>
                <c:pt idx="2457">
                  <c:v>80.989295999999996</c:v>
                </c:pt>
                <c:pt idx="2458">
                  <c:v>81.000823999999994</c:v>
                </c:pt>
                <c:pt idx="2459">
                  <c:v>81.016716000000002</c:v>
                </c:pt>
                <c:pt idx="2460">
                  <c:v>81.036743000000001</c:v>
                </c:pt>
                <c:pt idx="2461">
                  <c:v>81.056725</c:v>
                </c:pt>
                <c:pt idx="2462">
                  <c:v>81.076729</c:v>
                </c:pt>
                <c:pt idx="2463">
                  <c:v>81.091873000000007</c:v>
                </c:pt>
                <c:pt idx="2464">
                  <c:v>81.102988999999994</c:v>
                </c:pt>
                <c:pt idx="2465">
                  <c:v>81.114486999999997</c:v>
                </c:pt>
                <c:pt idx="2466">
                  <c:v>81.125045999999998</c:v>
                </c:pt>
                <c:pt idx="2467">
                  <c:v>81.135993999999997</c:v>
                </c:pt>
                <c:pt idx="2468">
                  <c:v>81.144371000000007</c:v>
                </c:pt>
                <c:pt idx="2469">
                  <c:v>81.141266000000002</c:v>
                </c:pt>
                <c:pt idx="2470">
                  <c:v>81.136939999999996</c:v>
                </c:pt>
                <c:pt idx="2471">
                  <c:v>81.136589000000001</c:v>
                </c:pt>
                <c:pt idx="2472">
                  <c:v>81.135138999999995</c:v>
                </c:pt>
                <c:pt idx="2473">
                  <c:v>81.133080000000007</c:v>
                </c:pt>
                <c:pt idx="2474">
                  <c:v>81.130508000000006</c:v>
                </c:pt>
                <c:pt idx="2475">
                  <c:v>81.124786</c:v>
                </c:pt>
                <c:pt idx="2476">
                  <c:v>81.114479000000003</c:v>
                </c:pt>
                <c:pt idx="2477">
                  <c:v>81.100250000000003</c:v>
                </c:pt>
                <c:pt idx="2478">
                  <c:v>81.084952999999999</c:v>
                </c:pt>
                <c:pt idx="2479">
                  <c:v>81.071135999999996</c:v>
                </c:pt>
                <c:pt idx="2480">
                  <c:v>81.058021999999994</c:v>
                </c:pt>
                <c:pt idx="2481">
                  <c:v>81.042693999999997</c:v>
                </c:pt>
                <c:pt idx="2482">
                  <c:v>81.025351999999998</c:v>
                </c:pt>
                <c:pt idx="2483">
                  <c:v>81.008635999999996</c:v>
                </c:pt>
                <c:pt idx="2484">
                  <c:v>80.995590000000007</c:v>
                </c:pt>
                <c:pt idx="2485">
                  <c:v>80.983559</c:v>
                </c:pt>
                <c:pt idx="2486">
                  <c:v>80.969193000000004</c:v>
                </c:pt>
                <c:pt idx="2487">
                  <c:v>80.948074000000005</c:v>
                </c:pt>
                <c:pt idx="2488">
                  <c:v>80.922736999999998</c:v>
                </c:pt>
                <c:pt idx="2489">
                  <c:v>80.904197999999994</c:v>
                </c:pt>
                <c:pt idx="2490">
                  <c:v>80.890427000000003</c:v>
                </c:pt>
                <c:pt idx="2491">
                  <c:v>80.880081000000004</c:v>
                </c:pt>
                <c:pt idx="2492">
                  <c:v>80.866989000000004</c:v>
                </c:pt>
                <c:pt idx="2493">
                  <c:v>80.850632000000004</c:v>
                </c:pt>
                <c:pt idx="2494">
                  <c:v>80.833350999999993</c:v>
                </c:pt>
                <c:pt idx="2495">
                  <c:v>80.816933000000006</c:v>
                </c:pt>
                <c:pt idx="2496">
                  <c:v>80.803528</c:v>
                </c:pt>
                <c:pt idx="2497">
                  <c:v>80.801186000000001</c:v>
                </c:pt>
                <c:pt idx="2498">
                  <c:v>80.799949999999995</c:v>
                </c:pt>
                <c:pt idx="2499">
                  <c:v>80.795967000000005</c:v>
                </c:pt>
                <c:pt idx="2500">
                  <c:v>80.791556999999997</c:v>
                </c:pt>
                <c:pt idx="2501">
                  <c:v>80.792603</c:v>
                </c:pt>
                <c:pt idx="2502">
                  <c:v>80.798119</c:v>
                </c:pt>
                <c:pt idx="2503">
                  <c:v>80.805305000000004</c:v>
                </c:pt>
                <c:pt idx="2504">
                  <c:v>80.811104</c:v>
                </c:pt>
                <c:pt idx="2505">
                  <c:v>80.815353000000002</c:v>
                </c:pt>
                <c:pt idx="2506">
                  <c:v>80.818038999999999</c:v>
                </c:pt>
                <c:pt idx="2507">
                  <c:v>80.821647999999996</c:v>
                </c:pt>
                <c:pt idx="2508">
                  <c:v>80.825469999999996</c:v>
                </c:pt>
                <c:pt idx="2509">
                  <c:v>80.826035000000005</c:v>
                </c:pt>
                <c:pt idx="2510">
                  <c:v>80.826674999999994</c:v>
                </c:pt>
                <c:pt idx="2511">
                  <c:v>80.828834999999998</c:v>
                </c:pt>
                <c:pt idx="2512">
                  <c:v>80.829139999999995</c:v>
                </c:pt>
                <c:pt idx="2513">
                  <c:v>80.827834999999993</c:v>
                </c:pt>
                <c:pt idx="2514">
                  <c:v>80.825844000000004</c:v>
                </c:pt>
                <c:pt idx="2515">
                  <c:v>80.822258000000005</c:v>
                </c:pt>
                <c:pt idx="2516">
                  <c:v>80.817695999999998</c:v>
                </c:pt>
                <c:pt idx="2517">
                  <c:v>80.813231999999999</c:v>
                </c:pt>
                <c:pt idx="2518">
                  <c:v>80.809853000000004</c:v>
                </c:pt>
                <c:pt idx="2519">
                  <c:v>80.809036000000006</c:v>
                </c:pt>
                <c:pt idx="2520">
                  <c:v>80.808639999999997</c:v>
                </c:pt>
                <c:pt idx="2521">
                  <c:v>80.808891000000003</c:v>
                </c:pt>
                <c:pt idx="2522">
                  <c:v>80.809227000000007</c:v>
                </c:pt>
                <c:pt idx="2523">
                  <c:v>80.809166000000005</c:v>
                </c:pt>
                <c:pt idx="2524">
                  <c:v>80.807381000000007</c:v>
                </c:pt>
                <c:pt idx="2525">
                  <c:v>80.805672000000001</c:v>
                </c:pt>
                <c:pt idx="2526">
                  <c:v>80.805733000000004</c:v>
                </c:pt>
                <c:pt idx="2527">
                  <c:v>80.806290000000004</c:v>
                </c:pt>
                <c:pt idx="2528">
                  <c:v>80.807631999999998</c:v>
                </c:pt>
                <c:pt idx="2529">
                  <c:v>80.805649000000003</c:v>
                </c:pt>
                <c:pt idx="2530">
                  <c:v>80.795670000000001</c:v>
                </c:pt>
                <c:pt idx="2531">
                  <c:v>80.789360000000002</c:v>
                </c:pt>
                <c:pt idx="2532">
                  <c:v>80.785278000000005</c:v>
                </c:pt>
                <c:pt idx="2533">
                  <c:v>80.787154999999998</c:v>
                </c:pt>
                <c:pt idx="2534">
                  <c:v>80.788878999999994</c:v>
                </c:pt>
                <c:pt idx="2535">
                  <c:v>80.783553999999995</c:v>
                </c:pt>
                <c:pt idx="2536">
                  <c:v>80.768630999999999</c:v>
                </c:pt>
                <c:pt idx="2537">
                  <c:v>80.753936999999993</c:v>
                </c:pt>
                <c:pt idx="2538">
                  <c:v>80.748305999999999</c:v>
                </c:pt>
                <c:pt idx="2539">
                  <c:v>80.746894999999995</c:v>
                </c:pt>
                <c:pt idx="2540">
                  <c:v>80.746880000000004</c:v>
                </c:pt>
                <c:pt idx="2541">
                  <c:v>80.748221999999998</c:v>
                </c:pt>
                <c:pt idx="2542">
                  <c:v>80.750504000000006</c:v>
                </c:pt>
                <c:pt idx="2543">
                  <c:v>80.753219999999999</c:v>
                </c:pt>
                <c:pt idx="2544">
                  <c:v>80.755027999999996</c:v>
                </c:pt>
                <c:pt idx="2545">
                  <c:v>80.757430999999997</c:v>
                </c:pt>
                <c:pt idx="2546">
                  <c:v>80.762527000000006</c:v>
                </c:pt>
                <c:pt idx="2547">
                  <c:v>80.768051</c:v>
                </c:pt>
                <c:pt idx="2548">
                  <c:v>80.769295</c:v>
                </c:pt>
                <c:pt idx="2549">
                  <c:v>80.764258999999996</c:v>
                </c:pt>
                <c:pt idx="2550">
                  <c:v>80.757660000000001</c:v>
                </c:pt>
                <c:pt idx="2551">
                  <c:v>80.753754000000001</c:v>
                </c:pt>
                <c:pt idx="2552">
                  <c:v>80.751983999999993</c:v>
                </c:pt>
                <c:pt idx="2553">
                  <c:v>80.752205000000004</c:v>
                </c:pt>
                <c:pt idx="2554">
                  <c:v>80.754677000000001</c:v>
                </c:pt>
                <c:pt idx="2555">
                  <c:v>80.759383999999997</c:v>
                </c:pt>
                <c:pt idx="2556">
                  <c:v>80.769172999999995</c:v>
                </c:pt>
                <c:pt idx="2557">
                  <c:v>80.770095999999995</c:v>
                </c:pt>
                <c:pt idx="2558">
                  <c:v>80.761520000000004</c:v>
                </c:pt>
                <c:pt idx="2559">
                  <c:v>80.759308000000004</c:v>
                </c:pt>
                <c:pt idx="2560">
                  <c:v>80.760643000000002</c:v>
                </c:pt>
                <c:pt idx="2561">
                  <c:v>80.764671000000007</c:v>
                </c:pt>
                <c:pt idx="2562">
                  <c:v>80.767593000000005</c:v>
                </c:pt>
                <c:pt idx="2563">
                  <c:v>80.768371999999999</c:v>
                </c:pt>
                <c:pt idx="2564">
                  <c:v>80.767219999999995</c:v>
                </c:pt>
                <c:pt idx="2565">
                  <c:v>80.764144999999999</c:v>
                </c:pt>
                <c:pt idx="2566">
                  <c:v>80.759643999999994</c:v>
                </c:pt>
                <c:pt idx="2567">
                  <c:v>80.755111999999997</c:v>
                </c:pt>
                <c:pt idx="2568">
                  <c:v>80.749336</c:v>
                </c:pt>
                <c:pt idx="2569">
                  <c:v>80.744225</c:v>
                </c:pt>
                <c:pt idx="2570">
                  <c:v>80.742988999999994</c:v>
                </c:pt>
                <c:pt idx="2571">
                  <c:v>80.744857999999994</c:v>
                </c:pt>
                <c:pt idx="2572">
                  <c:v>80.745330999999993</c:v>
                </c:pt>
                <c:pt idx="2573">
                  <c:v>80.743506999999994</c:v>
                </c:pt>
                <c:pt idx="2574">
                  <c:v>80.741539000000003</c:v>
                </c:pt>
                <c:pt idx="2575">
                  <c:v>80.742226000000002</c:v>
                </c:pt>
                <c:pt idx="2576">
                  <c:v>80.733215000000001</c:v>
                </c:pt>
                <c:pt idx="2577">
                  <c:v>80.721496999999999</c:v>
                </c:pt>
                <c:pt idx="2578">
                  <c:v>80.712249999999997</c:v>
                </c:pt>
                <c:pt idx="2579">
                  <c:v>80.707031000000001</c:v>
                </c:pt>
                <c:pt idx="2580">
                  <c:v>80.701751999999999</c:v>
                </c:pt>
                <c:pt idx="2581">
                  <c:v>80.694725000000005</c:v>
                </c:pt>
                <c:pt idx="2582">
                  <c:v>80.695541000000006</c:v>
                </c:pt>
                <c:pt idx="2583">
                  <c:v>80.698020999999997</c:v>
                </c:pt>
                <c:pt idx="2584">
                  <c:v>80.698577999999998</c:v>
                </c:pt>
                <c:pt idx="2585">
                  <c:v>80.697440999999998</c:v>
                </c:pt>
                <c:pt idx="2586">
                  <c:v>80.690689000000006</c:v>
                </c:pt>
                <c:pt idx="2587">
                  <c:v>80.685028000000003</c:v>
                </c:pt>
                <c:pt idx="2588">
                  <c:v>80.681563999999995</c:v>
                </c:pt>
                <c:pt idx="2589">
                  <c:v>80.677009999999996</c:v>
                </c:pt>
                <c:pt idx="2590">
                  <c:v>80.673789999999997</c:v>
                </c:pt>
                <c:pt idx="2591">
                  <c:v>80.670531999999994</c:v>
                </c:pt>
                <c:pt idx="2592">
                  <c:v>80.670440999999997</c:v>
                </c:pt>
                <c:pt idx="2593">
                  <c:v>80.672454999999999</c:v>
                </c:pt>
                <c:pt idx="2594">
                  <c:v>80.676734999999994</c:v>
                </c:pt>
                <c:pt idx="2595">
                  <c:v>80.687011999999996</c:v>
                </c:pt>
                <c:pt idx="2596">
                  <c:v>80.703513999999998</c:v>
                </c:pt>
                <c:pt idx="2597">
                  <c:v>80.720444000000001</c:v>
                </c:pt>
                <c:pt idx="2598">
                  <c:v>80.735389999999995</c:v>
                </c:pt>
                <c:pt idx="2599">
                  <c:v>80.750641000000002</c:v>
                </c:pt>
                <c:pt idx="2600">
                  <c:v>80.765923000000001</c:v>
                </c:pt>
                <c:pt idx="2601">
                  <c:v>80.781845000000004</c:v>
                </c:pt>
                <c:pt idx="2602">
                  <c:v>80.797400999999994</c:v>
                </c:pt>
                <c:pt idx="2603">
                  <c:v>80.811813000000001</c:v>
                </c:pt>
                <c:pt idx="2604">
                  <c:v>80.827347000000003</c:v>
                </c:pt>
                <c:pt idx="2605">
                  <c:v>80.839721999999995</c:v>
                </c:pt>
                <c:pt idx="2606">
                  <c:v>80.851082000000005</c:v>
                </c:pt>
                <c:pt idx="2607">
                  <c:v>80.860954000000007</c:v>
                </c:pt>
                <c:pt idx="2608">
                  <c:v>80.866089000000002</c:v>
                </c:pt>
                <c:pt idx="2609">
                  <c:v>80.868942000000004</c:v>
                </c:pt>
                <c:pt idx="2610">
                  <c:v>80.869827000000001</c:v>
                </c:pt>
                <c:pt idx="2611">
                  <c:v>80.868637000000007</c:v>
                </c:pt>
                <c:pt idx="2612">
                  <c:v>80.868187000000006</c:v>
                </c:pt>
                <c:pt idx="2613">
                  <c:v>80.867690999999994</c:v>
                </c:pt>
                <c:pt idx="2614">
                  <c:v>80.866989000000004</c:v>
                </c:pt>
                <c:pt idx="2615">
                  <c:v>80.868423000000007</c:v>
                </c:pt>
                <c:pt idx="2616">
                  <c:v>80.869118</c:v>
                </c:pt>
                <c:pt idx="2617">
                  <c:v>80.867142000000001</c:v>
                </c:pt>
                <c:pt idx="2618">
                  <c:v>80.860457999999994</c:v>
                </c:pt>
                <c:pt idx="2619">
                  <c:v>80.857521000000006</c:v>
                </c:pt>
                <c:pt idx="2620">
                  <c:v>80.854973000000001</c:v>
                </c:pt>
                <c:pt idx="2621">
                  <c:v>80.859711000000004</c:v>
                </c:pt>
                <c:pt idx="2622">
                  <c:v>80.862778000000006</c:v>
                </c:pt>
                <c:pt idx="2623">
                  <c:v>80.861350999999999</c:v>
                </c:pt>
                <c:pt idx="2624">
                  <c:v>80.852180000000004</c:v>
                </c:pt>
                <c:pt idx="2625">
                  <c:v>80.843140000000005</c:v>
                </c:pt>
                <c:pt idx="2626">
                  <c:v>80.837081999999995</c:v>
                </c:pt>
                <c:pt idx="2627">
                  <c:v>80.825798000000006</c:v>
                </c:pt>
                <c:pt idx="2628">
                  <c:v>80.812270999999996</c:v>
                </c:pt>
                <c:pt idx="2629">
                  <c:v>80.797416999999996</c:v>
                </c:pt>
                <c:pt idx="2630">
                  <c:v>80.785278000000005</c:v>
                </c:pt>
                <c:pt idx="2631">
                  <c:v>80.777618000000004</c:v>
                </c:pt>
                <c:pt idx="2632">
                  <c:v>80.774970999999994</c:v>
                </c:pt>
                <c:pt idx="2633">
                  <c:v>80.776420999999999</c:v>
                </c:pt>
                <c:pt idx="2634">
                  <c:v>80.778228999999996</c:v>
                </c:pt>
                <c:pt idx="2635">
                  <c:v>80.778144999999995</c:v>
                </c:pt>
                <c:pt idx="2636">
                  <c:v>80.778594999999996</c:v>
                </c:pt>
                <c:pt idx="2637">
                  <c:v>80.778816000000006</c:v>
                </c:pt>
                <c:pt idx="2638">
                  <c:v>80.777382000000003</c:v>
                </c:pt>
                <c:pt idx="2639">
                  <c:v>80.775085000000004</c:v>
                </c:pt>
                <c:pt idx="2640">
                  <c:v>80.771523000000002</c:v>
                </c:pt>
                <c:pt idx="2641">
                  <c:v>80.765839</c:v>
                </c:pt>
                <c:pt idx="2642">
                  <c:v>80.757987999999997</c:v>
                </c:pt>
                <c:pt idx="2643">
                  <c:v>80.748962000000006</c:v>
                </c:pt>
                <c:pt idx="2644">
                  <c:v>80.738624999999999</c:v>
                </c:pt>
                <c:pt idx="2645">
                  <c:v>80.727180000000004</c:v>
                </c:pt>
                <c:pt idx="2646">
                  <c:v>80.714859000000004</c:v>
                </c:pt>
                <c:pt idx="2647">
                  <c:v>80.700019999999995</c:v>
                </c:pt>
                <c:pt idx="2648">
                  <c:v>80.685378999999998</c:v>
                </c:pt>
                <c:pt idx="2649">
                  <c:v>80.671836999999996</c:v>
                </c:pt>
                <c:pt idx="2650">
                  <c:v>80.659698000000006</c:v>
                </c:pt>
                <c:pt idx="2651">
                  <c:v>80.645583999999999</c:v>
                </c:pt>
                <c:pt idx="2652">
                  <c:v>80.630561999999998</c:v>
                </c:pt>
                <c:pt idx="2653">
                  <c:v>80.615662</c:v>
                </c:pt>
                <c:pt idx="2654">
                  <c:v>80.603813000000002</c:v>
                </c:pt>
                <c:pt idx="2655">
                  <c:v>80.593886999999995</c:v>
                </c:pt>
                <c:pt idx="2656">
                  <c:v>80.583382</c:v>
                </c:pt>
                <c:pt idx="2657">
                  <c:v>80.575103999999996</c:v>
                </c:pt>
                <c:pt idx="2658">
                  <c:v>80.573074000000005</c:v>
                </c:pt>
                <c:pt idx="2659">
                  <c:v>80.577194000000006</c:v>
                </c:pt>
                <c:pt idx="2660">
                  <c:v>80.578971999999993</c:v>
                </c:pt>
                <c:pt idx="2661">
                  <c:v>80.579162999999994</c:v>
                </c:pt>
                <c:pt idx="2662">
                  <c:v>80.585883999999993</c:v>
                </c:pt>
                <c:pt idx="2663">
                  <c:v>80.596808999999993</c:v>
                </c:pt>
                <c:pt idx="2664">
                  <c:v>80.610207000000003</c:v>
                </c:pt>
                <c:pt idx="2665">
                  <c:v>80.627678000000003</c:v>
                </c:pt>
                <c:pt idx="2666">
                  <c:v>80.647812000000002</c:v>
                </c:pt>
                <c:pt idx="2667">
                  <c:v>80.670067000000003</c:v>
                </c:pt>
                <c:pt idx="2668">
                  <c:v>80.695366000000007</c:v>
                </c:pt>
                <c:pt idx="2669">
                  <c:v>80.726707000000005</c:v>
                </c:pt>
                <c:pt idx="2670">
                  <c:v>80.758033999999995</c:v>
                </c:pt>
                <c:pt idx="2671">
                  <c:v>80.786293000000001</c:v>
                </c:pt>
                <c:pt idx="2672">
                  <c:v>80.817145999999994</c:v>
                </c:pt>
                <c:pt idx="2673">
                  <c:v>80.850280999999995</c:v>
                </c:pt>
                <c:pt idx="2674">
                  <c:v>80.884720000000002</c:v>
                </c:pt>
                <c:pt idx="2675">
                  <c:v>80.919334000000006</c:v>
                </c:pt>
                <c:pt idx="2676">
                  <c:v>80.956397999999993</c:v>
                </c:pt>
                <c:pt idx="2677">
                  <c:v>80.993651999999997</c:v>
                </c:pt>
                <c:pt idx="2678">
                  <c:v>81.026840000000007</c:v>
                </c:pt>
                <c:pt idx="2679">
                  <c:v>81.058723000000001</c:v>
                </c:pt>
                <c:pt idx="2680">
                  <c:v>81.089928</c:v>
                </c:pt>
                <c:pt idx="2681">
                  <c:v>81.124527</c:v>
                </c:pt>
                <c:pt idx="2682">
                  <c:v>81.158905000000004</c:v>
                </c:pt>
                <c:pt idx="2683">
                  <c:v>81.191574000000003</c:v>
                </c:pt>
                <c:pt idx="2684">
                  <c:v>81.224686000000005</c:v>
                </c:pt>
                <c:pt idx="2685">
                  <c:v>81.257239999999996</c:v>
                </c:pt>
                <c:pt idx="2686">
                  <c:v>81.287682000000004</c:v>
                </c:pt>
                <c:pt idx="2687">
                  <c:v>81.316199999999995</c:v>
                </c:pt>
                <c:pt idx="2688">
                  <c:v>81.339363000000006</c:v>
                </c:pt>
                <c:pt idx="2689">
                  <c:v>81.354590999999999</c:v>
                </c:pt>
                <c:pt idx="2690">
                  <c:v>81.367583999999994</c:v>
                </c:pt>
                <c:pt idx="2691">
                  <c:v>81.376143999999996</c:v>
                </c:pt>
                <c:pt idx="2692">
                  <c:v>81.383910999999998</c:v>
                </c:pt>
                <c:pt idx="2693">
                  <c:v>81.392555000000002</c:v>
                </c:pt>
                <c:pt idx="2694">
                  <c:v>81.403098999999997</c:v>
                </c:pt>
                <c:pt idx="2695">
                  <c:v>81.411841999999993</c:v>
                </c:pt>
                <c:pt idx="2696">
                  <c:v>81.422439999999995</c:v>
                </c:pt>
                <c:pt idx="2697">
                  <c:v>81.438805000000002</c:v>
                </c:pt>
                <c:pt idx="2698">
                  <c:v>81.459282000000002</c:v>
                </c:pt>
                <c:pt idx="2699">
                  <c:v>81.481650999999999</c:v>
                </c:pt>
                <c:pt idx="2700">
                  <c:v>81.507476999999994</c:v>
                </c:pt>
                <c:pt idx="2701">
                  <c:v>81.537270000000007</c:v>
                </c:pt>
                <c:pt idx="2702">
                  <c:v>81.566963000000001</c:v>
                </c:pt>
                <c:pt idx="2703">
                  <c:v>81.594245999999998</c:v>
                </c:pt>
                <c:pt idx="2704">
                  <c:v>81.622878999999998</c:v>
                </c:pt>
                <c:pt idx="2705">
                  <c:v>81.650497000000001</c:v>
                </c:pt>
                <c:pt idx="2706">
                  <c:v>81.678612000000001</c:v>
                </c:pt>
                <c:pt idx="2707">
                  <c:v>81.708855</c:v>
                </c:pt>
                <c:pt idx="2708">
                  <c:v>81.739615999999998</c:v>
                </c:pt>
                <c:pt idx="2709">
                  <c:v>81.759483000000003</c:v>
                </c:pt>
                <c:pt idx="2710">
                  <c:v>81.774117000000004</c:v>
                </c:pt>
                <c:pt idx="2711">
                  <c:v>81.788841000000005</c:v>
                </c:pt>
                <c:pt idx="2712">
                  <c:v>81.802895000000007</c:v>
                </c:pt>
                <c:pt idx="2713">
                  <c:v>81.815162999999998</c:v>
                </c:pt>
                <c:pt idx="2714">
                  <c:v>81.824141999999995</c:v>
                </c:pt>
                <c:pt idx="2715">
                  <c:v>81.832190999999995</c:v>
                </c:pt>
                <c:pt idx="2716">
                  <c:v>81.839225999999996</c:v>
                </c:pt>
                <c:pt idx="2717">
                  <c:v>81.844611999999998</c:v>
                </c:pt>
                <c:pt idx="2718">
                  <c:v>81.846633999999995</c:v>
                </c:pt>
                <c:pt idx="2719">
                  <c:v>81.844268999999997</c:v>
                </c:pt>
                <c:pt idx="2720">
                  <c:v>81.833740000000006</c:v>
                </c:pt>
                <c:pt idx="2721">
                  <c:v>81.823134999999994</c:v>
                </c:pt>
                <c:pt idx="2722">
                  <c:v>81.812804999999997</c:v>
                </c:pt>
                <c:pt idx="2723">
                  <c:v>81.805588</c:v>
                </c:pt>
                <c:pt idx="2724">
                  <c:v>81.804267999999993</c:v>
                </c:pt>
                <c:pt idx="2725">
                  <c:v>81.804573000000005</c:v>
                </c:pt>
                <c:pt idx="2726">
                  <c:v>81.804443000000006</c:v>
                </c:pt>
                <c:pt idx="2727">
                  <c:v>81.799537999999998</c:v>
                </c:pt>
                <c:pt idx="2728">
                  <c:v>81.779846000000006</c:v>
                </c:pt>
                <c:pt idx="2729">
                  <c:v>81.754386999999994</c:v>
                </c:pt>
                <c:pt idx="2730">
                  <c:v>81.726089000000002</c:v>
                </c:pt>
                <c:pt idx="2731">
                  <c:v>81.690308000000002</c:v>
                </c:pt>
                <c:pt idx="2732">
                  <c:v>81.647659000000004</c:v>
                </c:pt>
                <c:pt idx="2733">
                  <c:v>81.602233999999996</c:v>
                </c:pt>
                <c:pt idx="2734">
                  <c:v>81.559792000000002</c:v>
                </c:pt>
                <c:pt idx="2735">
                  <c:v>81.520247999999995</c:v>
                </c:pt>
                <c:pt idx="2736">
                  <c:v>81.480377000000004</c:v>
                </c:pt>
                <c:pt idx="2737">
                  <c:v>81.440444999999997</c:v>
                </c:pt>
                <c:pt idx="2738">
                  <c:v>81.398621000000006</c:v>
                </c:pt>
                <c:pt idx="2739">
                  <c:v>81.359641999999994</c:v>
                </c:pt>
                <c:pt idx="2740">
                  <c:v>81.328093999999993</c:v>
                </c:pt>
                <c:pt idx="2741">
                  <c:v>81.299942000000001</c:v>
                </c:pt>
                <c:pt idx="2742">
                  <c:v>81.276000999999994</c:v>
                </c:pt>
                <c:pt idx="2743">
                  <c:v>81.250168000000002</c:v>
                </c:pt>
                <c:pt idx="2744">
                  <c:v>81.226821999999999</c:v>
                </c:pt>
                <c:pt idx="2745">
                  <c:v>81.205612000000002</c:v>
                </c:pt>
                <c:pt idx="2746">
                  <c:v>81.185089000000005</c:v>
                </c:pt>
                <c:pt idx="2747">
                  <c:v>81.165786999999995</c:v>
                </c:pt>
                <c:pt idx="2748">
                  <c:v>81.148758000000001</c:v>
                </c:pt>
                <c:pt idx="2749">
                  <c:v>81.131500000000003</c:v>
                </c:pt>
                <c:pt idx="2750">
                  <c:v>81.111885000000001</c:v>
                </c:pt>
                <c:pt idx="2751">
                  <c:v>81.091712999999999</c:v>
                </c:pt>
                <c:pt idx="2752">
                  <c:v>81.069939000000005</c:v>
                </c:pt>
                <c:pt idx="2753">
                  <c:v>81.045235000000005</c:v>
                </c:pt>
                <c:pt idx="2754">
                  <c:v>81.020781999999997</c:v>
                </c:pt>
                <c:pt idx="2755">
                  <c:v>80.998512000000005</c:v>
                </c:pt>
                <c:pt idx="2756">
                  <c:v>80.977654000000001</c:v>
                </c:pt>
                <c:pt idx="2757">
                  <c:v>80.958777999999995</c:v>
                </c:pt>
                <c:pt idx="2758">
                  <c:v>80.941222999999994</c:v>
                </c:pt>
                <c:pt idx="2759">
                  <c:v>80.924582999999998</c:v>
                </c:pt>
                <c:pt idx="2760">
                  <c:v>80.905586</c:v>
                </c:pt>
                <c:pt idx="2761">
                  <c:v>80.884986999999995</c:v>
                </c:pt>
                <c:pt idx="2762">
                  <c:v>80.863937000000007</c:v>
                </c:pt>
                <c:pt idx="2763">
                  <c:v>80.841209000000006</c:v>
                </c:pt>
                <c:pt idx="2764">
                  <c:v>80.817001000000005</c:v>
                </c:pt>
                <c:pt idx="2765">
                  <c:v>80.793120999999999</c:v>
                </c:pt>
                <c:pt idx="2766">
                  <c:v>80.766998000000001</c:v>
                </c:pt>
                <c:pt idx="2767">
                  <c:v>80.739020999999994</c:v>
                </c:pt>
                <c:pt idx="2768">
                  <c:v>80.711112999999997</c:v>
                </c:pt>
                <c:pt idx="2769">
                  <c:v>80.683600999999996</c:v>
                </c:pt>
                <c:pt idx="2770">
                  <c:v>80.655556000000004</c:v>
                </c:pt>
                <c:pt idx="2771">
                  <c:v>80.626068000000004</c:v>
                </c:pt>
                <c:pt idx="2772">
                  <c:v>80.597572</c:v>
                </c:pt>
                <c:pt idx="2773">
                  <c:v>80.570473000000007</c:v>
                </c:pt>
                <c:pt idx="2774">
                  <c:v>80.544196999999997</c:v>
                </c:pt>
                <c:pt idx="2775">
                  <c:v>80.519073000000006</c:v>
                </c:pt>
                <c:pt idx="2776">
                  <c:v>80.494568000000001</c:v>
                </c:pt>
                <c:pt idx="2777">
                  <c:v>80.468497999999997</c:v>
                </c:pt>
                <c:pt idx="2778">
                  <c:v>80.440048000000004</c:v>
                </c:pt>
                <c:pt idx="2779">
                  <c:v>80.410278000000005</c:v>
                </c:pt>
                <c:pt idx="2780">
                  <c:v>80.378853000000007</c:v>
                </c:pt>
                <c:pt idx="2781">
                  <c:v>80.340941999999998</c:v>
                </c:pt>
                <c:pt idx="2782">
                  <c:v>80.301468</c:v>
                </c:pt>
                <c:pt idx="2783">
                  <c:v>80.262482000000006</c:v>
                </c:pt>
                <c:pt idx="2784">
                  <c:v>80.223419000000007</c:v>
                </c:pt>
                <c:pt idx="2785">
                  <c:v>80.186065999999997</c:v>
                </c:pt>
                <c:pt idx="2786">
                  <c:v>80.151802000000004</c:v>
                </c:pt>
                <c:pt idx="2787">
                  <c:v>80.118103000000005</c:v>
                </c:pt>
                <c:pt idx="2788">
                  <c:v>80.082679999999996</c:v>
                </c:pt>
                <c:pt idx="2789">
                  <c:v>80.046515999999997</c:v>
                </c:pt>
                <c:pt idx="2790">
                  <c:v>80.006538000000006</c:v>
                </c:pt>
                <c:pt idx="2791">
                  <c:v>79.964782999999997</c:v>
                </c:pt>
                <c:pt idx="2792">
                  <c:v>79.926567000000006</c:v>
                </c:pt>
                <c:pt idx="2793">
                  <c:v>79.892700000000005</c:v>
                </c:pt>
                <c:pt idx="2794">
                  <c:v>79.860106999999999</c:v>
                </c:pt>
                <c:pt idx="2795">
                  <c:v>79.829948000000002</c:v>
                </c:pt>
                <c:pt idx="2796">
                  <c:v>79.799888999999993</c:v>
                </c:pt>
                <c:pt idx="2797">
                  <c:v>79.767814999999999</c:v>
                </c:pt>
                <c:pt idx="2798">
                  <c:v>79.730209000000002</c:v>
                </c:pt>
                <c:pt idx="2799">
                  <c:v>79.688889000000003</c:v>
                </c:pt>
                <c:pt idx="2800">
                  <c:v>79.647232000000002</c:v>
                </c:pt>
                <c:pt idx="2801">
                  <c:v>79.605834999999999</c:v>
                </c:pt>
                <c:pt idx="2802">
                  <c:v>79.566139000000007</c:v>
                </c:pt>
                <c:pt idx="2803">
                  <c:v>79.528533999999993</c:v>
                </c:pt>
                <c:pt idx="2804">
                  <c:v>79.492996000000005</c:v>
                </c:pt>
                <c:pt idx="2805">
                  <c:v>79.459518000000003</c:v>
                </c:pt>
                <c:pt idx="2806">
                  <c:v>79.430747999999994</c:v>
                </c:pt>
                <c:pt idx="2807">
                  <c:v>79.399512999999999</c:v>
                </c:pt>
                <c:pt idx="2808">
                  <c:v>79.362465</c:v>
                </c:pt>
                <c:pt idx="2809">
                  <c:v>79.322792000000007</c:v>
                </c:pt>
                <c:pt idx="2810">
                  <c:v>79.282425000000003</c:v>
                </c:pt>
                <c:pt idx="2811">
                  <c:v>79.241874999999993</c:v>
                </c:pt>
                <c:pt idx="2812">
                  <c:v>79.200630000000004</c:v>
                </c:pt>
                <c:pt idx="2813">
                  <c:v>79.162353999999993</c:v>
                </c:pt>
                <c:pt idx="2814">
                  <c:v>79.129799000000006</c:v>
                </c:pt>
                <c:pt idx="2815">
                  <c:v>79.095032000000003</c:v>
                </c:pt>
                <c:pt idx="2816">
                  <c:v>79.058059999999998</c:v>
                </c:pt>
                <c:pt idx="2817">
                  <c:v>79.020392999999999</c:v>
                </c:pt>
                <c:pt idx="2818">
                  <c:v>78.980316000000002</c:v>
                </c:pt>
                <c:pt idx="2819">
                  <c:v>78.939841999999999</c:v>
                </c:pt>
                <c:pt idx="2820">
                  <c:v>78.901580999999993</c:v>
                </c:pt>
                <c:pt idx="2821">
                  <c:v>78.864707999999993</c:v>
                </c:pt>
                <c:pt idx="2822">
                  <c:v>78.828873000000002</c:v>
                </c:pt>
                <c:pt idx="2823">
                  <c:v>78.792418999999995</c:v>
                </c:pt>
                <c:pt idx="2824">
                  <c:v>78.760147000000003</c:v>
                </c:pt>
                <c:pt idx="2825">
                  <c:v>78.727508999999998</c:v>
                </c:pt>
                <c:pt idx="2826">
                  <c:v>78.692902000000004</c:v>
                </c:pt>
                <c:pt idx="2827">
                  <c:v>78.656859999999995</c:v>
                </c:pt>
                <c:pt idx="2828">
                  <c:v>78.618713</c:v>
                </c:pt>
                <c:pt idx="2829">
                  <c:v>78.578643999999997</c:v>
                </c:pt>
                <c:pt idx="2830">
                  <c:v>78.537079000000006</c:v>
                </c:pt>
                <c:pt idx="2831">
                  <c:v>78.498870999999994</c:v>
                </c:pt>
                <c:pt idx="2832">
                  <c:v>78.462799000000004</c:v>
                </c:pt>
                <c:pt idx="2833">
                  <c:v>78.429107999999999</c:v>
                </c:pt>
                <c:pt idx="2834">
                  <c:v>78.400856000000005</c:v>
                </c:pt>
                <c:pt idx="2835">
                  <c:v>78.375823999999994</c:v>
                </c:pt>
                <c:pt idx="2836">
                  <c:v>78.353386</c:v>
                </c:pt>
                <c:pt idx="2837">
                  <c:v>78.330627000000007</c:v>
                </c:pt>
                <c:pt idx="2838">
                  <c:v>78.308364999999995</c:v>
                </c:pt>
                <c:pt idx="2839">
                  <c:v>78.286147999999997</c:v>
                </c:pt>
                <c:pt idx="2840">
                  <c:v>78.263107000000005</c:v>
                </c:pt>
                <c:pt idx="2841">
                  <c:v>78.240555000000001</c:v>
                </c:pt>
                <c:pt idx="2842">
                  <c:v>78.215416000000005</c:v>
                </c:pt>
                <c:pt idx="2843">
                  <c:v>78.189598000000004</c:v>
                </c:pt>
                <c:pt idx="2844">
                  <c:v>78.164863999999994</c:v>
                </c:pt>
                <c:pt idx="2845">
                  <c:v>78.141593999999998</c:v>
                </c:pt>
                <c:pt idx="2846">
                  <c:v>78.119338999999997</c:v>
                </c:pt>
                <c:pt idx="2847">
                  <c:v>78.098304999999996</c:v>
                </c:pt>
                <c:pt idx="2848">
                  <c:v>78.078216999999995</c:v>
                </c:pt>
                <c:pt idx="2849">
                  <c:v>78.056411999999995</c:v>
                </c:pt>
                <c:pt idx="2850">
                  <c:v>78.033591999999999</c:v>
                </c:pt>
                <c:pt idx="2851">
                  <c:v>78.011734000000004</c:v>
                </c:pt>
                <c:pt idx="2852">
                  <c:v>77.989638999999997</c:v>
                </c:pt>
                <c:pt idx="2853">
                  <c:v>77.966797</c:v>
                </c:pt>
                <c:pt idx="2854">
                  <c:v>77.941535999999999</c:v>
                </c:pt>
                <c:pt idx="2855">
                  <c:v>77.915694999999999</c:v>
                </c:pt>
                <c:pt idx="2856">
                  <c:v>77.887657000000004</c:v>
                </c:pt>
                <c:pt idx="2857">
                  <c:v>77.857758000000004</c:v>
                </c:pt>
                <c:pt idx="2858">
                  <c:v>77.827804999999998</c:v>
                </c:pt>
                <c:pt idx="2859">
                  <c:v>77.798209999999997</c:v>
                </c:pt>
                <c:pt idx="2860">
                  <c:v>77.769012000000004</c:v>
                </c:pt>
                <c:pt idx="2861">
                  <c:v>77.740607999999995</c:v>
                </c:pt>
                <c:pt idx="2862">
                  <c:v>77.713973999999993</c:v>
                </c:pt>
                <c:pt idx="2863">
                  <c:v>77.689987000000002</c:v>
                </c:pt>
                <c:pt idx="2864">
                  <c:v>77.667312999999993</c:v>
                </c:pt>
                <c:pt idx="2865">
                  <c:v>77.643416999999999</c:v>
                </c:pt>
                <c:pt idx="2866">
                  <c:v>77.619597999999996</c:v>
                </c:pt>
                <c:pt idx="2867">
                  <c:v>77.597115000000002</c:v>
                </c:pt>
                <c:pt idx="2868">
                  <c:v>77.575806</c:v>
                </c:pt>
                <c:pt idx="2869">
                  <c:v>77.553618999999998</c:v>
                </c:pt>
                <c:pt idx="2870">
                  <c:v>77.529594000000003</c:v>
                </c:pt>
                <c:pt idx="2871">
                  <c:v>77.506247999999999</c:v>
                </c:pt>
                <c:pt idx="2872">
                  <c:v>77.483390999999997</c:v>
                </c:pt>
                <c:pt idx="2873">
                  <c:v>77.460982999999999</c:v>
                </c:pt>
                <c:pt idx="2874">
                  <c:v>77.437934999999996</c:v>
                </c:pt>
                <c:pt idx="2875">
                  <c:v>77.413794999999993</c:v>
                </c:pt>
                <c:pt idx="2876">
                  <c:v>77.388924000000003</c:v>
                </c:pt>
                <c:pt idx="2877">
                  <c:v>77.363258000000002</c:v>
                </c:pt>
                <c:pt idx="2878">
                  <c:v>77.335091000000006</c:v>
                </c:pt>
                <c:pt idx="2879">
                  <c:v>77.306633000000005</c:v>
                </c:pt>
                <c:pt idx="2880">
                  <c:v>77.279114000000007</c:v>
                </c:pt>
                <c:pt idx="2881">
                  <c:v>77.254645999999994</c:v>
                </c:pt>
                <c:pt idx="2882">
                  <c:v>77.232346000000007</c:v>
                </c:pt>
                <c:pt idx="2883">
                  <c:v>77.210526000000002</c:v>
                </c:pt>
                <c:pt idx="2884">
                  <c:v>77.187950000000001</c:v>
                </c:pt>
                <c:pt idx="2885">
                  <c:v>77.165253000000007</c:v>
                </c:pt>
                <c:pt idx="2886">
                  <c:v>77.143394000000001</c:v>
                </c:pt>
                <c:pt idx="2887">
                  <c:v>77.121109000000004</c:v>
                </c:pt>
                <c:pt idx="2888">
                  <c:v>77.096283</c:v>
                </c:pt>
                <c:pt idx="2889">
                  <c:v>77.069023000000001</c:v>
                </c:pt>
                <c:pt idx="2890">
                  <c:v>77.040306000000001</c:v>
                </c:pt>
                <c:pt idx="2891">
                  <c:v>77.007591000000005</c:v>
                </c:pt>
                <c:pt idx="2892">
                  <c:v>76.971901000000003</c:v>
                </c:pt>
                <c:pt idx="2893">
                  <c:v>76.937400999999994</c:v>
                </c:pt>
                <c:pt idx="2894">
                  <c:v>76.904205000000005</c:v>
                </c:pt>
                <c:pt idx="2895">
                  <c:v>76.870514</c:v>
                </c:pt>
                <c:pt idx="2896">
                  <c:v>76.838226000000006</c:v>
                </c:pt>
                <c:pt idx="2897">
                  <c:v>76.806465000000003</c:v>
                </c:pt>
                <c:pt idx="2898">
                  <c:v>76.774367999999996</c:v>
                </c:pt>
                <c:pt idx="2899">
                  <c:v>76.742485000000002</c:v>
                </c:pt>
                <c:pt idx="2900">
                  <c:v>76.711867999999996</c:v>
                </c:pt>
                <c:pt idx="2901">
                  <c:v>76.682167000000007</c:v>
                </c:pt>
                <c:pt idx="2902">
                  <c:v>76.649451999999997</c:v>
                </c:pt>
                <c:pt idx="2903">
                  <c:v>76.613158999999996</c:v>
                </c:pt>
                <c:pt idx="2904">
                  <c:v>76.577995000000001</c:v>
                </c:pt>
                <c:pt idx="2905">
                  <c:v>76.544242999999994</c:v>
                </c:pt>
                <c:pt idx="2906">
                  <c:v>76.513283000000001</c:v>
                </c:pt>
                <c:pt idx="2907">
                  <c:v>76.484427999999994</c:v>
                </c:pt>
                <c:pt idx="2908">
                  <c:v>76.451363000000001</c:v>
                </c:pt>
                <c:pt idx="2909">
                  <c:v>76.415526999999997</c:v>
                </c:pt>
                <c:pt idx="2910">
                  <c:v>76.381996000000001</c:v>
                </c:pt>
                <c:pt idx="2911">
                  <c:v>76.352356</c:v>
                </c:pt>
                <c:pt idx="2912">
                  <c:v>76.322433000000004</c:v>
                </c:pt>
                <c:pt idx="2913">
                  <c:v>76.289672999999993</c:v>
                </c:pt>
                <c:pt idx="2914">
                  <c:v>76.257384999999999</c:v>
                </c:pt>
                <c:pt idx="2915">
                  <c:v>76.228706000000003</c:v>
                </c:pt>
                <c:pt idx="2916">
                  <c:v>76.200478000000004</c:v>
                </c:pt>
                <c:pt idx="2917">
                  <c:v>76.170608999999999</c:v>
                </c:pt>
                <c:pt idx="2918">
                  <c:v>76.141829999999999</c:v>
                </c:pt>
                <c:pt idx="2919">
                  <c:v>76.112899999999996</c:v>
                </c:pt>
                <c:pt idx="2920">
                  <c:v>76.083693999999994</c:v>
                </c:pt>
                <c:pt idx="2921">
                  <c:v>76.056931000000006</c:v>
                </c:pt>
                <c:pt idx="2922">
                  <c:v>76.032578000000001</c:v>
                </c:pt>
                <c:pt idx="2923">
                  <c:v>76.008560000000003</c:v>
                </c:pt>
                <c:pt idx="2924">
                  <c:v>75.982742000000002</c:v>
                </c:pt>
                <c:pt idx="2925">
                  <c:v>75.954338000000007</c:v>
                </c:pt>
                <c:pt idx="2926">
                  <c:v>75.925078999999997</c:v>
                </c:pt>
                <c:pt idx="2927">
                  <c:v>75.895820999999998</c:v>
                </c:pt>
                <c:pt idx="2928">
                  <c:v>75.865684999999999</c:v>
                </c:pt>
                <c:pt idx="2929">
                  <c:v>75.834250999999995</c:v>
                </c:pt>
                <c:pt idx="2930">
                  <c:v>75.801956000000004</c:v>
                </c:pt>
                <c:pt idx="2931">
                  <c:v>75.771797000000007</c:v>
                </c:pt>
                <c:pt idx="2932">
                  <c:v>75.741989000000004</c:v>
                </c:pt>
                <c:pt idx="2933">
                  <c:v>75.713226000000006</c:v>
                </c:pt>
                <c:pt idx="2934">
                  <c:v>75.684837000000002</c:v>
                </c:pt>
                <c:pt idx="2935">
                  <c:v>75.658096</c:v>
                </c:pt>
                <c:pt idx="2936">
                  <c:v>75.632583999999994</c:v>
                </c:pt>
                <c:pt idx="2937">
                  <c:v>75.605384999999998</c:v>
                </c:pt>
                <c:pt idx="2938">
                  <c:v>75.576346999999998</c:v>
                </c:pt>
                <c:pt idx="2939">
                  <c:v>75.545249999999996</c:v>
                </c:pt>
                <c:pt idx="2940">
                  <c:v>75.514304999999993</c:v>
                </c:pt>
                <c:pt idx="2941">
                  <c:v>75.486510999999993</c:v>
                </c:pt>
                <c:pt idx="2942">
                  <c:v>75.462868</c:v>
                </c:pt>
                <c:pt idx="2943">
                  <c:v>75.440726999999995</c:v>
                </c:pt>
                <c:pt idx="2944">
                  <c:v>75.418137000000002</c:v>
                </c:pt>
                <c:pt idx="2945">
                  <c:v>75.394165000000001</c:v>
                </c:pt>
                <c:pt idx="2946">
                  <c:v>75.368697999999995</c:v>
                </c:pt>
                <c:pt idx="2947">
                  <c:v>75.344825999999998</c:v>
                </c:pt>
                <c:pt idx="2948">
                  <c:v>75.320518000000007</c:v>
                </c:pt>
                <c:pt idx="2949">
                  <c:v>75.294501999999994</c:v>
                </c:pt>
                <c:pt idx="2950">
                  <c:v>75.268012999999996</c:v>
                </c:pt>
                <c:pt idx="2951">
                  <c:v>75.241523999999998</c:v>
                </c:pt>
                <c:pt idx="2952">
                  <c:v>75.215843000000007</c:v>
                </c:pt>
                <c:pt idx="2953">
                  <c:v>75.189177999999998</c:v>
                </c:pt>
                <c:pt idx="2954">
                  <c:v>75.161017999999999</c:v>
                </c:pt>
                <c:pt idx="2955">
                  <c:v>75.132949999999994</c:v>
                </c:pt>
                <c:pt idx="2956">
                  <c:v>75.105559999999997</c:v>
                </c:pt>
                <c:pt idx="2957">
                  <c:v>75.079528999999994</c:v>
                </c:pt>
                <c:pt idx="2958">
                  <c:v>75.054146000000003</c:v>
                </c:pt>
                <c:pt idx="2959">
                  <c:v>75.029617000000002</c:v>
                </c:pt>
                <c:pt idx="2960">
                  <c:v>75.005920000000003</c:v>
                </c:pt>
                <c:pt idx="2961">
                  <c:v>74.982963999999996</c:v>
                </c:pt>
                <c:pt idx="2962">
                  <c:v>74.959723999999994</c:v>
                </c:pt>
                <c:pt idx="2963">
                  <c:v>74.936561999999995</c:v>
                </c:pt>
                <c:pt idx="2964">
                  <c:v>74.914321999999999</c:v>
                </c:pt>
                <c:pt idx="2965">
                  <c:v>74.891921999999994</c:v>
                </c:pt>
                <c:pt idx="2966">
                  <c:v>74.869918999999996</c:v>
                </c:pt>
                <c:pt idx="2967">
                  <c:v>74.847672000000003</c:v>
                </c:pt>
                <c:pt idx="2968">
                  <c:v>74.827019000000007</c:v>
                </c:pt>
                <c:pt idx="2969">
                  <c:v>74.806449999999998</c:v>
                </c:pt>
                <c:pt idx="2970">
                  <c:v>74.784706</c:v>
                </c:pt>
                <c:pt idx="2971">
                  <c:v>74.765427000000003</c:v>
                </c:pt>
                <c:pt idx="2972">
                  <c:v>74.739525</c:v>
                </c:pt>
                <c:pt idx="2973">
                  <c:v>74.715423999999999</c:v>
                </c:pt>
                <c:pt idx="2974">
                  <c:v>74.693580999999995</c:v>
                </c:pt>
                <c:pt idx="2975">
                  <c:v>74.674109999999999</c:v>
                </c:pt>
                <c:pt idx="2976">
                  <c:v>74.657050999999996</c:v>
                </c:pt>
                <c:pt idx="2977">
                  <c:v>74.639908000000005</c:v>
                </c:pt>
                <c:pt idx="2978">
                  <c:v>74.621573999999995</c:v>
                </c:pt>
                <c:pt idx="2979">
                  <c:v>74.611205999999996</c:v>
                </c:pt>
                <c:pt idx="2980">
                  <c:v>74.608643000000001</c:v>
                </c:pt>
                <c:pt idx="2981">
                  <c:v>74.610695000000007</c:v>
                </c:pt>
                <c:pt idx="2982">
                  <c:v>74.639267000000004</c:v>
                </c:pt>
                <c:pt idx="2983">
                  <c:v>74.644951000000006</c:v>
                </c:pt>
                <c:pt idx="2984">
                  <c:v>74.641448999999994</c:v>
                </c:pt>
                <c:pt idx="2985">
                  <c:v>74.629943999999995</c:v>
                </c:pt>
                <c:pt idx="2986">
                  <c:v>74.615829000000005</c:v>
                </c:pt>
                <c:pt idx="2987">
                  <c:v>74.603172000000001</c:v>
                </c:pt>
                <c:pt idx="2988">
                  <c:v>74.592620999999994</c:v>
                </c:pt>
                <c:pt idx="2989">
                  <c:v>74.576942000000003</c:v>
                </c:pt>
                <c:pt idx="2990">
                  <c:v>74.559753000000001</c:v>
                </c:pt>
                <c:pt idx="2991">
                  <c:v>74.543578999999994</c:v>
                </c:pt>
                <c:pt idx="2992">
                  <c:v>74.527420000000006</c:v>
                </c:pt>
                <c:pt idx="2993">
                  <c:v>74.504638999999997</c:v>
                </c:pt>
                <c:pt idx="2994">
                  <c:v>74.475562999999994</c:v>
                </c:pt>
                <c:pt idx="2995">
                  <c:v>74.442947000000004</c:v>
                </c:pt>
                <c:pt idx="2996">
                  <c:v>74.410056999999995</c:v>
                </c:pt>
                <c:pt idx="2997">
                  <c:v>74.374992000000006</c:v>
                </c:pt>
                <c:pt idx="2998">
                  <c:v>74.33963</c:v>
                </c:pt>
                <c:pt idx="2999">
                  <c:v>74.305840000000003</c:v>
                </c:pt>
                <c:pt idx="3000">
                  <c:v>74.270409000000001</c:v>
                </c:pt>
                <c:pt idx="3001">
                  <c:v>74.232108999999994</c:v>
                </c:pt>
                <c:pt idx="3002">
                  <c:v>74.195060999999995</c:v>
                </c:pt>
                <c:pt idx="3003">
                  <c:v>74.160506999999996</c:v>
                </c:pt>
                <c:pt idx="3004">
                  <c:v>74.122474999999994</c:v>
                </c:pt>
                <c:pt idx="3005">
                  <c:v>74.083511000000001</c:v>
                </c:pt>
                <c:pt idx="3006">
                  <c:v>74.048766999999998</c:v>
                </c:pt>
                <c:pt idx="3007">
                  <c:v>74.017662000000001</c:v>
                </c:pt>
                <c:pt idx="3008">
                  <c:v>73.988342000000003</c:v>
                </c:pt>
                <c:pt idx="3009">
                  <c:v>73.955321999999995</c:v>
                </c:pt>
                <c:pt idx="3010">
                  <c:v>73.918221000000003</c:v>
                </c:pt>
                <c:pt idx="3011">
                  <c:v>73.883742999999996</c:v>
                </c:pt>
                <c:pt idx="3012">
                  <c:v>73.848350999999994</c:v>
                </c:pt>
                <c:pt idx="3013">
                  <c:v>73.822968000000003</c:v>
                </c:pt>
                <c:pt idx="3014">
                  <c:v>73.816665999999998</c:v>
                </c:pt>
                <c:pt idx="3015">
                  <c:v>73.788291999999998</c:v>
                </c:pt>
                <c:pt idx="3016">
                  <c:v>73.766953000000001</c:v>
                </c:pt>
                <c:pt idx="3017">
                  <c:v>73.766884000000005</c:v>
                </c:pt>
                <c:pt idx="3018">
                  <c:v>73.778075999999999</c:v>
                </c:pt>
                <c:pt idx="3019">
                  <c:v>73.789085</c:v>
                </c:pt>
                <c:pt idx="3020">
                  <c:v>73.791374000000005</c:v>
                </c:pt>
                <c:pt idx="3021">
                  <c:v>73.790108000000004</c:v>
                </c:pt>
                <c:pt idx="3022">
                  <c:v>73.786529999999999</c:v>
                </c:pt>
                <c:pt idx="3023">
                  <c:v>73.780829999999995</c:v>
                </c:pt>
                <c:pt idx="3024">
                  <c:v>73.774071000000006</c:v>
                </c:pt>
                <c:pt idx="3025">
                  <c:v>73.766502000000003</c:v>
                </c:pt>
                <c:pt idx="3026">
                  <c:v>73.757935000000003</c:v>
                </c:pt>
                <c:pt idx="3027">
                  <c:v>73.748801999999998</c:v>
                </c:pt>
                <c:pt idx="3028">
                  <c:v>73.739006000000003</c:v>
                </c:pt>
                <c:pt idx="3029">
                  <c:v>73.727753000000007</c:v>
                </c:pt>
                <c:pt idx="3030">
                  <c:v>73.715759000000006</c:v>
                </c:pt>
                <c:pt idx="3031">
                  <c:v>73.702620999999994</c:v>
                </c:pt>
                <c:pt idx="3032">
                  <c:v>73.689293000000006</c:v>
                </c:pt>
                <c:pt idx="3033">
                  <c:v>73.675742999999997</c:v>
                </c:pt>
                <c:pt idx="3034">
                  <c:v>73.661697000000004</c:v>
                </c:pt>
                <c:pt idx="3035">
                  <c:v>73.646957</c:v>
                </c:pt>
                <c:pt idx="3036">
                  <c:v>73.632576</c:v>
                </c:pt>
                <c:pt idx="3037">
                  <c:v>73.618545999999995</c:v>
                </c:pt>
                <c:pt idx="3038">
                  <c:v>73.604538000000005</c:v>
                </c:pt>
                <c:pt idx="3039">
                  <c:v>73.589821000000001</c:v>
                </c:pt>
                <c:pt idx="3040">
                  <c:v>73.572074999999998</c:v>
                </c:pt>
                <c:pt idx="3041">
                  <c:v>73.551979000000003</c:v>
                </c:pt>
                <c:pt idx="3042">
                  <c:v>73.531577999999996</c:v>
                </c:pt>
                <c:pt idx="3043">
                  <c:v>73.511359999999996</c:v>
                </c:pt>
                <c:pt idx="3044">
                  <c:v>73.489113000000003</c:v>
                </c:pt>
                <c:pt idx="3045">
                  <c:v>73.462577999999993</c:v>
                </c:pt>
                <c:pt idx="3046">
                  <c:v>73.433228</c:v>
                </c:pt>
                <c:pt idx="3047">
                  <c:v>73.402396999999993</c:v>
                </c:pt>
                <c:pt idx="3048">
                  <c:v>73.364365000000006</c:v>
                </c:pt>
                <c:pt idx="3049">
                  <c:v>73.322495000000004</c:v>
                </c:pt>
                <c:pt idx="3050">
                  <c:v>73.283744999999996</c:v>
                </c:pt>
                <c:pt idx="3051">
                  <c:v>73.247085999999996</c:v>
                </c:pt>
                <c:pt idx="3052">
                  <c:v>73.209946000000002</c:v>
                </c:pt>
                <c:pt idx="3053">
                  <c:v>73.172439999999995</c:v>
                </c:pt>
                <c:pt idx="3054">
                  <c:v>73.13279</c:v>
                </c:pt>
                <c:pt idx="3055">
                  <c:v>73.091431</c:v>
                </c:pt>
                <c:pt idx="3056">
                  <c:v>73.048102999999998</c:v>
                </c:pt>
                <c:pt idx="3057">
                  <c:v>73.004654000000002</c:v>
                </c:pt>
                <c:pt idx="3058">
                  <c:v>72.963500999999994</c:v>
                </c:pt>
                <c:pt idx="3059">
                  <c:v>72.923698000000002</c:v>
                </c:pt>
                <c:pt idx="3060">
                  <c:v>72.880981000000006</c:v>
                </c:pt>
                <c:pt idx="3061">
                  <c:v>72.834678999999994</c:v>
                </c:pt>
                <c:pt idx="3062">
                  <c:v>72.789771999999999</c:v>
                </c:pt>
                <c:pt idx="3063">
                  <c:v>72.747558999999995</c:v>
                </c:pt>
                <c:pt idx="3064">
                  <c:v>72.708259999999996</c:v>
                </c:pt>
                <c:pt idx="3065">
                  <c:v>72.671982</c:v>
                </c:pt>
                <c:pt idx="3066">
                  <c:v>72.637642</c:v>
                </c:pt>
                <c:pt idx="3067">
                  <c:v>72.603966</c:v>
                </c:pt>
                <c:pt idx="3068">
                  <c:v>72.570098999999999</c:v>
                </c:pt>
                <c:pt idx="3069">
                  <c:v>72.537261999999998</c:v>
                </c:pt>
                <c:pt idx="3070">
                  <c:v>72.505347999999998</c:v>
                </c:pt>
                <c:pt idx="3071">
                  <c:v>72.474579000000006</c:v>
                </c:pt>
                <c:pt idx="3072">
                  <c:v>72.446205000000006</c:v>
                </c:pt>
                <c:pt idx="3073">
                  <c:v>72.420699999999997</c:v>
                </c:pt>
                <c:pt idx="3074">
                  <c:v>72.396293999999997</c:v>
                </c:pt>
                <c:pt idx="3075">
                  <c:v>72.371841000000003</c:v>
                </c:pt>
                <c:pt idx="3076">
                  <c:v>72.348274000000004</c:v>
                </c:pt>
                <c:pt idx="3077">
                  <c:v>72.325287000000003</c:v>
                </c:pt>
                <c:pt idx="3078">
                  <c:v>72.301338000000001</c:v>
                </c:pt>
                <c:pt idx="3079">
                  <c:v>72.277618000000004</c:v>
                </c:pt>
                <c:pt idx="3080">
                  <c:v>72.254395000000002</c:v>
                </c:pt>
                <c:pt idx="3081">
                  <c:v>72.232085999999995</c:v>
                </c:pt>
                <c:pt idx="3082">
                  <c:v>72.210434000000006</c:v>
                </c:pt>
                <c:pt idx="3083">
                  <c:v>72.189102000000005</c:v>
                </c:pt>
                <c:pt idx="3084">
                  <c:v>72.168289000000001</c:v>
                </c:pt>
                <c:pt idx="3085">
                  <c:v>72.147262999999995</c:v>
                </c:pt>
                <c:pt idx="3086">
                  <c:v>72.125739999999993</c:v>
                </c:pt>
                <c:pt idx="3087">
                  <c:v>72.103661000000002</c:v>
                </c:pt>
                <c:pt idx="3088">
                  <c:v>72.081169000000003</c:v>
                </c:pt>
                <c:pt idx="3089">
                  <c:v>72.058280999999994</c:v>
                </c:pt>
                <c:pt idx="3090">
                  <c:v>72.035033999999996</c:v>
                </c:pt>
                <c:pt idx="3091">
                  <c:v>72.011832999999996</c:v>
                </c:pt>
                <c:pt idx="3092">
                  <c:v>71.988479999999996</c:v>
                </c:pt>
                <c:pt idx="3093">
                  <c:v>71.964478</c:v>
                </c:pt>
                <c:pt idx="3094">
                  <c:v>71.940002000000007</c:v>
                </c:pt>
                <c:pt idx="3095">
                  <c:v>71.915215000000003</c:v>
                </c:pt>
                <c:pt idx="3096">
                  <c:v>71.889717000000005</c:v>
                </c:pt>
                <c:pt idx="3097">
                  <c:v>71.865027999999995</c:v>
                </c:pt>
                <c:pt idx="3098">
                  <c:v>71.841201999999996</c:v>
                </c:pt>
                <c:pt idx="3099">
                  <c:v>71.817183999999997</c:v>
                </c:pt>
                <c:pt idx="3100">
                  <c:v>71.794617000000002</c:v>
                </c:pt>
                <c:pt idx="3101">
                  <c:v>71.771805000000001</c:v>
                </c:pt>
                <c:pt idx="3102">
                  <c:v>71.748322000000002</c:v>
                </c:pt>
                <c:pt idx="3103">
                  <c:v>71.724045000000004</c:v>
                </c:pt>
                <c:pt idx="3104">
                  <c:v>71.699966000000003</c:v>
                </c:pt>
                <c:pt idx="3105">
                  <c:v>71.676872000000003</c:v>
                </c:pt>
                <c:pt idx="3106">
                  <c:v>71.654808000000003</c:v>
                </c:pt>
                <c:pt idx="3107">
                  <c:v>71.633339000000007</c:v>
                </c:pt>
                <c:pt idx="3108">
                  <c:v>71.612289000000004</c:v>
                </c:pt>
                <c:pt idx="3109">
                  <c:v>71.592017999999996</c:v>
                </c:pt>
                <c:pt idx="3110">
                  <c:v>71.572188999999995</c:v>
                </c:pt>
                <c:pt idx="3111">
                  <c:v>71.552513000000005</c:v>
                </c:pt>
                <c:pt idx="3112">
                  <c:v>71.533493000000007</c:v>
                </c:pt>
                <c:pt idx="3113">
                  <c:v>71.515411</c:v>
                </c:pt>
                <c:pt idx="3114">
                  <c:v>71.497947999999994</c:v>
                </c:pt>
                <c:pt idx="3115">
                  <c:v>71.480637000000002</c:v>
                </c:pt>
                <c:pt idx="3116">
                  <c:v>71.463722000000004</c:v>
                </c:pt>
                <c:pt idx="3117">
                  <c:v>71.447051999999999</c:v>
                </c:pt>
                <c:pt idx="3118">
                  <c:v>71.430115000000001</c:v>
                </c:pt>
                <c:pt idx="3119">
                  <c:v>71.412468000000004</c:v>
                </c:pt>
                <c:pt idx="3120">
                  <c:v>71.395026999999999</c:v>
                </c:pt>
                <c:pt idx="3121">
                  <c:v>71.376937999999996</c:v>
                </c:pt>
                <c:pt idx="3122">
                  <c:v>71.357849000000002</c:v>
                </c:pt>
                <c:pt idx="3123">
                  <c:v>71.338088999999997</c:v>
                </c:pt>
                <c:pt idx="3124">
                  <c:v>71.316817999999998</c:v>
                </c:pt>
                <c:pt idx="3125">
                  <c:v>71.295601000000005</c:v>
                </c:pt>
                <c:pt idx="3126">
                  <c:v>71.272414999999995</c:v>
                </c:pt>
                <c:pt idx="3127">
                  <c:v>71.248276000000004</c:v>
                </c:pt>
                <c:pt idx="3128">
                  <c:v>71.222678999999999</c:v>
                </c:pt>
                <c:pt idx="3129">
                  <c:v>71.192656999999997</c:v>
                </c:pt>
                <c:pt idx="3130">
                  <c:v>71.149117000000004</c:v>
                </c:pt>
                <c:pt idx="3131">
                  <c:v>71.109406000000007</c:v>
                </c:pt>
                <c:pt idx="3132">
                  <c:v>71.074150000000003</c:v>
                </c:pt>
                <c:pt idx="3133">
                  <c:v>71.039360000000002</c:v>
                </c:pt>
                <c:pt idx="3134">
                  <c:v>71.004272</c:v>
                </c:pt>
                <c:pt idx="3135">
                  <c:v>70.967476000000005</c:v>
                </c:pt>
                <c:pt idx="3136">
                  <c:v>70.929062000000002</c:v>
                </c:pt>
                <c:pt idx="3137">
                  <c:v>70.888526999999996</c:v>
                </c:pt>
                <c:pt idx="3138">
                  <c:v>70.847594999999998</c:v>
                </c:pt>
                <c:pt idx="3139">
                  <c:v>70.806556999999998</c:v>
                </c:pt>
                <c:pt idx="3140">
                  <c:v>70.765060000000005</c:v>
                </c:pt>
                <c:pt idx="3141">
                  <c:v>70.722747999999996</c:v>
                </c:pt>
                <c:pt idx="3142">
                  <c:v>70.681624999999997</c:v>
                </c:pt>
                <c:pt idx="3143">
                  <c:v>70.637939000000003</c:v>
                </c:pt>
                <c:pt idx="3144">
                  <c:v>70.591842999999997</c:v>
                </c:pt>
                <c:pt idx="3145">
                  <c:v>70.550010999999998</c:v>
                </c:pt>
                <c:pt idx="3146">
                  <c:v>70.513298000000006</c:v>
                </c:pt>
                <c:pt idx="3147">
                  <c:v>70.475700000000003</c:v>
                </c:pt>
                <c:pt idx="3148">
                  <c:v>70.435401999999996</c:v>
                </c:pt>
                <c:pt idx="3149">
                  <c:v>70.393958999999995</c:v>
                </c:pt>
                <c:pt idx="3150">
                  <c:v>70.351830000000007</c:v>
                </c:pt>
                <c:pt idx="3151">
                  <c:v>70.309218999999999</c:v>
                </c:pt>
                <c:pt idx="3152">
                  <c:v>70.270004</c:v>
                </c:pt>
                <c:pt idx="3153">
                  <c:v>70.235703000000001</c:v>
                </c:pt>
                <c:pt idx="3154">
                  <c:v>70.197226999999998</c:v>
                </c:pt>
                <c:pt idx="3155">
                  <c:v>70.151366999999993</c:v>
                </c:pt>
                <c:pt idx="3156">
                  <c:v>70.111107000000004</c:v>
                </c:pt>
                <c:pt idx="3157">
                  <c:v>70.075660999999997</c:v>
                </c:pt>
                <c:pt idx="3158">
                  <c:v>70.042350999999996</c:v>
                </c:pt>
                <c:pt idx="3159">
                  <c:v>70.007041999999998</c:v>
                </c:pt>
                <c:pt idx="3160">
                  <c:v>69.969481999999999</c:v>
                </c:pt>
                <c:pt idx="3161">
                  <c:v>69.932830999999993</c:v>
                </c:pt>
                <c:pt idx="3162">
                  <c:v>69.897094999999993</c:v>
                </c:pt>
                <c:pt idx="3163">
                  <c:v>69.861069000000001</c:v>
                </c:pt>
                <c:pt idx="3164">
                  <c:v>69.824753000000001</c:v>
                </c:pt>
                <c:pt idx="3165">
                  <c:v>69.788719</c:v>
                </c:pt>
                <c:pt idx="3166">
                  <c:v>69.748565999999997</c:v>
                </c:pt>
                <c:pt idx="3167">
                  <c:v>69.704886999999999</c:v>
                </c:pt>
                <c:pt idx="3168">
                  <c:v>69.663405999999995</c:v>
                </c:pt>
                <c:pt idx="3169">
                  <c:v>69.625007999999994</c:v>
                </c:pt>
                <c:pt idx="3170">
                  <c:v>69.586608999999996</c:v>
                </c:pt>
                <c:pt idx="3171">
                  <c:v>69.552261000000001</c:v>
                </c:pt>
                <c:pt idx="3172">
                  <c:v>69.522414999999995</c:v>
                </c:pt>
                <c:pt idx="3173">
                  <c:v>69.492226000000002</c:v>
                </c:pt>
                <c:pt idx="3174">
                  <c:v>69.458382</c:v>
                </c:pt>
                <c:pt idx="3175">
                  <c:v>69.426429999999996</c:v>
                </c:pt>
                <c:pt idx="3176">
                  <c:v>69.396141</c:v>
                </c:pt>
                <c:pt idx="3177">
                  <c:v>69.366973999999999</c:v>
                </c:pt>
                <c:pt idx="3178">
                  <c:v>69.336608999999996</c:v>
                </c:pt>
                <c:pt idx="3179">
                  <c:v>69.305283000000003</c:v>
                </c:pt>
                <c:pt idx="3180">
                  <c:v>69.272919000000002</c:v>
                </c:pt>
                <c:pt idx="3181">
                  <c:v>69.241080999999994</c:v>
                </c:pt>
                <c:pt idx="3182">
                  <c:v>69.210892000000001</c:v>
                </c:pt>
                <c:pt idx="3183">
                  <c:v>69.183661999999998</c:v>
                </c:pt>
                <c:pt idx="3184">
                  <c:v>69.160217000000003</c:v>
                </c:pt>
                <c:pt idx="3185">
                  <c:v>69.139724999999999</c:v>
                </c:pt>
                <c:pt idx="3186">
                  <c:v>69.121489999999994</c:v>
                </c:pt>
                <c:pt idx="3187">
                  <c:v>69.104812999999993</c:v>
                </c:pt>
                <c:pt idx="3188">
                  <c:v>69.086296000000004</c:v>
                </c:pt>
                <c:pt idx="3189">
                  <c:v>69.064659000000006</c:v>
                </c:pt>
                <c:pt idx="3190">
                  <c:v>69.041206000000003</c:v>
                </c:pt>
                <c:pt idx="3191">
                  <c:v>69.015227999999993</c:v>
                </c:pt>
                <c:pt idx="3192">
                  <c:v>68.987082999999998</c:v>
                </c:pt>
                <c:pt idx="3193">
                  <c:v>68.957825</c:v>
                </c:pt>
                <c:pt idx="3194">
                  <c:v>68.929023999999998</c:v>
                </c:pt>
                <c:pt idx="3195">
                  <c:v>68.901359999999997</c:v>
                </c:pt>
                <c:pt idx="3196">
                  <c:v>68.873992999999999</c:v>
                </c:pt>
                <c:pt idx="3197">
                  <c:v>68.846908999999997</c:v>
                </c:pt>
                <c:pt idx="3198">
                  <c:v>68.820396000000002</c:v>
                </c:pt>
                <c:pt idx="3199">
                  <c:v>68.793541000000005</c:v>
                </c:pt>
                <c:pt idx="3200">
                  <c:v>68.764809</c:v>
                </c:pt>
                <c:pt idx="3201">
                  <c:v>68.734504999999999</c:v>
                </c:pt>
                <c:pt idx="3202">
                  <c:v>68.703727999999998</c:v>
                </c:pt>
                <c:pt idx="3203">
                  <c:v>68.672691</c:v>
                </c:pt>
                <c:pt idx="3204">
                  <c:v>68.641846000000001</c:v>
                </c:pt>
                <c:pt idx="3205">
                  <c:v>68.613440999999995</c:v>
                </c:pt>
                <c:pt idx="3206">
                  <c:v>68.586769000000004</c:v>
                </c:pt>
                <c:pt idx="3207">
                  <c:v>68.561546000000007</c:v>
                </c:pt>
                <c:pt idx="3208">
                  <c:v>68.538917999999995</c:v>
                </c:pt>
                <c:pt idx="3209">
                  <c:v>68.514899999999997</c:v>
                </c:pt>
                <c:pt idx="3210">
                  <c:v>68.489570999999998</c:v>
                </c:pt>
                <c:pt idx="3211">
                  <c:v>68.462631000000002</c:v>
                </c:pt>
                <c:pt idx="3212">
                  <c:v>68.433098000000001</c:v>
                </c:pt>
                <c:pt idx="3213">
                  <c:v>68.395377999999994</c:v>
                </c:pt>
                <c:pt idx="3214">
                  <c:v>68.356667000000002</c:v>
                </c:pt>
                <c:pt idx="3215">
                  <c:v>68.320983999999996</c:v>
                </c:pt>
                <c:pt idx="3216">
                  <c:v>68.286011000000002</c:v>
                </c:pt>
                <c:pt idx="3217">
                  <c:v>68.251464999999996</c:v>
                </c:pt>
                <c:pt idx="3218">
                  <c:v>68.217704999999995</c:v>
                </c:pt>
                <c:pt idx="3219">
                  <c:v>68.183516999999995</c:v>
                </c:pt>
                <c:pt idx="3220">
                  <c:v>68.151024000000007</c:v>
                </c:pt>
                <c:pt idx="3221">
                  <c:v>68.118515000000002</c:v>
                </c:pt>
                <c:pt idx="3222">
                  <c:v>68.088286999999994</c:v>
                </c:pt>
                <c:pt idx="3223">
                  <c:v>68.062607</c:v>
                </c:pt>
                <c:pt idx="3224">
                  <c:v>68.041984999999997</c:v>
                </c:pt>
                <c:pt idx="3225">
                  <c:v>68.023781</c:v>
                </c:pt>
                <c:pt idx="3226">
                  <c:v>68.006209999999996</c:v>
                </c:pt>
                <c:pt idx="3227">
                  <c:v>67.989067000000006</c:v>
                </c:pt>
                <c:pt idx="3228">
                  <c:v>67.971962000000005</c:v>
                </c:pt>
                <c:pt idx="3229">
                  <c:v>67.955437000000003</c:v>
                </c:pt>
                <c:pt idx="3230">
                  <c:v>67.939933999999994</c:v>
                </c:pt>
                <c:pt idx="3231">
                  <c:v>67.923927000000006</c:v>
                </c:pt>
                <c:pt idx="3232">
                  <c:v>67.908164999999997</c:v>
                </c:pt>
                <c:pt idx="3233">
                  <c:v>67.892166000000003</c:v>
                </c:pt>
                <c:pt idx="3234">
                  <c:v>67.877280999999996</c:v>
                </c:pt>
                <c:pt idx="3235">
                  <c:v>67.861785999999995</c:v>
                </c:pt>
                <c:pt idx="3236">
                  <c:v>67.846489000000005</c:v>
                </c:pt>
                <c:pt idx="3237">
                  <c:v>67.830528000000001</c:v>
                </c:pt>
                <c:pt idx="3238">
                  <c:v>67.815369000000004</c:v>
                </c:pt>
                <c:pt idx="3239">
                  <c:v>67.801238999999995</c:v>
                </c:pt>
                <c:pt idx="3240">
                  <c:v>67.787682000000004</c:v>
                </c:pt>
                <c:pt idx="3241">
                  <c:v>67.774269000000004</c:v>
                </c:pt>
                <c:pt idx="3242">
                  <c:v>67.760925</c:v>
                </c:pt>
                <c:pt idx="3243">
                  <c:v>67.747382999999999</c:v>
                </c:pt>
                <c:pt idx="3244">
                  <c:v>67.734589</c:v>
                </c:pt>
                <c:pt idx="3245">
                  <c:v>67.721785999999994</c:v>
                </c:pt>
                <c:pt idx="3246">
                  <c:v>67.705832999999998</c:v>
                </c:pt>
                <c:pt idx="3247">
                  <c:v>67.688156000000006</c:v>
                </c:pt>
                <c:pt idx="3248">
                  <c:v>67.669608999999994</c:v>
                </c:pt>
                <c:pt idx="3249">
                  <c:v>67.650222999999997</c:v>
                </c:pt>
                <c:pt idx="3250">
                  <c:v>67.629149999999996</c:v>
                </c:pt>
                <c:pt idx="3251">
                  <c:v>67.607071000000005</c:v>
                </c:pt>
                <c:pt idx="3252">
                  <c:v>67.584586999999999</c:v>
                </c:pt>
                <c:pt idx="3253">
                  <c:v>67.561301999999998</c:v>
                </c:pt>
                <c:pt idx="3254">
                  <c:v>67.537598000000003</c:v>
                </c:pt>
                <c:pt idx="3255">
                  <c:v>67.513283000000001</c:v>
                </c:pt>
                <c:pt idx="3256">
                  <c:v>67.487578999999997</c:v>
                </c:pt>
                <c:pt idx="3257">
                  <c:v>67.464455000000001</c:v>
                </c:pt>
                <c:pt idx="3258">
                  <c:v>67.443236999999996</c:v>
                </c:pt>
                <c:pt idx="3259">
                  <c:v>67.422156999999999</c:v>
                </c:pt>
                <c:pt idx="3260">
                  <c:v>67.401993000000004</c:v>
                </c:pt>
                <c:pt idx="3261">
                  <c:v>67.381782999999999</c:v>
                </c:pt>
                <c:pt idx="3262">
                  <c:v>67.361084000000005</c:v>
                </c:pt>
                <c:pt idx="3263">
                  <c:v>67.338752999999997</c:v>
                </c:pt>
                <c:pt idx="3264">
                  <c:v>67.315612999999999</c:v>
                </c:pt>
                <c:pt idx="3265">
                  <c:v>67.292220999999998</c:v>
                </c:pt>
                <c:pt idx="3266">
                  <c:v>67.267128</c:v>
                </c:pt>
                <c:pt idx="3267">
                  <c:v>67.241394</c:v>
                </c:pt>
                <c:pt idx="3268">
                  <c:v>67.215248000000003</c:v>
                </c:pt>
                <c:pt idx="3269">
                  <c:v>67.187302000000003</c:v>
                </c:pt>
                <c:pt idx="3270">
                  <c:v>67.157714999999996</c:v>
                </c:pt>
                <c:pt idx="3271">
                  <c:v>67.126823000000002</c:v>
                </c:pt>
                <c:pt idx="3272">
                  <c:v>67.093734999999995</c:v>
                </c:pt>
                <c:pt idx="3273">
                  <c:v>67.059700000000007</c:v>
                </c:pt>
                <c:pt idx="3274">
                  <c:v>67.026534999999996</c:v>
                </c:pt>
                <c:pt idx="3275">
                  <c:v>66.994063999999995</c:v>
                </c:pt>
                <c:pt idx="3276">
                  <c:v>66.964187999999993</c:v>
                </c:pt>
                <c:pt idx="3277">
                  <c:v>66.934555000000003</c:v>
                </c:pt>
                <c:pt idx="3278">
                  <c:v>66.906456000000006</c:v>
                </c:pt>
                <c:pt idx="3279">
                  <c:v>66.879149999999996</c:v>
                </c:pt>
                <c:pt idx="3280">
                  <c:v>66.850975000000005</c:v>
                </c:pt>
                <c:pt idx="3281">
                  <c:v>66.821838</c:v>
                </c:pt>
                <c:pt idx="3282">
                  <c:v>66.791977000000003</c:v>
                </c:pt>
                <c:pt idx="3283">
                  <c:v>66.762230000000002</c:v>
                </c:pt>
                <c:pt idx="3284">
                  <c:v>66.733031999999994</c:v>
                </c:pt>
                <c:pt idx="3285">
                  <c:v>66.705948000000006</c:v>
                </c:pt>
                <c:pt idx="3286">
                  <c:v>66.679443000000006</c:v>
                </c:pt>
                <c:pt idx="3287">
                  <c:v>66.652145000000004</c:v>
                </c:pt>
                <c:pt idx="3288">
                  <c:v>66.624893</c:v>
                </c:pt>
                <c:pt idx="3289">
                  <c:v>66.598267000000007</c:v>
                </c:pt>
                <c:pt idx="3290">
                  <c:v>66.571037000000004</c:v>
                </c:pt>
                <c:pt idx="3291">
                  <c:v>66.545524999999998</c:v>
                </c:pt>
                <c:pt idx="3292">
                  <c:v>66.520149000000004</c:v>
                </c:pt>
                <c:pt idx="3293">
                  <c:v>66.494522000000003</c:v>
                </c:pt>
                <c:pt idx="3294">
                  <c:v>66.469093000000001</c:v>
                </c:pt>
                <c:pt idx="3295">
                  <c:v>66.442047000000002</c:v>
                </c:pt>
                <c:pt idx="3296">
                  <c:v>66.412780999999995</c:v>
                </c:pt>
                <c:pt idx="3297">
                  <c:v>66.380561999999998</c:v>
                </c:pt>
                <c:pt idx="3298">
                  <c:v>66.344154000000003</c:v>
                </c:pt>
                <c:pt idx="3299">
                  <c:v>66.306319999999999</c:v>
                </c:pt>
                <c:pt idx="3300">
                  <c:v>66.267700000000005</c:v>
                </c:pt>
                <c:pt idx="3301">
                  <c:v>66.228233000000003</c:v>
                </c:pt>
                <c:pt idx="3302">
                  <c:v>66.188254999999998</c:v>
                </c:pt>
                <c:pt idx="3303">
                  <c:v>66.147751</c:v>
                </c:pt>
                <c:pt idx="3304">
                  <c:v>66.108276000000004</c:v>
                </c:pt>
                <c:pt idx="3305">
                  <c:v>66.070473000000007</c:v>
                </c:pt>
                <c:pt idx="3306">
                  <c:v>66.039451999999997</c:v>
                </c:pt>
                <c:pt idx="3307">
                  <c:v>66.011261000000005</c:v>
                </c:pt>
                <c:pt idx="3308">
                  <c:v>65.990311000000005</c:v>
                </c:pt>
                <c:pt idx="3309">
                  <c:v>65.986412000000001</c:v>
                </c:pt>
                <c:pt idx="3310">
                  <c:v>65.979225</c:v>
                </c:pt>
                <c:pt idx="3311">
                  <c:v>65.968192999999999</c:v>
                </c:pt>
                <c:pt idx="3312">
                  <c:v>65.959854000000007</c:v>
                </c:pt>
                <c:pt idx="3313">
                  <c:v>65.953789</c:v>
                </c:pt>
                <c:pt idx="3314">
                  <c:v>65.947609</c:v>
                </c:pt>
                <c:pt idx="3315">
                  <c:v>65.942276000000007</c:v>
                </c:pt>
                <c:pt idx="3316">
                  <c:v>65.939391999999998</c:v>
                </c:pt>
                <c:pt idx="3317">
                  <c:v>65.939491000000004</c:v>
                </c:pt>
                <c:pt idx="3318">
                  <c:v>65.950348000000005</c:v>
                </c:pt>
                <c:pt idx="3319">
                  <c:v>65.957863000000003</c:v>
                </c:pt>
                <c:pt idx="3320">
                  <c:v>65.960937999999999</c:v>
                </c:pt>
                <c:pt idx="3321">
                  <c:v>65.960875999999999</c:v>
                </c:pt>
                <c:pt idx="3322">
                  <c:v>65.959845999999999</c:v>
                </c:pt>
                <c:pt idx="3323">
                  <c:v>65.958732999999995</c:v>
                </c:pt>
                <c:pt idx="3324">
                  <c:v>65.957542000000004</c:v>
                </c:pt>
                <c:pt idx="3325">
                  <c:v>65.956031999999993</c:v>
                </c:pt>
                <c:pt idx="3326">
                  <c:v>65.954909999999998</c:v>
                </c:pt>
                <c:pt idx="3327">
                  <c:v>65.953727999999998</c:v>
                </c:pt>
                <c:pt idx="3328">
                  <c:v>65.952727999999993</c:v>
                </c:pt>
                <c:pt idx="3329">
                  <c:v>65.952147999999994</c:v>
                </c:pt>
                <c:pt idx="3330">
                  <c:v>65.951652999999993</c:v>
                </c:pt>
                <c:pt idx="3331">
                  <c:v>65.951385000000002</c:v>
                </c:pt>
                <c:pt idx="3332">
                  <c:v>65.951240999999996</c:v>
                </c:pt>
                <c:pt idx="3333">
                  <c:v>65.951141000000007</c:v>
                </c:pt>
                <c:pt idx="3334">
                  <c:v>65.951103000000003</c:v>
                </c:pt>
                <c:pt idx="3335">
                  <c:v>65.951026999999996</c:v>
                </c:pt>
                <c:pt idx="3336">
                  <c:v>65.950873999999999</c:v>
                </c:pt>
                <c:pt idx="3337">
                  <c:v>65.950737000000004</c:v>
                </c:pt>
                <c:pt idx="3338">
                  <c:v>65.950721999999999</c:v>
                </c:pt>
                <c:pt idx="3339">
                  <c:v>65.950705999999997</c:v>
                </c:pt>
                <c:pt idx="3340">
                  <c:v>65.950744999999998</c:v>
                </c:pt>
                <c:pt idx="3341">
                  <c:v>65.950644999999994</c:v>
                </c:pt>
                <c:pt idx="3342">
                  <c:v>65.950478000000004</c:v>
                </c:pt>
                <c:pt idx="3343">
                  <c:v>65.950089000000006</c:v>
                </c:pt>
                <c:pt idx="3344">
                  <c:v>65.948562999999993</c:v>
                </c:pt>
                <c:pt idx="3345">
                  <c:v>65.946770000000001</c:v>
                </c:pt>
                <c:pt idx="3346">
                  <c:v>65.944007999999997</c:v>
                </c:pt>
                <c:pt idx="3347">
                  <c:v>65.940987000000007</c:v>
                </c:pt>
                <c:pt idx="3348">
                  <c:v>65.937866</c:v>
                </c:pt>
                <c:pt idx="3349">
                  <c:v>65.934280000000001</c:v>
                </c:pt>
                <c:pt idx="3350">
                  <c:v>65.931151999999997</c:v>
                </c:pt>
                <c:pt idx="3351">
                  <c:v>65.928696000000002</c:v>
                </c:pt>
                <c:pt idx="3352">
                  <c:v>65.925835000000006</c:v>
                </c:pt>
                <c:pt idx="3353">
                  <c:v>65.923148999999995</c:v>
                </c:pt>
                <c:pt idx="3354">
                  <c:v>65.920119999999997</c:v>
                </c:pt>
                <c:pt idx="3355">
                  <c:v>65.917098999999993</c:v>
                </c:pt>
                <c:pt idx="3356">
                  <c:v>65.914130999999998</c:v>
                </c:pt>
                <c:pt idx="3357">
                  <c:v>65.911338999999998</c:v>
                </c:pt>
                <c:pt idx="3358">
                  <c:v>65.908278999999993</c:v>
                </c:pt>
                <c:pt idx="3359">
                  <c:v>65.906616</c:v>
                </c:pt>
                <c:pt idx="3360">
                  <c:v>65.903899999999993</c:v>
                </c:pt>
                <c:pt idx="3361">
                  <c:v>65.901465999999999</c:v>
                </c:pt>
                <c:pt idx="3362">
                  <c:v>65.899117000000004</c:v>
                </c:pt>
                <c:pt idx="3363">
                  <c:v>65.896370000000005</c:v>
                </c:pt>
                <c:pt idx="3364">
                  <c:v>65.893707000000006</c:v>
                </c:pt>
                <c:pt idx="3365">
                  <c:v>65.891823000000002</c:v>
                </c:pt>
                <c:pt idx="3366">
                  <c:v>65.889640999999997</c:v>
                </c:pt>
                <c:pt idx="3367">
                  <c:v>65.887810000000002</c:v>
                </c:pt>
                <c:pt idx="3368">
                  <c:v>65.886291999999997</c:v>
                </c:pt>
                <c:pt idx="3369">
                  <c:v>65.884628000000006</c:v>
                </c:pt>
                <c:pt idx="3370">
                  <c:v>65.882926999999995</c:v>
                </c:pt>
                <c:pt idx="3371">
                  <c:v>65.880904999999998</c:v>
                </c:pt>
                <c:pt idx="3372">
                  <c:v>65.879013</c:v>
                </c:pt>
                <c:pt idx="3373">
                  <c:v>65.876830999999996</c:v>
                </c:pt>
                <c:pt idx="3374">
                  <c:v>65.874069000000006</c:v>
                </c:pt>
                <c:pt idx="3375">
                  <c:v>65.870964000000001</c:v>
                </c:pt>
                <c:pt idx="3376">
                  <c:v>65.868567999999996</c:v>
                </c:pt>
                <c:pt idx="3377">
                  <c:v>65.865539999999996</c:v>
                </c:pt>
                <c:pt idx="3378">
                  <c:v>65.862624999999994</c:v>
                </c:pt>
                <c:pt idx="3379">
                  <c:v>65.859641999999994</c:v>
                </c:pt>
                <c:pt idx="3380">
                  <c:v>65.857056</c:v>
                </c:pt>
                <c:pt idx="3381">
                  <c:v>65.854270999999997</c:v>
                </c:pt>
                <c:pt idx="3382">
                  <c:v>65.852242000000004</c:v>
                </c:pt>
                <c:pt idx="3383">
                  <c:v>65.850448999999998</c:v>
                </c:pt>
                <c:pt idx="3384">
                  <c:v>65.849068000000003</c:v>
                </c:pt>
                <c:pt idx="3385">
                  <c:v>65.847983999999997</c:v>
                </c:pt>
                <c:pt idx="3386">
                  <c:v>65.846915999999993</c:v>
                </c:pt>
                <c:pt idx="3387">
                  <c:v>65.844939999999994</c:v>
                </c:pt>
                <c:pt idx="3388">
                  <c:v>65.843047999999996</c:v>
                </c:pt>
                <c:pt idx="3389">
                  <c:v>65.840919</c:v>
                </c:pt>
                <c:pt idx="3390">
                  <c:v>65.838829000000004</c:v>
                </c:pt>
                <c:pt idx="3391">
                  <c:v>65.836319000000003</c:v>
                </c:pt>
                <c:pt idx="3392">
                  <c:v>65.834023000000002</c:v>
                </c:pt>
                <c:pt idx="3393">
                  <c:v>65.831367</c:v>
                </c:pt>
                <c:pt idx="3394">
                  <c:v>65.828529000000003</c:v>
                </c:pt>
                <c:pt idx="3395">
                  <c:v>65.826065</c:v>
                </c:pt>
                <c:pt idx="3396">
                  <c:v>65.823509000000001</c:v>
                </c:pt>
                <c:pt idx="3397">
                  <c:v>65.821219999999997</c:v>
                </c:pt>
                <c:pt idx="3398">
                  <c:v>65.818175999999994</c:v>
                </c:pt>
                <c:pt idx="3399">
                  <c:v>65.815490999999994</c:v>
                </c:pt>
                <c:pt idx="3400">
                  <c:v>65.812492000000006</c:v>
                </c:pt>
                <c:pt idx="3401">
                  <c:v>65.809319000000002</c:v>
                </c:pt>
                <c:pt idx="3402">
                  <c:v>65.806174999999996</c:v>
                </c:pt>
                <c:pt idx="3403">
                  <c:v>65.803939999999997</c:v>
                </c:pt>
                <c:pt idx="3404">
                  <c:v>65.802017000000006</c:v>
                </c:pt>
                <c:pt idx="3405">
                  <c:v>65.800476000000003</c:v>
                </c:pt>
                <c:pt idx="3406">
                  <c:v>65.799767000000003</c:v>
                </c:pt>
                <c:pt idx="3407">
                  <c:v>65.798659999999998</c:v>
                </c:pt>
                <c:pt idx="3408">
                  <c:v>65.797263999999998</c:v>
                </c:pt>
                <c:pt idx="3409">
                  <c:v>65.795653999999999</c:v>
                </c:pt>
                <c:pt idx="3410">
                  <c:v>65.793396000000001</c:v>
                </c:pt>
                <c:pt idx="3411">
                  <c:v>65.791031000000004</c:v>
                </c:pt>
                <c:pt idx="3412">
                  <c:v>65.788405999999995</c:v>
                </c:pt>
                <c:pt idx="3413">
                  <c:v>65.785240000000002</c:v>
                </c:pt>
                <c:pt idx="3414">
                  <c:v>65.782539</c:v>
                </c:pt>
                <c:pt idx="3415">
                  <c:v>65.779640000000001</c:v>
                </c:pt>
                <c:pt idx="3416">
                  <c:v>65.776854999999998</c:v>
                </c:pt>
                <c:pt idx="3417">
                  <c:v>65.773955999999998</c:v>
                </c:pt>
                <c:pt idx="3418">
                  <c:v>65.771866000000003</c:v>
                </c:pt>
                <c:pt idx="3419">
                  <c:v>65.769576999999998</c:v>
                </c:pt>
                <c:pt idx="3420">
                  <c:v>65.767760999999993</c:v>
                </c:pt>
                <c:pt idx="3421">
                  <c:v>65.766197000000005</c:v>
                </c:pt>
                <c:pt idx="3422">
                  <c:v>65.764717000000005</c:v>
                </c:pt>
                <c:pt idx="3423">
                  <c:v>65.762741000000005</c:v>
                </c:pt>
                <c:pt idx="3424">
                  <c:v>65.760811000000004</c:v>
                </c:pt>
                <c:pt idx="3425">
                  <c:v>65.758362000000005</c:v>
                </c:pt>
                <c:pt idx="3426">
                  <c:v>65.756209999999996</c:v>
                </c:pt>
                <c:pt idx="3427">
                  <c:v>65.742012000000003</c:v>
                </c:pt>
                <c:pt idx="3428">
                  <c:v>65.722251999999997</c:v>
                </c:pt>
                <c:pt idx="3429">
                  <c:v>65.711501999999996</c:v>
                </c:pt>
                <c:pt idx="3430">
                  <c:v>65.704268999999996</c:v>
                </c:pt>
                <c:pt idx="3431">
                  <c:v>65.699477999999999</c:v>
                </c:pt>
                <c:pt idx="3432">
                  <c:v>65.695564000000005</c:v>
                </c:pt>
                <c:pt idx="3433">
                  <c:v>65.691756999999996</c:v>
                </c:pt>
                <c:pt idx="3434">
                  <c:v>65.688011000000003</c:v>
                </c:pt>
                <c:pt idx="3435">
                  <c:v>65.684059000000005</c:v>
                </c:pt>
                <c:pt idx="3436">
                  <c:v>65.680626000000004</c:v>
                </c:pt>
                <c:pt idx="3437">
                  <c:v>65.676734999999994</c:v>
                </c:pt>
                <c:pt idx="3438">
                  <c:v>65.673668000000006</c:v>
                </c:pt>
                <c:pt idx="3439">
                  <c:v>65.670258000000004</c:v>
                </c:pt>
                <c:pt idx="3440">
                  <c:v>65.667725000000004</c:v>
                </c:pt>
                <c:pt idx="3441">
                  <c:v>65.665108000000004</c:v>
                </c:pt>
                <c:pt idx="3442">
                  <c:v>65.662673999999996</c:v>
                </c:pt>
                <c:pt idx="3443">
                  <c:v>65.659721000000005</c:v>
                </c:pt>
                <c:pt idx="3444">
                  <c:v>65.656959999999998</c:v>
                </c:pt>
                <c:pt idx="3445">
                  <c:v>65.654433999999995</c:v>
                </c:pt>
                <c:pt idx="3446">
                  <c:v>65.651191999999995</c:v>
                </c:pt>
                <c:pt idx="3447">
                  <c:v>65.648421999999997</c:v>
                </c:pt>
                <c:pt idx="3448">
                  <c:v>65.646027000000004</c:v>
                </c:pt>
                <c:pt idx="3449">
                  <c:v>65.643341000000007</c:v>
                </c:pt>
                <c:pt idx="3450">
                  <c:v>65.640320000000003</c:v>
                </c:pt>
                <c:pt idx="3451">
                  <c:v>65.637016000000003</c:v>
                </c:pt>
                <c:pt idx="3452">
                  <c:v>65.634369000000007</c:v>
                </c:pt>
                <c:pt idx="3453">
                  <c:v>65.631866000000002</c:v>
                </c:pt>
                <c:pt idx="3454">
                  <c:v>65.629883000000007</c:v>
                </c:pt>
                <c:pt idx="3455">
                  <c:v>65.628555000000006</c:v>
                </c:pt>
                <c:pt idx="3456">
                  <c:v>65.627487000000002</c:v>
                </c:pt>
                <c:pt idx="3457">
                  <c:v>65.626709000000005</c:v>
                </c:pt>
                <c:pt idx="3458">
                  <c:v>65.625564999999995</c:v>
                </c:pt>
                <c:pt idx="3459">
                  <c:v>65.624046000000007</c:v>
                </c:pt>
                <c:pt idx="3460">
                  <c:v>65.622298999999998</c:v>
                </c:pt>
                <c:pt idx="3461">
                  <c:v>65.619979999999998</c:v>
                </c:pt>
                <c:pt idx="3462">
                  <c:v>65.616943000000006</c:v>
                </c:pt>
                <c:pt idx="3463">
                  <c:v>65.614356999999998</c:v>
                </c:pt>
                <c:pt idx="3464">
                  <c:v>65.611243999999999</c:v>
                </c:pt>
                <c:pt idx="3465">
                  <c:v>65.608383000000003</c:v>
                </c:pt>
                <c:pt idx="3466">
                  <c:v>65.605934000000005</c:v>
                </c:pt>
                <c:pt idx="3467">
                  <c:v>65.603554000000003</c:v>
                </c:pt>
                <c:pt idx="3468">
                  <c:v>65.601417999999995</c:v>
                </c:pt>
                <c:pt idx="3469">
                  <c:v>65.600082</c:v>
                </c:pt>
                <c:pt idx="3470">
                  <c:v>65.598754999999997</c:v>
                </c:pt>
                <c:pt idx="3471">
                  <c:v>65.598022</c:v>
                </c:pt>
                <c:pt idx="3472">
                  <c:v>65.597572</c:v>
                </c:pt>
                <c:pt idx="3473">
                  <c:v>65.597282000000007</c:v>
                </c:pt>
                <c:pt idx="3474">
                  <c:v>65.597121999999999</c:v>
                </c:pt>
                <c:pt idx="3475">
                  <c:v>65.596985000000004</c:v>
                </c:pt>
                <c:pt idx="3476">
                  <c:v>65.596939000000006</c:v>
                </c:pt>
                <c:pt idx="3477">
                  <c:v>65.596939000000006</c:v>
                </c:pt>
                <c:pt idx="3478">
                  <c:v>65.596794000000003</c:v>
                </c:pt>
                <c:pt idx="3479">
                  <c:v>65.596817000000001</c:v>
                </c:pt>
                <c:pt idx="3480">
                  <c:v>65.596733</c:v>
                </c:pt>
                <c:pt idx="3481">
                  <c:v>65.596321000000003</c:v>
                </c:pt>
                <c:pt idx="3482">
                  <c:v>65.595733999999993</c:v>
                </c:pt>
                <c:pt idx="3483">
                  <c:v>65.594879000000006</c:v>
                </c:pt>
                <c:pt idx="3484">
                  <c:v>65.593422000000004</c:v>
                </c:pt>
                <c:pt idx="3485">
                  <c:v>65.591873000000007</c:v>
                </c:pt>
                <c:pt idx="3486">
                  <c:v>65.589461999999997</c:v>
                </c:pt>
                <c:pt idx="3487">
                  <c:v>65.586769000000004</c:v>
                </c:pt>
                <c:pt idx="3488">
                  <c:v>65.583336000000003</c:v>
                </c:pt>
                <c:pt idx="3489">
                  <c:v>65.580162000000001</c:v>
                </c:pt>
                <c:pt idx="3490">
                  <c:v>65.576781999999994</c:v>
                </c:pt>
                <c:pt idx="3491">
                  <c:v>65.573631000000006</c:v>
                </c:pt>
                <c:pt idx="3492">
                  <c:v>65.571517999999998</c:v>
                </c:pt>
                <c:pt idx="3493">
                  <c:v>65.569564999999997</c:v>
                </c:pt>
                <c:pt idx="3494">
                  <c:v>65.568184000000002</c:v>
                </c:pt>
                <c:pt idx="3495">
                  <c:v>65.566811000000001</c:v>
                </c:pt>
                <c:pt idx="3496">
                  <c:v>65.565437000000003</c:v>
                </c:pt>
                <c:pt idx="3497">
                  <c:v>65.563980000000001</c:v>
                </c:pt>
                <c:pt idx="3498">
                  <c:v>65.562102999999993</c:v>
                </c:pt>
                <c:pt idx="3499">
                  <c:v>65.560387000000006</c:v>
                </c:pt>
                <c:pt idx="3500">
                  <c:v>65.557968000000002</c:v>
                </c:pt>
                <c:pt idx="3501">
                  <c:v>65.555976999999999</c:v>
                </c:pt>
                <c:pt idx="3502">
                  <c:v>65.553100999999998</c:v>
                </c:pt>
                <c:pt idx="3503">
                  <c:v>65.550751000000005</c:v>
                </c:pt>
                <c:pt idx="3504">
                  <c:v>65.547507999999993</c:v>
                </c:pt>
                <c:pt idx="3505">
                  <c:v>65.544662000000002</c:v>
                </c:pt>
                <c:pt idx="3506">
                  <c:v>65.541588000000004</c:v>
                </c:pt>
                <c:pt idx="3507">
                  <c:v>65.538573999999997</c:v>
                </c:pt>
                <c:pt idx="3508">
                  <c:v>65.535622000000004</c:v>
                </c:pt>
                <c:pt idx="3509">
                  <c:v>65.532745000000006</c:v>
                </c:pt>
                <c:pt idx="3510">
                  <c:v>65.529777999999993</c:v>
                </c:pt>
                <c:pt idx="3511">
                  <c:v>65.527030999999994</c:v>
                </c:pt>
                <c:pt idx="3512">
                  <c:v>65.524269000000004</c:v>
                </c:pt>
                <c:pt idx="3513">
                  <c:v>65.521361999999996</c:v>
                </c:pt>
                <c:pt idx="3514">
                  <c:v>65.518257000000006</c:v>
                </c:pt>
                <c:pt idx="3515">
                  <c:v>65.515174999999999</c:v>
                </c:pt>
                <c:pt idx="3516">
                  <c:v>65.512146000000001</c:v>
                </c:pt>
                <c:pt idx="3517">
                  <c:v>65.509079</c:v>
                </c:pt>
                <c:pt idx="3518">
                  <c:v>65.506607000000002</c:v>
                </c:pt>
                <c:pt idx="3519">
                  <c:v>65.503624000000002</c:v>
                </c:pt>
                <c:pt idx="3520">
                  <c:v>65.501450000000006</c:v>
                </c:pt>
                <c:pt idx="3521">
                  <c:v>65.499297999999996</c:v>
                </c:pt>
                <c:pt idx="3522">
                  <c:v>65.497817999999995</c:v>
                </c:pt>
                <c:pt idx="3523">
                  <c:v>65.496651</c:v>
                </c:pt>
                <c:pt idx="3524">
                  <c:v>65.495705000000001</c:v>
                </c:pt>
                <c:pt idx="3525">
                  <c:v>65.494986999999995</c:v>
                </c:pt>
                <c:pt idx="3526">
                  <c:v>65.494484</c:v>
                </c:pt>
                <c:pt idx="3527">
                  <c:v>65.493522999999996</c:v>
                </c:pt>
                <c:pt idx="3528">
                  <c:v>65.492965999999996</c:v>
                </c:pt>
                <c:pt idx="3529">
                  <c:v>65.491837000000004</c:v>
                </c:pt>
                <c:pt idx="3530">
                  <c:v>65.491219000000001</c:v>
                </c:pt>
                <c:pt idx="3531">
                  <c:v>65.489410000000007</c:v>
                </c:pt>
                <c:pt idx="3532">
                  <c:v>65.487960999999999</c:v>
                </c:pt>
                <c:pt idx="3533">
                  <c:v>65.485602999999998</c:v>
                </c:pt>
                <c:pt idx="3534">
                  <c:v>65.483474999999999</c:v>
                </c:pt>
                <c:pt idx="3535">
                  <c:v>65.481185999999994</c:v>
                </c:pt>
                <c:pt idx="3536">
                  <c:v>65.478790000000004</c:v>
                </c:pt>
                <c:pt idx="3537">
                  <c:v>65.477187999999998</c:v>
                </c:pt>
                <c:pt idx="3538">
                  <c:v>65.475432999999995</c:v>
                </c:pt>
                <c:pt idx="3539">
                  <c:v>65.473868999999993</c:v>
                </c:pt>
                <c:pt idx="3540">
                  <c:v>65.471847999999994</c:v>
                </c:pt>
                <c:pt idx="3541">
                  <c:v>65.469559000000004</c:v>
                </c:pt>
                <c:pt idx="3542">
                  <c:v>65.467094000000003</c:v>
                </c:pt>
                <c:pt idx="3543">
                  <c:v>65.463965999999999</c:v>
                </c:pt>
                <c:pt idx="3544">
                  <c:v>65.461098000000007</c:v>
                </c:pt>
                <c:pt idx="3545">
                  <c:v>65.458022999999997</c:v>
                </c:pt>
                <c:pt idx="3546">
                  <c:v>65.455016999999998</c:v>
                </c:pt>
                <c:pt idx="3547">
                  <c:v>65.452194000000006</c:v>
                </c:pt>
                <c:pt idx="3548">
                  <c:v>65.449141999999995</c:v>
                </c:pt>
                <c:pt idx="3549">
                  <c:v>65.446258999999998</c:v>
                </c:pt>
                <c:pt idx="3550">
                  <c:v>65.443481000000006</c:v>
                </c:pt>
                <c:pt idx="3551">
                  <c:v>65.440742</c:v>
                </c:pt>
                <c:pt idx="3552">
                  <c:v>65.438239999999993</c:v>
                </c:pt>
                <c:pt idx="3553">
                  <c:v>65.435822000000002</c:v>
                </c:pt>
                <c:pt idx="3554">
                  <c:v>65.433655000000002</c:v>
                </c:pt>
                <c:pt idx="3555">
                  <c:v>65.431610000000006</c:v>
                </c:pt>
                <c:pt idx="3556">
                  <c:v>65.429366999999999</c:v>
                </c:pt>
                <c:pt idx="3557">
                  <c:v>65.427124000000006</c:v>
                </c:pt>
                <c:pt idx="3558">
                  <c:v>65.424805000000006</c:v>
                </c:pt>
                <c:pt idx="3559">
                  <c:v>65.422348</c:v>
                </c:pt>
                <c:pt idx="3560">
                  <c:v>65.419983000000002</c:v>
                </c:pt>
                <c:pt idx="3561">
                  <c:v>65.417320000000004</c:v>
                </c:pt>
                <c:pt idx="3562">
                  <c:v>65.414664999999999</c:v>
                </c:pt>
                <c:pt idx="3563">
                  <c:v>65.411827000000002</c:v>
                </c:pt>
                <c:pt idx="3564">
                  <c:v>65.409294000000003</c:v>
                </c:pt>
                <c:pt idx="3565">
                  <c:v>65.406998000000002</c:v>
                </c:pt>
                <c:pt idx="3566">
                  <c:v>65.405190000000005</c:v>
                </c:pt>
                <c:pt idx="3567">
                  <c:v>65.403914999999998</c:v>
                </c:pt>
                <c:pt idx="3568">
                  <c:v>65.402968999999999</c:v>
                </c:pt>
                <c:pt idx="3569">
                  <c:v>65.402298000000002</c:v>
                </c:pt>
                <c:pt idx="3570">
                  <c:v>65.401961999999997</c:v>
                </c:pt>
                <c:pt idx="3571">
                  <c:v>65.401657</c:v>
                </c:pt>
                <c:pt idx="3572">
                  <c:v>65.401505</c:v>
                </c:pt>
                <c:pt idx="3573">
                  <c:v>65.401359999999997</c:v>
                </c:pt>
                <c:pt idx="3574">
                  <c:v>65.401275999999996</c:v>
                </c:pt>
                <c:pt idx="3575">
                  <c:v>65.401206999999999</c:v>
                </c:pt>
                <c:pt idx="3576">
                  <c:v>65.401145999999997</c:v>
                </c:pt>
                <c:pt idx="3577">
                  <c:v>65.401084999999995</c:v>
                </c:pt>
                <c:pt idx="3578">
                  <c:v>65.401038999999997</c:v>
                </c:pt>
                <c:pt idx="3579">
                  <c:v>65.400986000000003</c:v>
                </c:pt>
                <c:pt idx="3580">
                  <c:v>65.400970000000001</c:v>
                </c:pt>
                <c:pt idx="3581">
                  <c:v>65.400940000000006</c:v>
                </c:pt>
                <c:pt idx="3582">
                  <c:v>65.400902000000002</c:v>
                </c:pt>
                <c:pt idx="3583">
                  <c:v>65.400908999999999</c:v>
                </c:pt>
                <c:pt idx="3584">
                  <c:v>65.400893999999994</c:v>
                </c:pt>
                <c:pt idx="3585">
                  <c:v>65.400856000000005</c:v>
                </c:pt>
                <c:pt idx="3586">
                  <c:v>65.400847999999996</c:v>
                </c:pt>
                <c:pt idx="3587">
                  <c:v>65.400802999999996</c:v>
                </c:pt>
                <c:pt idx="3588">
                  <c:v>65.400786999999994</c:v>
                </c:pt>
                <c:pt idx="3589">
                  <c:v>65.400741999999994</c:v>
                </c:pt>
                <c:pt idx="3590">
                  <c:v>65.400749000000005</c:v>
                </c:pt>
                <c:pt idx="3591">
                  <c:v>65.400756999999999</c:v>
                </c:pt>
                <c:pt idx="3592">
                  <c:v>65.400702999999993</c:v>
                </c:pt>
                <c:pt idx="3593">
                  <c:v>65.400672999999998</c:v>
                </c:pt>
                <c:pt idx="3594">
                  <c:v>65.400620000000004</c:v>
                </c:pt>
                <c:pt idx="3595">
                  <c:v>65.400527999999994</c:v>
                </c:pt>
                <c:pt idx="3596">
                  <c:v>65.400490000000005</c:v>
                </c:pt>
                <c:pt idx="3597">
                  <c:v>65.400306999999998</c:v>
                </c:pt>
                <c:pt idx="3598">
                  <c:v>65.400245999999996</c:v>
                </c:pt>
                <c:pt idx="3599">
                  <c:v>65.400101000000006</c:v>
                </c:pt>
                <c:pt idx="3600">
                  <c:v>65.400002000000001</c:v>
                </c:pt>
                <c:pt idx="3601">
                  <c:v>65.399895000000001</c:v>
                </c:pt>
                <c:pt idx="3602">
                  <c:v>65.399788000000001</c:v>
                </c:pt>
                <c:pt idx="3603">
                  <c:v>65.399681000000001</c:v>
                </c:pt>
                <c:pt idx="3604">
                  <c:v>65.399574000000001</c:v>
                </c:pt>
                <c:pt idx="3605">
                  <c:v>65.399506000000002</c:v>
                </c:pt>
                <c:pt idx="3606">
                  <c:v>65.399467000000001</c:v>
                </c:pt>
                <c:pt idx="3607">
                  <c:v>65.399428999999998</c:v>
                </c:pt>
                <c:pt idx="3608">
                  <c:v>65.399253999999999</c:v>
                </c:pt>
                <c:pt idx="3609">
                  <c:v>65.399199999999993</c:v>
                </c:pt>
                <c:pt idx="3610">
                  <c:v>65.399108999999996</c:v>
                </c:pt>
                <c:pt idx="3611">
                  <c:v>65.399071000000006</c:v>
                </c:pt>
                <c:pt idx="3612">
                  <c:v>65.399078000000003</c:v>
                </c:pt>
                <c:pt idx="3613">
                  <c:v>65.398955999999998</c:v>
                </c:pt>
                <c:pt idx="3614">
                  <c:v>65.398964000000007</c:v>
                </c:pt>
                <c:pt idx="3615">
                  <c:v>65.398926000000003</c:v>
                </c:pt>
                <c:pt idx="3616">
                  <c:v>65.398903000000004</c:v>
                </c:pt>
                <c:pt idx="3617">
                  <c:v>65.398894999999996</c:v>
                </c:pt>
                <c:pt idx="3618">
                  <c:v>65.398917999999995</c:v>
                </c:pt>
                <c:pt idx="3619">
                  <c:v>65.398940999999994</c:v>
                </c:pt>
                <c:pt idx="3620">
                  <c:v>65.398949000000002</c:v>
                </c:pt>
                <c:pt idx="3621">
                  <c:v>65.398964000000007</c:v>
                </c:pt>
                <c:pt idx="3622">
                  <c:v>65.398933</c:v>
                </c:pt>
                <c:pt idx="3623">
                  <c:v>65.398933</c:v>
                </c:pt>
                <c:pt idx="3624">
                  <c:v>65.398910999999998</c:v>
                </c:pt>
                <c:pt idx="3625">
                  <c:v>65.398871999999997</c:v>
                </c:pt>
                <c:pt idx="3626">
                  <c:v>65.398865000000001</c:v>
                </c:pt>
                <c:pt idx="3627">
                  <c:v>65.398833999999994</c:v>
                </c:pt>
                <c:pt idx="3628">
                  <c:v>65.398833999999994</c:v>
                </c:pt>
                <c:pt idx="3629">
                  <c:v>65.398787999999996</c:v>
                </c:pt>
                <c:pt idx="3630">
                  <c:v>65.398750000000007</c:v>
                </c:pt>
                <c:pt idx="3631">
                  <c:v>65.398705000000007</c:v>
                </c:pt>
                <c:pt idx="3632">
                  <c:v>65.398696999999999</c:v>
                </c:pt>
                <c:pt idx="3633">
                  <c:v>65.398658999999995</c:v>
                </c:pt>
                <c:pt idx="3634">
                  <c:v>65.398643000000007</c:v>
                </c:pt>
                <c:pt idx="3635">
                  <c:v>65.398574999999994</c:v>
                </c:pt>
                <c:pt idx="3636">
                  <c:v>65.398375999999999</c:v>
                </c:pt>
                <c:pt idx="3637">
                  <c:v>65.398285000000001</c:v>
                </c:pt>
                <c:pt idx="3638">
                  <c:v>65.398155000000003</c:v>
                </c:pt>
                <c:pt idx="3639">
                  <c:v>65.398064000000005</c:v>
                </c:pt>
                <c:pt idx="3640">
                  <c:v>65.398055999999997</c:v>
                </c:pt>
                <c:pt idx="3641">
                  <c:v>65.398055999999997</c:v>
                </c:pt>
                <c:pt idx="3642">
                  <c:v>65.398064000000005</c:v>
                </c:pt>
                <c:pt idx="3643">
                  <c:v>65.398124999999993</c:v>
                </c:pt>
                <c:pt idx="3644">
                  <c:v>65.398162999999997</c:v>
                </c:pt>
                <c:pt idx="3645">
                  <c:v>65.398124999999993</c:v>
                </c:pt>
                <c:pt idx="3646">
                  <c:v>65.398162999999997</c:v>
                </c:pt>
                <c:pt idx="3647">
                  <c:v>65.398101999999994</c:v>
                </c:pt>
                <c:pt idx="3648">
                  <c:v>65.398064000000005</c:v>
                </c:pt>
                <c:pt idx="3649">
                  <c:v>65.398055999999997</c:v>
                </c:pt>
                <c:pt idx="3650">
                  <c:v>65.398003000000003</c:v>
                </c:pt>
                <c:pt idx="3651">
                  <c:v>65.398003000000003</c:v>
                </c:pt>
                <c:pt idx="3652">
                  <c:v>65.397942</c:v>
                </c:pt>
                <c:pt idx="3653">
                  <c:v>65.397880999999998</c:v>
                </c:pt>
                <c:pt idx="3654">
                  <c:v>65.397796999999997</c:v>
                </c:pt>
                <c:pt idx="3655">
                  <c:v>65.397803999999994</c:v>
                </c:pt>
                <c:pt idx="3656">
                  <c:v>65.397469000000001</c:v>
                </c:pt>
                <c:pt idx="3657">
                  <c:v>65.397368999999998</c:v>
                </c:pt>
                <c:pt idx="3658">
                  <c:v>65.397132999999997</c:v>
                </c:pt>
                <c:pt idx="3659">
                  <c:v>65.397011000000006</c:v>
                </c:pt>
                <c:pt idx="3660">
                  <c:v>65.396895999999998</c:v>
                </c:pt>
                <c:pt idx="3661">
                  <c:v>65.396797000000007</c:v>
                </c:pt>
                <c:pt idx="3662">
                  <c:v>65.396713000000005</c:v>
                </c:pt>
                <c:pt idx="3663">
                  <c:v>65.396629000000004</c:v>
                </c:pt>
                <c:pt idx="3664">
                  <c:v>65.396545000000003</c:v>
                </c:pt>
                <c:pt idx="3665">
                  <c:v>65.396468999999996</c:v>
                </c:pt>
                <c:pt idx="3666">
                  <c:v>65.396407999999994</c:v>
                </c:pt>
                <c:pt idx="3667">
                  <c:v>65.396393000000003</c:v>
                </c:pt>
                <c:pt idx="3668">
                  <c:v>65.396240000000006</c:v>
                </c:pt>
                <c:pt idx="3669">
                  <c:v>65.396225000000001</c:v>
                </c:pt>
                <c:pt idx="3670">
                  <c:v>65.396133000000006</c:v>
                </c:pt>
                <c:pt idx="3671">
                  <c:v>65.396102999999997</c:v>
                </c:pt>
                <c:pt idx="3672">
                  <c:v>65.396049000000005</c:v>
                </c:pt>
                <c:pt idx="3673">
                  <c:v>65.396011000000001</c:v>
                </c:pt>
                <c:pt idx="3674">
                  <c:v>65.395949999999999</c:v>
                </c:pt>
                <c:pt idx="3675">
                  <c:v>65.395934999999994</c:v>
                </c:pt>
                <c:pt idx="3676">
                  <c:v>65.395911999999996</c:v>
                </c:pt>
                <c:pt idx="3677">
                  <c:v>65.395897000000005</c:v>
                </c:pt>
                <c:pt idx="3678">
                  <c:v>65.395888999999997</c:v>
                </c:pt>
                <c:pt idx="3679">
                  <c:v>65.395843999999997</c:v>
                </c:pt>
                <c:pt idx="3680">
                  <c:v>65.395804999999996</c:v>
                </c:pt>
                <c:pt idx="3681">
                  <c:v>65.395743999999993</c:v>
                </c:pt>
                <c:pt idx="3682">
                  <c:v>65.395652999999996</c:v>
                </c:pt>
                <c:pt idx="3683">
                  <c:v>65.395576000000005</c:v>
                </c:pt>
                <c:pt idx="3684">
                  <c:v>65.395493000000002</c:v>
                </c:pt>
                <c:pt idx="3685">
                  <c:v>65.395325</c:v>
                </c:pt>
                <c:pt idx="3686">
                  <c:v>65.394965999999997</c:v>
                </c:pt>
                <c:pt idx="3687">
                  <c:v>65.394668999999993</c:v>
                </c:pt>
                <c:pt idx="3688">
                  <c:v>65.394042999999996</c:v>
                </c:pt>
                <c:pt idx="3689">
                  <c:v>65.393173000000004</c:v>
                </c:pt>
                <c:pt idx="3690">
                  <c:v>65.392585999999994</c:v>
                </c:pt>
                <c:pt idx="3691">
                  <c:v>65.392059000000003</c:v>
                </c:pt>
                <c:pt idx="3692">
                  <c:v>65.391563000000005</c:v>
                </c:pt>
                <c:pt idx="3693">
                  <c:v>65.391120999999998</c:v>
                </c:pt>
                <c:pt idx="3694">
                  <c:v>65.390670999999998</c:v>
                </c:pt>
                <c:pt idx="3695">
                  <c:v>65.390274000000005</c:v>
                </c:pt>
                <c:pt idx="3696">
                  <c:v>65.389838999999995</c:v>
                </c:pt>
                <c:pt idx="3697">
                  <c:v>65.388748000000007</c:v>
                </c:pt>
                <c:pt idx="3698">
                  <c:v>65.385909999999996</c:v>
                </c:pt>
                <c:pt idx="3699">
                  <c:v>65.381507999999997</c:v>
                </c:pt>
                <c:pt idx="3700">
                  <c:v>65.376846</c:v>
                </c:pt>
                <c:pt idx="3701">
                  <c:v>65.370261999999997</c:v>
                </c:pt>
                <c:pt idx="3702">
                  <c:v>65.362258999999995</c:v>
                </c:pt>
                <c:pt idx="3703">
                  <c:v>65.353049999999996</c:v>
                </c:pt>
                <c:pt idx="3704">
                  <c:v>65.342315999999997</c:v>
                </c:pt>
                <c:pt idx="3705">
                  <c:v>65.332367000000005</c:v>
                </c:pt>
                <c:pt idx="3706">
                  <c:v>65.322861000000003</c:v>
                </c:pt>
                <c:pt idx="3707">
                  <c:v>65.313086999999996</c:v>
                </c:pt>
                <c:pt idx="3708">
                  <c:v>65.302970999999999</c:v>
                </c:pt>
                <c:pt idx="3709">
                  <c:v>65.292541999999997</c:v>
                </c:pt>
                <c:pt idx="3710">
                  <c:v>65.281836999999996</c:v>
                </c:pt>
                <c:pt idx="3711">
                  <c:v>65.271621999999994</c:v>
                </c:pt>
                <c:pt idx="3712">
                  <c:v>65.263099999999994</c:v>
                </c:pt>
                <c:pt idx="3713">
                  <c:v>65.255829000000006</c:v>
                </c:pt>
                <c:pt idx="3714">
                  <c:v>65.249831999999998</c:v>
                </c:pt>
                <c:pt idx="3715">
                  <c:v>65.245063999999999</c:v>
                </c:pt>
                <c:pt idx="3716">
                  <c:v>65.241202999999999</c:v>
                </c:pt>
                <c:pt idx="3717">
                  <c:v>65.237480000000005</c:v>
                </c:pt>
                <c:pt idx="3718">
                  <c:v>65.232651000000004</c:v>
                </c:pt>
                <c:pt idx="3719">
                  <c:v>65.226867999999996</c:v>
                </c:pt>
                <c:pt idx="3720">
                  <c:v>65.219825999999998</c:v>
                </c:pt>
                <c:pt idx="3721">
                  <c:v>65.212135000000004</c:v>
                </c:pt>
                <c:pt idx="3722">
                  <c:v>65.204041000000004</c:v>
                </c:pt>
                <c:pt idx="3723">
                  <c:v>65.196144000000004</c:v>
                </c:pt>
                <c:pt idx="3724">
                  <c:v>65.189116999999996</c:v>
                </c:pt>
                <c:pt idx="3725">
                  <c:v>65.183372000000006</c:v>
                </c:pt>
                <c:pt idx="3726">
                  <c:v>65.178618999999998</c:v>
                </c:pt>
                <c:pt idx="3727">
                  <c:v>65.174171000000001</c:v>
                </c:pt>
                <c:pt idx="3728">
                  <c:v>65.169021999999998</c:v>
                </c:pt>
                <c:pt idx="3729">
                  <c:v>65.162514000000002</c:v>
                </c:pt>
                <c:pt idx="3730">
                  <c:v>65.154572000000002</c:v>
                </c:pt>
                <c:pt idx="3731">
                  <c:v>65.145843999999997</c:v>
                </c:pt>
                <c:pt idx="3732">
                  <c:v>65.137054000000006</c:v>
                </c:pt>
                <c:pt idx="3733">
                  <c:v>65.129088999999993</c:v>
                </c:pt>
                <c:pt idx="3734">
                  <c:v>65.122574</c:v>
                </c:pt>
                <c:pt idx="3735">
                  <c:v>65.117348000000007</c:v>
                </c:pt>
                <c:pt idx="3736">
                  <c:v>65.112869000000003</c:v>
                </c:pt>
                <c:pt idx="3737">
                  <c:v>65.108292000000006</c:v>
                </c:pt>
                <c:pt idx="3738">
                  <c:v>65.102829</c:v>
                </c:pt>
                <c:pt idx="3739">
                  <c:v>65.095718000000005</c:v>
                </c:pt>
                <c:pt idx="3740">
                  <c:v>65.087097</c:v>
                </c:pt>
                <c:pt idx="3741">
                  <c:v>65.077208999999996</c:v>
                </c:pt>
                <c:pt idx="3742">
                  <c:v>65.065842000000004</c:v>
                </c:pt>
                <c:pt idx="3743">
                  <c:v>65.054405000000003</c:v>
                </c:pt>
                <c:pt idx="3744">
                  <c:v>65.044028999999995</c:v>
                </c:pt>
                <c:pt idx="3745">
                  <c:v>65.034987999999998</c:v>
                </c:pt>
                <c:pt idx="3746">
                  <c:v>65.026604000000006</c:v>
                </c:pt>
                <c:pt idx="3747">
                  <c:v>65.018203999999997</c:v>
                </c:pt>
                <c:pt idx="3748">
                  <c:v>65.008849999999995</c:v>
                </c:pt>
                <c:pt idx="3749">
                  <c:v>64.998383000000004</c:v>
                </c:pt>
                <c:pt idx="3750">
                  <c:v>64.987212999999997</c:v>
                </c:pt>
                <c:pt idx="3751">
                  <c:v>64.975868000000006</c:v>
                </c:pt>
                <c:pt idx="3752">
                  <c:v>64.965171999999995</c:v>
                </c:pt>
                <c:pt idx="3753">
                  <c:v>64.955841000000007</c:v>
                </c:pt>
                <c:pt idx="3754">
                  <c:v>64.947968000000003</c:v>
                </c:pt>
                <c:pt idx="3755">
                  <c:v>64.941040000000001</c:v>
                </c:pt>
                <c:pt idx="3756">
                  <c:v>64.934196</c:v>
                </c:pt>
                <c:pt idx="3757">
                  <c:v>64.926697000000004</c:v>
                </c:pt>
                <c:pt idx="3758">
                  <c:v>64.917770000000004</c:v>
                </c:pt>
                <c:pt idx="3759">
                  <c:v>64.906852999999998</c:v>
                </c:pt>
                <c:pt idx="3760">
                  <c:v>64.894852</c:v>
                </c:pt>
                <c:pt idx="3761">
                  <c:v>64.882637000000003</c:v>
                </c:pt>
                <c:pt idx="3762">
                  <c:v>64.870070999999996</c:v>
                </c:pt>
                <c:pt idx="3763">
                  <c:v>64.857276999999996</c:v>
                </c:pt>
                <c:pt idx="3764">
                  <c:v>64.844680999999994</c:v>
                </c:pt>
                <c:pt idx="3765">
                  <c:v>64.832817000000006</c:v>
                </c:pt>
                <c:pt idx="3766">
                  <c:v>64.821442000000005</c:v>
                </c:pt>
                <c:pt idx="3767">
                  <c:v>64.809807000000006</c:v>
                </c:pt>
                <c:pt idx="3768">
                  <c:v>64.797805999999994</c:v>
                </c:pt>
                <c:pt idx="3769">
                  <c:v>64.785324000000003</c:v>
                </c:pt>
                <c:pt idx="3770">
                  <c:v>64.772307999999995</c:v>
                </c:pt>
                <c:pt idx="3771">
                  <c:v>64.759628000000006</c:v>
                </c:pt>
                <c:pt idx="3772">
                  <c:v>64.747726</c:v>
                </c:pt>
                <c:pt idx="3773">
                  <c:v>64.736557000000005</c:v>
                </c:pt>
                <c:pt idx="3774">
                  <c:v>64.726151000000002</c:v>
                </c:pt>
                <c:pt idx="3775">
                  <c:v>64.716033999999993</c:v>
                </c:pt>
                <c:pt idx="3776">
                  <c:v>64.705619999999996</c:v>
                </c:pt>
                <c:pt idx="3777">
                  <c:v>64.694739999999996</c:v>
                </c:pt>
                <c:pt idx="3778">
                  <c:v>64.682891999999995</c:v>
                </c:pt>
                <c:pt idx="3779">
                  <c:v>64.670471000000006</c:v>
                </c:pt>
                <c:pt idx="3780">
                  <c:v>64.657341000000002</c:v>
                </c:pt>
                <c:pt idx="3781">
                  <c:v>64.643981999999994</c:v>
                </c:pt>
                <c:pt idx="3782">
                  <c:v>64.631095999999999</c:v>
                </c:pt>
                <c:pt idx="3783">
                  <c:v>64.618835000000004</c:v>
                </c:pt>
                <c:pt idx="3784">
                  <c:v>64.607101</c:v>
                </c:pt>
                <c:pt idx="3785">
                  <c:v>64.595764000000003</c:v>
                </c:pt>
                <c:pt idx="3786">
                  <c:v>64.584602000000004</c:v>
                </c:pt>
                <c:pt idx="3787">
                  <c:v>64.573250000000002</c:v>
                </c:pt>
                <c:pt idx="3788">
                  <c:v>64.561088999999996</c:v>
                </c:pt>
                <c:pt idx="3789">
                  <c:v>64.548195000000007</c:v>
                </c:pt>
                <c:pt idx="3790">
                  <c:v>64.535065000000003</c:v>
                </c:pt>
                <c:pt idx="3791">
                  <c:v>64.521918999999997</c:v>
                </c:pt>
                <c:pt idx="3792">
                  <c:v>64.508780999999999</c:v>
                </c:pt>
                <c:pt idx="3793">
                  <c:v>64.496230999999995</c:v>
                </c:pt>
                <c:pt idx="3794">
                  <c:v>64.484375</c:v>
                </c:pt>
                <c:pt idx="3795">
                  <c:v>64.472954000000001</c:v>
                </c:pt>
                <c:pt idx="3796">
                  <c:v>64.461357000000007</c:v>
                </c:pt>
                <c:pt idx="3797">
                  <c:v>64.449462999999994</c:v>
                </c:pt>
                <c:pt idx="3798">
                  <c:v>64.437111000000002</c:v>
                </c:pt>
                <c:pt idx="3799">
                  <c:v>64.424042</c:v>
                </c:pt>
                <c:pt idx="3800">
                  <c:v>64.410347000000002</c:v>
                </c:pt>
                <c:pt idx="3801">
                  <c:v>64.396568000000002</c:v>
                </c:pt>
                <c:pt idx="3802">
                  <c:v>64.383430000000004</c:v>
                </c:pt>
                <c:pt idx="3803">
                  <c:v>64.370887999999994</c:v>
                </c:pt>
                <c:pt idx="3804">
                  <c:v>64.358954999999995</c:v>
                </c:pt>
                <c:pt idx="3805">
                  <c:v>64.347381999999996</c:v>
                </c:pt>
                <c:pt idx="3806">
                  <c:v>64.335723999999999</c:v>
                </c:pt>
                <c:pt idx="3807">
                  <c:v>64.323836999999997</c:v>
                </c:pt>
                <c:pt idx="3808">
                  <c:v>64.310944000000006</c:v>
                </c:pt>
                <c:pt idx="3809">
                  <c:v>64.297684000000004</c:v>
                </c:pt>
                <c:pt idx="3810">
                  <c:v>64.28389</c:v>
                </c:pt>
                <c:pt idx="3811">
                  <c:v>64.270149000000004</c:v>
                </c:pt>
                <c:pt idx="3812">
                  <c:v>64.257132999999996</c:v>
                </c:pt>
                <c:pt idx="3813">
                  <c:v>64.244774000000007</c:v>
                </c:pt>
                <c:pt idx="3814">
                  <c:v>64.233024999999998</c:v>
                </c:pt>
                <c:pt idx="3815">
                  <c:v>64.221519000000001</c:v>
                </c:pt>
                <c:pt idx="3816">
                  <c:v>64.210007000000004</c:v>
                </c:pt>
                <c:pt idx="3817">
                  <c:v>64.198036000000002</c:v>
                </c:pt>
                <c:pt idx="3818">
                  <c:v>64.185455000000005</c:v>
                </c:pt>
                <c:pt idx="3819">
                  <c:v>64.172248999999994</c:v>
                </c:pt>
                <c:pt idx="3820">
                  <c:v>64.158812999999995</c:v>
                </c:pt>
                <c:pt idx="3821">
                  <c:v>64.145645000000002</c:v>
                </c:pt>
                <c:pt idx="3822">
                  <c:v>64.132767000000001</c:v>
                </c:pt>
                <c:pt idx="3823">
                  <c:v>64.120582999999996</c:v>
                </c:pt>
                <c:pt idx="3824">
                  <c:v>64.108886999999996</c:v>
                </c:pt>
                <c:pt idx="3825">
                  <c:v>64.097472999999994</c:v>
                </c:pt>
                <c:pt idx="3826">
                  <c:v>64.085976000000002</c:v>
                </c:pt>
                <c:pt idx="3827">
                  <c:v>64.074150000000003</c:v>
                </c:pt>
                <c:pt idx="3828">
                  <c:v>64.061958000000004</c:v>
                </c:pt>
                <c:pt idx="3829">
                  <c:v>64.049087999999998</c:v>
                </c:pt>
                <c:pt idx="3830">
                  <c:v>64.036216999999994</c:v>
                </c:pt>
                <c:pt idx="3831">
                  <c:v>64.023453000000003</c:v>
                </c:pt>
                <c:pt idx="3832">
                  <c:v>64.010818</c:v>
                </c:pt>
                <c:pt idx="3833">
                  <c:v>63.998688000000001</c:v>
                </c:pt>
                <c:pt idx="3834">
                  <c:v>63.986885000000001</c:v>
                </c:pt>
                <c:pt idx="3835">
                  <c:v>63.975352999999998</c:v>
                </c:pt>
                <c:pt idx="3836">
                  <c:v>63.963886000000002</c:v>
                </c:pt>
                <c:pt idx="3837">
                  <c:v>63.952216999999997</c:v>
                </c:pt>
                <c:pt idx="3838">
                  <c:v>63.940243000000002</c:v>
                </c:pt>
                <c:pt idx="3839">
                  <c:v>63.927975000000004</c:v>
                </c:pt>
                <c:pt idx="3840">
                  <c:v>63.915652999999999</c:v>
                </c:pt>
                <c:pt idx="3841">
                  <c:v>63.903343</c:v>
                </c:pt>
                <c:pt idx="3842">
                  <c:v>63.891243000000003</c:v>
                </c:pt>
                <c:pt idx="3843">
                  <c:v>63.879353000000002</c:v>
                </c:pt>
                <c:pt idx="3844">
                  <c:v>63.867756</c:v>
                </c:pt>
                <c:pt idx="3845">
                  <c:v>63.856281000000003</c:v>
                </c:pt>
                <c:pt idx="3846">
                  <c:v>63.844856</c:v>
                </c:pt>
                <c:pt idx="3847">
                  <c:v>63.833328000000002</c:v>
                </c:pt>
                <c:pt idx="3848">
                  <c:v>63.82159</c:v>
                </c:pt>
                <c:pt idx="3849">
                  <c:v>63.809555000000003</c:v>
                </c:pt>
                <c:pt idx="3850">
                  <c:v>63.797459000000003</c:v>
                </c:pt>
                <c:pt idx="3851">
                  <c:v>63.785350999999999</c:v>
                </c:pt>
                <c:pt idx="3852">
                  <c:v>63.773437999999999</c:v>
                </c:pt>
                <c:pt idx="3853">
                  <c:v>63.761799000000003</c:v>
                </c:pt>
                <c:pt idx="3854">
                  <c:v>63.750445999999997</c:v>
                </c:pt>
                <c:pt idx="3855">
                  <c:v>63.739319000000002</c:v>
                </c:pt>
                <c:pt idx="3856">
                  <c:v>63.728088</c:v>
                </c:pt>
                <c:pt idx="3857">
                  <c:v>63.716652000000003</c:v>
                </c:pt>
                <c:pt idx="3858">
                  <c:v>63.704768999999999</c:v>
                </c:pt>
                <c:pt idx="3859">
                  <c:v>63.692791</c:v>
                </c:pt>
                <c:pt idx="3860">
                  <c:v>63.680636999999997</c:v>
                </c:pt>
                <c:pt idx="3861">
                  <c:v>63.668574999999997</c:v>
                </c:pt>
                <c:pt idx="3862">
                  <c:v>63.656680999999999</c:v>
                </c:pt>
                <c:pt idx="3863">
                  <c:v>63.645156999999998</c:v>
                </c:pt>
                <c:pt idx="3864">
                  <c:v>63.633934000000004</c:v>
                </c:pt>
                <c:pt idx="3865">
                  <c:v>63.622833</c:v>
                </c:pt>
                <c:pt idx="3866">
                  <c:v>63.611687000000003</c:v>
                </c:pt>
                <c:pt idx="3867">
                  <c:v>63.600265999999998</c:v>
                </c:pt>
                <c:pt idx="3868">
                  <c:v>63.588546999999998</c:v>
                </c:pt>
                <c:pt idx="3869">
                  <c:v>63.576599000000002</c:v>
                </c:pt>
                <c:pt idx="3870">
                  <c:v>63.564526000000001</c:v>
                </c:pt>
                <c:pt idx="3871">
                  <c:v>63.552577999999997</c:v>
                </c:pt>
                <c:pt idx="3872">
                  <c:v>63.540894000000002</c:v>
                </c:pt>
                <c:pt idx="3873">
                  <c:v>63.529518000000003</c:v>
                </c:pt>
                <c:pt idx="3874">
                  <c:v>63.518104999999998</c:v>
                </c:pt>
                <c:pt idx="3875">
                  <c:v>63.506377999999998</c:v>
                </c:pt>
                <c:pt idx="3876">
                  <c:v>63.494785</c:v>
                </c:pt>
                <c:pt idx="3877">
                  <c:v>63.482742000000002</c:v>
                </c:pt>
                <c:pt idx="3878">
                  <c:v>63.470511999999999</c:v>
                </c:pt>
                <c:pt idx="3879">
                  <c:v>63.458015000000003</c:v>
                </c:pt>
                <c:pt idx="3880">
                  <c:v>63.445380999999998</c:v>
                </c:pt>
                <c:pt idx="3881">
                  <c:v>63.433047999999999</c:v>
                </c:pt>
                <c:pt idx="3882">
                  <c:v>63.420817999999997</c:v>
                </c:pt>
                <c:pt idx="3883">
                  <c:v>63.408988999999998</c:v>
                </c:pt>
                <c:pt idx="3884">
                  <c:v>63.397345999999999</c:v>
                </c:pt>
                <c:pt idx="3885">
                  <c:v>63.385905999999999</c:v>
                </c:pt>
                <c:pt idx="3886">
                  <c:v>63.374167999999997</c:v>
                </c:pt>
                <c:pt idx="3887">
                  <c:v>63.362431000000001</c:v>
                </c:pt>
                <c:pt idx="3888">
                  <c:v>63.349915000000003</c:v>
                </c:pt>
                <c:pt idx="3889">
                  <c:v>63.337639000000003</c:v>
                </c:pt>
                <c:pt idx="3890">
                  <c:v>63.324986000000003</c:v>
                </c:pt>
                <c:pt idx="3891">
                  <c:v>63.312859000000003</c:v>
                </c:pt>
                <c:pt idx="3892">
                  <c:v>63.300944999999999</c:v>
                </c:pt>
                <c:pt idx="3893">
                  <c:v>63.289130999999998</c:v>
                </c:pt>
                <c:pt idx="3894">
                  <c:v>63.277690999999997</c:v>
                </c:pt>
                <c:pt idx="3895">
                  <c:v>63.266010000000001</c:v>
                </c:pt>
                <c:pt idx="3896">
                  <c:v>63.254299000000003</c:v>
                </c:pt>
                <c:pt idx="3897">
                  <c:v>63.242432000000001</c:v>
                </c:pt>
                <c:pt idx="3898">
                  <c:v>63.230221</c:v>
                </c:pt>
                <c:pt idx="3899">
                  <c:v>63.217606000000004</c:v>
                </c:pt>
                <c:pt idx="3900">
                  <c:v>63.205306999999998</c:v>
                </c:pt>
                <c:pt idx="3901">
                  <c:v>63.192936000000003</c:v>
                </c:pt>
                <c:pt idx="3902">
                  <c:v>63.180900999999999</c:v>
                </c:pt>
                <c:pt idx="3903">
                  <c:v>63.169212000000002</c:v>
                </c:pt>
                <c:pt idx="3904">
                  <c:v>63.157710999999999</c:v>
                </c:pt>
                <c:pt idx="3905">
                  <c:v>63.146141</c:v>
                </c:pt>
                <c:pt idx="3906">
                  <c:v>63.134551999999999</c:v>
                </c:pt>
                <c:pt idx="3907">
                  <c:v>63.122562000000002</c:v>
                </c:pt>
                <c:pt idx="3908">
                  <c:v>63.099659000000003</c:v>
                </c:pt>
                <c:pt idx="3909">
                  <c:v>63.074981999999999</c:v>
                </c:pt>
                <c:pt idx="3910">
                  <c:v>63.050426000000002</c:v>
                </c:pt>
                <c:pt idx="3911">
                  <c:v>63.025931999999997</c:v>
                </c:pt>
                <c:pt idx="3912">
                  <c:v>63.001862000000003</c:v>
                </c:pt>
                <c:pt idx="3913">
                  <c:v>62.977905</c:v>
                </c:pt>
                <c:pt idx="3914">
                  <c:v>62.954028999999998</c:v>
                </c:pt>
                <c:pt idx="3915">
                  <c:v>62.930171999999999</c:v>
                </c:pt>
                <c:pt idx="3916">
                  <c:v>62.906115999999997</c:v>
                </c:pt>
                <c:pt idx="3917">
                  <c:v>62.881824000000002</c:v>
                </c:pt>
                <c:pt idx="3918">
                  <c:v>62.857295999999998</c:v>
                </c:pt>
                <c:pt idx="3919">
                  <c:v>62.832732999999998</c:v>
                </c:pt>
                <c:pt idx="3920">
                  <c:v>62.808219999999999</c:v>
                </c:pt>
                <c:pt idx="3921">
                  <c:v>62.784053999999998</c:v>
                </c:pt>
                <c:pt idx="3922">
                  <c:v>62.760044000000001</c:v>
                </c:pt>
                <c:pt idx="3923">
                  <c:v>62.736130000000003</c:v>
                </c:pt>
                <c:pt idx="3924">
                  <c:v>62.712283999999997</c:v>
                </c:pt>
                <c:pt idx="3925">
                  <c:v>62.688343000000003</c:v>
                </c:pt>
                <c:pt idx="3926">
                  <c:v>62.664192</c:v>
                </c:pt>
                <c:pt idx="3927">
                  <c:v>62.639865999999998</c:v>
                </c:pt>
                <c:pt idx="3928">
                  <c:v>62.615349000000002</c:v>
                </c:pt>
                <c:pt idx="3929">
                  <c:v>62.590809</c:v>
                </c:pt>
                <c:pt idx="3930">
                  <c:v>62.566173999999997</c:v>
                </c:pt>
                <c:pt idx="3931">
                  <c:v>62.541958000000001</c:v>
                </c:pt>
                <c:pt idx="3932">
                  <c:v>62.517871999999997</c:v>
                </c:pt>
                <c:pt idx="3933">
                  <c:v>62.494160000000001</c:v>
                </c:pt>
                <c:pt idx="3934">
                  <c:v>62.470523999999997</c:v>
                </c:pt>
                <c:pt idx="3935">
                  <c:v>62.446818999999998</c:v>
                </c:pt>
                <c:pt idx="3936">
                  <c:v>62.422660999999998</c:v>
                </c:pt>
                <c:pt idx="3937">
                  <c:v>62.398342</c:v>
                </c:pt>
                <c:pt idx="3938">
                  <c:v>62.373649999999998</c:v>
                </c:pt>
                <c:pt idx="3939">
                  <c:v>62.349029999999999</c:v>
                </c:pt>
                <c:pt idx="3940">
                  <c:v>62.324238000000001</c:v>
                </c:pt>
                <c:pt idx="3941">
                  <c:v>62.300097999999998</c:v>
                </c:pt>
                <c:pt idx="3942">
                  <c:v>62.276069999999997</c:v>
                </c:pt>
                <c:pt idx="3943">
                  <c:v>62.252276999999999</c:v>
                </c:pt>
                <c:pt idx="3944">
                  <c:v>62.228530999999997</c:v>
                </c:pt>
                <c:pt idx="3945">
                  <c:v>62.204678000000001</c:v>
                </c:pt>
                <c:pt idx="3946">
                  <c:v>62.180602999999998</c:v>
                </c:pt>
                <c:pt idx="3947">
                  <c:v>62.156120000000001</c:v>
                </c:pt>
                <c:pt idx="3948">
                  <c:v>62.131599000000001</c:v>
                </c:pt>
                <c:pt idx="3949">
                  <c:v>62.106986999999997</c:v>
                </c:pt>
                <c:pt idx="3950">
                  <c:v>62.082642</c:v>
                </c:pt>
                <c:pt idx="3951">
                  <c:v>62.058517000000002</c:v>
                </c:pt>
                <c:pt idx="3952">
                  <c:v>62.034737</c:v>
                </c:pt>
                <c:pt idx="3953">
                  <c:v>62.010849</c:v>
                </c:pt>
                <c:pt idx="3954">
                  <c:v>61.986804999999997</c:v>
                </c:pt>
                <c:pt idx="3955">
                  <c:v>61.962372000000002</c:v>
                </c:pt>
                <c:pt idx="3956">
                  <c:v>61.937835999999997</c:v>
                </c:pt>
                <c:pt idx="3957">
                  <c:v>61.913063000000001</c:v>
                </c:pt>
                <c:pt idx="3958">
                  <c:v>61.888236999999997</c:v>
                </c:pt>
                <c:pt idx="3959">
                  <c:v>61.863663000000003</c:v>
                </c:pt>
                <c:pt idx="3960">
                  <c:v>61.839351999999998</c:v>
                </c:pt>
                <c:pt idx="3961">
                  <c:v>61.815215999999999</c:v>
                </c:pt>
                <c:pt idx="3962">
                  <c:v>61.791206000000003</c:v>
                </c:pt>
                <c:pt idx="3963">
                  <c:v>61.767131999999997</c:v>
                </c:pt>
                <c:pt idx="3964">
                  <c:v>61.743178999999998</c:v>
                </c:pt>
                <c:pt idx="3965">
                  <c:v>61.719062999999998</c:v>
                </c:pt>
                <c:pt idx="3966">
                  <c:v>61.694679000000001</c:v>
                </c:pt>
                <c:pt idx="3967">
                  <c:v>61.67004</c:v>
                </c:pt>
                <c:pt idx="3968">
                  <c:v>61.645439000000003</c:v>
                </c:pt>
                <c:pt idx="3969">
                  <c:v>61.620936999999998</c:v>
                </c:pt>
                <c:pt idx="3970">
                  <c:v>61.596581</c:v>
                </c:pt>
                <c:pt idx="3971">
                  <c:v>61.572490999999999</c:v>
                </c:pt>
                <c:pt idx="3972">
                  <c:v>61.548496</c:v>
                </c:pt>
                <c:pt idx="3973">
                  <c:v>61.524754000000001</c:v>
                </c:pt>
                <c:pt idx="3974">
                  <c:v>61.500557000000001</c:v>
                </c:pt>
                <c:pt idx="3975">
                  <c:v>61.476551000000001</c:v>
                </c:pt>
                <c:pt idx="3976">
                  <c:v>61.452182999999998</c:v>
                </c:pt>
                <c:pt idx="3977">
                  <c:v>61.427795000000003</c:v>
                </c:pt>
                <c:pt idx="3978">
                  <c:v>61.403229000000003</c:v>
                </c:pt>
                <c:pt idx="3979">
                  <c:v>61.378998000000003</c:v>
                </c:pt>
                <c:pt idx="3980">
                  <c:v>61.354599</c:v>
                </c:pt>
                <c:pt idx="3981">
                  <c:v>61.330494000000002</c:v>
                </c:pt>
                <c:pt idx="3982">
                  <c:v>61.306061</c:v>
                </c:pt>
                <c:pt idx="3983">
                  <c:v>61.281695999999997</c:v>
                </c:pt>
                <c:pt idx="3984">
                  <c:v>61.257148999999998</c:v>
                </c:pt>
                <c:pt idx="3985">
                  <c:v>61.232593999999999</c:v>
                </c:pt>
                <c:pt idx="3986">
                  <c:v>61.207667999999998</c:v>
                </c:pt>
                <c:pt idx="3987">
                  <c:v>61.182971999999999</c:v>
                </c:pt>
                <c:pt idx="3988">
                  <c:v>61.158000999999999</c:v>
                </c:pt>
                <c:pt idx="3989">
                  <c:v>61.133465000000001</c:v>
                </c:pt>
                <c:pt idx="3990">
                  <c:v>61.108997000000002</c:v>
                </c:pt>
                <c:pt idx="3991">
                  <c:v>61.084800999999999</c:v>
                </c:pt>
                <c:pt idx="3992">
                  <c:v>61.060775999999997</c:v>
                </c:pt>
                <c:pt idx="3993">
                  <c:v>61.036819000000001</c:v>
                </c:pt>
                <c:pt idx="3994">
                  <c:v>61.012863000000003</c:v>
                </c:pt>
                <c:pt idx="3995">
                  <c:v>60.988712</c:v>
                </c:pt>
                <c:pt idx="3996">
                  <c:v>60.964565</c:v>
                </c:pt>
                <c:pt idx="3997">
                  <c:v>60.940280999999999</c:v>
                </c:pt>
                <c:pt idx="3998">
                  <c:v>60.916015999999999</c:v>
                </c:pt>
                <c:pt idx="3999">
                  <c:v>60.891829999999999</c:v>
                </c:pt>
                <c:pt idx="4000">
                  <c:v>60.867767000000001</c:v>
                </c:pt>
                <c:pt idx="4001">
                  <c:v>60.843761000000001</c:v>
                </c:pt>
                <c:pt idx="4002">
                  <c:v>60.819800999999998</c:v>
                </c:pt>
                <c:pt idx="4003">
                  <c:v>60.795929000000001</c:v>
                </c:pt>
                <c:pt idx="4004">
                  <c:v>60.771881</c:v>
                </c:pt>
                <c:pt idx="4005">
                  <c:v>60.747799000000001</c:v>
                </c:pt>
                <c:pt idx="4006">
                  <c:v>60.723503000000001</c:v>
                </c:pt>
                <c:pt idx="4007">
                  <c:v>60.699150000000003</c:v>
                </c:pt>
                <c:pt idx="4008">
                  <c:v>60.674869999999999</c:v>
                </c:pt>
                <c:pt idx="4009">
                  <c:v>60.650627</c:v>
                </c:pt>
                <c:pt idx="4010">
                  <c:v>60.626503</c:v>
                </c:pt>
                <c:pt idx="4011">
                  <c:v>60.602469999999997</c:v>
                </c:pt>
                <c:pt idx="4012">
                  <c:v>60.578505999999997</c:v>
                </c:pt>
                <c:pt idx="4013">
                  <c:v>60.554496999999998</c:v>
                </c:pt>
                <c:pt idx="4014">
                  <c:v>60.530476</c:v>
                </c:pt>
                <c:pt idx="4015">
                  <c:v>60.506293999999997</c:v>
                </c:pt>
                <c:pt idx="4016">
                  <c:v>60.482059</c:v>
                </c:pt>
                <c:pt idx="4017">
                  <c:v>60.457703000000002</c:v>
                </c:pt>
                <c:pt idx="4018">
                  <c:v>60.433399000000001</c:v>
                </c:pt>
                <c:pt idx="4019">
                  <c:v>60.409255999999999</c:v>
                </c:pt>
                <c:pt idx="4020">
                  <c:v>60.384979000000001</c:v>
                </c:pt>
                <c:pt idx="4021">
                  <c:v>60.360923999999997</c:v>
                </c:pt>
                <c:pt idx="4022">
                  <c:v>60.337532000000003</c:v>
                </c:pt>
                <c:pt idx="4023">
                  <c:v>60.308937</c:v>
                </c:pt>
                <c:pt idx="4024">
                  <c:v>60.280231000000001</c:v>
                </c:pt>
                <c:pt idx="4025">
                  <c:v>60.274512999999999</c:v>
                </c:pt>
                <c:pt idx="4026">
                  <c:v>60.246403000000001</c:v>
                </c:pt>
                <c:pt idx="4027">
                  <c:v>60.236801</c:v>
                </c:pt>
                <c:pt idx="4028">
                  <c:v>60.224670000000003</c:v>
                </c:pt>
                <c:pt idx="4029">
                  <c:v>60.207726000000001</c:v>
                </c:pt>
                <c:pt idx="4030">
                  <c:v>60.187843000000001</c:v>
                </c:pt>
                <c:pt idx="4031">
                  <c:v>60.166091999999999</c:v>
                </c:pt>
                <c:pt idx="4032">
                  <c:v>60.143318000000001</c:v>
                </c:pt>
                <c:pt idx="4033">
                  <c:v>60.119987000000002</c:v>
                </c:pt>
                <c:pt idx="4034">
                  <c:v>60.096237000000002</c:v>
                </c:pt>
                <c:pt idx="4035">
                  <c:v>60.072249999999997</c:v>
                </c:pt>
                <c:pt idx="4036">
                  <c:v>60.048073000000002</c:v>
                </c:pt>
                <c:pt idx="4037">
                  <c:v>60.023746000000003</c:v>
                </c:pt>
                <c:pt idx="4038">
                  <c:v>59.999415999999997</c:v>
                </c:pt>
                <c:pt idx="4039">
                  <c:v>59.975211999999999</c:v>
                </c:pt>
                <c:pt idx="4040">
                  <c:v>59.951011999999999</c:v>
                </c:pt>
                <c:pt idx="4041">
                  <c:v>59.926968000000002</c:v>
                </c:pt>
                <c:pt idx="4042">
                  <c:v>59.902884999999998</c:v>
                </c:pt>
                <c:pt idx="4043">
                  <c:v>59.878838000000002</c:v>
                </c:pt>
                <c:pt idx="4044">
                  <c:v>59.854697999999999</c:v>
                </c:pt>
                <c:pt idx="4045">
                  <c:v>59.830607999999998</c:v>
                </c:pt>
                <c:pt idx="4046">
                  <c:v>59.806480000000001</c:v>
                </c:pt>
                <c:pt idx="4047">
                  <c:v>59.782401999999998</c:v>
                </c:pt>
                <c:pt idx="4048">
                  <c:v>59.758285999999998</c:v>
                </c:pt>
                <c:pt idx="4049">
                  <c:v>59.734158000000001</c:v>
                </c:pt>
                <c:pt idx="4050">
                  <c:v>59.709991000000002</c:v>
                </c:pt>
                <c:pt idx="4051">
                  <c:v>59.685862999999998</c:v>
                </c:pt>
                <c:pt idx="4052">
                  <c:v>59.661712999999999</c:v>
                </c:pt>
                <c:pt idx="4053">
                  <c:v>59.637526999999999</c:v>
                </c:pt>
                <c:pt idx="4054">
                  <c:v>59.613379999999999</c:v>
                </c:pt>
                <c:pt idx="4055">
                  <c:v>59.589233</c:v>
                </c:pt>
                <c:pt idx="4056">
                  <c:v>59.565055999999998</c:v>
                </c:pt>
                <c:pt idx="4057">
                  <c:v>59.540882000000003</c:v>
                </c:pt>
                <c:pt idx="4058">
                  <c:v>59.516747000000002</c:v>
                </c:pt>
                <c:pt idx="4059">
                  <c:v>59.492603000000003</c:v>
                </c:pt>
                <c:pt idx="4060">
                  <c:v>59.46846</c:v>
                </c:pt>
                <c:pt idx="4061">
                  <c:v>59.444305</c:v>
                </c:pt>
                <c:pt idx="4062">
                  <c:v>59.420200000000001</c:v>
                </c:pt>
                <c:pt idx="4063">
                  <c:v>59.396099</c:v>
                </c:pt>
                <c:pt idx="4064">
                  <c:v>59.371952</c:v>
                </c:pt>
                <c:pt idx="4065">
                  <c:v>59.347794</c:v>
                </c:pt>
                <c:pt idx="4066">
                  <c:v>59.323630999999999</c:v>
                </c:pt>
                <c:pt idx="4067">
                  <c:v>59.299461000000001</c:v>
                </c:pt>
                <c:pt idx="4068">
                  <c:v>59.275303000000001</c:v>
                </c:pt>
                <c:pt idx="4069">
                  <c:v>59.251143999999996</c:v>
                </c:pt>
                <c:pt idx="4070">
                  <c:v>59.227032000000001</c:v>
                </c:pt>
                <c:pt idx="4071">
                  <c:v>59.202969000000003</c:v>
                </c:pt>
                <c:pt idx="4072">
                  <c:v>59.178950999999998</c:v>
                </c:pt>
                <c:pt idx="4073">
                  <c:v>59.154797000000002</c:v>
                </c:pt>
                <c:pt idx="4074">
                  <c:v>59.130699</c:v>
                </c:pt>
                <c:pt idx="4075">
                  <c:v>59.106490999999998</c:v>
                </c:pt>
                <c:pt idx="4076">
                  <c:v>59.082245</c:v>
                </c:pt>
                <c:pt idx="4077">
                  <c:v>59.058017999999997</c:v>
                </c:pt>
                <c:pt idx="4078">
                  <c:v>59.033763999999998</c:v>
                </c:pt>
                <c:pt idx="4079">
                  <c:v>59.009613000000002</c:v>
                </c:pt>
                <c:pt idx="4080">
                  <c:v>58.985500000000002</c:v>
                </c:pt>
                <c:pt idx="4081">
                  <c:v>58.961426000000003</c:v>
                </c:pt>
                <c:pt idx="4082">
                  <c:v>58.937385999999996</c:v>
                </c:pt>
                <c:pt idx="4083">
                  <c:v>58.913307000000003</c:v>
                </c:pt>
                <c:pt idx="4084">
                  <c:v>58.889187</c:v>
                </c:pt>
                <c:pt idx="4085">
                  <c:v>58.865001999999997</c:v>
                </c:pt>
                <c:pt idx="4086">
                  <c:v>58.840805000000003</c:v>
                </c:pt>
                <c:pt idx="4087">
                  <c:v>58.816581999999997</c:v>
                </c:pt>
                <c:pt idx="4088">
                  <c:v>58.792366000000001</c:v>
                </c:pt>
                <c:pt idx="4089">
                  <c:v>58.768146999999999</c:v>
                </c:pt>
                <c:pt idx="4090">
                  <c:v>58.743999000000002</c:v>
                </c:pt>
                <c:pt idx="4091">
                  <c:v>58.719932999999997</c:v>
                </c:pt>
                <c:pt idx="4092">
                  <c:v>58.695843000000004</c:v>
                </c:pt>
                <c:pt idx="4093">
                  <c:v>58.671787000000002</c:v>
                </c:pt>
                <c:pt idx="4094">
                  <c:v>58.647635999999999</c:v>
                </c:pt>
                <c:pt idx="4095">
                  <c:v>58.623446999999999</c:v>
                </c:pt>
                <c:pt idx="4096">
                  <c:v>58.599196999999997</c:v>
                </c:pt>
                <c:pt idx="4097">
                  <c:v>58.574897999999997</c:v>
                </c:pt>
                <c:pt idx="4098">
                  <c:v>58.550682000000002</c:v>
                </c:pt>
                <c:pt idx="4099">
                  <c:v>58.526505</c:v>
                </c:pt>
                <c:pt idx="4100">
                  <c:v>58.502361000000001</c:v>
                </c:pt>
                <c:pt idx="4101">
                  <c:v>58.478259999999999</c:v>
                </c:pt>
                <c:pt idx="4102">
                  <c:v>58.454169999999998</c:v>
                </c:pt>
                <c:pt idx="4103">
                  <c:v>58.430079999999997</c:v>
                </c:pt>
                <c:pt idx="4104">
                  <c:v>58.405940999999999</c:v>
                </c:pt>
                <c:pt idx="4105">
                  <c:v>58.381698999999998</c:v>
                </c:pt>
                <c:pt idx="4106">
                  <c:v>58.357444999999998</c:v>
                </c:pt>
                <c:pt idx="4107">
                  <c:v>58.333159999999999</c:v>
                </c:pt>
                <c:pt idx="4108">
                  <c:v>58.308872000000001</c:v>
                </c:pt>
                <c:pt idx="4109">
                  <c:v>58.284694999999999</c:v>
                </c:pt>
                <c:pt idx="4110">
                  <c:v>58.260596999999997</c:v>
                </c:pt>
                <c:pt idx="4111">
                  <c:v>58.236519000000001</c:v>
                </c:pt>
                <c:pt idx="4112">
                  <c:v>58.212463</c:v>
                </c:pt>
                <c:pt idx="4113">
                  <c:v>58.188347</c:v>
                </c:pt>
                <c:pt idx="4114">
                  <c:v>58.164248999999998</c:v>
                </c:pt>
                <c:pt idx="4115">
                  <c:v>58.140045000000001</c:v>
                </c:pt>
                <c:pt idx="4116">
                  <c:v>58.115749000000001</c:v>
                </c:pt>
                <c:pt idx="4117">
                  <c:v>58.091456999999998</c:v>
                </c:pt>
                <c:pt idx="4118">
                  <c:v>58.0672</c:v>
                </c:pt>
                <c:pt idx="4119">
                  <c:v>58.043056</c:v>
                </c:pt>
                <c:pt idx="4120">
                  <c:v>58.018954999999998</c:v>
                </c:pt>
                <c:pt idx="4121">
                  <c:v>57.99485</c:v>
                </c:pt>
                <c:pt idx="4122">
                  <c:v>57.970801999999999</c:v>
                </c:pt>
                <c:pt idx="4123">
                  <c:v>57.946734999999997</c:v>
                </c:pt>
                <c:pt idx="4124">
                  <c:v>57.922592000000002</c:v>
                </c:pt>
                <c:pt idx="4125">
                  <c:v>57.898406999999999</c:v>
                </c:pt>
                <c:pt idx="4126">
                  <c:v>57.874203000000001</c:v>
                </c:pt>
                <c:pt idx="4127">
                  <c:v>57.849967999999997</c:v>
                </c:pt>
                <c:pt idx="4128">
                  <c:v>57.825755999999998</c:v>
                </c:pt>
                <c:pt idx="4129">
                  <c:v>57.801586</c:v>
                </c:pt>
                <c:pt idx="4130">
                  <c:v>57.777484999999999</c:v>
                </c:pt>
                <c:pt idx="4131">
                  <c:v>57.753428999999997</c:v>
                </c:pt>
                <c:pt idx="4132">
                  <c:v>57.729377999999997</c:v>
                </c:pt>
                <c:pt idx="4133">
                  <c:v>57.705368</c:v>
                </c:pt>
                <c:pt idx="4134">
                  <c:v>57.681263000000001</c:v>
                </c:pt>
                <c:pt idx="4135">
                  <c:v>57.657131</c:v>
                </c:pt>
                <c:pt idx="4136">
                  <c:v>57.632904000000003</c:v>
                </c:pt>
                <c:pt idx="4137">
                  <c:v>57.608738000000002</c:v>
                </c:pt>
                <c:pt idx="4138">
                  <c:v>57.584533999999998</c:v>
                </c:pt>
                <c:pt idx="4139">
                  <c:v>57.560367999999997</c:v>
                </c:pt>
                <c:pt idx="4140">
                  <c:v>57.536251</c:v>
                </c:pt>
                <c:pt idx="4141">
                  <c:v>57.512206999999997</c:v>
                </c:pt>
                <c:pt idx="4142">
                  <c:v>57.488197</c:v>
                </c:pt>
                <c:pt idx="4143">
                  <c:v>57.464142000000002</c:v>
                </c:pt>
                <c:pt idx="4144">
                  <c:v>57.440002</c:v>
                </c:pt>
                <c:pt idx="4145">
                  <c:v>57.415774999999996</c:v>
                </c:pt>
                <c:pt idx="4146">
                  <c:v>57.391506</c:v>
                </c:pt>
                <c:pt idx="4147">
                  <c:v>57.367203000000003</c:v>
                </c:pt>
                <c:pt idx="4148">
                  <c:v>57.342930000000003</c:v>
                </c:pt>
                <c:pt idx="4149">
                  <c:v>57.318699000000002</c:v>
                </c:pt>
                <c:pt idx="4150">
                  <c:v>57.294575000000002</c:v>
                </c:pt>
                <c:pt idx="4151">
                  <c:v>57.270488999999998</c:v>
                </c:pt>
                <c:pt idx="4152">
                  <c:v>57.246487000000002</c:v>
                </c:pt>
                <c:pt idx="4153">
                  <c:v>57.222408000000001</c:v>
                </c:pt>
                <c:pt idx="4154">
                  <c:v>57.198303000000003</c:v>
                </c:pt>
                <c:pt idx="4155">
                  <c:v>57.174087999999998</c:v>
                </c:pt>
                <c:pt idx="4156">
                  <c:v>57.149783999999997</c:v>
                </c:pt>
                <c:pt idx="4157">
                  <c:v>57.125422999999998</c:v>
                </c:pt>
                <c:pt idx="4158">
                  <c:v>57.101139000000003</c:v>
                </c:pt>
                <c:pt idx="4159">
                  <c:v>57.076920000000001</c:v>
                </c:pt>
                <c:pt idx="4160">
                  <c:v>57.052807000000001</c:v>
                </c:pt>
                <c:pt idx="4161">
                  <c:v>57.028751</c:v>
                </c:pt>
                <c:pt idx="4162">
                  <c:v>57.004707000000003</c:v>
                </c:pt>
                <c:pt idx="4163">
                  <c:v>56.980648000000002</c:v>
                </c:pt>
                <c:pt idx="4164">
                  <c:v>56.956496999999999</c:v>
                </c:pt>
                <c:pt idx="4165">
                  <c:v>56.932262000000001</c:v>
                </c:pt>
                <c:pt idx="4166">
                  <c:v>56.907932000000002</c:v>
                </c:pt>
                <c:pt idx="4167">
                  <c:v>56.883575</c:v>
                </c:pt>
                <c:pt idx="4168">
                  <c:v>56.859237999999998</c:v>
                </c:pt>
                <c:pt idx="4169">
                  <c:v>56.835017999999998</c:v>
                </c:pt>
                <c:pt idx="4170">
                  <c:v>56.810901999999999</c:v>
                </c:pt>
                <c:pt idx="4171">
                  <c:v>56.786842</c:v>
                </c:pt>
                <c:pt idx="4172">
                  <c:v>56.762774999999998</c:v>
                </c:pt>
                <c:pt idx="4173">
                  <c:v>56.738692999999998</c:v>
                </c:pt>
                <c:pt idx="4174">
                  <c:v>56.714545999999999</c:v>
                </c:pt>
                <c:pt idx="4175">
                  <c:v>56.690277000000002</c:v>
                </c:pt>
                <c:pt idx="4176">
                  <c:v>56.665874000000002</c:v>
                </c:pt>
                <c:pt idx="4177">
                  <c:v>56.641491000000002</c:v>
                </c:pt>
                <c:pt idx="4178">
                  <c:v>56.617167999999999</c:v>
                </c:pt>
                <c:pt idx="4179">
                  <c:v>56.592903</c:v>
                </c:pt>
                <c:pt idx="4180">
                  <c:v>56.568787</c:v>
                </c:pt>
                <c:pt idx="4181">
                  <c:v>56.544727000000002</c:v>
                </c:pt>
                <c:pt idx="4182">
                  <c:v>56.520668000000001</c:v>
                </c:pt>
                <c:pt idx="4183">
                  <c:v>56.496600999999998</c:v>
                </c:pt>
                <c:pt idx="4184">
                  <c:v>56.472427000000003</c:v>
                </c:pt>
                <c:pt idx="4185">
                  <c:v>56.448146999999999</c:v>
                </c:pt>
                <c:pt idx="4186">
                  <c:v>56.423743999999999</c:v>
                </c:pt>
                <c:pt idx="4187">
                  <c:v>56.399315000000001</c:v>
                </c:pt>
                <c:pt idx="4188">
                  <c:v>56.374930999999997</c:v>
                </c:pt>
                <c:pt idx="4189">
                  <c:v>56.350696999999997</c:v>
                </c:pt>
                <c:pt idx="4190">
                  <c:v>56.32658</c:v>
                </c:pt>
                <c:pt idx="4191">
                  <c:v>56.30254</c:v>
                </c:pt>
                <c:pt idx="4192">
                  <c:v>56.278506999999998</c:v>
                </c:pt>
                <c:pt idx="4193">
                  <c:v>56.254452000000001</c:v>
                </c:pt>
                <c:pt idx="4194">
                  <c:v>56.230300999999997</c:v>
                </c:pt>
                <c:pt idx="4195">
                  <c:v>56.205986000000003</c:v>
                </c:pt>
                <c:pt idx="4196">
                  <c:v>56.181587</c:v>
                </c:pt>
                <c:pt idx="4197">
                  <c:v>56.157150000000001</c:v>
                </c:pt>
                <c:pt idx="4198">
                  <c:v>56.132796999999997</c:v>
                </c:pt>
                <c:pt idx="4199">
                  <c:v>56.108584999999998</c:v>
                </c:pt>
                <c:pt idx="4200">
                  <c:v>56.084525999999997</c:v>
                </c:pt>
                <c:pt idx="4201">
                  <c:v>56.060519999999997</c:v>
                </c:pt>
                <c:pt idx="4202">
                  <c:v>56.036549000000001</c:v>
                </c:pt>
                <c:pt idx="4203">
                  <c:v>56.012447000000002</c:v>
                </c:pt>
                <c:pt idx="4204">
                  <c:v>55.988315999999998</c:v>
                </c:pt>
                <c:pt idx="4205">
                  <c:v>55.964024000000002</c:v>
                </c:pt>
                <c:pt idx="4206">
                  <c:v>55.939621000000002</c:v>
                </c:pt>
                <c:pt idx="4207">
                  <c:v>55.915157000000001</c:v>
                </c:pt>
                <c:pt idx="4208">
                  <c:v>55.890780999999997</c:v>
                </c:pt>
                <c:pt idx="4209">
                  <c:v>55.866539000000003</c:v>
                </c:pt>
                <c:pt idx="4210">
                  <c:v>55.842399999999998</c:v>
                </c:pt>
                <c:pt idx="4211">
                  <c:v>55.818356000000001</c:v>
                </c:pt>
                <c:pt idx="4212">
                  <c:v>55.794384000000001</c:v>
                </c:pt>
                <c:pt idx="4213">
                  <c:v>55.770367</c:v>
                </c:pt>
                <c:pt idx="4214">
                  <c:v>55.746254</c:v>
                </c:pt>
                <c:pt idx="4215">
                  <c:v>55.721989000000001</c:v>
                </c:pt>
                <c:pt idx="4216">
                  <c:v>55.697620000000001</c:v>
                </c:pt>
                <c:pt idx="4217">
                  <c:v>55.673186999999999</c:v>
                </c:pt>
                <c:pt idx="4218">
                  <c:v>55.648808000000002</c:v>
                </c:pt>
                <c:pt idx="4219">
                  <c:v>55.624569000000001</c:v>
                </c:pt>
                <c:pt idx="4220">
                  <c:v>55.600493999999998</c:v>
                </c:pt>
                <c:pt idx="4221">
                  <c:v>55.576537999999999</c:v>
                </c:pt>
                <c:pt idx="4222">
                  <c:v>55.552559000000002</c:v>
                </c:pt>
                <c:pt idx="4223">
                  <c:v>55.528576000000001</c:v>
                </c:pt>
                <c:pt idx="4224">
                  <c:v>55.504452000000001</c:v>
                </c:pt>
                <c:pt idx="4225">
                  <c:v>55.480186000000003</c:v>
                </c:pt>
                <c:pt idx="4226">
                  <c:v>55.455776</c:v>
                </c:pt>
                <c:pt idx="4227">
                  <c:v>55.431384999999999</c:v>
                </c:pt>
                <c:pt idx="4228">
                  <c:v>55.407001000000001</c:v>
                </c:pt>
                <c:pt idx="4229">
                  <c:v>55.38279</c:v>
                </c:pt>
                <c:pt idx="4230">
                  <c:v>55.358665000000002</c:v>
                </c:pt>
                <c:pt idx="4231">
                  <c:v>55.334674999999997</c:v>
                </c:pt>
                <c:pt idx="4232">
                  <c:v>55.310696</c:v>
                </c:pt>
                <c:pt idx="4233">
                  <c:v>55.286746999999998</c:v>
                </c:pt>
                <c:pt idx="4234">
                  <c:v>55.262698999999998</c:v>
                </c:pt>
                <c:pt idx="4235">
                  <c:v>55.238525000000003</c:v>
                </c:pt>
                <c:pt idx="4236">
                  <c:v>55.214210999999999</c:v>
                </c:pt>
                <c:pt idx="4237">
                  <c:v>55.189872999999999</c:v>
                </c:pt>
                <c:pt idx="4238">
                  <c:v>55.165550000000003</c:v>
                </c:pt>
                <c:pt idx="4239">
                  <c:v>55.141384000000002</c:v>
                </c:pt>
                <c:pt idx="4240">
                  <c:v>55.117386000000003</c:v>
                </c:pt>
                <c:pt idx="4241">
                  <c:v>55.093409999999999</c:v>
                </c:pt>
                <c:pt idx="4242">
                  <c:v>55.069468999999998</c:v>
                </c:pt>
                <c:pt idx="4243">
                  <c:v>55.045433000000003</c:v>
                </c:pt>
                <c:pt idx="4244">
                  <c:v>55.021296999999997</c:v>
                </c:pt>
                <c:pt idx="4245">
                  <c:v>54.997002000000002</c:v>
                </c:pt>
                <c:pt idx="4246">
                  <c:v>54.972625999999998</c:v>
                </c:pt>
                <c:pt idx="4247">
                  <c:v>54.948196000000003</c:v>
                </c:pt>
                <c:pt idx="4248">
                  <c:v>54.923870000000001</c:v>
                </c:pt>
                <c:pt idx="4249">
                  <c:v>54.899661999999999</c:v>
                </c:pt>
                <c:pt idx="4250">
                  <c:v>54.875602999999998</c:v>
                </c:pt>
                <c:pt idx="4251">
                  <c:v>54.851585</c:v>
                </c:pt>
                <c:pt idx="4252">
                  <c:v>54.827624999999998</c:v>
                </c:pt>
                <c:pt idx="4253">
                  <c:v>54.803573999999998</c:v>
                </c:pt>
                <c:pt idx="4254">
                  <c:v>54.779381000000001</c:v>
                </c:pt>
                <c:pt idx="4255">
                  <c:v>54.755046999999998</c:v>
                </c:pt>
                <c:pt idx="4256">
                  <c:v>54.730632999999997</c:v>
                </c:pt>
                <c:pt idx="4257">
                  <c:v>54.706150000000001</c:v>
                </c:pt>
                <c:pt idx="4258">
                  <c:v>54.681786000000002</c:v>
                </c:pt>
                <c:pt idx="4259">
                  <c:v>54.657558000000002</c:v>
                </c:pt>
                <c:pt idx="4260">
                  <c:v>54.633476000000002</c:v>
                </c:pt>
                <c:pt idx="4261">
                  <c:v>54.609459000000001</c:v>
                </c:pt>
                <c:pt idx="4262">
                  <c:v>54.585503000000003</c:v>
                </c:pt>
                <c:pt idx="4263">
                  <c:v>54.561424000000002</c:v>
                </c:pt>
                <c:pt idx="4264">
                  <c:v>54.537242999999997</c:v>
                </c:pt>
                <c:pt idx="4265">
                  <c:v>54.512870999999997</c:v>
                </c:pt>
                <c:pt idx="4266">
                  <c:v>54.488399999999999</c:v>
                </c:pt>
                <c:pt idx="4267">
                  <c:v>54.463928000000003</c:v>
                </c:pt>
                <c:pt idx="4268">
                  <c:v>54.439582999999999</c:v>
                </c:pt>
                <c:pt idx="4269">
                  <c:v>54.415351999999999</c:v>
                </c:pt>
                <c:pt idx="4270">
                  <c:v>54.391232000000002</c:v>
                </c:pt>
                <c:pt idx="4271">
                  <c:v>54.367207000000001</c:v>
                </c:pt>
                <c:pt idx="4272">
                  <c:v>54.343235</c:v>
                </c:pt>
                <c:pt idx="4273">
                  <c:v>54.319195000000001</c:v>
                </c:pt>
                <c:pt idx="4274">
                  <c:v>54.294998</c:v>
                </c:pt>
                <c:pt idx="4275">
                  <c:v>54.270710000000001</c:v>
                </c:pt>
                <c:pt idx="4276">
                  <c:v>54.24633</c:v>
                </c:pt>
                <c:pt idx="4277">
                  <c:v>54.221966000000002</c:v>
                </c:pt>
                <c:pt idx="4278">
                  <c:v>54.197662000000001</c:v>
                </c:pt>
                <c:pt idx="4279">
                  <c:v>54.173481000000002</c:v>
                </c:pt>
                <c:pt idx="4280">
                  <c:v>54.149506000000002</c:v>
                </c:pt>
                <c:pt idx="4281">
                  <c:v>54.125579999999999</c:v>
                </c:pt>
                <c:pt idx="4282">
                  <c:v>54.101398000000003</c:v>
                </c:pt>
                <c:pt idx="4283">
                  <c:v>54.076923000000001</c:v>
                </c:pt>
                <c:pt idx="4284">
                  <c:v>54.052551000000001</c:v>
                </c:pt>
                <c:pt idx="4285">
                  <c:v>54.028373999999999</c:v>
                </c:pt>
                <c:pt idx="4286">
                  <c:v>54.004489999999997</c:v>
                </c:pt>
                <c:pt idx="4287">
                  <c:v>53.981178</c:v>
                </c:pt>
                <c:pt idx="4288">
                  <c:v>53.958485000000003</c:v>
                </c:pt>
                <c:pt idx="4289">
                  <c:v>53.936324999999997</c:v>
                </c:pt>
                <c:pt idx="4290">
                  <c:v>53.914363999999999</c:v>
                </c:pt>
                <c:pt idx="4291">
                  <c:v>53.892662000000001</c:v>
                </c:pt>
                <c:pt idx="4292">
                  <c:v>53.870232000000001</c:v>
                </c:pt>
                <c:pt idx="4293">
                  <c:v>53.847313</c:v>
                </c:pt>
                <c:pt idx="4294">
                  <c:v>53.824497000000001</c:v>
                </c:pt>
                <c:pt idx="4295">
                  <c:v>53.801628000000001</c:v>
                </c:pt>
                <c:pt idx="4296">
                  <c:v>53.779221</c:v>
                </c:pt>
                <c:pt idx="4297">
                  <c:v>53.759273999999998</c:v>
                </c:pt>
                <c:pt idx="4298">
                  <c:v>53.744633</c:v>
                </c:pt>
                <c:pt idx="4299">
                  <c:v>53.733027999999997</c:v>
                </c:pt>
                <c:pt idx="4300">
                  <c:v>53.720534999999998</c:v>
                </c:pt>
                <c:pt idx="4301">
                  <c:v>53.708652000000001</c:v>
                </c:pt>
                <c:pt idx="4302">
                  <c:v>53.698193000000003</c:v>
                </c:pt>
                <c:pt idx="4303">
                  <c:v>53.689453</c:v>
                </c:pt>
                <c:pt idx="4304">
                  <c:v>53.682129000000003</c:v>
                </c:pt>
                <c:pt idx="4305">
                  <c:v>53.676082999999998</c:v>
                </c:pt>
                <c:pt idx="4306">
                  <c:v>53.670814999999997</c:v>
                </c:pt>
                <c:pt idx="4307">
                  <c:v>53.666271000000002</c:v>
                </c:pt>
                <c:pt idx="4308">
                  <c:v>53.661490999999998</c:v>
                </c:pt>
                <c:pt idx="4309">
                  <c:v>53.656573999999999</c:v>
                </c:pt>
                <c:pt idx="4310">
                  <c:v>53.650844999999997</c:v>
                </c:pt>
                <c:pt idx="4311">
                  <c:v>53.644688000000002</c:v>
                </c:pt>
                <c:pt idx="4312">
                  <c:v>53.636837</c:v>
                </c:pt>
                <c:pt idx="4313">
                  <c:v>53.626708999999998</c:v>
                </c:pt>
                <c:pt idx="4314">
                  <c:v>53.615147</c:v>
                </c:pt>
                <c:pt idx="4315">
                  <c:v>53.602733999999998</c:v>
                </c:pt>
                <c:pt idx="4316">
                  <c:v>53.590789999999998</c:v>
                </c:pt>
                <c:pt idx="4317">
                  <c:v>53.579642999999997</c:v>
                </c:pt>
                <c:pt idx="4318">
                  <c:v>53.569740000000003</c:v>
                </c:pt>
                <c:pt idx="4319">
                  <c:v>53.561084999999999</c:v>
                </c:pt>
                <c:pt idx="4320">
                  <c:v>53.552993999999998</c:v>
                </c:pt>
                <c:pt idx="4321">
                  <c:v>53.544701000000003</c:v>
                </c:pt>
                <c:pt idx="4322">
                  <c:v>53.535685999999998</c:v>
                </c:pt>
                <c:pt idx="4323">
                  <c:v>53.525725999999999</c:v>
                </c:pt>
                <c:pt idx="4324">
                  <c:v>53.515385000000002</c:v>
                </c:pt>
                <c:pt idx="4325">
                  <c:v>53.505043000000001</c:v>
                </c:pt>
                <c:pt idx="4326">
                  <c:v>53.495541000000003</c:v>
                </c:pt>
                <c:pt idx="4327">
                  <c:v>53.487166999999999</c:v>
                </c:pt>
                <c:pt idx="4328">
                  <c:v>53.479950000000002</c:v>
                </c:pt>
                <c:pt idx="4329">
                  <c:v>53.473179000000002</c:v>
                </c:pt>
                <c:pt idx="4330">
                  <c:v>53.466186999999998</c:v>
                </c:pt>
                <c:pt idx="4331">
                  <c:v>53.458297999999999</c:v>
                </c:pt>
                <c:pt idx="4332">
                  <c:v>53.449314000000001</c:v>
                </c:pt>
                <c:pt idx="4333">
                  <c:v>53.439399999999999</c:v>
                </c:pt>
                <c:pt idx="4334">
                  <c:v>53.429188000000003</c:v>
                </c:pt>
                <c:pt idx="4335">
                  <c:v>53.419238999999997</c:v>
                </c:pt>
                <c:pt idx="4336">
                  <c:v>53.410130000000002</c:v>
                </c:pt>
                <c:pt idx="4337">
                  <c:v>53.40213</c:v>
                </c:pt>
                <c:pt idx="4338">
                  <c:v>53.396065</c:v>
                </c:pt>
                <c:pt idx="4339">
                  <c:v>53.391460000000002</c:v>
                </c:pt>
                <c:pt idx="4340">
                  <c:v>53.387664999999998</c:v>
                </c:pt>
                <c:pt idx="4341">
                  <c:v>53.383636000000003</c:v>
                </c:pt>
                <c:pt idx="4342">
                  <c:v>53.378928999999999</c:v>
                </c:pt>
                <c:pt idx="4343">
                  <c:v>53.373435999999998</c:v>
                </c:pt>
                <c:pt idx="4344">
                  <c:v>53.367660999999998</c:v>
                </c:pt>
                <c:pt idx="4345">
                  <c:v>53.362335000000002</c:v>
                </c:pt>
                <c:pt idx="4346">
                  <c:v>53.357677000000002</c:v>
                </c:pt>
                <c:pt idx="4347">
                  <c:v>53.353847999999999</c:v>
                </c:pt>
                <c:pt idx="4348">
                  <c:v>53.350287999999999</c:v>
                </c:pt>
                <c:pt idx="4349">
                  <c:v>53.346770999999997</c:v>
                </c:pt>
                <c:pt idx="4350">
                  <c:v>53.342381000000003</c:v>
                </c:pt>
                <c:pt idx="4351">
                  <c:v>53.336875999999997</c:v>
                </c:pt>
                <c:pt idx="4352">
                  <c:v>53.330193000000001</c:v>
                </c:pt>
                <c:pt idx="4353">
                  <c:v>53.322918000000001</c:v>
                </c:pt>
                <c:pt idx="4354">
                  <c:v>53.315868000000002</c:v>
                </c:pt>
                <c:pt idx="4355">
                  <c:v>53.309401999999999</c:v>
                </c:pt>
                <c:pt idx="4356">
                  <c:v>53.304096000000001</c:v>
                </c:pt>
                <c:pt idx="4357">
                  <c:v>53.299712999999997</c:v>
                </c:pt>
                <c:pt idx="4358">
                  <c:v>53.296790999999999</c:v>
                </c:pt>
                <c:pt idx="4359">
                  <c:v>53.294646999999998</c:v>
                </c:pt>
                <c:pt idx="4360">
                  <c:v>53.292904</c:v>
                </c:pt>
                <c:pt idx="4361">
                  <c:v>53.291362999999997</c:v>
                </c:pt>
                <c:pt idx="4362">
                  <c:v>53.289859999999997</c:v>
                </c:pt>
                <c:pt idx="4363">
                  <c:v>53.288176999999997</c:v>
                </c:pt>
                <c:pt idx="4364">
                  <c:v>53.286472000000003</c:v>
                </c:pt>
                <c:pt idx="4365">
                  <c:v>53.284782</c:v>
                </c:pt>
                <c:pt idx="4366">
                  <c:v>53.283253000000002</c:v>
                </c:pt>
                <c:pt idx="4367">
                  <c:v>53.281917999999997</c:v>
                </c:pt>
                <c:pt idx="4368">
                  <c:v>53.280909999999999</c:v>
                </c:pt>
                <c:pt idx="4369">
                  <c:v>53.280040999999997</c:v>
                </c:pt>
                <c:pt idx="4370">
                  <c:v>53.279128999999998</c:v>
                </c:pt>
                <c:pt idx="4371">
                  <c:v>53.277821000000003</c:v>
                </c:pt>
                <c:pt idx="4372">
                  <c:v>53.276206999999999</c:v>
                </c:pt>
                <c:pt idx="4373">
                  <c:v>53.274143000000002</c:v>
                </c:pt>
                <c:pt idx="4374">
                  <c:v>53.271796999999999</c:v>
                </c:pt>
                <c:pt idx="4375">
                  <c:v>53.269722000000002</c:v>
                </c:pt>
                <c:pt idx="4376">
                  <c:v>53.267792</c:v>
                </c:pt>
                <c:pt idx="4377">
                  <c:v>53.266292999999997</c:v>
                </c:pt>
                <c:pt idx="4378">
                  <c:v>53.265053000000002</c:v>
                </c:pt>
                <c:pt idx="4379">
                  <c:v>53.264164000000001</c:v>
                </c:pt>
                <c:pt idx="4380">
                  <c:v>53.263519000000002</c:v>
                </c:pt>
                <c:pt idx="4381">
                  <c:v>53.262886000000002</c:v>
                </c:pt>
                <c:pt idx="4382">
                  <c:v>53.262135000000001</c:v>
                </c:pt>
                <c:pt idx="4383">
                  <c:v>53.261063</c:v>
                </c:pt>
                <c:pt idx="4384">
                  <c:v>53.259757999999998</c:v>
                </c:pt>
                <c:pt idx="4385">
                  <c:v>53.258426999999998</c:v>
                </c:pt>
                <c:pt idx="4386">
                  <c:v>53.257126</c:v>
                </c:pt>
                <c:pt idx="4387">
                  <c:v>53.256134000000003</c:v>
                </c:pt>
                <c:pt idx="4388">
                  <c:v>53.255524000000001</c:v>
                </c:pt>
                <c:pt idx="4389">
                  <c:v>53.255184</c:v>
                </c:pt>
                <c:pt idx="4390">
                  <c:v>53.255015999999998</c:v>
                </c:pt>
                <c:pt idx="4391">
                  <c:v>53.254928999999997</c:v>
                </c:pt>
                <c:pt idx="4392">
                  <c:v>53.254753000000001</c:v>
                </c:pt>
                <c:pt idx="4393">
                  <c:v>53.254322000000002</c:v>
                </c:pt>
                <c:pt idx="4394">
                  <c:v>53.253666000000003</c:v>
                </c:pt>
                <c:pt idx="4395">
                  <c:v>53.252907</c:v>
                </c:pt>
                <c:pt idx="4396">
                  <c:v>53.252262000000002</c:v>
                </c:pt>
                <c:pt idx="4397">
                  <c:v>53.251713000000002</c:v>
                </c:pt>
                <c:pt idx="4398">
                  <c:v>53.251365999999997</c:v>
                </c:pt>
                <c:pt idx="4399">
                  <c:v>53.251289</c:v>
                </c:pt>
                <c:pt idx="4400">
                  <c:v>53.251449999999998</c:v>
                </c:pt>
                <c:pt idx="4401">
                  <c:v>53.251541000000003</c:v>
                </c:pt>
                <c:pt idx="4402">
                  <c:v>53.251556000000001</c:v>
                </c:pt>
                <c:pt idx="4403">
                  <c:v>53.251381000000002</c:v>
                </c:pt>
                <c:pt idx="4404">
                  <c:v>53.250931000000001</c:v>
                </c:pt>
                <c:pt idx="4405">
                  <c:v>53.250343000000001</c:v>
                </c:pt>
                <c:pt idx="4406">
                  <c:v>53.249752000000001</c:v>
                </c:pt>
                <c:pt idx="4407">
                  <c:v>53.249240999999998</c:v>
                </c:pt>
                <c:pt idx="4408">
                  <c:v>53.248699000000002</c:v>
                </c:pt>
                <c:pt idx="4409">
                  <c:v>53.248309999999996</c:v>
                </c:pt>
                <c:pt idx="4410">
                  <c:v>53.248516000000002</c:v>
                </c:pt>
                <c:pt idx="4411">
                  <c:v>53.248302000000002</c:v>
                </c:pt>
                <c:pt idx="4412">
                  <c:v>53.248226000000003</c:v>
                </c:pt>
                <c:pt idx="4413">
                  <c:v>53.247959000000002</c:v>
                </c:pt>
                <c:pt idx="4414">
                  <c:v>53.247580999999997</c:v>
                </c:pt>
                <c:pt idx="4415">
                  <c:v>53.246882999999997</c:v>
                </c:pt>
                <c:pt idx="4416">
                  <c:v>53.246288</c:v>
                </c:pt>
                <c:pt idx="4417">
                  <c:v>53.245621</c:v>
                </c:pt>
                <c:pt idx="4418">
                  <c:v>53.245410999999997</c:v>
                </c:pt>
                <c:pt idx="4419">
                  <c:v>53.245117</c:v>
                </c:pt>
                <c:pt idx="4420">
                  <c:v>53.245154999999997</c:v>
                </c:pt>
                <c:pt idx="4421">
                  <c:v>53.245384000000001</c:v>
                </c:pt>
                <c:pt idx="4422">
                  <c:v>53.245457000000002</c:v>
                </c:pt>
                <c:pt idx="4423">
                  <c:v>53.245544000000002</c:v>
                </c:pt>
                <c:pt idx="4424">
                  <c:v>53.245460999999999</c:v>
                </c:pt>
                <c:pt idx="4425">
                  <c:v>53.245106</c:v>
                </c:pt>
                <c:pt idx="4426">
                  <c:v>53.244816</c:v>
                </c:pt>
                <c:pt idx="4427">
                  <c:v>53.244492000000001</c:v>
                </c:pt>
                <c:pt idx="4428">
                  <c:v>53.244349999999997</c:v>
                </c:pt>
                <c:pt idx="4429">
                  <c:v>53.244338999999997</c:v>
                </c:pt>
                <c:pt idx="4430">
                  <c:v>53.244487999999997</c:v>
                </c:pt>
                <c:pt idx="4431">
                  <c:v>53.244613999999999</c:v>
                </c:pt>
                <c:pt idx="4432">
                  <c:v>53.244923</c:v>
                </c:pt>
                <c:pt idx="4433">
                  <c:v>53.245089999999998</c:v>
                </c:pt>
                <c:pt idx="4434">
                  <c:v>53.245173999999999</c:v>
                </c:pt>
                <c:pt idx="4435">
                  <c:v>53.245128999999999</c:v>
                </c:pt>
                <c:pt idx="4436">
                  <c:v>53.245037000000004</c:v>
                </c:pt>
                <c:pt idx="4437">
                  <c:v>53.244923</c:v>
                </c:pt>
                <c:pt idx="4438">
                  <c:v>53.244895999999997</c:v>
                </c:pt>
                <c:pt idx="4439">
                  <c:v>53.244990999999999</c:v>
                </c:pt>
                <c:pt idx="4440">
                  <c:v>53.245167000000002</c:v>
                </c:pt>
                <c:pt idx="4441">
                  <c:v>53.245292999999997</c:v>
                </c:pt>
                <c:pt idx="4442">
                  <c:v>53.245505999999999</c:v>
                </c:pt>
                <c:pt idx="4443">
                  <c:v>53.245559999999998</c:v>
                </c:pt>
                <c:pt idx="4444">
                  <c:v>53.245578999999999</c:v>
                </c:pt>
                <c:pt idx="4445">
                  <c:v>53.245407</c:v>
                </c:pt>
                <c:pt idx="4446">
                  <c:v>53.245151999999997</c:v>
                </c:pt>
                <c:pt idx="4447">
                  <c:v>53.244971999999997</c:v>
                </c:pt>
                <c:pt idx="4448">
                  <c:v>53.244858000000001</c:v>
                </c:pt>
                <c:pt idx="4449">
                  <c:v>53.244843000000003</c:v>
                </c:pt>
                <c:pt idx="4450">
                  <c:v>53.244903999999998</c:v>
                </c:pt>
                <c:pt idx="4451">
                  <c:v>53.245044999999998</c:v>
                </c:pt>
                <c:pt idx="4452">
                  <c:v>53.245148</c:v>
                </c:pt>
                <c:pt idx="4453">
                  <c:v>53.245148</c:v>
                </c:pt>
                <c:pt idx="4454">
                  <c:v>53.244979999999998</c:v>
                </c:pt>
                <c:pt idx="4455">
                  <c:v>53.244633</c:v>
                </c:pt>
                <c:pt idx="4456">
                  <c:v>53.24427</c:v>
                </c:pt>
                <c:pt idx="4457">
                  <c:v>53.244007000000003</c:v>
                </c:pt>
                <c:pt idx="4458">
                  <c:v>53.243865999999997</c:v>
                </c:pt>
                <c:pt idx="4459">
                  <c:v>53.243839000000001</c:v>
                </c:pt>
                <c:pt idx="4460">
                  <c:v>53.243884999999999</c:v>
                </c:pt>
                <c:pt idx="4461">
                  <c:v>53.243941999999997</c:v>
                </c:pt>
                <c:pt idx="4462">
                  <c:v>53.244025999999998</c:v>
                </c:pt>
                <c:pt idx="4463">
                  <c:v>53.244083000000003</c:v>
                </c:pt>
                <c:pt idx="4464">
                  <c:v>53.244007000000003</c:v>
                </c:pt>
                <c:pt idx="4465">
                  <c:v>53.243797000000001</c:v>
                </c:pt>
                <c:pt idx="4466">
                  <c:v>53.243538000000001</c:v>
                </c:pt>
                <c:pt idx="4467">
                  <c:v>53.243327999999998</c:v>
                </c:pt>
                <c:pt idx="4468">
                  <c:v>53.243214000000002</c:v>
                </c:pt>
                <c:pt idx="4469">
                  <c:v>53.243144999999998</c:v>
                </c:pt>
                <c:pt idx="4470">
                  <c:v>53.243164</c:v>
                </c:pt>
                <c:pt idx="4471">
                  <c:v>53.243274999999997</c:v>
                </c:pt>
                <c:pt idx="4472">
                  <c:v>53.243389000000001</c:v>
                </c:pt>
                <c:pt idx="4473">
                  <c:v>53.243366000000002</c:v>
                </c:pt>
                <c:pt idx="4474">
                  <c:v>53.243285999999998</c:v>
                </c:pt>
                <c:pt idx="4475">
                  <c:v>53.243164</c:v>
                </c:pt>
                <c:pt idx="4476">
                  <c:v>53.242989000000001</c:v>
                </c:pt>
                <c:pt idx="4477">
                  <c:v>53.242832</c:v>
                </c:pt>
                <c:pt idx="4478">
                  <c:v>53.242835999999997</c:v>
                </c:pt>
                <c:pt idx="4479">
                  <c:v>53.231323000000003</c:v>
                </c:pt>
                <c:pt idx="4480">
                  <c:v>53.205337999999998</c:v>
                </c:pt>
                <c:pt idx="4481">
                  <c:v>53.169693000000002</c:v>
                </c:pt>
                <c:pt idx="4482">
                  <c:v>53.134459999999997</c:v>
                </c:pt>
                <c:pt idx="4483">
                  <c:v>53.113059999999997</c:v>
                </c:pt>
                <c:pt idx="4484">
                  <c:v>53.110218000000003</c:v>
                </c:pt>
                <c:pt idx="4485">
                  <c:v>53.089545999999999</c:v>
                </c:pt>
                <c:pt idx="4486">
                  <c:v>53.077938000000003</c:v>
                </c:pt>
                <c:pt idx="4487">
                  <c:v>53.074703</c:v>
                </c:pt>
                <c:pt idx="4488">
                  <c:v>53.080891000000001</c:v>
                </c:pt>
                <c:pt idx="4489">
                  <c:v>53.08934</c:v>
                </c:pt>
                <c:pt idx="4490">
                  <c:v>53.084277999999998</c:v>
                </c:pt>
                <c:pt idx="4491">
                  <c:v>53.075420000000001</c:v>
                </c:pt>
                <c:pt idx="4492">
                  <c:v>53.068665000000003</c:v>
                </c:pt>
                <c:pt idx="4493">
                  <c:v>53.073543999999998</c:v>
                </c:pt>
                <c:pt idx="4494">
                  <c:v>53.080123999999998</c:v>
                </c:pt>
                <c:pt idx="4495">
                  <c:v>53.092177999999997</c:v>
                </c:pt>
                <c:pt idx="4496">
                  <c:v>53.105724000000002</c:v>
                </c:pt>
                <c:pt idx="4497">
                  <c:v>53.103233000000003</c:v>
                </c:pt>
                <c:pt idx="4498">
                  <c:v>53.099209000000002</c:v>
                </c:pt>
                <c:pt idx="4499">
                  <c:v>53.098640000000003</c:v>
                </c:pt>
                <c:pt idx="4500">
                  <c:v>53.097892999999999</c:v>
                </c:pt>
                <c:pt idx="4501">
                  <c:v>53.099173999999998</c:v>
                </c:pt>
                <c:pt idx="4502">
                  <c:v>53.101531999999999</c:v>
                </c:pt>
                <c:pt idx="4503">
                  <c:v>53.102080999999998</c:v>
                </c:pt>
                <c:pt idx="4504">
                  <c:v>53.097625999999998</c:v>
                </c:pt>
                <c:pt idx="4505">
                  <c:v>53.087645999999999</c:v>
                </c:pt>
                <c:pt idx="4506">
                  <c:v>53.081276000000003</c:v>
                </c:pt>
                <c:pt idx="4507">
                  <c:v>53.077648000000003</c:v>
                </c:pt>
                <c:pt idx="4508">
                  <c:v>53.071841999999997</c:v>
                </c:pt>
                <c:pt idx="4509">
                  <c:v>53.051613000000003</c:v>
                </c:pt>
                <c:pt idx="4510">
                  <c:v>53.020420000000001</c:v>
                </c:pt>
                <c:pt idx="4511">
                  <c:v>52.996924999999997</c:v>
                </c:pt>
                <c:pt idx="4512">
                  <c:v>52.989654999999999</c:v>
                </c:pt>
                <c:pt idx="4513">
                  <c:v>52.980086999999997</c:v>
                </c:pt>
                <c:pt idx="4514">
                  <c:v>52.967151999999999</c:v>
                </c:pt>
                <c:pt idx="4515">
                  <c:v>52.959133000000001</c:v>
                </c:pt>
                <c:pt idx="4516">
                  <c:v>52.951725000000003</c:v>
                </c:pt>
                <c:pt idx="4517">
                  <c:v>52.936999999999998</c:v>
                </c:pt>
                <c:pt idx="4518">
                  <c:v>52.913071000000002</c:v>
                </c:pt>
                <c:pt idx="4519">
                  <c:v>52.885452000000001</c:v>
                </c:pt>
                <c:pt idx="4520">
                  <c:v>52.855685999999999</c:v>
                </c:pt>
                <c:pt idx="4521">
                  <c:v>52.833053999999997</c:v>
                </c:pt>
                <c:pt idx="4522">
                  <c:v>52.823115999999999</c:v>
                </c:pt>
                <c:pt idx="4523">
                  <c:v>52.822468000000001</c:v>
                </c:pt>
                <c:pt idx="4524">
                  <c:v>52.817276</c:v>
                </c:pt>
                <c:pt idx="4525">
                  <c:v>52.807713</c:v>
                </c:pt>
                <c:pt idx="4526">
                  <c:v>52.797268000000003</c:v>
                </c:pt>
                <c:pt idx="4527">
                  <c:v>52.789569999999998</c:v>
                </c:pt>
                <c:pt idx="4528">
                  <c:v>52.777991999999998</c:v>
                </c:pt>
                <c:pt idx="4529">
                  <c:v>52.767532000000003</c:v>
                </c:pt>
                <c:pt idx="4530">
                  <c:v>52.757804999999998</c:v>
                </c:pt>
                <c:pt idx="4531">
                  <c:v>52.750484</c:v>
                </c:pt>
                <c:pt idx="4532">
                  <c:v>52.737586999999998</c:v>
                </c:pt>
                <c:pt idx="4533">
                  <c:v>52.720061999999999</c:v>
                </c:pt>
                <c:pt idx="4534">
                  <c:v>52.698017</c:v>
                </c:pt>
                <c:pt idx="4535">
                  <c:v>52.673316999999997</c:v>
                </c:pt>
                <c:pt idx="4536">
                  <c:v>52.649203999999997</c:v>
                </c:pt>
                <c:pt idx="4537">
                  <c:v>52.630051000000002</c:v>
                </c:pt>
                <c:pt idx="4538">
                  <c:v>52.614735000000003</c:v>
                </c:pt>
                <c:pt idx="4539">
                  <c:v>52.603389999999997</c:v>
                </c:pt>
                <c:pt idx="4540">
                  <c:v>52.595421000000002</c:v>
                </c:pt>
                <c:pt idx="4541">
                  <c:v>52.590339999999998</c:v>
                </c:pt>
                <c:pt idx="4542">
                  <c:v>52.591030000000003</c:v>
                </c:pt>
                <c:pt idx="4543">
                  <c:v>52.596462000000002</c:v>
                </c:pt>
                <c:pt idx="4544">
                  <c:v>52.605324000000003</c:v>
                </c:pt>
                <c:pt idx="4545">
                  <c:v>52.609935999999998</c:v>
                </c:pt>
                <c:pt idx="4546">
                  <c:v>52.608662000000002</c:v>
                </c:pt>
                <c:pt idx="4547">
                  <c:v>52.601565999999998</c:v>
                </c:pt>
                <c:pt idx="4548">
                  <c:v>52.591800999999997</c:v>
                </c:pt>
                <c:pt idx="4549">
                  <c:v>52.581046999999998</c:v>
                </c:pt>
                <c:pt idx="4550">
                  <c:v>52.569893</c:v>
                </c:pt>
                <c:pt idx="4551">
                  <c:v>52.556637000000002</c:v>
                </c:pt>
                <c:pt idx="4552">
                  <c:v>52.541289999999996</c:v>
                </c:pt>
                <c:pt idx="4553">
                  <c:v>52.525478</c:v>
                </c:pt>
                <c:pt idx="4554">
                  <c:v>52.511977999999999</c:v>
                </c:pt>
                <c:pt idx="4555">
                  <c:v>52.497852000000002</c:v>
                </c:pt>
                <c:pt idx="4556">
                  <c:v>52.486328</c:v>
                </c:pt>
                <c:pt idx="4557">
                  <c:v>52.479033999999999</c:v>
                </c:pt>
                <c:pt idx="4558">
                  <c:v>52.476055000000002</c:v>
                </c:pt>
                <c:pt idx="4559">
                  <c:v>52.478870000000001</c:v>
                </c:pt>
                <c:pt idx="4560">
                  <c:v>52.485847</c:v>
                </c:pt>
                <c:pt idx="4561">
                  <c:v>52.494239999999998</c:v>
                </c:pt>
                <c:pt idx="4562">
                  <c:v>52.499996000000003</c:v>
                </c:pt>
                <c:pt idx="4563">
                  <c:v>52.506298000000001</c:v>
                </c:pt>
                <c:pt idx="4564">
                  <c:v>52.517524999999999</c:v>
                </c:pt>
                <c:pt idx="4565">
                  <c:v>52.526291000000001</c:v>
                </c:pt>
                <c:pt idx="4566">
                  <c:v>52.525547000000003</c:v>
                </c:pt>
                <c:pt idx="4567">
                  <c:v>52.514172000000002</c:v>
                </c:pt>
                <c:pt idx="4568">
                  <c:v>52.500064999999999</c:v>
                </c:pt>
                <c:pt idx="4569">
                  <c:v>52.492313000000003</c:v>
                </c:pt>
                <c:pt idx="4570">
                  <c:v>52.486854999999998</c:v>
                </c:pt>
                <c:pt idx="4571">
                  <c:v>52.484248999999998</c:v>
                </c:pt>
                <c:pt idx="4572">
                  <c:v>52.483787999999997</c:v>
                </c:pt>
                <c:pt idx="4573">
                  <c:v>52.482323000000001</c:v>
                </c:pt>
                <c:pt idx="4574">
                  <c:v>52.479908000000002</c:v>
                </c:pt>
                <c:pt idx="4575">
                  <c:v>52.481434</c:v>
                </c:pt>
                <c:pt idx="4576">
                  <c:v>52.490845</c:v>
                </c:pt>
                <c:pt idx="4577">
                  <c:v>52.505927999999997</c:v>
                </c:pt>
                <c:pt idx="4578">
                  <c:v>52.517932999999999</c:v>
                </c:pt>
                <c:pt idx="4579">
                  <c:v>52.527121999999999</c:v>
                </c:pt>
                <c:pt idx="4580">
                  <c:v>52.534911999999998</c:v>
                </c:pt>
                <c:pt idx="4581">
                  <c:v>52.541339999999998</c:v>
                </c:pt>
                <c:pt idx="4582">
                  <c:v>52.549339000000003</c:v>
                </c:pt>
                <c:pt idx="4583">
                  <c:v>52.553795000000001</c:v>
                </c:pt>
                <c:pt idx="4584">
                  <c:v>52.550162999999998</c:v>
                </c:pt>
                <c:pt idx="4585">
                  <c:v>52.541828000000002</c:v>
                </c:pt>
                <c:pt idx="4586">
                  <c:v>52.532443999999998</c:v>
                </c:pt>
                <c:pt idx="4587">
                  <c:v>52.518459</c:v>
                </c:pt>
                <c:pt idx="4588">
                  <c:v>52.501472</c:v>
                </c:pt>
                <c:pt idx="4589">
                  <c:v>52.486415999999998</c:v>
                </c:pt>
                <c:pt idx="4590">
                  <c:v>52.476433</c:v>
                </c:pt>
                <c:pt idx="4591">
                  <c:v>52.471043000000002</c:v>
                </c:pt>
                <c:pt idx="4592">
                  <c:v>52.464714000000001</c:v>
                </c:pt>
                <c:pt idx="4593">
                  <c:v>52.449500999999998</c:v>
                </c:pt>
                <c:pt idx="4594">
                  <c:v>52.428058999999998</c:v>
                </c:pt>
                <c:pt idx="4595">
                  <c:v>52.408000999999999</c:v>
                </c:pt>
                <c:pt idx="4596">
                  <c:v>52.393222999999999</c:v>
                </c:pt>
                <c:pt idx="4597">
                  <c:v>52.378849000000002</c:v>
                </c:pt>
                <c:pt idx="4598">
                  <c:v>52.367851000000002</c:v>
                </c:pt>
                <c:pt idx="4599">
                  <c:v>52.362709000000002</c:v>
                </c:pt>
                <c:pt idx="4600">
                  <c:v>52.363365000000002</c:v>
                </c:pt>
                <c:pt idx="4601">
                  <c:v>52.362816000000002</c:v>
                </c:pt>
                <c:pt idx="4602">
                  <c:v>52.359783</c:v>
                </c:pt>
                <c:pt idx="4603">
                  <c:v>52.356380000000001</c:v>
                </c:pt>
                <c:pt idx="4604">
                  <c:v>52.355899999999998</c:v>
                </c:pt>
                <c:pt idx="4605">
                  <c:v>52.358581999999998</c:v>
                </c:pt>
                <c:pt idx="4606">
                  <c:v>52.362335000000002</c:v>
                </c:pt>
                <c:pt idx="4607">
                  <c:v>52.364593999999997</c:v>
                </c:pt>
                <c:pt idx="4608">
                  <c:v>52.365242000000002</c:v>
                </c:pt>
                <c:pt idx="4609">
                  <c:v>52.368622000000002</c:v>
                </c:pt>
                <c:pt idx="4610">
                  <c:v>52.376511000000001</c:v>
                </c:pt>
                <c:pt idx="4611">
                  <c:v>52.392814999999999</c:v>
                </c:pt>
                <c:pt idx="4612">
                  <c:v>52.423332000000002</c:v>
                </c:pt>
                <c:pt idx="4613">
                  <c:v>52.459727999999998</c:v>
                </c:pt>
                <c:pt idx="4614">
                  <c:v>52.493899999999996</c:v>
                </c:pt>
                <c:pt idx="4615">
                  <c:v>52.522151999999998</c:v>
                </c:pt>
                <c:pt idx="4616">
                  <c:v>52.548355000000001</c:v>
                </c:pt>
                <c:pt idx="4617">
                  <c:v>52.574523999999997</c:v>
                </c:pt>
                <c:pt idx="4618">
                  <c:v>52.601295</c:v>
                </c:pt>
                <c:pt idx="4619">
                  <c:v>52.625435000000003</c:v>
                </c:pt>
                <c:pt idx="4620">
                  <c:v>52.656303000000001</c:v>
                </c:pt>
                <c:pt idx="4621">
                  <c:v>52.683284999999998</c:v>
                </c:pt>
                <c:pt idx="4622">
                  <c:v>52.713042999999999</c:v>
                </c:pt>
                <c:pt idx="4623">
                  <c:v>52.756058000000003</c:v>
                </c:pt>
                <c:pt idx="4624">
                  <c:v>52.798949999999998</c:v>
                </c:pt>
                <c:pt idx="4625">
                  <c:v>52.842770000000002</c:v>
                </c:pt>
                <c:pt idx="4626">
                  <c:v>52.889251999999999</c:v>
                </c:pt>
                <c:pt idx="4627">
                  <c:v>52.94014</c:v>
                </c:pt>
                <c:pt idx="4628">
                  <c:v>52.991455000000002</c:v>
                </c:pt>
                <c:pt idx="4629">
                  <c:v>53.041156999999998</c:v>
                </c:pt>
                <c:pt idx="4630">
                  <c:v>53.090733</c:v>
                </c:pt>
                <c:pt idx="4631">
                  <c:v>53.142268999999999</c:v>
                </c:pt>
                <c:pt idx="4632">
                  <c:v>53.197254000000001</c:v>
                </c:pt>
                <c:pt idx="4633">
                  <c:v>53.254477999999999</c:v>
                </c:pt>
                <c:pt idx="4634">
                  <c:v>53.314231999999997</c:v>
                </c:pt>
                <c:pt idx="4635">
                  <c:v>53.370818999999997</c:v>
                </c:pt>
                <c:pt idx="4636">
                  <c:v>53.426349999999999</c:v>
                </c:pt>
                <c:pt idx="4637">
                  <c:v>53.481026</c:v>
                </c:pt>
                <c:pt idx="4638">
                  <c:v>53.533791000000001</c:v>
                </c:pt>
                <c:pt idx="4639">
                  <c:v>53.584556999999997</c:v>
                </c:pt>
                <c:pt idx="4640">
                  <c:v>53.631602999999998</c:v>
                </c:pt>
                <c:pt idx="4641">
                  <c:v>53.676991000000001</c:v>
                </c:pt>
                <c:pt idx="4642">
                  <c:v>53.730575999999999</c:v>
                </c:pt>
                <c:pt idx="4643">
                  <c:v>53.777729000000001</c:v>
                </c:pt>
                <c:pt idx="4644">
                  <c:v>53.806609999999999</c:v>
                </c:pt>
                <c:pt idx="4645">
                  <c:v>53.817123000000002</c:v>
                </c:pt>
                <c:pt idx="4646">
                  <c:v>53.824950999999999</c:v>
                </c:pt>
                <c:pt idx="4647">
                  <c:v>53.831619000000003</c:v>
                </c:pt>
                <c:pt idx="4648">
                  <c:v>53.840611000000003</c:v>
                </c:pt>
                <c:pt idx="4649">
                  <c:v>53.850521000000001</c:v>
                </c:pt>
                <c:pt idx="4650">
                  <c:v>53.859268</c:v>
                </c:pt>
                <c:pt idx="4651">
                  <c:v>53.866988999999997</c:v>
                </c:pt>
                <c:pt idx="4652">
                  <c:v>53.87529</c:v>
                </c:pt>
                <c:pt idx="4653">
                  <c:v>53.88308</c:v>
                </c:pt>
                <c:pt idx="4654">
                  <c:v>53.889076000000003</c:v>
                </c:pt>
                <c:pt idx="4655">
                  <c:v>53.895237000000002</c:v>
                </c:pt>
                <c:pt idx="4656">
                  <c:v>53.905479</c:v>
                </c:pt>
                <c:pt idx="4657">
                  <c:v>53.920189000000001</c:v>
                </c:pt>
                <c:pt idx="4658">
                  <c:v>53.932053000000003</c:v>
                </c:pt>
                <c:pt idx="4659">
                  <c:v>53.940071000000003</c:v>
                </c:pt>
                <c:pt idx="4660">
                  <c:v>53.946841999999997</c:v>
                </c:pt>
                <c:pt idx="4661">
                  <c:v>53.954028999999998</c:v>
                </c:pt>
                <c:pt idx="4662">
                  <c:v>53.961922000000001</c:v>
                </c:pt>
                <c:pt idx="4663">
                  <c:v>53.969856</c:v>
                </c:pt>
                <c:pt idx="4664">
                  <c:v>53.977085000000002</c:v>
                </c:pt>
                <c:pt idx="4665">
                  <c:v>53.983848999999999</c:v>
                </c:pt>
                <c:pt idx="4666">
                  <c:v>53.990402000000003</c:v>
                </c:pt>
                <c:pt idx="4667">
                  <c:v>53.996426</c:v>
                </c:pt>
                <c:pt idx="4668">
                  <c:v>54.002319</c:v>
                </c:pt>
                <c:pt idx="4669">
                  <c:v>54.007648000000003</c:v>
                </c:pt>
                <c:pt idx="4670">
                  <c:v>54.012390000000003</c:v>
                </c:pt>
                <c:pt idx="4671">
                  <c:v>54.021811999999997</c:v>
                </c:pt>
                <c:pt idx="4672">
                  <c:v>54.032139000000001</c:v>
                </c:pt>
                <c:pt idx="4673">
                  <c:v>54.037674000000003</c:v>
                </c:pt>
                <c:pt idx="4674">
                  <c:v>54.035927000000001</c:v>
                </c:pt>
                <c:pt idx="4675">
                  <c:v>54.034275000000001</c:v>
                </c:pt>
                <c:pt idx="4676">
                  <c:v>54.031857000000002</c:v>
                </c:pt>
                <c:pt idx="4677">
                  <c:v>54.030921999999997</c:v>
                </c:pt>
                <c:pt idx="4678">
                  <c:v>54.035164000000002</c:v>
                </c:pt>
                <c:pt idx="4679">
                  <c:v>54.045296</c:v>
                </c:pt>
                <c:pt idx="4680">
                  <c:v>54.053856000000003</c:v>
                </c:pt>
                <c:pt idx="4681">
                  <c:v>54.058804000000002</c:v>
                </c:pt>
                <c:pt idx="4682">
                  <c:v>54.066600999999999</c:v>
                </c:pt>
                <c:pt idx="4683">
                  <c:v>54.078732000000002</c:v>
                </c:pt>
                <c:pt idx="4684">
                  <c:v>54.106693</c:v>
                </c:pt>
                <c:pt idx="4685">
                  <c:v>54.135750000000002</c:v>
                </c:pt>
                <c:pt idx="4686">
                  <c:v>54.168861</c:v>
                </c:pt>
                <c:pt idx="4687">
                  <c:v>54.198559000000003</c:v>
                </c:pt>
                <c:pt idx="4688">
                  <c:v>54.231105999999997</c:v>
                </c:pt>
                <c:pt idx="4689">
                  <c:v>54.276203000000002</c:v>
                </c:pt>
                <c:pt idx="4690">
                  <c:v>54.332684</c:v>
                </c:pt>
                <c:pt idx="4691">
                  <c:v>54.392921000000001</c:v>
                </c:pt>
                <c:pt idx="4692">
                  <c:v>54.450130000000001</c:v>
                </c:pt>
                <c:pt idx="4693">
                  <c:v>54.506526999999998</c:v>
                </c:pt>
                <c:pt idx="4694">
                  <c:v>54.564053000000001</c:v>
                </c:pt>
                <c:pt idx="4695">
                  <c:v>54.622962999999999</c:v>
                </c:pt>
                <c:pt idx="4696">
                  <c:v>54.683266000000003</c:v>
                </c:pt>
                <c:pt idx="4697">
                  <c:v>54.743755</c:v>
                </c:pt>
                <c:pt idx="4698">
                  <c:v>54.803455</c:v>
                </c:pt>
                <c:pt idx="4699">
                  <c:v>54.860275000000001</c:v>
                </c:pt>
                <c:pt idx="4700">
                  <c:v>54.914375</c:v>
                </c:pt>
                <c:pt idx="4701">
                  <c:v>54.965995999999997</c:v>
                </c:pt>
                <c:pt idx="4702">
                  <c:v>55.020480999999997</c:v>
                </c:pt>
                <c:pt idx="4703">
                  <c:v>55.075240999999998</c:v>
                </c:pt>
                <c:pt idx="4704">
                  <c:v>55.130634000000001</c:v>
                </c:pt>
                <c:pt idx="4705">
                  <c:v>55.189686000000002</c:v>
                </c:pt>
                <c:pt idx="4706">
                  <c:v>55.237842999999998</c:v>
                </c:pt>
                <c:pt idx="4707">
                  <c:v>55.265037999999997</c:v>
                </c:pt>
                <c:pt idx="4708">
                  <c:v>55.277926999999998</c:v>
                </c:pt>
                <c:pt idx="4709">
                  <c:v>55.288071000000002</c:v>
                </c:pt>
                <c:pt idx="4710">
                  <c:v>55.295563000000001</c:v>
                </c:pt>
                <c:pt idx="4711">
                  <c:v>55.302635000000002</c:v>
                </c:pt>
                <c:pt idx="4712">
                  <c:v>55.301623999999997</c:v>
                </c:pt>
                <c:pt idx="4713">
                  <c:v>55.306576</c:v>
                </c:pt>
                <c:pt idx="4714">
                  <c:v>55.312339999999999</c:v>
                </c:pt>
                <c:pt idx="4715">
                  <c:v>55.315235000000001</c:v>
                </c:pt>
                <c:pt idx="4716">
                  <c:v>55.314331000000003</c:v>
                </c:pt>
                <c:pt idx="4717">
                  <c:v>55.313231999999999</c:v>
                </c:pt>
                <c:pt idx="4718">
                  <c:v>55.313949999999998</c:v>
                </c:pt>
                <c:pt idx="4719">
                  <c:v>55.317390000000003</c:v>
                </c:pt>
                <c:pt idx="4720">
                  <c:v>55.32103</c:v>
                </c:pt>
                <c:pt idx="4721">
                  <c:v>55.321711999999998</c:v>
                </c:pt>
                <c:pt idx="4722">
                  <c:v>55.320892000000001</c:v>
                </c:pt>
                <c:pt idx="4723">
                  <c:v>55.321136000000003</c:v>
                </c:pt>
                <c:pt idx="4724">
                  <c:v>55.325992999999997</c:v>
                </c:pt>
                <c:pt idx="4725">
                  <c:v>55.332957999999998</c:v>
                </c:pt>
                <c:pt idx="4726">
                  <c:v>55.335647999999999</c:v>
                </c:pt>
                <c:pt idx="4727">
                  <c:v>55.334128999999997</c:v>
                </c:pt>
                <c:pt idx="4728">
                  <c:v>55.331592999999998</c:v>
                </c:pt>
                <c:pt idx="4729">
                  <c:v>55.327381000000003</c:v>
                </c:pt>
                <c:pt idx="4730">
                  <c:v>55.319629999999997</c:v>
                </c:pt>
                <c:pt idx="4731">
                  <c:v>55.312519000000002</c:v>
                </c:pt>
                <c:pt idx="4732">
                  <c:v>55.304096000000001</c:v>
                </c:pt>
                <c:pt idx="4733">
                  <c:v>55.300297</c:v>
                </c:pt>
                <c:pt idx="4734">
                  <c:v>55.306854000000001</c:v>
                </c:pt>
                <c:pt idx="4735">
                  <c:v>55.312308999999999</c:v>
                </c:pt>
                <c:pt idx="4736">
                  <c:v>55.306193999999998</c:v>
                </c:pt>
                <c:pt idx="4737">
                  <c:v>55.301352999999999</c:v>
                </c:pt>
                <c:pt idx="4738">
                  <c:v>55.302021000000003</c:v>
                </c:pt>
                <c:pt idx="4739">
                  <c:v>55.307850000000002</c:v>
                </c:pt>
                <c:pt idx="4740">
                  <c:v>55.315643000000001</c:v>
                </c:pt>
                <c:pt idx="4741">
                  <c:v>55.318908999999998</c:v>
                </c:pt>
                <c:pt idx="4742">
                  <c:v>55.320498999999998</c:v>
                </c:pt>
                <c:pt idx="4743">
                  <c:v>55.320312999999999</c:v>
                </c:pt>
                <c:pt idx="4744">
                  <c:v>55.317745000000002</c:v>
                </c:pt>
                <c:pt idx="4745">
                  <c:v>55.317126999999999</c:v>
                </c:pt>
                <c:pt idx="4746">
                  <c:v>55.318710000000003</c:v>
                </c:pt>
                <c:pt idx="4747">
                  <c:v>55.319839000000002</c:v>
                </c:pt>
                <c:pt idx="4748">
                  <c:v>55.317886000000001</c:v>
                </c:pt>
                <c:pt idx="4749">
                  <c:v>55.315227999999998</c:v>
                </c:pt>
                <c:pt idx="4750">
                  <c:v>55.314461000000001</c:v>
                </c:pt>
                <c:pt idx="4751">
                  <c:v>55.312339999999999</c:v>
                </c:pt>
                <c:pt idx="4752">
                  <c:v>55.309162000000001</c:v>
                </c:pt>
                <c:pt idx="4753">
                  <c:v>55.307541000000001</c:v>
                </c:pt>
                <c:pt idx="4754">
                  <c:v>55.310454999999997</c:v>
                </c:pt>
                <c:pt idx="4755">
                  <c:v>55.318165</c:v>
                </c:pt>
                <c:pt idx="4756">
                  <c:v>55.327872999999997</c:v>
                </c:pt>
                <c:pt idx="4757">
                  <c:v>55.336578000000003</c:v>
                </c:pt>
                <c:pt idx="4758">
                  <c:v>55.346806000000001</c:v>
                </c:pt>
                <c:pt idx="4759">
                  <c:v>55.361038000000001</c:v>
                </c:pt>
                <c:pt idx="4760">
                  <c:v>55.376491999999999</c:v>
                </c:pt>
                <c:pt idx="4761">
                  <c:v>55.389071999999999</c:v>
                </c:pt>
                <c:pt idx="4762">
                  <c:v>55.400230000000001</c:v>
                </c:pt>
                <c:pt idx="4763">
                  <c:v>55.413673000000003</c:v>
                </c:pt>
                <c:pt idx="4764">
                  <c:v>55.430523000000001</c:v>
                </c:pt>
                <c:pt idx="4765">
                  <c:v>55.452835</c:v>
                </c:pt>
                <c:pt idx="4766">
                  <c:v>55.481766</c:v>
                </c:pt>
                <c:pt idx="4767">
                  <c:v>55.518886999999999</c:v>
                </c:pt>
                <c:pt idx="4768">
                  <c:v>55.561095999999999</c:v>
                </c:pt>
                <c:pt idx="4769">
                  <c:v>55.607193000000002</c:v>
                </c:pt>
                <c:pt idx="4770">
                  <c:v>55.651114999999997</c:v>
                </c:pt>
                <c:pt idx="4771">
                  <c:v>55.691757000000003</c:v>
                </c:pt>
                <c:pt idx="4772">
                  <c:v>55.723922999999999</c:v>
                </c:pt>
                <c:pt idx="4773">
                  <c:v>55.756354999999999</c:v>
                </c:pt>
                <c:pt idx="4774">
                  <c:v>55.783000999999999</c:v>
                </c:pt>
                <c:pt idx="4775">
                  <c:v>55.811954</c:v>
                </c:pt>
                <c:pt idx="4776">
                  <c:v>55.858902</c:v>
                </c:pt>
                <c:pt idx="4777">
                  <c:v>55.911113999999998</c:v>
                </c:pt>
                <c:pt idx="4778">
                  <c:v>55.960583</c:v>
                </c:pt>
                <c:pt idx="4779">
                  <c:v>55.998787</c:v>
                </c:pt>
                <c:pt idx="4780">
                  <c:v>56.036532999999999</c:v>
                </c:pt>
                <c:pt idx="4781">
                  <c:v>56.08963</c:v>
                </c:pt>
                <c:pt idx="4782">
                  <c:v>56.152939000000003</c:v>
                </c:pt>
                <c:pt idx="4783">
                  <c:v>56.205303000000001</c:v>
                </c:pt>
                <c:pt idx="4784">
                  <c:v>56.229435000000002</c:v>
                </c:pt>
                <c:pt idx="4785">
                  <c:v>56.238765999999998</c:v>
                </c:pt>
                <c:pt idx="4786">
                  <c:v>56.243000000000002</c:v>
                </c:pt>
                <c:pt idx="4787">
                  <c:v>56.248173000000001</c:v>
                </c:pt>
                <c:pt idx="4788">
                  <c:v>56.248417000000003</c:v>
                </c:pt>
                <c:pt idx="4789">
                  <c:v>56.238627999999999</c:v>
                </c:pt>
                <c:pt idx="4790">
                  <c:v>56.230614000000003</c:v>
                </c:pt>
                <c:pt idx="4791">
                  <c:v>56.220421000000002</c:v>
                </c:pt>
                <c:pt idx="4792">
                  <c:v>56.207374999999999</c:v>
                </c:pt>
                <c:pt idx="4793">
                  <c:v>56.195704999999997</c:v>
                </c:pt>
                <c:pt idx="4794">
                  <c:v>56.186957999999997</c:v>
                </c:pt>
                <c:pt idx="4795">
                  <c:v>56.180199000000002</c:v>
                </c:pt>
                <c:pt idx="4796">
                  <c:v>56.172161000000003</c:v>
                </c:pt>
                <c:pt idx="4797">
                  <c:v>56.159283000000002</c:v>
                </c:pt>
                <c:pt idx="4798">
                  <c:v>56.141891000000001</c:v>
                </c:pt>
                <c:pt idx="4799">
                  <c:v>56.120311999999998</c:v>
                </c:pt>
                <c:pt idx="4800">
                  <c:v>56.098331000000002</c:v>
                </c:pt>
                <c:pt idx="4801">
                  <c:v>56.080768999999997</c:v>
                </c:pt>
                <c:pt idx="4802">
                  <c:v>56.066364</c:v>
                </c:pt>
                <c:pt idx="4803">
                  <c:v>56.053204000000001</c:v>
                </c:pt>
                <c:pt idx="4804">
                  <c:v>56.042319999999997</c:v>
                </c:pt>
                <c:pt idx="4805">
                  <c:v>56.034106999999999</c:v>
                </c:pt>
                <c:pt idx="4806">
                  <c:v>56.026260000000001</c:v>
                </c:pt>
                <c:pt idx="4807">
                  <c:v>56.017330000000001</c:v>
                </c:pt>
                <c:pt idx="4808">
                  <c:v>56.007713000000003</c:v>
                </c:pt>
                <c:pt idx="4809">
                  <c:v>55.999130000000001</c:v>
                </c:pt>
                <c:pt idx="4810">
                  <c:v>55.992038999999998</c:v>
                </c:pt>
                <c:pt idx="4811">
                  <c:v>55.984687999999998</c:v>
                </c:pt>
                <c:pt idx="4812">
                  <c:v>55.972873999999997</c:v>
                </c:pt>
                <c:pt idx="4813">
                  <c:v>55.956882</c:v>
                </c:pt>
                <c:pt idx="4814">
                  <c:v>55.945582999999999</c:v>
                </c:pt>
                <c:pt idx="4815">
                  <c:v>55.940876000000003</c:v>
                </c:pt>
                <c:pt idx="4816">
                  <c:v>55.933846000000003</c:v>
                </c:pt>
                <c:pt idx="4817">
                  <c:v>55.913147000000002</c:v>
                </c:pt>
                <c:pt idx="4818">
                  <c:v>55.879440000000002</c:v>
                </c:pt>
                <c:pt idx="4819">
                  <c:v>55.845523999999997</c:v>
                </c:pt>
                <c:pt idx="4820">
                  <c:v>55.821838</c:v>
                </c:pt>
                <c:pt idx="4821">
                  <c:v>55.803505000000001</c:v>
                </c:pt>
                <c:pt idx="4822">
                  <c:v>55.787284999999997</c:v>
                </c:pt>
                <c:pt idx="4823">
                  <c:v>55.777465999999997</c:v>
                </c:pt>
                <c:pt idx="4824">
                  <c:v>55.771545000000003</c:v>
                </c:pt>
                <c:pt idx="4825">
                  <c:v>55.764671</c:v>
                </c:pt>
                <c:pt idx="4826">
                  <c:v>55.758183000000002</c:v>
                </c:pt>
                <c:pt idx="4827">
                  <c:v>55.753162000000003</c:v>
                </c:pt>
                <c:pt idx="4828">
                  <c:v>55.750518999999997</c:v>
                </c:pt>
                <c:pt idx="4829">
                  <c:v>55.752459999999999</c:v>
                </c:pt>
                <c:pt idx="4830">
                  <c:v>55.756991999999997</c:v>
                </c:pt>
                <c:pt idx="4831">
                  <c:v>55.759444999999999</c:v>
                </c:pt>
                <c:pt idx="4832">
                  <c:v>55.759239000000001</c:v>
                </c:pt>
                <c:pt idx="4833">
                  <c:v>55.757843000000001</c:v>
                </c:pt>
                <c:pt idx="4834">
                  <c:v>55.755851999999997</c:v>
                </c:pt>
                <c:pt idx="4835">
                  <c:v>55.758685999999997</c:v>
                </c:pt>
                <c:pt idx="4836">
                  <c:v>55.773997999999999</c:v>
                </c:pt>
                <c:pt idx="4837">
                  <c:v>55.808501999999997</c:v>
                </c:pt>
                <c:pt idx="4838">
                  <c:v>55.848919000000002</c:v>
                </c:pt>
                <c:pt idx="4839">
                  <c:v>55.880313999999998</c:v>
                </c:pt>
                <c:pt idx="4840">
                  <c:v>55.918101999999998</c:v>
                </c:pt>
                <c:pt idx="4841">
                  <c:v>55.972239999999999</c:v>
                </c:pt>
                <c:pt idx="4842">
                  <c:v>56.034260000000003</c:v>
                </c:pt>
                <c:pt idx="4843">
                  <c:v>56.085869000000002</c:v>
                </c:pt>
                <c:pt idx="4844">
                  <c:v>56.113365000000002</c:v>
                </c:pt>
                <c:pt idx="4845">
                  <c:v>56.128433000000001</c:v>
                </c:pt>
                <c:pt idx="4846">
                  <c:v>56.145290000000003</c:v>
                </c:pt>
                <c:pt idx="4847">
                  <c:v>56.161040999999997</c:v>
                </c:pt>
                <c:pt idx="4848">
                  <c:v>56.183703999999999</c:v>
                </c:pt>
                <c:pt idx="4849">
                  <c:v>56.215159999999997</c:v>
                </c:pt>
                <c:pt idx="4850">
                  <c:v>56.254973999999997</c:v>
                </c:pt>
                <c:pt idx="4851">
                  <c:v>56.296931999999998</c:v>
                </c:pt>
                <c:pt idx="4852">
                  <c:v>56.342742999999999</c:v>
                </c:pt>
                <c:pt idx="4853">
                  <c:v>56.395710000000001</c:v>
                </c:pt>
                <c:pt idx="4854">
                  <c:v>56.435692000000003</c:v>
                </c:pt>
                <c:pt idx="4855">
                  <c:v>56.463782999999999</c:v>
                </c:pt>
                <c:pt idx="4856">
                  <c:v>56.487186000000001</c:v>
                </c:pt>
                <c:pt idx="4857">
                  <c:v>56.515704999999997</c:v>
                </c:pt>
                <c:pt idx="4858">
                  <c:v>56.568565</c:v>
                </c:pt>
                <c:pt idx="4859">
                  <c:v>56.630989</c:v>
                </c:pt>
                <c:pt idx="4860">
                  <c:v>56.689781000000004</c:v>
                </c:pt>
                <c:pt idx="4861">
                  <c:v>56.740738</c:v>
                </c:pt>
                <c:pt idx="4862">
                  <c:v>56.789776000000003</c:v>
                </c:pt>
                <c:pt idx="4863">
                  <c:v>56.839882000000003</c:v>
                </c:pt>
                <c:pt idx="4864">
                  <c:v>56.891101999999997</c:v>
                </c:pt>
                <c:pt idx="4865">
                  <c:v>56.934471000000002</c:v>
                </c:pt>
                <c:pt idx="4866">
                  <c:v>56.967677999999999</c:v>
                </c:pt>
                <c:pt idx="4867">
                  <c:v>56.997154000000002</c:v>
                </c:pt>
                <c:pt idx="4868">
                  <c:v>57.039467000000002</c:v>
                </c:pt>
                <c:pt idx="4869">
                  <c:v>57.099049000000001</c:v>
                </c:pt>
                <c:pt idx="4870">
                  <c:v>57.157603999999999</c:v>
                </c:pt>
                <c:pt idx="4871">
                  <c:v>57.212578000000001</c:v>
                </c:pt>
                <c:pt idx="4872">
                  <c:v>57.267161999999999</c:v>
                </c:pt>
                <c:pt idx="4873">
                  <c:v>57.327187000000002</c:v>
                </c:pt>
                <c:pt idx="4874">
                  <c:v>57.374488999999997</c:v>
                </c:pt>
                <c:pt idx="4875">
                  <c:v>57.400557999999997</c:v>
                </c:pt>
                <c:pt idx="4876">
                  <c:v>57.421298999999998</c:v>
                </c:pt>
                <c:pt idx="4877">
                  <c:v>57.440314999999998</c:v>
                </c:pt>
                <c:pt idx="4878">
                  <c:v>57.463515999999998</c:v>
                </c:pt>
                <c:pt idx="4879">
                  <c:v>57.478527</c:v>
                </c:pt>
                <c:pt idx="4880">
                  <c:v>57.489674000000001</c:v>
                </c:pt>
                <c:pt idx="4881">
                  <c:v>57.499344000000001</c:v>
                </c:pt>
                <c:pt idx="4882">
                  <c:v>57.505329000000003</c:v>
                </c:pt>
                <c:pt idx="4883">
                  <c:v>57.512656999999997</c:v>
                </c:pt>
                <c:pt idx="4884">
                  <c:v>57.522919000000002</c:v>
                </c:pt>
                <c:pt idx="4885">
                  <c:v>57.546978000000003</c:v>
                </c:pt>
                <c:pt idx="4886">
                  <c:v>57.575951000000003</c:v>
                </c:pt>
                <c:pt idx="4887">
                  <c:v>57.590977000000002</c:v>
                </c:pt>
                <c:pt idx="4888">
                  <c:v>57.601005999999998</c:v>
                </c:pt>
                <c:pt idx="4889">
                  <c:v>57.610450999999998</c:v>
                </c:pt>
                <c:pt idx="4890">
                  <c:v>57.616473999999997</c:v>
                </c:pt>
                <c:pt idx="4891">
                  <c:v>57.625537999999999</c:v>
                </c:pt>
                <c:pt idx="4892">
                  <c:v>57.634887999999997</c:v>
                </c:pt>
                <c:pt idx="4893">
                  <c:v>57.639575999999998</c:v>
                </c:pt>
                <c:pt idx="4894">
                  <c:v>57.639552999999999</c:v>
                </c:pt>
                <c:pt idx="4895">
                  <c:v>57.636234000000002</c:v>
                </c:pt>
                <c:pt idx="4896">
                  <c:v>57.634208999999998</c:v>
                </c:pt>
                <c:pt idx="4897">
                  <c:v>57.638863000000001</c:v>
                </c:pt>
                <c:pt idx="4898">
                  <c:v>57.661095000000003</c:v>
                </c:pt>
                <c:pt idx="4899">
                  <c:v>57.695777999999997</c:v>
                </c:pt>
                <c:pt idx="4900">
                  <c:v>57.731307999999999</c:v>
                </c:pt>
                <c:pt idx="4901">
                  <c:v>57.758735999999999</c:v>
                </c:pt>
                <c:pt idx="4902">
                  <c:v>57.784041999999999</c:v>
                </c:pt>
                <c:pt idx="4903">
                  <c:v>57.813938</c:v>
                </c:pt>
                <c:pt idx="4904">
                  <c:v>57.857422</c:v>
                </c:pt>
                <c:pt idx="4905">
                  <c:v>57.912059999999997</c:v>
                </c:pt>
                <c:pt idx="4906">
                  <c:v>57.972256000000002</c:v>
                </c:pt>
                <c:pt idx="4907">
                  <c:v>58.031711999999999</c:v>
                </c:pt>
                <c:pt idx="4908">
                  <c:v>58.079376000000003</c:v>
                </c:pt>
                <c:pt idx="4909">
                  <c:v>58.117618999999998</c:v>
                </c:pt>
                <c:pt idx="4910">
                  <c:v>58.140895999999998</c:v>
                </c:pt>
                <c:pt idx="4911">
                  <c:v>58.154152000000003</c:v>
                </c:pt>
                <c:pt idx="4912">
                  <c:v>58.161155999999998</c:v>
                </c:pt>
                <c:pt idx="4913">
                  <c:v>58.165184000000004</c:v>
                </c:pt>
                <c:pt idx="4914">
                  <c:v>58.164715000000001</c:v>
                </c:pt>
                <c:pt idx="4915">
                  <c:v>58.152698999999998</c:v>
                </c:pt>
                <c:pt idx="4916">
                  <c:v>58.142924999999998</c:v>
                </c:pt>
                <c:pt idx="4917">
                  <c:v>58.140456999999998</c:v>
                </c:pt>
                <c:pt idx="4918">
                  <c:v>58.138190999999999</c:v>
                </c:pt>
                <c:pt idx="4919">
                  <c:v>58.129646000000001</c:v>
                </c:pt>
                <c:pt idx="4920">
                  <c:v>58.116241000000002</c:v>
                </c:pt>
                <c:pt idx="4921">
                  <c:v>58.104233000000001</c:v>
                </c:pt>
                <c:pt idx="4922">
                  <c:v>58.096232999999998</c:v>
                </c:pt>
                <c:pt idx="4923">
                  <c:v>58.086441000000001</c:v>
                </c:pt>
                <c:pt idx="4924">
                  <c:v>58.079524999999997</c:v>
                </c:pt>
                <c:pt idx="4925">
                  <c:v>58.082580999999998</c:v>
                </c:pt>
                <c:pt idx="4926">
                  <c:v>58.087437000000001</c:v>
                </c:pt>
                <c:pt idx="4927">
                  <c:v>58.078589999999998</c:v>
                </c:pt>
                <c:pt idx="4928">
                  <c:v>58.057053000000003</c:v>
                </c:pt>
                <c:pt idx="4929">
                  <c:v>58.031891000000002</c:v>
                </c:pt>
                <c:pt idx="4930">
                  <c:v>58.010361000000003</c:v>
                </c:pt>
                <c:pt idx="4931">
                  <c:v>57.991829000000003</c:v>
                </c:pt>
                <c:pt idx="4932">
                  <c:v>57.975555</c:v>
                </c:pt>
                <c:pt idx="4933">
                  <c:v>57.968544000000001</c:v>
                </c:pt>
                <c:pt idx="4934">
                  <c:v>57.971870000000003</c:v>
                </c:pt>
                <c:pt idx="4935">
                  <c:v>57.978290999999999</c:v>
                </c:pt>
                <c:pt idx="4936">
                  <c:v>57.977051000000003</c:v>
                </c:pt>
                <c:pt idx="4937">
                  <c:v>57.973419</c:v>
                </c:pt>
                <c:pt idx="4938">
                  <c:v>57.970900999999998</c:v>
                </c:pt>
                <c:pt idx="4939">
                  <c:v>57.970047000000001</c:v>
                </c:pt>
                <c:pt idx="4940">
                  <c:v>57.967117000000002</c:v>
                </c:pt>
                <c:pt idx="4941">
                  <c:v>57.962902</c:v>
                </c:pt>
                <c:pt idx="4942">
                  <c:v>57.960926000000001</c:v>
                </c:pt>
                <c:pt idx="4943">
                  <c:v>57.965355000000002</c:v>
                </c:pt>
                <c:pt idx="4944">
                  <c:v>57.979835999999999</c:v>
                </c:pt>
                <c:pt idx="4945">
                  <c:v>58.010384000000002</c:v>
                </c:pt>
                <c:pt idx="4946">
                  <c:v>58.041195000000002</c:v>
                </c:pt>
                <c:pt idx="4947">
                  <c:v>58.06662</c:v>
                </c:pt>
                <c:pt idx="4948">
                  <c:v>58.089157</c:v>
                </c:pt>
                <c:pt idx="4949">
                  <c:v>58.114811000000003</c:v>
                </c:pt>
                <c:pt idx="4950">
                  <c:v>58.140945000000002</c:v>
                </c:pt>
                <c:pt idx="4951">
                  <c:v>58.172832</c:v>
                </c:pt>
                <c:pt idx="4952">
                  <c:v>58.212623999999998</c:v>
                </c:pt>
                <c:pt idx="4953">
                  <c:v>58.255352000000002</c:v>
                </c:pt>
                <c:pt idx="4954">
                  <c:v>58.297359</c:v>
                </c:pt>
                <c:pt idx="4955">
                  <c:v>58.357062999999997</c:v>
                </c:pt>
                <c:pt idx="4956">
                  <c:v>58.417931000000003</c:v>
                </c:pt>
                <c:pt idx="4957">
                  <c:v>58.474350000000001</c:v>
                </c:pt>
                <c:pt idx="4958">
                  <c:v>58.532665000000001</c:v>
                </c:pt>
                <c:pt idx="4959">
                  <c:v>58.579963999999997</c:v>
                </c:pt>
                <c:pt idx="4960">
                  <c:v>58.611503999999996</c:v>
                </c:pt>
                <c:pt idx="4961">
                  <c:v>58.620911</c:v>
                </c:pt>
                <c:pt idx="4962">
                  <c:v>58.621281000000003</c:v>
                </c:pt>
                <c:pt idx="4963">
                  <c:v>58.622498</c:v>
                </c:pt>
                <c:pt idx="4964">
                  <c:v>58.613109999999999</c:v>
                </c:pt>
                <c:pt idx="4965">
                  <c:v>58.600166000000002</c:v>
                </c:pt>
                <c:pt idx="4966">
                  <c:v>58.589413</c:v>
                </c:pt>
                <c:pt idx="4967">
                  <c:v>58.580463000000002</c:v>
                </c:pt>
                <c:pt idx="4968">
                  <c:v>58.573653999999998</c:v>
                </c:pt>
                <c:pt idx="4969">
                  <c:v>58.565891000000001</c:v>
                </c:pt>
                <c:pt idx="4970">
                  <c:v>58.554985000000002</c:v>
                </c:pt>
                <c:pt idx="4971">
                  <c:v>58.548786</c:v>
                </c:pt>
                <c:pt idx="4972">
                  <c:v>58.545794999999998</c:v>
                </c:pt>
                <c:pt idx="4973">
                  <c:v>58.552086000000003</c:v>
                </c:pt>
                <c:pt idx="4974">
                  <c:v>58.574699000000003</c:v>
                </c:pt>
                <c:pt idx="4975">
                  <c:v>58.60915</c:v>
                </c:pt>
                <c:pt idx="4976">
                  <c:v>58.645332000000003</c:v>
                </c:pt>
                <c:pt idx="4977">
                  <c:v>58.680542000000003</c:v>
                </c:pt>
                <c:pt idx="4978">
                  <c:v>58.730328</c:v>
                </c:pt>
                <c:pt idx="4979">
                  <c:v>58.789459000000001</c:v>
                </c:pt>
                <c:pt idx="4980">
                  <c:v>58.851256999999997</c:v>
                </c:pt>
                <c:pt idx="4981">
                  <c:v>58.903224999999999</c:v>
                </c:pt>
                <c:pt idx="4982">
                  <c:v>58.951084000000002</c:v>
                </c:pt>
                <c:pt idx="4983">
                  <c:v>59.004074000000003</c:v>
                </c:pt>
                <c:pt idx="4984">
                  <c:v>59.045883000000003</c:v>
                </c:pt>
                <c:pt idx="4985">
                  <c:v>59.092770000000002</c:v>
                </c:pt>
                <c:pt idx="4986">
                  <c:v>59.137627000000002</c:v>
                </c:pt>
                <c:pt idx="4987">
                  <c:v>59.180424000000002</c:v>
                </c:pt>
                <c:pt idx="4988">
                  <c:v>59.217781000000002</c:v>
                </c:pt>
                <c:pt idx="4989">
                  <c:v>59.252547999999997</c:v>
                </c:pt>
                <c:pt idx="4990">
                  <c:v>59.299408</c:v>
                </c:pt>
                <c:pt idx="4991">
                  <c:v>59.358536000000001</c:v>
                </c:pt>
                <c:pt idx="4992">
                  <c:v>59.415466000000002</c:v>
                </c:pt>
                <c:pt idx="4993">
                  <c:v>59.455230999999998</c:v>
                </c:pt>
                <c:pt idx="4994">
                  <c:v>59.488303999999999</c:v>
                </c:pt>
                <c:pt idx="4995">
                  <c:v>59.514651999999998</c:v>
                </c:pt>
                <c:pt idx="4996">
                  <c:v>59.53783</c:v>
                </c:pt>
                <c:pt idx="4997">
                  <c:v>59.554881999999999</c:v>
                </c:pt>
                <c:pt idx="4998">
                  <c:v>59.571700999999997</c:v>
                </c:pt>
                <c:pt idx="4999">
                  <c:v>59.582110999999998</c:v>
                </c:pt>
                <c:pt idx="5000">
                  <c:v>59.587054999999999</c:v>
                </c:pt>
                <c:pt idx="5001">
                  <c:v>59.589725000000001</c:v>
                </c:pt>
                <c:pt idx="5002">
                  <c:v>59.593456000000003</c:v>
                </c:pt>
                <c:pt idx="5003">
                  <c:v>59.600712000000001</c:v>
                </c:pt>
                <c:pt idx="5004">
                  <c:v>59.614071000000003</c:v>
                </c:pt>
                <c:pt idx="5005">
                  <c:v>59.635860000000001</c:v>
                </c:pt>
                <c:pt idx="5006">
                  <c:v>59.660525999999997</c:v>
                </c:pt>
                <c:pt idx="5007">
                  <c:v>59.680038000000003</c:v>
                </c:pt>
                <c:pt idx="5008">
                  <c:v>59.699294999999999</c:v>
                </c:pt>
                <c:pt idx="5009">
                  <c:v>59.718696999999999</c:v>
                </c:pt>
                <c:pt idx="5010">
                  <c:v>59.737499</c:v>
                </c:pt>
                <c:pt idx="5011">
                  <c:v>59.752918000000001</c:v>
                </c:pt>
                <c:pt idx="5012">
                  <c:v>59.763359000000001</c:v>
                </c:pt>
                <c:pt idx="5013">
                  <c:v>59.769283000000001</c:v>
                </c:pt>
                <c:pt idx="5014">
                  <c:v>59.772427</c:v>
                </c:pt>
                <c:pt idx="5015">
                  <c:v>59.772601999999999</c:v>
                </c:pt>
                <c:pt idx="5016">
                  <c:v>59.771239999999999</c:v>
                </c:pt>
                <c:pt idx="5017">
                  <c:v>59.775145999999999</c:v>
                </c:pt>
                <c:pt idx="5018">
                  <c:v>59.782646</c:v>
                </c:pt>
                <c:pt idx="5019">
                  <c:v>59.790047000000001</c:v>
                </c:pt>
                <c:pt idx="5020">
                  <c:v>59.797173000000001</c:v>
                </c:pt>
                <c:pt idx="5021">
                  <c:v>59.805599000000001</c:v>
                </c:pt>
                <c:pt idx="5022">
                  <c:v>59.816513</c:v>
                </c:pt>
                <c:pt idx="5023">
                  <c:v>59.825786999999998</c:v>
                </c:pt>
                <c:pt idx="5024">
                  <c:v>59.837124000000003</c:v>
                </c:pt>
                <c:pt idx="5025">
                  <c:v>59.849873000000002</c:v>
                </c:pt>
                <c:pt idx="5026">
                  <c:v>59.858307000000003</c:v>
                </c:pt>
                <c:pt idx="5027">
                  <c:v>59.862183000000002</c:v>
                </c:pt>
                <c:pt idx="5028">
                  <c:v>59.860377999999997</c:v>
                </c:pt>
                <c:pt idx="5029">
                  <c:v>59.853554000000003</c:v>
                </c:pt>
                <c:pt idx="5030">
                  <c:v>59.847923000000002</c:v>
                </c:pt>
                <c:pt idx="5031">
                  <c:v>59.844875000000002</c:v>
                </c:pt>
                <c:pt idx="5032">
                  <c:v>59.844814</c:v>
                </c:pt>
                <c:pt idx="5033">
                  <c:v>59.840846999999997</c:v>
                </c:pt>
                <c:pt idx="5034">
                  <c:v>59.832568999999999</c:v>
                </c:pt>
                <c:pt idx="5035">
                  <c:v>59.822411000000002</c:v>
                </c:pt>
                <c:pt idx="5036">
                  <c:v>59.810164999999998</c:v>
                </c:pt>
                <c:pt idx="5037">
                  <c:v>59.803790999999997</c:v>
                </c:pt>
                <c:pt idx="5038">
                  <c:v>59.807437999999998</c:v>
                </c:pt>
                <c:pt idx="5039">
                  <c:v>59.822158999999999</c:v>
                </c:pt>
                <c:pt idx="5040">
                  <c:v>59.825232999999997</c:v>
                </c:pt>
                <c:pt idx="5041">
                  <c:v>59.821289</c:v>
                </c:pt>
                <c:pt idx="5042">
                  <c:v>59.811886000000001</c:v>
                </c:pt>
                <c:pt idx="5043">
                  <c:v>59.797595999999999</c:v>
                </c:pt>
                <c:pt idx="5044">
                  <c:v>59.785522</c:v>
                </c:pt>
                <c:pt idx="5045">
                  <c:v>59.772598000000002</c:v>
                </c:pt>
                <c:pt idx="5046">
                  <c:v>59.754157999999997</c:v>
                </c:pt>
                <c:pt idx="5047">
                  <c:v>59.731955999999997</c:v>
                </c:pt>
                <c:pt idx="5048">
                  <c:v>59.707492999999999</c:v>
                </c:pt>
                <c:pt idx="5049">
                  <c:v>59.68383</c:v>
                </c:pt>
                <c:pt idx="5050">
                  <c:v>59.663826</c:v>
                </c:pt>
                <c:pt idx="5051">
                  <c:v>59.645209999999999</c:v>
                </c:pt>
                <c:pt idx="5052">
                  <c:v>59.634087000000001</c:v>
                </c:pt>
                <c:pt idx="5053">
                  <c:v>59.626162999999998</c:v>
                </c:pt>
                <c:pt idx="5054">
                  <c:v>59.620604999999998</c:v>
                </c:pt>
                <c:pt idx="5055">
                  <c:v>59.614852999999997</c:v>
                </c:pt>
                <c:pt idx="5056">
                  <c:v>59.609470000000002</c:v>
                </c:pt>
                <c:pt idx="5057">
                  <c:v>59.604374</c:v>
                </c:pt>
                <c:pt idx="5058">
                  <c:v>59.597008000000002</c:v>
                </c:pt>
                <c:pt idx="5059">
                  <c:v>59.582687</c:v>
                </c:pt>
                <c:pt idx="5060">
                  <c:v>59.560386999999999</c:v>
                </c:pt>
                <c:pt idx="5061">
                  <c:v>59.536982999999999</c:v>
                </c:pt>
                <c:pt idx="5062">
                  <c:v>59.516765999999997</c:v>
                </c:pt>
                <c:pt idx="5063">
                  <c:v>59.497512999999998</c:v>
                </c:pt>
                <c:pt idx="5064">
                  <c:v>59.480797000000003</c:v>
                </c:pt>
                <c:pt idx="5065">
                  <c:v>59.466403999999997</c:v>
                </c:pt>
                <c:pt idx="5066">
                  <c:v>59.449855999999997</c:v>
                </c:pt>
                <c:pt idx="5067">
                  <c:v>59.430908000000002</c:v>
                </c:pt>
                <c:pt idx="5068">
                  <c:v>59.411900000000003</c:v>
                </c:pt>
                <c:pt idx="5069">
                  <c:v>59.395809</c:v>
                </c:pt>
                <c:pt idx="5070">
                  <c:v>59.381649000000003</c:v>
                </c:pt>
                <c:pt idx="5071">
                  <c:v>59.367165</c:v>
                </c:pt>
                <c:pt idx="5072">
                  <c:v>59.351978000000003</c:v>
                </c:pt>
                <c:pt idx="5073">
                  <c:v>59.338397999999998</c:v>
                </c:pt>
                <c:pt idx="5074">
                  <c:v>59.329658999999999</c:v>
                </c:pt>
                <c:pt idx="5075">
                  <c:v>59.321800000000003</c:v>
                </c:pt>
                <c:pt idx="5076">
                  <c:v>59.331122999999998</c:v>
                </c:pt>
                <c:pt idx="5077">
                  <c:v>59.359817999999997</c:v>
                </c:pt>
                <c:pt idx="5078">
                  <c:v>59.400978000000002</c:v>
                </c:pt>
                <c:pt idx="5079">
                  <c:v>59.428947000000001</c:v>
                </c:pt>
                <c:pt idx="5080">
                  <c:v>59.447456000000003</c:v>
                </c:pt>
                <c:pt idx="5081">
                  <c:v>59.461998000000001</c:v>
                </c:pt>
                <c:pt idx="5082">
                  <c:v>59.474060000000001</c:v>
                </c:pt>
                <c:pt idx="5083">
                  <c:v>59.478619000000002</c:v>
                </c:pt>
                <c:pt idx="5084">
                  <c:v>59.479289999999999</c:v>
                </c:pt>
                <c:pt idx="5085">
                  <c:v>59.479796999999998</c:v>
                </c:pt>
                <c:pt idx="5086">
                  <c:v>59.494743</c:v>
                </c:pt>
                <c:pt idx="5087">
                  <c:v>59.526836000000003</c:v>
                </c:pt>
                <c:pt idx="5088">
                  <c:v>59.569293999999999</c:v>
                </c:pt>
                <c:pt idx="5089">
                  <c:v>59.624676000000001</c:v>
                </c:pt>
                <c:pt idx="5090">
                  <c:v>59.691032</c:v>
                </c:pt>
                <c:pt idx="5091">
                  <c:v>59.766373000000002</c:v>
                </c:pt>
                <c:pt idx="5092">
                  <c:v>59.805396999999999</c:v>
                </c:pt>
                <c:pt idx="5093">
                  <c:v>59.823334000000003</c:v>
                </c:pt>
                <c:pt idx="5094">
                  <c:v>59.825854999999997</c:v>
                </c:pt>
                <c:pt idx="5095">
                  <c:v>59.818665000000003</c:v>
                </c:pt>
                <c:pt idx="5096">
                  <c:v>59.814880000000002</c:v>
                </c:pt>
                <c:pt idx="5097">
                  <c:v>59.818821</c:v>
                </c:pt>
                <c:pt idx="5098">
                  <c:v>59.810138999999999</c:v>
                </c:pt>
                <c:pt idx="5099">
                  <c:v>59.790478</c:v>
                </c:pt>
                <c:pt idx="5100">
                  <c:v>59.771842999999997</c:v>
                </c:pt>
                <c:pt idx="5101">
                  <c:v>59.753784000000003</c:v>
                </c:pt>
                <c:pt idx="5102">
                  <c:v>59.73357</c:v>
                </c:pt>
                <c:pt idx="5103">
                  <c:v>59.721283</c:v>
                </c:pt>
                <c:pt idx="5104">
                  <c:v>59.716285999999997</c:v>
                </c:pt>
                <c:pt idx="5105">
                  <c:v>59.711596999999998</c:v>
                </c:pt>
                <c:pt idx="5106">
                  <c:v>59.714450999999997</c:v>
                </c:pt>
                <c:pt idx="5107">
                  <c:v>59.725020999999998</c:v>
                </c:pt>
                <c:pt idx="5108">
                  <c:v>59.736679000000002</c:v>
                </c:pt>
                <c:pt idx="5109">
                  <c:v>59.754035999999999</c:v>
                </c:pt>
                <c:pt idx="5110">
                  <c:v>59.762580999999997</c:v>
                </c:pt>
                <c:pt idx="5111">
                  <c:v>59.768925000000003</c:v>
                </c:pt>
                <c:pt idx="5112">
                  <c:v>59.777000000000001</c:v>
                </c:pt>
                <c:pt idx="5113">
                  <c:v>59.791030999999997</c:v>
                </c:pt>
                <c:pt idx="5114">
                  <c:v>59.818390000000001</c:v>
                </c:pt>
                <c:pt idx="5115">
                  <c:v>59.860325000000003</c:v>
                </c:pt>
                <c:pt idx="5116">
                  <c:v>59.909111000000003</c:v>
                </c:pt>
                <c:pt idx="5117">
                  <c:v>59.956825000000002</c:v>
                </c:pt>
                <c:pt idx="5118">
                  <c:v>59.990870999999999</c:v>
                </c:pt>
                <c:pt idx="5119">
                  <c:v>59.998089</c:v>
                </c:pt>
                <c:pt idx="5120">
                  <c:v>59.990456000000002</c:v>
                </c:pt>
                <c:pt idx="5121">
                  <c:v>59.979636999999997</c:v>
                </c:pt>
                <c:pt idx="5122">
                  <c:v>59.969517000000003</c:v>
                </c:pt>
                <c:pt idx="5123">
                  <c:v>59.955551</c:v>
                </c:pt>
                <c:pt idx="5124">
                  <c:v>59.941856000000001</c:v>
                </c:pt>
                <c:pt idx="5125">
                  <c:v>59.936573000000003</c:v>
                </c:pt>
                <c:pt idx="5126">
                  <c:v>59.945220999999997</c:v>
                </c:pt>
                <c:pt idx="5127">
                  <c:v>59.961604999999999</c:v>
                </c:pt>
                <c:pt idx="5128">
                  <c:v>59.980724000000002</c:v>
                </c:pt>
                <c:pt idx="5129">
                  <c:v>60.000678999999998</c:v>
                </c:pt>
                <c:pt idx="5130">
                  <c:v>60.022404000000002</c:v>
                </c:pt>
                <c:pt idx="5131">
                  <c:v>60.044552000000003</c:v>
                </c:pt>
                <c:pt idx="5132">
                  <c:v>60.067599999999999</c:v>
                </c:pt>
                <c:pt idx="5133">
                  <c:v>60.092106000000001</c:v>
                </c:pt>
                <c:pt idx="5134">
                  <c:v>60.123286999999998</c:v>
                </c:pt>
                <c:pt idx="5135">
                  <c:v>60.152523000000002</c:v>
                </c:pt>
                <c:pt idx="5136">
                  <c:v>60.170437</c:v>
                </c:pt>
                <c:pt idx="5137">
                  <c:v>60.180163999999998</c:v>
                </c:pt>
                <c:pt idx="5138">
                  <c:v>60.184395000000002</c:v>
                </c:pt>
                <c:pt idx="5139">
                  <c:v>60.178097000000001</c:v>
                </c:pt>
                <c:pt idx="5140">
                  <c:v>60.160769999999999</c:v>
                </c:pt>
                <c:pt idx="5141">
                  <c:v>60.136543000000003</c:v>
                </c:pt>
                <c:pt idx="5142">
                  <c:v>60.10078</c:v>
                </c:pt>
                <c:pt idx="5143">
                  <c:v>60.086311000000002</c:v>
                </c:pt>
                <c:pt idx="5144">
                  <c:v>60.042355000000001</c:v>
                </c:pt>
                <c:pt idx="5145">
                  <c:v>60.051639999999999</c:v>
                </c:pt>
                <c:pt idx="5146">
                  <c:v>60.058559000000002</c:v>
                </c:pt>
                <c:pt idx="5147">
                  <c:v>60.068832</c:v>
                </c:pt>
                <c:pt idx="5148">
                  <c:v>60.079174000000002</c:v>
                </c:pt>
                <c:pt idx="5149">
                  <c:v>60.091358</c:v>
                </c:pt>
                <c:pt idx="5150">
                  <c:v>60.109775999999997</c:v>
                </c:pt>
                <c:pt idx="5151">
                  <c:v>60.138038999999999</c:v>
                </c:pt>
                <c:pt idx="5152">
                  <c:v>60.171238000000002</c:v>
                </c:pt>
                <c:pt idx="5153">
                  <c:v>60.201194999999998</c:v>
                </c:pt>
                <c:pt idx="5154">
                  <c:v>60.218521000000003</c:v>
                </c:pt>
                <c:pt idx="5155">
                  <c:v>60.222892999999999</c:v>
                </c:pt>
                <c:pt idx="5156">
                  <c:v>60.225436999999999</c:v>
                </c:pt>
                <c:pt idx="5157">
                  <c:v>60.222552999999998</c:v>
                </c:pt>
                <c:pt idx="5158">
                  <c:v>60.211295999999997</c:v>
                </c:pt>
                <c:pt idx="5159">
                  <c:v>60.200809</c:v>
                </c:pt>
                <c:pt idx="5160">
                  <c:v>60.195255000000003</c:v>
                </c:pt>
                <c:pt idx="5161">
                  <c:v>60.194298000000003</c:v>
                </c:pt>
                <c:pt idx="5162">
                  <c:v>60.196784999999998</c:v>
                </c:pt>
                <c:pt idx="5163">
                  <c:v>60.201546</c:v>
                </c:pt>
                <c:pt idx="5164">
                  <c:v>60.21463</c:v>
                </c:pt>
                <c:pt idx="5165">
                  <c:v>60.228374000000002</c:v>
                </c:pt>
                <c:pt idx="5166">
                  <c:v>60.240627000000003</c:v>
                </c:pt>
                <c:pt idx="5167">
                  <c:v>60.252006999999999</c:v>
                </c:pt>
                <c:pt idx="5168">
                  <c:v>60.257046000000003</c:v>
                </c:pt>
                <c:pt idx="5169">
                  <c:v>60.25835</c:v>
                </c:pt>
                <c:pt idx="5170">
                  <c:v>60.260612000000002</c:v>
                </c:pt>
                <c:pt idx="5171">
                  <c:v>60.261260999999998</c:v>
                </c:pt>
                <c:pt idx="5172">
                  <c:v>60.263610999999997</c:v>
                </c:pt>
                <c:pt idx="5173">
                  <c:v>60.261127000000002</c:v>
                </c:pt>
                <c:pt idx="5174">
                  <c:v>60.253208000000001</c:v>
                </c:pt>
                <c:pt idx="5175">
                  <c:v>60.243633000000003</c:v>
                </c:pt>
                <c:pt idx="5176">
                  <c:v>60.234065999999999</c:v>
                </c:pt>
                <c:pt idx="5177">
                  <c:v>60.227665000000002</c:v>
                </c:pt>
                <c:pt idx="5178">
                  <c:v>60.229194999999997</c:v>
                </c:pt>
                <c:pt idx="5179">
                  <c:v>60.228886000000003</c:v>
                </c:pt>
                <c:pt idx="5180">
                  <c:v>60.222672000000003</c:v>
                </c:pt>
                <c:pt idx="5181">
                  <c:v>60.213734000000002</c:v>
                </c:pt>
                <c:pt idx="5182">
                  <c:v>60.206511999999996</c:v>
                </c:pt>
                <c:pt idx="5183">
                  <c:v>60.204723000000001</c:v>
                </c:pt>
                <c:pt idx="5184">
                  <c:v>60.208320999999998</c:v>
                </c:pt>
                <c:pt idx="5185">
                  <c:v>60.213889999999999</c:v>
                </c:pt>
                <c:pt idx="5186">
                  <c:v>60.219658000000003</c:v>
                </c:pt>
                <c:pt idx="5187">
                  <c:v>60.226317999999999</c:v>
                </c:pt>
                <c:pt idx="5188">
                  <c:v>60.232807000000001</c:v>
                </c:pt>
                <c:pt idx="5189">
                  <c:v>60.241264000000001</c:v>
                </c:pt>
                <c:pt idx="5190">
                  <c:v>60.250546</c:v>
                </c:pt>
                <c:pt idx="5191">
                  <c:v>60.262183999999998</c:v>
                </c:pt>
                <c:pt idx="5192">
                  <c:v>60.278595000000003</c:v>
                </c:pt>
                <c:pt idx="5193">
                  <c:v>60.299827999999998</c:v>
                </c:pt>
                <c:pt idx="5194">
                  <c:v>60.327679000000003</c:v>
                </c:pt>
                <c:pt idx="5195">
                  <c:v>60.353988999999999</c:v>
                </c:pt>
                <c:pt idx="5196">
                  <c:v>60.363388</c:v>
                </c:pt>
                <c:pt idx="5197">
                  <c:v>60.354506999999998</c:v>
                </c:pt>
                <c:pt idx="5198">
                  <c:v>60.344665999999997</c:v>
                </c:pt>
                <c:pt idx="5199">
                  <c:v>60.347332000000002</c:v>
                </c:pt>
                <c:pt idx="5200">
                  <c:v>60.353161</c:v>
                </c:pt>
                <c:pt idx="5201">
                  <c:v>60.360779000000001</c:v>
                </c:pt>
                <c:pt idx="5202">
                  <c:v>60.365676999999998</c:v>
                </c:pt>
                <c:pt idx="5203">
                  <c:v>60.367156999999999</c:v>
                </c:pt>
                <c:pt idx="5204">
                  <c:v>60.367386000000003</c:v>
                </c:pt>
                <c:pt idx="5205">
                  <c:v>60.364632</c:v>
                </c:pt>
                <c:pt idx="5206">
                  <c:v>60.357235000000003</c:v>
                </c:pt>
                <c:pt idx="5207">
                  <c:v>60.338799000000002</c:v>
                </c:pt>
                <c:pt idx="5208">
                  <c:v>60.304394000000002</c:v>
                </c:pt>
                <c:pt idx="5209">
                  <c:v>60.262833000000001</c:v>
                </c:pt>
                <c:pt idx="5210">
                  <c:v>60.219169999999998</c:v>
                </c:pt>
                <c:pt idx="5211">
                  <c:v>60.173980999999998</c:v>
                </c:pt>
                <c:pt idx="5212">
                  <c:v>60.135325999999999</c:v>
                </c:pt>
                <c:pt idx="5213">
                  <c:v>60.093451999999999</c:v>
                </c:pt>
                <c:pt idx="5214">
                  <c:v>60.064982999999998</c:v>
                </c:pt>
                <c:pt idx="5215">
                  <c:v>60.041789999999999</c:v>
                </c:pt>
                <c:pt idx="5216">
                  <c:v>60.015652000000003</c:v>
                </c:pt>
                <c:pt idx="5217">
                  <c:v>59.99427</c:v>
                </c:pt>
                <c:pt idx="5218">
                  <c:v>59.985022999999998</c:v>
                </c:pt>
                <c:pt idx="5219">
                  <c:v>59.977584999999998</c:v>
                </c:pt>
                <c:pt idx="5220">
                  <c:v>59.956992999999997</c:v>
                </c:pt>
                <c:pt idx="5221">
                  <c:v>59.924087999999998</c:v>
                </c:pt>
                <c:pt idx="5222">
                  <c:v>59.886691999999996</c:v>
                </c:pt>
                <c:pt idx="5223">
                  <c:v>59.853878000000002</c:v>
                </c:pt>
                <c:pt idx="5224">
                  <c:v>59.822116999999999</c:v>
                </c:pt>
                <c:pt idx="5225">
                  <c:v>59.782733999999998</c:v>
                </c:pt>
                <c:pt idx="5226">
                  <c:v>59.738349999999997</c:v>
                </c:pt>
                <c:pt idx="5227">
                  <c:v>59.692214999999997</c:v>
                </c:pt>
                <c:pt idx="5228">
                  <c:v>59.647723999999997</c:v>
                </c:pt>
                <c:pt idx="5229">
                  <c:v>59.606293000000001</c:v>
                </c:pt>
                <c:pt idx="5230">
                  <c:v>59.562092</c:v>
                </c:pt>
                <c:pt idx="5231">
                  <c:v>59.509963999999997</c:v>
                </c:pt>
                <c:pt idx="5232">
                  <c:v>59.451293999999997</c:v>
                </c:pt>
                <c:pt idx="5233">
                  <c:v>59.390331000000003</c:v>
                </c:pt>
                <c:pt idx="5234">
                  <c:v>59.325221999999997</c:v>
                </c:pt>
                <c:pt idx="5235">
                  <c:v>59.25967</c:v>
                </c:pt>
                <c:pt idx="5236">
                  <c:v>59.196933999999999</c:v>
                </c:pt>
                <c:pt idx="5237">
                  <c:v>59.145606999999998</c:v>
                </c:pt>
                <c:pt idx="5238">
                  <c:v>59.081176999999997</c:v>
                </c:pt>
                <c:pt idx="5239">
                  <c:v>59.021720999999999</c:v>
                </c:pt>
                <c:pt idx="5240">
                  <c:v>58.974196999999997</c:v>
                </c:pt>
                <c:pt idx="5241">
                  <c:v>58.929073000000002</c:v>
                </c:pt>
                <c:pt idx="5242">
                  <c:v>58.881762999999999</c:v>
                </c:pt>
                <c:pt idx="5243">
                  <c:v>58.841338999999998</c:v>
                </c:pt>
                <c:pt idx="5244">
                  <c:v>58.809615999999998</c:v>
                </c:pt>
                <c:pt idx="5245">
                  <c:v>58.783096</c:v>
                </c:pt>
                <c:pt idx="5246">
                  <c:v>58.75441</c:v>
                </c:pt>
                <c:pt idx="5247">
                  <c:v>58.720878999999996</c:v>
                </c:pt>
                <c:pt idx="5248">
                  <c:v>58.687545999999998</c:v>
                </c:pt>
                <c:pt idx="5249">
                  <c:v>58.654415</c:v>
                </c:pt>
                <c:pt idx="5250">
                  <c:v>58.626323999999997</c:v>
                </c:pt>
                <c:pt idx="5251">
                  <c:v>58.609355999999998</c:v>
                </c:pt>
                <c:pt idx="5252">
                  <c:v>58.592495</c:v>
                </c:pt>
                <c:pt idx="5253">
                  <c:v>58.564219999999999</c:v>
                </c:pt>
                <c:pt idx="5254">
                  <c:v>58.530749999999998</c:v>
                </c:pt>
                <c:pt idx="5255">
                  <c:v>58.497692000000001</c:v>
                </c:pt>
                <c:pt idx="5256">
                  <c:v>58.465096000000003</c:v>
                </c:pt>
                <c:pt idx="5257">
                  <c:v>58.431728</c:v>
                </c:pt>
                <c:pt idx="5258">
                  <c:v>58.402683000000003</c:v>
                </c:pt>
                <c:pt idx="5259">
                  <c:v>58.377772999999998</c:v>
                </c:pt>
                <c:pt idx="5260">
                  <c:v>58.352207</c:v>
                </c:pt>
                <c:pt idx="5261">
                  <c:v>58.321109999999997</c:v>
                </c:pt>
                <c:pt idx="5262">
                  <c:v>58.288288000000001</c:v>
                </c:pt>
                <c:pt idx="5263">
                  <c:v>58.258437999999998</c:v>
                </c:pt>
                <c:pt idx="5264">
                  <c:v>58.229050000000001</c:v>
                </c:pt>
                <c:pt idx="5265">
                  <c:v>58.199244999999998</c:v>
                </c:pt>
                <c:pt idx="5266">
                  <c:v>58.170864000000002</c:v>
                </c:pt>
                <c:pt idx="5267">
                  <c:v>58.143760999999998</c:v>
                </c:pt>
                <c:pt idx="5268">
                  <c:v>58.120167000000002</c:v>
                </c:pt>
                <c:pt idx="5269">
                  <c:v>58.096812999999997</c:v>
                </c:pt>
                <c:pt idx="5270">
                  <c:v>58.08173</c:v>
                </c:pt>
                <c:pt idx="5271">
                  <c:v>58.070338999999997</c:v>
                </c:pt>
                <c:pt idx="5272">
                  <c:v>58.050441999999997</c:v>
                </c:pt>
                <c:pt idx="5273">
                  <c:v>58.031360999999997</c:v>
                </c:pt>
                <c:pt idx="5274">
                  <c:v>58.014949999999999</c:v>
                </c:pt>
                <c:pt idx="5275">
                  <c:v>58.000701999999997</c:v>
                </c:pt>
                <c:pt idx="5276">
                  <c:v>57.983307000000003</c:v>
                </c:pt>
                <c:pt idx="5277">
                  <c:v>57.963160999999999</c:v>
                </c:pt>
                <c:pt idx="5278">
                  <c:v>57.946917999999997</c:v>
                </c:pt>
                <c:pt idx="5279">
                  <c:v>57.926571000000003</c:v>
                </c:pt>
                <c:pt idx="5280">
                  <c:v>57.895938999999998</c:v>
                </c:pt>
                <c:pt idx="5281">
                  <c:v>57.856869000000003</c:v>
                </c:pt>
                <c:pt idx="5282">
                  <c:v>57.820270999999998</c:v>
                </c:pt>
                <c:pt idx="5283">
                  <c:v>57.785319999999999</c:v>
                </c:pt>
                <c:pt idx="5284">
                  <c:v>57.743442999999999</c:v>
                </c:pt>
                <c:pt idx="5285">
                  <c:v>57.691226999999998</c:v>
                </c:pt>
                <c:pt idx="5286">
                  <c:v>57.642108999999998</c:v>
                </c:pt>
                <c:pt idx="5287">
                  <c:v>57.585583</c:v>
                </c:pt>
                <c:pt idx="5288">
                  <c:v>57.515106000000003</c:v>
                </c:pt>
                <c:pt idx="5289">
                  <c:v>57.435111999999997</c:v>
                </c:pt>
                <c:pt idx="5290">
                  <c:v>57.359642000000001</c:v>
                </c:pt>
                <c:pt idx="5291">
                  <c:v>57.278922999999999</c:v>
                </c:pt>
                <c:pt idx="5292">
                  <c:v>57.191215999999997</c:v>
                </c:pt>
                <c:pt idx="5293">
                  <c:v>57.105491999999998</c:v>
                </c:pt>
                <c:pt idx="5294">
                  <c:v>57.020938999999998</c:v>
                </c:pt>
                <c:pt idx="5295">
                  <c:v>56.942055000000003</c:v>
                </c:pt>
                <c:pt idx="5296">
                  <c:v>56.865810000000003</c:v>
                </c:pt>
                <c:pt idx="5297">
                  <c:v>56.791964999999998</c:v>
                </c:pt>
                <c:pt idx="5298">
                  <c:v>56.717174999999997</c:v>
                </c:pt>
                <c:pt idx="5299">
                  <c:v>56.637614999999997</c:v>
                </c:pt>
                <c:pt idx="5300">
                  <c:v>56.563155999999999</c:v>
                </c:pt>
                <c:pt idx="5301">
                  <c:v>56.494380999999997</c:v>
                </c:pt>
                <c:pt idx="5302">
                  <c:v>56.436996000000001</c:v>
                </c:pt>
                <c:pt idx="5303">
                  <c:v>56.384799999999998</c:v>
                </c:pt>
                <c:pt idx="5304">
                  <c:v>56.341090999999999</c:v>
                </c:pt>
                <c:pt idx="5305">
                  <c:v>56.314365000000002</c:v>
                </c:pt>
                <c:pt idx="5306">
                  <c:v>56.297530999999999</c:v>
                </c:pt>
                <c:pt idx="5307">
                  <c:v>56.286377000000002</c:v>
                </c:pt>
                <c:pt idx="5308">
                  <c:v>56.278706</c:v>
                </c:pt>
                <c:pt idx="5309">
                  <c:v>56.279079000000003</c:v>
                </c:pt>
                <c:pt idx="5310">
                  <c:v>56.282542999999997</c:v>
                </c:pt>
                <c:pt idx="5311">
                  <c:v>56.288918000000002</c:v>
                </c:pt>
                <c:pt idx="5312">
                  <c:v>56.302909999999997</c:v>
                </c:pt>
                <c:pt idx="5313">
                  <c:v>56.319859000000001</c:v>
                </c:pt>
                <c:pt idx="5314">
                  <c:v>56.340195000000001</c:v>
                </c:pt>
                <c:pt idx="5315">
                  <c:v>56.357174000000001</c:v>
                </c:pt>
                <c:pt idx="5316">
                  <c:v>56.371422000000003</c:v>
                </c:pt>
                <c:pt idx="5317">
                  <c:v>56.378906000000001</c:v>
                </c:pt>
                <c:pt idx="5318">
                  <c:v>56.383347000000001</c:v>
                </c:pt>
                <c:pt idx="5319">
                  <c:v>56.385390999999998</c:v>
                </c:pt>
                <c:pt idx="5320">
                  <c:v>56.382773999999998</c:v>
                </c:pt>
                <c:pt idx="5321">
                  <c:v>56.374088</c:v>
                </c:pt>
                <c:pt idx="5322">
                  <c:v>56.359577000000002</c:v>
                </c:pt>
                <c:pt idx="5323">
                  <c:v>56.347194999999999</c:v>
                </c:pt>
                <c:pt idx="5324">
                  <c:v>56.340927000000001</c:v>
                </c:pt>
                <c:pt idx="5325">
                  <c:v>56.339508000000002</c:v>
                </c:pt>
                <c:pt idx="5326">
                  <c:v>56.339396999999998</c:v>
                </c:pt>
                <c:pt idx="5327">
                  <c:v>56.340305000000001</c:v>
                </c:pt>
                <c:pt idx="5328">
                  <c:v>56.343128</c:v>
                </c:pt>
                <c:pt idx="5329">
                  <c:v>56.348773999999999</c:v>
                </c:pt>
                <c:pt idx="5330">
                  <c:v>56.354660000000003</c:v>
                </c:pt>
                <c:pt idx="5331">
                  <c:v>56.353847999999999</c:v>
                </c:pt>
                <c:pt idx="5332">
                  <c:v>56.355674999999998</c:v>
                </c:pt>
                <c:pt idx="5333">
                  <c:v>56.358626999999998</c:v>
                </c:pt>
                <c:pt idx="5334">
                  <c:v>56.368426999999997</c:v>
                </c:pt>
                <c:pt idx="5335">
                  <c:v>56.377170999999997</c:v>
                </c:pt>
                <c:pt idx="5336">
                  <c:v>56.378914000000002</c:v>
                </c:pt>
                <c:pt idx="5337">
                  <c:v>56.369892</c:v>
                </c:pt>
                <c:pt idx="5338">
                  <c:v>56.353783</c:v>
                </c:pt>
                <c:pt idx="5339">
                  <c:v>56.329639</c:v>
                </c:pt>
                <c:pt idx="5340">
                  <c:v>56.301743000000002</c:v>
                </c:pt>
                <c:pt idx="5341">
                  <c:v>56.279274000000001</c:v>
                </c:pt>
                <c:pt idx="5342">
                  <c:v>56.257679000000003</c:v>
                </c:pt>
                <c:pt idx="5343">
                  <c:v>56.231602000000002</c:v>
                </c:pt>
                <c:pt idx="5344">
                  <c:v>56.203499000000001</c:v>
                </c:pt>
                <c:pt idx="5345">
                  <c:v>56.179718000000001</c:v>
                </c:pt>
                <c:pt idx="5346">
                  <c:v>56.161265999999998</c:v>
                </c:pt>
                <c:pt idx="5347">
                  <c:v>56.146934999999999</c:v>
                </c:pt>
                <c:pt idx="5348">
                  <c:v>56.130111999999997</c:v>
                </c:pt>
                <c:pt idx="5349">
                  <c:v>56.116287</c:v>
                </c:pt>
                <c:pt idx="5350">
                  <c:v>56.104176000000002</c:v>
                </c:pt>
                <c:pt idx="5351">
                  <c:v>56.091236000000002</c:v>
                </c:pt>
                <c:pt idx="5352">
                  <c:v>56.076275000000003</c:v>
                </c:pt>
                <c:pt idx="5353">
                  <c:v>56.061686999999999</c:v>
                </c:pt>
                <c:pt idx="5354">
                  <c:v>56.052379999999999</c:v>
                </c:pt>
                <c:pt idx="5355">
                  <c:v>56.033816999999999</c:v>
                </c:pt>
                <c:pt idx="5356">
                  <c:v>56.000709999999998</c:v>
                </c:pt>
                <c:pt idx="5357">
                  <c:v>55.953671</c:v>
                </c:pt>
                <c:pt idx="5358">
                  <c:v>55.906792000000003</c:v>
                </c:pt>
                <c:pt idx="5359">
                  <c:v>55.870978999999998</c:v>
                </c:pt>
                <c:pt idx="5360">
                  <c:v>55.838264000000002</c:v>
                </c:pt>
                <c:pt idx="5361">
                  <c:v>55.808928999999999</c:v>
                </c:pt>
                <c:pt idx="5362">
                  <c:v>55.779407999999997</c:v>
                </c:pt>
                <c:pt idx="5363">
                  <c:v>55.738689000000001</c:v>
                </c:pt>
                <c:pt idx="5364">
                  <c:v>55.682789</c:v>
                </c:pt>
                <c:pt idx="5365">
                  <c:v>55.621200999999999</c:v>
                </c:pt>
                <c:pt idx="5366">
                  <c:v>55.561366999999997</c:v>
                </c:pt>
                <c:pt idx="5367">
                  <c:v>55.511982000000003</c:v>
                </c:pt>
                <c:pt idx="5368">
                  <c:v>55.470001000000003</c:v>
                </c:pt>
                <c:pt idx="5369">
                  <c:v>55.423340000000003</c:v>
                </c:pt>
                <c:pt idx="5370">
                  <c:v>55.378357000000001</c:v>
                </c:pt>
                <c:pt idx="5371">
                  <c:v>55.340954000000004</c:v>
                </c:pt>
                <c:pt idx="5372">
                  <c:v>55.308253999999998</c:v>
                </c:pt>
                <c:pt idx="5373">
                  <c:v>55.275761000000003</c:v>
                </c:pt>
                <c:pt idx="5374">
                  <c:v>55.229362000000002</c:v>
                </c:pt>
                <c:pt idx="5375">
                  <c:v>55.185482</c:v>
                </c:pt>
                <c:pt idx="5376">
                  <c:v>55.146832000000003</c:v>
                </c:pt>
                <c:pt idx="5377">
                  <c:v>55.112034000000001</c:v>
                </c:pt>
                <c:pt idx="5378">
                  <c:v>55.081383000000002</c:v>
                </c:pt>
                <c:pt idx="5379">
                  <c:v>55.045864000000002</c:v>
                </c:pt>
                <c:pt idx="5380">
                  <c:v>55.014442000000003</c:v>
                </c:pt>
                <c:pt idx="5381">
                  <c:v>55.007370000000002</c:v>
                </c:pt>
                <c:pt idx="5382">
                  <c:v>55.026974000000003</c:v>
                </c:pt>
                <c:pt idx="5383">
                  <c:v>55.045906000000002</c:v>
                </c:pt>
                <c:pt idx="5384">
                  <c:v>55.074463000000002</c:v>
                </c:pt>
                <c:pt idx="5385">
                  <c:v>55.105564000000001</c:v>
                </c:pt>
                <c:pt idx="5386">
                  <c:v>55.153247999999998</c:v>
                </c:pt>
                <c:pt idx="5387">
                  <c:v>55.209820000000001</c:v>
                </c:pt>
                <c:pt idx="5388">
                  <c:v>55.273280999999997</c:v>
                </c:pt>
                <c:pt idx="5389">
                  <c:v>55.337699999999998</c:v>
                </c:pt>
                <c:pt idx="5390">
                  <c:v>55.402541999999997</c:v>
                </c:pt>
                <c:pt idx="5391">
                  <c:v>55.466293</c:v>
                </c:pt>
                <c:pt idx="5392">
                  <c:v>55.522849999999998</c:v>
                </c:pt>
                <c:pt idx="5393">
                  <c:v>55.573120000000003</c:v>
                </c:pt>
                <c:pt idx="5394">
                  <c:v>55.611626000000001</c:v>
                </c:pt>
                <c:pt idx="5395">
                  <c:v>55.643013000000003</c:v>
                </c:pt>
                <c:pt idx="5396">
                  <c:v>55.678440000000002</c:v>
                </c:pt>
                <c:pt idx="5397">
                  <c:v>55.714035000000003</c:v>
                </c:pt>
                <c:pt idx="5398">
                  <c:v>55.748336999999999</c:v>
                </c:pt>
                <c:pt idx="5399">
                  <c:v>55.776932000000002</c:v>
                </c:pt>
                <c:pt idx="5400">
                  <c:v>55.800068000000003</c:v>
                </c:pt>
                <c:pt idx="5401">
                  <c:v>55.817360000000001</c:v>
                </c:pt>
                <c:pt idx="5402">
                  <c:v>55.820484</c:v>
                </c:pt>
                <c:pt idx="5403">
                  <c:v>55.819267000000004</c:v>
                </c:pt>
                <c:pt idx="5404">
                  <c:v>55.822346000000003</c:v>
                </c:pt>
                <c:pt idx="5405">
                  <c:v>55.827877000000001</c:v>
                </c:pt>
                <c:pt idx="5406">
                  <c:v>55.830176999999999</c:v>
                </c:pt>
                <c:pt idx="5407">
                  <c:v>55.829307999999997</c:v>
                </c:pt>
                <c:pt idx="5408">
                  <c:v>55.828662999999999</c:v>
                </c:pt>
                <c:pt idx="5409">
                  <c:v>55.832419999999999</c:v>
                </c:pt>
                <c:pt idx="5410">
                  <c:v>55.840381999999998</c:v>
                </c:pt>
                <c:pt idx="5411">
                  <c:v>55.849173999999998</c:v>
                </c:pt>
                <c:pt idx="5412">
                  <c:v>55.854191</c:v>
                </c:pt>
                <c:pt idx="5413">
                  <c:v>55.857089999999999</c:v>
                </c:pt>
                <c:pt idx="5414">
                  <c:v>55.860866999999999</c:v>
                </c:pt>
                <c:pt idx="5415">
                  <c:v>55.872630999999998</c:v>
                </c:pt>
                <c:pt idx="5416">
                  <c:v>55.899712000000001</c:v>
                </c:pt>
                <c:pt idx="5417">
                  <c:v>55.945644000000001</c:v>
                </c:pt>
                <c:pt idx="5418">
                  <c:v>55.983592999999999</c:v>
                </c:pt>
                <c:pt idx="5419">
                  <c:v>56.004992999999999</c:v>
                </c:pt>
                <c:pt idx="5420">
                  <c:v>56.019889999999997</c:v>
                </c:pt>
                <c:pt idx="5421">
                  <c:v>56.034863000000001</c:v>
                </c:pt>
                <c:pt idx="5422">
                  <c:v>56.048527</c:v>
                </c:pt>
                <c:pt idx="5423">
                  <c:v>56.059525000000001</c:v>
                </c:pt>
                <c:pt idx="5424">
                  <c:v>56.061543</c:v>
                </c:pt>
                <c:pt idx="5425">
                  <c:v>56.052151000000002</c:v>
                </c:pt>
                <c:pt idx="5426">
                  <c:v>56.033355999999998</c:v>
                </c:pt>
                <c:pt idx="5427">
                  <c:v>56.012089000000003</c:v>
                </c:pt>
                <c:pt idx="5428">
                  <c:v>55.991191999999998</c:v>
                </c:pt>
                <c:pt idx="5429">
                  <c:v>55.976436999999997</c:v>
                </c:pt>
                <c:pt idx="5430">
                  <c:v>55.96302</c:v>
                </c:pt>
                <c:pt idx="5431">
                  <c:v>55.953152000000003</c:v>
                </c:pt>
                <c:pt idx="5432">
                  <c:v>55.935436000000003</c:v>
                </c:pt>
                <c:pt idx="5433">
                  <c:v>55.905692999999999</c:v>
                </c:pt>
                <c:pt idx="5434">
                  <c:v>55.869045</c:v>
                </c:pt>
                <c:pt idx="5435">
                  <c:v>55.829819000000001</c:v>
                </c:pt>
                <c:pt idx="5436">
                  <c:v>55.781379999999999</c:v>
                </c:pt>
                <c:pt idx="5437">
                  <c:v>55.722465999999997</c:v>
                </c:pt>
                <c:pt idx="5438">
                  <c:v>55.661568000000003</c:v>
                </c:pt>
                <c:pt idx="5439">
                  <c:v>55.599308000000001</c:v>
                </c:pt>
                <c:pt idx="5440">
                  <c:v>55.540137999999999</c:v>
                </c:pt>
                <c:pt idx="5441">
                  <c:v>55.488705000000003</c:v>
                </c:pt>
                <c:pt idx="5442">
                  <c:v>55.443931999999997</c:v>
                </c:pt>
                <c:pt idx="5443">
                  <c:v>55.411594000000001</c:v>
                </c:pt>
                <c:pt idx="5444">
                  <c:v>55.387549999999997</c:v>
                </c:pt>
                <c:pt idx="5445">
                  <c:v>55.356704999999998</c:v>
                </c:pt>
                <c:pt idx="5446">
                  <c:v>55.321219999999997</c:v>
                </c:pt>
                <c:pt idx="5447">
                  <c:v>55.280884</c:v>
                </c:pt>
                <c:pt idx="5448">
                  <c:v>55.234222000000003</c:v>
                </c:pt>
                <c:pt idx="5449">
                  <c:v>55.178440000000002</c:v>
                </c:pt>
                <c:pt idx="5450">
                  <c:v>55.123736999999998</c:v>
                </c:pt>
                <c:pt idx="5451">
                  <c:v>55.088794999999998</c:v>
                </c:pt>
                <c:pt idx="5452">
                  <c:v>55.063667000000002</c:v>
                </c:pt>
                <c:pt idx="5453">
                  <c:v>55.037410999999999</c:v>
                </c:pt>
                <c:pt idx="5454">
                  <c:v>55.003098000000001</c:v>
                </c:pt>
                <c:pt idx="5455">
                  <c:v>54.964061999999998</c:v>
                </c:pt>
                <c:pt idx="5456">
                  <c:v>54.911757999999999</c:v>
                </c:pt>
                <c:pt idx="5457">
                  <c:v>54.849358000000002</c:v>
                </c:pt>
                <c:pt idx="5458">
                  <c:v>54.794193</c:v>
                </c:pt>
                <c:pt idx="5459">
                  <c:v>54.743133999999998</c:v>
                </c:pt>
                <c:pt idx="5460">
                  <c:v>54.687106999999997</c:v>
                </c:pt>
                <c:pt idx="5461">
                  <c:v>54.621014000000002</c:v>
                </c:pt>
                <c:pt idx="5462">
                  <c:v>54.560496999999998</c:v>
                </c:pt>
                <c:pt idx="5463">
                  <c:v>54.496299999999998</c:v>
                </c:pt>
                <c:pt idx="5464">
                  <c:v>54.42754</c:v>
                </c:pt>
                <c:pt idx="5465">
                  <c:v>54.356720000000003</c:v>
                </c:pt>
                <c:pt idx="5466">
                  <c:v>54.282294999999998</c:v>
                </c:pt>
                <c:pt idx="5467">
                  <c:v>54.203876000000001</c:v>
                </c:pt>
                <c:pt idx="5468">
                  <c:v>54.134028999999998</c:v>
                </c:pt>
                <c:pt idx="5469">
                  <c:v>54.068375000000003</c:v>
                </c:pt>
                <c:pt idx="5470">
                  <c:v>54.006168000000002</c:v>
                </c:pt>
                <c:pt idx="5471">
                  <c:v>53.948090000000001</c:v>
                </c:pt>
                <c:pt idx="5472">
                  <c:v>53.895138000000003</c:v>
                </c:pt>
                <c:pt idx="5473">
                  <c:v>53.845295</c:v>
                </c:pt>
                <c:pt idx="5474">
                  <c:v>53.810085000000001</c:v>
                </c:pt>
                <c:pt idx="5475">
                  <c:v>53.786574999999999</c:v>
                </c:pt>
                <c:pt idx="5476">
                  <c:v>53.764805000000003</c:v>
                </c:pt>
                <c:pt idx="5477">
                  <c:v>53.735477000000003</c:v>
                </c:pt>
                <c:pt idx="5478">
                  <c:v>53.70496</c:v>
                </c:pt>
                <c:pt idx="5479">
                  <c:v>53.681407999999998</c:v>
                </c:pt>
                <c:pt idx="5480">
                  <c:v>53.650787000000001</c:v>
                </c:pt>
                <c:pt idx="5481">
                  <c:v>53.611046000000002</c:v>
                </c:pt>
                <c:pt idx="5482">
                  <c:v>53.568806000000002</c:v>
                </c:pt>
                <c:pt idx="5483">
                  <c:v>53.529784999999997</c:v>
                </c:pt>
                <c:pt idx="5484">
                  <c:v>53.486820000000002</c:v>
                </c:pt>
                <c:pt idx="5485">
                  <c:v>53.447043999999998</c:v>
                </c:pt>
                <c:pt idx="5486">
                  <c:v>53.410431000000003</c:v>
                </c:pt>
                <c:pt idx="5487">
                  <c:v>53.386330000000001</c:v>
                </c:pt>
                <c:pt idx="5488">
                  <c:v>53.372379000000002</c:v>
                </c:pt>
                <c:pt idx="5489">
                  <c:v>53.360928000000001</c:v>
                </c:pt>
                <c:pt idx="5490">
                  <c:v>53.354633</c:v>
                </c:pt>
                <c:pt idx="5491">
                  <c:v>53.356014000000002</c:v>
                </c:pt>
                <c:pt idx="5492">
                  <c:v>53.365105</c:v>
                </c:pt>
                <c:pt idx="5493">
                  <c:v>53.378985999999998</c:v>
                </c:pt>
                <c:pt idx="5494">
                  <c:v>53.376801</c:v>
                </c:pt>
                <c:pt idx="5495">
                  <c:v>53.359954999999999</c:v>
                </c:pt>
                <c:pt idx="5496">
                  <c:v>53.349525</c:v>
                </c:pt>
                <c:pt idx="5497">
                  <c:v>53.331158000000002</c:v>
                </c:pt>
                <c:pt idx="5498">
                  <c:v>53.303637999999999</c:v>
                </c:pt>
                <c:pt idx="5499">
                  <c:v>53.263775000000003</c:v>
                </c:pt>
                <c:pt idx="5500">
                  <c:v>53.209887999999999</c:v>
                </c:pt>
                <c:pt idx="5501">
                  <c:v>53.153812000000002</c:v>
                </c:pt>
                <c:pt idx="5502">
                  <c:v>53.093716000000001</c:v>
                </c:pt>
                <c:pt idx="5503">
                  <c:v>53.024966999999997</c:v>
                </c:pt>
                <c:pt idx="5504">
                  <c:v>52.954807000000002</c:v>
                </c:pt>
                <c:pt idx="5505">
                  <c:v>52.898646999999997</c:v>
                </c:pt>
                <c:pt idx="5506">
                  <c:v>52.852898000000003</c:v>
                </c:pt>
                <c:pt idx="5507">
                  <c:v>52.818989000000002</c:v>
                </c:pt>
                <c:pt idx="5508">
                  <c:v>52.803085000000003</c:v>
                </c:pt>
                <c:pt idx="5509">
                  <c:v>52.783276000000001</c:v>
                </c:pt>
                <c:pt idx="5510">
                  <c:v>52.760390999999998</c:v>
                </c:pt>
                <c:pt idx="5511">
                  <c:v>52.742179999999998</c:v>
                </c:pt>
                <c:pt idx="5512">
                  <c:v>52.731121000000002</c:v>
                </c:pt>
                <c:pt idx="5513">
                  <c:v>52.721584</c:v>
                </c:pt>
                <c:pt idx="5514">
                  <c:v>52.707934999999999</c:v>
                </c:pt>
                <c:pt idx="5515">
                  <c:v>52.693142000000002</c:v>
                </c:pt>
                <c:pt idx="5516">
                  <c:v>52.683346</c:v>
                </c:pt>
                <c:pt idx="5517">
                  <c:v>52.677844999999998</c:v>
                </c:pt>
                <c:pt idx="5518">
                  <c:v>52.679389999999998</c:v>
                </c:pt>
                <c:pt idx="5519">
                  <c:v>52.691352999999999</c:v>
                </c:pt>
                <c:pt idx="5520">
                  <c:v>52.701599000000002</c:v>
                </c:pt>
                <c:pt idx="5521">
                  <c:v>52.706093000000003</c:v>
                </c:pt>
                <c:pt idx="5522">
                  <c:v>52.704600999999997</c:v>
                </c:pt>
                <c:pt idx="5523">
                  <c:v>52.703662999999999</c:v>
                </c:pt>
                <c:pt idx="5524">
                  <c:v>52.700481000000003</c:v>
                </c:pt>
                <c:pt idx="5525">
                  <c:v>52.692394</c:v>
                </c:pt>
                <c:pt idx="5526">
                  <c:v>52.681877</c:v>
                </c:pt>
                <c:pt idx="5527">
                  <c:v>52.680098999999998</c:v>
                </c:pt>
                <c:pt idx="5528">
                  <c:v>52.689953000000003</c:v>
                </c:pt>
                <c:pt idx="5529">
                  <c:v>52.699553999999999</c:v>
                </c:pt>
                <c:pt idx="5530">
                  <c:v>52.700553999999997</c:v>
                </c:pt>
                <c:pt idx="5531">
                  <c:v>52.684223000000003</c:v>
                </c:pt>
                <c:pt idx="5532">
                  <c:v>52.666415999999998</c:v>
                </c:pt>
                <c:pt idx="5533">
                  <c:v>52.650779999999997</c:v>
                </c:pt>
                <c:pt idx="5534">
                  <c:v>52.638519000000002</c:v>
                </c:pt>
                <c:pt idx="5535">
                  <c:v>52.628242</c:v>
                </c:pt>
                <c:pt idx="5536">
                  <c:v>52.620243000000002</c:v>
                </c:pt>
                <c:pt idx="5537">
                  <c:v>52.613734999999998</c:v>
                </c:pt>
                <c:pt idx="5538">
                  <c:v>52.613014</c:v>
                </c:pt>
                <c:pt idx="5539">
                  <c:v>52.623466000000001</c:v>
                </c:pt>
                <c:pt idx="5540">
                  <c:v>52.632384999999999</c:v>
                </c:pt>
                <c:pt idx="5541">
                  <c:v>52.637047000000003</c:v>
                </c:pt>
                <c:pt idx="5542">
                  <c:v>52.623362999999998</c:v>
                </c:pt>
                <c:pt idx="5543">
                  <c:v>52.604377999999997</c:v>
                </c:pt>
                <c:pt idx="5544">
                  <c:v>52.576103000000003</c:v>
                </c:pt>
                <c:pt idx="5545">
                  <c:v>52.544159000000001</c:v>
                </c:pt>
                <c:pt idx="5546">
                  <c:v>52.518970000000003</c:v>
                </c:pt>
                <c:pt idx="5547">
                  <c:v>52.496704000000001</c:v>
                </c:pt>
                <c:pt idx="5548">
                  <c:v>52.472858000000002</c:v>
                </c:pt>
                <c:pt idx="5549">
                  <c:v>52.444744</c:v>
                </c:pt>
                <c:pt idx="5550">
                  <c:v>52.412956000000001</c:v>
                </c:pt>
                <c:pt idx="5551">
                  <c:v>52.369754999999998</c:v>
                </c:pt>
                <c:pt idx="5552">
                  <c:v>52.318508000000001</c:v>
                </c:pt>
                <c:pt idx="5553">
                  <c:v>52.255772</c:v>
                </c:pt>
                <c:pt idx="5554">
                  <c:v>52.191212</c:v>
                </c:pt>
                <c:pt idx="5555">
                  <c:v>52.134636</c:v>
                </c:pt>
                <c:pt idx="5556">
                  <c:v>52.084842999999999</c:v>
                </c:pt>
                <c:pt idx="5557">
                  <c:v>52.042583</c:v>
                </c:pt>
                <c:pt idx="5558">
                  <c:v>51.997269000000003</c:v>
                </c:pt>
                <c:pt idx="5559">
                  <c:v>51.957236999999999</c:v>
                </c:pt>
                <c:pt idx="5560">
                  <c:v>51.930926999999997</c:v>
                </c:pt>
                <c:pt idx="5561">
                  <c:v>51.916859000000002</c:v>
                </c:pt>
                <c:pt idx="5562">
                  <c:v>51.909636999999996</c:v>
                </c:pt>
                <c:pt idx="5563">
                  <c:v>51.900261</c:v>
                </c:pt>
                <c:pt idx="5564">
                  <c:v>51.887492999999999</c:v>
                </c:pt>
                <c:pt idx="5565">
                  <c:v>51.874695000000003</c:v>
                </c:pt>
                <c:pt idx="5566">
                  <c:v>51.862827000000003</c:v>
                </c:pt>
                <c:pt idx="5567">
                  <c:v>51.854061000000002</c:v>
                </c:pt>
                <c:pt idx="5568">
                  <c:v>51.849834000000001</c:v>
                </c:pt>
                <c:pt idx="5569">
                  <c:v>51.839367000000003</c:v>
                </c:pt>
                <c:pt idx="5570">
                  <c:v>51.806621999999997</c:v>
                </c:pt>
                <c:pt idx="5571">
                  <c:v>51.762366999999998</c:v>
                </c:pt>
                <c:pt idx="5572">
                  <c:v>51.712803000000001</c:v>
                </c:pt>
                <c:pt idx="5573">
                  <c:v>51.657375000000002</c:v>
                </c:pt>
                <c:pt idx="5574">
                  <c:v>51.595332999999997</c:v>
                </c:pt>
                <c:pt idx="5575">
                  <c:v>51.5261</c:v>
                </c:pt>
                <c:pt idx="5576">
                  <c:v>51.451813000000001</c:v>
                </c:pt>
                <c:pt idx="5577">
                  <c:v>51.375110999999997</c:v>
                </c:pt>
                <c:pt idx="5578">
                  <c:v>51.302151000000002</c:v>
                </c:pt>
                <c:pt idx="5579">
                  <c:v>51.231689000000003</c:v>
                </c:pt>
                <c:pt idx="5580">
                  <c:v>51.177498</c:v>
                </c:pt>
                <c:pt idx="5581">
                  <c:v>51.129497999999998</c:v>
                </c:pt>
                <c:pt idx="5582">
                  <c:v>51.077106000000001</c:v>
                </c:pt>
                <c:pt idx="5583">
                  <c:v>51.019393999999998</c:v>
                </c:pt>
                <c:pt idx="5584">
                  <c:v>50.959117999999997</c:v>
                </c:pt>
                <c:pt idx="5585">
                  <c:v>50.899276999999998</c:v>
                </c:pt>
                <c:pt idx="5586">
                  <c:v>50.835994999999997</c:v>
                </c:pt>
                <c:pt idx="5587">
                  <c:v>50.775725999999999</c:v>
                </c:pt>
                <c:pt idx="5588">
                  <c:v>50.713596000000003</c:v>
                </c:pt>
                <c:pt idx="5589">
                  <c:v>50.649875999999999</c:v>
                </c:pt>
                <c:pt idx="5590">
                  <c:v>50.596499999999999</c:v>
                </c:pt>
                <c:pt idx="5591">
                  <c:v>50.565528999999998</c:v>
                </c:pt>
                <c:pt idx="5592">
                  <c:v>50.556598999999999</c:v>
                </c:pt>
                <c:pt idx="5593">
                  <c:v>50.551333999999997</c:v>
                </c:pt>
                <c:pt idx="5594">
                  <c:v>50.529114</c:v>
                </c:pt>
                <c:pt idx="5595">
                  <c:v>50.500701999999997</c:v>
                </c:pt>
                <c:pt idx="5596">
                  <c:v>50.469093000000001</c:v>
                </c:pt>
                <c:pt idx="5597">
                  <c:v>50.438755</c:v>
                </c:pt>
                <c:pt idx="5598">
                  <c:v>50.423327999999998</c:v>
                </c:pt>
                <c:pt idx="5599">
                  <c:v>50.413651000000002</c:v>
                </c:pt>
                <c:pt idx="5600">
                  <c:v>50.400322000000003</c:v>
                </c:pt>
                <c:pt idx="5601">
                  <c:v>50.374828000000001</c:v>
                </c:pt>
                <c:pt idx="5602">
                  <c:v>50.340282000000002</c:v>
                </c:pt>
                <c:pt idx="5603">
                  <c:v>50.307499</c:v>
                </c:pt>
                <c:pt idx="5604">
                  <c:v>50.282440000000001</c:v>
                </c:pt>
                <c:pt idx="5605">
                  <c:v>50.261566000000002</c:v>
                </c:pt>
                <c:pt idx="5606">
                  <c:v>50.231803999999997</c:v>
                </c:pt>
                <c:pt idx="5607">
                  <c:v>50.203045000000003</c:v>
                </c:pt>
                <c:pt idx="5608">
                  <c:v>50.176430000000003</c:v>
                </c:pt>
                <c:pt idx="5609">
                  <c:v>50.149715</c:v>
                </c:pt>
                <c:pt idx="5610">
                  <c:v>50.125694000000003</c:v>
                </c:pt>
                <c:pt idx="5611">
                  <c:v>50.099818999999997</c:v>
                </c:pt>
                <c:pt idx="5612">
                  <c:v>50.074424999999998</c:v>
                </c:pt>
                <c:pt idx="5613">
                  <c:v>50.051506000000003</c:v>
                </c:pt>
                <c:pt idx="5614">
                  <c:v>50.030529000000001</c:v>
                </c:pt>
                <c:pt idx="5615">
                  <c:v>50.004044</c:v>
                </c:pt>
                <c:pt idx="5616">
                  <c:v>49.970230000000001</c:v>
                </c:pt>
                <c:pt idx="5617">
                  <c:v>49.937046000000002</c:v>
                </c:pt>
                <c:pt idx="5618">
                  <c:v>49.902389999999997</c:v>
                </c:pt>
                <c:pt idx="5619">
                  <c:v>49.869183</c:v>
                </c:pt>
                <c:pt idx="5620">
                  <c:v>49.837741999999999</c:v>
                </c:pt>
                <c:pt idx="5621">
                  <c:v>49.811359000000003</c:v>
                </c:pt>
                <c:pt idx="5622">
                  <c:v>49.791859000000002</c:v>
                </c:pt>
                <c:pt idx="5623">
                  <c:v>49.774410000000003</c:v>
                </c:pt>
                <c:pt idx="5624">
                  <c:v>49.758198</c:v>
                </c:pt>
                <c:pt idx="5625">
                  <c:v>49.742977000000003</c:v>
                </c:pt>
                <c:pt idx="5626">
                  <c:v>49.731644000000003</c:v>
                </c:pt>
                <c:pt idx="5627">
                  <c:v>49.722191000000002</c:v>
                </c:pt>
                <c:pt idx="5628">
                  <c:v>49.715580000000003</c:v>
                </c:pt>
                <c:pt idx="5629">
                  <c:v>49.710411000000001</c:v>
                </c:pt>
                <c:pt idx="5630">
                  <c:v>49.708430999999997</c:v>
                </c:pt>
                <c:pt idx="5631">
                  <c:v>49.710681999999998</c:v>
                </c:pt>
                <c:pt idx="5632">
                  <c:v>49.721107000000003</c:v>
                </c:pt>
                <c:pt idx="5633">
                  <c:v>49.732647</c:v>
                </c:pt>
                <c:pt idx="5634">
                  <c:v>49.753208000000001</c:v>
                </c:pt>
                <c:pt idx="5635">
                  <c:v>49.774925000000003</c:v>
                </c:pt>
                <c:pt idx="5636">
                  <c:v>49.794350000000001</c:v>
                </c:pt>
                <c:pt idx="5637">
                  <c:v>49.815303999999998</c:v>
                </c:pt>
                <c:pt idx="5638">
                  <c:v>49.838673</c:v>
                </c:pt>
                <c:pt idx="5639">
                  <c:v>49.867420000000003</c:v>
                </c:pt>
                <c:pt idx="5640">
                  <c:v>49.904373</c:v>
                </c:pt>
                <c:pt idx="5641">
                  <c:v>49.937866</c:v>
                </c:pt>
                <c:pt idx="5642">
                  <c:v>49.973537</c:v>
                </c:pt>
                <c:pt idx="5643">
                  <c:v>50.025557999999997</c:v>
                </c:pt>
                <c:pt idx="5644">
                  <c:v>50.094642999999998</c:v>
                </c:pt>
                <c:pt idx="5645">
                  <c:v>50.166263999999998</c:v>
                </c:pt>
                <c:pt idx="5646">
                  <c:v>50.238739000000002</c:v>
                </c:pt>
                <c:pt idx="5647">
                  <c:v>50.311726</c:v>
                </c:pt>
                <c:pt idx="5648">
                  <c:v>50.376736000000001</c:v>
                </c:pt>
                <c:pt idx="5649">
                  <c:v>50.433632000000003</c:v>
                </c:pt>
                <c:pt idx="5650">
                  <c:v>50.483134999999997</c:v>
                </c:pt>
                <c:pt idx="5651">
                  <c:v>50.534720999999998</c:v>
                </c:pt>
                <c:pt idx="5652">
                  <c:v>50.591056999999999</c:v>
                </c:pt>
                <c:pt idx="5653">
                  <c:v>50.650230000000001</c:v>
                </c:pt>
                <c:pt idx="5654">
                  <c:v>50.716949</c:v>
                </c:pt>
                <c:pt idx="5655">
                  <c:v>50.785407999999997</c:v>
                </c:pt>
                <c:pt idx="5656">
                  <c:v>50.846927999999998</c:v>
                </c:pt>
                <c:pt idx="5657">
                  <c:v>50.916263999999998</c:v>
                </c:pt>
                <c:pt idx="5658">
                  <c:v>50.980167000000002</c:v>
                </c:pt>
                <c:pt idx="5659">
                  <c:v>51.035957000000003</c:v>
                </c:pt>
                <c:pt idx="5660">
                  <c:v>51.081080999999998</c:v>
                </c:pt>
                <c:pt idx="5661">
                  <c:v>51.123725999999998</c:v>
                </c:pt>
                <c:pt idx="5662">
                  <c:v>51.169296000000003</c:v>
                </c:pt>
                <c:pt idx="5663">
                  <c:v>51.220787000000001</c:v>
                </c:pt>
                <c:pt idx="5664">
                  <c:v>51.279133000000002</c:v>
                </c:pt>
                <c:pt idx="5665">
                  <c:v>51.336506</c:v>
                </c:pt>
                <c:pt idx="5666">
                  <c:v>51.393639</c:v>
                </c:pt>
                <c:pt idx="5667">
                  <c:v>51.457520000000002</c:v>
                </c:pt>
                <c:pt idx="5668">
                  <c:v>51.526736999999997</c:v>
                </c:pt>
                <c:pt idx="5669">
                  <c:v>51.605533999999999</c:v>
                </c:pt>
                <c:pt idx="5670">
                  <c:v>51.670409999999997</c:v>
                </c:pt>
                <c:pt idx="5671">
                  <c:v>51.698642999999997</c:v>
                </c:pt>
                <c:pt idx="5672">
                  <c:v>51.714824999999998</c:v>
                </c:pt>
                <c:pt idx="5673">
                  <c:v>51.731937000000002</c:v>
                </c:pt>
                <c:pt idx="5674">
                  <c:v>51.750495999999998</c:v>
                </c:pt>
                <c:pt idx="5675">
                  <c:v>51.762011999999999</c:v>
                </c:pt>
                <c:pt idx="5676">
                  <c:v>51.777732999999998</c:v>
                </c:pt>
                <c:pt idx="5677">
                  <c:v>51.789425000000001</c:v>
                </c:pt>
                <c:pt idx="5678">
                  <c:v>51.796588999999997</c:v>
                </c:pt>
                <c:pt idx="5679">
                  <c:v>51.795344999999998</c:v>
                </c:pt>
                <c:pt idx="5680">
                  <c:v>51.799294000000003</c:v>
                </c:pt>
                <c:pt idx="5681">
                  <c:v>51.803162</c:v>
                </c:pt>
                <c:pt idx="5682">
                  <c:v>51.796126999999998</c:v>
                </c:pt>
                <c:pt idx="5683">
                  <c:v>51.775528000000001</c:v>
                </c:pt>
                <c:pt idx="5684">
                  <c:v>51.744438000000002</c:v>
                </c:pt>
                <c:pt idx="5685">
                  <c:v>51.701469000000003</c:v>
                </c:pt>
                <c:pt idx="5686">
                  <c:v>51.648631999999999</c:v>
                </c:pt>
                <c:pt idx="5687">
                  <c:v>51.589325000000002</c:v>
                </c:pt>
                <c:pt idx="5688">
                  <c:v>51.533943000000001</c:v>
                </c:pt>
                <c:pt idx="5689">
                  <c:v>51.490906000000003</c:v>
                </c:pt>
                <c:pt idx="5690">
                  <c:v>51.468406999999999</c:v>
                </c:pt>
                <c:pt idx="5691">
                  <c:v>51.466155999999998</c:v>
                </c:pt>
                <c:pt idx="5692">
                  <c:v>51.483547000000002</c:v>
                </c:pt>
                <c:pt idx="5693">
                  <c:v>51.483317999999997</c:v>
                </c:pt>
                <c:pt idx="5694">
                  <c:v>51.498286999999998</c:v>
                </c:pt>
                <c:pt idx="5695">
                  <c:v>51.517971000000003</c:v>
                </c:pt>
                <c:pt idx="5696">
                  <c:v>51.536212999999996</c:v>
                </c:pt>
                <c:pt idx="5697">
                  <c:v>51.544964</c:v>
                </c:pt>
                <c:pt idx="5698">
                  <c:v>51.553398000000001</c:v>
                </c:pt>
                <c:pt idx="5699">
                  <c:v>51.562922999999998</c:v>
                </c:pt>
                <c:pt idx="5700">
                  <c:v>51.567444000000002</c:v>
                </c:pt>
                <c:pt idx="5701">
                  <c:v>51.571941000000002</c:v>
                </c:pt>
                <c:pt idx="5702">
                  <c:v>51.574416999999997</c:v>
                </c:pt>
                <c:pt idx="5703">
                  <c:v>51.572392000000001</c:v>
                </c:pt>
                <c:pt idx="5704">
                  <c:v>51.576076999999998</c:v>
                </c:pt>
                <c:pt idx="5705">
                  <c:v>51.584183000000003</c:v>
                </c:pt>
                <c:pt idx="5706">
                  <c:v>51.593899</c:v>
                </c:pt>
                <c:pt idx="5707">
                  <c:v>51.600521000000001</c:v>
                </c:pt>
                <c:pt idx="5708">
                  <c:v>51.603358999999998</c:v>
                </c:pt>
                <c:pt idx="5709">
                  <c:v>51.611477000000001</c:v>
                </c:pt>
                <c:pt idx="5710">
                  <c:v>51.628349</c:v>
                </c:pt>
                <c:pt idx="5711">
                  <c:v>51.645083999999997</c:v>
                </c:pt>
                <c:pt idx="5712">
                  <c:v>51.668658999999998</c:v>
                </c:pt>
                <c:pt idx="5713">
                  <c:v>51.701469000000003</c:v>
                </c:pt>
                <c:pt idx="5714">
                  <c:v>51.744143999999999</c:v>
                </c:pt>
                <c:pt idx="5715">
                  <c:v>51.792679</c:v>
                </c:pt>
                <c:pt idx="5716">
                  <c:v>51.855784999999997</c:v>
                </c:pt>
                <c:pt idx="5717">
                  <c:v>51.921227000000002</c:v>
                </c:pt>
                <c:pt idx="5718">
                  <c:v>51.982768999999998</c:v>
                </c:pt>
                <c:pt idx="5719">
                  <c:v>52.037460000000003</c:v>
                </c:pt>
                <c:pt idx="5720">
                  <c:v>52.081927999999998</c:v>
                </c:pt>
                <c:pt idx="5721">
                  <c:v>52.105468999999999</c:v>
                </c:pt>
                <c:pt idx="5722">
                  <c:v>52.119712999999997</c:v>
                </c:pt>
                <c:pt idx="5723">
                  <c:v>52.121555000000001</c:v>
                </c:pt>
                <c:pt idx="5724">
                  <c:v>52.114697</c:v>
                </c:pt>
                <c:pt idx="5725">
                  <c:v>52.119441999999999</c:v>
                </c:pt>
                <c:pt idx="5726">
                  <c:v>52.128155</c:v>
                </c:pt>
                <c:pt idx="5727">
                  <c:v>52.133620999999998</c:v>
                </c:pt>
                <c:pt idx="5728">
                  <c:v>52.136893999999998</c:v>
                </c:pt>
                <c:pt idx="5729">
                  <c:v>52.143745000000003</c:v>
                </c:pt>
                <c:pt idx="5730">
                  <c:v>52.152904999999997</c:v>
                </c:pt>
                <c:pt idx="5731">
                  <c:v>52.158306000000003</c:v>
                </c:pt>
                <c:pt idx="5732">
                  <c:v>52.157249</c:v>
                </c:pt>
                <c:pt idx="5733">
                  <c:v>52.160094999999998</c:v>
                </c:pt>
                <c:pt idx="5734">
                  <c:v>52.169628000000003</c:v>
                </c:pt>
                <c:pt idx="5735">
                  <c:v>52.176735000000001</c:v>
                </c:pt>
                <c:pt idx="5736">
                  <c:v>52.187973</c:v>
                </c:pt>
                <c:pt idx="5737">
                  <c:v>52.216911000000003</c:v>
                </c:pt>
                <c:pt idx="5738">
                  <c:v>52.260544000000003</c:v>
                </c:pt>
                <c:pt idx="5739">
                  <c:v>52.311993000000001</c:v>
                </c:pt>
                <c:pt idx="5740">
                  <c:v>52.352051000000003</c:v>
                </c:pt>
                <c:pt idx="5741">
                  <c:v>52.402752</c:v>
                </c:pt>
                <c:pt idx="5742">
                  <c:v>52.438740000000003</c:v>
                </c:pt>
                <c:pt idx="5743">
                  <c:v>52.461525000000002</c:v>
                </c:pt>
                <c:pt idx="5744">
                  <c:v>52.485560999999997</c:v>
                </c:pt>
                <c:pt idx="5745">
                  <c:v>52.510052000000002</c:v>
                </c:pt>
                <c:pt idx="5746">
                  <c:v>52.526164999999999</c:v>
                </c:pt>
                <c:pt idx="5747">
                  <c:v>52.551907</c:v>
                </c:pt>
                <c:pt idx="5748">
                  <c:v>52.565010000000001</c:v>
                </c:pt>
                <c:pt idx="5749">
                  <c:v>52.565372000000004</c:v>
                </c:pt>
                <c:pt idx="5750">
                  <c:v>52.558242999999997</c:v>
                </c:pt>
                <c:pt idx="5751">
                  <c:v>52.556801</c:v>
                </c:pt>
                <c:pt idx="5752">
                  <c:v>52.551662</c:v>
                </c:pt>
                <c:pt idx="5753">
                  <c:v>52.546829000000002</c:v>
                </c:pt>
                <c:pt idx="5754">
                  <c:v>52.548091999999997</c:v>
                </c:pt>
                <c:pt idx="5755">
                  <c:v>52.556061</c:v>
                </c:pt>
                <c:pt idx="5756">
                  <c:v>52.562629999999999</c:v>
                </c:pt>
                <c:pt idx="5757">
                  <c:v>52.567706999999999</c:v>
                </c:pt>
                <c:pt idx="5758">
                  <c:v>52.568519999999999</c:v>
                </c:pt>
                <c:pt idx="5759">
                  <c:v>52.569450000000003</c:v>
                </c:pt>
                <c:pt idx="5760">
                  <c:v>52.568314000000001</c:v>
                </c:pt>
                <c:pt idx="5761">
                  <c:v>52.575114999999997</c:v>
                </c:pt>
                <c:pt idx="5762">
                  <c:v>52.595874999999999</c:v>
                </c:pt>
                <c:pt idx="5763">
                  <c:v>52.609966</c:v>
                </c:pt>
                <c:pt idx="5764">
                  <c:v>52.618813000000003</c:v>
                </c:pt>
                <c:pt idx="5765">
                  <c:v>52.621288</c:v>
                </c:pt>
                <c:pt idx="5766">
                  <c:v>52.622565999999999</c:v>
                </c:pt>
                <c:pt idx="5767">
                  <c:v>52.620071000000003</c:v>
                </c:pt>
                <c:pt idx="5768">
                  <c:v>52.622356000000003</c:v>
                </c:pt>
                <c:pt idx="5769">
                  <c:v>52.626595000000002</c:v>
                </c:pt>
                <c:pt idx="5770">
                  <c:v>52.628059</c:v>
                </c:pt>
                <c:pt idx="5771">
                  <c:v>52.629154</c:v>
                </c:pt>
                <c:pt idx="5772">
                  <c:v>52.633952999999998</c:v>
                </c:pt>
                <c:pt idx="5773">
                  <c:v>52.642296000000002</c:v>
                </c:pt>
                <c:pt idx="5774">
                  <c:v>52.650241999999999</c:v>
                </c:pt>
                <c:pt idx="5775">
                  <c:v>52.653275000000001</c:v>
                </c:pt>
                <c:pt idx="5776">
                  <c:v>52.652790000000003</c:v>
                </c:pt>
                <c:pt idx="5777">
                  <c:v>52.656230999999998</c:v>
                </c:pt>
                <c:pt idx="5778">
                  <c:v>52.666012000000002</c:v>
                </c:pt>
                <c:pt idx="5779">
                  <c:v>52.676482999999998</c:v>
                </c:pt>
                <c:pt idx="5780">
                  <c:v>52.686619</c:v>
                </c:pt>
                <c:pt idx="5781">
                  <c:v>52.701816999999998</c:v>
                </c:pt>
                <c:pt idx="5782">
                  <c:v>52.709747</c:v>
                </c:pt>
                <c:pt idx="5783">
                  <c:v>52.714218000000002</c:v>
                </c:pt>
                <c:pt idx="5784">
                  <c:v>52.715775000000001</c:v>
                </c:pt>
                <c:pt idx="5785">
                  <c:v>52.713256999999999</c:v>
                </c:pt>
                <c:pt idx="5786">
                  <c:v>52.720886</c:v>
                </c:pt>
                <c:pt idx="5787">
                  <c:v>52.735218000000003</c:v>
                </c:pt>
                <c:pt idx="5788">
                  <c:v>52.75235</c:v>
                </c:pt>
                <c:pt idx="5789">
                  <c:v>52.769278999999997</c:v>
                </c:pt>
                <c:pt idx="5790">
                  <c:v>52.787219999999998</c:v>
                </c:pt>
                <c:pt idx="5791">
                  <c:v>52.795715000000001</c:v>
                </c:pt>
                <c:pt idx="5792">
                  <c:v>52.791697999999997</c:v>
                </c:pt>
                <c:pt idx="5793">
                  <c:v>52.790286999999999</c:v>
                </c:pt>
                <c:pt idx="5794">
                  <c:v>52.794525</c:v>
                </c:pt>
                <c:pt idx="5795">
                  <c:v>52.801192999999998</c:v>
                </c:pt>
                <c:pt idx="5796">
                  <c:v>52.816325999999997</c:v>
                </c:pt>
                <c:pt idx="5797">
                  <c:v>52.829430000000002</c:v>
                </c:pt>
                <c:pt idx="5798">
                  <c:v>52.834629</c:v>
                </c:pt>
                <c:pt idx="5799">
                  <c:v>52.835777</c:v>
                </c:pt>
                <c:pt idx="5800">
                  <c:v>52.837905999999997</c:v>
                </c:pt>
                <c:pt idx="5801">
                  <c:v>52.842078999999998</c:v>
                </c:pt>
                <c:pt idx="5802">
                  <c:v>52.863007000000003</c:v>
                </c:pt>
                <c:pt idx="5803">
                  <c:v>52.894806000000003</c:v>
                </c:pt>
                <c:pt idx="5804">
                  <c:v>52.934963000000003</c:v>
                </c:pt>
                <c:pt idx="5805">
                  <c:v>52.978606999999997</c:v>
                </c:pt>
                <c:pt idx="5806">
                  <c:v>53.033420999999997</c:v>
                </c:pt>
                <c:pt idx="5807">
                  <c:v>53.090854999999998</c:v>
                </c:pt>
                <c:pt idx="5808">
                  <c:v>53.148453000000003</c:v>
                </c:pt>
                <c:pt idx="5809">
                  <c:v>53.211384000000002</c:v>
                </c:pt>
                <c:pt idx="5810">
                  <c:v>53.276020000000003</c:v>
                </c:pt>
                <c:pt idx="5811">
                  <c:v>53.336993999999997</c:v>
                </c:pt>
                <c:pt idx="5812">
                  <c:v>53.394404999999999</c:v>
                </c:pt>
                <c:pt idx="5813">
                  <c:v>53.454155</c:v>
                </c:pt>
                <c:pt idx="5814">
                  <c:v>53.514442000000003</c:v>
                </c:pt>
                <c:pt idx="5815">
                  <c:v>53.570675000000001</c:v>
                </c:pt>
                <c:pt idx="5816">
                  <c:v>53.595298999999997</c:v>
                </c:pt>
                <c:pt idx="5817">
                  <c:v>53.620640000000002</c:v>
                </c:pt>
                <c:pt idx="5818">
                  <c:v>53.654305000000001</c:v>
                </c:pt>
                <c:pt idx="5819">
                  <c:v>53.690185999999997</c:v>
                </c:pt>
                <c:pt idx="5820">
                  <c:v>53.719710999999997</c:v>
                </c:pt>
                <c:pt idx="5821">
                  <c:v>53.754944000000002</c:v>
                </c:pt>
                <c:pt idx="5822">
                  <c:v>53.797871000000001</c:v>
                </c:pt>
                <c:pt idx="5823">
                  <c:v>53.845073999999997</c:v>
                </c:pt>
                <c:pt idx="5824">
                  <c:v>53.890143999999999</c:v>
                </c:pt>
                <c:pt idx="5825">
                  <c:v>53.929004999999997</c:v>
                </c:pt>
                <c:pt idx="5826">
                  <c:v>53.961818999999998</c:v>
                </c:pt>
                <c:pt idx="5827">
                  <c:v>53.990817999999997</c:v>
                </c:pt>
                <c:pt idx="5828">
                  <c:v>54.022820000000003</c:v>
                </c:pt>
                <c:pt idx="5829">
                  <c:v>54.061397999999997</c:v>
                </c:pt>
                <c:pt idx="5830">
                  <c:v>54.106009999999998</c:v>
                </c:pt>
                <c:pt idx="5831">
                  <c:v>54.149676999999997</c:v>
                </c:pt>
                <c:pt idx="5832">
                  <c:v>54.195103000000003</c:v>
                </c:pt>
                <c:pt idx="5833">
                  <c:v>54.244736000000003</c:v>
                </c:pt>
                <c:pt idx="5834">
                  <c:v>54.299315999999997</c:v>
                </c:pt>
                <c:pt idx="5835">
                  <c:v>54.360129999999998</c:v>
                </c:pt>
                <c:pt idx="5836">
                  <c:v>54.432259000000002</c:v>
                </c:pt>
                <c:pt idx="5837">
                  <c:v>54.508952999999998</c:v>
                </c:pt>
                <c:pt idx="5838">
                  <c:v>54.575974000000002</c:v>
                </c:pt>
                <c:pt idx="5839">
                  <c:v>54.645870000000002</c:v>
                </c:pt>
                <c:pt idx="5840">
                  <c:v>54.716911000000003</c:v>
                </c:pt>
                <c:pt idx="5841">
                  <c:v>54.786793000000003</c:v>
                </c:pt>
                <c:pt idx="5842">
                  <c:v>54.855376999999997</c:v>
                </c:pt>
                <c:pt idx="5843">
                  <c:v>54.923920000000003</c:v>
                </c:pt>
                <c:pt idx="5844">
                  <c:v>54.992176000000001</c:v>
                </c:pt>
                <c:pt idx="5845">
                  <c:v>55.059074000000003</c:v>
                </c:pt>
                <c:pt idx="5846">
                  <c:v>55.127547999999997</c:v>
                </c:pt>
                <c:pt idx="5847">
                  <c:v>55.189715999999997</c:v>
                </c:pt>
                <c:pt idx="5848">
                  <c:v>55.233241999999997</c:v>
                </c:pt>
                <c:pt idx="5849">
                  <c:v>55.262633999999998</c:v>
                </c:pt>
                <c:pt idx="5850">
                  <c:v>55.287982999999997</c:v>
                </c:pt>
                <c:pt idx="5851">
                  <c:v>55.311584000000003</c:v>
                </c:pt>
                <c:pt idx="5852">
                  <c:v>55.335166999999998</c:v>
                </c:pt>
                <c:pt idx="5853">
                  <c:v>55.354877000000002</c:v>
                </c:pt>
                <c:pt idx="5854">
                  <c:v>55.364479000000003</c:v>
                </c:pt>
                <c:pt idx="5855">
                  <c:v>55.374012</c:v>
                </c:pt>
                <c:pt idx="5856">
                  <c:v>55.386608000000003</c:v>
                </c:pt>
                <c:pt idx="5857">
                  <c:v>55.399459999999998</c:v>
                </c:pt>
                <c:pt idx="5858">
                  <c:v>55.412700999999998</c:v>
                </c:pt>
                <c:pt idx="5859">
                  <c:v>55.43074</c:v>
                </c:pt>
                <c:pt idx="5860">
                  <c:v>55.454895</c:v>
                </c:pt>
                <c:pt idx="5861">
                  <c:v>55.474403000000002</c:v>
                </c:pt>
                <c:pt idx="5862">
                  <c:v>55.488242999999997</c:v>
                </c:pt>
                <c:pt idx="5863">
                  <c:v>55.504646000000001</c:v>
                </c:pt>
                <c:pt idx="5864">
                  <c:v>55.523108999999998</c:v>
                </c:pt>
                <c:pt idx="5865">
                  <c:v>55.548560999999999</c:v>
                </c:pt>
                <c:pt idx="5866">
                  <c:v>55.568882000000002</c:v>
                </c:pt>
                <c:pt idx="5867">
                  <c:v>55.590443</c:v>
                </c:pt>
                <c:pt idx="5868">
                  <c:v>55.609378999999997</c:v>
                </c:pt>
                <c:pt idx="5869">
                  <c:v>55.626742999999998</c:v>
                </c:pt>
                <c:pt idx="5870">
                  <c:v>55.643695999999998</c:v>
                </c:pt>
                <c:pt idx="5871">
                  <c:v>55.660052999999998</c:v>
                </c:pt>
                <c:pt idx="5872">
                  <c:v>55.675185999999997</c:v>
                </c:pt>
                <c:pt idx="5873">
                  <c:v>55.692562000000002</c:v>
                </c:pt>
                <c:pt idx="5874">
                  <c:v>55.708697999999998</c:v>
                </c:pt>
                <c:pt idx="5875">
                  <c:v>55.722754999999999</c:v>
                </c:pt>
                <c:pt idx="5876">
                  <c:v>55.736317</c:v>
                </c:pt>
                <c:pt idx="5877">
                  <c:v>55.751671000000002</c:v>
                </c:pt>
                <c:pt idx="5878">
                  <c:v>55.768051</c:v>
                </c:pt>
                <c:pt idx="5879">
                  <c:v>55.782947999999998</c:v>
                </c:pt>
                <c:pt idx="5880">
                  <c:v>55.795955999999997</c:v>
                </c:pt>
                <c:pt idx="5881">
                  <c:v>55.802666000000002</c:v>
                </c:pt>
                <c:pt idx="5882">
                  <c:v>55.806190000000001</c:v>
                </c:pt>
                <c:pt idx="5883">
                  <c:v>55.811267999999998</c:v>
                </c:pt>
                <c:pt idx="5884">
                  <c:v>55.827454000000003</c:v>
                </c:pt>
                <c:pt idx="5885">
                  <c:v>55.864333999999999</c:v>
                </c:pt>
                <c:pt idx="5886">
                  <c:v>55.911659</c:v>
                </c:pt>
                <c:pt idx="5887">
                  <c:v>55.962192999999999</c:v>
                </c:pt>
                <c:pt idx="5888">
                  <c:v>56.015098999999999</c:v>
                </c:pt>
                <c:pt idx="5889">
                  <c:v>56.073784000000003</c:v>
                </c:pt>
                <c:pt idx="5890">
                  <c:v>56.139851</c:v>
                </c:pt>
                <c:pt idx="5891">
                  <c:v>56.209000000000003</c:v>
                </c:pt>
                <c:pt idx="5892">
                  <c:v>56.278934</c:v>
                </c:pt>
                <c:pt idx="5893">
                  <c:v>56.352867000000003</c:v>
                </c:pt>
                <c:pt idx="5894">
                  <c:v>56.433681</c:v>
                </c:pt>
                <c:pt idx="5895">
                  <c:v>56.515343000000001</c:v>
                </c:pt>
                <c:pt idx="5896">
                  <c:v>56.588515999999998</c:v>
                </c:pt>
                <c:pt idx="5897">
                  <c:v>56.659587999999999</c:v>
                </c:pt>
                <c:pt idx="5898">
                  <c:v>56.723492</c:v>
                </c:pt>
                <c:pt idx="5899">
                  <c:v>56.790126999999998</c:v>
                </c:pt>
                <c:pt idx="5900">
                  <c:v>56.863276999999997</c:v>
                </c:pt>
                <c:pt idx="5901">
                  <c:v>56.938808000000002</c:v>
                </c:pt>
                <c:pt idx="5902">
                  <c:v>57.005180000000003</c:v>
                </c:pt>
                <c:pt idx="5903">
                  <c:v>57.068966000000003</c:v>
                </c:pt>
                <c:pt idx="5904">
                  <c:v>57.120311999999998</c:v>
                </c:pt>
                <c:pt idx="5905">
                  <c:v>57.160980000000002</c:v>
                </c:pt>
                <c:pt idx="5906">
                  <c:v>57.201903999999999</c:v>
                </c:pt>
                <c:pt idx="5907">
                  <c:v>57.252071000000001</c:v>
                </c:pt>
                <c:pt idx="5908">
                  <c:v>57.302593000000002</c:v>
                </c:pt>
                <c:pt idx="5909">
                  <c:v>57.341422999999999</c:v>
                </c:pt>
                <c:pt idx="5910">
                  <c:v>57.376995000000001</c:v>
                </c:pt>
                <c:pt idx="5911">
                  <c:v>57.401871</c:v>
                </c:pt>
                <c:pt idx="5912">
                  <c:v>57.411147999999997</c:v>
                </c:pt>
                <c:pt idx="5913">
                  <c:v>57.414783</c:v>
                </c:pt>
                <c:pt idx="5914">
                  <c:v>57.413539999999998</c:v>
                </c:pt>
                <c:pt idx="5915">
                  <c:v>57.408721999999997</c:v>
                </c:pt>
                <c:pt idx="5916">
                  <c:v>57.405289000000003</c:v>
                </c:pt>
                <c:pt idx="5917">
                  <c:v>57.400837000000003</c:v>
                </c:pt>
                <c:pt idx="5918">
                  <c:v>57.395564999999998</c:v>
                </c:pt>
                <c:pt idx="5919">
                  <c:v>57.388545999999998</c:v>
                </c:pt>
                <c:pt idx="5920">
                  <c:v>57.388019999999997</c:v>
                </c:pt>
                <c:pt idx="5921">
                  <c:v>57.404983999999999</c:v>
                </c:pt>
                <c:pt idx="5922">
                  <c:v>57.428122999999999</c:v>
                </c:pt>
                <c:pt idx="5923">
                  <c:v>57.459755000000001</c:v>
                </c:pt>
                <c:pt idx="5924">
                  <c:v>57.491024000000003</c:v>
                </c:pt>
                <c:pt idx="5925">
                  <c:v>57.523434000000002</c:v>
                </c:pt>
                <c:pt idx="5926">
                  <c:v>57.557685999999997</c:v>
                </c:pt>
                <c:pt idx="5927">
                  <c:v>57.590846999999997</c:v>
                </c:pt>
                <c:pt idx="5928">
                  <c:v>57.610835999999999</c:v>
                </c:pt>
                <c:pt idx="5929">
                  <c:v>57.619247000000001</c:v>
                </c:pt>
                <c:pt idx="5930">
                  <c:v>57.623973999999997</c:v>
                </c:pt>
                <c:pt idx="5931">
                  <c:v>57.627730999999997</c:v>
                </c:pt>
                <c:pt idx="5932">
                  <c:v>57.631573000000003</c:v>
                </c:pt>
                <c:pt idx="5933">
                  <c:v>57.628219999999999</c:v>
                </c:pt>
                <c:pt idx="5934">
                  <c:v>57.621631999999998</c:v>
                </c:pt>
                <c:pt idx="5935">
                  <c:v>57.621310999999999</c:v>
                </c:pt>
                <c:pt idx="5936">
                  <c:v>57.625221000000003</c:v>
                </c:pt>
                <c:pt idx="5937">
                  <c:v>57.629612000000002</c:v>
                </c:pt>
                <c:pt idx="5938">
                  <c:v>57.631183999999998</c:v>
                </c:pt>
                <c:pt idx="5939">
                  <c:v>57.632702000000002</c:v>
                </c:pt>
                <c:pt idx="5940">
                  <c:v>57.639580000000002</c:v>
                </c:pt>
                <c:pt idx="5941">
                  <c:v>57.651363000000003</c:v>
                </c:pt>
                <c:pt idx="5942">
                  <c:v>57.665993</c:v>
                </c:pt>
                <c:pt idx="5943">
                  <c:v>57.681891999999998</c:v>
                </c:pt>
                <c:pt idx="5944">
                  <c:v>57.702061</c:v>
                </c:pt>
                <c:pt idx="5945">
                  <c:v>57.729407999999999</c:v>
                </c:pt>
                <c:pt idx="5946">
                  <c:v>57.765762000000002</c:v>
                </c:pt>
                <c:pt idx="5947">
                  <c:v>57.803310000000003</c:v>
                </c:pt>
                <c:pt idx="5948">
                  <c:v>57.834933999999997</c:v>
                </c:pt>
                <c:pt idx="5949">
                  <c:v>57.850597</c:v>
                </c:pt>
                <c:pt idx="5950">
                  <c:v>57.856853000000001</c:v>
                </c:pt>
                <c:pt idx="5951">
                  <c:v>57.872912999999997</c:v>
                </c:pt>
                <c:pt idx="5952">
                  <c:v>57.903008</c:v>
                </c:pt>
                <c:pt idx="5953">
                  <c:v>57.933551999999999</c:v>
                </c:pt>
                <c:pt idx="5954">
                  <c:v>57.957825</c:v>
                </c:pt>
                <c:pt idx="5955">
                  <c:v>57.981105999999997</c:v>
                </c:pt>
                <c:pt idx="5956">
                  <c:v>58.016762</c:v>
                </c:pt>
                <c:pt idx="5957">
                  <c:v>58.047794000000003</c:v>
                </c:pt>
                <c:pt idx="5958">
                  <c:v>58.061382000000002</c:v>
                </c:pt>
                <c:pt idx="5959">
                  <c:v>58.070385000000002</c:v>
                </c:pt>
                <c:pt idx="5960">
                  <c:v>58.074390000000001</c:v>
                </c:pt>
                <c:pt idx="5961">
                  <c:v>58.078631999999999</c:v>
                </c:pt>
                <c:pt idx="5962">
                  <c:v>58.088692000000002</c:v>
                </c:pt>
                <c:pt idx="5963">
                  <c:v>58.101151000000002</c:v>
                </c:pt>
                <c:pt idx="5964">
                  <c:v>58.116238000000003</c:v>
                </c:pt>
                <c:pt idx="5965">
                  <c:v>58.132786000000003</c:v>
                </c:pt>
                <c:pt idx="5966">
                  <c:v>58.143227000000003</c:v>
                </c:pt>
                <c:pt idx="5967">
                  <c:v>58.150955000000003</c:v>
                </c:pt>
                <c:pt idx="5968">
                  <c:v>58.146819999999998</c:v>
                </c:pt>
                <c:pt idx="5969">
                  <c:v>58.131821000000002</c:v>
                </c:pt>
                <c:pt idx="5970">
                  <c:v>58.111899999999999</c:v>
                </c:pt>
                <c:pt idx="5971">
                  <c:v>58.095356000000002</c:v>
                </c:pt>
                <c:pt idx="5972">
                  <c:v>58.092261999999998</c:v>
                </c:pt>
                <c:pt idx="5973">
                  <c:v>58.100388000000002</c:v>
                </c:pt>
                <c:pt idx="5974">
                  <c:v>58.106555999999998</c:v>
                </c:pt>
                <c:pt idx="5975">
                  <c:v>58.100814999999997</c:v>
                </c:pt>
                <c:pt idx="5976">
                  <c:v>58.085075000000003</c:v>
                </c:pt>
                <c:pt idx="5977">
                  <c:v>58.069862000000001</c:v>
                </c:pt>
                <c:pt idx="5978">
                  <c:v>58.049579999999999</c:v>
                </c:pt>
                <c:pt idx="5979">
                  <c:v>58.015774</c:v>
                </c:pt>
                <c:pt idx="5980">
                  <c:v>57.974688999999998</c:v>
                </c:pt>
                <c:pt idx="5981">
                  <c:v>57.938502999999997</c:v>
                </c:pt>
                <c:pt idx="5982">
                  <c:v>57.902641000000003</c:v>
                </c:pt>
                <c:pt idx="5983">
                  <c:v>57.855151999999997</c:v>
                </c:pt>
                <c:pt idx="5984">
                  <c:v>57.789642000000001</c:v>
                </c:pt>
                <c:pt idx="5985">
                  <c:v>57.718646999999997</c:v>
                </c:pt>
                <c:pt idx="5986">
                  <c:v>57.648685</c:v>
                </c:pt>
                <c:pt idx="5987">
                  <c:v>57.587111999999998</c:v>
                </c:pt>
                <c:pt idx="5988">
                  <c:v>57.532592999999999</c:v>
                </c:pt>
                <c:pt idx="5989">
                  <c:v>57.483134999999997</c:v>
                </c:pt>
                <c:pt idx="5990">
                  <c:v>57.442329000000001</c:v>
                </c:pt>
                <c:pt idx="5991">
                  <c:v>57.403511000000002</c:v>
                </c:pt>
                <c:pt idx="5992">
                  <c:v>57.369221000000003</c:v>
                </c:pt>
                <c:pt idx="5993">
                  <c:v>57.340229000000001</c:v>
                </c:pt>
                <c:pt idx="5994">
                  <c:v>57.319949999999999</c:v>
                </c:pt>
                <c:pt idx="5995">
                  <c:v>57.305225</c:v>
                </c:pt>
                <c:pt idx="5996">
                  <c:v>57.283081000000003</c:v>
                </c:pt>
                <c:pt idx="5997">
                  <c:v>57.264125999999997</c:v>
                </c:pt>
                <c:pt idx="5998">
                  <c:v>57.252327000000001</c:v>
                </c:pt>
                <c:pt idx="5999">
                  <c:v>57.246979000000003</c:v>
                </c:pt>
                <c:pt idx="6000">
                  <c:v>57.244934000000001</c:v>
                </c:pt>
                <c:pt idx="6001">
                  <c:v>57.242615000000001</c:v>
                </c:pt>
                <c:pt idx="6002">
                  <c:v>57.241366999999997</c:v>
                </c:pt>
                <c:pt idx="6003">
                  <c:v>57.246769</c:v>
                </c:pt>
                <c:pt idx="6004">
                  <c:v>57.257133000000003</c:v>
                </c:pt>
                <c:pt idx="6005">
                  <c:v>57.265839</c:v>
                </c:pt>
                <c:pt idx="6006">
                  <c:v>57.271819999999998</c:v>
                </c:pt>
                <c:pt idx="6007">
                  <c:v>57.276637999999998</c:v>
                </c:pt>
                <c:pt idx="6008">
                  <c:v>57.281936999999999</c:v>
                </c:pt>
                <c:pt idx="6009">
                  <c:v>57.293346</c:v>
                </c:pt>
                <c:pt idx="6010">
                  <c:v>57.312900999999997</c:v>
                </c:pt>
                <c:pt idx="6011">
                  <c:v>57.334907999999999</c:v>
                </c:pt>
                <c:pt idx="6012">
                  <c:v>57.356589999999997</c:v>
                </c:pt>
                <c:pt idx="6013">
                  <c:v>57.374366999999999</c:v>
                </c:pt>
                <c:pt idx="6014">
                  <c:v>57.386158000000002</c:v>
                </c:pt>
                <c:pt idx="6015">
                  <c:v>57.397185999999998</c:v>
                </c:pt>
                <c:pt idx="6016">
                  <c:v>57.413834000000001</c:v>
                </c:pt>
                <c:pt idx="6017">
                  <c:v>57.441592999999997</c:v>
                </c:pt>
                <c:pt idx="6018">
                  <c:v>57.470897999999998</c:v>
                </c:pt>
                <c:pt idx="6019">
                  <c:v>57.493053000000003</c:v>
                </c:pt>
                <c:pt idx="6020">
                  <c:v>57.509121</c:v>
                </c:pt>
                <c:pt idx="6021">
                  <c:v>57.529860999999997</c:v>
                </c:pt>
                <c:pt idx="6022">
                  <c:v>57.554192</c:v>
                </c:pt>
                <c:pt idx="6023">
                  <c:v>57.583053999999997</c:v>
                </c:pt>
                <c:pt idx="6024">
                  <c:v>57.623600000000003</c:v>
                </c:pt>
                <c:pt idx="6025">
                  <c:v>57.668018000000004</c:v>
                </c:pt>
                <c:pt idx="6026">
                  <c:v>57.715263</c:v>
                </c:pt>
                <c:pt idx="6027">
                  <c:v>57.761344999999999</c:v>
                </c:pt>
                <c:pt idx="6028">
                  <c:v>57.807223999999998</c:v>
                </c:pt>
                <c:pt idx="6029">
                  <c:v>57.854900000000001</c:v>
                </c:pt>
                <c:pt idx="6030">
                  <c:v>57.914650000000002</c:v>
                </c:pt>
                <c:pt idx="6031">
                  <c:v>57.974606000000001</c:v>
                </c:pt>
                <c:pt idx="6032">
                  <c:v>58.039104000000002</c:v>
                </c:pt>
                <c:pt idx="6033">
                  <c:v>58.105933999999998</c:v>
                </c:pt>
                <c:pt idx="6034">
                  <c:v>58.171672999999998</c:v>
                </c:pt>
                <c:pt idx="6035">
                  <c:v>58.242480999999998</c:v>
                </c:pt>
                <c:pt idx="6036">
                  <c:v>58.315372000000004</c:v>
                </c:pt>
                <c:pt idx="6037">
                  <c:v>58.385201000000002</c:v>
                </c:pt>
                <c:pt idx="6038">
                  <c:v>58.449722000000001</c:v>
                </c:pt>
                <c:pt idx="6039">
                  <c:v>58.506118999999998</c:v>
                </c:pt>
                <c:pt idx="6040">
                  <c:v>58.560040000000001</c:v>
                </c:pt>
                <c:pt idx="6041">
                  <c:v>58.613948999999998</c:v>
                </c:pt>
                <c:pt idx="6042">
                  <c:v>58.674332</c:v>
                </c:pt>
                <c:pt idx="6043">
                  <c:v>58.737537000000003</c:v>
                </c:pt>
                <c:pt idx="6044">
                  <c:v>58.803916999999998</c:v>
                </c:pt>
                <c:pt idx="6045">
                  <c:v>58.868687000000001</c:v>
                </c:pt>
                <c:pt idx="6046">
                  <c:v>58.927742000000002</c:v>
                </c:pt>
                <c:pt idx="6047">
                  <c:v>58.977874999999997</c:v>
                </c:pt>
                <c:pt idx="6048">
                  <c:v>59.013545999999998</c:v>
                </c:pt>
                <c:pt idx="6049">
                  <c:v>59.041820999999999</c:v>
                </c:pt>
                <c:pt idx="6050">
                  <c:v>59.067509000000001</c:v>
                </c:pt>
                <c:pt idx="6051">
                  <c:v>59.108733999999998</c:v>
                </c:pt>
                <c:pt idx="6052">
                  <c:v>59.160702000000001</c:v>
                </c:pt>
                <c:pt idx="6053">
                  <c:v>59.219943999999998</c:v>
                </c:pt>
                <c:pt idx="6054">
                  <c:v>59.273902999999997</c:v>
                </c:pt>
                <c:pt idx="6055">
                  <c:v>59.317867</c:v>
                </c:pt>
                <c:pt idx="6056">
                  <c:v>59.355826999999998</c:v>
                </c:pt>
                <c:pt idx="6057">
                  <c:v>59.393166000000001</c:v>
                </c:pt>
                <c:pt idx="6058">
                  <c:v>59.434714999999997</c:v>
                </c:pt>
                <c:pt idx="6059">
                  <c:v>59.479526999999997</c:v>
                </c:pt>
                <c:pt idx="6060">
                  <c:v>59.528202</c:v>
                </c:pt>
                <c:pt idx="6061">
                  <c:v>59.572181999999998</c:v>
                </c:pt>
                <c:pt idx="6062">
                  <c:v>59.610469999999999</c:v>
                </c:pt>
                <c:pt idx="6063">
                  <c:v>59.651176</c:v>
                </c:pt>
                <c:pt idx="6064">
                  <c:v>59.693404999999998</c:v>
                </c:pt>
                <c:pt idx="6065">
                  <c:v>59.740799000000003</c:v>
                </c:pt>
                <c:pt idx="6066">
                  <c:v>59.785232999999998</c:v>
                </c:pt>
                <c:pt idx="6067">
                  <c:v>59.819755999999998</c:v>
                </c:pt>
                <c:pt idx="6068">
                  <c:v>59.847721</c:v>
                </c:pt>
                <c:pt idx="6069">
                  <c:v>59.872025000000001</c:v>
                </c:pt>
                <c:pt idx="6070">
                  <c:v>59.889606000000001</c:v>
                </c:pt>
                <c:pt idx="6071">
                  <c:v>59.908718</c:v>
                </c:pt>
                <c:pt idx="6072">
                  <c:v>59.926735000000001</c:v>
                </c:pt>
                <c:pt idx="6073">
                  <c:v>59.941479000000001</c:v>
                </c:pt>
                <c:pt idx="6074">
                  <c:v>59.951839</c:v>
                </c:pt>
                <c:pt idx="6075">
                  <c:v>59.964115</c:v>
                </c:pt>
                <c:pt idx="6076">
                  <c:v>59.981316</c:v>
                </c:pt>
                <c:pt idx="6077">
                  <c:v>60.004261</c:v>
                </c:pt>
                <c:pt idx="6078">
                  <c:v>60.038795</c:v>
                </c:pt>
                <c:pt idx="6079">
                  <c:v>60.082729</c:v>
                </c:pt>
                <c:pt idx="6080">
                  <c:v>60.133727999999998</c:v>
                </c:pt>
                <c:pt idx="6081">
                  <c:v>60.190162999999998</c:v>
                </c:pt>
                <c:pt idx="6082">
                  <c:v>60.251525999999998</c:v>
                </c:pt>
                <c:pt idx="6083">
                  <c:v>60.313476999999999</c:v>
                </c:pt>
                <c:pt idx="6084">
                  <c:v>60.362423</c:v>
                </c:pt>
                <c:pt idx="6085">
                  <c:v>60.394764000000002</c:v>
                </c:pt>
                <c:pt idx="6086">
                  <c:v>60.417777999999998</c:v>
                </c:pt>
                <c:pt idx="6087">
                  <c:v>60.443252999999999</c:v>
                </c:pt>
                <c:pt idx="6088">
                  <c:v>60.472133999999997</c:v>
                </c:pt>
                <c:pt idx="6089">
                  <c:v>60.504486</c:v>
                </c:pt>
                <c:pt idx="6090">
                  <c:v>60.535407999999997</c:v>
                </c:pt>
                <c:pt idx="6091">
                  <c:v>60.569775</c:v>
                </c:pt>
                <c:pt idx="6092">
                  <c:v>60.599772999999999</c:v>
                </c:pt>
                <c:pt idx="6093">
                  <c:v>60.618102999999998</c:v>
                </c:pt>
                <c:pt idx="6094">
                  <c:v>60.629596999999997</c:v>
                </c:pt>
                <c:pt idx="6095">
                  <c:v>60.633175000000001</c:v>
                </c:pt>
                <c:pt idx="6096">
                  <c:v>60.638053999999997</c:v>
                </c:pt>
                <c:pt idx="6097">
                  <c:v>60.651423999999999</c:v>
                </c:pt>
                <c:pt idx="6098">
                  <c:v>60.674187000000003</c:v>
                </c:pt>
                <c:pt idx="6099">
                  <c:v>60.704692999999999</c:v>
                </c:pt>
                <c:pt idx="6100">
                  <c:v>60.742977000000003</c:v>
                </c:pt>
                <c:pt idx="6101">
                  <c:v>60.789383000000001</c:v>
                </c:pt>
                <c:pt idx="6102">
                  <c:v>60.844588999999999</c:v>
                </c:pt>
                <c:pt idx="6103">
                  <c:v>60.900458999999998</c:v>
                </c:pt>
                <c:pt idx="6104">
                  <c:v>60.945067999999999</c:v>
                </c:pt>
                <c:pt idx="6105">
                  <c:v>60.969459999999998</c:v>
                </c:pt>
                <c:pt idx="6106">
                  <c:v>60.971263999999998</c:v>
                </c:pt>
                <c:pt idx="6107">
                  <c:v>60.978481000000002</c:v>
                </c:pt>
                <c:pt idx="6108">
                  <c:v>60.990600999999998</c:v>
                </c:pt>
                <c:pt idx="6109">
                  <c:v>61.007275</c:v>
                </c:pt>
                <c:pt idx="6110">
                  <c:v>61.025562000000001</c:v>
                </c:pt>
                <c:pt idx="6111">
                  <c:v>61.045845</c:v>
                </c:pt>
                <c:pt idx="6112">
                  <c:v>61.071865000000003</c:v>
                </c:pt>
                <c:pt idx="6113">
                  <c:v>61.100990000000003</c:v>
                </c:pt>
                <c:pt idx="6114">
                  <c:v>61.123924000000002</c:v>
                </c:pt>
                <c:pt idx="6115">
                  <c:v>61.139595</c:v>
                </c:pt>
                <c:pt idx="6116">
                  <c:v>61.150756999999999</c:v>
                </c:pt>
                <c:pt idx="6117">
                  <c:v>61.160525999999997</c:v>
                </c:pt>
                <c:pt idx="6118">
                  <c:v>61.166530999999999</c:v>
                </c:pt>
                <c:pt idx="6119">
                  <c:v>61.176651</c:v>
                </c:pt>
                <c:pt idx="6120">
                  <c:v>61.191746000000002</c:v>
                </c:pt>
                <c:pt idx="6121">
                  <c:v>61.216464999999999</c:v>
                </c:pt>
                <c:pt idx="6122">
                  <c:v>61.252934000000003</c:v>
                </c:pt>
                <c:pt idx="6123">
                  <c:v>61.300694</c:v>
                </c:pt>
                <c:pt idx="6124">
                  <c:v>61.357799999999997</c:v>
                </c:pt>
                <c:pt idx="6125">
                  <c:v>61.417693999999997</c:v>
                </c:pt>
                <c:pt idx="6126">
                  <c:v>61.478962000000003</c:v>
                </c:pt>
                <c:pt idx="6127">
                  <c:v>61.544562999999997</c:v>
                </c:pt>
                <c:pt idx="6128">
                  <c:v>61.612968000000002</c:v>
                </c:pt>
                <c:pt idx="6129">
                  <c:v>61.677864</c:v>
                </c:pt>
                <c:pt idx="6130">
                  <c:v>61.737236000000003</c:v>
                </c:pt>
                <c:pt idx="6131">
                  <c:v>61.783580999999998</c:v>
                </c:pt>
                <c:pt idx="6132">
                  <c:v>61.815449000000001</c:v>
                </c:pt>
                <c:pt idx="6133">
                  <c:v>61.835701</c:v>
                </c:pt>
                <c:pt idx="6134">
                  <c:v>61.851180999999997</c:v>
                </c:pt>
                <c:pt idx="6135">
                  <c:v>61.867049999999999</c:v>
                </c:pt>
                <c:pt idx="6136">
                  <c:v>61.874706000000003</c:v>
                </c:pt>
                <c:pt idx="6137">
                  <c:v>61.879325999999999</c:v>
                </c:pt>
                <c:pt idx="6138">
                  <c:v>61.884208999999998</c:v>
                </c:pt>
                <c:pt idx="6139">
                  <c:v>61.890968000000001</c:v>
                </c:pt>
                <c:pt idx="6140">
                  <c:v>61.898457000000001</c:v>
                </c:pt>
                <c:pt idx="6141">
                  <c:v>61.898978999999997</c:v>
                </c:pt>
                <c:pt idx="6142">
                  <c:v>61.899467000000001</c:v>
                </c:pt>
                <c:pt idx="6143">
                  <c:v>61.902743999999998</c:v>
                </c:pt>
                <c:pt idx="6144">
                  <c:v>61.903869999999998</c:v>
                </c:pt>
                <c:pt idx="6145">
                  <c:v>61.904620999999999</c:v>
                </c:pt>
                <c:pt idx="6146">
                  <c:v>61.906086000000002</c:v>
                </c:pt>
                <c:pt idx="6147">
                  <c:v>61.905113</c:v>
                </c:pt>
                <c:pt idx="6148">
                  <c:v>61.901707000000002</c:v>
                </c:pt>
                <c:pt idx="6149">
                  <c:v>61.900604000000001</c:v>
                </c:pt>
                <c:pt idx="6150">
                  <c:v>61.899281000000002</c:v>
                </c:pt>
                <c:pt idx="6151">
                  <c:v>61.896045999999998</c:v>
                </c:pt>
                <c:pt idx="6152">
                  <c:v>61.896355</c:v>
                </c:pt>
                <c:pt idx="6153">
                  <c:v>61.902648999999997</c:v>
                </c:pt>
                <c:pt idx="6154">
                  <c:v>61.915852000000001</c:v>
                </c:pt>
                <c:pt idx="6155">
                  <c:v>61.934714999999997</c:v>
                </c:pt>
                <c:pt idx="6156">
                  <c:v>61.957625999999998</c:v>
                </c:pt>
                <c:pt idx="6157">
                  <c:v>61.993972999999997</c:v>
                </c:pt>
                <c:pt idx="6158">
                  <c:v>62.043835000000001</c:v>
                </c:pt>
                <c:pt idx="6159">
                  <c:v>62.100482999999997</c:v>
                </c:pt>
                <c:pt idx="6160">
                  <c:v>62.158217999999998</c:v>
                </c:pt>
                <c:pt idx="6161">
                  <c:v>62.216427000000003</c:v>
                </c:pt>
                <c:pt idx="6162">
                  <c:v>62.275742000000001</c:v>
                </c:pt>
                <c:pt idx="6163">
                  <c:v>62.337772000000001</c:v>
                </c:pt>
                <c:pt idx="6164">
                  <c:v>62.403464999999997</c:v>
                </c:pt>
                <c:pt idx="6165">
                  <c:v>62.469814</c:v>
                </c:pt>
                <c:pt idx="6166">
                  <c:v>62.53886</c:v>
                </c:pt>
                <c:pt idx="6167">
                  <c:v>62.612110000000001</c:v>
                </c:pt>
                <c:pt idx="6168">
                  <c:v>62.685836999999999</c:v>
                </c:pt>
                <c:pt idx="6169">
                  <c:v>62.753959999999999</c:v>
                </c:pt>
                <c:pt idx="6170">
                  <c:v>62.807758</c:v>
                </c:pt>
                <c:pt idx="6171">
                  <c:v>62.848770000000002</c:v>
                </c:pt>
                <c:pt idx="6172">
                  <c:v>62.875965000000001</c:v>
                </c:pt>
                <c:pt idx="6173">
                  <c:v>62.894011999999996</c:v>
                </c:pt>
                <c:pt idx="6174">
                  <c:v>62.920161999999998</c:v>
                </c:pt>
                <c:pt idx="6175">
                  <c:v>62.955753000000001</c:v>
                </c:pt>
                <c:pt idx="6176">
                  <c:v>62.979694000000002</c:v>
                </c:pt>
                <c:pt idx="6177">
                  <c:v>62.989058999999997</c:v>
                </c:pt>
                <c:pt idx="6178">
                  <c:v>62.98312</c:v>
                </c:pt>
                <c:pt idx="6179">
                  <c:v>62.967360999999997</c:v>
                </c:pt>
                <c:pt idx="6180">
                  <c:v>62.955719000000002</c:v>
                </c:pt>
                <c:pt idx="6181">
                  <c:v>62.952041999999999</c:v>
                </c:pt>
                <c:pt idx="6182">
                  <c:v>62.951014999999998</c:v>
                </c:pt>
                <c:pt idx="6183">
                  <c:v>62.955584999999999</c:v>
                </c:pt>
                <c:pt idx="6184">
                  <c:v>62.969439999999999</c:v>
                </c:pt>
                <c:pt idx="6185">
                  <c:v>62.993873999999998</c:v>
                </c:pt>
                <c:pt idx="6186">
                  <c:v>63.014557000000003</c:v>
                </c:pt>
                <c:pt idx="6187">
                  <c:v>63.033886000000003</c:v>
                </c:pt>
                <c:pt idx="6188">
                  <c:v>63.043427000000001</c:v>
                </c:pt>
                <c:pt idx="6189">
                  <c:v>63.046458999999999</c:v>
                </c:pt>
                <c:pt idx="6190">
                  <c:v>63.057403999999998</c:v>
                </c:pt>
                <c:pt idx="6191">
                  <c:v>63.083022999999997</c:v>
                </c:pt>
                <c:pt idx="6192">
                  <c:v>63.12088</c:v>
                </c:pt>
                <c:pt idx="6193">
                  <c:v>63.160774000000004</c:v>
                </c:pt>
                <c:pt idx="6194">
                  <c:v>63.204422000000001</c:v>
                </c:pt>
                <c:pt idx="6195">
                  <c:v>63.236462000000003</c:v>
                </c:pt>
                <c:pt idx="6196">
                  <c:v>63.254584999999999</c:v>
                </c:pt>
                <c:pt idx="6197">
                  <c:v>63.265545000000003</c:v>
                </c:pt>
                <c:pt idx="6198">
                  <c:v>63.278663999999999</c:v>
                </c:pt>
                <c:pt idx="6199">
                  <c:v>63.296275999999999</c:v>
                </c:pt>
                <c:pt idx="6200">
                  <c:v>63.317669000000002</c:v>
                </c:pt>
                <c:pt idx="6201">
                  <c:v>63.333812999999999</c:v>
                </c:pt>
                <c:pt idx="6202">
                  <c:v>63.355609999999999</c:v>
                </c:pt>
                <c:pt idx="6203">
                  <c:v>63.380783000000001</c:v>
                </c:pt>
                <c:pt idx="6204">
                  <c:v>63.403534000000001</c:v>
                </c:pt>
                <c:pt idx="6205">
                  <c:v>63.420085999999998</c:v>
                </c:pt>
                <c:pt idx="6206">
                  <c:v>63.429031000000002</c:v>
                </c:pt>
                <c:pt idx="6207">
                  <c:v>63.441474999999997</c:v>
                </c:pt>
                <c:pt idx="6208">
                  <c:v>63.464317000000001</c:v>
                </c:pt>
                <c:pt idx="6209">
                  <c:v>63.493594999999999</c:v>
                </c:pt>
                <c:pt idx="6210">
                  <c:v>63.521900000000002</c:v>
                </c:pt>
                <c:pt idx="6211">
                  <c:v>63.544730999999999</c:v>
                </c:pt>
                <c:pt idx="6212">
                  <c:v>63.562241</c:v>
                </c:pt>
                <c:pt idx="6213">
                  <c:v>63.575935000000001</c:v>
                </c:pt>
                <c:pt idx="6214">
                  <c:v>63.589111000000003</c:v>
                </c:pt>
                <c:pt idx="6215">
                  <c:v>63.604754999999997</c:v>
                </c:pt>
                <c:pt idx="6216">
                  <c:v>63.626328000000001</c:v>
                </c:pt>
                <c:pt idx="6217">
                  <c:v>63.651657</c:v>
                </c:pt>
                <c:pt idx="6218">
                  <c:v>63.676167</c:v>
                </c:pt>
                <c:pt idx="6219">
                  <c:v>63.695498999999998</c:v>
                </c:pt>
                <c:pt idx="6220">
                  <c:v>63.708176000000002</c:v>
                </c:pt>
                <c:pt idx="6221">
                  <c:v>63.714497000000001</c:v>
                </c:pt>
                <c:pt idx="6222">
                  <c:v>63.717655000000001</c:v>
                </c:pt>
                <c:pt idx="6223">
                  <c:v>63.724280999999998</c:v>
                </c:pt>
                <c:pt idx="6224">
                  <c:v>63.733123999999997</c:v>
                </c:pt>
                <c:pt idx="6225">
                  <c:v>63.738129000000001</c:v>
                </c:pt>
                <c:pt idx="6226">
                  <c:v>63.735675999999998</c:v>
                </c:pt>
                <c:pt idx="6227">
                  <c:v>63.733108999999999</c:v>
                </c:pt>
                <c:pt idx="6228">
                  <c:v>63.730328</c:v>
                </c:pt>
                <c:pt idx="6229">
                  <c:v>63.738258000000002</c:v>
                </c:pt>
                <c:pt idx="6230">
                  <c:v>63.751015000000002</c:v>
                </c:pt>
                <c:pt idx="6231">
                  <c:v>63.755589000000001</c:v>
                </c:pt>
                <c:pt idx="6232">
                  <c:v>63.738028999999997</c:v>
                </c:pt>
                <c:pt idx="6233">
                  <c:v>63.706581</c:v>
                </c:pt>
                <c:pt idx="6234">
                  <c:v>63.669899000000001</c:v>
                </c:pt>
                <c:pt idx="6235">
                  <c:v>63.631985</c:v>
                </c:pt>
                <c:pt idx="6236">
                  <c:v>63.598422999999997</c:v>
                </c:pt>
                <c:pt idx="6237">
                  <c:v>63.569060999999998</c:v>
                </c:pt>
                <c:pt idx="6238">
                  <c:v>63.535846999999997</c:v>
                </c:pt>
                <c:pt idx="6239">
                  <c:v>63.499724999999998</c:v>
                </c:pt>
                <c:pt idx="6240">
                  <c:v>63.457358999999997</c:v>
                </c:pt>
                <c:pt idx="6241">
                  <c:v>63.411136999999997</c:v>
                </c:pt>
                <c:pt idx="6242">
                  <c:v>63.359912999999999</c:v>
                </c:pt>
                <c:pt idx="6243">
                  <c:v>63.309871999999999</c:v>
                </c:pt>
                <c:pt idx="6244">
                  <c:v>63.269523999999997</c:v>
                </c:pt>
                <c:pt idx="6245">
                  <c:v>63.238650999999997</c:v>
                </c:pt>
                <c:pt idx="6246">
                  <c:v>63.213878999999999</c:v>
                </c:pt>
                <c:pt idx="6247">
                  <c:v>63.193981000000001</c:v>
                </c:pt>
                <c:pt idx="6248">
                  <c:v>63.168551999999998</c:v>
                </c:pt>
                <c:pt idx="6249">
                  <c:v>63.133102000000001</c:v>
                </c:pt>
                <c:pt idx="6250">
                  <c:v>63.088470000000001</c:v>
                </c:pt>
                <c:pt idx="6251">
                  <c:v>63.038994000000002</c:v>
                </c:pt>
                <c:pt idx="6252">
                  <c:v>62.981879999999997</c:v>
                </c:pt>
                <c:pt idx="6253">
                  <c:v>62.919440999999999</c:v>
                </c:pt>
                <c:pt idx="6254">
                  <c:v>62.869495000000001</c:v>
                </c:pt>
                <c:pt idx="6255">
                  <c:v>62.830894000000001</c:v>
                </c:pt>
                <c:pt idx="6256">
                  <c:v>62.802376000000002</c:v>
                </c:pt>
                <c:pt idx="6257">
                  <c:v>62.782603999999999</c:v>
                </c:pt>
                <c:pt idx="6258">
                  <c:v>62.761840999999997</c:v>
                </c:pt>
                <c:pt idx="6259">
                  <c:v>62.729481</c:v>
                </c:pt>
                <c:pt idx="6260">
                  <c:v>62.693192000000003</c:v>
                </c:pt>
                <c:pt idx="6261">
                  <c:v>62.657116000000002</c:v>
                </c:pt>
                <c:pt idx="6262">
                  <c:v>62.617668000000002</c:v>
                </c:pt>
                <c:pt idx="6263">
                  <c:v>62.578243000000001</c:v>
                </c:pt>
                <c:pt idx="6264">
                  <c:v>62.544536999999998</c:v>
                </c:pt>
                <c:pt idx="6265">
                  <c:v>62.510055999999999</c:v>
                </c:pt>
                <c:pt idx="6266">
                  <c:v>62.468567</c:v>
                </c:pt>
                <c:pt idx="6267">
                  <c:v>62.432281000000003</c:v>
                </c:pt>
                <c:pt idx="6268">
                  <c:v>62.405349999999999</c:v>
                </c:pt>
                <c:pt idx="6269">
                  <c:v>62.391384000000002</c:v>
                </c:pt>
                <c:pt idx="6270">
                  <c:v>62.383330999999998</c:v>
                </c:pt>
                <c:pt idx="6271">
                  <c:v>62.380802000000003</c:v>
                </c:pt>
                <c:pt idx="6272">
                  <c:v>62.382781999999999</c:v>
                </c:pt>
                <c:pt idx="6273">
                  <c:v>62.389018999999998</c:v>
                </c:pt>
                <c:pt idx="6274">
                  <c:v>62.396163999999999</c:v>
                </c:pt>
                <c:pt idx="6275">
                  <c:v>62.399014000000001</c:v>
                </c:pt>
                <c:pt idx="6276">
                  <c:v>62.395859000000002</c:v>
                </c:pt>
                <c:pt idx="6277">
                  <c:v>62.390450000000001</c:v>
                </c:pt>
                <c:pt idx="6278">
                  <c:v>62.389468999999998</c:v>
                </c:pt>
                <c:pt idx="6279">
                  <c:v>62.389580000000002</c:v>
                </c:pt>
                <c:pt idx="6280">
                  <c:v>62.395640999999998</c:v>
                </c:pt>
                <c:pt idx="6281">
                  <c:v>62.408057999999997</c:v>
                </c:pt>
                <c:pt idx="6282">
                  <c:v>62.418224000000002</c:v>
                </c:pt>
                <c:pt idx="6283">
                  <c:v>62.430939000000002</c:v>
                </c:pt>
                <c:pt idx="6284">
                  <c:v>62.444491999999997</c:v>
                </c:pt>
                <c:pt idx="6285">
                  <c:v>62.450400999999999</c:v>
                </c:pt>
                <c:pt idx="6286">
                  <c:v>62.459702</c:v>
                </c:pt>
                <c:pt idx="6287">
                  <c:v>62.468170000000001</c:v>
                </c:pt>
                <c:pt idx="6288">
                  <c:v>62.468997999999999</c:v>
                </c:pt>
                <c:pt idx="6289">
                  <c:v>62.457672000000002</c:v>
                </c:pt>
                <c:pt idx="6290">
                  <c:v>62.430118999999998</c:v>
                </c:pt>
                <c:pt idx="6291">
                  <c:v>62.411315999999999</c:v>
                </c:pt>
                <c:pt idx="6292">
                  <c:v>62.394970000000001</c:v>
                </c:pt>
                <c:pt idx="6293">
                  <c:v>62.387191999999999</c:v>
                </c:pt>
                <c:pt idx="6294">
                  <c:v>62.378773000000002</c:v>
                </c:pt>
                <c:pt idx="6295">
                  <c:v>62.371059000000002</c:v>
                </c:pt>
                <c:pt idx="6296">
                  <c:v>62.366104</c:v>
                </c:pt>
                <c:pt idx="6297">
                  <c:v>62.362803999999997</c:v>
                </c:pt>
                <c:pt idx="6298">
                  <c:v>62.359886000000003</c:v>
                </c:pt>
                <c:pt idx="6299">
                  <c:v>62.352142000000001</c:v>
                </c:pt>
                <c:pt idx="6300">
                  <c:v>62.346874</c:v>
                </c:pt>
                <c:pt idx="6301">
                  <c:v>62.352088999999999</c:v>
                </c:pt>
                <c:pt idx="6302">
                  <c:v>62.354137000000001</c:v>
                </c:pt>
                <c:pt idx="6303">
                  <c:v>62.358471000000002</c:v>
                </c:pt>
                <c:pt idx="6304">
                  <c:v>62.362609999999997</c:v>
                </c:pt>
                <c:pt idx="6305">
                  <c:v>62.380169000000002</c:v>
                </c:pt>
                <c:pt idx="6306">
                  <c:v>62.398800000000001</c:v>
                </c:pt>
                <c:pt idx="6307">
                  <c:v>62.415215000000003</c:v>
                </c:pt>
                <c:pt idx="6308">
                  <c:v>62.425395999999999</c:v>
                </c:pt>
                <c:pt idx="6309">
                  <c:v>62.434649999999998</c:v>
                </c:pt>
                <c:pt idx="6310">
                  <c:v>62.448250000000002</c:v>
                </c:pt>
                <c:pt idx="6311">
                  <c:v>62.451534000000002</c:v>
                </c:pt>
                <c:pt idx="6312">
                  <c:v>62.442123000000002</c:v>
                </c:pt>
                <c:pt idx="6313">
                  <c:v>62.433365000000002</c:v>
                </c:pt>
                <c:pt idx="6314">
                  <c:v>62.419570999999998</c:v>
                </c:pt>
                <c:pt idx="6315">
                  <c:v>62.414786999999997</c:v>
                </c:pt>
                <c:pt idx="6316">
                  <c:v>62.421863999999999</c:v>
                </c:pt>
                <c:pt idx="6317">
                  <c:v>62.439807999999999</c:v>
                </c:pt>
                <c:pt idx="6318">
                  <c:v>62.458148999999999</c:v>
                </c:pt>
                <c:pt idx="6319">
                  <c:v>62.491965999999998</c:v>
                </c:pt>
                <c:pt idx="6320">
                  <c:v>62.533684000000001</c:v>
                </c:pt>
                <c:pt idx="6321">
                  <c:v>62.577025999999996</c:v>
                </c:pt>
                <c:pt idx="6322">
                  <c:v>62.621735000000001</c:v>
                </c:pt>
                <c:pt idx="6323">
                  <c:v>62.669922</c:v>
                </c:pt>
                <c:pt idx="6324">
                  <c:v>62.721302000000001</c:v>
                </c:pt>
                <c:pt idx="6325">
                  <c:v>62.771388999999999</c:v>
                </c:pt>
                <c:pt idx="6326">
                  <c:v>62.820498999999998</c:v>
                </c:pt>
                <c:pt idx="6327">
                  <c:v>62.865333999999997</c:v>
                </c:pt>
                <c:pt idx="6328">
                  <c:v>62.904823</c:v>
                </c:pt>
                <c:pt idx="6329">
                  <c:v>62.943153000000002</c:v>
                </c:pt>
                <c:pt idx="6330">
                  <c:v>62.983414000000003</c:v>
                </c:pt>
                <c:pt idx="6331">
                  <c:v>63.027470000000001</c:v>
                </c:pt>
                <c:pt idx="6332">
                  <c:v>63.084384999999997</c:v>
                </c:pt>
                <c:pt idx="6333">
                  <c:v>63.137829000000004</c:v>
                </c:pt>
                <c:pt idx="6334">
                  <c:v>63.179381999999997</c:v>
                </c:pt>
                <c:pt idx="6335">
                  <c:v>63.181789000000002</c:v>
                </c:pt>
                <c:pt idx="6336">
                  <c:v>63.165672000000001</c:v>
                </c:pt>
                <c:pt idx="6337">
                  <c:v>63.149653999999998</c:v>
                </c:pt>
                <c:pt idx="6338">
                  <c:v>63.136840999999997</c:v>
                </c:pt>
                <c:pt idx="6339">
                  <c:v>63.129848000000003</c:v>
                </c:pt>
                <c:pt idx="6340">
                  <c:v>63.124549999999999</c:v>
                </c:pt>
                <c:pt idx="6341">
                  <c:v>63.123463000000001</c:v>
                </c:pt>
                <c:pt idx="6342">
                  <c:v>63.140991</c:v>
                </c:pt>
                <c:pt idx="6343">
                  <c:v>63.168633</c:v>
                </c:pt>
                <c:pt idx="6344">
                  <c:v>63.202098999999997</c:v>
                </c:pt>
                <c:pt idx="6345">
                  <c:v>63.228507999999998</c:v>
                </c:pt>
                <c:pt idx="6346">
                  <c:v>63.258029999999998</c:v>
                </c:pt>
                <c:pt idx="6347">
                  <c:v>63.288738000000002</c:v>
                </c:pt>
                <c:pt idx="6348">
                  <c:v>63.320529999999998</c:v>
                </c:pt>
                <c:pt idx="6349">
                  <c:v>63.354526999999997</c:v>
                </c:pt>
                <c:pt idx="6350">
                  <c:v>63.390040999999997</c:v>
                </c:pt>
                <c:pt idx="6351">
                  <c:v>63.428116000000003</c:v>
                </c:pt>
                <c:pt idx="6352">
                  <c:v>63.468631999999999</c:v>
                </c:pt>
                <c:pt idx="6353">
                  <c:v>63.511268999999999</c:v>
                </c:pt>
                <c:pt idx="6354">
                  <c:v>63.55735</c:v>
                </c:pt>
                <c:pt idx="6355">
                  <c:v>63.600163000000002</c:v>
                </c:pt>
                <c:pt idx="6356">
                  <c:v>63.648598</c:v>
                </c:pt>
                <c:pt idx="6357">
                  <c:v>63.702106000000001</c:v>
                </c:pt>
                <c:pt idx="6358">
                  <c:v>63.753872000000001</c:v>
                </c:pt>
                <c:pt idx="6359">
                  <c:v>63.801014000000002</c:v>
                </c:pt>
                <c:pt idx="6360">
                  <c:v>63.820296999999997</c:v>
                </c:pt>
                <c:pt idx="6361">
                  <c:v>63.841309000000003</c:v>
                </c:pt>
                <c:pt idx="6362">
                  <c:v>63.865284000000003</c:v>
                </c:pt>
                <c:pt idx="6363">
                  <c:v>63.895167999999998</c:v>
                </c:pt>
                <c:pt idx="6364">
                  <c:v>63.930950000000003</c:v>
                </c:pt>
                <c:pt idx="6365">
                  <c:v>63.968814999999999</c:v>
                </c:pt>
                <c:pt idx="6366">
                  <c:v>64.011032</c:v>
                </c:pt>
                <c:pt idx="6367">
                  <c:v>64.056304999999995</c:v>
                </c:pt>
                <c:pt idx="6368">
                  <c:v>64.103088</c:v>
                </c:pt>
                <c:pt idx="6369">
                  <c:v>64.147407999999999</c:v>
                </c:pt>
                <c:pt idx="6370">
                  <c:v>64.186729</c:v>
                </c:pt>
                <c:pt idx="6371">
                  <c:v>64.230095000000006</c:v>
                </c:pt>
                <c:pt idx="6372">
                  <c:v>64.279037000000002</c:v>
                </c:pt>
                <c:pt idx="6373">
                  <c:v>64.329314999999994</c:v>
                </c:pt>
                <c:pt idx="6374">
                  <c:v>64.379088999999993</c:v>
                </c:pt>
                <c:pt idx="6375">
                  <c:v>64.429694999999995</c:v>
                </c:pt>
                <c:pt idx="6376">
                  <c:v>64.481612999999996</c:v>
                </c:pt>
                <c:pt idx="6377">
                  <c:v>64.533278999999993</c:v>
                </c:pt>
                <c:pt idx="6378">
                  <c:v>64.577454000000003</c:v>
                </c:pt>
                <c:pt idx="6379">
                  <c:v>64.607613000000001</c:v>
                </c:pt>
                <c:pt idx="6380">
                  <c:v>64.636268999999999</c:v>
                </c:pt>
                <c:pt idx="6381">
                  <c:v>64.673812999999996</c:v>
                </c:pt>
                <c:pt idx="6382">
                  <c:v>64.719809999999995</c:v>
                </c:pt>
                <c:pt idx="6383">
                  <c:v>64.768767999999994</c:v>
                </c:pt>
                <c:pt idx="6384">
                  <c:v>64.819373999999996</c:v>
                </c:pt>
                <c:pt idx="6385">
                  <c:v>64.871605000000002</c:v>
                </c:pt>
                <c:pt idx="6386">
                  <c:v>64.926368999999994</c:v>
                </c:pt>
                <c:pt idx="6387">
                  <c:v>64.979529999999997</c:v>
                </c:pt>
                <c:pt idx="6388">
                  <c:v>65.026161000000002</c:v>
                </c:pt>
                <c:pt idx="6389">
                  <c:v>65.067359999999994</c:v>
                </c:pt>
                <c:pt idx="6390">
                  <c:v>65.106933999999995</c:v>
                </c:pt>
                <c:pt idx="6391">
                  <c:v>65.143546999999998</c:v>
                </c:pt>
                <c:pt idx="6392">
                  <c:v>65.177925000000002</c:v>
                </c:pt>
                <c:pt idx="6393">
                  <c:v>65.210930000000005</c:v>
                </c:pt>
                <c:pt idx="6394">
                  <c:v>65.242714000000007</c:v>
                </c:pt>
                <c:pt idx="6395">
                  <c:v>65.278282000000004</c:v>
                </c:pt>
                <c:pt idx="6396">
                  <c:v>65.323234999999997</c:v>
                </c:pt>
                <c:pt idx="6397">
                  <c:v>65.361000000000004</c:v>
                </c:pt>
                <c:pt idx="6398">
                  <c:v>65.383765999999994</c:v>
                </c:pt>
                <c:pt idx="6399">
                  <c:v>65.395981000000006</c:v>
                </c:pt>
                <c:pt idx="6400">
                  <c:v>65.405204999999995</c:v>
                </c:pt>
                <c:pt idx="6401">
                  <c:v>65.414153999999996</c:v>
                </c:pt>
                <c:pt idx="6402">
                  <c:v>65.414017000000001</c:v>
                </c:pt>
                <c:pt idx="6403">
                  <c:v>65.410622000000004</c:v>
                </c:pt>
                <c:pt idx="6404">
                  <c:v>65.403419</c:v>
                </c:pt>
                <c:pt idx="6405">
                  <c:v>65.391991000000004</c:v>
                </c:pt>
                <c:pt idx="6406">
                  <c:v>65.380286999999996</c:v>
                </c:pt>
                <c:pt idx="6407">
                  <c:v>65.364174000000006</c:v>
                </c:pt>
                <c:pt idx="6408">
                  <c:v>65.346016000000006</c:v>
                </c:pt>
                <c:pt idx="6409">
                  <c:v>65.324684000000005</c:v>
                </c:pt>
                <c:pt idx="6410">
                  <c:v>65.303023999999994</c:v>
                </c:pt>
                <c:pt idx="6411">
                  <c:v>65.279999000000004</c:v>
                </c:pt>
                <c:pt idx="6412">
                  <c:v>65.266120999999998</c:v>
                </c:pt>
                <c:pt idx="6413">
                  <c:v>65.252525000000006</c:v>
                </c:pt>
                <c:pt idx="6414">
                  <c:v>65.242080999999999</c:v>
                </c:pt>
                <c:pt idx="6415">
                  <c:v>65.233542999999997</c:v>
                </c:pt>
                <c:pt idx="6416">
                  <c:v>65.225723000000002</c:v>
                </c:pt>
                <c:pt idx="6417">
                  <c:v>65.218970999999996</c:v>
                </c:pt>
                <c:pt idx="6418">
                  <c:v>65.210136000000006</c:v>
                </c:pt>
                <c:pt idx="6419">
                  <c:v>65.202506999999997</c:v>
                </c:pt>
                <c:pt idx="6420">
                  <c:v>65.195908000000003</c:v>
                </c:pt>
                <c:pt idx="6421">
                  <c:v>65.181685999999999</c:v>
                </c:pt>
                <c:pt idx="6422">
                  <c:v>65.175858000000005</c:v>
                </c:pt>
                <c:pt idx="6423">
                  <c:v>65.180351000000002</c:v>
                </c:pt>
                <c:pt idx="6424">
                  <c:v>65.195976000000002</c:v>
                </c:pt>
                <c:pt idx="6425">
                  <c:v>65.214980999999995</c:v>
                </c:pt>
                <c:pt idx="6426">
                  <c:v>65.227385999999996</c:v>
                </c:pt>
                <c:pt idx="6427">
                  <c:v>65.235373999999993</c:v>
                </c:pt>
                <c:pt idx="6428">
                  <c:v>65.241889999999998</c:v>
                </c:pt>
                <c:pt idx="6429">
                  <c:v>65.249572999999998</c:v>
                </c:pt>
                <c:pt idx="6430">
                  <c:v>65.255493000000001</c:v>
                </c:pt>
                <c:pt idx="6431">
                  <c:v>65.261657999999997</c:v>
                </c:pt>
                <c:pt idx="6432">
                  <c:v>65.272651999999994</c:v>
                </c:pt>
                <c:pt idx="6433">
                  <c:v>65.282309999999995</c:v>
                </c:pt>
                <c:pt idx="6434">
                  <c:v>65.283446999999995</c:v>
                </c:pt>
                <c:pt idx="6435">
                  <c:v>65.286193999999995</c:v>
                </c:pt>
                <c:pt idx="6436">
                  <c:v>65.292213000000004</c:v>
                </c:pt>
                <c:pt idx="6437">
                  <c:v>65.301986999999997</c:v>
                </c:pt>
                <c:pt idx="6438">
                  <c:v>65.311142000000004</c:v>
                </c:pt>
                <c:pt idx="6439">
                  <c:v>65.319671999999997</c:v>
                </c:pt>
                <c:pt idx="6440">
                  <c:v>65.327751000000006</c:v>
                </c:pt>
                <c:pt idx="6441">
                  <c:v>65.341751000000002</c:v>
                </c:pt>
                <c:pt idx="6442">
                  <c:v>65.360619</c:v>
                </c:pt>
                <c:pt idx="6443">
                  <c:v>65.382384999999999</c:v>
                </c:pt>
                <c:pt idx="6444">
                  <c:v>65.409508000000002</c:v>
                </c:pt>
                <c:pt idx="6445">
                  <c:v>65.444869999999995</c:v>
                </c:pt>
                <c:pt idx="6446">
                  <c:v>65.488624999999999</c:v>
                </c:pt>
                <c:pt idx="6447">
                  <c:v>65.534949999999995</c:v>
                </c:pt>
                <c:pt idx="6448">
                  <c:v>65.583618000000001</c:v>
                </c:pt>
                <c:pt idx="6449">
                  <c:v>65.630402000000004</c:v>
                </c:pt>
                <c:pt idx="6450">
                  <c:v>65.670158000000001</c:v>
                </c:pt>
                <c:pt idx="6451">
                  <c:v>65.715537999999995</c:v>
                </c:pt>
                <c:pt idx="6452">
                  <c:v>65.768105000000006</c:v>
                </c:pt>
                <c:pt idx="6453">
                  <c:v>65.825806</c:v>
                </c:pt>
                <c:pt idx="6454">
                  <c:v>65.888587999999999</c:v>
                </c:pt>
                <c:pt idx="6455">
                  <c:v>65.952858000000006</c:v>
                </c:pt>
                <c:pt idx="6456">
                  <c:v>66.015411</c:v>
                </c:pt>
                <c:pt idx="6457">
                  <c:v>66.080016999999998</c:v>
                </c:pt>
                <c:pt idx="6458">
                  <c:v>66.144737000000006</c:v>
                </c:pt>
                <c:pt idx="6459">
                  <c:v>66.210357999999999</c:v>
                </c:pt>
                <c:pt idx="6460">
                  <c:v>66.282439999999994</c:v>
                </c:pt>
                <c:pt idx="6461">
                  <c:v>66.352547000000001</c:v>
                </c:pt>
                <c:pt idx="6462">
                  <c:v>66.426024999999996</c:v>
                </c:pt>
                <c:pt idx="6463">
                  <c:v>66.493133999999998</c:v>
                </c:pt>
                <c:pt idx="6464">
                  <c:v>66.546706999999998</c:v>
                </c:pt>
                <c:pt idx="6465">
                  <c:v>66.597054</c:v>
                </c:pt>
                <c:pt idx="6466">
                  <c:v>66.649422000000001</c:v>
                </c:pt>
                <c:pt idx="6467">
                  <c:v>66.696465000000003</c:v>
                </c:pt>
                <c:pt idx="6468">
                  <c:v>66.739975000000001</c:v>
                </c:pt>
                <c:pt idx="6469">
                  <c:v>66.787109000000001</c:v>
                </c:pt>
                <c:pt idx="6470">
                  <c:v>66.838570000000004</c:v>
                </c:pt>
                <c:pt idx="6471">
                  <c:v>66.896895999999998</c:v>
                </c:pt>
                <c:pt idx="6472">
                  <c:v>66.958961000000002</c:v>
                </c:pt>
                <c:pt idx="6473">
                  <c:v>67.012343999999999</c:v>
                </c:pt>
                <c:pt idx="6474">
                  <c:v>67.060554999999994</c:v>
                </c:pt>
                <c:pt idx="6475">
                  <c:v>67.104766999999995</c:v>
                </c:pt>
                <c:pt idx="6476">
                  <c:v>67.146034</c:v>
                </c:pt>
                <c:pt idx="6477">
                  <c:v>67.186492999999999</c:v>
                </c:pt>
                <c:pt idx="6478">
                  <c:v>67.229736000000003</c:v>
                </c:pt>
                <c:pt idx="6479">
                  <c:v>67.283896999999996</c:v>
                </c:pt>
                <c:pt idx="6480">
                  <c:v>67.330100999999999</c:v>
                </c:pt>
                <c:pt idx="6481">
                  <c:v>67.360298</c:v>
                </c:pt>
                <c:pt idx="6482">
                  <c:v>67.381148999999994</c:v>
                </c:pt>
                <c:pt idx="6483">
                  <c:v>67.391113000000004</c:v>
                </c:pt>
                <c:pt idx="6484">
                  <c:v>67.389381</c:v>
                </c:pt>
                <c:pt idx="6485">
                  <c:v>67.378555000000006</c:v>
                </c:pt>
                <c:pt idx="6486">
                  <c:v>67.364365000000006</c:v>
                </c:pt>
                <c:pt idx="6487">
                  <c:v>67.346053999999995</c:v>
                </c:pt>
                <c:pt idx="6488">
                  <c:v>67.323791999999997</c:v>
                </c:pt>
                <c:pt idx="6489">
                  <c:v>67.303023999999994</c:v>
                </c:pt>
                <c:pt idx="6490">
                  <c:v>67.287757999999997</c:v>
                </c:pt>
                <c:pt idx="6491">
                  <c:v>67.268433000000002</c:v>
                </c:pt>
                <c:pt idx="6492">
                  <c:v>67.243545999999995</c:v>
                </c:pt>
                <c:pt idx="6493">
                  <c:v>67.224113000000003</c:v>
                </c:pt>
                <c:pt idx="6494">
                  <c:v>67.214432000000002</c:v>
                </c:pt>
                <c:pt idx="6495">
                  <c:v>67.209648000000001</c:v>
                </c:pt>
                <c:pt idx="6496">
                  <c:v>67.202674999999999</c:v>
                </c:pt>
                <c:pt idx="6497">
                  <c:v>67.190162999999998</c:v>
                </c:pt>
                <c:pt idx="6498">
                  <c:v>67.178641999999996</c:v>
                </c:pt>
                <c:pt idx="6499">
                  <c:v>67.161133000000007</c:v>
                </c:pt>
                <c:pt idx="6500">
                  <c:v>67.154976000000005</c:v>
                </c:pt>
                <c:pt idx="6501">
                  <c:v>67.157036000000005</c:v>
                </c:pt>
                <c:pt idx="6502">
                  <c:v>67.163726999999994</c:v>
                </c:pt>
                <c:pt idx="6503">
                  <c:v>67.165954999999997</c:v>
                </c:pt>
                <c:pt idx="6504">
                  <c:v>67.160088000000002</c:v>
                </c:pt>
                <c:pt idx="6505">
                  <c:v>67.154335000000003</c:v>
                </c:pt>
                <c:pt idx="6506">
                  <c:v>67.155685000000005</c:v>
                </c:pt>
                <c:pt idx="6507">
                  <c:v>67.166573</c:v>
                </c:pt>
                <c:pt idx="6508">
                  <c:v>67.188461000000004</c:v>
                </c:pt>
                <c:pt idx="6509">
                  <c:v>67.222694000000004</c:v>
                </c:pt>
                <c:pt idx="6510">
                  <c:v>67.261353</c:v>
                </c:pt>
                <c:pt idx="6511">
                  <c:v>67.298316999999997</c:v>
                </c:pt>
                <c:pt idx="6512">
                  <c:v>67.341492000000002</c:v>
                </c:pt>
                <c:pt idx="6513">
                  <c:v>67.393889999999999</c:v>
                </c:pt>
                <c:pt idx="6514">
                  <c:v>67.455910000000003</c:v>
                </c:pt>
                <c:pt idx="6515">
                  <c:v>67.523574999999994</c:v>
                </c:pt>
                <c:pt idx="6516">
                  <c:v>67.588104000000001</c:v>
                </c:pt>
                <c:pt idx="6517">
                  <c:v>67.644051000000005</c:v>
                </c:pt>
                <c:pt idx="6518">
                  <c:v>67.687163999999996</c:v>
                </c:pt>
                <c:pt idx="6519">
                  <c:v>67.714516000000003</c:v>
                </c:pt>
                <c:pt idx="6520">
                  <c:v>67.734009</c:v>
                </c:pt>
                <c:pt idx="6521">
                  <c:v>67.750076000000007</c:v>
                </c:pt>
                <c:pt idx="6522">
                  <c:v>67.761893999999998</c:v>
                </c:pt>
                <c:pt idx="6523">
                  <c:v>67.776291000000001</c:v>
                </c:pt>
                <c:pt idx="6524">
                  <c:v>67.792854000000005</c:v>
                </c:pt>
                <c:pt idx="6525">
                  <c:v>67.807404000000005</c:v>
                </c:pt>
                <c:pt idx="6526">
                  <c:v>67.823241999999993</c:v>
                </c:pt>
                <c:pt idx="6527">
                  <c:v>67.845695000000006</c:v>
                </c:pt>
                <c:pt idx="6528">
                  <c:v>67.873367000000002</c:v>
                </c:pt>
                <c:pt idx="6529">
                  <c:v>67.903023000000005</c:v>
                </c:pt>
                <c:pt idx="6530">
                  <c:v>67.933791999999997</c:v>
                </c:pt>
                <c:pt idx="6531">
                  <c:v>67.968941000000001</c:v>
                </c:pt>
                <c:pt idx="6532">
                  <c:v>68.008278000000004</c:v>
                </c:pt>
                <c:pt idx="6533">
                  <c:v>68.05162</c:v>
                </c:pt>
                <c:pt idx="6534">
                  <c:v>68.099029999999999</c:v>
                </c:pt>
                <c:pt idx="6535">
                  <c:v>68.148253999999994</c:v>
                </c:pt>
                <c:pt idx="6536">
                  <c:v>68.201515000000001</c:v>
                </c:pt>
                <c:pt idx="6537">
                  <c:v>68.261864000000003</c:v>
                </c:pt>
                <c:pt idx="6538">
                  <c:v>68.320862000000005</c:v>
                </c:pt>
                <c:pt idx="6539">
                  <c:v>68.375709999999998</c:v>
                </c:pt>
                <c:pt idx="6540">
                  <c:v>68.429207000000005</c:v>
                </c:pt>
                <c:pt idx="6541">
                  <c:v>68.484191999999993</c:v>
                </c:pt>
                <c:pt idx="6542">
                  <c:v>68.539764000000005</c:v>
                </c:pt>
                <c:pt idx="6543">
                  <c:v>68.591576000000003</c:v>
                </c:pt>
                <c:pt idx="6544">
                  <c:v>68.640038000000004</c:v>
                </c:pt>
                <c:pt idx="6545">
                  <c:v>68.685715000000002</c:v>
                </c:pt>
                <c:pt idx="6546">
                  <c:v>68.726837000000003</c:v>
                </c:pt>
                <c:pt idx="6547">
                  <c:v>68.766182000000001</c:v>
                </c:pt>
                <c:pt idx="6548">
                  <c:v>68.800269999999998</c:v>
                </c:pt>
                <c:pt idx="6549">
                  <c:v>68.819969</c:v>
                </c:pt>
                <c:pt idx="6550">
                  <c:v>68.835860999999994</c:v>
                </c:pt>
                <c:pt idx="6551">
                  <c:v>68.852005000000005</c:v>
                </c:pt>
                <c:pt idx="6552">
                  <c:v>68.867042999999995</c:v>
                </c:pt>
                <c:pt idx="6553">
                  <c:v>68.882248000000004</c:v>
                </c:pt>
                <c:pt idx="6554">
                  <c:v>68.897316000000004</c:v>
                </c:pt>
                <c:pt idx="6555">
                  <c:v>68.911804000000004</c:v>
                </c:pt>
                <c:pt idx="6556">
                  <c:v>68.925849999999997</c:v>
                </c:pt>
                <c:pt idx="6557">
                  <c:v>68.939605999999998</c:v>
                </c:pt>
                <c:pt idx="6558">
                  <c:v>68.956824999999995</c:v>
                </c:pt>
                <c:pt idx="6559">
                  <c:v>68.981232000000006</c:v>
                </c:pt>
                <c:pt idx="6560">
                  <c:v>69.007262999999995</c:v>
                </c:pt>
                <c:pt idx="6561">
                  <c:v>69.029205000000005</c:v>
                </c:pt>
                <c:pt idx="6562">
                  <c:v>69.045578000000006</c:v>
                </c:pt>
                <c:pt idx="6563">
                  <c:v>69.059630999999996</c:v>
                </c:pt>
                <c:pt idx="6564">
                  <c:v>69.076256000000001</c:v>
                </c:pt>
                <c:pt idx="6565">
                  <c:v>69.097115000000002</c:v>
                </c:pt>
                <c:pt idx="6566">
                  <c:v>69.125739999999993</c:v>
                </c:pt>
                <c:pt idx="6567">
                  <c:v>69.155929999999998</c:v>
                </c:pt>
                <c:pt idx="6568">
                  <c:v>69.179542999999995</c:v>
                </c:pt>
                <c:pt idx="6569">
                  <c:v>69.195549</c:v>
                </c:pt>
                <c:pt idx="6570">
                  <c:v>69.207160999999999</c:v>
                </c:pt>
                <c:pt idx="6571">
                  <c:v>69.219138999999998</c:v>
                </c:pt>
                <c:pt idx="6572">
                  <c:v>69.230559999999997</c:v>
                </c:pt>
                <c:pt idx="6573">
                  <c:v>69.24633</c:v>
                </c:pt>
                <c:pt idx="6574">
                  <c:v>69.265388000000002</c:v>
                </c:pt>
                <c:pt idx="6575">
                  <c:v>69.289192</c:v>
                </c:pt>
                <c:pt idx="6576">
                  <c:v>69.317711000000003</c:v>
                </c:pt>
                <c:pt idx="6577">
                  <c:v>69.349784999999997</c:v>
                </c:pt>
                <c:pt idx="6578">
                  <c:v>69.383904000000001</c:v>
                </c:pt>
                <c:pt idx="6579">
                  <c:v>69.420944000000006</c:v>
                </c:pt>
                <c:pt idx="6580">
                  <c:v>69.460624999999993</c:v>
                </c:pt>
                <c:pt idx="6581">
                  <c:v>69.505996999999994</c:v>
                </c:pt>
                <c:pt idx="6582">
                  <c:v>69.553307000000004</c:v>
                </c:pt>
                <c:pt idx="6583">
                  <c:v>69.600005999999993</c:v>
                </c:pt>
                <c:pt idx="6584">
                  <c:v>69.642868000000007</c:v>
                </c:pt>
                <c:pt idx="6585">
                  <c:v>69.680938999999995</c:v>
                </c:pt>
                <c:pt idx="6586">
                  <c:v>69.716980000000007</c:v>
                </c:pt>
                <c:pt idx="6587">
                  <c:v>69.751495000000006</c:v>
                </c:pt>
                <c:pt idx="6588">
                  <c:v>69.784698000000006</c:v>
                </c:pt>
                <c:pt idx="6589">
                  <c:v>69.815558999999993</c:v>
                </c:pt>
                <c:pt idx="6590">
                  <c:v>69.847877999999994</c:v>
                </c:pt>
                <c:pt idx="6591">
                  <c:v>69.882591000000005</c:v>
                </c:pt>
                <c:pt idx="6592">
                  <c:v>69.919632000000007</c:v>
                </c:pt>
                <c:pt idx="6593">
                  <c:v>69.958564999999993</c:v>
                </c:pt>
                <c:pt idx="6594">
                  <c:v>69.998894000000007</c:v>
                </c:pt>
                <c:pt idx="6595">
                  <c:v>70.036613000000003</c:v>
                </c:pt>
                <c:pt idx="6596">
                  <c:v>70.072272999999996</c:v>
                </c:pt>
                <c:pt idx="6597">
                  <c:v>70.107619999999997</c:v>
                </c:pt>
                <c:pt idx="6598">
                  <c:v>70.141570999999999</c:v>
                </c:pt>
                <c:pt idx="6599">
                  <c:v>70.171149999999997</c:v>
                </c:pt>
                <c:pt idx="6600">
                  <c:v>70.192490000000006</c:v>
                </c:pt>
                <c:pt idx="6601">
                  <c:v>70.207932</c:v>
                </c:pt>
                <c:pt idx="6602">
                  <c:v>70.219436999999999</c:v>
                </c:pt>
                <c:pt idx="6603">
                  <c:v>70.236953999999997</c:v>
                </c:pt>
                <c:pt idx="6604">
                  <c:v>70.256621999999993</c:v>
                </c:pt>
                <c:pt idx="6605">
                  <c:v>70.276497000000006</c:v>
                </c:pt>
                <c:pt idx="6606">
                  <c:v>70.296599999999998</c:v>
                </c:pt>
                <c:pt idx="6607">
                  <c:v>70.311370999999994</c:v>
                </c:pt>
                <c:pt idx="6608">
                  <c:v>70.318802000000005</c:v>
                </c:pt>
                <c:pt idx="6609">
                  <c:v>70.325264000000004</c:v>
                </c:pt>
                <c:pt idx="6610">
                  <c:v>70.328299999999999</c:v>
                </c:pt>
                <c:pt idx="6611">
                  <c:v>70.331176999999997</c:v>
                </c:pt>
                <c:pt idx="6612">
                  <c:v>70.334106000000006</c:v>
                </c:pt>
                <c:pt idx="6613">
                  <c:v>70.337868</c:v>
                </c:pt>
                <c:pt idx="6614">
                  <c:v>70.340416000000005</c:v>
                </c:pt>
                <c:pt idx="6615">
                  <c:v>70.341057000000006</c:v>
                </c:pt>
                <c:pt idx="6616">
                  <c:v>70.348006999999996</c:v>
                </c:pt>
                <c:pt idx="6617">
                  <c:v>70.360161000000005</c:v>
                </c:pt>
                <c:pt idx="6618">
                  <c:v>70.384720000000002</c:v>
                </c:pt>
                <c:pt idx="6619">
                  <c:v>70.425803999999999</c:v>
                </c:pt>
                <c:pt idx="6620">
                  <c:v>70.460312000000002</c:v>
                </c:pt>
                <c:pt idx="6621">
                  <c:v>70.492446999999999</c:v>
                </c:pt>
                <c:pt idx="6622">
                  <c:v>70.521912</c:v>
                </c:pt>
                <c:pt idx="6623">
                  <c:v>70.552132</c:v>
                </c:pt>
                <c:pt idx="6624">
                  <c:v>70.574966000000003</c:v>
                </c:pt>
                <c:pt idx="6625">
                  <c:v>70.595421000000002</c:v>
                </c:pt>
                <c:pt idx="6626">
                  <c:v>70.615928999999994</c:v>
                </c:pt>
                <c:pt idx="6627">
                  <c:v>70.632866000000007</c:v>
                </c:pt>
                <c:pt idx="6628">
                  <c:v>70.638985000000005</c:v>
                </c:pt>
                <c:pt idx="6629">
                  <c:v>70.632239999999996</c:v>
                </c:pt>
                <c:pt idx="6630">
                  <c:v>70.618842999999998</c:v>
                </c:pt>
                <c:pt idx="6631">
                  <c:v>70.599731000000006</c:v>
                </c:pt>
                <c:pt idx="6632">
                  <c:v>70.580376000000001</c:v>
                </c:pt>
                <c:pt idx="6633">
                  <c:v>70.560828999999998</c:v>
                </c:pt>
                <c:pt idx="6634">
                  <c:v>70.546584999999993</c:v>
                </c:pt>
                <c:pt idx="6635">
                  <c:v>70.541183000000004</c:v>
                </c:pt>
                <c:pt idx="6636">
                  <c:v>70.538657999999998</c:v>
                </c:pt>
                <c:pt idx="6637">
                  <c:v>70.532532000000003</c:v>
                </c:pt>
                <c:pt idx="6638">
                  <c:v>70.522071999999994</c:v>
                </c:pt>
                <c:pt idx="6639">
                  <c:v>70.510834000000003</c:v>
                </c:pt>
                <c:pt idx="6640">
                  <c:v>70.498054999999994</c:v>
                </c:pt>
                <c:pt idx="6641">
                  <c:v>70.490195999999997</c:v>
                </c:pt>
                <c:pt idx="6642">
                  <c:v>70.486205999999996</c:v>
                </c:pt>
                <c:pt idx="6643">
                  <c:v>70.481978999999995</c:v>
                </c:pt>
                <c:pt idx="6644">
                  <c:v>70.489372000000003</c:v>
                </c:pt>
                <c:pt idx="6645">
                  <c:v>70.502182000000005</c:v>
                </c:pt>
                <c:pt idx="6646">
                  <c:v>70.515251000000006</c:v>
                </c:pt>
                <c:pt idx="6647">
                  <c:v>70.518814000000006</c:v>
                </c:pt>
                <c:pt idx="6648">
                  <c:v>70.520668000000001</c:v>
                </c:pt>
                <c:pt idx="6649">
                  <c:v>70.514296999999999</c:v>
                </c:pt>
                <c:pt idx="6650">
                  <c:v>70.502678000000003</c:v>
                </c:pt>
                <c:pt idx="6651">
                  <c:v>70.489295999999996</c:v>
                </c:pt>
                <c:pt idx="6652">
                  <c:v>70.490784000000005</c:v>
                </c:pt>
                <c:pt idx="6653">
                  <c:v>70.497382999999999</c:v>
                </c:pt>
                <c:pt idx="6654">
                  <c:v>70.509658999999999</c:v>
                </c:pt>
                <c:pt idx="6655">
                  <c:v>70.526657</c:v>
                </c:pt>
                <c:pt idx="6656">
                  <c:v>70.546798999999993</c:v>
                </c:pt>
                <c:pt idx="6657">
                  <c:v>70.573882999999995</c:v>
                </c:pt>
                <c:pt idx="6658">
                  <c:v>70.598708999999999</c:v>
                </c:pt>
                <c:pt idx="6659">
                  <c:v>70.627410999999995</c:v>
                </c:pt>
                <c:pt idx="6660">
                  <c:v>70.658928000000003</c:v>
                </c:pt>
                <c:pt idx="6661">
                  <c:v>70.689491000000004</c:v>
                </c:pt>
                <c:pt idx="6662">
                  <c:v>70.717438000000001</c:v>
                </c:pt>
                <c:pt idx="6663">
                  <c:v>70.746323000000004</c:v>
                </c:pt>
                <c:pt idx="6664">
                  <c:v>70.778084000000007</c:v>
                </c:pt>
                <c:pt idx="6665">
                  <c:v>70.810592999999997</c:v>
                </c:pt>
                <c:pt idx="6666">
                  <c:v>70.850448999999998</c:v>
                </c:pt>
                <c:pt idx="6667">
                  <c:v>70.895308999999997</c:v>
                </c:pt>
                <c:pt idx="6668">
                  <c:v>70.939887999999996</c:v>
                </c:pt>
                <c:pt idx="6669">
                  <c:v>70.984200000000001</c:v>
                </c:pt>
                <c:pt idx="6670">
                  <c:v>71.032646</c:v>
                </c:pt>
                <c:pt idx="6671">
                  <c:v>71.093673999999993</c:v>
                </c:pt>
                <c:pt idx="6672">
                  <c:v>71.165222</c:v>
                </c:pt>
                <c:pt idx="6673">
                  <c:v>71.228531000000004</c:v>
                </c:pt>
                <c:pt idx="6674">
                  <c:v>71.283248999999998</c:v>
                </c:pt>
                <c:pt idx="6675">
                  <c:v>71.327636999999996</c:v>
                </c:pt>
                <c:pt idx="6676">
                  <c:v>71.364654999999999</c:v>
                </c:pt>
                <c:pt idx="6677">
                  <c:v>71.397246999999993</c:v>
                </c:pt>
                <c:pt idx="6678">
                  <c:v>71.431006999999994</c:v>
                </c:pt>
                <c:pt idx="6679">
                  <c:v>71.470366999999996</c:v>
                </c:pt>
                <c:pt idx="6680">
                  <c:v>71.510574000000005</c:v>
                </c:pt>
                <c:pt idx="6681">
                  <c:v>71.549278000000001</c:v>
                </c:pt>
                <c:pt idx="6682">
                  <c:v>71.581801999999996</c:v>
                </c:pt>
                <c:pt idx="6683">
                  <c:v>71.614745999999997</c:v>
                </c:pt>
                <c:pt idx="6684">
                  <c:v>71.652091999999996</c:v>
                </c:pt>
                <c:pt idx="6685">
                  <c:v>71.686263999999994</c:v>
                </c:pt>
                <c:pt idx="6686">
                  <c:v>71.717895999999996</c:v>
                </c:pt>
                <c:pt idx="6687">
                  <c:v>71.745934000000005</c:v>
                </c:pt>
                <c:pt idx="6688">
                  <c:v>71.775138999999996</c:v>
                </c:pt>
                <c:pt idx="6689">
                  <c:v>71.812172000000004</c:v>
                </c:pt>
                <c:pt idx="6690">
                  <c:v>71.849411000000003</c:v>
                </c:pt>
                <c:pt idx="6691">
                  <c:v>71.888183999999995</c:v>
                </c:pt>
                <c:pt idx="6692">
                  <c:v>71.925858000000005</c:v>
                </c:pt>
                <c:pt idx="6693">
                  <c:v>71.959877000000006</c:v>
                </c:pt>
                <c:pt idx="6694">
                  <c:v>71.983008999999996</c:v>
                </c:pt>
                <c:pt idx="6695">
                  <c:v>72.002701000000002</c:v>
                </c:pt>
                <c:pt idx="6696">
                  <c:v>72.025069999999999</c:v>
                </c:pt>
                <c:pt idx="6697">
                  <c:v>72.052727000000004</c:v>
                </c:pt>
                <c:pt idx="6698">
                  <c:v>72.088272000000003</c:v>
                </c:pt>
                <c:pt idx="6699">
                  <c:v>72.122558999999995</c:v>
                </c:pt>
                <c:pt idx="6700">
                  <c:v>72.155602000000002</c:v>
                </c:pt>
                <c:pt idx="6701">
                  <c:v>72.184867999999994</c:v>
                </c:pt>
                <c:pt idx="6702">
                  <c:v>72.216667000000001</c:v>
                </c:pt>
                <c:pt idx="6703">
                  <c:v>72.256812999999994</c:v>
                </c:pt>
                <c:pt idx="6704">
                  <c:v>72.301520999999994</c:v>
                </c:pt>
                <c:pt idx="6705">
                  <c:v>72.35154</c:v>
                </c:pt>
                <c:pt idx="6706">
                  <c:v>72.406570000000002</c:v>
                </c:pt>
                <c:pt idx="6707">
                  <c:v>72.463370999999995</c:v>
                </c:pt>
                <c:pt idx="6708">
                  <c:v>72.517677000000006</c:v>
                </c:pt>
                <c:pt idx="6709">
                  <c:v>72.573677000000004</c:v>
                </c:pt>
                <c:pt idx="6710">
                  <c:v>72.627510000000001</c:v>
                </c:pt>
                <c:pt idx="6711">
                  <c:v>72.679893000000007</c:v>
                </c:pt>
                <c:pt idx="6712">
                  <c:v>72.725525000000005</c:v>
                </c:pt>
                <c:pt idx="6713">
                  <c:v>72.767302999999998</c:v>
                </c:pt>
                <c:pt idx="6714">
                  <c:v>72.80941</c:v>
                </c:pt>
                <c:pt idx="6715">
                  <c:v>72.855141000000003</c:v>
                </c:pt>
                <c:pt idx="6716">
                  <c:v>72.903030000000001</c:v>
                </c:pt>
                <c:pt idx="6717">
                  <c:v>72.948952000000006</c:v>
                </c:pt>
                <c:pt idx="6718">
                  <c:v>72.997405999999998</c:v>
                </c:pt>
                <c:pt idx="6719">
                  <c:v>73.039558</c:v>
                </c:pt>
                <c:pt idx="6720">
                  <c:v>73.073311000000004</c:v>
                </c:pt>
                <c:pt idx="6721">
                  <c:v>73.094184999999996</c:v>
                </c:pt>
                <c:pt idx="6722">
                  <c:v>73.105309000000005</c:v>
                </c:pt>
                <c:pt idx="6723">
                  <c:v>73.109581000000006</c:v>
                </c:pt>
                <c:pt idx="6724">
                  <c:v>73.106987000000004</c:v>
                </c:pt>
                <c:pt idx="6725">
                  <c:v>73.104941999999994</c:v>
                </c:pt>
                <c:pt idx="6726">
                  <c:v>73.111144999999993</c:v>
                </c:pt>
                <c:pt idx="6727">
                  <c:v>73.128005999999999</c:v>
                </c:pt>
                <c:pt idx="6728">
                  <c:v>73.144858999999997</c:v>
                </c:pt>
                <c:pt idx="6729">
                  <c:v>73.167563999999999</c:v>
                </c:pt>
                <c:pt idx="6730">
                  <c:v>73.199150000000003</c:v>
                </c:pt>
                <c:pt idx="6731">
                  <c:v>73.229088000000004</c:v>
                </c:pt>
                <c:pt idx="6732">
                  <c:v>73.261443999999997</c:v>
                </c:pt>
                <c:pt idx="6733">
                  <c:v>73.292068</c:v>
                </c:pt>
                <c:pt idx="6734">
                  <c:v>73.317267999999999</c:v>
                </c:pt>
                <c:pt idx="6735">
                  <c:v>73.344391000000002</c:v>
                </c:pt>
                <c:pt idx="6736">
                  <c:v>73.371551999999994</c:v>
                </c:pt>
                <c:pt idx="6737">
                  <c:v>73.396950000000004</c:v>
                </c:pt>
                <c:pt idx="6738">
                  <c:v>73.428336999999999</c:v>
                </c:pt>
                <c:pt idx="6739">
                  <c:v>73.466362000000004</c:v>
                </c:pt>
                <c:pt idx="6740">
                  <c:v>73.504340999999997</c:v>
                </c:pt>
                <c:pt idx="6741">
                  <c:v>73.540336999999994</c:v>
                </c:pt>
                <c:pt idx="6742">
                  <c:v>73.580978000000002</c:v>
                </c:pt>
                <c:pt idx="6743">
                  <c:v>73.621071000000001</c:v>
                </c:pt>
                <c:pt idx="6744">
                  <c:v>73.667709000000002</c:v>
                </c:pt>
                <c:pt idx="6745">
                  <c:v>73.714934999999997</c:v>
                </c:pt>
                <c:pt idx="6746">
                  <c:v>73.763046000000003</c:v>
                </c:pt>
                <c:pt idx="6747">
                  <c:v>73.817986000000005</c:v>
                </c:pt>
                <c:pt idx="6748">
                  <c:v>73.875893000000005</c:v>
                </c:pt>
                <c:pt idx="6749">
                  <c:v>73.930610999999999</c:v>
                </c:pt>
                <c:pt idx="6750">
                  <c:v>73.985138000000006</c:v>
                </c:pt>
                <c:pt idx="6751">
                  <c:v>74.039101000000002</c:v>
                </c:pt>
                <c:pt idx="6752">
                  <c:v>74.091431</c:v>
                </c:pt>
                <c:pt idx="6753">
                  <c:v>74.138610999999997</c:v>
                </c:pt>
                <c:pt idx="6754">
                  <c:v>74.188559999999995</c:v>
                </c:pt>
                <c:pt idx="6755">
                  <c:v>74.218345999999997</c:v>
                </c:pt>
                <c:pt idx="6756">
                  <c:v>74.231621000000004</c:v>
                </c:pt>
                <c:pt idx="6757">
                  <c:v>74.240523999999994</c:v>
                </c:pt>
                <c:pt idx="6758">
                  <c:v>74.253105000000005</c:v>
                </c:pt>
                <c:pt idx="6759">
                  <c:v>74.267966999999999</c:v>
                </c:pt>
                <c:pt idx="6760">
                  <c:v>74.279777999999993</c:v>
                </c:pt>
                <c:pt idx="6761">
                  <c:v>74.287414999999996</c:v>
                </c:pt>
                <c:pt idx="6762">
                  <c:v>74.287514000000002</c:v>
                </c:pt>
                <c:pt idx="6763">
                  <c:v>74.280602000000002</c:v>
                </c:pt>
                <c:pt idx="6764">
                  <c:v>74.27655</c:v>
                </c:pt>
                <c:pt idx="6765">
                  <c:v>74.274101000000002</c:v>
                </c:pt>
                <c:pt idx="6766">
                  <c:v>74.287575000000004</c:v>
                </c:pt>
                <c:pt idx="6767">
                  <c:v>74.306777999999994</c:v>
                </c:pt>
                <c:pt idx="6768">
                  <c:v>74.337508999999997</c:v>
                </c:pt>
                <c:pt idx="6769">
                  <c:v>74.382980000000003</c:v>
                </c:pt>
                <c:pt idx="6770">
                  <c:v>74.434387000000001</c:v>
                </c:pt>
                <c:pt idx="6771">
                  <c:v>74.475311000000005</c:v>
                </c:pt>
                <c:pt idx="6772">
                  <c:v>74.516350000000003</c:v>
                </c:pt>
                <c:pt idx="6773">
                  <c:v>74.554642000000001</c:v>
                </c:pt>
                <c:pt idx="6774">
                  <c:v>74.596901000000003</c:v>
                </c:pt>
                <c:pt idx="6775">
                  <c:v>74.644149999999996</c:v>
                </c:pt>
                <c:pt idx="6776">
                  <c:v>74.705359999999999</c:v>
                </c:pt>
                <c:pt idx="6777">
                  <c:v>74.773894999999996</c:v>
                </c:pt>
                <c:pt idx="6778">
                  <c:v>74.842811999999995</c:v>
                </c:pt>
                <c:pt idx="6779">
                  <c:v>74.912788000000006</c:v>
                </c:pt>
                <c:pt idx="6780">
                  <c:v>74.983520999999996</c:v>
                </c:pt>
                <c:pt idx="6781">
                  <c:v>75.050499000000002</c:v>
                </c:pt>
                <c:pt idx="6782">
                  <c:v>75.118697999999995</c:v>
                </c:pt>
                <c:pt idx="6783">
                  <c:v>75.182914999999994</c:v>
                </c:pt>
                <c:pt idx="6784">
                  <c:v>75.242828000000003</c:v>
                </c:pt>
                <c:pt idx="6785">
                  <c:v>75.306297000000001</c:v>
                </c:pt>
                <c:pt idx="6786">
                  <c:v>75.370811000000003</c:v>
                </c:pt>
                <c:pt idx="6787">
                  <c:v>75.429276000000002</c:v>
                </c:pt>
                <c:pt idx="6788">
                  <c:v>75.483124000000004</c:v>
                </c:pt>
                <c:pt idx="6789">
                  <c:v>75.526718000000002</c:v>
                </c:pt>
                <c:pt idx="6790">
                  <c:v>75.569610999999995</c:v>
                </c:pt>
                <c:pt idx="6791">
                  <c:v>75.615478999999993</c:v>
                </c:pt>
                <c:pt idx="6792">
                  <c:v>75.671974000000006</c:v>
                </c:pt>
                <c:pt idx="6793">
                  <c:v>75.729263000000003</c:v>
                </c:pt>
                <c:pt idx="6794">
                  <c:v>75.797736999999998</c:v>
                </c:pt>
                <c:pt idx="6795">
                  <c:v>75.864509999999996</c:v>
                </c:pt>
                <c:pt idx="6796">
                  <c:v>75.931411999999995</c:v>
                </c:pt>
                <c:pt idx="6797">
                  <c:v>75.995887999999994</c:v>
                </c:pt>
                <c:pt idx="6798">
                  <c:v>76.062888999999998</c:v>
                </c:pt>
                <c:pt idx="6799">
                  <c:v>76.127159000000006</c:v>
                </c:pt>
                <c:pt idx="6800">
                  <c:v>76.182991000000001</c:v>
                </c:pt>
                <c:pt idx="6801">
                  <c:v>76.233727000000002</c:v>
                </c:pt>
                <c:pt idx="6802">
                  <c:v>76.290740999999997</c:v>
                </c:pt>
                <c:pt idx="6803">
                  <c:v>76.353088</c:v>
                </c:pt>
                <c:pt idx="6804">
                  <c:v>76.412514000000002</c:v>
                </c:pt>
                <c:pt idx="6805">
                  <c:v>76.471855000000005</c:v>
                </c:pt>
                <c:pt idx="6806">
                  <c:v>76.529342999999997</c:v>
                </c:pt>
                <c:pt idx="6807">
                  <c:v>76.586539999999999</c:v>
                </c:pt>
                <c:pt idx="6808">
                  <c:v>76.645660000000007</c:v>
                </c:pt>
                <c:pt idx="6809">
                  <c:v>76.710457000000005</c:v>
                </c:pt>
                <c:pt idx="6810">
                  <c:v>76.776070000000004</c:v>
                </c:pt>
                <c:pt idx="6811">
                  <c:v>76.840262999999993</c:v>
                </c:pt>
                <c:pt idx="6812">
                  <c:v>76.899719000000005</c:v>
                </c:pt>
                <c:pt idx="6813">
                  <c:v>76.956421000000006</c:v>
                </c:pt>
                <c:pt idx="6814">
                  <c:v>77.015961000000004</c:v>
                </c:pt>
                <c:pt idx="6815">
                  <c:v>77.078575000000001</c:v>
                </c:pt>
                <c:pt idx="6816">
                  <c:v>77.142014000000003</c:v>
                </c:pt>
                <c:pt idx="6817">
                  <c:v>77.205901999999995</c:v>
                </c:pt>
                <c:pt idx="6818">
                  <c:v>77.272414999999995</c:v>
                </c:pt>
                <c:pt idx="6819">
                  <c:v>77.340468999999999</c:v>
                </c:pt>
                <c:pt idx="6820">
                  <c:v>77.411766</c:v>
                </c:pt>
                <c:pt idx="6821">
                  <c:v>77.484154000000004</c:v>
                </c:pt>
                <c:pt idx="6822">
                  <c:v>77.558516999999995</c:v>
                </c:pt>
                <c:pt idx="6823">
                  <c:v>77.636550999999997</c:v>
                </c:pt>
                <c:pt idx="6824">
                  <c:v>77.720405999999997</c:v>
                </c:pt>
                <c:pt idx="6825">
                  <c:v>77.800537000000006</c:v>
                </c:pt>
                <c:pt idx="6826">
                  <c:v>77.871796000000003</c:v>
                </c:pt>
                <c:pt idx="6827">
                  <c:v>77.940353000000002</c:v>
                </c:pt>
                <c:pt idx="6828">
                  <c:v>78.011475000000004</c:v>
                </c:pt>
                <c:pt idx="6829">
                  <c:v>78.083518999999995</c:v>
                </c:pt>
                <c:pt idx="6830">
                  <c:v>78.156875999999997</c:v>
                </c:pt>
                <c:pt idx="6831">
                  <c:v>78.227858999999995</c:v>
                </c:pt>
                <c:pt idx="6832">
                  <c:v>78.296706999999998</c:v>
                </c:pt>
                <c:pt idx="6833">
                  <c:v>78.368026999999998</c:v>
                </c:pt>
                <c:pt idx="6834">
                  <c:v>78.444846999999996</c:v>
                </c:pt>
                <c:pt idx="6835">
                  <c:v>78.523314999999997</c:v>
                </c:pt>
                <c:pt idx="6836">
                  <c:v>78.601860000000002</c:v>
                </c:pt>
                <c:pt idx="6837">
                  <c:v>78.675483999999997</c:v>
                </c:pt>
                <c:pt idx="6838">
                  <c:v>78.747580999999997</c:v>
                </c:pt>
                <c:pt idx="6839">
                  <c:v>78.823418000000004</c:v>
                </c:pt>
                <c:pt idx="6840">
                  <c:v>78.901015999999998</c:v>
                </c:pt>
                <c:pt idx="6841">
                  <c:v>78.976639000000006</c:v>
                </c:pt>
                <c:pt idx="6842">
                  <c:v>79.049476999999996</c:v>
                </c:pt>
                <c:pt idx="6843">
                  <c:v>79.119620999999995</c:v>
                </c:pt>
                <c:pt idx="6844">
                  <c:v>79.185317999999995</c:v>
                </c:pt>
                <c:pt idx="6845">
                  <c:v>79.247687999999997</c:v>
                </c:pt>
                <c:pt idx="6846">
                  <c:v>79.308456000000007</c:v>
                </c:pt>
                <c:pt idx="6847">
                  <c:v>79.369513999999995</c:v>
                </c:pt>
                <c:pt idx="6848">
                  <c:v>79.430969000000005</c:v>
                </c:pt>
                <c:pt idx="6849">
                  <c:v>79.491439999999997</c:v>
                </c:pt>
                <c:pt idx="6850">
                  <c:v>79.550858000000005</c:v>
                </c:pt>
                <c:pt idx="6851">
                  <c:v>79.611649</c:v>
                </c:pt>
                <c:pt idx="6852">
                  <c:v>79.673050000000003</c:v>
                </c:pt>
                <c:pt idx="6853">
                  <c:v>79.733718999999994</c:v>
                </c:pt>
                <c:pt idx="6854">
                  <c:v>79.795067000000003</c:v>
                </c:pt>
                <c:pt idx="6855">
                  <c:v>79.858954999999995</c:v>
                </c:pt>
                <c:pt idx="6856">
                  <c:v>79.921982</c:v>
                </c:pt>
                <c:pt idx="6857">
                  <c:v>79.987578999999997</c:v>
                </c:pt>
                <c:pt idx="6858">
                  <c:v>80.048164</c:v>
                </c:pt>
                <c:pt idx="6859">
                  <c:v>80.101249999999993</c:v>
                </c:pt>
                <c:pt idx="6860">
                  <c:v>80.148796000000004</c:v>
                </c:pt>
                <c:pt idx="6861">
                  <c:v>80.190178000000003</c:v>
                </c:pt>
                <c:pt idx="6862">
                  <c:v>80.228249000000005</c:v>
                </c:pt>
                <c:pt idx="6863">
                  <c:v>80.267998000000006</c:v>
                </c:pt>
                <c:pt idx="6864">
                  <c:v>80.311783000000005</c:v>
                </c:pt>
                <c:pt idx="6865">
                  <c:v>80.355400000000003</c:v>
                </c:pt>
                <c:pt idx="6866">
                  <c:v>80.395325</c:v>
                </c:pt>
                <c:pt idx="6867">
                  <c:v>80.433357000000001</c:v>
                </c:pt>
                <c:pt idx="6868">
                  <c:v>80.470459000000005</c:v>
                </c:pt>
                <c:pt idx="6869">
                  <c:v>80.508315999999994</c:v>
                </c:pt>
                <c:pt idx="6870">
                  <c:v>80.546417000000005</c:v>
                </c:pt>
                <c:pt idx="6871">
                  <c:v>80.584784999999997</c:v>
                </c:pt>
                <c:pt idx="6872">
                  <c:v>80.621384000000006</c:v>
                </c:pt>
                <c:pt idx="6873">
                  <c:v>80.657523999999995</c:v>
                </c:pt>
                <c:pt idx="6874">
                  <c:v>80.695853999999997</c:v>
                </c:pt>
                <c:pt idx="6875">
                  <c:v>80.740662</c:v>
                </c:pt>
                <c:pt idx="6876">
                  <c:v>80.787384000000003</c:v>
                </c:pt>
                <c:pt idx="6877">
                  <c:v>80.832183999999998</c:v>
                </c:pt>
                <c:pt idx="6878">
                  <c:v>80.874161000000001</c:v>
                </c:pt>
                <c:pt idx="6879">
                  <c:v>80.916732999999994</c:v>
                </c:pt>
                <c:pt idx="6880">
                  <c:v>80.965179000000006</c:v>
                </c:pt>
                <c:pt idx="6881">
                  <c:v>81.017212000000001</c:v>
                </c:pt>
                <c:pt idx="6882">
                  <c:v>81.069237000000001</c:v>
                </c:pt>
                <c:pt idx="6883">
                  <c:v>81.123801999999998</c:v>
                </c:pt>
                <c:pt idx="6884">
                  <c:v>81.184432999999999</c:v>
                </c:pt>
                <c:pt idx="6885">
                  <c:v>81.247367999999994</c:v>
                </c:pt>
                <c:pt idx="6886">
                  <c:v>81.310508999999996</c:v>
                </c:pt>
                <c:pt idx="6887">
                  <c:v>81.373908999999998</c:v>
                </c:pt>
                <c:pt idx="6888">
                  <c:v>81.438141000000002</c:v>
                </c:pt>
                <c:pt idx="6889">
                  <c:v>81.502571000000003</c:v>
                </c:pt>
                <c:pt idx="6890">
                  <c:v>81.565230999999997</c:v>
                </c:pt>
                <c:pt idx="6891">
                  <c:v>81.627983</c:v>
                </c:pt>
                <c:pt idx="6892">
                  <c:v>81.689400000000006</c:v>
                </c:pt>
                <c:pt idx="6893">
                  <c:v>81.749840000000006</c:v>
                </c:pt>
                <c:pt idx="6894">
                  <c:v>81.810951000000003</c:v>
                </c:pt>
                <c:pt idx="6895">
                  <c:v>81.874602999999993</c:v>
                </c:pt>
                <c:pt idx="6896">
                  <c:v>81.947090000000003</c:v>
                </c:pt>
                <c:pt idx="6897">
                  <c:v>82.016730999999993</c:v>
                </c:pt>
                <c:pt idx="6898">
                  <c:v>82.090964999999997</c:v>
                </c:pt>
                <c:pt idx="6899">
                  <c:v>82.150008999999997</c:v>
                </c:pt>
                <c:pt idx="6900">
                  <c:v>82.197624000000005</c:v>
                </c:pt>
                <c:pt idx="6901">
                  <c:v>82.241882000000004</c:v>
                </c:pt>
                <c:pt idx="6902">
                  <c:v>82.285492000000005</c:v>
                </c:pt>
                <c:pt idx="6903">
                  <c:v>82.315025000000006</c:v>
                </c:pt>
                <c:pt idx="6904">
                  <c:v>82.323577999999998</c:v>
                </c:pt>
                <c:pt idx="6905">
                  <c:v>82.320442</c:v>
                </c:pt>
                <c:pt idx="6906">
                  <c:v>82.302704000000006</c:v>
                </c:pt>
                <c:pt idx="6907">
                  <c:v>82.286118000000002</c:v>
                </c:pt>
                <c:pt idx="6908">
                  <c:v>82.288917999999995</c:v>
                </c:pt>
                <c:pt idx="6909">
                  <c:v>82.293098000000001</c:v>
                </c:pt>
                <c:pt idx="6910">
                  <c:v>82.300072</c:v>
                </c:pt>
                <c:pt idx="6911">
                  <c:v>82.309287999999995</c:v>
                </c:pt>
                <c:pt idx="6912">
                  <c:v>82.322188999999995</c:v>
                </c:pt>
                <c:pt idx="6913">
                  <c:v>82.333220999999995</c:v>
                </c:pt>
                <c:pt idx="6914">
                  <c:v>82.344436999999999</c:v>
                </c:pt>
                <c:pt idx="6915">
                  <c:v>82.358031999999994</c:v>
                </c:pt>
                <c:pt idx="6916">
                  <c:v>82.372017</c:v>
                </c:pt>
                <c:pt idx="6917">
                  <c:v>82.382996000000006</c:v>
                </c:pt>
                <c:pt idx="6918">
                  <c:v>82.387885999999995</c:v>
                </c:pt>
                <c:pt idx="6919">
                  <c:v>82.391746999999995</c:v>
                </c:pt>
                <c:pt idx="6920">
                  <c:v>82.396277999999995</c:v>
                </c:pt>
                <c:pt idx="6921">
                  <c:v>82.400458999999998</c:v>
                </c:pt>
                <c:pt idx="6922">
                  <c:v>82.401672000000005</c:v>
                </c:pt>
                <c:pt idx="6923">
                  <c:v>82.402298000000002</c:v>
                </c:pt>
                <c:pt idx="6924">
                  <c:v>82.407707000000002</c:v>
                </c:pt>
                <c:pt idx="6925">
                  <c:v>82.415237000000005</c:v>
                </c:pt>
                <c:pt idx="6926">
                  <c:v>82.421951000000007</c:v>
                </c:pt>
                <c:pt idx="6927">
                  <c:v>82.426361</c:v>
                </c:pt>
                <c:pt idx="6928">
                  <c:v>82.427902000000003</c:v>
                </c:pt>
                <c:pt idx="6929">
                  <c:v>82.433929000000006</c:v>
                </c:pt>
                <c:pt idx="6930">
                  <c:v>82.444694999999996</c:v>
                </c:pt>
                <c:pt idx="6931">
                  <c:v>82.465819999999994</c:v>
                </c:pt>
                <c:pt idx="6932">
                  <c:v>82.490088999999998</c:v>
                </c:pt>
                <c:pt idx="6933">
                  <c:v>82.516632000000001</c:v>
                </c:pt>
                <c:pt idx="6934">
                  <c:v>82.549239999999998</c:v>
                </c:pt>
                <c:pt idx="6935">
                  <c:v>82.585044999999994</c:v>
                </c:pt>
                <c:pt idx="6936">
                  <c:v>82.625381000000004</c:v>
                </c:pt>
                <c:pt idx="6937">
                  <c:v>82.664749</c:v>
                </c:pt>
                <c:pt idx="6938">
                  <c:v>82.697868</c:v>
                </c:pt>
                <c:pt idx="6939">
                  <c:v>82.724373</c:v>
                </c:pt>
                <c:pt idx="6940">
                  <c:v>82.746002000000004</c:v>
                </c:pt>
                <c:pt idx="6941">
                  <c:v>82.768326000000002</c:v>
                </c:pt>
                <c:pt idx="6942">
                  <c:v>82.792770000000004</c:v>
                </c:pt>
                <c:pt idx="6943">
                  <c:v>82.822318999999993</c:v>
                </c:pt>
                <c:pt idx="6944">
                  <c:v>82.856987000000004</c:v>
                </c:pt>
                <c:pt idx="6945">
                  <c:v>82.891143999999997</c:v>
                </c:pt>
                <c:pt idx="6946">
                  <c:v>82.923935</c:v>
                </c:pt>
                <c:pt idx="6947">
                  <c:v>82.952811999999994</c:v>
                </c:pt>
                <c:pt idx="6948">
                  <c:v>82.977981999999997</c:v>
                </c:pt>
                <c:pt idx="6949">
                  <c:v>83.000107</c:v>
                </c:pt>
                <c:pt idx="6950">
                  <c:v>83.018867</c:v>
                </c:pt>
                <c:pt idx="6951">
                  <c:v>83.036293000000001</c:v>
                </c:pt>
                <c:pt idx="6952">
                  <c:v>83.053734000000006</c:v>
                </c:pt>
                <c:pt idx="6953">
                  <c:v>83.071135999999996</c:v>
                </c:pt>
                <c:pt idx="6954">
                  <c:v>83.086357000000007</c:v>
                </c:pt>
                <c:pt idx="6955">
                  <c:v>83.100586000000007</c:v>
                </c:pt>
                <c:pt idx="6956">
                  <c:v>83.115356000000006</c:v>
                </c:pt>
                <c:pt idx="6957">
                  <c:v>83.134017999999998</c:v>
                </c:pt>
                <c:pt idx="6958">
                  <c:v>83.154044999999996</c:v>
                </c:pt>
                <c:pt idx="6959">
                  <c:v>83.170913999999996</c:v>
                </c:pt>
                <c:pt idx="6960">
                  <c:v>83.186965999999998</c:v>
                </c:pt>
                <c:pt idx="6961">
                  <c:v>83.201194999999998</c:v>
                </c:pt>
                <c:pt idx="6962">
                  <c:v>83.212508999999997</c:v>
                </c:pt>
                <c:pt idx="6963">
                  <c:v>83.222037999999998</c:v>
                </c:pt>
                <c:pt idx="6964">
                  <c:v>83.230919</c:v>
                </c:pt>
                <c:pt idx="6965">
                  <c:v>83.241669000000002</c:v>
                </c:pt>
                <c:pt idx="6966">
                  <c:v>83.252983</c:v>
                </c:pt>
                <c:pt idx="6967">
                  <c:v>83.262207000000004</c:v>
                </c:pt>
                <c:pt idx="6968">
                  <c:v>83.268837000000005</c:v>
                </c:pt>
                <c:pt idx="6969">
                  <c:v>83.276916999999997</c:v>
                </c:pt>
                <c:pt idx="6970">
                  <c:v>83.288261000000006</c:v>
                </c:pt>
                <c:pt idx="6971">
                  <c:v>83.302147000000005</c:v>
                </c:pt>
                <c:pt idx="6972">
                  <c:v>83.313025999999994</c:v>
                </c:pt>
                <c:pt idx="6973">
                  <c:v>83.316222999999994</c:v>
                </c:pt>
                <c:pt idx="6974">
                  <c:v>83.316520999999995</c:v>
                </c:pt>
                <c:pt idx="6975">
                  <c:v>83.323929000000007</c:v>
                </c:pt>
                <c:pt idx="6976">
                  <c:v>83.335823000000005</c:v>
                </c:pt>
                <c:pt idx="6977">
                  <c:v>83.348151999999999</c:v>
                </c:pt>
                <c:pt idx="6978">
                  <c:v>83.357169999999996</c:v>
                </c:pt>
                <c:pt idx="6979">
                  <c:v>83.362267000000003</c:v>
                </c:pt>
                <c:pt idx="6980">
                  <c:v>83.365943999999999</c:v>
                </c:pt>
                <c:pt idx="6981">
                  <c:v>83.370284999999996</c:v>
                </c:pt>
                <c:pt idx="6982">
                  <c:v>83.376602000000005</c:v>
                </c:pt>
                <c:pt idx="6983">
                  <c:v>83.386718999999999</c:v>
                </c:pt>
                <c:pt idx="6984">
                  <c:v>83.399910000000006</c:v>
                </c:pt>
                <c:pt idx="6985">
                  <c:v>83.410385000000005</c:v>
                </c:pt>
                <c:pt idx="6986">
                  <c:v>83.421059</c:v>
                </c:pt>
                <c:pt idx="6987">
                  <c:v>83.437813000000006</c:v>
                </c:pt>
                <c:pt idx="6988">
                  <c:v>83.460708999999994</c:v>
                </c:pt>
                <c:pt idx="6989">
                  <c:v>83.484497000000005</c:v>
                </c:pt>
                <c:pt idx="6990">
                  <c:v>83.506698999999998</c:v>
                </c:pt>
                <c:pt idx="6991">
                  <c:v>83.526741000000001</c:v>
                </c:pt>
                <c:pt idx="6992">
                  <c:v>83.545295999999993</c:v>
                </c:pt>
                <c:pt idx="6993">
                  <c:v>83.564803999999995</c:v>
                </c:pt>
                <c:pt idx="6994">
                  <c:v>83.585578999999996</c:v>
                </c:pt>
                <c:pt idx="6995">
                  <c:v>83.606346000000002</c:v>
                </c:pt>
                <c:pt idx="6996">
                  <c:v>83.626930000000002</c:v>
                </c:pt>
                <c:pt idx="6997">
                  <c:v>83.648132000000004</c:v>
                </c:pt>
                <c:pt idx="6998">
                  <c:v>83.667670999999999</c:v>
                </c:pt>
                <c:pt idx="6999">
                  <c:v>83.683730999999995</c:v>
                </c:pt>
                <c:pt idx="7000">
                  <c:v>83.698738000000006</c:v>
                </c:pt>
                <c:pt idx="7001">
                  <c:v>83.713431999999997</c:v>
                </c:pt>
                <c:pt idx="7002">
                  <c:v>83.7286</c:v>
                </c:pt>
                <c:pt idx="7003">
                  <c:v>83.745041000000001</c:v>
                </c:pt>
                <c:pt idx="7004">
                  <c:v>83.762527000000006</c:v>
                </c:pt>
                <c:pt idx="7005">
                  <c:v>83.782989999999998</c:v>
                </c:pt>
                <c:pt idx="7006">
                  <c:v>83.804175999999998</c:v>
                </c:pt>
                <c:pt idx="7007">
                  <c:v>83.825462000000002</c:v>
                </c:pt>
                <c:pt idx="7008">
                  <c:v>83.846581</c:v>
                </c:pt>
                <c:pt idx="7009">
                  <c:v>83.867469999999997</c:v>
                </c:pt>
                <c:pt idx="7010">
                  <c:v>83.888283000000001</c:v>
                </c:pt>
                <c:pt idx="7011">
                  <c:v>83.908257000000006</c:v>
                </c:pt>
                <c:pt idx="7012">
                  <c:v>83.927383000000006</c:v>
                </c:pt>
                <c:pt idx="7013">
                  <c:v>83.944794000000002</c:v>
                </c:pt>
                <c:pt idx="7014">
                  <c:v>83.958038000000002</c:v>
                </c:pt>
                <c:pt idx="7015">
                  <c:v>83.963158000000007</c:v>
                </c:pt>
                <c:pt idx="7016">
                  <c:v>83.968506000000005</c:v>
                </c:pt>
                <c:pt idx="7017">
                  <c:v>83.976783999999995</c:v>
                </c:pt>
                <c:pt idx="7018">
                  <c:v>83.988051999999996</c:v>
                </c:pt>
                <c:pt idx="7019">
                  <c:v>84.001198000000002</c:v>
                </c:pt>
                <c:pt idx="7020">
                  <c:v>84.012871000000004</c:v>
                </c:pt>
                <c:pt idx="7021">
                  <c:v>84.017196999999996</c:v>
                </c:pt>
                <c:pt idx="7022">
                  <c:v>84.022345999999999</c:v>
                </c:pt>
                <c:pt idx="7023">
                  <c:v>84.034096000000005</c:v>
                </c:pt>
                <c:pt idx="7024">
                  <c:v>84.052422000000007</c:v>
                </c:pt>
                <c:pt idx="7025">
                  <c:v>84.072768999999994</c:v>
                </c:pt>
                <c:pt idx="7026">
                  <c:v>84.095764000000003</c:v>
                </c:pt>
                <c:pt idx="7027">
                  <c:v>84.121016999999995</c:v>
                </c:pt>
                <c:pt idx="7028">
                  <c:v>84.145957999999993</c:v>
                </c:pt>
                <c:pt idx="7029">
                  <c:v>84.169464000000005</c:v>
                </c:pt>
                <c:pt idx="7030">
                  <c:v>84.189246999999995</c:v>
                </c:pt>
                <c:pt idx="7031">
                  <c:v>84.204207999999994</c:v>
                </c:pt>
                <c:pt idx="7032">
                  <c:v>84.217117000000002</c:v>
                </c:pt>
                <c:pt idx="7033">
                  <c:v>84.231116999999998</c:v>
                </c:pt>
                <c:pt idx="7034">
                  <c:v>84.246634999999998</c:v>
                </c:pt>
                <c:pt idx="7035">
                  <c:v>84.260604999999998</c:v>
                </c:pt>
                <c:pt idx="7036">
                  <c:v>84.274292000000003</c:v>
                </c:pt>
                <c:pt idx="7037">
                  <c:v>84.289435999999995</c:v>
                </c:pt>
                <c:pt idx="7038">
                  <c:v>84.304596000000004</c:v>
                </c:pt>
                <c:pt idx="7039">
                  <c:v>84.320426999999995</c:v>
                </c:pt>
                <c:pt idx="7040">
                  <c:v>84.338104000000001</c:v>
                </c:pt>
                <c:pt idx="7041">
                  <c:v>84.353866999999994</c:v>
                </c:pt>
                <c:pt idx="7042">
                  <c:v>84.366234000000006</c:v>
                </c:pt>
                <c:pt idx="7043">
                  <c:v>84.370857000000001</c:v>
                </c:pt>
                <c:pt idx="7044">
                  <c:v>84.371025000000003</c:v>
                </c:pt>
                <c:pt idx="7045">
                  <c:v>84.376648000000003</c:v>
                </c:pt>
                <c:pt idx="7046">
                  <c:v>84.386680999999996</c:v>
                </c:pt>
                <c:pt idx="7047">
                  <c:v>84.397644</c:v>
                </c:pt>
                <c:pt idx="7048">
                  <c:v>84.409142000000003</c:v>
                </c:pt>
                <c:pt idx="7049">
                  <c:v>84.418487999999996</c:v>
                </c:pt>
                <c:pt idx="7050">
                  <c:v>84.426452999999995</c:v>
                </c:pt>
                <c:pt idx="7051">
                  <c:v>84.432213000000004</c:v>
                </c:pt>
                <c:pt idx="7052">
                  <c:v>84.436301999999998</c:v>
                </c:pt>
                <c:pt idx="7053">
                  <c:v>84.439873000000006</c:v>
                </c:pt>
                <c:pt idx="7054">
                  <c:v>84.442595999999995</c:v>
                </c:pt>
                <c:pt idx="7055">
                  <c:v>84.445366000000007</c:v>
                </c:pt>
                <c:pt idx="7056">
                  <c:v>84.450264000000004</c:v>
                </c:pt>
                <c:pt idx="7057">
                  <c:v>84.455489999999998</c:v>
                </c:pt>
                <c:pt idx="7058">
                  <c:v>84.458991999999995</c:v>
                </c:pt>
                <c:pt idx="7059">
                  <c:v>84.465569000000002</c:v>
                </c:pt>
                <c:pt idx="7060">
                  <c:v>84.473297000000002</c:v>
                </c:pt>
                <c:pt idx="7061">
                  <c:v>84.475730999999996</c:v>
                </c:pt>
                <c:pt idx="7062">
                  <c:v>84.472565000000003</c:v>
                </c:pt>
                <c:pt idx="7063">
                  <c:v>84.467972000000003</c:v>
                </c:pt>
                <c:pt idx="7064">
                  <c:v>84.467185999999998</c:v>
                </c:pt>
                <c:pt idx="7065">
                  <c:v>84.468902999999997</c:v>
                </c:pt>
                <c:pt idx="7066">
                  <c:v>84.471024</c:v>
                </c:pt>
                <c:pt idx="7067">
                  <c:v>84.471725000000006</c:v>
                </c:pt>
                <c:pt idx="7068">
                  <c:v>84.477622999999994</c:v>
                </c:pt>
                <c:pt idx="7069">
                  <c:v>84.486136999999999</c:v>
                </c:pt>
                <c:pt idx="7070">
                  <c:v>84.492157000000006</c:v>
                </c:pt>
                <c:pt idx="7071">
                  <c:v>84.498665000000003</c:v>
                </c:pt>
                <c:pt idx="7072">
                  <c:v>84.500038000000004</c:v>
                </c:pt>
                <c:pt idx="7073">
                  <c:v>84.503342000000004</c:v>
                </c:pt>
                <c:pt idx="7074">
                  <c:v>84.509917999999999</c:v>
                </c:pt>
                <c:pt idx="7075">
                  <c:v>84.516723999999996</c:v>
                </c:pt>
                <c:pt idx="7076">
                  <c:v>84.523978999999997</c:v>
                </c:pt>
                <c:pt idx="7077">
                  <c:v>84.530197000000001</c:v>
                </c:pt>
                <c:pt idx="7078">
                  <c:v>84.536170999999996</c:v>
                </c:pt>
                <c:pt idx="7079">
                  <c:v>84.542670999999999</c:v>
                </c:pt>
                <c:pt idx="7080">
                  <c:v>84.551261999999994</c:v>
                </c:pt>
                <c:pt idx="7081">
                  <c:v>84.565926000000005</c:v>
                </c:pt>
                <c:pt idx="7082">
                  <c:v>84.586997999999994</c:v>
                </c:pt>
                <c:pt idx="7083">
                  <c:v>84.609038999999996</c:v>
                </c:pt>
                <c:pt idx="7084">
                  <c:v>84.630577000000002</c:v>
                </c:pt>
                <c:pt idx="7085">
                  <c:v>84.652901</c:v>
                </c:pt>
                <c:pt idx="7086">
                  <c:v>84.675537000000006</c:v>
                </c:pt>
                <c:pt idx="7087">
                  <c:v>84.699081000000007</c:v>
                </c:pt>
                <c:pt idx="7088">
                  <c:v>84.722351000000003</c:v>
                </c:pt>
                <c:pt idx="7089">
                  <c:v>84.744422999999998</c:v>
                </c:pt>
                <c:pt idx="7090">
                  <c:v>84.766243000000003</c:v>
                </c:pt>
                <c:pt idx="7091">
                  <c:v>84.784606999999994</c:v>
                </c:pt>
                <c:pt idx="7092">
                  <c:v>84.801879999999997</c:v>
                </c:pt>
                <c:pt idx="7093">
                  <c:v>84.818054000000004</c:v>
                </c:pt>
                <c:pt idx="7094">
                  <c:v>84.829964000000004</c:v>
                </c:pt>
                <c:pt idx="7095">
                  <c:v>84.840309000000005</c:v>
                </c:pt>
                <c:pt idx="7096">
                  <c:v>84.848618000000002</c:v>
                </c:pt>
                <c:pt idx="7097">
                  <c:v>84.855391999999995</c:v>
                </c:pt>
                <c:pt idx="7098">
                  <c:v>84.863213000000002</c:v>
                </c:pt>
                <c:pt idx="7099">
                  <c:v>84.869681999999997</c:v>
                </c:pt>
                <c:pt idx="7100">
                  <c:v>84.874808999999999</c:v>
                </c:pt>
                <c:pt idx="7101">
                  <c:v>84.881630000000001</c:v>
                </c:pt>
                <c:pt idx="7102">
                  <c:v>84.887519999999995</c:v>
                </c:pt>
                <c:pt idx="7103">
                  <c:v>84.889281999999994</c:v>
                </c:pt>
                <c:pt idx="7104">
                  <c:v>84.887314000000003</c:v>
                </c:pt>
                <c:pt idx="7105">
                  <c:v>84.890136999999996</c:v>
                </c:pt>
                <c:pt idx="7106">
                  <c:v>84.896645000000007</c:v>
                </c:pt>
                <c:pt idx="7107">
                  <c:v>84.904708999999997</c:v>
                </c:pt>
                <c:pt idx="7108">
                  <c:v>84.913077999999999</c:v>
                </c:pt>
                <c:pt idx="7109">
                  <c:v>84.914649999999995</c:v>
                </c:pt>
                <c:pt idx="7110">
                  <c:v>84.909981000000002</c:v>
                </c:pt>
                <c:pt idx="7111">
                  <c:v>84.905356999999995</c:v>
                </c:pt>
                <c:pt idx="7112">
                  <c:v>84.904883999999996</c:v>
                </c:pt>
                <c:pt idx="7113">
                  <c:v>84.901420999999999</c:v>
                </c:pt>
                <c:pt idx="7114">
                  <c:v>84.901107999999994</c:v>
                </c:pt>
                <c:pt idx="7115">
                  <c:v>84.900215000000003</c:v>
                </c:pt>
                <c:pt idx="7116">
                  <c:v>84.902977000000007</c:v>
                </c:pt>
                <c:pt idx="7117">
                  <c:v>84.912582</c:v>
                </c:pt>
                <c:pt idx="7118">
                  <c:v>84.928985999999995</c:v>
                </c:pt>
                <c:pt idx="7119">
                  <c:v>84.949883</c:v>
                </c:pt>
                <c:pt idx="7120">
                  <c:v>84.971535000000003</c:v>
                </c:pt>
                <c:pt idx="7121">
                  <c:v>84.991981999999993</c:v>
                </c:pt>
                <c:pt idx="7122">
                  <c:v>85.013451000000003</c:v>
                </c:pt>
                <c:pt idx="7123">
                  <c:v>85.035270999999995</c:v>
                </c:pt>
                <c:pt idx="7124">
                  <c:v>85.056488000000002</c:v>
                </c:pt>
                <c:pt idx="7125">
                  <c:v>85.075721999999999</c:v>
                </c:pt>
                <c:pt idx="7126">
                  <c:v>85.095352000000005</c:v>
                </c:pt>
                <c:pt idx="7127">
                  <c:v>85.114197000000004</c:v>
                </c:pt>
                <c:pt idx="7128">
                  <c:v>85.131714000000002</c:v>
                </c:pt>
                <c:pt idx="7129">
                  <c:v>85.148353999999998</c:v>
                </c:pt>
                <c:pt idx="7130">
                  <c:v>85.162543999999997</c:v>
                </c:pt>
                <c:pt idx="7131">
                  <c:v>85.175101999999995</c:v>
                </c:pt>
                <c:pt idx="7132">
                  <c:v>85.186843999999994</c:v>
                </c:pt>
                <c:pt idx="7133">
                  <c:v>85.195044999999993</c:v>
                </c:pt>
                <c:pt idx="7134">
                  <c:v>85.203163000000004</c:v>
                </c:pt>
                <c:pt idx="7135">
                  <c:v>85.210753999999994</c:v>
                </c:pt>
                <c:pt idx="7136">
                  <c:v>85.216971999999998</c:v>
                </c:pt>
                <c:pt idx="7137">
                  <c:v>85.220580999999996</c:v>
                </c:pt>
                <c:pt idx="7138">
                  <c:v>85.220161000000004</c:v>
                </c:pt>
                <c:pt idx="7139">
                  <c:v>85.219954999999999</c:v>
                </c:pt>
                <c:pt idx="7140">
                  <c:v>85.222442999999998</c:v>
                </c:pt>
                <c:pt idx="7141">
                  <c:v>85.224982999999995</c:v>
                </c:pt>
                <c:pt idx="7142">
                  <c:v>85.228531000000004</c:v>
                </c:pt>
                <c:pt idx="7143">
                  <c:v>85.233040000000003</c:v>
                </c:pt>
                <c:pt idx="7144">
                  <c:v>85.243279000000001</c:v>
                </c:pt>
                <c:pt idx="7145">
                  <c:v>85.259369000000007</c:v>
                </c:pt>
                <c:pt idx="7146">
                  <c:v>85.274849000000003</c:v>
                </c:pt>
                <c:pt idx="7147">
                  <c:v>85.289412999999996</c:v>
                </c:pt>
                <c:pt idx="7148">
                  <c:v>85.309357000000006</c:v>
                </c:pt>
                <c:pt idx="7149">
                  <c:v>85.335769999999997</c:v>
                </c:pt>
                <c:pt idx="7150">
                  <c:v>85.365004999999996</c:v>
                </c:pt>
                <c:pt idx="7151">
                  <c:v>85.396125999999995</c:v>
                </c:pt>
                <c:pt idx="7152">
                  <c:v>85.430633999999998</c:v>
                </c:pt>
                <c:pt idx="7153">
                  <c:v>85.466887999999997</c:v>
                </c:pt>
                <c:pt idx="7154">
                  <c:v>85.505202999999995</c:v>
                </c:pt>
                <c:pt idx="7155">
                  <c:v>85.549415999999994</c:v>
                </c:pt>
                <c:pt idx="7156">
                  <c:v>85.593795999999998</c:v>
                </c:pt>
                <c:pt idx="7157">
                  <c:v>85.635658000000006</c:v>
                </c:pt>
                <c:pt idx="7158">
                  <c:v>85.678901999999994</c:v>
                </c:pt>
                <c:pt idx="7159">
                  <c:v>85.723952999999995</c:v>
                </c:pt>
                <c:pt idx="7160">
                  <c:v>85.769699000000003</c:v>
                </c:pt>
                <c:pt idx="7161">
                  <c:v>85.816672999999994</c:v>
                </c:pt>
                <c:pt idx="7162">
                  <c:v>85.864448999999993</c:v>
                </c:pt>
                <c:pt idx="7163">
                  <c:v>85.912452999999999</c:v>
                </c:pt>
                <c:pt idx="7164">
                  <c:v>85.957358999999997</c:v>
                </c:pt>
                <c:pt idx="7165">
                  <c:v>86.001960999999994</c:v>
                </c:pt>
                <c:pt idx="7166">
                  <c:v>86.045799000000002</c:v>
                </c:pt>
                <c:pt idx="7167">
                  <c:v>86.092934</c:v>
                </c:pt>
                <c:pt idx="7168">
                  <c:v>86.140418999999994</c:v>
                </c:pt>
                <c:pt idx="7169">
                  <c:v>86.185631000000001</c:v>
                </c:pt>
                <c:pt idx="7170">
                  <c:v>86.231353999999996</c:v>
                </c:pt>
                <c:pt idx="7171">
                  <c:v>86.276779000000005</c:v>
                </c:pt>
                <c:pt idx="7172">
                  <c:v>86.320351000000002</c:v>
                </c:pt>
                <c:pt idx="7173">
                  <c:v>86.362457000000006</c:v>
                </c:pt>
                <c:pt idx="7174">
                  <c:v>86.399924999999996</c:v>
                </c:pt>
                <c:pt idx="7175">
                  <c:v>86.430701999999997</c:v>
                </c:pt>
                <c:pt idx="7176">
                  <c:v>86.455832999999998</c:v>
                </c:pt>
                <c:pt idx="7177">
                  <c:v>86.477417000000003</c:v>
                </c:pt>
                <c:pt idx="7178">
                  <c:v>86.500832000000003</c:v>
                </c:pt>
                <c:pt idx="7179">
                  <c:v>86.522171</c:v>
                </c:pt>
                <c:pt idx="7180">
                  <c:v>86.545845</c:v>
                </c:pt>
                <c:pt idx="7181">
                  <c:v>86.569480999999996</c:v>
                </c:pt>
                <c:pt idx="7182">
                  <c:v>86.593154999999996</c:v>
                </c:pt>
                <c:pt idx="7183">
                  <c:v>86.621887000000001</c:v>
                </c:pt>
                <c:pt idx="7184">
                  <c:v>86.653580000000005</c:v>
                </c:pt>
                <c:pt idx="7185">
                  <c:v>86.686256</c:v>
                </c:pt>
                <c:pt idx="7186">
                  <c:v>86.721062000000003</c:v>
                </c:pt>
                <c:pt idx="7187">
                  <c:v>86.759131999999994</c:v>
                </c:pt>
                <c:pt idx="7188">
                  <c:v>86.795029</c:v>
                </c:pt>
                <c:pt idx="7189">
                  <c:v>86.830810999999997</c:v>
                </c:pt>
                <c:pt idx="7190">
                  <c:v>86.868126000000004</c:v>
                </c:pt>
                <c:pt idx="7191">
                  <c:v>86.904228000000003</c:v>
                </c:pt>
                <c:pt idx="7192">
                  <c:v>86.939475999999999</c:v>
                </c:pt>
                <c:pt idx="7193">
                  <c:v>86.976630999999998</c:v>
                </c:pt>
                <c:pt idx="7194">
                  <c:v>87.014899999999997</c:v>
                </c:pt>
                <c:pt idx="7195">
                  <c:v>87.056244000000007</c:v>
                </c:pt>
                <c:pt idx="7196">
                  <c:v>87.100020999999998</c:v>
                </c:pt>
                <c:pt idx="7197">
                  <c:v>87.146216999999993</c:v>
                </c:pt>
                <c:pt idx="7198">
                  <c:v>87.195518000000007</c:v>
                </c:pt>
                <c:pt idx="7199">
                  <c:v>87.246452000000005</c:v>
                </c:pt>
                <c:pt idx="7200">
                  <c:v>87.297272000000007</c:v>
                </c:pt>
                <c:pt idx="7201">
                  <c:v>87.348067999999998</c:v>
                </c:pt>
                <c:pt idx="7202">
                  <c:v>87.40052</c:v>
                </c:pt>
                <c:pt idx="7203">
                  <c:v>87.451453999999998</c:v>
                </c:pt>
                <c:pt idx="7204">
                  <c:v>87.500625999999997</c:v>
                </c:pt>
                <c:pt idx="7205">
                  <c:v>87.549201999999994</c:v>
                </c:pt>
                <c:pt idx="7206">
                  <c:v>87.596808999999993</c:v>
                </c:pt>
                <c:pt idx="7207">
                  <c:v>87.643699999999995</c:v>
                </c:pt>
                <c:pt idx="7208">
                  <c:v>87.69117</c:v>
                </c:pt>
                <c:pt idx="7209">
                  <c:v>87.737517999999994</c:v>
                </c:pt>
                <c:pt idx="7210">
                  <c:v>87.782150000000001</c:v>
                </c:pt>
                <c:pt idx="7211">
                  <c:v>87.826721000000006</c:v>
                </c:pt>
                <c:pt idx="7212">
                  <c:v>87.869583000000006</c:v>
                </c:pt>
                <c:pt idx="7213">
                  <c:v>87.906707999999995</c:v>
                </c:pt>
                <c:pt idx="7214">
                  <c:v>87.930297999999993</c:v>
                </c:pt>
                <c:pt idx="7215">
                  <c:v>87.950255999999996</c:v>
                </c:pt>
                <c:pt idx="7216">
                  <c:v>87.966132999999999</c:v>
                </c:pt>
                <c:pt idx="7217">
                  <c:v>87.975669999999994</c:v>
                </c:pt>
                <c:pt idx="7218">
                  <c:v>87.978911999999994</c:v>
                </c:pt>
                <c:pt idx="7219">
                  <c:v>87.980911000000006</c:v>
                </c:pt>
                <c:pt idx="7220">
                  <c:v>87.986037999999994</c:v>
                </c:pt>
                <c:pt idx="7221">
                  <c:v>87.995529000000005</c:v>
                </c:pt>
                <c:pt idx="7222">
                  <c:v>88.004013</c:v>
                </c:pt>
                <c:pt idx="7223">
                  <c:v>88.012466000000003</c:v>
                </c:pt>
                <c:pt idx="7224">
                  <c:v>88.019180000000006</c:v>
                </c:pt>
                <c:pt idx="7225">
                  <c:v>88.028441999999998</c:v>
                </c:pt>
                <c:pt idx="7226">
                  <c:v>88.044417999999993</c:v>
                </c:pt>
                <c:pt idx="7227">
                  <c:v>88.064376999999993</c:v>
                </c:pt>
                <c:pt idx="7228">
                  <c:v>88.088286999999994</c:v>
                </c:pt>
                <c:pt idx="7229">
                  <c:v>88.111641000000006</c:v>
                </c:pt>
                <c:pt idx="7230">
                  <c:v>88.137321</c:v>
                </c:pt>
                <c:pt idx="7231">
                  <c:v>88.165244999999999</c:v>
                </c:pt>
                <c:pt idx="7232">
                  <c:v>88.192893999999995</c:v>
                </c:pt>
                <c:pt idx="7233">
                  <c:v>88.221198999999999</c:v>
                </c:pt>
                <c:pt idx="7234">
                  <c:v>88.250266999999994</c:v>
                </c:pt>
                <c:pt idx="7235">
                  <c:v>88.278908000000001</c:v>
                </c:pt>
                <c:pt idx="7236">
                  <c:v>88.304824999999994</c:v>
                </c:pt>
                <c:pt idx="7237">
                  <c:v>88.329307999999997</c:v>
                </c:pt>
                <c:pt idx="7238">
                  <c:v>88.351898000000006</c:v>
                </c:pt>
                <c:pt idx="7239">
                  <c:v>88.372062999999997</c:v>
                </c:pt>
                <c:pt idx="7240">
                  <c:v>88.390839</c:v>
                </c:pt>
                <c:pt idx="7241">
                  <c:v>88.411499000000006</c:v>
                </c:pt>
                <c:pt idx="7242">
                  <c:v>88.433014</c:v>
                </c:pt>
                <c:pt idx="7243">
                  <c:v>88.455444</c:v>
                </c:pt>
                <c:pt idx="7244">
                  <c:v>88.480125000000001</c:v>
                </c:pt>
                <c:pt idx="7245">
                  <c:v>88.505797999999999</c:v>
                </c:pt>
                <c:pt idx="7246">
                  <c:v>88.529929999999993</c:v>
                </c:pt>
                <c:pt idx="7247">
                  <c:v>88.553909000000004</c:v>
                </c:pt>
                <c:pt idx="7248">
                  <c:v>88.577208999999996</c:v>
                </c:pt>
                <c:pt idx="7249">
                  <c:v>88.599082999999993</c:v>
                </c:pt>
                <c:pt idx="7250">
                  <c:v>88.618713</c:v>
                </c:pt>
                <c:pt idx="7251">
                  <c:v>88.637550000000005</c:v>
                </c:pt>
                <c:pt idx="7252">
                  <c:v>88.653953999999999</c:v>
                </c:pt>
                <c:pt idx="7253">
                  <c:v>88.668548999999999</c:v>
                </c:pt>
                <c:pt idx="7254">
                  <c:v>88.683334000000002</c:v>
                </c:pt>
                <c:pt idx="7255">
                  <c:v>88.698768999999999</c:v>
                </c:pt>
                <c:pt idx="7256">
                  <c:v>88.714157</c:v>
                </c:pt>
                <c:pt idx="7257">
                  <c:v>88.728843999999995</c:v>
                </c:pt>
                <c:pt idx="7258">
                  <c:v>88.744292999999999</c:v>
                </c:pt>
                <c:pt idx="7259">
                  <c:v>88.760941000000003</c:v>
                </c:pt>
                <c:pt idx="7260">
                  <c:v>88.778969000000004</c:v>
                </c:pt>
                <c:pt idx="7261">
                  <c:v>88.797882000000001</c:v>
                </c:pt>
                <c:pt idx="7262">
                  <c:v>88.816901999999999</c:v>
                </c:pt>
                <c:pt idx="7263">
                  <c:v>88.833725000000001</c:v>
                </c:pt>
                <c:pt idx="7264">
                  <c:v>88.848343</c:v>
                </c:pt>
                <c:pt idx="7265">
                  <c:v>88.851730000000003</c:v>
                </c:pt>
                <c:pt idx="7266">
                  <c:v>88.845778999999993</c:v>
                </c:pt>
                <c:pt idx="7267">
                  <c:v>88.834594999999993</c:v>
                </c:pt>
                <c:pt idx="7268">
                  <c:v>88.823265000000006</c:v>
                </c:pt>
                <c:pt idx="7269">
                  <c:v>88.814850000000007</c:v>
                </c:pt>
                <c:pt idx="7270">
                  <c:v>88.806792999999999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A95A-48CE-B4BE-D687D5F749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0587999"/>
        <c:axId val="100586559"/>
      </c:scatterChart>
      <c:valAx>
        <c:axId val="1005879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</a:t>
                </a:r>
                <a:r>
                  <a:rPr lang="en-GB" baseline="0"/>
                  <a:t> [sec]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0586559"/>
        <c:crosses val="autoZero"/>
        <c:crossBetween val="midCat"/>
      </c:valAx>
      <c:valAx>
        <c:axId val="1005865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0587999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'DL-Model'!$P$1</c:f>
              <c:strCache>
                <c:ptCount val="1"/>
                <c:pt idx="0">
                  <c:v>T_sw_true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'DL-Model'!$P$2:$P$7272</c:f>
              <c:numCache>
                <c:formatCode>General</c:formatCode>
                <c:ptCount val="7271"/>
                <c:pt idx="0">
                  <c:v>38.895034790039098</c:v>
                </c:pt>
                <c:pt idx="1">
                  <c:v>38.907047271728501</c:v>
                </c:pt>
                <c:pt idx="2">
                  <c:v>38.928535461425803</c:v>
                </c:pt>
                <c:pt idx="3">
                  <c:v>38.931137084960902</c:v>
                </c:pt>
                <c:pt idx="4">
                  <c:v>38.897544860839801</c:v>
                </c:pt>
                <c:pt idx="5">
                  <c:v>38.886775970458999</c:v>
                </c:pt>
                <c:pt idx="6">
                  <c:v>38.835586547851598</c:v>
                </c:pt>
                <c:pt idx="7">
                  <c:v>38.839466094970703</c:v>
                </c:pt>
                <c:pt idx="8">
                  <c:v>38.804042816162102</c:v>
                </c:pt>
                <c:pt idx="9">
                  <c:v>38.864063262939503</c:v>
                </c:pt>
                <c:pt idx="10">
                  <c:v>38.960189819335902</c:v>
                </c:pt>
                <c:pt idx="11">
                  <c:v>39.0046195983887</c:v>
                </c:pt>
                <c:pt idx="12">
                  <c:v>39.067573547363303</c:v>
                </c:pt>
                <c:pt idx="13">
                  <c:v>39.109119415283203</c:v>
                </c:pt>
                <c:pt idx="14">
                  <c:v>39.204200744628899</c:v>
                </c:pt>
                <c:pt idx="15">
                  <c:v>39.275627136230497</c:v>
                </c:pt>
                <c:pt idx="16">
                  <c:v>39.257431030273402</c:v>
                </c:pt>
                <c:pt idx="17">
                  <c:v>39.319553375244098</c:v>
                </c:pt>
                <c:pt idx="18">
                  <c:v>39.373046875</c:v>
                </c:pt>
                <c:pt idx="19">
                  <c:v>39.391769409179702</c:v>
                </c:pt>
                <c:pt idx="20">
                  <c:v>39.417060852050803</c:v>
                </c:pt>
                <c:pt idx="21">
                  <c:v>39.431571960449197</c:v>
                </c:pt>
                <c:pt idx="22">
                  <c:v>39.436798095703097</c:v>
                </c:pt>
                <c:pt idx="23">
                  <c:v>39.436595916748097</c:v>
                </c:pt>
                <c:pt idx="24">
                  <c:v>39.442272186279297</c:v>
                </c:pt>
                <c:pt idx="25">
                  <c:v>39.445552825927699</c:v>
                </c:pt>
                <c:pt idx="26">
                  <c:v>39.447109222412102</c:v>
                </c:pt>
                <c:pt idx="27">
                  <c:v>39.448150634765597</c:v>
                </c:pt>
                <c:pt idx="28">
                  <c:v>39.448570251464801</c:v>
                </c:pt>
                <c:pt idx="29">
                  <c:v>39.440071105957003</c:v>
                </c:pt>
                <c:pt idx="30">
                  <c:v>39.442832946777301</c:v>
                </c:pt>
                <c:pt idx="31">
                  <c:v>39.442653656005902</c:v>
                </c:pt>
                <c:pt idx="32">
                  <c:v>39.43701171875</c:v>
                </c:pt>
                <c:pt idx="33">
                  <c:v>39.4437065124512</c:v>
                </c:pt>
                <c:pt idx="34">
                  <c:v>39.447879791259801</c:v>
                </c:pt>
                <c:pt idx="35">
                  <c:v>39.447635650634801</c:v>
                </c:pt>
                <c:pt idx="36">
                  <c:v>39.449535369873097</c:v>
                </c:pt>
                <c:pt idx="37">
                  <c:v>39.450077056884801</c:v>
                </c:pt>
                <c:pt idx="38">
                  <c:v>39.4510307312012</c:v>
                </c:pt>
                <c:pt idx="39">
                  <c:v>39.4516410827637</c:v>
                </c:pt>
                <c:pt idx="40">
                  <c:v>39.450477600097699</c:v>
                </c:pt>
                <c:pt idx="41">
                  <c:v>39.450618743896499</c:v>
                </c:pt>
                <c:pt idx="42">
                  <c:v>39.451431274414098</c:v>
                </c:pt>
                <c:pt idx="43">
                  <c:v>39.450309753417997</c:v>
                </c:pt>
                <c:pt idx="44">
                  <c:v>39.4511528015137</c:v>
                </c:pt>
                <c:pt idx="45">
                  <c:v>39.451705932617202</c:v>
                </c:pt>
                <c:pt idx="46">
                  <c:v>39.451988220214801</c:v>
                </c:pt>
                <c:pt idx="47">
                  <c:v>39.452133178710902</c:v>
                </c:pt>
                <c:pt idx="48">
                  <c:v>39.4522094726563</c:v>
                </c:pt>
                <c:pt idx="49">
                  <c:v>39.452247619628899</c:v>
                </c:pt>
                <c:pt idx="50">
                  <c:v>39.452266693115199</c:v>
                </c:pt>
                <c:pt idx="51">
                  <c:v>39.452274322509801</c:v>
                </c:pt>
                <c:pt idx="52">
                  <c:v>39.452281951904297</c:v>
                </c:pt>
                <c:pt idx="53">
                  <c:v>39.452281951904297</c:v>
                </c:pt>
                <c:pt idx="54">
                  <c:v>39.452285766601598</c:v>
                </c:pt>
                <c:pt idx="55">
                  <c:v>39.452285766601598</c:v>
                </c:pt>
                <c:pt idx="56">
                  <c:v>39.452285766601598</c:v>
                </c:pt>
                <c:pt idx="57">
                  <c:v>39.452285766601598</c:v>
                </c:pt>
                <c:pt idx="58">
                  <c:v>39.452285766601598</c:v>
                </c:pt>
                <c:pt idx="59">
                  <c:v>39.475929260253899</c:v>
                </c:pt>
                <c:pt idx="60">
                  <c:v>39.515403747558601</c:v>
                </c:pt>
                <c:pt idx="61">
                  <c:v>39.539688110351598</c:v>
                </c:pt>
                <c:pt idx="62">
                  <c:v>39.620918273925803</c:v>
                </c:pt>
                <c:pt idx="63">
                  <c:v>39.6213569641113</c:v>
                </c:pt>
                <c:pt idx="64">
                  <c:v>39.611869812011697</c:v>
                </c:pt>
                <c:pt idx="65">
                  <c:v>39.638187408447301</c:v>
                </c:pt>
                <c:pt idx="66">
                  <c:v>39.633918762207003</c:v>
                </c:pt>
                <c:pt idx="67">
                  <c:v>39.8236083984375</c:v>
                </c:pt>
                <c:pt idx="68">
                  <c:v>39.953239440917997</c:v>
                </c:pt>
                <c:pt idx="69">
                  <c:v>40.2606391906738</c:v>
                </c:pt>
                <c:pt idx="70">
                  <c:v>40.165611267089801</c:v>
                </c:pt>
                <c:pt idx="71">
                  <c:v>40.174179077148402</c:v>
                </c:pt>
                <c:pt idx="72">
                  <c:v>40.380016326904297</c:v>
                </c:pt>
                <c:pt idx="73">
                  <c:v>40.6438179016113</c:v>
                </c:pt>
                <c:pt idx="74">
                  <c:v>40.878646850585902</c:v>
                </c:pt>
                <c:pt idx="75">
                  <c:v>40.992671966552699</c:v>
                </c:pt>
                <c:pt idx="76">
                  <c:v>40.944412231445298</c:v>
                </c:pt>
                <c:pt idx="77">
                  <c:v>41.085277557373097</c:v>
                </c:pt>
                <c:pt idx="78">
                  <c:v>41.222625732421903</c:v>
                </c:pt>
                <c:pt idx="79">
                  <c:v>41.408535003662102</c:v>
                </c:pt>
                <c:pt idx="80">
                  <c:v>41.588592529296903</c:v>
                </c:pt>
                <c:pt idx="81">
                  <c:v>41.732173919677699</c:v>
                </c:pt>
                <c:pt idx="82">
                  <c:v>41.861865997314503</c:v>
                </c:pt>
                <c:pt idx="83">
                  <c:v>41.947269439697301</c:v>
                </c:pt>
                <c:pt idx="84">
                  <c:v>41.927528381347699</c:v>
                </c:pt>
                <c:pt idx="85">
                  <c:v>41.894542694091797</c:v>
                </c:pt>
                <c:pt idx="86">
                  <c:v>42.046546936035199</c:v>
                </c:pt>
                <c:pt idx="87">
                  <c:v>42.0582275390625</c:v>
                </c:pt>
                <c:pt idx="88">
                  <c:v>42.074066162109403</c:v>
                </c:pt>
                <c:pt idx="89">
                  <c:v>42.200645446777301</c:v>
                </c:pt>
                <c:pt idx="90">
                  <c:v>42.472915649414098</c:v>
                </c:pt>
                <c:pt idx="91">
                  <c:v>42.596992492675803</c:v>
                </c:pt>
                <c:pt idx="92">
                  <c:v>42.646141052246101</c:v>
                </c:pt>
                <c:pt idx="93">
                  <c:v>42.727455139160199</c:v>
                </c:pt>
                <c:pt idx="94">
                  <c:v>42.828182220458999</c:v>
                </c:pt>
                <c:pt idx="95">
                  <c:v>42.934597015380902</c:v>
                </c:pt>
                <c:pt idx="96">
                  <c:v>42.933799743652301</c:v>
                </c:pt>
                <c:pt idx="97">
                  <c:v>42.966548919677699</c:v>
                </c:pt>
                <c:pt idx="98">
                  <c:v>43.052608489990199</c:v>
                </c:pt>
                <c:pt idx="99">
                  <c:v>43.215633392333999</c:v>
                </c:pt>
                <c:pt idx="100">
                  <c:v>43.349857330322301</c:v>
                </c:pt>
                <c:pt idx="101">
                  <c:v>43.438758850097699</c:v>
                </c:pt>
                <c:pt idx="102">
                  <c:v>43.474609375</c:v>
                </c:pt>
                <c:pt idx="103">
                  <c:v>43.504013061523402</c:v>
                </c:pt>
                <c:pt idx="104">
                  <c:v>43.528968811035199</c:v>
                </c:pt>
                <c:pt idx="105">
                  <c:v>43.633895874023402</c:v>
                </c:pt>
                <c:pt idx="106">
                  <c:v>43.592010498046903</c:v>
                </c:pt>
                <c:pt idx="107">
                  <c:v>43.612823486328097</c:v>
                </c:pt>
                <c:pt idx="108">
                  <c:v>43.642471313476598</c:v>
                </c:pt>
                <c:pt idx="109">
                  <c:v>43.599189758300803</c:v>
                </c:pt>
                <c:pt idx="110">
                  <c:v>43.5774536132813</c:v>
                </c:pt>
                <c:pt idx="111">
                  <c:v>43.576648712158203</c:v>
                </c:pt>
                <c:pt idx="112">
                  <c:v>43.571296691894503</c:v>
                </c:pt>
                <c:pt idx="113">
                  <c:v>43.565902709960902</c:v>
                </c:pt>
                <c:pt idx="114">
                  <c:v>43.664016723632798</c:v>
                </c:pt>
                <c:pt idx="115">
                  <c:v>43.794429779052699</c:v>
                </c:pt>
                <c:pt idx="116">
                  <c:v>43.751197814941399</c:v>
                </c:pt>
                <c:pt idx="117">
                  <c:v>43.953170776367202</c:v>
                </c:pt>
                <c:pt idx="118">
                  <c:v>44.095565795898402</c:v>
                </c:pt>
                <c:pt idx="119">
                  <c:v>44.2189331054688</c:v>
                </c:pt>
                <c:pt idx="120">
                  <c:v>44.291538238525398</c:v>
                </c:pt>
                <c:pt idx="121">
                  <c:v>44.344844818115199</c:v>
                </c:pt>
                <c:pt idx="122">
                  <c:v>44.236339569091797</c:v>
                </c:pt>
                <c:pt idx="123">
                  <c:v>44.171794891357401</c:v>
                </c:pt>
                <c:pt idx="124">
                  <c:v>44.310226440429702</c:v>
                </c:pt>
                <c:pt idx="125">
                  <c:v>44.448654174804702</c:v>
                </c:pt>
                <c:pt idx="126">
                  <c:v>44.5461616516113</c:v>
                </c:pt>
                <c:pt idx="127">
                  <c:v>44.584232330322301</c:v>
                </c:pt>
                <c:pt idx="128">
                  <c:v>44.720626831054702</c:v>
                </c:pt>
                <c:pt idx="129">
                  <c:v>44.861404418945298</c:v>
                </c:pt>
                <c:pt idx="130">
                  <c:v>45.076099395752003</c:v>
                </c:pt>
                <c:pt idx="131">
                  <c:v>45.338298797607401</c:v>
                </c:pt>
                <c:pt idx="132">
                  <c:v>45.359550476074197</c:v>
                </c:pt>
                <c:pt idx="133">
                  <c:v>45.580612182617202</c:v>
                </c:pt>
                <c:pt idx="134">
                  <c:v>45.753536224365199</c:v>
                </c:pt>
                <c:pt idx="135">
                  <c:v>45.859920501708999</c:v>
                </c:pt>
                <c:pt idx="136">
                  <c:v>45.896251678466797</c:v>
                </c:pt>
                <c:pt idx="137">
                  <c:v>45.9397583007813</c:v>
                </c:pt>
                <c:pt idx="138">
                  <c:v>45.962345123291001</c:v>
                </c:pt>
                <c:pt idx="139">
                  <c:v>46.1476860046387</c:v>
                </c:pt>
                <c:pt idx="140">
                  <c:v>46.855648040771499</c:v>
                </c:pt>
                <c:pt idx="141">
                  <c:v>47.682826995849602</c:v>
                </c:pt>
                <c:pt idx="142">
                  <c:v>48.402210235595703</c:v>
                </c:pt>
                <c:pt idx="143">
                  <c:v>48.790885925292997</c:v>
                </c:pt>
                <c:pt idx="144">
                  <c:v>49.028003692627003</c:v>
                </c:pt>
                <c:pt idx="145">
                  <c:v>49.415729522705099</c:v>
                </c:pt>
                <c:pt idx="146">
                  <c:v>49.961219787597699</c:v>
                </c:pt>
                <c:pt idx="147">
                  <c:v>50.381683349609403</c:v>
                </c:pt>
                <c:pt idx="148">
                  <c:v>50.868080139160199</c:v>
                </c:pt>
                <c:pt idx="149">
                  <c:v>51.371006011962898</c:v>
                </c:pt>
                <c:pt idx="150">
                  <c:v>51.869915008544901</c:v>
                </c:pt>
                <c:pt idx="151">
                  <c:v>52.308887481689503</c:v>
                </c:pt>
                <c:pt idx="152">
                  <c:v>52.667045593261697</c:v>
                </c:pt>
                <c:pt idx="153">
                  <c:v>53.109405517578097</c:v>
                </c:pt>
                <c:pt idx="154">
                  <c:v>53.532375335693402</c:v>
                </c:pt>
                <c:pt idx="155">
                  <c:v>53.854785919189503</c:v>
                </c:pt>
                <c:pt idx="156">
                  <c:v>54.366184234619098</c:v>
                </c:pt>
                <c:pt idx="157">
                  <c:v>54.807014465332003</c:v>
                </c:pt>
                <c:pt idx="158">
                  <c:v>55.2845268249512</c:v>
                </c:pt>
                <c:pt idx="159">
                  <c:v>55.584339141845703</c:v>
                </c:pt>
                <c:pt idx="160">
                  <c:v>55.820259094238303</c:v>
                </c:pt>
                <c:pt idx="161">
                  <c:v>56.048408508300803</c:v>
                </c:pt>
                <c:pt idx="162">
                  <c:v>56.250720977783203</c:v>
                </c:pt>
                <c:pt idx="163">
                  <c:v>56.453834533691399</c:v>
                </c:pt>
                <c:pt idx="164">
                  <c:v>56.600021362304702</c:v>
                </c:pt>
                <c:pt idx="165">
                  <c:v>56.764125823974602</c:v>
                </c:pt>
                <c:pt idx="166">
                  <c:v>57.0853080749512</c:v>
                </c:pt>
                <c:pt idx="167">
                  <c:v>57.207897186279297</c:v>
                </c:pt>
                <c:pt idx="168">
                  <c:v>57.314151763916001</c:v>
                </c:pt>
                <c:pt idx="169">
                  <c:v>57.385063171386697</c:v>
                </c:pt>
                <c:pt idx="170">
                  <c:v>57.4268608093262</c:v>
                </c:pt>
                <c:pt idx="171">
                  <c:v>57.498405456542997</c:v>
                </c:pt>
                <c:pt idx="172">
                  <c:v>57.496730804443402</c:v>
                </c:pt>
                <c:pt idx="173">
                  <c:v>57.538063049316399</c:v>
                </c:pt>
                <c:pt idx="174">
                  <c:v>57.6376762390137</c:v>
                </c:pt>
                <c:pt idx="175">
                  <c:v>57.700870513916001</c:v>
                </c:pt>
                <c:pt idx="176">
                  <c:v>57.843227386474602</c:v>
                </c:pt>
                <c:pt idx="177">
                  <c:v>57.933807373046903</c:v>
                </c:pt>
                <c:pt idx="178">
                  <c:v>58.010013580322301</c:v>
                </c:pt>
                <c:pt idx="179">
                  <c:v>57.986679077148402</c:v>
                </c:pt>
                <c:pt idx="180">
                  <c:v>58.064205169677699</c:v>
                </c:pt>
                <c:pt idx="181">
                  <c:v>58.180816650390597</c:v>
                </c:pt>
                <c:pt idx="182">
                  <c:v>58.253574371337898</c:v>
                </c:pt>
                <c:pt idx="183">
                  <c:v>58.186100006103501</c:v>
                </c:pt>
                <c:pt idx="184">
                  <c:v>58.118366241455099</c:v>
                </c:pt>
                <c:pt idx="185">
                  <c:v>58.008975982666001</c:v>
                </c:pt>
                <c:pt idx="186">
                  <c:v>58.087497711181598</c:v>
                </c:pt>
                <c:pt idx="187">
                  <c:v>58.1802368164063</c:v>
                </c:pt>
                <c:pt idx="188">
                  <c:v>58.243724822998097</c:v>
                </c:pt>
                <c:pt idx="189">
                  <c:v>58.263046264648402</c:v>
                </c:pt>
                <c:pt idx="190">
                  <c:v>58.297164916992202</c:v>
                </c:pt>
                <c:pt idx="191">
                  <c:v>58.090114593505902</c:v>
                </c:pt>
                <c:pt idx="192">
                  <c:v>57.998207092285199</c:v>
                </c:pt>
                <c:pt idx="193">
                  <c:v>57.871295928955099</c:v>
                </c:pt>
                <c:pt idx="194">
                  <c:v>57.956222534179702</c:v>
                </c:pt>
                <c:pt idx="195">
                  <c:v>57.922985076904297</c:v>
                </c:pt>
                <c:pt idx="196">
                  <c:v>57.925716400146499</c:v>
                </c:pt>
                <c:pt idx="197">
                  <c:v>58.0260620117188</c:v>
                </c:pt>
                <c:pt idx="198">
                  <c:v>57.9630737304688</c:v>
                </c:pt>
                <c:pt idx="199">
                  <c:v>58.194911956787102</c:v>
                </c:pt>
                <c:pt idx="200">
                  <c:v>58.339954376220703</c:v>
                </c:pt>
                <c:pt idx="201">
                  <c:v>58.426673889160199</c:v>
                </c:pt>
                <c:pt idx="202">
                  <c:v>58.553310394287102</c:v>
                </c:pt>
                <c:pt idx="203">
                  <c:v>58.769218444824197</c:v>
                </c:pt>
                <c:pt idx="204">
                  <c:v>59.019729614257798</c:v>
                </c:pt>
                <c:pt idx="205">
                  <c:v>59.582714080810597</c:v>
                </c:pt>
                <c:pt idx="206">
                  <c:v>59.902626037597699</c:v>
                </c:pt>
                <c:pt idx="207">
                  <c:v>60.056396484375</c:v>
                </c:pt>
                <c:pt idx="208">
                  <c:v>60.334873199462898</c:v>
                </c:pt>
                <c:pt idx="209">
                  <c:v>60.500343322753899</c:v>
                </c:pt>
                <c:pt idx="210">
                  <c:v>60.600208282470703</c:v>
                </c:pt>
                <c:pt idx="211">
                  <c:v>60.829898834228501</c:v>
                </c:pt>
                <c:pt idx="212">
                  <c:v>61.213539123535199</c:v>
                </c:pt>
                <c:pt idx="213">
                  <c:v>61.615779876708999</c:v>
                </c:pt>
                <c:pt idx="214">
                  <c:v>61.6769828796387</c:v>
                </c:pt>
                <c:pt idx="215">
                  <c:v>61.96923828125</c:v>
                </c:pt>
                <c:pt idx="216">
                  <c:v>62.178874969482401</c:v>
                </c:pt>
                <c:pt idx="217">
                  <c:v>62.322723388671903</c:v>
                </c:pt>
                <c:pt idx="218">
                  <c:v>62.505233764648402</c:v>
                </c:pt>
                <c:pt idx="219">
                  <c:v>62.726348876953097</c:v>
                </c:pt>
                <c:pt idx="220">
                  <c:v>62.938510894775398</c:v>
                </c:pt>
                <c:pt idx="221">
                  <c:v>63.353206634521499</c:v>
                </c:pt>
                <c:pt idx="222">
                  <c:v>63.557918548583999</c:v>
                </c:pt>
                <c:pt idx="223">
                  <c:v>63.540458679199197</c:v>
                </c:pt>
                <c:pt idx="224">
                  <c:v>63.754554748535199</c:v>
                </c:pt>
                <c:pt idx="225">
                  <c:v>63.871158599853501</c:v>
                </c:pt>
                <c:pt idx="226">
                  <c:v>63.897796630859403</c:v>
                </c:pt>
                <c:pt idx="227">
                  <c:v>63.952667236328097</c:v>
                </c:pt>
                <c:pt idx="228">
                  <c:v>63.980339050292997</c:v>
                </c:pt>
                <c:pt idx="229">
                  <c:v>63.989566802978501</c:v>
                </c:pt>
                <c:pt idx="230">
                  <c:v>63.971683502197301</c:v>
                </c:pt>
                <c:pt idx="231">
                  <c:v>63.9452934265137</c:v>
                </c:pt>
                <c:pt idx="232">
                  <c:v>63.793697357177699</c:v>
                </c:pt>
                <c:pt idx="233">
                  <c:v>63.770927429199197</c:v>
                </c:pt>
                <c:pt idx="234">
                  <c:v>63.692234039306598</c:v>
                </c:pt>
                <c:pt idx="235">
                  <c:v>63.6017456054688</c:v>
                </c:pt>
                <c:pt idx="236">
                  <c:v>63.491497039794901</c:v>
                </c:pt>
                <c:pt idx="237">
                  <c:v>63.528148651123097</c:v>
                </c:pt>
                <c:pt idx="238">
                  <c:v>63.3724174499512</c:v>
                </c:pt>
                <c:pt idx="239">
                  <c:v>63.185680389404297</c:v>
                </c:pt>
                <c:pt idx="240">
                  <c:v>63.0633354187012</c:v>
                </c:pt>
                <c:pt idx="241">
                  <c:v>62.9957885742188</c:v>
                </c:pt>
                <c:pt idx="242">
                  <c:v>62.879108428955099</c:v>
                </c:pt>
                <c:pt idx="243">
                  <c:v>62.747467041015597</c:v>
                </c:pt>
                <c:pt idx="244">
                  <c:v>62.6434936523438</c:v>
                </c:pt>
                <c:pt idx="245">
                  <c:v>62.560272216796903</c:v>
                </c:pt>
                <c:pt idx="246">
                  <c:v>62.461360931396499</c:v>
                </c:pt>
                <c:pt idx="247">
                  <c:v>62.327262878417997</c:v>
                </c:pt>
                <c:pt idx="248">
                  <c:v>62.257389068603501</c:v>
                </c:pt>
                <c:pt idx="249">
                  <c:v>62.220954895019503</c:v>
                </c:pt>
                <c:pt idx="250">
                  <c:v>62.165416717529297</c:v>
                </c:pt>
                <c:pt idx="251">
                  <c:v>62.100013732910199</c:v>
                </c:pt>
                <c:pt idx="252">
                  <c:v>62.137042999267599</c:v>
                </c:pt>
                <c:pt idx="253">
                  <c:v>62.097476959228501</c:v>
                </c:pt>
                <c:pt idx="254">
                  <c:v>61.947635650634801</c:v>
                </c:pt>
                <c:pt idx="255">
                  <c:v>61.822196960449197</c:v>
                </c:pt>
                <c:pt idx="256">
                  <c:v>61.720809936523402</c:v>
                </c:pt>
                <c:pt idx="257">
                  <c:v>61.685337066650398</c:v>
                </c:pt>
                <c:pt idx="258">
                  <c:v>61.5789794921875</c:v>
                </c:pt>
                <c:pt idx="259">
                  <c:v>61.482696533203097</c:v>
                </c:pt>
                <c:pt idx="260">
                  <c:v>61.402641296386697</c:v>
                </c:pt>
                <c:pt idx="261">
                  <c:v>61.403675079345703</c:v>
                </c:pt>
                <c:pt idx="262">
                  <c:v>61.285308837890597</c:v>
                </c:pt>
                <c:pt idx="263">
                  <c:v>61.169853210449197</c:v>
                </c:pt>
                <c:pt idx="264">
                  <c:v>61.079833984375</c:v>
                </c:pt>
                <c:pt idx="265">
                  <c:v>60.957324981689503</c:v>
                </c:pt>
                <c:pt idx="266">
                  <c:v>60.940322875976598</c:v>
                </c:pt>
                <c:pt idx="267">
                  <c:v>60.882881164550803</c:v>
                </c:pt>
                <c:pt idx="268">
                  <c:v>60.743721008300803</c:v>
                </c:pt>
                <c:pt idx="269">
                  <c:v>60.700099945068402</c:v>
                </c:pt>
                <c:pt idx="270">
                  <c:v>60.686122894287102</c:v>
                </c:pt>
                <c:pt idx="271">
                  <c:v>60.702407836914098</c:v>
                </c:pt>
                <c:pt idx="272">
                  <c:v>60.687503814697301</c:v>
                </c:pt>
                <c:pt idx="273">
                  <c:v>60.705432891845703</c:v>
                </c:pt>
                <c:pt idx="274">
                  <c:v>60.714073181152301</c:v>
                </c:pt>
                <c:pt idx="275">
                  <c:v>60.749832153320298</c:v>
                </c:pt>
                <c:pt idx="276">
                  <c:v>60.738239288330099</c:v>
                </c:pt>
                <c:pt idx="277">
                  <c:v>60.741626739502003</c:v>
                </c:pt>
                <c:pt idx="278">
                  <c:v>60.867424011230497</c:v>
                </c:pt>
                <c:pt idx="279">
                  <c:v>60.786891937255902</c:v>
                </c:pt>
                <c:pt idx="280">
                  <c:v>60.922210693359403</c:v>
                </c:pt>
                <c:pt idx="281">
                  <c:v>60.995937347412102</c:v>
                </c:pt>
                <c:pt idx="282">
                  <c:v>60.909557342529297</c:v>
                </c:pt>
                <c:pt idx="283">
                  <c:v>61.152145385742202</c:v>
                </c:pt>
                <c:pt idx="284">
                  <c:v>61.292892456054702</c:v>
                </c:pt>
                <c:pt idx="285">
                  <c:v>61.636428833007798</c:v>
                </c:pt>
                <c:pt idx="286">
                  <c:v>61.704761505127003</c:v>
                </c:pt>
                <c:pt idx="287">
                  <c:v>61.861114501953097</c:v>
                </c:pt>
                <c:pt idx="288">
                  <c:v>62.121017456054702</c:v>
                </c:pt>
                <c:pt idx="289">
                  <c:v>62.359546661377003</c:v>
                </c:pt>
                <c:pt idx="290">
                  <c:v>62.742378234863303</c:v>
                </c:pt>
                <c:pt idx="291">
                  <c:v>63.235198974609403</c:v>
                </c:pt>
                <c:pt idx="292">
                  <c:v>63.5554008483887</c:v>
                </c:pt>
                <c:pt idx="293">
                  <c:v>63.836765289306598</c:v>
                </c:pt>
                <c:pt idx="294">
                  <c:v>64.026687622070298</c:v>
                </c:pt>
                <c:pt idx="295">
                  <c:v>64.512977600097699</c:v>
                </c:pt>
                <c:pt idx="296">
                  <c:v>64.870635986328097</c:v>
                </c:pt>
                <c:pt idx="297">
                  <c:v>65.128257751464801</c:v>
                </c:pt>
                <c:pt idx="298">
                  <c:v>65.327323913574205</c:v>
                </c:pt>
                <c:pt idx="299">
                  <c:v>65.427200317382798</c:v>
                </c:pt>
                <c:pt idx="300">
                  <c:v>65.500511169433594</c:v>
                </c:pt>
                <c:pt idx="301">
                  <c:v>65.543006896972699</c:v>
                </c:pt>
                <c:pt idx="302">
                  <c:v>65.563980102539105</c:v>
                </c:pt>
                <c:pt idx="303">
                  <c:v>65.575592041015597</c:v>
                </c:pt>
                <c:pt idx="304">
                  <c:v>65.581550598144503</c:v>
                </c:pt>
                <c:pt idx="305">
                  <c:v>65.583770751953097</c:v>
                </c:pt>
                <c:pt idx="306">
                  <c:v>65.58447265625</c:v>
                </c:pt>
                <c:pt idx="307">
                  <c:v>65.581146240234403</c:v>
                </c:pt>
                <c:pt idx="308">
                  <c:v>65.559074401855497</c:v>
                </c:pt>
                <c:pt idx="309">
                  <c:v>65.538581848144503</c:v>
                </c:pt>
                <c:pt idx="310">
                  <c:v>65.464302062988295</c:v>
                </c:pt>
                <c:pt idx="311">
                  <c:v>65.358901977539105</c:v>
                </c:pt>
                <c:pt idx="312">
                  <c:v>65.238677978515597</c:v>
                </c:pt>
                <c:pt idx="313">
                  <c:v>65.093971252441406</c:v>
                </c:pt>
                <c:pt idx="314">
                  <c:v>64.962097167968807</c:v>
                </c:pt>
                <c:pt idx="315">
                  <c:v>64.827941894531307</c:v>
                </c:pt>
                <c:pt idx="316">
                  <c:v>64.684509277343807</c:v>
                </c:pt>
                <c:pt idx="317">
                  <c:v>64.524497985839801</c:v>
                </c:pt>
                <c:pt idx="318">
                  <c:v>64.408103942871094</c:v>
                </c:pt>
                <c:pt idx="319">
                  <c:v>64.260795593261705</c:v>
                </c:pt>
                <c:pt idx="320">
                  <c:v>64.163162231445298</c:v>
                </c:pt>
                <c:pt idx="321">
                  <c:v>64.093490600585895</c:v>
                </c:pt>
                <c:pt idx="322">
                  <c:v>63.978500366210902</c:v>
                </c:pt>
                <c:pt idx="323">
                  <c:v>63.765144348144503</c:v>
                </c:pt>
                <c:pt idx="324">
                  <c:v>63.570747375488303</c:v>
                </c:pt>
                <c:pt idx="325">
                  <c:v>63.378849029541001</c:v>
                </c:pt>
                <c:pt idx="326">
                  <c:v>63.212043762207003</c:v>
                </c:pt>
                <c:pt idx="327">
                  <c:v>63.081745147705099</c:v>
                </c:pt>
                <c:pt idx="328">
                  <c:v>62.9301948547363</c:v>
                </c:pt>
                <c:pt idx="329">
                  <c:v>62.783123016357401</c:v>
                </c:pt>
                <c:pt idx="330">
                  <c:v>62.652084350585902</c:v>
                </c:pt>
                <c:pt idx="331">
                  <c:v>62.560684204101598</c:v>
                </c:pt>
                <c:pt idx="332">
                  <c:v>62.497463226318402</c:v>
                </c:pt>
                <c:pt idx="333">
                  <c:v>62.384971618652301</c:v>
                </c:pt>
                <c:pt idx="334">
                  <c:v>62.314792633056598</c:v>
                </c:pt>
                <c:pt idx="335">
                  <c:v>62.259559631347699</c:v>
                </c:pt>
                <c:pt idx="336">
                  <c:v>62.100421905517599</c:v>
                </c:pt>
                <c:pt idx="337">
                  <c:v>61.939910888671903</c:v>
                </c:pt>
                <c:pt idx="338">
                  <c:v>61.821979522705099</c:v>
                </c:pt>
                <c:pt idx="339">
                  <c:v>61.7512016296387</c:v>
                </c:pt>
                <c:pt idx="340">
                  <c:v>61.587741851806598</c:v>
                </c:pt>
                <c:pt idx="341">
                  <c:v>61.404487609863303</c:v>
                </c:pt>
                <c:pt idx="342">
                  <c:v>61.297061920166001</c:v>
                </c:pt>
                <c:pt idx="343">
                  <c:v>61.278984069824197</c:v>
                </c:pt>
                <c:pt idx="344">
                  <c:v>61.268802642822301</c:v>
                </c:pt>
                <c:pt idx="345">
                  <c:v>61.106807708740199</c:v>
                </c:pt>
                <c:pt idx="346">
                  <c:v>60.921890258789098</c:v>
                </c:pt>
                <c:pt idx="347">
                  <c:v>60.887786865234403</c:v>
                </c:pt>
                <c:pt idx="348">
                  <c:v>60.801826477050803</c:v>
                </c:pt>
                <c:pt idx="349">
                  <c:v>60.812831878662102</c:v>
                </c:pt>
                <c:pt idx="350">
                  <c:v>60.680229187011697</c:v>
                </c:pt>
                <c:pt idx="351">
                  <c:v>60.625724792480497</c:v>
                </c:pt>
                <c:pt idx="352">
                  <c:v>60.889446258544901</c:v>
                </c:pt>
                <c:pt idx="353">
                  <c:v>61.0758247375488</c:v>
                </c:pt>
                <c:pt idx="354">
                  <c:v>61.280574798583999</c:v>
                </c:pt>
                <c:pt idx="355">
                  <c:v>61.6090698242188</c:v>
                </c:pt>
                <c:pt idx="356">
                  <c:v>61.958877563476598</c:v>
                </c:pt>
                <c:pt idx="357">
                  <c:v>62.196018218994098</c:v>
                </c:pt>
                <c:pt idx="358">
                  <c:v>62.445682525634801</c:v>
                </c:pt>
                <c:pt idx="359">
                  <c:v>62.744155883789098</c:v>
                </c:pt>
                <c:pt idx="360">
                  <c:v>63.032135009765597</c:v>
                </c:pt>
                <c:pt idx="361">
                  <c:v>63.266063690185597</c:v>
                </c:pt>
                <c:pt idx="362">
                  <c:v>63.322811126708999</c:v>
                </c:pt>
                <c:pt idx="363">
                  <c:v>63.527809143066399</c:v>
                </c:pt>
                <c:pt idx="364">
                  <c:v>63.81591796875</c:v>
                </c:pt>
                <c:pt idx="365">
                  <c:v>63.919181823730497</c:v>
                </c:pt>
                <c:pt idx="366">
                  <c:v>64.016731262207003</c:v>
                </c:pt>
                <c:pt idx="367">
                  <c:v>64.173355102539105</c:v>
                </c:pt>
                <c:pt idx="368">
                  <c:v>64.299484252929702</c:v>
                </c:pt>
                <c:pt idx="369">
                  <c:v>64.322998046875</c:v>
                </c:pt>
                <c:pt idx="370">
                  <c:v>64.56982421875</c:v>
                </c:pt>
                <c:pt idx="371">
                  <c:v>64.755897521972699</c:v>
                </c:pt>
                <c:pt idx="372">
                  <c:v>65.019447326660199</c:v>
                </c:pt>
                <c:pt idx="373">
                  <c:v>65.291709899902301</c:v>
                </c:pt>
                <c:pt idx="374">
                  <c:v>65.438407897949205</c:v>
                </c:pt>
                <c:pt idx="375">
                  <c:v>65.519668579101605</c:v>
                </c:pt>
                <c:pt idx="376">
                  <c:v>65.556350708007798</c:v>
                </c:pt>
                <c:pt idx="377">
                  <c:v>65.646011352539105</c:v>
                </c:pt>
                <c:pt idx="378">
                  <c:v>65.7642822265625</c:v>
                </c:pt>
                <c:pt idx="379">
                  <c:v>65.989097595214801</c:v>
                </c:pt>
                <c:pt idx="380">
                  <c:v>66.264266967773395</c:v>
                </c:pt>
                <c:pt idx="381">
                  <c:v>66.331886291503906</c:v>
                </c:pt>
                <c:pt idx="382">
                  <c:v>66.728019714355497</c:v>
                </c:pt>
                <c:pt idx="383">
                  <c:v>67.047828674316406</c:v>
                </c:pt>
                <c:pt idx="384">
                  <c:v>67.252967834472699</c:v>
                </c:pt>
                <c:pt idx="385">
                  <c:v>67.558326721191406</c:v>
                </c:pt>
                <c:pt idx="386">
                  <c:v>67.722251892089801</c:v>
                </c:pt>
                <c:pt idx="387">
                  <c:v>68.022254943847699</c:v>
                </c:pt>
                <c:pt idx="388">
                  <c:v>68.212013244628906</c:v>
                </c:pt>
                <c:pt idx="389">
                  <c:v>68.596168518066406</c:v>
                </c:pt>
                <c:pt idx="390">
                  <c:v>68.817893981933594</c:v>
                </c:pt>
                <c:pt idx="391">
                  <c:v>68.890731811523395</c:v>
                </c:pt>
                <c:pt idx="392">
                  <c:v>68.999763488769503</c:v>
                </c:pt>
                <c:pt idx="393">
                  <c:v>69.066764831542997</c:v>
                </c:pt>
                <c:pt idx="394">
                  <c:v>69.142768859863295</c:v>
                </c:pt>
                <c:pt idx="395">
                  <c:v>69.127525329589801</c:v>
                </c:pt>
                <c:pt idx="396">
                  <c:v>69.120651245117202</c:v>
                </c:pt>
                <c:pt idx="397">
                  <c:v>69.156524658203097</c:v>
                </c:pt>
                <c:pt idx="398">
                  <c:v>69.250602722167997</c:v>
                </c:pt>
                <c:pt idx="399">
                  <c:v>69.318710327148395</c:v>
                </c:pt>
                <c:pt idx="400">
                  <c:v>69.391311645507798</c:v>
                </c:pt>
                <c:pt idx="401">
                  <c:v>69.408432006835895</c:v>
                </c:pt>
                <c:pt idx="402">
                  <c:v>69.379501342773395</c:v>
                </c:pt>
                <c:pt idx="403">
                  <c:v>69.498954772949205</c:v>
                </c:pt>
                <c:pt idx="404">
                  <c:v>69.464584350585895</c:v>
                </c:pt>
                <c:pt idx="405">
                  <c:v>69.549598693847699</c:v>
                </c:pt>
                <c:pt idx="406">
                  <c:v>69.534065246582003</c:v>
                </c:pt>
                <c:pt idx="407">
                  <c:v>69.355331420898395</c:v>
                </c:pt>
                <c:pt idx="408">
                  <c:v>69.260490417480497</c:v>
                </c:pt>
                <c:pt idx="409">
                  <c:v>69.210693359375</c:v>
                </c:pt>
                <c:pt idx="410">
                  <c:v>69.183235168457003</c:v>
                </c:pt>
                <c:pt idx="411">
                  <c:v>69.160308837890597</c:v>
                </c:pt>
                <c:pt idx="412">
                  <c:v>69.068786621093807</c:v>
                </c:pt>
                <c:pt idx="413">
                  <c:v>69.080787658691406</c:v>
                </c:pt>
                <c:pt idx="414">
                  <c:v>69.067413330078097</c:v>
                </c:pt>
                <c:pt idx="415">
                  <c:v>69.200843811035199</c:v>
                </c:pt>
                <c:pt idx="416">
                  <c:v>69.229560852050795</c:v>
                </c:pt>
                <c:pt idx="417">
                  <c:v>69.540390014648395</c:v>
                </c:pt>
                <c:pt idx="418">
                  <c:v>69.844169616699205</c:v>
                </c:pt>
                <c:pt idx="419">
                  <c:v>70.103492736816406</c:v>
                </c:pt>
                <c:pt idx="420">
                  <c:v>70.348030090332003</c:v>
                </c:pt>
                <c:pt idx="421">
                  <c:v>70.552070617675795</c:v>
                </c:pt>
                <c:pt idx="422">
                  <c:v>70.827087402343807</c:v>
                </c:pt>
                <c:pt idx="423">
                  <c:v>71.036216735839801</c:v>
                </c:pt>
                <c:pt idx="424">
                  <c:v>71.144302368164105</c:v>
                </c:pt>
                <c:pt idx="425">
                  <c:v>71.314064025878906</c:v>
                </c:pt>
                <c:pt idx="426">
                  <c:v>71.398727416992202</c:v>
                </c:pt>
                <c:pt idx="427">
                  <c:v>71.493324279785199</c:v>
                </c:pt>
                <c:pt idx="428">
                  <c:v>71.595062255859403</c:v>
                </c:pt>
                <c:pt idx="429">
                  <c:v>71.623603820800795</c:v>
                </c:pt>
                <c:pt idx="430">
                  <c:v>71.526260375976605</c:v>
                </c:pt>
                <c:pt idx="431">
                  <c:v>71.471031188964801</c:v>
                </c:pt>
                <c:pt idx="432">
                  <c:v>71.405105590820298</c:v>
                </c:pt>
                <c:pt idx="433">
                  <c:v>71.352577209472699</c:v>
                </c:pt>
                <c:pt idx="434">
                  <c:v>71.225433349609403</c:v>
                </c:pt>
                <c:pt idx="435">
                  <c:v>71.005783081054702</c:v>
                </c:pt>
                <c:pt idx="436">
                  <c:v>70.826240539550795</c:v>
                </c:pt>
                <c:pt idx="437">
                  <c:v>70.738990783691406</c:v>
                </c:pt>
                <c:pt idx="438">
                  <c:v>70.643424987792997</c:v>
                </c:pt>
                <c:pt idx="439">
                  <c:v>70.589035034179702</c:v>
                </c:pt>
                <c:pt idx="440">
                  <c:v>70.515396118164105</c:v>
                </c:pt>
                <c:pt idx="441">
                  <c:v>70.310310363769503</c:v>
                </c:pt>
                <c:pt idx="442">
                  <c:v>70.038909912109403</c:v>
                </c:pt>
                <c:pt idx="443">
                  <c:v>69.8349609375</c:v>
                </c:pt>
                <c:pt idx="444">
                  <c:v>69.614120483398395</c:v>
                </c:pt>
                <c:pt idx="445">
                  <c:v>69.461463928222699</c:v>
                </c:pt>
                <c:pt idx="446">
                  <c:v>69.279296875</c:v>
                </c:pt>
                <c:pt idx="447">
                  <c:v>69.153343200683594</c:v>
                </c:pt>
                <c:pt idx="448">
                  <c:v>69.061660766601605</c:v>
                </c:pt>
                <c:pt idx="449">
                  <c:v>69.008628845214801</c:v>
                </c:pt>
                <c:pt idx="450">
                  <c:v>68.956771850585895</c:v>
                </c:pt>
                <c:pt idx="451">
                  <c:v>68.917938232421903</c:v>
                </c:pt>
                <c:pt idx="452">
                  <c:v>68.832122802734403</c:v>
                </c:pt>
                <c:pt idx="453">
                  <c:v>68.632987976074205</c:v>
                </c:pt>
                <c:pt idx="454">
                  <c:v>68.386474609375</c:v>
                </c:pt>
                <c:pt idx="455">
                  <c:v>68.200752258300795</c:v>
                </c:pt>
                <c:pt idx="456">
                  <c:v>68.339340209960895</c:v>
                </c:pt>
                <c:pt idx="457">
                  <c:v>68.255233764648395</c:v>
                </c:pt>
                <c:pt idx="458">
                  <c:v>67.877899169921903</c:v>
                </c:pt>
                <c:pt idx="459">
                  <c:v>67.783744812011705</c:v>
                </c:pt>
                <c:pt idx="460">
                  <c:v>67.790763854980497</c:v>
                </c:pt>
                <c:pt idx="461">
                  <c:v>67.737045288085895</c:v>
                </c:pt>
                <c:pt idx="462">
                  <c:v>67.991256713867202</c:v>
                </c:pt>
                <c:pt idx="463">
                  <c:v>68.131919860839801</c:v>
                </c:pt>
                <c:pt idx="464">
                  <c:v>68.246551513671903</c:v>
                </c:pt>
                <c:pt idx="465">
                  <c:v>68.196884155273395</c:v>
                </c:pt>
                <c:pt idx="466">
                  <c:v>68.161338806152301</c:v>
                </c:pt>
                <c:pt idx="467">
                  <c:v>68.254455566406307</c:v>
                </c:pt>
                <c:pt idx="468">
                  <c:v>68.455863952636705</c:v>
                </c:pt>
                <c:pt idx="469">
                  <c:v>68.727645874023395</c:v>
                </c:pt>
                <c:pt idx="470">
                  <c:v>68.831443786621094</c:v>
                </c:pt>
                <c:pt idx="471">
                  <c:v>68.908119201660199</c:v>
                </c:pt>
                <c:pt idx="472">
                  <c:v>69.113250732421903</c:v>
                </c:pt>
                <c:pt idx="473">
                  <c:v>69.280838012695298</c:v>
                </c:pt>
                <c:pt idx="474">
                  <c:v>69.422683715820298</c:v>
                </c:pt>
                <c:pt idx="475">
                  <c:v>69.883399963378906</c:v>
                </c:pt>
                <c:pt idx="476">
                  <c:v>70.068656921386705</c:v>
                </c:pt>
                <c:pt idx="477">
                  <c:v>70.177688598632798</c:v>
                </c:pt>
                <c:pt idx="478">
                  <c:v>70.3212890625</c:v>
                </c:pt>
                <c:pt idx="479">
                  <c:v>70.304412841796903</c:v>
                </c:pt>
                <c:pt idx="480">
                  <c:v>70.094985961914105</c:v>
                </c:pt>
                <c:pt idx="481">
                  <c:v>69.908363342285199</c:v>
                </c:pt>
                <c:pt idx="482">
                  <c:v>69.787879943847699</c:v>
                </c:pt>
                <c:pt idx="483">
                  <c:v>69.702308654785199</c:v>
                </c:pt>
                <c:pt idx="484">
                  <c:v>69.651863098144503</c:v>
                </c:pt>
                <c:pt idx="485">
                  <c:v>69.485092163085895</c:v>
                </c:pt>
                <c:pt idx="486">
                  <c:v>69.480987548828097</c:v>
                </c:pt>
                <c:pt idx="487">
                  <c:v>69.279396057128906</c:v>
                </c:pt>
                <c:pt idx="488">
                  <c:v>69.327651977539105</c:v>
                </c:pt>
                <c:pt idx="489">
                  <c:v>69.366378784179702</c:v>
                </c:pt>
                <c:pt idx="490">
                  <c:v>69.386573791503906</c:v>
                </c:pt>
                <c:pt idx="491">
                  <c:v>69.438613891601605</c:v>
                </c:pt>
                <c:pt idx="492">
                  <c:v>69.497871398925795</c:v>
                </c:pt>
                <c:pt idx="493">
                  <c:v>69.819633483886705</c:v>
                </c:pt>
                <c:pt idx="494">
                  <c:v>70.162788391113295</c:v>
                </c:pt>
                <c:pt idx="495">
                  <c:v>70.376136779785199</c:v>
                </c:pt>
                <c:pt idx="496">
                  <c:v>70.477058410644503</c:v>
                </c:pt>
                <c:pt idx="497">
                  <c:v>70.562065124511705</c:v>
                </c:pt>
                <c:pt idx="498">
                  <c:v>70.754524230957003</c:v>
                </c:pt>
                <c:pt idx="499">
                  <c:v>71.042640686035199</c:v>
                </c:pt>
                <c:pt idx="500">
                  <c:v>71.3939208984375</c:v>
                </c:pt>
                <c:pt idx="501">
                  <c:v>71.386077880859403</c:v>
                </c:pt>
                <c:pt idx="502">
                  <c:v>71.573326110839801</c:v>
                </c:pt>
                <c:pt idx="503">
                  <c:v>71.763000488281307</c:v>
                </c:pt>
                <c:pt idx="504">
                  <c:v>71.892616271972699</c:v>
                </c:pt>
                <c:pt idx="505">
                  <c:v>71.989585876464801</c:v>
                </c:pt>
                <c:pt idx="506">
                  <c:v>72.053886413574205</c:v>
                </c:pt>
                <c:pt idx="507">
                  <c:v>72.086898803710895</c:v>
                </c:pt>
                <c:pt idx="508">
                  <c:v>72.103843688964801</c:v>
                </c:pt>
                <c:pt idx="509">
                  <c:v>72.112548828125</c:v>
                </c:pt>
                <c:pt idx="510">
                  <c:v>72.117019653320298</c:v>
                </c:pt>
                <c:pt idx="511">
                  <c:v>72.119308471679702</c:v>
                </c:pt>
                <c:pt idx="512">
                  <c:v>72.120491027832003</c:v>
                </c:pt>
                <c:pt idx="513">
                  <c:v>72.12109375</c:v>
                </c:pt>
                <c:pt idx="514">
                  <c:v>72.121406555175795</c:v>
                </c:pt>
                <c:pt idx="515">
                  <c:v>72.121559143066406</c:v>
                </c:pt>
                <c:pt idx="516">
                  <c:v>72.121643066406307</c:v>
                </c:pt>
                <c:pt idx="517">
                  <c:v>72.121688842773395</c:v>
                </c:pt>
                <c:pt idx="518">
                  <c:v>72.1217041015625</c:v>
                </c:pt>
                <c:pt idx="519">
                  <c:v>72.121719360351605</c:v>
                </c:pt>
                <c:pt idx="520">
                  <c:v>72.121726989746094</c:v>
                </c:pt>
                <c:pt idx="521">
                  <c:v>72.121726989746094</c:v>
                </c:pt>
                <c:pt idx="522">
                  <c:v>72.087516784667997</c:v>
                </c:pt>
                <c:pt idx="523">
                  <c:v>71.991340637207003</c:v>
                </c:pt>
                <c:pt idx="524">
                  <c:v>72.023551940917997</c:v>
                </c:pt>
                <c:pt idx="525">
                  <c:v>72.034248352050795</c:v>
                </c:pt>
                <c:pt idx="526">
                  <c:v>71.944374084472699</c:v>
                </c:pt>
                <c:pt idx="527">
                  <c:v>71.831047058105497</c:v>
                </c:pt>
                <c:pt idx="528">
                  <c:v>71.805488586425795</c:v>
                </c:pt>
                <c:pt idx="529">
                  <c:v>71.831863403320298</c:v>
                </c:pt>
                <c:pt idx="530">
                  <c:v>71.617218017578097</c:v>
                </c:pt>
                <c:pt idx="531">
                  <c:v>71.492851257324205</c:v>
                </c:pt>
                <c:pt idx="532">
                  <c:v>71.466873168945298</c:v>
                </c:pt>
                <c:pt idx="533">
                  <c:v>71.383827209472699</c:v>
                </c:pt>
                <c:pt idx="534">
                  <c:v>71.268592834472699</c:v>
                </c:pt>
                <c:pt idx="535">
                  <c:v>71.304695129394503</c:v>
                </c:pt>
                <c:pt idx="536">
                  <c:v>71.137596130371094</c:v>
                </c:pt>
                <c:pt idx="537">
                  <c:v>71.0614013671875</c:v>
                </c:pt>
                <c:pt idx="538">
                  <c:v>70.946220397949205</c:v>
                </c:pt>
                <c:pt idx="539">
                  <c:v>70.928955078125</c:v>
                </c:pt>
                <c:pt idx="540">
                  <c:v>70.924819946289105</c:v>
                </c:pt>
                <c:pt idx="541">
                  <c:v>70.810089111328097</c:v>
                </c:pt>
                <c:pt idx="542">
                  <c:v>70.686622619628906</c:v>
                </c:pt>
                <c:pt idx="543">
                  <c:v>70.609588623046903</c:v>
                </c:pt>
                <c:pt idx="544">
                  <c:v>70.578010559082003</c:v>
                </c:pt>
                <c:pt idx="545">
                  <c:v>70.565254211425795</c:v>
                </c:pt>
                <c:pt idx="546">
                  <c:v>70.520217895507798</c:v>
                </c:pt>
                <c:pt idx="547">
                  <c:v>70.395500183105497</c:v>
                </c:pt>
                <c:pt idx="548">
                  <c:v>70.320549011230497</c:v>
                </c:pt>
                <c:pt idx="549">
                  <c:v>70.0494384765625</c:v>
                </c:pt>
                <c:pt idx="550">
                  <c:v>69.8638916015625</c:v>
                </c:pt>
                <c:pt idx="551">
                  <c:v>69.583625793457003</c:v>
                </c:pt>
                <c:pt idx="552">
                  <c:v>69.411720275878906</c:v>
                </c:pt>
                <c:pt idx="553">
                  <c:v>69.319259643554702</c:v>
                </c:pt>
                <c:pt idx="554">
                  <c:v>69.230072021484403</c:v>
                </c:pt>
                <c:pt idx="555">
                  <c:v>69.141174316406307</c:v>
                </c:pt>
                <c:pt idx="556">
                  <c:v>69.066833496093807</c:v>
                </c:pt>
                <c:pt idx="557">
                  <c:v>68.992912292480497</c:v>
                </c:pt>
                <c:pt idx="558">
                  <c:v>68.950538635253906</c:v>
                </c:pt>
                <c:pt idx="559">
                  <c:v>68.929481506347699</c:v>
                </c:pt>
                <c:pt idx="560">
                  <c:v>68.863952636718807</c:v>
                </c:pt>
                <c:pt idx="561">
                  <c:v>68.677192687988295</c:v>
                </c:pt>
                <c:pt idx="562">
                  <c:v>68.487785339355497</c:v>
                </c:pt>
                <c:pt idx="563">
                  <c:v>68.246826171875</c:v>
                </c:pt>
                <c:pt idx="564">
                  <c:v>68.049545288085895</c:v>
                </c:pt>
                <c:pt idx="565">
                  <c:v>67.881271362304702</c:v>
                </c:pt>
                <c:pt idx="566">
                  <c:v>67.599792480468807</c:v>
                </c:pt>
                <c:pt idx="567">
                  <c:v>67.426689147949205</c:v>
                </c:pt>
                <c:pt idx="568">
                  <c:v>67.291030883789105</c:v>
                </c:pt>
                <c:pt idx="569">
                  <c:v>67.220115661621094</c:v>
                </c:pt>
                <c:pt idx="570">
                  <c:v>67.106712341308594</c:v>
                </c:pt>
                <c:pt idx="571">
                  <c:v>66.7818603515625</c:v>
                </c:pt>
                <c:pt idx="572">
                  <c:v>66.710784912109403</c:v>
                </c:pt>
                <c:pt idx="573">
                  <c:v>66.481765747070298</c:v>
                </c:pt>
                <c:pt idx="574">
                  <c:v>66.121902465820298</c:v>
                </c:pt>
                <c:pt idx="575">
                  <c:v>65.912727355957003</c:v>
                </c:pt>
                <c:pt idx="576">
                  <c:v>65.797691345214801</c:v>
                </c:pt>
                <c:pt idx="577">
                  <c:v>65.695587158203097</c:v>
                </c:pt>
                <c:pt idx="578">
                  <c:v>65.643157958984403</c:v>
                </c:pt>
                <c:pt idx="579">
                  <c:v>65.615280151367202</c:v>
                </c:pt>
                <c:pt idx="580">
                  <c:v>65.597381591796903</c:v>
                </c:pt>
                <c:pt idx="581">
                  <c:v>65.579635620117202</c:v>
                </c:pt>
                <c:pt idx="582">
                  <c:v>65.572166442871094</c:v>
                </c:pt>
                <c:pt idx="583">
                  <c:v>65.563232421875</c:v>
                </c:pt>
                <c:pt idx="584">
                  <c:v>65.409751892089801</c:v>
                </c:pt>
                <c:pt idx="585">
                  <c:v>65.293395996093807</c:v>
                </c:pt>
                <c:pt idx="586">
                  <c:v>65.215904235839801</c:v>
                </c:pt>
                <c:pt idx="587">
                  <c:v>65.117790222167997</c:v>
                </c:pt>
                <c:pt idx="588">
                  <c:v>64.969291687011705</c:v>
                </c:pt>
                <c:pt idx="589">
                  <c:v>64.882675170898395</c:v>
                </c:pt>
                <c:pt idx="590">
                  <c:v>64.674537658691406</c:v>
                </c:pt>
                <c:pt idx="591">
                  <c:v>64.556228637695298</c:v>
                </c:pt>
                <c:pt idx="592">
                  <c:v>64.3968505859375</c:v>
                </c:pt>
                <c:pt idx="593">
                  <c:v>64.237030029296903</c:v>
                </c:pt>
                <c:pt idx="594">
                  <c:v>64.166419982910199</c:v>
                </c:pt>
                <c:pt idx="595">
                  <c:v>64.097320556640597</c:v>
                </c:pt>
                <c:pt idx="596">
                  <c:v>64.069564819335895</c:v>
                </c:pt>
                <c:pt idx="597">
                  <c:v>64.044006347656307</c:v>
                </c:pt>
                <c:pt idx="598">
                  <c:v>64.008674621582003</c:v>
                </c:pt>
                <c:pt idx="599">
                  <c:v>64.002952575683594</c:v>
                </c:pt>
                <c:pt idx="600">
                  <c:v>64.025100708007798</c:v>
                </c:pt>
                <c:pt idx="601">
                  <c:v>63.999137878417997</c:v>
                </c:pt>
                <c:pt idx="602">
                  <c:v>64.006149291992202</c:v>
                </c:pt>
                <c:pt idx="603">
                  <c:v>63.993350982666001</c:v>
                </c:pt>
                <c:pt idx="604">
                  <c:v>64.110275268554702</c:v>
                </c:pt>
                <c:pt idx="605">
                  <c:v>64.231887817382798</c:v>
                </c:pt>
                <c:pt idx="606">
                  <c:v>64.365028381347699</c:v>
                </c:pt>
                <c:pt idx="607">
                  <c:v>64.684646606445298</c:v>
                </c:pt>
                <c:pt idx="608">
                  <c:v>64.844619750976605</c:v>
                </c:pt>
                <c:pt idx="609">
                  <c:v>64.814025878906307</c:v>
                </c:pt>
                <c:pt idx="610">
                  <c:v>64.967323303222699</c:v>
                </c:pt>
                <c:pt idx="611">
                  <c:v>65.072738647460895</c:v>
                </c:pt>
                <c:pt idx="612">
                  <c:v>65.126716613769503</c:v>
                </c:pt>
                <c:pt idx="613">
                  <c:v>65.137481689453097</c:v>
                </c:pt>
                <c:pt idx="614">
                  <c:v>65.339065551757798</c:v>
                </c:pt>
                <c:pt idx="615">
                  <c:v>65.448814392089801</c:v>
                </c:pt>
                <c:pt idx="616">
                  <c:v>65.496315002441406</c:v>
                </c:pt>
                <c:pt idx="617">
                  <c:v>65.443153381347699</c:v>
                </c:pt>
                <c:pt idx="618">
                  <c:v>65.501564025878906</c:v>
                </c:pt>
                <c:pt idx="619">
                  <c:v>65.542579650878906</c:v>
                </c:pt>
                <c:pt idx="620">
                  <c:v>65.851379394531307</c:v>
                </c:pt>
                <c:pt idx="621">
                  <c:v>66.191757202148395</c:v>
                </c:pt>
                <c:pt idx="622">
                  <c:v>66.403289794921903</c:v>
                </c:pt>
                <c:pt idx="623">
                  <c:v>66.979545593261705</c:v>
                </c:pt>
                <c:pt idx="624">
                  <c:v>67.314102172851605</c:v>
                </c:pt>
                <c:pt idx="625">
                  <c:v>67.432312011718807</c:v>
                </c:pt>
                <c:pt idx="626">
                  <c:v>68.073257446289105</c:v>
                </c:pt>
                <c:pt idx="627">
                  <c:v>68.376480102539105</c:v>
                </c:pt>
                <c:pt idx="628">
                  <c:v>68.646049499511705</c:v>
                </c:pt>
                <c:pt idx="629">
                  <c:v>68.837738037109403</c:v>
                </c:pt>
                <c:pt idx="630">
                  <c:v>69.092491149902301</c:v>
                </c:pt>
                <c:pt idx="631">
                  <c:v>69.2020263671875</c:v>
                </c:pt>
                <c:pt idx="632">
                  <c:v>69.473533630371094</c:v>
                </c:pt>
                <c:pt idx="633">
                  <c:v>69.547821044921903</c:v>
                </c:pt>
                <c:pt idx="634">
                  <c:v>69.814300537109403</c:v>
                </c:pt>
                <c:pt idx="635">
                  <c:v>69.897377014160199</c:v>
                </c:pt>
                <c:pt idx="636">
                  <c:v>69.895912170410199</c:v>
                </c:pt>
                <c:pt idx="637">
                  <c:v>70.235466003417997</c:v>
                </c:pt>
                <c:pt idx="638">
                  <c:v>70.366424560546903</c:v>
                </c:pt>
                <c:pt idx="639">
                  <c:v>70.487503051757798</c:v>
                </c:pt>
                <c:pt idx="640">
                  <c:v>70.621742248535199</c:v>
                </c:pt>
                <c:pt idx="641">
                  <c:v>70.947967529296903</c:v>
                </c:pt>
                <c:pt idx="642">
                  <c:v>71.019340515136705</c:v>
                </c:pt>
                <c:pt idx="643">
                  <c:v>71.153335571289105</c:v>
                </c:pt>
                <c:pt idx="644">
                  <c:v>71.528182983398395</c:v>
                </c:pt>
                <c:pt idx="645">
                  <c:v>71.774543762207003</c:v>
                </c:pt>
                <c:pt idx="646">
                  <c:v>71.937362670898395</c:v>
                </c:pt>
                <c:pt idx="647">
                  <c:v>72.025474548339801</c:v>
                </c:pt>
                <c:pt idx="648">
                  <c:v>72.072074890136705</c:v>
                </c:pt>
                <c:pt idx="649">
                  <c:v>72.096237182617202</c:v>
                </c:pt>
                <c:pt idx="650">
                  <c:v>72.108642578125</c:v>
                </c:pt>
                <c:pt idx="651">
                  <c:v>72.164146423339801</c:v>
                </c:pt>
                <c:pt idx="652">
                  <c:v>72.147361755371094</c:v>
                </c:pt>
                <c:pt idx="653">
                  <c:v>72.160377502441406</c:v>
                </c:pt>
                <c:pt idx="654">
                  <c:v>72.271774291992202</c:v>
                </c:pt>
                <c:pt idx="655">
                  <c:v>72.198768615722699</c:v>
                </c:pt>
                <c:pt idx="656">
                  <c:v>72.285408020019503</c:v>
                </c:pt>
                <c:pt idx="657">
                  <c:v>72.205764770507798</c:v>
                </c:pt>
                <c:pt idx="658">
                  <c:v>72.496788024902301</c:v>
                </c:pt>
                <c:pt idx="659">
                  <c:v>73.381912231445298</c:v>
                </c:pt>
                <c:pt idx="660">
                  <c:v>73.939216613769503</c:v>
                </c:pt>
                <c:pt idx="661">
                  <c:v>74.595031738281307</c:v>
                </c:pt>
                <c:pt idx="662">
                  <c:v>75.0206298828125</c:v>
                </c:pt>
                <c:pt idx="663">
                  <c:v>75.406951904296903</c:v>
                </c:pt>
                <c:pt idx="664">
                  <c:v>75.666145324707003</c:v>
                </c:pt>
                <c:pt idx="665">
                  <c:v>76.198715209960895</c:v>
                </c:pt>
                <c:pt idx="666">
                  <c:v>76.844207763671903</c:v>
                </c:pt>
                <c:pt idx="667">
                  <c:v>77.484565734863295</c:v>
                </c:pt>
                <c:pt idx="668">
                  <c:v>77.979843139648395</c:v>
                </c:pt>
                <c:pt idx="669">
                  <c:v>78.221572875976605</c:v>
                </c:pt>
                <c:pt idx="670">
                  <c:v>78.44482421875</c:v>
                </c:pt>
                <c:pt idx="671">
                  <c:v>78.584541320800795</c:v>
                </c:pt>
                <c:pt idx="672">
                  <c:v>78.651916503906307</c:v>
                </c:pt>
                <c:pt idx="673">
                  <c:v>78.768386840820298</c:v>
                </c:pt>
                <c:pt idx="674">
                  <c:v>78.972282409667997</c:v>
                </c:pt>
                <c:pt idx="675">
                  <c:v>79.354804992675795</c:v>
                </c:pt>
                <c:pt idx="676">
                  <c:v>79.580833435058594</c:v>
                </c:pt>
                <c:pt idx="677">
                  <c:v>80.149208068847699</c:v>
                </c:pt>
                <c:pt idx="678">
                  <c:v>80.385993957519503</c:v>
                </c:pt>
                <c:pt idx="679">
                  <c:v>80.532867431640597</c:v>
                </c:pt>
                <c:pt idx="680">
                  <c:v>81.032646179199205</c:v>
                </c:pt>
                <c:pt idx="681">
                  <c:v>81.428123474121094</c:v>
                </c:pt>
                <c:pt idx="682">
                  <c:v>81.612663269042997</c:v>
                </c:pt>
                <c:pt idx="683">
                  <c:v>81.839012145996094</c:v>
                </c:pt>
                <c:pt idx="684">
                  <c:v>82.01708984375</c:v>
                </c:pt>
                <c:pt idx="685">
                  <c:v>82.031867980957003</c:v>
                </c:pt>
                <c:pt idx="686">
                  <c:v>82.201377868652301</c:v>
                </c:pt>
                <c:pt idx="687">
                  <c:v>82.507858276367202</c:v>
                </c:pt>
                <c:pt idx="688">
                  <c:v>82.637313842773395</c:v>
                </c:pt>
                <c:pt idx="689">
                  <c:v>82.768264770507798</c:v>
                </c:pt>
                <c:pt idx="690">
                  <c:v>83.012191772460895</c:v>
                </c:pt>
                <c:pt idx="691">
                  <c:v>83.294090270996094</c:v>
                </c:pt>
                <c:pt idx="692">
                  <c:v>83.311393737792997</c:v>
                </c:pt>
                <c:pt idx="693">
                  <c:v>83.421379089355497</c:v>
                </c:pt>
                <c:pt idx="694">
                  <c:v>83.520965576171903</c:v>
                </c:pt>
                <c:pt idx="695">
                  <c:v>83.573791503906307</c:v>
                </c:pt>
                <c:pt idx="696">
                  <c:v>83.584762573242202</c:v>
                </c:pt>
                <c:pt idx="697">
                  <c:v>83.400497436523395</c:v>
                </c:pt>
                <c:pt idx="698">
                  <c:v>83.500198364257798</c:v>
                </c:pt>
                <c:pt idx="699">
                  <c:v>83.568061828613295</c:v>
                </c:pt>
                <c:pt idx="700">
                  <c:v>83.587966918945298</c:v>
                </c:pt>
                <c:pt idx="701">
                  <c:v>83.583717346191406</c:v>
                </c:pt>
                <c:pt idx="702">
                  <c:v>83.909606933593807</c:v>
                </c:pt>
                <c:pt idx="703">
                  <c:v>83.854637145996094</c:v>
                </c:pt>
                <c:pt idx="704">
                  <c:v>83.981582641601605</c:v>
                </c:pt>
                <c:pt idx="705">
                  <c:v>83.949645996093807</c:v>
                </c:pt>
                <c:pt idx="706">
                  <c:v>84.049446105957003</c:v>
                </c:pt>
                <c:pt idx="707">
                  <c:v>84.099685668945298</c:v>
                </c:pt>
                <c:pt idx="708">
                  <c:v>84.081069946289105</c:v>
                </c:pt>
                <c:pt idx="709">
                  <c:v>84.095382690429702</c:v>
                </c:pt>
                <c:pt idx="710">
                  <c:v>84.145988464355497</c:v>
                </c:pt>
                <c:pt idx="711">
                  <c:v>84.162010192871094</c:v>
                </c:pt>
                <c:pt idx="712">
                  <c:v>84.093391418457003</c:v>
                </c:pt>
                <c:pt idx="713">
                  <c:v>83.965957641601605</c:v>
                </c:pt>
                <c:pt idx="714">
                  <c:v>83.83544921875</c:v>
                </c:pt>
                <c:pt idx="715">
                  <c:v>83.890838623046903</c:v>
                </c:pt>
                <c:pt idx="716">
                  <c:v>83.786720275878906</c:v>
                </c:pt>
                <c:pt idx="717">
                  <c:v>83.726371765136705</c:v>
                </c:pt>
                <c:pt idx="718">
                  <c:v>83.630805969238295</c:v>
                </c:pt>
                <c:pt idx="719">
                  <c:v>83.372177124023395</c:v>
                </c:pt>
                <c:pt idx="720">
                  <c:v>83.097145080566406</c:v>
                </c:pt>
                <c:pt idx="721">
                  <c:v>82.978332519531307</c:v>
                </c:pt>
                <c:pt idx="722">
                  <c:v>82.847808837890597</c:v>
                </c:pt>
                <c:pt idx="723">
                  <c:v>82.673675537109403</c:v>
                </c:pt>
                <c:pt idx="724">
                  <c:v>82.491165161132798</c:v>
                </c:pt>
                <c:pt idx="725">
                  <c:v>82.2794189453125</c:v>
                </c:pt>
                <c:pt idx="726">
                  <c:v>82.220359802246094</c:v>
                </c:pt>
                <c:pt idx="727">
                  <c:v>82.173973083496094</c:v>
                </c:pt>
                <c:pt idx="728">
                  <c:v>82.189521789550795</c:v>
                </c:pt>
                <c:pt idx="729">
                  <c:v>82.240386962890597</c:v>
                </c:pt>
                <c:pt idx="730">
                  <c:v>82.211090087890597</c:v>
                </c:pt>
                <c:pt idx="731">
                  <c:v>82.153236389160199</c:v>
                </c:pt>
                <c:pt idx="732">
                  <c:v>82.097702026367202</c:v>
                </c:pt>
                <c:pt idx="733">
                  <c:v>81.876182556152301</c:v>
                </c:pt>
                <c:pt idx="734">
                  <c:v>81.861404418945298</c:v>
                </c:pt>
                <c:pt idx="735">
                  <c:v>81.8045654296875</c:v>
                </c:pt>
                <c:pt idx="736">
                  <c:v>81.668540954589801</c:v>
                </c:pt>
                <c:pt idx="737">
                  <c:v>81.415931701660199</c:v>
                </c:pt>
                <c:pt idx="738">
                  <c:v>81.316719055175795</c:v>
                </c:pt>
                <c:pt idx="739">
                  <c:v>81.196891784667997</c:v>
                </c:pt>
                <c:pt idx="740">
                  <c:v>81.142967224121094</c:v>
                </c:pt>
                <c:pt idx="741">
                  <c:v>80.973945617675795</c:v>
                </c:pt>
                <c:pt idx="742">
                  <c:v>80.8577880859375</c:v>
                </c:pt>
                <c:pt idx="743">
                  <c:v>80.672943115234403</c:v>
                </c:pt>
                <c:pt idx="744">
                  <c:v>80.513832092285199</c:v>
                </c:pt>
                <c:pt idx="745">
                  <c:v>80.415176391601605</c:v>
                </c:pt>
                <c:pt idx="746">
                  <c:v>80.353347778320298</c:v>
                </c:pt>
                <c:pt idx="747">
                  <c:v>80.212501525878906</c:v>
                </c:pt>
                <c:pt idx="748">
                  <c:v>79.954528808593807</c:v>
                </c:pt>
                <c:pt idx="749">
                  <c:v>79.791213989257798</c:v>
                </c:pt>
                <c:pt idx="750">
                  <c:v>79.621887207031307</c:v>
                </c:pt>
                <c:pt idx="751">
                  <c:v>79.438858032226605</c:v>
                </c:pt>
                <c:pt idx="752">
                  <c:v>79.301826477050795</c:v>
                </c:pt>
                <c:pt idx="753">
                  <c:v>79.089111328125</c:v>
                </c:pt>
                <c:pt idx="754">
                  <c:v>78.915420532226605</c:v>
                </c:pt>
                <c:pt idx="755">
                  <c:v>78.814758300781307</c:v>
                </c:pt>
                <c:pt idx="756">
                  <c:v>78.762283325195298</c:v>
                </c:pt>
                <c:pt idx="757">
                  <c:v>78.735221862792997</c:v>
                </c:pt>
                <c:pt idx="758">
                  <c:v>78.721328735351605</c:v>
                </c:pt>
                <c:pt idx="759">
                  <c:v>78.688705444335895</c:v>
                </c:pt>
                <c:pt idx="760">
                  <c:v>78.550369262695298</c:v>
                </c:pt>
                <c:pt idx="761">
                  <c:v>78.025283813476605</c:v>
                </c:pt>
                <c:pt idx="762">
                  <c:v>77.568870544433594</c:v>
                </c:pt>
                <c:pt idx="763">
                  <c:v>77.054985046386705</c:v>
                </c:pt>
                <c:pt idx="764">
                  <c:v>76.676834106445298</c:v>
                </c:pt>
                <c:pt idx="765">
                  <c:v>76.321220397949205</c:v>
                </c:pt>
                <c:pt idx="766">
                  <c:v>76.026863098144503</c:v>
                </c:pt>
                <c:pt idx="767">
                  <c:v>75.829254150390597</c:v>
                </c:pt>
                <c:pt idx="768">
                  <c:v>75.666854858398395</c:v>
                </c:pt>
                <c:pt idx="769">
                  <c:v>75.559654235839801</c:v>
                </c:pt>
                <c:pt idx="770">
                  <c:v>75.501296997070298</c:v>
                </c:pt>
                <c:pt idx="771">
                  <c:v>75.301696777343807</c:v>
                </c:pt>
                <c:pt idx="772">
                  <c:v>75.056533813476605</c:v>
                </c:pt>
                <c:pt idx="773">
                  <c:v>74.717681884765597</c:v>
                </c:pt>
                <c:pt idx="774">
                  <c:v>74.330352783203097</c:v>
                </c:pt>
                <c:pt idx="775">
                  <c:v>73.714851379394503</c:v>
                </c:pt>
                <c:pt idx="776">
                  <c:v>72.985755920410199</c:v>
                </c:pt>
                <c:pt idx="777">
                  <c:v>72.569190979003906</c:v>
                </c:pt>
                <c:pt idx="778">
                  <c:v>72.351463317871094</c:v>
                </c:pt>
                <c:pt idx="779">
                  <c:v>72.239677429199205</c:v>
                </c:pt>
                <c:pt idx="780">
                  <c:v>72.182289123535199</c:v>
                </c:pt>
                <c:pt idx="781">
                  <c:v>72.152824401855497</c:v>
                </c:pt>
                <c:pt idx="782">
                  <c:v>72.1376953125</c:v>
                </c:pt>
                <c:pt idx="783">
                  <c:v>72.128334045410199</c:v>
                </c:pt>
                <c:pt idx="784">
                  <c:v>72.115318298339801</c:v>
                </c:pt>
                <c:pt idx="785">
                  <c:v>72.061721801757798</c:v>
                </c:pt>
                <c:pt idx="786">
                  <c:v>72.007171630859403</c:v>
                </c:pt>
                <c:pt idx="787">
                  <c:v>71.899848937988295</c:v>
                </c:pt>
                <c:pt idx="788">
                  <c:v>71.766494750976605</c:v>
                </c:pt>
                <c:pt idx="789">
                  <c:v>71.554336547851605</c:v>
                </c:pt>
                <c:pt idx="790">
                  <c:v>71.425514221191406</c:v>
                </c:pt>
                <c:pt idx="791">
                  <c:v>71.350265502929702</c:v>
                </c:pt>
                <c:pt idx="792">
                  <c:v>71.244865417480497</c:v>
                </c:pt>
                <c:pt idx="793">
                  <c:v>71.041915893554702</c:v>
                </c:pt>
                <c:pt idx="794">
                  <c:v>70.865783691406307</c:v>
                </c:pt>
                <c:pt idx="795">
                  <c:v>70.727378845214801</c:v>
                </c:pt>
                <c:pt idx="796">
                  <c:v>70.644096374511705</c:v>
                </c:pt>
                <c:pt idx="797">
                  <c:v>70.593109130859403</c:v>
                </c:pt>
                <c:pt idx="798">
                  <c:v>70.4901123046875</c:v>
                </c:pt>
                <c:pt idx="799">
                  <c:v>70.2589111328125</c:v>
                </c:pt>
                <c:pt idx="800">
                  <c:v>70.074317932128906</c:v>
                </c:pt>
                <c:pt idx="801">
                  <c:v>69.798995971679702</c:v>
                </c:pt>
                <c:pt idx="802">
                  <c:v>69.561676025390597</c:v>
                </c:pt>
                <c:pt idx="803">
                  <c:v>69.389923095703097</c:v>
                </c:pt>
                <c:pt idx="804">
                  <c:v>69.239967346191406</c:v>
                </c:pt>
                <c:pt idx="805">
                  <c:v>69.127357482910199</c:v>
                </c:pt>
                <c:pt idx="806">
                  <c:v>69.041175842285199</c:v>
                </c:pt>
                <c:pt idx="807">
                  <c:v>68.980209350585895</c:v>
                </c:pt>
                <c:pt idx="808">
                  <c:v>68.944831848144503</c:v>
                </c:pt>
                <c:pt idx="809">
                  <c:v>68.911437988281307</c:v>
                </c:pt>
                <c:pt idx="810">
                  <c:v>68.726753234863295</c:v>
                </c:pt>
                <c:pt idx="811">
                  <c:v>68.553321838378906</c:v>
                </c:pt>
                <c:pt idx="812">
                  <c:v>68.329414367675795</c:v>
                </c:pt>
                <c:pt idx="813">
                  <c:v>68.148658752441406</c:v>
                </c:pt>
                <c:pt idx="814">
                  <c:v>67.989662170410199</c:v>
                </c:pt>
                <c:pt idx="815">
                  <c:v>67.766578674316406</c:v>
                </c:pt>
                <c:pt idx="816">
                  <c:v>67.540832519531307</c:v>
                </c:pt>
                <c:pt idx="817">
                  <c:v>67.416481018066406</c:v>
                </c:pt>
                <c:pt idx="818">
                  <c:v>67.313179016113295</c:v>
                </c:pt>
                <c:pt idx="819">
                  <c:v>67.252845764160199</c:v>
                </c:pt>
                <c:pt idx="820">
                  <c:v>67.179656982421903</c:v>
                </c:pt>
                <c:pt idx="821">
                  <c:v>67.019737243652301</c:v>
                </c:pt>
                <c:pt idx="822">
                  <c:v>66.879623413085895</c:v>
                </c:pt>
                <c:pt idx="823">
                  <c:v>66.668624877929702</c:v>
                </c:pt>
                <c:pt idx="824">
                  <c:v>66.522361755371094</c:v>
                </c:pt>
                <c:pt idx="825">
                  <c:v>66.331970214843807</c:v>
                </c:pt>
                <c:pt idx="826">
                  <c:v>66.164329528808594</c:v>
                </c:pt>
                <c:pt idx="827">
                  <c:v>66.398757934570298</c:v>
                </c:pt>
                <c:pt idx="828">
                  <c:v>66.443679809570298</c:v>
                </c:pt>
                <c:pt idx="829">
                  <c:v>66.479476928710895</c:v>
                </c:pt>
                <c:pt idx="830">
                  <c:v>66.661712646484403</c:v>
                </c:pt>
                <c:pt idx="831">
                  <c:v>66.598648071289105</c:v>
                </c:pt>
                <c:pt idx="832">
                  <c:v>66.450492858886705</c:v>
                </c:pt>
                <c:pt idx="833">
                  <c:v>66.256614685058594</c:v>
                </c:pt>
                <c:pt idx="834">
                  <c:v>66.179763793945298</c:v>
                </c:pt>
                <c:pt idx="835">
                  <c:v>66.167869567871094</c:v>
                </c:pt>
                <c:pt idx="836">
                  <c:v>65.988082885742202</c:v>
                </c:pt>
                <c:pt idx="837">
                  <c:v>65.8330078125</c:v>
                </c:pt>
                <c:pt idx="838">
                  <c:v>65.749496459960895</c:v>
                </c:pt>
                <c:pt idx="839">
                  <c:v>65.677024841308594</c:v>
                </c:pt>
                <c:pt idx="840">
                  <c:v>65.675041198730497</c:v>
                </c:pt>
                <c:pt idx="841">
                  <c:v>65.659065246582003</c:v>
                </c:pt>
                <c:pt idx="842">
                  <c:v>65.624404907226605</c:v>
                </c:pt>
                <c:pt idx="843">
                  <c:v>65.606613159179702</c:v>
                </c:pt>
                <c:pt idx="844">
                  <c:v>65.597480773925795</c:v>
                </c:pt>
                <c:pt idx="845">
                  <c:v>65.592788696289105</c:v>
                </c:pt>
                <c:pt idx="846">
                  <c:v>65.587852478027301</c:v>
                </c:pt>
                <c:pt idx="847">
                  <c:v>65.585723876953097</c:v>
                </c:pt>
                <c:pt idx="848">
                  <c:v>65.584815979003906</c:v>
                </c:pt>
                <c:pt idx="849">
                  <c:v>65.582908630371094</c:v>
                </c:pt>
                <c:pt idx="850">
                  <c:v>65.580718994140597</c:v>
                </c:pt>
                <c:pt idx="851">
                  <c:v>65.5810546875</c:v>
                </c:pt>
                <c:pt idx="852">
                  <c:v>65.575500488281307</c:v>
                </c:pt>
                <c:pt idx="853">
                  <c:v>65.536605834960895</c:v>
                </c:pt>
                <c:pt idx="854">
                  <c:v>65.505622863769503</c:v>
                </c:pt>
                <c:pt idx="855">
                  <c:v>65.460014343261705</c:v>
                </c:pt>
                <c:pt idx="856">
                  <c:v>65.356697082519503</c:v>
                </c:pt>
                <c:pt idx="857">
                  <c:v>65.257408142089801</c:v>
                </c:pt>
                <c:pt idx="858">
                  <c:v>65.093231201171903</c:v>
                </c:pt>
                <c:pt idx="859">
                  <c:v>64.9888916015625</c:v>
                </c:pt>
                <c:pt idx="860">
                  <c:v>64.916786193847699</c:v>
                </c:pt>
                <c:pt idx="861">
                  <c:v>64.854766845703097</c:v>
                </c:pt>
                <c:pt idx="862">
                  <c:v>64.726341247558594</c:v>
                </c:pt>
                <c:pt idx="863">
                  <c:v>64.5584716796875</c:v>
                </c:pt>
                <c:pt idx="864">
                  <c:v>64.431297302246094</c:v>
                </c:pt>
                <c:pt idx="865">
                  <c:v>64.313293457031307</c:v>
                </c:pt>
                <c:pt idx="866">
                  <c:v>64.209068298339801</c:v>
                </c:pt>
                <c:pt idx="867">
                  <c:v>64.137458801269503</c:v>
                </c:pt>
                <c:pt idx="868">
                  <c:v>64.083976745605497</c:v>
                </c:pt>
                <c:pt idx="869">
                  <c:v>64.042236328125</c:v>
                </c:pt>
                <c:pt idx="870">
                  <c:v>64.017082214355497</c:v>
                </c:pt>
                <c:pt idx="871">
                  <c:v>64.002899169921903</c:v>
                </c:pt>
                <c:pt idx="872">
                  <c:v>63.974876403808601</c:v>
                </c:pt>
                <c:pt idx="873">
                  <c:v>63.778400421142599</c:v>
                </c:pt>
                <c:pt idx="874">
                  <c:v>63.518199920654297</c:v>
                </c:pt>
                <c:pt idx="875">
                  <c:v>63.370449066162102</c:v>
                </c:pt>
                <c:pt idx="876">
                  <c:v>63.286094665527301</c:v>
                </c:pt>
                <c:pt idx="877">
                  <c:v>63.158973693847699</c:v>
                </c:pt>
                <c:pt idx="878">
                  <c:v>63.021190643310597</c:v>
                </c:pt>
                <c:pt idx="879">
                  <c:v>62.935634613037102</c:v>
                </c:pt>
                <c:pt idx="880">
                  <c:v>62.783126831054702</c:v>
                </c:pt>
                <c:pt idx="881">
                  <c:v>62.668601989746101</c:v>
                </c:pt>
                <c:pt idx="882">
                  <c:v>62.603996276855497</c:v>
                </c:pt>
                <c:pt idx="883">
                  <c:v>62.552146911621101</c:v>
                </c:pt>
                <c:pt idx="884">
                  <c:v>62.499771118164098</c:v>
                </c:pt>
                <c:pt idx="885">
                  <c:v>62.469799041748097</c:v>
                </c:pt>
                <c:pt idx="886">
                  <c:v>62.4647407531738</c:v>
                </c:pt>
                <c:pt idx="887">
                  <c:v>62.463897705078097</c:v>
                </c:pt>
                <c:pt idx="888">
                  <c:v>62.459014892578097</c:v>
                </c:pt>
                <c:pt idx="889">
                  <c:v>62.4536323547363</c:v>
                </c:pt>
                <c:pt idx="890">
                  <c:v>62.440723419189503</c:v>
                </c:pt>
                <c:pt idx="891">
                  <c:v>62.459049224853501</c:v>
                </c:pt>
                <c:pt idx="892">
                  <c:v>62.445262908935597</c:v>
                </c:pt>
                <c:pt idx="893">
                  <c:v>62.378757476806598</c:v>
                </c:pt>
                <c:pt idx="894">
                  <c:v>62.322017669677699</c:v>
                </c:pt>
                <c:pt idx="895">
                  <c:v>62.461345672607401</c:v>
                </c:pt>
                <c:pt idx="896">
                  <c:v>62.514110565185597</c:v>
                </c:pt>
                <c:pt idx="897">
                  <c:v>62.573051452636697</c:v>
                </c:pt>
                <c:pt idx="898">
                  <c:v>62.653575897216797</c:v>
                </c:pt>
                <c:pt idx="899">
                  <c:v>62.805698394775398</c:v>
                </c:pt>
                <c:pt idx="900">
                  <c:v>62.992301940917997</c:v>
                </c:pt>
                <c:pt idx="901">
                  <c:v>63.157466888427699</c:v>
                </c:pt>
                <c:pt idx="902">
                  <c:v>63.486522674560597</c:v>
                </c:pt>
                <c:pt idx="903">
                  <c:v>63.873218536377003</c:v>
                </c:pt>
                <c:pt idx="904">
                  <c:v>64.163833618164105</c:v>
                </c:pt>
                <c:pt idx="905">
                  <c:v>64.467185974121094</c:v>
                </c:pt>
                <c:pt idx="906">
                  <c:v>64.700134277343807</c:v>
                </c:pt>
                <c:pt idx="907">
                  <c:v>64.940139770507798</c:v>
                </c:pt>
                <c:pt idx="908">
                  <c:v>65.054519653320298</c:v>
                </c:pt>
                <c:pt idx="909">
                  <c:v>65.259056091308594</c:v>
                </c:pt>
                <c:pt idx="910">
                  <c:v>65.418647766113295</c:v>
                </c:pt>
                <c:pt idx="911">
                  <c:v>65.497154235839801</c:v>
                </c:pt>
                <c:pt idx="912">
                  <c:v>65.531005859375</c:v>
                </c:pt>
                <c:pt idx="913">
                  <c:v>65.553245544433594</c:v>
                </c:pt>
                <c:pt idx="914">
                  <c:v>65.569229125976605</c:v>
                </c:pt>
                <c:pt idx="915">
                  <c:v>65.5775146484375</c:v>
                </c:pt>
                <c:pt idx="916">
                  <c:v>65.582115173339801</c:v>
                </c:pt>
                <c:pt idx="917">
                  <c:v>65.583244323730497</c:v>
                </c:pt>
                <c:pt idx="918">
                  <c:v>65.584251403808594</c:v>
                </c:pt>
                <c:pt idx="919">
                  <c:v>65.585998535156307</c:v>
                </c:pt>
                <c:pt idx="920">
                  <c:v>65.586051940917997</c:v>
                </c:pt>
                <c:pt idx="921">
                  <c:v>65.584381103515597</c:v>
                </c:pt>
                <c:pt idx="922">
                  <c:v>65.582740783691406</c:v>
                </c:pt>
                <c:pt idx="923">
                  <c:v>65.572319030761705</c:v>
                </c:pt>
                <c:pt idx="924">
                  <c:v>65.541694641113295</c:v>
                </c:pt>
                <c:pt idx="925">
                  <c:v>65.436851501464801</c:v>
                </c:pt>
                <c:pt idx="926">
                  <c:v>65.393836975097699</c:v>
                </c:pt>
                <c:pt idx="927">
                  <c:v>65.325401306152301</c:v>
                </c:pt>
                <c:pt idx="928">
                  <c:v>65.180290222167997</c:v>
                </c:pt>
                <c:pt idx="929">
                  <c:v>65.088996887207003</c:v>
                </c:pt>
                <c:pt idx="930">
                  <c:v>64.981643676757798</c:v>
                </c:pt>
                <c:pt idx="931">
                  <c:v>64.9630126953125</c:v>
                </c:pt>
                <c:pt idx="932">
                  <c:v>64.924865722656307</c:v>
                </c:pt>
                <c:pt idx="933">
                  <c:v>64.914054870605497</c:v>
                </c:pt>
                <c:pt idx="934">
                  <c:v>64.790985107421903</c:v>
                </c:pt>
                <c:pt idx="935">
                  <c:v>64.775177001953097</c:v>
                </c:pt>
                <c:pt idx="936">
                  <c:v>64.831642150878906</c:v>
                </c:pt>
                <c:pt idx="937">
                  <c:v>64.767654418945298</c:v>
                </c:pt>
                <c:pt idx="938">
                  <c:v>64.6832275390625</c:v>
                </c:pt>
                <c:pt idx="939">
                  <c:v>64.630714416503906</c:v>
                </c:pt>
                <c:pt idx="940">
                  <c:v>64.550811767578097</c:v>
                </c:pt>
                <c:pt idx="941">
                  <c:v>64.398254394531307</c:v>
                </c:pt>
                <c:pt idx="942">
                  <c:v>64.316238403320298</c:v>
                </c:pt>
                <c:pt idx="943">
                  <c:v>64.217742919921903</c:v>
                </c:pt>
                <c:pt idx="944">
                  <c:v>64.168266296386705</c:v>
                </c:pt>
                <c:pt idx="945">
                  <c:v>64.093292236328097</c:v>
                </c:pt>
                <c:pt idx="946">
                  <c:v>64.020240783691406</c:v>
                </c:pt>
                <c:pt idx="947">
                  <c:v>63.832931518554702</c:v>
                </c:pt>
                <c:pt idx="948">
                  <c:v>63.675876617431598</c:v>
                </c:pt>
                <c:pt idx="949">
                  <c:v>63.482376098632798</c:v>
                </c:pt>
                <c:pt idx="950">
                  <c:v>63.328041076660199</c:v>
                </c:pt>
                <c:pt idx="951">
                  <c:v>63.306015014648402</c:v>
                </c:pt>
                <c:pt idx="952">
                  <c:v>63.168498992919901</c:v>
                </c:pt>
                <c:pt idx="953">
                  <c:v>63.026531219482401</c:v>
                </c:pt>
                <c:pt idx="954">
                  <c:v>62.946884155273402</c:v>
                </c:pt>
                <c:pt idx="955">
                  <c:v>62.820369720458999</c:v>
                </c:pt>
                <c:pt idx="956">
                  <c:v>62.702033996582003</c:v>
                </c:pt>
                <c:pt idx="957">
                  <c:v>62.602092742919901</c:v>
                </c:pt>
                <c:pt idx="958">
                  <c:v>62.498275756835902</c:v>
                </c:pt>
                <c:pt idx="959">
                  <c:v>62.423976898193402</c:v>
                </c:pt>
                <c:pt idx="960">
                  <c:v>62.395957946777301</c:v>
                </c:pt>
                <c:pt idx="961">
                  <c:v>62.288246154785199</c:v>
                </c:pt>
                <c:pt idx="962">
                  <c:v>62.271183013916001</c:v>
                </c:pt>
                <c:pt idx="963">
                  <c:v>62.220954895019503</c:v>
                </c:pt>
                <c:pt idx="964">
                  <c:v>62.108432769775398</c:v>
                </c:pt>
                <c:pt idx="965">
                  <c:v>62.001010894775398</c:v>
                </c:pt>
                <c:pt idx="966">
                  <c:v>62.002754211425803</c:v>
                </c:pt>
                <c:pt idx="967">
                  <c:v>61.9635009765625</c:v>
                </c:pt>
                <c:pt idx="968">
                  <c:v>61.902755737304702</c:v>
                </c:pt>
                <c:pt idx="969">
                  <c:v>61.761940002441399</c:v>
                </c:pt>
                <c:pt idx="970">
                  <c:v>61.736396789550803</c:v>
                </c:pt>
                <c:pt idx="971">
                  <c:v>61.648239135742202</c:v>
                </c:pt>
                <c:pt idx="972">
                  <c:v>61.599498748779297</c:v>
                </c:pt>
                <c:pt idx="973">
                  <c:v>61.595794677734403</c:v>
                </c:pt>
                <c:pt idx="974">
                  <c:v>61.550083160400398</c:v>
                </c:pt>
                <c:pt idx="975">
                  <c:v>61.4986381530762</c:v>
                </c:pt>
                <c:pt idx="976">
                  <c:v>61.496173858642599</c:v>
                </c:pt>
                <c:pt idx="977">
                  <c:v>61.507705688476598</c:v>
                </c:pt>
                <c:pt idx="978">
                  <c:v>61.357257843017599</c:v>
                </c:pt>
                <c:pt idx="979">
                  <c:v>61.224704742431598</c:v>
                </c:pt>
                <c:pt idx="980">
                  <c:v>61.117942810058601</c:v>
                </c:pt>
                <c:pt idx="981">
                  <c:v>61.011756896972699</c:v>
                </c:pt>
                <c:pt idx="982">
                  <c:v>60.870700836181598</c:v>
                </c:pt>
                <c:pt idx="983">
                  <c:v>60.778308868408203</c:v>
                </c:pt>
                <c:pt idx="984">
                  <c:v>60.716831207275398</c:v>
                </c:pt>
                <c:pt idx="985">
                  <c:v>60.653564453125</c:v>
                </c:pt>
                <c:pt idx="986">
                  <c:v>60.605228424072301</c:v>
                </c:pt>
                <c:pt idx="987">
                  <c:v>60.554004669189503</c:v>
                </c:pt>
                <c:pt idx="988">
                  <c:v>60.416328430175803</c:v>
                </c:pt>
                <c:pt idx="989">
                  <c:v>60.308944702148402</c:v>
                </c:pt>
                <c:pt idx="990">
                  <c:v>60.139015197753899</c:v>
                </c:pt>
                <c:pt idx="991">
                  <c:v>60.033054351806598</c:v>
                </c:pt>
                <c:pt idx="992">
                  <c:v>59.618415832519503</c:v>
                </c:pt>
                <c:pt idx="993">
                  <c:v>59.763660430908203</c:v>
                </c:pt>
                <c:pt idx="994">
                  <c:v>59.820068359375</c:v>
                </c:pt>
                <c:pt idx="995">
                  <c:v>59.768314361572301</c:v>
                </c:pt>
                <c:pt idx="996">
                  <c:v>59.659915924072301</c:v>
                </c:pt>
                <c:pt idx="997">
                  <c:v>59.576282501220703</c:v>
                </c:pt>
                <c:pt idx="998">
                  <c:v>59.5147514343262</c:v>
                </c:pt>
                <c:pt idx="999">
                  <c:v>59.489566802978501</c:v>
                </c:pt>
                <c:pt idx="1000">
                  <c:v>59.473495483398402</c:v>
                </c:pt>
                <c:pt idx="1001">
                  <c:v>59.351776123046903</c:v>
                </c:pt>
                <c:pt idx="1002">
                  <c:v>59.176212310791001</c:v>
                </c:pt>
                <c:pt idx="1003">
                  <c:v>59.134487152099602</c:v>
                </c:pt>
                <c:pt idx="1004">
                  <c:v>59.084766387939503</c:v>
                </c:pt>
                <c:pt idx="1005">
                  <c:v>59.060829162597699</c:v>
                </c:pt>
                <c:pt idx="1006">
                  <c:v>59.107986450195298</c:v>
                </c:pt>
                <c:pt idx="1007">
                  <c:v>59.095462799072301</c:v>
                </c:pt>
                <c:pt idx="1008">
                  <c:v>59.072971343994098</c:v>
                </c:pt>
                <c:pt idx="1009">
                  <c:v>59.087989807128899</c:v>
                </c:pt>
                <c:pt idx="1010">
                  <c:v>59.181797027587898</c:v>
                </c:pt>
                <c:pt idx="1011">
                  <c:v>59.230995178222699</c:v>
                </c:pt>
                <c:pt idx="1012">
                  <c:v>59.256832122802699</c:v>
                </c:pt>
                <c:pt idx="1013">
                  <c:v>59.223476409912102</c:v>
                </c:pt>
                <c:pt idx="1014">
                  <c:v>59.2532348632813</c:v>
                </c:pt>
                <c:pt idx="1015">
                  <c:v>59.192417144775398</c:v>
                </c:pt>
                <c:pt idx="1016">
                  <c:v>59.1645698547363</c:v>
                </c:pt>
                <c:pt idx="1017">
                  <c:v>59.119693756103501</c:v>
                </c:pt>
                <c:pt idx="1018">
                  <c:v>59.086490631103501</c:v>
                </c:pt>
                <c:pt idx="1019">
                  <c:v>59.061100006103501</c:v>
                </c:pt>
                <c:pt idx="1020">
                  <c:v>59.006820678710902</c:v>
                </c:pt>
                <c:pt idx="1021">
                  <c:v>58.951930999755902</c:v>
                </c:pt>
                <c:pt idx="1022">
                  <c:v>58.956905364990199</c:v>
                </c:pt>
                <c:pt idx="1023">
                  <c:v>58.906558990478501</c:v>
                </c:pt>
                <c:pt idx="1024">
                  <c:v>58.858402252197301</c:v>
                </c:pt>
                <c:pt idx="1025">
                  <c:v>58.819400787353501</c:v>
                </c:pt>
                <c:pt idx="1026">
                  <c:v>58.803310394287102</c:v>
                </c:pt>
                <c:pt idx="1027">
                  <c:v>58.798145294189503</c:v>
                </c:pt>
                <c:pt idx="1028">
                  <c:v>58.750247955322301</c:v>
                </c:pt>
                <c:pt idx="1029">
                  <c:v>58.672767639160199</c:v>
                </c:pt>
                <c:pt idx="1030">
                  <c:v>58.6069526672363</c:v>
                </c:pt>
                <c:pt idx="1031">
                  <c:v>58.539039611816399</c:v>
                </c:pt>
                <c:pt idx="1032">
                  <c:v>58.494251251220703</c:v>
                </c:pt>
                <c:pt idx="1033">
                  <c:v>58.482723236083999</c:v>
                </c:pt>
                <c:pt idx="1034">
                  <c:v>58.403644561767599</c:v>
                </c:pt>
                <c:pt idx="1035">
                  <c:v>58.336536407470703</c:v>
                </c:pt>
                <c:pt idx="1036">
                  <c:v>58.300037384033203</c:v>
                </c:pt>
                <c:pt idx="1037">
                  <c:v>58.248802185058601</c:v>
                </c:pt>
                <c:pt idx="1038">
                  <c:v>58.216281890869098</c:v>
                </c:pt>
                <c:pt idx="1039">
                  <c:v>58.195041656494098</c:v>
                </c:pt>
                <c:pt idx="1040">
                  <c:v>58.088432312011697</c:v>
                </c:pt>
                <c:pt idx="1041">
                  <c:v>58.006092071533203</c:v>
                </c:pt>
                <c:pt idx="1042">
                  <c:v>57.9293823242188</c:v>
                </c:pt>
                <c:pt idx="1043">
                  <c:v>57.842849731445298</c:v>
                </c:pt>
                <c:pt idx="1044">
                  <c:v>57.761486053466797</c:v>
                </c:pt>
                <c:pt idx="1045">
                  <c:v>57.6926460266113</c:v>
                </c:pt>
                <c:pt idx="1046">
                  <c:v>57.627098083496101</c:v>
                </c:pt>
                <c:pt idx="1047">
                  <c:v>57.564544677734403</c:v>
                </c:pt>
                <c:pt idx="1048">
                  <c:v>57.561923980712898</c:v>
                </c:pt>
                <c:pt idx="1049">
                  <c:v>57.558109283447301</c:v>
                </c:pt>
                <c:pt idx="1050">
                  <c:v>57.542484283447301</c:v>
                </c:pt>
                <c:pt idx="1051">
                  <c:v>57.512126922607401</c:v>
                </c:pt>
                <c:pt idx="1052">
                  <c:v>57.502517700195298</c:v>
                </c:pt>
                <c:pt idx="1053">
                  <c:v>57.495193481445298</c:v>
                </c:pt>
                <c:pt idx="1054">
                  <c:v>57.502006530761697</c:v>
                </c:pt>
                <c:pt idx="1055">
                  <c:v>57.494644165039098</c:v>
                </c:pt>
                <c:pt idx="1056">
                  <c:v>57.493568420410199</c:v>
                </c:pt>
                <c:pt idx="1057">
                  <c:v>57.494953155517599</c:v>
                </c:pt>
                <c:pt idx="1058">
                  <c:v>57.491683959960902</c:v>
                </c:pt>
                <c:pt idx="1059">
                  <c:v>57.460739135742202</c:v>
                </c:pt>
                <c:pt idx="1060">
                  <c:v>57.444534301757798</c:v>
                </c:pt>
                <c:pt idx="1061">
                  <c:v>57.459030151367202</c:v>
                </c:pt>
                <c:pt idx="1062">
                  <c:v>57.4629936218262</c:v>
                </c:pt>
                <c:pt idx="1063">
                  <c:v>57.504962921142599</c:v>
                </c:pt>
                <c:pt idx="1064">
                  <c:v>57.558021545410199</c:v>
                </c:pt>
                <c:pt idx="1065">
                  <c:v>57.562629699707003</c:v>
                </c:pt>
                <c:pt idx="1066">
                  <c:v>57.581951141357401</c:v>
                </c:pt>
                <c:pt idx="1067">
                  <c:v>57.582496643066399</c:v>
                </c:pt>
                <c:pt idx="1068">
                  <c:v>57.585922241210902</c:v>
                </c:pt>
                <c:pt idx="1069">
                  <c:v>57.600715637207003</c:v>
                </c:pt>
                <c:pt idx="1070">
                  <c:v>57.587490081787102</c:v>
                </c:pt>
                <c:pt idx="1071">
                  <c:v>57.574520111083999</c:v>
                </c:pt>
                <c:pt idx="1072">
                  <c:v>57.548423767089801</c:v>
                </c:pt>
                <c:pt idx="1073">
                  <c:v>57.529911041259801</c:v>
                </c:pt>
                <c:pt idx="1074">
                  <c:v>57.524669647216797</c:v>
                </c:pt>
                <c:pt idx="1075">
                  <c:v>57.5228271484375</c:v>
                </c:pt>
                <c:pt idx="1076">
                  <c:v>57.512622833252003</c:v>
                </c:pt>
                <c:pt idx="1077">
                  <c:v>57.504909515380902</c:v>
                </c:pt>
                <c:pt idx="1078">
                  <c:v>57.4886665344238</c:v>
                </c:pt>
                <c:pt idx="1079">
                  <c:v>57.463047027587898</c:v>
                </c:pt>
                <c:pt idx="1080">
                  <c:v>57.438831329345703</c:v>
                </c:pt>
                <c:pt idx="1081">
                  <c:v>57.445064544677699</c:v>
                </c:pt>
                <c:pt idx="1082">
                  <c:v>57.395694732666001</c:v>
                </c:pt>
                <c:pt idx="1083">
                  <c:v>57.325393676757798</c:v>
                </c:pt>
                <c:pt idx="1084">
                  <c:v>57.287887573242202</c:v>
                </c:pt>
                <c:pt idx="1085">
                  <c:v>57.212703704833999</c:v>
                </c:pt>
                <c:pt idx="1086">
                  <c:v>56.982688903808601</c:v>
                </c:pt>
                <c:pt idx="1087">
                  <c:v>56.9293212890625</c:v>
                </c:pt>
                <c:pt idx="1088">
                  <c:v>56.866600036621101</c:v>
                </c:pt>
                <c:pt idx="1089">
                  <c:v>56.746818542480497</c:v>
                </c:pt>
                <c:pt idx="1090">
                  <c:v>56.682170867919901</c:v>
                </c:pt>
                <c:pt idx="1091">
                  <c:v>56.670616149902301</c:v>
                </c:pt>
                <c:pt idx="1092">
                  <c:v>56.674293518066399</c:v>
                </c:pt>
                <c:pt idx="1093">
                  <c:v>56.518146514892599</c:v>
                </c:pt>
                <c:pt idx="1094">
                  <c:v>56.398872375488303</c:v>
                </c:pt>
                <c:pt idx="1095">
                  <c:v>56.332973480224602</c:v>
                </c:pt>
                <c:pt idx="1096">
                  <c:v>56.270198822021499</c:v>
                </c:pt>
                <c:pt idx="1097">
                  <c:v>56.3043022155762</c:v>
                </c:pt>
                <c:pt idx="1098">
                  <c:v>56.254066467285199</c:v>
                </c:pt>
                <c:pt idx="1099">
                  <c:v>56.242454528808601</c:v>
                </c:pt>
                <c:pt idx="1100">
                  <c:v>56.2264595031738</c:v>
                </c:pt>
                <c:pt idx="1101">
                  <c:v>56.172157287597699</c:v>
                </c:pt>
                <c:pt idx="1102">
                  <c:v>56.148120880127003</c:v>
                </c:pt>
                <c:pt idx="1103">
                  <c:v>56.0825004577637</c:v>
                </c:pt>
                <c:pt idx="1104">
                  <c:v>56.066844940185597</c:v>
                </c:pt>
                <c:pt idx="1105">
                  <c:v>56.045181274414098</c:v>
                </c:pt>
                <c:pt idx="1106">
                  <c:v>56.074760437011697</c:v>
                </c:pt>
                <c:pt idx="1107">
                  <c:v>56.1119384765625</c:v>
                </c:pt>
                <c:pt idx="1108">
                  <c:v>56.129341125488303</c:v>
                </c:pt>
                <c:pt idx="1109">
                  <c:v>56.195198059082003</c:v>
                </c:pt>
                <c:pt idx="1110">
                  <c:v>56.208690643310597</c:v>
                </c:pt>
                <c:pt idx="1111">
                  <c:v>56.250492095947301</c:v>
                </c:pt>
                <c:pt idx="1112">
                  <c:v>56.254589080810597</c:v>
                </c:pt>
                <c:pt idx="1113">
                  <c:v>56.260852813720703</c:v>
                </c:pt>
                <c:pt idx="1114">
                  <c:v>56.241996765136697</c:v>
                </c:pt>
                <c:pt idx="1115">
                  <c:v>56.217655181884801</c:v>
                </c:pt>
                <c:pt idx="1116">
                  <c:v>56.296142578125</c:v>
                </c:pt>
                <c:pt idx="1117">
                  <c:v>56.304519653320298</c:v>
                </c:pt>
                <c:pt idx="1118">
                  <c:v>56.277072906494098</c:v>
                </c:pt>
                <c:pt idx="1119">
                  <c:v>56.221134185791001</c:v>
                </c:pt>
                <c:pt idx="1120">
                  <c:v>56.238807678222699</c:v>
                </c:pt>
                <c:pt idx="1121">
                  <c:v>56.223190307617202</c:v>
                </c:pt>
                <c:pt idx="1122">
                  <c:v>56.221954345703097</c:v>
                </c:pt>
                <c:pt idx="1123">
                  <c:v>56.295372009277301</c:v>
                </c:pt>
                <c:pt idx="1124">
                  <c:v>56.276809692382798</c:v>
                </c:pt>
                <c:pt idx="1125">
                  <c:v>56.23291015625</c:v>
                </c:pt>
                <c:pt idx="1126">
                  <c:v>56.218406677246101</c:v>
                </c:pt>
                <c:pt idx="1127">
                  <c:v>56.192298889160199</c:v>
                </c:pt>
                <c:pt idx="1128">
                  <c:v>56.182350158691399</c:v>
                </c:pt>
                <c:pt idx="1129">
                  <c:v>56.188686370849602</c:v>
                </c:pt>
                <c:pt idx="1130">
                  <c:v>56.186702728271499</c:v>
                </c:pt>
                <c:pt idx="1131">
                  <c:v>56.1928520202637</c:v>
                </c:pt>
                <c:pt idx="1132">
                  <c:v>56.190769195556598</c:v>
                </c:pt>
                <c:pt idx="1133">
                  <c:v>56.171485900878899</c:v>
                </c:pt>
                <c:pt idx="1134">
                  <c:v>56.171115875244098</c:v>
                </c:pt>
                <c:pt idx="1135">
                  <c:v>56.103179931640597</c:v>
                </c:pt>
                <c:pt idx="1136">
                  <c:v>56.056423187255902</c:v>
                </c:pt>
                <c:pt idx="1137">
                  <c:v>56.051433563232401</c:v>
                </c:pt>
                <c:pt idx="1138">
                  <c:v>56.099399566650398</c:v>
                </c:pt>
                <c:pt idx="1139">
                  <c:v>56.063678741455099</c:v>
                </c:pt>
                <c:pt idx="1140">
                  <c:v>56.095161437988303</c:v>
                </c:pt>
                <c:pt idx="1141">
                  <c:v>56.138393402099602</c:v>
                </c:pt>
                <c:pt idx="1142">
                  <c:v>56.078968048095703</c:v>
                </c:pt>
                <c:pt idx="1143">
                  <c:v>56.017078399658203</c:v>
                </c:pt>
                <c:pt idx="1144">
                  <c:v>56.132328033447301</c:v>
                </c:pt>
                <c:pt idx="1145">
                  <c:v>56.140323638916001</c:v>
                </c:pt>
                <c:pt idx="1146">
                  <c:v>56.341510772705099</c:v>
                </c:pt>
                <c:pt idx="1147">
                  <c:v>56.290031433105497</c:v>
                </c:pt>
                <c:pt idx="1148">
                  <c:v>56.253818511962898</c:v>
                </c:pt>
                <c:pt idx="1149">
                  <c:v>56.339744567871101</c:v>
                </c:pt>
                <c:pt idx="1150">
                  <c:v>56.665023803710902</c:v>
                </c:pt>
                <c:pt idx="1151">
                  <c:v>56.883518218994098</c:v>
                </c:pt>
                <c:pt idx="1152">
                  <c:v>57.082897186279297</c:v>
                </c:pt>
                <c:pt idx="1153">
                  <c:v>56.983997344970703</c:v>
                </c:pt>
                <c:pt idx="1154">
                  <c:v>57.5015258789063</c:v>
                </c:pt>
                <c:pt idx="1155">
                  <c:v>58.041114807128899</c:v>
                </c:pt>
                <c:pt idx="1156">
                  <c:v>57.970584869384801</c:v>
                </c:pt>
                <c:pt idx="1157">
                  <c:v>58.365261077880902</c:v>
                </c:pt>
                <c:pt idx="1158">
                  <c:v>58.888111114502003</c:v>
                </c:pt>
                <c:pt idx="1159">
                  <c:v>59.162590026855497</c:v>
                </c:pt>
                <c:pt idx="1160">
                  <c:v>59.350978851318402</c:v>
                </c:pt>
                <c:pt idx="1161">
                  <c:v>59.875980377197301</c:v>
                </c:pt>
                <c:pt idx="1162">
                  <c:v>60.261009216308601</c:v>
                </c:pt>
                <c:pt idx="1163">
                  <c:v>60.922477722167997</c:v>
                </c:pt>
                <c:pt idx="1164">
                  <c:v>61.200313568115199</c:v>
                </c:pt>
                <c:pt idx="1165">
                  <c:v>61.5642280578613</c:v>
                </c:pt>
                <c:pt idx="1166">
                  <c:v>62.446369171142599</c:v>
                </c:pt>
                <c:pt idx="1167">
                  <c:v>63.027309417724602</c:v>
                </c:pt>
                <c:pt idx="1168">
                  <c:v>63.706348419189503</c:v>
                </c:pt>
                <c:pt idx="1169">
                  <c:v>64.188697814941406</c:v>
                </c:pt>
                <c:pt idx="1170">
                  <c:v>64.708770751953097</c:v>
                </c:pt>
                <c:pt idx="1171">
                  <c:v>64.897537231445298</c:v>
                </c:pt>
                <c:pt idx="1172">
                  <c:v>65.167762756347699</c:v>
                </c:pt>
                <c:pt idx="1173">
                  <c:v>65.315246582031307</c:v>
                </c:pt>
                <c:pt idx="1174">
                  <c:v>65.447891235351605</c:v>
                </c:pt>
                <c:pt idx="1175">
                  <c:v>65.531425476074205</c:v>
                </c:pt>
                <c:pt idx="1176">
                  <c:v>65.725837707519503</c:v>
                </c:pt>
                <c:pt idx="1177">
                  <c:v>66.581565856933594</c:v>
                </c:pt>
                <c:pt idx="1178">
                  <c:v>67.209129333496094</c:v>
                </c:pt>
                <c:pt idx="1179">
                  <c:v>67.6153564453125</c:v>
                </c:pt>
                <c:pt idx="1180">
                  <c:v>68.158035278320298</c:v>
                </c:pt>
                <c:pt idx="1181">
                  <c:v>68.894340515136705</c:v>
                </c:pt>
                <c:pt idx="1182">
                  <c:v>69.476020812988295</c:v>
                </c:pt>
                <c:pt idx="1183">
                  <c:v>69.871643066406307</c:v>
                </c:pt>
                <c:pt idx="1184">
                  <c:v>70.268394470214801</c:v>
                </c:pt>
                <c:pt idx="1185">
                  <c:v>70.454666137695298</c:v>
                </c:pt>
                <c:pt idx="1186">
                  <c:v>70.647888183593807</c:v>
                </c:pt>
                <c:pt idx="1187">
                  <c:v>70.987495422363295</c:v>
                </c:pt>
                <c:pt idx="1188">
                  <c:v>71.191131591796903</c:v>
                </c:pt>
                <c:pt idx="1189">
                  <c:v>71.302528381347699</c:v>
                </c:pt>
                <c:pt idx="1190">
                  <c:v>71.358406066894503</c:v>
                </c:pt>
                <c:pt idx="1191">
                  <c:v>71.422569274902301</c:v>
                </c:pt>
                <c:pt idx="1192">
                  <c:v>71.48974609375</c:v>
                </c:pt>
                <c:pt idx="1193">
                  <c:v>71.479476928710895</c:v>
                </c:pt>
                <c:pt idx="1194">
                  <c:v>71.500282287597699</c:v>
                </c:pt>
                <c:pt idx="1195">
                  <c:v>71.468452453613295</c:v>
                </c:pt>
                <c:pt idx="1196">
                  <c:v>71.459716796875</c:v>
                </c:pt>
                <c:pt idx="1197">
                  <c:v>71.424461364746094</c:v>
                </c:pt>
                <c:pt idx="1198">
                  <c:v>71.390220642089801</c:v>
                </c:pt>
                <c:pt idx="1199">
                  <c:v>71.381462097167997</c:v>
                </c:pt>
                <c:pt idx="1200">
                  <c:v>71.273063659667997</c:v>
                </c:pt>
                <c:pt idx="1201">
                  <c:v>71.1865234375</c:v>
                </c:pt>
                <c:pt idx="1202">
                  <c:v>71.185043334960895</c:v>
                </c:pt>
                <c:pt idx="1203">
                  <c:v>71.151947021484403</c:v>
                </c:pt>
                <c:pt idx="1204">
                  <c:v>71.085960388183594</c:v>
                </c:pt>
                <c:pt idx="1205">
                  <c:v>71.077735900878906</c:v>
                </c:pt>
                <c:pt idx="1206">
                  <c:v>71.074600219726605</c:v>
                </c:pt>
                <c:pt idx="1207">
                  <c:v>71.082382202148395</c:v>
                </c:pt>
                <c:pt idx="1208">
                  <c:v>71.262031555175795</c:v>
                </c:pt>
                <c:pt idx="1209">
                  <c:v>71.560165405273395</c:v>
                </c:pt>
                <c:pt idx="1210">
                  <c:v>71.619522094726605</c:v>
                </c:pt>
                <c:pt idx="1211">
                  <c:v>71.725898742675795</c:v>
                </c:pt>
                <c:pt idx="1212">
                  <c:v>71.802566528320298</c:v>
                </c:pt>
                <c:pt idx="1213">
                  <c:v>71.904815673828097</c:v>
                </c:pt>
                <c:pt idx="1214">
                  <c:v>71.920600891113295</c:v>
                </c:pt>
                <c:pt idx="1215">
                  <c:v>71.961830139160199</c:v>
                </c:pt>
                <c:pt idx="1216">
                  <c:v>71.968719482421903</c:v>
                </c:pt>
                <c:pt idx="1217">
                  <c:v>71.965362548828097</c:v>
                </c:pt>
                <c:pt idx="1218">
                  <c:v>71.975059509277301</c:v>
                </c:pt>
                <c:pt idx="1219">
                  <c:v>72.024955749511705</c:v>
                </c:pt>
                <c:pt idx="1220">
                  <c:v>72.056221008300795</c:v>
                </c:pt>
                <c:pt idx="1221">
                  <c:v>72.084861755371094</c:v>
                </c:pt>
                <c:pt idx="1222">
                  <c:v>72.088584899902301</c:v>
                </c:pt>
                <c:pt idx="1223">
                  <c:v>72.075912475585895</c:v>
                </c:pt>
                <c:pt idx="1224">
                  <c:v>72.0938720703125</c:v>
                </c:pt>
                <c:pt idx="1225">
                  <c:v>72.038024902343807</c:v>
                </c:pt>
                <c:pt idx="1226">
                  <c:v>72.016288757324205</c:v>
                </c:pt>
                <c:pt idx="1227">
                  <c:v>71.949127197265597</c:v>
                </c:pt>
                <c:pt idx="1228">
                  <c:v>72.001739501953097</c:v>
                </c:pt>
                <c:pt idx="1229">
                  <c:v>72.059265136718807</c:v>
                </c:pt>
                <c:pt idx="1230">
                  <c:v>72.089660644531307</c:v>
                </c:pt>
                <c:pt idx="1231">
                  <c:v>72.105262756347699</c:v>
                </c:pt>
                <c:pt idx="1232">
                  <c:v>72.378532409667997</c:v>
                </c:pt>
                <c:pt idx="1233">
                  <c:v>73.139305114746094</c:v>
                </c:pt>
                <c:pt idx="1234">
                  <c:v>73.874725341796903</c:v>
                </c:pt>
                <c:pt idx="1235">
                  <c:v>74.520675659179702</c:v>
                </c:pt>
                <c:pt idx="1236">
                  <c:v>74.779045104980497</c:v>
                </c:pt>
                <c:pt idx="1237">
                  <c:v>75.0416259765625</c:v>
                </c:pt>
                <c:pt idx="1238">
                  <c:v>75.244285583496094</c:v>
                </c:pt>
                <c:pt idx="1239">
                  <c:v>75.404312133789105</c:v>
                </c:pt>
                <c:pt idx="1240">
                  <c:v>75.476600646972699</c:v>
                </c:pt>
                <c:pt idx="1241">
                  <c:v>75.648933410644503</c:v>
                </c:pt>
                <c:pt idx="1242">
                  <c:v>75.821762084960895</c:v>
                </c:pt>
                <c:pt idx="1243">
                  <c:v>75.814628601074205</c:v>
                </c:pt>
                <c:pt idx="1244">
                  <c:v>75.938362121582003</c:v>
                </c:pt>
                <c:pt idx="1245">
                  <c:v>76.005966186523395</c:v>
                </c:pt>
                <c:pt idx="1246">
                  <c:v>76.092247009277301</c:v>
                </c:pt>
                <c:pt idx="1247">
                  <c:v>76.205894470214801</c:v>
                </c:pt>
                <c:pt idx="1248">
                  <c:v>76.196418762207003</c:v>
                </c:pt>
                <c:pt idx="1249">
                  <c:v>76.261543273925795</c:v>
                </c:pt>
                <c:pt idx="1250">
                  <c:v>76.375404357910199</c:v>
                </c:pt>
                <c:pt idx="1251">
                  <c:v>76.365280151367202</c:v>
                </c:pt>
                <c:pt idx="1252">
                  <c:v>76.657272338867202</c:v>
                </c:pt>
                <c:pt idx="1253">
                  <c:v>76.880043029785199</c:v>
                </c:pt>
                <c:pt idx="1254">
                  <c:v>77.120597839355497</c:v>
                </c:pt>
                <c:pt idx="1255">
                  <c:v>77.833053588867202</c:v>
                </c:pt>
                <c:pt idx="1256">
                  <c:v>78.258140563964801</c:v>
                </c:pt>
                <c:pt idx="1257">
                  <c:v>78.476387023925795</c:v>
                </c:pt>
                <c:pt idx="1258">
                  <c:v>78.588432312011705</c:v>
                </c:pt>
                <c:pt idx="1259">
                  <c:v>78.645965576171903</c:v>
                </c:pt>
                <c:pt idx="1260">
                  <c:v>78.684478759765597</c:v>
                </c:pt>
                <c:pt idx="1261">
                  <c:v>78.702400207519503</c:v>
                </c:pt>
                <c:pt idx="1262">
                  <c:v>78.723106384277301</c:v>
                </c:pt>
                <c:pt idx="1263">
                  <c:v>78.772987365722699</c:v>
                </c:pt>
                <c:pt idx="1264">
                  <c:v>78.895782470703097</c:v>
                </c:pt>
                <c:pt idx="1265">
                  <c:v>78.980476379394503</c:v>
                </c:pt>
                <c:pt idx="1266">
                  <c:v>79.162986755371094</c:v>
                </c:pt>
                <c:pt idx="1267">
                  <c:v>79.224800109863295</c:v>
                </c:pt>
                <c:pt idx="1268">
                  <c:v>79.2373046875</c:v>
                </c:pt>
                <c:pt idx="1269">
                  <c:v>79.276542663574205</c:v>
                </c:pt>
                <c:pt idx="1270">
                  <c:v>79.382545471191406</c:v>
                </c:pt>
                <c:pt idx="1271">
                  <c:v>79.451202392578097</c:v>
                </c:pt>
                <c:pt idx="1272">
                  <c:v>79.488693237304702</c:v>
                </c:pt>
                <c:pt idx="1273">
                  <c:v>79.469261169433594</c:v>
                </c:pt>
                <c:pt idx="1274">
                  <c:v>79.381370544433594</c:v>
                </c:pt>
                <c:pt idx="1275">
                  <c:v>79.335433959960895</c:v>
                </c:pt>
                <c:pt idx="1276">
                  <c:v>79.638565063476605</c:v>
                </c:pt>
                <c:pt idx="1277">
                  <c:v>79.823562622070298</c:v>
                </c:pt>
                <c:pt idx="1278">
                  <c:v>80.001670837402301</c:v>
                </c:pt>
                <c:pt idx="1279">
                  <c:v>80.131568908691406</c:v>
                </c:pt>
                <c:pt idx="1280">
                  <c:v>80.193367004394503</c:v>
                </c:pt>
                <c:pt idx="1281">
                  <c:v>80.232620239257798</c:v>
                </c:pt>
                <c:pt idx="1282">
                  <c:v>80.273414611816406</c:v>
                </c:pt>
                <c:pt idx="1283">
                  <c:v>80.281044006347699</c:v>
                </c:pt>
                <c:pt idx="1284">
                  <c:v>80.288719177246094</c:v>
                </c:pt>
                <c:pt idx="1285">
                  <c:v>80.307479858398395</c:v>
                </c:pt>
                <c:pt idx="1286">
                  <c:v>80.307189941406307</c:v>
                </c:pt>
                <c:pt idx="1287">
                  <c:v>80.291091918945298</c:v>
                </c:pt>
                <c:pt idx="1288">
                  <c:v>80.331428527832003</c:v>
                </c:pt>
                <c:pt idx="1289">
                  <c:v>80.3160400390625</c:v>
                </c:pt>
                <c:pt idx="1290">
                  <c:v>80.2769775390625</c:v>
                </c:pt>
                <c:pt idx="1291">
                  <c:v>80.261550903320298</c:v>
                </c:pt>
                <c:pt idx="1292">
                  <c:v>80.273750305175795</c:v>
                </c:pt>
                <c:pt idx="1293">
                  <c:v>80.280578613281307</c:v>
                </c:pt>
                <c:pt idx="1294">
                  <c:v>80.301551818847699</c:v>
                </c:pt>
                <c:pt idx="1295">
                  <c:v>80.344497680664105</c:v>
                </c:pt>
                <c:pt idx="1296">
                  <c:v>80.469909667968807</c:v>
                </c:pt>
                <c:pt idx="1297">
                  <c:v>80.671249389648395</c:v>
                </c:pt>
                <c:pt idx="1298">
                  <c:v>80.843101501464801</c:v>
                </c:pt>
                <c:pt idx="1299">
                  <c:v>80.854026794433594</c:v>
                </c:pt>
                <c:pt idx="1300">
                  <c:v>80.960197448730497</c:v>
                </c:pt>
                <c:pt idx="1301">
                  <c:v>80.798820495605497</c:v>
                </c:pt>
                <c:pt idx="1302">
                  <c:v>80.609535217285199</c:v>
                </c:pt>
                <c:pt idx="1303">
                  <c:v>80.704765319824205</c:v>
                </c:pt>
                <c:pt idx="1304">
                  <c:v>80.562995910644503</c:v>
                </c:pt>
                <c:pt idx="1305">
                  <c:v>80.477432250976605</c:v>
                </c:pt>
                <c:pt idx="1306">
                  <c:v>80.547370910644503</c:v>
                </c:pt>
                <c:pt idx="1307">
                  <c:v>80.608856201171903</c:v>
                </c:pt>
                <c:pt idx="1308">
                  <c:v>80.568611145019503</c:v>
                </c:pt>
                <c:pt idx="1309">
                  <c:v>80.655296325683594</c:v>
                </c:pt>
                <c:pt idx="1310">
                  <c:v>80.673202514648395</c:v>
                </c:pt>
                <c:pt idx="1311">
                  <c:v>80.557067871093807</c:v>
                </c:pt>
                <c:pt idx="1312">
                  <c:v>80.662414550781307</c:v>
                </c:pt>
                <c:pt idx="1313">
                  <c:v>80.642356872558594</c:v>
                </c:pt>
                <c:pt idx="1314">
                  <c:v>80.679130554199205</c:v>
                </c:pt>
                <c:pt idx="1315">
                  <c:v>80.615242004394503</c:v>
                </c:pt>
                <c:pt idx="1316">
                  <c:v>80.755363464355497</c:v>
                </c:pt>
                <c:pt idx="1317">
                  <c:v>80.919265747070298</c:v>
                </c:pt>
                <c:pt idx="1318">
                  <c:v>80.958587646484403</c:v>
                </c:pt>
                <c:pt idx="1319">
                  <c:v>81.24658203125</c:v>
                </c:pt>
                <c:pt idx="1320">
                  <c:v>81.541999816894503</c:v>
                </c:pt>
                <c:pt idx="1321">
                  <c:v>81.594009399414105</c:v>
                </c:pt>
                <c:pt idx="1322">
                  <c:v>81.945762634277301</c:v>
                </c:pt>
                <c:pt idx="1323">
                  <c:v>82.277633666992202</c:v>
                </c:pt>
                <c:pt idx="1324">
                  <c:v>82.760932922363295</c:v>
                </c:pt>
                <c:pt idx="1325">
                  <c:v>83.162345886230497</c:v>
                </c:pt>
                <c:pt idx="1326">
                  <c:v>83.339714050292997</c:v>
                </c:pt>
                <c:pt idx="1327">
                  <c:v>83.496566772460895</c:v>
                </c:pt>
                <c:pt idx="1328">
                  <c:v>83.625160217285199</c:v>
                </c:pt>
                <c:pt idx="1329">
                  <c:v>83.878562927246094</c:v>
                </c:pt>
                <c:pt idx="1330">
                  <c:v>84.126319885253906</c:v>
                </c:pt>
                <c:pt idx="1331">
                  <c:v>84.236930847167997</c:v>
                </c:pt>
                <c:pt idx="1332">
                  <c:v>84.369277954101605</c:v>
                </c:pt>
                <c:pt idx="1333">
                  <c:v>84.569549560546903</c:v>
                </c:pt>
                <c:pt idx="1334">
                  <c:v>84.889823913574205</c:v>
                </c:pt>
                <c:pt idx="1335">
                  <c:v>85.078552246093807</c:v>
                </c:pt>
                <c:pt idx="1336">
                  <c:v>85.334388732910199</c:v>
                </c:pt>
                <c:pt idx="1337">
                  <c:v>85.594619750976605</c:v>
                </c:pt>
                <c:pt idx="1338">
                  <c:v>85.842941284179702</c:v>
                </c:pt>
                <c:pt idx="1339">
                  <c:v>86.359130859375</c:v>
                </c:pt>
                <c:pt idx="1340">
                  <c:v>86.728187561035199</c:v>
                </c:pt>
                <c:pt idx="1341">
                  <c:v>86.957168579101605</c:v>
                </c:pt>
                <c:pt idx="1342">
                  <c:v>87.331703186035199</c:v>
                </c:pt>
                <c:pt idx="1343">
                  <c:v>87.866241455078097</c:v>
                </c:pt>
                <c:pt idx="1344">
                  <c:v>88.219146728515597</c:v>
                </c:pt>
                <c:pt idx="1345">
                  <c:v>88.377632141113295</c:v>
                </c:pt>
                <c:pt idx="1346">
                  <c:v>88.602058410644503</c:v>
                </c:pt>
                <c:pt idx="1347">
                  <c:v>88.830284118652301</c:v>
                </c:pt>
                <c:pt idx="1348">
                  <c:v>89.132255554199205</c:v>
                </c:pt>
                <c:pt idx="1349">
                  <c:v>89.383346557617202</c:v>
                </c:pt>
                <c:pt idx="1350">
                  <c:v>89.776550292968807</c:v>
                </c:pt>
                <c:pt idx="1351">
                  <c:v>90.334503173828097</c:v>
                </c:pt>
                <c:pt idx="1352">
                  <c:v>90.776649475097699</c:v>
                </c:pt>
                <c:pt idx="1353">
                  <c:v>91.167045593261705</c:v>
                </c:pt>
                <c:pt idx="1354">
                  <c:v>91.219085693359403</c:v>
                </c:pt>
                <c:pt idx="1355">
                  <c:v>91.485588073730497</c:v>
                </c:pt>
                <c:pt idx="1356">
                  <c:v>91.606376647949205</c:v>
                </c:pt>
                <c:pt idx="1357">
                  <c:v>91.786674499511705</c:v>
                </c:pt>
                <c:pt idx="1358">
                  <c:v>92.014060974121094</c:v>
                </c:pt>
                <c:pt idx="1359">
                  <c:v>92.184249877929702</c:v>
                </c:pt>
                <c:pt idx="1360">
                  <c:v>92.200645446777301</c:v>
                </c:pt>
                <c:pt idx="1361">
                  <c:v>92.228401184082003</c:v>
                </c:pt>
                <c:pt idx="1362">
                  <c:v>92.425376892089801</c:v>
                </c:pt>
                <c:pt idx="1363">
                  <c:v>92.726509094238295</c:v>
                </c:pt>
                <c:pt idx="1364">
                  <c:v>92.869918823242202</c:v>
                </c:pt>
                <c:pt idx="1365">
                  <c:v>92.960060119628906</c:v>
                </c:pt>
                <c:pt idx="1366">
                  <c:v>92.792205810546903</c:v>
                </c:pt>
                <c:pt idx="1367">
                  <c:v>92.792999267578097</c:v>
                </c:pt>
                <c:pt idx="1368">
                  <c:v>92.840591430664105</c:v>
                </c:pt>
                <c:pt idx="1369">
                  <c:v>92.748374938964801</c:v>
                </c:pt>
                <c:pt idx="1370">
                  <c:v>92.645812988281307</c:v>
                </c:pt>
                <c:pt idx="1371">
                  <c:v>92.563911437988295</c:v>
                </c:pt>
                <c:pt idx="1372">
                  <c:v>92.560157775878906</c:v>
                </c:pt>
                <c:pt idx="1373">
                  <c:v>92.519477844238295</c:v>
                </c:pt>
                <c:pt idx="1374">
                  <c:v>92.340072631835895</c:v>
                </c:pt>
                <c:pt idx="1375">
                  <c:v>92.231765747070298</c:v>
                </c:pt>
                <c:pt idx="1376">
                  <c:v>92.124015808105497</c:v>
                </c:pt>
                <c:pt idx="1377">
                  <c:v>92.059753417968807</c:v>
                </c:pt>
                <c:pt idx="1378">
                  <c:v>91.931457519531307</c:v>
                </c:pt>
                <c:pt idx="1379">
                  <c:v>91.8414306640625</c:v>
                </c:pt>
                <c:pt idx="1380">
                  <c:v>91.8236083984375</c:v>
                </c:pt>
                <c:pt idx="1381">
                  <c:v>91.806823730468807</c:v>
                </c:pt>
                <c:pt idx="1382">
                  <c:v>91.751708984375</c:v>
                </c:pt>
                <c:pt idx="1383">
                  <c:v>91.669967651367202</c:v>
                </c:pt>
                <c:pt idx="1384">
                  <c:v>91.63330078125</c:v>
                </c:pt>
                <c:pt idx="1385">
                  <c:v>91.602333068847699</c:v>
                </c:pt>
                <c:pt idx="1386">
                  <c:v>91.601776123046903</c:v>
                </c:pt>
                <c:pt idx="1387">
                  <c:v>91.638519287109403</c:v>
                </c:pt>
                <c:pt idx="1388">
                  <c:v>91.563781738281307</c:v>
                </c:pt>
                <c:pt idx="1389">
                  <c:v>91.458702087402301</c:v>
                </c:pt>
                <c:pt idx="1390">
                  <c:v>91.370384216308594</c:v>
                </c:pt>
                <c:pt idx="1391">
                  <c:v>91.214866638183594</c:v>
                </c:pt>
                <c:pt idx="1392">
                  <c:v>91.172500610351605</c:v>
                </c:pt>
                <c:pt idx="1393">
                  <c:v>91.137466430664105</c:v>
                </c:pt>
                <c:pt idx="1394">
                  <c:v>91.084548950195298</c:v>
                </c:pt>
                <c:pt idx="1395">
                  <c:v>90.961677551269503</c:v>
                </c:pt>
                <c:pt idx="1396">
                  <c:v>90.944419860839801</c:v>
                </c:pt>
                <c:pt idx="1397">
                  <c:v>90.9090576171875</c:v>
                </c:pt>
                <c:pt idx="1398">
                  <c:v>90.738594055175795</c:v>
                </c:pt>
                <c:pt idx="1399">
                  <c:v>90.651550292968807</c:v>
                </c:pt>
                <c:pt idx="1400">
                  <c:v>90.549781799316406</c:v>
                </c:pt>
                <c:pt idx="1401">
                  <c:v>90.720367431640597</c:v>
                </c:pt>
                <c:pt idx="1402">
                  <c:v>90.932891845703097</c:v>
                </c:pt>
                <c:pt idx="1403">
                  <c:v>91.164756774902301</c:v>
                </c:pt>
                <c:pt idx="1404">
                  <c:v>91.327537536621094</c:v>
                </c:pt>
                <c:pt idx="1405">
                  <c:v>91.605415344238295</c:v>
                </c:pt>
                <c:pt idx="1406">
                  <c:v>91.793441772460895</c:v>
                </c:pt>
                <c:pt idx="1407">
                  <c:v>91.993988037109403</c:v>
                </c:pt>
                <c:pt idx="1408">
                  <c:v>92.271614074707003</c:v>
                </c:pt>
                <c:pt idx="1409">
                  <c:v>92.535324096679702</c:v>
                </c:pt>
                <c:pt idx="1410">
                  <c:v>92.739227294921903</c:v>
                </c:pt>
                <c:pt idx="1411">
                  <c:v>92.777900695800795</c:v>
                </c:pt>
                <c:pt idx="1412">
                  <c:v>92.985763549804702</c:v>
                </c:pt>
                <c:pt idx="1413">
                  <c:v>93.195465087890597</c:v>
                </c:pt>
                <c:pt idx="1414">
                  <c:v>93.258468627929702</c:v>
                </c:pt>
                <c:pt idx="1415">
                  <c:v>93.319267272949205</c:v>
                </c:pt>
                <c:pt idx="1416">
                  <c:v>93.643524169921903</c:v>
                </c:pt>
                <c:pt idx="1417">
                  <c:v>94.056953430175795</c:v>
                </c:pt>
                <c:pt idx="1418">
                  <c:v>94.274177551269503</c:v>
                </c:pt>
                <c:pt idx="1419">
                  <c:v>94.382728576660199</c:v>
                </c:pt>
                <c:pt idx="1420">
                  <c:v>94.649429321289105</c:v>
                </c:pt>
                <c:pt idx="1421">
                  <c:v>94.857971191406307</c:v>
                </c:pt>
                <c:pt idx="1422">
                  <c:v>94.949066162109403</c:v>
                </c:pt>
                <c:pt idx="1423">
                  <c:v>95.000190734863295</c:v>
                </c:pt>
                <c:pt idx="1424">
                  <c:v>95.028518676757798</c:v>
                </c:pt>
                <c:pt idx="1425">
                  <c:v>95.117591857910199</c:v>
                </c:pt>
                <c:pt idx="1426">
                  <c:v>95.285636901855497</c:v>
                </c:pt>
                <c:pt idx="1427">
                  <c:v>95.486709594726605</c:v>
                </c:pt>
                <c:pt idx="1428">
                  <c:v>95.527099609375</c:v>
                </c:pt>
                <c:pt idx="1429">
                  <c:v>95.589408874511705</c:v>
                </c:pt>
                <c:pt idx="1430">
                  <c:v>95.595878601074205</c:v>
                </c:pt>
                <c:pt idx="1431">
                  <c:v>95.530212402343807</c:v>
                </c:pt>
                <c:pt idx="1432">
                  <c:v>95.541595458984403</c:v>
                </c:pt>
                <c:pt idx="1433">
                  <c:v>95.688774108886705</c:v>
                </c:pt>
                <c:pt idx="1434">
                  <c:v>95.890396118164105</c:v>
                </c:pt>
                <c:pt idx="1435">
                  <c:v>95.813369750976605</c:v>
                </c:pt>
                <c:pt idx="1436">
                  <c:v>95.865539550781307</c:v>
                </c:pt>
                <c:pt idx="1437">
                  <c:v>95.915336608886705</c:v>
                </c:pt>
                <c:pt idx="1438">
                  <c:v>95.749526977539105</c:v>
                </c:pt>
                <c:pt idx="1439">
                  <c:v>95.717918395996094</c:v>
                </c:pt>
                <c:pt idx="1440">
                  <c:v>95.866943359375</c:v>
                </c:pt>
                <c:pt idx="1441">
                  <c:v>96.108367919921903</c:v>
                </c:pt>
                <c:pt idx="1442">
                  <c:v>95.998115539550795</c:v>
                </c:pt>
                <c:pt idx="1443">
                  <c:v>95.926918029785199</c:v>
                </c:pt>
                <c:pt idx="1444">
                  <c:v>95.937652587890597</c:v>
                </c:pt>
                <c:pt idx="1445">
                  <c:v>95.852233886718807</c:v>
                </c:pt>
                <c:pt idx="1446">
                  <c:v>95.794990539550795</c:v>
                </c:pt>
                <c:pt idx="1447">
                  <c:v>95.732795715332003</c:v>
                </c:pt>
                <c:pt idx="1448">
                  <c:v>95.620933532714801</c:v>
                </c:pt>
                <c:pt idx="1449">
                  <c:v>95.458831787109403</c:v>
                </c:pt>
                <c:pt idx="1450">
                  <c:v>95.336921691894503</c:v>
                </c:pt>
                <c:pt idx="1451">
                  <c:v>95.256866455078097</c:v>
                </c:pt>
                <c:pt idx="1452">
                  <c:v>95.176795959472699</c:v>
                </c:pt>
                <c:pt idx="1453">
                  <c:v>95.124870300292997</c:v>
                </c:pt>
                <c:pt idx="1454">
                  <c:v>95.085479736328097</c:v>
                </c:pt>
                <c:pt idx="1455">
                  <c:v>95.052185058593807</c:v>
                </c:pt>
                <c:pt idx="1456">
                  <c:v>94.9083251953125</c:v>
                </c:pt>
                <c:pt idx="1457">
                  <c:v>94.774894714355497</c:v>
                </c:pt>
                <c:pt idx="1458">
                  <c:v>94.512825012207003</c:v>
                </c:pt>
                <c:pt idx="1459">
                  <c:v>94.425811767578097</c:v>
                </c:pt>
                <c:pt idx="1460">
                  <c:v>94.194183349609403</c:v>
                </c:pt>
                <c:pt idx="1461">
                  <c:v>93.993110656738295</c:v>
                </c:pt>
                <c:pt idx="1462">
                  <c:v>93.785362243652301</c:v>
                </c:pt>
                <c:pt idx="1463">
                  <c:v>93.578636169433594</c:v>
                </c:pt>
                <c:pt idx="1464">
                  <c:v>93.444366455078097</c:v>
                </c:pt>
                <c:pt idx="1465">
                  <c:v>93.330924987792997</c:v>
                </c:pt>
                <c:pt idx="1466">
                  <c:v>93.268379211425795</c:v>
                </c:pt>
                <c:pt idx="1467">
                  <c:v>93.003532409667997</c:v>
                </c:pt>
                <c:pt idx="1468">
                  <c:v>92.789154052734403</c:v>
                </c:pt>
                <c:pt idx="1469">
                  <c:v>92.668518066406307</c:v>
                </c:pt>
                <c:pt idx="1470">
                  <c:v>92.612365722656307</c:v>
                </c:pt>
                <c:pt idx="1471">
                  <c:v>92.570182800292997</c:v>
                </c:pt>
                <c:pt idx="1472">
                  <c:v>92.512016296386705</c:v>
                </c:pt>
                <c:pt idx="1473">
                  <c:v>92.472831726074205</c:v>
                </c:pt>
                <c:pt idx="1474">
                  <c:v>92.340873718261705</c:v>
                </c:pt>
                <c:pt idx="1475">
                  <c:v>92.209465026855497</c:v>
                </c:pt>
                <c:pt idx="1476">
                  <c:v>92.090774536132798</c:v>
                </c:pt>
                <c:pt idx="1477">
                  <c:v>91.976303100585895</c:v>
                </c:pt>
                <c:pt idx="1478">
                  <c:v>91.887496948242202</c:v>
                </c:pt>
                <c:pt idx="1479">
                  <c:v>91.835601806640597</c:v>
                </c:pt>
                <c:pt idx="1480">
                  <c:v>91.782302856445298</c:v>
                </c:pt>
                <c:pt idx="1481">
                  <c:v>91.721031188964801</c:v>
                </c:pt>
                <c:pt idx="1482">
                  <c:v>91.602958679199205</c:v>
                </c:pt>
                <c:pt idx="1483">
                  <c:v>91.440742492675795</c:v>
                </c:pt>
                <c:pt idx="1484">
                  <c:v>91.215423583984403</c:v>
                </c:pt>
                <c:pt idx="1485">
                  <c:v>91.081451416015597</c:v>
                </c:pt>
                <c:pt idx="1486">
                  <c:v>91.055358886718807</c:v>
                </c:pt>
                <c:pt idx="1487">
                  <c:v>90.915229797363295</c:v>
                </c:pt>
                <c:pt idx="1488">
                  <c:v>90.890640258789105</c:v>
                </c:pt>
                <c:pt idx="1489">
                  <c:v>90.904685974121094</c:v>
                </c:pt>
                <c:pt idx="1490">
                  <c:v>90.879577636718807</c:v>
                </c:pt>
                <c:pt idx="1491">
                  <c:v>90.754928588867202</c:v>
                </c:pt>
                <c:pt idx="1492">
                  <c:v>90.615180969238295</c:v>
                </c:pt>
                <c:pt idx="1493">
                  <c:v>90.486190795898395</c:v>
                </c:pt>
                <c:pt idx="1494">
                  <c:v>90.397476196289105</c:v>
                </c:pt>
                <c:pt idx="1495">
                  <c:v>90.313369750976605</c:v>
                </c:pt>
                <c:pt idx="1496">
                  <c:v>90.237159729003906</c:v>
                </c:pt>
                <c:pt idx="1497">
                  <c:v>90.197692871093807</c:v>
                </c:pt>
                <c:pt idx="1498">
                  <c:v>90.1474609375</c:v>
                </c:pt>
                <c:pt idx="1499">
                  <c:v>90.090011596679702</c:v>
                </c:pt>
                <c:pt idx="1500">
                  <c:v>89.981689453125</c:v>
                </c:pt>
                <c:pt idx="1501">
                  <c:v>89.842964172363295</c:v>
                </c:pt>
                <c:pt idx="1502">
                  <c:v>89.659568786621094</c:v>
                </c:pt>
                <c:pt idx="1503">
                  <c:v>89.510551452636705</c:v>
                </c:pt>
                <c:pt idx="1504">
                  <c:v>89.413841247558594</c:v>
                </c:pt>
                <c:pt idx="1505">
                  <c:v>89.321258544921903</c:v>
                </c:pt>
                <c:pt idx="1506">
                  <c:v>89.213432312011705</c:v>
                </c:pt>
                <c:pt idx="1507">
                  <c:v>89.062461853027301</c:v>
                </c:pt>
                <c:pt idx="1508">
                  <c:v>88.899726867675795</c:v>
                </c:pt>
                <c:pt idx="1509">
                  <c:v>88.818305969238295</c:v>
                </c:pt>
                <c:pt idx="1510">
                  <c:v>88.719375610351605</c:v>
                </c:pt>
                <c:pt idx="1511">
                  <c:v>88.671089172363295</c:v>
                </c:pt>
                <c:pt idx="1512">
                  <c:v>88.603157043457003</c:v>
                </c:pt>
                <c:pt idx="1513">
                  <c:v>88.591339111328097</c:v>
                </c:pt>
                <c:pt idx="1514">
                  <c:v>88.530952453613295</c:v>
                </c:pt>
                <c:pt idx="1515">
                  <c:v>88.409614562988295</c:v>
                </c:pt>
                <c:pt idx="1516">
                  <c:v>88.368400573730497</c:v>
                </c:pt>
                <c:pt idx="1517">
                  <c:v>88.427543640136705</c:v>
                </c:pt>
                <c:pt idx="1518">
                  <c:v>88.319595336914105</c:v>
                </c:pt>
                <c:pt idx="1519">
                  <c:v>88.2064208984375</c:v>
                </c:pt>
                <c:pt idx="1520">
                  <c:v>88.196525573730497</c:v>
                </c:pt>
                <c:pt idx="1521">
                  <c:v>88.141731262207003</c:v>
                </c:pt>
                <c:pt idx="1522">
                  <c:v>88.141929626464801</c:v>
                </c:pt>
                <c:pt idx="1523">
                  <c:v>88.042083740234403</c:v>
                </c:pt>
                <c:pt idx="1524">
                  <c:v>88.0633544921875</c:v>
                </c:pt>
                <c:pt idx="1525">
                  <c:v>88.075065612792997</c:v>
                </c:pt>
                <c:pt idx="1526">
                  <c:v>87.953109741210895</c:v>
                </c:pt>
                <c:pt idx="1527">
                  <c:v>87.846443176269503</c:v>
                </c:pt>
                <c:pt idx="1528">
                  <c:v>87.945495605468807</c:v>
                </c:pt>
                <c:pt idx="1529">
                  <c:v>88.169380187988295</c:v>
                </c:pt>
                <c:pt idx="1530">
                  <c:v>88.332145690917997</c:v>
                </c:pt>
                <c:pt idx="1531">
                  <c:v>88.317214965820298</c:v>
                </c:pt>
                <c:pt idx="1532">
                  <c:v>88.415626525878906</c:v>
                </c:pt>
                <c:pt idx="1533">
                  <c:v>88.481697082519503</c:v>
                </c:pt>
                <c:pt idx="1534">
                  <c:v>88.523178100585895</c:v>
                </c:pt>
                <c:pt idx="1535">
                  <c:v>88.618499755859403</c:v>
                </c:pt>
                <c:pt idx="1536">
                  <c:v>88.627731323242202</c:v>
                </c:pt>
                <c:pt idx="1537">
                  <c:v>88.622665405273395</c:v>
                </c:pt>
                <c:pt idx="1538">
                  <c:v>88.760017395019503</c:v>
                </c:pt>
                <c:pt idx="1539">
                  <c:v>88.738853454589801</c:v>
                </c:pt>
                <c:pt idx="1540">
                  <c:v>88.742538452148395</c:v>
                </c:pt>
                <c:pt idx="1541">
                  <c:v>88.841697692871094</c:v>
                </c:pt>
                <c:pt idx="1542">
                  <c:v>88.9339599609375</c:v>
                </c:pt>
                <c:pt idx="1543">
                  <c:v>89.016914367675795</c:v>
                </c:pt>
                <c:pt idx="1544">
                  <c:v>89.153869628906307</c:v>
                </c:pt>
                <c:pt idx="1545">
                  <c:v>89.207008361816406</c:v>
                </c:pt>
                <c:pt idx="1546">
                  <c:v>89.2305908203125</c:v>
                </c:pt>
                <c:pt idx="1547">
                  <c:v>89.327217102050795</c:v>
                </c:pt>
                <c:pt idx="1548">
                  <c:v>89.5838623046875</c:v>
                </c:pt>
                <c:pt idx="1549">
                  <c:v>89.879096984863295</c:v>
                </c:pt>
                <c:pt idx="1550">
                  <c:v>90.169784545898395</c:v>
                </c:pt>
                <c:pt idx="1551">
                  <c:v>90.310699462890597</c:v>
                </c:pt>
                <c:pt idx="1552">
                  <c:v>90.729667663574205</c:v>
                </c:pt>
                <c:pt idx="1553">
                  <c:v>90.881912231445298</c:v>
                </c:pt>
                <c:pt idx="1554">
                  <c:v>90.868362426757798</c:v>
                </c:pt>
                <c:pt idx="1555">
                  <c:v>91.2000732421875</c:v>
                </c:pt>
                <c:pt idx="1556">
                  <c:v>91.437965393066406</c:v>
                </c:pt>
                <c:pt idx="1557">
                  <c:v>91.564018249511705</c:v>
                </c:pt>
                <c:pt idx="1558">
                  <c:v>91.885894775390597</c:v>
                </c:pt>
                <c:pt idx="1559">
                  <c:v>92.100395202636705</c:v>
                </c:pt>
                <c:pt idx="1560">
                  <c:v>92.223167419433594</c:v>
                </c:pt>
                <c:pt idx="1561">
                  <c:v>92.352951049804702</c:v>
                </c:pt>
                <c:pt idx="1562">
                  <c:v>92.616325378417997</c:v>
                </c:pt>
                <c:pt idx="1563">
                  <c:v>92.844566345214801</c:v>
                </c:pt>
                <c:pt idx="1564">
                  <c:v>93.283279418945298</c:v>
                </c:pt>
                <c:pt idx="1565">
                  <c:v>93.557174682617202</c:v>
                </c:pt>
                <c:pt idx="1566">
                  <c:v>94.053039550781307</c:v>
                </c:pt>
                <c:pt idx="1567">
                  <c:v>94.520446777343807</c:v>
                </c:pt>
                <c:pt idx="1568">
                  <c:v>94.775627136230497</c:v>
                </c:pt>
                <c:pt idx="1569">
                  <c:v>94.977912902832003</c:v>
                </c:pt>
                <c:pt idx="1570">
                  <c:v>95.119689941406307</c:v>
                </c:pt>
                <c:pt idx="1571">
                  <c:v>95.3038330078125</c:v>
                </c:pt>
                <c:pt idx="1572">
                  <c:v>95.455001831054702</c:v>
                </c:pt>
                <c:pt idx="1573">
                  <c:v>95.509735107421903</c:v>
                </c:pt>
                <c:pt idx="1574">
                  <c:v>95.654060363769503</c:v>
                </c:pt>
                <c:pt idx="1575">
                  <c:v>95.784088134765597</c:v>
                </c:pt>
                <c:pt idx="1576">
                  <c:v>95.792503356933594</c:v>
                </c:pt>
                <c:pt idx="1577">
                  <c:v>95.668434143066406</c:v>
                </c:pt>
                <c:pt idx="1578">
                  <c:v>95.602508544921903</c:v>
                </c:pt>
                <c:pt idx="1579">
                  <c:v>95.771011352539105</c:v>
                </c:pt>
                <c:pt idx="1580">
                  <c:v>95.963516235351605</c:v>
                </c:pt>
                <c:pt idx="1581">
                  <c:v>96.011604309082003</c:v>
                </c:pt>
                <c:pt idx="1582">
                  <c:v>95.976661682128906</c:v>
                </c:pt>
                <c:pt idx="1583">
                  <c:v>95.697479248046903</c:v>
                </c:pt>
                <c:pt idx="1584">
                  <c:v>95.563537597656307</c:v>
                </c:pt>
                <c:pt idx="1585">
                  <c:v>95.460342407226605</c:v>
                </c:pt>
                <c:pt idx="1586">
                  <c:v>95.513633728027301</c:v>
                </c:pt>
                <c:pt idx="1587">
                  <c:v>95.556465148925795</c:v>
                </c:pt>
                <c:pt idx="1588">
                  <c:v>95.422546386718807</c:v>
                </c:pt>
                <c:pt idx="1589">
                  <c:v>95.3701171875</c:v>
                </c:pt>
                <c:pt idx="1590">
                  <c:v>95.253028869628906</c:v>
                </c:pt>
                <c:pt idx="1591">
                  <c:v>95.20751953125</c:v>
                </c:pt>
                <c:pt idx="1592">
                  <c:v>95.122535705566406</c:v>
                </c:pt>
                <c:pt idx="1593">
                  <c:v>95.092330932617202</c:v>
                </c:pt>
                <c:pt idx="1594">
                  <c:v>95.172859191894503</c:v>
                </c:pt>
                <c:pt idx="1595">
                  <c:v>95.151008605957003</c:v>
                </c:pt>
                <c:pt idx="1596">
                  <c:v>95.122238159179702</c:v>
                </c:pt>
                <c:pt idx="1597">
                  <c:v>95.090187072753906</c:v>
                </c:pt>
                <c:pt idx="1598">
                  <c:v>95.183624267578097</c:v>
                </c:pt>
                <c:pt idx="1599">
                  <c:v>95.225776672363295</c:v>
                </c:pt>
                <c:pt idx="1600">
                  <c:v>95.1593017578125</c:v>
                </c:pt>
                <c:pt idx="1601">
                  <c:v>95.259956359863295</c:v>
                </c:pt>
                <c:pt idx="1602">
                  <c:v>95.379264831542997</c:v>
                </c:pt>
                <c:pt idx="1603">
                  <c:v>95.291099548339801</c:v>
                </c:pt>
                <c:pt idx="1604">
                  <c:v>95.175460815429702</c:v>
                </c:pt>
                <c:pt idx="1605">
                  <c:v>95.283660888671903</c:v>
                </c:pt>
                <c:pt idx="1606">
                  <c:v>95.724311828613295</c:v>
                </c:pt>
                <c:pt idx="1607">
                  <c:v>95.531455993652301</c:v>
                </c:pt>
                <c:pt idx="1608">
                  <c:v>95.342803955078097</c:v>
                </c:pt>
                <c:pt idx="1609">
                  <c:v>95.438484191894503</c:v>
                </c:pt>
                <c:pt idx="1610">
                  <c:v>95.565200805664105</c:v>
                </c:pt>
                <c:pt idx="1611">
                  <c:v>96.192672729492202</c:v>
                </c:pt>
                <c:pt idx="1612">
                  <c:v>96.595062255859403</c:v>
                </c:pt>
                <c:pt idx="1613">
                  <c:v>96.969467163085895</c:v>
                </c:pt>
                <c:pt idx="1614">
                  <c:v>97.197341918945298</c:v>
                </c:pt>
                <c:pt idx="1615">
                  <c:v>97.162193298339801</c:v>
                </c:pt>
                <c:pt idx="1616">
                  <c:v>97.418701171875</c:v>
                </c:pt>
                <c:pt idx="1617">
                  <c:v>97.742637634277301</c:v>
                </c:pt>
                <c:pt idx="1618">
                  <c:v>97.992286682128906</c:v>
                </c:pt>
                <c:pt idx="1619">
                  <c:v>98.121231079101605</c:v>
                </c:pt>
                <c:pt idx="1620">
                  <c:v>98.187431335449205</c:v>
                </c:pt>
                <c:pt idx="1621">
                  <c:v>98.377174377441406</c:v>
                </c:pt>
                <c:pt idx="1622">
                  <c:v>98.916595458984403</c:v>
                </c:pt>
                <c:pt idx="1623">
                  <c:v>99.325851440429702</c:v>
                </c:pt>
                <c:pt idx="1624">
                  <c:v>99.466499328613295</c:v>
                </c:pt>
                <c:pt idx="1625">
                  <c:v>99.589492797851605</c:v>
                </c:pt>
                <c:pt idx="1626">
                  <c:v>99.962562561035199</c:v>
                </c:pt>
                <c:pt idx="1627">
                  <c:v>100.591720581055</c:v>
                </c:pt>
                <c:pt idx="1628">
                  <c:v>100.746040344238</c:v>
                </c:pt>
                <c:pt idx="1629">
                  <c:v>100.89963531494099</c:v>
                </c:pt>
                <c:pt idx="1630">
                  <c:v>101.194282531738</c:v>
                </c:pt>
                <c:pt idx="1631">
                  <c:v>101.602249145508</c:v>
                </c:pt>
                <c:pt idx="1632">
                  <c:v>101.94997406005901</c:v>
                </c:pt>
                <c:pt idx="1633">
                  <c:v>102.20922088623</c:v>
                </c:pt>
                <c:pt idx="1634">
                  <c:v>102.730278015137</c:v>
                </c:pt>
                <c:pt idx="1635">
                  <c:v>103.006797790527</c:v>
                </c:pt>
                <c:pt idx="1636">
                  <c:v>103.258491516113</c:v>
                </c:pt>
                <c:pt idx="1637">
                  <c:v>103.505981445313</c:v>
                </c:pt>
                <c:pt idx="1638">
                  <c:v>103.84714508056599</c:v>
                </c:pt>
                <c:pt idx="1639">
                  <c:v>104.11590576171901</c:v>
                </c:pt>
                <c:pt idx="1640">
                  <c:v>104.32837677002</c:v>
                </c:pt>
                <c:pt idx="1641">
                  <c:v>104.386474609375</c:v>
                </c:pt>
                <c:pt idx="1642">
                  <c:v>104.56313323974599</c:v>
                </c:pt>
                <c:pt idx="1643">
                  <c:v>104.668754577637</c:v>
                </c:pt>
                <c:pt idx="1644">
                  <c:v>104.728324890137</c:v>
                </c:pt>
                <c:pt idx="1645">
                  <c:v>104.758903503418</c:v>
                </c:pt>
                <c:pt idx="1646">
                  <c:v>104.774604797363</c:v>
                </c:pt>
                <c:pt idx="1647">
                  <c:v>104.782669067383</c:v>
                </c:pt>
                <c:pt idx="1648">
                  <c:v>104.78680419921901</c:v>
                </c:pt>
                <c:pt idx="1649">
                  <c:v>104.788932800293</c:v>
                </c:pt>
                <c:pt idx="1650">
                  <c:v>104.79002380371099</c:v>
                </c:pt>
                <c:pt idx="1651">
                  <c:v>104.790580749512</c:v>
                </c:pt>
                <c:pt idx="1652">
                  <c:v>104.79087066650401</c:v>
                </c:pt>
                <c:pt idx="1653">
                  <c:v>104.791015625</c:v>
                </c:pt>
                <c:pt idx="1654">
                  <c:v>105.283615112305</c:v>
                </c:pt>
                <c:pt idx="1655">
                  <c:v>106.848007202148</c:v>
                </c:pt>
                <c:pt idx="1656">
                  <c:v>108.36221313476599</c:v>
                </c:pt>
                <c:pt idx="1657">
                  <c:v>109.630805969238</c:v>
                </c:pt>
                <c:pt idx="1658">
                  <c:v>110.130531311035</c:v>
                </c:pt>
                <c:pt idx="1659">
                  <c:v>110.48649597168</c:v>
                </c:pt>
                <c:pt idx="1660">
                  <c:v>110.829376220703</c:v>
                </c:pt>
                <c:pt idx="1661">
                  <c:v>111.246528625488</c:v>
                </c:pt>
                <c:pt idx="1662">
                  <c:v>111.436805725098</c:v>
                </c:pt>
                <c:pt idx="1663">
                  <c:v>111.780326843262</c:v>
                </c:pt>
                <c:pt idx="1664">
                  <c:v>111.981010437012</c:v>
                </c:pt>
                <c:pt idx="1665">
                  <c:v>112.08674621582</c:v>
                </c:pt>
                <c:pt idx="1666">
                  <c:v>112.479057312012</c:v>
                </c:pt>
                <c:pt idx="1667">
                  <c:v>112.852210998535</c:v>
                </c:pt>
                <c:pt idx="1668">
                  <c:v>112.91152191162099</c:v>
                </c:pt>
                <c:pt idx="1669">
                  <c:v>112.90689086914099</c:v>
                </c:pt>
                <c:pt idx="1670">
                  <c:v>112.905410766602</c:v>
                </c:pt>
                <c:pt idx="1671">
                  <c:v>113.002960205078</c:v>
                </c:pt>
                <c:pt idx="1672">
                  <c:v>113.176727294922</c:v>
                </c:pt>
                <c:pt idx="1673">
                  <c:v>113.23224639892599</c:v>
                </c:pt>
                <c:pt idx="1674">
                  <c:v>113.32748413085901</c:v>
                </c:pt>
                <c:pt idx="1675">
                  <c:v>113.14882659912099</c:v>
                </c:pt>
                <c:pt idx="1676">
                  <c:v>113.066413879395</c:v>
                </c:pt>
                <c:pt idx="1677">
                  <c:v>113.085639953613</c:v>
                </c:pt>
                <c:pt idx="1678">
                  <c:v>113.07625579834</c:v>
                </c:pt>
                <c:pt idx="1679">
                  <c:v>113.064735412598</c:v>
                </c:pt>
                <c:pt idx="1680">
                  <c:v>113.005401611328</c:v>
                </c:pt>
                <c:pt idx="1681">
                  <c:v>112.931030273438</c:v>
                </c:pt>
                <c:pt idx="1682">
                  <c:v>112.87705230712901</c:v>
                </c:pt>
                <c:pt idx="1683">
                  <c:v>112.83225250244099</c:v>
                </c:pt>
                <c:pt idx="1684">
                  <c:v>112.81583404541</c:v>
                </c:pt>
                <c:pt idx="1685">
                  <c:v>112.866691589355</c:v>
                </c:pt>
                <c:pt idx="1686">
                  <c:v>112.614738464355</c:v>
                </c:pt>
                <c:pt idx="1687">
                  <c:v>112.499351501465</c:v>
                </c:pt>
                <c:pt idx="1688">
                  <c:v>112.360710144043</c:v>
                </c:pt>
                <c:pt idx="1689">
                  <c:v>112.54850769043</c:v>
                </c:pt>
                <c:pt idx="1690">
                  <c:v>112.691078186035</c:v>
                </c:pt>
                <c:pt idx="1691">
                  <c:v>112.299194335938</c:v>
                </c:pt>
                <c:pt idx="1692">
                  <c:v>112.39918518066401</c:v>
                </c:pt>
                <c:pt idx="1693">
                  <c:v>112.365730285645</c:v>
                </c:pt>
                <c:pt idx="1694">
                  <c:v>112.14028167724599</c:v>
                </c:pt>
                <c:pt idx="1695">
                  <c:v>112.048797607422</c:v>
                </c:pt>
                <c:pt idx="1696">
                  <c:v>111.930458068848</c:v>
                </c:pt>
                <c:pt idx="1697">
                  <c:v>111.899620056152</c:v>
                </c:pt>
                <c:pt idx="1698">
                  <c:v>112.152069091797</c:v>
                </c:pt>
                <c:pt idx="1699">
                  <c:v>112.218864440918</c:v>
                </c:pt>
                <c:pt idx="1700">
                  <c:v>112.486976623535</c:v>
                </c:pt>
                <c:pt idx="1701">
                  <c:v>112.68815612793</c:v>
                </c:pt>
                <c:pt idx="1702">
                  <c:v>112.67262268066401</c:v>
                </c:pt>
                <c:pt idx="1703">
                  <c:v>112.803230285645</c:v>
                </c:pt>
                <c:pt idx="1704">
                  <c:v>112.82990264892599</c:v>
                </c:pt>
                <c:pt idx="1705">
                  <c:v>112.85285186767599</c:v>
                </c:pt>
                <c:pt idx="1706">
                  <c:v>113.255813598633</c:v>
                </c:pt>
                <c:pt idx="1707">
                  <c:v>113.456977844238</c:v>
                </c:pt>
                <c:pt idx="1708">
                  <c:v>113.34405517578099</c:v>
                </c:pt>
                <c:pt idx="1709">
                  <c:v>113.145866394043</c:v>
                </c:pt>
                <c:pt idx="1710">
                  <c:v>113.043342590332</c:v>
                </c:pt>
                <c:pt idx="1711">
                  <c:v>113.00220489502</c:v>
                </c:pt>
                <c:pt idx="1712">
                  <c:v>112.97972869873</c:v>
                </c:pt>
                <c:pt idx="1713">
                  <c:v>112.929191589355</c:v>
                </c:pt>
                <c:pt idx="1714">
                  <c:v>112.64299774169901</c:v>
                </c:pt>
                <c:pt idx="1715">
                  <c:v>112.448783874512</c:v>
                </c:pt>
                <c:pt idx="1716">
                  <c:v>112.26553344726599</c:v>
                </c:pt>
                <c:pt idx="1717">
                  <c:v>112.050827026367</c:v>
                </c:pt>
                <c:pt idx="1718">
                  <c:v>111.87109375</c:v>
                </c:pt>
                <c:pt idx="1719">
                  <c:v>111.66439819335901</c:v>
                </c:pt>
                <c:pt idx="1720">
                  <c:v>111.587287902832</c:v>
                </c:pt>
                <c:pt idx="1721">
                  <c:v>111.45457458496099</c:v>
                </c:pt>
                <c:pt idx="1722">
                  <c:v>111.254432678223</c:v>
                </c:pt>
                <c:pt idx="1723">
                  <c:v>111.00421905517599</c:v>
                </c:pt>
                <c:pt idx="1724">
                  <c:v>110.87229156494099</c:v>
                </c:pt>
                <c:pt idx="1725">
                  <c:v>110.725311279297</c:v>
                </c:pt>
                <c:pt idx="1726">
                  <c:v>110.499565124512</c:v>
                </c:pt>
                <c:pt idx="1727">
                  <c:v>110.258178710938</c:v>
                </c:pt>
                <c:pt idx="1728">
                  <c:v>110.029678344727</c:v>
                </c:pt>
                <c:pt idx="1729">
                  <c:v>109.871658325195</c:v>
                </c:pt>
                <c:pt idx="1730">
                  <c:v>109.70697021484401</c:v>
                </c:pt>
                <c:pt idx="1731">
                  <c:v>109.05548858642599</c:v>
                </c:pt>
                <c:pt idx="1732">
                  <c:v>107.36930847168</c:v>
                </c:pt>
                <c:pt idx="1733">
                  <c:v>106.15754699707</c:v>
                </c:pt>
                <c:pt idx="1734">
                  <c:v>105.49269104003901</c:v>
                </c:pt>
                <c:pt idx="1735">
                  <c:v>105.15134429931599</c:v>
                </c:pt>
                <c:pt idx="1736">
                  <c:v>104.97608947753901</c:v>
                </c:pt>
                <c:pt idx="1737">
                  <c:v>104.886116027832</c:v>
                </c:pt>
                <c:pt idx="1738">
                  <c:v>104.839920043945</c:v>
                </c:pt>
                <c:pt idx="1739">
                  <c:v>104.816200256348</c:v>
                </c:pt>
                <c:pt idx="1740">
                  <c:v>104.80402374267599</c:v>
                </c:pt>
                <c:pt idx="1741">
                  <c:v>104.79776763916</c:v>
                </c:pt>
                <c:pt idx="1742">
                  <c:v>104.794563293457</c:v>
                </c:pt>
                <c:pt idx="1743">
                  <c:v>104.792915344238</c:v>
                </c:pt>
                <c:pt idx="1744">
                  <c:v>104.792068481445</c:v>
                </c:pt>
                <c:pt idx="1745">
                  <c:v>104.791633605957</c:v>
                </c:pt>
                <c:pt idx="1746">
                  <c:v>104.79141235351599</c:v>
                </c:pt>
                <c:pt idx="1747">
                  <c:v>104.790176391602</c:v>
                </c:pt>
                <c:pt idx="1748">
                  <c:v>104.7578125</c:v>
                </c:pt>
                <c:pt idx="1749">
                  <c:v>104.710243225098</c:v>
                </c:pt>
                <c:pt idx="1750">
                  <c:v>104.60125732421901</c:v>
                </c:pt>
                <c:pt idx="1751">
                  <c:v>104.422203063965</c:v>
                </c:pt>
                <c:pt idx="1752">
                  <c:v>104.199745178223</c:v>
                </c:pt>
                <c:pt idx="1753">
                  <c:v>103.921592712402</c:v>
                </c:pt>
                <c:pt idx="1754">
                  <c:v>103.702392578125</c:v>
                </c:pt>
                <c:pt idx="1755">
                  <c:v>103.50457000732401</c:v>
                </c:pt>
                <c:pt idx="1756">
                  <c:v>103.36708831787099</c:v>
                </c:pt>
                <c:pt idx="1757">
                  <c:v>103.17977905273401</c:v>
                </c:pt>
                <c:pt idx="1758">
                  <c:v>102.81906890869099</c:v>
                </c:pt>
                <c:pt idx="1759">
                  <c:v>102.574676513672</c:v>
                </c:pt>
                <c:pt idx="1760">
                  <c:v>102.326858520508</c:v>
                </c:pt>
                <c:pt idx="1761">
                  <c:v>102.19277191162099</c:v>
                </c:pt>
                <c:pt idx="1762">
                  <c:v>102.07209014892599</c:v>
                </c:pt>
                <c:pt idx="1763">
                  <c:v>101.903800964355</c:v>
                </c:pt>
                <c:pt idx="1764">
                  <c:v>101.80249786377</c:v>
                </c:pt>
                <c:pt idx="1765">
                  <c:v>101.69025421142599</c:v>
                </c:pt>
                <c:pt idx="1766">
                  <c:v>101.60336303710901</c:v>
                </c:pt>
                <c:pt idx="1767">
                  <c:v>101.32236480712901</c:v>
                </c:pt>
                <c:pt idx="1768">
                  <c:v>101.091064453125</c:v>
                </c:pt>
                <c:pt idx="1769">
                  <c:v>100.89176940918</c:v>
                </c:pt>
                <c:pt idx="1770">
                  <c:v>100.64479827880901</c:v>
                </c:pt>
                <c:pt idx="1771">
                  <c:v>100.385604858398</c:v>
                </c:pt>
                <c:pt idx="1772">
                  <c:v>100.17234039306599</c:v>
                </c:pt>
                <c:pt idx="1773">
                  <c:v>100.045700073242</c:v>
                </c:pt>
                <c:pt idx="1774">
                  <c:v>99.86865234375</c:v>
                </c:pt>
                <c:pt idx="1775">
                  <c:v>99.589042663574205</c:v>
                </c:pt>
                <c:pt idx="1776">
                  <c:v>99.178390502929702</c:v>
                </c:pt>
                <c:pt idx="1777">
                  <c:v>98.777053833007798</c:v>
                </c:pt>
                <c:pt idx="1778">
                  <c:v>98.576522827148395</c:v>
                </c:pt>
                <c:pt idx="1779">
                  <c:v>98.484336853027301</c:v>
                </c:pt>
                <c:pt idx="1780">
                  <c:v>98.373855590820298</c:v>
                </c:pt>
                <c:pt idx="1781">
                  <c:v>98.316230773925795</c:v>
                </c:pt>
                <c:pt idx="1782">
                  <c:v>98.282821655273395</c:v>
                </c:pt>
                <c:pt idx="1783">
                  <c:v>98.269859313964801</c:v>
                </c:pt>
                <c:pt idx="1784">
                  <c:v>98.257957458496094</c:v>
                </c:pt>
                <c:pt idx="1785">
                  <c:v>98.245071411132798</c:v>
                </c:pt>
                <c:pt idx="1786">
                  <c:v>98.223442077636705</c:v>
                </c:pt>
                <c:pt idx="1787">
                  <c:v>98.119247436523395</c:v>
                </c:pt>
                <c:pt idx="1788">
                  <c:v>98.019172668457003</c:v>
                </c:pt>
                <c:pt idx="1789">
                  <c:v>97.797248840332003</c:v>
                </c:pt>
                <c:pt idx="1790">
                  <c:v>97.667297363281307</c:v>
                </c:pt>
                <c:pt idx="1791">
                  <c:v>97.545852661132798</c:v>
                </c:pt>
                <c:pt idx="1792">
                  <c:v>97.414932250976605</c:v>
                </c:pt>
                <c:pt idx="1793">
                  <c:v>97.231117248535199</c:v>
                </c:pt>
                <c:pt idx="1794">
                  <c:v>97.085922241210895</c:v>
                </c:pt>
                <c:pt idx="1795">
                  <c:v>96.936660766601605</c:v>
                </c:pt>
                <c:pt idx="1796">
                  <c:v>96.873855590820298</c:v>
                </c:pt>
                <c:pt idx="1797">
                  <c:v>96.752235412597699</c:v>
                </c:pt>
                <c:pt idx="1798">
                  <c:v>96.732208251953097</c:v>
                </c:pt>
                <c:pt idx="1799">
                  <c:v>96.705589294433594</c:v>
                </c:pt>
                <c:pt idx="1800">
                  <c:v>96.694908142089801</c:v>
                </c:pt>
                <c:pt idx="1801">
                  <c:v>96.594474792480497</c:v>
                </c:pt>
                <c:pt idx="1802">
                  <c:v>96.315704345703097</c:v>
                </c:pt>
                <c:pt idx="1803">
                  <c:v>96.108116149902301</c:v>
                </c:pt>
                <c:pt idx="1804">
                  <c:v>96.097709655761705</c:v>
                </c:pt>
                <c:pt idx="1805">
                  <c:v>95.888313293457003</c:v>
                </c:pt>
                <c:pt idx="1806">
                  <c:v>95.836532592773395</c:v>
                </c:pt>
                <c:pt idx="1807">
                  <c:v>95.711090087890597</c:v>
                </c:pt>
                <c:pt idx="1808">
                  <c:v>95.504447937011705</c:v>
                </c:pt>
                <c:pt idx="1809">
                  <c:v>95.4033203125</c:v>
                </c:pt>
                <c:pt idx="1810">
                  <c:v>95.319938659667997</c:v>
                </c:pt>
                <c:pt idx="1811">
                  <c:v>95.237548828125</c:v>
                </c:pt>
                <c:pt idx="1812">
                  <c:v>95.147209167480497</c:v>
                </c:pt>
                <c:pt idx="1813">
                  <c:v>95.098068237304702</c:v>
                </c:pt>
                <c:pt idx="1814">
                  <c:v>95.070487976074205</c:v>
                </c:pt>
                <c:pt idx="1815">
                  <c:v>94.756668090820298</c:v>
                </c:pt>
                <c:pt idx="1816">
                  <c:v>94.824005126953097</c:v>
                </c:pt>
                <c:pt idx="1817">
                  <c:v>94.9029541015625</c:v>
                </c:pt>
                <c:pt idx="1818">
                  <c:v>95.020523071289105</c:v>
                </c:pt>
                <c:pt idx="1819">
                  <c:v>95.022956848144503</c:v>
                </c:pt>
                <c:pt idx="1820">
                  <c:v>94.796791076660199</c:v>
                </c:pt>
                <c:pt idx="1821">
                  <c:v>94.9385986328125</c:v>
                </c:pt>
                <c:pt idx="1822">
                  <c:v>95.080818176269503</c:v>
                </c:pt>
                <c:pt idx="1823">
                  <c:v>95.090644836425795</c:v>
                </c:pt>
                <c:pt idx="1824">
                  <c:v>95.605712890625</c:v>
                </c:pt>
                <c:pt idx="1825">
                  <c:v>96.144271850585895</c:v>
                </c:pt>
                <c:pt idx="1826">
                  <c:v>96.777084350585895</c:v>
                </c:pt>
                <c:pt idx="1827">
                  <c:v>97.039619445800795</c:v>
                </c:pt>
                <c:pt idx="1828">
                  <c:v>97.416542053222699</c:v>
                </c:pt>
                <c:pt idx="1829">
                  <c:v>97.675025939941406</c:v>
                </c:pt>
                <c:pt idx="1830">
                  <c:v>98.034553527832003</c:v>
                </c:pt>
                <c:pt idx="1831">
                  <c:v>98.196571350097699</c:v>
                </c:pt>
                <c:pt idx="1832">
                  <c:v>98.738822937011705</c:v>
                </c:pt>
                <c:pt idx="1833">
                  <c:v>99.268486022949205</c:v>
                </c:pt>
                <c:pt idx="1834">
                  <c:v>99.742416381835895</c:v>
                </c:pt>
                <c:pt idx="1835">
                  <c:v>99.861152648925795</c:v>
                </c:pt>
                <c:pt idx="1836">
                  <c:v>100.23609924316401</c:v>
                </c:pt>
                <c:pt idx="1837">
                  <c:v>100.48602294921901</c:v>
                </c:pt>
                <c:pt idx="1838">
                  <c:v>100.556587219238</c:v>
                </c:pt>
                <c:pt idx="1839">
                  <c:v>100.753051757813</c:v>
                </c:pt>
                <c:pt idx="1840">
                  <c:v>100.760581970215</c:v>
                </c:pt>
                <c:pt idx="1841">
                  <c:v>100.91607666015599</c:v>
                </c:pt>
                <c:pt idx="1842">
                  <c:v>101.181045532227</c:v>
                </c:pt>
                <c:pt idx="1843">
                  <c:v>101.295570373535</c:v>
                </c:pt>
                <c:pt idx="1844">
                  <c:v>101.44911956787099</c:v>
                </c:pt>
                <c:pt idx="1845">
                  <c:v>101.52016448974599</c:v>
                </c:pt>
                <c:pt idx="1846">
                  <c:v>101.63027954101599</c:v>
                </c:pt>
                <c:pt idx="1847">
                  <c:v>101.62947845459</c:v>
                </c:pt>
                <c:pt idx="1848">
                  <c:v>101.620239257813</c:v>
                </c:pt>
                <c:pt idx="1849">
                  <c:v>101.680015563965</c:v>
                </c:pt>
                <c:pt idx="1850">
                  <c:v>101.69057464599599</c:v>
                </c:pt>
                <c:pt idx="1851">
                  <c:v>101.745079040527</c:v>
                </c:pt>
                <c:pt idx="1852">
                  <c:v>101.675994873047</c:v>
                </c:pt>
                <c:pt idx="1853">
                  <c:v>101.636924743652</c:v>
                </c:pt>
                <c:pt idx="1854">
                  <c:v>101.51735687255901</c:v>
                </c:pt>
                <c:pt idx="1855">
                  <c:v>101.231155395508</c:v>
                </c:pt>
                <c:pt idx="1856">
                  <c:v>101.307266235352</c:v>
                </c:pt>
                <c:pt idx="1857">
                  <c:v>101.18913269043</c:v>
                </c:pt>
                <c:pt idx="1858">
                  <c:v>100.877250671387</c:v>
                </c:pt>
                <c:pt idx="1859">
                  <c:v>100.771186828613</c:v>
                </c:pt>
                <c:pt idx="1860">
                  <c:v>100.792488098145</c:v>
                </c:pt>
                <c:pt idx="1861">
                  <c:v>100.80881500244099</c:v>
                </c:pt>
                <c:pt idx="1862">
                  <c:v>100.779251098633</c:v>
                </c:pt>
                <c:pt idx="1863">
                  <c:v>100.813278198242</c:v>
                </c:pt>
                <c:pt idx="1864">
                  <c:v>100.63185882568401</c:v>
                </c:pt>
                <c:pt idx="1865">
                  <c:v>100.683563232422</c:v>
                </c:pt>
                <c:pt idx="1866">
                  <c:v>100.48023223877</c:v>
                </c:pt>
                <c:pt idx="1867">
                  <c:v>100.343719482422</c:v>
                </c:pt>
                <c:pt idx="1868">
                  <c:v>100.173858642578</c:v>
                </c:pt>
                <c:pt idx="1869">
                  <c:v>100.173141479492</c:v>
                </c:pt>
                <c:pt idx="1870">
                  <c:v>100.08937835693401</c:v>
                </c:pt>
                <c:pt idx="1871">
                  <c:v>99.983779907226605</c:v>
                </c:pt>
                <c:pt idx="1872">
                  <c:v>99.956733703613295</c:v>
                </c:pt>
                <c:pt idx="1873">
                  <c:v>99.884918212890597</c:v>
                </c:pt>
                <c:pt idx="1874">
                  <c:v>99.763931274414105</c:v>
                </c:pt>
                <c:pt idx="1875">
                  <c:v>100.035942077637</c:v>
                </c:pt>
                <c:pt idx="1876">
                  <c:v>100.175590515137</c:v>
                </c:pt>
                <c:pt idx="1877">
                  <c:v>100.133293151855</c:v>
                </c:pt>
                <c:pt idx="1878">
                  <c:v>100.208625793457</c:v>
                </c:pt>
                <c:pt idx="1879">
                  <c:v>100.71213531494099</c:v>
                </c:pt>
                <c:pt idx="1880">
                  <c:v>101.107284545898</c:v>
                </c:pt>
                <c:pt idx="1881">
                  <c:v>101.354988098145</c:v>
                </c:pt>
                <c:pt idx="1882">
                  <c:v>101.45294952392599</c:v>
                </c:pt>
                <c:pt idx="1883">
                  <c:v>101.69490814209</c:v>
                </c:pt>
                <c:pt idx="1884">
                  <c:v>102.029136657715</c:v>
                </c:pt>
                <c:pt idx="1885">
                  <c:v>101.97369384765599</c:v>
                </c:pt>
                <c:pt idx="1886">
                  <c:v>102.29817199707</c:v>
                </c:pt>
                <c:pt idx="1887">
                  <c:v>102.798446655273</c:v>
                </c:pt>
                <c:pt idx="1888">
                  <c:v>103.055213928223</c:v>
                </c:pt>
                <c:pt idx="1889">
                  <c:v>103.370765686035</c:v>
                </c:pt>
                <c:pt idx="1890">
                  <c:v>103.65029144287099</c:v>
                </c:pt>
                <c:pt idx="1891">
                  <c:v>103.979461669922</c:v>
                </c:pt>
                <c:pt idx="1892">
                  <c:v>104.295768737793</c:v>
                </c:pt>
                <c:pt idx="1893">
                  <c:v>104.417694091797</c:v>
                </c:pt>
                <c:pt idx="1894">
                  <c:v>104.58699798584</c:v>
                </c:pt>
                <c:pt idx="1895">
                  <c:v>104.67943572998</c:v>
                </c:pt>
                <c:pt idx="1896">
                  <c:v>104.728965759277</c:v>
                </c:pt>
                <c:pt idx="1897">
                  <c:v>104.759239196777</c:v>
                </c:pt>
                <c:pt idx="1898">
                  <c:v>104.774772644043</c:v>
                </c:pt>
                <c:pt idx="1899">
                  <c:v>104.782752990723</c:v>
                </c:pt>
                <c:pt idx="1900">
                  <c:v>104.78684997558599</c:v>
                </c:pt>
                <c:pt idx="1901">
                  <c:v>104.788955688477</c:v>
                </c:pt>
                <c:pt idx="1902">
                  <c:v>104.790031433105</c:v>
                </c:pt>
                <c:pt idx="1903">
                  <c:v>104.79058837890599</c:v>
                </c:pt>
                <c:pt idx="1904">
                  <c:v>104.79087066650401</c:v>
                </c:pt>
                <c:pt idx="1905">
                  <c:v>104.791023254395</c:v>
                </c:pt>
                <c:pt idx="1906">
                  <c:v>104.791091918945</c:v>
                </c:pt>
                <c:pt idx="1907">
                  <c:v>104.791130065918</c:v>
                </c:pt>
                <c:pt idx="1908">
                  <c:v>104.791152954102</c:v>
                </c:pt>
                <c:pt idx="1909">
                  <c:v>104.79116058349599</c:v>
                </c:pt>
                <c:pt idx="1910">
                  <c:v>104.79116821289099</c:v>
                </c:pt>
                <c:pt idx="1911">
                  <c:v>104.79116821289099</c:v>
                </c:pt>
                <c:pt idx="1912">
                  <c:v>104.791175842285</c:v>
                </c:pt>
                <c:pt idx="1913">
                  <c:v>104.791175842285</c:v>
                </c:pt>
                <c:pt idx="1914">
                  <c:v>104.791175842285</c:v>
                </c:pt>
                <c:pt idx="1915">
                  <c:v>104.791175842285</c:v>
                </c:pt>
                <c:pt idx="1916">
                  <c:v>104.791175842285</c:v>
                </c:pt>
                <c:pt idx="1917">
                  <c:v>104.791175842285</c:v>
                </c:pt>
                <c:pt idx="1918">
                  <c:v>104.791175842285</c:v>
                </c:pt>
                <c:pt idx="1919">
                  <c:v>104.791175842285</c:v>
                </c:pt>
                <c:pt idx="1920">
                  <c:v>104.791175842285</c:v>
                </c:pt>
                <c:pt idx="1921">
                  <c:v>104.791175842285</c:v>
                </c:pt>
                <c:pt idx="1922">
                  <c:v>104.791175842285</c:v>
                </c:pt>
                <c:pt idx="1923">
                  <c:v>104.791175842285</c:v>
                </c:pt>
                <c:pt idx="1924">
                  <c:v>104.791175842285</c:v>
                </c:pt>
                <c:pt idx="1925">
                  <c:v>104.791175842285</c:v>
                </c:pt>
                <c:pt idx="1926">
                  <c:v>104.791175842285</c:v>
                </c:pt>
                <c:pt idx="1927">
                  <c:v>104.791175842285</c:v>
                </c:pt>
                <c:pt idx="1928">
                  <c:v>104.791175842285</c:v>
                </c:pt>
                <c:pt idx="1929">
                  <c:v>104.791175842285</c:v>
                </c:pt>
                <c:pt idx="1930">
                  <c:v>104.791175842285</c:v>
                </c:pt>
                <c:pt idx="1931">
                  <c:v>104.78400421142599</c:v>
                </c:pt>
                <c:pt idx="1932">
                  <c:v>104.78419494628901</c:v>
                </c:pt>
                <c:pt idx="1933">
                  <c:v>104.70327758789099</c:v>
                </c:pt>
                <c:pt idx="1934">
                  <c:v>104.71883392334</c:v>
                </c:pt>
                <c:pt idx="1935">
                  <c:v>104.68547821044901</c:v>
                </c:pt>
                <c:pt idx="1936">
                  <c:v>104.65870666503901</c:v>
                </c:pt>
                <c:pt idx="1937">
                  <c:v>104.66477966308599</c:v>
                </c:pt>
                <c:pt idx="1938">
                  <c:v>104.721183776855</c:v>
                </c:pt>
                <c:pt idx="1939">
                  <c:v>104.75511932373</c:v>
                </c:pt>
                <c:pt idx="1940">
                  <c:v>104.772666931152</c:v>
                </c:pt>
                <c:pt idx="1941">
                  <c:v>104.780876159668</c:v>
                </c:pt>
                <c:pt idx="1942">
                  <c:v>104.785766601563</c:v>
                </c:pt>
                <c:pt idx="1943">
                  <c:v>104.78839874267599</c:v>
                </c:pt>
                <c:pt idx="1944">
                  <c:v>104.789749145508</c:v>
                </c:pt>
                <c:pt idx="1945">
                  <c:v>104.79044342041</c:v>
                </c:pt>
                <c:pt idx="1946">
                  <c:v>104.790802001953</c:v>
                </c:pt>
                <c:pt idx="1947">
                  <c:v>104.790977478027</c:v>
                </c:pt>
                <c:pt idx="1948">
                  <c:v>104.79107666015599</c:v>
                </c:pt>
                <c:pt idx="1949">
                  <c:v>104.791122436523</c:v>
                </c:pt>
                <c:pt idx="1950">
                  <c:v>104.791145324707</c:v>
                </c:pt>
                <c:pt idx="1951">
                  <c:v>104.79116058349599</c:v>
                </c:pt>
                <c:pt idx="1952">
                  <c:v>104.79116821289099</c:v>
                </c:pt>
                <c:pt idx="1953">
                  <c:v>104.79116821289099</c:v>
                </c:pt>
                <c:pt idx="1954">
                  <c:v>104.791175842285</c:v>
                </c:pt>
                <c:pt idx="1955">
                  <c:v>104.791175842285</c:v>
                </c:pt>
                <c:pt idx="1956">
                  <c:v>104.791175842285</c:v>
                </c:pt>
                <c:pt idx="1957">
                  <c:v>105.735832214355</c:v>
                </c:pt>
                <c:pt idx="1958">
                  <c:v>107.50254058837901</c:v>
                </c:pt>
                <c:pt idx="1959">
                  <c:v>106.883918762207</c:v>
                </c:pt>
                <c:pt idx="1960">
                  <c:v>107.61277770996099</c:v>
                </c:pt>
                <c:pt idx="1961">
                  <c:v>108.66860198974599</c:v>
                </c:pt>
                <c:pt idx="1962">
                  <c:v>109.25315856933599</c:v>
                </c:pt>
                <c:pt idx="1963">
                  <c:v>109.516479492188</c:v>
                </c:pt>
                <c:pt idx="1964">
                  <c:v>109.796356201172</c:v>
                </c:pt>
                <c:pt idx="1965">
                  <c:v>109.98495483398401</c:v>
                </c:pt>
                <c:pt idx="1966">
                  <c:v>110.22866821289099</c:v>
                </c:pt>
                <c:pt idx="1967">
                  <c:v>110.442413330078</c:v>
                </c:pt>
                <c:pt idx="1968">
                  <c:v>110.546493530273</c:v>
                </c:pt>
                <c:pt idx="1969">
                  <c:v>110.631675720215</c:v>
                </c:pt>
                <c:pt idx="1970">
                  <c:v>110.66925811767599</c:v>
                </c:pt>
                <c:pt idx="1971">
                  <c:v>110.70973968505901</c:v>
                </c:pt>
                <c:pt idx="1972">
                  <c:v>110.911674499512</c:v>
                </c:pt>
                <c:pt idx="1973">
                  <c:v>111.145614624023</c:v>
                </c:pt>
                <c:pt idx="1974">
                  <c:v>111.52011871337901</c:v>
                </c:pt>
                <c:pt idx="1975">
                  <c:v>111.82275390625</c:v>
                </c:pt>
                <c:pt idx="1976">
                  <c:v>111.805335998535</c:v>
                </c:pt>
                <c:pt idx="1977">
                  <c:v>111.743522644043</c:v>
                </c:pt>
                <c:pt idx="1978">
                  <c:v>111.90187072753901</c:v>
                </c:pt>
                <c:pt idx="1979">
                  <c:v>112.105392456055</c:v>
                </c:pt>
                <c:pt idx="1980">
                  <c:v>112.05991363525401</c:v>
                </c:pt>
                <c:pt idx="1981">
                  <c:v>111.98040008544901</c:v>
                </c:pt>
                <c:pt idx="1982">
                  <c:v>112.02938079834</c:v>
                </c:pt>
                <c:pt idx="1983">
                  <c:v>112.11785888671901</c:v>
                </c:pt>
                <c:pt idx="1984">
                  <c:v>112.20728302002</c:v>
                </c:pt>
                <c:pt idx="1985">
                  <c:v>112.48533630371099</c:v>
                </c:pt>
                <c:pt idx="1986">
                  <c:v>112.65323638916</c:v>
                </c:pt>
                <c:pt idx="1987">
                  <c:v>112.851280212402</c:v>
                </c:pt>
                <c:pt idx="1988">
                  <c:v>113.00381469726599</c:v>
                </c:pt>
                <c:pt idx="1989">
                  <c:v>112.985275268555</c:v>
                </c:pt>
                <c:pt idx="1990">
                  <c:v>113.02109527587901</c:v>
                </c:pt>
                <c:pt idx="1991">
                  <c:v>112.985229492188</c:v>
                </c:pt>
                <c:pt idx="1992">
                  <c:v>112.940353393555</c:v>
                </c:pt>
                <c:pt idx="1993">
                  <c:v>112.97723388671901</c:v>
                </c:pt>
                <c:pt idx="1994">
                  <c:v>112.903038024902</c:v>
                </c:pt>
                <c:pt idx="1995">
                  <c:v>112.681358337402</c:v>
                </c:pt>
                <c:pt idx="1996">
                  <c:v>112.52027893066401</c:v>
                </c:pt>
                <c:pt idx="1997">
                  <c:v>112.34316253662099</c:v>
                </c:pt>
                <c:pt idx="1998">
                  <c:v>112.24542236328099</c:v>
                </c:pt>
                <c:pt idx="1999">
                  <c:v>112.093269348145</c:v>
                </c:pt>
                <c:pt idx="2000">
                  <c:v>111.90415191650401</c:v>
                </c:pt>
                <c:pt idx="2001">
                  <c:v>111.71257019043</c:v>
                </c:pt>
                <c:pt idx="2002">
                  <c:v>111.45803070068401</c:v>
                </c:pt>
                <c:pt idx="2003">
                  <c:v>111.23801422119099</c:v>
                </c:pt>
                <c:pt idx="2004">
                  <c:v>111.046577453613</c:v>
                </c:pt>
                <c:pt idx="2005">
                  <c:v>110.85841369628901</c:v>
                </c:pt>
                <c:pt idx="2006">
                  <c:v>110.704711914063</c:v>
                </c:pt>
                <c:pt idx="2007">
                  <c:v>110.41542816162099</c:v>
                </c:pt>
                <c:pt idx="2008">
                  <c:v>110.19955444335901</c:v>
                </c:pt>
                <c:pt idx="2009">
                  <c:v>110.040977478027</c:v>
                </c:pt>
                <c:pt idx="2010">
                  <c:v>109.81976318359401</c:v>
                </c:pt>
                <c:pt idx="2011">
                  <c:v>109.513374328613</c:v>
                </c:pt>
                <c:pt idx="2012">
                  <c:v>108.334754943848</c:v>
                </c:pt>
                <c:pt idx="2013">
                  <c:v>107.216346740723</c:v>
                </c:pt>
                <c:pt idx="2014">
                  <c:v>106.25160980224599</c:v>
                </c:pt>
                <c:pt idx="2015">
                  <c:v>105.540985107422</c:v>
                </c:pt>
                <c:pt idx="2016">
                  <c:v>105.176139831543</c:v>
                </c:pt>
                <c:pt idx="2017">
                  <c:v>104.988822937012</c:v>
                </c:pt>
                <c:pt idx="2018">
                  <c:v>104.89264678955099</c:v>
                </c:pt>
                <c:pt idx="2019">
                  <c:v>104.84327697753901</c:v>
                </c:pt>
                <c:pt idx="2020">
                  <c:v>104.817924499512</c:v>
                </c:pt>
                <c:pt idx="2021">
                  <c:v>104.80490875244099</c:v>
                </c:pt>
                <c:pt idx="2022">
                  <c:v>104.798225402832</c:v>
                </c:pt>
                <c:pt idx="2023">
                  <c:v>104.794792175293</c:v>
                </c:pt>
                <c:pt idx="2024">
                  <c:v>104.79302978515599</c:v>
                </c:pt>
                <c:pt idx="2025">
                  <c:v>104.792129516602</c:v>
                </c:pt>
                <c:pt idx="2026">
                  <c:v>104.791664123535</c:v>
                </c:pt>
                <c:pt idx="2027">
                  <c:v>104.791427612305</c:v>
                </c:pt>
                <c:pt idx="2028">
                  <c:v>104.791305541992</c:v>
                </c:pt>
                <c:pt idx="2029">
                  <c:v>104.79123687744099</c:v>
                </c:pt>
                <c:pt idx="2030">
                  <c:v>104.791206359863</c:v>
                </c:pt>
                <c:pt idx="2031">
                  <c:v>104.854736328125</c:v>
                </c:pt>
                <c:pt idx="2032">
                  <c:v>104.823806762695</c:v>
                </c:pt>
                <c:pt idx="2033">
                  <c:v>104.80792999267599</c:v>
                </c:pt>
                <c:pt idx="2034">
                  <c:v>104.799774169922</c:v>
                </c:pt>
                <c:pt idx="2035">
                  <c:v>104.79559326171901</c:v>
                </c:pt>
                <c:pt idx="2036">
                  <c:v>104.79344177246099</c:v>
                </c:pt>
                <c:pt idx="2037">
                  <c:v>104.79233551025401</c:v>
                </c:pt>
                <c:pt idx="2038">
                  <c:v>104.79177093505901</c:v>
                </c:pt>
                <c:pt idx="2039">
                  <c:v>104.79148101806599</c:v>
                </c:pt>
                <c:pt idx="2040">
                  <c:v>104.79132843017599</c:v>
                </c:pt>
                <c:pt idx="2041">
                  <c:v>104.79125213623</c:v>
                </c:pt>
                <c:pt idx="2042">
                  <c:v>104.791213989258</c:v>
                </c:pt>
                <c:pt idx="2043">
                  <c:v>104.79119873046901</c:v>
                </c:pt>
                <c:pt idx="2044">
                  <c:v>104.79118347168</c:v>
                </c:pt>
                <c:pt idx="2045">
                  <c:v>104.79118347168</c:v>
                </c:pt>
                <c:pt idx="2046">
                  <c:v>104.791175842285</c:v>
                </c:pt>
                <c:pt idx="2047">
                  <c:v>104.791175842285</c:v>
                </c:pt>
                <c:pt idx="2048">
                  <c:v>104.791175842285</c:v>
                </c:pt>
                <c:pt idx="2049">
                  <c:v>104.791175842285</c:v>
                </c:pt>
                <c:pt idx="2050">
                  <c:v>104.791175842285</c:v>
                </c:pt>
                <c:pt idx="2051">
                  <c:v>104.791175842285</c:v>
                </c:pt>
                <c:pt idx="2052">
                  <c:v>104.791175842285</c:v>
                </c:pt>
                <c:pt idx="2053">
                  <c:v>104.791175842285</c:v>
                </c:pt>
                <c:pt idx="2054">
                  <c:v>104.791175842285</c:v>
                </c:pt>
                <c:pt idx="2055">
                  <c:v>104.791175842285</c:v>
                </c:pt>
                <c:pt idx="2056">
                  <c:v>104.791175842285</c:v>
                </c:pt>
                <c:pt idx="2057">
                  <c:v>104.791175842285</c:v>
                </c:pt>
                <c:pt idx="2058">
                  <c:v>104.791175842285</c:v>
                </c:pt>
                <c:pt idx="2059">
                  <c:v>104.786743164063</c:v>
                </c:pt>
                <c:pt idx="2060">
                  <c:v>104.78889465332</c:v>
                </c:pt>
                <c:pt idx="2061">
                  <c:v>104.790008544922</c:v>
                </c:pt>
                <c:pt idx="2062">
                  <c:v>104.78977966308599</c:v>
                </c:pt>
                <c:pt idx="2063">
                  <c:v>104.78874206543</c:v>
                </c:pt>
                <c:pt idx="2064">
                  <c:v>104.78035736084</c:v>
                </c:pt>
                <c:pt idx="2065">
                  <c:v>104.70554351806599</c:v>
                </c:pt>
                <c:pt idx="2066">
                  <c:v>104.66586303710901</c:v>
                </c:pt>
                <c:pt idx="2067">
                  <c:v>104.622764587402</c:v>
                </c:pt>
                <c:pt idx="2068">
                  <c:v>104.52902984619099</c:v>
                </c:pt>
                <c:pt idx="2069">
                  <c:v>104.32732391357401</c:v>
                </c:pt>
                <c:pt idx="2070">
                  <c:v>104.172439575195</c:v>
                </c:pt>
                <c:pt idx="2071">
                  <c:v>103.984985351563</c:v>
                </c:pt>
                <c:pt idx="2072">
                  <c:v>103.86737060546901</c:v>
                </c:pt>
                <c:pt idx="2073">
                  <c:v>103.748161315918</c:v>
                </c:pt>
                <c:pt idx="2074">
                  <c:v>103.650680541992</c:v>
                </c:pt>
                <c:pt idx="2075">
                  <c:v>103.53875732421901</c:v>
                </c:pt>
                <c:pt idx="2076">
                  <c:v>103.410507202148</c:v>
                </c:pt>
                <c:pt idx="2077">
                  <c:v>103.31989288330099</c:v>
                </c:pt>
                <c:pt idx="2078">
                  <c:v>103.25131988525401</c:v>
                </c:pt>
                <c:pt idx="2079">
                  <c:v>103.178009033203</c:v>
                </c:pt>
                <c:pt idx="2080">
                  <c:v>103.04069519043</c:v>
                </c:pt>
                <c:pt idx="2081">
                  <c:v>102.85052490234401</c:v>
                </c:pt>
                <c:pt idx="2082">
                  <c:v>102.642372131348</c:v>
                </c:pt>
                <c:pt idx="2083">
                  <c:v>102.47354125976599</c:v>
                </c:pt>
                <c:pt idx="2084">
                  <c:v>102.32691192627</c:v>
                </c:pt>
                <c:pt idx="2085">
                  <c:v>102.270431518555</c:v>
                </c:pt>
                <c:pt idx="2086">
                  <c:v>102.196739196777</c:v>
                </c:pt>
                <c:pt idx="2087">
                  <c:v>102.058380126953</c:v>
                </c:pt>
                <c:pt idx="2088">
                  <c:v>101.99651336669901</c:v>
                </c:pt>
                <c:pt idx="2089">
                  <c:v>101.911102294922</c:v>
                </c:pt>
                <c:pt idx="2090">
                  <c:v>101.780235290527</c:v>
                </c:pt>
                <c:pt idx="2091">
                  <c:v>101.69352722168</c:v>
                </c:pt>
                <c:pt idx="2092">
                  <c:v>101.64177703857401</c:v>
                </c:pt>
                <c:pt idx="2093">
                  <c:v>101.615394592285</c:v>
                </c:pt>
                <c:pt idx="2094">
                  <c:v>101.59462738037099</c:v>
                </c:pt>
                <c:pt idx="2095">
                  <c:v>101.60929107666</c:v>
                </c:pt>
                <c:pt idx="2096">
                  <c:v>101.607070922852</c:v>
                </c:pt>
                <c:pt idx="2097">
                  <c:v>101.59880828857401</c:v>
                </c:pt>
                <c:pt idx="2098">
                  <c:v>101.58376312255901</c:v>
                </c:pt>
                <c:pt idx="2099">
                  <c:v>101.58651733398401</c:v>
                </c:pt>
                <c:pt idx="2100">
                  <c:v>101.58303070068401</c:v>
                </c:pt>
                <c:pt idx="2101">
                  <c:v>101.502059936523</c:v>
                </c:pt>
                <c:pt idx="2102">
                  <c:v>101.52215576171901</c:v>
                </c:pt>
                <c:pt idx="2103">
                  <c:v>101.551620483398</c:v>
                </c:pt>
                <c:pt idx="2104">
                  <c:v>101.569816589355</c:v>
                </c:pt>
                <c:pt idx="2105">
                  <c:v>101.322303771973</c:v>
                </c:pt>
                <c:pt idx="2106">
                  <c:v>101.342979431152</c:v>
                </c:pt>
                <c:pt idx="2107">
                  <c:v>101.326362609863</c:v>
                </c:pt>
                <c:pt idx="2108">
                  <c:v>101.20189666748</c:v>
                </c:pt>
                <c:pt idx="2109">
                  <c:v>101.18080902099599</c:v>
                </c:pt>
                <c:pt idx="2110">
                  <c:v>101.173469543457</c:v>
                </c:pt>
                <c:pt idx="2111">
                  <c:v>101.27857208252</c:v>
                </c:pt>
                <c:pt idx="2112">
                  <c:v>101.33771514892599</c:v>
                </c:pt>
                <c:pt idx="2113">
                  <c:v>101.265586853027</c:v>
                </c:pt>
                <c:pt idx="2114">
                  <c:v>101.14234161377</c:v>
                </c:pt>
                <c:pt idx="2115">
                  <c:v>101.1220703125</c:v>
                </c:pt>
                <c:pt idx="2116">
                  <c:v>100.99098205566401</c:v>
                </c:pt>
                <c:pt idx="2117">
                  <c:v>100.898483276367</c:v>
                </c:pt>
                <c:pt idx="2118">
                  <c:v>100.84756469726599</c:v>
                </c:pt>
                <c:pt idx="2119">
                  <c:v>100.69252777099599</c:v>
                </c:pt>
                <c:pt idx="2120">
                  <c:v>100.61644744873</c:v>
                </c:pt>
                <c:pt idx="2121">
                  <c:v>100.43186950683599</c:v>
                </c:pt>
                <c:pt idx="2122">
                  <c:v>100.22402954101599</c:v>
                </c:pt>
                <c:pt idx="2123">
                  <c:v>100.12229156494099</c:v>
                </c:pt>
                <c:pt idx="2124">
                  <c:v>99.968307495117202</c:v>
                </c:pt>
                <c:pt idx="2125">
                  <c:v>99.914131164550795</c:v>
                </c:pt>
                <c:pt idx="2126">
                  <c:v>99.797294616699205</c:v>
                </c:pt>
                <c:pt idx="2127">
                  <c:v>99.670600891113295</c:v>
                </c:pt>
                <c:pt idx="2128">
                  <c:v>99.539093017578097</c:v>
                </c:pt>
                <c:pt idx="2129">
                  <c:v>99.389114379882798</c:v>
                </c:pt>
                <c:pt idx="2130">
                  <c:v>98.892715454101605</c:v>
                </c:pt>
                <c:pt idx="2131">
                  <c:v>98.655082702636705</c:v>
                </c:pt>
                <c:pt idx="2132">
                  <c:v>98.582046508789105</c:v>
                </c:pt>
                <c:pt idx="2133">
                  <c:v>98.424018859863295</c:v>
                </c:pt>
                <c:pt idx="2134">
                  <c:v>98.375274658203097</c:v>
                </c:pt>
                <c:pt idx="2135">
                  <c:v>98.673316955566406</c:v>
                </c:pt>
                <c:pt idx="2136">
                  <c:v>99.124443054199205</c:v>
                </c:pt>
                <c:pt idx="2137">
                  <c:v>98.830528259277301</c:v>
                </c:pt>
                <c:pt idx="2138">
                  <c:v>98.835113525390597</c:v>
                </c:pt>
                <c:pt idx="2139">
                  <c:v>98.896881103515597</c:v>
                </c:pt>
                <c:pt idx="2140">
                  <c:v>98.887199401855497</c:v>
                </c:pt>
                <c:pt idx="2141">
                  <c:v>99.177749633789105</c:v>
                </c:pt>
                <c:pt idx="2142">
                  <c:v>99.494934082031307</c:v>
                </c:pt>
                <c:pt idx="2143">
                  <c:v>99.627265930175795</c:v>
                </c:pt>
                <c:pt idx="2144">
                  <c:v>99.739318847656307</c:v>
                </c:pt>
                <c:pt idx="2145">
                  <c:v>99.829856872558594</c:v>
                </c:pt>
                <c:pt idx="2146">
                  <c:v>99.977844238281307</c:v>
                </c:pt>
                <c:pt idx="2147">
                  <c:v>100.075691223145</c:v>
                </c:pt>
                <c:pt idx="2148">
                  <c:v>100.273147583008</c:v>
                </c:pt>
                <c:pt idx="2149">
                  <c:v>100.487632751465</c:v>
                </c:pt>
                <c:pt idx="2150">
                  <c:v>100.74755859375</c:v>
                </c:pt>
                <c:pt idx="2151">
                  <c:v>100.788932800293</c:v>
                </c:pt>
                <c:pt idx="2152">
                  <c:v>100.86058044433599</c:v>
                </c:pt>
                <c:pt idx="2153">
                  <c:v>100.81890869140599</c:v>
                </c:pt>
                <c:pt idx="2154">
                  <c:v>100.990768432617</c:v>
                </c:pt>
                <c:pt idx="2155">
                  <c:v>101.071174621582</c:v>
                </c:pt>
                <c:pt idx="2156">
                  <c:v>101.268447875977</c:v>
                </c:pt>
                <c:pt idx="2157">
                  <c:v>101.45041656494099</c:v>
                </c:pt>
                <c:pt idx="2158">
                  <c:v>101.542671203613</c:v>
                </c:pt>
                <c:pt idx="2159">
                  <c:v>101.61187744140599</c:v>
                </c:pt>
                <c:pt idx="2160">
                  <c:v>101.70126342773401</c:v>
                </c:pt>
                <c:pt idx="2161">
                  <c:v>101.884574890137</c:v>
                </c:pt>
                <c:pt idx="2162">
                  <c:v>102.094284057617</c:v>
                </c:pt>
                <c:pt idx="2163">
                  <c:v>102.10825347900401</c:v>
                </c:pt>
                <c:pt idx="2164">
                  <c:v>102.43284606933599</c:v>
                </c:pt>
                <c:pt idx="2165">
                  <c:v>102.48405456543</c:v>
                </c:pt>
                <c:pt idx="2166">
                  <c:v>102.335563659668</c:v>
                </c:pt>
                <c:pt idx="2167">
                  <c:v>102.528022766113</c:v>
                </c:pt>
                <c:pt idx="2168">
                  <c:v>102.88729858398401</c:v>
                </c:pt>
                <c:pt idx="2169">
                  <c:v>103.30939483642599</c:v>
                </c:pt>
                <c:pt idx="2170">
                  <c:v>103.56957244873</c:v>
                </c:pt>
                <c:pt idx="2171">
                  <c:v>103.918411254883</c:v>
                </c:pt>
                <c:pt idx="2172">
                  <c:v>104.09088134765599</c:v>
                </c:pt>
                <c:pt idx="2173">
                  <c:v>104.35402679443401</c:v>
                </c:pt>
                <c:pt idx="2174">
                  <c:v>104.554718017578</c:v>
                </c:pt>
                <c:pt idx="2175">
                  <c:v>104.65202331543</c:v>
                </c:pt>
                <c:pt idx="2176">
                  <c:v>104.719734191895</c:v>
                </c:pt>
                <c:pt idx="2177">
                  <c:v>104.75449371337901</c:v>
                </c:pt>
                <c:pt idx="2178">
                  <c:v>104.772338867188</c:v>
                </c:pt>
                <c:pt idx="2179">
                  <c:v>104.78150939941401</c:v>
                </c:pt>
                <c:pt idx="2180">
                  <c:v>104.786209106445</c:v>
                </c:pt>
                <c:pt idx="2181">
                  <c:v>104.788627624512</c:v>
                </c:pt>
                <c:pt idx="2182">
                  <c:v>104.78986358642599</c:v>
                </c:pt>
                <c:pt idx="2183">
                  <c:v>104.79050445556599</c:v>
                </c:pt>
                <c:pt idx="2184">
                  <c:v>104.79083251953099</c:v>
                </c:pt>
                <c:pt idx="2185">
                  <c:v>104.79100036621099</c:v>
                </c:pt>
                <c:pt idx="2186">
                  <c:v>104.85427093505901</c:v>
                </c:pt>
                <c:pt idx="2187">
                  <c:v>104.87477111816401</c:v>
                </c:pt>
                <c:pt idx="2188">
                  <c:v>106.261367797852</c:v>
                </c:pt>
                <c:pt idx="2189">
                  <c:v>107.61434173584</c:v>
                </c:pt>
                <c:pt idx="2190">
                  <c:v>108.70140838623</c:v>
                </c:pt>
                <c:pt idx="2191">
                  <c:v>109.35097503662099</c:v>
                </c:pt>
                <c:pt idx="2192">
                  <c:v>109.68402099609401</c:v>
                </c:pt>
                <c:pt idx="2193">
                  <c:v>109.90048217773401</c:v>
                </c:pt>
                <c:pt idx="2194">
                  <c:v>110.12760925293</c:v>
                </c:pt>
                <c:pt idx="2195">
                  <c:v>110.29248046875</c:v>
                </c:pt>
                <c:pt idx="2196">
                  <c:v>110.355712890625</c:v>
                </c:pt>
                <c:pt idx="2197">
                  <c:v>110.601928710938</c:v>
                </c:pt>
                <c:pt idx="2198">
                  <c:v>110.84243011474599</c:v>
                </c:pt>
                <c:pt idx="2199">
                  <c:v>111.072647094727</c:v>
                </c:pt>
                <c:pt idx="2200">
                  <c:v>111.178764343262</c:v>
                </c:pt>
                <c:pt idx="2201">
                  <c:v>111.30418395996099</c:v>
                </c:pt>
                <c:pt idx="2202">
                  <c:v>111.318962097168</c:v>
                </c:pt>
                <c:pt idx="2203">
                  <c:v>111.34405517578099</c:v>
                </c:pt>
                <c:pt idx="2204">
                  <c:v>111.41179656982401</c:v>
                </c:pt>
                <c:pt idx="2205">
                  <c:v>111.36589050293</c:v>
                </c:pt>
                <c:pt idx="2206">
                  <c:v>111.298210144043</c:v>
                </c:pt>
                <c:pt idx="2207">
                  <c:v>111.28867340087901</c:v>
                </c:pt>
                <c:pt idx="2208">
                  <c:v>111.32492828369099</c:v>
                </c:pt>
                <c:pt idx="2209">
                  <c:v>111.44402313232401</c:v>
                </c:pt>
                <c:pt idx="2210">
                  <c:v>111.365928649902</c:v>
                </c:pt>
                <c:pt idx="2211">
                  <c:v>111.28070068359401</c:v>
                </c:pt>
                <c:pt idx="2212">
                  <c:v>111.30271911621099</c:v>
                </c:pt>
                <c:pt idx="2213">
                  <c:v>111.58283233642599</c:v>
                </c:pt>
                <c:pt idx="2214">
                  <c:v>111.714553833008</c:v>
                </c:pt>
                <c:pt idx="2215">
                  <c:v>111.69382476806599</c:v>
                </c:pt>
                <c:pt idx="2216">
                  <c:v>111.82960510253901</c:v>
                </c:pt>
                <c:pt idx="2217">
                  <c:v>111.974990844727</c:v>
                </c:pt>
                <c:pt idx="2218">
                  <c:v>112.190956115723</c:v>
                </c:pt>
                <c:pt idx="2219">
                  <c:v>112.35676574707</c:v>
                </c:pt>
                <c:pt idx="2220">
                  <c:v>112.40030670166</c:v>
                </c:pt>
                <c:pt idx="2221">
                  <c:v>112.48600769043</c:v>
                </c:pt>
                <c:pt idx="2222">
                  <c:v>112.688339233398</c:v>
                </c:pt>
                <c:pt idx="2223">
                  <c:v>112.70257568359401</c:v>
                </c:pt>
                <c:pt idx="2224">
                  <c:v>112.764373779297</c:v>
                </c:pt>
                <c:pt idx="2225">
                  <c:v>112.93178558349599</c:v>
                </c:pt>
                <c:pt idx="2226">
                  <c:v>113.06813812255901</c:v>
                </c:pt>
                <c:pt idx="2227">
                  <c:v>113.00203704834</c:v>
                </c:pt>
                <c:pt idx="2228">
                  <c:v>113.12680816650401</c:v>
                </c:pt>
                <c:pt idx="2229">
                  <c:v>113.11497497558599</c:v>
                </c:pt>
                <c:pt idx="2230">
                  <c:v>113.255508422852</c:v>
                </c:pt>
                <c:pt idx="2231">
                  <c:v>113.461669921875</c:v>
                </c:pt>
                <c:pt idx="2232">
                  <c:v>113.74909210205099</c:v>
                </c:pt>
                <c:pt idx="2233">
                  <c:v>113.991989135742</c:v>
                </c:pt>
                <c:pt idx="2234">
                  <c:v>114.15592956543</c:v>
                </c:pt>
                <c:pt idx="2235">
                  <c:v>114.42911529541</c:v>
                </c:pt>
                <c:pt idx="2236">
                  <c:v>114.68743896484401</c:v>
                </c:pt>
                <c:pt idx="2237">
                  <c:v>114.693161010742</c:v>
                </c:pt>
                <c:pt idx="2238">
                  <c:v>114.74520874023401</c:v>
                </c:pt>
                <c:pt idx="2239">
                  <c:v>114.848587036133</c:v>
                </c:pt>
                <c:pt idx="2240">
                  <c:v>114.93384552002</c:v>
                </c:pt>
                <c:pt idx="2241">
                  <c:v>114.995155334473</c:v>
                </c:pt>
                <c:pt idx="2242">
                  <c:v>115.13132476806599</c:v>
                </c:pt>
                <c:pt idx="2243">
                  <c:v>115.19484710693401</c:v>
                </c:pt>
                <c:pt idx="2244">
                  <c:v>115.37205505371099</c:v>
                </c:pt>
                <c:pt idx="2245">
                  <c:v>115.609100341797</c:v>
                </c:pt>
                <c:pt idx="2246">
                  <c:v>115.64679718017599</c:v>
                </c:pt>
                <c:pt idx="2247">
                  <c:v>115.64898681640599</c:v>
                </c:pt>
                <c:pt idx="2248">
                  <c:v>115.699920654297</c:v>
                </c:pt>
                <c:pt idx="2249">
                  <c:v>115.91407775878901</c:v>
                </c:pt>
                <c:pt idx="2250">
                  <c:v>116.06712341308599</c:v>
                </c:pt>
                <c:pt idx="2251">
                  <c:v>116.273849487305</c:v>
                </c:pt>
                <c:pt idx="2252">
                  <c:v>116.360137939453</c:v>
                </c:pt>
                <c:pt idx="2253">
                  <c:v>116.117553710938</c:v>
                </c:pt>
                <c:pt idx="2254">
                  <c:v>116.131546020508</c:v>
                </c:pt>
                <c:pt idx="2255">
                  <c:v>116.300003051758</c:v>
                </c:pt>
                <c:pt idx="2256">
                  <c:v>116.28677368164099</c:v>
                </c:pt>
                <c:pt idx="2257">
                  <c:v>116.506629943848</c:v>
                </c:pt>
                <c:pt idx="2258">
                  <c:v>116.63714599609401</c:v>
                </c:pt>
                <c:pt idx="2259">
                  <c:v>116.639266967773</c:v>
                </c:pt>
                <c:pt idx="2260">
                  <c:v>116.72744750976599</c:v>
                </c:pt>
                <c:pt idx="2261">
                  <c:v>117.021842956543</c:v>
                </c:pt>
                <c:pt idx="2262">
                  <c:v>117.22560119628901</c:v>
                </c:pt>
                <c:pt idx="2263">
                  <c:v>117.317031860352</c:v>
                </c:pt>
                <c:pt idx="2264">
                  <c:v>117.44960784912099</c:v>
                </c:pt>
                <c:pt idx="2265">
                  <c:v>117.570442199707</c:v>
                </c:pt>
                <c:pt idx="2266">
                  <c:v>117.61841583252</c:v>
                </c:pt>
                <c:pt idx="2267">
                  <c:v>117.722053527832</c:v>
                </c:pt>
                <c:pt idx="2268">
                  <c:v>117.77902984619099</c:v>
                </c:pt>
                <c:pt idx="2269">
                  <c:v>117.798377990723</c:v>
                </c:pt>
                <c:pt idx="2270">
                  <c:v>117.79486083984401</c:v>
                </c:pt>
                <c:pt idx="2271">
                  <c:v>117.808319091797</c:v>
                </c:pt>
                <c:pt idx="2272">
                  <c:v>117.832954406738</c:v>
                </c:pt>
                <c:pt idx="2273">
                  <c:v>117.84560394287099</c:v>
                </c:pt>
                <c:pt idx="2274">
                  <c:v>117.852096557617</c:v>
                </c:pt>
                <c:pt idx="2275">
                  <c:v>117.869911193848</c:v>
                </c:pt>
                <c:pt idx="2276">
                  <c:v>117.917129516602</c:v>
                </c:pt>
                <c:pt idx="2277">
                  <c:v>118.016899108887</c:v>
                </c:pt>
                <c:pt idx="2278">
                  <c:v>117.932655334473</c:v>
                </c:pt>
                <c:pt idx="2279">
                  <c:v>117.916297912598</c:v>
                </c:pt>
                <c:pt idx="2280">
                  <c:v>118.15329742431599</c:v>
                </c:pt>
                <c:pt idx="2281">
                  <c:v>118.02740478515599</c:v>
                </c:pt>
                <c:pt idx="2282">
                  <c:v>118.04143524169901</c:v>
                </c:pt>
                <c:pt idx="2283">
                  <c:v>118.28855895996099</c:v>
                </c:pt>
                <c:pt idx="2284">
                  <c:v>118.21401214599599</c:v>
                </c:pt>
                <c:pt idx="2285">
                  <c:v>118.092391967773</c:v>
                </c:pt>
                <c:pt idx="2286">
                  <c:v>118.247192382813</c:v>
                </c:pt>
                <c:pt idx="2287">
                  <c:v>118.324272155762</c:v>
                </c:pt>
                <c:pt idx="2288">
                  <c:v>118.42746734619099</c:v>
                </c:pt>
                <c:pt idx="2289">
                  <c:v>118.486404418945</c:v>
                </c:pt>
                <c:pt idx="2290">
                  <c:v>119.03741455078099</c:v>
                </c:pt>
                <c:pt idx="2291">
                  <c:v>119.27703857421901</c:v>
                </c:pt>
                <c:pt idx="2292">
                  <c:v>119.75399017334</c:v>
                </c:pt>
                <c:pt idx="2293">
                  <c:v>120.150337219238</c:v>
                </c:pt>
                <c:pt idx="2294">
                  <c:v>120.24969482421901</c:v>
                </c:pt>
                <c:pt idx="2295">
                  <c:v>120.29638671875</c:v>
                </c:pt>
                <c:pt idx="2296">
                  <c:v>120.675788879395</c:v>
                </c:pt>
                <c:pt idx="2297">
                  <c:v>120.996543884277</c:v>
                </c:pt>
                <c:pt idx="2298">
                  <c:v>121.2412109375</c:v>
                </c:pt>
                <c:pt idx="2299">
                  <c:v>121.62180328369099</c:v>
                </c:pt>
                <c:pt idx="2300">
                  <c:v>121.83843994140599</c:v>
                </c:pt>
                <c:pt idx="2301">
                  <c:v>122.235313415527</c:v>
                </c:pt>
                <c:pt idx="2302">
                  <c:v>122.516891479492</c:v>
                </c:pt>
                <c:pt idx="2303">
                  <c:v>122.949409484863</c:v>
                </c:pt>
                <c:pt idx="2304">
                  <c:v>123.246391296387</c:v>
                </c:pt>
                <c:pt idx="2305">
                  <c:v>123.450576782227</c:v>
                </c:pt>
                <c:pt idx="2306">
                  <c:v>123.626747131348</c:v>
                </c:pt>
                <c:pt idx="2307">
                  <c:v>123.77288818359401</c:v>
                </c:pt>
                <c:pt idx="2308">
                  <c:v>123.902137756348</c:v>
                </c:pt>
                <c:pt idx="2309">
                  <c:v>124.11964416503901</c:v>
                </c:pt>
                <c:pt idx="2310">
                  <c:v>124.251792907715</c:v>
                </c:pt>
                <c:pt idx="2311">
                  <c:v>124.32004547119099</c:v>
                </c:pt>
                <c:pt idx="2312">
                  <c:v>124.355461120605</c:v>
                </c:pt>
                <c:pt idx="2313">
                  <c:v>124.37322235107401</c:v>
                </c:pt>
                <c:pt idx="2314">
                  <c:v>124.38238525390599</c:v>
                </c:pt>
                <c:pt idx="2315">
                  <c:v>124.387046813965</c:v>
                </c:pt>
                <c:pt idx="2316">
                  <c:v>124.402221679688</c:v>
                </c:pt>
                <c:pt idx="2317">
                  <c:v>124.422004699707</c:v>
                </c:pt>
                <c:pt idx="2318">
                  <c:v>124.59154510498</c:v>
                </c:pt>
                <c:pt idx="2319">
                  <c:v>124.64263916015599</c:v>
                </c:pt>
                <c:pt idx="2320">
                  <c:v>125.03133392334</c:v>
                </c:pt>
                <c:pt idx="2321">
                  <c:v>125.333358764648</c:v>
                </c:pt>
                <c:pt idx="2322">
                  <c:v>125.60947418212901</c:v>
                </c:pt>
                <c:pt idx="2323">
                  <c:v>125.90151977539099</c:v>
                </c:pt>
                <c:pt idx="2324">
                  <c:v>126.21541595459</c:v>
                </c:pt>
                <c:pt idx="2325">
                  <c:v>126.001502990723</c:v>
                </c:pt>
                <c:pt idx="2326">
                  <c:v>125.89447021484401</c:v>
                </c:pt>
                <c:pt idx="2327">
                  <c:v>125.98934936523401</c:v>
                </c:pt>
                <c:pt idx="2328">
                  <c:v>126.22898101806599</c:v>
                </c:pt>
                <c:pt idx="2329">
                  <c:v>126.25180053710901</c:v>
                </c:pt>
                <c:pt idx="2330">
                  <c:v>126.780471801758</c:v>
                </c:pt>
                <c:pt idx="2331">
                  <c:v>127.16558837890599</c:v>
                </c:pt>
                <c:pt idx="2332">
                  <c:v>127.438117980957</c:v>
                </c:pt>
                <c:pt idx="2333">
                  <c:v>127.46750640869099</c:v>
                </c:pt>
                <c:pt idx="2334">
                  <c:v>127.550003051758</c:v>
                </c:pt>
                <c:pt idx="2335">
                  <c:v>127.70484161377</c:v>
                </c:pt>
                <c:pt idx="2336">
                  <c:v>127.84832000732401</c:v>
                </c:pt>
                <c:pt idx="2337">
                  <c:v>127.993530273438</c:v>
                </c:pt>
                <c:pt idx="2338">
                  <c:v>128.13681030273401</c:v>
                </c:pt>
                <c:pt idx="2339">
                  <c:v>128.20419311523401</c:v>
                </c:pt>
                <c:pt idx="2340">
                  <c:v>128.17759704589801</c:v>
                </c:pt>
                <c:pt idx="2341">
                  <c:v>128.37503051757801</c:v>
                </c:pt>
                <c:pt idx="2342">
                  <c:v>128.24327087402301</c:v>
                </c:pt>
                <c:pt idx="2343">
                  <c:v>128.28228759765599</c:v>
                </c:pt>
                <c:pt idx="2344">
                  <c:v>128.51126098632801</c:v>
                </c:pt>
                <c:pt idx="2345">
                  <c:v>128.52178955078099</c:v>
                </c:pt>
                <c:pt idx="2346">
                  <c:v>128.48724365234401</c:v>
                </c:pt>
                <c:pt idx="2347">
                  <c:v>128.63052368164099</c:v>
                </c:pt>
                <c:pt idx="2348">
                  <c:v>128.68466186523401</c:v>
                </c:pt>
                <c:pt idx="2349">
                  <c:v>128.93028259277301</c:v>
                </c:pt>
                <c:pt idx="2350">
                  <c:v>128.89300537109401</c:v>
                </c:pt>
                <c:pt idx="2351">
                  <c:v>128.598220825195</c:v>
                </c:pt>
                <c:pt idx="2352">
                  <c:v>128.49888610839801</c:v>
                </c:pt>
                <c:pt idx="2353">
                  <c:v>128.57998657226599</c:v>
                </c:pt>
                <c:pt idx="2354">
                  <c:v>128.50193786621099</c:v>
                </c:pt>
                <c:pt idx="2355">
                  <c:v>128.72593688964801</c:v>
                </c:pt>
                <c:pt idx="2356">
                  <c:v>128.76760864257801</c:v>
                </c:pt>
                <c:pt idx="2357">
                  <c:v>128.71728515625</c:v>
                </c:pt>
                <c:pt idx="2358">
                  <c:v>128.56706237793</c:v>
                </c:pt>
                <c:pt idx="2359">
                  <c:v>128.57386779785199</c:v>
                </c:pt>
                <c:pt idx="2360">
                  <c:v>128.419357299805</c:v>
                </c:pt>
                <c:pt idx="2361">
                  <c:v>128.43634033203099</c:v>
                </c:pt>
                <c:pt idx="2362">
                  <c:v>128.33926391601599</c:v>
                </c:pt>
                <c:pt idx="2363">
                  <c:v>128.43736267089801</c:v>
                </c:pt>
                <c:pt idx="2364">
                  <c:v>128.19190979003901</c:v>
                </c:pt>
                <c:pt idx="2365">
                  <c:v>128.07041931152301</c:v>
                </c:pt>
                <c:pt idx="2366">
                  <c:v>128.02233886718801</c:v>
                </c:pt>
                <c:pt idx="2367">
                  <c:v>127.89493560791</c:v>
                </c:pt>
                <c:pt idx="2368">
                  <c:v>127.80133056640599</c:v>
                </c:pt>
                <c:pt idx="2369">
                  <c:v>127.76743316650401</c:v>
                </c:pt>
                <c:pt idx="2370">
                  <c:v>127.839065551758</c:v>
                </c:pt>
                <c:pt idx="2371">
                  <c:v>127.819129943848</c:v>
                </c:pt>
                <c:pt idx="2372">
                  <c:v>127.71369171142599</c:v>
                </c:pt>
                <c:pt idx="2373">
                  <c:v>127.57942199707</c:v>
                </c:pt>
                <c:pt idx="2374">
                  <c:v>127.55190277099599</c:v>
                </c:pt>
                <c:pt idx="2375">
                  <c:v>127.298149108887</c:v>
                </c:pt>
                <c:pt idx="2376">
                  <c:v>127.087196350098</c:v>
                </c:pt>
                <c:pt idx="2377">
                  <c:v>127.01327514648401</c:v>
                </c:pt>
                <c:pt idx="2378">
                  <c:v>126.937225341797</c:v>
                </c:pt>
                <c:pt idx="2379">
                  <c:v>126.80763244628901</c:v>
                </c:pt>
                <c:pt idx="2380">
                  <c:v>126.44107055664099</c:v>
                </c:pt>
                <c:pt idx="2381">
                  <c:v>126.16123199462901</c:v>
                </c:pt>
                <c:pt idx="2382">
                  <c:v>125.50269317627</c:v>
                </c:pt>
                <c:pt idx="2383">
                  <c:v>125.00673675537099</c:v>
                </c:pt>
                <c:pt idx="2384">
                  <c:v>124.70806884765599</c:v>
                </c:pt>
                <c:pt idx="2385">
                  <c:v>124.55471038818401</c:v>
                </c:pt>
                <c:pt idx="2386">
                  <c:v>124.475936889648</c:v>
                </c:pt>
                <c:pt idx="2387">
                  <c:v>124.40598297119099</c:v>
                </c:pt>
                <c:pt idx="2388">
                  <c:v>124.36814880371099</c:v>
                </c:pt>
                <c:pt idx="2389">
                  <c:v>124.18784332275401</c:v>
                </c:pt>
                <c:pt idx="2390">
                  <c:v>124.096405029297</c:v>
                </c:pt>
                <c:pt idx="2391">
                  <c:v>123.901481628418</c:v>
                </c:pt>
                <c:pt idx="2392">
                  <c:v>123.658500671387</c:v>
                </c:pt>
                <c:pt idx="2393">
                  <c:v>123.633628845215</c:v>
                </c:pt>
                <c:pt idx="2394">
                  <c:v>123.490966796875</c:v>
                </c:pt>
                <c:pt idx="2395">
                  <c:v>123.24405670166</c:v>
                </c:pt>
                <c:pt idx="2396">
                  <c:v>123.040405273438</c:v>
                </c:pt>
                <c:pt idx="2397">
                  <c:v>122.95530700683599</c:v>
                </c:pt>
                <c:pt idx="2398">
                  <c:v>122.915534973145</c:v>
                </c:pt>
                <c:pt idx="2399">
                  <c:v>122.78273010253901</c:v>
                </c:pt>
                <c:pt idx="2400">
                  <c:v>122.796195983887</c:v>
                </c:pt>
                <c:pt idx="2401">
                  <c:v>122.596382141113</c:v>
                </c:pt>
                <c:pt idx="2402">
                  <c:v>122.68008422851599</c:v>
                </c:pt>
                <c:pt idx="2403">
                  <c:v>122.47727203369099</c:v>
                </c:pt>
                <c:pt idx="2404">
                  <c:v>122.332466125488</c:v>
                </c:pt>
                <c:pt idx="2405">
                  <c:v>122.19612121582</c:v>
                </c:pt>
                <c:pt idx="2406">
                  <c:v>122.09683227539099</c:v>
                </c:pt>
                <c:pt idx="2407">
                  <c:v>121.971817016602</c:v>
                </c:pt>
                <c:pt idx="2408">
                  <c:v>121.997436523438</c:v>
                </c:pt>
                <c:pt idx="2409">
                  <c:v>121.94003295898401</c:v>
                </c:pt>
                <c:pt idx="2410">
                  <c:v>121.97292327880901</c:v>
                </c:pt>
                <c:pt idx="2411">
                  <c:v>121.927772521973</c:v>
                </c:pt>
                <c:pt idx="2412">
                  <c:v>121.889457702637</c:v>
                </c:pt>
                <c:pt idx="2413">
                  <c:v>121.75821685791</c:v>
                </c:pt>
                <c:pt idx="2414">
                  <c:v>121.64495849609401</c:v>
                </c:pt>
                <c:pt idx="2415">
                  <c:v>121.61627960205099</c:v>
                </c:pt>
                <c:pt idx="2416">
                  <c:v>121.52498626709</c:v>
                </c:pt>
                <c:pt idx="2417">
                  <c:v>121.39939880371099</c:v>
                </c:pt>
                <c:pt idx="2418">
                  <c:v>121.38719177246099</c:v>
                </c:pt>
                <c:pt idx="2419">
                  <c:v>121.339302062988</c:v>
                </c:pt>
                <c:pt idx="2420">
                  <c:v>121.27418518066401</c:v>
                </c:pt>
                <c:pt idx="2421">
                  <c:v>121.228477478027</c:v>
                </c:pt>
                <c:pt idx="2422">
                  <c:v>121.200546264648</c:v>
                </c:pt>
                <c:pt idx="2423">
                  <c:v>121.117065429688</c:v>
                </c:pt>
                <c:pt idx="2424">
                  <c:v>120.750816345215</c:v>
                </c:pt>
                <c:pt idx="2425">
                  <c:v>120.441734313965</c:v>
                </c:pt>
                <c:pt idx="2426">
                  <c:v>120.100379943848</c:v>
                </c:pt>
                <c:pt idx="2427">
                  <c:v>119.807777404785</c:v>
                </c:pt>
                <c:pt idx="2428">
                  <c:v>119.610717773438</c:v>
                </c:pt>
                <c:pt idx="2429">
                  <c:v>119.29557800293</c:v>
                </c:pt>
                <c:pt idx="2430">
                  <c:v>118.95230102539099</c:v>
                </c:pt>
                <c:pt idx="2431">
                  <c:v>118.57253265380901</c:v>
                </c:pt>
                <c:pt idx="2432">
                  <c:v>118.225143432617</c:v>
                </c:pt>
                <c:pt idx="2433">
                  <c:v>118.04400634765599</c:v>
                </c:pt>
                <c:pt idx="2434">
                  <c:v>117.92561340332</c:v>
                </c:pt>
                <c:pt idx="2435">
                  <c:v>117.715942382813</c:v>
                </c:pt>
                <c:pt idx="2436">
                  <c:v>117.502067565918</c:v>
                </c:pt>
                <c:pt idx="2437">
                  <c:v>117.26141357421901</c:v>
                </c:pt>
                <c:pt idx="2438">
                  <c:v>117.03334808349599</c:v>
                </c:pt>
                <c:pt idx="2439">
                  <c:v>116.80005645752</c:v>
                </c:pt>
                <c:pt idx="2440">
                  <c:v>116.61270141601599</c:v>
                </c:pt>
                <c:pt idx="2441">
                  <c:v>116.430229187012</c:v>
                </c:pt>
                <c:pt idx="2442">
                  <c:v>116.18075561523401</c:v>
                </c:pt>
                <c:pt idx="2443">
                  <c:v>115.934677124023</c:v>
                </c:pt>
                <c:pt idx="2444">
                  <c:v>115.672233581543</c:v>
                </c:pt>
                <c:pt idx="2445">
                  <c:v>115.468872070313</c:v>
                </c:pt>
                <c:pt idx="2446">
                  <c:v>115.247398376465</c:v>
                </c:pt>
                <c:pt idx="2447">
                  <c:v>115.162956237793</c:v>
                </c:pt>
                <c:pt idx="2448">
                  <c:v>114.983528137207</c:v>
                </c:pt>
                <c:pt idx="2449">
                  <c:v>114.82642364502</c:v>
                </c:pt>
                <c:pt idx="2450">
                  <c:v>114.710693359375</c:v>
                </c:pt>
                <c:pt idx="2451">
                  <c:v>114.638565063477</c:v>
                </c:pt>
                <c:pt idx="2452">
                  <c:v>114.62526702880901</c:v>
                </c:pt>
                <c:pt idx="2453">
                  <c:v>114.504257202148</c:v>
                </c:pt>
                <c:pt idx="2454">
                  <c:v>114.42098236084</c:v>
                </c:pt>
                <c:pt idx="2455">
                  <c:v>114.38402557373</c:v>
                </c:pt>
                <c:pt idx="2456">
                  <c:v>114.38360595703099</c:v>
                </c:pt>
                <c:pt idx="2457">
                  <c:v>114.407989501953</c:v>
                </c:pt>
                <c:pt idx="2458">
                  <c:v>114.43804931640599</c:v>
                </c:pt>
                <c:pt idx="2459">
                  <c:v>114.37567138671901</c:v>
                </c:pt>
                <c:pt idx="2460">
                  <c:v>114.50766754150401</c:v>
                </c:pt>
                <c:pt idx="2461">
                  <c:v>114.727165222168</c:v>
                </c:pt>
                <c:pt idx="2462">
                  <c:v>114.85446929931599</c:v>
                </c:pt>
                <c:pt idx="2463">
                  <c:v>115.17433166503901</c:v>
                </c:pt>
                <c:pt idx="2464">
                  <c:v>115.28639984130901</c:v>
                </c:pt>
                <c:pt idx="2465">
                  <c:v>115.171920776367</c:v>
                </c:pt>
                <c:pt idx="2466">
                  <c:v>115.25417327880901</c:v>
                </c:pt>
                <c:pt idx="2467">
                  <c:v>115.45701599121099</c:v>
                </c:pt>
                <c:pt idx="2468">
                  <c:v>115.748573303223</c:v>
                </c:pt>
                <c:pt idx="2469">
                  <c:v>115.77309417724599</c:v>
                </c:pt>
                <c:pt idx="2470">
                  <c:v>115.94651794433599</c:v>
                </c:pt>
                <c:pt idx="2471">
                  <c:v>116.03278350830099</c:v>
                </c:pt>
                <c:pt idx="2472">
                  <c:v>116.139320373535</c:v>
                </c:pt>
                <c:pt idx="2473">
                  <c:v>116.295600891113</c:v>
                </c:pt>
                <c:pt idx="2474">
                  <c:v>116.26455688476599</c:v>
                </c:pt>
                <c:pt idx="2475">
                  <c:v>116.264770507813</c:v>
                </c:pt>
                <c:pt idx="2476">
                  <c:v>116.253425598145</c:v>
                </c:pt>
                <c:pt idx="2477">
                  <c:v>116.255088806152</c:v>
                </c:pt>
                <c:pt idx="2478">
                  <c:v>116.256546020508</c:v>
                </c:pt>
                <c:pt idx="2479">
                  <c:v>116.22442626953099</c:v>
                </c:pt>
                <c:pt idx="2480">
                  <c:v>115.94708251953099</c:v>
                </c:pt>
                <c:pt idx="2481">
                  <c:v>115.76015472412099</c:v>
                </c:pt>
                <c:pt idx="2482">
                  <c:v>115.604789733887</c:v>
                </c:pt>
                <c:pt idx="2483">
                  <c:v>115.458908081055</c:v>
                </c:pt>
                <c:pt idx="2484">
                  <c:v>115.350425720215</c:v>
                </c:pt>
                <c:pt idx="2485">
                  <c:v>115.284797668457</c:v>
                </c:pt>
                <c:pt idx="2486">
                  <c:v>115.08074188232401</c:v>
                </c:pt>
                <c:pt idx="2487">
                  <c:v>115.005081176758</c:v>
                </c:pt>
                <c:pt idx="2488">
                  <c:v>114.848037719727</c:v>
                </c:pt>
                <c:pt idx="2489">
                  <c:v>114.65232849121099</c:v>
                </c:pt>
                <c:pt idx="2490">
                  <c:v>114.47103881835901</c:v>
                </c:pt>
                <c:pt idx="2491">
                  <c:v>114.255813598633</c:v>
                </c:pt>
                <c:pt idx="2492">
                  <c:v>114.061317443848</c:v>
                </c:pt>
                <c:pt idx="2493">
                  <c:v>113.88256072998</c:v>
                </c:pt>
                <c:pt idx="2494">
                  <c:v>113.749954223633</c:v>
                </c:pt>
                <c:pt idx="2495">
                  <c:v>113.54824066162099</c:v>
                </c:pt>
                <c:pt idx="2496">
                  <c:v>113.40518188476599</c:v>
                </c:pt>
                <c:pt idx="2497">
                  <c:v>113.25089263916</c:v>
                </c:pt>
                <c:pt idx="2498">
                  <c:v>113.08806610107401</c:v>
                </c:pt>
                <c:pt idx="2499">
                  <c:v>112.97373199462901</c:v>
                </c:pt>
                <c:pt idx="2500">
                  <c:v>112.82423400878901</c:v>
                </c:pt>
                <c:pt idx="2501">
                  <c:v>112.66570281982401</c:v>
                </c:pt>
                <c:pt idx="2502">
                  <c:v>112.491912841797</c:v>
                </c:pt>
                <c:pt idx="2503">
                  <c:v>112.45566558837901</c:v>
                </c:pt>
                <c:pt idx="2504">
                  <c:v>112.283073425293</c:v>
                </c:pt>
                <c:pt idx="2505">
                  <c:v>112.083213806152</c:v>
                </c:pt>
                <c:pt idx="2506">
                  <c:v>112.032272338867</c:v>
                </c:pt>
                <c:pt idx="2507">
                  <c:v>111.786819458008</c:v>
                </c:pt>
                <c:pt idx="2508">
                  <c:v>111.697708129883</c:v>
                </c:pt>
                <c:pt idx="2509">
                  <c:v>111.621444702148</c:v>
                </c:pt>
                <c:pt idx="2510">
                  <c:v>111.55517578125</c:v>
                </c:pt>
                <c:pt idx="2511">
                  <c:v>111.47478485107401</c:v>
                </c:pt>
                <c:pt idx="2512">
                  <c:v>111.31990814209</c:v>
                </c:pt>
                <c:pt idx="2513">
                  <c:v>111.109016418457</c:v>
                </c:pt>
                <c:pt idx="2514">
                  <c:v>110.98891448974599</c:v>
                </c:pt>
                <c:pt idx="2515">
                  <c:v>110.905731201172</c:v>
                </c:pt>
                <c:pt idx="2516">
                  <c:v>110.834907531738</c:v>
                </c:pt>
                <c:pt idx="2517">
                  <c:v>110.70986938476599</c:v>
                </c:pt>
                <c:pt idx="2518">
                  <c:v>110.622528076172</c:v>
                </c:pt>
                <c:pt idx="2519">
                  <c:v>110.466430664063</c:v>
                </c:pt>
                <c:pt idx="2520">
                  <c:v>110.27507781982401</c:v>
                </c:pt>
                <c:pt idx="2521">
                  <c:v>110.07102966308599</c:v>
                </c:pt>
                <c:pt idx="2522">
                  <c:v>109.92642211914099</c:v>
                </c:pt>
                <c:pt idx="2523">
                  <c:v>109.84636688232401</c:v>
                </c:pt>
                <c:pt idx="2524">
                  <c:v>109.799758911133</c:v>
                </c:pt>
                <c:pt idx="2525">
                  <c:v>109.615226745605</c:v>
                </c:pt>
                <c:pt idx="2526">
                  <c:v>108.122833251953</c:v>
                </c:pt>
                <c:pt idx="2527">
                  <c:v>107.59860992431599</c:v>
                </c:pt>
                <c:pt idx="2528">
                  <c:v>106.826385498047</c:v>
                </c:pt>
                <c:pt idx="2529">
                  <c:v>105.836288452148</c:v>
                </c:pt>
                <c:pt idx="2530">
                  <c:v>105.32765197753901</c:v>
                </c:pt>
                <c:pt idx="2531">
                  <c:v>105.14377593994099</c:v>
                </c:pt>
                <c:pt idx="2532">
                  <c:v>105.027503967285</c:v>
                </c:pt>
                <c:pt idx="2533">
                  <c:v>104.91253662109401</c:v>
                </c:pt>
                <c:pt idx="2534">
                  <c:v>104.853469848633</c:v>
                </c:pt>
                <c:pt idx="2535">
                  <c:v>104.82315063476599</c:v>
                </c:pt>
                <c:pt idx="2536">
                  <c:v>104.80759429931599</c:v>
                </c:pt>
                <c:pt idx="2537">
                  <c:v>104.799606323242</c:v>
                </c:pt>
                <c:pt idx="2538">
                  <c:v>104.79550170898401</c:v>
                </c:pt>
                <c:pt idx="2539">
                  <c:v>104.79339599609401</c:v>
                </c:pt>
                <c:pt idx="2540">
                  <c:v>105.295867919922</c:v>
                </c:pt>
                <c:pt idx="2541">
                  <c:v>105.22679138183599</c:v>
                </c:pt>
                <c:pt idx="2542">
                  <c:v>106.05573272705099</c:v>
                </c:pt>
                <c:pt idx="2543">
                  <c:v>107.78150177002</c:v>
                </c:pt>
                <c:pt idx="2544">
                  <c:v>108.756591796875</c:v>
                </c:pt>
                <c:pt idx="2545">
                  <c:v>109.25203704834</c:v>
                </c:pt>
                <c:pt idx="2546">
                  <c:v>109.596839904785</c:v>
                </c:pt>
                <c:pt idx="2547">
                  <c:v>109.873649597168</c:v>
                </c:pt>
                <c:pt idx="2548">
                  <c:v>110.08715057373</c:v>
                </c:pt>
                <c:pt idx="2549">
                  <c:v>110.298965454102</c:v>
                </c:pt>
                <c:pt idx="2550">
                  <c:v>110.60041809082</c:v>
                </c:pt>
                <c:pt idx="2551">
                  <c:v>110.81097412109401</c:v>
                </c:pt>
                <c:pt idx="2552">
                  <c:v>111.001113891602</c:v>
                </c:pt>
                <c:pt idx="2553">
                  <c:v>111.146209716797</c:v>
                </c:pt>
                <c:pt idx="2554">
                  <c:v>111.48329925537099</c:v>
                </c:pt>
                <c:pt idx="2555">
                  <c:v>111.81576538085901</c:v>
                </c:pt>
                <c:pt idx="2556">
                  <c:v>111.98210144043</c:v>
                </c:pt>
                <c:pt idx="2557">
                  <c:v>112.196235656738</c:v>
                </c:pt>
                <c:pt idx="2558">
                  <c:v>112.429145812988</c:v>
                </c:pt>
                <c:pt idx="2559">
                  <c:v>112.465927124023</c:v>
                </c:pt>
                <c:pt idx="2560">
                  <c:v>112.64764404296901</c:v>
                </c:pt>
                <c:pt idx="2561">
                  <c:v>112.722732543945</c:v>
                </c:pt>
                <c:pt idx="2562">
                  <c:v>113.04929351806599</c:v>
                </c:pt>
                <c:pt idx="2563">
                  <c:v>113.23187255859401</c:v>
                </c:pt>
                <c:pt idx="2564">
                  <c:v>113.407272338867</c:v>
                </c:pt>
                <c:pt idx="2565">
                  <c:v>113.50335693359401</c:v>
                </c:pt>
                <c:pt idx="2566">
                  <c:v>113.574165344238</c:v>
                </c:pt>
                <c:pt idx="2567">
                  <c:v>113.62735748291</c:v>
                </c:pt>
                <c:pt idx="2568">
                  <c:v>113.46786499023401</c:v>
                </c:pt>
                <c:pt idx="2569">
                  <c:v>113.339645385742</c:v>
                </c:pt>
                <c:pt idx="2570">
                  <c:v>113.67398071289099</c:v>
                </c:pt>
                <c:pt idx="2571">
                  <c:v>113.840034484863</c:v>
                </c:pt>
                <c:pt idx="2572">
                  <c:v>113.89461517334</c:v>
                </c:pt>
                <c:pt idx="2573">
                  <c:v>113.540885925293</c:v>
                </c:pt>
                <c:pt idx="2574">
                  <c:v>113.64495086669901</c:v>
                </c:pt>
                <c:pt idx="2575">
                  <c:v>113.760360717773</c:v>
                </c:pt>
                <c:pt idx="2576">
                  <c:v>113.889518737793</c:v>
                </c:pt>
                <c:pt idx="2577">
                  <c:v>113.999351501465</c:v>
                </c:pt>
                <c:pt idx="2578">
                  <c:v>114.06063079834</c:v>
                </c:pt>
                <c:pt idx="2579">
                  <c:v>114.11167144775401</c:v>
                </c:pt>
                <c:pt idx="2580">
                  <c:v>114.004402160645</c:v>
                </c:pt>
                <c:pt idx="2581">
                  <c:v>113.95458984375</c:v>
                </c:pt>
                <c:pt idx="2582">
                  <c:v>114.084022521973</c:v>
                </c:pt>
                <c:pt idx="2583">
                  <c:v>114.072952270508</c:v>
                </c:pt>
                <c:pt idx="2584">
                  <c:v>114.06435394287099</c:v>
                </c:pt>
                <c:pt idx="2585">
                  <c:v>113.93605804443401</c:v>
                </c:pt>
                <c:pt idx="2586">
                  <c:v>113.97975158691401</c:v>
                </c:pt>
                <c:pt idx="2587">
                  <c:v>113.91024780273401</c:v>
                </c:pt>
                <c:pt idx="2588">
                  <c:v>113.93788909912099</c:v>
                </c:pt>
                <c:pt idx="2589">
                  <c:v>113.910751342773</c:v>
                </c:pt>
                <c:pt idx="2590">
                  <c:v>113.90940856933599</c:v>
                </c:pt>
                <c:pt idx="2591">
                  <c:v>113.70223999023401</c:v>
                </c:pt>
                <c:pt idx="2592">
                  <c:v>113.494987487793</c:v>
                </c:pt>
                <c:pt idx="2593">
                  <c:v>113.27571105957</c:v>
                </c:pt>
                <c:pt idx="2594">
                  <c:v>113.378852844238</c:v>
                </c:pt>
                <c:pt idx="2595">
                  <c:v>113.202583312988</c:v>
                </c:pt>
                <c:pt idx="2596">
                  <c:v>113.08579254150401</c:v>
                </c:pt>
                <c:pt idx="2597">
                  <c:v>113.029418945313</c:v>
                </c:pt>
                <c:pt idx="2598">
                  <c:v>113.017654418945</c:v>
                </c:pt>
                <c:pt idx="2599">
                  <c:v>112.99591064453099</c:v>
                </c:pt>
                <c:pt idx="2600">
                  <c:v>112.96809387207</c:v>
                </c:pt>
                <c:pt idx="2601">
                  <c:v>112.927047729492</c:v>
                </c:pt>
                <c:pt idx="2602">
                  <c:v>112.73121643066401</c:v>
                </c:pt>
                <c:pt idx="2603">
                  <c:v>112.72653961181599</c:v>
                </c:pt>
                <c:pt idx="2604">
                  <c:v>112.707061767578</c:v>
                </c:pt>
                <c:pt idx="2605">
                  <c:v>112.77938842773401</c:v>
                </c:pt>
                <c:pt idx="2606">
                  <c:v>112.59080505371099</c:v>
                </c:pt>
                <c:pt idx="2607">
                  <c:v>112.39549255371099</c:v>
                </c:pt>
                <c:pt idx="2608">
                  <c:v>112.41782379150401</c:v>
                </c:pt>
                <c:pt idx="2609">
                  <c:v>112.40615844726599</c:v>
                </c:pt>
                <c:pt idx="2610">
                  <c:v>112.354118347168</c:v>
                </c:pt>
                <c:pt idx="2611">
                  <c:v>112.272323608398</c:v>
                </c:pt>
                <c:pt idx="2612">
                  <c:v>112.33961486816401</c:v>
                </c:pt>
                <c:pt idx="2613">
                  <c:v>112.30874633789099</c:v>
                </c:pt>
                <c:pt idx="2614">
                  <c:v>112.29539489746099</c:v>
                </c:pt>
                <c:pt idx="2615">
                  <c:v>112.22751617431599</c:v>
                </c:pt>
                <c:pt idx="2616">
                  <c:v>112.20871734619099</c:v>
                </c:pt>
                <c:pt idx="2617">
                  <c:v>112.14841461181599</c:v>
                </c:pt>
                <c:pt idx="2618">
                  <c:v>112.111434936523</c:v>
                </c:pt>
                <c:pt idx="2619">
                  <c:v>112.03400421142599</c:v>
                </c:pt>
                <c:pt idx="2620">
                  <c:v>112.06989288330099</c:v>
                </c:pt>
                <c:pt idx="2621">
                  <c:v>112.23194885253901</c:v>
                </c:pt>
                <c:pt idx="2622">
                  <c:v>112.18350219726599</c:v>
                </c:pt>
                <c:pt idx="2623">
                  <c:v>112.30633544921901</c:v>
                </c:pt>
                <c:pt idx="2624">
                  <c:v>112.584884643555</c:v>
                </c:pt>
                <c:pt idx="2625">
                  <c:v>112.67137145996099</c:v>
                </c:pt>
                <c:pt idx="2626">
                  <c:v>112.597625732422</c:v>
                </c:pt>
                <c:pt idx="2627">
                  <c:v>112.742218017578</c:v>
                </c:pt>
                <c:pt idx="2628">
                  <c:v>112.78509521484401</c:v>
                </c:pt>
                <c:pt idx="2629">
                  <c:v>112.564781188965</c:v>
                </c:pt>
                <c:pt idx="2630">
                  <c:v>112.37628936767599</c:v>
                </c:pt>
                <c:pt idx="2631">
                  <c:v>112.281463623047</c:v>
                </c:pt>
                <c:pt idx="2632">
                  <c:v>112.211051940918</c:v>
                </c:pt>
                <c:pt idx="2633">
                  <c:v>112.08229064941401</c:v>
                </c:pt>
                <c:pt idx="2634">
                  <c:v>111.88729095459</c:v>
                </c:pt>
                <c:pt idx="2635">
                  <c:v>111.722366333008</c:v>
                </c:pt>
                <c:pt idx="2636">
                  <c:v>111.562576293945</c:v>
                </c:pt>
                <c:pt idx="2637">
                  <c:v>111.425621032715</c:v>
                </c:pt>
                <c:pt idx="2638">
                  <c:v>111.21752166748</c:v>
                </c:pt>
                <c:pt idx="2639">
                  <c:v>110.998207092285</c:v>
                </c:pt>
                <c:pt idx="2640">
                  <c:v>110.827880859375</c:v>
                </c:pt>
                <c:pt idx="2641">
                  <c:v>110.645469665527</c:v>
                </c:pt>
                <c:pt idx="2642">
                  <c:v>110.460906982422</c:v>
                </c:pt>
                <c:pt idx="2643">
                  <c:v>110.26507568359401</c:v>
                </c:pt>
                <c:pt idx="2644">
                  <c:v>110.041999816895</c:v>
                </c:pt>
                <c:pt idx="2645">
                  <c:v>109.82501220703099</c:v>
                </c:pt>
                <c:pt idx="2646">
                  <c:v>109.75547027587901</c:v>
                </c:pt>
                <c:pt idx="2647">
                  <c:v>109.42726898193401</c:v>
                </c:pt>
                <c:pt idx="2648">
                  <c:v>108.51361083984401</c:v>
                </c:pt>
                <c:pt idx="2649">
                  <c:v>107.76300048828099</c:v>
                </c:pt>
                <c:pt idx="2650">
                  <c:v>106.55516052246099</c:v>
                </c:pt>
                <c:pt idx="2651">
                  <c:v>105.706825256348</c:v>
                </c:pt>
                <c:pt idx="2652">
                  <c:v>105.261352539063</c:v>
                </c:pt>
                <c:pt idx="2653">
                  <c:v>105.03261566162099</c:v>
                </c:pt>
                <c:pt idx="2654">
                  <c:v>104.91510772705099</c:v>
                </c:pt>
                <c:pt idx="2655">
                  <c:v>104.85479736328099</c:v>
                </c:pt>
                <c:pt idx="2656">
                  <c:v>104.823844909668</c:v>
                </c:pt>
                <c:pt idx="2657">
                  <c:v>104.807945251465</c:v>
                </c:pt>
                <c:pt idx="2658">
                  <c:v>104.79978942871099</c:v>
                </c:pt>
                <c:pt idx="2659">
                  <c:v>104.79559326171901</c:v>
                </c:pt>
                <c:pt idx="2660">
                  <c:v>104.79344177246099</c:v>
                </c:pt>
                <c:pt idx="2661">
                  <c:v>104.792343139648</c:v>
                </c:pt>
                <c:pt idx="2662">
                  <c:v>104.79177093505901</c:v>
                </c:pt>
                <c:pt idx="2663">
                  <c:v>104.79148101806599</c:v>
                </c:pt>
                <c:pt idx="2664">
                  <c:v>104.79132843017599</c:v>
                </c:pt>
                <c:pt idx="2665">
                  <c:v>104.79125213623</c:v>
                </c:pt>
                <c:pt idx="2666">
                  <c:v>104.791213989258</c:v>
                </c:pt>
                <c:pt idx="2667">
                  <c:v>104.79119873046901</c:v>
                </c:pt>
                <c:pt idx="2668">
                  <c:v>104.79118347168</c:v>
                </c:pt>
                <c:pt idx="2669">
                  <c:v>104.79118347168</c:v>
                </c:pt>
                <c:pt idx="2670">
                  <c:v>104.791175842285</c:v>
                </c:pt>
                <c:pt idx="2671">
                  <c:v>104.791175842285</c:v>
                </c:pt>
                <c:pt idx="2672">
                  <c:v>104.791175842285</c:v>
                </c:pt>
                <c:pt idx="2673">
                  <c:v>104.791175842285</c:v>
                </c:pt>
                <c:pt idx="2674">
                  <c:v>104.791175842285</c:v>
                </c:pt>
                <c:pt idx="2675">
                  <c:v>104.791175842285</c:v>
                </c:pt>
                <c:pt idx="2676">
                  <c:v>104.791175842285</c:v>
                </c:pt>
                <c:pt idx="2677">
                  <c:v>104.791175842285</c:v>
                </c:pt>
                <c:pt idx="2678">
                  <c:v>104.791175842285</c:v>
                </c:pt>
                <c:pt idx="2679">
                  <c:v>104.791175842285</c:v>
                </c:pt>
                <c:pt idx="2680">
                  <c:v>104.791175842285</c:v>
                </c:pt>
                <c:pt idx="2681">
                  <c:v>104.791175842285</c:v>
                </c:pt>
                <c:pt idx="2682">
                  <c:v>104.791175842285</c:v>
                </c:pt>
                <c:pt idx="2683">
                  <c:v>104.791175842285</c:v>
                </c:pt>
                <c:pt idx="2684">
                  <c:v>104.791175842285</c:v>
                </c:pt>
                <c:pt idx="2685">
                  <c:v>104.791175842285</c:v>
                </c:pt>
                <c:pt idx="2686">
                  <c:v>104.791175842285</c:v>
                </c:pt>
                <c:pt idx="2687">
                  <c:v>104.791175842285</c:v>
                </c:pt>
                <c:pt idx="2688">
                  <c:v>104.791175842285</c:v>
                </c:pt>
                <c:pt idx="2689">
                  <c:v>104.791175842285</c:v>
                </c:pt>
                <c:pt idx="2690">
                  <c:v>104.791175842285</c:v>
                </c:pt>
                <c:pt idx="2691">
                  <c:v>104.791175842285</c:v>
                </c:pt>
                <c:pt idx="2692">
                  <c:v>104.791175842285</c:v>
                </c:pt>
                <c:pt idx="2693">
                  <c:v>104.791175842285</c:v>
                </c:pt>
                <c:pt idx="2694">
                  <c:v>104.791175842285</c:v>
                </c:pt>
                <c:pt idx="2695">
                  <c:v>104.791175842285</c:v>
                </c:pt>
                <c:pt idx="2696">
                  <c:v>104.791175842285</c:v>
                </c:pt>
                <c:pt idx="2697">
                  <c:v>104.791175842285</c:v>
                </c:pt>
                <c:pt idx="2698">
                  <c:v>104.791175842285</c:v>
                </c:pt>
                <c:pt idx="2699">
                  <c:v>104.791175842285</c:v>
                </c:pt>
                <c:pt idx="2700">
                  <c:v>104.791175842285</c:v>
                </c:pt>
                <c:pt idx="2701">
                  <c:v>104.791175842285</c:v>
                </c:pt>
                <c:pt idx="2702">
                  <c:v>104.791175842285</c:v>
                </c:pt>
                <c:pt idx="2703">
                  <c:v>104.791175842285</c:v>
                </c:pt>
                <c:pt idx="2704">
                  <c:v>104.791175842285</c:v>
                </c:pt>
                <c:pt idx="2705">
                  <c:v>104.791175842285</c:v>
                </c:pt>
                <c:pt idx="2706">
                  <c:v>104.791175842285</c:v>
                </c:pt>
                <c:pt idx="2707">
                  <c:v>104.791175842285</c:v>
                </c:pt>
                <c:pt idx="2708">
                  <c:v>104.791175842285</c:v>
                </c:pt>
                <c:pt idx="2709">
                  <c:v>104.791175842285</c:v>
                </c:pt>
                <c:pt idx="2710">
                  <c:v>104.791175842285</c:v>
                </c:pt>
                <c:pt idx="2711">
                  <c:v>104.791175842285</c:v>
                </c:pt>
                <c:pt idx="2712">
                  <c:v>104.791175842285</c:v>
                </c:pt>
                <c:pt idx="2713">
                  <c:v>104.791175842285</c:v>
                </c:pt>
                <c:pt idx="2714">
                  <c:v>104.791175842285</c:v>
                </c:pt>
                <c:pt idx="2715">
                  <c:v>104.791175842285</c:v>
                </c:pt>
                <c:pt idx="2716">
                  <c:v>104.791175842285</c:v>
                </c:pt>
                <c:pt idx="2717">
                  <c:v>104.791175842285</c:v>
                </c:pt>
                <c:pt idx="2718">
                  <c:v>104.791175842285</c:v>
                </c:pt>
                <c:pt idx="2719">
                  <c:v>104.791175842285</c:v>
                </c:pt>
                <c:pt idx="2720">
                  <c:v>104.791175842285</c:v>
                </c:pt>
                <c:pt idx="2721">
                  <c:v>104.791175842285</c:v>
                </c:pt>
                <c:pt idx="2722">
                  <c:v>104.791175842285</c:v>
                </c:pt>
                <c:pt idx="2723">
                  <c:v>104.78091430664099</c:v>
                </c:pt>
                <c:pt idx="2724">
                  <c:v>104.694229125977</c:v>
                </c:pt>
                <c:pt idx="2725">
                  <c:v>104.61810302734401</c:v>
                </c:pt>
                <c:pt idx="2726">
                  <c:v>104.45061492919901</c:v>
                </c:pt>
                <c:pt idx="2727">
                  <c:v>104.27214813232401</c:v>
                </c:pt>
                <c:pt idx="2728">
                  <c:v>104.11262512207</c:v>
                </c:pt>
                <c:pt idx="2729">
                  <c:v>103.840225219727</c:v>
                </c:pt>
                <c:pt idx="2730">
                  <c:v>103.65940856933599</c:v>
                </c:pt>
                <c:pt idx="2731">
                  <c:v>103.453559875488</c:v>
                </c:pt>
                <c:pt idx="2732">
                  <c:v>103.29542541503901</c:v>
                </c:pt>
                <c:pt idx="2733">
                  <c:v>103.086906433105</c:v>
                </c:pt>
                <c:pt idx="2734">
                  <c:v>102.95077514648401</c:v>
                </c:pt>
                <c:pt idx="2735">
                  <c:v>102.678192138672</c:v>
                </c:pt>
                <c:pt idx="2736">
                  <c:v>102.34865570068401</c:v>
                </c:pt>
                <c:pt idx="2737">
                  <c:v>102.10765838623</c:v>
                </c:pt>
                <c:pt idx="2738">
                  <c:v>101.88981628418</c:v>
                </c:pt>
                <c:pt idx="2739">
                  <c:v>101.73911285400401</c:v>
                </c:pt>
                <c:pt idx="2740">
                  <c:v>101.651573181152</c:v>
                </c:pt>
                <c:pt idx="2741">
                  <c:v>101.50552368164099</c:v>
                </c:pt>
                <c:pt idx="2742">
                  <c:v>101.20928955078099</c:v>
                </c:pt>
                <c:pt idx="2743">
                  <c:v>101.019248962402</c:v>
                </c:pt>
                <c:pt idx="2744">
                  <c:v>100.78752899169901</c:v>
                </c:pt>
                <c:pt idx="2745">
                  <c:v>100.579971313477</c:v>
                </c:pt>
                <c:pt idx="2746">
                  <c:v>100.33684539794901</c:v>
                </c:pt>
                <c:pt idx="2747">
                  <c:v>100.143936157227</c:v>
                </c:pt>
                <c:pt idx="2748">
                  <c:v>99.978935241699205</c:v>
                </c:pt>
                <c:pt idx="2749">
                  <c:v>99.811347961425795</c:v>
                </c:pt>
                <c:pt idx="2750">
                  <c:v>99.247329711914105</c:v>
                </c:pt>
                <c:pt idx="2751">
                  <c:v>98.770698547363295</c:v>
                </c:pt>
                <c:pt idx="2752">
                  <c:v>98.520919799804702</c:v>
                </c:pt>
                <c:pt idx="2753">
                  <c:v>98.405403137207003</c:v>
                </c:pt>
                <c:pt idx="2754">
                  <c:v>98.335250854492202</c:v>
                </c:pt>
                <c:pt idx="2755">
                  <c:v>98.297302246093807</c:v>
                </c:pt>
                <c:pt idx="2756">
                  <c:v>98.276359558105497</c:v>
                </c:pt>
                <c:pt idx="2757">
                  <c:v>98.238594055175795</c:v>
                </c:pt>
                <c:pt idx="2758">
                  <c:v>98.161727905273395</c:v>
                </c:pt>
                <c:pt idx="2759">
                  <c:v>98.0599365234375</c:v>
                </c:pt>
                <c:pt idx="2760">
                  <c:v>97.959289550781307</c:v>
                </c:pt>
                <c:pt idx="2761">
                  <c:v>97.787513732910199</c:v>
                </c:pt>
                <c:pt idx="2762">
                  <c:v>97.661964416503906</c:v>
                </c:pt>
                <c:pt idx="2763">
                  <c:v>97.540107727050795</c:v>
                </c:pt>
                <c:pt idx="2764">
                  <c:v>97.374046325683594</c:v>
                </c:pt>
                <c:pt idx="2765">
                  <c:v>97.169692993164105</c:v>
                </c:pt>
                <c:pt idx="2766">
                  <c:v>97.014427185058594</c:v>
                </c:pt>
                <c:pt idx="2767">
                  <c:v>96.900619506835895</c:v>
                </c:pt>
                <c:pt idx="2768">
                  <c:v>96.827888488769503</c:v>
                </c:pt>
                <c:pt idx="2769">
                  <c:v>96.747856140136705</c:v>
                </c:pt>
                <c:pt idx="2770">
                  <c:v>96.669975280761705</c:v>
                </c:pt>
                <c:pt idx="2771">
                  <c:v>96.461135864257798</c:v>
                </c:pt>
                <c:pt idx="2772">
                  <c:v>96.286964416503906</c:v>
                </c:pt>
                <c:pt idx="2773">
                  <c:v>96.110954284667997</c:v>
                </c:pt>
                <c:pt idx="2774">
                  <c:v>95.902305603027301</c:v>
                </c:pt>
                <c:pt idx="2775">
                  <c:v>95.680755615234403</c:v>
                </c:pt>
                <c:pt idx="2776">
                  <c:v>95.516700744628906</c:v>
                </c:pt>
                <c:pt idx="2777">
                  <c:v>95.343978881835895</c:v>
                </c:pt>
                <c:pt idx="2778">
                  <c:v>95.232177734375</c:v>
                </c:pt>
                <c:pt idx="2779">
                  <c:v>95.146530151367202</c:v>
                </c:pt>
                <c:pt idx="2780">
                  <c:v>95.100532531738295</c:v>
                </c:pt>
                <c:pt idx="2781">
                  <c:v>95.071762084960895</c:v>
                </c:pt>
                <c:pt idx="2782">
                  <c:v>95.056976318359403</c:v>
                </c:pt>
                <c:pt idx="2783">
                  <c:v>95.001930236816406</c:v>
                </c:pt>
                <c:pt idx="2784">
                  <c:v>94.985458374023395</c:v>
                </c:pt>
                <c:pt idx="2785">
                  <c:v>94.748855590820298</c:v>
                </c:pt>
                <c:pt idx="2786">
                  <c:v>94.464691162109403</c:v>
                </c:pt>
                <c:pt idx="2787">
                  <c:v>94.254981994628906</c:v>
                </c:pt>
                <c:pt idx="2788">
                  <c:v>94.000022888183594</c:v>
                </c:pt>
                <c:pt idx="2789">
                  <c:v>93.771514892578097</c:v>
                </c:pt>
                <c:pt idx="2790">
                  <c:v>93.600547790527301</c:v>
                </c:pt>
                <c:pt idx="2791">
                  <c:v>93.493476867675795</c:v>
                </c:pt>
                <c:pt idx="2792">
                  <c:v>93.410064697265597</c:v>
                </c:pt>
                <c:pt idx="2793">
                  <c:v>93.333053588867202</c:v>
                </c:pt>
                <c:pt idx="2794">
                  <c:v>93.199966430664105</c:v>
                </c:pt>
                <c:pt idx="2795">
                  <c:v>92.978019714355497</c:v>
                </c:pt>
                <c:pt idx="2796">
                  <c:v>92.845611572265597</c:v>
                </c:pt>
                <c:pt idx="2797">
                  <c:v>92.693870544433594</c:v>
                </c:pt>
                <c:pt idx="2798">
                  <c:v>92.597122192382798</c:v>
                </c:pt>
                <c:pt idx="2799">
                  <c:v>92.506950378417997</c:v>
                </c:pt>
                <c:pt idx="2800">
                  <c:v>92.393074035644503</c:v>
                </c:pt>
                <c:pt idx="2801">
                  <c:v>92.284866333007798</c:v>
                </c:pt>
                <c:pt idx="2802">
                  <c:v>92.203598022460895</c:v>
                </c:pt>
                <c:pt idx="2803">
                  <c:v>92.123489379882798</c:v>
                </c:pt>
                <c:pt idx="2804">
                  <c:v>92.004737854003906</c:v>
                </c:pt>
                <c:pt idx="2805">
                  <c:v>91.915359497070298</c:v>
                </c:pt>
                <c:pt idx="2806">
                  <c:v>91.848274230957003</c:v>
                </c:pt>
                <c:pt idx="2807">
                  <c:v>91.774971008300795</c:v>
                </c:pt>
                <c:pt idx="2808">
                  <c:v>91.700721740722699</c:v>
                </c:pt>
                <c:pt idx="2809">
                  <c:v>91.623985290527301</c:v>
                </c:pt>
                <c:pt idx="2810">
                  <c:v>91.464920043945298</c:v>
                </c:pt>
                <c:pt idx="2811">
                  <c:v>91.298919677734403</c:v>
                </c:pt>
                <c:pt idx="2812">
                  <c:v>91.179328918457003</c:v>
                </c:pt>
                <c:pt idx="2813">
                  <c:v>91.071083068847699</c:v>
                </c:pt>
                <c:pt idx="2814">
                  <c:v>90.958732604980497</c:v>
                </c:pt>
                <c:pt idx="2815">
                  <c:v>90.836357116699205</c:v>
                </c:pt>
                <c:pt idx="2816">
                  <c:v>90.764625549316406</c:v>
                </c:pt>
                <c:pt idx="2817">
                  <c:v>90.684959411621094</c:v>
                </c:pt>
                <c:pt idx="2818">
                  <c:v>90.521751403808594</c:v>
                </c:pt>
                <c:pt idx="2819">
                  <c:v>90.401931762695298</c:v>
                </c:pt>
                <c:pt idx="2820">
                  <c:v>90.2911376953125</c:v>
                </c:pt>
                <c:pt idx="2821">
                  <c:v>90.225685119628906</c:v>
                </c:pt>
                <c:pt idx="2822">
                  <c:v>90.184173583984403</c:v>
                </c:pt>
                <c:pt idx="2823">
                  <c:v>90.109016418457003</c:v>
                </c:pt>
                <c:pt idx="2824">
                  <c:v>90.034187316894503</c:v>
                </c:pt>
                <c:pt idx="2825">
                  <c:v>89.934783935546903</c:v>
                </c:pt>
                <c:pt idx="2826">
                  <c:v>89.738067626953097</c:v>
                </c:pt>
                <c:pt idx="2827">
                  <c:v>89.580741882324205</c:v>
                </c:pt>
                <c:pt idx="2828">
                  <c:v>89.433807373046903</c:v>
                </c:pt>
                <c:pt idx="2829">
                  <c:v>89.301261901855497</c:v>
                </c:pt>
                <c:pt idx="2830">
                  <c:v>89.217681884765597</c:v>
                </c:pt>
                <c:pt idx="2831">
                  <c:v>89.128196716308594</c:v>
                </c:pt>
                <c:pt idx="2832">
                  <c:v>89.022903442382798</c:v>
                </c:pt>
                <c:pt idx="2833">
                  <c:v>88.900939941406307</c:v>
                </c:pt>
                <c:pt idx="2834">
                  <c:v>88.788185119628906</c:v>
                </c:pt>
                <c:pt idx="2835">
                  <c:v>88.689353942871094</c:v>
                </c:pt>
                <c:pt idx="2836">
                  <c:v>88.625778198242202</c:v>
                </c:pt>
                <c:pt idx="2837">
                  <c:v>88.573181152343807</c:v>
                </c:pt>
                <c:pt idx="2838">
                  <c:v>88.545082092285199</c:v>
                </c:pt>
                <c:pt idx="2839">
                  <c:v>88.527565002441406</c:v>
                </c:pt>
                <c:pt idx="2840">
                  <c:v>88.457893371582003</c:v>
                </c:pt>
                <c:pt idx="2841">
                  <c:v>88.330253601074205</c:v>
                </c:pt>
                <c:pt idx="2842">
                  <c:v>88.251708984375</c:v>
                </c:pt>
                <c:pt idx="2843">
                  <c:v>88.138839721679702</c:v>
                </c:pt>
                <c:pt idx="2844">
                  <c:v>88.005767822265597</c:v>
                </c:pt>
                <c:pt idx="2845">
                  <c:v>87.861747741699205</c:v>
                </c:pt>
                <c:pt idx="2846">
                  <c:v>87.788116455078097</c:v>
                </c:pt>
                <c:pt idx="2847">
                  <c:v>87.721450805664105</c:v>
                </c:pt>
                <c:pt idx="2848">
                  <c:v>87.614204406738295</c:v>
                </c:pt>
                <c:pt idx="2849">
                  <c:v>87.483985900878906</c:v>
                </c:pt>
                <c:pt idx="2850">
                  <c:v>87.319938659667997</c:v>
                </c:pt>
                <c:pt idx="2851">
                  <c:v>87.117698669433594</c:v>
                </c:pt>
                <c:pt idx="2852">
                  <c:v>86.977508544921903</c:v>
                </c:pt>
                <c:pt idx="2853">
                  <c:v>86.905418395996094</c:v>
                </c:pt>
                <c:pt idx="2854">
                  <c:v>86.866172790527301</c:v>
                </c:pt>
                <c:pt idx="2855">
                  <c:v>86.832328796386705</c:v>
                </c:pt>
                <c:pt idx="2856">
                  <c:v>86.808982849121094</c:v>
                </c:pt>
                <c:pt idx="2857">
                  <c:v>86.689880371093807</c:v>
                </c:pt>
                <c:pt idx="2858">
                  <c:v>86.553092956542997</c:v>
                </c:pt>
                <c:pt idx="2859">
                  <c:v>86.468444824218807</c:v>
                </c:pt>
                <c:pt idx="2860">
                  <c:v>86.4356689453125</c:v>
                </c:pt>
                <c:pt idx="2861">
                  <c:v>86.258674621582003</c:v>
                </c:pt>
                <c:pt idx="2862">
                  <c:v>86.135406494140597</c:v>
                </c:pt>
                <c:pt idx="2863">
                  <c:v>86.059295654296903</c:v>
                </c:pt>
                <c:pt idx="2864">
                  <c:v>86.033241271972699</c:v>
                </c:pt>
                <c:pt idx="2865">
                  <c:v>85.995872497558594</c:v>
                </c:pt>
                <c:pt idx="2866">
                  <c:v>85.902320861816406</c:v>
                </c:pt>
                <c:pt idx="2867">
                  <c:v>85.715576171875</c:v>
                </c:pt>
                <c:pt idx="2868">
                  <c:v>85.541267395019503</c:v>
                </c:pt>
                <c:pt idx="2869">
                  <c:v>85.408584594726605</c:v>
                </c:pt>
                <c:pt idx="2870">
                  <c:v>85.350242614746094</c:v>
                </c:pt>
                <c:pt idx="2871">
                  <c:v>85.278625488281307</c:v>
                </c:pt>
                <c:pt idx="2872">
                  <c:v>85.234405517578097</c:v>
                </c:pt>
                <c:pt idx="2873">
                  <c:v>85.215652465820298</c:v>
                </c:pt>
                <c:pt idx="2874">
                  <c:v>85.202674865722699</c:v>
                </c:pt>
                <c:pt idx="2875">
                  <c:v>85.165328979492202</c:v>
                </c:pt>
                <c:pt idx="2876">
                  <c:v>85.090492248535199</c:v>
                </c:pt>
                <c:pt idx="2877">
                  <c:v>85.104415893554702</c:v>
                </c:pt>
                <c:pt idx="2878">
                  <c:v>85.104393005371094</c:v>
                </c:pt>
                <c:pt idx="2879">
                  <c:v>85.039627075195298</c:v>
                </c:pt>
                <c:pt idx="2880">
                  <c:v>84.997283935546903</c:v>
                </c:pt>
                <c:pt idx="2881">
                  <c:v>84.905364990234403</c:v>
                </c:pt>
                <c:pt idx="2882">
                  <c:v>84.856887817382798</c:v>
                </c:pt>
                <c:pt idx="2883">
                  <c:v>84.806175231933594</c:v>
                </c:pt>
                <c:pt idx="2884">
                  <c:v>84.703826904296903</c:v>
                </c:pt>
                <c:pt idx="2885">
                  <c:v>84.650688171386705</c:v>
                </c:pt>
                <c:pt idx="2886">
                  <c:v>84.605918884277301</c:v>
                </c:pt>
                <c:pt idx="2887">
                  <c:v>84.528976440429702</c:v>
                </c:pt>
                <c:pt idx="2888">
                  <c:v>84.482490539550795</c:v>
                </c:pt>
                <c:pt idx="2889">
                  <c:v>84.421859741210895</c:v>
                </c:pt>
                <c:pt idx="2890">
                  <c:v>84.328086853027301</c:v>
                </c:pt>
                <c:pt idx="2891">
                  <c:v>84.202285766601605</c:v>
                </c:pt>
                <c:pt idx="2892">
                  <c:v>84.079391479492202</c:v>
                </c:pt>
                <c:pt idx="2893">
                  <c:v>84.047264099121094</c:v>
                </c:pt>
                <c:pt idx="2894">
                  <c:v>83.981384277343807</c:v>
                </c:pt>
                <c:pt idx="2895">
                  <c:v>83.899330139160199</c:v>
                </c:pt>
                <c:pt idx="2896">
                  <c:v>83.811134338378906</c:v>
                </c:pt>
                <c:pt idx="2897">
                  <c:v>83.742538452148395</c:v>
                </c:pt>
                <c:pt idx="2898">
                  <c:v>83.688148498535199</c:v>
                </c:pt>
                <c:pt idx="2899">
                  <c:v>83.661994934082003</c:v>
                </c:pt>
                <c:pt idx="2900">
                  <c:v>83.643539428710895</c:v>
                </c:pt>
                <c:pt idx="2901">
                  <c:v>83.626296997070298</c:v>
                </c:pt>
                <c:pt idx="2902">
                  <c:v>83.582077026367202</c:v>
                </c:pt>
                <c:pt idx="2903">
                  <c:v>83.560043334960895</c:v>
                </c:pt>
                <c:pt idx="2904">
                  <c:v>83.501495361328097</c:v>
                </c:pt>
                <c:pt idx="2905">
                  <c:v>83.419105529785199</c:v>
                </c:pt>
                <c:pt idx="2906">
                  <c:v>83.239547729492202</c:v>
                </c:pt>
                <c:pt idx="2907">
                  <c:v>83.185317993164105</c:v>
                </c:pt>
                <c:pt idx="2908">
                  <c:v>83.047897338867202</c:v>
                </c:pt>
                <c:pt idx="2909">
                  <c:v>82.940338134765597</c:v>
                </c:pt>
                <c:pt idx="2910">
                  <c:v>82.905052185058594</c:v>
                </c:pt>
                <c:pt idx="2911">
                  <c:v>82.846458435058594</c:v>
                </c:pt>
                <c:pt idx="2912">
                  <c:v>82.783866882324205</c:v>
                </c:pt>
                <c:pt idx="2913">
                  <c:v>82.755638122558594</c:v>
                </c:pt>
                <c:pt idx="2914">
                  <c:v>82.616592407226605</c:v>
                </c:pt>
                <c:pt idx="2915">
                  <c:v>82.501571655273395</c:v>
                </c:pt>
                <c:pt idx="2916">
                  <c:v>82.441429138183594</c:v>
                </c:pt>
                <c:pt idx="2917">
                  <c:v>82.373779296875</c:v>
                </c:pt>
                <c:pt idx="2918">
                  <c:v>82.313591003417997</c:v>
                </c:pt>
                <c:pt idx="2919">
                  <c:v>82.269058227539105</c:v>
                </c:pt>
                <c:pt idx="2920">
                  <c:v>82.200592041015597</c:v>
                </c:pt>
                <c:pt idx="2921">
                  <c:v>82.143722534179702</c:v>
                </c:pt>
                <c:pt idx="2922">
                  <c:v>82.115341186523395</c:v>
                </c:pt>
                <c:pt idx="2923">
                  <c:v>82.076156616210895</c:v>
                </c:pt>
                <c:pt idx="2924">
                  <c:v>82.013519287109403</c:v>
                </c:pt>
                <c:pt idx="2925">
                  <c:v>81.984664916992202</c:v>
                </c:pt>
                <c:pt idx="2926">
                  <c:v>81.963470458984403</c:v>
                </c:pt>
                <c:pt idx="2927">
                  <c:v>81.938568115234403</c:v>
                </c:pt>
                <c:pt idx="2928">
                  <c:v>81.921478271484403</c:v>
                </c:pt>
                <c:pt idx="2929">
                  <c:v>81.850669860839801</c:v>
                </c:pt>
                <c:pt idx="2930">
                  <c:v>81.723480224609403</c:v>
                </c:pt>
                <c:pt idx="2931">
                  <c:v>81.657852172851605</c:v>
                </c:pt>
                <c:pt idx="2932">
                  <c:v>81.56884765625</c:v>
                </c:pt>
                <c:pt idx="2933">
                  <c:v>81.504890441894503</c:v>
                </c:pt>
                <c:pt idx="2934">
                  <c:v>81.462791442871094</c:v>
                </c:pt>
                <c:pt idx="2935">
                  <c:v>81.428794860839801</c:v>
                </c:pt>
                <c:pt idx="2936">
                  <c:v>81.331398010253906</c:v>
                </c:pt>
                <c:pt idx="2937">
                  <c:v>81.275436401367202</c:v>
                </c:pt>
                <c:pt idx="2938">
                  <c:v>81.226104736328097</c:v>
                </c:pt>
                <c:pt idx="2939">
                  <c:v>81.140556335449205</c:v>
                </c:pt>
                <c:pt idx="2940">
                  <c:v>81.080886840820298</c:v>
                </c:pt>
                <c:pt idx="2941">
                  <c:v>81.045349121093807</c:v>
                </c:pt>
                <c:pt idx="2942">
                  <c:v>80.993721008300795</c:v>
                </c:pt>
                <c:pt idx="2943">
                  <c:v>80.8118896484375</c:v>
                </c:pt>
                <c:pt idx="2944">
                  <c:v>80.747131347656307</c:v>
                </c:pt>
                <c:pt idx="2945">
                  <c:v>80.644538879394503</c:v>
                </c:pt>
                <c:pt idx="2946">
                  <c:v>80.48046875</c:v>
                </c:pt>
                <c:pt idx="2947">
                  <c:v>80.411430358886705</c:v>
                </c:pt>
                <c:pt idx="2948">
                  <c:v>80.389083862304702</c:v>
                </c:pt>
                <c:pt idx="2949">
                  <c:v>80.340438842773395</c:v>
                </c:pt>
                <c:pt idx="2950">
                  <c:v>80.314178466796903</c:v>
                </c:pt>
                <c:pt idx="2951">
                  <c:v>80.29443359375</c:v>
                </c:pt>
                <c:pt idx="2952">
                  <c:v>80.260993957519503</c:v>
                </c:pt>
                <c:pt idx="2953">
                  <c:v>80.236663818359403</c:v>
                </c:pt>
                <c:pt idx="2954">
                  <c:v>80.223175048828097</c:v>
                </c:pt>
                <c:pt idx="2955">
                  <c:v>80.207328796386705</c:v>
                </c:pt>
                <c:pt idx="2956">
                  <c:v>80.188133239746094</c:v>
                </c:pt>
                <c:pt idx="2957">
                  <c:v>80.1590576171875</c:v>
                </c:pt>
                <c:pt idx="2958">
                  <c:v>80.124214172363295</c:v>
                </c:pt>
                <c:pt idx="2959">
                  <c:v>80.073074340820298</c:v>
                </c:pt>
                <c:pt idx="2960">
                  <c:v>79.914207458496094</c:v>
                </c:pt>
                <c:pt idx="2961">
                  <c:v>79.819808959960895</c:v>
                </c:pt>
                <c:pt idx="2962">
                  <c:v>79.701652526855497</c:v>
                </c:pt>
                <c:pt idx="2963">
                  <c:v>79.600395202636705</c:v>
                </c:pt>
                <c:pt idx="2964">
                  <c:v>79.553421020507798</c:v>
                </c:pt>
                <c:pt idx="2965">
                  <c:v>79.525939941406307</c:v>
                </c:pt>
                <c:pt idx="2966">
                  <c:v>79.510040283203097</c:v>
                </c:pt>
                <c:pt idx="2967">
                  <c:v>79.479240417480497</c:v>
                </c:pt>
                <c:pt idx="2968">
                  <c:v>79.456985473632798</c:v>
                </c:pt>
                <c:pt idx="2969">
                  <c:v>79.468025207519503</c:v>
                </c:pt>
                <c:pt idx="2970">
                  <c:v>79.456077575683594</c:v>
                </c:pt>
                <c:pt idx="2971">
                  <c:v>79.447814941406307</c:v>
                </c:pt>
                <c:pt idx="2972">
                  <c:v>79.400833129882798</c:v>
                </c:pt>
                <c:pt idx="2973">
                  <c:v>79.322204589843807</c:v>
                </c:pt>
                <c:pt idx="2974">
                  <c:v>79.231895446777301</c:v>
                </c:pt>
                <c:pt idx="2975">
                  <c:v>79.136634826660199</c:v>
                </c:pt>
                <c:pt idx="2976">
                  <c:v>79.076393127441406</c:v>
                </c:pt>
                <c:pt idx="2977">
                  <c:v>79.046241760253906</c:v>
                </c:pt>
                <c:pt idx="2978">
                  <c:v>79.014297485351605</c:v>
                </c:pt>
                <c:pt idx="2979">
                  <c:v>79.009017944335895</c:v>
                </c:pt>
                <c:pt idx="2980">
                  <c:v>78.944175720214801</c:v>
                </c:pt>
                <c:pt idx="2981">
                  <c:v>78.901657104492202</c:v>
                </c:pt>
                <c:pt idx="2982">
                  <c:v>78.865493774414105</c:v>
                </c:pt>
                <c:pt idx="2983">
                  <c:v>78.806976318359403</c:v>
                </c:pt>
                <c:pt idx="2984">
                  <c:v>78.775604248046903</c:v>
                </c:pt>
                <c:pt idx="2985">
                  <c:v>78.766288757324205</c:v>
                </c:pt>
                <c:pt idx="2986">
                  <c:v>78.757583618164105</c:v>
                </c:pt>
                <c:pt idx="2987">
                  <c:v>78.736862182617202</c:v>
                </c:pt>
                <c:pt idx="2988">
                  <c:v>78.725013732910199</c:v>
                </c:pt>
                <c:pt idx="2989">
                  <c:v>78.716087341308594</c:v>
                </c:pt>
                <c:pt idx="2990">
                  <c:v>78.714881896972699</c:v>
                </c:pt>
                <c:pt idx="2991">
                  <c:v>78.711730957031307</c:v>
                </c:pt>
                <c:pt idx="2992">
                  <c:v>78.710037231445298</c:v>
                </c:pt>
                <c:pt idx="2993">
                  <c:v>78.712203979492202</c:v>
                </c:pt>
                <c:pt idx="2994">
                  <c:v>78.711097717285199</c:v>
                </c:pt>
                <c:pt idx="2995">
                  <c:v>78.710166931152301</c:v>
                </c:pt>
                <c:pt idx="2996">
                  <c:v>78.708465576171903</c:v>
                </c:pt>
                <c:pt idx="2997">
                  <c:v>78.707588195800795</c:v>
                </c:pt>
                <c:pt idx="2998">
                  <c:v>78.707138061523395</c:v>
                </c:pt>
                <c:pt idx="2999">
                  <c:v>78.707336425781307</c:v>
                </c:pt>
                <c:pt idx="3000">
                  <c:v>78.7073974609375</c:v>
                </c:pt>
                <c:pt idx="3001">
                  <c:v>78.707038879394503</c:v>
                </c:pt>
                <c:pt idx="3002">
                  <c:v>78.706855773925795</c:v>
                </c:pt>
                <c:pt idx="3003">
                  <c:v>78.706764221191406</c:v>
                </c:pt>
                <c:pt idx="3004">
                  <c:v>78.706718444824205</c:v>
                </c:pt>
                <c:pt idx="3005">
                  <c:v>78.706687927246094</c:v>
                </c:pt>
                <c:pt idx="3006">
                  <c:v>78.706680297851605</c:v>
                </c:pt>
                <c:pt idx="3007">
                  <c:v>78.706672668457003</c:v>
                </c:pt>
                <c:pt idx="3008">
                  <c:v>78.7066650390625</c:v>
                </c:pt>
                <c:pt idx="3009">
                  <c:v>78.7066650390625</c:v>
                </c:pt>
                <c:pt idx="3010">
                  <c:v>78.7066650390625</c:v>
                </c:pt>
                <c:pt idx="3011">
                  <c:v>78.7066650390625</c:v>
                </c:pt>
                <c:pt idx="3012">
                  <c:v>78.7066650390625</c:v>
                </c:pt>
                <c:pt idx="3013">
                  <c:v>78.7066650390625</c:v>
                </c:pt>
                <c:pt idx="3014">
                  <c:v>78.666053771972699</c:v>
                </c:pt>
                <c:pt idx="3015">
                  <c:v>78.632827758789105</c:v>
                </c:pt>
                <c:pt idx="3016">
                  <c:v>78.642784118652301</c:v>
                </c:pt>
                <c:pt idx="3017">
                  <c:v>78.621315002441406</c:v>
                </c:pt>
                <c:pt idx="3018">
                  <c:v>78.584320068359403</c:v>
                </c:pt>
                <c:pt idx="3019">
                  <c:v>78.512275695800795</c:v>
                </c:pt>
                <c:pt idx="3020">
                  <c:v>78.448333740234403</c:v>
                </c:pt>
                <c:pt idx="3021">
                  <c:v>78.254859924316406</c:v>
                </c:pt>
                <c:pt idx="3022">
                  <c:v>78.165489196777301</c:v>
                </c:pt>
                <c:pt idx="3023">
                  <c:v>78.081047058105497</c:v>
                </c:pt>
                <c:pt idx="3024">
                  <c:v>77.685165405273395</c:v>
                </c:pt>
                <c:pt idx="3025">
                  <c:v>77.497329711914105</c:v>
                </c:pt>
                <c:pt idx="3026">
                  <c:v>77.507766723632798</c:v>
                </c:pt>
                <c:pt idx="3027">
                  <c:v>77.488334655761705</c:v>
                </c:pt>
                <c:pt idx="3028">
                  <c:v>77.283340454101605</c:v>
                </c:pt>
                <c:pt idx="3029">
                  <c:v>77.208282470703097</c:v>
                </c:pt>
                <c:pt idx="3030">
                  <c:v>77.256034851074205</c:v>
                </c:pt>
                <c:pt idx="3031">
                  <c:v>77.220039367675795</c:v>
                </c:pt>
                <c:pt idx="3032">
                  <c:v>77.152526855468807</c:v>
                </c:pt>
                <c:pt idx="3033">
                  <c:v>77.113937377929702</c:v>
                </c:pt>
                <c:pt idx="3034">
                  <c:v>77.094108581542997</c:v>
                </c:pt>
                <c:pt idx="3035">
                  <c:v>77.074150085449205</c:v>
                </c:pt>
                <c:pt idx="3036">
                  <c:v>77.055450439453097</c:v>
                </c:pt>
                <c:pt idx="3037">
                  <c:v>76.999221801757798</c:v>
                </c:pt>
                <c:pt idx="3038">
                  <c:v>76.909263610839801</c:v>
                </c:pt>
                <c:pt idx="3039">
                  <c:v>76.866523742675795</c:v>
                </c:pt>
                <c:pt idx="3040">
                  <c:v>76.858573913574205</c:v>
                </c:pt>
                <c:pt idx="3041">
                  <c:v>76.815124511718807</c:v>
                </c:pt>
                <c:pt idx="3042">
                  <c:v>76.763816833496094</c:v>
                </c:pt>
                <c:pt idx="3043">
                  <c:v>76.708389282226605</c:v>
                </c:pt>
                <c:pt idx="3044">
                  <c:v>76.580886840820298</c:v>
                </c:pt>
                <c:pt idx="3045">
                  <c:v>76.482360839843807</c:v>
                </c:pt>
                <c:pt idx="3046">
                  <c:v>76.449638366699205</c:v>
                </c:pt>
                <c:pt idx="3047">
                  <c:v>76.388839721679702</c:v>
                </c:pt>
                <c:pt idx="3048">
                  <c:v>76.301284790039105</c:v>
                </c:pt>
                <c:pt idx="3049">
                  <c:v>76.241531372070298</c:v>
                </c:pt>
                <c:pt idx="3050">
                  <c:v>76.218841552734403</c:v>
                </c:pt>
                <c:pt idx="3051">
                  <c:v>76.206550598144503</c:v>
                </c:pt>
                <c:pt idx="3052">
                  <c:v>76.178756713867202</c:v>
                </c:pt>
                <c:pt idx="3053">
                  <c:v>76.1881103515625</c:v>
                </c:pt>
                <c:pt idx="3054">
                  <c:v>76.173530578613295</c:v>
                </c:pt>
                <c:pt idx="3055">
                  <c:v>76.060127258300795</c:v>
                </c:pt>
                <c:pt idx="3056">
                  <c:v>76.006622314453097</c:v>
                </c:pt>
                <c:pt idx="3057">
                  <c:v>75.981826782226605</c:v>
                </c:pt>
                <c:pt idx="3058">
                  <c:v>75.939880371093807</c:v>
                </c:pt>
                <c:pt idx="3059">
                  <c:v>75.884429931640597</c:v>
                </c:pt>
                <c:pt idx="3060">
                  <c:v>75.835632324218807</c:v>
                </c:pt>
                <c:pt idx="3061">
                  <c:v>75.796875</c:v>
                </c:pt>
                <c:pt idx="3062">
                  <c:v>75.792778015136705</c:v>
                </c:pt>
                <c:pt idx="3063">
                  <c:v>75.787521362304702</c:v>
                </c:pt>
                <c:pt idx="3064">
                  <c:v>75.777633666992202</c:v>
                </c:pt>
                <c:pt idx="3065">
                  <c:v>75.754913330078097</c:v>
                </c:pt>
                <c:pt idx="3066">
                  <c:v>75.732604980468807</c:v>
                </c:pt>
                <c:pt idx="3067">
                  <c:v>75.739715576171903</c:v>
                </c:pt>
                <c:pt idx="3068">
                  <c:v>75.688377380371094</c:v>
                </c:pt>
                <c:pt idx="3069">
                  <c:v>75.629692077636705</c:v>
                </c:pt>
                <c:pt idx="3070">
                  <c:v>75.596023559570298</c:v>
                </c:pt>
                <c:pt idx="3071">
                  <c:v>75.570289611816406</c:v>
                </c:pt>
                <c:pt idx="3072">
                  <c:v>75.567962646484403</c:v>
                </c:pt>
                <c:pt idx="3073">
                  <c:v>75.521636962890597</c:v>
                </c:pt>
                <c:pt idx="3074">
                  <c:v>75.494964599609403</c:v>
                </c:pt>
                <c:pt idx="3075">
                  <c:v>75.483627319335895</c:v>
                </c:pt>
                <c:pt idx="3076">
                  <c:v>75.476272583007798</c:v>
                </c:pt>
                <c:pt idx="3077">
                  <c:v>75.463699340820298</c:v>
                </c:pt>
                <c:pt idx="3078">
                  <c:v>75.452033996582003</c:v>
                </c:pt>
                <c:pt idx="3079">
                  <c:v>75.446037292480497</c:v>
                </c:pt>
                <c:pt idx="3080">
                  <c:v>75.442962646484403</c:v>
                </c:pt>
                <c:pt idx="3081">
                  <c:v>75.441383361816406</c:v>
                </c:pt>
                <c:pt idx="3082">
                  <c:v>75.441230773925795</c:v>
                </c:pt>
                <c:pt idx="3083">
                  <c:v>75.445465087890597</c:v>
                </c:pt>
                <c:pt idx="3084">
                  <c:v>75.446975708007798</c:v>
                </c:pt>
                <c:pt idx="3085">
                  <c:v>75.443664550781307</c:v>
                </c:pt>
                <c:pt idx="3086">
                  <c:v>75.430549621582003</c:v>
                </c:pt>
                <c:pt idx="3087">
                  <c:v>75.435012817382798</c:v>
                </c:pt>
                <c:pt idx="3088">
                  <c:v>75.437301635742202</c:v>
                </c:pt>
                <c:pt idx="3089">
                  <c:v>75.419486999511705</c:v>
                </c:pt>
                <c:pt idx="3090">
                  <c:v>75.410774230957003</c:v>
                </c:pt>
                <c:pt idx="3091">
                  <c:v>75.393020629882798</c:v>
                </c:pt>
                <c:pt idx="3092">
                  <c:v>75.4100341796875</c:v>
                </c:pt>
                <c:pt idx="3093">
                  <c:v>75.407516479492202</c:v>
                </c:pt>
                <c:pt idx="3094">
                  <c:v>75.369712829589801</c:v>
                </c:pt>
                <c:pt idx="3095">
                  <c:v>75.363563537597699</c:v>
                </c:pt>
                <c:pt idx="3096">
                  <c:v>75.310363769531307</c:v>
                </c:pt>
                <c:pt idx="3097">
                  <c:v>75.195983886718807</c:v>
                </c:pt>
                <c:pt idx="3098">
                  <c:v>75.139945983886705</c:v>
                </c:pt>
                <c:pt idx="3099">
                  <c:v>74.955574035644503</c:v>
                </c:pt>
                <c:pt idx="3100">
                  <c:v>74.871162414550795</c:v>
                </c:pt>
                <c:pt idx="3101">
                  <c:v>74.836860656738295</c:v>
                </c:pt>
                <c:pt idx="3102">
                  <c:v>74.830650329589801</c:v>
                </c:pt>
                <c:pt idx="3103">
                  <c:v>74.830085754394503</c:v>
                </c:pt>
                <c:pt idx="3104">
                  <c:v>74.848411560058594</c:v>
                </c:pt>
                <c:pt idx="3105">
                  <c:v>74.751693725585895</c:v>
                </c:pt>
                <c:pt idx="3106">
                  <c:v>74.735008239746094</c:v>
                </c:pt>
                <c:pt idx="3107">
                  <c:v>74.6883544921875</c:v>
                </c:pt>
                <c:pt idx="3108">
                  <c:v>74.659027099609403</c:v>
                </c:pt>
                <c:pt idx="3109">
                  <c:v>74.606163024902301</c:v>
                </c:pt>
                <c:pt idx="3110">
                  <c:v>74.552833557128906</c:v>
                </c:pt>
                <c:pt idx="3111">
                  <c:v>74.452507019042997</c:v>
                </c:pt>
                <c:pt idx="3112">
                  <c:v>74.329559326171903</c:v>
                </c:pt>
                <c:pt idx="3113">
                  <c:v>74.290847778320298</c:v>
                </c:pt>
                <c:pt idx="3114">
                  <c:v>74.304969787597699</c:v>
                </c:pt>
                <c:pt idx="3115">
                  <c:v>74.279144287109403</c:v>
                </c:pt>
                <c:pt idx="3116">
                  <c:v>74.322013854980497</c:v>
                </c:pt>
                <c:pt idx="3117">
                  <c:v>74.314422607421903</c:v>
                </c:pt>
                <c:pt idx="3118">
                  <c:v>74.234016418457003</c:v>
                </c:pt>
                <c:pt idx="3119">
                  <c:v>74.289093017578097</c:v>
                </c:pt>
                <c:pt idx="3120">
                  <c:v>74.180953979492202</c:v>
                </c:pt>
                <c:pt idx="3121">
                  <c:v>74.014442443847699</c:v>
                </c:pt>
                <c:pt idx="3122">
                  <c:v>73.891914367675795</c:v>
                </c:pt>
                <c:pt idx="3123">
                  <c:v>73.7537841796875</c:v>
                </c:pt>
                <c:pt idx="3124">
                  <c:v>73.451263427734403</c:v>
                </c:pt>
                <c:pt idx="3125">
                  <c:v>73.259414672851605</c:v>
                </c:pt>
                <c:pt idx="3126">
                  <c:v>73.377372741699205</c:v>
                </c:pt>
                <c:pt idx="3127">
                  <c:v>73.053352355957003</c:v>
                </c:pt>
                <c:pt idx="3128">
                  <c:v>72.735137939453097</c:v>
                </c:pt>
                <c:pt idx="3129">
                  <c:v>72.501548767089801</c:v>
                </c:pt>
                <c:pt idx="3130">
                  <c:v>72.491432189941406</c:v>
                </c:pt>
                <c:pt idx="3131">
                  <c:v>72.457939147949205</c:v>
                </c:pt>
                <c:pt idx="3132">
                  <c:v>72.491744995117202</c:v>
                </c:pt>
                <c:pt idx="3133">
                  <c:v>72.443557739257798</c:v>
                </c:pt>
                <c:pt idx="3134">
                  <c:v>72.443168640136705</c:v>
                </c:pt>
                <c:pt idx="3135">
                  <c:v>72.453544616699205</c:v>
                </c:pt>
                <c:pt idx="3136">
                  <c:v>72.2921142578125</c:v>
                </c:pt>
                <c:pt idx="3137">
                  <c:v>72.216247558593807</c:v>
                </c:pt>
                <c:pt idx="3138">
                  <c:v>72.201385498046903</c:v>
                </c:pt>
                <c:pt idx="3139">
                  <c:v>72.225662231445298</c:v>
                </c:pt>
                <c:pt idx="3140">
                  <c:v>72.175094604492202</c:v>
                </c:pt>
                <c:pt idx="3141">
                  <c:v>72.178001403808594</c:v>
                </c:pt>
                <c:pt idx="3142">
                  <c:v>72.150627136230497</c:v>
                </c:pt>
                <c:pt idx="3143">
                  <c:v>72.136566162109403</c:v>
                </c:pt>
                <c:pt idx="3144">
                  <c:v>72.129348754882798</c:v>
                </c:pt>
                <c:pt idx="3145">
                  <c:v>72.125640869140597</c:v>
                </c:pt>
                <c:pt idx="3146">
                  <c:v>72.152618408203097</c:v>
                </c:pt>
                <c:pt idx="3147">
                  <c:v>72.137588500976605</c:v>
                </c:pt>
                <c:pt idx="3148">
                  <c:v>72.129875183105497</c:v>
                </c:pt>
                <c:pt idx="3149">
                  <c:v>72.125907897949205</c:v>
                </c:pt>
                <c:pt idx="3150">
                  <c:v>72.123878479003906</c:v>
                </c:pt>
                <c:pt idx="3151">
                  <c:v>72.122833251953097</c:v>
                </c:pt>
                <c:pt idx="3152">
                  <c:v>72.122299194335895</c:v>
                </c:pt>
                <c:pt idx="3153">
                  <c:v>72.122024536132798</c:v>
                </c:pt>
                <c:pt idx="3154">
                  <c:v>72.121879577636705</c:v>
                </c:pt>
                <c:pt idx="3155">
                  <c:v>72.121803283691406</c:v>
                </c:pt>
                <c:pt idx="3156">
                  <c:v>72.121772766113295</c:v>
                </c:pt>
                <c:pt idx="3157">
                  <c:v>72.121749877929702</c:v>
                </c:pt>
                <c:pt idx="3158">
                  <c:v>72.128761291503906</c:v>
                </c:pt>
                <c:pt idx="3159">
                  <c:v>72.142425537109403</c:v>
                </c:pt>
                <c:pt idx="3160">
                  <c:v>72.132354736328097</c:v>
                </c:pt>
                <c:pt idx="3161">
                  <c:v>72.127189636230497</c:v>
                </c:pt>
                <c:pt idx="3162">
                  <c:v>72.124534606933594</c:v>
                </c:pt>
                <c:pt idx="3163">
                  <c:v>72.1231689453125</c:v>
                </c:pt>
                <c:pt idx="3164">
                  <c:v>72.122467041015597</c:v>
                </c:pt>
                <c:pt idx="3165">
                  <c:v>72.122108459472699</c:v>
                </c:pt>
                <c:pt idx="3166">
                  <c:v>72.121925354003906</c:v>
                </c:pt>
                <c:pt idx="3167">
                  <c:v>72.121833801269503</c:v>
                </c:pt>
                <c:pt idx="3168">
                  <c:v>72.121780395507798</c:v>
                </c:pt>
                <c:pt idx="3169">
                  <c:v>72.121757507324205</c:v>
                </c:pt>
                <c:pt idx="3170">
                  <c:v>72.121742248535199</c:v>
                </c:pt>
                <c:pt idx="3171">
                  <c:v>72.121734619140597</c:v>
                </c:pt>
                <c:pt idx="3172">
                  <c:v>72.121734619140597</c:v>
                </c:pt>
                <c:pt idx="3173">
                  <c:v>72.121734619140597</c:v>
                </c:pt>
                <c:pt idx="3174">
                  <c:v>72.121734619140597</c:v>
                </c:pt>
                <c:pt idx="3175">
                  <c:v>72.121734619140597</c:v>
                </c:pt>
                <c:pt idx="3176">
                  <c:v>72.121726989746094</c:v>
                </c:pt>
                <c:pt idx="3177">
                  <c:v>72.121726989746094</c:v>
                </c:pt>
                <c:pt idx="3178">
                  <c:v>72.121726989746094</c:v>
                </c:pt>
                <c:pt idx="3179">
                  <c:v>72.121726989746094</c:v>
                </c:pt>
                <c:pt idx="3180">
                  <c:v>72.121726989746094</c:v>
                </c:pt>
                <c:pt idx="3181">
                  <c:v>72.121726989746094</c:v>
                </c:pt>
                <c:pt idx="3182">
                  <c:v>72.121726989746094</c:v>
                </c:pt>
                <c:pt idx="3183">
                  <c:v>72.121726989746094</c:v>
                </c:pt>
                <c:pt idx="3184">
                  <c:v>72.121726989746094</c:v>
                </c:pt>
                <c:pt idx="3185">
                  <c:v>72.121726989746094</c:v>
                </c:pt>
                <c:pt idx="3186">
                  <c:v>72.121726989746094</c:v>
                </c:pt>
                <c:pt idx="3187">
                  <c:v>72.121726989746094</c:v>
                </c:pt>
                <c:pt idx="3188">
                  <c:v>72.121726989746094</c:v>
                </c:pt>
                <c:pt idx="3189">
                  <c:v>72.121726989746094</c:v>
                </c:pt>
                <c:pt idx="3190">
                  <c:v>72.121726989746094</c:v>
                </c:pt>
                <c:pt idx="3191">
                  <c:v>72.121726989746094</c:v>
                </c:pt>
                <c:pt idx="3192">
                  <c:v>72.121726989746094</c:v>
                </c:pt>
                <c:pt idx="3193">
                  <c:v>72.121726989746094</c:v>
                </c:pt>
                <c:pt idx="3194">
                  <c:v>72.121726989746094</c:v>
                </c:pt>
                <c:pt idx="3195">
                  <c:v>72.121726989746094</c:v>
                </c:pt>
                <c:pt idx="3196">
                  <c:v>72.121726989746094</c:v>
                </c:pt>
                <c:pt idx="3197">
                  <c:v>72.119926452636705</c:v>
                </c:pt>
                <c:pt idx="3198">
                  <c:v>72.120803833007798</c:v>
                </c:pt>
                <c:pt idx="3199">
                  <c:v>72.120353698730497</c:v>
                </c:pt>
                <c:pt idx="3200">
                  <c:v>72.121025085449205</c:v>
                </c:pt>
                <c:pt idx="3201">
                  <c:v>72.120491027832003</c:v>
                </c:pt>
                <c:pt idx="3202">
                  <c:v>72.118957519531307</c:v>
                </c:pt>
                <c:pt idx="3203">
                  <c:v>72.120307922363295</c:v>
                </c:pt>
                <c:pt idx="3204">
                  <c:v>72.121002197265597</c:v>
                </c:pt>
                <c:pt idx="3205">
                  <c:v>72.121353149414105</c:v>
                </c:pt>
                <c:pt idx="3206">
                  <c:v>72.121315002441406</c:v>
                </c:pt>
                <c:pt idx="3207">
                  <c:v>72.120079040527301</c:v>
                </c:pt>
                <c:pt idx="3208">
                  <c:v>72.119346618652301</c:v>
                </c:pt>
                <c:pt idx="3209">
                  <c:v>72.116767883300795</c:v>
                </c:pt>
                <c:pt idx="3210">
                  <c:v>72.112434387207003</c:v>
                </c:pt>
                <c:pt idx="3211">
                  <c:v>72.1136474609375</c:v>
                </c:pt>
                <c:pt idx="3212">
                  <c:v>72.102821350097699</c:v>
                </c:pt>
                <c:pt idx="3213">
                  <c:v>72.106361389160199</c:v>
                </c:pt>
                <c:pt idx="3214">
                  <c:v>72.106254577636705</c:v>
                </c:pt>
                <c:pt idx="3215">
                  <c:v>72.107032775878906</c:v>
                </c:pt>
                <c:pt idx="3216">
                  <c:v>72.084136962890597</c:v>
                </c:pt>
                <c:pt idx="3217">
                  <c:v>72.083106994628906</c:v>
                </c:pt>
                <c:pt idx="3218">
                  <c:v>72.092384338378906</c:v>
                </c:pt>
                <c:pt idx="3219">
                  <c:v>72.090522766113295</c:v>
                </c:pt>
                <c:pt idx="3220">
                  <c:v>72.064430236816406</c:v>
                </c:pt>
                <c:pt idx="3221">
                  <c:v>72.032157897949205</c:v>
                </c:pt>
                <c:pt idx="3222">
                  <c:v>72.007301330566406</c:v>
                </c:pt>
                <c:pt idx="3223">
                  <c:v>71.988319396972699</c:v>
                </c:pt>
                <c:pt idx="3224">
                  <c:v>71.995010375976605</c:v>
                </c:pt>
                <c:pt idx="3225">
                  <c:v>71.983795166015597</c:v>
                </c:pt>
                <c:pt idx="3226">
                  <c:v>71.984947204589801</c:v>
                </c:pt>
                <c:pt idx="3227">
                  <c:v>71.977844238281307</c:v>
                </c:pt>
                <c:pt idx="3228">
                  <c:v>71.980369567871094</c:v>
                </c:pt>
                <c:pt idx="3229">
                  <c:v>71.972160339355497</c:v>
                </c:pt>
                <c:pt idx="3230">
                  <c:v>71.981582641601605</c:v>
                </c:pt>
                <c:pt idx="3231">
                  <c:v>71.980224609375</c:v>
                </c:pt>
                <c:pt idx="3232">
                  <c:v>71.953330993652301</c:v>
                </c:pt>
                <c:pt idx="3233">
                  <c:v>71.907798767089801</c:v>
                </c:pt>
                <c:pt idx="3234">
                  <c:v>71.869354248046903</c:v>
                </c:pt>
                <c:pt idx="3235">
                  <c:v>71.883705139160199</c:v>
                </c:pt>
                <c:pt idx="3236">
                  <c:v>71.875076293945298</c:v>
                </c:pt>
                <c:pt idx="3237">
                  <c:v>71.845672607421903</c:v>
                </c:pt>
                <c:pt idx="3238">
                  <c:v>71.830123901367202</c:v>
                </c:pt>
                <c:pt idx="3239">
                  <c:v>71.817604064941406</c:v>
                </c:pt>
                <c:pt idx="3240">
                  <c:v>71.815322875976605</c:v>
                </c:pt>
                <c:pt idx="3241">
                  <c:v>71.819366455078097</c:v>
                </c:pt>
                <c:pt idx="3242">
                  <c:v>71.806968688964801</c:v>
                </c:pt>
                <c:pt idx="3243">
                  <c:v>71.799942016601605</c:v>
                </c:pt>
                <c:pt idx="3244">
                  <c:v>71.800155639648395</c:v>
                </c:pt>
                <c:pt idx="3245">
                  <c:v>71.804435729980497</c:v>
                </c:pt>
                <c:pt idx="3246">
                  <c:v>71.797790527343807</c:v>
                </c:pt>
                <c:pt idx="3247">
                  <c:v>71.781715393066406</c:v>
                </c:pt>
                <c:pt idx="3248">
                  <c:v>71.755920410156307</c:v>
                </c:pt>
                <c:pt idx="3249">
                  <c:v>71.746803283691406</c:v>
                </c:pt>
                <c:pt idx="3250">
                  <c:v>71.754112243652301</c:v>
                </c:pt>
                <c:pt idx="3251">
                  <c:v>71.742004394531307</c:v>
                </c:pt>
                <c:pt idx="3252">
                  <c:v>71.731941223144503</c:v>
                </c:pt>
                <c:pt idx="3253">
                  <c:v>71.731704711914105</c:v>
                </c:pt>
                <c:pt idx="3254">
                  <c:v>71.72900390625</c:v>
                </c:pt>
                <c:pt idx="3255">
                  <c:v>71.719337463378906</c:v>
                </c:pt>
                <c:pt idx="3256">
                  <c:v>71.697952270507798</c:v>
                </c:pt>
                <c:pt idx="3257">
                  <c:v>71.712615966796903</c:v>
                </c:pt>
                <c:pt idx="3258">
                  <c:v>71.715728759765597</c:v>
                </c:pt>
                <c:pt idx="3259">
                  <c:v>71.671424865722699</c:v>
                </c:pt>
                <c:pt idx="3260">
                  <c:v>71.6861572265625</c:v>
                </c:pt>
                <c:pt idx="3261">
                  <c:v>71.660537719726605</c:v>
                </c:pt>
                <c:pt idx="3262">
                  <c:v>71.657676696777301</c:v>
                </c:pt>
                <c:pt idx="3263">
                  <c:v>71.626983642578097</c:v>
                </c:pt>
                <c:pt idx="3264">
                  <c:v>71.552009582519503</c:v>
                </c:pt>
                <c:pt idx="3265">
                  <c:v>71.529769897460895</c:v>
                </c:pt>
                <c:pt idx="3266">
                  <c:v>71.521408081054702</c:v>
                </c:pt>
                <c:pt idx="3267">
                  <c:v>71.502777099609403</c:v>
                </c:pt>
                <c:pt idx="3268">
                  <c:v>71.508682250976605</c:v>
                </c:pt>
                <c:pt idx="3269">
                  <c:v>71.474449157714801</c:v>
                </c:pt>
                <c:pt idx="3270">
                  <c:v>71.482246398925795</c:v>
                </c:pt>
                <c:pt idx="3271">
                  <c:v>71.485565185546903</c:v>
                </c:pt>
                <c:pt idx="3272">
                  <c:v>71.439682006835895</c:v>
                </c:pt>
                <c:pt idx="3273">
                  <c:v>71.421875</c:v>
                </c:pt>
                <c:pt idx="3274">
                  <c:v>71.422958374023395</c:v>
                </c:pt>
                <c:pt idx="3275">
                  <c:v>71.401435852050795</c:v>
                </c:pt>
                <c:pt idx="3276">
                  <c:v>71.373420715332003</c:v>
                </c:pt>
                <c:pt idx="3277">
                  <c:v>71.372146606445298</c:v>
                </c:pt>
                <c:pt idx="3278">
                  <c:v>71.375900268554702</c:v>
                </c:pt>
                <c:pt idx="3279">
                  <c:v>71.373970031738295</c:v>
                </c:pt>
                <c:pt idx="3280">
                  <c:v>71.357528686523395</c:v>
                </c:pt>
                <c:pt idx="3281">
                  <c:v>71.3443603515625</c:v>
                </c:pt>
                <c:pt idx="3282">
                  <c:v>71.349365234375</c:v>
                </c:pt>
                <c:pt idx="3283">
                  <c:v>71.361839294433594</c:v>
                </c:pt>
                <c:pt idx="3284">
                  <c:v>71.375038146972699</c:v>
                </c:pt>
                <c:pt idx="3285">
                  <c:v>71.380828857421903</c:v>
                </c:pt>
                <c:pt idx="3286">
                  <c:v>71.363235473632798</c:v>
                </c:pt>
                <c:pt idx="3287">
                  <c:v>71.377128601074205</c:v>
                </c:pt>
                <c:pt idx="3288">
                  <c:v>71.348281860351605</c:v>
                </c:pt>
                <c:pt idx="3289">
                  <c:v>71.339591979980497</c:v>
                </c:pt>
                <c:pt idx="3290">
                  <c:v>71.261207580566406</c:v>
                </c:pt>
                <c:pt idx="3291">
                  <c:v>71.272666931152301</c:v>
                </c:pt>
                <c:pt idx="3292">
                  <c:v>71.265815734863295</c:v>
                </c:pt>
                <c:pt idx="3293">
                  <c:v>71.221870422363295</c:v>
                </c:pt>
                <c:pt idx="3294">
                  <c:v>71.239196777343807</c:v>
                </c:pt>
                <c:pt idx="3295">
                  <c:v>71.206405639648395</c:v>
                </c:pt>
                <c:pt idx="3296">
                  <c:v>71.188980102539105</c:v>
                </c:pt>
                <c:pt idx="3297">
                  <c:v>71.168304443359403</c:v>
                </c:pt>
                <c:pt idx="3298">
                  <c:v>71.156196594238295</c:v>
                </c:pt>
                <c:pt idx="3299">
                  <c:v>71.154335021972699</c:v>
                </c:pt>
                <c:pt idx="3300">
                  <c:v>71.155227661132798</c:v>
                </c:pt>
                <c:pt idx="3301">
                  <c:v>71.081581115722699</c:v>
                </c:pt>
                <c:pt idx="3302">
                  <c:v>71.077827453613295</c:v>
                </c:pt>
                <c:pt idx="3303">
                  <c:v>71.054405212402301</c:v>
                </c:pt>
                <c:pt idx="3304">
                  <c:v>70.966323852539105</c:v>
                </c:pt>
                <c:pt idx="3305">
                  <c:v>70.982261657714801</c:v>
                </c:pt>
                <c:pt idx="3306">
                  <c:v>70.957420349121094</c:v>
                </c:pt>
                <c:pt idx="3307">
                  <c:v>70.924697875976605</c:v>
                </c:pt>
                <c:pt idx="3308">
                  <c:v>70.931846618652301</c:v>
                </c:pt>
                <c:pt idx="3309">
                  <c:v>70.918968200683594</c:v>
                </c:pt>
                <c:pt idx="3310">
                  <c:v>70.904624938964801</c:v>
                </c:pt>
                <c:pt idx="3311">
                  <c:v>70.919784545898395</c:v>
                </c:pt>
                <c:pt idx="3312">
                  <c:v>70.942306518554702</c:v>
                </c:pt>
                <c:pt idx="3313">
                  <c:v>70.899124145507798</c:v>
                </c:pt>
                <c:pt idx="3314">
                  <c:v>70.887161254882798</c:v>
                </c:pt>
                <c:pt idx="3315">
                  <c:v>70.904479980468807</c:v>
                </c:pt>
                <c:pt idx="3316">
                  <c:v>70.902030944824205</c:v>
                </c:pt>
                <c:pt idx="3317">
                  <c:v>70.879241943359403</c:v>
                </c:pt>
                <c:pt idx="3318">
                  <c:v>70.886993408203097</c:v>
                </c:pt>
                <c:pt idx="3319">
                  <c:v>70.887115478515597</c:v>
                </c:pt>
                <c:pt idx="3320">
                  <c:v>70.903594970703097</c:v>
                </c:pt>
                <c:pt idx="3321">
                  <c:v>70.899696350097699</c:v>
                </c:pt>
                <c:pt idx="3322">
                  <c:v>70.894081115722699</c:v>
                </c:pt>
                <c:pt idx="3323">
                  <c:v>70.853546142578097</c:v>
                </c:pt>
                <c:pt idx="3324">
                  <c:v>70.845832824707003</c:v>
                </c:pt>
                <c:pt idx="3325">
                  <c:v>70.840850830078097</c:v>
                </c:pt>
                <c:pt idx="3326">
                  <c:v>70.8779296875</c:v>
                </c:pt>
                <c:pt idx="3327">
                  <c:v>70.802543640136705</c:v>
                </c:pt>
                <c:pt idx="3328">
                  <c:v>70.761245727539105</c:v>
                </c:pt>
                <c:pt idx="3329">
                  <c:v>70.768127441406307</c:v>
                </c:pt>
                <c:pt idx="3330">
                  <c:v>70.739570617675795</c:v>
                </c:pt>
                <c:pt idx="3331">
                  <c:v>70.7232666015625</c:v>
                </c:pt>
                <c:pt idx="3332">
                  <c:v>70.711578369140597</c:v>
                </c:pt>
                <c:pt idx="3333">
                  <c:v>70.697868347167997</c:v>
                </c:pt>
                <c:pt idx="3334">
                  <c:v>70.705307006835895</c:v>
                </c:pt>
                <c:pt idx="3335">
                  <c:v>70.698074340820298</c:v>
                </c:pt>
                <c:pt idx="3336">
                  <c:v>70.690467834472699</c:v>
                </c:pt>
                <c:pt idx="3337">
                  <c:v>70.670616149902301</c:v>
                </c:pt>
                <c:pt idx="3338">
                  <c:v>70.678352355957003</c:v>
                </c:pt>
                <c:pt idx="3339">
                  <c:v>70.658424377441406</c:v>
                </c:pt>
                <c:pt idx="3340">
                  <c:v>70.609443664550795</c:v>
                </c:pt>
                <c:pt idx="3341">
                  <c:v>70.590225219726605</c:v>
                </c:pt>
                <c:pt idx="3342">
                  <c:v>70.619255065917997</c:v>
                </c:pt>
                <c:pt idx="3343">
                  <c:v>70.595405578613295</c:v>
                </c:pt>
                <c:pt idx="3344">
                  <c:v>70.584251403808594</c:v>
                </c:pt>
                <c:pt idx="3345">
                  <c:v>70.581001281738295</c:v>
                </c:pt>
                <c:pt idx="3346">
                  <c:v>70.583892822265597</c:v>
                </c:pt>
                <c:pt idx="3347">
                  <c:v>70.587570190429702</c:v>
                </c:pt>
                <c:pt idx="3348">
                  <c:v>70.592376708984403</c:v>
                </c:pt>
                <c:pt idx="3349">
                  <c:v>70.590255737304702</c:v>
                </c:pt>
                <c:pt idx="3350">
                  <c:v>70.594276428222699</c:v>
                </c:pt>
                <c:pt idx="3351">
                  <c:v>70.583396911621094</c:v>
                </c:pt>
                <c:pt idx="3352">
                  <c:v>70.579299926757798</c:v>
                </c:pt>
                <c:pt idx="3353">
                  <c:v>70.578170776367202</c:v>
                </c:pt>
                <c:pt idx="3354">
                  <c:v>70.576919555664105</c:v>
                </c:pt>
                <c:pt idx="3355">
                  <c:v>70.570625305175795</c:v>
                </c:pt>
                <c:pt idx="3356">
                  <c:v>70.579376220703097</c:v>
                </c:pt>
                <c:pt idx="3357">
                  <c:v>70.579139709472699</c:v>
                </c:pt>
                <c:pt idx="3358">
                  <c:v>70.584320068359403</c:v>
                </c:pt>
                <c:pt idx="3359">
                  <c:v>70.582283020019503</c:v>
                </c:pt>
                <c:pt idx="3360">
                  <c:v>70.585105895996094</c:v>
                </c:pt>
                <c:pt idx="3361">
                  <c:v>70.578559875488295</c:v>
                </c:pt>
                <c:pt idx="3362">
                  <c:v>70.562263488769503</c:v>
                </c:pt>
                <c:pt idx="3363">
                  <c:v>70.558708190917997</c:v>
                </c:pt>
                <c:pt idx="3364">
                  <c:v>70.562034606933594</c:v>
                </c:pt>
                <c:pt idx="3365">
                  <c:v>70.545516967773395</c:v>
                </c:pt>
                <c:pt idx="3366">
                  <c:v>70.559486389160199</c:v>
                </c:pt>
                <c:pt idx="3367">
                  <c:v>70.550384521484403</c:v>
                </c:pt>
                <c:pt idx="3368">
                  <c:v>70.552841186523395</c:v>
                </c:pt>
                <c:pt idx="3369">
                  <c:v>70.556434631347699</c:v>
                </c:pt>
                <c:pt idx="3370">
                  <c:v>70.541481018066406</c:v>
                </c:pt>
                <c:pt idx="3371">
                  <c:v>70.544265747070298</c:v>
                </c:pt>
                <c:pt idx="3372">
                  <c:v>70.544364929199205</c:v>
                </c:pt>
                <c:pt idx="3373">
                  <c:v>70.544242858886705</c:v>
                </c:pt>
                <c:pt idx="3374">
                  <c:v>70.536102294921903</c:v>
                </c:pt>
                <c:pt idx="3375">
                  <c:v>70.533859252929702</c:v>
                </c:pt>
                <c:pt idx="3376">
                  <c:v>70.518661499023395</c:v>
                </c:pt>
                <c:pt idx="3377">
                  <c:v>70.527381896972699</c:v>
                </c:pt>
                <c:pt idx="3378">
                  <c:v>70.531242370605497</c:v>
                </c:pt>
                <c:pt idx="3379">
                  <c:v>70.534202575683594</c:v>
                </c:pt>
                <c:pt idx="3380">
                  <c:v>70.536682128906307</c:v>
                </c:pt>
                <c:pt idx="3381">
                  <c:v>70.517272949218807</c:v>
                </c:pt>
                <c:pt idx="3382">
                  <c:v>70.527992248535199</c:v>
                </c:pt>
                <c:pt idx="3383">
                  <c:v>70.533493041992202</c:v>
                </c:pt>
                <c:pt idx="3384">
                  <c:v>70.538536071777301</c:v>
                </c:pt>
                <c:pt idx="3385">
                  <c:v>70.529304504394503</c:v>
                </c:pt>
                <c:pt idx="3386">
                  <c:v>70.537864685058594</c:v>
                </c:pt>
                <c:pt idx="3387">
                  <c:v>70.528961181640597</c:v>
                </c:pt>
                <c:pt idx="3388">
                  <c:v>70.533996582031307</c:v>
                </c:pt>
                <c:pt idx="3389">
                  <c:v>70.526969909667997</c:v>
                </c:pt>
                <c:pt idx="3390">
                  <c:v>70.524108886718807</c:v>
                </c:pt>
                <c:pt idx="3391">
                  <c:v>70.514610290527301</c:v>
                </c:pt>
                <c:pt idx="3392">
                  <c:v>70.502151489257798</c:v>
                </c:pt>
                <c:pt idx="3393">
                  <c:v>70.509422302246094</c:v>
                </c:pt>
                <c:pt idx="3394">
                  <c:v>70.512290954589801</c:v>
                </c:pt>
                <c:pt idx="3395">
                  <c:v>70.505477905273395</c:v>
                </c:pt>
                <c:pt idx="3396">
                  <c:v>70.510025024414105</c:v>
                </c:pt>
                <c:pt idx="3397">
                  <c:v>70.517623901367202</c:v>
                </c:pt>
                <c:pt idx="3398">
                  <c:v>70.511169433593807</c:v>
                </c:pt>
                <c:pt idx="3399">
                  <c:v>70.526985168457003</c:v>
                </c:pt>
                <c:pt idx="3400">
                  <c:v>70.513023376464801</c:v>
                </c:pt>
                <c:pt idx="3401">
                  <c:v>70.524246215820298</c:v>
                </c:pt>
                <c:pt idx="3402">
                  <c:v>70.524925231933594</c:v>
                </c:pt>
                <c:pt idx="3403">
                  <c:v>70.481048583984403</c:v>
                </c:pt>
                <c:pt idx="3404">
                  <c:v>70.510284423828097</c:v>
                </c:pt>
                <c:pt idx="3405">
                  <c:v>70.52587890625</c:v>
                </c:pt>
                <c:pt idx="3406">
                  <c:v>70.523651123046903</c:v>
                </c:pt>
                <c:pt idx="3407">
                  <c:v>70.506034851074205</c:v>
                </c:pt>
                <c:pt idx="3408">
                  <c:v>70.500885009765597</c:v>
                </c:pt>
                <c:pt idx="3409">
                  <c:v>70.509963989257798</c:v>
                </c:pt>
                <c:pt idx="3410">
                  <c:v>70.503532409667997</c:v>
                </c:pt>
                <c:pt idx="3411">
                  <c:v>70.508949279785199</c:v>
                </c:pt>
                <c:pt idx="3412">
                  <c:v>70.505393981933594</c:v>
                </c:pt>
                <c:pt idx="3413">
                  <c:v>70.492843627929702</c:v>
                </c:pt>
                <c:pt idx="3414">
                  <c:v>70.457489013671903</c:v>
                </c:pt>
                <c:pt idx="3415">
                  <c:v>70.455093383789105</c:v>
                </c:pt>
                <c:pt idx="3416">
                  <c:v>70.4647216796875</c:v>
                </c:pt>
                <c:pt idx="3417">
                  <c:v>70.489990234375</c:v>
                </c:pt>
                <c:pt idx="3418">
                  <c:v>70.456657409667997</c:v>
                </c:pt>
                <c:pt idx="3419">
                  <c:v>70.472961425781307</c:v>
                </c:pt>
                <c:pt idx="3420">
                  <c:v>70.483955383300795</c:v>
                </c:pt>
                <c:pt idx="3421">
                  <c:v>70.498970031738295</c:v>
                </c:pt>
                <c:pt idx="3422">
                  <c:v>70.501708984375</c:v>
                </c:pt>
                <c:pt idx="3423">
                  <c:v>70.476310729980497</c:v>
                </c:pt>
                <c:pt idx="3424">
                  <c:v>70.452949523925795</c:v>
                </c:pt>
                <c:pt idx="3425">
                  <c:v>70.411735534667997</c:v>
                </c:pt>
                <c:pt idx="3426">
                  <c:v>70.455284118652301</c:v>
                </c:pt>
                <c:pt idx="3427">
                  <c:v>70.409523010253906</c:v>
                </c:pt>
                <c:pt idx="3428">
                  <c:v>70.307189941406307</c:v>
                </c:pt>
                <c:pt idx="3429">
                  <c:v>70.241226196289105</c:v>
                </c:pt>
                <c:pt idx="3430">
                  <c:v>70.313781738281307</c:v>
                </c:pt>
                <c:pt idx="3431">
                  <c:v>70.259193420410199</c:v>
                </c:pt>
                <c:pt idx="3432">
                  <c:v>70.295646667480497</c:v>
                </c:pt>
                <c:pt idx="3433">
                  <c:v>70.220069885253906</c:v>
                </c:pt>
                <c:pt idx="3434">
                  <c:v>70.261177062988295</c:v>
                </c:pt>
                <c:pt idx="3435">
                  <c:v>70.161735534667997</c:v>
                </c:pt>
                <c:pt idx="3436">
                  <c:v>70.041397094726605</c:v>
                </c:pt>
                <c:pt idx="3437">
                  <c:v>70.009117126464801</c:v>
                </c:pt>
                <c:pt idx="3438">
                  <c:v>69.977104187011705</c:v>
                </c:pt>
                <c:pt idx="3439">
                  <c:v>70.057266235351605</c:v>
                </c:pt>
                <c:pt idx="3440">
                  <c:v>70.007835388183594</c:v>
                </c:pt>
                <c:pt idx="3441">
                  <c:v>69.984130859375</c:v>
                </c:pt>
                <c:pt idx="3442">
                  <c:v>69.933151245117202</c:v>
                </c:pt>
                <c:pt idx="3443">
                  <c:v>69.891868591308594</c:v>
                </c:pt>
                <c:pt idx="3444">
                  <c:v>69.854988098144503</c:v>
                </c:pt>
                <c:pt idx="3445">
                  <c:v>69.923324584960895</c:v>
                </c:pt>
                <c:pt idx="3446">
                  <c:v>69.873359680175795</c:v>
                </c:pt>
                <c:pt idx="3447">
                  <c:v>69.843338012695298</c:v>
                </c:pt>
                <c:pt idx="3448">
                  <c:v>69.810653686523395</c:v>
                </c:pt>
                <c:pt idx="3449">
                  <c:v>69.803718566894503</c:v>
                </c:pt>
                <c:pt idx="3450">
                  <c:v>69.851692199707003</c:v>
                </c:pt>
                <c:pt idx="3451">
                  <c:v>69.8994140625</c:v>
                </c:pt>
                <c:pt idx="3452">
                  <c:v>69.926177978515597</c:v>
                </c:pt>
                <c:pt idx="3453">
                  <c:v>69.969055175781307</c:v>
                </c:pt>
                <c:pt idx="3454">
                  <c:v>69.926368713378906</c:v>
                </c:pt>
                <c:pt idx="3455">
                  <c:v>69.962310791015597</c:v>
                </c:pt>
                <c:pt idx="3456">
                  <c:v>69.979736328125</c:v>
                </c:pt>
                <c:pt idx="3457">
                  <c:v>69.876121520996094</c:v>
                </c:pt>
                <c:pt idx="3458">
                  <c:v>69.836883544921903</c:v>
                </c:pt>
                <c:pt idx="3459">
                  <c:v>69.837982177734403</c:v>
                </c:pt>
                <c:pt idx="3460">
                  <c:v>69.773979187011705</c:v>
                </c:pt>
                <c:pt idx="3461">
                  <c:v>69.761222839355497</c:v>
                </c:pt>
                <c:pt idx="3462">
                  <c:v>69.752021789550795</c:v>
                </c:pt>
                <c:pt idx="3463">
                  <c:v>69.779716491699205</c:v>
                </c:pt>
                <c:pt idx="3464">
                  <c:v>69.776596069335895</c:v>
                </c:pt>
                <c:pt idx="3465">
                  <c:v>69.735153198242202</c:v>
                </c:pt>
                <c:pt idx="3466">
                  <c:v>69.728164672851605</c:v>
                </c:pt>
                <c:pt idx="3467">
                  <c:v>69.790107727050795</c:v>
                </c:pt>
                <c:pt idx="3468">
                  <c:v>69.810638427734403</c:v>
                </c:pt>
                <c:pt idx="3469">
                  <c:v>69.800254821777301</c:v>
                </c:pt>
                <c:pt idx="3470">
                  <c:v>69.739967346191406</c:v>
                </c:pt>
                <c:pt idx="3471">
                  <c:v>69.722694396972699</c:v>
                </c:pt>
                <c:pt idx="3472">
                  <c:v>69.716697692871094</c:v>
                </c:pt>
                <c:pt idx="3473">
                  <c:v>69.697128295898395</c:v>
                </c:pt>
                <c:pt idx="3474">
                  <c:v>69.704040527343807</c:v>
                </c:pt>
                <c:pt idx="3475">
                  <c:v>69.704841613769503</c:v>
                </c:pt>
                <c:pt idx="3476">
                  <c:v>69.674217224121094</c:v>
                </c:pt>
                <c:pt idx="3477">
                  <c:v>69.674552917480497</c:v>
                </c:pt>
                <c:pt idx="3478">
                  <c:v>69.679252624511705</c:v>
                </c:pt>
                <c:pt idx="3479">
                  <c:v>69.680046081542997</c:v>
                </c:pt>
                <c:pt idx="3480">
                  <c:v>69.685325622558594</c:v>
                </c:pt>
                <c:pt idx="3481">
                  <c:v>69.686630249023395</c:v>
                </c:pt>
                <c:pt idx="3482">
                  <c:v>69.655334472656307</c:v>
                </c:pt>
                <c:pt idx="3483">
                  <c:v>69.6783447265625</c:v>
                </c:pt>
                <c:pt idx="3484">
                  <c:v>69.702316284179702</c:v>
                </c:pt>
                <c:pt idx="3485">
                  <c:v>69.683860778808594</c:v>
                </c:pt>
                <c:pt idx="3486">
                  <c:v>69.670753479003906</c:v>
                </c:pt>
                <c:pt idx="3487">
                  <c:v>69.692916870117202</c:v>
                </c:pt>
                <c:pt idx="3488">
                  <c:v>69.709190368652301</c:v>
                </c:pt>
                <c:pt idx="3489">
                  <c:v>69.690216064453097</c:v>
                </c:pt>
                <c:pt idx="3490">
                  <c:v>69.665603637695298</c:v>
                </c:pt>
                <c:pt idx="3491">
                  <c:v>69.689918518066406</c:v>
                </c:pt>
                <c:pt idx="3492">
                  <c:v>69.67041015625</c:v>
                </c:pt>
                <c:pt idx="3493">
                  <c:v>69.695465087890597</c:v>
                </c:pt>
                <c:pt idx="3494">
                  <c:v>69.662574768066406</c:v>
                </c:pt>
                <c:pt idx="3495">
                  <c:v>69.630355834960895</c:v>
                </c:pt>
                <c:pt idx="3496">
                  <c:v>69.603584289550795</c:v>
                </c:pt>
                <c:pt idx="3497">
                  <c:v>69.6087646484375</c:v>
                </c:pt>
                <c:pt idx="3498">
                  <c:v>69.616188049316406</c:v>
                </c:pt>
                <c:pt idx="3499">
                  <c:v>69.590835571289105</c:v>
                </c:pt>
                <c:pt idx="3500">
                  <c:v>69.516220092773395</c:v>
                </c:pt>
                <c:pt idx="3501">
                  <c:v>69.511871337890597</c:v>
                </c:pt>
                <c:pt idx="3502">
                  <c:v>69.530464172363295</c:v>
                </c:pt>
                <c:pt idx="3503">
                  <c:v>69.494117736816406</c:v>
                </c:pt>
                <c:pt idx="3504">
                  <c:v>69.485092163085895</c:v>
                </c:pt>
                <c:pt idx="3505">
                  <c:v>69.477783203125</c:v>
                </c:pt>
                <c:pt idx="3506">
                  <c:v>69.477233886718807</c:v>
                </c:pt>
                <c:pt idx="3507">
                  <c:v>69.4765625</c:v>
                </c:pt>
                <c:pt idx="3508">
                  <c:v>69.479705810546903</c:v>
                </c:pt>
                <c:pt idx="3509">
                  <c:v>69.505844116210895</c:v>
                </c:pt>
                <c:pt idx="3510">
                  <c:v>69.503952026367202</c:v>
                </c:pt>
                <c:pt idx="3511">
                  <c:v>69.498802185058594</c:v>
                </c:pt>
                <c:pt idx="3512">
                  <c:v>69.483421325683594</c:v>
                </c:pt>
                <c:pt idx="3513">
                  <c:v>69.476547241210895</c:v>
                </c:pt>
                <c:pt idx="3514">
                  <c:v>69.483871459960895</c:v>
                </c:pt>
                <c:pt idx="3515">
                  <c:v>69.488029479980497</c:v>
                </c:pt>
                <c:pt idx="3516">
                  <c:v>69.464813232421903</c:v>
                </c:pt>
                <c:pt idx="3517">
                  <c:v>69.454475402832003</c:v>
                </c:pt>
                <c:pt idx="3518">
                  <c:v>69.459213256835895</c:v>
                </c:pt>
                <c:pt idx="3519">
                  <c:v>69.476493835449205</c:v>
                </c:pt>
                <c:pt idx="3520">
                  <c:v>69.496162414550795</c:v>
                </c:pt>
                <c:pt idx="3521">
                  <c:v>69.478034973144503</c:v>
                </c:pt>
                <c:pt idx="3522">
                  <c:v>69.469429016113295</c:v>
                </c:pt>
                <c:pt idx="3523">
                  <c:v>69.455734252929702</c:v>
                </c:pt>
                <c:pt idx="3524">
                  <c:v>69.479461669921903</c:v>
                </c:pt>
                <c:pt idx="3525">
                  <c:v>69.473899841308594</c:v>
                </c:pt>
                <c:pt idx="3526">
                  <c:v>69.457725524902301</c:v>
                </c:pt>
                <c:pt idx="3527">
                  <c:v>69.470436096191406</c:v>
                </c:pt>
                <c:pt idx="3528">
                  <c:v>69.453727722167997</c:v>
                </c:pt>
                <c:pt idx="3529">
                  <c:v>69.442436218261705</c:v>
                </c:pt>
                <c:pt idx="3530">
                  <c:v>69.4498291015625</c:v>
                </c:pt>
                <c:pt idx="3531">
                  <c:v>69.439720153808594</c:v>
                </c:pt>
                <c:pt idx="3532">
                  <c:v>69.504478454589801</c:v>
                </c:pt>
                <c:pt idx="3533">
                  <c:v>69.504570007324205</c:v>
                </c:pt>
                <c:pt idx="3534">
                  <c:v>69.4661865234375</c:v>
                </c:pt>
                <c:pt idx="3535">
                  <c:v>69.436271667480497</c:v>
                </c:pt>
                <c:pt idx="3536">
                  <c:v>69.400047302246094</c:v>
                </c:pt>
                <c:pt idx="3537">
                  <c:v>69.429328918457003</c:v>
                </c:pt>
                <c:pt idx="3538">
                  <c:v>69.432731628417997</c:v>
                </c:pt>
                <c:pt idx="3539">
                  <c:v>69.377769470214801</c:v>
                </c:pt>
                <c:pt idx="3540">
                  <c:v>69.338241577148395</c:v>
                </c:pt>
                <c:pt idx="3541">
                  <c:v>69.359840393066406</c:v>
                </c:pt>
                <c:pt idx="3542">
                  <c:v>69.308700561523395</c:v>
                </c:pt>
                <c:pt idx="3543">
                  <c:v>69.371452331542997</c:v>
                </c:pt>
                <c:pt idx="3544">
                  <c:v>69.367668151855497</c:v>
                </c:pt>
                <c:pt idx="3545">
                  <c:v>69.335853576660199</c:v>
                </c:pt>
                <c:pt idx="3546">
                  <c:v>69.344039916992202</c:v>
                </c:pt>
                <c:pt idx="3547">
                  <c:v>69.386283874511705</c:v>
                </c:pt>
                <c:pt idx="3548">
                  <c:v>69.325645446777301</c:v>
                </c:pt>
                <c:pt idx="3549">
                  <c:v>69.319938659667997</c:v>
                </c:pt>
                <c:pt idx="3550">
                  <c:v>69.296066284179702</c:v>
                </c:pt>
                <c:pt idx="3551">
                  <c:v>69.274597167968807</c:v>
                </c:pt>
                <c:pt idx="3552">
                  <c:v>69.269050598144503</c:v>
                </c:pt>
                <c:pt idx="3553">
                  <c:v>69.273628234863295</c:v>
                </c:pt>
                <c:pt idx="3554">
                  <c:v>69.295104980468807</c:v>
                </c:pt>
                <c:pt idx="3555">
                  <c:v>69.277275085449205</c:v>
                </c:pt>
                <c:pt idx="3556">
                  <c:v>69.272903442382798</c:v>
                </c:pt>
                <c:pt idx="3557">
                  <c:v>69.264289855957003</c:v>
                </c:pt>
                <c:pt idx="3558">
                  <c:v>69.264221191406307</c:v>
                </c:pt>
                <c:pt idx="3559">
                  <c:v>69.288658142089801</c:v>
                </c:pt>
                <c:pt idx="3560">
                  <c:v>69.276397705078097</c:v>
                </c:pt>
                <c:pt idx="3561">
                  <c:v>69.268234252929702</c:v>
                </c:pt>
                <c:pt idx="3562">
                  <c:v>69.266540527343807</c:v>
                </c:pt>
                <c:pt idx="3563">
                  <c:v>69.247131347656307</c:v>
                </c:pt>
                <c:pt idx="3564">
                  <c:v>69.241004943847699</c:v>
                </c:pt>
                <c:pt idx="3565">
                  <c:v>69.244941711425795</c:v>
                </c:pt>
                <c:pt idx="3566">
                  <c:v>69.236267089843807</c:v>
                </c:pt>
                <c:pt idx="3567">
                  <c:v>69.236579895019503</c:v>
                </c:pt>
                <c:pt idx="3568">
                  <c:v>69.250053405761705</c:v>
                </c:pt>
                <c:pt idx="3569">
                  <c:v>69.2540283203125</c:v>
                </c:pt>
                <c:pt idx="3570">
                  <c:v>69.255569458007798</c:v>
                </c:pt>
                <c:pt idx="3571">
                  <c:v>69.246009826660199</c:v>
                </c:pt>
                <c:pt idx="3572">
                  <c:v>69.254211425781307</c:v>
                </c:pt>
                <c:pt idx="3573">
                  <c:v>69.2454833984375</c:v>
                </c:pt>
                <c:pt idx="3574">
                  <c:v>69.231132507324205</c:v>
                </c:pt>
                <c:pt idx="3575">
                  <c:v>69.182418823242202</c:v>
                </c:pt>
                <c:pt idx="3576">
                  <c:v>69.175201416015597</c:v>
                </c:pt>
                <c:pt idx="3577">
                  <c:v>69.192680358886705</c:v>
                </c:pt>
                <c:pt idx="3578">
                  <c:v>69.198112487792997</c:v>
                </c:pt>
                <c:pt idx="3579">
                  <c:v>69.184341430664105</c:v>
                </c:pt>
                <c:pt idx="3580">
                  <c:v>69.161880493164105</c:v>
                </c:pt>
                <c:pt idx="3581">
                  <c:v>69.133544921875</c:v>
                </c:pt>
                <c:pt idx="3582">
                  <c:v>69.133018493652301</c:v>
                </c:pt>
                <c:pt idx="3583">
                  <c:v>69.116966247558594</c:v>
                </c:pt>
                <c:pt idx="3584">
                  <c:v>69.133575439453097</c:v>
                </c:pt>
                <c:pt idx="3585">
                  <c:v>69.166725158691406</c:v>
                </c:pt>
                <c:pt idx="3586">
                  <c:v>69.128211975097699</c:v>
                </c:pt>
                <c:pt idx="3587">
                  <c:v>69.103523254394503</c:v>
                </c:pt>
                <c:pt idx="3588">
                  <c:v>69.079643249511705</c:v>
                </c:pt>
                <c:pt idx="3589">
                  <c:v>69.120132446289105</c:v>
                </c:pt>
                <c:pt idx="3590">
                  <c:v>69.0927734375</c:v>
                </c:pt>
                <c:pt idx="3591">
                  <c:v>69.083000183105497</c:v>
                </c:pt>
                <c:pt idx="3592">
                  <c:v>69.085281372070298</c:v>
                </c:pt>
                <c:pt idx="3593">
                  <c:v>69.087638854980497</c:v>
                </c:pt>
                <c:pt idx="3594">
                  <c:v>69.108657836914105</c:v>
                </c:pt>
                <c:pt idx="3595">
                  <c:v>69.108428955078097</c:v>
                </c:pt>
                <c:pt idx="3596">
                  <c:v>69.108085632324205</c:v>
                </c:pt>
                <c:pt idx="3597">
                  <c:v>69.080986022949205</c:v>
                </c:pt>
                <c:pt idx="3598">
                  <c:v>69.069587707519503</c:v>
                </c:pt>
                <c:pt idx="3599">
                  <c:v>69.071319580078097</c:v>
                </c:pt>
                <c:pt idx="3600">
                  <c:v>69.059349060058594</c:v>
                </c:pt>
                <c:pt idx="3601">
                  <c:v>69.075424194335895</c:v>
                </c:pt>
                <c:pt idx="3602">
                  <c:v>69.101066589355497</c:v>
                </c:pt>
                <c:pt idx="3603">
                  <c:v>69.085769653320298</c:v>
                </c:pt>
                <c:pt idx="3604">
                  <c:v>69.069854736328097</c:v>
                </c:pt>
                <c:pt idx="3605">
                  <c:v>69.067077636718807</c:v>
                </c:pt>
                <c:pt idx="3606">
                  <c:v>69.083541870117202</c:v>
                </c:pt>
                <c:pt idx="3607">
                  <c:v>69.074836730957003</c:v>
                </c:pt>
                <c:pt idx="3608">
                  <c:v>69.0736083984375</c:v>
                </c:pt>
                <c:pt idx="3609">
                  <c:v>69.067108154296903</c:v>
                </c:pt>
                <c:pt idx="3610">
                  <c:v>69.064537048339801</c:v>
                </c:pt>
                <c:pt idx="3611">
                  <c:v>69.052742004394503</c:v>
                </c:pt>
                <c:pt idx="3612">
                  <c:v>69.0711669921875</c:v>
                </c:pt>
                <c:pt idx="3613">
                  <c:v>69.079742431640597</c:v>
                </c:pt>
                <c:pt idx="3614">
                  <c:v>69.086708068847699</c:v>
                </c:pt>
                <c:pt idx="3615">
                  <c:v>69.097961425781307</c:v>
                </c:pt>
                <c:pt idx="3616">
                  <c:v>69.093055725097699</c:v>
                </c:pt>
                <c:pt idx="3617">
                  <c:v>69.079025268554702</c:v>
                </c:pt>
                <c:pt idx="3618">
                  <c:v>69.069496154785199</c:v>
                </c:pt>
                <c:pt idx="3619">
                  <c:v>69.065788269042997</c:v>
                </c:pt>
                <c:pt idx="3620">
                  <c:v>69.075866699218807</c:v>
                </c:pt>
                <c:pt idx="3621">
                  <c:v>69.068138122558594</c:v>
                </c:pt>
                <c:pt idx="3622">
                  <c:v>69.0771484375</c:v>
                </c:pt>
                <c:pt idx="3623">
                  <c:v>69.080108642578097</c:v>
                </c:pt>
                <c:pt idx="3624">
                  <c:v>69.064788818359403</c:v>
                </c:pt>
                <c:pt idx="3625">
                  <c:v>69.074325561523395</c:v>
                </c:pt>
                <c:pt idx="3626">
                  <c:v>69.072410583496094</c:v>
                </c:pt>
                <c:pt idx="3627">
                  <c:v>69.072708129882798</c:v>
                </c:pt>
                <c:pt idx="3628">
                  <c:v>69.071372985839801</c:v>
                </c:pt>
                <c:pt idx="3629">
                  <c:v>69.084312438964801</c:v>
                </c:pt>
                <c:pt idx="3630">
                  <c:v>69.093200683593807</c:v>
                </c:pt>
                <c:pt idx="3631">
                  <c:v>69.081573486328097</c:v>
                </c:pt>
                <c:pt idx="3632">
                  <c:v>69.076484680175795</c:v>
                </c:pt>
                <c:pt idx="3633">
                  <c:v>69.074287414550795</c:v>
                </c:pt>
                <c:pt idx="3634">
                  <c:v>69.073211669921903</c:v>
                </c:pt>
                <c:pt idx="3635">
                  <c:v>69.078834533691406</c:v>
                </c:pt>
                <c:pt idx="3636">
                  <c:v>69.073425292968807</c:v>
                </c:pt>
                <c:pt idx="3637">
                  <c:v>69.042335510253906</c:v>
                </c:pt>
                <c:pt idx="3638">
                  <c:v>69.042411804199205</c:v>
                </c:pt>
                <c:pt idx="3639">
                  <c:v>69.048179626464801</c:v>
                </c:pt>
                <c:pt idx="3640">
                  <c:v>69.055313110351605</c:v>
                </c:pt>
                <c:pt idx="3641">
                  <c:v>69.050743103027301</c:v>
                </c:pt>
                <c:pt idx="3642">
                  <c:v>69.069091796875</c:v>
                </c:pt>
                <c:pt idx="3643">
                  <c:v>69.056785583496094</c:v>
                </c:pt>
                <c:pt idx="3644">
                  <c:v>69.043319702148395</c:v>
                </c:pt>
                <c:pt idx="3645">
                  <c:v>69.008605957031307</c:v>
                </c:pt>
                <c:pt idx="3646">
                  <c:v>69.015068054199205</c:v>
                </c:pt>
                <c:pt idx="3647">
                  <c:v>68.991729736328097</c:v>
                </c:pt>
                <c:pt idx="3648">
                  <c:v>68.973625183105497</c:v>
                </c:pt>
                <c:pt idx="3649">
                  <c:v>68.985183715820298</c:v>
                </c:pt>
                <c:pt idx="3650">
                  <c:v>68.998550415039105</c:v>
                </c:pt>
                <c:pt idx="3651">
                  <c:v>69.024848937988295</c:v>
                </c:pt>
                <c:pt idx="3652">
                  <c:v>69.017295837402301</c:v>
                </c:pt>
                <c:pt idx="3653">
                  <c:v>68.990341186523395</c:v>
                </c:pt>
                <c:pt idx="3654">
                  <c:v>68.962821960449205</c:v>
                </c:pt>
                <c:pt idx="3655">
                  <c:v>68.987228393554702</c:v>
                </c:pt>
                <c:pt idx="3656">
                  <c:v>68.996505737304702</c:v>
                </c:pt>
                <c:pt idx="3657">
                  <c:v>68.974784851074205</c:v>
                </c:pt>
                <c:pt idx="3658">
                  <c:v>68.972267150878906</c:v>
                </c:pt>
                <c:pt idx="3659">
                  <c:v>68.956024169921903</c:v>
                </c:pt>
                <c:pt idx="3660">
                  <c:v>68.947570800781307</c:v>
                </c:pt>
                <c:pt idx="3661">
                  <c:v>68.943038940429702</c:v>
                </c:pt>
                <c:pt idx="3662">
                  <c:v>68.945587158203097</c:v>
                </c:pt>
                <c:pt idx="3663">
                  <c:v>68.939971923828097</c:v>
                </c:pt>
                <c:pt idx="3664">
                  <c:v>68.943809509277301</c:v>
                </c:pt>
                <c:pt idx="3665">
                  <c:v>68.939353942871094</c:v>
                </c:pt>
                <c:pt idx="3666">
                  <c:v>68.933738708496094</c:v>
                </c:pt>
                <c:pt idx="3667">
                  <c:v>68.939262390136705</c:v>
                </c:pt>
                <c:pt idx="3668">
                  <c:v>68.937637329101605</c:v>
                </c:pt>
                <c:pt idx="3669">
                  <c:v>68.950920104980497</c:v>
                </c:pt>
                <c:pt idx="3670">
                  <c:v>68.970382690429702</c:v>
                </c:pt>
                <c:pt idx="3671">
                  <c:v>68.968269348144503</c:v>
                </c:pt>
                <c:pt idx="3672">
                  <c:v>68.954734802246094</c:v>
                </c:pt>
                <c:pt idx="3673">
                  <c:v>68.952224731445298</c:v>
                </c:pt>
                <c:pt idx="3674">
                  <c:v>68.952995300292997</c:v>
                </c:pt>
                <c:pt idx="3675">
                  <c:v>68.953277587890597</c:v>
                </c:pt>
                <c:pt idx="3676">
                  <c:v>68.950248718261705</c:v>
                </c:pt>
                <c:pt idx="3677">
                  <c:v>68.947509765625</c:v>
                </c:pt>
                <c:pt idx="3678">
                  <c:v>68.947067260742202</c:v>
                </c:pt>
                <c:pt idx="3679">
                  <c:v>68.944885253906307</c:v>
                </c:pt>
                <c:pt idx="3680">
                  <c:v>68.944976806640597</c:v>
                </c:pt>
                <c:pt idx="3681">
                  <c:v>68.948303222656307</c:v>
                </c:pt>
                <c:pt idx="3682">
                  <c:v>68.939826965332003</c:v>
                </c:pt>
                <c:pt idx="3683">
                  <c:v>68.941978454589801</c:v>
                </c:pt>
                <c:pt idx="3684">
                  <c:v>68.942726135253906</c:v>
                </c:pt>
                <c:pt idx="3685">
                  <c:v>68.950614929199205</c:v>
                </c:pt>
                <c:pt idx="3686">
                  <c:v>68.950889587402301</c:v>
                </c:pt>
                <c:pt idx="3687">
                  <c:v>68.942245483398395</c:v>
                </c:pt>
                <c:pt idx="3688">
                  <c:v>68.928260803222699</c:v>
                </c:pt>
                <c:pt idx="3689">
                  <c:v>68.936256408691406</c:v>
                </c:pt>
                <c:pt idx="3690">
                  <c:v>68.943321228027301</c:v>
                </c:pt>
                <c:pt idx="3691">
                  <c:v>68.940567016601605</c:v>
                </c:pt>
                <c:pt idx="3692">
                  <c:v>68.938835144042997</c:v>
                </c:pt>
                <c:pt idx="3693">
                  <c:v>68.939590454101605</c:v>
                </c:pt>
                <c:pt idx="3694">
                  <c:v>68.943710327148395</c:v>
                </c:pt>
                <c:pt idx="3695">
                  <c:v>68.950531005859403</c:v>
                </c:pt>
                <c:pt idx="3696">
                  <c:v>68.945953369140597</c:v>
                </c:pt>
                <c:pt idx="3697">
                  <c:v>68.935043334960895</c:v>
                </c:pt>
                <c:pt idx="3698">
                  <c:v>68.930549621582003</c:v>
                </c:pt>
                <c:pt idx="3699">
                  <c:v>68.928764343261705</c:v>
                </c:pt>
                <c:pt idx="3700">
                  <c:v>68.9373779296875</c:v>
                </c:pt>
                <c:pt idx="3701">
                  <c:v>68.930305480957003</c:v>
                </c:pt>
                <c:pt idx="3702">
                  <c:v>68.928916931152301</c:v>
                </c:pt>
                <c:pt idx="3703">
                  <c:v>68.923446655273395</c:v>
                </c:pt>
                <c:pt idx="3704">
                  <c:v>68.9205322265625</c:v>
                </c:pt>
                <c:pt idx="3705">
                  <c:v>68.931617736816406</c:v>
                </c:pt>
                <c:pt idx="3706">
                  <c:v>68.927299499511705</c:v>
                </c:pt>
                <c:pt idx="3707">
                  <c:v>68.921691894531307</c:v>
                </c:pt>
                <c:pt idx="3708">
                  <c:v>68.916900634765597</c:v>
                </c:pt>
                <c:pt idx="3709">
                  <c:v>68.916046142578097</c:v>
                </c:pt>
                <c:pt idx="3710">
                  <c:v>68.920005798339801</c:v>
                </c:pt>
                <c:pt idx="3711">
                  <c:v>68.921562194824205</c:v>
                </c:pt>
                <c:pt idx="3712">
                  <c:v>68.920196533203097</c:v>
                </c:pt>
                <c:pt idx="3713">
                  <c:v>68.920028686523395</c:v>
                </c:pt>
                <c:pt idx="3714">
                  <c:v>68.922172546386705</c:v>
                </c:pt>
                <c:pt idx="3715">
                  <c:v>68.924911499023395</c:v>
                </c:pt>
                <c:pt idx="3716">
                  <c:v>68.930313110351605</c:v>
                </c:pt>
                <c:pt idx="3717">
                  <c:v>68.938697814941406</c:v>
                </c:pt>
                <c:pt idx="3718">
                  <c:v>68.937950134277301</c:v>
                </c:pt>
                <c:pt idx="3719">
                  <c:v>68.924278259277301</c:v>
                </c:pt>
                <c:pt idx="3720">
                  <c:v>68.915229797363295</c:v>
                </c:pt>
                <c:pt idx="3721">
                  <c:v>68.914558410644503</c:v>
                </c:pt>
                <c:pt idx="3722">
                  <c:v>68.920013427734403</c:v>
                </c:pt>
                <c:pt idx="3723">
                  <c:v>68.919685363769503</c:v>
                </c:pt>
                <c:pt idx="3724">
                  <c:v>68.919349670410199</c:v>
                </c:pt>
                <c:pt idx="3725">
                  <c:v>68.917678833007798</c:v>
                </c:pt>
                <c:pt idx="3726">
                  <c:v>68.926933288574205</c:v>
                </c:pt>
                <c:pt idx="3727">
                  <c:v>68.927734375</c:v>
                </c:pt>
                <c:pt idx="3728">
                  <c:v>68.921485900878906</c:v>
                </c:pt>
                <c:pt idx="3729">
                  <c:v>68.921218872070298</c:v>
                </c:pt>
                <c:pt idx="3730">
                  <c:v>68.920654296875</c:v>
                </c:pt>
                <c:pt idx="3731">
                  <c:v>68.919754028320298</c:v>
                </c:pt>
                <c:pt idx="3732">
                  <c:v>68.914924621582003</c:v>
                </c:pt>
                <c:pt idx="3733">
                  <c:v>68.915344238281307</c:v>
                </c:pt>
                <c:pt idx="3734">
                  <c:v>68.908523559570298</c:v>
                </c:pt>
                <c:pt idx="3735">
                  <c:v>68.901924133300795</c:v>
                </c:pt>
                <c:pt idx="3736">
                  <c:v>68.899551391601605</c:v>
                </c:pt>
                <c:pt idx="3737">
                  <c:v>68.902610778808594</c:v>
                </c:pt>
                <c:pt idx="3738">
                  <c:v>68.891540527343807</c:v>
                </c:pt>
                <c:pt idx="3739">
                  <c:v>68.895195007324205</c:v>
                </c:pt>
                <c:pt idx="3740">
                  <c:v>68.889953613281307</c:v>
                </c:pt>
                <c:pt idx="3741">
                  <c:v>68.892021179199205</c:v>
                </c:pt>
                <c:pt idx="3742">
                  <c:v>68.874374389648395</c:v>
                </c:pt>
                <c:pt idx="3743">
                  <c:v>68.806449890136705</c:v>
                </c:pt>
                <c:pt idx="3744">
                  <c:v>68.591476440429702</c:v>
                </c:pt>
                <c:pt idx="3745">
                  <c:v>68.475646972656307</c:v>
                </c:pt>
                <c:pt idx="3746">
                  <c:v>68.398155212402301</c:v>
                </c:pt>
                <c:pt idx="3747">
                  <c:v>68.343574523925795</c:v>
                </c:pt>
                <c:pt idx="3748">
                  <c:v>68.262062072753906</c:v>
                </c:pt>
                <c:pt idx="3749">
                  <c:v>68.239356994628906</c:v>
                </c:pt>
                <c:pt idx="3750">
                  <c:v>68.177772521972699</c:v>
                </c:pt>
                <c:pt idx="3751">
                  <c:v>68.173133850097699</c:v>
                </c:pt>
                <c:pt idx="3752">
                  <c:v>68.138053894042997</c:v>
                </c:pt>
                <c:pt idx="3753">
                  <c:v>68.069297790527301</c:v>
                </c:pt>
                <c:pt idx="3754">
                  <c:v>68.001960754394503</c:v>
                </c:pt>
                <c:pt idx="3755">
                  <c:v>67.863250732421903</c:v>
                </c:pt>
                <c:pt idx="3756">
                  <c:v>67.743217468261705</c:v>
                </c:pt>
                <c:pt idx="3757">
                  <c:v>67.700363159179702</c:v>
                </c:pt>
                <c:pt idx="3758">
                  <c:v>67.628631591796903</c:v>
                </c:pt>
                <c:pt idx="3759">
                  <c:v>67.552032470703097</c:v>
                </c:pt>
                <c:pt idx="3760">
                  <c:v>67.408470153808594</c:v>
                </c:pt>
                <c:pt idx="3761">
                  <c:v>67.322006225585895</c:v>
                </c:pt>
                <c:pt idx="3762">
                  <c:v>67.275497436523395</c:v>
                </c:pt>
                <c:pt idx="3763">
                  <c:v>67.244552612304702</c:v>
                </c:pt>
                <c:pt idx="3764">
                  <c:v>67.214096069335895</c:v>
                </c:pt>
                <c:pt idx="3765">
                  <c:v>67.186828613281307</c:v>
                </c:pt>
                <c:pt idx="3766">
                  <c:v>67.134651184082003</c:v>
                </c:pt>
                <c:pt idx="3767">
                  <c:v>67.079681396484403</c:v>
                </c:pt>
                <c:pt idx="3768">
                  <c:v>67.062728881835895</c:v>
                </c:pt>
                <c:pt idx="3769">
                  <c:v>67.005813598632798</c:v>
                </c:pt>
                <c:pt idx="3770">
                  <c:v>66.875518798828097</c:v>
                </c:pt>
                <c:pt idx="3771">
                  <c:v>66.609031677246094</c:v>
                </c:pt>
                <c:pt idx="3772">
                  <c:v>66.233291625976605</c:v>
                </c:pt>
                <c:pt idx="3773">
                  <c:v>65.965919494628906</c:v>
                </c:pt>
                <c:pt idx="3774">
                  <c:v>65.828010559082003</c:v>
                </c:pt>
                <c:pt idx="3775">
                  <c:v>65.788513183593807</c:v>
                </c:pt>
                <c:pt idx="3776">
                  <c:v>65.719177246093807</c:v>
                </c:pt>
                <c:pt idx="3777">
                  <c:v>65.655288696289105</c:v>
                </c:pt>
                <c:pt idx="3778">
                  <c:v>65.622459411621094</c:v>
                </c:pt>
                <c:pt idx="3779">
                  <c:v>65.605613708496094</c:v>
                </c:pt>
                <c:pt idx="3780">
                  <c:v>65.596969604492202</c:v>
                </c:pt>
                <c:pt idx="3781">
                  <c:v>65.592529296875</c:v>
                </c:pt>
                <c:pt idx="3782">
                  <c:v>65.590248107910199</c:v>
                </c:pt>
                <c:pt idx="3783">
                  <c:v>65.588386535644503</c:v>
                </c:pt>
                <c:pt idx="3784">
                  <c:v>65.585502624511705</c:v>
                </c:pt>
                <c:pt idx="3785">
                  <c:v>65.585945129394503</c:v>
                </c:pt>
                <c:pt idx="3786">
                  <c:v>65.572097778320298</c:v>
                </c:pt>
                <c:pt idx="3787">
                  <c:v>65.565933227539105</c:v>
                </c:pt>
                <c:pt idx="3788">
                  <c:v>65.508018493652301</c:v>
                </c:pt>
                <c:pt idx="3789">
                  <c:v>65.455795288085895</c:v>
                </c:pt>
                <c:pt idx="3790">
                  <c:v>65.379440307617202</c:v>
                </c:pt>
                <c:pt idx="3791">
                  <c:v>65.300888061523395</c:v>
                </c:pt>
                <c:pt idx="3792">
                  <c:v>65.214820861816406</c:v>
                </c:pt>
                <c:pt idx="3793">
                  <c:v>65.161201477050795</c:v>
                </c:pt>
                <c:pt idx="3794">
                  <c:v>65.011833190917997</c:v>
                </c:pt>
                <c:pt idx="3795">
                  <c:v>64.950576782226605</c:v>
                </c:pt>
                <c:pt idx="3796">
                  <c:v>64.877082824707003</c:v>
                </c:pt>
                <c:pt idx="3797">
                  <c:v>64.840972900390597</c:v>
                </c:pt>
                <c:pt idx="3798">
                  <c:v>64.841743469238295</c:v>
                </c:pt>
                <c:pt idx="3799">
                  <c:v>64.753997802734403</c:v>
                </c:pt>
                <c:pt idx="3800">
                  <c:v>64.643112182617202</c:v>
                </c:pt>
                <c:pt idx="3801">
                  <c:v>64.507423400878906</c:v>
                </c:pt>
                <c:pt idx="3802">
                  <c:v>64.422332763671903</c:v>
                </c:pt>
                <c:pt idx="3803">
                  <c:v>64.307632446289105</c:v>
                </c:pt>
                <c:pt idx="3804">
                  <c:v>64.200347900390597</c:v>
                </c:pt>
                <c:pt idx="3805">
                  <c:v>64.135459899902301</c:v>
                </c:pt>
                <c:pt idx="3806">
                  <c:v>64.086402893066406</c:v>
                </c:pt>
                <c:pt idx="3807">
                  <c:v>64.042724609375</c:v>
                </c:pt>
                <c:pt idx="3808">
                  <c:v>63.940345764160199</c:v>
                </c:pt>
                <c:pt idx="3809">
                  <c:v>63.833538055419901</c:v>
                </c:pt>
                <c:pt idx="3810">
                  <c:v>63.772083282470703</c:v>
                </c:pt>
                <c:pt idx="3811">
                  <c:v>63.647045135498097</c:v>
                </c:pt>
                <c:pt idx="3812">
                  <c:v>63.5228462219238</c:v>
                </c:pt>
                <c:pt idx="3813">
                  <c:v>63.342071533203097</c:v>
                </c:pt>
                <c:pt idx="3814">
                  <c:v>63.285629272460902</c:v>
                </c:pt>
                <c:pt idx="3815">
                  <c:v>63.168891906738303</c:v>
                </c:pt>
                <c:pt idx="3816">
                  <c:v>63.040489196777301</c:v>
                </c:pt>
                <c:pt idx="3817">
                  <c:v>62.907276153564503</c:v>
                </c:pt>
                <c:pt idx="3818">
                  <c:v>62.809745788574197</c:v>
                </c:pt>
                <c:pt idx="3819">
                  <c:v>62.733890533447301</c:v>
                </c:pt>
                <c:pt idx="3820">
                  <c:v>62.629711151123097</c:v>
                </c:pt>
                <c:pt idx="3821">
                  <c:v>62.5546684265137</c:v>
                </c:pt>
                <c:pt idx="3822">
                  <c:v>62.489219665527301</c:v>
                </c:pt>
                <c:pt idx="3823">
                  <c:v>62.413898468017599</c:v>
                </c:pt>
                <c:pt idx="3824">
                  <c:v>62.2905883789063</c:v>
                </c:pt>
                <c:pt idx="3825">
                  <c:v>62.183803558349602</c:v>
                </c:pt>
                <c:pt idx="3826">
                  <c:v>62.1063232421875</c:v>
                </c:pt>
                <c:pt idx="3827">
                  <c:v>62.029281616210902</c:v>
                </c:pt>
                <c:pt idx="3828">
                  <c:v>61.929031372070298</c:v>
                </c:pt>
                <c:pt idx="3829">
                  <c:v>61.847232818603501</c:v>
                </c:pt>
                <c:pt idx="3830">
                  <c:v>61.747402191162102</c:v>
                </c:pt>
                <c:pt idx="3831">
                  <c:v>61.685298919677699</c:v>
                </c:pt>
                <c:pt idx="3832">
                  <c:v>61.522670745849602</c:v>
                </c:pt>
                <c:pt idx="3833">
                  <c:v>61.408565521240199</c:v>
                </c:pt>
                <c:pt idx="3834">
                  <c:v>61.244960784912102</c:v>
                </c:pt>
                <c:pt idx="3835">
                  <c:v>61.083793640136697</c:v>
                </c:pt>
                <c:pt idx="3836">
                  <c:v>60.896480560302699</c:v>
                </c:pt>
                <c:pt idx="3837">
                  <c:v>60.810096740722699</c:v>
                </c:pt>
                <c:pt idx="3838">
                  <c:v>60.748741149902301</c:v>
                </c:pt>
                <c:pt idx="3839">
                  <c:v>60.703319549560597</c:v>
                </c:pt>
                <c:pt idx="3840">
                  <c:v>60.656970977783203</c:v>
                </c:pt>
                <c:pt idx="3841">
                  <c:v>60.504070281982401</c:v>
                </c:pt>
                <c:pt idx="3842">
                  <c:v>60.406154632568402</c:v>
                </c:pt>
                <c:pt idx="3843">
                  <c:v>60.172908782958999</c:v>
                </c:pt>
                <c:pt idx="3844">
                  <c:v>60.0355224609375</c:v>
                </c:pt>
                <c:pt idx="3845">
                  <c:v>59.9633178710938</c:v>
                </c:pt>
                <c:pt idx="3846">
                  <c:v>59.899509429931598</c:v>
                </c:pt>
                <c:pt idx="3847">
                  <c:v>59.851833343505902</c:v>
                </c:pt>
                <c:pt idx="3848">
                  <c:v>59.789867401123097</c:v>
                </c:pt>
                <c:pt idx="3849">
                  <c:v>59.671909332275398</c:v>
                </c:pt>
                <c:pt idx="3850">
                  <c:v>59.541202545166001</c:v>
                </c:pt>
                <c:pt idx="3851">
                  <c:v>59.456836700439503</c:v>
                </c:pt>
                <c:pt idx="3852">
                  <c:v>59.291072845458999</c:v>
                </c:pt>
                <c:pt idx="3853">
                  <c:v>59.164859771728501</c:v>
                </c:pt>
                <c:pt idx="3854">
                  <c:v>59.086471557617202</c:v>
                </c:pt>
                <c:pt idx="3855">
                  <c:v>58.975547790527301</c:v>
                </c:pt>
                <c:pt idx="3856">
                  <c:v>58.944156646728501</c:v>
                </c:pt>
                <c:pt idx="3857">
                  <c:v>58.838150024414098</c:v>
                </c:pt>
                <c:pt idx="3858">
                  <c:v>58.748306274414098</c:v>
                </c:pt>
                <c:pt idx="3859">
                  <c:v>58.630035400390597</c:v>
                </c:pt>
                <c:pt idx="3860">
                  <c:v>58.531364440917997</c:v>
                </c:pt>
                <c:pt idx="3861">
                  <c:v>58.467750549316399</c:v>
                </c:pt>
                <c:pt idx="3862">
                  <c:v>58.389003753662102</c:v>
                </c:pt>
                <c:pt idx="3863">
                  <c:v>58.306217193603501</c:v>
                </c:pt>
                <c:pt idx="3864">
                  <c:v>58.204875946044901</c:v>
                </c:pt>
                <c:pt idx="3865">
                  <c:v>58.061004638671903</c:v>
                </c:pt>
                <c:pt idx="3866">
                  <c:v>57.915500640869098</c:v>
                </c:pt>
                <c:pt idx="3867">
                  <c:v>57.797336578369098</c:v>
                </c:pt>
                <c:pt idx="3868">
                  <c:v>57.679943084716797</c:v>
                </c:pt>
                <c:pt idx="3869">
                  <c:v>57.605335235595703</c:v>
                </c:pt>
                <c:pt idx="3870">
                  <c:v>57.549747467041001</c:v>
                </c:pt>
                <c:pt idx="3871">
                  <c:v>57.496242523193402</c:v>
                </c:pt>
                <c:pt idx="3872">
                  <c:v>57.475234985351598</c:v>
                </c:pt>
                <c:pt idx="3873">
                  <c:v>57.473430633544901</c:v>
                </c:pt>
                <c:pt idx="3874">
                  <c:v>57.247344970703097</c:v>
                </c:pt>
                <c:pt idx="3875">
                  <c:v>57.015281677246101</c:v>
                </c:pt>
                <c:pt idx="3876">
                  <c:v>56.874149322509801</c:v>
                </c:pt>
                <c:pt idx="3877">
                  <c:v>56.720367431640597</c:v>
                </c:pt>
                <c:pt idx="3878">
                  <c:v>56.580615997314503</c:v>
                </c:pt>
                <c:pt idx="3879">
                  <c:v>56.5059814453125</c:v>
                </c:pt>
                <c:pt idx="3880">
                  <c:v>56.363418579101598</c:v>
                </c:pt>
                <c:pt idx="3881">
                  <c:v>56.252887725830099</c:v>
                </c:pt>
                <c:pt idx="3882">
                  <c:v>56.1342163085938</c:v>
                </c:pt>
                <c:pt idx="3883">
                  <c:v>56.044075012207003</c:v>
                </c:pt>
                <c:pt idx="3884">
                  <c:v>55.964557647705099</c:v>
                </c:pt>
                <c:pt idx="3885">
                  <c:v>55.906471252441399</c:v>
                </c:pt>
                <c:pt idx="3886">
                  <c:v>55.874832153320298</c:v>
                </c:pt>
                <c:pt idx="3887">
                  <c:v>55.851406097412102</c:v>
                </c:pt>
                <c:pt idx="3888">
                  <c:v>55.829475402832003</c:v>
                </c:pt>
                <c:pt idx="3889">
                  <c:v>55.743560791015597</c:v>
                </c:pt>
                <c:pt idx="3890">
                  <c:v>55.739852905273402</c:v>
                </c:pt>
                <c:pt idx="3891">
                  <c:v>55.445201873779297</c:v>
                </c:pt>
                <c:pt idx="3892">
                  <c:v>55.232017517089801</c:v>
                </c:pt>
                <c:pt idx="3893">
                  <c:v>55.045284271240199</c:v>
                </c:pt>
                <c:pt idx="3894">
                  <c:v>54.900913238525398</c:v>
                </c:pt>
                <c:pt idx="3895">
                  <c:v>54.801059722900398</c:v>
                </c:pt>
                <c:pt idx="3896">
                  <c:v>54.657737731933601</c:v>
                </c:pt>
                <c:pt idx="3897">
                  <c:v>54.486351013183601</c:v>
                </c:pt>
                <c:pt idx="3898">
                  <c:v>54.332504272460902</c:v>
                </c:pt>
                <c:pt idx="3899">
                  <c:v>54.255382537841797</c:v>
                </c:pt>
                <c:pt idx="3900">
                  <c:v>54.193553924560597</c:v>
                </c:pt>
                <c:pt idx="3901">
                  <c:v>54.127239227294901</c:v>
                </c:pt>
                <c:pt idx="3902">
                  <c:v>54.030220031738303</c:v>
                </c:pt>
                <c:pt idx="3903">
                  <c:v>53.926265716552699</c:v>
                </c:pt>
                <c:pt idx="3904">
                  <c:v>53.811969757080099</c:v>
                </c:pt>
                <c:pt idx="3905">
                  <c:v>53.655162811279297</c:v>
                </c:pt>
                <c:pt idx="3906">
                  <c:v>53.524658203125</c:v>
                </c:pt>
                <c:pt idx="3907">
                  <c:v>53.420387268066399</c:v>
                </c:pt>
                <c:pt idx="3908">
                  <c:v>53.339035034179702</c:v>
                </c:pt>
                <c:pt idx="3909">
                  <c:v>53.2178955078125</c:v>
                </c:pt>
                <c:pt idx="3910">
                  <c:v>53.075111389160199</c:v>
                </c:pt>
                <c:pt idx="3911">
                  <c:v>53.017261505127003</c:v>
                </c:pt>
                <c:pt idx="3912">
                  <c:v>52.9314575195313</c:v>
                </c:pt>
                <c:pt idx="3913">
                  <c:v>52.828197479248097</c:v>
                </c:pt>
                <c:pt idx="3914">
                  <c:v>52.7596626281738</c:v>
                </c:pt>
                <c:pt idx="3915">
                  <c:v>52.681842803955099</c:v>
                </c:pt>
                <c:pt idx="3916">
                  <c:v>52.639156341552699</c:v>
                </c:pt>
                <c:pt idx="3917">
                  <c:v>52.610202789306598</c:v>
                </c:pt>
                <c:pt idx="3918">
                  <c:v>52.592830657958999</c:v>
                </c:pt>
                <c:pt idx="3919">
                  <c:v>52.5822563171387</c:v>
                </c:pt>
                <c:pt idx="3920">
                  <c:v>52.5664672851563</c:v>
                </c:pt>
                <c:pt idx="3921">
                  <c:v>52.553298950195298</c:v>
                </c:pt>
                <c:pt idx="3922">
                  <c:v>52.5465278625488</c:v>
                </c:pt>
                <c:pt idx="3923">
                  <c:v>52.4794311523438</c:v>
                </c:pt>
                <c:pt idx="3924">
                  <c:v>52.4942436218262</c:v>
                </c:pt>
                <c:pt idx="3925">
                  <c:v>52.099037170410199</c:v>
                </c:pt>
                <c:pt idx="3926">
                  <c:v>51.9067192077637</c:v>
                </c:pt>
                <c:pt idx="3927">
                  <c:v>51.619663238525398</c:v>
                </c:pt>
                <c:pt idx="3928">
                  <c:v>51.4126167297363</c:v>
                </c:pt>
                <c:pt idx="3929">
                  <c:v>51.234088897705099</c:v>
                </c:pt>
                <c:pt idx="3930">
                  <c:v>51.152069091796903</c:v>
                </c:pt>
                <c:pt idx="3931">
                  <c:v>51.088600158691399</c:v>
                </c:pt>
                <c:pt idx="3932">
                  <c:v>51.0187377929688</c:v>
                </c:pt>
                <c:pt idx="3933">
                  <c:v>50.9870796203613</c:v>
                </c:pt>
                <c:pt idx="3934">
                  <c:v>50.971065521240199</c:v>
                </c:pt>
                <c:pt idx="3935">
                  <c:v>50.933074951171903</c:v>
                </c:pt>
                <c:pt idx="3936">
                  <c:v>50.849029541015597</c:v>
                </c:pt>
                <c:pt idx="3937">
                  <c:v>50.670215606689503</c:v>
                </c:pt>
                <c:pt idx="3938">
                  <c:v>50.544147491455099</c:v>
                </c:pt>
                <c:pt idx="3939">
                  <c:v>50.335685729980497</c:v>
                </c:pt>
                <c:pt idx="3940">
                  <c:v>50.177242279052699</c:v>
                </c:pt>
                <c:pt idx="3941">
                  <c:v>50.042591094970703</c:v>
                </c:pt>
                <c:pt idx="3942">
                  <c:v>49.902206420898402</c:v>
                </c:pt>
                <c:pt idx="3943">
                  <c:v>49.775188446044901</c:v>
                </c:pt>
                <c:pt idx="3944">
                  <c:v>49.664024353027301</c:v>
                </c:pt>
                <c:pt idx="3945">
                  <c:v>49.578258514404297</c:v>
                </c:pt>
                <c:pt idx="3946">
                  <c:v>49.520912170410199</c:v>
                </c:pt>
                <c:pt idx="3947">
                  <c:v>49.462661743164098</c:v>
                </c:pt>
                <c:pt idx="3948">
                  <c:v>49.405490875244098</c:v>
                </c:pt>
                <c:pt idx="3949">
                  <c:v>49.366626739502003</c:v>
                </c:pt>
                <c:pt idx="3950">
                  <c:v>49.346927642822301</c:v>
                </c:pt>
                <c:pt idx="3951">
                  <c:v>49.328575134277301</c:v>
                </c:pt>
                <c:pt idx="3952">
                  <c:v>49.280853271484403</c:v>
                </c:pt>
                <c:pt idx="3953">
                  <c:v>49.288249969482401</c:v>
                </c:pt>
                <c:pt idx="3954">
                  <c:v>49.273693084716797</c:v>
                </c:pt>
                <c:pt idx="3955">
                  <c:v>49.182094573974602</c:v>
                </c:pt>
                <c:pt idx="3956">
                  <c:v>48.966884613037102</c:v>
                </c:pt>
                <c:pt idx="3957">
                  <c:v>48.756336212158203</c:v>
                </c:pt>
                <c:pt idx="3958">
                  <c:v>48.605869293212898</c:v>
                </c:pt>
                <c:pt idx="3959">
                  <c:v>48.4329643249512</c:v>
                </c:pt>
                <c:pt idx="3960">
                  <c:v>48.2310981750488</c:v>
                </c:pt>
                <c:pt idx="3961">
                  <c:v>48.152732849121101</c:v>
                </c:pt>
                <c:pt idx="3962">
                  <c:v>48.000755310058601</c:v>
                </c:pt>
                <c:pt idx="3963">
                  <c:v>47.738109588623097</c:v>
                </c:pt>
                <c:pt idx="3964">
                  <c:v>47.427215576171903</c:v>
                </c:pt>
                <c:pt idx="3965">
                  <c:v>46.7964057922363</c:v>
                </c:pt>
                <c:pt idx="3966">
                  <c:v>46.460788726806598</c:v>
                </c:pt>
                <c:pt idx="3967">
                  <c:v>46.261173248291001</c:v>
                </c:pt>
                <c:pt idx="3968">
                  <c:v>46.176513671875</c:v>
                </c:pt>
                <c:pt idx="3969">
                  <c:v>46.111415863037102</c:v>
                </c:pt>
                <c:pt idx="3970">
                  <c:v>46.050464630127003</c:v>
                </c:pt>
                <c:pt idx="3971">
                  <c:v>46.019180297851598</c:v>
                </c:pt>
                <c:pt idx="3972">
                  <c:v>46.003120422363303</c:v>
                </c:pt>
                <c:pt idx="3973">
                  <c:v>45.994876861572301</c:v>
                </c:pt>
                <c:pt idx="3974">
                  <c:v>45.990642547607401</c:v>
                </c:pt>
                <c:pt idx="3975">
                  <c:v>45.988468170166001</c:v>
                </c:pt>
                <c:pt idx="3976">
                  <c:v>45.987354278564503</c:v>
                </c:pt>
                <c:pt idx="3977">
                  <c:v>45.986778259277301</c:v>
                </c:pt>
                <c:pt idx="3978">
                  <c:v>45.986484527587898</c:v>
                </c:pt>
                <c:pt idx="3979">
                  <c:v>45.986335754394503</c:v>
                </c:pt>
                <c:pt idx="3980">
                  <c:v>45.986255645752003</c:v>
                </c:pt>
                <c:pt idx="3981">
                  <c:v>45.986217498779297</c:v>
                </c:pt>
                <c:pt idx="3982">
                  <c:v>45.982501983642599</c:v>
                </c:pt>
                <c:pt idx="3983">
                  <c:v>45.979682922363303</c:v>
                </c:pt>
                <c:pt idx="3984">
                  <c:v>45.980945587158203</c:v>
                </c:pt>
                <c:pt idx="3985">
                  <c:v>45.964664459228501</c:v>
                </c:pt>
                <c:pt idx="3986">
                  <c:v>45.902370452880902</c:v>
                </c:pt>
                <c:pt idx="3987">
                  <c:v>45.8300590515137</c:v>
                </c:pt>
                <c:pt idx="3988">
                  <c:v>45.799289703369098</c:v>
                </c:pt>
                <c:pt idx="3989">
                  <c:v>45.716587066650398</c:v>
                </c:pt>
                <c:pt idx="3990">
                  <c:v>45.633190155029297</c:v>
                </c:pt>
                <c:pt idx="3991">
                  <c:v>45.514156341552699</c:v>
                </c:pt>
                <c:pt idx="3992">
                  <c:v>45.444664001464801</c:v>
                </c:pt>
                <c:pt idx="3993">
                  <c:v>45.394821166992202</c:v>
                </c:pt>
                <c:pt idx="3994">
                  <c:v>45.329647064208999</c:v>
                </c:pt>
                <c:pt idx="3995">
                  <c:v>45.262504577636697</c:v>
                </c:pt>
                <c:pt idx="3996">
                  <c:v>45.231761932373097</c:v>
                </c:pt>
                <c:pt idx="3997">
                  <c:v>45.186275482177699</c:v>
                </c:pt>
                <c:pt idx="3998">
                  <c:v>45.1238822937012</c:v>
                </c:pt>
                <c:pt idx="3999">
                  <c:v>45.040714263916001</c:v>
                </c:pt>
                <c:pt idx="4000">
                  <c:v>44.937366485595703</c:v>
                </c:pt>
                <c:pt idx="4001">
                  <c:v>44.806957244873097</c:v>
                </c:pt>
                <c:pt idx="4002">
                  <c:v>44.758934020996101</c:v>
                </c:pt>
                <c:pt idx="4003">
                  <c:v>44.693046569824197</c:v>
                </c:pt>
                <c:pt idx="4004">
                  <c:v>44.6392211914063</c:v>
                </c:pt>
                <c:pt idx="4005">
                  <c:v>44.532909393310597</c:v>
                </c:pt>
                <c:pt idx="4006">
                  <c:v>44.472446441650398</c:v>
                </c:pt>
                <c:pt idx="4007">
                  <c:v>44.439926147460902</c:v>
                </c:pt>
                <c:pt idx="4008">
                  <c:v>44.415233612060597</c:v>
                </c:pt>
                <c:pt idx="4009">
                  <c:v>44.393287658691399</c:v>
                </c:pt>
                <c:pt idx="4010">
                  <c:v>44.363185882568402</c:v>
                </c:pt>
                <c:pt idx="4011">
                  <c:v>44.298774719238303</c:v>
                </c:pt>
                <c:pt idx="4012">
                  <c:v>44.163898468017599</c:v>
                </c:pt>
                <c:pt idx="4013">
                  <c:v>44.0338325500488</c:v>
                </c:pt>
                <c:pt idx="4014">
                  <c:v>43.877628326416001</c:v>
                </c:pt>
                <c:pt idx="4015">
                  <c:v>43.712318420410199</c:v>
                </c:pt>
                <c:pt idx="4016">
                  <c:v>43.622463226318402</c:v>
                </c:pt>
                <c:pt idx="4017">
                  <c:v>43.540592193603501</c:v>
                </c:pt>
                <c:pt idx="4018">
                  <c:v>43.412094116210902</c:v>
                </c:pt>
                <c:pt idx="4019">
                  <c:v>43.307621002197301</c:v>
                </c:pt>
                <c:pt idx="4020">
                  <c:v>43.201126098632798</c:v>
                </c:pt>
                <c:pt idx="4021">
                  <c:v>43.139156341552699</c:v>
                </c:pt>
                <c:pt idx="4022">
                  <c:v>43.087615966796903</c:v>
                </c:pt>
                <c:pt idx="4023">
                  <c:v>43.045093536377003</c:v>
                </c:pt>
                <c:pt idx="4024">
                  <c:v>42.972454071044901</c:v>
                </c:pt>
                <c:pt idx="4025">
                  <c:v>42.884452819824197</c:v>
                </c:pt>
                <c:pt idx="4026">
                  <c:v>42.838638305664098</c:v>
                </c:pt>
                <c:pt idx="4027">
                  <c:v>42.812473297119098</c:v>
                </c:pt>
                <c:pt idx="4028">
                  <c:v>42.7926635742188</c:v>
                </c:pt>
                <c:pt idx="4029">
                  <c:v>42.781776428222699</c:v>
                </c:pt>
                <c:pt idx="4030">
                  <c:v>42.779872894287102</c:v>
                </c:pt>
                <c:pt idx="4031">
                  <c:v>42.7670707702637</c:v>
                </c:pt>
                <c:pt idx="4032">
                  <c:v>42.750209808349602</c:v>
                </c:pt>
                <c:pt idx="4033">
                  <c:v>42.7585258483887</c:v>
                </c:pt>
                <c:pt idx="4034">
                  <c:v>42.736366271972699</c:v>
                </c:pt>
                <c:pt idx="4035">
                  <c:v>42.618114471435597</c:v>
                </c:pt>
                <c:pt idx="4036">
                  <c:v>42.441051483154297</c:v>
                </c:pt>
                <c:pt idx="4037">
                  <c:v>42.251083374023402</c:v>
                </c:pt>
                <c:pt idx="4038">
                  <c:v>42.194107055664098</c:v>
                </c:pt>
                <c:pt idx="4039">
                  <c:v>42.059474945068402</c:v>
                </c:pt>
                <c:pt idx="4040">
                  <c:v>41.9718017578125</c:v>
                </c:pt>
                <c:pt idx="4041">
                  <c:v>41.919647216796903</c:v>
                </c:pt>
                <c:pt idx="4042">
                  <c:v>41.788818359375</c:v>
                </c:pt>
                <c:pt idx="4043">
                  <c:v>41.702346801757798</c:v>
                </c:pt>
                <c:pt idx="4044">
                  <c:v>41.647037506103501</c:v>
                </c:pt>
                <c:pt idx="4045">
                  <c:v>41.466129302978501</c:v>
                </c:pt>
                <c:pt idx="4046">
                  <c:v>41.285789489746101</c:v>
                </c:pt>
                <c:pt idx="4047">
                  <c:v>41.209976196289098</c:v>
                </c:pt>
                <c:pt idx="4048">
                  <c:v>41.178924560546903</c:v>
                </c:pt>
                <c:pt idx="4049">
                  <c:v>41.152439117431598</c:v>
                </c:pt>
                <c:pt idx="4050">
                  <c:v>41.090400695800803</c:v>
                </c:pt>
                <c:pt idx="4051">
                  <c:v>41.053321838378899</c:v>
                </c:pt>
                <c:pt idx="4052">
                  <c:v>40.767368316650398</c:v>
                </c:pt>
                <c:pt idx="4053">
                  <c:v>40.7923774719238</c:v>
                </c:pt>
                <c:pt idx="4054">
                  <c:v>40.262344360351598</c:v>
                </c:pt>
                <c:pt idx="4055">
                  <c:v>39.94580078125</c:v>
                </c:pt>
                <c:pt idx="4056">
                  <c:v>39.713287353515597</c:v>
                </c:pt>
                <c:pt idx="4057">
                  <c:v>39.586315155029297</c:v>
                </c:pt>
                <c:pt idx="4058">
                  <c:v>39.521083831787102</c:v>
                </c:pt>
                <c:pt idx="4059">
                  <c:v>39.487606048583999</c:v>
                </c:pt>
                <c:pt idx="4060">
                  <c:v>39.470420837402301</c:v>
                </c:pt>
                <c:pt idx="4061">
                  <c:v>39.461597442627003</c:v>
                </c:pt>
                <c:pt idx="4062">
                  <c:v>39.457065582275398</c:v>
                </c:pt>
                <c:pt idx="4063">
                  <c:v>39.454742431640597</c:v>
                </c:pt>
                <c:pt idx="4064">
                  <c:v>39.453548431396499</c:v>
                </c:pt>
                <c:pt idx="4065">
                  <c:v>39.452934265136697</c:v>
                </c:pt>
                <c:pt idx="4066">
                  <c:v>39.4526176452637</c:v>
                </c:pt>
                <c:pt idx="4067">
                  <c:v>39.452457427978501</c:v>
                </c:pt>
                <c:pt idx="4068">
                  <c:v>39.4523735046387</c:v>
                </c:pt>
                <c:pt idx="4069">
                  <c:v>39.4523315429688</c:v>
                </c:pt>
                <c:pt idx="4070">
                  <c:v>39.452308654785199</c:v>
                </c:pt>
                <c:pt idx="4071">
                  <c:v>39.452297210693402</c:v>
                </c:pt>
                <c:pt idx="4072">
                  <c:v>39.452293395996101</c:v>
                </c:pt>
                <c:pt idx="4073">
                  <c:v>39.449203491210902</c:v>
                </c:pt>
                <c:pt idx="4074">
                  <c:v>39.4486694335938</c:v>
                </c:pt>
                <c:pt idx="4075">
                  <c:v>39.448848724365199</c:v>
                </c:pt>
                <c:pt idx="4076">
                  <c:v>39.443931579589801</c:v>
                </c:pt>
                <c:pt idx="4077">
                  <c:v>39.437309265136697</c:v>
                </c:pt>
                <c:pt idx="4078">
                  <c:v>39.430870056152301</c:v>
                </c:pt>
                <c:pt idx="4079">
                  <c:v>39.429122924804702</c:v>
                </c:pt>
                <c:pt idx="4080">
                  <c:v>39.360469818115199</c:v>
                </c:pt>
                <c:pt idx="4081">
                  <c:v>39.3356323242188</c:v>
                </c:pt>
                <c:pt idx="4082">
                  <c:v>39.307056427002003</c:v>
                </c:pt>
                <c:pt idx="4083">
                  <c:v>39.301429748535199</c:v>
                </c:pt>
                <c:pt idx="4084">
                  <c:v>39.238441467285199</c:v>
                </c:pt>
                <c:pt idx="4085">
                  <c:v>39.181888580322301</c:v>
                </c:pt>
                <c:pt idx="4086">
                  <c:v>39.15283203125</c:v>
                </c:pt>
                <c:pt idx="4087">
                  <c:v>39.1027221679688</c:v>
                </c:pt>
                <c:pt idx="4088">
                  <c:v>39.0601196289063</c:v>
                </c:pt>
                <c:pt idx="4089">
                  <c:v>39.043113708496101</c:v>
                </c:pt>
                <c:pt idx="4090">
                  <c:v>39.033882141113303</c:v>
                </c:pt>
                <c:pt idx="4091">
                  <c:v>38.964260101318402</c:v>
                </c:pt>
                <c:pt idx="4092">
                  <c:v>38.885993957519503</c:v>
                </c:pt>
                <c:pt idx="4093">
                  <c:v>38.853786468505902</c:v>
                </c:pt>
                <c:pt idx="4094">
                  <c:v>38.843460083007798</c:v>
                </c:pt>
                <c:pt idx="4095">
                  <c:v>38.771923065185597</c:v>
                </c:pt>
                <c:pt idx="4096">
                  <c:v>38.720897674560597</c:v>
                </c:pt>
                <c:pt idx="4097">
                  <c:v>38.694293975830099</c:v>
                </c:pt>
                <c:pt idx="4098">
                  <c:v>38.688591003417997</c:v>
                </c:pt>
                <c:pt idx="4099">
                  <c:v>38.619571685791001</c:v>
                </c:pt>
                <c:pt idx="4100">
                  <c:v>38.588485717773402</c:v>
                </c:pt>
                <c:pt idx="4101">
                  <c:v>38.510086059570298</c:v>
                </c:pt>
                <c:pt idx="4102">
                  <c:v>38.407119750976598</c:v>
                </c:pt>
                <c:pt idx="4103">
                  <c:v>38.327728271484403</c:v>
                </c:pt>
                <c:pt idx="4104">
                  <c:v>38.268604278564503</c:v>
                </c:pt>
                <c:pt idx="4105">
                  <c:v>38.229873657226598</c:v>
                </c:pt>
                <c:pt idx="4106">
                  <c:v>38.199203491210902</c:v>
                </c:pt>
                <c:pt idx="4107">
                  <c:v>38.157756805419901</c:v>
                </c:pt>
                <c:pt idx="4108">
                  <c:v>38.090385437011697</c:v>
                </c:pt>
                <c:pt idx="4109">
                  <c:v>38.044998168945298</c:v>
                </c:pt>
                <c:pt idx="4110">
                  <c:v>38.009857177734403</c:v>
                </c:pt>
                <c:pt idx="4111">
                  <c:v>37.974662780761697</c:v>
                </c:pt>
                <c:pt idx="4112">
                  <c:v>37.946102142333999</c:v>
                </c:pt>
                <c:pt idx="4113">
                  <c:v>37.9124946594238</c:v>
                </c:pt>
                <c:pt idx="4114">
                  <c:v>37.902633666992202</c:v>
                </c:pt>
                <c:pt idx="4115">
                  <c:v>37.896091461181598</c:v>
                </c:pt>
                <c:pt idx="4116">
                  <c:v>37.888439178466797</c:v>
                </c:pt>
                <c:pt idx="4117">
                  <c:v>37.879398345947301</c:v>
                </c:pt>
                <c:pt idx="4118">
                  <c:v>37.852672576904297</c:v>
                </c:pt>
                <c:pt idx="4119">
                  <c:v>37.795658111572301</c:v>
                </c:pt>
                <c:pt idx="4120">
                  <c:v>37.708065032958999</c:v>
                </c:pt>
                <c:pt idx="4121">
                  <c:v>37.634201049804702</c:v>
                </c:pt>
                <c:pt idx="4122">
                  <c:v>37.624759674072301</c:v>
                </c:pt>
                <c:pt idx="4123">
                  <c:v>37.581455230712898</c:v>
                </c:pt>
                <c:pt idx="4124">
                  <c:v>37.460357666015597</c:v>
                </c:pt>
                <c:pt idx="4125">
                  <c:v>37.371753692627003</c:v>
                </c:pt>
                <c:pt idx="4126">
                  <c:v>37.270923614502003</c:v>
                </c:pt>
                <c:pt idx="4127">
                  <c:v>37.193954467773402</c:v>
                </c:pt>
                <c:pt idx="4128">
                  <c:v>37.107208251953097</c:v>
                </c:pt>
                <c:pt idx="4129">
                  <c:v>37.056159973144503</c:v>
                </c:pt>
                <c:pt idx="4130">
                  <c:v>37.022087097167997</c:v>
                </c:pt>
                <c:pt idx="4131">
                  <c:v>37.0060424804688</c:v>
                </c:pt>
                <c:pt idx="4132">
                  <c:v>37.012359619140597</c:v>
                </c:pt>
                <c:pt idx="4133">
                  <c:v>36.985103607177699</c:v>
                </c:pt>
                <c:pt idx="4134">
                  <c:v>36.938163757324197</c:v>
                </c:pt>
                <c:pt idx="4135">
                  <c:v>36.837879180908203</c:v>
                </c:pt>
                <c:pt idx="4136">
                  <c:v>36.761375427246101</c:v>
                </c:pt>
                <c:pt idx="4137">
                  <c:v>36.691352844238303</c:v>
                </c:pt>
                <c:pt idx="4138">
                  <c:v>36.634902954101598</c:v>
                </c:pt>
                <c:pt idx="4139">
                  <c:v>36.621803283691399</c:v>
                </c:pt>
                <c:pt idx="4140">
                  <c:v>36.615234375</c:v>
                </c:pt>
                <c:pt idx="4141">
                  <c:v>36.629524230957003</c:v>
                </c:pt>
                <c:pt idx="4142">
                  <c:v>36.594486236572301</c:v>
                </c:pt>
                <c:pt idx="4143">
                  <c:v>36.540573120117202</c:v>
                </c:pt>
                <c:pt idx="4144">
                  <c:v>36.511791229248097</c:v>
                </c:pt>
                <c:pt idx="4145">
                  <c:v>36.4820556640625</c:v>
                </c:pt>
                <c:pt idx="4146">
                  <c:v>36.432052612304702</c:v>
                </c:pt>
                <c:pt idx="4147">
                  <c:v>36.395256042480497</c:v>
                </c:pt>
                <c:pt idx="4148">
                  <c:v>36.363689422607401</c:v>
                </c:pt>
                <c:pt idx="4149">
                  <c:v>36.334205627441399</c:v>
                </c:pt>
                <c:pt idx="4150">
                  <c:v>36.323177337646499</c:v>
                </c:pt>
                <c:pt idx="4151">
                  <c:v>36.324615478515597</c:v>
                </c:pt>
                <c:pt idx="4152">
                  <c:v>36.318302154541001</c:v>
                </c:pt>
                <c:pt idx="4153">
                  <c:v>36.2813529968262</c:v>
                </c:pt>
                <c:pt idx="4154">
                  <c:v>36.258846282958999</c:v>
                </c:pt>
                <c:pt idx="4155">
                  <c:v>36.243339538574197</c:v>
                </c:pt>
                <c:pt idx="4156">
                  <c:v>36.231307983398402</c:v>
                </c:pt>
                <c:pt idx="4157">
                  <c:v>36.139060974121101</c:v>
                </c:pt>
                <c:pt idx="4158">
                  <c:v>36.081153869628899</c:v>
                </c:pt>
                <c:pt idx="4159">
                  <c:v>36.075759887695298</c:v>
                </c:pt>
                <c:pt idx="4160">
                  <c:v>36.045738220214801</c:v>
                </c:pt>
                <c:pt idx="4161">
                  <c:v>36.036491394042997</c:v>
                </c:pt>
                <c:pt idx="4162">
                  <c:v>36.0391235351563</c:v>
                </c:pt>
                <c:pt idx="4163">
                  <c:v>35.988246917724602</c:v>
                </c:pt>
                <c:pt idx="4164">
                  <c:v>35.901786804199197</c:v>
                </c:pt>
                <c:pt idx="4165">
                  <c:v>35.851261138916001</c:v>
                </c:pt>
                <c:pt idx="4166">
                  <c:v>35.831657409667997</c:v>
                </c:pt>
                <c:pt idx="4167">
                  <c:v>35.725433349609403</c:v>
                </c:pt>
                <c:pt idx="4168">
                  <c:v>35.726600646972699</c:v>
                </c:pt>
                <c:pt idx="4169">
                  <c:v>35.645389556884801</c:v>
                </c:pt>
                <c:pt idx="4170">
                  <c:v>35.595829010009801</c:v>
                </c:pt>
                <c:pt idx="4171">
                  <c:v>35.557662963867202</c:v>
                </c:pt>
                <c:pt idx="4172">
                  <c:v>35.550559997558601</c:v>
                </c:pt>
                <c:pt idx="4173">
                  <c:v>35.540046691894503</c:v>
                </c:pt>
                <c:pt idx="4174">
                  <c:v>35.525234222412102</c:v>
                </c:pt>
                <c:pt idx="4175">
                  <c:v>35.511730194091797</c:v>
                </c:pt>
                <c:pt idx="4176">
                  <c:v>35.482627868652301</c:v>
                </c:pt>
                <c:pt idx="4177">
                  <c:v>35.407749176025398</c:v>
                </c:pt>
                <c:pt idx="4178">
                  <c:v>35.359085083007798</c:v>
                </c:pt>
                <c:pt idx="4179">
                  <c:v>35.286930084228501</c:v>
                </c:pt>
                <c:pt idx="4180">
                  <c:v>35.240383148193402</c:v>
                </c:pt>
                <c:pt idx="4181">
                  <c:v>35.199752807617202</c:v>
                </c:pt>
                <c:pt idx="4182">
                  <c:v>35.180633544921903</c:v>
                </c:pt>
                <c:pt idx="4183">
                  <c:v>35.177162170410199</c:v>
                </c:pt>
                <c:pt idx="4184">
                  <c:v>35.1661567687988</c:v>
                </c:pt>
                <c:pt idx="4185">
                  <c:v>35.128978729248097</c:v>
                </c:pt>
                <c:pt idx="4186">
                  <c:v>35.139015197753899</c:v>
                </c:pt>
                <c:pt idx="4187">
                  <c:v>35.062656402587898</c:v>
                </c:pt>
                <c:pt idx="4188">
                  <c:v>34.892204284667997</c:v>
                </c:pt>
                <c:pt idx="4189">
                  <c:v>34.7822456359863</c:v>
                </c:pt>
                <c:pt idx="4190">
                  <c:v>34.712131500244098</c:v>
                </c:pt>
                <c:pt idx="4191">
                  <c:v>34.676509857177699</c:v>
                </c:pt>
                <c:pt idx="4192">
                  <c:v>34.619113922119098</c:v>
                </c:pt>
                <c:pt idx="4193">
                  <c:v>34.616691589355497</c:v>
                </c:pt>
                <c:pt idx="4194">
                  <c:v>34.616550445556598</c:v>
                </c:pt>
                <c:pt idx="4195">
                  <c:v>34.588699340820298</c:v>
                </c:pt>
                <c:pt idx="4196">
                  <c:v>34.585170745849602</c:v>
                </c:pt>
                <c:pt idx="4197">
                  <c:v>34.590164184570298</c:v>
                </c:pt>
                <c:pt idx="4198">
                  <c:v>34.586860656738303</c:v>
                </c:pt>
                <c:pt idx="4199">
                  <c:v>34.581008911132798</c:v>
                </c:pt>
                <c:pt idx="4200">
                  <c:v>34.567520141601598</c:v>
                </c:pt>
                <c:pt idx="4201">
                  <c:v>34.554588317871101</c:v>
                </c:pt>
                <c:pt idx="4202">
                  <c:v>34.548263549804702</c:v>
                </c:pt>
                <c:pt idx="4203">
                  <c:v>34.552528381347699</c:v>
                </c:pt>
                <c:pt idx="4204">
                  <c:v>34.541938781738303</c:v>
                </c:pt>
                <c:pt idx="4205">
                  <c:v>34.512485504150398</c:v>
                </c:pt>
                <c:pt idx="4206">
                  <c:v>34.495719909667997</c:v>
                </c:pt>
                <c:pt idx="4207">
                  <c:v>34.483009338378899</c:v>
                </c:pt>
                <c:pt idx="4208">
                  <c:v>34.456470489502003</c:v>
                </c:pt>
                <c:pt idx="4209">
                  <c:v>34.455646514892599</c:v>
                </c:pt>
                <c:pt idx="4210">
                  <c:v>34.432464599609403</c:v>
                </c:pt>
                <c:pt idx="4211">
                  <c:v>34.443840026855497</c:v>
                </c:pt>
                <c:pt idx="4212">
                  <c:v>34.4205513000488</c:v>
                </c:pt>
                <c:pt idx="4213">
                  <c:v>34.377365112304702</c:v>
                </c:pt>
                <c:pt idx="4214">
                  <c:v>34.293575286865199</c:v>
                </c:pt>
                <c:pt idx="4215">
                  <c:v>34.236507415771499</c:v>
                </c:pt>
                <c:pt idx="4216">
                  <c:v>34.235435485839801</c:v>
                </c:pt>
                <c:pt idx="4217">
                  <c:v>34.223957061767599</c:v>
                </c:pt>
                <c:pt idx="4218">
                  <c:v>34.069534301757798</c:v>
                </c:pt>
                <c:pt idx="4219">
                  <c:v>33.959850311279297</c:v>
                </c:pt>
                <c:pt idx="4220">
                  <c:v>33.864177703857401</c:v>
                </c:pt>
                <c:pt idx="4221">
                  <c:v>33.857261657714801</c:v>
                </c:pt>
                <c:pt idx="4222">
                  <c:v>33.844139099121101</c:v>
                </c:pt>
                <c:pt idx="4223">
                  <c:v>33.821292877197301</c:v>
                </c:pt>
                <c:pt idx="4224">
                  <c:v>33.815444946289098</c:v>
                </c:pt>
                <c:pt idx="4225">
                  <c:v>33.801437377929702</c:v>
                </c:pt>
                <c:pt idx="4226">
                  <c:v>33.776866912841797</c:v>
                </c:pt>
                <c:pt idx="4227">
                  <c:v>33.758773803710902</c:v>
                </c:pt>
                <c:pt idx="4228">
                  <c:v>33.742641448974602</c:v>
                </c:pt>
                <c:pt idx="4229">
                  <c:v>33.773479461669901</c:v>
                </c:pt>
                <c:pt idx="4230">
                  <c:v>33.7824897766113</c:v>
                </c:pt>
                <c:pt idx="4231">
                  <c:v>33.771392822265597</c:v>
                </c:pt>
                <c:pt idx="4232">
                  <c:v>33.769496917724602</c:v>
                </c:pt>
                <c:pt idx="4233">
                  <c:v>33.753726959228501</c:v>
                </c:pt>
                <c:pt idx="4234">
                  <c:v>33.740005493164098</c:v>
                </c:pt>
                <c:pt idx="4235">
                  <c:v>33.712226867675803</c:v>
                </c:pt>
                <c:pt idx="4236">
                  <c:v>33.724025726318402</c:v>
                </c:pt>
                <c:pt idx="4237">
                  <c:v>33.705966949462898</c:v>
                </c:pt>
                <c:pt idx="4238">
                  <c:v>33.695259094238303</c:v>
                </c:pt>
                <c:pt idx="4239">
                  <c:v>33.698150634765597</c:v>
                </c:pt>
                <c:pt idx="4240">
                  <c:v>33.684181213378899</c:v>
                </c:pt>
                <c:pt idx="4241">
                  <c:v>33.681934356689503</c:v>
                </c:pt>
                <c:pt idx="4242">
                  <c:v>33.688709259033203</c:v>
                </c:pt>
                <c:pt idx="4243">
                  <c:v>33.664886474609403</c:v>
                </c:pt>
                <c:pt idx="4244">
                  <c:v>33.585582733154297</c:v>
                </c:pt>
                <c:pt idx="4245">
                  <c:v>33.5335502624512</c:v>
                </c:pt>
                <c:pt idx="4246">
                  <c:v>33.508907318115199</c:v>
                </c:pt>
                <c:pt idx="4247">
                  <c:v>33.495883941650398</c:v>
                </c:pt>
                <c:pt idx="4248">
                  <c:v>33.503715515136697</c:v>
                </c:pt>
                <c:pt idx="4249">
                  <c:v>33.447822570800803</c:v>
                </c:pt>
                <c:pt idx="4250">
                  <c:v>33.399906158447301</c:v>
                </c:pt>
                <c:pt idx="4251">
                  <c:v>33.367477416992202</c:v>
                </c:pt>
                <c:pt idx="4252">
                  <c:v>33.324081420898402</c:v>
                </c:pt>
                <c:pt idx="4253">
                  <c:v>33.309181213378899</c:v>
                </c:pt>
                <c:pt idx="4254">
                  <c:v>33.309230804443402</c:v>
                </c:pt>
                <c:pt idx="4255">
                  <c:v>33.306686401367202</c:v>
                </c:pt>
                <c:pt idx="4256">
                  <c:v>33.280559539794901</c:v>
                </c:pt>
                <c:pt idx="4257">
                  <c:v>33.275447845458999</c:v>
                </c:pt>
                <c:pt idx="4258">
                  <c:v>33.285865783691399</c:v>
                </c:pt>
                <c:pt idx="4259">
                  <c:v>33.235073089599602</c:v>
                </c:pt>
                <c:pt idx="4260">
                  <c:v>33.190052032470703</c:v>
                </c:pt>
                <c:pt idx="4261">
                  <c:v>33.166465759277301</c:v>
                </c:pt>
                <c:pt idx="4262">
                  <c:v>33.154468536377003</c:v>
                </c:pt>
                <c:pt idx="4263">
                  <c:v>33.127490997314503</c:v>
                </c:pt>
                <c:pt idx="4264">
                  <c:v>33.088710784912102</c:v>
                </c:pt>
                <c:pt idx="4265">
                  <c:v>33.079734802246101</c:v>
                </c:pt>
                <c:pt idx="4266">
                  <c:v>33.023113250732401</c:v>
                </c:pt>
                <c:pt idx="4267">
                  <c:v>32.986476898193402</c:v>
                </c:pt>
                <c:pt idx="4268">
                  <c:v>32.951568603515597</c:v>
                </c:pt>
                <c:pt idx="4269">
                  <c:v>32.937038421630902</c:v>
                </c:pt>
                <c:pt idx="4270">
                  <c:v>32.940284729003899</c:v>
                </c:pt>
                <c:pt idx="4271">
                  <c:v>32.945636749267599</c:v>
                </c:pt>
                <c:pt idx="4272">
                  <c:v>32.931125640869098</c:v>
                </c:pt>
                <c:pt idx="4273">
                  <c:v>32.926902770996101</c:v>
                </c:pt>
                <c:pt idx="4274">
                  <c:v>32.923137664794901</c:v>
                </c:pt>
                <c:pt idx="4275">
                  <c:v>32.908351898193402</c:v>
                </c:pt>
                <c:pt idx="4276">
                  <c:v>32.883152008056598</c:v>
                </c:pt>
                <c:pt idx="4277">
                  <c:v>32.878879547119098</c:v>
                </c:pt>
                <c:pt idx="4278">
                  <c:v>32.799732208252003</c:v>
                </c:pt>
                <c:pt idx="4279">
                  <c:v>32.742969512939503</c:v>
                </c:pt>
                <c:pt idx="4280">
                  <c:v>32.731487274169901</c:v>
                </c:pt>
                <c:pt idx="4281">
                  <c:v>32.710586547851598</c:v>
                </c:pt>
                <c:pt idx="4282">
                  <c:v>32.673175811767599</c:v>
                </c:pt>
                <c:pt idx="4283">
                  <c:v>32.677970886230497</c:v>
                </c:pt>
                <c:pt idx="4284">
                  <c:v>32.639041900634801</c:v>
                </c:pt>
                <c:pt idx="4285">
                  <c:v>32.592979431152301</c:v>
                </c:pt>
                <c:pt idx="4286">
                  <c:v>32.575332641601598</c:v>
                </c:pt>
                <c:pt idx="4287">
                  <c:v>32.535190582275398</c:v>
                </c:pt>
                <c:pt idx="4288">
                  <c:v>32.5283203125</c:v>
                </c:pt>
                <c:pt idx="4289">
                  <c:v>32.52001953125</c:v>
                </c:pt>
                <c:pt idx="4290">
                  <c:v>32.508296966552699</c:v>
                </c:pt>
                <c:pt idx="4291">
                  <c:v>32.494480133056598</c:v>
                </c:pt>
                <c:pt idx="4292">
                  <c:v>32.449871063232401</c:v>
                </c:pt>
                <c:pt idx="4293">
                  <c:v>32.389350891113303</c:v>
                </c:pt>
                <c:pt idx="4294">
                  <c:v>32.352149963378899</c:v>
                </c:pt>
                <c:pt idx="4295">
                  <c:v>32.330211639404297</c:v>
                </c:pt>
                <c:pt idx="4296">
                  <c:v>32.328582763671903</c:v>
                </c:pt>
                <c:pt idx="4297">
                  <c:v>32.277801513671903</c:v>
                </c:pt>
                <c:pt idx="4298">
                  <c:v>32.217655181884801</c:v>
                </c:pt>
                <c:pt idx="4299">
                  <c:v>32.191261291503899</c:v>
                </c:pt>
                <c:pt idx="4300">
                  <c:v>32.172904968261697</c:v>
                </c:pt>
                <c:pt idx="4301">
                  <c:v>32.175933837890597</c:v>
                </c:pt>
                <c:pt idx="4302">
                  <c:v>32.158115386962898</c:v>
                </c:pt>
                <c:pt idx="4303">
                  <c:v>32.156448364257798</c:v>
                </c:pt>
                <c:pt idx="4304">
                  <c:v>32.1633491516113</c:v>
                </c:pt>
                <c:pt idx="4305">
                  <c:v>32.160274505615199</c:v>
                </c:pt>
                <c:pt idx="4306">
                  <c:v>32.146053314208999</c:v>
                </c:pt>
                <c:pt idx="4307">
                  <c:v>32.117916107177699</c:v>
                </c:pt>
                <c:pt idx="4308">
                  <c:v>32.124362945556598</c:v>
                </c:pt>
                <c:pt idx="4309">
                  <c:v>32.142742156982401</c:v>
                </c:pt>
                <c:pt idx="4310">
                  <c:v>32.117340087890597</c:v>
                </c:pt>
                <c:pt idx="4311">
                  <c:v>32.097480773925803</c:v>
                </c:pt>
                <c:pt idx="4312">
                  <c:v>32.095077514648402</c:v>
                </c:pt>
                <c:pt idx="4313">
                  <c:v>32.010974884033203</c:v>
                </c:pt>
                <c:pt idx="4314">
                  <c:v>31.970277786254901</c:v>
                </c:pt>
                <c:pt idx="4315">
                  <c:v>31.965692520141602</c:v>
                </c:pt>
                <c:pt idx="4316">
                  <c:v>31.922431945800799</c:v>
                </c:pt>
                <c:pt idx="4317">
                  <c:v>31.912796020507798</c:v>
                </c:pt>
                <c:pt idx="4318">
                  <c:v>31.804632186889702</c:v>
                </c:pt>
                <c:pt idx="4319">
                  <c:v>31.741477966308601</c:v>
                </c:pt>
                <c:pt idx="4320">
                  <c:v>31.721603393554702</c:v>
                </c:pt>
                <c:pt idx="4321">
                  <c:v>31.697034835815401</c:v>
                </c:pt>
                <c:pt idx="4322">
                  <c:v>31.707370758056602</c:v>
                </c:pt>
                <c:pt idx="4323">
                  <c:v>31.685419082641602</c:v>
                </c:pt>
                <c:pt idx="4324">
                  <c:v>31.649744033813501</c:v>
                </c:pt>
                <c:pt idx="4325">
                  <c:v>31.6352214813232</c:v>
                </c:pt>
                <c:pt idx="4326">
                  <c:v>31.659399032592798</c:v>
                </c:pt>
                <c:pt idx="4327">
                  <c:v>31.690689086914102</c:v>
                </c:pt>
                <c:pt idx="4328">
                  <c:v>31.697998046875</c:v>
                </c:pt>
                <c:pt idx="4329">
                  <c:v>31.705873489379901</c:v>
                </c:pt>
                <c:pt idx="4330">
                  <c:v>31.668052673339801</c:v>
                </c:pt>
                <c:pt idx="4331">
                  <c:v>31.630683898925799</c:v>
                </c:pt>
                <c:pt idx="4332">
                  <c:v>31.648208618164102</c:v>
                </c:pt>
                <c:pt idx="4333">
                  <c:v>31.580154418945298</c:v>
                </c:pt>
                <c:pt idx="4334">
                  <c:v>31.5831184387207</c:v>
                </c:pt>
                <c:pt idx="4335">
                  <c:v>31.562395095825199</c:v>
                </c:pt>
                <c:pt idx="4336">
                  <c:v>31.535902023315401</c:v>
                </c:pt>
                <c:pt idx="4337">
                  <c:v>31.525463104248001</c:v>
                </c:pt>
                <c:pt idx="4338">
                  <c:v>31.492322921752901</c:v>
                </c:pt>
                <c:pt idx="4339">
                  <c:v>31.4647121429443</c:v>
                </c:pt>
                <c:pt idx="4340">
                  <c:v>31.465713500976602</c:v>
                </c:pt>
                <c:pt idx="4341">
                  <c:v>31.4416694641113</c:v>
                </c:pt>
                <c:pt idx="4342">
                  <c:v>31.412061691284201</c:v>
                </c:pt>
                <c:pt idx="4343">
                  <c:v>31.4132785797119</c:v>
                </c:pt>
                <c:pt idx="4344">
                  <c:v>31.4164714813232</c:v>
                </c:pt>
                <c:pt idx="4345">
                  <c:v>31.3982849121094</c:v>
                </c:pt>
                <c:pt idx="4346">
                  <c:v>31.3842067718506</c:v>
                </c:pt>
                <c:pt idx="4347">
                  <c:v>31.376886367797901</c:v>
                </c:pt>
                <c:pt idx="4348">
                  <c:v>31.3835144042969</c:v>
                </c:pt>
                <c:pt idx="4349">
                  <c:v>31.3892936706543</c:v>
                </c:pt>
                <c:pt idx="4350">
                  <c:v>31.3702087402344</c:v>
                </c:pt>
                <c:pt idx="4351">
                  <c:v>31.362907409668001</c:v>
                </c:pt>
                <c:pt idx="4352">
                  <c:v>31.3651828765869</c:v>
                </c:pt>
                <c:pt idx="4353">
                  <c:v>31.366289138793899</c:v>
                </c:pt>
                <c:pt idx="4354">
                  <c:v>31.352071762085</c:v>
                </c:pt>
                <c:pt idx="4355">
                  <c:v>31.345335006713899</c:v>
                </c:pt>
                <c:pt idx="4356">
                  <c:v>31.334424972534201</c:v>
                </c:pt>
                <c:pt idx="4357">
                  <c:v>31.328859329223601</c:v>
                </c:pt>
                <c:pt idx="4358">
                  <c:v>31.332759857177699</c:v>
                </c:pt>
                <c:pt idx="4359">
                  <c:v>31.323657989501999</c:v>
                </c:pt>
                <c:pt idx="4360">
                  <c:v>31.329648971557599</c:v>
                </c:pt>
                <c:pt idx="4361">
                  <c:v>31.343311309814499</c:v>
                </c:pt>
                <c:pt idx="4362">
                  <c:v>31.335023880004901</c:v>
                </c:pt>
                <c:pt idx="4363">
                  <c:v>31.335779190063501</c:v>
                </c:pt>
                <c:pt idx="4364">
                  <c:v>31.327146530151399</c:v>
                </c:pt>
                <c:pt idx="4365">
                  <c:v>31.290962219238299</c:v>
                </c:pt>
                <c:pt idx="4366">
                  <c:v>31.295995712280298</c:v>
                </c:pt>
                <c:pt idx="4367">
                  <c:v>31.300861358642599</c:v>
                </c:pt>
                <c:pt idx="4368">
                  <c:v>31.297077178955099</c:v>
                </c:pt>
                <c:pt idx="4369">
                  <c:v>31.310956954956101</c:v>
                </c:pt>
                <c:pt idx="4370">
                  <c:v>31.3017673492432</c:v>
                </c:pt>
                <c:pt idx="4371">
                  <c:v>31.305543899536101</c:v>
                </c:pt>
                <c:pt idx="4372">
                  <c:v>31.277469635009801</c:v>
                </c:pt>
                <c:pt idx="4373">
                  <c:v>31.265090942382798</c:v>
                </c:pt>
                <c:pt idx="4374">
                  <c:v>31.281953811645501</c:v>
                </c:pt>
                <c:pt idx="4375">
                  <c:v>31.276044845581101</c:v>
                </c:pt>
                <c:pt idx="4376">
                  <c:v>31.281055450439499</c:v>
                </c:pt>
                <c:pt idx="4377">
                  <c:v>31.238811492919901</c:v>
                </c:pt>
                <c:pt idx="4378">
                  <c:v>31.172977447509801</c:v>
                </c:pt>
                <c:pt idx="4379">
                  <c:v>31.1743469238281</c:v>
                </c:pt>
                <c:pt idx="4380">
                  <c:v>31.1523628234863</c:v>
                </c:pt>
                <c:pt idx="4381">
                  <c:v>31.128757476806602</c:v>
                </c:pt>
                <c:pt idx="4382">
                  <c:v>31.0203647613525</c:v>
                </c:pt>
                <c:pt idx="4383">
                  <c:v>30.939273834228501</c:v>
                </c:pt>
                <c:pt idx="4384">
                  <c:v>30.877386093139702</c:v>
                </c:pt>
                <c:pt idx="4385">
                  <c:v>30.873350143432599</c:v>
                </c:pt>
                <c:pt idx="4386">
                  <c:v>30.851701736450199</c:v>
                </c:pt>
                <c:pt idx="4387">
                  <c:v>30.8406791687012</c:v>
                </c:pt>
                <c:pt idx="4388">
                  <c:v>30.828973770141602</c:v>
                </c:pt>
                <c:pt idx="4389">
                  <c:v>30.8162441253662</c:v>
                </c:pt>
                <c:pt idx="4390">
                  <c:v>30.812450408935501</c:v>
                </c:pt>
                <c:pt idx="4391">
                  <c:v>30.821752548217798</c:v>
                </c:pt>
                <c:pt idx="4392">
                  <c:v>30.839147567748999</c:v>
                </c:pt>
                <c:pt idx="4393">
                  <c:v>30.707086563110401</c:v>
                </c:pt>
                <c:pt idx="4394">
                  <c:v>30.616798400878899</c:v>
                </c:pt>
                <c:pt idx="4395">
                  <c:v>30.568689346313501</c:v>
                </c:pt>
                <c:pt idx="4396">
                  <c:v>30.541660308837901</c:v>
                </c:pt>
                <c:pt idx="4397">
                  <c:v>30.521951675415</c:v>
                </c:pt>
                <c:pt idx="4398">
                  <c:v>30.506961822509801</c:v>
                </c:pt>
                <c:pt idx="4399">
                  <c:v>30.49582862854</c:v>
                </c:pt>
                <c:pt idx="4400">
                  <c:v>30.503105163574201</c:v>
                </c:pt>
                <c:pt idx="4401">
                  <c:v>30.457965850830099</c:v>
                </c:pt>
                <c:pt idx="4402">
                  <c:v>30.479667663574201</c:v>
                </c:pt>
                <c:pt idx="4403">
                  <c:v>30.489997863769499</c:v>
                </c:pt>
                <c:pt idx="4404">
                  <c:v>30.478469848632798</c:v>
                </c:pt>
                <c:pt idx="4405">
                  <c:v>30.4857273101807</c:v>
                </c:pt>
                <c:pt idx="4406">
                  <c:v>30.4685363769531</c:v>
                </c:pt>
                <c:pt idx="4407">
                  <c:v>30.481494903564499</c:v>
                </c:pt>
                <c:pt idx="4408">
                  <c:v>30.440523147583001</c:v>
                </c:pt>
                <c:pt idx="4409">
                  <c:v>30.431657791137699</c:v>
                </c:pt>
                <c:pt idx="4410">
                  <c:v>30.4310817718506</c:v>
                </c:pt>
                <c:pt idx="4411">
                  <c:v>30.4252834320068</c:v>
                </c:pt>
                <c:pt idx="4412">
                  <c:v>30.388685226440401</c:v>
                </c:pt>
                <c:pt idx="4413">
                  <c:v>30.3657341003418</c:v>
                </c:pt>
                <c:pt idx="4414">
                  <c:v>30.350734710693398</c:v>
                </c:pt>
                <c:pt idx="4415">
                  <c:v>30.351263046264702</c:v>
                </c:pt>
                <c:pt idx="4416">
                  <c:v>30.354164123535199</c:v>
                </c:pt>
                <c:pt idx="4417">
                  <c:v>30.3296222686768</c:v>
                </c:pt>
                <c:pt idx="4418">
                  <c:v>30.322410583496101</c:v>
                </c:pt>
                <c:pt idx="4419">
                  <c:v>30.3503303527832</c:v>
                </c:pt>
                <c:pt idx="4420">
                  <c:v>30.3483486175537</c:v>
                </c:pt>
                <c:pt idx="4421">
                  <c:v>30.297327041626001</c:v>
                </c:pt>
                <c:pt idx="4422">
                  <c:v>30.231897354126001</c:v>
                </c:pt>
                <c:pt idx="4423">
                  <c:v>30.200874328613299</c:v>
                </c:pt>
                <c:pt idx="4424">
                  <c:v>30.139080047607401</c:v>
                </c:pt>
                <c:pt idx="4425">
                  <c:v>30.1140041351318</c:v>
                </c:pt>
                <c:pt idx="4426">
                  <c:v>30.096603393554702</c:v>
                </c:pt>
                <c:pt idx="4427">
                  <c:v>30.103134155273398</c:v>
                </c:pt>
                <c:pt idx="4428">
                  <c:v>30.085454940795898</c:v>
                </c:pt>
                <c:pt idx="4429">
                  <c:v>30.092735290527301</c:v>
                </c:pt>
                <c:pt idx="4430">
                  <c:v>30.087022781372099</c:v>
                </c:pt>
                <c:pt idx="4431">
                  <c:v>30.07594871521</c:v>
                </c:pt>
                <c:pt idx="4432">
                  <c:v>30.075031280517599</c:v>
                </c:pt>
                <c:pt idx="4433">
                  <c:v>30.070121765136701</c:v>
                </c:pt>
                <c:pt idx="4434">
                  <c:v>30.063510894775401</c:v>
                </c:pt>
                <c:pt idx="4435">
                  <c:v>30.0431423187256</c:v>
                </c:pt>
                <c:pt idx="4436">
                  <c:v>30.0761909484863</c:v>
                </c:pt>
                <c:pt idx="4437">
                  <c:v>30.072660446166999</c:v>
                </c:pt>
                <c:pt idx="4438">
                  <c:v>30.073135375976602</c:v>
                </c:pt>
                <c:pt idx="4439">
                  <c:v>30.046043395996101</c:v>
                </c:pt>
                <c:pt idx="4440">
                  <c:v>30.046390533447301</c:v>
                </c:pt>
                <c:pt idx="4441">
                  <c:v>30.034255981445298</c:v>
                </c:pt>
                <c:pt idx="4442">
                  <c:v>30.051773071289102</c:v>
                </c:pt>
                <c:pt idx="4443">
                  <c:v>29.981868743896499</c:v>
                </c:pt>
                <c:pt idx="4444">
                  <c:v>29.943090438842798</c:v>
                </c:pt>
                <c:pt idx="4445">
                  <c:v>29.952247619628899</c:v>
                </c:pt>
                <c:pt idx="4446">
                  <c:v>29.914278030395501</c:v>
                </c:pt>
                <c:pt idx="4447">
                  <c:v>29.892328262329102</c:v>
                </c:pt>
                <c:pt idx="4448">
                  <c:v>29.918809890747099</c:v>
                </c:pt>
                <c:pt idx="4449">
                  <c:v>29.913364410400401</c:v>
                </c:pt>
                <c:pt idx="4450">
                  <c:v>29.905252456665</c:v>
                </c:pt>
                <c:pt idx="4451">
                  <c:v>29.9112033843994</c:v>
                </c:pt>
                <c:pt idx="4452">
                  <c:v>29.898887634277301</c:v>
                </c:pt>
                <c:pt idx="4453">
                  <c:v>29.885524749755898</c:v>
                </c:pt>
                <c:pt idx="4454">
                  <c:v>29.871013641357401</c:v>
                </c:pt>
                <c:pt idx="4455">
                  <c:v>29.887092590331999</c:v>
                </c:pt>
                <c:pt idx="4456">
                  <c:v>29.887393951416001</c:v>
                </c:pt>
                <c:pt idx="4457">
                  <c:v>29.897577285766602</c:v>
                </c:pt>
                <c:pt idx="4458">
                  <c:v>29.857124328613299</c:v>
                </c:pt>
                <c:pt idx="4459">
                  <c:v>29.8315734863281</c:v>
                </c:pt>
                <c:pt idx="4460">
                  <c:v>29.835809707641602</c:v>
                </c:pt>
                <c:pt idx="4461">
                  <c:v>29.837120056152301</c:v>
                </c:pt>
                <c:pt idx="4462">
                  <c:v>29.797971725463899</c:v>
                </c:pt>
                <c:pt idx="4463">
                  <c:v>29.7769584655762</c:v>
                </c:pt>
                <c:pt idx="4464">
                  <c:v>29.7652473449707</c:v>
                </c:pt>
                <c:pt idx="4465">
                  <c:v>29.777494430541999</c:v>
                </c:pt>
                <c:pt idx="4466">
                  <c:v>29.760480880737301</c:v>
                </c:pt>
                <c:pt idx="4467">
                  <c:v>29.750104904174801</c:v>
                </c:pt>
                <c:pt idx="4468">
                  <c:v>29.729640960693398</c:v>
                </c:pt>
                <c:pt idx="4469">
                  <c:v>29.744585037231399</c:v>
                </c:pt>
                <c:pt idx="4470">
                  <c:v>29.739671707153299</c:v>
                </c:pt>
                <c:pt idx="4471">
                  <c:v>29.734169006347699</c:v>
                </c:pt>
                <c:pt idx="4472">
                  <c:v>29.740562438964801</c:v>
                </c:pt>
                <c:pt idx="4473">
                  <c:v>29.742448806762699</c:v>
                </c:pt>
                <c:pt idx="4474">
                  <c:v>29.7307224273682</c:v>
                </c:pt>
                <c:pt idx="4475">
                  <c:v>29.724445343017599</c:v>
                </c:pt>
                <c:pt idx="4476">
                  <c:v>29.7209072113037</c:v>
                </c:pt>
                <c:pt idx="4477">
                  <c:v>29.705650329589801</c:v>
                </c:pt>
                <c:pt idx="4478">
                  <c:v>29.715795516967798</c:v>
                </c:pt>
                <c:pt idx="4479">
                  <c:v>29.739000320434599</c:v>
                </c:pt>
                <c:pt idx="4480">
                  <c:v>29.721843719482401</c:v>
                </c:pt>
                <c:pt idx="4481">
                  <c:v>29.7150993347168</c:v>
                </c:pt>
                <c:pt idx="4482">
                  <c:v>29.725263595581101</c:v>
                </c:pt>
                <c:pt idx="4483">
                  <c:v>29.701366424560501</c:v>
                </c:pt>
                <c:pt idx="4484">
                  <c:v>29.6994228363037</c:v>
                </c:pt>
                <c:pt idx="4485">
                  <c:v>29.671850204467798</c:v>
                </c:pt>
                <c:pt idx="4486">
                  <c:v>29.7668552398682</c:v>
                </c:pt>
                <c:pt idx="4487">
                  <c:v>29.888034820556602</c:v>
                </c:pt>
                <c:pt idx="4488">
                  <c:v>29.8838214874268</c:v>
                </c:pt>
                <c:pt idx="4489">
                  <c:v>29.969120025634801</c:v>
                </c:pt>
                <c:pt idx="4490">
                  <c:v>30.0339469909668</c:v>
                </c:pt>
                <c:pt idx="4491">
                  <c:v>30.085283279418899</c:v>
                </c:pt>
                <c:pt idx="4492">
                  <c:v>30.091108322143601</c:v>
                </c:pt>
                <c:pt idx="4493">
                  <c:v>30.185111999511701</c:v>
                </c:pt>
                <c:pt idx="4494">
                  <c:v>30.306179046630898</c:v>
                </c:pt>
                <c:pt idx="4495">
                  <c:v>30.3418979644775</c:v>
                </c:pt>
                <c:pt idx="4496">
                  <c:v>30.3609428405762</c:v>
                </c:pt>
                <c:pt idx="4497">
                  <c:v>30.557567596435501</c:v>
                </c:pt>
                <c:pt idx="4498">
                  <c:v>30.571851730346701</c:v>
                </c:pt>
                <c:pt idx="4499">
                  <c:v>30.579124450683601</c:v>
                </c:pt>
                <c:pt idx="4500">
                  <c:v>30.699853897094702</c:v>
                </c:pt>
                <c:pt idx="4501">
                  <c:v>30.968725204467798</c:v>
                </c:pt>
                <c:pt idx="4502">
                  <c:v>31.01926612854</c:v>
                </c:pt>
                <c:pt idx="4503">
                  <c:v>31.119083404541001</c:v>
                </c:pt>
                <c:pt idx="4504">
                  <c:v>31.126661300659201</c:v>
                </c:pt>
                <c:pt idx="4505">
                  <c:v>31.228507995605501</c:v>
                </c:pt>
                <c:pt idx="4506">
                  <c:v>31.251075744628899</c:v>
                </c:pt>
                <c:pt idx="4507">
                  <c:v>31.292385101318398</c:v>
                </c:pt>
                <c:pt idx="4508">
                  <c:v>31.304607391357401</c:v>
                </c:pt>
                <c:pt idx="4509">
                  <c:v>31.285467147827202</c:v>
                </c:pt>
                <c:pt idx="4510">
                  <c:v>31.286859512329102</c:v>
                </c:pt>
                <c:pt idx="4511">
                  <c:v>31.312829971313501</c:v>
                </c:pt>
                <c:pt idx="4512">
                  <c:v>31.313478469848601</c:v>
                </c:pt>
                <c:pt idx="4513">
                  <c:v>31.289810180664102</c:v>
                </c:pt>
                <c:pt idx="4514">
                  <c:v>31.312271118164102</c:v>
                </c:pt>
                <c:pt idx="4515">
                  <c:v>31.329317092895501</c:v>
                </c:pt>
                <c:pt idx="4516">
                  <c:v>31.312442779541001</c:v>
                </c:pt>
                <c:pt idx="4517">
                  <c:v>31.314905166626001</c:v>
                </c:pt>
                <c:pt idx="4518">
                  <c:v>31.3166179656982</c:v>
                </c:pt>
                <c:pt idx="4519">
                  <c:v>31.274908065795898</c:v>
                </c:pt>
                <c:pt idx="4520">
                  <c:v>31.2712001800537</c:v>
                </c:pt>
                <c:pt idx="4521">
                  <c:v>31.2825717926025</c:v>
                </c:pt>
                <c:pt idx="4522">
                  <c:v>31.309246063232401</c:v>
                </c:pt>
                <c:pt idx="4523">
                  <c:v>31.334388732910199</c:v>
                </c:pt>
                <c:pt idx="4524">
                  <c:v>31.341638565063501</c:v>
                </c:pt>
                <c:pt idx="4525">
                  <c:v>31.349796295166001</c:v>
                </c:pt>
                <c:pt idx="4526">
                  <c:v>31.346927642822301</c:v>
                </c:pt>
                <c:pt idx="4527">
                  <c:v>31.354570388793899</c:v>
                </c:pt>
                <c:pt idx="4528">
                  <c:v>31.360149383544901</c:v>
                </c:pt>
                <c:pt idx="4529">
                  <c:v>31.362596511840799</c:v>
                </c:pt>
                <c:pt idx="4530">
                  <c:v>31.379575729370099</c:v>
                </c:pt>
                <c:pt idx="4531">
                  <c:v>31.380592346191399</c:v>
                </c:pt>
                <c:pt idx="4532">
                  <c:v>31.378189086914102</c:v>
                </c:pt>
                <c:pt idx="4533">
                  <c:v>31.387998580932599</c:v>
                </c:pt>
                <c:pt idx="4534">
                  <c:v>31.407566070556602</c:v>
                </c:pt>
                <c:pt idx="4535">
                  <c:v>31.383628845214801</c:v>
                </c:pt>
                <c:pt idx="4536">
                  <c:v>31.440628051757798</c:v>
                </c:pt>
                <c:pt idx="4537">
                  <c:v>31.514198303222699</c:v>
                </c:pt>
                <c:pt idx="4538">
                  <c:v>31.461847305297901</c:v>
                </c:pt>
                <c:pt idx="4539">
                  <c:v>31.506126403808601</c:v>
                </c:pt>
                <c:pt idx="4540">
                  <c:v>31.467220306396499</c:v>
                </c:pt>
                <c:pt idx="4541">
                  <c:v>31.454689025878899</c:v>
                </c:pt>
                <c:pt idx="4542">
                  <c:v>31.518812179565401</c:v>
                </c:pt>
                <c:pt idx="4543">
                  <c:v>31.5846157073975</c:v>
                </c:pt>
                <c:pt idx="4544">
                  <c:v>31.6909790039063</c:v>
                </c:pt>
                <c:pt idx="4545">
                  <c:v>31.773683547973601</c:v>
                </c:pt>
                <c:pt idx="4546">
                  <c:v>31.822776794433601</c:v>
                </c:pt>
                <c:pt idx="4547">
                  <c:v>31.919267654418899</c:v>
                </c:pt>
                <c:pt idx="4548">
                  <c:v>31.935083389282202</c:v>
                </c:pt>
                <c:pt idx="4549">
                  <c:v>32.022296905517599</c:v>
                </c:pt>
                <c:pt idx="4550">
                  <c:v>32.044757843017599</c:v>
                </c:pt>
                <c:pt idx="4551">
                  <c:v>32.087089538574197</c:v>
                </c:pt>
                <c:pt idx="4552">
                  <c:v>32.127876281738303</c:v>
                </c:pt>
                <c:pt idx="4553">
                  <c:v>32.119556427002003</c:v>
                </c:pt>
                <c:pt idx="4554">
                  <c:v>32.126327514648402</c:v>
                </c:pt>
                <c:pt idx="4555">
                  <c:v>32.136241912841797</c:v>
                </c:pt>
                <c:pt idx="4556">
                  <c:v>32.222164154052699</c:v>
                </c:pt>
                <c:pt idx="4557">
                  <c:v>32.214229583740199</c:v>
                </c:pt>
                <c:pt idx="4558">
                  <c:v>32.354225158691399</c:v>
                </c:pt>
                <c:pt idx="4559">
                  <c:v>32.526657104492202</c:v>
                </c:pt>
                <c:pt idx="4560">
                  <c:v>32.581748962402301</c:v>
                </c:pt>
                <c:pt idx="4561">
                  <c:v>32.536914825439503</c:v>
                </c:pt>
                <c:pt idx="4562">
                  <c:v>32.559768676757798</c:v>
                </c:pt>
                <c:pt idx="4563">
                  <c:v>32.675350189208999</c:v>
                </c:pt>
                <c:pt idx="4564">
                  <c:v>32.785129547119098</c:v>
                </c:pt>
                <c:pt idx="4565">
                  <c:v>32.853286743164098</c:v>
                </c:pt>
                <c:pt idx="4566">
                  <c:v>32.881671905517599</c:v>
                </c:pt>
                <c:pt idx="4567">
                  <c:v>32.982078552246101</c:v>
                </c:pt>
                <c:pt idx="4568">
                  <c:v>33.130504608154297</c:v>
                </c:pt>
                <c:pt idx="4569">
                  <c:v>33.204719543457003</c:v>
                </c:pt>
                <c:pt idx="4570">
                  <c:v>33.310970306396499</c:v>
                </c:pt>
                <c:pt idx="4571">
                  <c:v>33.321445465087898</c:v>
                </c:pt>
                <c:pt idx="4572">
                  <c:v>33.405261993408203</c:v>
                </c:pt>
                <c:pt idx="4573">
                  <c:v>33.385280609130902</c:v>
                </c:pt>
                <c:pt idx="4574">
                  <c:v>33.360553741455099</c:v>
                </c:pt>
                <c:pt idx="4575">
                  <c:v>33.413795471191399</c:v>
                </c:pt>
                <c:pt idx="4576">
                  <c:v>33.600498199462898</c:v>
                </c:pt>
                <c:pt idx="4577">
                  <c:v>33.717082977294901</c:v>
                </c:pt>
                <c:pt idx="4578">
                  <c:v>33.743148803710902</c:v>
                </c:pt>
                <c:pt idx="4579">
                  <c:v>33.872425079345703</c:v>
                </c:pt>
                <c:pt idx="4580">
                  <c:v>34.055831909179702</c:v>
                </c:pt>
                <c:pt idx="4581">
                  <c:v>34.183540344238303</c:v>
                </c:pt>
                <c:pt idx="4582">
                  <c:v>34.297683715820298</c:v>
                </c:pt>
                <c:pt idx="4583">
                  <c:v>34.380729675292997</c:v>
                </c:pt>
                <c:pt idx="4584">
                  <c:v>34.640613555908203</c:v>
                </c:pt>
                <c:pt idx="4585">
                  <c:v>34.704357147216797</c:v>
                </c:pt>
                <c:pt idx="4586">
                  <c:v>34.789138793945298</c:v>
                </c:pt>
                <c:pt idx="4587">
                  <c:v>34.890228271484403</c:v>
                </c:pt>
                <c:pt idx="4588">
                  <c:v>34.9984741210938</c:v>
                </c:pt>
                <c:pt idx="4589">
                  <c:v>35.0062866210938</c:v>
                </c:pt>
                <c:pt idx="4590">
                  <c:v>34.941799163818402</c:v>
                </c:pt>
                <c:pt idx="4591">
                  <c:v>35.046318054199197</c:v>
                </c:pt>
                <c:pt idx="4592">
                  <c:v>35.160083770752003</c:v>
                </c:pt>
                <c:pt idx="4593">
                  <c:v>35.165088653564503</c:v>
                </c:pt>
                <c:pt idx="4594">
                  <c:v>35.225128173828097</c:v>
                </c:pt>
                <c:pt idx="4595">
                  <c:v>35.208580017089801</c:v>
                </c:pt>
                <c:pt idx="4596">
                  <c:v>35.223262786865199</c:v>
                </c:pt>
                <c:pt idx="4597">
                  <c:v>35.224945068359403</c:v>
                </c:pt>
                <c:pt idx="4598">
                  <c:v>35.1559448242188</c:v>
                </c:pt>
                <c:pt idx="4599">
                  <c:v>35.139621734619098</c:v>
                </c:pt>
                <c:pt idx="4600">
                  <c:v>35.288936614990199</c:v>
                </c:pt>
                <c:pt idx="4601">
                  <c:v>35.307785034179702</c:v>
                </c:pt>
                <c:pt idx="4602">
                  <c:v>35.2284965515137</c:v>
                </c:pt>
                <c:pt idx="4603">
                  <c:v>35.248992919921903</c:v>
                </c:pt>
                <c:pt idx="4604">
                  <c:v>35.359748840332003</c:v>
                </c:pt>
                <c:pt idx="4605">
                  <c:v>35.438156127929702</c:v>
                </c:pt>
                <c:pt idx="4606">
                  <c:v>35.549217224121101</c:v>
                </c:pt>
                <c:pt idx="4607">
                  <c:v>35.528709411621101</c:v>
                </c:pt>
                <c:pt idx="4608">
                  <c:v>35.540641784667997</c:v>
                </c:pt>
                <c:pt idx="4609">
                  <c:v>35.591648101806598</c:v>
                </c:pt>
                <c:pt idx="4610">
                  <c:v>35.813438415527301</c:v>
                </c:pt>
                <c:pt idx="4611">
                  <c:v>35.949440002441399</c:v>
                </c:pt>
                <c:pt idx="4612">
                  <c:v>36.1689643859863</c:v>
                </c:pt>
                <c:pt idx="4613">
                  <c:v>36.336376190185597</c:v>
                </c:pt>
                <c:pt idx="4614">
                  <c:v>36.493339538574197</c:v>
                </c:pt>
                <c:pt idx="4615">
                  <c:v>36.632156372070298</c:v>
                </c:pt>
                <c:pt idx="4616">
                  <c:v>36.876735687255902</c:v>
                </c:pt>
                <c:pt idx="4617">
                  <c:v>37.191127777099602</c:v>
                </c:pt>
                <c:pt idx="4618">
                  <c:v>37.194984436035199</c:v>
                </c:pt>
                <c:pt idx="4619">
                  <c:v>37.545421600341797</c:v>
                </c:pt>
                <c:pt idx="4620">
                  <c:v>37.7972412109375</c:v>
                </c:pt>
                <c:pt idx="4621">
                  <c:v>37.941719055175803</c:v>
                </c:pt>
                <c:pt idx="4622">
                  <c:v>38.270885467529297</c:v>
                </c:pt>
                <c:pt idx="4623">
                  <c:v>38.441082000732401</c:v>
                </c:pt>
                <c:pt idx="4624">
                  <c:v>38.576824188232401</c:v>
                </c:pt>
                <c:pt idx="4625">
                  <c:v>38.841384887695298</c:v>
                </c:pt>
                <c:pt idx="4626">
                  <c:v>39.131771087646499</c:v>
                </c:pt>
                <c:pt idx="4627">
                  <c:v>39.275230407714801</c:v>
                </c:pt>
                <c:pt idx="4628">
                  <c:v>39.356544494628899</c:v>
                </c:pt>
                <c:pt idx="4629">
                  <c:v>39.717838287353501</c:v>
                </c:pt>
                <c:pt idx="4630">
                  <c:v>40.046302795410199</c:v>
                </c:pt>
                <c:pt idx="4631">
                  <c:v>40.795276641845703</c:v>
                </c:pt>
                <c:pt idx="4632">
                  <c:v>41.683975219726598</c:v>
                </c:pt>
                <c:pt idx="4633">
                  <c:v>42.395153045654297</c:v>
                </c:pt>
                <c:pt idx="4634">
                  <c:v>43.042041778564503</c:v>
                </c:pt>
                <c:pt idx="4635">
                  <c:v>43.645511627197301</c:v>
                </c:pt>
                <c:pt idx="4636">
                  <c:v>44.052192687988303</c:v>
                </c:pt>
                <c:pt idx="4637">
                  <c:v>44.386425018310597</c:v>
                </c:pt>
                <c:pt idx="4638">
                  <c:v>44.805271148681598</c:v>
                </c:pt>
                <c:pt idx="4639">
                  <c:v>45.0499076843262</c:v>
                </c:pt>
                <c:pt idx="4640">
                  <c:v>45.48291015625</c:v>
                </c:pt>
                <c:pt idx="4641">
                  <c:v>45.725276947021499</c:v>
                </c:pt>
                <c:pt idx="4642">
                  <c:v>45.848072052002003</c:v>
                </c:pt>
                <c:pt idx="4643">
                  <c:v>45.914695739746101</c:v>
                </c:pt>
                <c:pt idx="4644">
                  <c:v>45.974964141845703</c:v>
                </c:pt>
                <c:pt idx="4645">
                  <c:v>46.1102485656738</c:v>
                </c:pt>
                <c:pt idx="4646">
                  <c:v>46.852573394775398</c:v>
                </c:pt>
                <c:pt idx="4647">
                  <c:v>47.620185852050803</c:v>
                </c:pt>
                <c:pt idx="4648">
                  <c:v>47.9489936828613</c:v>
                </c:pt>
                <c:pt idx="4649">
                  <c:v>48.497753143310597</c:v>
                </c:pt>
                <c:pt idx="4650">
                  <c:v>48.856460571289098</c:v>
                </c:pt>
                <c:pt idx="4651">
                  <c:v>49.071865081787102</c:v>
                </c:pt>
                <c:pt idx="4652">
                  <c:v>49.195648193359403</c:v>
                </c:pt>
                <c:pt idx="4653">
                  <c:v>49.244110107421903</c:v>
                </c:pt>
                <c:pt idx="4654">
                  <c:v>49.273983001708999</c:v>
                </c:pt>
                <c:pt idx="4655">
                  <c:v>49.268707275390597</c:v>
                </c:pt>
                <c:pt idx="4656">
                  <c:v>49.276313781738303</c:v>
                </c:pt>
                <c:pt idx="4657">
                  <c:v>49.377384185791001</c:v>
                </c:pt>
                <c:pt idx="4658">
                  <c:v>49.360862731933601</c:v>
                </c:pt>
                <c:pt idx="4659">
                  <c:v>49.416175842285199</c:v>
                </c:pt>
                <c:pt idx="4660">
                  <c:v>49.525848388671903</c:v>
                </c:pt>
                <c:pt idx="4661">
                  <c:v>49.576904296875</c:v>
                </c:pt>
                <c:pt idx="4662">
                  <c:v>49.790771484375</c:v>
                </c:pt>
                <c:pt idx="4663">
                  <c:v>49.935722351074197</c:v>
                </c:pt>
                <c:pt idx="4664">
                  <c:v>49.992069244384801</c:v>
                </c:pt>
                <c:pt idx="4665">
                  <c:v>50.115894317627003</c:v>
                </c:pt>
                <c:pt idx="4666">
                  <c:v>50.403182983398402</c:v>
                </c:pt>
                <c:pt idx="4667">
                  <c:v>50.510929107666001</c:v>
                </c:pt>
                <c:pt idx="4668">
                  <c:v>50.419094085693402</c:v>
                </c:pt>
                <c:pt idx="4669">
                  <c:v>50.327842712402301</c:v>
                </c:pt>
                <c:pt idx="4670">
                  <c:v>50.276042938232401</c:v>
                </c:pt>
                <c:pt idx="4671">
                  <c:v>50.3286743164063</c:v>
                </c:pt>
                <c:pt idx="4672">
                  <c:v>50.332481384277301</c:v>
                </c:pt>
                <c:pt idx="4673">
                  <c:v>50.459758758544901</c:v>
                </c:pt>
                <c:pt idx="4674">
                  <c:v>50.583980560302699</c:v>
                </c:pt>
                <c:pt idx="4675">
                  <c:v>50.629791259765597</c:v>
                </c:pt>
                <c:pt idx="4676">
                  <c:v>50.442287445068402</c:v>
                </c:pt>
                <c:pt idx="4677">
                  <c:v>50.492809295654297</c:v>
                </c:pt>
                <c:pt idx="4678">
                  <c:v>50.455101013183601</c:v>
                </c:pt>
                <c:pt idx="4679">
                  <c:v>50.314693450927699</c:v>
                </c:pt>
                <c:pt idx="4680">
                  <c:v>50.201236724853501</c:v>
                </c:pt>
                <c:pt idx="4681">
                  <c:v>50.132152557373097</c:v>
                </c:pt>
                <c:pt idx="4682">
                  <c:v>50.118732452392599</c:v>
                </c:pt>
                <c:pt idx="4683">
                  <c:v>50.293888092041001</c:v>
                </c:pt>
                <c:pt idx="4684">
                  <c:v>50.317108154296903</c:v>
                </c:pt>
                <c:pt idx="4685">
                  <c:v>50.595882415771499</c:v>
                </c:pt>
                <c:pt idx="4686">
                  <c:v>50.596359252929702</c:v>
                </c:pt>
                <c:pt idx="4687">
                  <c:v>50.738239288330099</c:v>
                </c:pt>
                <c:pt idx="4688">
                  <c:v>51.3215141296387</c:v>
                </c:pt>
                <c:pt idx="4689">
                  <c:v>51.261100769042997</c:v>
                </c:pt>
                <c:pt idx="4690">
                  <c:v>51.695274353027301</c:v>
                </c:pt>
                <c:pt idx="4691">
                  <c:v>52.122329711914098</c:v>
                </c:pt>
                <c:pt idx="4692">
                  <c:v>52.349910736083999</c:v>
                </c:pt>
                <c:pt idx="4693">
                  <c:v>52.538291931152301</c:v>
                </c:pt>
                <c:pt idx="4694">
                  <c:v>52.652976989746101</c:v>
                </c:pt>
                <c:pt idx="4695">
                  <c:v>52.862701416015597</c:v>
                </c:pt>
                <c:pt idx="4696">
                  <c:v>53.077095031738303</c:v>
                </c:pt>
                <c:pt idx="4697">
                  <c:v>53.527877807617202</c:v>
                </c:pt>
                <c:pt idx="4698">
                  <c:v>53.835479736328097</c:v>
                </c:pt>
                <c:pt idx="4699">
                  <c:v>53.718479156494098</c:v>
                </c:pt>
                <c:pt idx="4700">
                  <c:v>53.855152130127003</c:v>
                </c:pt>
                <c:pt idx="4701">
                  <c:v>54.196659088134801</c:v>
                </c:pt>
                <c:pt idx="4702">
                  <c:v>54.501846313476598</c:v>
                </c:pt>
                <c:pt idx="4703">
                  <c:v>54.868606567382798</c:v>
                </c:pt>
                <c:pt idx="4704">
                  <c:v>55.215888977050803</c:v>
                </c:pt>
                <c:pt idx="4705">
                  <c:v>55.523178100585902</c:v>
                </c:pt>
                <c:pt idx="4706">
                  <c:v>55.740211486816399</c:v>
                </c:pt>
                <c:pt idx="4707">
                  <c:v>55.925632476806598</c:v>
                </c:pt>
                <c:pt idx="4708">
                  <c:v>55.917274475097699</c:v>
                </c:pt>
                <c:pt idx="4709">
                  <c:v>56.080101013183601</c:v>
                </c:pt>
                <c:pt idx="4710">
                  <c:v>56.278354644775398</c:v>
                </c:pt>
                <c:pt idx="4711">
                  <c:v>56.387367248535199</c:v>
                </c:pt>
                <c:pt idx="4712">
                  <c:v>56.432094573974602</c:v>
                </c:pt>
                <c:pt idx="4713">
                  <c:v>56.440986633300803</c:v>
                </c:pt>
                <c:pt idx="4714">
                  <c:v>56.354629516601598</c:v>
                </c:pt>
                <c:pt idx="4715">
                  <c:v>56.275405883789098</c:v>
                </c:pt>
                <c:pt idx="4716">
                  <c:v>56.343551635742202</c:v>
                </c:pt>
                <c:pt idx="4717">
                  <c:v>56.355361938476598</c:v>
                </c:pt>
                <c:pt idx="4718">
                  <c:v>56.302722930908203</c:v>
                </c:pt>
                <c:pt idx="4719">
                  <c:v>56.192737579345703</c:v>
                </c:pt>
                <c:pt idx="4720">
                  <c:v>56.117713928222699</c:v>
                </c:pt>
                <c:pt idx="4721">
                  <c:v>56.065513610839801</c:v>
                </c:pt>
                <c:pt idx="4722">
                  <c:v>56.001262664794901</c:v>
                </c:pt>
                <c:pt idx="4723">
                  <c:v>55.926773071289098</c:v>
                </c:pt>
                <c:pt idx="4724">
                  <c:v>55.826854705810597</c:v>
                </c:pt>
                <c:pt idx="4725">
                  <c:v>55.790935516357401</c:v>
                </c:pt>
                <c:pt idx="4726">
                  <c:v>55.811912536621101</c:v>
                </c:pt>
                <c:pt idx="4727">
                  <c:v>55.796684265136697</c:v>
                </c:pt>
                <c:pt idx="4728">
                  <c:v>55.806697845458999</c:v>
                </c:pt>
                <c:pt idx="4729">
                  <c:v>55.790870666503899</c:v>
                </c:pt>
                <c:pt idx="4730">
                  <c:v>55.609420776367202</c:v>
                </c:pt>
                <c:pt idx="4731">
                  <c:v>55.558994293212898</c:v>
                </c:pt>
                <c:pt idx="4732">
                  <c:v>55.432582855224602</c:v>
                </c:pt>
                <c:pt idx="4733">
                  <c:v>55.225215911865199</c:v>
                </c:pt>
                <c:pt idx="4734">
                  <c:v>55.133838653564503</c:v>
                </c:pt>
                <c:pt idx="4735">
                  <c:v>55.001720428466797</c:v>
                </c:pt>
                <c:pt idx="4736">
                  <c:v>54.775348663330099</c:v>
                </c:pt>
                <c:pt idx="4737">
                  <c:v>54.679351806640597</c:v>
                </c:pt>
                <c:pt idx="4738">
                  <c:v>54.674983978271499</c:v>
                </c:pt>
                <c:pt idx="4739">
                  <c:v>54.642791748046903</c:v>
                </c:pt>
                <c:pt idx="4740">
                  <c:v>54.483806610107401</c:v>
                </c:pt>
                <c:pt idx="4741">
                  <c:v>54.361686706542997</c:v>
                </c:pt>
                <c:pt idx="4742">
                  <c:v>54.266689300537102</c:v>
                </c:pt>
                <c:pt idx="4743">
                  <c:v>54.254055023193402</c:v>
                </c:pt>
                <c:pt idx="4744">
                  <c:v>54.200107574462898</c:v>
                </c:pt>
                <c:pt idx="4745">
                  <c:v>54.160514831542997</c:v>
                </c:pt>
                <c:pt idx="4746">
                  <c:v>54.148715972900398</c:v>
                </c:pt>
                <c:pt idx="4747">
                  <c:v>54.124458312988303</c:v>
                </c:pt>
                <c:pt idx="4748">
                  <c:v>54.0411186218262</c:v>
                </c:pt>
                <c:pt idx="4749">
                  <c:v>54.060234069824197</c:v>
                </c:pt>
                <c:pt idx="4750">
                  <c:v>54.105316162109403</c:v>
                </c:pt>
                <c:pt idx="4751">
                  <c:v>54.000064849853501</c:v>
                </c:pt>
                <c:pt idx="4752">
                  <c:v>53.866153717041001</c:v>
                </c:pt>
                <c:pt idx="4753">
                  <c:v>53.582443237304702</c:v>
                </c:pt>
                <c:pt idx="4754">
                  <c:v>53.471874237060597</c:v>
                </c:pt>
                <c:pt idx="4755">
                  <c:v>53.465583801269503</c:v>
                </c:pt>
                <c:pt idx="4756">
                  <c:v>53.394119262695298</c:v>
                </c:pt>
                <c:pt idx="4757">
                  <c:v>53.3468017578125</c:v>
                </c:pt>
                <c:pt idx="4758">
                  <c:v>53.306365966796903</c:v>
                </c:pt>
                <c:pt idx="4759">
                  <c:v>53.289566040039098</c:v>
                </c:pt>
                <c:pt idx="4760">
                  <c:v>53.344661712646499</c:v>
                </c:pt>
                <c:pt idx="4761">
                  <c:v>53.398796081542997</c:v>
                </c:pt>
                <c:pt idx="4762">
                  <c:v>53.450790405273402</c:v>
                </c:pt>
                <c:pt idx="4763">
                  <c:v>53.545639038085902</c:v>
                </c:pt>
                <c:pt idx="4764">
                  <c:v>53.707035064697301</c:v>
                </c:pt>
                <c:pt idx="4765">
                  <c:v>53.533519744873097</c:v>
                </c:pt>
                <c:pt idx="4766">
                  <c:v>53.585464477539098</c:v>
                </c:pt>
                <c:pt idx="4767">
                  <c:v>53.6085205078125</c:v>
                </c:pt>
                <c:pt idx="4768">
                  <c:v>53.615184783935597</c:v>
                </c:pt>
                <c:pt idx="4769">
                  <c:v>53.862640380859403</c:v>
                </c:pt>
                <c:pt idx="4770">
                  <c:v>54.009243011474602</c:v>
                </c:pt>
                <c:pt idx="4771">
                  <c:v>54.315250396728501</c:v>
                </c:pt>
                <c:pt idx="4772">
                  <c:v>54.510593414306598</c:v>
                </c:pt>
                <c:pt idx="4773">
                  <c:v>54.366283416748097</c:v>
                </c:pt>
                <c:pt idx="4774">
                  <c:v>54.741497039794901</c:v>
                </c:pt>
                <c:pt idx="4775">
                  <c:v>55.249435424804702</c:v>
                </c:pt>
                <c:pt idx="4776">
                  <c:v>55.5690727233887</c:v>
                </c:pt>
                <c:pt idx="4777">
                  <c:v>55.763221740722699</c:v>
                </c:pt>
                <c:pt idx="4778">
                  <c:v>55.970870971679702</c:v>
                </c:pt>
                <c:pt idx="4779">
                  <c:v>56.2301216125488</c:v>
                </c:pt>
                <c:pt idx="4780">
                  <c:v>56.458972930908203</c:v>
                </c:pt>
                <c:pt idx="4781">
                  <c:v>56.864170074462898</c:v>
                </c:pt>
                <c:pt idx="4782">
                  <c:v>57.296768188476598</c:v>
                </c:pt>
                <c:pt idx="4783">
                  <c:v>57.845577239990199</c:v>
                </c:pt>
                <c:pt idx="4784">
                  <c:v>58.171890258789098</c:v>
                </c:pt>
                <c:pt idx="4785">
                  <c:v>58.4278755187988</c:v>
                </c:pt>
                <c:pt idx="4786">
                  <c:v>58.564643859863303</c:v>
                </c:pt>
                <c:pt idx="4787">
                  <c:v>58.691558837890597</c:v>
                </c:pt>
                <c:pt idx="4788">
                  <c:v>58.715389251708999</c:v>
                </c:pt>
                <c:pt idx="4789">
                  <c:v>58.776241302490199</c:v>
                </c:pt>
                <c:pt idx="4790">
                  <c:v>58.788284301757798</c:v>
                </c:pt>
                <c:pt idx="4791">
                  <c:v>58.759513854980497</c:v>
                </c:pt>
                <c:pt idx="4792">
                  <c:v>58.703113555908203</c:v>
                </c:pt>
                <c:pt idx="4793">
                  <c:v>58.613914489746101</c:v>
                </c:pt>
                <c:pt idx="4794">
                  <c:v>58.5351753234863</c:v>
                </c:pt>
                <c:pt idx="4795">
                  <c:v>58.410423278808601</c:v>
                </c:pt>
                <c:pt idx="4796">
                  <c:v>58.256443023681598</c:v>
                </c:pt>
                <c:pt idx="4797">
                  <c:v>58.124500274658203</c:v>
                </c:pt>
                <c:pt idx="4798">
                  <c:v>57.9944877624512</c:v>
                </c:pt>
                <c:pt idx="4799">
                  <c:v>57.892845153808601</c:v>
                </c:pt>
                <c:pt idx="4800">
                  <c:v>57.761932373046903</c:v>
                </c:pt>
                <c:pt idx="4801">
                  <c:v>57.667510986328097</c:v>
                </c:pt>
                <c:pt idx="4802">
                  <c:v>57.577545166015597</c:v>
                </c:pt>
                <c:pt idx="4803">
                  <c:v>57.4945259094238</c:v>
                </c:pt>
                <c:pt idx="4804">
                  <c:v>57.267894744873097</c:v>
                </c:pt>
                <c:pt idx="4805">
                  <c:v>56.993820190429702</c:v>
                </c:pt>
                <c:pt idx="4806">
                  <c:v>56.8033256530762</c:v>
                </c:pt>
                <c:pt idx="4807">
                  <c:v>56.633460998535199</c:v>
                </c:pt>
                <c:pt idx="4808">
                  <c:v>56.430343627929702</c:v>
                </c:pt>
                <c:pt idx="4809">
                  <c:v>56.316471099853501</c:v>
                </c:pt>
                <c:pt idx="4810">
                  <c:v>56.226173400878899</c:v>
                </c:pt>
                <c:pt idx="4811">
                  <c:v>56.130374908447301</c:v>
                </c:pt>
                <c:pt idx="4812">
                  <c:v>56.021369934082003</c:v>
                </c:pt>
                <c:pt idx="4813">
                  <c:v>55.934165954589801</c:v>
                </c:pt>
                <c:pt idx="4814">
                  <c:v>55.879959106445298</c:v>
                </c:pt>
                <c:pt idx="4815">
                  <c:v>55.825004577636697</c:v>
                </c:pt>
                <c:pt idx="4816">
                  <c:v>55.814701080322301</c:v>
                </c:pt>
                <c:pt idx="4817">
                  <c:v>55.748043060302699</c:v>
                </c:pt>
                <c:pt idx="4818">
                  <c:v>55.550426483154297</c:v>
                </c:pt>
                <c:pt idx="4819">
                  <c:v>55.2946586608887</c:v>
                </c:pt>
                <c:pt idx="4820">
                  <c:v>55.149063110351598</c:v>
                </c:pt>
                <c:pt idx="4821">
                  <c:v>54.936782836914098</c:v>
                </c:pt>
                <c:pt idx="4822">
                  <c:v>54.655834197998097</c:v>
                </c:pt>
                <c:pt idx="4823">
                  <c:v>54.449371337890597</c:v>
                </c:pt>
                <c:pt idx="4824">
                  <c:v>54.360057830810597</c:v>
                </c:pt>
                <c:pt idx="4825">
                  <c:v>54.258205413818402</c:v>
                </c:pt>
                <c:pt idx="4826">
                  <c:v>54.189987182617202</c:v>
                </c:pt>
                <c:pt idx="4827">
                  <c:v>54.139049530029297</c:v>
                </c:pt>
                <c:pt idx="4828">
                  <c:v>54.149135589599602</c:v>
                </c:pt>
                <c:pt idx="4829">
                  <c:v>54.039215087890597</c:v>
                </c:pt>
                <c:pt idx="4830">
                  <c:v>53.948291778564503</c:v>
                </c:pt>
                <c:pt idx="4831">
                  <c:v>53.713142395019503</c:v>
                </c:pt>
                <c:pt idx="4832">
                  <c:v>53.619789123535199</c:v>
                </c:pt>
                <c:pt idx="4833">
                  <c:v>53.758762359619098</c:v>
                </c:pt>
                <c:pt idx="4834">
                  <c:v>53.742504119873097</c:v>
                </c:pt>
                <c:pt idx="4835">
                  <c:v>53.551841735839801</c:v>
                </c:pt>
                <c:pt idx="4836">
                  <c:v>53.658943176269503</c:v>
                </c:pt>
                <c:pt idx="4837">
                  <c:v>53.5009155273438</c:v>
                </c:pt>
                <c:pt idx="4838">
                  <c:v>53.630672454833999</c:v>
                </c:pt>
                <c:pt idx="4839">
                  <c:v>53.850254058837898</c:v>
                </c:pt>
                <c:pt idx="4840">
                  <c:v>54.026542663574197</c:v>
                </c:pt>
                <c:pt idx="4841">
                  <c:v>54.269527435302699</c:v>
                </c:pt>
                <c:pt idx="4842">
                  <c:v>54.773128509521499</c:v>
                </c:pt>
                <c:pt idx="4843">
                  <c:v>54.8903198242188</c:v>
                </c:pt>
                <c:pt idx="4844">
                  <c:v>55.222126007080099</c:v>
                </c:pt>
                <c:pt idx="4845">
                  <c:v>55.521827697753899</c:v>
                </c:pt>
                <c:pt idx="4846">
                  <c:v>55.734565734863303</c:v>
                </c:pt>
                <c:pt idx="4847">
                  <c:v>55.861286163330099</c:v>
                </c:pt>
                <c:pt idx="4848">
                  <c:v>56.035568237304702</c:v>
                </c:pt>
                <c:pt idx="4849">
                  <c:v>56.249359130859403</c:v>
                </c:pt>
                <c:pt idx="4850">
                  <c:v>56.3974609375</c:v>
                </c:pt>
                <c:pt idx="4851">
                  <c:v>56.398712158203097</c:v>
                </c:pt>
                <c:pt idx="4852">
                  <c:v>56.612430572509801</c:v>
                </c:pt>
                <c:pt idx="4853">
                  <c:v>56.670413970947301</c:v>
                </c:pt>
                <c:pt idx="4854">
                  <c:v>56.620021820068402</c:v>
                </c:pt>
                <c:pt idx="4855">
                  <c:v>56.810489654541001</c:v>
                </c:pt>
                <c:pt idx="4856">
                  <c:v>57.044548034667997</c:v>
                </c:pt>
                <c:pt idx="4857">
                  <c:v>57.243785858154297</c:v>
                </c:pt>
                <c:pt idx="4858">
                  <c:v>57.566192626953097</c:v>
                </c:pt>
                <c:pt idx="4859">
                  <c:v>58.040054321289098</c:v>
                </c:pt>
                <c:pt idx="4860">
                  <c:v>58.306247711181598</c:v>
                </c:pt>
                <c:pt idx="4861">
                  <c:v>58.388309478759801</c:v>
                </c:pt>
                <c:pt idx="4862">
                  <c:v>58.497367858886697</c:v>
                </c:pt>
                <c:pt idx="4863">
                  <c:v>58.781547546386697</c:v>
                </c:pt>
                <c:pt idx="4864">
                  <c:v>58.905372619628899</c:v>
                </c:pt>
                <c:pt idx="4865">
                  <c:v>58.808269500732401</c:v>
                </c:pt>
                <c:pt idx="4866">
                  <c:v>58.939765930175803</c:v>
                </c:pt>
                <c:pt idx="4867">
                  <c:v>59.336654663085902</c:v>
                </c:pt>
                <c:pt idx="4868">
                  <c:v>59.441242218017599</c:v>
                </c:pt>
                <c:pt idx="4869">
                  <c:v>59.772499084472699</c:v>
                </c:pt>
                <c:pt idx="4870">
                  <c:v>59.985675811767599</c:v>
                </c:pt>
                <c:pt idx="4871">
                  <c:v>60.090408325195298</c:v>
                </c:pt>
                <c:pt idx="4872">
                  <c:v>60.6060180664063</c:v>
                </c:pt>
                <c:pt idx="4873">
                  <c:v>60.903633117675803</c:v>
                </c:pt>
                <c:pt idx="4874">
                  <c:v>61.2169189453125</c:v>
                </c:pt>
                <c:pt idx="4875">
                  <c:v>61.332912445068402</c:v>
                </c:pt>
                <c:pt idx="4876">
                  <c:v>61.247604370117202</c:v>
                </c:pt>
                <c:pt idx="4877">
                  <c:v>61.345851898193402</c:v>
                </c:pt>
                <c:pt idx="4878">
                  <c:v>61.529212951660199</c:v>
                </c:pt>
                <c:pt idx="4879">
                  <c:v>61.646568298339801</c:v>
                </c:pt>
                <c:pt idx="4880">
                  <c:v>61.635707855224602</c:v>
                </c:pt>
                <c:pt idx="4881">
                  <c:v>61.769611358642599</c:v>
                </c:pt>
                <c:pt idx="4882">
                  <c:v>61.8355522155762</c:v>
                </c:pt>
                <c:pt idx="4883">
                  <c:v>61.711704254150398</c:v>
                </c:pt>
                <c:pt idx="4884">
                  <c:v>61.704811096191399</c:v>
                </c:pt>
                <c:pt idx="4885">
                  <c:v>61.66455078125</c:v>
                </c:pt>
                <c:pt idx="4886">
                  <c:v>61.727863311767599</c:v>
                </c:pt>
                <c:pt idx="4887">
                  <c:v>61.875820159912102</c:v>
                </c:pt>
                <c:pt idx="4888">
                  <c:v>61.844123840332003</c:v>
                </c:pt>
                <c:pt idx="4889">
                  <c:v>61.893932342529297</c:v>
                </c:pt>
                <c:pt idx="4890">
                  <c:v>61.965793609619098</c:v>
                </c:pt>
                <c:pt idx="4891">
                  <c:v>61.981815338134801</c:v>
                </c:pt>
                <c:pt idx="4892">
                  <c:v>61.927967071533203</c:v>
                </c:pt>
                <c:pt idx="4893">
                  <c:v>61.891777038574197</c:v>
                </c:pt>
                <c:pt idx="4894">
                  <c:v>61.898601531982401</c:v>
                </c:pt>
                <c:pt idx="4895">
                  <c:v>61.818897247314503</c:v>
                </c:pt>
                <c:pt idx="4896">
                  <c:v>61.770072937011697</c:v>
                </c:pt>
                <c:pt idx="4897">
                  <c:v>61.737747192382798</c:v>
                </c:pt>
                <c:pt idx="4898">
                  <c:v>61.5907173156738</c:v>
                </c:pt>
                <c:pt idx="4899">
                  <c:v>61.473453521728501</c:v>
                </c:pt>
                <c:pt idx="4900">
                  <c:v>61.380992889404297</c:v>
                </c:pt>
                <c:pt idx="4901">
                  <c:v>61.549953460693402</c:v>
                </c:pt>
                <c:pt idx="4902">
                  <c:v>61.660064697265597</c:v>
                </c:pt>
                <c:pt idx="4903">
                  <c:v>61.941947937011697</c:v>
                </c:pt>
                <c:pt idx="4904">
                  <c:v>62.247962951660199</c:v>
                </c:pt>
                <c:pt idx="4905">
                  <c:v>62.558513641357401</c:v>
                </c:pt>
                <c:pt idx="4906">
                  <c:v>62.723472595214801</c:v>
                </c:pt>
                <c:pt idx="4907">
                  <c:v>62.959598541259801</c:v>
                </c:pt>
                <c:pt idx="4908">
                  <c:v>63.324935913085902</c:v>
                </c:pt>
                <c:pt idx="4909">
                  <c:v>63.6708793640137</c:v>
                </c:pt>
                <c:pt idx="4910">
                  <c:v>63.845691680908203</c:v>
                </c:pt>
                <c:pt idx="4911">
                  <c:v>64.021781921386705</c:v>
                </c:pt>
                <c:pt idx="4912">
                  <c:v>64.112663269042997</c:v>
                </c:pt>
                <c:pt idx="4913">
                  <c:v>64.156433105468807</c:v>
                </c:pt>
                <c:pt idx="4914">
                  <c:v>64.135955810546903</c:v>
                </c:pt>
                <c:pt idx="4915">
                  <c:v>64.118347167968807</c:v>
                </c:pt>
                <c:pt idx="4916">
                  <c:v>64.084655761718807</c:v>
                </c:pt>
                <c:pt idx="4917">
                  <c:v>64.091941833496094</c:v>
                </c:pt>
                <c:pt idx="4918">
                  <c:v>64.046897888183594</c:v>
                </c:pt>
                <c:pt idx="4919">
                  <c:v>63.946453094482401</c:v>
                </c:pt>
                <c:pt idx="4920">
                  <c:v>63.833305358886697</c:v>
                </c:pt>
                <c:pt idx="4921">
                  <c:v>63.6378784179688</c:v>
                </c:pt>
                <c:pt idx="4922">
                  <c:v>63.400642395019503</c:v>
                </c:pt>
                <c:pt idx="4923">
                  <c:v>63.268379211425803</c:v>
                </c:pt>
                <c:pt idx="4924">
                  <c:v>63.125785827636697</c:v>
                </c:pt>
                <c:pt idx="4925">
                  <c:v>62.952163696289098</c:v>
                </c:pt>
                <c:pt idx="4926">
                  <c:v>62.810127258300803</c:v>
                </c:pt>
                <c:pt idx="4927">
                  <c:v>62.654819488525398</c:v>
                </c:pt>
                <c:pt idx="4928">
                  <c:v>62.500495910644503</c:v>
                </c:pt>
                <c:pt idx="4929">
                  <c:v>62.324756622314503</c:v>
                </c:pt>
                <c:pt idx="4930">
                  <c:v>62.155101776123097</c:v>
                </c:pt>
                <c:pt idx="4931">
                  <c:v>61.991291046142599</c:v>
                </c:pt>
                <c:pt idx="4932">
                  <c:v>61.847164154052699</c:v>
                </c:pt>
                <c:pt idx="4933">
                  <c:v>61.706462860107401</c:v>
                </c:pt>
                <c:pt idx="4934">
                  <c:v>61.569793701171903</c:v>
                </c:pt>
                <c:pt idx="4935">
                  <c:v>61.301540374755902</c:v>
                </c:pt>
                <c:pt idx="4936">
                  <c:v>61.083080291748097</c:v>
                </c:pt>
                <c:pt idx="4937">
                  <c:v>61.007869720458999</c:v>
                </c:pt>
                <c:pt idx="4938">
                  <c:v>60.840576171875</c:v>
                </c:pt>
                <c:pt idx="4939">
                  <c:v>60.7471923828125</c:v>
                </c:pt>
                <c:pt idx="4940">
                  <c:v>60.661537170410199</c:v>
                </c:pt>
                <c:pt idx="4941">
                  <c:v>60.545921325683601</c:v>
                </c:pt>
                <c:pt idx="4942">
                  <c:v>60.425224304199197</c:v>
                </c:pt>
                <c:pt idx="4943">
                  <c:v>60.190383911132798</c:v>
                </c:pt>
                <c:pt idx="4944">
                  <c:v>60.118202209472699</c:v>
                </c:pt>
                <c:pt idx="4945">
                  <c:v>60.258586883544901</c:v>
                </c:pt>
                <c:pt idx="4946">
                  <c:v>60.3706245422363</c:v>
                </c:pt>
                <c:pt idx="4947">
                  <c:v>60.4052734375</c:v>
                </c:pt>
                <c:pt idx="4948">
                  <c:v>60.283634185791001</c:v>
                </c:pt>
                <c:pt idx="4949">
                  <c:v>60.211193084716797</c:v>
                </c:pt>
                <c:pt idx="4950">
                  <c:v>60.245742797851598</c:v>
                </c:pt>
                <c:pt idx="4951">
                  <c:v>60.357864379882798</c:v>
                </c:pt>
                <c:pt idx="4952">
                  <c:v>60.501922607421903</c:v>
                </c:pt>
                <c:pt idx="4953">
                  <c:v>60.545825958252003</c:v>
                </c:pt>
                <c:pt idx="4954">
                  <c:v>60.698451995849602</c:v>
                </c:pt>
                <c:pt idx="4955">
                  <c:v>60.946979522705099</c:v>
                </c:pt>
                <c:pt idx="4956">
                  <c:v>61.130298614502003</c:v>
                </c:pt>
                <c:pt idx="4957">
                  <c:v>61.508590698242202</c:v>
                </c:pt>
                <c:pt idx="4958">
                  <c:v>61.683860778808601</c:v>
                </c:pt>
                <c:pt idx="4959">
                  <c:v>61.872230529785199</c:v>
                </c:pt>
                <c:pt idx="4960">
                  <c:v>61.930046081542997</c:v>
                </c:pt>
                <c:pt idx="4961">
                  <c:v>62.078739166259801</c:v>
                </c:pt>
                <c:pt idx="4962">
                  <c:v>62.210407257080099</c:v>
                </c:pt>
                <c:pt idx="4963">
                  <c:v>62.330417633056598</c:v>
                </c:pt>
                <c:pt idx="4964">
                  <c:v>62.385906219482401</c:v>
                </c:pt>
                <c:pt idx="4965">
                  <c:v>62.4085884094238</c:v>
                </c:pt>
                <c:pt idx="4966">
                  <c:v>62.395645141601598</c:v>
                </c:pt>
                <c:pt idx="4967">
                  <c:v>62.280830383300803</c:v>
                </c:pt>
                <c:pt idx="4968">
                  <c:v>62.189208984375</c:v>
                </c:pt>
                <c:pt idx="4969">
                  <c:v>62.069576263427699</c:v>
                </c:pt>
                <c:pt idx="4970">
                  <c:v>61.927532196044901</c:v>
                </c:pt>
                <c:pt idx="4971">
                  <c:v>61.825145721435597</c:v>
                </c:pt>
                <c:pt idx="4972">
                  <c:v>61.761905670166001</c:v>
                </c:pt>
                <c:pt idx="4973">
                  <c:v>61.775886535644503</c:v>
                </c:pt>
                <c:pt idx="4974">
                  <c:v>61.767875671386697</c:v>
                </c:pt>
                <c:pt idx="4975">
                  <c:v>61.853588104248097</c:v>
                </c:pt>
                <c:pt idx="4976">
                  <c:v>61.748374938964801</c:v>
                </c:pt>
                <c:pt idx="4977">
                  <c:v>61.722103118896499</c:v>
                </c:pt>
                <c:pt idx="4978">
                  <c:v>61.937801361083999</c:v>
                </c:pt>
                <c:pt idx="4979">
                  <c:v>62.1830444335938</c:v>
                </c:pt>
                <c:pt idx="4980">
                  <c:v>62.326389312744098</c:v>
                </c:pt>
                <c:pt idx="4981">
                  <c:v>62.484146118164098</c:v>
                </c:pt>
                <c:pt idx="4982">
                  <c:v>62.613124847412102</c:v>
                </c:pt>
                <c:pt idx="4983">
                  <c:v>62.732418060302699</c:v>
                </c:pt>
                <c:pt idx="4984">
                  <c:v>63.2051811218262</c:v>
                </c:pt>
                <c:pt idx="4985">
                  <c:v>63.573623657226598</c:v>
                </c:pt>
                <c:pt idx="4986">
                  <c:v>63.6793823242188</c:v>
                </c:pt>
                <c:pt idx="4987">
                  <c:v>63.693687438964801</c:v>
                </c:pt>
                <c:pt idx="4988">
                  <c:v>63.894054412841797</c:v>
                </c:pt>
                <c:pt idx="4989">
                  <c:v>64.142044067382798</c:v>
                </c:pt>
                <c:pt idx="4990">
                  <c:v>64.362731933593807</c:v>
                </c:pt>
                <c:pt idx="4991">
                  <c:v>64.622489929199205</c:v>
                </c:pt>
                <c:pt idx="4992">
                  <c:v>64.919914245605497</c:v>
                </c:pt>
                <c:pt idx="4993">
                  <c:v>65.128829956054702</c:v>
                </c:pt>
                <c:pt idx="4994">
                  <c:v>65.261589050292997</c:v>
                </c:pt>
                <c:pt idx="4995">
                  <c:v>65.388763427734403</c:v>
                </c:pt>
                <c:pt idx="4996">
                  <c:v>65.439773559570298</c:v>
                </c:pt>
                <c:pt idx="4997">
                  <c:v>65.424789428710895</c:v>
                </c:pt>
                <c:pt idx="4998">
                  <c:v>65.411346435546903</c:v>
                </c:pt>
                <c:pt idx="4999">
                  <c:v>65.386863708496094</c:v>
                </c:pt>
                <c:pt idx="5000">
                  <c:v>65.360046386718807</c:v>
                </c:pt>
                <c:pt idx="5001">
                  <c:v>65.312309265136705</c:v>
                </c:pt>
                <c:pt idx="5002">
                  <c:v>65.269706726074205</c:v>
                </c:pt>
                <c:pt idx="5003">
                  <c:v>65.145324707031307</c:v>
                </c:pt>
                <c:pt idx="5004">
                  <c:v>65.004264831542997</c:v>
                </c:pt>
                <c:pt idx="5005">
                  <c:v>64.946868896484403</c:v>
                </c:pt>
                <c:pt idx="5006">
                  <c:v>64.919540405273395</c:v>
                </c:pt>
                <c:pt idx="5007">
                  <c:v>64.808395385742202</c:v>
                </c:pt>
                <c:pt idx="5008">
                  <c:v>64.639762878417997</c:v>
                </c:pt>
                <c:pt idx="5009">
                  <c:v>64.535118103027301</c:v>
                </c:pt>
                <c:pt idx="5010">
                  <c:v>64.533172607421903</c:v>
                </c:pt>
                <c:pt idx="5011">
                  <c:v>64.400253295898395</c:v>
                </c:pt>
                <c:pt idx="5012">
                  <c:v>64.370880126953097</c:v>
                </c:pt>
                <c:pt idx="5013">
                  <c:v>64.330146789550795</c:v>
                </c:pt>
                <c:pt idx="5014">
                  <c:v>64.226631164550795</c:v>
                </c:pt>
                <c:pt idx="5015">
                  <c:v>64.107986450195298</c:v>
                </c:pt>
                <c:pt idx="5016">
                  <c:v>64.045219421386705</c:v>
                </c:pt>
                <c:pt idx="5017">
                  <c:v>63.9131469726563</c:v>
                </c:pt>
                <c:pt idx="5018">
                  <c:v>63.894893646240199</c:v>
                </c:pt>
                <c:pt idx="5019">
                  <c:v>63.790351867675803</c:v>
                </c:pt>
                <c:pt idx="5020">
                  <c:v>63.707191467285199</c:v>
                </c:pt>
                <c:pt idx="5021">
                  <c:v>63.640048980712898</c:v>
                </c:pt>
                <c:pt idx="5022">
                  <c:v>63.617866516113303</c:v>
                </c:pt>
                <c:pt idx="5023">
                  <c:v>63.433078765869098</c:v>
                </c:pt>
                <c:pt idx="5024">
                  <c:v>63.366722106933601</c:v>
                </c:pt>
                <c:pt idx="5025">
                  <c:v>63.220241546630902</c:v>
                </c:pt>
                <c:pt idx="5026">
                  <c:v>63.075038909912102</c:v>
                </c:pt>
                <c:pt idx="5027">
                  <c:v>63.003185272216797</c:v>
                </c:pt>
                <c:pt idx="5028">
                  <c:v>62.873176574707003</c:v>
                </c:pt>
                <c:pt idx="5029">
                  <c:v>62.808895111083999</c:v>
                </c:pt>
                <c:pt idx="5030">
                  <c:v>62.670013427734403</c:v>
                </c:pt>
                <c:pt idx="5031">
                  <c:v>62.542564392089801</c:v>
                </c:pt>
                <c:pt idx="5032">
                  <c:v>62.478096008300803</c:v>
                </c:pt>
                <c:pt idx="5033">
                  <c:v>62.388992309570298</c:v>
                </c:pt>
                <c:pt idx="5034">
                  <c:v>62.233974456787102</c:v>
                </c:pt>
                <c:pt idx="5035">
                  <c:v>62.086013793945298</c:v>
                </c:pt>
                <c:pt idx="5036">
                  <c:v>61.931606292724602</c:v>
                </c:pt>
                <c:pt idx="5037">
                  <c:v>61.779060363769503</c:v>
                </c:pt>
                <c:pt idx="5038">
                  <c:v>61.659507751464801</c:v>
                </c:pt>
                <c:pt idx="5039">
                  <c:v>61.576225280761697</c:v>
                </c:pt>
                <c:pt idx="5040">
                  <c:v>61.523521423339801</c:v>
                </c:pt>
                <c:pt idx="5041">
                  <c:v>61.406982421875</c:v>
                </c:pt>
                <c:pt idx="5042">
                  <c:v>61.276031494140597</c:v>
                </c:pt>
                <c:pt idx="5043">
                  <c:v>61.0170288085938</c:v>
                </c:pt>
                <c:pt idx="5044">
                  <c:v>60.880935668945298</c:v>
                </c:pt>
                <c:pt idx="5045">
                  <c:v>60.773017883300803</c:v>
                </c:pt>
                <c:pt idx="5046">
                  <c:v>60.697513580322301</c:v>
                </c:pt>
                <c:pt idx="5047">
                  <c:v>60.558994293212898</c:v>
                </c:pt>
                <c:pt idx="5048">
                  <c:v>60.298469543457003</c:v>
                </c:pt>
                <c:pt idx="5049">
                  <c:v>60.119426727294901</c:v>
                </c:pt>
                <c:pt idx="5050">
                  <c:v>60.0310668945313</c:v>
                </c:pt>
                <c:pt idx="5051">
                  <c:v>59.949298858642599</c:v>
                </c:pt>
                <c:pt idx="5052">
                  <c:v>59.780941009521499</c:v>
                </c:pt>
                <c:pt idx="5053">
                  <c:v>59.644645690917997</c:v>
                </c:pt>
                <c:pt idx="5054">
                  <c:v>59.479446411132798</c:v>
                </c:pt>
                <c:pt idx="5055">
                  <c:v>59.390445709228501</c:v>
                </c:pt>
                <c:pt idx="5056">
                  <c:v>59.265357971191399</c:v>
                </c:pt>
                <c:pt idx="5057">
                  <c:v>59.116046905517599</c:v>
                </c:pt>
                <c:pt idx="5058">
                  <c:v>58.964942932128899</c:v>
                </c:pt>
                <c:pt idx="5059">
                  <c:v>58.867397308349602</c:v>
                </c:pt>
                <c:pt idx="5060">
                  <c:v>58.762531280517599</c:v>
                </c:pt>
                <c:pt idx="5061">
                  <c:v>58.620105743408203</c:v>
                </c:pt>
                <c:pt idx="5062">
                  <c:v>58.476764678955099</c:v>
                </c:pt>
                <c:pt idx="5063">
                  <c:v>58.399276733398402</c:v>
                </c:pt>
                <c:pt idx="5064">
                  <c:v>58.246143341064503</c:v>
                </c:pt>
                <c:pt idx="5065">
                  <c:v>58.122714996337898</c:v>
                </c:pt>
                <c:pt idx="5066">
                  <c:v>57.9996147155762</c:v>
                </c:pt>
                <c:pt idx="5067">
                  <c:v>57.918663024902301</c:v>
                </c:pt>
                <c:pt idx="5068">
                  <c:v>57.776954650878899</c:v>
                </c:pt>
                <c:pt idx="5069">
                  <c:v>57.692169189453097</c:v>
                </c:pt>
                <c:pt idx="5070">
                  <c:v>57.587448120117202</c:v>
                </c:pt>
                <c:pt idx="5071">
                  <c:v>57.531059265136697</c:v>
                </c:pt>
                <c:pt idx="5072">
                  <c:v>57.390682220458999</c:v>
                </c:pt>
                <c:pt idx="5073">
                  <c:v>57.145088195800803</c:v>
                </c:pt>
                <c:pt idx="5074">
                  <c:v>57.003726959228501</c:v>
                </c:pt>
                <c:pt idx="5075">
                  <c:v>56.847213745117202</c:v>
                </c:pt>
                <c:pt idx="5076">
                  <c:v>56.643539428710902</c:v>
                </c:pt>
                <c:pt idx="5077">
                  <c:v>56.464530944824197</c:v>
                </c:pt>
                <c:pt idx="5078">
                  <c:v>56.293510437011697</c:v>
                </c:pt>
                <c:pt idx="5079">
                  <c:v>56.173904418945298</c:v>
                </c:pt>
                <c:pt idx="5080">
                  <c:v>56.095272064208999</c:v>
                </c:pt>
                <c:pt idx="5081">
                  <c:v>56.0436820983887</c:v>
                </c:pt>
                <c:pt idx="5082">
                  <c:v>56.025814056396499</c:v>
                </c:pt>
                <c:pt idx="5083">
                  <c:v>56.006725311279297</c:v>
                </c:pt>
                <c:pt idx="5084">
                  <c:v>55.970352172851598</c:v>
                </c:pt>
                <c:pt idx="5085">
                  <c:v>55.942451477050803</c:v>
                </c:pt>
                <c:pt idx="5086">
                  <c:v>55.934402465820298</c:v>
                </c:pt>
                <c:pt idx="5087">
                  <c:v>55.953262329101598</c:v>
                </c:pt>
                <c:pt idx="5088">
                  <c:v>55.980537414550803</c:v>
                </c:pt>
                <c:pt idx="5089">
                  <c:v>55.947639465332003</c:v>
                </c:pt>
                <c:pt idx="5090">
                  <c:v>55.966915130615199</c:v>
                </c:pt>
                <c:pt idx="5091">
                  <c:v>56.115299224853501</c:v>
                </c:pt>
                <c:pt idx="5092">
                  <c:v>56.436622619628899</c:v>
                </c:pt>
                <c:pt idx="5093">
                  <c:v>56.651744842529297</c:v>
                </c:pt>
                <c:pt idx="5094">
                  <c:v>56.672214508056598</c:v>
                </c:pt>
                <c:pt idx="5095">
                  <c:v>56.84326171875</c:v>
                </c:pt>
                <c:pt idx="5096">
                  <c:v>56.979385375976598</c:v>
                </c:pt>
                <c:pt idx="5097">
                  <c:v>57.1881294250488</c:v>
                </c:pt>
                <c:pt idx="5098">
                  <c:v>57.2905464172363</c:v>
                </c:pt>
                <c:pt idx="5099">
                  <c:v>57.396984100341797</c:v>
                </c:pt>
                <c:pt idx="5100">
                  <c:v>57.508773803710902</c:v>
                </c:pt>
                <c:pt idx="5101">
                  <c:v>57.506195068359403</c:v>
                </c:pt>
                <c:pt idx="5102">
                  <c:v>57.672859191894503</c:v>
                </c:pt>
                <c:pt idx="5103">
                  <c:v>57.992988586425803</c:v>
                </c:pt>
                <c:pt idx="5104">
                  <c:v>57.988723754882798</c:v>
                </c:pt>
                <c:pt idx="5105">
                  <c:v>58.187934875488303</c:v>
                </c:pt>
                <c:pt idx="5106">
                  <c:v>58.402286529541001</c:v>
                </c:pt>
                <c:pt idx="5107">
                  <c:v>58.405551910400398</c:v>
                </c:pt>
                <c:pt idx="5108">
                  <c:v>58.6842651367188</c:v>
                </c:pt>
                <c:pt idx="5109">
                  <c:v>58.812911987304702</c:v>
                </c:pt>
                <c:pt idx="5110">
                  <c:v>59.080417633056598</c:v>
                </c:pt>
                <c:pt idx="5111">
                  <c:v>59.34375</c:v>
                </c:pt>
                <c:pt idx="5112">
                  <c:v>59.434722900390597</c:v>
                </c:pt>
                <c:pt idx="5113">
                  <c:v>59.760536193847699</c:v>
                </c:pt>
                <c:pt idx="5114">
                  <c:v>59.947200775146499</c:v>
                </c:pt>
                <c:pt idx="5115">
                  <c:v>60.245288848877003</c:v>
                </c:pt>
                <c:pt idx="5116">
                  <c:v>60.463287353515597</c:v>
                </c:pt>
                <c:pt idx="5117">
                  <c:v>60.511440277099602</c:v>
                </c:pt>
                <c:pt idx="5118">
                  <c:v>60.610984802246101</c:v>
                </c:pt>
                <c:pt idx="5119">
                  <c:v>60.916248321533203</c:v>
                </c:pt>
                <c:pt idx="5120">
                  <c:v>60.817466735839801</c:v>
                </c:pt>
                <c:pt idx="5121">
                  <c:v>61.1052856445313</c:v>
                </c:pt>
                <c:pt idx="5122">
                  <c:v>61.3872680664063</c:v>
                </c:pt>
                <c:pt idx="5123">
                  <c:v>61.413436889648402</c:v>
                </c:pt>
                <c:pt idx="5124">
                  <c:v>61.618354797363303</c:v>
                </c:pt>
                <c:pt idx="5125">
                  <c:v>61.758693695068402</c:v>
                </c:pt>
                <c:pt idx="5126">
                  <c:v>61.9971733093262</c:v>
                </c:pt>
                <c:pt idx="5127">
                  <c:v>62.3521537780762</c:v>
                </c:pt>
                <c:pt idx="5128">
                  <c:v>62.705635070800803</c:v>
                </c:pt>
                <c:pt idx="5129">
                  <c:v>62.9798583984375</c:v>
                </c:pt>
                <c:pt idx="5130">
                  <c:v>63.3839111328125</c:v>
                </c:pt>
                <c:pt idx="5131">
                  <c:v>63.523014068603501</c:v>
                </c:pt>
                <c:pt idx="5132">
                  <c:v>63.546829223632798</c:v>
                </c:pt>
                <c:pt idx="5133">
                  <c:v>63.648727416992202</c:v>
                </c:pt>
                <c:pt idx="5134">
                  <c:v>63.789714813232401</c:v>
                </c:pt>
                <c:pt idx="5135">
                  <c:v>63.957084655761697</c:v>
                </c:pt>
                <c:pt idx="5136">
                  <c:v>64.129188537597699</c:v>
                </c:pt>
                <c:pt idx="5137">
                  <c:v>64.226127624511705</c:v>
                </c:pt>
                <c:pt idx="5138">
                  <c:v>64.149154663085895</c:v>
                </c:pt>
                <c:pt idx="5139">
                  <c:v>64.355339050292997</c:v>
                </c:pt>
                <c:pt idx="5140">
                  <c:v>64.558631896972699</c:v>
                </c:pt>
                <c:pt idx="5141">
                  <c:v>64.645111083984403</c:v>
                </c:pt>
                <c:pt idx="5142">
                  <c:v>64.882553100585895</c:v>
                </c:pt>
                <c:pt idx="5143">
                  <c:v>65.002868652343807</c:v>
                </c:pt>
                <c:pt idx="5144">
                  <c:v>65.273666381835895</c:v>
                </c:pt>
                <c:pt idx="5145">
                  <c:v>65.462120056152301</c:v>
                </c:pt>
                <c:pt idx="5146">
                  <c:v>65.498695373535199</c:v>
                </c:pt>
                <c:pt idx="5147">
                  <c:v>65.657608032226605</c:v>
                </c:pt>
                <c:pt idx="5148">
                  <c:v>65.714080810546903</c:v>
                </c:pt>
                <c:pt idx="5149">
                  <c:v>66.372726440429702</c:v>
                </c:pt>
                <c:pt idx="5150">
                  <c:v>66.693489074707003</c:v>
                </c:pt>
                <c:pt idx="5151">
                  <c:v>67.115028381347699</c:v>
                </c:pt>
                <c:pt idx="5152">
                  <c:v>67.284469604492202</c:v>
                </c:pt>
                <c:pt idx="5153">
                  <c:v>67.611839294433594</c:v>
                </c:pt>
                <c:pt idx="5154">
                  <c:v>68.061050415039105</c:v>
                </c:pt>
                <c:pt idx="5155">
                  <c:v>68.532089233398395</c:v>
                </c:pt>
                <c:pt idx="5156">
                  <c:v>68.918525695800795</c:v>
                </c:pt>
                <c:pt idx="5157">
                  <c:v>68.928428649902301</c:v>
                </c:pt>
                <c:pt idx="5158">
                  <c:v>69.087692260742202</c:v>
                </c:pt>
                <c:pt idx="5159">
                  <c:v>69.473014831542997</c:v>
                </c:pt>
                <c:pt idx="5160">
                  <c:v>69.998420715332003</c:v>
                </c:pt>
                <c:pt idx="5161">
                  <c:v>70.567886352539105</c:v>
                </c:pt>
                <c:pt idx="5162">
                  <c:v>70.859580993652301</c:v>
                </c:pt>
                <c:pt idx="5163">
                  <c:v>71.152542114257798</c:v>
                </c:pt>
                <c:pt idx="5164">
                  <c:v>71.495162963867202</c:v>
                </c:pt>
                <c:pt idx="5165">
                  <c:v>71.720405578613295</c:v>
                </c:pt>
                <c:pt idx="5166">
                  <c:v>71.84228515625</c:v>
                </c:pt>
                <c:pt idx="5167">
                  <c:v>71.977684020996094</c:v>
                </c:pt>
                <c:pt idx="5168">
                  <c:v>72.047775268554702</c:v>
                </c:pt>
                <c:pt idx="5169">
                  <c:v>72.083763122558594</c:v>
                </c:pt>
                <c:pt idx="5170">
                  <c:v>72.109245300292997</c:v>
                </c:pt>
                <c:pt idx="5171">
                  <c:v>72.132415771484403</c:v>
                </c:pt>
                <c:pt idx="5172">
                  <c:v>72.143020629882798</c:v>
                </c:pt>
                <c:pt idx="5173">
                  <c:v>72.171104431152301</c:v>
                </c:pt>
                <c:pt idx="5174">
                  <c:v>72.162948608398395</c:v>
                </c:pt>
                <c:pt idx="5175">
                  <c:v>72.324905395507798</c:v>
                </c:pt>
                <c:pt idx="5176">
                  <c:v>72.455734252929702</c:v>
                </c:pt>
                <c:pt idx="5177">
                  <c:v>72.326103210449205</c:v>
                </c:pt>
                <c:pt idx="5178">
                  <c:v>72.358146667480497</c:v>
                </c:pt>
                <c:pt idx="5179">
                  <c:v>72.532546997070298</c:v>
                </c:pt>
                <c:pt idx="5180">
                  <c:v>73.058547973632798</c:v>
                </c:pt>
                <c:pt idx="5181">
                  <c:v>73.1107177734375</c:v>
                </c:pt>
                <c:pt idx="5182">
                  <c:v>72.944869995117202</c:v>
                </c:pt>
                <c:pt idx="5183">
                  <c:v>73.300483703613295</c:v>
                </c:pt>
                <c:pt idx="5184">
                  <c:v>73.308883666992202</c:v>
                </c:pt>
                <c:pt idx="5185">
                  <c:v>73.697265625</c:v>
                </c:pt>
                <c:pt idx="5186">
                  <c:v>73.227561950683594</c:v>
                </c:pt>
                <c:pt idx="5187">
                  <c:v>73.697830200195298</c:v>
                </c:pt>
                <c:pt idx="5188">
                  <c:v>74.026679992675795</c:v>
                </c:pt>
                <c:pt idx="5189">
                  <c:v>73.992912292480497</c:v>
                </c:pt>
                <c:pt idx="5190">
                  <c:v>74.441421508789105</c:v>
                </c:pt>
                <c:pt idx="5191">
                  <c:v>74.369277954101605</c:v>
                </c:pt>
                <c:pt idx="5192">
                  <c:v>74.4849853515625</c:v>
                </c:pt>
                <c:pt idx="5193">
                  <c:v>74.780197143554702</c:v>
                </c:pt>
                <c:pt idx="5194">
                  <c:v>74.745925903320298</c:v>
                </c:pt>
                <c:pt idx="5195">
                  <c:v>74.684585571289105</c:v>
                </c:pt>
                <c:pt idx="5196">
                  <c:v>74.622688293457003</c:v>
                </c:pt>
                <c:pt idx="5197">
                  <c:v>74.636322021484403</c:v>
                </c:pt>
                <c:pt idx="5198">
                  <c:v>74.229629516601605</c:v>
                </c:pt>
                <c:pt idx="5199">
                  <c:v>73.781494140625</c:v>
                </c:pt>
                <c:pt idx="5200">
                  <c:v>73.712348937988295</c:v>
                </c:pt>
                <c:pt idx="5201">
                  <c:v>73.111747741699205</c:v>
                </c:pt>
                <c:pt idx="5202">
                  <c:v>73.001533508300795</c:v>
                </c:pt>
                <c:pt idx="5203">
                  <c:v>72.777496337890597</c:v>
                </c:pt>
                <c:pt idx="5204">
                  <c:v>72.458412170410199</c:v>
                </c:pt>
                <c:pt idx="5205">
                  <c:v>72.294586181640597</c:v>
                </c:pt>
                <c:pt idx="5206">
                  <c:v>72.210456848144503</c:v>
                </c:pt>
                <c:pt idx="5207">
                  <c:v>72.167297363281307</c:v>
                </c:pt>
                <c:pt idx="5208">
                  <c:v>72.145126342773395</c:v>
                </c:pt>
                <c:pt idx="5209">
                  <c:v>72.133743286132798</c:v>
                </c:pt>
                <c:pt idx="5210">
                  <c:v>72.127899169921903</c:v>
                </c:pt>
                <c:pt idx="5211">
                  <c:v>72.106842041015597</c:v>
                </c:pt>
                <c:pt idx="5212">
                  <c:v>72.114082336425795</c:v>
                </c:pt>
                <c:pt idx="5213">
                  <c:v>72.087295532226605</c:v>
                </c:pt>
                <c:pt idx="5214">
                  <c:v>72.104049682617202</c:v>
                </c:pt>
                <c:pt idx="5215">
                  <c:v>72.109886169433594</c:v>
                </c:pt>
                <c:pt idx="5216">
                  <c:v>72.084831237792997</c:v>
                </c:pt>
                <c:pt idx="5217">
                  <c:v>72.075088500976605</c:v>
                </c:pt>
                <c:pt idx="5218">
                  <c:v>72.083587646484403</c:v>
                </c:pt>
                <c:pt idx="5219">
                  <c:v>71.980880737304702</c:v>
                </c:pt>
                <c:pt idx="5220">
                  <c:v>71.919036865234403</c:v>
                </c:pt>
                <c:pt idx="5221">
                  <c:v>71.905426025390597</c:v>
                </c:pt>
                <c:pt idx="5222">
                  <c:v>71.802749633789105</c:v>
                </c:pt>
                <c:pt idx="5223">
                  <c:v>71.645523071289105</c:v>
                </c:pt>
                <c:pt idx="5224">
                  <c:v>71.529388427734403</c:v>
                </c:pt>
                <c:pt idx="5225">
                  <c:v>71.534660339355497</c:v>
                </c:pt>
                <c:pt idx="5226">
                  <c:v>71.515121459960895</c:v>
                </c:pt>
                <c:pt idx="5227">
                  <c:v>71.405471801757798</c:v>
                </c:pt>
                <c:pt idx="5228">
                  <c:v>71.224761962890597</c:v>
                </c:pt>
                <c:pt idx="5229">
                  <c:v>71.027862548828097</c:v>
                </c:pt>
                <c:pt idx="5230">
                  <c:v>70.958869934082003</c:v>
                </c:pt>
                <c:pt idx="5231">
                  <c:v>70.797828674316406</c:v>
                </c:pt>
                <c:pt idx="5232">
                  <c:v>70.675621032714801</c:v>
                </c:pt>
                <c:pt idx="5233">
                  <c:v>70.613296508789105</c:v>
                </c:pt>
                <c:pt idx="5234">
                  <c:v>70.505027770996094</c:v>
                </c:pt>
                <c:pt idx="5235">
                  <c:v>70.376655578613295</c:v>
                </c:pt>
                <c:pt idx="5236">
                  <c:v>70.179229736328097</c:v>
                </c:pt>
                <c:pt idx="5237">
                  <c:v>69.9124755859375</c:v>
                </c:pt>
                <c:pt idx="5238">
                  <c:v>69.579734802246094</c:v>
                </c:pt>
                <c:pt idx="5239">
                  <c:v>69.321182250976605</c:v>
                </c:pt>
                <c:pt idx="5240">
                  <c:v>69.132759094238295</c:v>
                </c:pt>
                <c:pt idx="5241">
                  <c:v>69.012840270996094</c:v>
                </c:pt>
                <c:pt idx="5242">
                  <c:v>68.887702941894503</c:v>
                </c:pt>
                <c:pt idx="5243">
                  <c:v>68.580619812011705</c:v>
                </c:pt>
                <c:pt idx="5244">
                  <c:v>68.391128540039105</c:v>
                </c:pt>
                <c:pt idx="5245">
                  <c:v>68.049880981445298</c:v>
                </c:pt>
                <c:pt idx="5246">
                  <c:v>67.692878723144503</c:v>
                </c:pt>
                <c:pt idx="5247">
                  <c:v>67.420585632324205</c:v>
                </c:pt>
                <c:pt idx="5248">
                  <c:v>67.224060058593807</c:v>
                </c:pt>
                <c:pt idx="5249">
                  <c:v>66.739494323730497</c:v>
                </c:pt>
                <c:pt idx="5250">
                  <c:v>66.287101745605497</c:v>
                </c:pt>
                <c:pt idx="5251">
                  <c:v>65.988151550292997</c:v>
                </c:pt>
                <c:pt idx="5252">
                  <c:v>65.793365478515597</c:v>
                </c:pt>
                <c:pt idx="5253">
                  <c:v>65.693359375</c:v>
                </c:pt>
                <c:pt idx="5254">
                  <c:v>65.615936279296903</c:v>
                </c:pt>
                <c:pt idx="5255">
                  <c:v>65.516349792480497</c:v>
                </c:pt>
                <c:pt idx="5256">
                  <c:v>65.377700805664105</c:v>
                </c:pt>
                <c:pt idx="5257">
                  <c:v>65.259895324707003</c:v>
                </c:pt>
                <c:pt idx="5258">
                  <c:v>65.0732421875</c:v>
                </c:pt>
                <c:pt idx="5259">
                  <c:v>64.946052551269503</c:v>
                </c:pt>
                <c:pt idx="5260">
                  <c:v>64.715576171875</c:v>
                </c:pt>
                <c:pt idx="5261">
                  <c:v>64.504455566406307</c:v>
                </c:pt>
                <c:pt idx="5262">
                  <c:v>64.288040161132798</c:v>
                </c:pt>
                <c:pt idx="5263">
                  <c:v>64.119674682617202</c:v>
                </c:pt>
                <c:pt idx="5264">
                  <c:v>63.934261322021499</c:v>
                </c:pt>
                <c:pt idx="5265">
                  <c:v>63.734287261962898</c:v>
                </c:pt>
                <c:pt idx="5266">
                  <c:v>63.4591064453125</c:v>
                </c:pt>
                <c:pt idx="5267">
                  <c:v>63.222789764404297</c:v>
                </c:pt>
                <c:pt idx="5268">
                  <c:v>62.999496459960902</c:v>
                </c:pt>
                <c:pt idx="5269">
                  <c:v>62.7983589172363</c:v>
                </c:pt>
                <c:pt idx="5270">
                  <c:v>62.649051666259801</c:v>
                </c:pt>
                <c:pt idx="5271">
                  <c:v>62.5348091125488</c:v>
                </c:pt>
                <c:pt idx="5272">
                  <c:v>62.379596710205099</c:v>
                </c:pt>
                <c:pt idx="5273">
                  <c:v>62.213211059570298</c:v>
                </c:pt>
                <c:pt idx="5274">
                  <c:v>62.027179718017599</c:v>
                </c:pt>
                <c:pt idx="5275">
                  <c:v>61.893947601318402</c:v>
                </c:pt>
                <c:pt idx="5276">
                  <c:v>61.756885528564503</c:v>
                </c:pt>
                <c:pt idx="5277">
                  <c:v>61.594303131103501</c:v>
                </c:pt>
                <c:pt idx="5278">
                  <c:v>61.385635375976598</c:v>
                </c:pt>
                <c:pt idx="5279">
                  <c:v>61.122074127197301</c:v>
                </c:pt>
                <c:pt idx="5280">
                  <c:v>60.910755157470703</c:v>
                </c:pt>
                <c:pt idx="5281">
                  <c:v>60.792022705078097</c:v>
                </c:pt>
                <c:pt idx="5282">
                  <c:v>60.636119842529297</c:v>
                </c:pt>
                <c:pt idx="5283">
                  <c:v>60.433097839355497</c:v>
                </c:pt>
                <c:pt idx="5284">
                  <c:v>60.295455932617202</c:v>
                </c:pt>
                <c:pt idx="5285">
                  <c:v>60.104957580566399</c:v>
                </c:pt>
                <c:pt idx="5286">
                  <c:v>60.005821228027301</c:v>
                </c:pt>
                <c:pt idx="5287">
                  <c:v>59.934417724609403</c:v>
                </c:pt>
                <c:pt idx="5288">
                  <c:v>59.864662170410199</c:v>
                </c:pt>
                <c:pt idx="5289">
                  <c:v>59.673294067382798</c:v>
                </c:pt>
                <c:pt idx="5290">
                  <c:v>59.573509216308601</c:v>
                </c:pt>
                <c:pt idx="5291">
                  <c:v>59.401901245117202</c:v>
                </c:pt>
                <c:pt idx="5292">
                  <c:v>59.217994689941399</c:v>
                </c:pt>
                <c:pt idx="5293">
                  <c:v>59.1162300109863</c:v>
                </c:pt>
                <c:pt idx="5294">
                  <c:v>59.011680603027301</c:v>
                </c:pt>
                <c:pt idx="5295">
                  <c:v>58.850173950195298</c:v>
                </c:pt>
                <c:pt idx="5296">
                  <c:v>58.695640563964801</c:v>
                </c:pt>
                <c:pt idx="5297">
                  <c:v>58.608936309814503</c:v>
                </c:pt>
                <c:pt idx="5298">
                  <c:v>58.500968933105497</c:v>
                </c:pt>
                <c:pt idx="5299">
                  <c:v>58.371963500976598</c:v>
                </c:pt>
                <c:pt idx="5300">
                  <c:v>58.206855773925803</c:v>
                </c:pt>
                <c:pt idx="5301">
                  <c:v>58.086151123046903</c:v>
                </c:pt>
                <c:pt idx="5302">
                  <c:v>57.938743591308601</c:v>
                </c:pt>
                <c:pt idx="5303">
                  <c:v>57.7987060546875</c:v>
                </c:pt>
                <c:pt idx="5304">
                  <c:v>57.648475646972699</c:v>
                </c:pt>
                <c:pt idx="5305">
                  <c:v>57.666103363037102</c:v>
                </c:pt>
                <c:pt idx="5306">
                  <c:v>57.5640678405762</c:v>
                </c:pt>
                <c:pt idx="5307">
                  <c:v>57.4785766601563</c:v>
                </c:pt>
                <c:pt idx="5308">
                  <c:v>57.475147247314503</c:v>
                </c:pt>
                <c:pt idx="5309">
                  <c:v>57.473384857177699</c:v>
                </c:pt>
                <c:pt idx="5310">
                  <c:v>57.484088897705099</c:v>
                </c:pt>
                <c:pt idx="5311">
                  <c:v>57.488204956054702</c:v>
                </c:pt>
                <c:pt idx="5312">
                  <c:v>57.420677185058601</c:v>
                </c:pt>
                <c:pt idx="5313">
                  <c:v>57.438636779785199</c:v>
                </c:pt>
                <c:pt idx="5314">
                  <c:v>57.475059509277301</c:v>
                </c:pt>
                <c:pt idx="5315">
                  <c:v>57.473346710205099</c:v>
                </c:pt>
                <c:pt idx="5316">
                  <c:v>57.436222076416001</c:v>
                </c:pt>
                <c:pt idx="5317">
                  <c:v>57.392131805419901</c:v>
                </c:pt>
                <c:pt idx="5318">
                  <c:v>57.180950164794901</c:v>
                </c:pt>
                <c:pt idx="5319">
                  <c:v>57.236541748046903</c:v>
                </c:pt>
                <c:pt idx="5320">
                  <c:v>57.1693115234375</c:v>
                </c:pt>
                <c:pt idx="5321">
                  <c:v>57.258453369140597</c:v>
                </c:pt>
                <c:pt idx="5322">
                  <c:v>57.100101470947301</c:v>
                </c:pt>
                <c:pt idx="5323">
                  <c:v>57.053302764892599</c:v>
                </c:pt>
                <c:pt idx="5324">
                  <c:v>56.887886047363303</c:v>
                </c:pt>
                <c:pt idx="5325">
                  <c:v>56.792510986328097</c:v>
                </c:pt>
                <c:pt idx="5326">
                  <c:v>56.712547302246101</c:v>
                </c:pt>
                <c:pt idx="5327">
                  <c:v>56.577613830566399</c:v>
                </c:pt>
                <c:pt idx="5328">
                  <c:v>56.418262481689503</c:v>
                </c:pt>
                <c:pt idx="5329">
                  <c:v>56.315498352050803</c:v>
                </c:pt>
                <c:pt idx="5330">
                  <c:v>56.286506652832003</c:v>
                </c:pt>
                <c:pt idx="5331">
                  <c:v>56.2752876281738</c:v>
                </c:pt>
                <c:pt idx="5332">
                  <c:v>56.202770233154297</c:v>
                </c:pt>
                <c:pt idx="5333">
                  <c:v>56.128963470458999</c:v>
                </c:pt>
                <c:pt idx="5334">
                  <c:v>56.064701080322301</c:v>
                </c:pt>
                <c:pt idx="5335">
                  <c:v>56.054298400878899</c:v>
                </c:pt>
                <c:pt idx="5336">
                  <c:v>56.1156005859375</c:v>
                </c:pt>
                <c:pt idx="5337">
                  <c:v>56.030788421630902</c:v>
                </c:pt>
                <c:pt idx="5338">
                  <c:v>55.962295532226598</c:v>
                </c:pt>
                <c:pt idx="5339">
                  <c:v>55.911617279052699</c:v>
                </c:pt>
                <c:pt idx="5340">
                  <c:v>55.884246826171903</c:v>
                </c:pt>
                <c:pt idx="5341">
                  <c:v>55.861770629882798</c:v>
                </c:pt>
                <c:pt idx="5342">
                  <c:v>55.841228485107401</c:v>
                </c:pt>
                <c:pt idx="5343">
                  <c:v>55.799144744873097</c:v>
                </c:pt>
                <c:pt idx="5344">
                  <c:v>55.762760162353501</c:v>
                </c:pt>
                <c:pt idx="5345">
                  <c:v>55.544673919677699</c:v>
                </c:pt>
                <c:pt idx="5346">
                  <c:v>55.296047210693402</c:v>
                </c:pt>
                <c:pt idx="5347">
                  <c:v>55.117221832275398</c:v>
                </c:pt>
                <c:pt idx="5348">
                  <c:v>54.903373718261697</c:v>
                </c:pt>
                <c:pt idx="5349">
                  <c:v>54.758014678955099</c:v>
                </c:pt>
                <c:pt idx="5350">
                  <c:v>54.638412475585902</c:v>
                </c:pt>
                <c:pt idx="5351">
                  <c:v>54.493980407714801</c:v>
                </c:pt>
                <c:pt idx="5352">
                  <c:v>54.352317810058601</c:v>
                </c:pt>
                <c:pt idx="5353">
                  <c:v>54.260875701904297</c:v>
                </c:pt>
                <c:pt idx="5354">
                  <c:v>54.204845428466797</c:v>
                </c:pt>
                <c:pt idx="5355">
                  <c:v>54.170005798339801</c:v>
                </c:pt>
                <c:pt idx="5356">
                  <c:v>54.140045166015597</c:v>
                </c:pt>
                <c:pt idx="5357">
                  <c:v>54.081478118896499</c:v>
                </c:pt>
                <c:pt idx="5358">
                  <c:v>54.006210327148402</c:v>
                </c:pt>
                <c:pt idx="5359">
                  <c:v>53.816616058349602</c:v>
                </c:pt>
                <c:pt idx="5360">
                  <c:v>53.626235961914098</c:v>
                </c:pt>
                <c:pt idx="5361">
                  <c:v>53.474079132080099</c:v>
                </c:pt>
                <c:pt idx="5362">
                  <c:v>53.394577026367202</c:v>
                </c:pt>
                <c:pt idx="5363">
                  <c:v>53.3621635437012</c:v>
                </c:pt>
                <c:pt idx="5364">
                  <c:v>53.314254760742202</c:v>
                </c:pt>
                <c:pt idx="5365">
                  <c:v>53.2246704101563</c:v>
                </c:pt>
                <c:pt idx="5366">
                  <c:v>53.115200042724602</c:v>
                </c:pt>
                <c:pt idx="5367">
                  <c:v>53.034652709960902</c:v>
                </c:pt>
                <c:pt idx="5368">
                  <c:v>52.983890533447301</c:v>
                </c:pt>
                <c:pt idx="5369">
                  <c:v>52.961158752441399</c:v>
                </c:pt>
                <c:pt idx="5370">
                  <c:v>52.914710998535199</c:v>
                </c:pt>
                <c:pt idx="5371">
                  <c:v>52.914863586425803</c:v>
                </c:pt>
                <c:pt idx="5372">
                  <c:v>52.860721588134801</c:v>
                </c:pt>
                <c:pt idx="5373">
                  <c:v>52.831104278564503</c:v>
                </c:pt>
                <c:pt idx="5374">
                  <c:v>52.755699157714801</c:v>
                </c:pt>
                <c:pt idx="5375">
                  <c:v>52.747203826904297</c:v>
                </c:pt>
                <c:pt idx="5376">
                  <c:v>52.693534851074197</c:v>
                </c:pt>
                <c:pt idx="5377">
                  <c:v>52.723812103271499</c:v>
                </c:pt>
                <c:pt idx="5378">
                  <c:v>52.750259399414098</c:v>
                </c:pt>
                <c:pt idx="5379">
                  <c:v>52.779323577880902</c:v>
                </c:pt>
                <c:pt idx="5380">
                  <c:v>52.810390472412102</c:v>
                </c:pt>
                <c:pt idx="5381">
                  <c:v>52.732841491699197</c:v>
                </c:pt>
                <c:pt idx="5382">
                  <c:v>52.761093139648402</c:v>
                </c:pt>
                <c:pt idx="5383">
                  <c:v>52.938156127929702</c:v>
                </c:pt>
                <c:pt idx="5384">
                  <c:v>53.123668670654297</c:v>
                </c:pt>
                <c:pt idx="5385">
                  <c:v>53.272842407226598</c:v>
                </c:pt>
                <c:pt idx="5386">
                  <c:v>53.405109405517599</c:v>
                </c:pt>
                <c:pt idx="5387">
                  <c:v>53.704658508300803</c:v>
                </c:pt>
                <c:pt idx="5388">
                  <c:v>53.869476318359403</c:v>
                </c:pt>
                <c:pt idx="5389">
                  <c:v>54.0097465515137</c:v>
                </c:pt>
                <c:pt idx="5390">
                  <c:v>54.210597991943402</c:v>
                </c:pt>
                <c:pt idx="5391">
                  <c:v>54.558681488037102</c:v>
                </c:pt>
                <c:pt idx="5392">
                  <c:v>54.833782196044901</c:v>
                </c:pt>
                <c:pt idx="5393">
                  <c:v>55.258148193359403</c:v>
                </c:pt>
                <c:pt idx="5394">
                  <c:v>55.547027587890597</c:v>
                </c:pt>
                <c:pt idx="5395">
                  <c:v>55.702194213867202</c:v>
                </c:pt>
                <c:pt idx="5396">
                  <c:v>55.907684326171903</c:v>
                </c:pt>
                <c:pt idx="5397">
                  <c:v>55.980503082275398</c:v>
                </c:pt>
                <c:pt idx="5398">
                  <c:v>56.165725708007798</c:v>
                </c:pt>
                <c:pt idx="5399">
                  <c:v>56.316390991210902</c:v>
                </c:pt>
                <c:pt idx="5400">
                  <c:v>56.426647186279297</c:v>
                </c:pt>
                <c:pt idx="5401">
                  <c:v>56.467880249023402</c:v>
                </c:pt>
                <c:pt idx="5402">
                  <c:v>56.506935119628899</c:v>
                </c:pt>
                <c:pt idx="5403">
                  <c:v>56.5323486328125</c:v>
                </c:pt>
                <c:pt idx="5404">
                  <c:v>56.536361694335902</c:v>
                </c:pt>
                <c:pt idx="5405">
                  <c:v>56.5042915344238</c:v>
                </c:pt>
                <c:pt idx="5406">
                  <c:v>56.464191436767599</c:v>
                </c:pt>
                <c:pt idx="5407">
                  <c:v>56.376480102539098</c:v>
                </c:pt>
                <c:pt idx="5408">
                  <c:v>56.242866516113303</c:v>
                </c:pt>
                <c:pt idx="5409">
                  <c:v>56.190685272216797</c:v>
                </c:pt>
                <c:pt idx="5410">
                  <c:v>56.133174896240199</c:v>
                </c:pt>
                <c:pt idx="5411">
                  <c:v>56.037502288818402</c:v>
                </c:pt>
                <c:pt idx="5412">
                  <c:v>55.951839447021499</c:v>
                </c:pt>
                <c:pt idx="5413">
                  <c:v>55.900070190429702</c:v>
                </c:pt>
                <c:pt idx="5414">
                  <c:v>55.870246887207003</c:v>
                </c:pt>
                <c:pt idx="5415">
                  <c:v>55.857601165771499</c:v>
                </c:pt>
                <c:pt idx="5416">
                  <c:v>55.839401245117202</c:v>
                </c:pt>
                <c:pt idx="5417">
                  <c:v>55.7217826843262</c:v>
                </c:pt>
                <c:pt idx="5418">
                  <c:v>55.545833587646499</c:v>
                </c:pt>
                <c:pt idx="5419">
                  <c:v>55.549087524414098</c:v>
                </c:pt>
                <c:pt idx="5420">
                  <c:v>55.485149383544901</c:v>
                </c:pt>
                <c:pt idx="5421">
                  <c:v>55.449832916259801</c:v>
                </c:pt>
                <c:pt idx="5422">
                  <c:v>55.287837982177699</c:v>
                </c:pt>
                <c:pt idx="5423">
                  <c:v>55.224830627441399</c:v>
                </c:pt>
                <c:pt idx="5424">
                  <c:v>55.122676849365199</c:v>
                </c:pt>
                <c:pt idx="5425">
                  <c:v>55.042518615722699</c:v>
                </c:pt>
                <c:pt idx="5426">
                  <c:v>54.967243194580099</c:v>
                </c:pt>
                <c:pt idx="5427">
                  <c:v>54.903648376464801</c:v>
                </c:pt>
                <c:pt idx="5428">
                  <c:v>54.843029022216797</c:v>
                </c:pt>
                <c:pt idx="5429">
                  <c:v>54.723445892333999</c:v>
                </c:pt>
                <c:pt idx="5430">
                  <c:v>54.519229888916001</c:v>
                </c:pt>
                <c:pt idx="5431">
                  <c:v>54.405815124511697</c:v>
                </c:pt>
                <c:pt idx="5432">
                  <c:v>54.319797515869098</c:v>
                </c:pt>
                <c:pt idx="5433">
                  <c:v>54.245365142822301</c:v>
                </c:pt>
                <c:pt idx="5434">
                  <c:v>54.156013488769503</c:v>
                </c:pt>
                <c:pt idx="5435">
                  <c:v>54.082283020019503</c:v>
                </c:pt>
                <c:pt idx="5436">
                  <c:v>53.984172821044901</c:v>
                </c:pt>
                <c:pt idx="5437">
                  <c:v>53.887477874755902</c:v>
                </c:pt>
                <c:pt idx="5438">
                  <c:v>53.701362609863303</c:v>
                </c:pt>
                <c:pt idx="5439">
                  <c:v>53.539398193359403</c:v>
                </c:pt>
                <c:pt idx="5440">
                  <c:v>53.440845489502003</c:v>
                </c:pt>
                <c:pt idx="5441">
                  <c:v>53.3726196289063</c:v>
                </c:pt>
                <c:pt idx="5442">
                  <c:v>53.254016876220703</c:v>
                </c:pt>
                <c:pt idx="5443">
                  <c:v>53.120723724365199</c:v>
                </c:pt>
                <c:pt idx="5444">
                  <c:v>53.054908752441399</c:v>
                </c:pt>
                <c:pt idx="5445">
                  <c:v>52.9855346679688</c:v>
                </c:pt>
                <c:pt idx="5446">
                  <c:v>52.887481689453097</c:v>
                </c:pt>
                <c:pt idx="5447">
                  <c:v>52.845848083496101</c:v>
                </c:pt>
                <c:pt idx="5448">
                  <c:v>52.765590667724602</c:v>
                </c:pt>
                <c:pt idx="5449">
                  <c:v>52.691570281982401</c:v>
                </c:pt>
                <c:pt idx="5450">
                  <c:v>52.683498382568402</c:v>
                </c:pt>
                <c:pt idx="5451">
                  <c:v>52.654853820800803</c:v>
                </c:pt>
                <c:pt idx="5452">
                  <c:v>52.615188598632798</c:v>
                </c:pt>
                <c:pt idx="5453">
                  <c:v>52.599765777587898</c:v>
                </c:pt>
                <c:pt idx="5454">
                  <c:v>52.588394165039098</c:v>
                </c:pt>
                <c:pt idx="5455">
                  <c:v>52.581024169921903</c:v>
                </c:pt>
                <c:pt idx="5456">
                  <c:v>52.577854156494098</c:v>
                </c:pt>
                <c:pt idx="5457">
                  <c:v>52.5770263671875</c:v>
                </c:pt>
                <c:pt idx="5458">
                  <c:v>52.574386596679702</c:v>
                </c:pt>
                <c:pt idx="5459">
                  <c:v>52.572792053222699</c:v>
                </c:pt>
                <c:pt idx="5460">
                  <c:v>52.571975708007798</c:v>
                </c:pt>
                <c:pt idx="5461">
                  <c:v>52.5715522766113</c:v>
                </c:pt>
                <c:pt idx="5462">
                  <c:v>52.571323394775398</c:v>
                </c:pt>
                <c:pt idx="5463">
                  <c:v>52.554973602294901</c:v>
                </c:pt>
                <c:pt idx="5464">
                  <c:v>52.516357421875</c:v>
                </c:pt>
                <c:pt idx="5465">
                  <c:v>52.450920104980497</c:v>
                </c:pt>
                <c:pt idx="5466">
                  <c:v>52.2542114257813</c:v>
                </c:pt>
                <c:pt idx="5467">
                  <c:v>52.093578338623097</c:v>
                </c:pt>
                <c:pt idx="5468">
                  <c:v>51.8263549804688</c:v>
                </c:pt>
                <c:pt idx="5469">
                  <c:v>51.533409118652301</c:v>
                </c:pt>
                <c:pt idx="5470">
                  <c:v>51.348537445068402</c:v>
                </c:pt>
                <c:pt idx="5471">
                  <c:v>51.239322662353501</c:v>
                </c:pt>
                <c:pt idx="5472">
                  <c:v>51.171630859375</c:v>
                </c:pt>
                <c:pt idx="5473">
                  <c:v>51.083103179931598</c:v>
                </c:pt>
                <c:pt idx="5474">
                  <c:v>51.037467956542997</c:v>
                </c:pt>
                <c:pt idx="5475">
                  <c:v>50.99169921875</c:v>
                </c:pt>
                <c:pt idx="5476">
                  <c:v>50.9653930664063</c:v>
                </c:pt>
                <c:pt idx="5477">
                  <c:v>50.943923950195298</c:v>
                </c:pt>
                <c:pt idx="5478">
                  <c:v>50.894474029541001</c:v>
                </c:pt>
                <c:pt idx="5479">
                  <c:v>50.843330383300803</c:v>
                </c:pt>
                <c:pt idx="5480">
                  <c:v>50.800094604492202</c:v>
                </c:pt>
                <c:pt idx="5481">
                  <c:v>50.652824401855497</c:v>
                </c:pt>
                <c:pt idx="5482">
                  <c:v>50.478794097900398</c:v>
                </c:pt>
                <c:pt idx="5483">
                  <c:v>50.343803405761697</c:v>
                </c:pt>
                <c:pt idx="5484">
                  <c:v>50.240852355957003</c:v>
                </c:pt>
                <c:pt idx="5485">
                  <c:v>50.142181396484403</c:v>
                </c:pt>
                <c:pt idx="5486">
                  <c:v>49.957801818847699</c:v>
                </c:pt>
                <c:pt idx="5487">
                  <c:v>49.820560455322301</c:v>
                </c:pt>
                <c:pt idx="5488">
                  <c:v>49.8180961608887</c:v>
                </c:pt>
                <c:pt idx="5489">
                  <c:v>49.874752044677699</c:v>
                </c:pt>
                <c:pt idx="5490">
                  <c:v>49.8404350280762</c:v>
                </c:pt>
                <c:pt idx="5491">
                  <c:v>49.907890319824197</c:v>
                </c:pt>
                <c:pt idx="5492">
                  <c:v>49.8568305969238</c:v>
                </c:pt>
                <c:pt idx="5493">
                  <c:v>49.760257720947301</c:v>
                </c:pt>
                <c:pt idx="5494">
                  <c:v>49.618373870849602</c:v>
                </c:pt>
                <c:pt idx="5495">
                  <c:v>49.648250579833999</c:v>
                </c:pt>
                <c:pt idx="5496">
                  <c:v>49.671043395996101</c:v>
                </c:pt>
                <c:pt idx="5497">
                  <c:v>49.650074005127003</c:v>
                </c:pt>
                <c:pt idx="5498">
                  <c:v>49.670436859130902</c:v>
                </c:pt>
                <c:pt idx="5499">
                  <c:v>49.7161674499512</c:v>
                </c:pt>
                <c:pt idx="5500">
                  <c:v>49.80029296875</c:v>
                </c:pt>
                <c:pt idx="5501">
                  <c:v>49.796016693115199</c:v>
                </c:pt>
                <c:pt idx="5502">
                  <c:v>49.711704254150398</c:v>
                </c:pt>
                <c:pt idx="5503">
                  <c:v>49.6767768859863</c:v>
                </c:pt>
                <c:pt idx="5504">
                  <c:v>49.6458549499512</c:v>
                </c:pt>
                <c:pt idx="5505">
                  <c:v>49.645984649658203</c:v>
                </c:pt>
                <c:pt idx="5506">
                  <c:v>49.641937255859403</c:v>
                </c:pt>
                <c:pt idx="5507">
                  <c:v>49.595462799072301</c:v>
                </c:pt>
                <c:pt idx="5508">
                  <c:v>49.5390014648438</c:v>
                </c:pt>
                <c:pt idx="5509">
                  <c:v>49.5120239257813</c:v>
                </c:pt>
                <c:pt idx="5510">
                  <c:v>49.462848663330099</c:v>
                </c:pt>
                <c:pt idx="5511">
                  <c:v>49.407474517822301</c:v>
                </c:pt>
                <c:pt idx="5512">
                  <c:v>49.377758026123097</c:v>
                </c:pt>
                <c:pt idx="5513">
                  <c:v>49.359222412109403</c:v>
                </c:pt>
                <c:pt idx="5514">
                  <c:v>49.335475921630902</c:v>
                </c:pt>
                <c:pt idx="5515">
                  <c:v>49.3130073547363</c:v>
                </c:pt>
                <c:pt idx="5516">
                  <c:v>49.28515625</c:v>
                </c:pt>
                <c:pt idx="5517">
                  <c:v>49.291282653808601</c:v>
                </c:pt>
                <c:pt idx="5518">
                  <c:v>49.279499053955099</c:v>
                </c:pt>
                <c:pt idx="5519">
                  <c:v>49.1908988952637</c:v>
                </c:pt>
                <c:pt idx="5520">
                  <c:v>49.0761528015137</c:v>
                </c:pt>
                <c:pt idx="5521">
                  <c:v>49.032356262207003</c:v>
                </c:pt>
                <c:pt idx="5522">
                  <c:v>48.982357025146499</c:v>
                </c:pt>
                <c:pt idx="5523">
                  <c:v>49.0115966796875</c:v>
                </c:pt>
                <c:pt idx="5524">
                  <c:v>48.838172912597699</c:v>
                </c:pt>
                <c:pt idx="5525">
                  <c:v>48.760536193847699</c:v>
                </c:pt>
                <c:pt idx="5526">
                  <c:v>48.688720703125</c:v>
                </c:pt>
                <c:pt idx="5527">
                  <c:v>48.607551574707003</c:v>
                </c:pt>
                <c:pt idx="5528">
                  <c:v>48.525508880615199</c:v>
                </c:pt>
                <c:pt idx="5529">
                  <c:v>48.344268798828097</c:v>
                </c:pt>
                <c:pt idx="5530">
                  <c:v>48.173831939697301</c:v>
                </c:pt>
                <c:pt idx="5531">
                  <c:v>48.084693908691399</c:v>
                </c:pt>
                <c:pt idx="5532">
                  <c:v>48.015754699707003</c:v>
                </c:pt>
                <c:pt idx="5533">
                  <c:v>47.570480346679702</c:v>
                </c:pt>
                <c:pt idx="5534">
                  <c:v>47.149734497070298</c:v>
                </c:pt>
                <c:pt idx="5535">
                  <c:v>46.836463928222699</c:v>
                </c:pt>
                <c:pt idx="5536">
                  <c:v>46.440670013427699</c:v>
                </c:pt>
                <c:pt idx="5537">
                  <c:v>46.264533996582003</c:v>
                </c:pt>
                <c:pt idx="5538">
                  <c:v>46.187656402587898</c:v>
                </c:pt>
                <c:pt idx="5539">
                  <c:v>46.208034515380902</c:v>
                </c:pt>
                <c:pt idx="5540">
                  <c:v>46.515174865722699</c:v>
                </c:pt>
                <c:pt idx="5541">
                  <c:v>46.375003814697301</c:v>
                </c:pt>
                <c:pt idx="5542">
                  <c:v>46.599357604980497</c:v>
                </c:pt>
                <c:pt idx="5543">
                  <c:v>46.596446990966797</c:v>
                </c:pt>
                <c:pt idx="5544">
                  <c:v>46.816135406494098</c:v>
                </c:pt>
                <c:pt idx="5545">
                  <c:v>47.042953491210902</c:v>
                </c:pt>
                <c:pt idx="5546">
                  <c:v>46.811031341552699</c:v>
                </c:pt>
                <c:pt idx="5547">
                  <c:v>46.757633209228501</c:v>
                </c:pt>
                <c:pt idx="5548">
                  <c:v>47.018314361572301</c:v>
                </c:pt>
                <c:pt idx="5549">
                  <c:v>46.6794242858887</c:v>
                </c:pt>
                <c:pt idx="5550">
                  <c:v>46.441795349121101</c:v>
                </c:pt>
                <c:pt idx="5551">
                  <c:v>46.459396362304702</c:v>
                </c:pt>
                <c:pt idx="5552">
                  <c:v>46.625339508056598</c:v>
                </c:pt>
                <c:pt idx="5553">
                  <c:v>46.647251129150398</c:v>
                </c:pt>
                <c:pt idx="5554">
                  <c:v>46.672027587890597</c:v>
                </c:pt>
                <c:pt idx="5555">
                  <c:v>46.932853698730497</c:v>
                </c:pt>
                <c:pt idx="5556">
                  <c:v>47.055717468261697</c:v>
                </c:pt>
                <c:pt idx="5557">
                  <c:v>46.874965667724602</c:v>
                </c:pt>
                <c:pt idx="5558">
                  <c:v>46.692104339599602</c:v>
                </c:pt>
                <c:pt idx="5559">
                  <c:v>46.534954071044901</c:v>
                </c:pt>
                <c:pt idx="5560">
                  <c:v>46.329227447509801</c:v>
                </c:pt>
                <c:pt idx="5561">
                  <c:v>46.195552825927699</c:v>
                </c:pt>
                <c:pt idx="5562">
                  <c:v>46.093715667724602</c:v>
                </c:pt>
                <c:pt idx="5563">
                  <c:v>46.041366577148402</c:v>
                </c:pt>
                <c:pt idx="5564">
                  <c:v>46.046104431152301</c:v>
                </c:pt>
                <c:pt idx="5565">
                  <c:v>46.016944885253899</c:v>
                </c:pt>
                <c:pt idx="5566">
                  <c:v>46.001968383789098</c:v>
                </c:pt>
                <c:pt idx="5567">
                  <c:v>45.994285583496101</c:v>
                </c:pt>
                <c:pt idx="5568">
                  <c:v>45.990341186523402</c:v>
                </c:pt>
                <c:pt idx="5569">
                  <c:v>45.988311767578097</c:v>
                </c:pt>
                <c:pt idx="5570">
                  <c:v>45.987274169921903</c:v>
                </c:pt>
                <c:pt idx="5571">
                  <c:v>45.986740112304702</c:v>
                </c:pt>
                <c:pt idx="5572">
                  <c:v>45.986465454101598</c:v>
                </c:pt>
                <c:pt idx="5573">
                  <c:v>45.986324310302699</c:v>
                </c:pt>
                <c:pt idx="5574">
                  <c:v>45.986251831054702</c:v>
                </c:pt>
                <c:pt idx="5575">
                  <c:v>45.986213684082003</c:v>
                </c:pt>
                <c:pt idx="5576">
                  <c:v>45.986194610595703</c:v>
                </c:pt>
                <c:pt idx="5577">
                  <c:v>45.9861869812012</c:v>
                </c:pt>
                <c:pt idx="5578">
                  <c:v>45.986179351806598</c:v>
                </c:pt>
                <c:pt idx="5579">
                  <c:v>45.986179351806598</c:v>
                </c:pt>
                <c:pt idx="5580">
                  <c:v>45.986175537109403</c:v>
                </c:pt>
                <c:pt idx="5581">
                  <c:v>45.984596252441399</c:v>
                </c:pt>
                <c:pt idx="5582">
                  <c:v>45.985363006591797</c:v>
                </c:pt>
                <c:pt idx="5583">
                  <c:v>45.983291625976598</c:v>
                </c:pt>
                <c:pt idx="5584">
                  <c:v>45.983699798583999</c:v>
                </c:pt>
                <c:pt idx="5585">
                  <c:v>45.984287261962898</c:v>
                </c:pt>
                <c:pt idx="5586">
                  <c:v>45.977828979492202</c:v>
                </c:pt>
                <c:pt idx="5587">
                  <c:v>45.967159271240199</c:v>
                </c:pt>
                <c:pt idx="5588">
                  <c:v>45.968292236328097</c:v>
                </c:pt>
                <c:pt idx="5589">
                  <c:v>45.941764831542997</c:v>
                </c:pt>
                <c:pt idx="5590">
                  <c:v>45.914714813232401</c:v>
                </c:pt>
                <c:pt idx="5591">
                  <c:v>45.860286712646499</c:v>
                </c:pt>
                <c:pt idx="5592">
                  <c:v>45.812900543212898</c:v>
                </c:pt>
                <c:pt idx="5593">
                  <c:v>45.828208923339801</c:v>
                </c:pt>
                <c:pt idx="5594">
                  <c:v>45.851505279541001</c:v>
                </c:pt>
                <c:pt idx="5595">
                  <c:v>45.856163024902301</c:v>
                </c:pt>
                <c:pt idx="5596">
                  <c:v>45.867256164550803</c:v>
                </c:pt>
                <c:pt idx="5597">
                  <c:v>45.840030670166001</c:v>
                </c:pt>
                <c:pt idx="5598">
                  <c:v>45.834514617919901</c:v>
                </c:pt>
                <c:pt idx="5599">
                  <c:v>45.8210639953613</c:v>
                </c:pt>
                <c:pt idx="5600">
                  <c:v>45.798828125</c:v>
                </c:pt>
                <c:pt idx="5601">
                  <c:v>45.763832092285199</c:v>
                </c:pt>
                <c:pt idx="5602">
                  <c:v>45.715343475341797</c:v>
                </c:pt>
                <c:pt idx="5603">
                  <c:v>45.672069549560597</c:v>
                </c:pt>
                <c:pt idx="5604">
                  <c:v>45.608444213867202</c:v>
                </c:pt>
                <c:pt idx="5605">
                  <c:v>45.620449066162102</c:v>
                </c:pt>
                <c:pt idx="5606">
                  <c:v>45.602001190185597</c:v>
                </c:pt>
                <c:pt idx="5607">
                  <c:v>45.572952270507798</c:v>
                </c:pt>
                <c:pt idx="5608">
                  <c:v>45.497184753417997</c:v>
                </c:pt>
                <c:pt idx="5609">
                  <c:v>45.437896728515597</c:v>
                </c:pt>
                <c:pt idx="5610">
                  <c:v>45.4161186218262</c:v>
                </c:pt>
                <c:pt idx="5611">
                  <c:v>45.3937797546387</c:v>
                </c:pt>
                <c:pt idx="5612">
                  <c:v>45.380985260009801</c:v>
                </c:pt>
                <c:pt idx="5613">
                  <c:v>45.334743499755902</c:v>
                </c:pt>
                <c:pt idx="5614">
                  <c:v>45.334743499755902</c:v>
                </c:pt>
                <c:pt idx="5615">
                  <c:v>45.284431457519503</c:v>
                </c:pt>
                <c:pt idx="5616">
                  <c:v>45.231376647949197</c:v>
                </c:pt>
                <c:pt idx="5617">
                  <c:v>45.224407196044901</c:v>
                </c:pt>
                <c:pt idx="5618">
                  <c:v>45.226875305175803</c:v>
                </c:pt>
                <c:pt idx="5619">
                  <c:v>45.180770874023402</c:v>
                </c:pt>
                <c:pt idx="5620">
                  <c:v>45.141021728515597</c:v>
                </c:pt>
                <c:pt idx="5621">
                  <c:v>45.0872802734375</c:v>
                </c:pt>
                <c:pt idx="5622">
                  <c:v>44.968116760253899</c:v>
                </c:pt>
                <c:pt idx="5623">
                  <c:v>44.875988006591797</c:v>
                </c:pt>
                <c:pt idx="5624">
                  <c:v>44.843059539794901</c:v>
                </c:pt>
                <c:pt idx="5625">
                  <c:v>44.808475494384801</c:v>
                </c:pt>
                <c:pt idx="5626">
                  <c:v>44.7747993469238</c:v>
                </c:pt>
                <c:pt idx="5627">
                  <c:v>44.678173065185597</c:v>
                </c:pt>
                <c:pt idx="5628">
                  <c:v>44.648166656494098</c:v>
                </c:pt>
                <c:pt idx="5629">
                  <c:v>44.676727294921903</c:v>
                </c:pt>
                <c:pt idx="5630">
                  <c:v>44.684688568115199</c:v>
                </c:pt>
                <c:pt idx="5631">
                  <c:v>44.647556304931598</c:v>
                </c:pt>
                <c:pt idx="5632">
                  <c:v>44.580345153808601</c:v>
                </c:pt>
                <c:pt idx="5633">
                  <c:v>44.544113159179702</c:v>
                </c:pt>
                <c:pt idx="5634">
                  <c:v>44.476226806640597</c:v>
                </c:pt>
                <c:pt idx="5635">
                  <c:v>44.525894165039098</c:v>
                </c:pt>
                <c:pt idx="5636">
                  <c:v>44.732143402099602</c:v>
                </c:pt>
                <c:pt idx="5637">
                  <c:v>44.958911895752003</c:v>
                </c:pt>
                <c:pt idx="5638">
                  <c:v>45.152458190917997</c:v>
                </c:pt>
                <c:pt idx="5639">
                  <c:v>45.300918579101598</c:v>
                </c:pt>
                <c:pt idx="5640">
                  <c:v>45.554786682128899</c:v>
                </c:pt>
                <c:pt idx="5641">
                  <c:v>45.758064270019503</c:v>
                </c:pt>
                <c:pt idx="5642">
                  <c:v>45.866691589355497</c:v>
                </c:pt>
                <c:pt idx="5643">
                  <c:v>45.924854278564503</c:v>
                </c:pt>
                <c:pt idx="5644">
                  <c:v>45.9546928405762</c:v>
                </c:pt>
                <c:pt idx="5645">
                  <c:v>45.987003326416001</c:v>
                </c:pt>
                <c:pt idx="5646">
                  <c:v>46.432113647460902</c:v>
                </c:pt>
                <c:pt idx="5647">
                  <c:v>46.821952819824197</c:v>
                </c:pt>
                <c:pt idx="5648">
                  <c:v>47.678646087646499</c:v>
                </c:pt>
                <c:pt idx="5649">
                  <c:v>48.343406677246101</c:v>
                </c:pt>
                <c:pt idx="5650">
                  <c:v>48.8692626953125</c:v>
                </c:pt>
                <c:pt idx="5651">
                  <c:v>49.4520263671875</c:v>
                </c:pt>
                <c:pt idx="5652">
                  <c:v>49.938503265380902</c:v>
                </c:pt>
                <c:pt idx="5653">
                  <c:v>50.316257476806598</c:v>
                </c:pt>
                <c:pt idx="5654">
                  <c:v>50.726276397705099</c:v>
                </c:pt>
                <c:pt idx="5655">
                  <c:v>51.338138580322301</c:v>
                </c:pt>
                <c:pt idx="5656">
                  <c:v>51.7892456054688</c:v>
                </c:pt>
                <c:pt idx="5657">
                  <c:v>51.887466430664098</c:v>
                </c:pt>
                <c:pt idx="5658">
                  <c:v>52.247493743896499</c:v>
                </c:pt>
                <c:pt idx="5659">
                  <c:v>52.488376617431598</c:v>
                </c:pt>
                <c:pt idx="5660">
                  <c:v>52.760204315185597</c:v>
                </c:pt>
                <c:pt idx="5661">
                  <c:v>52.911510467529297</c:v>
                </c:pt>
                <c:pt idx="5662">
                  <c:v>53.196994781494098</c:v>
                </c:pt>
                <c:pt idx="5663">
                  <c:v>53.547874450683601</c:v>
                </c:pt>
                <c:pt idx="5664">
                  <c:v>53.898990631103501</c:v>
                </c:pt>
                <c:pt idx="5665">
                  <c:v>54.669147491455099</c:v>
                </c:pt>
                <c:pt idx="5666">
                  <c:v>55.285133361816399</c:v>
                </c:pt>
                <c:pt idx="5667">
                  <c:v>55.784252166748097</c:v>
                </c:pt>
                <c:pt idx="5668">
                  <c:v>56.010211944580099</c:v>
                </c:pt>
                <c:pt idx="5669">
                  <c:v>56.213191986083999</c:v>
                </c:pt>
                <c:pt idx="5670">
                  <c:v>56.6633911132813</c:v>
                </c:pt>
                <c:pt idx="5671">
                  <c:v>57.069217681884801</c:v>
                </c:pt>
                <c:pt idx="5672">
                  <c:v>57.346351623535199</c:v>
                </c:pt>
                <c:pt idx="5673">
                  <c:v>57.488025665283203</c:v>
                </c:pt>
                <c:pt idx="5674">
                  <c:v>57.651390075683601</c:v>
                </c:pt>
                <c:pt idx="5675">
                  <c:v>57.752147674560597</c:v>
                </c:pt>
                <c:pt idx="5676">
                  <c:v>57.792098999023402</c:v>
                </c:pt>
                <c:pt idx="5677">
                  <c:v>57.777538299560597</c:v>
                </c:pt>
                <c:pt idx="5678">
                  <c:v>57.724147796630902</c:v>
                </c:pt>
                <c:pt idx="5679">
                  <c:v>57.731101989746101</c:v>
                </c:pt>
                <c:pt idx="5680">
                  <c:v>57.671157836914098</c:v>
                </c:pt>
                <c:pt idx="5681">
                  <c:v>57.604457855224602</c:v>
                </c:pt>
                <c:pt idx="5682">
                  <c:v>57.549396514892599</c:v>
                </c:pt>
                <c:pt idx="5683">
                  <c:v>57.5258178710938</c:v>
                </c:pt>
                <c:pt idx="5684">
                  <c:v>57.502712249755902</c:v>
                </c:pt>
                <c:pt idx="5685">
                  <c:v>57.459148406982401</c:v>
                </c:pt>
                <c:pt idx="5686">
                  <c:v>57.169303894042997</c:v>
                </c:pt>
                <c:pt idx="5687">
                  <c:v>57.111644744873097</c:v>
                </c:pt>
                <c:pt idx="5688">
                  <c:v>56.962005615234403</c:v>
                </c:pt>
                <c:pt idx="5689">
                  <c:v>56.804286956787102</c:v>
                </c:pt>
                <c:pt idx="5690">
                  <c:v>56.638877868652301</c:v>
                </c:pt>
                <c:pt idx="5691">
                  <c:v>56.476062774658203</c:v>
                </c:pt>
                <c:pt idx="5692">
                  <c:v>56.486198425292997</c:v>
                </c:pt>
                <c:pt idx="5693">
                  <c:v>56.673145294189503</c:v>
                </c:pt>
                <c:pt idx="5694">
                  <c:v>56.807361602783203</c:v>
                </c:pt>
                <c:pt idx="5695">
                  <c:v>56.968990325927699</c:v>
                </c:pt>
                <c:pt idx="5696">
                  <c:v>56.856945037841797</c:v>
                </c:pt>
                <c:pt idx="5697">
                  <c:v>56.979824066162102</c:v>
                </c:pt>
                <c:pt idx="5698">
                  <c:v>57.1036987304688</c:v>
                </c:pt>
                <c:pt idx="5699">
                  <c:v>57.219211578369098</c:v>
                </c:pt>
                <c:pt idx="5700">
                  <c:v>57.266925811767599</c:v>
                </c:pt>
                <c:pt idx="5701">
                  <c:v>57.261184692382798</c:v>
                </c:pt>
                <c:pt idx="5702">
                  <c:v>57.184104919433601</c:v>
                </c:pt>
                <c:pt idx="5703">
                  <c:v>57.2794799804688</c:v>
                </c:pt>
                <c:pt idx="5704">
                  <c:v>57.264785766601598</c:v>
                </c:pt>
                <c:pt idx="5705">
                  <c:v>56.978488922119098</c:v>
                </c:pt>
                <c:pt idx="5706">
                  <c:v>56.825733184814503</c:v>
                </c:pt>
                <c:pt idx="5707">
                  <c:v>56.773849487304702</c:v>
                </c:pt>
                <c:pt idx="5708">
                  <c:v>56.608821868896499</c:v>
                </c:pt>
                <c:pt idx="5709">
                  <c:v>56.681880950927699</c:v>
                </c:pt>
                <c:pt idx="5710">
                  <c:v>56.586845397949197</c:v>
                </c:pt>
                <c:pt idx="5711">
                  <c:v>56.719364166259801</c:v>
                </c:pt>
                <c:pt idx="5712">
                  <c:v>56.601520538330099</c:v>
                </c:pt>
                <c:pt idx="5713">
                  <c:v>56.788661956787102</c:v>
                </c:pt>
                <c:pt idx="5714">
                  <c:v>56.548042297363303</c:v>
                </c:pt>
                <c:pt idx="5715">
                  <c:v>56.848659515380902</c:v>
                </c:pt>
                <c:pt idx="5716">
                  <c:v>57.162368774414098</c:v>
                </c:pt>
                <c:pt idx="5717">
                  <c:v>57.448135375976598</c:v>
                </c:pt>
                <c:pt idx="5718">
                  <c:v>57.761398315429702</c:v>
                </c:pt>
                <c:pt idx="5719">
                  <c:v>58.039352416992202</c:v>
                </c:pt>
                <c:pt idx="5720">
                  <c:v>58.120399475097699</c:v>
                </c:pt>
                <c:pt idx="5721">
                  <c:v>58.287075042724602</c:v>
                </c:pt>
                <c:pt idx="5722">
                  <c:v>58.520256042480497</c:v>
                </c:pt>
                <c:pt idx="5723">
                  <c:v>58.725395202636697</c:v>
                </c:pt>
                <c:pt idx="5724">
                  <c:v>58.834312438964801</c:v>
                </c:pt>
                <c:pt idx="5725">
                  <c:v>58.953693389892599</c:v>
                </c:pt>
                <c:pt idx="5726">
                  <c:v>59.143943786621101</c:v>
                </c:pt>
                <c:pt idx="5727">
                  <c:v>59.140892028808601</c:v>
                </c:pt>
                <c:pt idx="5728">
                  <c:v>59.076549530029297</c:v>
                </c:pt>
                <c:pt idx="5729">
                  <c:v>59.067966461181598</c:v>
                </c:pt>
                <c:pt idx="5730">
                  <c:v>59.192298889160199</c:v>
                </c:pt>
                <c:pt idx="5731">
                  <c:v>59.210910797119098</c:v>
                </c:pt>
                <c:pt idx="5732">
                  <c:v>59.261241912841797</c:v>
                </c:pt>
                <c:pt idx="5733">
                  <c:v>59.389900207519503</c:v>
                </c:pt>
                <c:pt idx="5734">
                  <c:v>59.344684600830099</c:v>
                </c:pt>
                <c:pt idx="5735">
                  <c:v>59.318229675292997</c:v>
                </c:pt>
                <c:pt idx="5736">
                  <c:v>59.326980590820298</c:v>
                </c:pt>
                <c:pt idx="5737">
                  <c:v>59.459598541259801</c:v>
                </c:pt>
                <c:pt idx="5738">
                  <c:v>59.504611968994098</c:v>
                </c:pt>
                <c:pt idx="5739">
                  <c:v>59.5349311828613</c:v>
                </c:pt>
                <c:pt idx="5740">
                  <c:v>59.497955322265597</c:v>
                </c:pt>
                <c:pt idx="5741">
                  <c:v>59.620307922363303</c:v>
                </c:pt>
                <c:pt idx="5742">
                  <c:v>59.801467895507798</c:v>
                </c:pt>
                <c:pt idx="5743">
                  <c:v>59.9116401672363</c:v>
                </c:pt>
                <c:pt idx="5744">
                  <c:v>60.056343078613303</c:v>
                </c:pt>
                <c:pt idx="5745">
                  <c:v>60.325912475585902</c:v>
                </c:pt>
                <c:pt idx="5746">
                  <c:v>60.447788238525398</c:v>
                </c:pt>
                <c:pt idx="5747">
                  <c:v>60.598133087158203</c:v>
                </c:pt>
                <c:pt idx="5748">
                  <c:v>60.949710845947301</c:v>
                </c:pt>
                <c:pt idx="5749">
                  <c:v>61.1830444335938</c:v>
                </c:pt>
                <c:pt idx="5750">
                  <c:v>61.257148742675803</c:v>
                </c:pt>
                <c:pt idx="5751">
                  <c:v>61.354034423828097</c:v>
                </c:pt>
                <c:pt idx="5752">
                  <c:v>61.463748931884801</c:v>
                </c:pt>
                <c:pt idx="5753">
                  <c:v>61.515762329101598</c:v>
                </c:pt>
                <c:pt idx="5754">
                  <c:v>61.541908264160199</c:v>
                </c:pt>
                <c:pt idx="5755">
                  <c:v>61.551399230957003</c:v>
                </c:pt>
                <c:pt idx="5756">
                  <c:v>61.505542755127003</c:v>
                </c:pt>
                <c:pt idx="5757">
                  <c:v>61.513881683349602</c:v>
                </c:pt>
                <c:pt idx="5758">
                  <c:v>61.4743041992188</c:v>
                </c:pt>
                <c:pt idx="5759">
                  <c:v>61.326507568359403</c:v>
                </c:pt>
                <c:pt idx="5760">
                  <c:v>61.118309020996101</c:v>
                </c:pt>
                <c:pt idx="5761">
                  <c:v>61.230796813964801</c:v>
                </c:pt>
                <c:pt idx="5762">
                  <c:v>61.351253509521499</c:v>
                </c:pt>
                <c:pt idx="5763">
                  <c:v>61.352893829345703</c:v>
                </c:pt>
                <c:pt idx="5764">
                  <c:v>61.454883575439503</c:v>
                </c:pt>
                <c:pt idx="5765">
                  <c:v>61.606025695800803</c:v>
                </c:pt>
                <c:pt idx="5766">
                  <c:v>61.743007659912102</c:v>
                </c:pt>
                <c:pt idx="5767">
                  <c:v>61.707473754882798</c:v>
                </c:pt>
                <c:pt idx="5768">
                  <c:v>61.687953948974602</c:v>
                </c:pt>
                <c:pt idx="5769">
                  <c:v>61.650497436523402</c:v>
                </c:pt>
                <c:pt idx="5770">
                  <c:v>61.610279083252003</c:v>
                </c:pt>
                <c:pt idx="5771">
                  <c:v>61.6238822937012</c:v>
                </c:pt>
                <c:pt idx="5772">
                  <c:v>61.528621673583999</c:v>
                </c:pt>
                <c:pt idx="5773">
                  <c:v>61.376747131347699</c:v>
                </c:pt>
                <c:pt idx="5774">
                  <c:v>61.336082458496101</c:v>
                </c:pt>
                <c:pt idx="5775">
                  <c:v>61.25</c:v>
                </c:pt>
                <c:pt idx="5776">
                  <c:v>61.024700164794901</c:v>
                </c:pt>
                <c:pt idx="5777">
                  <c:v>60.960830688476598</c:v>
                </c:pt>
                <c:pt idx="5778">
                  <c:v>60.853752136230497</c:v>
                </c:pt>
                <c:pt idx="5779">
                  <c:v>60.799324035644503</c:v>
                </c:pt>
                <c:pt idx="5780">
                  <c:v>60.9178657531738</c:v>
                </c:pt>
                <c:pt idx="5781">
                  <c:v>60.801017761230497</c:v>
                </c:pt>
                <c:pt idx="5782">
                  <c:v>60.720218658447301</c:v>
                </c:pt>
                <c:pt idx="5783">
                  <c:v>60.761966705322301</c:v>
                </c:pt>
                <c:pt idx="5784">
                  <c:v>60.746047973632798</c:v>
                </c:pt>
                <c:pt idx="5785">
                  <c:v>60.739875793457003</c:v>
                </c:pt>
                <c:pt idx="5786">
                  <c:v>60.720344543457003</c:v>
                </c:pt>
                <c:pt idx="5787">
                  <c:v>60.720798492431598</c:v>
                </c:pt>
                <c:pt idx="5788">
                  <c:v>60.7132377624512</c:v>
                </c:pt>
                <c:pt idx="5789">
                  <c:v>60.700252532958999</c:v>
                </c:pt>
                <c:pt idx="5790">
                  <c:v>60.679981231689503</c:v>
                </c:pt>
                <c:pt idx="5791">
                  <c:v>60.663928985595703</c:v>
                </c:pt>
                <c:pt idx="5792">
                  <c:v>60.56103515625</c:v>
                </c:pt>
                <c:pt idx="5793">
                  <c:v>60.483650207519503</c:v>
                </c:pt>
                <c:pt idx="5794">
                  <c:v>60.380165100097699</c:v>
                </c:pt>
                <c:pt idx="5795">
                  <c:v>60.128864288330099</c:v>
                </c:pt>
                <c:pt idx="5796">
                  <c:v>60.025928497314503</c:v>
                </c:pt>
                <c:pt idx="5797">
                  <c:v>59.956798553466797</c:v>
                </c:pt>
                <c:pt idx="5798">
                  <c:v>59.891117095947301</c:v>
                </c:pt>
                <c:pt idx="5799">
                  <c:v>59.857845306396499</c:v>
                </c:pt>
                <c:pt idx="5800">
                  <c:v>59.845001220703097</c:v>
                </c:pt>
                <c:pt idx="5801">
                  <c:v>59.7952690124512</c:v>
                </c:pt>
                <c:pt idx="5802">
                  <c:v>59.805408477783203</c:v>
                </c:pt>
                <c:pt idx="5803">
                  <c:v>59.848403930664098</c:v>
                </c:pt>
                <c:pt idx="5804">
                  <c:v>59.8729057312012</c:v>
                </c:pt>
                <c:pt idx="5805">
                  <c:v>59.882415771484403</c:v>
                </c:pt>
                <c:pt idx="5806">
                  <c:v>60.0798530578613</c:v>
                </c:pt>
                <c:pt idx="5807">
                  <c:v>60.332870483398402</c:v>
                </c:pt>
                <c:pt idx="5808">
                  <c:v>60.626785278320298</c:v>
                </c:pt>
                <c:pt idx="5809">
                  <c:v>61.047130584716797</c:v>
                </c:pt>
                <c:pt idx="5810">
                  <c:v>61.301967620849602</c:v>
                </c:pt>
                <c:pt idx="5811">
                  <c:v>61.534130096435597</c:v>
                </c:pt>
                <c:pt idx="5812">
                  <c:v>61.692802429199197</c:v>
                </c:pt>
                <c:pt idx="5813">
                  <c:v>61.906425476074197</c:v>
                </c:pt>
                <c:pt idx="5814">
                  <c:v>62.057029724121101</c:v>
                </c:pt>
                <c:pt idx="5815">
                  <c:v>62.275779724121101</c:v>
                </c:pt>
                <c:pt idx="5816">
                  <c:v>62.425743103027301</c:v>
                </c:pt>
                <c:pt idx="5817">
                  <c:v>62.528659820556598</c:v>
                </c:pt>
                <c:pt idx="5818">
                  <c:v>62.612987518310597</c:v>
                </c:pt>
                <c:pt idx="5819">
                  <c:v>62.8219184875488</c:v>
                </c:pt>
                <c:pt idx="5820">
                  <c:v>62.963703155517599</c:v>
                </c:pt>
                <c:pt idx="5821">
                  <c:v>63.306568145752003</c:v>
                </c:pt>
                <c:pt idx="5822">
                  <c:v>63.629344940185597</c:v>
                </c:pt>
                <c:pt idx="5823">
                  <c:v>63.831325531005902</c:v>
                </c:pt>
                <c:pt idx="5824">
                  <c:v>64.1195068359375</c:v>
                </c:pt>
                <c:pt idx="5825">
                  <c:v>64.260803222656307</c:v>
                </c:pt>
                <c:pt idx="5826">
                  <c:v>64.415298461914105</c:v>
                </c:pt>
                <c:pt idx="5827">
                  <c:v>64.609329223632798</c:v>
                </c:pt>
                <c:pt idx="5828">
                  <c:v>64.847846984863295</c:v>
                </c:pt>
                <c:pt idx="5829">
                  <c:v>64.979347229003906</c:v>
                </c:pt>
                <c:pt idx="5830">
                  <c:v>65.156921386718807</c:v>
                </c:pt>
                <c:pt idx="5831">
                  <c:v>65.346076965332003</c:v>
                </c:pt>
                <c:pt idx="5832">
                  <c:v>65.477157592773395</c:v>
                </c:pt>
                <c:pt idx="5833">
                  <c:v>65.654304504394503</c:v>
                </c:pt>
                <c:pt idx="5834">
                  <c:v>65.719497680664105</c:v>
                </c:pt>
                <c:pt idx="5835">
                  <c:v>66.073234558105497</c:v>
                </c:pt>
                <c:pt idx="5836">
                  <c:v>66.693634033203097</c:v>
                </c:pt>
                <c:pt idx="5837">
                  <c:v>67.021324157714801</c:v>
                </c:pt>
                <c:pt idx="5838">
                  <c:v>67.4720458984375</c:v>
                </c:pt>
                <c:pt idx="5839">
                  <c:v>68.011756896972699</c:v>
                </c:pt>
                <c:pt idx="5840">
                  <c:v>68.121345520019503</c:v>
                </c:pt>
                <c:pt idx="5841">
                  <c:v>68.334991455078097</c:v>
                </c:pt>
                <c:pt idx="5842">
                  <c:v>68.621192932128906</c:v>
                </c:pt>
                <c:pt idx="5843">
                  <c:v>68.812767028808594</c:v>
                </c:pt>
                <c:pt idx="5844">
                  <c:v>69.028785705566406</c:v>
                </c:pt>
                <c:pt idx="5845">
                  <c:v>69.032897949218807</c:v>
                </c:pt>
                <c:pt idx="5846">
                  <c:v>69.125633239746094</c:v>
                </c:pt>
                <c:pt idx="5847">
                  <c:v>69.169807434082003</c:v>
                </c:pt>
                <c:pt idx="5848">
                  <c:v>69.311676025390597</c:v>
                </c:pt>
                <c:pt idx="5849">
                  <c:v>69.477073669433594</c:v>
                </c:pt>
                <c:pt idx="5850">
                  <c:v>69.600914001464801</c:v>
                </c:pt>
                <c:pt idx="5851">
                  <c:v>69.6307373046875</c:v>
                </c:pt>
                <c:pt idx="5852">
                  <c:v>69.603729248046903</c:v>
                </c:pt>
                <c:pt idx="5853">
                  <c:v>69.495628356933594</c:v>
                </c:pt>
                <c:pt idx="5854">
                  <c:v>69.401176452636705</c:v>
                </c:pt>
                <c:pt idx="5855">
                  <c:v>69.266685485839801</c:v>
                </c:pt>
                <c:pt idx="5856">
                  <c:v>69.138816833496094</c:v>
                </c:pt>
                <c:pt idx="5857">
                  <c:v>69.035614013671903</c:v>
                </c:pt>
                <c:pt idx="5858">
                  <c:v>68.966888427734403</c:v>
                </c:pt>
                <c:pt idx="5859">
                  <c:v>68.727096557617202</c:v>
                </c:pt>
                <c:pt idx="5860">
                  <c:v>68.651962280273395</c:v>
                </c:pt>
                <c:pt idx="5861">
                  <c:v>68.404121398925795</c:v>
                </c:pt>
                <c:pt idx="5862">
                  <c:v>68.2884521484375</c:v>
                </c:pt>
                <c:pt idx="5863">
                  <c:v>68.046791076660199</c:v>
                </c:pt>
                <c:pt idx="5864">
                  <c:v>67.722648620605497</c:v>
                </c:pt>
                <c:pt idx="5865">
                  <c:v>67.463935852050795</c:v>
                </c:pt>
                <c:pt idx="5866">
                  <c:v>67.335716247558594</c:v>
                </c:pt>
                <c:pt idx="5867">
                  <c:v>67.268341064453097</c:v>
                </c:pt>
                <c:pt idx="5868">
                  <c:v>67.1766357421875</c:v>
                </c:pt>
                <c:pt idx="5869">
                  <c:v>67.093551635742202</c:v>
                </c:pt>
                <c:pt idx="5870">
                  <c:v>67.042297363281307</c:v>
                </c:pt>
                <c:pt idx="5871">
                  <c:v>67.0126953125</c:v>
                </c:pt>
                <c:pt idx="5872">
                  <c:v>66.878196716308594</c:v>
                </c:pt>
                <c:pt idx="5873">
                  <c:v>66.603706359863295</c:v>
                </c:pt>
                <c:pt idx="5874">
                  <c:v>66.248573303222699</c:v>
                </c:pt>
                <c:pt idx="5875">
                  <c:v>66.023994445800795</c:v>
                </c:pt>
                <c:pt idx="5876">
                  <c:v>65.850608825683594</c:v>
                </c:pt>
                <c:pt idx="5877">
                  <c:v>65.744186401367202</c:v>
                </c:pt>
                <c:pt idx="5878">
                  <c:v>65.714042663574205</c:v>
                </c:pt>
                <c:pt idx="5879">
                  <c:v>65.652656555175795</c:v>
                </c:pt>
                <c:pt idx="5880">
                  <c:v>65.620216369628906</c:v>
                </c:pt>
                <c:pt idx="5881">
                  <c:v>65.604461669921903</c:v>
                </c:pt>
                <c:pt idx="5882">
                  <c:v>65.5927734375</c:v>
                </c:pt>
                <c:pt idx="5883">
                  <c:v>65.536514282226605</c:v>
                </c:pt>
                <c:pt idx="5884">
                  <c:v>65.530029296875</c:v>
                </c:pt>
                <c:pt idx="5885">
                  <c:v>65.449836730957003</c:v>
                </c:pt>
                <c:pt idx="5886">
                  <c:v>65.385879516601605</c:v>
                </c:pt>
                <c:pt idx="5887">
                  <c:v>65.352890014648395</c:v>
                </c:pt>
                <c:pt idx="5888">
                  <c:v>65.434684753417997</c:v>
                </c:pt>
                <c:pt idx="5889">
                  <c:v>65.470382690429702</c:v>
                </c:pt>
                <c:pt idx="5890">
                  <c:v>65.526077270507798</c:v>
                </c:pt>
                <c:pt idx="5891">
                  <c:v>65.566680908203097</c:v>
                </c:pt>
                <c:pt idx="5892">
                  <c:v>65.765632629394503</c:v>
                </c:pt>
                <c:pt idx="5893">
                  <c:v>66.052947998046903</c:v>
                </c:pt>
                <c:pt idx="5894">
                  <c:v>66.557502746582003</c:v>
                </c:pt>
                <c:pt idx="5895">
                  <c:v>66.901252746582003</c:v>
                </c:pt>
                <c:pt idx="5896">
                  <c:v>67.081611633300795</c:v>
                </c:pt>
                <c:pt idx="5897">
                  <c:v>67.438316345214801</c:v>
                </c:pt>
                <c:pt idx="5898">
                  <c:v>67.687873840332003</c:v>
                </c:pt>
                <c:pt idx="5899">
                  <c:v>67.833557128906307</c:v>
                </c:pt>
                <c:pt idx="5900">
                  <c:v>68.032302856445298</c:v>
                </c:pt>
                <c:pt idx="5901">
                  <c:v>68.279876708984403</c:v>
                </c:pt>
                <c:pt idx="5902">
                  <c:v>68.481674194335895</c:v>
                </c:pt>
                <c:pt idx="5903">
                  <c:v>68.433532714843807</c:v>
                </c:pt>
                <c:pt idx="5904">
                  <c:v>68.642868041992202</c:v>
                </c:pt>
                <c:pt idx="5905">
                  <c:v>68.731353759765597</c:v>
                </c:pt>
                <c:pt idx="5906">
                  <c:v>68.825180053710895</c:v>
                </c:pt>
                <c:pt idx="5907">
                  <c:v>68.968254089355497</c:v>
                </c:pt>
                <c:pt idx="5908">
                  <c:v>69.016845703125</c:v>
                </c:pt>
                <c:pt idx="5909">
                  <c:v>69.091407775878906</c:v>
                </c:pt>
                <c:pt idx="5910">
                  <c:v>69.1707763671875</c:v>
                </c:pt>
                <c:pt idx="5911">
                  <c:v>69.396690368652301</c:v>
                </c:pt>
                <c:pt idx="5912">
                  <c:v>69.379669189453097</c:v>
                </c:pt>
                <c:pt idx="5913">
                  <c:v>69.456581115722699</c:v>
                </c:pt>
                <c:pt idx="5914">
                  <c:v>69.482582092285199</c:v>
                </c:pt>
                <c:pt idx="5915">
                  <c:v>69.490585327148395</c:v>
                </c:pt>
                <c:pt idx="5916">
                  <c:v>69.578475952148395</c:v>
                </c:pt>
                <c:pt idx="5917">
                  <c:v>69.630729675292997</c:v>
                </c:pt>
                <c:pt idx="5918">
                  <c:v>69.534011840820298</c:v>
                </c:pt>
                <c:pt idx="5919">
                  <c:v>69.336112976074205</c:v>
                </c:pt>
                <c:pt idx="5920">
                  <c:v>69.300498962402301</c:v>
                </c:pt>
                <c:pt idx="5921">
                  <c:v>69.180130004882798</c:v>
                </c:pt>
                <c:pt idx="5922">
                  <c:v>69.287483215332003</c:v>
                </c:pt>
                <c:pt idx="5923">
                  <c:v>69.330322265625</c:v>
                </c:pt>
                <c:pt idx="5924">
                  <c:v>69.268112182617202</c:v>
                </c:pt>
                <c:pt idx="5925">
                  <c:v>69.194496154785199</c:v>
                </c:pt>
                <c:pt idx="5926">
                  <c:v>69.241737365722699</c:v>
                </c:pt>
                <c:pt idx="5927">
                  <c:v>69.259895324707003</c:v>
                </c:pt>
                <c:pt idx="5928">
                  <c:v>69.193183898925795</c:v>
                </c:pt>
                <c:pt idx="5929">
                  <c:v>69.151847839355497</c:v>
                </c:pt>
                <c:pt idx="5930">
                  <c:v>69.083969116210895</c:v>
                </c:pt>
                <c:pt idx="5931">
                  <c:v>69.025657653808594</c:v>
                </c:pt>
                <c:pt idx="5932">
                  <c:v>68.973571777343807</c:v>
                </c:pt>
                <c:pt idx="5933">
                  <c:v>68.916496276855497</c:v>
                </c:pt>
                <c:pt idx="5934">
                  <c:v>68.781822204589801</c:v>
                </c:pt>
                <c:pt idx="5935">
                  <c:v>68.700218200683594</c:v>
                </c:pt>
                <c:pt idx="5936">
                  <c:v>68.592422485351605</c:v>
                </c:pt>
                <c:pt idx="5937">
                  <c:v>68.432830810546903</c:v>
                </c:pt>
                <c:pt idx="5938">
                  <c:v>68.156929016113295</c:v>
                </c:pt>
                <c:pt idx="5939">
                  <c:v>68.027809143066406</c:v>
                </c:pt>
                <c:pt idx="5940">
                  <c:v>67.648628234863295</c:v>
                </c:pt>
                <c:pt idx="5941">
                  <c:v>67.423469543457003</c:v>
                </c:pt>
                <c:pt idx="5942">
                  <c:v>67.183242797851605</c:v>
                </c:pt>
                <c:pt idx="5943">
                  <c:v>67.004768371582003</c:v>
                </c:pt>
                <c:pt idx="5944">
                  <c:v>66.593788146972699</c:v>
                </c:pt>
                <c:pt idx="5945">
                  <c:v>66.126426696777301</c:v>
                </c:pt>
                <c:pt idx="5946">
                  <c:v>65.864471435546903</c:v>
                </c:pt>
                <c:pt idx="5947">
                  <c:v>65.729812622070298</c:v>
                </c:pt>
                <c:pt idx="5948">
                  <c:v>65.660728454589801</c:v>
                </c:pt>
                <c:pt idx="5949">
                  <c:v>65.620437622070298</c:v>
                </c:pt>
                <c:pt idx="5950">
                  <c:v>65.591300964355497</c:v>
                </c:pt>
                <c:pt idx="5951">
                  <c:v>65.540374755859403</c:v>
                </c:pt>
                <c:pt idx="5952">
                  <c:v>65.520126342773395</c:v>
                </c:pt>
                <c:pt idx="5953">
                  <c:v>65.415008544921903</c:v>
                </c:pt>
                <c:pt idx="5954">
                  <c:v>65.264793395996094</c:v>
                </c:pt>
                <c:pt idx="5955">
                  <c:v>65.087867736816406</c:v>
                </c:pt>
                <c:pt idx="5956">
                  <c:v>64.980522155761705</c:v>
                </c:pt>
                <c:pt idx="5957">
                  <c:v>64.847122192382798</c:v>
                </c:pt>
                <c:pt idx="5958">
                  <c:v>64.667045593261705</c:v>
                </c:pt>
                <c:pt idx="5959">
                  <c:v>64.489830017089801</c:v>
                </c:pt>
                <c:pt idx="5960">
                  <c:v>64.353401184082003</c:v>
                </c:pt>
                <c:pt idx="5961">
                  <c:v>64.243156433105497</c:v>
                </c:pt>
                <c:pt idx="5962">
                  <c:v>64.087211608886705</c:v>
                </c:pt>
                <c:pt idx="5963">
                  <c:v>64.026420593261705</c:v>
                </c:pt>
                <c:pt idx="5964">
                  <c:v>63.902732849121101</c:v>
                </c:pt>
                <c:pt idx="5965">
                  <c:v>63.589717864990199</c:v>
                </c:pt>
                <c:pt idx="5966">
                  <c:v>63.384609222412102</c:v>
                </c:pt>
                <c:pt idx="5967">
                  <c:v>63.231540679931598</c:v>
                </c:pt>
                <c:pt idx="5968">
                  <c:v>63.046352386474602</c:v>
                </c:pt>
                <c:pt idx="5969">
                  <c:v>62.984790802002003</c:v>
                </c:pt>
                <c:pt idx="5970">
                  <c:v>62.796543121337898</c:v>
                </c:pt>
                <c:pt idx="5971">
                  <c:v>62.589019775390597</c:v>
                </c:pt>
                <c:pt idx="5972">
                  <c:v>62.456787109375</c:v>
                </c:pt>
                <c:pt idx="5973">
                  <c:v>62.426822662353501</c:v>
                </c:pt>
                <c:pt idx="5974">
                  <c:v>62.282569885253899</c:v>
                </c:pt>
                <c:pt idx="5975">
                  <c:v>62.141330718994098</c:v>
                </c:pt>
                <c:pt idx="5976">
                  <c:v>61.985755920410199</c:v>
                </c:pt>
                <c:pt idx="5977">
                  <c:v>61.905158996582003</c:v>
                </c:pt>
                <c:pt idx="5978">
                  <c:v>61.838768005371101</c:v>
                </c:pt>
                <c:pt idx="5979">
                  <c:v>61.683704376220703</c:v>
                </c:pt>
                <c:pt idx="5980">
                  <c:v>61.573577880859403</c:v>
                </c:pt>
                <c:pt idx="5981">
                  <c:v>61.4742431640625</c:v>
                </c:pt>
                <c:pt idx="5982">
                  <c:v>61.273143768310597</c:v>
                </c:pt>
                <c:pt idx="5983">
                  <c:v>61.039997100830099</c:v>
                </c:pt>
                <c:pt idx="5984">
                  <c:v>60.894660949707003</c:v>
                </c:pt>
                <c:pt idx="5985">
                  <c:v>60.7938232421875</c:v>
                </c:pt>
                <c:pt idx="5986">
                  <c:v>60.723297119140597</c:v>
                </c:pt>
                <c:pt idx="5987">
                  <c:v>60.656314849853501</c:v>
                </c:pt>
                <c:pt idx="5988">
                  <c:v>60.587001800537102</c:v>
                </c:pt>
                <c:pt idx="5989">
                  <c:v>60.403778076171903</c:v>
                </c:pt>
                <c:pt idx="5990">
                  <c:v>60.19384765625</c:v>
                </c:pt>
                <c:pt idx="5991">
                  <c:v>60.065101623535199</c:v>
                </c:pt>
                <c:pt idx="5992">
                  <c:v>59.9863090515137</c:v>
                </c:pt>
                <c:pt idx="5993">
                  <c:v>59.891941070556598</c:v>
                </c:pt>
                <c:pt idx="5994">
                  <c:v>59.846279144287102</c:v>
                </c:pt>
                <c:pt idx="5995">
                  <c:v>59.682010650634801</c:v>
                </c:pt>
                <c:pt idx="5996">
                  <c:v>59.521450042724602</c:v>
                </c:pt>
                <c:pt idx="5997">
                  <c:v>59.358097076416001</c:v>
                </c:pt>
                <c:pt idx="5998">
                  <c:v>59.233364105224602</c:v>
                </c:pt>
                <c:pt idx="5999">
                  <c:v>59.079658508300803</c:v>
                </c:pt>
                <c:pt idx="6000">
                  <c:v>58.997978210449197</c:v>
                </c:pt>
                <c:pt idx="6001">
                  <c:v>58.9547309875488</c:v>
                </c:pt>
                <c:pt idx="6002">
                  <c:v>58.818992614746101</c:v>
                </c:pt>
                <c:pt idx="6003">
                  <c:v>58.691890716552699</c:v>
                </c:pt>
                <c:pt idx="6004">
                  <c:v>58.637866973877003</c:v>
                </c:pt>
                <c:pt idx="6005">
                  <c:v>58.556465148925803</c:v>
                </c:pt>
                <c:pt idx="6006">
                  <c:v>58.484912872314503</c:v>
                </c:pt>
                <c:pt idx="6007">
                  <c:v>58.39599609375</c:v>
                </c:pt>
                <c:pt idx="6008">
                  <c:v>58.3717231750488</c:v>
                </c:pt>
                <c:pt idx="6009">
                  <c:v>58.2325439453125</c:v>
                </c:pt>
                <c:pt idx="6010">
                  <c:v>58.135734558105497</c:v>
                </c:pt>
                <c:pt idx="6011">
                  <c:v>58.032859802246101</c:v>
                </c:pt>
                <c:pt idx="6012">
                  <c:v>58.128910064697301</c:v>
                </c:pt>
                <c:pt idx="6013">
                  <c:v>58.179924011230497</c:v>
                </c:pt>
                <c:pt idx="6014">
                  <c:v>58.228836059570298</c:v>
                </c:pt>
                <c:pt idx="6015">
                  <c:v>58.2658882141113</c:v>
                </c:pt>
                <c:pt idx="6016">
                  <c:v>58.458381652832003</c:v>
                </c:pt>
                <c:pt idx="6017">
                  <c:v>58.477024078369098</c:v>
                </c:pt>
                <c:pt idx="6018">
                  <c:v>58.570079803466797</c:v>
                </c:pt>
                <c:pt idx="6019">
                  <c:v>58.514453887939503</c:v>
                </c:pt>
                <c:pt idx="6020">
                  <c:v>58.6533203125</c:v>
                </c:pt>
                <c:pt idx="6021">
                  <c:v>58.668342590332003</c:v>
                </c:pt>
                <c:pt idx="6022">
                  <c:v>58.567256927490199</c:v>
                </c:pt>
                <c:pt idx="6023">
                  <c:v>58.653636932373097</c:v>
                </c:pt>
                <c:pt idx="6024">
                  <c:v>58.616123199462898</c:v>
                </c:pt>
                <c:pt idx="6025">
                  <c:v>58.6668891906738</c:v>
                </c:pt>
                <c:pt idx="6026">
                  <c:v>58.629264831542997</c:v>
                </c:pt>
                <c:pt idx="6027">
                  <c:v>58.706539154052699</c:v>
                </c:pt>
                <c:pt idx="6028">
                  <c:v>58.756565093994098</c:v>
                </c:pt>
                <c:pt idx="6029">
                  <c:v>58.782360076904297</c:v>
                </c:pt>
                <c:pt idx="6030">
                  <c:v>58.854606628417997</c:v>
                </c:pt>
                <c:pt idx="6031">
                  <c:v>59.015995025634801</c:v>
                </c:pt>
                <c:pt idx="6032">
                  <c:v>59.111598968505902</c:v>
                </c:pt>
                <c:pt idx="6033">
                  <c:v>59.181396484375</c:v>
                </c:pt>
                <c:pt idx="6034">
                  <c:v>59.322113037109403</c:v>
                </c:pt>
                <c:pt idx="6035">
                  <c:v>59.659042358398402</c:v>
                </c:pt>
                <c:pt idx="6036">
                  <c:v>59.752635955810597</c:v>
                </c:pt>
                <c:pt idx="6037">
                  <c:v>59.899951934814503</c:v>
                </c:pt>
                <c:pt idx="6038">
                  <c:v>60.289180755615199</c:v>
                </c:pt>
                <c:pt idx="6039">
                  <c:v>60.441696166992202</c:v>
                </c:pt>
                <c:pt idx="6040">
                  <c:v>60.464706420898402</c:v>
                </c:pt>
                <c:pt idx="6041">
                  <c:v>60.527366638183601</c:v>
                </c:pt>
                <c:pt idx="6042">
                  <c:v>61.078498840332003</c:v>
                </c:pt>
                <c:pt idx="6043">
                  <c:v>61.267066955566399</c:v>
                </c:pt>
                <c:pt idx="6044">
                  <c:v>61.532222747802699</c:v>
                </c:pt>
                <c:pt idx="6045">
                  <c:v>61.608932495117202</c:v>
                </c:pt>
                <c:pt idx="6046">
                  <c:v>61.916759490966797</c:v>
                </c:pt>
                <c:pt idx="6047">
                  <c:v>62.241481781005902</c:v>
                </c:pt>
                <c:pt idx="6048">
                  <c:v>62.517642974853501</c:v>
                </c:pt>
                <c:pt idx="6049">
                  <c:v>62.684238433837898</c:v>
                </c:pt>
                <c:pt idx="6050">
                  <c:v>62.620449066162102</c:v>
                </c:pt>
                <c:pt idx="6051">
                  <c:v>63.209877014160199</c:v>
                </c:pt>
                <c:pt idx="6052">
                  <c:v>63.352626800537102</c:v>
                </c:pt>
                <c:pt idx="6053">
                  <c:v>63.752696990966797</c:v>
                </c:pt>
                <c:pt idx="6054">
                  <c:v>63.954063415527301</c:v>
                </c:pt>
                <c:pt idx="6055">
                  <c:v>63.980697631835902</c:v>
                </c:pt>
                <c:pt idx="6056">
                  <c:v>64.062271118164105</c:v>
                </c:pt>
                <c:pt idx="6057">
                  <c:v>64.405357360839801</c:v>
                </c:pt>
                <c:pt idx="6058">
                  <c:v>64.674285888671903</c:v>
                </c:pt>
                <c:pt idx="6059">
                  <c:v>64.882072448730497</c:v>
                </c:pt>
                <c:pt idx="6060">
                  <c:v>64.768943786621094</c:v>
                </c:pt>
                <c:pt idx="6061">
                  <c:v>64.942207336425795</c:v>
                </c:pt>
                <c:pt idx="6062">
                  <c:v>64.888092041015597</c:v>
                </c:pt>
                <c:pt idx="6063">
                  <c:v>64.818679809570298</c:v>
                </c:pt>
                <c:pt idx="6064">
                  <c:v>64.831008911132798</c:v>
                </c:pt>
                <c:pt idx="6065">
                  <c:v>64.844772338867202</c:v>
                </c:pt>
                <c:pt idx="6066">
                  <c:v>64.831924438476605</c:v>
                </c:pt>
                <c:pt idx="6067">
                  <c:v>64.803260803222699</c:v>
                </c:pt>
                <c:pt idx="6068">
                  <c:v>64.742874145507798</c:v>
                </c:pt>
                <c:pt idx="6069">
                  <c:v>64.6949462890625</c:v>
                </c:pt>
                <c:pt idx="6070">
                  <c:v>64.705902099609403</c:v>
                </c:pt>
                <c:pt idx="6071">
                  <c:v>64.521980285644503</c:v>
                </c:pt>
                <c:pt idx="6072">
                  <c:v>64.435501098632798</c:v>
                </c:pt>
                <c:pt idx="6073">
                  <c:v>64.306076049804702</c:v>
                </c:pt>
                <c:pt idx="6074">
                  <c:v>64.242057800292997</c:v>
                </c:pt>
                <c:pt idx="6075">
                  <c:v>64.143264770507798</c:v>
                </c:pt>
                <c:pt idx="6076">
                  <c:v>64.101875305175795</c:v>
                </c:pt>
                <c:pt idx="6077">
                  <c:v>64.130455017089801</c:v>
                </c:pt>
                <c:pt idx="6078">
                  <c:v>64.0897216796875</c:v>
                </c:pt>
                <c:pt idx="6079">
                  <c:v>64.030075073242202</c:v>
                </c:pt>
                <c:pt idx="6080">
                  <c:v>63.830814361572301</c:v>
                </c:pt>
                <c:pt idx="6081">
                  <c:v>63.871391296386697</c:v>
                </c:pt>
                <c:pt idx="6082">
                  <c:v>63.891410827636697</c:v>
                </c:pt>
                <c:pt idx="6083">
                  <c:v>63.913982391357401</c:v>
                </c:pt>
                <c:pt idx="6084">
                  <c:v>63.9118041992188</c:v>
                </c:pt>
                <c:pt idx="6085">
                  <c:v>63.642929077148402</c:v>
                </c:pt>
                <c:pt idx="6086">
                  <c:v>63.696628570556598</c:v>
                </c:pt>
                <c:pt idx="6087">
                  <c:v>63.754581451416001</c:v>
                </c:pt>
                <c:pt idx="6088">
                  <c:v>63.852210998535199</c:v>
                </c:pt>
                <c:pt idx="6089">
                  <c:v>63.953460693359403</c:v>
                </c:pt>
                <c:pt idx="6090">
                  <c:v>63.866016387939503</c:v>
                </c:pt>
                <c:pt idx="6091">
                  <c:v>64.013954162597699</c:v>
                </c:pt>
                <c:pt idx="6092">
                  <c:v>63.804454803466797</c:v>
                </c:pt>
                <c:pt idx="6093">
                  <c:v>63.928989410400398</c:v>
                </c:pt>
                <c:pt idx="6094">
                  <c:v>63.997501373291001</c:v>
                </c:pt>
                <c:pt idx="6095">
                  <c:v>64.198562622070298</c:v>
                </c:pt>
                <c:pt idx="6096">
                  <c:v>64.277381896972699</c:v>
                </c:pt>
                <c:pt idx="6097">
                  <c:v>64.658172607421903</c:v>
                </c:pt>
                <c:pt idx="6098">
                  <c:v>64.655281066894503</c:v>
                </c:pt>
                <c:pt idx="6099">
                  <c:v>64.973037719726605</c:v>
                </c:pt>
                <c:pt idx="6100">
                  <c:v>65.180572509765597</c:v>
                </c:pt>
                <c:pt idx="6101">
                  <c:v>65.277320861816406</c:v>
                </c:pt>
                <c:pt idx="6102">
                  <c:v>65.374153137207003</c:v>
                </c:pt>
                <c:pt idx="6103">
                  <c:v>65.49072265625</c:v>
                </c:pt>
                <c:pt idx="6104">
                  <c:v>65.539909362792997</c:v>
                </c:pt>
                <c:pt idx="6105">
                  <c:v>65.994308471679702</c:v>
                </c:pt>
                <c:pt idx="6106">
                  <c:v>66.575721740722699</c:v>
                </c:pt>
                <c:pt idx="6107">
                  <c:v>66.839942932128906</c:v>
                </c:pt>
                <c:pt idx="6108">
                  <c:v>67.073356628417997</c:v>
                </c:pt>
                <c:pt idx="6109">
                  <c:v>67.194869995117202</c:v>
                </c:pt>
                <c:pt idx="6110">
                  <c:v>67.599029541015597</c:v>
                </c:pt>
                <c:pt idx="6111">
                  <c:v>67.977149963378906</c:v>
                </c:pt>
                <c:pt idx="6112">
                  <c:v>68.303192138671903</c:v>
                </c:pt>
                <c:pt idx="6113">
                  <c:v>68.587242126464801</c:v>
                </c:pt>
                <c:pt idx="6114">
                  <c:v>68.733444213867202</c:v>
                </c:pt>
                <c:pt idx="6115">
                  <c:v>68.968803405761705</c:v>
                </c:pt>
                <c:pt idx="6116">
                  <c:v>69.500617980957003</c:v>
                </c:pt>
                <c:pt idx="6117">
                  <c:v>69.787658691406307</c:v>
                </c:pt>
                <c:pt idx="6118">
                  <c:v>69.760780334472699</c:v>
                </c:pt>
                <c:pt idx="6119">
                  <c:v>69.870361328125</c:v>
                </c:pt>
                <c:pt idx="6120">
                  <c:v>70.216316223144503</c:v>
                </c:pt>
                <c:pt idx="6121">
                  <c:v>70.374435424804702</c:v>
                </c:pt>
                <c:pt idx="6122">
                  <c:v>70.703872680664105</c:v>
                </c:pt>
                <c:pt idx="6123">
                  <c:v>70.999237060546903</c:v>
                </c:pt>
                <c:pt idx="6124">
                  <c:v>71.334167480468807</c:v>
                </c:pt>
                <c:pt idx="6125">
                  <c:v>71.278388977050795</c:v>
                </c:pt>
                <c:pt idx="6126">
                  <c:v>71.331604003906307</c:v>
                </c:pt>
                <c:pt idx="6127">
                  <c:v>71.550437927246094</c:v>
                </c:pt>
                <c:pt idx="6128">
                  <c:v>71.781631469726605</c:v>
                </c:pt>
                <c:pt idx="6129">
                  <c:v>71.946037292480497</c:v>
                </c:pt>
                <c:pt idx="6130">
                  <c:v>72.031486511230497</c:v>
                </c:pt>
                <c:pt idx="6131">
                  <c:v>72.075416564941406</c:v>
                </c:pt>
                <c:pt idx="6132">
                  <c:v>72.097953796386705</c:v>
                </c:pt>
                <c:pt idx="6133">
                  <c:v>72.310493469238295</c:v>
                </c:pt>
                <c:pt idx="6134">
                  <c:v>72.487487792968807</c:v>
                </c:pt>
                <c:pt idx="6135">
                  <c:v>72.3095703125</c:v>
                </c:pt>
                <c:pt idx="6136">
                  <c:v>72.374298095703097</c:v>
                </c:pt>
                <c:pt idx="6137">
                  <c:v>73.697219848632798</c:v>
                </c:pt>
                <c:pt idx="6138">
                  <c:v>74.308853149414105</c:v>
                </c:pt>
                <c:pt idx="6139">
                  <c:v>74.649230957031307</c:v>
                </c:pt>
                <c:pt idx="6140">
                  <c:v>75.147956848144503</c:v>
                </c:pt>
                <c:pt idx="6141">
                  <c:v>75.391700744628906</c:v>
                </c:pt>
                <c:pt idx="6142">
                  <c:v>75.565254211425795</c:v>
                </c:pt>
                <c:pt idx="6143">
                  <c:v>76.425285339355497</c:v>
                </c:pt>
                <c:pt idx="6144">
                  <c:v>77.4876708984375</c:v>
                </c:pt>
                <c:pt idx="6145">
                  <c:v>78.077079772949205</c:v>
                </c:pt>
                <c:pt idx="6146">
                  <c:v>78.38330078125</c:v>
                </c:pt>
                <c:pt idx="6147">
                  <c:v>78.540710449218807</c:v>
                </c:pt>
                <c:pt idx="6148">
                  <c:v>78.649963378906307</c:v>
                </c:pt>
                <c:pt idx="6149">
                  <c:v>78.85693359375</c:v>
                </c:pt>
                <c:pt idx="6150">
                  <c:v>78.874473571777301</c:v>
                </c:pt>
                <c:pt idx="6151">
                  <c:v>78.798049926757798</c:v>
                </c:pt>
                <c:pt idx="6152">
                  <c:v>78.965835571289105</c:v>
                </c:pt>
                <c:pt idx="6153">
                  <c:v>79.037971496582003</c:v>
                </c:pt>
                <c:pt idx="6154">
                  <c:v>79.148124694824205</c:v>
                </c:pt>
                <c:pt idx="6155">
                  <c:v>79.404075622558594</c:v>
                </c:pt>
                <c:pt idx="6156">
                  <c:v>79.519096374511705</c:v>
                </c:pt>
                <c:pt idx="6157">
                  <c:v>79.349967956542997</c:v>
                </c:pt>
                <c:pt idx="6158">
                  <c:v>79.209037780761705</c:v>
                </c:pt>
                <c:pt idx="6159">
                  <c:v>79.347251892089801</c:v>
                </c:pt>
                <c:pt idx="6160">
                  <c:v>79.329338073730497</c:v>
                </c:pt>
                <c:pt idx="6161">
                  <c:v>79.310615539550795</c:v>
                </c:pt>
                <c:pt idx="6162">
                  <c:v>79.234062194824205</c:v>
                </c:pt>
                <c:pt idx="6163">
                  <c:v>79.213356018066406</c:v>
                </c:pt>
                <c:pt idx="6164">
                  <c:v>79.188995361328097</c:v>
                </c:pt>
                <c:pt idx="6165">
                  <c:v>79.064949035644503</c:v>
                </c:pt>
                <c:pt idx="6166">
                  <c:v>78.983383178710895</c:v>
                </c:pt>
                <c:pt idx="6167">
                  <c:v>78.852478027343807</c:v>
                </c:pt>
                <c:pt idx="6168">
                  <c:v>78.826568603515597</c:v>
                </c:pt>
                <c:pt idx="6169">
                  <c:v>78.873039245605497</c:v>
                </c:pt>
                <c:pt idx="6170">
                  <c:v>78.807243347167997</c:v>
                </c:pt>
                <c:pt idx="6171">
                  <c:v>78.799163818359403</c:v>
                </c:pt>
                <c:pt idx="6172">
                  <c:v>78.804039001464801</c:v>
                </c:pt>
                <c:pt idx="6173">
                  <c:v>78.760032653808594</c:v>
                </c:pt>
                <c:pt idx="6174">
                  <c:v>78.734054565429702</c:v>
                </c:pt>
                <c:pt idx="6175">
                  <c:v>78.721473693847699</c:v>
                </c:pt>
                <c:pt idx="6176">
                  <c:v>78.754096984863295</c:v>
                </c:pt>
                <c:pt idx="6177">
                  <c:v>78.754768371582003</c:v>
                </c:pt>
                <c:pt idx="6178">
                  <c:v>78.735069274902301</c:v>
                </c:pt>
                <c:pt idx="6179">
                  <c:v>78.721244812011705</c:v>
                </c:pt>
                <c:pt idx="6180">
                  <c:v>78.714889526367202</c:v>
                </c:pt>
                <c:pt idx="6181">
                  <c:v>78.711685180664105</c:v>
                </c:pt>
                <c:pt idx="6182">
                  <c:v>78.685729980468807</c:v>
                </c:pt>
                <c:pt idx="6183">
                  <c:v>78.701316833496094</c:v>
                </c:pt>
                <c:pt idx="6184">
                  <c:v>78.707351684570298</c:v>
                </c:pt>
                <c:pt idx="6185">
                  <c:v>78.708610534667997</c:v>
                </c:pt>
                <c:pt idx="6186">
                  <c:v>78.762191772460895</c:v>
                </c:pt>
                <c:pt idx="6187">
                  <c:v>78.759178161621094</c:v>
                </c:pt>
                <c:pt idx="6188">
                  <c:v>78.7384033203125</c:v>
                </c:pt>
                <c:pt idx="6189">
                  <c:v>78.7252197265625</c:v>
                </c:pt>
                <c:pt idx="6190">
                  <c:v>78.718704223632798</c:v>
                </c:pt>
                <c:pt idx="6191">
                  <c:v>78.720886230468807</c:v>
                </c:pt>
                <c:pt idx="6192">
                  <c:v>78.761085510253906</c:v>
                </c:pt>
                <c:pt idx="6193">
                  <c:v>78.750015258789105</c:v>
                </c:pt>
                <c:pt idx="6194">
                  <c:v>78.768386840820298</c:v>
                </c:pt>
                <c:pt idx="6195">
                  <c:v>78.787994384765597</c:v>
                </c:pt>
                <c:pt idx="6196">
                  <c:v>78.761787414550795</c:v>
                </c:pt>
                <c:pt idx="6197">
                  <c:v>78.739196777343807</c:v>
                </c:pt>
                <c:pt idx="6198">
                  <c:v>78.723480224609403</c:v>
                </c:pt>
                <c:pt idx="6199">
                  <c:v>78.715301513671903</c:v>
                </c:pt>
                <c:pt idx="6200">
                  <c:v>78.711097717285199</c:v>
                </c:pt>
                <c:pt idx="6201">
                  <c:v>78.708938598632798</c:v>
                </c:pt>
                <c:pt idx="6202">
                  <c:v>78.682365417480497</c:v>
                </c:pt>
                <c:pt idx="6203">
                  <c:v>78.690322875976605</c:v>
                </c:pt>
                <c:pt idx="6204">
                  <c:v>78.412254333496094</c:v>
                </c:pt>
                <c:pt idx="6205">
                  <c:v>77.787063598632798</c:v>
                </c:pt>
                <c:pt idx="6206">
                  <c:v>77.232818603515597</c:v>
                </c:pt>
                <c:pt idx="6207">
                  <c:v>77.050033569335895</c:v>
                </c:pt>
                <c:pt idx="6208">
                  <c:v>76.685211181640597</c:v>
                </c:pt>
                <c:pt idx="6209">
                  <c:v>76.368553161621094</c:v>
                </c:pt>
                <c:pt idx="6210">
                  <c:v>76.125816345214801</c:v>
                </c:pt>
                <c:pt idx="6211">
                  <c:v>75.884498596191406</c:v>
                </c:pt>
                <c:pt idx="6212">
                  <c:v>75.677131652832003</c:v>
                </c:pt>
                <c:pt idx="6213">
                  <c:v>75.566345214843807</c:v>
                </c:pt>
                <c:pt idx="6214">
                  <c:v>75.424659729003906</c:v>
                </c:pt>
                <c:pt idx="6215">
                  <c:v>75.231910705566406</c:v>
                </c:pt>
                <c:pt idx="6216">
                  <c:v>74.924179077148395</c:v>
                </c:pt>
                <c:pt idx="6217">
                  <c:v>74.2835693359375</c:v>
                </c:pt>
                <c:pt idx="6218">
                  <c:v>73.587020874023395</c:v>
                </c:pt>
                <c:pt idx="6219">
                  <c:v>72.889801025390597</c:v>
                </c:pt>
                <c:pt idx="6220">
                  <c:v>72.541343688964801</c:v>
                </c:pt>
                <c:pt idx="6221">
                  <c:v>72.337165832519503</c:v>
                </c:pt>
                <c:pt idx="6222">
                  <c:v>72.232307434082003</c:v>
                </c:pt>
                <c:pt idx="6223">
                  <c:v>72.178520202636705</c:v>
                </c:pt>
                <c:pt idx="6224">
                  <c:v>72.150886535644503</c:v>
                </c:pt>
                <c:pt idx="6225">
                  <c:v>72.1085205078125</c:v>
                </c:pt>
                <c:pt idx="6226">
                  <c:v>72.015129089355497</c:v>
                </c:pt>
                <c:pt idx="6227">
                  <c:v>71.829650878906307</c:v>
                </c:pt>
                <c:pt idx="6228">
                  <c:v>71.608619689941406</c:v>
                </c:pt>
                <c:pt idx="6229">
                  <c:v>71.456977844238295</c:v>
                </c:pt>
                <c:pt idx="6230">
                  <c:v>71.174530029296903</c:v>
                </c:pt>
                <c:pt idx="6231">
                  <c:v>70.924568176269503</c:v>
                </c:pt>
                <c:pt idx="6232">
                  <c:v>70.748634338378906</c:v>
                </c:pt>
                <c:pt idx="6233">
                  <c:v>70.649024963378906</c:v>
                </c:pt>
                <c:pt idx="6234">
                  <c:v>70.419212341308594</c:v>
                </c:pt>
                <c:pt idx="6235">
                  <c:v>70.093452453613295</c:v>
                </c:pt>
                <c:pt idx="6236">
                  <c:v>69.818031311035199</c:v>
                </c:pt>
                <c:pt idx="6237">
                  <c:v>69.557319641113295</c:v>
                </c:pt>
                <c:pt idx="6238">
                  <c:v>69.303527832031307</c:v>
                </c:pt>
                <c:pt idx="6239">
                  <c:v>69.118896484375</c:v>
                </c:pt>
                <c:pt idx="6240">
                  <c:v>69.009704589843807</c:v>
                </c:pt>
                <c:pt idx="6241">
                  <c:v>68.891067504882798</c:v>
                </c:pt>
                <c:pt idx="6242">
                  <c:v>68.662925720214801</c:v>
                </c:pt>
                <c:pt idx="6243">
                  <c:v>68.379592895507798</c:v>
                </c:pt>
                <c:pt idx="6244">
                  <c:v>68.022071838378906</c:v>
                </c:pt>
                <c:pt idx="6245">
                  <c:v>67.727478027343807</c:v>
                </c:pt>
                <c:pt idx="6246">
                  <c:v>67.499778747558594</c:v>
                </c:pt>
                <c:pt idx="6247">
                  <c:v>67.346969604492202</c:v>
                </c:pt>
                <c:pt idx="6248">
                  <c:v>67.246406555175795</c:v>
                </c:pt>
                <c:pt idx="6249">
                  <c:v>67.084014892578097</c:v>
                </c:pt>
                <c:pt idx="6250">
                  <c:v>66.628517150878906</c:v>
                </c:pt>
                <c:pt idx="6251">
                  <c:v>66.202018737792997</c:v>
                </c:pt>
                <c:pt idx="6252">
                  <c:v>65.936866760253906</c:v>
                </c:pt>
                <c:pt idx="6253">
                  <c:v>65.775009155273395</c:v>
                </c:pt>
                <c:pt idx="6254">
                  <c:v>65.683914184570298</c:v>
                </c:pt>
                <c:pt idx="6255">
                  <c:v>65.637176513671903</c:v>
                </c:pt>
                <c:pt idx="6256">
                  <c:v>65.607620239257798</c:v>
                </c:pt>
                <c:pt idx="6257">
                  <c:v>65.564285278320298</c:v>
                </c:pt>
                <c:pt idx="6258">
                  <c:v>65.551055908203097</c:v>
                </c:pt>
                <c:pt idx="6259">
                  <c:v>65.505783081054702</c:v>
                </c:pt>
                <c:pt idx="6260">
                  <c:v>65.408424377441406</c:v>
                </c:pt>
                <c:pt idx="6261">
                  <c:v>65.328353881835895</c:v>
                </c:pt>
                <c:pt idx="6262">
                  <c:v>65.2222900390625</c:v>
                </c:pt>
                <c:pt idx="6263">
                  <c:v>65.08154296875</c:v>
                </c:pt>
                <c:pt idx="6264">
                  <c:v>64.999687194824205</c:v>
                </c:pt>
                <c:pt idx="6265">
                  <c:v>64.806617736816406</c:v>
                </c:pt>
                <c:pt idx="6266">
                  <c:v>64.632629394531307</c:v>
                </c:pt>
                <c:pt idx="6267">
                  <c:v>64.501953125</c:v>
                </c:pt>
                <c:pt idx="6268">
                  <c:v>64.309799194335895</c:v>
                </c:pt>
                <c:pt idx="6269">
                  <c:v>64.183746337890597</c:v>
                </c:pt>
                <c:pt idx="6270">
                  <c:v>64.106544494628906</c:v>
                </c:pt>
                <c:pt idx="6271">
                  <c:v>64.076515197753906</c:v>
                </c:pt>
                <c:pt idx="6272">
                  <c:v>64.045295715332003</c:v>
                </c:pt>
                <c:pt idx="6273">
                  <c:v>63.9580688476563</c:v>
                </c:pt>
                <c:pt idx="6274">
                  <c:v>63.816009521484403</c:v>
                </c:pt>
                <c:pt idx="6275">
                  <c:v>63.634639739990199</c:v>
                </c:pt>
                <c:pt idx="6276">
                  <c:v>63.484588623046903</c:v>
                </c:pt>
                <c:pt idx="6277">
                  <c:v>63.3176078796387</c:v>
                </c:pt>
                <c:pt idx="6278">
                  <c:v>63.256721496582003</c:v>
                </c:pt>
                <c:pt idx="6279">
                  <c:v>63.118721008300803</c:v>
                </c:pt>
                <c:pt idx="6280">
                  <c:v>62.985176086425803</c:v>
                </c:pt>
                <c:pt idx="6281">
                  <c:v>62.820583343505902</c:v>
                </c:pt>
                <c:pt idx="6282">
                  <c:v>62.670528411865199</c:v>
                </c:pt>
                <c:pt idx="6283">
                  <c:v>62.581813812255902</c:v>
                </c:pt>
                <c:pt idx="6284">
                  <c:v>62.471755981445298</c:v>
                </c:pt>
                <c:pt idx="6285">
                  <c:v>62.378864288330099</c:v>
                </c:pt>
                <c:pt idx="6286">
                  <c:v>62.344486236572301</c:v>
                </c:pt>
                <c:pt idx="6287">
                  <c:v>62.314098358154297</c:v>
                </c:pt>
                <c:pt idx="6288">
                  <c:v>62.287120819091797</c:v>
                </c:pt>
                <c:pt idx="6289">
                  <c:v>62.210647583007798</c:v>
                </c:pt>
                <c:pt idx="6290">
                  <c:v>62.154708862304702</c:v>
                </c:pt>
                <c:pt idx="6291">
                  <c:v>62.111526489257798</c:v>
                </c:pt>
                <c:pt idx="6292">
                  <c:v>62.045017242431598</c:v>
                </c:pt>
                <c:pt idx="6293">
                  <c:v>61.983470916748097</c:v>
                </c:pt>
                <c:pt idx="6294">
                  <c:v>61.874954223632798</c:v>
                </c:pt>
                <c:pt idx="6295">
                  <c:v>61.7785034179688</c:v>
                </c:pt>
                <c:pt idx="6296">
                  <c:v>61.649726867675803</c:v>
                </c:pt>
                <c:pt idx="6297">
                  <c:v>61.528469085693402</c:v>
                </c:pt>
                <c:pt idx="6298">
                  <c:v>61.3741264343262</c:v>
                </c:pt>
                <c:pt idx="6299">
                  <c:v>61.215583801269503</c:v>
                </c:pt>
                <c:pt idx="6300">
                  <c:v>61.0771675109863</c:v>
                </c:pt>
                <c:pt idx="6301">
                  <c:v>60.933753967285199</c:v>
                </c:pt>
                <c:pt idx="6302">
                  <c:v>60.811080932617202</c:v>
                </c:pt>
                <c:pt idx="6303">
                  <c:v>60.824325561523402</c:v>
                </c:pt>
                <c:pt idx="6304">
                  <c:v>60.5814018249512</c:v>
                </c:pt>
                <c:pt idx="6305">
                  <c:v>60.640064239502003</c:v>
                </c:pt>
                <c:pt idx="6306">
                  <c:v>60.880523681640597</c:v>
                </c:pt>
                <c:pt idx="6307">
                  <c:v>61.171131134033203</c:v>
                </c:pt>
                <c:pt idx="6308">
                  <c:v>61.607551574707003</c:v>
                </c:pt>
                <c:pt idx="6309">
                  <c:v>61.980880737304702</c:v>
                </c:pt>
                <c:pt idx="6310">
                  <c:v>62.266925811767599</c:v>
                </c:pt>
                <c:pt idx="6311">
                  <c:v>63.074275970458999</c:v>
                </c:pt>
                <c:pt idx="6312">
                  <c:v>63.406742095947301</c:v>
                </c:pt>
                <c:pt idx="6313">
                  <c:v>63.825237274169901</c:v>
                </c:pt>
                <c:pt idx="6314">
                  <c:v>64.025123596191406</c:v>
                </c:pt>
                <c:pt idx="6315">
                  <c:v>64.425796508789105</c:v>
                </c:pt>
                <c:pt idx="6316">
                  <c:v>64.847602844238295</c:v>
                </c:pt>
                <c:pt idx="6317">
                  <c:v>65.131660461425795</c:v>
                </c:pt>
                <c:pt idx="6318">
                  <c:v>65.607902526855497</c:v>
                </c:pt>
                <c:pt idx="6319">
                  <c:v>65.878356933593807</c:v>
                </c:pt>
                <c:pt idx="6320">
                  <c:v>66.479843139648395</c:v>
                </c:pt>
                <c:pt idx="6321">
                  <c:v>66.587905883789105</c:v>
                </c:pt>
                <c:pt idx="6322">
                  <c:v>66.913772583007798</c:v>
                </c:pt>
                <c:pt idx="6323">
                  <c:v>67.121437072753906</c:v>
                </c:pt>
                <c:pt idx="6324">
                  <c:v>67.547210693359403</c:v>
                </c:pt>
                <c:pt idx="6325">
                  <c:v>67.961265563964801</c:v>
                </c:pt>
                <c:pt idx="6326">
                  <c:v>68.274879455566406</c:v>
                </c:pt>
                <c:pt idx="6327">
                  <c:v>68.523178100585895</c:v>
                </c:pt>
                <c:pt idx="6328">
                  <c:v>68.390769958496094</c:v>
                </c:pt>
                <c:pt idx="6329">
                  <c:v>68.546371459960895</c:v>
                </c:pt>
                <c:pt idx="6330">
                  <c:v>68.767784118652301</c:v>
                </c:pt>
                <c:pt idx="6331">
                  <c:v>68.869171142578097</c:v>
                </c:pt>
                <c:pt idx="6332">
                  <c:v>68.895462036132798</c:v>
                </c:pt>
                <c:pt idx="6333">
                  <c:v>68.924819946289105</c:v>
                </c:pt>
                <c:pt idx="6334">
                  <c:v>68.979820251464801</c:v>
                </c:pt>
                <c:pt idx="6335">
                  <c:v>69.043312072753906</c:v>
                </c:pt>
                <c:pt idx="6336">
                  <c:v>69.180763244628906</c:v>
                </c:pt>
                <c:pt idx="6337">
                  <c:v>69.172149658203097</c:v>
                </c:pt>
                <c:pt idx="6338">
                  <c:v>69.122169494628906</c:v>
                </c:pt>
                <c:pt idx="6339">
                  <c:v>69.0947265625</c:v>
                </c:pt>
                <c:pt idx="6340">
                  <c:v>69.028030395507798</c:v>
                </c:pt>
                <c:pt idx="6341">
                  <c:v>68.964889526367202</c:v>
                </c:pt>
                <c:pt idx="6342">
                  <c:v>68.951591491699205</c:v>
                </c:pt>
                <c:pt idx="6343">
                  <c:v>68.876480102539105</c:v>
                </c:pt>
                <c:pt idx="6344">
                  <c:v>68.856643676757798</c:v>
                </c:pt>
                <c:pt idx="6345">
                  <c:v>68.812049865722699</c:v>
                </c:pt>
                <c:pt idx="6346">
                  <c:v>68.825759887695298</c:v>
                </c:pt>
                <c:pt idx="6347">
                  <c:v>68.857925415039105</c:v>
                </c:pt>
                <c:pt idx="6348">
                  <c:v>68.860809326171903</c:v>
                </c:pt>
                <c:pt idx="6349">
                  <c:v>68.843399047851605</c:v>
                </c:pt>
                <c:pt idx="6350">
                  <c:v>68.868644714355497</c:v>
                </c:pt>
                <c:pt idx="6351">
                  <c:v>68.881690979003906</c:v>
                </c:pt>
                <c:pt idx="6352">
                  <c:v>68.842445373535199</c:v>
                </c:pt>
                <c:pt idx="6353">
                  <c:v>68.851379394531307</c:v>
                </c:pt>
                <c:pt idx="6354">
                  <c:v>68.849433898925795</c:v>
                </c:pt>
                <c:pt idx="6355">
                  <c:v>68.897872924804702</c:v>
                </c:pt>
                <c:pt idx="6356">
                  <c:v>68.888748168945298</c:v>
                </c:pt>
                <c:pt idx="6357">
                  <c:v>68.852195739746094</c:v>
                </c:pt>
                <c:pt idx="6358">
                  <c:v>68.879020690917997</c:v>
                </c:pt>
                <c:pt idx="6359">
                  <c:v>68.897552490234403</c:v>
                </c:pt>
                <c:pt idx="6360">
                  <c:v>68.867218017578097</c:v>
                </c:pt>
                <c:pt idx="6361">
                  <c:v>68.948837280273395</c:v>
                </c:pt>
                <c:pt idx="6362">
                  <c:v>69.056747436523395</c:v>
                </c:pt>
                <c:pt idx="6363">
                  <c:v>69.09619140625</c:v>
                </c:pt>
                <c:pt idx="6364">
                  <c:v>69.439048767089801</c:v>
                </c:pt>
                <c:pt idx="6365">
                  <c:v>69.986602783203097</c:v>
                </c:pt>
                <c:pt idx="6366">
                  <c:v>70.245750427246094</c:v>
                </c:pt>
                <c:pt idx="6367">
                  <c:v>70.332069396972699</c:v>
                </c:pt>
                <c:pt idx="6368">
                  <c:v>70.533210754394503</c:v>
                </c:pt>
                <c:pt idx="6369">
                  <c:v>70.641731262207003</c:v>
                </c:pt>
                <c:pt idx="6370">
                  <c:v>70.867881774902301</c:v>
                </c:pt>
                <c:pt idx="6371">
                  <c:v>71.242500305175795</c:v>
                </c:pt>
                <c:pt idx="6372">
                  <c:v>71.670318603515597</c:v>
                </c:pt>
                <c:pt idx="6373">
                  <c:v>71.889968872070298</c:v>
                </c:pt>
                <c:pt idx="6374">
                  <c:v>72.009819030761705</c:v>
                </c:pt>
                <c:pt idx="6375">
                  <c:v>72.081329345703097</c:v>
                </c:pt>
                <c:pt idx="6376">
                  <c:v>72.769187927246094</c:v>
                </c:pt>
                <c:pt idx="6377">
                  <c:v>73.514404296875</c:v>
                </c:pt>
                <c:pt idx="6378">
                  <c:v>73.984931945800795</c:v>
                </c:pt>
                <c:pt idx="6379">
                  <c:v>74.5042724609375</c:v>
                </c:pt>
                <c:pt idx="6380">
                  <c:v>74.964660644531307</c:v>
                </c:pt>
                <c:pt idx="6381">
                  <c:v>75.193275451660199</c:v>
                </c:pt>
                <c:pt idx="6382">
                  <c:v>75.306427001953097</c:v>
                </c:pt>
                <c:pt idx="6383">
                  <c:v>75.453636169433594</c:v>
                </c:pt>
                <c:pt idx="6384">
                  <c:v>75.603080749511705</c:v>
                </c:pt>
                <c:pt idx="6385">
                  <c:v>75.938812255859403</c:v>
                </c:pt>
                <c:pt idx="6386">
                  <c:v>76.296340942382798</c:v>
                </c:pt>
                <c:pt idx="6387">
                  <c:v>77.094062805175795</c:v>
                </c:pt>
                <c:pt idx="6388">
                  <c:v>77.788314819335895</c:v>
                </c:pt>
                <c:pt idx="6389">
                  <c:v>78.219146728515597</c:v>
                </c:pt>
                <c:pt idx="6390">
                  <c:v>78.456436157226605</c:v>
                </c:pt>
                <c:pt idx="6391">
                  <c:v>78.578155517578097</c:v>
                </c:pt>
                <c:pt idx="6392">
                  <c:v>78.640686035156307</c:v>
                </c:pt>
                <c:pt idx="6393">
                  <c:v>78.672790527343807</c:v>
                </c:pt>
                <c:pt idx="6394">
                  <c:v>78.689262390136705</c:v>
                </c:pt>
                <c:pt idx="6395">
                  <c:v>78.697738647460895</c:v>
                </c:pt>
                <c:pt idx="6396">
                  <c:v>78.702079772949205</c:v>
                </c:pt>
                <c:pt idx="6397">
                  <c:v>78.704315185546903</c:v>
                </c:pt>
                <c:pt idx="6398">
                  <c:v>78.705459594726605</c:v>
                </c:pt>
                <c:pt idx="6399">
                  <c:v>78.706047058105497</c:v>
                </c:pt>
                <c:pt idx="6400">
                  <c:v>78.706344604492202</c:v>
                </c:pt>
                <c:pt idx="6401">
                  <c:v>78.706504821777301</c:v>
                </c:pt>
                <c:pt idx="6402">
                  <c:v>78.706581115722699</c:v>
                </c:pt>
                <c:pt idx="6403">
                  <c:v>78.706619262695298</c:v>
                </c:pt>
                <c:pt idx="6404">
                  <c:v>78.706642150878906</c:v>
                </c:pt>
                <c:pt idx="6405">
                  <c:v>78.706657409667997</c:v>
                </c:pt>
                <c:pt idx="6406">
                  <c:v>78.706657409667997</c:v>
                </c:pt>
                <c:pt idx="6407">
                  <c:v>78.7066650390625</c:v>
                </c:pt>
                <c:pt idx="6408">
                  <c:v>78.7066650390625</c:v>
                </c:pt>
                <c:pt idx="6409">
                  <c:v>78.7066650390625</c:v>
                </c:pt>
                <c:pt idx="6410">
                  <c:v>78.7066650390625</c:v>
                </c:pt>
                <c:pt idx="6411">
                  <c:v>78.7066650390625</c:v>
                </c:pt>
                <c:pt idx="6412">
                  <c:v>78.7066650390625</c:v>
                </c:pt>
                <c:pt idx="6413">
                  <c:v>78.7066650390625</c:v>
                </c:pt>
                <c:pt idx="6414">
                  <c:v>78.7066650390625</c:v>
                </c:pt>
                <c:pt idx="6415">
                  <c:v>78.7066650390625</c:v>
                </c:pt>
                <c:pt idx="6416">
                  <c:v>78.7066650390625</c:v>
                </c:pt>
                <c:pt idx="6417">
                  <c:v>78.7066650390625</c:v>
                </c:pt>
                <c:pt idx="6418">
                  <c:v>78.706886291503906</c:v>
                </c:pt>
                <c:pt idx="6419">
                  <c:v>78.707313537597699</c:v>
                </c:pt>
                <c:pt idx="6420">
                  <c:v>78.707000732421903</c:v>
                </c:pt>
                <c:pt idx="6421">
                  <c:v>78.707275390625</c:v>
                </c:pt>
                <c:pt idx="6422">
                  <c:v>78.709587097167997</c:v>
                </c:pt>
                <c:pt idx="6423">
                  <c:v>78.711898803710895</c:v>
                </c:pt>
                <c:pt idx="6424">
                  <c:v>78.714622497558594</c:v>
                </c:pt>
                <c:pt idx="6425">
                  <c:v>78.741073608398395</c:v>
                </c:pt>
                <c:pt idx="6426">
                  <c:v>78.8681640625</c:v>
                </c:pt>
                <c:pt idx="6427">
                  <c:v>78.980911254882798</c:v>
                </c:pt>
                <c:pt idx="6428">
                  <c:v>79.110084533691406</c:v>
                </c:pt>
                <c:pt idx="6429">
                  <c:v>79.534202575683594</c:v>
                </c:pt>
                <c:pt idx="6430">
                  <c:v>79.615638732910199</c:v>
                </c:pt>
                <c:pt idx="6431">
                  <c:v>79.794189453125</c:v>
                </c:pt>
                <c:pt idx="6432">
                  <c:v>79.966384887695298</c:v>
                </c:pt>
                <c:pt idx="6433">
                  <c:v>80.3275146484375</c:v>
                </c:pt>
                <c:pt idx="6434">
                  <c:v>80.913055419921903</c:v>
                </c:pt>
                <c:pt idx="6435">
                  <c:v>81.364601135253906</c:v>
                </c:pt>
                <c:pt idx="6436">
                  <c:v>81.743034362792997</c:v>
                </c:pt>
                <c:pt idx="6437">
                  <c:v>82.002693176269503</c:v>
                </c:pt>
                <c:pt idx="6438">
                  <c:v>82.200851440429702</c:v>
                </c:pt>
                <c:pt idx="6439">
                  <c:v>82.619140625</c:v>
                </c:pt>
                <c:pt idx="6440">
                  <c:v>83.088294982910199</c:v>
                </c:pt>
                <c:pt idx="6441">
                  <c:v>83.335350036621094</c:v>
                </c:pt>
                <c:pt idx="6442">
                  <c:v>83.544754028320298</c:v>
                </c:pt>
                <c:pt idx="6443">
                  <c:v>83.722328186035199</c:v>
                </c:pt>
                <c:pt idx="6444">
                  <c:v>83.967224121093807</c:v>
                </c:pt>
                <c:pt idx="6445">
                  <c:v>84.216903686523395</c:v>
                </c:pt>
                <c:pt idx="6446">
                  <c:v>84.454429626464801</c:v>
                </c:pt>
                <c:pt idx="6447">
                  <c:v>84.717193603515597</c:v>
                </c:pt>
                <c:pt idx="6448">
                  <c:v>84.943054199218807</c:v>
                </c:pt>
                <c:pt idx="6449">
                  <c:v>85.130577087402301</c:v>
                </c:pt>
                <c:pt idx="6450">
                  <c:v>85.299545288085895</c:v>
                </c:pt>
                <c:pt idx="6451">
                  <c:v>85.365333557128906</c:v>
                </c:pt>
                <c:pt idx="6452">
                  <c:v>85.815780639648395</c:v>
                </c:pt>
                <c:pt idx="6453">
                  <c:v>85.956695556640597</c:v>
                </c:pt>
                <c:pt idx="6454">
                  <c:v>86.170509338378906</c:v>
                </c:pt>
                <c:pt idx="6455">
                  <c:v>86.425613403320298</c:v>
                </c:pt>
                <c:pt idx="6456">
                  <c:v>86.6932373046875</c:v>
                </c:pt>
                <c:pt idx="6457">
                  <c:v>87.005966186523395</c:v>
                </c:pt>
                <c:pt idx="6458">
                  <c:v>87.395545959472699</c:v>
                </c:pt>
                <c:pt idx="6459">
                  <c:v>87.635894775390597</c:v>
                </c:pt>
                <c:pt idx="6460">
                  <c:v>88.073585510253906</c:v>
                </c:pt>
                <c:pt idx="6461">
                  <c:v>88.304298400878906</c:v>
                </c:pt>
                <c:pt idx="6462">
                  <c:v>88.500167846679702</c:v>
                </c:pt>
                <c:pt idx="6463">
                  <c:v>88.846008300781307</c:v>
                </c:pt>
                <c:pt idx="6464">
                  <c:v>89.0452880859375</c:v>
                </c:pt>
                <c:pt idx="6465">
                  <c:v>89.037437438964801</c:v>
                </c:pt>
                <c:pt idx="6466">
                  <c:v>89.080131530761705</c:v>
                </c:pt>
                <c:pt idx="6467">
                  <c:v>89.241371154785199</c:v>
                </c:pt>
                <c:pt idx="6468">
                  <c:v>89.606330871582003</c:v>
                </c:pt>
                <c:pt idx="6469">
                  <c:v>89.839179992675795</c:v>
                </c:pt>
                <c:pt idx="6470">
                  <c:v>89.962814331054702</c:v>
                </c:pt>
                <c:pt idx="6471">
                  <c:v>90.200180053710895</c:v>
                </c:pt>
                <c:pt idx="6472">
                  <c:v>90.276329040527301</c:v>
                </c:pt>
                <c:pt idx="6473">
                  <c:v>90.611953735351605</c:v>
                </c:pt>
                <c:pt idx="6474">
                  <c:v>90.882751464843807</c:v>
                </c:pt>
                <c:pt idx="6475">
                  <c:v>91.036888122558594</c:v>
                </c:pt>
                <c:pt idx="6476">
                  <c:v>91.103050231933594</c:v>
                </c:pt>
                <c:pt idx="6477">
                  <c:v>91.251243591308594</c:v>
                </c:pt>
                <c:pt idx="6478">
                  <c:v>91.256790161132798</c:v>
                </c:pt>
                <c:pt idx="6479">
                  <c:v>91.219177246093807</c:v>
                </c:pt>
                <c:pt idx="6480">
                  <c:v>91.275520324707003</c:v>
                </c:pt>
                <c:pt idx="6481">
                  <c:v>91.335823059082003</c:v>
                </c:pt>
                <c:pt idx="6482">
                  <c:v>91.319717407226605</c:v>
                </c:pt>
                <c:pt idx="6483">
                  <c:v>91.164855957031307</c:v>
                </c:pt>
                <c:pt idx="6484">
                  <c:v>91.009094238281307</c:v>
                </c:pt>
                <c:pt idx="6485">
                  <c:v>90.882240295410199</c:v>
                </c:pt>
                <c:pt idx="6486">
                  <c:v>90.717071533203097</c:v>
                </c:pt>
                <c:pt idx="6487">
                  <c:v>90.622520446777301</c:v>
                </c:pt>
                <c:pt idx="6488">
                  <c:v>90.494285583496094</c:v>
                </c:pt>
                <c:pt idx="6489">
                  <c:v>90.415100097656307</c:v>
                </c:pt>
                <c:pt idx="6490">
                  <c:v>90.266075134277301</c:v>
                </c:pt>
                <c:pt idx="6491">
                  <c:v>90.146171569824205</c:v>
                </c:pt>
                <c:pt idx="6492">
                  <c:v>89.848960876464801</c:v>
                </c:pt>
                <c:pt idx="6493">
                  <c:v>89.694084167480497</c:v>
                </c:pt>
                <c:pt idx="6494">
                  <c:v>89.632438659667997</c:v>
                </c:pt>
                <c:pt idx="6495">
                  <c:v>89.270103454589801</c:v>
                </c:pt>
                <c:pt idx="6496">
                  <c:v>89.093765258789105</c:v>
                </c:pt>
                <c:pt idx="6497">
                  <c:v>88.950691223144503</c:v>
                </c:pt>
                <c:pt idx="6498">
                  <c:v>88.891761779785199</c:v>
                </c:pt>
                <c:pt idx="6499">
                  <c:v>88.738578796386705</c:v>
                </c:pt>
                <c:pt idx="6500">
                  <c:v>88.712570190429702</c:v>
                </c:pt>
                <c:pt idx="6501">
                  <c:v>88.675712585449205</c:v>
                </c:pt>
                <c:pt idx="6502">
                  <c:v>88.709739685058594</c:v>
                </c:pt>
                <c:pt idx="6503">
                  <c:v>88.675476074218807</c:v>
                </c:pt>
                <c:pt idx="6504">
                  <c:v>88.618095397949205</c:v>
                </c:pt>
                <c:pt idx="6505">
                  <c:v>88.553939819335895</c:v>
                </c:pt>
                <c:pt idx="6506">
                  <c:v>88.524436950683594</c:v>
                </c:pt>
                <c:pt idx="6507">
                  <c:v>88.517814636230497</c:v>
                </c:pt>
                <c:pt idx="6508">
                  <c:v>88.549354553222699</c:v>
                </c:pt>
                <c:pt idx="6509">
                  <c:v>88.486724853515597</c:v>
                </c:pt>
                <c:pt idx="6510">
                  <c:v>88.488822937011705</c:v>
                </c:pt>
                <c:pt idx="6511">
                  <c:v>88.5450439453125</c:v>
                </c:pt>
                <c:pt idx="6512">
                  <c:v>88.601188659667997</c:v>
                </c:pt>
                <c:pt idx="6513">
                  <c:v>88.679313659667997</c:v>
                </c:pt>
                <c:pt idx="6514">
                  <c:v>88.764404296875</c:v>
                </c:pt>
                <c:pt idx="6515">
                  <c:v>88.992500305175795</c:v>
                </c:pt>
                <c:pt idx="6516">
                  <c:v>89.164619445800795</c:v>
                </c:pt>
                <c:pt idx="6517">
                  <c:v>89.257186889648395</c:v>
                </c:pt>
                <c:pt idx="6518">
                  <c:v>89.454261779785199</c:v>
                </c:pt>
                <c:pt idx="6519">
                  <c:v>89.781929016113295</c:v>
                </c:pt>
                <c:pt idx="6520">
                  <c:v>89.981468200683594</c:v>
                </c:pt>
                <c:pt idx="6521">
                  <c:v>90.065299987792997</c:v>
                </c:pt>
                <c:pt idx="6522">
                  <c:v>90.094398498535199</c:v>
                </c:pt>
                <c:pt idx="6523">
                  <c:v>90.069038391113295</c:v>
                </c:pt>
                <c:pt idx="6524">
                  <c:v>90.101135253906307</c:v>
                </c:pt>
                <c:pt idx="6525">
                  <c:v>90.023994445800795</c:v>
                </c:pt>
                <c:pt idx="6526">
                  <c:v>90.032135009765597</c:v>
                </c:pt>
                <c:pt idx="6527">
                  <c:v>89.803459167480497</c:v>
                </c:pt>
                <c:pt idx="6528">
                  <c:v>89.680854797363295</c:v>
                </c:pt>
                <c:pt idx="6529">
                  <c:v>89.571105957031307</c:v>
                </c:pt>
                <c:pt idx="6530">
                  <c:v>89.437774658203097</c:v>
                </c:pt>
                <c:pt idx="6531">
                  <c:v>89.280426025390597</c:v>
                </c:pt>
                <c:pt idx="6532">
                  <c:v>89.164123535156307</c:v>
                </c:pt>
                <c:pt idx="6533">
                  <c:v>89.034996032714801</c:v>
                </c:pt>
                <c:pt idx="6534">
                  <c:v>89.011978149414105</c:v>
                </c:pt>
                <c:pt idx="6535">
                  <c:v>88.890586853027301</c:v>
                </c:pt>
                <c:pt idx="6536">
                  <c:v>88.840370178222699</c:v>
                </c:pt>
                <c:pt idx="6537">
                  <c:v>88.844787597656307</c:v>
                </c:pt>
                <c:pt idx="6538">
                  <c:v>88.769195556640597</c:v>
                </c:pt>
                <c:pt idx="6539">
                  <c:v>88.754798889160199</c:v>
                </c:pt>
                <c:pt idx="6540">
                  <c:v>88.732116699218807</c:v>
                </c:pt>
                <c:pt idx="6541">
                  <c:v>88.646995544433594</c:v>
                </c:pt>
                <c:pt idx="6542">
                  <c:v>88.678970336914105</c:v>
                </c:pt>
                <c:pt idx="6543">
                  <c:v>88.679718017578097</c:v>
                </c:pt>
                <c:pt idx="6544">
                  <c:v>88.689727783203097</c:v>
                </c:pt>
                <c:pt idx="6545">
                  <c:v>88.767868041992202</c:v>
                </c:pt>
                <c:pt idx="6546">
                  <c:v>88.811584472656307</c:v>
                </c:pt>
                <c:pt idx="6547">
                  <c:v>88.718978881835895</c:v>
                </c:pt>
                <c:pt idx="6548">
                  <c:v>88.701881408691406</c:v>
                </c:pt>
                <c:pt idx="6549">
                  <c:v>88.703079223632798</c:v>
                </c:pt>
                <c:pt idx="6550">
                  <c:v>88.715217590332003</c:v>
                </c:pt>
                <c:pt idx="6551">
                  <c:v>88.705184936523395</c:v>
                </c:pt>
                <c:pt idx="6552">
                  <c:v>88.728218078613295</c:v>
                </c:pt>
                <c:pt idx="6553">
                  <c:v>88.700302124023395</c:v>
                </c:pt>
                <c:pt idx="6554">
                  <c:v>88.619789123535199</c:v>
                </c:pt>
                <c:pt idx="6555">
                  <c:v>88.586799621582003</c:v>
                </c:pt>
                <c:pt idx="6556">
                  <c:v>88.568489074707003</c:v>
                </c:pt>
                <c:pt idx="6557">
                  <c:v>88.544326782226605</c:v>
                </c:pt>
                <c:pt idx="6558">
                  <c:v>88.518615722656307</c:v>
                </c:pt>
                <c:pt idx="6559">
                  <c:v>88.324546813964801</c:v>
                </c:pt>
                <c:pt idx="6560">
                  <c:v>88.387336730957003</c:v>
                </c:pt>
                <c:pt idx="6561">
                  <c:v>88.159339904785199</c:v>
                </c:pt>
                <c:pt idx="6562">
                  <c:v>88.190658569335895</c:v>
                </c:pt>
                <c:pt idx="6563">
                  <c:v>87.979965209960895</c:v>
                </c:pt>
                <c:pt idx="6564">
                  <c:v>87.881904602050795</c:v>
                </c:pt>
                <c:pt idx="6565">
                  <c:v>87.959022521972699</c:v>
                </c:pt>
                <c:pt idx="6566">
                  <c:v>87.931503295898395</c:v>
                </c:pt>
                <c:pt idx="6567">
                  <c:v>87.878799438476605</c:v>
                </c:pt>
                <c:pt idx="6568">
                  <c:v>87.779891967773395</c:v>
                </c:pt>
                <c:pt idx="6569">
                  <c:v>87.643379211425795</c:v>
                </c:pt>
                <c:pt idx="6570">
                  <c:v>87.358062744140597</c:v>
                </c:pt>
                <c:pt idx="6571">
                  <c:v>87.358337402343807</c:v>
                </c:pt>
                <c:pt idx="6572">
                  <c:v>87.391784667968807</c:v>
                </c:pt>
                <c:pt idx="6573">
                  <c:v>87.326599121093807</c:v>
                </c:pt>
                <c:pt idx="6574">
                  <c:v>87.075294494628906</c:v>
                </c:pt>
                <c:pt idx="6575">
                  <c:v>86.989807128906307</c:v>
                </c:pt>
                <c:pt idx="6576">
                  <c:v>87.089347839355497</c:v>
                </c:pt>
                <c:pt idx="6577">
                  <c:v>87.028968811035199</c:v>
                </c:pt>
                <c:pt idx="6578">
                  <c:v>87.0289306640625</c:v>
                </c:pt>
                <c:pt idx="6579">
                  <c:v>87.236869812011705</c:v>
                </c:pt>
                <c:pt idx="6580">
                  <c:v>87.216552734375</c:v>
                </c:pt>
                <c:pt idx="6581">
                  <c:v>87.167137145996094</c:v>
                </c:pt>
                <c:pt idx="6582">
                  <c:v>87.049392700195298</c:v>
                </c:pt>
                <c:pt idx="6583">
                  <c:v>87.148765563964801</c:v>
                </c:pt>
                <c:pt idx="6584">
                  <c:v>87.304527282714801</c:v>
                </c:pt>
                <c:pt idx="6585">
                  <c:v>87.284881591796903</c:v>
                </c:pt>
                <c:pt idx="6586">
                  <c:v>87.409461975097699</c:v>
                </c:pt>
                <c:pt idx="6587">
                  <c:v>87.389579772949205</c:v>
                </c:pt>
                <c:pt idx="6588">
                  <c:v>87.507987976074205</c:v>
                </c:pt>
                <c:pt idx="6589">
                  <c:v>87.607711791992202</c:v>
                </c:pt>
                <c:pt idx="6590">
                  <c:v>87.707527160644503</c:v>
                </c:pt>
                <c:pt idx="6591">
                  <c:v>87.810821533203097</c:v>
                </c:pt>
                <c:pt idx="6592">
                  <c:v>87.962608337402301</c:v>
                </c:pt>
                <c:pt idx="6593">
                  <c:v>87.797904968261705</c:v>
                </c:pt>
                <c:pt idx="6594">
                  <c:v>87.834510803222699</c:v>
                </c:pt>
                <c:pt idx="6595">
                  <c:v>87.807403564453097</c:v>
                </c:pt>
                <c:pt idx="6596">
                  <c:v>87.950569152832003</c:v>
                </c:pt>
                <c:pt idx="6597">
                  <c:v>87.927345275878906</c:v>
                </c:pt>
                <c:pt idx="6598">
                  <c:v>87.884971618652301</c:v>
                </c:pt>
                <c:pt idx="6599">
                  <c:v>87.931373596191406</c:v>
                </c:pt>
                <c:pt idx="6600">
                  <c:v>88.058326721191406</c:v>
                </c:pt>
                <c:pt idx="6601">
                  <c:v>88.013603210449205</c:v>
                </c:pt>
                <c:pt idx="6602">
                  <c:v>87.941207885742202</c:v>
                </c:pt>
                <c:pt idx="6603">
                  <c:v>88.017890930175795</c:v>
                </c:pt>
                <c:pt idx="6604">
                  <c:v>87.873733520507798</c:v>
                </c:pt>
                <c:pt idx="6605">
                  <c:v>87.814811706542997</c:v>
                </c:pt>
                <c:pt idx="6606">
                  <c:v>87.799827575683594</c:v>
                </c:pt>
                <c:pt idx="6607">
                  <c:v>87.747177124023395</c:v>
                </c:pt>
                <c:pt idx="6608">
                  <c:v>87.701271057128906</c:v>
                </c:pt>
                <c:pt idx="6609">
                  <c:v>87.543952941894503</c:v>
                </c:pt>
                <c:pt idx="6610">
                  <c:v>87.616317749023395</c:v>
                </c:pt>
                <c:pt idx="6611">
                  <c:v>87.494209289550795</c:v>
                </c:pt>
                <c:pt idx="6612">
                  <c:v>87.360610961914105</c:v>
                </c:pt>
                <c:pt idx="6613">
                  <c:v>87.282173156738295</c:v>
                </c:pt>
                <c:pt idx="6614">
                  <c:v>87.358833312988295</c:v>
                </c:pt>
                <c:pt idx="6615">
                  <c:v>87.191795349121094</c:v>
                </c:pt>
                <c:pt idx="6616">
                  <c:v>87.010681152343807</c:v>
                </c:pt>
                <c:pt idx="6617">
                  <c:v>87.073371887207003</c:v>
                </c:pt>
                <c:pt idx="6618">
                  <c:v>87.193771362304702</c:v>
                </c:pt>
                <c:pt idx="6619">
                  <c:v>87.132583618164105</c:v>
                </c:pt>
                <c:pt idx="6620">
                  <c:v>87.046569824218807</c:v>
                </c:pt>
                <c:pt idx="6621">
                  <c:v>87.013381958007798</c:v>
                </c:pt>
                <c:pt idx="6622">
                  <c:v>87.183349609375</c:v>
                </c:pt>
                <c:pt idx="6623">
                  <c:v>87.416358947753906</c:v>
                </c:pt>
                <c:pt idx="6624">
                  <c:v>87.616752624511705</c:v>
                </c:pt>
                <c:pt idx="6625">
                  <c:v>87.627601623535199</c:v>
                </c:pt>
                <c:pt idx="6626">
                  <c:v>87.706642150878906</c:v>
                </c:pt>
                <c:pt idx="6627">
                  <c:v>87.682449340820298</c:v>
                </c:pt>
                <c:pt idx="6628">
                  <c:v>87.958984375</c:v>
                </c:pt>
                <c:pt idx="6629">
                  <c:v>88.160552978515597</c:v>
                </c:pt>
                <c:pt idx="6630">
                  <c:v>88.252708435058594</c:v>
                </c:pt>
                <c:pt idx="6631">
                  <c:v>88.472076416015597</c:v>
                </c:pt>
                <c:pt idx="6632">
                  <c:v>88.600509643554702</c:v>
                </c:pt>
                <c:pt idx="6633">
                  <c:v>88.658668518066406</c:v>
                </c:pt>
                <c:pt idx="6634">
                  <c:v>88.888603210449205</c:v>
                </c:pt>
                <c:pt idx="6635">
                  <c:v>88.946212768554702</c:v>
                </c:pt>
                <c:pt idx="6636">
                  <c:v>88.947685241699205</c:v>
                </c:pt>
                <c:pt idx="6637">
                  <c:v>89.186332702636705</c:v>
                </c:pt>
                <c:pt idx="6638">
                  <c:v>89.356826782226605</c:v>
                </c:pt>
                <c:pt idx="6639">
                  <c:v>89.475273132324205</c:v>
                </c:pt>
                <c:pt idx="6640">
                  <c:v>89.843315124511705</c:v>
                </c:pt>
                <c:pt idx="6641">
                  <c:v>89.910430908203097</c:v>
                </c:pt>
                <c:pt idx="6642">
                  <c:v>90.024475097656307</c:v>
                </c:pt>
                <c:pt idx="6643">
                  <c:v>90.273773193359403</c:v>
                </c:pt>
                <c:pt idx="6644">
                  <c:v>90.410804748535199</c:v>
                </c:pt>
                <c:pt idx="6645">
                  <c:v>90.538810729980497</c:v>
                </c:pt>
                <c:pt idx="6646">
                  <c:v>90.826667785644503</c:v>
                </c:pt>
                <c:pt idx="6647">
                  <c:v>90.961891174316406</c:v>
                </c:pt>
                <c:pt idx="6648">
                  <c:v>90.809532165527301</c:v>
                </c:pt>
                <c:pt idx="6649">
                  <c:v>91.184638977050795</c:v>
                </c:pt>
                <c:pt idx="6650">
                  <c:v>91.4755859375</c:v>
                </c:pt>
                <c:pt idx="6651">
                  <c:v>91.732612609863295</c:v>
                </c:pt>
                <c:pt idx="6652">
                  <c:v>92.012733459472699</c:v>
                </c:pt>
                <c:pt idx="6653">
                  <c:v>92.188514709472699</c:v>
                </c:pt>
                <c:pt idx="6654">
                  <c:v>92.278282165527301</c:v>
                </c:pt>
                <c:pt idx="6655">
                  <c:v>92.410087585449205</c:v>
                </c:pt>
                <c:pt idx="6656">
                  <c:v>92.777870178222699</c:v>
                </c:pt>
                <c:pt idx="6657">
                  <c:v>93.120010375976605</c:v>
                </c:pt>
                <c:pt idx="6658">
                  <c:v>93.327629089355497</c:v>
                </c:pt>
                <c:pt idx="6659">
                  <c:v>93.781410217285199</c:v>
                </c:pt>
                <c:pt idx="6660">
                  <c:v>94.138160705566406</c:v>
                </c:pt>
                <c:pt idx="6661">
                  <c:v>94.565742492675795</c:v>
                </c:pt>
                <c:pt idx="6662">
                  <c:v>94.835395812988295</c:v>
                </c:pt>
                <c:pt idx="6663">
                  <c:v>95.116691589355497</c:v>
                </c:pt>
                <c:pt idx="6664">
                  <c:v>95.165725708007798</c:v>
                </c:pt>
                <c:pt idx="6665">
                  <c:v>95.531440734863295</c:v>
                </c:pt>
                <c:pt idx="6666">
                  <c:v>95.927062988281307</c:v>
                </c:pt>
                <c:pt idx="6667">
                  <c:v>96.375068664550795</c:v>
                </c:pt>
                <c:pt idx="6668">
                  <c:v>96.520103454589801</c:v>
                </c:pt>
                <c:pt idx="6669">
                  <c:v>96.695571899414105</c:v>
                </c:pt>
                <c:pt idx="6670">
                  <c:v>96.988258361816406</c:v>
                </c:pt>
                <c:pt idx="6671">
                  <c:v>97.193634033203097</c:v>
                </c:pt>
                <c:pt idx="6672">
                  <c:v>97.508850097656307</c:v>
                </c:pt>
                <c:pt idx="6673">
                  <c:v>97.800346374511705</c:v>
                </c:pt>
                <c:pt idx="6674">
                  <c:v>98.064598083496094</c:v>
                </c:pt>
                <c:pt idx="6675">
                  <c:v>98.325279235839801</c:v>
                </c:pt>
                <c:pt idx="6676">
                  <c:v>98.595878601074205</c:v>
                </c:pt>
                <c:pt idx="6677">
                  <c:v>98.857048034667997</c:v>
                </c:pt>
                <c:pt idx="6678">
                  <c:v>99.340843200683594</c:v>
                </c:pt>
                <c:pt idx="6679">
                  <c:v>99.75244140625</c:v>
                </c:pt>
                <c:pt idx="6680">
                  <c:v>100.23122406005901</c:v>
                </c:pt>
                <c:pt idx="6681">
                  <c:v>100.548583984375</c:v>
                </c:pt>
                <c:pt idx="6682">
                  <c:v>100.542854309082</c:v>
                </c:pt>
                <c:pt idx="6683">
                  <c:v>100.697128295898</c:v>
                </c:pt>
                <c:pt idx="6684">
                  <c:v>100.983352661133</c:v>
                </c:pt>
                <c:pt idx="6685">
                  <c:v>101.260200500488</c:v>
                </c:pt>
                <c:pt idx="6686">
                  <c:v>101.49584197998</c:v>
                </c:pt>
                <c:pt idx="6687">
                  <c:v>101.63169097900401</c:v>
                </c:pt>
                <c:pt idx="6688">
                  <c:v>101.674613952637</c:v>
                </c:pt>
                <c:pt idx="6689">
                  <c:v>101.712860107422</c:v>
                </c:pt>
                <c:pt idx="6690">
                  <c:v>101.76319885253901</c:v>
                </c:pt>
                <c:pt idx="6691">
                  <c:v>101.765190124512</c:v>
                </c:pt>
                <c:pt idx="6692">
                  <c:v>101.726287841797</c:v>
                </c:pt>
                <c:pt idx="6693">
                  <c:v>101.80680847168</c:v>
                </c:pt>
                <c:pt idx="6694">
                  <c:v>101.92071533203099</c:v>
                </c:pt>
                <c:pt idx="6695">
                  <c:v>101.95794677734401</c:v>
                </c:pt>
                <c:pt idx="6696">
                  <c:v>101.84691619873</c:v>
                </c:pt>
                <c:pt idx="6697">
                  <c:v>102.01519775390599</c:v>
                </c:pt>
                <c:pt idx="6698">
                  <c:v>102.23770141601599</c:v>
                </c:pt>
                <c:pt idx="6699">
                  <c:v>102.19034576416</c:v>
                </c:pt>
                <c:pt idx="6700">
                  <c:v>102.40470123291</c:v>
                </c:pt>
                <c:pt idx="6701">
                  <c:v>102.66521453857401</c:v>
                </c:pt>
                <c:pt idx="6702">
                  <c:v>102.946166992188</c:v>
                </c:pt>
                <c:pt idx="6703">
                  <c:v>102.991806030273</c:v>
                </c:pt>
                <c:pt idx="6704">
                  <c:v>103.196044921875</c:v>
                </c:pt>
                <c:pt idx="6705">
                  <c:v>103.326705932617</c:v>
                </c:pt>
                <c:pt idx="6706">
                  <c:v>103.594047546387</c:v>
                </c:pt>
                <c:pt idx="6707">
                  <c:v>103.772590637207</c:v>
                </c:pt>
                <c:pt idx="6708">
                  <c:v>103.980438232422</c:v>
                </c:pt>
                <c:pt idx="6709">
                  <c:v>104.04833984375</c:v>
                </c:pt>
                <c:pt idx="6710">
                  <c:v>104.06761932373</c:v>
                </c:pt>
                <c:pt idx="6711">
                  <c:v>104.026580810547</c:v>
                </c:pt>
                <c:pt idx="6712">
                  <c:v>104.124618530273</c:v>
                </c:pt>
                <c:pt idx="6713">
                  <c:v>104.288619995117</c:v>
                </c:pt>
                <c:pt idx="6714">
                  <c:v>104.43717956543</c:v>
                </c:pt>
                <c:pt idx="6715">
                  <c:v>104.50066375732401</c:v>
                </c:pt>
                <c:pt idx="6716">
                  <c:v>104.555229187012</c:v>
                </c:pt>
                <c:pt idx="6717">
                  <c:v>104.65969085693401</c:v>
                </c:pt>
                <c:pt idx="6718">
                  <c:v>104.72288513183599</c:v>
                </c:pt>
                <c:pt idx="6719">
                  <c:v>104.755989074707</c:v>
                </c:pt>
                <c:pt idx="6720">
                  <c:v>104.773109436035</c:v>
                </c:pt>
                <c:pt idx="6721">
                  <c:v>104.781898498535</c:v>
                </c:pt>
                <c:pt idx="6722">
                  <c:v>104.786415100098</c:v>
                </c:pt>
                <c:pt idx="6723">
                  <c:v>104.78872680664099</c:v>
                </c:pt>
                <c:pt idx="6724">
                  <c:v>104.789916992188</c:v>
                </c:pt>
                <c:pt idx="6725">
                  <c:v>104.79052734375</c:v>
                </c:pt>
                <c:pt idx="6726">
                  <c:v>104.79084014892599</c:v>
                </c:pt>
                <c:pt idx="6727">
                  <c:v>104.791007995605</c:v>
                </c:pt>
                <c:pt idx="6728">
                  <c:v>104.79108428955099</c:v>
                </c:pt>
                <c:pt idx="6729">
                  <c:v>104.791130065918</c:v>
                </c:pt>
                <c:pt idx="6730">
                  <c:v>104.791152954102</c:v>
                </c:pt>
                <c:pt idx="6731">
                  <c:v>104.79116058349599</c:v>
                </c:pt>
                <c:pt idx="6732">
                  <c:v>104.79116821289099</c:v>
                </c:pt>
                <c:pt idx="6733">
                  <c:v>104.79116821289099</c:v>
                </c:pt>
                <c:pt idx="6734">
                  <c:v>104.791175842285</c:v>
                </c:pt>
                <c:pt idx="6735">
                  <c:v>104.791175842285</c:v>
                </c:pt>
                <c:pt idx="6736">
                  <c:v>104.791175842285</c:v>
                </c:pt>
                <c:pt idx="6737">
                  <c:v>104.791175842285</c:v>
                </c:pt>
                <c:pt idx="6738">
                  <c:v>104.791175842285</c:v>
                </c:pt>
                <c:pt idx="6739">
                  <c:v>104.791175842285</c:v>
                </c:pt>
                <c:pt idx="6740">
                  <c:v>104.791175842285</c:v>
                </c:pt>
                <c:pt idx="6741">
                  <c:v>104.791175842285</c:v>
                </c:pt>
                <c:pt idx="6742">
                  <c:v>104.791175842285</c:v>
                </c:pt>
                <c:pt idx="6743">
                  <c:v>104.791175842285</c:v>
                </c:pt>
                <c:pt idx="6744">
                  <c:v>105.65134429931599</c:v>
                </c:pt>
                <c:pt idx="6745">
                  <c:v>105.44814300537099</c:v>
                </c:pt>
                <c:pt idx="6746">
                  <c:v>105.707138061523</c:v>
                </c:pt>
                <c:pt idx="6747">
                  <c:v>107.421798706055</c:v>
                </c:pt>
                <c:pt idx="6748">
                  <c:v>108.124885559082</c:v>
                </c:pt>
                <c:pt idx="6749">
                  <c:v>108.542114257813</c:v>
                </c:pt>
                <c:pt idx="6750">
                  <c:v>109.151489257813</c:v>
                </c:pt>
                <c:pt idx="6751">
                  <c:v>109.505912780762</c:v>
                </c:pt>
                <c:pt idx="6752">
                  <c:v>109.694213867188</c:v>
                </c:pt>
                <c:pt idx="6753">
                  <c:v>109.80361175537099</c:v>
                </c:pt>
                <c:pt idx="6754">
                  <c:v>109.839950561523</c:v>
                </c:pt>
                <c:pt idx="6755">
                  <c:v>109.927627563477</c:v>
                </c:pt>
                <c:pt idx="6756">
                  <c:v>109.90867614746099</c:v>
                </c:pt>
                <c:pt idx="6757">
                  <c:v>109.98950958252</c:v>
                </c:pt>
                <c:pt idx="6758">
                  <c:v>110.114151000977</c:v>
                </c:pt>
                <c:pt idx="6759">
                  <c:v>110.26792144775401</c:v>
                </c:pt>
                <c:pt idx="6760">
                  <c:v>110.35733795166</c:v>
                </c:pt>
                <c:pt idx="6761">
                  <c:v>110.309051513672</c:v>
                </c:pt>
                <c:pt idx="6762">
                  <c:v>110.417854309082</c:v>
                </c:pt>
                <c:pt idx="6763">
                  <c:v>110.41227722168</c:v>
                </c:pt>
                <c:pt idx="6764">
                  <c:v>110.49740600585901</c:v>
                </c:pt>
                <c:pt idx="6765">
                  <c:v>110.526779174805</c:v>
                </c:pt>
                <c:pt idx="6766">
                  <c:v>110.598770141602</c:v>
                </c:pt>
                <c:pt idx="6767">
                  <c:v>110.866325378418</c:v>
                </c:pt>
                <c:pt idx="6768">
                  <c:v>111.060188293457</c:v>
                </c:pt>
                <c:pt idx="6769">
                  <c:v>111.084228515625</c:v>
                </c:pt>
                <c:pt idx="6770">
                  <c:v>111.133262634277</c:v>
                </c:pt>
                <c:pt idx="6771">
                  <c:v>111.257049560547</c:v>
                </c:pt>
                <c:pt idx="6772">
                  <c:v>111.187057495117</c:v>
                </c:pt>
                <c:pt idx="6773">
                  <c:v>111.229858398438</c:v>
                </c:pt>
                <c:pt idx="6774">
                  <c:v>111.338081359863</c:v>
                </c:pt>
                <c:pt idx="6775">
                  <c:v>111.411026000977</c:v>
                </c:pt>
                <c:pt idx="6776">
                  <c:v>111.62001800537099</c:v>
                </c:pt>
                <c:pt idx="6777">
                  <c:v>111.914680480957</c:v>
                </c:pt>
                <c:pt idx="6778">
                  <c:v>112.30770874023401</c:v>
                </c:pt>
                <c:pt idx="6779">
                  <c:v>112.78289794921901</c:v>
                </c:pt>
                <c:pt idx="6780">
                  <c:v>112.76326751709</c:v>
                </c:pt>
                <c:pt idx="6781">
                  <c:v>112.83374786377</c:v>
                </c:pt>
                <c:pt idx="6782">
                  <c:v>113.13507843017599</c:v>
                </c:pt>
                <c:pt idx="6783">
                  <c:v>113.69940185546901</c:v>
                </c:pt>
                <c:pt idx="6784">
                  <c:v>114.121391296387</c:v>
                </c:pt>
                <c:pt idx="6785">
                  <c:v>114.575401306152</c:v>
                </c:pt>
                <c:pt idx="6786">
                  <c:v>114.657279968262</c:v>
                </c:pt>
                <c:pt idx="6787">
                  <c:v>114.84255218505901</c:v>
                </c:pt>
                <c:pt idx="6788">
                  <c:v>115.030281066895</c:v>
                </c:pt>
                <c:pt idx="6789">
                  <c:v>115.187149047852</c:v>
                </c:pt>
                <c:pt idx="6790">
                  <c:v>115.645942687988</c:v>
                </c:pt>
                <c:pt idx="6791">
                  <c:v>116.00757598877</c:v>
                </c:pt>
                <c:pt idx="6792">
                  <c:v>116.22135925293</c:v>
                </c:pt>
                <c:pt idx="6793">
                  <c:v>116.357208251953</c:v>
                </c:pt>
                <c:pt idx="6794">
                  <c:v>116.68190002441401</c:v>
                </c:pt>
                <c:pt idx="6795">
                  <c:v>116.793907165527</c:v>
                </c:pt>
                <c:pt idx="6796">
                  <c:v>116.929008483887</c:v>
                </c:pt>
                <c:pt idx="6797">
                  <c:v>117.12490081787099</c:v>
                </c:pt>
                <c:pt idx="6798">
                  <c:v>117.312858581543</c:v>
                </c:pt>
                <c:pt idx="6799">
                  <c:v>117.46360778808599</c:v>
                </c:pt>
                <c:pt idx="6800">
                  <c:v>117.63687133789099</c:v>
                </c:pt>
                <c:pt idx="6801">
                  <c:v>117.727378845215</c:v>
                </c:pt>
                <c:pt idx="6802">
                  <c:v>117.92385101318401</c:v>
                </c:pt>
                <c:pt idx="6803">
                  <c:v>118.096298217773</c:v>
                </c:pt>
                <c:pt idx="6804">
                  <c:v>118.129913330078</c:v>
                </c:pt>
                <c:pt idx="6805">
                  <c:v>118.338836669922</c:v>
                </c:pt>
                <c:pt idx="6806">
                  <c:v>118.62908935546901</c:v>
                </c:pt>
                <c:pt idx="6807">
                  <c:v>118.88677978515599</c:v>
                </c:pt>
                <c:pt idx="6808">
                  <c:v>118.97771453857401</c:v>
                </c:pt>
                <c:pt idx="6809">
                  <c:v>119.13046264648401</c:v>
                </c:pt>
                <c:pt idx="6810">
                  <c:v>119.32138061523401</c:v>
                </c:pt>
                <c:pt idx="6811">
                  <c:v>119.551872253418</c:v>
                </c:pt>
                <c:pt idx="6812">
                  <c:v>119.62582397460901</c:v>
                </c:pt>
                <c:pt idx="6813">
                  <c:v>119.480018615723</c:v>
                </c:pt>
                <c:pt idx="6814">
                  <c:v>119.47080230712901</c:v>
                </c:pt>
                <c:pt idx="6815">
                  <c:v>119.62255859375</c:v>
                </c:pt>
                <c:pt idx="6816">
                  <c:v>120.197715759277</c:v>
                </c:pt>
                <c:pt idx="6817">
                  <c:v>120.657501220703</c:v>
                </c:pt>
                <c:pt idx="6818">
                  <c:v>120.66813659668</c:v>
                </c:pt>
                <c:pt idx="6819">
                  <c:v>120.857040405273</c:v>
                </c:pt>
                <c:pt idx="6820">
                  <c:v>121.018844604492</c:v>
                </c:pt>
                <c:pt idx="6821">
                  <c:v>121.13825225830099</c:v>
                </c:pt>
                <c:pt idx="6822">
                  <c:v>121.209358215332</c:v>
                </c:pt>
                <c:pt idx="6823">
                  <c:v>121.24244689941401</c:v>
                </c:pt>
                <c:pt idx="6824">
                  <c:v>121.58156585693401</c:v>
                </c:pt>
                <c:pt idx="6825">
                  <c:v>121.62393951416</c:v>
                </c:pt>
                <c:pt idx="6826">
                  <c:v>121.72087860107401</c:v>
                </c:pt>
                <c:pt idx="6827">
                  <c:v>121.737739562988</c:v>
                </c:pt>
                <c:pt idx="6828">
                  <c:v>121.810684204102</c:v>
                </c:pt>
                <c:pt idx="6829">
                  <c:v>122.00836944580099</c:v>
                </c:pt>
                <c:pt idx="6830">
                  <c:v>122.29719543457</c:v>
                </c:pt>
                <c:pt idx="6831">
                  <c:v>122.38646697998</c:v>
                </c:pt>
                <c:pt idx="6832">
                  <c:v>122.283813476563</c:v>
                </c:pt>
                <c:pt idx="6833">
                  <c:v>122.40842437744099</c:v>
                </c:pt>
                <c:pt idx="6834">
                  <c:v>122.538864135742</c:v>
                </c:pt>
                <c:pt idx="6835">
                  <c:v>122.68051910400401</c:v>
                </c:pt>
                <c:pt idx="6836">
                  <c:v>122.735877990723</c:v>
                </c:pt>
                <c:pt idx="6837">
                  <c:v>122.808952331543</c:v>
                </c:pt>
                <c:pt idx="6838">
                  <c:v>122.87172698974599</c:v>
                </c:pt>
                <c:pt idx="6839">
                  <c:v>122.789512634277</c:v>
                </c:pt>
                <c:pt idx="6840">
                  <c:v>122.85374450683599</c:v>
                </c:pt>
                <c:pt idx="6841">
                  <c:v>122.75888824462901</c:v>
                </c:pt>
                <c:pt idx="6842">
                  <c:v>122.80910491943401</c:v>
                </c:pt>
                <c:pt idx="6843">
                  <c:v>122.88510894775401</c:v>
                </c:pt>
                <c:pt idx="6844">
                  <c:v>123.135177612305</c:v>
                </c:pt>
                <c:pt idx="6845">
                  <c:v>123.17001342773401</c:v>
                </c:pt>
                <c:pt idx="6846">
                  <c:v>123.12376403808599</c:v>
                </c:pt>
                <c:pt idx="6847">
                  <c:v>123.105094909668</c:v>
                </c:pt>
                <c:pt idx="6848">
                  <c:v>123.287971496582</c:v>
                </c:pt>
                <c:pt idx="6849">
                  <c:v>123.263427734375</c:v>
                </c:pt>
                <c:pt idx="6850">
                  <c:v>123.24762725830099</c:v>
                </c:pt>
                <c:pt idx="6851">
                  <c:v>123.340545654297</c:v>
                </c:pt>
                <c:pt idx="6852">
                  <c:v>123.41926574707</c:v>
                </c:pt>
                <c:pt idx="6853">
                  <c:v>123.30487060546901</c:v>
                </c:pt>
                <c:pt idx="6854">
                  <c:v>123.38933563232401</c:v>
                </c:pt>
                <c:pt idx="6855">
                  <c:v>123.534591674805</c:v>
                </c:pt>
                <c:pt idx="6856">
                  <c:v>123.512664794922</c:v>
                </c:pt>
                <c:pt idx="6857">
                  <c:v>123.63742828369099</c:v>
                </c:pt>
                <c:pt idx="6858">
                  <c:v>123.501182556152</c:v>
                </c:pt>
                <c:pt idx="6859">
                  <c:v>123.490928649902</c:v>
                </c:pt>
                <c:pt idx="6860">
                  <c:v>123.504989624023</c:v>
                </c:pt>
                <c:pt idx="6861">
                  <c:v>123.58404541015599</c:v>
                </c:pt>
                <c:pt idx="6862">
                  <c:v>123.60604095459</c:v>
                </c:pt>
                <c:pt idx="6863">
                  <c:v>123.57794952392599</c:v>
                </c:pt>
                <c:pt idx="6864">
                  <c:v>123.47443389892599</c:v>
                </c:pt>
                <c:pt idx="6865">
                  <c:v>123.249885559082</c:v>
                </c:pt>
                <c:pt idx="6866">
                  <c:v>123.144744873047</c:v>
                </c:pt>
                <c:pt idx="6867">
                  <c:v>123.00820159912099</c:v>
                </c:pt>
                <c:pt idx="6868">
                  <c:v>122.902221679688</c:v>
                </c:pt>
                <c:pt idx="6869">
                  <c:v>122.855682373047</c:v>
                </c:pt>
                <c:pt idx="6870">
                  <c:v>122.741050720215</c:v>
                </c:pt>
                <c:pt idx="6871">
                  <c:v>122.49819946289099</c:v>
                </c:pt>
                <c:pt idx="6872">
                  <c:v>122.154327392578</c:v>
                </c:pt>
                <c:pt idx="6873">
                  <c:v>121.88575744628901</c:v>
                </c:pt>
                <c:pt idx="6874">
                  <c:v>121.712837219238</c:v>
                </c:pt>
                <c:pt idx="6875">
                  <c:v>121.53190612793</c:v>
                </c:pt>
                <c:pt idx="6876">
                  <c:v>121.373397827148</c:v>
                </c:pt>
                <c:pt idx="6877">
                  <c:v>121.27780914306599</c:v>
                </c:pt>
                <c:pt idx="6878">
                  <c:v>121.13079071044901</c:v>
                </c:pt>
                <c:pt idx="6879">
                  <c:v>120.988807678223</c:v>
                </c:pt>
                <c:pt idx="6880">
                  <c:v>120.969482421875</c:v>
                </c:pt>
                <c:pt idx="6881">
                  <c:v>120.62589263916</c:v>
                </c:pt>
                <c:pt idx="6882">
                  <c:v>120.24730682373</c:v>
                </c:pt>
                <c:pt idx="6883">
                  <c:v>119.983390808105</c:v>
                </c:pt>
                <c:pt idx="6884">
                  <c:v>119.78150939941401</c:v>
                </c:pt>
                <c:pt idx="6885">
                  <c:v>119.898231506348</c:v>
                </c:pt>
                <c:pt idx="6886">
                  <c:v>119.894325256348</c:v>
                </c:pt>
                <c:pt idx="6887">
                  <c:v>119.813125610352</c:v>
                </c:pt>
                <c:pt idx="6888">
                  <c:v>119.964218139648</c:v>
                </c:pt>
                <c:pt idx="6889">
                  <c:v>119.82611083984401</c:v>
                </c:pt>
                <c:pt idx="6890">
                  <c:v>119.804801940918</c:v>
                </c:pt>
                <c:pt idx="6891">
                  <c:v>119.661979675293</c:v>
                </c:pt>
                <c:pt idx="6892">
                  <c:v>119.532516479492</c:v>
                </c:pt>
                <c:pt idx="6893">
                  <c:v>119.672233581543</c:v>
                </c:pt>
                <c:pt idx="6894">
                  <c:v>119.855949401855</c:v>
                </c:pt>
                <c:pt idx="6895">
                  <c:v>119.736785888672</c:v>
                </c:pt>
                <c:pt idx="6896">
                  <c:v>119.725051879883</c:v>
                </c:pt>
                <c:pt idx="6897">
                  <c:v>119.719192504883</c:v>
                </c:pt>
                <c:pt idx="6898">
                  <c:v>119.703453063965</c:v>
                </c:pt>
                <c:pt idx="6899">
                  <c:v>119.527885437012</c:v>
                </c:pt>
                <c:pt idx="6900">
                  <c:v>119.463790893555</c:v>
                </c:pt>
                <c:pt idx="6901">
                  <c:v>119.448043823242</c:v>
                </c:pt>
                <c:pt idx="6902">
                  <c:v>119.484268188477</c:v>
                </c:pt>
                <c:pt idx="6903">
                  <c:v>119.50563049316401</c:v>
                </c:pt>
                <c:pt idx="6904">
                  <c:v>119.40773010253901</c:v>
                </c:pt>
                <c:pt idx="6905">
                  <c:v>119.42018127441401</c:v>
                </c:pt>
                <c:pt idx="6906">
                  <c:v>119.37135314941401</c:v>
                </c:pt>
                <c:pt idx="6907">
                  <c:v>119.30573272705099</c:v>
                </c:pt>
                <c:pt idx="6908">
                  <c:v>119.10129547119099</c:v>
                </c:pt>
                <c:pt idx="6909">
                  <c:v>118.93479919433599</c:v>
                </c:pt>
                <c:pt idx="6910">
                  <c:v>118.70263671875</c:v>
                </c:pt>
                <c:pt idx="6911">
                  <c:v>118.32981109619099</c:v>
                </c:pt>
                <c:pt idx="6912">
                  <c:v>118.112663269043</c:v>
                </c:pt>
                <c:pt idx="6913">
                  <c:v>117.98471832275401</c:v>
                </c:pt>
                <c:pt idx="6914">
                  <c:v>117.883422851563</c:v>
                </c:pt>
                <c:pt idx="6915">
                  <c:v>117.780632019043</c:v>
                </c:pt>
                <c:pt idx="6916">
                  <c:v>117.63632965087901</c:v>
                </c:pt>
                <c:pt idx="6917">
                  <c:v>117.481567382813</c:v>
                </c:pt>
                <c:pt idx="6918">
                  <c:v>117.322372436523</c:v>
                </c:pt>
                <c:pt idx="6919">
                  <c:v>117.130821228027</c:v>
                </c:pt>
                <c:pt idx="6920">
                  <c:v>116.896072387695</c:v>
                </c:pt>
                <c:pt idx="6921">
                  <c:v>116.665573120117</c:v>
                </c:pt>
                <c:pt idx="6922">
                  <c:v>116.518997192383</c:v>
                </c:pt>
                <c:pt idx="6923">
                  <c:v>116.360389709473</c:v>
                </c:pt>
                <c:pt idx="6924">
                  <c:v>116.181365966797</c:v>
                </c:pt>
                <c:pt idx="6925">
                  <c:v>115.89902496337901</c:v>
                </c:pt>
                <c:pt idx="6926">
                  <c:v>115.70758056640599</c:v>
                </c:pt>
                <c:pt idx="6927">
                  <c:v>115.527961730957</c:v>
                </c:pt>
                <c:pt idx="6928">
                  <c:v>115.310829162598</c:v>
                </c:pt>
                <c:pt idx="6929">
                  <c:v>115.11468505859401</c:v>
                </c:pt>
                <c:pt idx="6930">
                  <c:v>114.93913269043</c:v>
                </c:pt>
                <c:pt idx="6931">
                  <c:v>114.82307434082</c:v>
                </c:pt>
                <c:pt idx="6932">
                  <c:v>114.760604858398</c:v>
                </c:pt>
                <c:pt idx="6933">
                  <c:v>114.684646606445</c:v>
                </c:pt>
                <c:pt idx="6934">
                  <c:v>114.634895324707</c:v>
                </c:pt>
                <c:pt idx="6935">
                  <c:v>114.50772857666</c:v>
                </c:pt>
                <c:pt idx="6936">
                  <c:v>114.467559814453</c:v>
                </c:pt>
                <c:pt idx="6937">
                  <c:v>114.386428833008</c:v>
                </c:pt>
                <c:pt idx="6938">
                  <c:v>114.36447906494099</c:v>
                </c:pt>
                <c:pt idx="6939">
                  <c:v>114.38376617431599</c:v>
                </c:pt>
                <c:pt idx="6940">
                  <c:v>114.368927001953</c:v>
                </c:pt>
                <c:pt idx="6941">
                  <c:v>114.387496948242</c:v>
                </c:pt>
                <c:pt idx="6942">
                  <c:v>114.29254913330099</c:v>
                </c:pt>
                <c:pt idx="6943">
                  <c:v>114.32460784912099</c:v>
                </c:pt>
                <c:pt idx="6944">
                  <c:v>114.34405517578099</c:v>
                </c:pt>
                <c:pt idx="6945">
                  <c:v>114.40266418457</c:v>
                </c:pt>
                <c:pt idx="6946">
                  <c:v>114.48052978515599</c:v>
                </c:pt>
                <c:pt idx="6947">
                  <c:v>114.773796081543</c:v>
                </c:pt>
                <c:pt idx="6948">
                  <c:v>114.954055786133</c:v>
                </c:pt>
                <c:pt idx="6949">
                  <c:v>115.34278869628901</c:v>
                </c:pt>
                <c:pt idx="6950">
                  <c:v>115.71759796142599</c:v>
                </c:pt>
                <c:pt idx="6951">
                  <c:v>115.84455871582</c:v>
                </c:pt>
                <c:pt idx="6952">
                  <c:v>116.027351379395</c:v>
                </c:pt>
                <c:pt idx="6953">
                  <c:v>116.01278686523401</c:v>
                </c:pt>
                <c:pt idx="6954">
                  <c:v>116.105422973633</c:v>
                </c:pt>
                <c:pt idx="6955">
                  <c:v>116.320419311523</c:v>
                </c:pt>
                <c:pt idx="6956">
                  <c:v>116.410034179688</c:v>
                </c:pt>
                <c:pt idx="6957">
                  <c:v>116.653770446777</c:v>
                </c:pt>
                <c:pt idx="6958">
                  <c:v>116.893516540527</c:v>
                </c:pt>
                <c:pt idx="6959">
                  <c:v>117.029487609863</c:v>
                </c:pt>
                <c:pt idx="6960">
                  <c:v>117.10546875</c:v>
                </c:pt>
                <c:pt idx="6961">
                  <c:v>117.19760894775401</c:v>
                </c:pt>
                <c:pt idx="6962">
                  <c:v>117.218139648438</c:v>
                </c:pt>
                <c:pt idx="6963">
                  <c:v>117.219291687012</c:v>
                </c:pt>
                <c:pt idx="6964">
                  <c:v>117.22560882568401</c:v>
                </c:pt>
                <c:pt idx="6965">
                  <c:v>117.16787719726599</c:v>
                </c:pt>
                <c:pt idx="6966">
                  <c:v>117.13159942627</c:v>
                </c:pt>
                <c:pt idx="6967">
                  <c:v>117.042449951172</c:v>
                </c:pt>
                <c:pt idx="6968">
                  <c:v>116.94709014892599</c:v>
                </c:pt>
                <c:pt idx="6969">
                  <c:v>116.839401245117</c:v>
                </c:pt>
                <c:pt idx="6970">
                  <c:v>116.629257202148</c:v>
                </c:pt>
                <c:pt idx="6971">
                  <c:v>116.48748779296901</c:v>
                </c:pt>
                <c:pt idx="6972">
                  <c:v>116.491401672363</c:v>
                </c:pt>
                <c:pt idx="6973">
                  <c:v>116.426635742188</c:v>
                </c:pt>
                <c:pt idx="6974">
                  <c:v>116.368217468262</c:v>
                </c:pt>
                <c:pt idx="6975">
                  <c:v>116.32342529296901</c:v>
                </c:pt>
                <c:pt idx="6976">
                  <c:v>116.22768402099599</c:v>
                </c:pt>
                <c:pt idx="6977">
                  <c:v>116.22201538085901</c:v>
                </c:pt>
                <c:pt idx="6978">
                  <c:v>116.235832214355</c:v>
                </c:pt>
                <c:pt idx="6979">
                  <c:v>116.215301513672</c:v>
                </c:pt>
                <c:pt idx="6980">
                  <c:v>116.193145751953</c:v>
                </c:pt>
                <c:pt idx="6981">
                  <c:v>116.057693481445</c:v>
                </c:pt>
                <c:pt idx="6982">
                  <c:v>115.741561889648</c:v>
                </c:pt>
                <c:pt idx="6983">
                  <c:v>115.472862243652</c:v>
                </c:pt>
                <c:pt idx="6984">
                  <c:v>115.261352539063</c:v>
                </c:pt>
                <c:pt idx="6985">
                  <c:v>115.19613647460901</c:v>
                </c:pt>
                <c:pt idx="6986">
                  <c:v>115.19782257080099</c:v>
                </c:pt>
                <c:pt idx="6987">
                  <c:v>115.15048980712901</c:v>
                </c:pt>
                <c:pt idx="6988">
                  <c:v>115.09497833252</c:v>
                </c:pt>
                <c:pt idx="6989">
                  <c:v>115.052047729492</c:v>
                </c:pt>
                <c:pt idx="6990">
                  <c:v>114.974662780762</c:v>
                </c:pt>
                <c:pt idx="6991">
                  <c:v>114.890464782715</c:v>
                </c:pt>
                <c:pt idx="6992">
                  <c:v>114.79608154296901</c:v>
                </c:pt>
                <c:pt idx="6993">
                  <c:v>114.71998596191401</c:v>
                </c:pt>
                <c:pt idx="6994">
                  <c:v>114.68416595459</c:v>
                </c:pt>
                <c:pt idx="6995">
                  <c:v>114.555946350098</c:v>
                </c:pt>
                <c:pt idx="6996">
                  <c:v>114.502319335938</c:v>
                </c:pt>
                <c:pt idx="6997">
                  <c:v>114.501091003418</c:v>
                </c:pt>
                <c:pt idx="6998">
                  <c:v>114.47853851318401</c:v>
                </c:pt>
                <c:pt idx="6999">
                  <c:v>114.441780090332</c:v>
                </c:pt>
                <c:pt idx="7000">
                  <c:v>114.340217590332</c:v>
                </c:pt>
                <c:pt idx="7001">
                  <c:v>114.227264404297</c:v>
                </c:pt>
                <c:pt idx="7002">
                  <c:v>114.189178466797</c:v>
                </c:pt>
                <c:pt idx="7003">
                  <c:v>114.01181793212901</c:v>
                </c:pt>
                <c:pt idx="7004">
                  <c:v>113.85422515869099</c:v>
                </c:pt>
                <c:pt idx="7005">
                  <c:v>113.91005706787099</c:v>
                </c:pt>
                <c:pt idx="7006">
                  <c:v>113.85311126709</c:v>
                </c:pt>
                <c:pt idx="7007">
                  <c:v>113.505088806152</c:v>
                </c:pt>
                <c:pt idx="7008">
                  <c:v>113.32341766357401</c:v>
                </c:pt>
                <c:pt idx="7009">
                  <c:v>113.21233367919901</c:v>
                </c:pt>
                <c:pt idx="7010">
                  <c:v>113.185600280762</c:v>
                </c:pt>
                <c:pt idx="7011">
                  <c:v>113.233840942383</c:v>
                </c:pt>
                <c:pt idx="7012">
                  <c:v>113.12477874755901</c:v>
                </c:pt>
                <c:pt idx="7013">
                  <c:v>113.032096862793</c:v>
                </c:pt>
                <c:pt idx="7014">
                  <c:v>112.973106384277</c:v>
                </c:pt>
                <c:pt idx="7015">
                  <c:v>112.916007995605</c:v>
                </c:pt>
                <c:pt idx="7016">
                  <c:v>112.827919006348</c:v>
                </c:pt>
                <c:pt idx="7017">
                  <c:v>112.660186767578</c:v>
                </c:pt>
                <c:pt idx="7018">
                  <c:v>112.553062438965</c:v>
                </c:pt>
                <c:pt idx="7019">
                  <c:v>112.495239257813</c:v>
                </c:pt>
                <c:pt idx="7020">
                  <c:v>112.424560546875</c:v>
                </c:pt>
                <c:pt idx="7021">
                  <c:v>112.492240905762</c:v>
                </c:pt>
                <c:pt idx="7022">
                  <c:v>112.61337280273401</c:v>
                </c:pt>
                <c:pt idx="7023">
                  <c:v>112.798881530762</c:v>
                </c:pt>
                <c:pt idx="7024">
                  <c:v>112.851570129395</c:v>
                </c:pt>
                <c:pt idx="7025">
                  <c:v>112.92970275878901</c:v>
                </c:pt>
                <c:pt idx="7026">
                  <c:v>113.087898254395</c:v>
                </c:pt>
                <c:pt idx="7027">
                  <c:v>113.156204223633</c:v>
                </c:pt>
                <c:pt idx="7028">
                  <c:v>113.55486297607401</c:v>
                </c:pt>
                <c:pt idx="7029">
                  <c:v>113.90355682373</c:v>
                </c:pt>
                <c:pt idx="7030">
                  <c:v>114.18782043457</c:v>
                </c:pt>
                <c:pt idx="7031">
                  <c:v>114.34799957275401</c:v>
                </c:pt>
                <c:pt idx="7032">
                  <c:v>114.51540374755901</c:v>
                </c:pt>
                <c:pt idx="7033">
                  <c:v>114.90878295898401</c:v>
                </c:pt>
                <c:pt idx="7034">
                  <c:v>115.413040161133</c:v>
                </c:pt>
                <c:pt idx="7035">
                  <c:v>115.774200439453</c:v>
                </c:pt>
                <c:pt idx="7036">
                  <c:v>115.99928283691401</c:v>
                </c:pt>
                <c:pt idx="7037">
                  <c:v>116.209365844727</c:v>
                </c:pt>
                <c:pt idx="7038">
                  <c:v>116.300827026367</c:v>
                </c:pt>
                <c:pt idx="7039">
                  <c:v>116.589981079102</c:v>
                </c:pt>
                <c:pt idx="7040">
                  <c:v>117.072784423828</c:v>
                </c:pt>
                <c:pt idx="7041">
                  <c:v>117.401557922363</c:v>
                </c:pt>
                <c:pt idx="7042">
                  <c:v>117.59555816650401</c:v>
                </c:pt>
                <c:pt idx="7043">
                  <c:v>117.706840515137</c:v>
                </c:pt>
                <c:pt idx="7044">
                  <c:v>117.787651062012</c:v>
                </c:pt>
                <c:pt idx="7045">
                  <c:v>118.004928588867</c:v>
                </c:pt>
                <c:pt idx="7046">
                  <c:v>118.136962890625</c:v>
                </c:pt>
                <c:pt idx="7047">
                  <c:v>118.333381652832</c:v>
                </c:pt>
                <c:pt idx="7048">
                  <c:v>118.58620452880901</c:v>
                </c:pt>
                <c:pt idx="7049">
                  <c:v>118.87481689453099</c:v>
                </c:pt>
                <c:pt idx="7050">
                  <c:v>118.971473693848</c:v>
                </c:pt>
                <c:pt idx="7051">
                  <c:v>119.101264953613</c:v>
                </c:pt>
                <c:pt idx="7052">
                  <c:v>119.25080108642599</c:v>
                </c:pt>
                <c:pt idx="7053">
                  <c:v>119.37637329101599</c:v>
                </c:pt>
                <c:pt idx="7054">
                  <c:v>119.471717834473</c:v>
                </c:pt>
                <c:pt idx="7055">
                  <c:v>119.675399780273</c:v>
                </c:pt>
                <c:pt idx="7056">
                  <c:v>119.864128112793</c:v>
                </c:pt>
                <c:pt idx="7057">
                  <c:v>119.990196228027</c:v>
                </c:pt>
                <c:pt idx="7058">
                  <c:v>120.32146453857401</c:v>
                </c:pt>
                <c:pt idx="7059">
                  <c:v>120.562309265137</c:v>
                </c:pt>
                <c:pt idx="7060">
                  <c:v>120.163246154785</c:v>
                </c:pt>
                <c:pt idx="7061">
                  <c:v>120.35500335693401</c:v>
                </c:pt>
                <c:pt idx="7062">
                  <c:v>120.439399719238</c:v>
                </c:pt>
                <c:pt idx="7063">
                  <c:v>120.74764251709</c:v>
                </c:pt>
                <c:pt idx="7064">
                  <c:v>120.940299987793</c:v>
                </c:pt>
                <c:pt idx="7065">
                  <c:v>121.06369781494099</c:v>
                </c:pt>
                <c:pt idx="7066">
                  <c:v>121.118774414063</c:v>
                </c:pt>
                <c:pt idx="7067">
                  <c:v>121.01914215087901</c:v>
                </c:pt>
                <c:pt idx="7068">
                  <c:v>121.019569396973</c:v>
                </c:pt>
                <c:pt idx="7069">
                  <c:v>121.077270507813</c:v>
                </c:pt>
                <c:pt idx="7070">
                  <c:v>121.08324432373</c:v>
                </c:pt>
                <c:pt idx="7071">
                  <c:v>121.132888793945</c:v>
                </c:pt>
                <c:pt idx="7072">
                  <c:v>121.158164978027</c:v>
                </c:pt>
                <c:pt idx="7073">
                  <c:v>121.15176391601599</c:v>
                </c:pt>
                <c:pt idx="7074">
                  <c:v>121.153457641602</c:v>
                </c:pt>
                <c:pt idx="7075">
                  <c:v>121.138633728027</c:v>
                </c:pt>
                <c:pt idx="7076">
                  <c:v>121.013381958008</c:v>
                </c:pt>
                <c:pt idx="7077">
                  <c:v>120.881423950195</c:v>
                </c:pt>
                <c:pt idx="7078">
                  <c:v>120.645706176758</c:v>
                </c:pt>
                <c:pt idx="7079">
                  <c:v>120.47679138183599</c:v>
                </c:pt>
                <c:pt idx="7080">
                  <c:v>120.36750793457</c:v>
                </c:pt>
                <c:pt idx="7081">
                  <c:v>120.523193359375</c:v>
                </c:pt>
                <c:pt idx="7082">
                  <c:v>120.61286163330099</c:v>
                </c:pt>
                <c:pt idx="7083">
                  <c:v>120.47454071044901</c:v>
                </c:pt>
                <c:pt idx="7084">
                  <c:v>120.264038085938</c:v>
                </c:pt>
                <c:pt idx="7085">
                  <c:v>120.282600402832</c:v>
                </c:pt>
                <c:pt idx="7086">
                  <c:v>120.23370361328099</c:v>
                </c:pt>
                <c:pt idx="7087">
                  <c:v>120.24998474121099</c:v>
                </c:pt>
                <c:pt idx="7088">
                  <c:v>120.20792388916</c:v>
                </c:pt>
                <c:pt idx="7089">
                  <c:v>120.158660888672</c:v>
                </c:pt>
                <c:pt idx="7090">
                  <c:v>120.05889892578099</c:v>
                </c:pt>
                <c:pt idx="7091">
                  <c:v>120.23126983642599</c:v>
                </c:pt>
                <c:pt idx="7092">
                  <c:v>120.32762145996099</c:v>
                </c:pt>
                <c:pt idx="7093">
                  <c:v>120.341926574707</c:v>
                </c:pt>
                <c:pt idx="7094">
                  <c:v>120.60430908203099</c:v>
                </c:pt>
                <c:pt idx="7095">
                  <c:v>120.51311492919901</c:v>
                </c:pt>
                <c:pt idx="7096">
                  <c:v>120.545135498047</c:v>
                </c:pt>
                <c:pt idx="7097">
                  <c:v>120.438339233398</c:v>
                </c:pt>
                <c:pt idx="7098">
                  <c:v>120.325546264648</c:v>
                </c:pt>
                <c:pt idx="7099">
                  <c:v>120.36733245849599</c:v>
                </c:pt>
                <c:pt idx="7100">
                  <c:v>120.41579437255901</c:v>
                </c:pt>
                <c:pt idx="7101">
                  <c:v>120.48235321044901</c:v>
                </c:pt>
                <c:pt idx="7102">
                  <c:v>120.246955871582</c:v>
                </c:pt>
                <c:pt idx="7103">
                  <c:v>120.349731445313</c:v>
                </c:pt>
                <c:pt idx="7104">
                  <c:v>120.13656616210901</c:v>
                </c:pt>
                <c:pt idx="7105">
                  <c:v>119.939292907715</c:v>
                </c:pt>
                <c:pt idx="7106">
                  <c:v>120.14364624023401</c:v>
                </c:pt>
                <c:pt idx="7107">
                  <c:v>120.609092712402</c:v>
                </c:pt>
                <c:pt idx="7108">
                  <c:v>120.88232421875</c:v>
                </c:pt>
                <c:pt idx="7109">
                  <c:v>120.937774658203</c:v>
                </c:pt>
                <c:pt idx="7110">
                  <c:v>120.986297607422</c:v>
                </c:pt>
                <c:pt idx="7111">
                  <c:v>121.08010101318401</c:v>
                </c:pt>
                <c:pt idx="7112">
                  <c:v>121.12722015380901</c:v>
                </c:pt>
                <c:pt idx="7113">
                  <c:v>121.154777526855</c:v>
                </c:pt>
                <c:pt idx="7114">
                  <c:v>121.16716766357401</c:v>
                </c:pt>
                <c:pt idx="7115">
                  <c:v>121.171920776367</c:v>
                </c:pt>
                <c:pt idx="7116">
                  <c:v>121.17458343505901</c:v>
                </c:pt>
                <c:pt idx="7117">
                  <c:v>121.170120239258</c:v>
                </c:pt>
                <c:pt idx="7118">
                  <c:v>121.13885498046901</c:v>
                </c:pt>
                <c:pt idx="7119">
                  <c:v>120.882850646973</c:v>
                </c:pt>
                <c:pt idx="7120">
                  <c:v>120.5849609375</c:v>
                </c:pt>
                <c:pt idx="7121">
                  <c:v>120.304763793945</c:v>
                </c:pt>
                <c:pt idx="7122">
                  <c:v>120.145095825195</c:v>
                </c:pt>
                <c:pt idx="7123">
                  <c:v>119.97747039794901</c:v>
                </c:pt>
                <c:pt idx="7124">
                  <c:v>119.74509429931599</c:v>
                </c:pt>
                <c:pt idx="7125">
                  <c:v>119.57379150390599</c:v>
                </c:pt>
                <c:pt idx="7126">
                  <c:v>119.41854095459</c:v>
                </c:pt>
                <c:pt idx="7127">
                  <c:v>119.146476745605</c:v>
                </c:pt>
                <c:pt idx="7128">
                  <c:v>118.94931793212901</c:v>
                </c:pt>
                <c:pt idx="7129">
                  <c:v>118.56307983398401</c:v>
                </c:pt>
                <c:pt idx="7130">
                  <c:v>118.29852294921901</c:v>
                </c:pt>
                <c:pt idx="7131">
                  <c:v>118.15618133544901</c:v>
                </c:pt>
                <c:pt idx="7132">
                  <c:v>118.01155090332</c:v>
                </c:pt>
                <c:pt idx="7133">
                  <c:v>117.93685913085901</c:v>
                </c:pt>
                <c:pt idx="7134">
                  <c:v>117.896110534668</c:v>
                </c:pt>
                <c:pt idx="7135">
                  <c:v>117.866134643555</c:v>
                </c:pt>
                <c:pt idx="7136">
                  <c:v>117.753875732422</c:v>
                </c:pt>
                <c:pt idx="7137">
                  <c:v>117.649383544922</c:v>
                </c:pt>
                <c:pt idx="7138">
                  <c:v>117.43357086181599</c:v>
                </c:pt>
                <c:pt idx="7139">
                  <c:v>117.341361999512</c:v>
                </c:pt>
                <c:pt idx="7140">
                  <c:v>117.26829528808599</c:v>
                </c:pt>
                <c:pt idx="7141">
                  <c:v>117.20376586914099</c:v>
                </c:pt>
                <c:pt idx="7142">
                  <c:v>117.20794677734401</c:v>
                </c:pt>
                <c:pt idx="7143">
                  <c:v>117.132125854492</c:v>
                </c:pt>
                <c:pt idx="7144">
                  <c:v>116.99927520752</c:v>
                </c:pt>
                <c:pt idx="7145">
                  <c:v>116.840576171875</c:v>
                </c:pt>
                <c:pt idx="7146">
                  <c:v>116.817260742188</c:v>
                </c:pt>
                <c:pt idx="7147">
                  <c:v>116.75351715087901</c:v>
                </c:pt>
                <c:pt idx="7148">
                  <c:v>116.545516967773</c:v>
                </c:pt>
                <c:pt idx="7149">
                  <c:v>116.41656494140599</c:v>
                </c:pt>
                <c:pt idx="7150">
                  <c:v>116.359367370605</c:v>
                </c:pt>
                <c:pt idx="7151">
                  <c:v>116.30418395996099</c:v>
                </c:pt>
                <c:pt idx="7152">
                  <c:v>116.287673950195</c:v>
                </c:pt>
                <c:pt idx="7153">
                  <c:v>116.26976013183599</c:v>
                </c:pt>
                <c:pt idx="7154">
                  <c:v>116.26645660400401</c:v>
                </c:pt>
                <c:pt idx="7155">
                  <c:v>116.138221740723</c:v>
                </c:pt>
                <c:pt idx="7156">
                  <c:v>116.16885375976599</c:v>
                </c:pt>
                <c:pt idx="7157">
                  <c:v>116.11498260498</c:v>
                </c:pt>
                <c:pt idx="7158">
                  <c:v>116.064254760742</c:v>
                </c:pt>
                <c:pt idx="7159">
                  <c:v>116.04958343505901</c:v>
                </c:pt>
                <c:pt idx="7160">
                  <c:v>115.92128753662099</c:v>
                </c:pt>
                <c:pt idx="7161">
                  <c:v>115.78948211669901</c:v>
                </c:pt>
                <c:pt idx="7162">
                  <c:v>115.85222625732401</c:v>
                </c:pt>
                <c:pt idx="7163">
                  <c:v>115.90306854248</c:v>
                </c:pt>
                <c:pt idx="7164">
                  <c:v>116.06600189209</c:v>
                </c:pt>
                <c:pt idx="7165">
                  <c:v>116.133338928223</c:v>
                </c:pt>
                <c:pt idx="7166">
                  <c:v>116.09544372558599</c:v>
                </c:pt>
                <c:pt idx="7167">
                  <c:v>116.175575256348</c:v>
                </c:pt>
                <c:pt idx="7168">
                  <c:v>116.238807678223</c:v>
                </c:pt>
                <c:pt idx="7169">
                  <c:v>116.303298950195</c:v>
                </c:pt>
                <c:pt idx="7170">
                  <c:v>116.30630493164099</c:v>
                </c:pt>
                <c:pt idx="7171">
                  <c:v>116.352737426758</c:v>
                </c:pt>
                <c:pt idx="7172">
                  <c:v>116.417915344238</c:v>
                </c:pt>
                <c:pt idx="7173">
                  <c:v>116.52385711669901</c:v>
                </c:pt>
                <c:pt idx="7174">
                  <c:v>116.625450134277</c:v>
                </c:pt>
                <c:pt idx="7175">
                  <c:v>116.646522521973</c:v>
                </c:pt>
                <c:pt idx="7176">
                  <c:v>116.59287261962901</c:v>
                </c:pt>
                <c:pt idx="7177">
                  <c:v>116.578605651855</c:v>
                </c:pt>
                <c:pt idx="7178">
                  <c:v>116.56557464599599</c:v>
                </c:pt>
                <c:pt idx="7179">
                  <c:v>116.48268890380901</c:v>
                </c:pt>
                <c:pt idx="7180">
                  <c:v>116.50119781494099</c:v>
                </c:pt>
                <c:pt idx="7181">
                  <c:v>116.472358703613</c:v>
                </c:pt>
                <c:pt idx="7182">
                  <c:v>116.542915344238</c:v>
                </c:pt>
                <c:pt idx="7183">
                  <c:v>116.513290405273</c:v>
                </c:pt>
                <c:pt idx="7184">
                  <c:v>116.46524047851599</c:v>
                </c:pt>
                <c:pt idx="7185">
                  <c:v>116.52776336669901</c:v>
                </c:pt>
                <c:pt idx="7186">
                  <c:v>116.543869018555</c:v>
                </c:pt>
                <c:pt idx="7187">
                  <c:v>116.50112915039099</c:v>
                </c:pt>
                <c:pt idx="7188">
                  <c:v>116.508949279785</c:v>
                </c:pt>
                <c:pt idx="7189">
                  <c:v>116.41937255859401</c:v>
                </c:pt>
                <c:pt idx="7190">
                  <c:v>116.406356811523</c:v>
                </c:pt>
                <c:pt idx="7191">
                  <c:v>116.515266418457</c:v>
                </c:pt>
                <c:pt idx="7192">
                  <c:v>116.51979827880901</c:v>
                </c:pt>
                <c:pt idx="7193">
                  <c:v>116.594444274902</c:v>
                </c:pt>
                <c:pt idx="7194">
                  <c:v>116.734413146973</c:v>
                </c:pt>
                <c:pt idx="7195">
                  <c:v>116.863250732422</c:v>
                </c:pt>
                <c:pt idx="7196">
                  <c:v>116.894050598145</c:v>
                </c:pt>
                <c:pt idx="7197">
                  <c:v>116.90936279296901</c:v>
                </c:pt>
                <c:pt idx="7198">
                  <c:v>116.985023498535</c:v>
                </c:pt>
                <c:pt idx="7199">
                  <c:v>117.07009124755901</c:v>
                </c:pt>
                <c:pt idx="7200">
                  <c:v>117.122077941895</c:v>
                </c:pt>
                <c:pt idx="7201">
                  <c:v>117.21565246582</c:v>
                </c:pt>
                <c:pt idx="7202">
                  <c:v>117.321640014648</c:v>
                </c:pt>
                <c:pt idx="7203">
                  <c:v>117.325202941895</c:v>
                </c:pt>
                <c:pt idx="7204">
                  <c:v>117.462837219238</c:v>
                </c:pt>
                <c:pt idx="7205">
                  <c:v>117.558319091797</c:v>
                </c:pt>
                <c:pt idx="7206">
                  <c:v>117.517532348633</c:v>
                </c:pt>
                <c:pt idx="7207">
                  <c:v>117.622360229492</c:v>
                </c:pt>
                <c:pt idx="7208">
                  <c:v>117.710975646973</c:v>
                </c:pt>
                <c:pt idx="7209">
                  <c:v>117.78035736084</c:v>
                </c:pt>
                <c:pt idx="7210">
                  <c:v>117.81789398193401</c:v>
                </c:pt>
                <c:pt idx="7211">
                  <c:v>117.837882995605</c:v>
                </c:pt>
                <c:pt idx="7212">
                  <c:v>117.845092773438</c:v>
                </c:pt>
                <c:pt idx="7213">
                  <c:v>117.848526000977</c:v>
                </c:pt>
                <c:pt idx="7214">
                  <c:v>117.853645324707</c:v>
                </c:pt>
                <c:pt idx="7215">
                  <c:v>118.05916595459</c:v>
                </c:pt>
                <c:pt idx="7216">
                  <c:v>118.114265441895</c:v>
                </c:pt>
                <c:pt idx="7217">
                  <c:v>118.120193481445</c:v>
                </c:pt>
                <c:pt idx="7218">
                  <c:v>118.09235382080099</c:v>
                </c:pt>
                <c:pt idx="7219">
                  <c:v>118.221153259277</c:v>
                </c:pt>
                <c:pt idx="7220">
                  <c:v>118.33634185791</c:v>
                </c:pt>
                <c:pt idx="7221">
                  <c:v>118.48275756835901</c:v>
                </c:pt>
                <c:pt idx="7222">
                  <c:v>118.605575561523</c:v>
                </c:pt>
                <c:pt idx="7223">
                  <c:v>118.88914489746099</c:v>
                </c:pt>
                <c:pt idx="7224">
                  <c:v>119.07266235351599</c:v>
                </c:pt>
                <c:pt idx="7225">
                  <c:v>119.05020904541</c:v>
                </c:pt>
                <c:pt idx="7226">
                  <c:v>119.04680633544901</c:v>
                </c:pt>
                <c:pt idx="7227">
                  <c:v>119.13995361328099</c:v>
                </c:pt>
                <c:pt idx="7228">
                  <c:v>119.04713439941401</c:v>
                </c:pt>
                <c:pt idx="7229">
                  <c:v>119.09952545166</c:v>
                </c:pt>
                <c:pt idx="7230">
                  <c:v>119.241050720215</c:v>
                </c:pt>
                <c:pt idx="7231">
                  <c:v>119.32700347900401</c:v>
                </c:pt>
                <c:pt idx="7232">
                  <c:v>119.42209625244099</c:v>
                </c:pt>
                <c:pt idx="7233">
                  <c:v>119.478515625</c:v>
                </c:pt>
                <c:pt idx="7234">
                  <c:v>119.478805541992</c:v>
                </c:pt>
                <c:pt idx="7235">
                  <c:v>119.481285095215</c:v>
                </c:pt>
                <c:pt idx="7236">
                  <c:v>119.607620239258</c:v>
                </c:pt>
                <c:pt idx="7237">
                  <c:v>119.80152893066401</c:v>
                </c:pt>
                <c:pt idx="7238">
                  <c:v>119.854705810547</c:v>
                </c:pt>
                <c:pt idx="7239">
                  <c:v>119.86410522460901</c:v>
                </c:pt>
                <c:pt idx="7240">
                  <c:v>119.87297821044901</c:v>
                </c:pt>
                <c:pt idx="7241">
                  <c:v>119.906379699707</c:v>
                </c:pt>
                <c:pt idx="7242">
                  <c:v>119.998008728027</c:v>
                </c:pt>
                <c:pt idx="7243">
                  <c:v>120.092697143555</c:v>
                </c:pt>
                <c:pt idx="7244">
                  <c:v>120.165405273438</c:v>
                </c:pt>
                <c:pt idx="7245">
                  <c:v>120.235054016113</c:v>
                </c:pt>
                <c:pt idx="7246">
                  <c:v>120.30222320556599</c:v>
                </c:pt>
                <c:pt idx="7247">
                  <c:v>120.558311462402</c:v>
                </c:pt>
                <c:pt idx="7248">
                  <c:v>120.55323791503901</c:v>
                </c:pt>
                <c:pt idx="7249">
                  <c:v>120.53328704834</c:v>
                </c:pt>
                <c:pt idx="7250">
                  <c:v>120.741249084473</c:v>
                </c:pt>
                <c:pt idx="7251">
                  <c:v>120.79571533203099</c:v>
                </c:pt>
                <c:pt idx="7252">
                  <c:v>120.841194152832</c:v>
                </c:pt>
                <c:pt idx="7253">
                  <c:v>120.95343780517599</c:v>
                </c:pt>
                <c:pt idx="7254">
                  <c:v>121.043563842773</c:v>
                </c:pt>
                <c:pt idx="7255">
                  <c:v>121.108444213867</c:v>
                </c:pt>
                <c:pt idx="7256">
                  <c:v>121.143844604492</c:v>
                </c:pt>
                <c:pt idx="7257">
                  <c:v>121.159950256348</c:v>
                </c:pt>
                <c:pt idx="7258">
                  <c:v>121.16917419433599</c:v>
                </c:pt>
                <c:pt idx="7259">
                  <c:v>121.181365966797</c:v>
                </c:pt>
                <c:pt idx="7260">
                  <c:v>121.188316345215</c:v>
                </c:pt>
                <c:pt idx="7261">
                  <c:v>121.20168304443401</c:v>
                </c:pt>
                <c:pt idx="7262">
                  <c:v>121.20124053955099</c:v>
                </c:pt>
                <c:pt idx="7263">
                  <c:v>121.197151184082</c:v>
                </c:pt>
                <c:pt idx="7264">
                  <c:v>121.22443389892599</c:v>
                </c:pt>
                <c:pt idx="7265">
                  <c:v>121.225631713867</c:v>
                </c:pt>
                <c:pt idx="7266">
                  <c:v>121.266227722168</c:v>
                </c:pt>
                <c:pt idx="7267">
                  <c:v>121.313926696777</c:v>
                </c:pt>
                <c:pt idx="7268">
                  <c:v>121.32048797607401</c:v>
                </c:pt>
                <c:pt idx="7269">
                  <c:v>121.341743469238</c:v>
                </c:pt>
                <c:pt idx="7270">
                  <c:v>121.298530578613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9AD-47F2-B4DB-536D3878BB77}"/>
            </c:ext>
          </c:extLst>
        </c:ser>
        <c:ser>
          <c:idx val="1"/>
          <c:order val="1"/>
          <c:tx>
            <c:strRef>
              <c:f>'DL-Model'!$Q$1</c:f>
              <c:strCache>
                <c:ptCount val="1"/>
                <c:pt idx="0">
                  <c:v>T_st_true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'DL-Model'!$Q$2:$Q$7272</c:f>
              <c:numCache>
                <c:formatCode>General</c:formatCode>
                <c:ptCount val="7271"/>
                <c:pt idx="0">
                  <c:v>37.866298675537102</c:v>
                </c:pt>
                <c:pt idx="1">
                  <c:v>37.864936828613303</c:v>
                </c:pt>
                <c:pt idx="2">
                  <c:v>37.863933563232401</c:v>
                </c:pt>
                <c:pt idx="3">
                  <c:v>37.864574432373097</c:v>
                </c:pt>
                <c:pt idx="4">
                  <c:v>37.8645210266113</c:v>
                </c:pt>
                <c:pt idx="5">
                  <c:v>37.864025115966797</c:v>
                </c:pt>
                <c:pt idx="6">
                  <c:v>37.866863250732401</c:v>
                </c:pt>
                <c:pt idx="7">
                  <c:v>37.868320465087898</c:v>
                </c:pt>
                <c:pt idx="8">
                  <c:v>37.865673065185597</c:v>
                </c:pt>
                <c:pt idx="9">
                  <c:v>37.861259460449197</c:v>
                </c:pt>
                <c:pt idx="10">
                  <c:v>37.8765678405762</c:v>
                </c:pt>
                <c:pt idx="11">
                  <c:v>37.876998901367202</c:v>
                </c:pt>
                <c:pt idx="12">
                  <c:v>37.888801574707003</c:v>
                </c:pt>
                <c:pt idx="13">
                  <c:v>37.915714263916001</c:v>
                </c:pt>
                <c:pt idx="14">
                  <c:v>37.908927917480497</c:v>
                </c:pt>
                <c:pt idx="15">
                  <c:v>37.898155212402301</c:v>
                </c:pt>
                <c:pt idx="16">
                  <c:v>37.902870178222699</c:v>
                </c:pt>
                <c:pt idx="17">
                  <c:v>37.908657073974602</c:v>
                </c:pt>
                <c:pt idx="18">
                  <c:v>37.941600799560597</c:v>
                </c:pt>
                <c:pt idx="19">
                  <c:v>37.9648246765137</c:v>
                </c:pt>
                <c:pt idx="20">
                  <c:v>37.970268249511697</c:v>
                </c:pt>
                <c:pt idx="21">
                  <c:v>37.981971740722699</c:v>
                </c:pt>
                <c:pt idx="22">
                  <c:v>37.989173889160199</c:v>
                </c:pt>
                <c:pt idx="23">
                  <c:v>37.996719360351598</c:v>
                </c:pt>
                <c:pt idx="24">
                  <c:v>38.021942138671903</c:v>
                </c:pt>
                <c:pt idx="25">
                  <c:v>38.01123046875</c:v>
                </c:pt>
                <c:pt idx="26">
                  <c:v>38.017986297607401</c:v>
                </c:pt>
                <c:pt idx="27">
                  <c:v>38.056095123291001</c:v>
                </c:pt>
                <c:pt idx="28">
                  <c:v>38.099094390869098</c:v>
                </c:pt>
                <c:pt idx="29">
                  <c:v>38.1213989257813</c:v>
                </c:pt>
                <c:pt idx="30">
                  <c:v>38.115493774414098</c:v>
                </c:pt>
                <c:pt idx="31">
                  <c:v>38.135700225830099</c:v>
                </c:pt>
                <c:pt idx="32">
                  <c:v>38.129013061523402</c:v>
                </c:pt>
                <c:pt idx="33">
                  <c:v>38.139942169189503</c:v>
                </c:pt>
                <c:pt idx="34">
                  <c:v>38.196910858154297</c:v>
                </c:pt>
                <c:pt idx="35">
                  <c:v>38.221969604492202</c:v>
                </c:pt>
                <c:pt idx="36">
                  <c:v>38.244880676269503</c:v>
                </c:pt>
                <c:pt idx="37">
                  <c:v>38.296623229980497</c:v>
                </c:pt>
                <c:pt idx="38">
                  <c:v>38.359146118164098</c:v>
                </c:pt>
                <c:pt idx="39">
                  <c:v>38.367885589599602</c:v>
                </c:pt>
                <c:pt idx="40">
                  <c:v>38.384654998779297</c:v>
                </c:pt>
                <c:pt idx="41">
                  <c:v>38.462181091308601</c:v>
                </c:pt>
                <c:pt idx="42">
                  <c:v>38.525211334228501</c:v>
                </c:pt>
                <c:pt idx="43">
                  <c:v>38.546195983886697</c:v>
                </c:pt>
                <c:pt idx="44">
                  <c:v>38.6011962890625</c:v>
                </c:pt>
                <c:pt idx="45">
                  <c:v>38.649372100830099</c:v>
                </c:pt>
                <c:pt idx="46">
                  <c:v>38.684658050537102</c:v>
                </c:pt>
                <c:pt idx="47">
                  <c:v>38.683837890625</c:v>
                </c:pt>
                <c:pt idx="48">
                  <c:v>38.705562591552699</c:v>
                </c:pt>
                <c:pt idx="49">
                  <c:v>38.742557525634801</c:v>
                </c:pt>
                <c:pt idx="50">
                  <c:v>38.774810791015597</c:v>
                </c:pt>
                <c:pt idx="51">
                  <c:v>38.826816558837898</c:v>
                </c:pt>
                <c:pt idx="52">
                  <c:v>38.839725494384801</c:v>
                </c:pt>
                <c:pt idx="53">
                  <c:v>38.895046234130902</c:v>
                </c:pt>
                <c:pt idx="54">
                  <c:v>38.954391479492202</c:v>
                </c:pt>
                <c:pt idx="55">
                  <c:v>38.999919891357401</c:v>
                </c:pt>
                <c:pt idx="56">
                  <c:v>39.106204986572301</c:v>
                </c:pt>
                <c:pt idx="57">
                  <c:v>39.162002563476598</c:v>
                </c:pt>
                <c:pt idx="58">
                  <c:v>39.190650939941399</c:v>
                </c:pt>
                <c:pt idx="59">
                  <c:v>39.226722717285199</c:v>
                </c:pt>
                <c:pt idx="60">
                  <c:v>39.246631622314503</c:v>
                </c:pt>
                <c:pt idx="61">
                  <c:v>39.263469696044901</c:v>
                </c:pt>
                <c:pt idx="62">
                  <c:v>39.3368530273438</c:v>
                </c:pt>
                <c:pt idx="63">
                  <c:v>39.377536773681598</c:v>
                </c:pt>
                <c:pt idx="64">
                  <c:v>39.407787322998097</c:v>
                </c:pt>
                <c:pt idx="65">
                  <c:v>39.4201469421387</c:v>
                </c:pt>
                <c:pt idx="66">
                  <c:v>39.433650970458999</c:v>
                </c:pt>
                <c:pt idx="67">
                  <c:v>39.441814422607401</c:v>
                </c:pt>
                <c:pt idx="68">
                  <c:v>39.446910858154297</c:v>
                </c:pt>
                <c:pt idx="69">
                  <c:v>39.449527740478501</c:v>
                </c:pt>
                <c:pt idx="70">
                  <c:v>39.450870513916001</c:v>
                </c:pt>
                <c:pt idx="71">
                  <c:v>39.4515571594238</c:v>
                </c:pt>
                <c:pt idx="72">
                  <c:v>39.451911926269503</c:v>
                </c:pt>
                <c:pt idx="73">
                  <c:v>39.452095031738303</c:v>
                </c:pt>
                <c:pt idx="74">
                  <c:v>39.452186584472699</c:v>
                </c:pt>
                <c:pt idx="75">
                  <c:v>39.452236175537102</c:v>
                </c:pt>
                <c:pt idx="76">
                  <c:v>39.452259063720703</c:v>
                </c:pt>
                <c:pt idx="77">
                  <c:v>39.452274322509801</c:v>
                </c:pt>
                <c:pt idx="78">
                  <c:v>39.452278137207003</c:v>
                </c:pt>
                <c:pt idx="79">
                  <c:v>39.452281951904297</c:v>
                </c:pt>
                <c:pt idx="80">
                  <c:v>39.452285766601598</c:v>
                </c:pt>
                <c:pt idx="81">
                  <c:v>39.452285766601598</c:v>
                </c:pt>
                <c:pt idx="82">
                  <c:v>39.452285766601598</c:v>
                </c:pt>
                <c:pt idx="83">
                  <c:v>39.452285766601598</c:v>
                </c:pt>
                <c:pt idx="84">
                  <c:v>39.452285766601598</c:v>
                </c:pt>
                <c:pt idx="85">
                  <c:v>39.452285766601598</c:v>
                </c:pt>
                <c:pt idx="86">
                  <c:v>39.452285766601598</c:v>
                </c:pt>
                <c:pt idx="87">
                  <c:v>39.452285766601598</c:v>
                </c:pt>
                <c:pt idx="88">
                  <c:v>39.452285766601598</c:v>
                </c:pt>
                <c:pt idx="89">
                  <c:v>39.452285766601598</c:v>
                </c:pt>
                <c:pt idx="90">
                  <c:v>39.481163024902301</c:v>
                </c:pt>
                <c:pt idx="91">
                  <c:v>39.647407531738303</c:v>
                </c:pt>
                <c:pt idx="92">
                  <c:v>39.641353607177699</c:v>
                </c:pt>
                <c:pt idx="93">
                  <c:v>39.6553344726563</c:v>
                </c:pt>
                <c:pt idx="94">
                  <c:v>39.662509918212898</c:v>
                </c:pt>
                <c:pt idx="95">
                  <c:v>39.666194915771499</c:v>
                </c:pt>
                <c:pt idx="96">
                  <c:v>40.284412384033203</c:v>
                </c:pt>
                <c:pt idx="97">
                  <c:v>40.889926910400398</c:v>
                </c:pt>
                <c:pt idx="98">
                  <c:v>41.2571830749512</c:v>
                </c:pt>
                <c:pt idx="99">
                  <c:v>41.490573883056598</c:v>
                </c:pt>
                <c:pt idx="100">
                  <c:v>41.6595458984375</c:v>
                </c:pt>
                <c:pt idx="101">
                  <c:v>41.763687133789098</c:v>
                </c:pt>
                <c:pt idx="102">
                  <c:v>41.849700927734403</c:v>
                </c:pt>
                <c:pt idx="103">
                  <c:v>41.893524169921903</c:v>
                </c:pt>
                <c:pt idx="104">
                  <c:v>41.927696228027301</c:v>
                </c:pt>
                <c:pt idx="105">
                  <c:v>42.001014709472699</c:v>
                </c:pt>
                <c:pt idx="106">
                  <c:v>42.187999725341797</c:v>
                </c:pt>
                <c:pt idx="107">
                  <c:v>42.3257865905762</c:v>
                </c:pt>
                <c:pt idx="108">
                  <c:v>42.414665222167997</c:v>
                </c:pt>
                <c:pt idx="109">
                  <c:v>42.528388977050803</c:v>
                </c:pt>
                <c:pt idx="110">
                  <c:v>42.638076782226598</c:v>
                </c:pt>
                <c:pt idx="111">
                  <c:v>42.699550628662102</c:v>
                </c:pt>
                <c:pt idx="112">
                  <c:v>42.727024078369098</c:v>
                </c:pt>
                <c:pt idx="113">
                  <c:v>42.748069763183601</c:v>
                </c:pt>
                <c:pt idx="114">
                  <c:v>42.758876800537102</c:v>
                </c:pt>
                <c:pt idx="115">
                  <c:v>42.7644233703613</c:v>
                </c:pt>
                <c:pt idx="116">
                  <c:v>42.767490386962898</c:v>
                </c:pt>
                <c:pt idx="117">
                  <c:v>42.769599914550803</c:v>
                </c:pt>
                <c:pt idx="118">
                  <c:v>42.770900726318402</c:v>
                </c:pt>
                <c:pt idx="119">
                  <c:v>42.778152465820298</c:v>
                </c:pt>
                <c:pt idx="120">
                  <c:v>42.797321319580099</c:v>
                </c:pt>
                <c:pt idx="121">
                  <c:v>42.798908233642599</c:v>
                </c:pt>
                <c:pt idx="122">
                  <c:v>42.814083099365199</c:v>
                </c:pt>
                <c:pt idx="123">
                  <c:v>42.822574615478501</c:v>
                </c:pt>
                <c:pt idx="124">
                  <c:v>42.832370758056598</c:v>
                </c:pt>
                <c:pt idx="125">
                  <c:v>42.846218109130902</c:v>
                </c:pt>
                <c:pt idx="126">
                  <c:v>42.843761444091797</c:v>
                </c:pt>
                <c:pt idx="127">
                  <c:v>42.882164001464801</c:v>
                </c:pt>
                <c:pt idx="128">
                  <c:v>42.887535095214801</c:v>
                </c:pt>
                <c:pt idx="129">
                  <c:v>42.927539825439503</c:v>
                </c:pt>
                <c:pt idx="130">
                  <c:v>43.017246246337898</c:v>
                </c:pt>
                <c:pt idx="131">
                  <c:v>43.099552154541001</c:v>
                </c:pt>
                <c:pt idx="132">
                  <c:v>43.1233520507813</c:v>
                </c:pt>
                <c:pt idx="133">
                  <c:v>43.1583251953125</c:v>
                </c:pt>
                <c:pt idx="134">
                  <c:v>43.240257263183601</c:v>
                </c:pt>
                <c:pt idx="135">
                  <c:v>43.3648872375488</c:v>
                </c:pt>
                <c:pt idx="136">
                  <c:v>43.452720642089801</c:v>
                </c:pt>
                <c:pt idx="137">
                  <c:v>43.565109252929702</c:v>
                </c:pt>
                <c:pt idx="138">
                  <c:v>43.864669799804702</c:v>
                </c:pt>
                <c:pt idx="139">
                  <c:v>44.051105499267599</c:v>
                </c:pt>
                <c:pt idx="140">
                  <c:v>44.222694396972699</c:v>
                </c:pt>
                <c:pt idx="141">
                  <c:v>44.310791015625</c:v>
                </c:pt>
                <c:pt idx="142">
                  <c:v>44.356025695800803</c:v>
                </c:pt>
                <c:pt idx="143">
                  <c:v>44.381683349609403</c:v>
                </c:pt>
                <c:pt idx="144">
                  <c:v>44.420886993408203</c:v>
                </c:pt>
                <c:pt idx="145">
                  <c:v>44.488021850585902</c:v>
                </c:pt>
                <c:pt idx="146">
                  <c:v>44.618824005127003</c:v>
                </c:pt>
                <c:pt idx="147">
                  <c:v>44.790046691894503</c:v>
                </c:pt>
                <c:pt idx="148">
                  <c:v>45.0184516906738</c:v>
                </c:pt>
                <c:pt idx="149">
                  <c:v>45.161342620849602</c:v>
                </c:pt>
                <c:pt idx="150">
                  <c:v>45.298805236816399</c:v>
                </c:pt>
                <c:pt idx="151">
                  <c:v>45.442794799804702</c:v>
                </c:pt>
                <c:pt idx="152">
                  <c:v>45.5804252624512</c:v>
                </c:pt>
                <c:pt idx="153">
                  <c:v>45.713657379150398</c:v>
                </c:pt>
                <c:pt idx="154">
                  <c:v>45.841987609863303</c:v>
                </c:pt>
                <c:pt idx="155">
                  <c:v>45.912147521972699</c:v>
                </c:pt>
                <c:pt idx="156">
                  <c:v>45.948169708252003</c:v>
                </c:pt>
                <c:pt idx="157">
                  <c:v>45.966663360595703</c:v>
                </c:pt>
                <c:pt idx="158">
                  <c:v>45.976158142089801</c:v>
                </c:pt>
                <c:pt idx="159">
                  <c:v>45.981033325195298</c:v>
                </c:pt>
                <c:pt idx="160">
                  <c:v>45.983535766601598</c:v>
                </c:pt>
                <c:pt idx="161">
                  <c:v>45.984821319580099</c:v>
                </c:pt>
                <c:pt idx="162">
                  <c:v>45.985477447509801</c:v>
                </c:pt>
                <c:pt idx="163">
                  <c:v>46.0560493469238</c:v>
                </c:pt>
                <c:pt idx="164">
                  <c:v>46.628524780273402</c:v>
                </c:pt>
                <c:pt idx="165">
                  <c:v>47.423748016357401</c:v>
                </c:pt>
                <c:pt idx="166">
                  <c:v>47.981246948242202</c:v>
                </c:pt>
                <c:pt idx="167">
                  <c:v>48.338489532470703</c:v>
                </c:pt>
                <c:pt idx="168">
                  <c:v>48.537925720214801</c:v>
                </c:pt>
                <c:pt idx="169">
                  <c:v>48.842784881591797</c:v>
                </c:pt>
                <c:pt idx="170">
                  <c:v>49.0457572937012</c:v>
                </c:pt>
                <c:pt idx="171">
                  <c:v>49.153480529785199</c:v>
                </c:pt>
                <c:pt idx="172">
                  <c:v>49.233280181884801</c:v>
                </c:pt>
                <c:pt idx="173">
                  <c:v>49.286830902099602</c:v>
                </c:pt>
                <c:pt idx="174">
                  <c:v>49.369495391845703</c:v>
                </c:pt>
                <c:pt idx="175">
                  <c:v>49.453140258789098</c:v>
                </c:pt>
                <c:pt idx="176">
                  <c:v>49.536693572998097</c:v>
                </c:pt>
                <c:pt idx="177">
                  <c:v>49.603614807128899</c:v>
                </c:pt>
                <c:pt idx="178">
                  <c:v>49.732170104980497</c:v>
                </c:pt>
                <c:pt idx="179">
                  <c:v>49.905193328857401</c:v>
                </c:pt>
                <c:pt idx="180">
                  <c:v>49.976058959960902</c:v>
                </c:pt>
                <c:pt idx="181">
                  <c:v>50.104034423828097</c:v>
                </c:pt>
                <c:pt idx="182">
                  <c:v>50.2776489257813</c:v>
                </c:pt>
                <c:pt idx="183">
                  <c:v>50.493808746337898</c:v>
                </c:pt>
                <c:pt idx="184">
                  <c:v>50.637966156005902</c:v>
                </c:pt>
                <c:pt idx="185">
                  <c:v>50.749607086181598</c:v>
                </c:pt>
                <c:pt idx="186">
                  <c:v>50.841098785400398</c:v>
                </c:pt>
                <c:pt idx="187">
                  <c:v>50.888072967529297</c:v>
                </c:pt>
                <c:pt idx="188">
                  <c:v>50.912189483642599</c:v>
                </c:pt>
                <c:pt idx="189">
                  <c:v>50.924571990966797</c:v>
                </c:pt>
                <c:pt idx="190">
                  <c:v>50.934539794921903</c:v>
                </c:pt>
                <c:pt idx="191">
                  <c:v>50.936485290527301</c:v>
                </c:pt>
                <c:pt idx="192">
                  <c:v>50.948162078857401</c:v>
                </c:pt>
                <c:pt idx="193">
                  <c:v>50.987583160400398</c:v>
                </c:pt>
                <c:pt idx="194">
                  <c:v>51.022445678710902</c:v>
                </c:pt>
                <c:pt idx="195">
                  <c:v>51.0119819641113</c:v>
                </c:pt>
                <c:pt idx="196">
                  <c:v>51.031978607177699</c:v>
                </c:pt>
                <c:pt idx="197">
                  <c:v>51.0452270507813</c:v>
                </c:pt>
                <c:pt idx="198">
                  <c:v>51.095043182373097</c:v>
                </c:pt>
                <c:pt idx="199">
                  <c:v>51.114120483398402</c:v>
                </c:pt>
                <c:pt idx="200">
                  <c:v>51.134742736816399</c:v>
                </c:pt>
                <c:pt idx="201">
                  <c:v>51.564064025878899</c:v>
                </c:pt>
                <c:pt idx="202">
                  <c:v>51.856056213378899</c:v>
                </c:pt>
                <c:pt idx="203">
                  <c:v>52.106868743896499</c:v>
                </c:pt>
                <c:pt idx="204">
                  <c:v>52.2957954406738</c:v>
                </c:pt>
                <c:pt idx="205">
                  <c:v>52.414554595947301</c:v>
                </c:pt>
                <c:pt idx="206">
                  <c:v>52.490730285644503</c:v>
                </c:pt>
                <c:pt idx="207">
                  <c:v>52.529842376708999</c:v>
                </c:pt>
                <c:pt idx="208">
                  <c:v>52.549922943115199</c:v>
                </c:pt>
                <c:pt idx="209">
                  <c:v>52.560230255127003</c:v>
                </c:pt>
                <c:pt idx="210">
                  <c:v>52.565525054931598</c:v>
                </c:pt>
                <c:pt idx="211">
                  <c:v>52.568241119384801</c:v>
                </c:pt>
                <c:pt idx="212">
                  <c:v>52.569637298583999</c:v>
                </c:pt>
                <c:pt idx="213">
                  <c:v>52.570354461669901</c:v>
                </c:pt>
                <c:pt idx="214">
                  <c:v>52.615272521972699</c:v>
                </c:pt>
                <c:pt idx="215">
                  <c:v>52.612819671630902</c:v>
                </c:pt>
                <c:pt idx="216">
                  <c:v>52.646492004394503</c:v>
                </c:pt>
                <c:pt idx="217">
                  <c:v>52.777053833007798</c:v>
                </c:pt>
                <c:pt idx="218">
                  <c:v>52.897891998291001</c:v>
                </c:pt>
                <c:pt idx="219">
                  <c:v>53.007228851318402</c:v>
                </c:pt>
                <c:pt idx="220">
                  <c:v>53.095218658447301</c:v>
                </c:pt>
                <c:pt idx="221">
                  <c:v>53.128318786621101</c:v>
                </c:pt>
                <c:pt idx="222">
                  <c:v>53.224796295166001</c:v>
                </c:pt>
                <c:pt idx="223">
                  <c:v>53.2900199890137</c:v>
                </c:pt>
                <c:pt idx="224">
                  <c:v>53.378711700439503</c:v>
                </c:pt>
                <c:pt idx="225">
                  <c:v>53.612663269042997</c:v>
                </c:pt>
                <c:pt idx="226">
                  <c:v>53.746768951416001</c:v>
                </c:pt>
                <c:pt idx="227">
                  <c:v>53.857898712158203</c:v>
                </c:pt>
                <c:pt idx="228">
                  <c:v>53.917026519775398</c:v>
                </c:pt>
                <c:pt idx="229">
                  <c:v>53.964778900146499</c:v>
                </c:pt>
                <c:pt idx="230">
                  <c:v>54.005294799804702</c:v>
                </c:pt>
                <c:pt idx="231">
                  <c:v>54.056186676025398</c:v>
                </c:pt>
                <c:pt idx="232">
                  <c:v>54.095130920410199</c:v>
                </c:pt>
                <c:pt idx="233">
                  <c:v>54.121475219726598</c:v>
                </c:pt>
                <c:pt idx="234">
                  <c:v>54.133621215820298</c:v>
                </c:pt>
                <c:pt idx="235">
                  <c:v>54.140689849853501</c:v>
                </c:pt>
                <c:pt idx="236">
                  <c:v>54.221237182617202</c:v>
                </c:pt>
                <c:pt idx="237">
                  <c:v>54.1882934570313</c:v>
                </c:pt>
                <c:pt idx="238">
                  <c:v>54.359127044677699</c:v>
                </c:pt>
                <c:pt idx="239">
                  <c:v>54.336860656738303</c:v>
                </c:pt>
                <c:pt idx="240">
                  <c:v>54.345939636230497</c:v>
                </c:pt>
                <c:pt idx="241">
                  <c:v>54.451282501220703</c:v>
                </c:pt>
                <c:pt idx="242">
                  <c:v>54.498615264892599</c:v>
                </c:pt>
                <c:pt idx="243">
                  <c:v>54.5364379882813</c:v>
                </c:pt>
                <c:pt idx="244">
                  <c:v>54.553955078125</c:v>
                </c:pt>
                <c:pt idx="245">
                  <c:v>54.571071624755902</c:v>
                </c:pt>
                <c:pt idx="246">
                  <c:v>54.579856872558601</c:v>
                </c:pt>
                <c:pt idx="247">
                  <c:v>54.501922607421903</c:v>
                </c:pt>
                <c:pt idx="248">
                  <c:v>54.526241302490199</c:v>
                </c:pt>
                <c:pt idx="249">
                  <c:v>54.535026550292997</c:v>
                </c:pt>
                <c:pt idx="250">
                  <c:v>54.612045288085902</c:v>
                </c:pt>
                <c:pt idx="251">
                  <c:v>54.661342620849602</c:v>
                </c:pt>
                <c:pt idx="252">
                  <c:v>54.563850402832003</c:v>
                </c:pt>
                <c:pt idx="253">
                  <c:v>54.569915771484403</c:v>
                </c:pt>
                <c:pt idx="254">
                  <c:v>54.594036102294901</c:v>
                </c:pt>
                <c:pt idx="255">
                  <c:v>54.551132202148402</c:v>
                </c:pt>
                <c:pt idx="256">
                  <c:v>54.517005920410199</c:v>
                </c:pt>
                <c:pt idx="257">
                  <c:v>54.552196502685597</c:v>
                </c:pt>
                <c:pt idx="258">
                  <c:v>54.542495727539098</c:v>
                </c:pt>
                <c:pt idx="259">
                  <c:v>54.541328430175803</c:v>
                </c:pt>
                <c:pt idx="260">
                  <c:v>54.566242218017599</c:v>
                </c:pt>
                <c:pt idx="261">
                  <c:v>54.579036712646499</c:v>
                </c:pt>
                <c:pt idx="262">
                  <c:v>54.491466522216797</c:v>
                </c:pt>
                <c:pt idx="263">
                  <c:v>54.515819549560597</c:v>
                </c:pt>
                <c:pt idx="264">
                  <c:v>54.551361083984403</c:v>
                </c:pt>
                <c:pt idx="265">
                  <c:v>54.5792427062988</c:v>
                </c:pt>
                <c:pt idx="266">
                  <c:v>54.593540191650398</c:v>
                </c:pt>
                <c:pt idx="267">
                  <c:v>54.523075103759801</c:v>
                </c:pt>
                <c:pt idx="268">
                  <c:v>54.382087707519503</c:v>
                </c:pt>
                <c:pt idx="269">
                  <c:v>54.336215972900398</c:v>
                </c:pt>
                <c:pt idx="270">
                  <c:v>54.299282073974602</c:v>
                </c:pt>
                <c:pt idx="271">
                  <c:v>54.228363037109403</c:v>
                </c:pt>
                <c:pt idx="272">
                  <c:v>54.233654022216797</c:v>
                </c:pt>
                <c:pt idx="273">
                  <c:v>54.194671630859403</c:v>
                </c:pt>
                <c:pt idx="274">
                  <c:v>54.216468811035199</c:v>
                </c:pt>
                <c:pt idx="275">
                  <c:v>54.353092193603501</c:v>
                </c:pt>
                <c:pt idx="276">
                  <c:v>54.333518981933601</c:v>
                </c:pt>
                <c:pt idx="277">
                  <c:v>54.251472473144503</c:v>
                </c:pt>
                <c:pt idx="278">
                  <c:v>54.219253540039098</c:v>
                </c:pt>
                <c:pt idx="279">
                  <c:v>54.2333374023438</c:v>
                </c:pt>
                <c:pt idx="280">
                  <c:v>54.264926910400398</c:v>
                </c:pt>
                <c:pt idx="281">
                  <c:v>54.309986114502003</c:v>
                </c:pt>
                <c:pt idx="282">
                  <c:v>54.338638305664098</c:v>
                </c:pt>
                <c:pt idx="283">
                  <c:v>54.368976593017599</c:v>
                </c:pt>
                <c:pt idx="284">
                  <c:v>54.282119750976598</c:v>
                </c:pt>
                <c:pt idx="285">
                  <c:v>54.256992340087898</c:v>
                </c:pt>
                <c:pt idx="286">
                  <c:v>54.264274597167997</c:v>
                </c:pt>
                <c:pt idx="287">
                  <c:v>54.312347412109403</c:v>
                </c:pt>
                <c:pt idx="288">
                  <c:v>54.451164245605497</c:v>
                </c:pt>
                <c:pt idx="289">
                  <c:v>54.545684814453097</c:v>
                </c:pt>
                <c:pt idx="290">
                  <c:v>54.602653503417997</c:v>
                </c:pt>
                <c:pt idx="291">
                  <c:v>54.763416290283203</c:v>
                </c:pt>
                <c:pt idx="292">
                  <c:v>54.958454132080099</c:v>
                </c:pt>
                <c:pt idx="293">
                  <c:v>55.239170074462898</c:v>
                </c:pt>
                <c:pt idx="294">
                  <c:v>55.457202911377003</c:v>
                </c:pt>
                <c:pt idx="295">
                  <c:v>55.566349029541001</c:v>
                </c:pt>
                <c:pt idx="296">
                  <c:v>55.6696166992188</c:v>
                </c:pt>
                <c:pt idx="297">
                  <c:v>55.752540588378899</c:v>
                </c:pt>
                <c:pt idx="298">
                  <c:v>55.794841766357401</c:v>
                </c:pt>
                <c:pt idx="299">
                  <c:v>55.818214416503899</c:v>
                </c:pt>
                <c:pt idx="300">
                  <c:v>55.844429016113303</c:v>
                </c:pt>
                <c:pt idx="301">
                  <c:v>55.866565704345703</c:v>
                </c:pt>
                <c:pt idx="302">
                  <c:v>55.902469635009801</c:v>
                </c:pt>
                <c:pt idx="303">
                  <c:v>55.902587890625</c:v>
                </c:pt>
                <c:pt idx="304">
                  <c:v>55.950973510742202</c:v>
                </c:pt>
                <c:pt idx="305">
                  <c:v>56.006683349609403</c:v>
                </c:pt>
                <c:pt idx="306">
                  <c:v>56.041782379150398</c:v>
                </c:pt>
                <c:pt idx="307">
                  <c:v>56.090812683105497</c:v>
                </c:pt>
                <c:pt idx="308">
                  <c:v>56.126083374023402</c:v>
                </c:pt>
                <c:pt idx="309">
                  <c:v>56.184074401855497</c:v>
                </c:pt>
                <c:pt idx="310">
                  <c:v>56.227760314941399</c:v>
                </c:pt>
                <c:pt idx="311">
                  <c:v>56.358699798583999</c:v>
                </c:pt>
                <c:pt idx="312">
                  <c:v>56.426326751708999</c:v>
                </c:pt>
                <c:pt idx="313">
                  <c:v>56.358448028564503</c:v>
                </c:pt>
                <c:pt idx="314">
                  <c:v>56.4282417297363</c:v>
                </c:pt>
                <c:pt idx="315">
                  <c:v>56.449058532714801</c:v>
                </c:pt>
                <c:pt idx="316">
                  <c:v>56.474937438964801</c:v>
                </c:pt>
                <c:pt idx="317">
                  <c:v>56.479240417480497</c:v>
                </c:pt>
                <c:pt idx="318">
                  <c:v>56.498264312744098</c:v>
                </c:pt>
                <c:pt idx="319">
                  <c:v>56.438644409179702</c:v>
                </c:pt>
                <c:pt idx="320">
                  <c:v>56.334358215332003</c:v>
                </c:pt>
                <c:pt idx="321">
                  <c:v>56.321807861328097</c:v>
                </c:pt>
                <c:pt idx="322">
                  <c:v>56.276287078857401</c:v>
                </c:pt>
                <c:pt idx="323">
                  <c:v>56.255275726318402</c:v>
                </c:pt>
                <c:pt idx="324">
                  <c:v>56.244216918945298</c:v>
                </c:pt>
                <c:pt idx="325">
                  <c:v>56.235626220703097</c:v>
                </c:pt>
                <c:pt idx="326">
                  <c:v>56.222679138183601</c:v>
                </c:pt>
                <c:pt idx="327">
                  <c:v>56.206081390380902</c:v>
                </c:pt>
                <c:pt idx="328">
                  <c:v>56.204315185546903</c:v>
                </c:pt>
                <c:pt idx="329">
                  <c:v>56.192665100097699</c:v>
                </c:pt>
                <c:pt idx="330">
                  <c:v>56.185562133789098</c:v>
                </c:pt>
                <c:pt idx="331">
                  <c:v>56.185371398925803</c:v>
                </c:pt>
                <c:pt idx="332">
                  <c:v>56.175899505615199</c:v>
                </c:pt>
                <c:pt idx="333">
                  <c:v>56.113414764404297</c:v>
                </c:pt>
                <c:pt idx="334">
                  <c:v>56.057384490966797</c:v>
                </c:pt>
                <c:pt idx="335">
                  <c:v>55.995082855224602</c:v>
                </c:pt>
                <c:pt idx="336">
                  <c:v>55.969429016113303</c:v>
                </c:pt>
                <c:pt idx="337">
                  <c:v>55.930084228515597</c:v>
                </c:pt>
                <c:pt idx="338">
                  <c:v>55.906829833984403</c:v>
                </c:pt>
                <c:pt idx="339">
                  <c:v>55.879440307617202</c:v>
                </c:pt>
                <c:pt idx="340">
                  <c:v>55.862068176269503</c:v>
                </c:pt>
                <c:pt idx="341">
                  <c:v>55.852039337158203</c:v>
                </c:pt>
                <c:pt idx="342">
                  <c:v>55.845924377441399</c:v>
                </c:pt>
                <c:pt idx="343">
                  <c:v>55.842094421386697</c:v>
                </c:pt>
                <c:pt idx="344">
                  <c:v>55.844406127929702</c:v>
                </c:pt>
                <c:pt idx="345">
                  <c:v>55.841316223144503</c:v>
                </c:pt>
                <c:pt idx="346">
                  <c:v>55.839729309082003</c:v>
                </c:pt>
                <c:pt idx="347">
                  <c:v>55.838912963867202</c:v>
                </c:pt>
                <c:pt idx="348">
                  <c:v>55.838497161865199</c:v>
                </c:pt>
                <c:pt idx="349">
                  <c:v>55.838279724121101</c:v>
                </c:pt>
                <c:pt idx="350">
                  <c:v>55.838169097900398</c:v>
                </c:pt>
                <c:pt idx="351">
                  <c:v>55.8381156921387</c:v>
                </c:pt>
                <c:pt idx="352">
                  <c:v>55.838085174560597</c:v>
                </c:pt>
                <c:pt idx="353">
                  <c:v>55.838069915771499</c:v>
                </c:pt>
                <c:pt idx="354">
                  <c:v>55.740928649902301</c:v>
                </c:pt>
                <c:pt idx="355">
                  <c:v>55.716804504394503</c:v>
                </c:pt>
                <c:pt idx="356">
                  <c:v>55.740570068359403</c:v>
                </c:pt>
                <c:pt idx="357">
                  <c:v>55.788005828857401</c:v>
                </c:pt>
                <c:pt idx="358">
                  <c:v>55.8123588562012</c:v>
                </c:pt>
                <c:pt idx="359">
                  <c:v>55.824859619140597</c:v>
                </c:pt>
                <c:pt idx="360">
                  <c:v>55.832077026367202</c:v>
                </c:pt>
                <c:pt idx="361">
                  <c:v>55.836700439453097</c:v>
                </c:pt>
                <c:pt idx="362">
                  <c:v>55.848461151123097</c:v>
                </c:pt>
                <c:pt idx="363">
                  <c:v>55.845958709716797</c:v>
                </c:pt>
                <c:pt idx="364">
                  <c:v>55.843708038330099</c:v>
                </c:pt>
                <c:pt idx="365">
                  <c:v>55.848251342773402</c:v>
                </c:pt>
                <c:pt idx="366">
                  <c:v>55.880058288574197</c:v>
                </c:pt>
                <c:pt idx="367">
                  <c:v>55.888336181640597</c:v>
                </c:pt>
                <c:pt idx="368">
                  <c:v>55.902839660644503</c:v>
                </c:pt>
                <c:pt idx="369">
                  <c:v>55.8751411437988</c:v>
                </c:pt>
                <c:pt idx="370">
                  <c:v>55.915447235107401</c:v>
                </c:pt>
                <c:pt idx="371">
                  <c:v>56.0126342773438</c:v>
                </c:pt>
                <c:pt idx="372">
                  <c:v>56.065250396728501</c:v>
                </c:pt>
                <c:pt idx="373">
                  <c:v>56.231620788574197</c:v>
                </c:pt>
                <c:pt idx="374">
                  <c:v>56.253005981445298</c:v>
                </c:pt>
                <c:pt idx="375">
                  <c:v>56.268436431884801</c:v>
                </c:pt>
                <c:pt idx="376">
                  <c:v>56.345878601074197</c:v>
                </c:pt>
                <c:pt idx="377">
                  <c:v>56.460842132568402</c:v>
                </c:pt>
                <c:pt idx="378">
                  <c:v>56.578891754150398</c:v>
                </c:pt>
                <c:pt idx="379">
                  <c:v>56.676528930664098</c:v>
                </c:pt>
                <c:pt idx="380">
                  <c:v>56.746173858642599</c:v>
                </c:pt>
                <c:pt idx="381">
                  <c:v>56.9804878234863</c:v>
                </c:pt>
                <c:pt idx="382">
                  <c:v>57.119575500488303</c:v>
                </c:pt>
                <c:pt idx="383">
                  <c:v>57.224662780761697</c:v>
                </c:pt>
                <c:pt idx="384">
                  <c:v>57.344783782958999</c:v>
                </c:pt>
                <c:pt idx="385">
                  <c:v>57.406452178955099</c:v>
                </c:pt>
                <c:pt idx="386">
                  <c:v>57.4530220031738</c:v>
                </c:pt>
                <c:pt idx="387">
                  <c:v>57.478897094726598</c:v>
                </c:pt>
                <c:pt idx="388">
                  <c:v>57.480518341064503</c:v>
                </c:pt>
                <c:pt idx="389">
                  <c:v>57.479576110839801</c:v>
                </c:pt>
                <c:pt idx="390">
                  <c:v>57.499553680419901</c:v>
                </c:pt>
                <c:pt idx="391">
                  <c:v>57.533546447753899</c:v>
                </c:pt>
                <c:pt idx="392">
                  <c:v>57.623302459716797</c:v>
                </c:pt>
                <c:pt idx="393">
                  <c:v>57.759628295898402</c:v>
                </c:pt>
                <c:pt idx="394">
                  <c:v>57.880306243896499</c:v>
                </c:pt>
                <c:pt idx="395">
                  <c:v>57.957862854003899</c:v>
                </c:pt>
                <c:pt idx="396">
                  <c:v>58.029087066650398</c:v>
                </c:pt>
                <c:pt idx="397">
                  <c:v>58.0591850280762</c:v>
                </c:pt>
                <c:pt idx="398">
                  <c:v>58.109703063964801</c:v>
                </c:pt>
                <c:pt idx="399">
                  <c:v>58.205680847167997</c:v>
                </c:pt>
                <c:pt idx="400">
                  <c:v>58.263763427734403</c:v>
                </c:pt>
                <c:pt idx="401">
                  <c:v>58.350757598877003</c:v>
                </c:pt>
                <c:pt idx="402">
                  <c:v>58.392868041992202</c:v>
                </c:pt>
                <c:pt idx="403">
                  <c:v>58.420871734619098</c:v>
                </c:pt>
                <c:pt idx="404">
                  <c:v>58.472286224365199</c:v>
                </c:pt>
                <c:pt idx="405">
                  <c:v>58.493247985839801</c:v>
                </c:pt>
                <c:pt idx="406">
                  <c:v>58.5169486999512</c:v>
                </c:pt>
                <c:pt idx="407">
                  <c:v>58.499607086181598</c:v>
                </c:pt>
                <c:pt idx="408">
                  <c:v>58.543006896972699</c:v>
                </c:pt>
                <c:pt idx="409">
                  <c:v>58.551727294921903</c:v>
                </c:pt>
                <c:pt idx="410">
                  <c:v>58.650459289550803</c:v>
                </c:pt>
                <c:pt idx="411">
                  <c:v>58.699939727783203</c:v>
                </c:pt>
                <c:pt idx="412">
                  <c:v>58.67626953125</c:v>
                </c:pt>
                <c:pt idx="413">
                  <c:v>58.667961120605497</c:v>
                </c:pt>
                <c:pt idx="414">
                  <c:v>58.704818725585902</c:v>
                </c:pt>
                <c:pt idx="415">
                  <c:v>58.767086029052699</c:v>
                </c:pt>
                <c:pt idx="416">
                  <c:v>58.818698883056598</c:v>
                </c:pt>
                <c:pt idx="417">
                  <c:v>58.851718902587898</c:v>
                </c:pt>
                <c:pt idx="418">
                  <c:v>58.903194427490199</c:v>
                </c:pt>
                <c:pt idx="419">
                  <c:v>58.910320281982401</c:v>
                </c:pt>
                <c:pt idx="420">
                  <c:v>58.939113616943402</c:v>
                </c:pt>
                <c:pt idx="421">
                  <c:v>59.090812683105497</c:v>
                </c:pt>
                <c:pt idx="422">
                  <c:v>59.172805786132798</c:v>
                </c:pt>
                <c:pt idx="423">
                  <c:v>59.226692199707003</c:v>
                </c:pt>
                <c:pt idx="424">
                  <c:v>59.2643852233887</c:v>
                </c:pt>
                <c:pt idx="425">
                  <c:v>59.282768249511697</c:v>
                </c:pt>
                <c:pt idx="426">
                  <c:v>59.3460502624512</c:v>
                </c:pt>
                <c:pt idx="427">
                  <c:v>59.382755279541001</c:v>
                </c:pt>
                <c:pt idx="428">
                  <c:v>59.427989959716797</c:v>
                </c:pt>
                <c:pt idx="429">
                  <c:v>59.491798400878899</c:v>
                </c:pt>
                <c:pt idx="430">
                  <c:v>59.541591644287102</c:v>
                </c:pt>
                <c:pt idx="431">
                  <c:v>59.633659362792997</c:v>
                </c:pt>
                <c:pt idx="432">
                  <c:v>59.701168060302699</c:v>
                </c:pt>
                <c:pt idx="433">
                  <c:v>59.762458801269503</c:v>
                </c:pt>
                <c:pt idx="434">
                  <c:v>59.807533264160199</c:v>
                </c:pt>
                <c:pt idx="435">
                  <c:v>59.830047607421903</c:v>
                </c:pt>
                <c:pt idx="436">
                  <c:v>59.842277526855497</c:v>
                </c:pt>
                <c:pt idx="437">
                  <c:v>59.853466033935597</c:v>
                </c:pt>
                <c:pt idx="438">
                  <c:v>59.8502388000488</c:v>
                </c:pt>
                <c:pt idx="439">
                  <c:v>59.853145599365199</c:v>
                </c:pt>
                <c:pt idx="440">
                  <c:v>59.855792999267599</c:v>
                </c:pt>
                <c:pt idx="441">
                  <c:v>59.860527038574197</c:v>
                </c:pt>
                <c:pt idx="442">
                  <c:v>59.835426330566399</c:v>
                </c:pt>
                <c:pt idx="443">
                  <c:v>59.833942413330099</c:v>
                </c:pt>
                <c:pt idx="444">
                  <c:v>59.839797973632798</c:v>
                </c:pt>
                <c:pt idx="445">
                  <c:v>59.826824188232401</c:v>
                </c:pt>
                <c:pt idx="446">
                  <c:v>59.8182182312012</c:v>
                </c:pt>
                <c:pt idx="447">
                  <c:v>59.764614105224602</c:v>
                </c:pt>
                <c:pt idx="448">
                  <c:v>59.750526428222699</c:v>
                </c:pt>
                <c:pt idx="449">
                  <c:v>59.718833923339801</c:v>
                </c:pt>
                <c:pt idx="450">
                  <c:v>59.703567504882798</c:v>
                </c:pt>
                <c:pt idx="451">
                  <c:v>59.673389434814503</c:v>
                </c:pt>
                <c:pt idx="452">
                  <c:v>59.673709869384801</c:v>
                </c:pt>
                <c:pt idx="453">
                  <c:v>59.6407470703125</c:v>
                </c:pt>
                <c:pt idx="454">
                  <c:v>59.613834381103501</c:v>
                </c:pt>
                <c:pt idx="455">
                  <c:v>59.612236022949197</c:v>
                </c:pt>
                <c:pt idx="456">
                  <c:v>59.586532592773402</c:v>
                </c:pt>
                <c:pt idx="457">
                  <c:v>59.585319519042997</c:v>
                </c:pt>
                <c:pt idx="458">
                  <c:v>59.5314331054688</c:v>
                </c:pt>
                <c:pt idx="459">
                  <c:v>59.475624084472699</c:v>
                </c:pt>
                <c:pt idx="460">
                  <c:v>59.425052642822301</c:v>
                </c:pt>
                <c:pt idx="461">
                  <c:v>59.410675048828097</c:v>
                </c:pt>
                <c:pt idx="462">
                  <c:v>59.423305511474602</c:v>
                </c:pt>
                <c:pt idx="463">
                  <c:v>59.434131622314503</c:v>
                </c:pt>
                <c:pt idx="464">
                  <c:v>59.4263725280762</c:v>
                </c:pt>
                <c:pt idx="465">
                  <c:v>59.4189643859863</c:v>
                </c:pt>
                <c:pt idx="466">
                  <c:v>59.505931854248097</c:v>
                </c:pt>
                <c:pt idx="467">
                  <c:v>59.514579772949197</c:v>
                </c:pt>
                <c:pt idx="468">
                  <c:v>59.481864929199197</c:v>
                </c:pt>
                <c:pt idx="469">
                  <c:v>59.4998588562012</c:v>
                </c:pt>
                <c:pt idx="470">
                  <c:v>59.502834320068402</c:v>
                </c:pt>
                <c:pt idx="471">
                  <c:v>59.383857727050803</c:v>
                </c:pt>
                <c:pt idx="472">
                  <c:v>59.446498870849602</c:v>
                </c:pt>
                <c:pt idx="473">
                  <c:v>59.493110656738303</c:v>
                </c:pt>
                <c:pt idx="474">
                  <c:v>59.561267852783203</c:v>
                </c:pt>
                <c:pt idx="475">
                  <c:v>59.615489959716797</c:v>
                </c:pt>
                <c:pt idx="476">
                  <c:v>59.707305908203097</c:v>
                </c:pt>
                <c:pt idx="477">
                  <c:v>59.783493041992202</c:v>
                </c:pt>
                <c:pt idx="478">
                  <c:v>59.809425354003899</c:v>
                </c:pt>
                <c:pt idx="479">
                  <c:v>59.833152770996101</c:v>
                </c:pt>
                <c:pt idx="480">
                  <c:v>59.8418998718262</c:v>
                </c:pt>
                <c:pt idx="481">
                  <c:v>59.847629547119098</c:v>
                </c:pt>
                <c:pt idx="482">
                  <c:v>59.849208831787102</c:v>
                </c:pt>
                <c:pt idx="483">
                  <c:v>59.856967926025398</c:v>
                </c:pt>
                <c:pt idx="484">
                  <c:v>59.8634033203125</c:v>
                </c:pt>
                <c:pt idx="485">
                  <c:v>59.864673614502003</c:v>
                </c:pt>
                <c:pt idx="486">
                  <c:v>59.873172760009801</c:v>
                </c:pt>
                <c:pt idx="487">
                  <c:v>59.863269805908203</c:v>
                </c:pt>
                <c:pt idx="488">
                  <c:v>59.837898254394503</c:v>
                </c:pt>
                <c:pt idx="489">
                  <c:v>59.814853668212898</c:v>
                </c:pt>
                <c:pt idx="490">
                  <c:v>59.859035491943402</c:v>
                </c:pt>
                <c:pt idx="491">
                  <c:v>59.852943420410199</c:v>
                </c:pt>
                <c:pt idx="492">
                  <c:v>59.782321929931598</c:v>
                </c:pt>
                <c:pt idx="493">
                  <c:v>59.801651000976598</c:v>
                </c:pt>
                <c:pt idx="494">
                  <c:v>59.907608032226598</c:v>
                </c:pt>
                <c:pt idx="495">
                  <c:v>59.907173156738303</c:v>
                </c:pt>
                <c:pt idx="496">
                  <c:v>59.889419555664098</c:v>
                </c:pt>
                <c:pt idx="497">
                  <c:v>59.913497924804702</c:v>
                </c:pt>
                <c:pt idx="498">
                  <c:v>59.872585296630902</c:v>
                </c:pt>
                <c:pt idx="499">
                  <c:v>59.9857368469238</c:v>
                </c:pt>
                <c:pt idx="500">
                  <c:v>60.187221527099602</c:v>
                </c:pt>
                <c:pt idx="501">
                  <c:v>60.354747772216797</c:v>
                </c:pt>
                <c:pt idx="502">
                  <c:v>60.511665344238303</c:v>
                </c:pt>
                <c:pt idx="503">
                  <c:v>60.572673797607401</c:v>
                </c:pt>
                <c:pt idx="504">
                  <c:v>60.602073669433601</c:v>
                </c:pt>
                <c:pt idx="505">
                  <c:v>60.643264770507798</c:v>
                </c:pt>
                <c:pt idx="506">
                  <c:v>60.670597076416001</c:v>
                </c:pt>
                <c:pt idx="507">
                  <c:v>60.673568725585902</c:v>
                </c:pt>
                <c:pt idx="508">
                  <c:v>60.684497833252003</c:v>
                </c:pt>
                <c:pt idx="509">
                  <c:v>60.798557281494098</c:v>
                </c:pt>
                <c:pt idx="510">
                  <c:v>60.790073394775398</c:v>
                </c:pt>
                <c:pt idx="511">
                  <c:v>60.844448089599602</c:v>
                </c:pt>
                <c:pt idx="512">
                  <c:v>60.954174041748097</c:v>
                </c:pt>
                <c:pt idx="513">
                  <c:v>61.116901397705099</c:v>
                </c:pt>
                <c:pt idx="514">
                  <c:v>61.265937805175803</c:v>
                </c:pt>
                <c:pt idx="515">
                  <c:v>61.319351196289098</c:v>
                </c:pt>
                <c:pt idx="516">
                  <c:v>61.3893432617188</c:v>
                </c:pt>
                <c:pt idx="517">
                  <c:v>61.416950225830099</c:v>
                </c:pt>
                <c:pt idx="518">
                  <c:v>61.411819458007798</c:v>
                </c:pt>
                <c:pt idx="519">
                  <c:v>61.366374969482401</c:v>
                </c:pt>
                <c:pt idx="520">
                  <c:v>61.367160797119098</c:v>
                </c:pt>
                <c:pt idx="521">
                  <c:v>61.401821136474602</c:v>
                </c:pt>
                <c:pt idx="522">
                  <c:v>61.435966491699197</c:v>
                </c:pt>
                <c:pt idx="523">
                  <c:v>61.470668792724602</c:v>
                </c:pt>
                <c:pt idx="524">
                  <c:v>61.525691986083999</c:v>
                </c:pt>
                <c:pt idx="525">
                  <c:v>61.511238098144503</c:v>
                </c:pt>
                <c:pt idx="526">
                  <c:v>61.415615081787102</c:v>
                </c:pt>
                <c:pt idx="527">
                  <c:v>61.3755493164063</c:v>
                </c:pt>
                <c:pt idx="528">
                  <c:v>61.371505737304702</c:v>
                </c:pt>
                <c:pt idx="529">
                  <c:v>61.431785583496101</c:v>
                </c:pt>
                <c:pt idx="530">
                  <c:v>61.357002258300803</c:v>
                </c:pt>
                <c:pt idx="531">
                  <c:v>61.336494445800803</c:v>
                </c:pt>
                <c:pt idx="532">
                  <c:v>61.340003967285199</c:v>
                </c:pt>
                <c:pt idx="533">
                  <c:v>61.316146850585902</c:v>
                </c:pt>
                <c:pt idx="534">
                  <c:v>61.281093597412102</c:v>
                </c:pt>
                <c:pt idx="535">
                  <c:v>61.102779388427699</c:v>
                </c:pt>
                <c:pt idx="536">
                  <c:v>61.090366363525398</c:v>
                </c:pt>
                <c:pt idx="537">
                  <c:v>61.1318550109863</c:v>
                </c:pt>
                <c:pt idx="538">
                  <c:v>61.137619018554702</c:v>
                </c:pt>
                <c:pt idx="539">
                  <c:v>61.165004730224602</c:v>
                </c:pt>
                <c:pt idx="540">
                  <c:v>61.128795623779297</c:v>
                </c:pt>
                <c:pt idx="541">
                  <c:v>61.070915222167997</c:v>
                </c:pt>
                <c:pt idx="542">
                  <c:v>61.030529022216797</c:v>
                </c:pt>
                <c:pt idx="543">
                  <c:v>60.970676422119098</c:v>
                </c:pt>
                <c:pt idx="544">
                  <c:v>60.885841369628899</c:v>
                </c:pt>
                <c:pt idx="545">
                  <c:v>60.800548553466797</c:v>
                </c:pt>
                <c:pt idx="546">
                  <c:v>60.7474975585938</c:v>
                </c:pt>
                <c:pt idx="547">
                  <c:v>60.717479705810597</c:v>
                </c:pt>
                <c:pt idx="548">
                  <c:v>60.714107513427699</c:v>
                </c:pt>
                <c:pt idx="549">
                  <c:v>60.709438323974602</c:v>
                </c:pt>
                <c:pt idx="550">
                  <c:v>60.698726654052699</c:v>
                </c:pt>
                <c:pt idx="551">
                  <c:v>60.688835144042997</c:v>
                </c:pt>
                <c:pt idx="552">
                  <c:v>60.683601379394503</c:v>
                </c:pt>
                <c:pt idx="553">
                  <c:v>60.683849334716797</c:v>
                </c:pt>
                <c:pt idx="554">
                  <c:v>60.680057525634801</c:v>
                </c:pt>
                <c:pt idx="555">
                  <c:v>60.677928924560597</c:v>
                </c:pt>
                <c:pt idx="556">
                  <c:v>60.636936187744098</c:v>
                </c:pt>
                <c:pt idx="557">
                  <c:v>60.608612060546903</c:v>
                </c:pt>
                <c:pt idx="558">
                  <c:v>60.5968017578125</c:v>
                </c:pt>
                <c:pt idx="559">
                  <c:v>60.586254119873097</c:v>
                </c:pt>
                <c:pt idx="560">
                  <c:v>60.497154235839801</c:v>
                </c:pt>
                <c:pt idx="561">
                  <c:v>60.441158294677699</c:v>
                </c:pt>
                <c:pt idx="562">
                  <c:v>60.371959686279297</c:v>
                </c:pt>
                <c:pt idx="563">
                  <c:v>60.341732025146499</c:v>
                </c:pt>
                <c:pt idx="564">
                  <c:v>60.172893524169901</c:v>
                </c:pt>
                <c:pt idx="565">
                  <c:v>60.0325736999512</c:v>
                </c:pt>
                <c:pt idx="566">
                  <c:v>59.951953887939503</c:v>
                </c:pt>
                <c:pt idx="567">
                  <c:v>59.9058647155762</c:v>
                </c:pt>
                <c:pt idx="568">
                  <c:v>59.883163452148402</c:v>
                </c:pt>
                <c:pt idx="569">
                  <c:v>59.851249694824197</c:v>
                </c:pt>
                <c:pt idx="570">
                  <c:v>59.779247283935597</c:v>
                </c:pt>
                <c:pt idx="571">
                  <c:v>59.710594177246101</c:v>
                </c:pt>
                <c:pt idx="572">
                  <c:v>59.646087646484403</c:v>
                </c:pt>
                <c:pt idx="573">
                  <c:v>59.603122711181598</c:v>
                </c:pt>
                <c:pt idx="574">
                  <c:v>59.527919769287102</c:v>
                </c:pt>
                <c:pt idx="575">
                  <c:v>59.460334777832003</c:v>
                </c:pt>
                <c:pt idx="576">
                  <c:v>59.419010162353501</c:v>
                </c:pt>
                <c:pt idx="577">
                  <c:v>59.364177703857401</c:v>
                </c:pt>
                <c:pt idx="578">
                  <c:v>59.261966705322301</c:v>
                </c:pt>
                <c:pt idx="579">
                  <c:v>59.216464996337898</c:v>
                </c:pt>
                <c:pt idx="580">
                  <c:v>59.161415100097699</c:v>
                </c:pt>
                <c:pt idx="581">
                  <c:v>59.051578521728501</c:v>
                </c:pt>
                <c:pt idx="582">
                  <c:v>58.982147216796903</c:v>
                </c:pt>
                <c:pt idx="583">
                  <c:v>58.904975891113303</c:v>
                </c:pt>
                <c:pt idx="584">
                  <c:v>58.861949920654297</c:v>
                </c:pt>
                <c:pt idx="585">
                  <c:v>58.800605773925803</c:v>
                </c:pt>
                <c:pt idx="586">
                  <c:v>58.725631713867202</c:v>
                </c:pt>
                <c:pt idx="587">
                  <c:v>58.666397094726598</c:v>
                </c:pt>
                <c:pt idx="588">
                  <c:v>58.558109283447301</c:v>
                </c:pt>
                <c:pt idx="589">
                  <c:v>58.455608367919901</c:v>
                </c:pt>
                <c:pt idx="590">
                  <c:v>58.424728393554702</c:v>
                </c:pt>
                <c:pt idx="591">
                  <c:v>58.3975830078125</c:v>
                </c:pt>
                <c:pt idx="592">
                  <c:v>58.363662719726598</c:v>
                </c:pt>
                <c:pt idx="593">
                  <c:v>58.324043273925803</c:v>
                </c:pt>
                <c:pt idx="594">
                  <c:v>58.291816711425803</c:v>
                </c:pt>
                <c:pt idx="595">
                  <c:v>58.267978668212898</c:v>
                </c:pt>
                <c:pt idx="596">
                  <c:v>58.180271148681598</c:v>
                </c:pt>
                <c:pt idx="597">
                  <c:v>58.1327095031738</c:v>
                </c:pt>
                <c:pt idx="598">
                  <c:v>58.084823608398402</c:v>
                </c:pt>
                <c:pt idx="599">
                  <c:v>57.997806549072301</c:v>
                </c:pt>
                <c:pt idx="600">
                  <c:v>57.868408203125</c:v>
                </c:pt>
                <c:pt idx="601">
                  <c:v>57.775051116943402</c:v>
                </c:pt>
                <c:pt idx="602">
                  <c:v>57.728370666503899</c:v>
                </c:pt>
                <c:pt idx="603">
                  <c:v>57.700084686279297</c:v>
                </c:pt>
                <c:pt idx="604">
                  <c:v>57.620616912841797</c:v>
                </c:pt>
                <c:pt idx="605">
                  <c:v>57.622531890869098</c:v>
                </c:pt>
                <c:pt idx="606">
                  <c:v>57.663913726806598</c:v>
                </c:pt>
                <c:pt idx="607">
                  <c:v>57.660411834716797</c:v>
                </c:pt>
                <c:pt idx="608">
                  <c:v>57.714942932128899</c:v>
                </c:pt>
                <c:pt idx="609">
                  <c:v>57.706897735595703</c:v>
                </c:pt>
                <c:pt idx="610">
                  <c:v>57.692207336425803</c:v>
                </c:pt>
                <c:pt idx="611">
                  <c:v>57.707233428955099</c:v>
                </c:pt>
                <c:pt idx="612">
                  <c:v>57.700557708740199</c:v>
                </c:pt>
                <c:pt idx="613">
                  <c:v>57.767250061035199</c:v>
                </c:pt>
                <c:pt idx="614">
                  <c:v>57.724258422851598</c:v>
                </c:pt>
                <c:pt idx="615">
                  <c:v>57.679264068603501</c:v>
                </c:pt>
                <c:pt idx="616">
                  <c:v>57.735065460205099</c:v>
                </c:pt>
                <c:pt idx="617">
                  <c:v>57.728694915771499</c:v>
                </c:pt>
                <c:pt idx="618">
                  <c:v>57.7675170898438</c:v>
                </c:pt>
                <c:pt idx="619">
                  <c:v>57.681159973144503</c:v>
                </c:pt>
                <c:pt idx="620">
                  <c:v>57.646266937255902</c:v>
                </c:pt>
                <c:pt idx="621">
                  <c:v>57.5931587219238</c:v>
                </c:pt>
                <c:pt idx="622">
                  <c:v>57.573024749755902</c:v>
                </c:pt>
                <c:pt idx="623">
                  <c:v>57.701950073242202</c:v>
                </c:pt>
                <c:pt idx="624">
                  <c:v>57.803050994873097</c:v>
                </c:pt>
                <c:pt idx="625">
                  <c:v>57.748104095458999</c:v>
                </c:pt>
                <c:pt idx="626">
                  <c:v>57.697963714599602</c:v>
                </c:pt>
                <c:pt idx="627">
                  <c:v>57.680351257324197</c:v>
                </c:pt>
                <c:pt idx="628">
                  <c:v>57.7326049804688</c:v>
                </c:pt>
                <c:pt idx="629">
                  <c:v>57.868965148925803</c:v>
                </c:pt>
                <c:pt idx="630">
                  <c:v>57.985008239746101</c:v>
                </c:pt>
                <c:pt idx="631">
                  <c:v>58.009799957275398</c:v>
                </c:pt>
                <c:pt idx="632">
                  <c:v>57.996898651123097</c:v>
                </c:pt>
                <c:pt idx="633">
                  <c:v>58.033542633056598</c:v>
                </c:pt>
                <c:pt idx="634">
                  <c:v>58.123783111572301</c:v>
                </c:pt>
                <c:pt idx="635">
                  <c:v>58.064857482910199</c:v>
                </c:pt>
                <c:pt idx="636">
                  <c:v>58.035945892333999</c:v>
                </c:pt>
                <c:pt idx="637">
                  <c:v>57.953407287597699</c:v>
                </c:pt>
                <c:pt idx="638">
                  <c:v>58.070625305175803</c:v>
                </c:pt>
                <c:pt idx="639">
                  <c:v>58.123104095458999</c:v>
                </c:pt>
                <c:pt idx="640">
                  <c:v>58.201812744140597</c:v>
                </c:pt>
                <c:pt idx="641">
                  <c:v>58.378124237060597</c:v>
                </c:pt>
                <c:pt idx="642">
                  <c:v>58.478134155273402</c:v>
                </c:pt>
                <c:pt idx="643">
                  <c:v>58.4344673156738</c:v>
                </c:pt>
                <c:pt idx="644">
                  <c:v>58.478649139404297</c:v>
                </c:pt>
                <c:pt idx="645">
                  <c:v>58.490100860595703</c:v>
                </c:pt>
                <c:pt idx="646">
                  <c:v>58.447380065917997</c:v>
                </c:pt>
                <c:pt idx="647">
                  <c:v>58.4046440124512</c:v>
                </c:pt>
                <c:pt idx="648">
                  <c:v>58.407550811767599</c:v>
                </c:pt>
                <c:pt idx="649">
                  <c:v>58.533969879150398</c:v>
                </c:pt>
                <c:pt idx="650">
                  <c:v>58.673141479492202</c:v>
                </c:pt>
                <c:pt idx="651">
                  <c:v>58.836555480957003</c:v>
                </c:pt>
                <c:pt idx="652">
                  <c:v>58.880157470703097</c:v>
                </c:pt>
                <c:pt idx="653">
                  <c:v>58.896312713623097</c:v>
                </c:pt>
                <c:pt idx="654">
                  <c:v>58.934547424316399</c:v>
                </c:pt>
                <c:pt idx="655">
                  <c:v>58.990531921386697</c:v>
                </c:pt>
                <c:pt idx="656">
                  <c:v>59.038825988769503</c:v>
                </c:pt>
                <c:pt idx="657">
                  <c:v>59.102569580078097</c:v>
                </c:pt>
                <c:pt idx="658">
                  <c:v>59.228084564208999</c:v>
                </c:pt>
                <c:pt idx="659">
                  <c:v>59.186618804931598</c:v>
                </c:pt>
                <c:pt idx="660">
                  <c:v>59.297885894775398</c:v>
                </c:pt>
                <c:pt idx="661">
                  <c:v>59.352859497070298</c:v>
                </c:pt>
                <c:pt idx="662">
                  <c:v>59.490386962890597</c:v>
                </c:pt>
                <c:pt idx="663">
                  <c:v>59.541805267333999</c:v>
                </c:pt>
                <c:pt idx="664">
                  <c:v>59.548133850097699</c:v>
                </c:pt>
                <c:pt idx="665">
                  <c:v>59.548862457275398</c:v>
                </c:pt>
                <c:pt idx="666">
                  <c:v>59.642135620117202</c:v>
                </c:pt>
                <c:pt idx="667">
                  <c:v>59.775825500488303</c:v>
                </c:pt>
                <c:pt idx="668">
                  <c:v>59.906452178955099</c:v>
                </c:pt>
                <c:pt idx="669">
                  <c:v>60.054782867431598</c:v>
                </c:pt>
                <c:pt idx="670">
                  <c:v>60.197372436523402</c:v>
                </c:pt>
                <c:pt idx="671">
                  <c:v>60.353271484375</c:v>
                </c:pt>
                <c:pt idx="672">
                  <c:v>60.4238471984863</c:v>
                </c:pt>
                <c:pt idx="673">
                  <c:v>60.577404022216797</c:v>
                </c:pt>
                <c:pt idx="674">
                  <c:v>60.716266632080099</c:v>
                </c:pt>
                <c:pt idx="675">
                  <c:v>60.722442626953097</c:v>
                </c:pt>
                <c:pt idx="676">
                  <c:v>60.852569580078097</c:v>
                </c:pt>
                <c:pt idx="677">
                  <c:v>61.072826385498097</c:v>
                </c:pt>
                <c:pt idx="678">
                  <c:v>61.076393127441399</c:v>
                </c:pt>
                <c:pt idx="679">
                  <c:v>61.176937103271499</c:v>
                </c:pt>
                <c:pt idx="680">
                  <c:v>61.438743591308601</c:v>
                </c:pt>
                <c:pt idx="681">
                  <c:v>61.6677436828613</c:v>
                </c:pt>
                <c:pt idx="682">
                  <c:v>61.727718353271499</c:v>
                </c:pt>
                <c:pt idx="683">
                  <c:v>61.832618713378899</c:v>
                </c:pt>
                <c:pt idx="684">
                  <c:v>61.995845794677699</c:v>
                </c:pt>
                <c:pt idx="685">
                  <c:v>62.078071594238303</c:v>
                </c:pt>
                <c:pt idx="686">
                  <c:v>62.165187835693402</c:v>
                </c:pt>
                <c:pt idx="687">
                  <c:v>62.312587738037102</c:v>
                </c:pt>
                <c:pt idx="688">
                  <c:v>62.451118469238303</c:v>
                </c:pt>
                <c:pt idx="689">
                  <c:v>62.618824005127003</c:v>
                </c:pt>
                <c:pt idx="690">
                  <c:v>62.656135559082003</c:v>
                </c:pt>
                <c:pt idx="691">
                  <c:v>62.6900634765625</c:v>
                </c:pt>
                <c:pt idx="692">
                  <c:v>62.758033752441399</c:v>
                </c:pt>
                <c:pt idx="693">
                  <c:v>62.939426422119098</c:v>
                </c:pt>
                <c:pt idx="694">
                  <c:v>63.032558441162102</c:v>
                </c:pt>
                <c:pt idx="695">
                  <c:v>63.406517028808601</c:v>
                </c:pt>
                <c:pt idx="696">
                  <c:v>63.673805236816399</c:v>
                </c:pt>
                <c:pt idx="697">
                  <c:v>63.815338134765597</c:v>
                </c:pt>
                <c:pt idx="698">
                  <c:v>63.9076957702637</c:v>
                </c:pt>
                <c:pt idx="699">
                  <c:v>63.976726531982401</c:v>
                </c:pt>
                <c:pt idx="700">
                  <c:v>64.006813049316406</c:v>
                </c:pt>
                <c:pt idx="701">
                  <c:v>64.038558959960895</c:v>
                </c:pt>
                <c:pt idx="702">
                  <c:v>64.125518798828097</c:v>
                </c:pt>
                <c:pt idx="703">
                  <c:v>64.149978637695298</c:v>
                </c:pt>
                <c:pt idx="704">
                  <c:v>64.233695983886705</c:v>
                </c:pt>
                <c:pt idx="705">
                  <c:v>64.336639404296903</c:v>
                </c:pt>
                <c:pt idx="706">
                  <c:v>64.494369506835895</c:v>
                </c:pt>
                <c:pt idx="707">
                  <c:v>64.493217468261705</c:v>
                </c:pt>
                <c:pt idx="708">
                  <c:v>64.648452758789105</c:v>
                </c:pt>
                <c:pt idx="709">
                  <c:v>64.763381958007798</c:v>
                </c:pt>
                <c:pt idx="710">
                  <c:v>64.809013366699205</c:v>
                </c:pt>
                <c:pt idx="711">
                  <c:v>64.835556030273395</c:v>
                </c:pt>
                <c:pt idx="712">
                  <c:v>64.919525146484403</c:v>
                </c:pt>
                <c:pt idx="713">
                  <c:v>64.9478759765625</c:v>
                </c:pt>
                <c:pt idx="714">
                  <c:v>65.010459899902301</c:v>
                </c:pt>
                <c:pt idx="715">
                  <c:v>65.123855590820298</c:v>
                </c:pt>
                <c:pt idx="716">
                  <c:v>65.220726013183594</c:v>
                </c:pt>
                <c:pt idx="717">
                  <c:v>65.275444030761705</c:v>
                </c:pt>
                <c:pt idx="718">
                  <c:v>65.316108703613295</c:v>
                </c:pt>
                <c:pt idx="719">
                  <c:v>65.375053405761705</c:v>
                </c:pt>
                <c:pt idx="720">
                  <c:v>65.3858642578125</c:v>
                </c:pt>
                <c:pt idx="721">
                  <c:v>65.389717102050795</c:v>
                </c:pt>
                <c:pt idx="722">
                  <c:v>65.391845703125</c:v>
                </c:pt>
                <c:pt idx="723">
                  <c:v>65.402969360351605</c:v>
                </c:pt>
                <c:pt idx="724">
                  <c:v>65.411460876464801</c:v>
                </c:pt>
                <c:pt idx="725">
                  <c:v>65.450538635253906</c:v>
                </c:pt>
                <c:pt idx="726">
                  <c:v>65.473358154296903</c:v>
                </c:pt>
                <c:pt idx="727">
                  <c:v>65.428482055664105</c:v>
                </c:pt>
                <c:pt idx="728">
                  <c:v>65.441650390625</c:v>
                </c:pt>
                <c:pt idx="729">
                  <c:v>65.434410095214801</c:v>
                </c:pt>
                <c:pt idx="730">
                  <c:v>65.483459472656307</c:v>
                </c:pt>
                <c:pt idx="731">
                  <c:v>65.520698547363295</c:v>
                </c:pt>
                <c:pt idx="732">
                  <c:v>65.505348205566406</c:v>
                </c:pt>
                <c:pt idx="733">
                  <c:v>65.523269653320298</c:v>
                </c:pt>
                <c:pt idx="734">
                  <c:v>65.530517578125</c:v>
                </c:pt>
                <c:pt idx="735">
                  <c:v>65.528518676757798</c:v>
                </c:pt>
                <c:pt idx="736">
                  <c:v>65.538795471191406</c:v>
                </c:pt>
                <c:pt idx="737">
                  <c:v>65.560340881347699</c:v>
                </c:pt>
                <c:pt idx="738">
                  <c:v>65.5728759765625</c:v>
                </c:pt>
                <c:pt idx="739">
                  <c:v>65.562881469726605</c:v>
                </c:pt>
                <c:pt idx="740">
                  <c:v>65.566192626953097</c:v>
                </c:pt>
                <c:pt idx="741">
                  <c:v>65.567970275878906</c:v>
                </c:pt>
                <c:pt idx="742">
                  <c:v>65.564537048339801</c:v>
                </c:pt>
                <c:pt idx="743">
                  <c:v>65.573944091796903</c:v>
                </c:pt>
                <c:pt idx="744">
                  <c:v>65.577735900878906</c:v>
                </c:pt>
                <c:pt idx="745">
                  <c:v>65.580718994140597</c:v>
                </c:pt>
                <c:pt idx="746">
                  <c:v>65.584182739257798</c:v>
                </c:pt>
                <c:pt idx="747">
                  <c:v>65.584266662597699</c:v>
                </c:pt>
                <c:pt idx="748">
                  <c:v>65.581077575683594</c:v>
                </c:pt>
                <c:pt idx="749">
                  <c:v>65.582672119140597</c:v>
                </c:pt>
                <c:pt idx="750">
                  <c:v>65.578559875488295</c:v>
                </c:pt>
                <c:pt idx="751">
                  <c:v>65.576454162597699</c:v>
                </c:pt>
                <c:pt idx="752">
                  <c:v>65.562683105468807</c:v>
                </c:pt>
                <c:pt idx="753">
                  <c:v>65.555976867675795</c:v>
                </c:pt>
                <c:pt idx="754">
                  <c:v>65.512550354003906</c:v>
                </c:pt>
                <c:pt idx="755">
                  <c:v>65.4864501953125</c:v>
                </c:pt>
                <c:pt idx="756">
                  <c:v>65.418235778808594</c:v>
                </c:pt>
                <c:pt idx="757">
                  <c:v>65.394760131835895</c:v>
                </c:pt>
                <c:pt idx="758">
                  <c:v>65.362831115722699</c:v>
                </c:pt>
                <c:pt idx="759">
                  <c:v>65.345588684082003</c:v>
                </c:pt>
                <c:pt idx="760">
                  <c:v>65.318199157714801</c:v>
                </c:pt>
                <c:pt idx="761">
                  <c:v>65.291915893554702</c:v>
                </c:pt>
                <c:pt idx="762">
                  <c:v>65.198188781738295</c:v>
                </c:pt>
                <c:pt idx="763">
                  <c:v>65.088630676269503</c:v>
                </c:pt>
                <c:pt idx="764">
                  <c:v>65.006988525390597</c:v>
                </c:pt>
                <c:pt idx="765">
                  <c:v>64.965057373046903</c:v>
                </c:pt>
                <c:pt idx="766">
                  <c:v>64.931846618652301</c:v>
                </c:pt>
                <c:pt idx="767">
                  <c:v>64.866226196289105</c:v>
                </c:pt>
                <c:pt idx="768">
                  <c:v>64.733657836914105</c:v>
                </c:pt>
                <c:pt idx="769">
                  <c:v>64.644683837890597</c:v>
                </c:pt>
                <c:pt idx="770">
                  <c:v>64.603492736816406</c:v>
                </c:pt>
                <c:pt idx="771">
                  <c:v>64.518882751464801</c:v>
                </c:pt>
                <c:pt idx="772">
                  <c:v>64.402359008789105</c:v>
                </c:pt>
                <c:pt idx="773">
                  <c:v>64.339950561523395</c:v>
                </c:pt>
                <c:pt idx="774">
                  <c:v>64.296127319335895</c:v>
                </c:pt>
                <c:pt idx="775">
                  <c:v>64.246299743652301</c:v>
                </c:pt>
                <c:pt idx="776">
                  <c:v>64.203727722167997</c:v>
                </c:pt>
                <c:pt idx="777">
                  <c:v>64.143531799316406</c:v>
                </c:pt>
                <c:pt idx="778">
                  <c:v>64.094451904296903</c:v>
                </c:pt>
                <c:pt idx="779">
                  <c:v>64.061943054199205</c:v>
                </c:pt>
                <c:pt idx="780">
                  <c:v>64.037147521972699</c:v>
                </c:pt>
                <c:pt idx="781">
                  <c:v>64.009391784667997</c:v>
                </c:pt>
                <c:pt idx="782">
                  <c:v>63.969997406005902</c:v>
                </c:pt>
                <c:pt idx="783">
                  <c:v>63.933181762695298</c:v>
                </c:pt>
                <c:pt idx="784">
                  <c:v>63.8135375976563</c:v>
                </c:pt>
                <c:pt idx="785">
                  <c:v>63.675632476806598</c:v>
                </c:pt>
                <c:pt idx="786">
                  <c:v>63.553615570068402</c:v>
                </c:pt>
                <c:pt idx="787">
                  <c:v>63.482162475585902</c:v>
                </c:pt>
                <c:pt idx="788">
                  <c:v>63.364337921142599</c:v>
                </c:pt>
                <c:pt idx="789">
                  <c:v>63.244152069091797</c:v>
                </c:pt>
                <c:pt idx="790">
                  <c:v>63.1522216796875</c:v>
                </c:pt>
                <c:pt idx="791">
                  <c:v>63.079593658447301</c:v>
                </c:pt>
                <c:pt idx="792">
                  <c:v>63.032356262207003</c:v>
                </c:pt>
                <c:pt idx="793">
                  <c:v>62.965724945068402</c:v>
                </c:pt>
                <c:pt idx="794">
                  <c:v>62.938430786132798</c:v>
                </c:pt>
                <c:pt idx="795">
                  <c:v>62.862678527832003</c:v>
                </c:pt>
                <c:pt idx="796">
                  <c:v>62.7704467773438</c:v>
                </c:pt>
                <c:pt idx="797">
                  <c:v>62.695907592773402</c:v>
                </c:pt>
                <c:pt idx="798">
                  <c:v>62.603557586669901</c:v>
                </c:pt>
                <c:pt idx="799">
                  <c:v>62.547847747802699</c:v>
                </c:pt>
                <c:pt idx="800">
                  <c:v>62.478038787841797</c:v>
                </c:pt>
                <c:pt idx="801">
                  <c:v>62.384212493896499</c:v>
                </c:pt>
                <c:pt idx="802">
                  <c:v>62.353504180908203</c:v>
                </c:pt>
                <c:pt idx="803">
                  <c:v>62.321079254150398</c:v>
                </c:pt>
                <c:pt idx="804">
                  <c:v>62.243583679199197</c:v>
                </c:pt>
                <c:pt idx="805">
                  <c:v>62.157344818115199</c:v>
                </c:pt>
                <c:pt idx="806">
                  <c:v>62.0693969726563</c:v>
                </c:pt>
                <c:pt idx="807">
                  <c:v>62.003433227539098</c:v>
                </c:pt>
                <c:pt idx="808">
                  <c:v>61.9553413391113</c:v>
                </c:pt>
                <c:pt idx="809">
                  <c:v>61.860572814941399</c:v>
                </c:pt>
                <c:pt idx="810">
                  <c:v>61.806373596191399</c:v>
                </c:pt>
                <c:pt idx="811">
                  <c:v>61.692180633544901</c:v>
                </c:pt>
                <c:pt idx="812">
                  <c:v>61.629405975341797</c:v>
                </c:pt>
                <c:pt idx="813">
                  <c:v>61.566806793212898</c:v>
                </c:pt>
                <c:pt idx="814">
                  <c:v>61.53466796875</c:v>
                </c:pt>
                <c:pt idx="815">
                  <c:v>61.378284454345703</c:v>
                </c:pt>
                <c:pt idx="816">
                  <c:v>61.173843383789098</c:v>
                </c:pt>
                <c:pt idx="817">
                  <c:v>61.076717376708999</c:v>
                </c:pt>
                <c:pt idx="818">
                  <c:v>61.018222808837898</c:v>
                </c:pt>
                <c:pt idx="819">
                  <c:v>60.9222221374512</c:v>
                </c:pt>
                <c:pt idx="820">
                  <c:v>60.832279205322301</c:v>
                </c:pt>
                <c:pt idx="821">
                  <c:v>60.7695121765137</c:v>
                </c:pt>
                <c:pt idx="822">
                  <c:v>60.735099792480497</c:v>
                </c:pt>
                <c:pt idx="823">
                  <c:v>60.7061157226563</c:v>
                </c:pt>
                <c:pt idx="824">
                  <c:v>60.657310485839801</c:v>
                </c:pt>
                <c:pt idx="825">
                  <c:v>60.662284851074197</c:v>
                </c:pt>
                <c:pt idx="826">
                  <c:v>60.6513671875</c:v>
                </c:pt>
                <c:pt idx="827">
                  <c:v>60.643077850341797</c:v>
                </c:pt>
                <c:pt idx="828">
                  <c:v>60.603519439697301</c:v>
                </c:pt>
                <c:pt idx="829">
                  <c:v>60.552742004394503</c:v>
                </c:pt>
                <c:pt idx="830">
                  <c:v>60.505260467529297</c:v>
                </c:pt>
                <c:pt idx="831">
                  <c:v>60.505687713623097</c:v>
                </c:pt>
                <c:pt idx="832">
                  <c:v>60.419422149658203</c:v>
                </c:pt>
                <c:pt idx="833">
                  <c:v>60.431571960449197</c:v>
                </c:pt>
                <c:pt idx="834">
                  <c:v>60.358711242675803</c:v>
                </c:pt>
                <c:pt idx="835">
                  <c:v>60.237159729003899</c:v>
                </c:pt>
                <c:pt idx="836">
                  <c:v>60.117835998535199</c:v>
                </c:pt>
                <c:pt idx="837">
                  <c:v>60.0807914733887</c:v>
                </c:pt>
                <c:pt idx="838">
                  <c:v>60.031723022460902</c:v>
                </c:pt>
                <c:pt idx="839">
                  <c:v>60.051063537597699</c:v>
                </c:pt>
                <c:pt idx="840">
                  <c:v>60.060993194580099</c:v>
                </c:pt>
                <c:pt idx="841">
                  <c:v>59.966464996337898</c:v>
                </c:pt>
                <c:pt idx="842">
                  <c:v>59.918479919433601</c:v>
                </c:pt>
                <c:pt idx="843">
                  <c:v>59.8861274719238</c:v>
                </c:pt>
                <c:pt idx="844">
                  <c:v>59.867023468017599</c:v>
                </c:pt>
                <c:pt idx="845">
                  <c:v>59.838871002197301</c:v>
                </c:pt>
                <c:pt idx="846">
                  <c:v>59.819580078125</c:v>
                </c:pt>
                <c:pt idx="847">
                  <c:v>59.809677124023402</c:v>
                </c:pt>
                <c:pt idx="848">
                  <c:v>59.687469482421903</c:v>
                </c:pt>
                <c:pt idx="849">
                  <c:v>59.6828002929688</c:v>
                </c:pt>
                <c:pt idx="850">
                  <c:v>59.683006286621101</c:v>
                </c:pt>
                <c:pt idx="851">
                  <c:v>59.6653442382813</c:v>
                </c:pt>
                <c:pt idx="852">
                  <c:v>59.5995903015137</c:v>
                </c:pt>
                <c:pt idx="853">
                  <c:v>59.550563812255902</c:v>
                </c:pt>
                <c:pt idx="854">
                  <c:v>59.543296813964801</c:v>
                </c:pt>
                <c:pt idx="855">
                  <c:v>59.502784729003899</c:v>
                </c:pt>
                <c:pt idx="856">
                  <c:v>59.473045349121101</c:v>
                </c:pt>
                <c:pt idx="857">
                  <c:v>59.440254211425803</c:v>
                </c:pt>
                <c:pt idx="858">
                  <c:v>59.404743194580099</c:v>
                </c:pt>
                <c:pt idx="859">
                  <c:v>59.348323822021499</c:v>
                </c:pt>
                <c:pt idx="860">
                  <c:v>59.337558746337898</c:v>
                </c:pt>
                <c:pt idx="861">
                  <c:v>59.189655303955099</c:v>
                </c:pt>
                <c:pt idx="862">
                  <c:v>59.102691650390597</c:v>
                </c:pt>
                <c:pt idx="863">
                  <c:v>59.019927978515597</c:v>
                </c:pt>
                <c:pt idx="864">
                  <c:v>58.9539794921875</c:v>
                </c:pt>
                <c:pt idx="865">
                  <c:v>58.9278373718262</c:v>
                </c:pt>
                <c:pt idx="866">
                  <c:v>58.8474731445313</c:v>
                </c:pt>
                <c:pt idx="867">
                  <c:v>58.811775207519503</c:v>
                </c:pt>
                <c:pt idx="868">
                  <c:v>58.765682220458999</c:v>
                </c:pt>
                <c:pt idx="869">
                  <c:v>58.746986389160199</c:v>
                </c:pt>
                <c:pt idx="870">
                  <c:v>58.623130798339801</c:v>
                </c:pt>
                <c:pt idx="871">
                  <c:v>58.558578491210902</c:v>
                </c:pt>
                <c:pt idx="872">
                  <c:v>58.504150390625</c:v>
                </c:pt>
                <c:pt idx="873">
                  <c:v>58.438873291015597</c:v>
                </c:pt>
                <c:pt idx="874">
                  <c:v>58.377326965332003</c:v>
                </c:pt>
                <c:pt idx="875">
                  <c:v>58.354263305664098</c:v>
                </c:pt>
                <c:pt idx="876">
                  <c:v>58.338996887207003</c:v>
                </c:pt>
                <c:pt idx="877">
                  <c:v>58.300613403320298</c:v>
                </c:pt>
                <c:pt idx="878">
                  <c:v>58.251583099365199</c:v>
                </c:pt>
                <c:pt idx="879">
                  <c:v>58.211746215820298</c:v>
                </c:pt>
                <c:pt idx="880">
                  <c:v>58.181087493896499</c:v>
                </c:pt>
                <c:pt idx="881">
                  <c:v>58.117454528808601</c:v>
                </c:pt>
                <c:pt idx="882">
                  <c:v>58.077083587646499</c:v>
                </c:pt>
                <c:pt idx="883">
                  <c:v>58.020359039306598</c:v>
                </c:pt>
                <c:pt idx="884">
                  <c:v>57.913742065429702</c:v>
                </c:pt>
                <c:pt idx="885">
                  <c:v>57.758899688720703</c:v>
                </c:pt>
                <c:pt idx="886">
                  <c:v>57.722957611083999</c:v>
                </c:pt>
                <c:pt idx="887">
                  <c:v>57.6995658874512</c:v>
                </c:pt>
                <c:pt idx="888">
                  <c:v>57.619937896728501</c:v>
                </c:pt>
                <c:pt idx="889">
                  <c:v>57.569248199462898</c:v>
                </c:pt>
                <c:pt idx="890">
                  <c:v>57.552871704101598</c:v>
                </c:pt>
                <c:pt idx="891">
                  <c:v>57.547214508056598</c:v>
                </c:pt>
                <c:pt idx="892">
                  <c:v>57.527923583984403</c:v>
                </c:pt>
                <c:pt idx="893">
                  <c:v>57.510417938232401</c:v>
                </c:pt>
                <c:pt idx="894">
                  <c:v>57.491493225097699</c:v>
                </c:pt>
                <c:pt idx="895">
                  <c:v>57.486743927002003</c:v>
                </c:pt>
                <c:pt idx="896">
                  <c:v>57.502956390380902</c:v>
                </c:pt>
                <c:pt idx="897">
                  <c:v>57.488353729248097</c:v>
                </c:pt>
                <c:pt idx="898">
                  <c:v>57.480167388916001</c:v>
                </c:pt>
                <c:pt idx="899">
                  <c:v>57.484241485595703</c:v>
                </c:pt>
                <c:pt idx="900">
                  <c:v>57.494613647460902</c:v>
                </c:pt>
                <c:pt idx="901">
                  <c:v>57.503795623779297</c:v>
                </c:pt>
                <c:pt idx="902">
                  <c:v>57.501228332519503</c:v>
                </c:pt>
                <c:pt idx="903">
                  <c:v>57.503173828125</c:v>
                </c:pt>
                <c:pt idx="904">
                  <c:v>57.494400024414098</c:v>
                </c:pt>
                <c:pt idx="905">
                  <c:v>57.492786407470703</c:v>
                </c:pt>
                <c:pt idx="906">
                  <c:v>57.525337219238303</c:v>
                </c:pt>
                <c:pt idx="907">
                  <c:v>57.551273345947301</c:v>
                </c:pt>
                <c:pt idx="908">
                  <c:v>57.621471405029297</c:v>
                </c:pt>
                <c:pt idx="909">
                  <c:v>57.664825439453097</c:v>
                </c:pt>
                <c:pt idx="910">
                  <c:v>57.701553344726598</c:v>
                </c:pt>
                <c:pt idx="911">
                  <c:v>57.860179901123097</c:v>
                </c:pt>
                <c:pt idx="912">
                  <c:v>57.988964080810597</c:v>
                </c:pt>
                <c:pt idx="913">
                  <c:v>58.036689758300803</c:v>
                </c:pt>
                <c:pt idx="914">
                  <c:v>58.0943603515625</c:v>
                </c:pt>
                <c:pt idx="915">
                  <c:v>58.165241241455099</c:v>
                </c:pt>
                <c:pt idx="916">
                  <c:v>58.198478698730497</c:v>
                </c:pt>
                <c:pt idx="917">
                  <c:v>58.179676055908203</c:v>
                </c:pt>
                <c:pt idx="918">
                  <c:v>58.2020454406738</c:v>
                </c:pt>
                <c:pt idx="919">
                  <c:v>58.252552032470703</c:v>
                </c:pt>
                <c:pt idx="920">
                  <c:v>58.270343780517599</c:v>
                </c:pt>
                <c:pt idx="921">
                  <c:v>58.283615112304702</c:v>
                </c:pt>
                <c:pt idx="922">
                  <c:v>58.279956817627003</c:v>
                </c:pt>
                <c:pt idx="923">
                  <c:v>58.298900604248097</c:v>
                </c:pt>
                <c:pt idx="924">
                  <c:v>58.312488555908203</c:v>
                </c:pt>
                <c:pt idx="925">
                  <c:v>58.320987701416001</c:v>
                </c:pt>
                <c:pt idx="926">
                  <c:v>58.3132133483887</c:v>
                </c:pt>
                <c:pt idx="927">
                  <c:v>58.323146820068402</c:v>
                </c:pt>
                <c:pt idx="928">
                  <c:v>58.304000854492202</c:v>
                </c:pt>
                <c:pt idx="929">
                  <c:v>58.282230377197301</c:v>
                </c:pt>
                <c:pt idx="930">
                  <c:v>58.278282165527301</c:v>
                </c:pt>
                <c:pt idx="931">
                  <c:v>58.231288909912102</c:v>
                </c:pt>
                <c:pt idx="932">
                  <c:v>58.206024169921903</c:v>
                </c:pt>
                <c:pt idx="933">
                  <c:v>58.181476593017599</c:v>
                </c:pt>
                <c:pt idx="934">
                  <c:v>58.205287933349602</c:v>
                </c:pt>
                <c:pt idx="935">
                  <c:v>58.195583343505902</c:v>
                </c:pt>
                <c:pt idx="936">
                  <c:v>58.212112426757798</c:v>
                </c:pt>
                <c:pt idx="937">
                  <c:v>58.192024230957003</c:v>
                </c:pt>
                <c:pt idx="938">
                  <c:v>58.202316284179702</c:v>
                </c:pt>
                <c:pt idx="939">
                  <c:v>58.1591987609863</c:v>
                </c:pt>
                <c:pt idx="940">
                  <c:v>58.051872253417997</c:v>
                </c:pt>
                <c:pt idx="941">
                  <c:v>58.028247833252003</c:v>
                </c:pt>
                <c:pt idx="942">
                  <c:v>57.990726470947301</c:v>
                </c:pt>
                <c:pt idx="943">
                  <c:v>57.949211120605497</c:v>
                </c:pt>
                <c:pt idx="944">
                  <c:v>57.927314758300803</c:v>
                </c:pt>
                <c:pt idx="945">
                  <c:v>57.824790954589801</c:v>
                </c:pt>
                <c:pt idx="946">
                  <c:v>57.7928276062012</c:v>
                </c:pt>
                <c:pt idx="947">
                  <c:v>57.746749877929702</c:v>
                </c:pt>
                <c:pt idx="948">
                  <c:v>57.717731475830099</c:v>
                </c:pt>
                <c:pt idx="949">
                  <c:v>57.7007865905762</c:v>
                </c:pt>
                <c:pt idx="950">
                  <c:v>57.661056518554702</c:v>
                </c:pt>
                <c:pt idx="951">
                  <c:v>57.666385650634801</c:v>
                </c:pt>
                <c:pt idx="952">
                  <c:v>57.624839782714801</c:v>
                </c:pt>
                <c:pt idx="953">
                  <c:v>57.568122863769503</c:v>
                </c:pt>
                <c:pt idx="954">
                  <c:v>57.549110412597699</c:v>
                </c:pt>
                <c:pt idx="955">
                  <c:v>57.521080017089801</c:v>
                </c:pt>
                <c:pt idx="956">
                  <c:v>57.5040092468262</c:v>
                </c:pt>
                <c:pt idx="957">
                  <c:v>57.495121002197301</c:v>
                </c:pt>
                <c:pt idx="958">
                  <c:v>57.490684509277301</c:v>
                </c:pt>
                <c:pt idx="959">
                  <c:v>57.487422943115199</c:v>
                </c:pt>
                <c:pt idx="960">
                  <c:v>57.487968444824197</c:v>
                </c:pt>
                <c:pt idx="961">
                  <c:v>57.482162475585902</c:v>
                </c:pt>
                <c:pt idx="962">
                  <c:v>57.4788208007813</c:v>
                </c:pt>
                <c:pt idx="963">
                  <c:v>57.475513458252003</c:v>
                </c:pt>
                <c:pt idx="964">
                  <c:v>57.4735717773438</c:v>
                </c:pt>
                <c:pt idx="965">
                  <c:v>57.4526176452637</c:v>
                </c:pt>
                <c:pt idx="966">
                  <c:v>57.450645446777301</c:v>
                </c:pt>
                <c:pt idx="967">
                  <c:v>57.413600921630902</c:v>
                </c:pt>
                <c:pt idx="968">
                  <c:v>57.416629791259801</c:v>
                </c:pt>
                <c:pt idx="969">
                  <c:v>57.358089447021499</c:v>
                </c:pt>
                <c:pt idx="970">
                  <c:v>57.290691375732401</c:v>
                </c:pt>
                <c:pt idx="971">
                  <c:v>57.141181945800803</c:v>
                </c:pt>
                <c:pt idx="972">
                  <c:v>56.996494293212898</c:v>
                </c:pt>
                <c:pt idx="973">
                  <c:v>56.888607025146499</c:v>
                </c:pt>
                <c:pt idx="974">
                  <c:v>56.851890563964801</c:v>
                </c:pt>
                <c:pt idx="975">
                  <c:v>56.860713958740199</c:v>
                </c:pt>
                <c:pt idx="976">
                  <c:v>56.835700988769503</c:v>
                </c:pt>
                <c:pt idx="977">
                  <c:v>56.760959625244098</c:v>
                </c:pt>
                <c:pt idx="978">
                  <c:v>56.679485321044901</c:v>
                </c:pt>
                <c:pt idx="979">
                  <c:v>56.637115478515597</c:v>
                </c:pt>
                <c:pt idx="980">
                  <c:v>56.606037139892599</c:v>
                </c:pt>
                <c:pt idx="981">
                  <c:v>56.526947021484403</c:v>
                </c:pt>
                <c:pt idx="982">
                  <c:v>56.435630798339801</c:v>
                </c:pt>
                <c:pt idx="983">
                  <c:v>56.420234680175803</c:v>
                </c:pt>
                <c:pt idx="984">
                  <c:v>56.362499237060597</c:v>
                </c:pt>
                <c:pt idx="985">
                  <c:v>56.311790466308601</c:v>
                </c:pt>
                <c:pt idx="986">
                  <c:v>56.290813446044901</c:v>
                </c:pt>
                <c:pt idx="987">
                  <c:v>56.273509979248097</c:v>
                </c:pt>
                <c:pt idx="988">
                  <c:v>56.2653198242188</c:v>
                </c:pt>
                <c:pt idx="989">
                  <c:v>56.235866546630902</c:v>
                </c:pt>
                <c:pt idx="990">
                  <c:v>56.176033020019503</c:v>
                </c:pt>
                <c:pt idx="991">
                  <c:v>56.098052978515597</c:v>
                </c:pt>
                <c:pt idx="992">
                  <c:v>56.071693420410199</c:v>
                </c:pt>
                <c:pt idx="993">
                  <c:v>56.042278289794901</c:v>
                </c:pt>
                <c:pt idx="994">
                  <c:v>56.025363922119098</c:v>
                </c:pt>
                <c:pt idx="995">
                  <c:v>55.9886283874512</c:v>
                </c:pt>
                <c:pt idx="996">
                  <c:v>55.945930480957003</c:v>
                </c:pt>
                <c:pt idx="997">
                  <c:v>55.922164916992202</c:v>
                </c:pt>
                <c:pt idx="998">
                  <c:v>55.892742156982401</c:v>
                </c:pt>
                <c:pt idx="999">
                  <c:v>55.876441955566399</c:v>
                </c:pt>
                <c:pt idx="1000">
                  <c:v>55.857765197753899</c:v>
                </c:pt>
                <c:pt idx="1001">
                  <c:v>55.848175048828097</c:v>
                </c:pt>
                <c:pt idx="1002">
                  <c:v>55.843250274658203</c:v>
                </c:pt>
                <c:pt idx="1003">
                  <c:v>55.840721130371101</c:v>
                </c:pt>
                <c:pt idx="1004">
                  <c:v>55.839424133300803</c:v>
                </c:pt>
                <c:pt idx="1005">
                  <c:v>55.838756561279297</c:v>
                </c:pt>
                <c:pt idx="1006">
                  <c:v>55.838417053222699</c:v>
                </c:pt>
                <c:pt idx="1007">
                  <c:v>55.838241577148402</c:v>
                </c:pt>
                <c:pt idx="1008">
                  <c:v>55.826999664306598</c:v>
                </c:pt>
                <c:pt idx="1009">
                  <c:v>55.809196472167997</c:v>
                </c:pt>
                <c:pt idx="1010">
                  <c:v>55.784481048583999</c:v>
                </c:pt>
                <c:pt idx="1011">
                  <c:v>55.6935844421387</c:v>
                </c:pt>
                <c:pt idx="1012">
                  <c:v>55.676807403564503</c:v>
                </c:pt>
                <c:pt idx="1013">
                  <c:v>55.634292602539098</c:v>
                </c:pt>
                <c:pt idx="1014">
                  <c:v>55.496227264404297</c:v>
                </c:pt>
                <c:pt idx="1015">
                  <c:v>55.483097076416001</c:v>
                </c:pt>
                <c:pt idx="1016">
                  <c:v>55.382476806640597</c:v>
                </c:pt>
                <c:pt idx="1017">
                  <c:v>55.347606658935597</c:v>
                </c:pt>
                <c:pt idx="1018">
                  <c:v>55.303142547607401</c:v>
                </c:pt>
                <c:pt idx="1019">
                  <c:v>55.309677124023402</c:v>
                </c:pt>
                <c:pt idx="1020">
                  <c:v>55.359901428222699</c:v>
                </c:pt>
                <c:pt idx="1021">
                  <c:v>55.257293701171903</c:v>
                </c:pt>
                <c:pt idx="1022">
                  <c:v>55.2722778320313</c:v>
                </c:pt>
                <c:pt idx="1023">
                  <c:v>55.266075134277301</c:v>
                </c:pt>
                <c:pt idx="1024">
                  <c:v>55.216831207275398</c:v>
                </c:pt>
                <c:pt idx="1025">
                  <c:v>55.114509582519503</c:v>
                </c:pt>
                <c:pt idx="1026">
                  <c:v>55.047843933105497</c:v>
                </c:pt>
                <c:pt idx="1027">
                  <c:v>55.0278930664063</c:v>
                </c:pt>
                <c:pt idx="1028">
                  <c:v>55.002349853515597</c:v>
                </c:pt>
                <c:pt idx="1029">
                  <c:v>54.972560882568402</c:v>
                </c:pt>
                <c:pt idx="1030">
                  <c:v>54.902679443359403</c:v>
                </c:pt>
                <c:pt idx="1031">
                  <c:v>54.812553405761697</c:v>
                </c:pt>
                <c:pt idx="1032">
                  <c:v>54.764671325683601</c:v>
                </c:pt>
                <c:pt idx="1033">
                  <c:v>54.753215789794901</c:v>
                </c:pt>
                <c:pt idx="1034">
                  <c:v>54.740169525146499</c:v>
                </c:pt>
                <c:pt idx="1035">
                  <c:v>54.728343963623097</c:v>
                </c:pt>
                <c:pt idx="1036">
                  <c:v>54.665081024169901</c:v>
                </c:pt>
                <c:pt idx="1037">
                  <c:v>54.670536041259801</c:v>
                </c:pt>
                <c:pt idx="1038">
                  <c:v>54.543621063232401</c:v>
                </c:pt>
                <c:pt idx="1039">
                  <c:v>54.441886901855497</c:v>
                </c:pt>
                <c:pt idx="1040">
                  <c:v>54.384166717529297</c:v>
                </c:pt>
                <c:pt idx="1041">
                  <c:v>54.364006042480497</c:v>
                </c:pt>
                <c:pt idx="1042">
                  <c:v>54.3823051452637</c:v>
                </c:pt>
                <c:pt idx="1043">
                  <c:v>54.325260162353501</c:v>
                </c:pt>
                <c:pt idx="1044">
                  <c:v>54.283172607421903</c:v>
                </c:pt>
                <c:pt idx="1045">
                  <c:v>54.247871398925803</c:v>
                </c:pt>
                <c:pt idx="1046">
                  <c:v>54.242214202880902</c:v>
                </c:pt>
                <c:pt idx="1047">
                  <c:v>54.206901550292997</c:v>
                </c:pt>
                <c:pt idx="1048">
                  <c:v>54.189697265625</c:v>
                </c:pt>
                <c:pt idx="1049">
                  <c:v>54.173427581787102</c:v>
                </c:pt>
                <c:pt idx="1050">
                  <c:v>54.163749694824197</c:v>
                </c:pt>
                <c:pt idx="1051">
                  <c:v>54.163894653320298</c:v>
                </c:pt>
                <c:pt idx="1052">
                  <c:v>54.142246246337898</c:v>
                </c:pt>
                <c:pt idx="1053">
                  <c:v>54.144870758056598</c:v>
                </c:pt>
                <c:pt idx="1054">
                  <c:v>54.145538330078097</c:v>
                </c:pt>
                <c:pt idx="1055">
                  <c:v>54.155319213867202</c:v>
                </c:pt>
                <c:pt idx="1056">
                  <c:v>54.143074035644503</c:v>
                </c:pt>
                <c:pt idx="1057">
                  <c:v>54.123367309570298</c:v>
                </c:pt>
                <c:pt idx="1058">
                  <c:v>54.130336761474602</c:v>
                </c:pt>
                <c:pt idx="1059">
                  <c:v>54.139846801757798</c:v>
                </c:pt>
                <c:pt idx="1060">
                  <c:v>54.113624572753899</c:v>
                </c:pt>
                <c:pt idx="1061">
                  <c:v>54.0780220031738</c:v>
                </c:pt>
                <c:pt idx="1062">
                  <c:v>54.080543518066399</c:v>
                </c:pt>
                <c:pt idx="1063">
                  <c:v>54.084312438964801</c:v>
                </c:pt>
                <c:pt idx="1064">
                  <c:v>54.104652404785199</c:v>
                </c:pt>
                <c:pt idx="1065">
                  <c:v>54.123867034912102</c:v>
                </c:pt>
                <c:pt idx="1066">
                  <c:v>54.103931427002003</c:v>
                </c:pt>
                <c:pt idx="1067">
                  <c:v>54.109016418457003</c:v>
                </c:pt>
                <c:pt idx="1068">
                  <c:v>54.104751586914098</c:v>
                </c:pt>
                <c:pt idx="1069">
                  <c:v>54.110527038574197</c:v>
                </c:pt>
                <c:pt idx="1070">
                  <c:v>54.112957000732401</c:v>
                </c:pt>
                <c:pt idx="1071">
                  <c:v>54.124298095703097</c:v>
                </c:pt>
                <c:pt idx="1072">
                  <c:v>54.1334419250488</c:v>
                </c:pt>
                <c:pt idx="1073">
                  <c:v>54.1276664733887</c:v>
                </c:pt>
                <c:pt idx="1074">
                  <c:v>54.139095306396499</c:v>
                </c:pt>
                <c:pt idx="1075">
                  <c:v>54.1279106140137</c:v>
                </c:pt>
                <c:pt idx="1076">
                  <c:v>54.132919311523402</c:v>
                </c:pt>
                <c:pt idx="1077">
                  <c:v>54.140621185302699</c:v>
                </c:pt>
                <c:pt idx="1078">
                  <c:v>54.143592834472699</c:v>
                </c:pt>
                <c:pt idx="1079">
                  <c:v>54.135108947753899</c:v>
                </c:pt>
                <c:pt idx="1080">
                  <c:v>54.139125823974602</c:v>
                </c:pt>
                <c:pt idx="1081">
                  <c:v>54.138099670410199</c:v>
                </c:pt>
                <c:pt idx="1082">
                  <c:v>54.138633728027301</c:v>
                </c:pt>
                <c:pt idx="1083">
                  <c:v>54.1402587890625</c:v>
                </c:pt>
                <c:pt idx="1084">
                  <c:v>54.140541076660199</c:v>
                </c:pt>
                <c:pt idx="1085">
                  <c:v>54.142318725585902</c:v>
                </c:pt>
                <c:pt idx="1086">
                  <c:v>54.1444091796875</c:v>
                </c:pt>
                <c:pt idx="1087">
                  <c:v>54.138980865478501</c:v>
                </c:pt>
                <c:pt idx="1088">
                  <c:v>54.135757446289098</c:v>
                </c:pt>
                <c:pt idx="1089">
                  <c:v>54.129875183105497</c:v>
                </c:pt>
                <c:pt idx="1090">
                  <c:v>54.1224555969238</c:v>
                </c:pt>
                <c:pt idx="1091">
                  <c:v>54.121086120605497</c:v>
                </c:pt>
                <c:pt idx="1092">
                  <c:v>54.126354217529297</c:v>
                </c:pt>
                <c:pt idx="1093">
                  <c:v>54.127674102783203</c:v>
                </c:pt>
                <c:pt idx="1094">
                  <c:v>54.108161926269503</c:v>
                </c:pt>
                <c:pt idx="1095">
                  <c:v>54.113704681396499</c:v>
                </c:pt>
                <c:pt idx="1096">
                  <c:v>54.128528594970703</c:v>
                </c:pt>
                <c:pt idx="1097">
                  <c:v>54.132892608642599</c:v>
                </c:pt>
                <c:pt idx="1098">
                  <c:v>54.140945434570298</c:v>
                </c:pt>
                <c:pt idx="1099">
                  <c:v>54.146282196044901</c:v>
                </c:pt>
                <c:pt idx="1100">
                  <c:v>54.1395454406738</c:v>
                </c:pt>
                <c:pt idx="1101">
                  <c:v>54.128116607666001</c:v>
                </c:pt>
                <c:pt idx="1102">
                  <c:v>54.127613067627003</c:v>
                </c:pt>
                <c:pt idx="1103">
                  <c:v>54.133560180664098</c:v>
                </c:pt>
                <c:pt idx="1104">
                  <c:v>54.134189605712898</c:v>
                </c:pt>
                <c:pt idx="1105">
                  <c:v>54.133266448974602</c:v>
                </c:pt>
                <c:pt idx="1106">
                  <c:v>54.146778106689503</c:v>
                </c:pt>
                <c:pt idx="1107">
                  <c:v>54.158378601074197</c:v>
                </c:pt>
                <c:pt idx="1108">
                  <c:v>54.156021118164098</c:v>
                </c:pt>
                <c:pt idx="1109">
                  <c:v>54.160514831542997</c:v>
                </c:pt>
                <c:pt idx="1110">
                  <c:v>54.154228210449197</c:v>
                </c:pt>
                <c:pt idx="1111">
                  <c:v>54.16064453125</c:v>
                </c:pt>
                <c:pt idx="1112">
                  <c:v>54.1738090515137</c:v>
                </c:pt>
                <c:pt idx="1113">
                  <c:v>54.180133819580099</c:v>
                </c:pt>
                <c:pt idx="1114">
                  <c:v>54.189983367919901</c:v>
                </c:pt>
                <c:pt idx="1115">
                  <c:v>54.189544677734403</c:v>
                </c:pt>
                <c:pt idx="1116">
                  <c:v>54.2084350585938</c:v>
                </c:pt>
                <c:pt idx="1117">
                  <c:v>54.187950134277301</c:v>
                </c:pt>
                <c:pt idx="1118">
                  <c:v>54.190944671630902</c:v>
                </c:pt>
                <c:pt idx="1119">
                  <c:v>54.2631225585938</c:v>
                </c:pt>
                <c:pt idx="1120">
                  <c:v>54.229774475097699</c:v>
                </c:pt>
                <c:pt idx="1121">
                  <c:v>54.226898193359403</c:v>
                </c:pt>
                <c:pt idx="1122">
                  <c:v>54.260749816894503</c:v>
                </c:pt>
                <c:pt idx="1123">
                  <c:v>54.262481689453097</c:v>
                </c:pt>
                <c:pt idx="1124">
                  <c:v>54.401321411132798</c:v>
                </c:pt>
                <c:pt idx="1125">
                  <c:v>54.500766754150398</c:v>
                </c:pt>
                <c:pt idx="1126">
                  <c:v>54.581302642822301</c:v>
                </c:pt>
                <c:pt idx="1127">
                  <c:v>54.570629119873097</c:v>
                </c:pt>
                <c:pt idx="1128">
                  <c:v>54.631038665771499</c:v>
                </c:pt>
                <c:pt idx="1129">
                  <c:v>54.676284790039098</c:v>
                </c:pt>
                <c:pt idx="1130">
                  <c:v>54.707313537597699</c:v>
                </c:pt>
                <c:pt idx="1131">
                  <c:v>54.7926216125488</c:v>
                </c:pt>
                <c:pt idx="1132">
                  <c:v>54.8075141906738</c:v>
                </c:pt>
                <c:pt idx="1133">
                  <c:v>54.793106079101598</c:v>
                </c:pt>
                <c:pt idx="1134">
                  <c:v>54.744373321533203</c:v>
                </c:pt>
                <c:pt idx="1135">
                  <c:v>54.715198516845703</c:v>
                </c:pt>
                <c:pt idx="1136">
                  <c:v>54.755123138427699</c:v>
                </c:pt>
                <c:pt idx="1137">
                  <c:v>54.868087768554702</c:v>
                </c:pt>
                <c:pt idx="1138">
                  <c:v>54.975391387939503</c:v>
                </c:pt>
                <c:pt idx="1139">
                  <c:v>54.9924125671387</c:v>
                </c:pt>
                <c:pt idx="1140">
                  <c:v>55.0150337219238</c:v>
                </c:pt>
                <c:pt idx="1141">
                  <c:v>55.033157348632798</c:v>
                </c:pt>
                <c:pt idx="1142">
                  <c:v>55.052436828613303</c:v>
                </c:pt>
                <c:pt idx="1143">
                  <c:v>55.072654724121101</c:v>
                </c:pt>
                <c:pt idx="1144">
                  <c:v>55.0833549499512</c:v>
                </c:pt>
                <c:pt idx="1145">
                  <c:v>55.352855682373097</c:v>
                </c:pt>
                <c:pt idx="1146">
                  <c:v>55.565761566162102</c:v>
                </c:pt>
                <c:pt idx="1147">
                  <c:v>55.619789123535199</c:v>
                </c:pt>
                <c:pt idx="1148">
                  <c:v>55.6965942382813</c:v>
                </c:pt>
                <c:pt idx="1149">
                  <c:v>55.676033020019503</c:v>
                </c:pt>
                <c:pt idx="1150">
                  <c:v>55.751380920410199</c:v>
                </c:pt>
                <c:pt idx="1151">
                  <c:v>55.793556213378899</c:v>
                </c:pt>
                <c:pt idx="1152">
                  <c:v>55.815208435058601</c:v>
                </c:pt>
                <c:pt idx="1153">
                  <c:v>55.826324462890597</c:v>
                </c:pt>
                <c:pt idx="1154">
                  <c:v>55.83203125</c:v>
                </c:pt>
                <c:pt idx="1155">
                  <c:v>55.849624633789098</c:v>
                </c:pt>
                <c:pt idx="1156">
                  <c:v>55.847576141357401</c:v>
                </c:pt>
                <c:pt idx="1157">
                  <c:v>55.874889373779297</c:v>
                </c:pt>
                <c:pt idx="1158">
                  <c:v>55.913673400878899</c:v>
                </c:pt>
                <c:pt idx="1159">
                  <c:v>55.925621032714801</c:v>
                </c:pt>
                <c:pt idx="1160">
                  <c:v>55.947593688964801</c:v>
                </c:pt>
                <c:pt idx="1161">
                  <c:v>56.146133422851598</c:v>
                </c:pt>
                <c:pt idx="1162">
                  <c:v>56.319782257080099</c:v>
                </c:pt>
                <c:pt idx="1163">
                  <c:v>56.411037445068402</c:v>
                </c:pt>
                <c:pt idx="1164">
                  <c:v>56.4981498718262</c:v>
                </c:pt>
                <c:pt idx="1165">
                  <c:v>56.886363983154297</c:v>
                </c:pt>
                <c:pt idx="1166">
                  <c:v>57.176029205322301</c:v>
                </c:pt>
                <c:pt idx="1167">
                  <c:v>57.326026916503899</c:v>
                </c:pt>
                <c:pt idx="1168">
                  <c:v>57.4425048828125</c:v>
                </c:pt>
                <c:pt idx="1169">
                  <c:v>57.583293914794901</c:v>
                </c:pt>
                <c:pt idx="1170">
                  <c:v>57.737709045410199</c:v>
                </c:pt>
                <c:pt idx="1171">
                  <c:v>57.9681587219238</c:v>
                </c:pt>
                <c:pt idx="1172">
                  <c:v>58.214210510253899</c:v>
                </c:pt>
                <c:pt idx="1173">
                  <c:v>58.418216705322301</c:v>
                </c:pt>
                <c:pt idx="1174">
                  <c:v>58.604072570800803</c:v>
                </c:pt>
                <c:pt idx="1175">
                  <c:v>58.742954254150398</c:v>
                </c:pt>
                <c:pt idx="1176">
                  <c:v>58.932537078857401</c:v>
                </c:pt>
                <c:pt idx="1177">
                  <c:v>59.044620513916001</c:v>
                </c:pt>
                <c:pt idx="1178">
                  <c:v>59.290138244628899</c:v>
                </c:pt>
                <c:pt idx="1179">
                  <c:v>59.493259429931598</c:v>
                </c:pt>
                <c:pt idx="1180">
                  <c:v>59.671943664550803</c:v>
                </c:pt>
                <c:pt idx="1181">
                  <c:v>59.783374786377003</c:v>
                </c:pt>
                <c:pt idx="1182">
                  <c:v>59.951835632324197</c:v>
                </c:pt>
                <c:pt idx="1183">
                  <c:v>60.272293090820298</c:v>
                </c:pt>
                <c:pt idx="1184">
                  <c:v>60.472633361816399</c:v>
                </c:pt>
                <c:pt idx="1185">
                  <c:v>60.674106597900398</c:v>
                </c:pt>
                <c:pt idx="1186">
                  <c:v>60.9747924804688</c:v>
                </c:pt>
                <c:pt idx="1187">
                  <c:v>61.274097442627003</c:v>
                </c:pt>
                <c:pt idx="1188">
                  <c:v>61.473274230957003</c:v>
                </c:pt>
                <c:pt idx="1189">
                  <c:v>61.681919097900398</c:v>
                </c:pt>
                <c:pt idx="1190">
                  <c:v>61.876758575439503</c:v>
                </c:pt>
                <c:pt idx="1191">
                  <c:v>62.026279449462898</c:v>
                </c:pt>
                <c:pt idx="1192">
                  <c:v>62.185230255127003</c:v>
                </c:pt>
                <c:pt idx="1193">
                  <c:v>62.332115173339801</c:v>
                </c:pt>
                <c:pt idx="1194">
                  <c:v>62.461154937744098</c:v>
                </c:pt>
                <c:pt idx="1195">
                  <c:v>62.604000091552699</c:v>
                </c:pt>
                <c:pt idx="1196">
                  <c:v>62.758529663085902</c:v>
                </c:pt>
                <c:pt idx="1197">
                  <c:v>62.905803680419901</c:v>
                </c:pt>
                <c:pt idx="1198">
                  <c:v>63.007175445556598</c:v>
                </c:pt>
                <c:pt idx="1199">
                  <c:v>63.069873809814503</c:v>
                </c:pt>
                <c:pt idx="1200">
                  <c:v>63.1055717468262</c:v>
                </c:pt>
                <c:pt idx="1201">
                  <c:v>63.293781280517599</c:v>
                </c:pt>
                <c:pt idx="1202">
                  <c:v>63.497322082519503</c:v>
                </c:pt>
                <c:pt idx="1203">
                  <c:v>63.660160064697301</c:v>
                </c:pt>
                <c:pt idx="1204">
                  <c:v>63.798740386962898</c:v>
                </c:pt>
                <c:pt idx="1205">
                  <c:v>63.916969299316399</c:v>
                </c:pt>
                <c:pt idx="1206">
                  <c:v>63.970123291015597</c:v>
                </c:pt>
                <c:pt idx="1207">
                  <c:v>64.004470825195298</c:v>
                </c:pt>
                <c:pt idx="1208">
                  <c:v>64.0645751953125</c:v>
                </c:pt>
                <c:pt idx="1209">
                  <c:v>64.115676879882798</c:v>
                </c:pt>
                <c:pt idx="1210">
                  <c:v>64.125770568847699</c:v>
                </c:pt>
                <c:pt idx="1211">
                  <c:v>64.233070373535199</c:v>
                </c:pt>
                <c:pt idx="1212">
                  <c:v>64.317893981933594</c:v>
                </c:pt>
                <c:pt idx="1213">
                  <c:v>64.477745056152301</c:v>
                </c:pt>
                <c:pt idx="1214">
                  <c:v>64.621200561523395</c:v>
                </c:pt>
                <c:pt idx="1215">
                  <c:v>64.723770141601605</c:v>
                </c:pt>
                <c:pt idx="1216">
                  <c:v>64.806846618652301</c:v>
                </c:pt>
                <c:pt idx="1217">
                  <c:v>64.8697509765625</c:v>
                </c:pt>
                <c:pt idx="1218">
                  <c:v>64.916046142578097</c:v>
                </c:pt>
                <c:pt idx="1219">
                  <c:v>65.002632141113295</c:v>
                </c:pt>
                <c:pt idx="1220">
                  <c:v>65.105056762695298</c:v>
                </c:pt>
                <c:pt idx="1221">
                  <c:v>65.153861999511705</c:v>
                </c:pt>
                <c:pt idx="1222">
                  <c:v>65.301078796386705</c:v>
                </c:pt>
                <c:pt idx="1223">
                  <c:v>65.363563537597699</c:v>
                </c:pt>
                <c:pt idx="1224">
                  <c:v>65.384117126464801</c:v>
                </c:pt>
                <c:pt idx="1225">
                  <c:v>65.422340393066406</c:v>
                </c:pt>
                <c:pt idx="1226">
                  <c:v>65.458503723144503</c:v>
                </c:pt>
                <c:pt idx="1227">
                  <c:v>65.518325805664105</c:v>
                </c:pt>
                <c:pt idx="1228">
                  <c:v>65.550567626953097</c:v>
                </c:pt>
                <c:pt idx="1229">
                  <c:v>65.568702697753906</c:v>
                </c:pt>
                <c:pt idx="1230">
                  <c:v>65.578018188476605</c:v>
                </c:pt>
                <c:pt idx="1231">
                  <c:v>65.582794189453097</c:v>
                </c:pt>
                <c:pt idx="1232">
                  <c:v>65.585250854492202</c:v>
                </c:pt>
                <c:pt idx="1233">
                  <c:v>65.606819152832003</c:v>
                </c:pt>
                <c:pt idx="1234">
                  <c:v>65.603775024414105</c:v>
                </c:pt>
                <c:pt idx="1235">
                  <c:v>65.712585449218807</c:v>
                </c:pt>
                <c:pt idx="1236">
                  <c:v>66.096748352050795</c:v>
                </c:pt>
                <c:pt idx="1237">
                  <c:v>66.477897644042997</c:v>
                </c:pt>
                <c:pt idx="1238">
                  <c:v>66.814392089843807</c:v>
                </c:pt>
                <c:pt idx="1239">
                  <c:v>66.9991455078125</c:v>
                </c:pt>
                <c:pt idx="1240">
                  <c:v>67.125816345214801</c:v>
                </c:pt>
                <c:pt idx="1241">
                  <c:v>67.325424194335895</c:v>
                </c:pt>
                <c:pt idx="1242">
                  <c:v>67.531623840332003</c:v>
                </c:pt>
                <c:pt idx="1243">
                  <c:v>67.735931396484403</c:v>
                </c:pt>
                <c:pt idx="1244">
                  <c:v>67.896499633789105</c:v>
                </c:pt>
                <c:pt idx="1245">
                  <c:v>68.053520202636705</c:v>
                </c:pt>
                <c:pt idx="1246">
                  <c:v>68.168060302734403</c:v>
                </c:pt>
                <c:pt idx="1247">
                  <c:v>68.292778015136705</c:v>
                </c:pt>
                <c:pt idx="1248">
                  <c:v>68.492202758789105</c:v>
                </c:pt>
                <c:pt idx="1249">
                  <c:v>68.677497863769503</c:v>
                </c:pt>
                <c:pt idx="1250">
                  <c:v>68.772598266601605</c:v>
                </c:pt>
                <c:pt idx="1251">
                  <c:v>68.838279724121094</c:v>
                </c:pt>
                <c:pt idx="1252">
                  <c:v>68.874038696289105</c:v>
                </c:pt>
                <c:pt idx="1253">
                  <c:v>68.894546508789105</c:v>
                </c:pt>
                <c:pt idx="1254">
                  <c:v>68.926246643066406</c:v>
                </c:pt>
                <c:pt idx="1255">
                  <c:v>69.006210327148395</c:v>
                </c:pt>
                <c:pt idx="1256">
                  <c:v>69.078636169433594</c:v>
                </c:pt>
                <c:pt idx="1257">
                  <c:v>69.180885314941406</c:v>
                </c:pt>
                <c:pt idx="1258">
                  <c:v>69.250724792480497</c:v>
                </c:pt>
                <c:pt idx="1259">
                  <c:v>69.304420471191406</c:v>
                </c:pt>
                <c:pt idx="1260">
                  <c:v>69.431976318359403</c:v>
                </c:pt>
                <c:pt idx="1261">
                  <c:v>69.613220214843807</c:v>
                </c:pt>
                <c:pt idx="1262">
                  <c:v>69.833755493164105</c:v>
                </c:pt>
                <c:pt idx="1263">
                  <c:v>70.124130249023395</c:v>
                </c:pt>
                <c:pt idx="1264">
                  <c:v>70.326148986816406</c:v>
                </c:pt>
                <c:pt idx="1265">
                  <c:v>70.429862976074205</c:v>
                </c:pt>
                <c:pt idx="1266">
                  <c:v>70.488204956054702</c:v>
                </c:pt>
                <c:pt idx="1267">
                  <c:v>70.538970947265597</c:v>
                </c:pt>
                <c:pt idx="1268">
                  <c:v>70.610008239746094</c:v>
                </c:pt>
                <c:pt idx="1269">
                  <c:v>70.689605712890597</c:v>
                </c:pt>
                <c:pt idx="1270">
                  <c:v>70.839637756347699</c:v>
                </c:pt>
                <c:pt idx="1271">
                  <c:v>71.049537658691406</c:v>
                </c:pt>
                <c:pt idx="1272">
                  <c:v>71.202239990234403</c:v>
                </c:pt>
                <c:pt idx="1273">
                  <c:v>71.295989990234403</c:v>
                </c:pt>
                <c:pt idx="1274">
                  <c:v>71.380119323730497</c:v>
                </c:pt>
                <c:pt idx="1275">
                  <c:v>71.408882141113295</c:v>
                </c:pt>
                <c:pt idx="1276">
                  <c:v>71.474624633789105</c:v>
                </c:pt>
                <c:pt idx="1277">
                  <c:v>71.587432861328097</c:v>
                </c:pt>
                <c:pt idx="1278">
                  <c:v>71.697921752929702</c:v>
                </c:pt>
                <c:pt idx="1279">
                  <c:v>71.805580139160199</c:v>
                </c:pt>
                <c:pt idx="1280">
                  <c:v>71.886062622070298</c:v>
                </c:pt>
                <c:pt idx="1281">
                  <c:v>71.974868774414105</c:v>
                </c:pt>
                <c:pt idx="1282">
                  <c:v>72.040199279785199</c:v>
                </c:pt>
                <c:pt idx="1283">
                  <c:v>72.078712463378906</c:v>
                </c:pt>
                <c:pt idx="1284">
                  <c:v>72.099639892578097</c:v>
                </c:pt>
                <c:pt idx="1285">
                  <c:v>72.110389709472699</c:v>
                </c:pt>
                <c:pt idx="1286">
                  <c:v>72.115905761718807</c:v>
                </c:pt>
                <c:pt idx="1287">
                  <c:v>72.118743896484403</c:v>
                </c:pt>
                <c:pt idx="1288">
                  <c:v>72.120193481445298</c:v>
                </c:pt>
                <c:pt idx="1289">
                  <c:v>72.120941162109403</c:v>
                </c:pt>
                <c:pt idx="1290">
                  <c:v>72.121322631835895</c:v>
                </c:pt>
                <c:pt idx="1291">
                  <c:v>72.121520996093807</c:v>
                </c:pt>
                <c:pt idx="1292">
                  <c:v>72.121620178222699</c:v>
                </c:pt>
                <c:pt idx="1293">
                  <c:v>72.121673583984403</c:v>
                </c:pt>
                <c:pt idx="1294">
                  <c:v>72.1217041015625</c:v>
                </c:pt>
                <c:pt idx="1295">
                  <c:v>72.121719360351605</c:v>
                </c:pt>
                <c:pt idx="1296">
                  <c:v>72.121719360351605</c:v>
                </c:pt>
                <c:pt idx="1297">
                  <c:v>72.121726989746094</c:v>
                </c:pt>
                <c:pt idx="1298">
                  <c:v>72.121726989746094</c:v>
                </c:pt>
                <c:pt idx="1299">
                  <c:v>72.121726989746094</c:v>
                </c:pt>
                <c:pt idx="1300">
                  <c:v>72.121726989746094</c:v>
                </c:pt>
                <c:pt idx="1301">
                  <c:v>72.121726989746094</c:v>
                </c:pt>
                <c:pt idx="1302">
                  <c:v>72.121726989746094</c:v>
                </c:pt>
                <c:pt idx="1303">
                  <c:v>72.121726989746094</c:v>
                </c:pt>
                <c:pt idx="1304">
                  <c:v>72.121726989746094</c:v>
                </c:pt>
                <c:pt idx="1305">
                  <c:v>72.121726989746094</c:v>
                </c:pt>
                <c:pt idx="1306">
                  <c:v>72.121726989746094</c:v>
                </c:pt>
                <c:pt idx="1307">
                  <c:v>72.148742675781307</c:v>
                </c:pt>
                <c:pt idx="1308">
                  <c:v>72.135597229003906</c:v>
                </c:pt>
                <c:pt idx="1309">
                  <c:v>72.128852844238295</c:v>
                </c:pt>
                <c:pt idx="1310">
                  <c:v>72.138977050781307</c:v>
                </c:pt>
                <c:pt idx="1311">
                  <c:v>72.326133728027301</c:v>
                </c:pt>
                <c:pt idx="1312">
                  <c:v>72.656349182128906</c:v>
                </c:pt>
                <c:pt idx="1313">
                  <c:v>73.032875061035199</c:v>
                </c:pt>
                <c:pt idx="1314">
                  <c:v>73.320625305175795</c:v>
                </c:pt>
                <c:pt idx="1315">
                  <c:v>73.597015380859403</c:v>
                </c:pt>
                <c:pt idx="1316">
                  <c:v>73.455017089843807</c:v>
                </c:pt>
                <c:pt idx="1317">
                  <c:v>73.917205810546903</c:v>
                </c:pt>
                <c:pt idx="1318">
                  <c:v>73.843856811523395</c:v>
                </c:pt>
                <c:pt idx="1319">
                  <c:v>74.0634765625</c:v>
                </c:pt>
                <c:pt idx="1320">
                  <c:v>74.424812316894503</c:v>
                </c:pt>
                <c:pt idx="1321">
                  <c:v>74.782295227050795</c:v>
                </c:pt>
                <c:pt idx="1322">
                  <c:v>74.9263916015625</c:v>
                </c:pt>
                <c:pt idx="1323">
                  <c:v>75.004684448242202</c:v>
                </c:pt>
                <c:pt idx="1324">
                  <c:v>75.139053344726605</c:v>
                </c:pt>
                <c:pt idx="1325">
                  <c:v>75.251724243164105</c:v>
                </c:pt>
                <c:pt idx="1326">
                  <c:v>75.343200683593807</c:v>
                </c:pt>
                <c:pt idx="1327">
                  <c:v>75.391433715820298</c:v>
                </c:pt>
                <c:pt idx="1328">
                  <c:v>75.416168212890597</c:v>
                </c:pt>
                <c:pt idx="1329">
                  <c:v>75.433059692382798</c:v>
                </c:pt>
                <c:pt idx="1330">
                  <c:v>75.471641540527301</c:v>
                </c:pt>
                <c:pt idx="1331">
                  <c:v>75.543128967285199</c:v>
                </c:pt>
                <c:pt idx="1332">
                  <c:v>75.656471252441406</c:v>
                </c:pt>
                <c:pt idx="1333">
                  <c:v>75.830604553222699</c:v>
                </c:pt>
                <c:pt idx="1334">
                  <c:v>75.969749450683594</c:v>
                </c:pt>
                <c:pt idx="1335">
                  <c:v>76.026573181152301</c:v>
                </c:pt>
                <c:pt idx="1336">
                  <c:v>76.152519226074205</c:v>
                </c:pt>
                <c:pt idx="1337">
                  <c:v>76.374549865722699</c:v>
                </c:pt>
                <c:pt idx="1338">
                  <c:v>76.569412231445298</c:v>
                </c:pt>
                <c:pt idx="1339">
                  <c:v>76.687477111816406</c:v>
                </c:pt>
                <c:pt idx="1340">
                  <c:v>76.872138977050795</c:v>
                </c:pt>
                <c:pt idx="1341">
                  <c:v>77.079292297363295</c:v>
                </c:pt>
                <c:pt idx="1342">
                  <c:v>77.655349731445298</c:v>
                </c:pt>
                <c:pt idx="1343">
                  <c:v>77.845230102539105</c:v>
                </c:pt>
                <c:pt idx="1344">
                  <c:v>78.1875</c:v>
                </c:pt>
                <c:pt idx="1345">
                  <c:v>78.370101928710895</c:v>
                </c:pt>
                <c:pt idx="1346">
                  <c:v>78.533866882324205</c:v>
                </c:pt>
                <c:pt idx="1347">
                  <c:v>78.617950439453097</c:v>
                </c:pt>
                <c:pt idx="1348">
                  <c:v>78.661117553710895</c:v>
                </c:pt>
                <c:pt idx="1349">
                  <c:v>78.683280944824205</c:v>
                </c:pt>
                <c:pt idx="1350">
                  <c:v>78.694656372070298</c:v>
                </c:pt>
                <c:pt idx="1351">
                  <c:v>78.700500488281307</c:v>
                </c:pt>
                <c:pt idx="1352">
                  <c:v>78.709869384765597</c:v>
                </c:pt>
                <c:pt idx="1353">
                  <c:v>78.725540161132798</c:v>
                </c:pt>
                <c:pt idx="1354">
                  <c:v>78.749015808105497</c:v>
                </c:pt>
                <c:pt idx="1355">
                  <c:v>78.837333679199205</c:v>
                </c:pt>
                <c:pt idx="1356">
                  <c:v>79.000160217285199</c:v>
                </c:pt>
                <c:pt idx="1357">
                  <c:v>79.142524719238295</c:v>
                </c:pt>
                <c:pt idx="1358">
                  <c:v>79.250457763671903</c:v>
                </c:pt>
                <c:pt idx="1359">
                  <c:v>79.298744201660199</c:v>
                </c:pt>
                <c:pt idx="1360">
                  <c:v>79.369781494140597</c:v>
                </c:pt>
                <c:pt idx="1361">
                  <c:v>79.470451354980497</c:v>
                </c:pt>
                <c:pt idx="1362">
                  <c:v>79.607414245605497</c:v>
                </c:pt>
                <c:pt idx="1363">
                  <c:v>79.796722412109403</c:v>
                </c:pt>
                <c:pt idx="1364">
                  <c:v>79.923698425292997</c:v>
                </c:pt>
                <c:pt idx="1365">
                  <c:v>80.062057495117202</c:v>
                </c:pt>
                <c:pt idx="1366">
                  <c:v>80.144378662109403</c:v>
                </c:pt>
                <c:pt idx="1367">
                  <c:v>80.207794189453097</c:v>
                </c:pt>
                <c:pt idx="1368">
                  <c:v>80.245697021484403</c:v>
                </c:pt>
                <c:pt idx="1369">
                  <c:v>80.266426086425795</c:v>
                </c:pt>
                <c:pt idx="1370">
                  <c:v>80.2855224609375</c:v>
                </c:pt>
                <c:pt idx="1371">
                  <c:v>80.457046508789105</c:v>
                </c:pt>
                <c:pt idx="1372">
                  <c:v>80.509872436523395</c:v>
                </c:pt>
                <c:pt idx="1373">
                  <c:v>80.557395935058594</c:v>
                </c:pt>
                <c:pt idx="1374">
                  <c:v>80.710433959960895</c:v>
                </c:pt>
                <c:pt idx="1375">
                  <c:v>80.770347595214801</c:v>
                </c:pt>
                <c:pt idx="1376">
                  <c:v>80.8968505859375</c:v>
                </c:pt>
                <c:pt idx="1377">
                  <c:v>81.013214111328097</c:v>
                </c:pt>
                <c:pt idx="1378">
                  <c:v>81.094062805175795</c:v>
                </c:pt>
                <c:pt idx="1379">
                  <c:v>81.081733703613295</c:v>
                </c:pt>
                <c:pt idx="1380">
                  <c:v>81.087944030761705</c:v>
                </c:pt>
                <c:pt idx="1381">
                  <c:v>81.078880310058594</c:v>
                </c:pt>
                <c:pt idx="1382">
                  <c:v>81.086273193359403</c:v>
                </c:pt>
                <c:pt idx="1383">
                  <c:v>81.145706176757798</c:v>
                </c:pt>
                <c:pt idx="1384">
                  <c:v>81.1451416015625</c:v>
                </c:pt>
                <c:pt idx="1385">
                  <c:v>81.149276733398395</c:v>
                </c:pt>
                <c:pt idx="1386">
                  <c:v>81.157966613769503</c:v>
                </c:pt>
                <c:pt idx="1387">
                  <c:v>81.190940856933594</c:v>
                </c:pt>
                <c:pt idx="1388">
                  <c:v>81.1961669921875</c:v>
                </c:pt>
                <c:pt idx="1389">
                  <c:v>81.155624389648395</c:v>
                </c:pt>
                <c:pt idx="1390">
                  <c:v>81.173667907714801</c:v>
                </c:pt>
                <c:pt idx="1391">
                  <c:v>81.146789550781307</c:v>
                </c:pt>
                <c:pt idx="1392">
                  <c:v>81.155860900878906</c:v>
                </c:pt>
                <c:pt idx="1393">
                  <c:v>81.174156188964801</c:v>
                </c:pt>
                <c:pt idx="1394">
                  <c:v>81.203453063964801</c:v>
                </c:pt>
                <c:pt idx="1395">
                  <c:v>81.169479370117202</c:v>
                </c:pt>
                <c:pt idx="1396">
                  <c:v>81.226325988769503</c:v>
                </c:pt>
                <c:pt idx="1397">
                  <c:v>81.273818969726605</c:v>
                </c:pt>
                <c:pt idx="1398">
                  <c:v>81.249870300292997</c:v>
                </c:pt>
                <c:pt idx="1399">
                  <c:v>81.156349182128906</c:v>
                </c:pt>
                <c:pt idx="1400">
                  <c:v>81.169853210449205</c:v>
                </c:pt>
                <c:pt idx="1401">
                  <c:v>81.167808532714801</c:v>
                </c:pt>
                <c:pt idx="1402">
                  <c:v>81.051101684570298</c:v>
                </c:pt>
                <c:pt idx="1403">
                  <c:v>81.08154296875</c:v>
                </c:pt>
                <c:pt idx="1404">
                  <c:v>81.195404052734403</c:v>
                </c:pt>
                <c:pt idx="1405">
                  <c:v>81.274528503417997</c:v>
                </c:pt>
                <c:pt idx="1406">
                  <c:v>81.380752563476605</c:v>
                </c:pt>
                <c:pt idx="1407">
                  <c:v>81.460998535156307</c:v>
                </c:pt>
                <c:pt idx="1408">
                  <c:v>81.488380432128906</c:v>
                </c:pt>
                <c:pt idx="1409">
                  <c:v>81.568901062011705</c:v>
                </c:pt>
                <c:pt idx="1410">
                  <c:v>81.702590942382798</c:v>
                </c:pt>
                <c:pt idx="1411">
                  <c:v>81.821647644042997</c:v>
                </c:pt>
                <c:pt idx="1412">
                  <c:v>81.901756286621094</c:v>
                </c:pt>
                <c:pt idx="1413">
                  <c:v>81.976463317871094</c:v>
                </c:pt>
                <c:pt idx="1414">
                  <c:v>82.011306762695298</c:v>
                </c:pt>
                <c:pt idx="1415">
                  <c:v>82.028617858886705</c:v>
                </c:pt>
                <c:pt idx="1416">
                  <c:v>82.078865051269503</c:v>
                </c:pt>
                <c:pt idx="1417">
                  <c:v>82.177406311035199</c:v>
                </c:pt>
                <c:pt idx="1418">
                  <c:v>82.236351013183594</c:v>
                </c:pt>
                <c:pt idx="1419">
                  <c:v>82.315490722656307</c:v>
                </c:pt>
                <c:pt idx="1420">
                  <c:v>82.435951232910199</c:v>
                </c:pt>
                <c:pt idx="1421">
                  <c:v>82.524078369140597</c:v>
                </c:pt>
                <c:pt idx="1422">
                  <c:v>82.522789001464801</c:v>
                </c:pt>
                <c:pt idx="1423">
                  <c:v>82.593360900878906</c:v>
                </c:pt>
                <c:pt idx="1424">
                  <c:v>82.744422912597699</c:v>
                </c:pt>
                <c:pt idx="1425">
                  <c:v>83.092460632324205</c:v>
                </c:pt>
                <c:pt idx="1426">
                  <c:v>83.266891479492202</c:v>
                </c:pt>
                <c:pt idx="1427">
                  <c:v>83.3336181640625</c:v>
                </c:pt>
                <c:pt idx="1428">
                  <c:v>83.446815490722699</c:v>
                </c:pt>
                <c:pt idx="1429">
                  <c:v>83.502189636230497</c:v>
                </c:pt>
                <c:pt idx="1430">
                  <c:v>83.546287536621094</c:v>
                </c:pt>
                <c:pt idx="1431">
                  <c:v>83.575866699218807</c:v>
                </c:pt>
                <c:pt idx="1432">
                  <c:v>83.594566345214801</c:v>
                </c:pt>
                <c:pt idx="1433">
                  <c:v>83.620422363281307</c:v>
                </c:pt>
                <c:pt idx="1434">
                  <c:v>83.630706787109403</c:v>
                </c:pt>
                <c:pt idx="1435">
                  <c:v>83.637428283691406</c:v>
                </c:pt>
                <c:pt idx="1436">
                  <c:v>83.658462524414105</c:v>
                </c:pt>
                <c:pt idx="1437">
                  <c:v>83.706375122070298</c:v>
                </c:pt>
                <c:pt idx="1438">
                  <c:v>83.666343688964801</c:v>
                </c:pt>
                <c:pt idx="1439">
                  <c:v>83.655006408691406</c:v>
                </c:pt>
                <c:pt idx="1440">
                  <c:v>83.722976684570298</c:v>
                </c:pt>
                <c:pt idx="1441">
                  <c:v>83.751472473144503</c:v>
                </c:pt>
                <c:pt idx="1442">
                  <c:v>83.765083312988295</c:v>
                </c:pt>
                <c:pt idx="1443">
                  <c:v>83.832603454589801</c:v>
                </c:pt>
                <c:pt idx="1444">
                  <c:v>83.901443481445298</c:v>
                </c:pt>
                <c:pt idx="1445">
                  <c:v>83.922569274902301</c:v>
                </c:pt>
                <c:pt idx="1446">
                  <c:v>83.948791503906307</c:v>
                </c:pt>
                <c:pt idx="1447">
                  <c:v>83.990890502929702</c:v>
                </c:pt>
                <c:pt idx="1448">
                  <c:v>84.006858825683594</c:v>
                </c:pt>
                <c:pt idx="1449">
                  <c:v>84.027770996093807</c:v>
                </c:pt>
                <c:pt idx="1450">
                  <c:v>84.033096313476605</c:v>
                </c:pt>
                <c:pt idx="1451">
                  <c:v>84.039360046386705</c:v>
                </c:pt>
                <c:pt idx="1452">
                  <c:v>84.026046752929702</c:v>
                </c:pt>
                <c:pt idx="1453">
                  <c:v>84.045783996582003</c:v>
                </c:pt>
                <c:pt idx="1454">
                  <c:v>84.044113159179702</c:v>
                </c:pt>
                <c:pt idx="1455">
                  <c:v>84.088439941406307</c:v>
                </c:pt>
                <c:pt idx="1456">
                  <c:v>84.136146545410199</c:v>
                </c:pt>
                <c:pt idx="1457">
                  <c:v>84.146537780761705</c:v>
                </c:pt>
                <c:pt idx="1458">
                  <c:v>84.170242309570298</c:v>
                </c:pt>
                <c:pt idx="1459">
                  <c:v>84.116867065429702</c:v>
                </c:pt>
                <c:pt idx="1460">
                  <c:v>84.063255310058594</c:v>
                </c:pt>
                <c:pt idx="1461">
                  <c:v>84.005218505859403</c:v>
                </c:pt>
                <c:pt idx="1462">
                  <c:v>84.010208129882798</c:v>
                </c:pt>
                <c:pt idx="1463">
                  <c:v>83.995193481445298</c:v>
                </c:pt>
                <c:pt idx="1464">
                  <c:v>83.933731079101605</c:v>
                </c:pt>
                <c:pt idx="1465">
                  <c:v>83.887786865234403</c:v>
                </c:pt>
                <c:pt idx="1466">
                  <c:v>83.813888549804702</c:v>
                </c:pt>
                <c:pt idx="1467">
                  <c:v>83.813194274902301</c:v>
                </c:pt>
                <c:pt idx="1468">
                  <c:v>83.846427917480497</c:v>
                </c:pt>
                <c:pt idx="1469">
                  <c:v>83.773521423339801</c:v>
                </c:pt>
                <c:pt idx="1470">
                  <c:v>83.738853454589801</c:v>
                </c:pt>
                <c:pt idx="1471">
                  <c:v>83.699440002441406</c:v>
                </c:pt>
                <c:pt idx="1472">
                  <c:v>83.659835815429702</c:v>
                </c:pt>
                <c:pt idx="1473">
                  <c:v>83.6416015625</c:v>
                </c:pt>
                <c:pt idx="1474">
                  <c:v>83.629570007324205</c:v>
                </c:pt>
                <c:pt idx="1475">
                  <c:v>83.624908447265597</c:v>
                </c:pt>
                <c:pt idx="1476">
                  <c:v>83.622848510742202</c:v>
                </c:pt>
                <c:pt idx="1477">
                  <c:v>83.615173339843807</c:v>
                </c:pt>
                <c:pt idx="1478">
                  <c:v>83.611236572265597</c:v>
                </c:pt>
                <c:pt idx="1479">
                  <c:v>83.606361389160199</c:v>
                </c:pt>
                <c:pt idx="1480">
                  <c:v>83.599769592285199</c:v>
                </c:pt>
                <c:pt idx="1481">
                  <c:v>83.591598510742202</c:v>
                </c:pt>
                <c:pt idx="1482">
                  <c:v>83.584548950195298</c:v>
                </c:pt>
                <c:pt idx="1483">
                  <c:v>83.564056396484403</c:v>
                </c:pt>
                <c:pt idx="1484">
                  <c:v>83.552490234375</c:v>
                </c:pt>
                <c:pt idx="1485">
                  <c:v>83.395904541015597</c:v>
                </c:pt>
                <c:pt idx="1486">
                  <c:v>83.285324096679702</c:v>
                </c:pt>
                <c:pt idx="1487">
                  <c:v>83.191886901855497</c:v>
                </c:pt>
                <c:pt idx="1488">
                  <c:v>83.079772949218807</c:v>
                </c:pt>
                <c:pt idx="1489">
                  <c:v>83.055961608886705</c:v>
                </c:pt>
                <c:pt idx="1490">
                  <c:v>83.109733581542997</c:v>
                </c:pt>
                <c:pt idx="1491">
                  <c:v>82.942146301269503</c:v>
                </c:pt>
                <c:pt idx="1492">
                  <c:v>82.842697143554702</c:v>
                </c:pt>
                <c:pt idx="1493">
                  <c:v>82.788909912109403</c:v>
                </c:pt>
                <c:pt idx="1494">
                  <c:v>82.751144409179702</c:v>
                </c:pt>
                <c:pt idx="1495">
                  <c:v>82.660728454589801</c:v>
                </c:pt>
                <c:pt idx="1496">
                  <c:v>82.575767517089801</c:v>
                </c:pt>
                <c:pt idx="1497">
                  <c:v>82.549415588378906</c:v>
                </c:pt>
                <c:pt idx="1498">
                  <c:v>82.491104125976605</c:v>
                </c:pt>
                <c:pt idx="1499">
                  <c:v>82.443611145019503</c:v>
                </c:pt>
                <c:pt idx="1500">
                  <c:v>82.401641845703097</c:v>
                </c:pt>
                <c:pt idx="1501">
                  <c:v>82.399253845214801</c:v>
                </c:pt>
                <c:pt idx="1502">
                  <c:v>82.390205383300795</c:v>
                </c:pt>
                <c:pt idx="1503">
                  <c:v>82.371498107910199</c:v>
                </c:pt>
                <c:pt idx="1504">
                  <c:v>82.316017150878906</c:v>
                </c:pt>
                <c:pt idx="1505">
                  <c:v>82.245674133300795</c:v>
                </c:pt>
                <c:pt idx="1506">
                  <c:v>82.206710815429702</c:v>
                </c:pt>
                <c:pt idx="1507">
                  <c:v>82.160865783691406</c:v>
                </c:pt>
                <c:pt idx="1508">
                  <c:v>82.119041442871094</c:v>
                </c:pt>
                <c:pt idx="1509">
                  <c:v>82.089347839355497</c:v>
                </c:pt>
                <c:pt idx="1510">
                  <c:v>82.073944091796903</c:v>
                </c:pt>
                <c:pt idx="1511">
                  <c:v>82.045082092285199</c:v>
                </c:pt>
                <c:pt idx="1512">
                  <c:v>82.013710021972699</c:v>
                </c:pt>
                <c:pt idx="1513">
                  <c:v>81.995323181152301</c:v>
                </c:pt>
                <c:pt idx="1514">
                  <c:v>81.985290527343807</c:v>
                </c:pt>
                <c:pt idx="1515">
                  <c:v>81.979606628417997</c:v>
                </c:pt>
                <c:pt idx="1516">
                  <c:v>81.974929809570298</c:v>
                </c:pt>
                <c:pt idx="1517">
                  <c:v>81.970016479492202</c:v>
                </c:pt>
                <c:pt idx="1518">
                  <c:v>81.971763610839801</c:v>
                </c:pt>
                <c:pt idx="1519">
                  <c:v>81.930519104003906</c:v>
                </c:pt>
                <c:pt idx="1520">
                  <c:v>81.865455627441406</c:v>
                </c:pt>
                <c:pt idx="1521">
                  <c:v>81.710090637207003</c:v>
                </c:pt>
                <c:pt idx="1522">
                  <c:v>81.671119689941406</c:v>
                </c:pt>
                <c:pt idx="1523">
                  <c:v>81.544891357421903</c:v>
                </c:pt>
                <c:pt idx="1524">
                  <c:v>81.445503234863295</c:v>
                </c:pt>
                <c:pt idx="1525">
                  <c:v>81.404411315917997</c:v>
                </c:pt>
                <c:pt idx="1526">
                  <c:v>81.471252441406307</c:v>
                </c:pt>
                <c:pt idx="1527">
                  <c:v>81.326560974121094</c:v>
                </c:pt>
                <c:pt idx="1528">
                  <c:v>81.323463439941406</c:v>
                </c:pt>
                <c:pt idx="1529">
                  <c:v>81.294410705566406</c:v>
                </c:pt>
                <c:pt idx="1530">
                  <c:v>81.225830078125</c:v>
                </c:pt>
                <c:pt idx="1531">
                  <c:v>81.251113891601605</c:v>
                </c:pt>
                <c:pt idx="1532">
                  <c:v>81.236991882324205</c:v>
                </c:pt>
                <c:pt idx="1533">
                  <c:v>81.209899902343807</c:v>
                </c:pt>
                <c:pt idx="1534">
                  <c:v>81.210594177246094</c:v>
                </c:pt>
                <c:pt idx="1535">
                  <c:v>81.177833557128906</c:v>
                </c:pt>
                <c:pt idx="1536">
                  <c:v>81.190353393554702</c:v>
                </c:pt>
                <c:pt idx="1537">
                  <c:v>81.171470642089801</c:v>
                </c:pt>
                <c:pt idx="1538">
                  <c:v>81.231620788574205</c:v>
                </c:pt>
                <c:pt idx="1539">
                  <c:v>81.332687377929702</c:v>
                </c:pt>
                <c:pt idx="1540">
                  <c:v>81.300559997558594</c:v>
                </c:pt>
                <c:pt idx="1541">
                  <c:v>81.271331787109403</c:v>
                </c:pt>
                <c:pt idx="1542">
                  <c:v>81.240234375</c:v>
                </c:pt>
                <c:pt idx="1543">
                  <c:v>81.297370910644503</c:v>
                </c:pt>
                <c:pt idx="1544">
                  <c:v>81.2745361328125</c:v>
                </c:pt>
                <c:pt idx="1545">
                  <c:v>81.472648620605497</c:v>
                </c:pt>
                <c:pt idx="1546">
                  <c:v>81.277488708496094</c:v>
                </c:pt>
                <c:pt idx="1547">
                  <c:v>81.221099853515597</c:v>
                </c:pt>
                <c:pt idx="1548">
                  <c:v>81.353172302246094</c:v>
                </c:pt>
                <c:pt idx="1549">
                  <c:v>81.381042480468807</c:v>
                </c:pt>
                <c:pt idx="1550">
                  <c:v>81.422889709472699</c:v>
                </c:pt>
                <c:pt idx="1551">
                  <c:v>81.564491271972699</c:v>
                </c:pt>
                <c:pt idx="1552">
                  <c:v>81.765213012695298</c:v>
                </c:pt>
                <c:pt idx="1553">
                  <c:v>81.832839965820298</c:v>
                </c:pt>
                <c:pt idx="1554">
                  <c:v>81.901336669921903</c:v>
                </c:pt>
                <c:pt idx="1555">
                  <c:v>81.923255920410199</c:v>
                </c:pt>
                <c:pt idx="1556">
                  <c:v>81.958801269531307</c:v>
                </c:pt>
                <c:pt idx="1557">
                  <c:v>81.909027099609403</c:v>
                </c:pt>
                <c:pt idx="1558">
                  <c:v>81.940505981445298</c:v>
                </c:pt>
                <c:pt idx="1559">
                  <c:v>81.975967407226605</c:v>
                </c:pt>
                <c:pt idx="1560">
                  <c:v>81.978134155273395</c:v>
                </c:pt>
                <c:pt idx="1561">
                  <c:v>82.002395629882798</c:v>
                </c:pt>
                <c:pt idx="1562">
                  <c:v>82.123405456542997</c:v>
                </c:pt>
                <c:pt idx="1563">
                  <c:v>82.243560791015597</c:v>
                </c:pt>
                <c:pt idx="1564">
                  <c:v>82.305946350097699</c:v>
                </c:pt>
                <c:pt idx="1565">
                  <c:v>82.460411071777301</c:v>
                </c:pt>
                <c:pt idx="1566">
                  <c:v>82.530197143554702</c:v>
                </c:pt>
                <c:pt idx="1567">
                  <c:v>82.535903930664105</c:v>
                </c:pt>
                <c:pt idx="1568">
                  <c:v>82.639114379882798</c:v>
                </c:pt>
                <c:pt idx="1569">
                  <c:v>82.772239685058594</c:v>
                </c:pt>
                <c:pt idx="1570">
                  <c:v>82.904830932617202</c:v>
                </c:pt>
                <c:pt idx="1571">
                  <c:v>82.935035705566406</c:v>
                </c:pt>
                <c:pt idx="1572">
                  <c:v>83.171394348144503</c:v>
                </c:pt>
                <c:pt idx="1573">
                  <c:v>83.383392333984403</c:v>
                </c:pt>
                <c:pt idx="1574">
                  <c:v>83.492233276367202</c:v>
                </c:pt>
                <c:pt idx="1575">
                  <c:v>83.526893615722699</c:v>
                </c:pt>
                <c:pt idx="1576">
                  <c:v>83.575851440429702</c:v>
                </c:pt>
                <c:pt idx="1577">
                  <c:v>83.598083496093807</c:v>
                </c:pt>
                <c:pt idx="1578">
                  <c:v>83.606742858886705</c:v>
                </c:pt>
                <c:pt idx="1579">
                  <c:v>83.611602783203097</c:v>
                </c:pt>
                <c:pt idx="1580">
                  <c:v>83.654754638671903</c:v>
                </c:pt>
                <c:pt idx="1581">
                  <c:v>83.782791137695298</c:v>
                </c:pt>
                <c:pt idx="1582">
                  <c:v>83.743301391601605</c:v>
                </c:pt>
                <c:pt idx="1583">
                  <c:v>83.739334106445298</c:v>
                </c:pt>
                <c:pt idx="1584">
                  <c:v>83.763854980468807</c:v>
                </c:pt>
                <c:pt idx="1585">
                  <c:v>83.851356506347699</c:v>
                </c:pt>
                <c:pt idx="1586">
                  <c:v>83.886238098144503</c:v>
                </c:pt>
                <c:pt idx="1587">
                  <c:v>83.952377319335895</c:v>
                </c:pt>
                <c:pt idx="1588">
                  <c:v>84.011215209960895</c:v>
                </c:pt>
                <c:pt idx="1589">
                  <c:v>83.971618652343807</c:v>
                </c:pt>
                <c:pt idx="1590">
                  <c:v>83.941612243652301</c:v>
                </c:pt>
                <c:pt idx="1591">
                  <c:v>83.927864074707003</c:v>
                </c:pt>
                <c:pt idx="1592">
                  <c:v>84.059387207031307</c:v>
                </c:pt>
                <c:pt idx="1593">
                  <c:v>84.076759338378906</c:v>
                </c:pt>
                <c:pt idx="1594">
                  <c:v>84.099746704101605</c:v>
                </c:pt>
                <c:pt idx="1595">
                  <c:v>84.063148498535199</c:v>
                </c:pt>
                <c:pt idx="1596">
                  <c:v>84.171844482421903</c:v>
                </c:pt>
                <c:pt idx="1597">
                  <c:v>84.064529418945298</c:v>
                </c:pt>
                <c:pt idx="1598">
                  <c:v>84.0787353515625</c:v>
                </c:pt>
                <c:pt idx="1599">
                  <c:v>84.232307434082003</c:v>
                </c:pt>
                <c:pt idx="1600">
                  <c:v>84.205337524414105</c:v>
                </c:pt>
                <c:pt idx="1601">
                  <c:v>84.174209594726605</c:v>
                </c:pt>
                <c:pt idx="1602">
                  <c:v>84.171730041503906</c:v>
                </c:pt>
                <c:pt idx="1603">
                  <c:v>84.332473754882798</c:v>
                </c:pt>
                <c:pt idx="1604">
                  <c:v>84.352302551269503</c:v>
                </c:pt>
                <c:pt idx="1605">
                  <c:v>84.317558288574205</c:v>
                </c:pt>
                <c:pt idx="1606">
                  <c:v>84.332435607910199</c:v>
                </c:pt>
                <c:pt idx="1607">
                  <c:v>84.405052185058594</c:v>
                </c:pt>
                <c:pt idx="1608">
                  <c:v>84.311515808105497</c:v>
                </c:pt>
                <c:pt idx="1609">
                  <c:v>84.463859558105497</c:v>
                </c:pt>
                <c:pt idx="1610">
                  <c:v>84.442718505859403</c:v>
                </c:pt>
                <c:pt idx="1611">
                  <c:v>84.519958496093807</c:v>
                </c:pt>
                <c:pt idx="1612">
                  <c:v>84.579299926757798</c:v>
                </c:pt>
                <c:pt idx="1613">
                  <c:v>84.564132690429702</c:v>
                </c:pt>
                <c:pt idx="1614">
                  <c:v>84.564353942871094</c:v>
                </c:pt>
                <c:pt idx="1615">
                  <c:v>84.546600341796903</c:v>
                </c:pt>
                <c:pt idx="1616">
                  <c:v>84.751708984375</c:v>
                </c:pt>
                <c:pt idx="1617">
                  <c:v>84.846717834472699</c:v>
                </c:pt>
                <c:pt idx="1618">
                  <c:v>84.922843933105497</c:v>
                </c:pt>
                <c:pt idx="1619">
                  <c:v>85.005210876464801</c:v>
                </c:pt>
                <c:pt idx="1620">
                  <c:v>85.102142333984403</c:v>
                </c:pt>
                <c:pt idx="1621">
                  <c:v>85.176673889160199</c:v>
                </c:pt>
                <c:pt idx="1622">
                  <c:v>85.285171508789105</c:v>
                </c:pt>
                <c:pt idx="1623">
                  <c:v>85.414146423339801</c:v>
                </c:pt>
                <c:pt idx="1624">
                  <c:v>85.357826232910199</c:v>
                </c:pt>
                <c:pt idx="1625">
                  <c:v>85.358718872070298</c:v>
                </c:pt>
                <c:pt idx="1626">
                  <c:v>85.6258544921875</c:v>
                </c:pt>
                <c:pt idx="1627">
                  <c:v>85.792732238769503</c:v>
                </c:pt>
                <c:pt idx="1628">
                  <c:v>85.888053894042997</c:v>
                </c:pt>
                <c:pt idx="1629">
                  <c:v>85.912445068359403</c:v>
                </c:pt>
                <c:pt idx="1630">
                  <c:v>85.954872131347699</c:v>
                </c:pt>
                <c:pt idx="1631">
                  <c:v>86.046104431152301</c:v>
                </c:pt>
                <c:pt idx="1632">
                  <c:v>86.082717895507798</c:v>
                </c:pt>
                <c:pt idx="1633">
                  <c:v>86.256988525390597</c:v>
                </c:pt>
                <c:pt idx="1634">
                  <c:v>86.39599609375</c:v>
                </c:pt>
                <c:pt idx="1635">
                  <c:v>86.506965637207003</c:v>
                </c:pt>
                <c:pt idx="1636">
                  <c:v>86.505111694335895</c:v>
                </c:pt>
                <c:pt idx="1637">
                  <c:v>86.660758972167997</c:v>
                </c:pt>
                <c:pt idx="1638">
                  <c:v>86.840148925781307</c:v>
                </c:pt>
                <c:pt idx="1639">
                  <c:v>86.981964111328097</c:v>
                </c:pt>
                <c:pt idx="1640">
                  <c:v>87.252220153808594</c:v>
                </c:pt>
                <c:pt idx="1641">
                  <c:v>87.31201171875</c:v>
                </c:pt>
                <c:pt idx="1642">
                  <c:v>87.412429809570298</c:v>
                </c:pt>
                <c:pt idx="1643">
                  <c:v>87.337562561035199</c:v>
                </c:pt>
                <c:pt idx="1644">
                  <c:v>87.485305786132798</c:v>
                </c:pt>
                <c:pt idx="1645">
                  <c:v>87.729225158691406</c:v>
                </c:pt>
                <c:pt idx="1646">
                  <c:v>87.768119812011705</c:v>
                </c:pt>
                <c:pt idx="1647">
                  <c:v>87.968048095703097</c:v>
                </c:pt>
                <c:pt idx="1648">
                  <c:v>88.205650329589801</c:v>
                </c:pt>
                <c:pt idx="1649">
                  <c:v>88.392929077148395</c:v>
                </c:pt>
                <c:pt idx="1650">
                  <c:v>88.374946594238295</c:v>
                </c:pt>
                <c:pt idx="1651">
                  <c:v>88.472671508789105</c:v>
                </c:pt>
                <c:pt idx="1652">
                  <c:v>88.657531738281307</c:v>
                </c:pt>
                <c:pt idx="1653">
                  <c:v>88.7845458984375</c:v>
                </c:pt>
                <c:pt idx="1654">
                  <c:v>88.982269287109403</c:v>
                </c:pt>
                <c:pt idx="1655">
                  <c:v>89.119247436523395</c:v>
                </c:pt>
                <c:pt idx="1656">
                  <c:v>89.202461242675795</c:v>
                </c:pt>
                <c:pt idx="1657">
                  <c:v>89.515487670898395</c:v>
                </c:pt>
                <c:pt idx="1658">
                  <c:v>89.687774658203097</c:v>
                </c:pt>
                <c:pt idx="1659">
                  <c:v>89.774406433105497</c:v>
                </c:pt>
                <c:pt idx="1660">
                  <c:v>89.916336059570298</c:v>
                </c:pt>
                <c:pt idx="1661">
                  <c:v>90.025642395019503</c:v>
                </c:pt>
                <c:pt idx="1662">
                  <c:v>90.096664428710895</c:v>
                </c:pt>
                <c:pt idx="1663">
                  <c:v>90.258506774902301</c:v>
                </c:pt>
                <c:pt idx="1664">
                  <c:v>90.303977966308594</c:v>
                </c:pt>
                <c:pt idx="1665">
                  <c:v>90.475914001464801</c:v>
                </c:pt>
                <c:pt idx="1666">
                  <c:v>90.660797119140597</c:v>
                </c:pt>
                <c:pt idx="1667">
                  <c:v>90.760559082031307</c:v>
                </c:pt>
                <c:pt idx="1668">
                  <c:v>90.845542907714801</c:v>
                </c:pt>
                <c:pt idx="1669">
                  <c:v>91.0269775390625</c:v>
                </c:pt>
                <c:pt idx="1670">
                  <c:v>91.218452453613295</c:v>
                </c:pt>
                <c:pt idx="1671">
                  <c:v>91.333885192871094</c:v>
                </c:pt>
                <c:pt idx="1672">
                  <c:v>91.429557800292997</c:v>
                </c:pt>
                <c:pt idx="1673">
                  <c:v>91.527458190917997</c:v>
                </c:pt>
                <c:pt idx="1674">
                  <c:v>91.629753112792997</c:v>
                </c:pt>
                <c:pt idx="1675">
                  <c:v>91.716987609863295</c:v>
                </c:pt>
                <c:pt idx="1676">
                  <c:v>91.797721862792997</c:v>
                </c:pt>
                <c:pt idx="1677">
                  <c:v>91.896553039550795</c:v>
                </c:pt>
                <c:pt idx="1678">
                  <c:v>92.003967285156307</c:v>
                </c:pt>
                <c:pt idx="1679">
                  <c:v>92.083580017089801</c:v>
                </c:pt>
                <c:pt idx="1680">
                  <c:v>92.249366760253906</c:v>
                </c:pt>
                <c:pt idx="1681">
                  <c:v>92.296691894531307</c:v>
                </c:pt>
                <c:pt idx="1682">
                  <c:v>92.305274963378906</c:v>
                </c:pt>
                <c:pt idx="1683">
                  <c:v>92.3746337890625</c:v>
                </c:pt>
                <c:pt idx="1684">
                  <c:v>92.450775146484403</c:v>
                </c:pt>
                <c:pt idx="1685">
                  <c:v>92.5574951171875</c:v>
                </c:pt>
                <c:pt idx="1686">
                  <c:v>92.562942504882798</c:v>
                </c:pt>
                <c:pt idx="1687">
                  <c:v>92.545791625976605</c:v>
                </c:pt>
                <c:pt idx="1688">
                  <c:v>92.582160949707003</c:v>
                </c:pt>
                <c:pt idx="1689">
                  <c:v>92.628227233886705</c:v>
                </c:pt>
                <c:pt idx="1690">
                  <c:v>92.680610656738295</c:v>
                </c:pt>
                <c:pt idx="1691">
                  <c:v>92.622871398925795</c:v>
                </c:pt>
                <c:pt idx="1692">
                  <c:v>92.826263427734403</c:v>
                </c:pt>
                <c:pt idx="1693">
                  <c:v>92.887626647949205</c:v>
                </c:pt>
                <c:pt idx="1694">
                  <c:v>92.856948852539105</c:v>
                </c:pt>
                <c:pt idx="1695">
                  <c:v>92.976921081542997</c:v>
                </c:pt>
                <c:pt idx="1696">
                  <c:v>93.119377136230497</c:v>
                </c:pt>
                <c:pt idx="1697">
                  <c:v>93.228195190429702</c:v>
                </c:pt>
                <c:pt idx="1698">
                  <c:v>93.203834533691406</c:v>
                </c:pt>
                <c:pt idx="1699">
                  <c:v>93.240684509277301</c:v>
                </c:pt>
                <c:pt idx="1700">
                  <c:v>93.306114196777301</c:v>
                </c:pt>
                <c:pt idx="1701">
                  <c:v>93.260246276855497</c:v>
                </c:pt>
                <c:pt idx="1702">
                  <c:v>93.187171936035199</c:v>
                </c:pt>
                <c:pt idx="1703">
                  <c:v>93.195510864257798</c:v>
                </c:pt>
                <c:pt idx="1704">
                  <c:v>93.247245788574205</c:v>
                </c:pt>
                <c:pt idx="1705">
                  <c:v>93.299110412597699</c:v>
                </c:pt>
                <c:pt idx="1706">
                  <c:v>93.332786560058594</c:v>
                </c:pt>
                <c:pt idx="1707">
                  <c:v>93.412910461425795</c:v>
                </c:pt>
                <c:pt idx="1708">
                  <c:v>93.451423645019503</c:v>
                </c:pt>
                <c:pt idx="1709">
                  <c:v>93.488922119140597</c:v>
                </c:pt>
                <c:pt idx="1710">
                  <c:v>93.624328613281307</c:v>
                </c:pt>
                <c:pt idx="1711">
                  <c:v>93.717414855957003</c:v>
                </c:pt>
                <c:pt idx="1712">
                  <c:v>93.780128479003906</c:v>
                </c:pt>
                <c:pt idx="1713">
                  <c:v>93.881141662597699</c:v>
                </c:pt>
                <c:pt idx="1714">
                  <c:v>93.937347412109403</c:v>
                </c:pt>
                <c:pt idx="1715">
                  <c:v>93.967948913574205</c:v>
                </c:pt>
                <c:pt idx="1716">
                  <c:v>93.995437622070298</c:v>
                </c:pt>
                <c:pt idx="1717">
                  <c:v>93.997619628906307</c:v>
                </c:pt>
                <c:pt idx="1718">
                  <c:v>94.017173767089801</c:v>
                </c:pt>
                <c:pt idx="1719">
                  <c:v>94.083969116210895</c:v>
                </c:pt>
                <c:pt idx="1720">
                  <c:v>94.111839294433594</c:v>
                </c:pt>
                <c:pt idx="1721">
                  <c:v>94.0626220703125</c:v>
                </c:pt>
                <c:pt idx="1722">
                  <c:v>94.004005432128906</c:v>
                </c:pt>
                <c:pt idx="1723">
                  <c:v>93.953659057617202</c:v>
                </c:pt>
                <c:pt idx="1724">
                  <c:v>93.927581787109403</c:v>
                </c:pt>
                <c:pt idx="1725">
                  <c:v>93.956039428710895</c:v>
                </c:pt>
                <c:pt idx="1726">
                  <c:v>93.963485717773395</c:v>
                </c:pt>
                <c:pt idx="1727">
                  <c:v>93.876350402832003</c:v>
                </c:pt>
                <c:pt idx="1728">
                  <c:v>93.83984375</c:v>
                </c:pt>
                <c:pt idx="1729">
                  <c:v>93.82470703125</c:v>
                </c:pt>
                <c:pt idx="1730">
                  <c:v>93.825134277343807</c:v>
                </c:pt>
                <c:pt idx="1731">
                  <c:v>93.686576843261705</c:v>
                </c:pt>
                <c:pt idx="1732">
                  <c:v>93.642662048339801</c:v>
                </c:pt>
                <c:pt idx="1733">
                  <c:v>93.579948425292997</c:v>
                </c:pt>
                <c:pt idx="1734">
                  <c:v>93.488616943359403</c:v>
                </c:pt>
                <c:pt idx="1735">
                  <c:v>93.4219970703125</c:v>
                </c:pt>
                <c:pt idx="1736">
                  <c:v>93.386260986328097</c:v>
                </c:pt>
                <c:pt idx="1737">
                  <c:v>93.367492675781307</c:v>
                </c:pt>
                <c:pt idx="1738">
                  <c:v>93.3311767578125</c:v>
                </c:pt>
                <c:pt idx="1739">
                  <c:v>93.310371398925795</c:v>
                </c:pt>
                <c:pt idx="1740">
                  <c:v>93.237899780273395</c:v>
                </c:pt>
                <c:pt idx="1741">
                  <c:v>93.151947021484403</c:v>
                </c:pt>
                <c:pt idx="1742">
                  <c:v>93.037521362304702</c:v>
                </c:pt>
                <c:pt idx="1743">
                  <c:v>92.926803588867202</c:v>
                </c:pt>
                <c:pt idx="1744">
                  <c:v>92.832824707031307</c:v>
                </c:pt>
                <c:pt idx="1745">
                  <c:v>92.695266723632798</c:v>
                </c:pt>
                <c:pt idx="1746">
                  <c:v>92.619659423828097</c:v>
                </c:pt>
                <c:pt idx="1747">
                  <c:v>92.580169677734403</c:v>
                </c:pt>
                <c:pt idx="1748">
                  <c:v>92.511436462402301</c:v>
                </c:pt>
                <c:pt idx="1749">
                  <c:v>92.448966979980497</c:v>
                </c:pt>
                <c:pt idx="1750">
                  <c:v>92.372825622558594</c:v>
                </c:pt>
                <c:pt idx="1751">
                  <c:v>92.291328430175795</c:v>
                </c:pt>
                <c:pt idx="1752">
                  <c:v>92.237716674804702</c:v>
                </c:pt>
                <c:pt idx="1753">
                  <c:v>92.121810913085895</c:v>
                </c:pt>
                <c:pt idx="1754">
                  <c:v>92.022232055664105</c:v>
                </c:pt>
                <c:pt idx="1755">
                  <c:v>91.976692199707003</c:v>
                </c:pt>
                <c:pt idx="1756">
                  <c:v>91.936637878417997</c:v>
                </c:pt>
                <c:pt idx="1757">
                  <c:v>91.900650024414105</c:v>
                </c:pt>
                <c:pt idx="1758">
                  <c:v>91.848037719726605</c:v>
                </c:pt>
                <c:pt idx="1759">
                  <c:v>91.7474365234375</c:v>
                </c:pt>
                <c:pt idx="1760">
                  <c:v>91.649826049804702</c:v>
                </c:pt>
                <c:pt idx="1761">
                  <c:v>91.6219482421875</c:v>
                </c:pt>
                <c:pt idx="1762">
                  <c:v>91.525032043457003</c:v>
                </c:pt>
                <c:pt idx="1763">
                  <c:v>91.416458129882798</c:v>
                </c:pt>
                <c:pt idx="1764">
                  <c:v>91.276443481445298</c:v>
                </c:pt>
                <c:pt idx="1765">
                  <c:v>91.173469543457003</c:v>
                </c:pt>
                <c:pt idx="1766">
                  <c:v>91.113555908203097</c:v>
                </c:pt>
                <c:pt idx="1767">
                  <c:v>91.046203613281307</c:v>
                </c:pt>
                <c:pt idx="1768">
                  <c:v>90.947731018066406</c:v>
                </c:pt>
                <c:pt idx="1769">
                  <c:v>90.846366882324205</c:v>
                </c:pt>
                <c:pt idx="1770">
                  <c:v>90.769203186035199</c:v>
                </c:pt>
                <c:pt idx="1771">
                  <c:v>90.655548095703097</c:v>
                </c:pt>
                <c:pt idx="1772">
                  <c:v>90.578063964843807</c:v>
                </c:pt>
                <c:pt idx="1773">
                  <c:v>90.487068176269503</c:v>
                </c:pt>
                <c:pt idx="1774">
                  <c:v>90.417900085449205</c:v>
                </c:pt>
                <c:pt idx="1775">
                  <c:v>90.343582153320298</c:v>
                </c:pt>
                <c:pt idx="1776">
                  <c:v>90.288803100585895</c:v>
                </c:pt>
                <c:pt idx="1777">
                  <c:v>90.243988037109403</c:v>
                </c:pt>
                <c:pt idx="1778">
                  <c:v>90.200843811035199</c:v>
                </c:pt>
                <c:pt idx="1779">
                  <c:v>90.175506591796903</c:v>
                </c:pt>
                <c:pt idx="1780">
                  <c:v>90.158943176269503</c:v>
                </c:pt>
                <c:pt idx="1781">
                  <c:v>90.104919433593807</c:v>
                </c:pt>
                <c:pt idx="1782">
                  <c:v>89.972465515136705</c:v>
                </c:pt>
                <c:pt idx="1783">
                  <c:v>89.780250549316406</c:v>
                </c:pt>
                <c:pt idx="1784">
                  <c:v>89.619132995605497</c:v>
                </c:pt>
                <c:pt idx="1785">
                  <c:v>89.459396362304702</c:v>
                </c:pt>
                <c:pt idx="1786">
                  <c:v>89.379570007324205</c:v>
                </c:pt>
                <c:pt idx="1787">
                  <c:v>89.290626525878906</c:v>
                </c:pt>
                <c:pt idx="1788">
                  <c:v>89.186576843261705</c:v>
                </c:pt>
                <c:pt idx="1789">
                  <c:v>89.047782897949205</c:v>
                </c:pt>
                <c:pt idx="1790">
                  <c:v>88.980491638183594</c:v>
                </c:pt>
                <c:pt idx="1791">
                  <c:v>88.903045654296903</c:v>
                </c:pt>
                <c:pt idx="1792">
                  <c:v>88.816230773925795</c:v>
                </c:pt>
                <c:pt idx="1793">
                  <c:v>88.751502990722699</c:v>
                </c:pt>
                <c:pt idx="1794">
                  <c:v>88.706726074218807</c:v>
                </c:pt>
                <c:pt idx="1795">
                  <c:v>88.636306762695298</c:v>
                </c:pt>
                <c:pt idx="1796">
                  <c:v>88.602676391601605</c:v>
                </c:pt>
                <c:pt idx="1797">
                  <c:v>88.555633544921903</c:v>
                </c:pt>
                <c:pt idx="1798">
                  <c:v>88.515655517578097</c:v>
                </c:pt>
                <c:pt idx="1799">
                  <c:v>88.420455932617202</c:v>
                </c:pt>
                <c:pt idx="1800">
                  <c:v>88.436920166015597</c:v>
                </c:pt>
                <c:pt idx="1801">
                  <c:v>88.345291137695298</c:v>
                </c:pt>
                <c:pt idx="1802">
                  <c:v>88.328178405761705</c:v>
                </c:pt>
                <c:pt idx="1803">
                  <c:v>88.231018066406307</c:v>
                </c:pt>
                <c:pt idx="1804">
                  <c:v>88.186706542968807</c:v>
                </c:pt>
                <c:pt idx="1805">
                  <c:v>88.035331726074205</c:v>
                </c:pt>
                <c:pt idx="1806">
                  <c:v>87.915718078613295</c:v>
                </c:pt>
                <c:pt idx="1807">
                  <c:v>87.827781677246094</c:v>
                </c:pt>
                <c:pt idx="1808">
                  <c:v>87.767280578613295</c:v>
                </c:pt>
                <c:pt idx="1809">
                  <c:v>87.731094360351605</c:v>
                </c:pt>
                <c:pt idx="1810">
                  <c:v>87.709815979003906</c:v>
                </c:pt>
                <c:pt idx="1811">
                  <c:v>87.554542541503906</c:v>
                </c:pt>
                <c:pt idx="1812">
                  <c:v>87.401794433593807</c:v>
                </c:pt>
                <c:pt idx="1813">
                  <c:v>87.282066345214801</c:v>
                </c:pt>
                <c:pt idx="1814">
                  <c:v>87.140022277832003</c:v>
                </c:pt>
                <c:pt idx="1815">
                  <c:v>87.061477661132798</c:v>
                </c:pt>
                <c:pt idx="1816">
                  <c:v>86.967987060546903</c:v>
                </c:pt>
                <c:pt idx="1817">
                  <c:v>86.893447875976605</c:v>
                </c:pt>
                <c:pt idx="1818">
                  <c:v>86.838661193847699</c:v>
                </c:pt>
                <c:pt idx="1819">
                  <c:v>86.777275085449205</c:v>
                </c:pt>
                <c:pt idx="1820">
                  <c:v>86.840385437011705</c:v>
                </c:pt>
                <c:pt idx="1821">
                  <c:v>86.862144470214801</c:v>
                </c:pt>
                <c:pt idx="1822">
                  <c:v>86.852775573730497</c:v>
                </c:pt>
                <c:pt idx="1823">
                  <c:v>86.836624145507798</c:v>
                </c:pt>
                <c:pt idx="1824">
                  <c:v>86.722007751464801</c:v>
                </c:pt>
                <c:pt idx="1825">
                  <c:v>86.714576721191406</c:v>
                </c:pt>
                <c:pt idx="1826">
                  <c:v>86.728263854980497</c:v>
                </c:pt>
                <c:pt idx="1827">
                  <c:v>86.768569946289105</c:v>
                </c:pt>
                <c:pt idx="1828">
                  <c:v>86.820121765136705</c:v>
                </c:pt>
                <c:pt idx="1829">
                  <c:v>86.813201904296903</c:v>
                </c:pt>
                <c:pt idx="1830">
                  <c:v>86.829681396484403</c:v>
                </c:pt>
                <c:pt idx="1831">
                  <c:v>86.853660583496094</c:v>
                </c:pt>
                <c:pt idx="1832">
                  <c:v>86.925712585449205</c:v>
                </c:pt>
                <c:pt idx="1833">
                  <c:v>86.9586181640625</c:v>
                </c:pt>
                <c:pt idx="1834">
                  <c:v>86.950576782226605</c:v>
                </c:pt>
                <c:pt idx="1835">
                  <c:v>86.946441650390597</c:v>
                </c:pt>
                <c:pt idx="1836">
                  <c:v>86.944320678710895</c:v>
                </c:pt>
                <c:pt idx="1837">
                  <c:v>87.086967468261705</c:v>
                </c:pt>
                <c:pt idx="1838">
                  <c:v>87.402290344238295</c:v>
                </c:pt>
                <c:pt idx="1839">
                  <c:v>87.557441711425795</c:v>
                </c:pt>
                <c:pt idx="1840">
                  <c:v>87.687782287597699</c:v>
                </c:pt>
                <c:pt idx="1841">
                  <c:v>87.879440307617202</c:v>
                </c:pt>
                <c:pt idx="1842">
                  <c:v>87.977699279785199</c:v>
                </c:pt>
                <c:pt idx="1843">
                  <c:v>88.068420410156307</c:v>
                </c:pt>
                <c:pt idx="1844">
                  <c:v>88.113914489746094</c:v>
                </c:pt>
                <c:pt idx="1845">
                  <c:v>88.232604980468807</c:v>
                </c:pt>
                <c:pt idx="1846">
                  <c:v>88.303939819335895</c:v>
                </c:pt>
                <c:pt idx="1847">
                  <c:v>88.379798889160199</c:v>
                </c:pt>
                <c:pt idx="1848">
                  <c:v>88.410812377929702</c:v>
                </c:pt>
                <c:pt idx="1849">
                  <c:v>88.434341430664105</c:v>
                </c:pt>
                <c:pt idx="1850">
                  <c:v>88.459335327148395</c:v>
                </c:pt>
                <c:pt idx="1851">
                  <c:v>88.47265625</c:v>
                </c:pt>
                <c:pt idx="1852">
                  <c:v>88.487548828125</c:v>
                </c:pt>
                <c:pt idx="1853">
                  <c:v>88.503715515136705</c:v>
                </c:pt>
                <c:pt idx="1854">
                  <c:v>88.515266418457003</c:v>
                </c:pt>
                <c:pt idx="1855">
                  <c:v>88.526390075683594</c:v>
                </c:pt>
                <c:pt idx="1856">
                  <c:v>88.533950805664105</c:v>
                </c:pt>
                <c:pt idx="1857">
                  <c:v>88.534530639648395</c:v>
                </c:pt>
                <c:pt idx="1858">
                  <c:v>88.553138732910199</c:v>
                </c:pt>
                <c:pt idx="1859">
                  <c:v>88.547897338867202</c:v>
                </c:pt>
                <c:pt idx="1860">
                  <c:v>88.533370971679702</c:v>
                </c:pt>
                <c:pt idx="1861">
                  <c:v>88.533836364746094</c:v>
                </c:pt>
                <c:pt idx="1862">
                  <c:v>88.532806396484403</c:v>
                </c:pt>
                <c:pt idx="1863">
                  <c:v>88.532585144042997</c:v>
                </c:pt>
                <c:pt idx="1864">
                  <c:v>88.517799377441406</c:v>
                </c:pt>
                <c:pt idx="1865">
                  <c:v>88.50341796875</c:v>
                </c:pt>
                <c:pt idx="1866">
                  <c:v>88.506301879882798</c:v>
                </c:pt>
                <c:pt idx="1867">
                  <c:v>88.490447998046903</c:v>
                </c:pt>
                <c:pt idx="1868">
                  <c:v>88.465835571289105</c:v>
                </c:pt>
                <c:pt idx="1869">
                  <c:v>88.467346191406307</c:v>
                </c:pt>
                <c:pt idx="1870">
                  <c:v>88.455192565917997</c:v>
                </c:pt>
                <c:pt idx="1871">
                  <c:v>88.475334167480497</c:v>
                </c:pt>
                <c:pt idx="1872">
                  <c:v>88.471435546875</c:v>
                </c:pt>
                <c:pt idx="1873">
                  <c:v>88.403816223144503</c:v>
                </c:pt>
                <c:pt idx="1874">
                  <c:v>88.395393371582003</c:v>
                </c:pt>
                <c:pt idx="1875">
                  <c:v>88.441955566406307</c:v>
                </c:pt>
                <c:pt idx="1876">
                  <c:v>88.424301147460895</c:v>
                </c:pt>
                <c:pt idx="1877">
                  <c:v>88.323158264160199</c:v>
                </c:pt>
                <c:pt idx="1878">
                  <c:v>88.306129455566406</c:v>
                </c:pt>
                <c:pt idx="1879">
                  <c:v>88.272544860839801</c:v>
                </c:pt>
                <c:pt idx="1880">
                  <c:v>88.331245422363295</c:v>
                </c:pt>
                <c:pt idx="1881">
                  <c:v>88.380508422851605</c:v>
                </c:pt>
                <c:pt idx="1882">
                  <c:v>88.406257629394503</c:v>
                </c:pt>
                <c:pt idx="1883">
                  <c:v>88.375984191894503</c:v>
                </c:pt>
                <c:pt idx="1884">
                  <c:v>88.372085571289105</c:v>
                </c:pt>
                <c:pt idx="1885">
                  <c:v>88.370086669921903</c:v>
                </c:pt>
                <c:pt idx="1886">
                  <c:v>88.400520324707003</c:v>
                </c:pt>
                <c:pt idx="1887">
                  <c:v>88.470809936523395</c:v>
                </c:pt>
                <c:pt idx="1888">
                  <c:v>88.572303771972699</c:v>
                </c:pt>
                <c:pt idx="1889">
                  <c:v>88.616378784179702</c:v>
                </c:pt>
                <c:pt idx="1890">
                  <c:v>88.685188293457003</c:v>
                </c:pt>
                <c:pt idx="1891">
                  <c:v>88.836654663085895</c:v>
                </c:pt>
                <c:pt idx="1892">
                  <c:v>88.990959167480497</c:v>
                </c:pt>
                <c:pt idx="1893">
                  <c:v>89.052688598632798</c:v>
                </c:pt>
                <c:pt idx="1894">
                  <c:v>89.060829162597699</c:v>
                </c:pt>
                <c:pt idx="1895">
                  <c:v>89.236251831054702</c:v>
                </c:pt>
                <c:pt idx="1896">
                  <c:v>89.538825988769503</c:v>
                </c:pt>
                <c:pt idx="1897">
                  <c:v>89.530235290527301</c:v>
                </c:pt>
                <c:pt idx="1898">
                  <c:v>89.606246948242202</c:v>
                </c:pt>
                <c:pt idx="1899">
                  <c:v>89.8343505859375</c:v>
                </c:pt>
                <c:pt idx="1900">
                  <c:v>89.984046936035199</c:v>
                </c:pt>
                <c:pt idx="1901">
                  <c:v>90.060401916503906</c:v>
                </c:pt>
                <c:pt idx="1902">
                  <c:v>90.157524108886705</c:v>
                </c:pt>
                <c:pt idx="1903">
                  <c:v>90.196693420410199</c:v>
                </c:pt>
                <c:pt idx="1904">
                  <c:v>90.283561706542997</c:v>
                </c:pt>
                <c:pt idx="1905">
                  <c:v>90.362136840820298</c:v>
                </c:pt>
                <c:pt idx="1906">
                  <c:v>90.435745239257798</c:v>
                </c:pt>
                <c:pt idx="1907">
                  <c:v>90.475051879882798</c:v>
                </c:pt>
                <c:pt idx="1908">
                  <c:v>90.511749267578097</c:v>
                </c:pt>
                <c:pt idx="1909">
                  <c:v>90.646942138671903</c:v>
                </c:pt>
                <c:pt idx="1910">
                  <c:v>90.7265625</c:v>
                </c:pt>
                <c:pt idx="1911">
                  <c:v>90.784202575683594</c:v>
                </c:pt>
                <c:pt idx="1912">
                  <c:v>90.819305419921903</c:v>
                </c:pt>
                <c:pt idx="1913">
                  <c:v>90.854042053222699</c:v>
                </c:pt>
                <c:pt idx="1914">
                  <c:v>90.882888793945298</c:v>
                </c:pt>
                <c:pt idx="1915">
                  <c:v>90.900009155273395</c:v>
                </c:pt>
                <c:pt idx="1916">
                  <c:v>90.909904479980497</c:v>
                </c:pt>
                <c:pt idx="1917">
                  <c:v>90.951072692871094</c:v>
                </c:pt>
                <c:pt idx="1918">
                  <c:v>90.962501525878906</c:v>
                </c:pt>
                <c:pt idx="1919">
                  <c:v>90.955757141113295</c:v>
                </c:pt>
                <c:pt idx="1920">
                  <c:v>90.972320556640597</c:v>
                </c:pt>
                <c:pt idx="1921">
                  <c:v>90.975296020507798</c:v>
                </c:pt>
                <c:pt idx="1922">
                  <c:v>90.981391906738295</c:v>
                </c:pt>
                <c:pt idx="1923">
                  <c:v>91.008834838867202</c:v>
                </c:pt>
                <c:pt idx="1924">
                  <c:v>91.018890380859403</c:v>
                </c:pt>
                <c:pt idx="1925">
                  <c:v>91.015525817871094</c:v>
                </c:pt>
                <c:pt idx="1926">
                  <c:v>91.031265258789105</c:v>
                </c:pt>
                <c:pt idx="1927">
                  <c:v>91.017745971679702</c:v>
                </c:pt>
                <c:pt idx="1928">
                  <c:v>91.020896911621094</c:v>
                </c:pt>
                <c:pt idx="1929">
                  <c:v>90.995147705078097</c:v>
                </c:pt>
                <c:pt idx="1930">
                  <c:v>90.996551513671903</c:v>
                </c:pt>
                <c:pt idx="1931">
                  <c:v>90.980194091796903</c:v>
                </c:pt>
                <c:pt idx="1932">
                  <c:v>90.929367065429702</c:v>
                </c:pt>
                <c:pt idx="1933">
                  <c:v>90.907897949218807</c:v>
                </c:pt>
                <c:pt idx="1934">
                  <c:v>90.923149108886705</c:v>
                </c:pt>
                <c:pt idx="1935">
                  <c:v>90.951469421386705</c:v>
                </c:pt>
                <c:pt idx="1936">
                  <c:v>90.990776062011705</c:v>
                </c:pt>
                <c:pt idx="1937">
                  <c:v>90.988487243652301</c:v>
                </c:pt>
                <c:pt idx="1938">
                  <c:v>90.900054931640597</c:v>
                </c:pt>
                <c:pt idx="1939">
                  <c:v>90.945617675781307</c:v>
                </c:pt>
                <c:pt idx="1940">
                  <c:v>90.975555419921903</c:v>
                </c:pt>
                <c:pt idx="1941">
                  <c:v>90.9630126953125</c:v>
                </c:pt>
                <c:pt idx="1942">
                  <c:v>90.972930908203097</c:v>
                </c:pt>
                <c:pt idx="1943">
                  <c:v>91.056137084960895</c:v>
                </c:pt>
                <c:pt idx="1944">
                  <c:v>91.067527770996094</c:v>
                </c:pt>
                <c:pt idx="1945">
                  <c:v>91.038864135742202</c:v>
                </c:pt>
                <c:pt idx="1946">
                  <c:v>91.108757019042997</c:v>
                </c:pt>
                <c:pt idx="1947">
                  <c:v>91.108154296875</c:v>
                </c:pt>
                <c:pt idx="1948">
                  <c:v>91.177932739257798</c:v>
                </c:pt>
                <c:pt idx="1949">
                  <c:v>91.211471557617202</c:v>
                </c:pt>
                <c:pt idx="1950">
                  <c:v>91.298942565917997</c:v>
                </c:pt>
                <c:pt idx="1951">
                  <c:v>91.358192443847699</c:v>
                </c:pt>
                <c:pt idx="1952">
                  <c:v>91.3602294921875</c:v>
                </c:pt>
                <c:pt idx="1953">
                  <c:v>91.419502258300795</c:v>
                </c:pt>
                <c:pt idx="1954">
                  <c:v>91.526786804199205</c:v>
                </c:pt>
                <c:pt idx="1955">
                  <c:v>91.654411315917997</c:v>
                </c:pt>
                <c:pt idx="1956">
                  <c:v>91.74609375</c:v>
                </c:pt>
                <c:pt idx="1957">
                  <c:v>91.83837890625</c:v>
                </c:pt>
                <c:pt idx="1958">
                  <c:v>91.923500061035199</c:v>
                </c:pt>
                <c:pt idx="1959">
                  <c:v>92.000450134277301</c:v>
                </c:pt>
                <c:pt idx="1960">
                  <c:v>92.048538208007798</c:v>
                </c:pt>
                <c:pt idx="1961">
                  <c:v>92.092864990234403</c:v>
                </c:pt>
                <c:pt idx="1962">
                  <c:v>92.205299377441406</c:v>
                </c:pt>
                <c:pt idx="1963">
                  <c:v>92.342781066894503</c:v>
                </c:pt>
                <c:pt idx="1964">
                  <c:v>92.403480529785199</c:v>
                </c:pt>
                <c:pt idx="1965">
                  <c:v>92.440170288085895</c:v>
                </c:pt>
                <c:pt idx="1966">
                  <c:v>92.486885070800795</c:v>
                </c:pt>
                <c:pt idx="1967">
                  <c:v>92.659034729003906</c:v>
                </c:pt>
                <c:pt idx="1968">
                  <c:v>92.848587036132798</c:v>
                </c:pt>
                <c:pt idx="1969">
                  <c:v>92.885223388671903</c:v>
                </c:pt>
                <c:pt idx="1970">
                  <c:v>92.763893127441406</c:v>
                </c:pt>
                <c:pt idx="1971">
                  <c:v>92.941383361816406</c:v>
                </c:pt>
                <c:pt idx="1972">
                  <c:v>93.105384826660199</c:v>
                </c:pt>
                <c:pt idx="1973">
                  <c:v>93.211257934570298</c:v>
                </c:pt>
                <c:pt idx="1974">
                  <c:v>93.265655517578097</c:v>
                </c:pt>
                <c:pt idx="1975">
                  <c:v>93.281181335449205</c:v>
                </c:pt>
                <c:pt idx="1976">
                  <c:v>93.310272216796903</c:v>
                </c:pt>
                <c:pt idx="1977">
                  <c:v>93.331672668457003</c:v>
                </c:pt>
                <c:pt idx="1978">
                  <c:v>93.439109802246094</c:v>
                </c:pt>
                <c:pt idx="1979">
                  <c:v>93.607940673828097</c:v>
                </c:pt>
                <c:pt idx="1980">
                  <c:v>93.691627502441406</c:v>
                </c:pt>
                <c:pt idx="1981">
                  <c:v>93.833480834960895</c:v>
                </c:pt>
                <c:pt idx="1982">
                  <c:v>94.038887023925795</c:v>
                </c:pt>
                <c:pt idx="1983">
                  <c:v>94.187469482421903</c:v>
                </c:pt>
                <c:pt idx="1984">
                  <c:v>94.275550842285199</c:v>
                </c:pt>
                <c:pt idx="1985">
                  <c:v>94.475418090820298</c:v>
                </c:pt>
                <c:pt idx="1986">
                  <c:v>94.646842956542997</c:v>
                </c:pt>
                <c:pt idx="1987">
                  <c:v>94.762252807617202</c:v>
                </c:pt>
                <c:pt idx="1988">
                  <c:v>94.874046325683594</c:v>
                </c:pt>
                <c:pt idx="1989">
                  <c:v>94.9315185546875</c:v>
                </c:pt>
                <c:pt idx="1990">
                  <c:v>94.979560852050795</c:v>
                </c:pt>
                <c:pt idx="1991">
                  <c:v>95.0096435546875</c:v>
                </c:pt>
                <c:pt idx="1992">
                  <c:v>95.025939941406307</c:v>
                </c:pt>
                <c:pt idx="1993">
                  <c:v>95.034233093261705</c:v>
                </c:pt>
                <c:pt idx="1994">
                  <c:v>95.037712097167997</c:v>
                </c:pt>
                <c:pt idx="1995">
                  <c:v>95.039497375488295</c:v>
                </c:pt>
                <c:pt idx="1996">
                  <c:v>95.040420532226605</c:v>
                </c:pt>
                <c:pt idx="1997">
                  <c:v>95.044715881347699</c:v>
                </c:pt>
                <c:pt idx="1998">
                  <c:v>95.057556152343807</c:v>
                </c:pt>
                <c:pt idx="1999">
                  <c:v>95.058067321777301</c:v>
                </c:pt>
                <c:pt idx="2000">
                  <c:v>95.054550170898395</c:v>
                </c:pt>
                <c:pt idx="2001">
                  <c:v>95.060501098632798</c:v>
                </c:pt>
                <c:pt idx="2002">
                  <c:v>95.056167602539105</c:v>
                </c:pt>
                <c:pt idx="2003">
                  <c:v>95.053520202636705</c:v>
                </c:pt>
                <c:pt idx="2004">
                  <c:v>95.049163818359403</c:v>
                </c:pt>
                <c:pt idx="2005">
                  <c:v>95.045379638671903</c:v>
                </c:pt>
                <c:pt idx="2006">
                  <c:v>95.044281005859403</c:v>
                </c:pt>
                <c:pt idx="2007">
                  <c:v>95.042869567871094</c:v>
                </c:pt>
                <c:pt idx="2008">
                  <c:v>95.042152404785199</c:v>
                </c:pt>
                <c:pt idx="2009">
                  <c:v>95.041778564453097</c:v>
                </c:pt>
                <c:pt idx="2010">
                  <c:v>95.041587829589801</c:v>
                </c:pt>
                <c:pt idx="2011">
                  <c:v>95.041488647460895</c:v>
                </c:pt>
                <c:pt idx="2012">
                  <c:v>95.041442871093807</c:v>
                </c:pt>
                <c:pt idx="2013">
                  <c:v>95.041412353515597</c:v>
                </c:pt>
                <c:pt idx="2014">
                  <c:v>94.987365722656307</c:v>
                </c:pt>
                <c:pt idx="2015">
                  <c:v>95.000907897949205</c:v>
                </c:pt>
                <c:pt idx="2016">
                  <c:v>94.983589172363295</c:v>
                </c:pt>
                <c:pt idx="2017">
                  <c:v>94.738037109375</c:v>
                </c:pt>
                <c:pt idx="2018">
                  <c:v>94.696701049804702</c:v>
                </c:pt>
                <c:pt idx="2019">
                  <c:v>94.673500061035199</c:v>
                </c:pt>
                <c:pt idx="2020">
                  <c:v>94.614494323730497</c:v>
                </c:pt>
                <c:pt idx="2021">
                  <c:v>94.485061645507798</c:v>
                </c:pt>
                <c:pt idx="2022">
                  <c:v>94.3741455078125</c:v>
                </c:pt>
                <c:pt idx="2023">
                  <c:v>94.258354187011705</c:v>
                </c:pt>
                <c:pt idx="2024">
                  <c:v>94.192062377929702</c:v>
                </c:pt>
                <c:pt idx="2025">
                  <c:v>94.116889953613295</c:v>
                </c:pt>
                <c:pt idx="2026">
                  <c:v>94.204338073730497</c:v>
                </c:pt>
                <c:pt idx="2027">
                  <c:v>94.175338745117202</c:v>
                </c:pt>
                <c:pt idx="2028">
                  <c:v>94.022674560546903</c:v>
                </c:pt>
                <c:pt idx="2029">
                  <c:v>93.965087890625</c:v>
                </c:pt>
                <c:pt idx="2030">
                  <c:v>94.040115356445298</c:v>
                </c:pt>
                <c:pt idx="2031">
                  <c:v>94.176506042480497</c:v>
                </c:pt>
                <c:pt idx="2032">
                  <c:v>94.119483947753906</c:v>
                </c:pt>
                <c:pt idx="2033">
                  <c:v>94.071105957031307</c:v>
                </c:pt>
                <c:pt idx="2034">
                  <c:v>94.035400390625</c:v>
                </c:pt>
                <c:pt idx="2035">
                  <c:v>94.065856933593807</c:v>
                </c:pt>
                <c:pt idx="2036">
                  <c:v>94.000053405761705</c:v>
                </c:pt>
                <c:pt idx="2037">
                  <c:v>93.976974487304702</c:v>
                </c:pt>
                <c:pt idx="2038">
                  <c:v>93.939682006835895</c:v>
                </c:pt>
                <c:pt idx="2039">
                  <c:v>93.960777282714801</c:v>
                </c:pt>
                <c:pt idx="2040">
                  <c:v>93.975425720214801</c:v>
                </c:pt>
                <c:pt idx="2041">
                  <c:v>93.944992065429702</c:v>
                </c:pt>
                <c:pt idx="2042">
                  <c:v>93.918930053710895</c:v>
                </c:pt>
                <c:pt idx="2043">
                  <c:v>93.903755187988295</c:v>
                </c:pt>
                <c:pt idx="2044">
                  <c:v>93.832489013671903</c:v>
                </c:pt>
                <c:pt idx="2045">
                  <c:v>93.808357238769503</c:v>
                </c:pt>
                <c:pt idx="2046">
                  <c:v>93.807235717773395</c:v>
                </c:pt>
                <c:pt idx="2047">
                  <c:v>93.651756286621094</c:v>
                </c:pt>
                <c:pt idx="2048">
                  <c:v>93.544548034667997</c:v>
                </c:pt>
                <c:pt idx="2049">
                  <c:v>93.513778686523395</c:v>
                </c:pt>
                <c:pt idx="2050">
                  <c:v>93.511962890625</c:v>
                </c:pt>
                <c:pt idx="2051">
                  <c:v>93.459327697753906</c:v>
                </c:pt>
                <c:pt idx="2052">
                  <c:v>93.451248168945298</c:v>
                </c:pt>
                <c:pt idx="2053">
                  <c:v>93.412956237792997</c:v>
                </c:pt>
                <c:pt idx="2054">
                  <c:v>93.380599975585895</c:v>
                </c:pt>
                <c:pt idx="2055">
                  <c:v>93.361923217773395</c:v>
                </c:pt>
                <c:pt idx="2056">
                  <c:v>93.363540649414105</c:v>
                </c:pt>
                <c:pt idx="2057">
                  <c:v>93.358253479003906</c:v>
                </c:pt>
                <c:pt idx="2058">
                  <c:v>93.347892761230497</c:v>
                </c:pt>
                <c:pt idx="2059">
                  <c:v>93.318984985351605</c:v>
                </c:pt>
                <c:pt idx="2060">
                  <c:v>93.297660827636705</c:v>
                </c:pt>
                <c:pt idx="2061">
                  <c:v>93.287033081054702</c:v>
                </c:pt>
                <c:pt idx="2062">
                  <c:v>93.267814636230497</c:v>
                </c:pt>
                <c:pt idx="2063">
                  <c:v>93.246871948242202</c:v>
                </c:pt>
                <c:pt idx="2064">
                  <c:v>93.227035522460895</c:v>
                </c:pt>
                <c:pt idx="2065">
                  <c:v>93.145606994628906</c:v>
                </c:pt>
                <c:pt idx="2066">
                  <c:v>93.016502380371094</c:v>
                </c:pt>
                <c:pt idx="2067">
                  <c:v>92.911468505859403</c:v>
                </c:pt>
                <c:pt idx="2068">
                  <c:v>92.861862182617202</c:v>
                </c:pt>
                <c:pt idx="2069">
                  <c:v>92.839088439941406</c:v>
                </c:pt>
                <c:pt idx="2070">
                  <c:v>92.786247253417997</c:v>
                </c:pt>
                <c:pt idx="2071">
                  <c:v>92.699234008789105</c:v>
                </c:pt>
                <c:pt idx="2072">
                  <c:v>92.620590209960895</c:v>
                </c:pt>
                <c:pt idx="2073">
                  <c:v>92.592857360839801</c:v>
                </c:pt>
                <c:pt idx="2074">
                  <c:v>92.563072204589801</c:v>
                </c:pt>
                <c:pt idx="2075">
                  <c:v>92.541549682617202</c:v>
                </c:pt>
                <c:pt idx="2076">
                  <c:v>92.533493041992202</c:v>
                </c:pt>
                <c:pt idx="2077">
                  <c:v>92.473518371582003</c:v>
                </c:pt>
                <c:pt idx="2078">
                  <c:v>92.381576538085895</c:v>
                </c:pt>
                <c:pt idx="2079">
                  <c:v>92.339019775390597</c:v>
                </c:pt>
                <c:pt idx="2080">
                  <c:v>92.248832702636705</c:v>
                </c:pt>
                <c:pt idx="2081">
                  <c:v>92.220962524414105</c:v>
                </c:pt>
                <c:pt idx="2082">
                  <c:v>92.185943603515597</c:v>
                </c:pt>
                <c:pt idx="2083">
                  <c:v>92.144607543945298</c:v>
                </c:pt>
                <c:pt idx="2084">
                  <c:v>92.095596313476605</c:v>
                </c:pt>
                <c:pt idx="2085">
                  <c:v>92.044563293457003</c:v>
                </c:pt>
                <c:pt idx="2086">
                  <c:v>91.984527587890597</c:v>
                </c:pt>
                <c:pt idx="2087">
                  <c:v>91.927925109863295</c:v>
                </c:pt>
                <c:pt idx="2088">
                  <c:v>91.875061035156307</c:v>
                </c:pt>
                <c:pt idx="2089">
                  <c:v>91.858474731445298</c:v>
                </c:pt>
                <c:pt idx="2090">
                  <c:v>91.764450073242202</c:v>
                </c:pt>
                <c:pt idx="2091">
                  <c:v>91.650177001953097</c:v>
                </c:pt>
                <c:pt idx="2092">
                  <c:v>91.666069030761705</c:v>
                </c:pt>
                <c:pt idx="2093">
                  <c:v>91.628517150878906</c:v>
                </c:pt>
                <c:pt idx="2094">
                  <c:v>91.631889343261705</c:v>
                </c:pt>
                <c:pt idx="2095">
                  <c:v>91.537277221679702</c:v>
                </c:pt>
                <c:pt idx="2096">
                  <c:v>91.439971923828097</c:v>
                </c:pt>
                <c:pt idx="2097">
                  <c:v>91.414520263671903</c:v>
                </c:pt>
                <c:pt idx="2098">
                  <c:v>91.395790100097699</c:v>
                </c:pt>
                <c:pt idx="2099">
                  <c:v>91.389755249023395</c:v>
                </c:pt>
                <c:pt idx="2100">
                  <c:v>91.346771240234403</c:v>
                </c:pt>
                <c:pt idx="2101">
                  <c:v>91.314552307128906</c:v>
                </c:pt>
                <c:pt idx="2102">
                  <c:v>91.264411926269503</c:v>
                </c:pt>
                <c:pt idx="2103">
                  <c:v>91.241004943847699</c:v>
                </c:pt>
                <c:pt idx="2104">
                  <c:v>91.233848571777301</c:v>
                </c:pt>
                <c:pt idx="2105">
                  <c:v>91.191390991210895</c:v>
                </c:pt>
                <c:pt idx="2106">
                  <c:v>91.144615173339801</c:v>
                </c:pt>
                <c:pt idx="2107">
                  <c:v>91.163848876953097</c:v>
                </c:pt>
                <c:pt idx="2108">
                  <c:v>91.113845825195298</c:v>
                </c:pt>
                <c:pt idx="2109">
                  <c:v>91.099258422851605</c:v>
                </c:pt>
                <c:pt idx="2110">
                  <c:v>91.112030029296903</c:v>
                </c:pt>
                <c:pt idx="2111">
                  <c:v>91.0457763671875</c:v>
                </c:pt>
                <c:pt idx="2112">
                  <c:v>91.0087890625</c:v>
                </c:pt>
                <c:pt idx="2113">
                  <c:v>90.991073608398395</c:v>
                </c:pt>
                <c:pt idx="2114">
                  <c:v>90.984405517578097</c:v>
                </c:pt>
                <c:pt idx="2115">
                  <c:v>90.961479187011705</c:v>
                </c:pt>
                <c:pt idx="2116">
                  <c:v>90.953636169433594</c:v>
                </c:pt>
                <c:pt idx="2117">
                  <c:v>90.941230773925795</c:v>
                </c:pt>
                <c:pt idx="2118">
                  <c:v>90.920463562011705</c:v>
                </c:pt>
                <c:pt idx="2119">
                  <c:v>90.891700744628906</c:v>
                </c:pt>
                <c:pt idx="2120">
                  <c:v>90.776687622070298</c:v>
                </c:pt>
                <c:pt idx="2121">
                  <c:v>90.674613952636705</c:v>
                </c:pt>
                <c:pt idx="2122">
                  <c:v>90.602813720703097</c:v>
                </c:pt>
                <c:pt idx="2123">
                  <c:v>90.587211608886705</c:v>
                </c:pt>
                <c:pt idx="2124">
                  <c:v>90.619369506835895</c:v>
                </c:pt>
                <c:pt idx="2125">
                  <c:v>90.556198120117202</c:v>
                </c:pt>
                <c:pt idx="2126">
                  <c:v>90.469825744628906</c:v>
                </c:pt>
                <c:pt idx="2127">
                  <c:v>90.398284912109403</c:v>
                </c:pt>
                <c:pt idx="2128">
                  <c:v>90.365097045898395</c:v>
                </c:pt>
                <c:pt idx="2129">
                  <c:v>90.351852416992202</c:v>
                </c:pt>
                <c:pt idx="2130">
                  <c:v>90.351470947265597</c:v>
                </c:pt>
                <c:pt idx="2131">
                  <c:v>90.318397521972699</c:v>
                </c:pt>
                <c:pt idx="2132">
                  <c:v>90.262443542480497</c:v>
                </c:pt>
                <c:pt idx="2133">
                  <c:v>90.228172302246094</c:v>
                </c:pt>
                <c:pt idx="2134">
                  <c:v>90.208602905273395</c:v>
                </c:pt>
                <c:pt idx="2135">
                  <c:v>90.186286926269503</c:v>
                </c:pt>
                <c:pt idx="2136">
                  <c:v>90.173553466796903</c:v>
                </c:pt>
                <c:pt idx="2137">
                  <c:v>90.157699584960895</c:v>
                </c:pt>
                <c:pt idx="2138">
                  <c:v>90.142341613769503</c:v>
                </c:pt>
                <c:pt idx="2139">
                  <c:v>90.152259826660199</c:v>
                </c:pt>
                <c:pt idx="2140">
                  <c:v>90.167266845703097</c:v>
                </c:pt>
                <c:pt idx="2141">
                  <c:v>90.175811767578097</c:v>
                </c:pt>
                <c:pt idx="2142">
                  <c:v>90.184715270996094</c:v>
                </c:pt>
                <c:pt idx="2143">
                  <c:v>90.165626525878906</c:v>
                </c:pt>
                <c:pt idx="2144">
                  <c:v>90.169036865234403</c:v>
                </c:pt>
                <c:pt idx="2145">
                  <c:v>90.165687561035199</c:v>
                </c:pt>
                <c:pt idx="2146">
                  <c:v>90.150947570800795</c:v>
                </c:pt>
                <c:pt idx="2147">
                  <c:v>90.129005432128906</c:v>
                </c:pt>
                <c:pt idx="2148">
                  <c:v>90.137924194335895</c:v>
                </c:pt>
                <c:pt idx="2149">
                  <c:v>90.154846191406307</c:v>
                </c:pt>
                <c:pt idx="2150">
                  <c:v>90.166725158691406</c:v>
                </c:pt>
                <c:pt idx="2151">
                  <c:v>90.191543579101605</c:v>
                </c:pt>
                <c:pt idx="2152">
                  <c:v>90.170005798339801</c:v>
                </c:pt>
                <c:pt idx="2153">
                  <c:v>90.184112548828097</c:v>
                </c:pt>
                <c:pt idx="2154">
                  <c:v>90.174339294433594</c:v>
                </c:pt>
                <c:pt idx="2155">
                  <c:v>90.163879394531307</c:v>
                </c:pt>
                <c:pt idx="2156">
                  <c:v>90.156044006347699</c:v>
                </c:pt>
                <c:pt idx="2157">
                  <c:v>90.151580810546903</c:v>
                </c:pt>
                <c:pt idx="2158">
                  <c:v>90.157829284667997</c:v>
                </c:pt>
                <c:pt idx="2159">
                  <c:v>90.177101135253906</c:v>
                </c:pt>
                <c:pt idx="2160">
                  <c:v>90.211448669433594</c:v>
                </c:pt>
                <c:pt idx="2161">
                  <c:v>90.198204040527301</c:v>
                </c:pt>
                <c:pt idx="2162">
                  <c:v>90.186592102050795</c:v>
                </c:pt>
                <c:pt idx="2163">
                  <c:v>90.188163757324205</c:v>
                </c:pt>
                <c:pt idx="2164">
                  <c:v>90.224090576171903</c:v>
                </c:pt>
                <c:pt idx="2165">
                  <c:v>90.2347412109375</c:v>
                </c:pt>
                <c:pt idx="2166">
                  <c:v>90.199668884277301</c:v>
                </c:pt>
                <c:pt idx="2167">
                  <c:v>90.215492248535199</c:v>
                </c:pt>
                <c:pt idx="2168">
                  <c:v>90.219505310058594</c:v>
                </c:pt>
                <c:pt idx="2169">
                  <c:v>90.221473693847699</c:v>
                </c:pt>
                <c:pt idx="2170">
                  <c:v>90.400932312011705</c:v>
                </c:pt>
                <c:pt idx="2171">
                  <c:v>90.654052734375</c:v>
                </c:pt>
                <c:pt idx="2172">
                  <c:v>90.706031799316406</c:v>
                </c:pt>
                <c:pt idx="2173">
                  <c:v>90.754196166992202</c:v>
                </c:pt>
                <c:pt idx="2174">
                  <c:v>90.775184631347699</c:v>
                </c:pt>
                <c:pt idx="2175">
                  <c:v>90.851394653320298</c:v>
                </c:pt>
                <c:pt idx="2176">
                  <c:v>90.848884582519503</c:v>
                </c:pt>
                <c:pt idx="2177">
                  <c:v>90.938125610351605</c:v>
                </c:pt>
                <c:pt idx="2178">
                  <c:v>91.043693542480497</c:v>
                </c:pt>
                <c:pt idx="2179">
                  <c:v>91.144332885742202</c:v>
                </c:pt>
                <c:pt idx="2180">
                  <c:v>91.159500122070298</c:v>
                </c:pt>
                <c:pt idx="2181">
                  <c:v>91.180458068847699</c:v>
                </c:pt>
                <c:pt idx="2182">
                  <c:v>91.301536560058594</c:v>
                </c:pt>
                <c:pt idx="2183">
                  <c:v>91.490638732910199</c:v>
                </c:pt>
                <c:pt idx="2184">
                  <c:v>91.526634216308594</c:v>
                </c:pt>
                <c:pt idx="2185">
                  <c:v>91.631072998046903</c:v>
                </c:pt>
                <c:pt idx="2186">
                  <c:v>91.783332824707003</c:v>
                </c:pt>
                <c:pt idx="2187">
                  <c:v>91.822059631347699</c:v>
                </c:pt>
                <c:pt idx="2188">
                  <c:v>91.930358886718807</c:v>
                </c:pt>
                <c:pt idx="2189">
                  <c:v>92.008987426757798</c:v>
                </c:pt>
                <c:pt idx="2190">
                  <c:v>92.201194763183594</c:v>
                </c:pt>
                <c:pt idx="2191">
                  <c:v>92.253364562988295</c:v>
                </c:pt>
                <c:pt idx="2192">
                  <c:v>92.321701049804702</c:v>
                </c:pt>
                <c:pt idx="2193">
                  <c:v>92.406951904296903</c:v>
                </c:pt>
                <c:pt idx="2194">
                  <c:v>92.535018920898395</c:v>
                </c:pt>
                <c:pt idx="2195">
                  <c:v>92.798088073730497</c:v>
                </c:pt>
                <c:pt idx="2196">
                  <c:v>92.906921386718807</c:v>
                </c:pt>
                <c:pt idx="2197">
                  <c:v>93.084953308105497</c:v>
                </c:pt>
                <c:pt idx="2198">
                  <c:v>93.212615966796903</c:v>
                </c:pt>
                <c:pt idx="2199">
                  <c:v>93.288703918457003</c:v>
                </c:pt>
                <c:pt idx="2200">
                  <c:v>93.363349914550795</c:v>
                </c:pt>
                <c:pt idx="2201">
                  <c:v>93.466270446777301</c:v>
                </c:pt>
                <c:pt idx="2202">
                  <c:v>93.609603881835895</c:v>
                </c:pt>
                <c:pt idx="2203">
                  <c:v>93.647476196289105</c:v>
                </c:pt>
                <c:pt idx="2204">
                  <c:v>93.844909667968807</c:v>
                </c:pt>
                <c:pt idx="2205">
                  <c:v>94.122367858886705</c:v>
                </c:pt>
                <c:pt idx="2206">
                  <c:v>94.258934020996094</c:v>
                </c:pt>
                <c:pt idx="2207">
                  <c:v>94.460411071777301</c:v>
                </c:pt>
                <c:pt idx="2208">
                  <c:v>94.498016357421903</c:v>
                </c:pt>
                <c:pt idx="2209">
                  <c:v>94.687690734863295</c:v>
                </c:pt>
                <c:pt idx="2210">
                  <c:v>94.673027038574205</c:v>
                </c:pt>
                <c:pt idx="2211">
                  <c:v>94.727012634277301</c:v>
                </c:pt>
                <c:pt idx="2212">
                  <c:v>94.817291259765597</c:v>
                </c:pt>
                <c:pt idx="2213">
                  <c:v>94.926330566406307</c:v>
                </c:pt>
                <c:pt idx="2214">
                  <c:v>94.991340637207003</c:v>
                </c:pt>
                <c:pt idx="2215">
                  <c:v>95.015693664550795</c:v>
                </c:pt>
                <c:pt idx="2216">
                  <c:v>95.029075622558594</c:v>
                </c:pt>
                <c:pt idx="2217">
                  <c:v>95.071983337402301</c:v>
                </c:pt>
                <c:pt idx="2218">
                  <c:v>95.101013183593807</c:v>
                </c:pt>
                <c:pt idx="2219">
                  <c:v>95.090324401855497</c:v>
                </c:pt>
                <c:pt idx="2220">
                  <c:v>95.111724853515597</c:v>
                </c:pt>
                <c:pt idx="2221">
                  <c:v>95.114372253417997</c:v>
                </c:pt>
                <c:pt idx="2222">
                  <c:v>95.173027038574205</c:v>
                </c:pt>
                <c:pt idx="2223">
                  <c:v>95.221893310546903</c:v>
                </c:pt>
                <c:pt idx="2224">
                  <c:v>95.264228820800795</c:v>
                </c:pt>
                <c:pt idx="2225">
                  <c:v>95.333068847656307</c:v>
                </c:pt>
                <c:pt idx="2226">
                  <c:v>95.402488708496094</c:v>
                </c:pt>
                <c:pt idx="2227">
                  <c:v>95.409980773925795</c:v>
                </c:pt>
                <c:pt idx="2228">
                  <c:v>95.415534973144503</c:v>
                </c:pt>
                <c:pt idx="2229">
                  <c:v>95.467575073242202</c:v>
                </c:pt>
                <c:pt idx="2230">
                  <c:v>95.618293762207003</c:v>
                </c:pt>
                <c:pt idx="2231">
                  <c:v>95.721595764160199</c:v>
                </c:pt>
                <c:pt idx="2232">
                  <c:v>95.973480224609403</c:v>
                </c:pt>
                <c:pt idx="2233">
                  <c:v>95.912384033203097</c:v>
                </c:pt>
                <c:pt idx="2234">
                  <c:v>95.918861389160199</c:v>
                </c:pt>
                <c:pt idx="2235">
                  <c:v>96.268264770507798</c:v>
                </c:pt>
                <c:pt idx="2236">
                  <c:v>96.464691162109403</c:v>
                </c:pt>
                <c:pt idx="2237">
                  <c:v>96.531257629394503</c:v>
                </c:pt>
                <c:pt idx="2238">
                  <c:v>96.4129638671875</c:v>
                </c:pt>
                <c:pt idx="2239">
                  <c:v>96.540397644042997</c:v>
                </c:pt>
                <c:pt idx="2240">
                  <c:v>96.621139526367202</c:v>
                </c:pt>
                <c:pt idx="2241">
                  <c:v>96.678634643554702</c:v>
                </c:pt>
                <c:pt idx="2242">
                  <c:v>96.680061340332003</c:v>
                </c:pt>
                <c:pt idx="2243">
                  <c:v>96.692550659179702</c:v>
                </c:pt>
                <c:pt idx="2244">
                  <c:v>96.696571350097699</c:v>
                </c:pt>
                <c:pt idx="2245">
                  <c:v>96.733840942382798</c:v>
                </c:pt>
                <c:pt idx="2246">
                  <c:v>96.833816528320298</c:v>
                </c:pt>
                <c:pt idx="2247">
                  <c:v>96.883628845214801</c:v>
                </c:pt>
                <c:pt idx="2248">
                  <c:v>96.876693725585895</c:v>
                </c:pt>
                <c:pt idx="2249">
                  <c:v>96.983665466308594</c:v>
                </c:pt>
                <c:pt idx="2250">
                  <c:v>97.102859497070298</c:v>
                </c:pt>
                <c:pt idx="2251">
                  <c:v>97.2742919921875</c:v>
                </c:pt>
                <c:pt idx="2252">
                  <c:v>97.322181701660199</c:v>
                </c:pt>
                <c:pt idx="2253">
                  <c:v>97.394500732421903</c:v>
                </c:pt>
                <c:pt idx="2254">
                  <c:v>97.420173645019503</c:v>
                </c:pt>
                <c:pt idx="2255">
                  <c:v>97.458236694335895</c:v>
                </c:pt>
                <c:pt idx="2256">
                  <c:v>97.467399597167997</c:v>
                </c:pt>
                <c:pt idx="2257">
                  <c:v>97.552993774414105</c:v>
                </c:pt>
                <c:pt idx="2258">
                  <c:v>97.551124572753906</c:v>
                </c:pt>
                <c:pt idx="2259">
                  <c:v>97.590133666992202</c:v>
                </c:pt>
                <c:pt idx="2260">
                  <c:v>97.639884948730497</c:v>
                </c:pt>
                <c:pt idx="2261">
                  <c:v>97.624443054199205</c:v>
                </c:pt>
                <c:pt idx="2262">
                  <c:v>97.655487060546903</c:v>
                </c:pt>
                <c:pt idx="2263">
                  <c:v>97.816329956054702</c:v>
                </c:pt>
                <c:pt idx="2264">
                  <c:v>97.894355773925795</c:v>
                </c:pt>
                <c:pt idx="2265">
                  <c:v>97.967323303222699</c:v>
                </c:pt>
                <c:pt idx="2266">
                  <c:v>97.984222412109403</c:v>
                </c:pt>
                <c:pt idx="2267">
                  <c:v>97.981307983398395</c:v>
                </c:pt>
                <c:pt idx="2268">
                  <c:v>98.060935974121094</c:v>
                </c:pt>
                <c:pt idx="2269">
                  <c:v>98.091934204101605</c:v>
                </c:pt>
                <c:pt idx="2270">
                  <c:v>98.1700439453125</c:v>
                </c:pt>
                <c:pt idx="2271">
                  <c:v>98.212493896484403</c:v>
                </c:pt>
                <c:pt idx="2272">
                  <c:v>98.234291076660199</c:v>
                </c:pt>
                <c:pt idx="2273">
                  <c:v>98.234992980957003</c:v>
                </c:pt>
                <c:pt idx="2274">
                  <c:v>98.245841979980497</c:v>
                </c:pt>
                <c:pt idx="2275">
                  <c:v>98.251411437988295</c:v>
                </c:pt>
                <c:pt idx="2276">
                  <c:v>98.2542724609375</c:v>
                </c:pt>
                <c:pt idx="2277">
                  <c:v>98.2557373046875</c:v>
                </c:pt>
                <c:pt idx="2278">
                  <c:v>98.256492614746094</c:v>
                </c:pt>
                <c:pt idx="2279">
                  <c:v>98.256874084472699</c:v>
                </c:pt>
                <c:pt idx="2280">
                  <c:v>98.257072448730497</c:v>
                </c:pt>
                <c:pt idx="2281">
                  <c:v>98.257179260253906</c:v>
                </c:pt>
                <c:pt idx="2282">
                  <c:v>98.257232666015597</c:v>
                </c:pt>
                <c:pt idx="2283">
                  <c:v>98.257255554199205</c:v>
                </c:pt>
                <c:pt idx="2284">
                  <c:v>98.257270812988295</c:v>
                </c:pt>
                <c:pt idx="2285">
                  <c:v>98.257278442382798</c:v>
                </c:pt>
                <c:pt idx="2286">
                  <c:v>98.257278442382798</c:v>
                </c:pt>
                <c:pt idx="2287">
                  <c:v>98.257286071777301</c:v>
                </c:pt>
                <c:pt idx="2288">
                  <c:v>98.257286071777301</c:v>
                </c:pt>
                <c:pt idx="2289">
                  <c:v>98.257286071777301</c:v>
                </c:pt>
                <c:pt idx="2290">
                  <c:v>98.257286071777301</c:v>
                </c:pt>
                <c:pt idx="2291">
                  <c:v>98.257286071777301</c:v>
                </c:pt>
                <c:pt idx="2292">
                  <c:v>98.257286071777301</c:v>
                </c:pt>
                <c:pt idx="2293">
                  <c:v>98.257286071777301</c:v>
                </c:pt>
                <c:pt idx="2294">
                  <c:v>98.257286071777301</c:v>
                </c:pt>
                <c:pt idx="2295">
                  <c:v>98.257286071777301</c:v>
                </c:pt>
                <c:pt idx="2296">
                  <c:v>98.257286071777301</c:v>
                </c:pt>
                <c:pt idx="2297">
                  <c:v>98.410667419433594</c:v>
                </c:pt>
                <c:pt idx="2298">
                  <c:v>98.676567077636705</c:v>
                </c:pt>
                <c:pt idx="2299">
                  <c:v>98.715858459472699</c:v>
                </c:pt>
                <c:pt idx="2300">
                  <c:v>98.801414489746094</c:v>
                </c:pt>
                <c:pt idx="2301">
                  <c:v>99.220878601074205</c:v>
                </c:pt>
                <c:pt idx="2302">
                  <c:v>99.372840881347699</c:v>
                </c:pt>
                <c:pt idx="2303">
                  <c:v>99.624847412109403</c:v>
                </c:pt>
                <c:pt idx="2304">
                  <c:v>99.809219360351605</c:v>
                </c:pt>
                <c:pt idx="2305">
                  <c:v>100.200874328613</c:v>
                </c:pt>
                <c:pt idx="2306">
                  <c:v>100.24452972412099</c:v>
                </c:pt>
                <c:pt idx="2307">
                  <c:v>100.22014617919901</c:v>
                </c:pt>
                <c:pt idx="2308">
                  <c:v>100.540725708008</c:v>
                </c:pt>
                <c:pt idx="2309">
                  <c:v>100.651527404785</c:v>
                </c:pt>
                <c:pt idx="2310">
                  <c:v>100.75595855712901</c:v>
                </c:pt>
                <c:pt idx="2311">
                  <c:v>101.142135620117</c:v>
                </c:pt>
                <c:pt idx="2312">
                  <c:v>101.30239868164099</c:v>
                </c:pt>
                <c:pt idx="2313">
                  <c:v>101.38713836669901</c:v>
                </c:pt>
                <c:pt idx="2314">
                  <c:v>101.441368103027</c:v>
                </c:pt>
                <c:pt idx="2315">
                  <c:v>101.42742156982401</c:v>
                </c:pt>
                <c:pt idx="2316">
                  <c:v>101.466186523438</c:v>
                </c:pt>
                <c:pt idx="2317">
                  <c:v>101.519256591797</c:v>
                </c:pt>
                <c:pt idx="2318">
                  <c:v>101.55149078369099</c:v>
                </c:pt>
                <c:pt idx="2319">
                  <c:v>101.569282531738</c:v>
                </c:pt>
                <c:pt idx="2320">
                  <c:v>101.57894897460901</c:v>
                </c:pt>
                <c:pt idx="2321">
                  <c:v>101.589721679688</c:v>
                </c:pt>
                <c:pt idx="2322">
                  <c:v>101.660568237305</c:v>
                </c:pt>
                <c:pt idx="2323">
                  <c:v>101.73468017578099</c:v>
                </c:pt>
                <c:pt idx="2324">
                  <c:v>101.841423034668</c:v>
                </c:pt>
                <c:pt idx="2325">
                  <c:v>101.858695983887</c:v>
                </c:pt>
                <c:pt idx="2326">
                  <c:v>101.891387939453</c:v>
                </c:pt>
                <c:pt idx="2327">
                  <c:v>101.982475280762</c:v>
                </c:pt>
                <c:pt idx="2328">
                  <c:v>101.957847595215</c:v>
                </c:pt>
                <c:pt idx="2329">
                  <c:v>102.081871032715</c:v>
                </c:pt>
                <c:pt idx="2330">
                  <c:v>102.18685913085901</c:v>
                </c:pt>
                <c:pt idx="2331">
                  <c:v>102.270545959473</c:v>
                </c:pt>
                <c:pt idx="2332">
                  <c:v>102.28656005859401</c:v>
                </c:pt>
                <c:pt idx="2333">
                  <c:v>102.657752990723</c:v>
                </c:pt>
                <c:pt idx="2334">
                  <c:v>102.724555969238</c:v>
                </c:pt>
                <c:pt idx="2335">
                  <c:v>102.65103149414099</c:v>
                </c:pt>
                <c:pt idx="2336">
                  <c:v>102.748039245605</c:v>
                </c:pt>
                <c:pt idx="2337">
                  <c:v>102.975059509277</c:v>
                </c:pt>
                <c:pt idx="2338">
                  <c:v>103.073371887207</c:v>
                </c:pt>
                <c:pt idx="2339">
                  <c:v>103.12474060058599</c:v>
                </c:pt>
                <c:pt idx="2340">
                  <c:v>103.158699035645</c:v>
                </c:pt>
                <c:pt idx="2341">
                  <c:v>103.195587158203</c:v>
                </c:pt>
                <c:pt idx="2342">
                  <c:v>103.20530700683599</c:v>
                </c:pt>
                <c:pt idx="2343">
                  <c:v>103.26904296875</c:v>
                </c:pt>
                <c:pt idx="2344">
                  <c:v>103.296005249023</c:v>
                </c:pt>
                <c:pt idx="2345">
                  <c:v>103.489364624023</c:v>
                </c:pt>
                <c:pt idx="2346">
                  <c:v>103.76059722900401</c:v>
                </c:pt>
                <c:pt idx="2347">
                  <c:v>103.73053741455099</c:v>
                </c:pt>
                <c:pt idx="2348">
                  <c:v>103.75624847412099</c:v>
                </c:pt>
                <c:pt idx="2349">
                  <c:v>103.89950561523401</c:v>
                </c:pt>
                <c:pt idx="2350">
                  <c:v>103.886192321777</c:v>
                </c:pt>
                <c:pt idx="2351">
                  <c:v>103.87575531005901</c:v>
                </c:pt>
                <c:pt idx="2352">
                  <c:v>103.940322875977</c:v>
                </c:pt>
                <c:pt idx="2353">
                  <c:v>103.98793792724599</c:v>
                </c:pt>
                <c:pt idx="2354">
                  <c:v>104.04270935058599</c:v>
                </c:pt>
                <c:pt idx="2355">
                  <c:v>104.126876831055</c:v>
                </c:pt>
                <c:pt idx="2356">
                  <c:v>104.25146484375</c:v>
                </c:pt>
                <c:pt idx="2357">
                  <c:v>104.237518310547</c:v>
                </c:pt>
                <c:pt idx="2358">
                  <c:v>104.189247131348</c:v>
                </c:pt>
                <c:pt idx="2359">
                  <c:v>104.184196472168</c:v>
                </c:pt>
                <c:pt idx="2360">
                  <c:v>104.28444671630901</c:v>
                </c:pt>
                <c:pt idx="2361">
                  <c:v>104.357307434082</c:v>
                </c:pt>
                <c:pt idx="2362">
                  <c:v>104.37133026123</c:v>
                </c:pt>
                <c:pt idx="2363">
                  <c:v>104.408447265625</c:v>
                </c:pt>
                <c:pt idx="2364">
                  <c:v>104.44295501709</c:v>
                </c:pt>
                <c:pt idx="2365">
                  <c:v>104.36115264892599</c:v>
                </c:pt>
                <c:pt idx="2366">
                  <c:v>104.452262878418</c:v>
                </c:pt>
                <c:pt idx="2367">
                  <c:v>104.557456970215</c:v>
                </c:pt>
                <c:pt idx="2368">
                  <c:v>104.59702301025401</c:v>
                </c:pt>
                <c:pt idx="2369">
                  <c:v>104.65739440918</c:v>
                </c:pt>
                <c:pt idx="2370">
                  <c:v>104.689094543457</c:v>
                </c:pt>
                <c:pt idx="2371">
                  <c:v>104.661239624023</c:v>
                </c:pt>
                <c:pt idx="2372">
                  <c:v>104.70955657959</c:v>
                </c:pt>
                <c:pt idx="2373">
                  <c:v>104.61472320556599</c:v>
                </c:pt>
                <c:pt idx="2374">
                  <c:v>104.64037322998</c:v>
                </c:pt>
                <c:pt idx="2375">
                  <c:v>104.698280334473</c:v>
                </c:pt>
                <c:pt idx="2376">
                  <c:v>104.67742156982401</c:v>
                </c:pt>
                <c:pt idx="2377">
                  <c:v>104.69841766357401</c:v>
                </c:pt>
                <c:pt idx="2378">
                  <c:v>104.655143737793</c:v>
                </c:pt>
                <c:pt idx="2379">
                  <c:v>104.57820892334</c:v>
                </c:pt>
                <c:pt idx="2380">
                  <c:v>104.488243103027</c:v>
                </c:pt>
                <c:pt idx="2381">
                  <c:v>104.51148223877</c:v>
                </c:pt>
                <c:pt idx="2382">
                  <c:v>104.577156066895</c:v>
                </c:pt>
                <c:pt idx="2383">
                  <c:v>104.54355621337901</c:v>
                </c:pt>
                <c:pt idx="2384">
                  <c:v>104.53823852539099</c:v>
                </c:pt>
                <c:pt idx="2385">
                  <c:v>104.452110290527</c:v>
                </c:pt>
                <c:pt idx="2386">
                  <c:v>104.36322021484401</c:v>
                </c:pt>
                <c:pt idx="2387">
                  <c:v>104.307022094727</c:v>
                </c:pt>
                <c:pt idx="2388">
                  <c:v>104.264450073242</c:v>
                </c:pt>
                <c:pt idx="2389">
                  <c:v>104.27182006835901</c:v>
                </c:pt>
                <c:pt idx="2390">
                  <c:v>104.13833618164099</c:v>
                </c:pt>
                <c:pt idx="2391">
                  <c:v>104.165031433105</c:v>
                </c:pt>
                <c:pt idx="2392">
                  <c:v>104.106399536133</c:v>
                </c:pt>
                <c:pt idx="2393">
                  <c:v>104.075439453125</c:v>
                </c:pt>
                <c:pt idx="2394">
                  <c:v>104.00266265869099</c:v>
                </c:pt>
                <c:pt idx="2395">
                  <c:v>104.025360107422</c:v>
                </c:pt>
                <c:pt idx="2396">
                  <c:v>104.02707672119099</c:v>
                </c:pt>
                <c:pt idx="2397">
                  <c:v>103.86929321289099</c:v>
                </c:pt>
                <c:pt idx="2398">
                  <c:v>103.768257141113</c:v>
                </c:pt>
                <c:pt idx="2399">
                  <c:v>103.68972015380901</c:v>
                </c:pt>
                <c:pt idx="2400">
                  <c:v>103.625</c:v>
                </c:pt>
                <c:pt idx="2401">
                  <c:v>103.66513824462901</c:v>
                </c:pt>
                <c:pt idx="2402">
                  <c:v>103.49591064453099</c:v>
                </c:pt>
                <c:pt idx="2403">
                  <c:v>103.43057250976599</c:v>
                </c:pt>
                <c:pt idx="2404">
                  <c:v>103.386222839355</c:v>
                </c:pt>
                <c:pt idx="2405">
                  <c:v>103.36442565918</c:v>
                </c:pt>
                <c:pt idx="2406">
                  <c:v>103.36879730224599</c:v>
                </c:pt>
                <c:pt idx="2407">
                  <c:v>103.295219421387</c:v>
                </c:pt>
                <c:pt idx="2408">
                  <c:v>103.28090667724599</c:v>
                </c:pt>
                <c:pt idx="2409">
                  <c:v>103.264854431152</c:v>
                </c:pt>
                <c:pt idx="2410">
                  <c:v>103.238876342773</c:v>
                </c:pt>
                <c:pt idx="2411">
                  <c:v>103.21461486816401</c:v>
                </c:pt>
                <c:pt idx="2412">
                  <c:v>103.22068023681599</c:v>
                </c:pt>
                <c:pt idx="2413">
                  <c:v>103.235702514648</c:v>
                </c:pt>
                <c:pt idx="2414">
                  <c:v>103.23032379150401</c:v>
                </c:pt>
                <c:pt idx="2415">
                  <c:v>103.18182373046901</c:v>
                </c:pt>
                <c:pt idx="2416">
                  <c:v>103.120414733887</c:v>
                </c:pt>
                <c:pt idx="2417">
                  <c:v>103.15558624267599</c:v>
                </c:pt>
                <c:pt idx="2418">
                  <c:v>103.081245422363</c:v>
                </c:pt>
                <c:pt idx="2419">
                  <c:v>103.007461547852</c:v>
                </c:pt>
                <c:pt idx="2420">
                  <c:v>102.94728851318401</c:v>
                </c:pt>
                <c:pt idx="2421">
                  <c:v>102.945747375488</c:v>
                </c:pt>
                <c:pt idx="2422">
                  <c:v>102.92592620849599</c:v>
                </c:pt>
                <c:pt idx="2423">
                  <c:v>102.843711853027</c:v>
                </c:pt>
                <c:pt idx="2424">
                  <c:v>102.74935913085901</c:v>
                </c:pt>
                <c:pt idx="2425">
                  <c:v>102.673347473145</c:v>
                </c:pt>
                <c:pt idx="2426">
                  <c:v>102.668510437012</c:v>
                </c:pt>
                <c:pt idx="2427">
                  <c:v>102.63356018066401</c:v>
                </c:pt>
                <c:pt idx="2428">
                  <c:v>102.589485168457</c:v>
                </c:pt>
                <c:pt idx="2429">
                  <c:v>102.518188476563</c:v>
                </c:pt>
                <c:pt idx="2430">
                  <c:v>102.454711914063</c:v>
                </c:pt>
                <c:pt idx="2431">
                  <c:v>102.383979797363</c:v>
                </c:pt>
                <c:pt idx="2432">
                  <c:v>102.339324951172</c:v>
                </c:pt>
                <c:pt idx="2433">
                  <c:v>102.31113433837901</c:v>
                </c:pt>
                <c:pt idx="2434">
                  <c:v>102.237663269043</c:v>
                </c:pt>
                <c:pt idx="2435">
                  <c:v>102.09763336181599</c:v>
                </c:pt>
                <c:pt idx="2436">
                  <c:v>101.99269866943401</c:v>
                </c:pt>
                <c:pt idx="2437">
                  <c:v>101.935195922852</c:v>
                </c:pt>
                <c:pt idx="2438">
                  <c:v>101.80500030517599</c:v>
                </c:pt>
                <c:pt idx="2439">
                  <c:v>101.697830200195</c:v>
                </c:pt>
                <c:pt idx="2440">
                  <c:v>101.643676757813</c:v>
                </c:pt>
                <c:pt idx="2441">
                  <c:v>101.61051940918</c:v>
                </c:pt>
                <c:pt idx="2442">
                  <c:v>101.593368530273</c:v>
                </c:pt>
                <c:pt idx="2443">
                  <c:v>101.58453369140599</c:v>
                </c:pt>
                <c:pt idx="2444">
                  <c:v>101.509841918945</c:v>
                </c:pt>
                <c:pt idx="2445">
                  <c:v>101.49723815918</c:v>
                </c:pt>
                <c:pt idx="2446">
                  <c:v>101.24977111816401</c:v>
                </c:pt>
                <c:pt idx="2447">
                  <c:v>101.101852416992</c:v>
                </c:pt>
                <c:pt idx="2448">
                  <c:v>100.967445373535</c:v>
                </c:pt>
                <c:pt idx="2449">
                  <c:v>100.848152160645</c:v>
                </c:pt>
                <c:pt idx="2450">
                  <c:v>100.768104553223</c:v>
                </c:pt>
                <c:pt idx="2451">
                  <c:v>100.693222045898</c:v>
                </c:pt>
                <c:pt idx="2452">
                  <c:v>100.55417633056599</c:v>
                </c:pt>
                <c:pt idx="2453">
                  <c:v>100.37712097168</c:v>
                </c:pt>
                <c:pt idx="2454">
                  <c:v>100.204795837402</c:v>
                </c:pt>
                <c:pt idx="2455">
                  <c:v>100.025604248047</c:v>
                </c:pt>
                <c:pt idx="2456">
                  <c:v>99.958343505859403</c:v>
                </c:pt>
                <c:pt idx="2457">
                  <c:v>99.925346374511705</c:v>
                </c:pt>
                <c:pt idx="2458">
                  <c:v>99.883018493652301</c:v>
                </c:pt>
                <c:pt idx="2459">
                  <c:v>99.629890441894503</c:v>
                </c:pt>
                <c:pt idx="2460">
                  <c:v>99.722129821777301</c:v>
                </c:pt>
                <c:pt idx="2461">
                  <c:v>99.4219970703125</c:v>
                </c:pt>
                <c:pt idx="2462">
                  <c:v>99.081405639648395</c:v>
                </c:pt>
                <c:pt idx="2463">
                  <c:v>99.251556396484403</c:v>
                </c:pt>
                <c:pt idx="2464">
                  <c:v>99.138366699218807</c:v>
                </c:pt>
                <c:pt idx="2465">
                  <c:v>99.287513732910199</c:v>
                </c:pt>
                <c:pt idx="2466">
                  <c:v>98.925010681152301</c:v>
                </c:pt>
                <c:pt idx="2467">
                  <c:v>98.993858337402301</c:v>
                </c:pt>
                <c:pt idx="2468">
                  <c:v>99.100936889648395</c:v>
                </c:pt>
                <c:pt idx="2469">
                  <c:v>99.073165893554702</c:v>
                </c:pt>
                <c:pt idx="2470">
                  <c:v>99.127822875976605</c:v>
                </c:pt>
                <c:pt idx="2471">
                  <c:v>99.302268981933594</c:v>
                </c:pt>
                <c:pt idx="2472">
                  <c:v>99.497230529785199</c:v>
                </c:pt>
                <c:pt idx="2473">
                  <c:v>99.572486877441406</c:v>
                </c:pt>
                <c:pt idx="2474">
                  <c:v>99.080429077148395</c:v>
                </c:pt>
                <c:pt idx="2475">
                  <c:v>98.7596435546875</c:v>
                </c:pt>
                <c:pt idx="2476">
                  <c:v>99.031929016113295</c:v>
                </c:pt>
                <c:pt idx="2477">
                  <c:v>99.085121154785199</c:v>
                </c:pt>
                <c:pt idx="2478">
                  <c:v>99.150932312011705</c:v>
                </c:pt>
                <c:pt idx="2479">
                  <c:v>99.196464538574205</c:v>
                </c:pt>
                <c:pt idx="2480">
                  <c:v>99.226387023925795</c:v>
                </c:pt>
                <c:pt idx="2481">
                  <c:v>99.011093139648395</c:v>
                </c:pt>
                <c:pt idx="2482">
                  <c:v>99.177360534667997</c:v>
                </c:pt>
                <c:pt idx="2483">
                  <c:v>98.927070617675795</c:v>
                </c:pt>
                <c:pt idx="2484">
                  <c:v>98.652191162109403</c:v>
                </c:pt>
                <c:pt idx="2485">
                  <c:v>98.518737792968807</c:v>
                </c:pt>
                <c:pt idx="2486">
                  <c:v>98.399223327636705</c:v>
                </c:pt>
                <c:pt idx="2487">
                  <c:v>98.330154418945298</c:v>
                </c:pt>
                <c:pt idx="2488">
                  <c:v>98.294700622558594</c:v>
                </c:pt>
                <c:pt idx="2489">
                  <c:v>98.276496887207003</c:v>
                </c:pt>
                <c:pt idx="2490">
                  <c:v>98.267150878906307</c:v>
                </c:pt>
                <c:pt idx="2491">
                  <c:v>98.262351989746094</c:v>
                </c:pt>
                <c:pt idx="2492">
                  <c:v>98.2598876953125</c:v>
                </c:pt>
                <c:pt idx="2493">
                  <c:v>98.258621215820298</c:v>
                </c:pt>
                <c:pt idx="2494">
                  <c:v>98.257972717285199</c:v>
                </c:pt>
                <c:pt idx="2495">
                  <c:v>98.257637023925795</c:v>
                </c:pt>
                <c:pt idx="2496">
                  <c:v>98.257469177246094</c:v>
                </c:pt>
                <c:pt idx="2497">
                  <c:v>98.257377624511705</c:v>
                </c:pt>
                <c:pt idx="2498">
                  <c:v>98.257331848144503</c:v>
                </c:pt>
                <c:pt idx="2499">
                  <c:v>98.257308959960895</c:v>
                </c:pt>
                <c:pt idx="2500">
                  <c:v>98.257301330566406</c:v>
                </c:pt>
                <c:pt idx="2501">
                  <c:v>98.257293701171903</c:v>
                </c:pt>
                <c:pt idx="2502">
                  <c:v>98.257286071777301</c:v>
                </c:pt>
                <c:pt idx="2503">
                  <c:v>98.257286071777301</c:v>
                </c:pt>
                <c:pt idx="2504">
                  <c:v>98.257286071777301</c:v>
                </c:pt>
                <c:pt idx="2505">
                  <c:v>98.257286071777301</c:v>
                </c:pt>
                <c:pt idx="2506">
                  <c:v>98.257286071777301</c:v>
                </c:pt>
                <c:pt idx="2507">
                  <c:v>98.255805969238295</c:v>
                </c:pt>
                <c:pt idx="2508">
                  <c:v>98.256523132324205</c:v>
                </c:pt>
                <c:pt idx="2509">
                  <c:v>98.256896972656307</c:v>
                </c:pt>
                <c:pt idx="2510">
                  <c:v>98.237121582031307</c:v>
                </c:pt>
                <c:pt idx="2511">
                  <c:v>98.216636657714801</c:v>
                </c:pt>
                <c:pt idx="2512">
                  <c:v>98.163223266601605</c:v>
                </c:pt>
                <c:pt idx="2513">
                  <c:v>98.111663818359403</c:v>
                </c:pt>
                <c:pt idx="2514">
                  <c:v>98.059158325195298</c:v>
                </c:pt>
                <c:pt idx="2515">
                  <c:v>98.037025451660199</c:v>
                </c:pt>
                <c:pt idx="2516">
                  <c:v>97.984474182128906</c:v>
                </c:pt>
                <c:pt idx="2517">
                  <c:v>97.913581848144503</c:v>
                </c:pt>
                <c:pt idx="2518">
                  <c:v>97.890899658203097</c:v>
                </c:pt>
                <c:pt idx="2519">
                  <c:v>97.860954284667997</c:v>
                </c:pt>
                <c:pt idx="2520">
                  <c:v>97.753044128417997</c:v>
                </c:pt>
                <c:pt idx="2521">
                  <c:v>97.679374694824205</c:v>
                </c:pt>
                <c:pt idx="2522">
                  <c:v>97.636291503906307</c:v>
                </c:pt>
                <c:pt idx="2523">
                  <c:v>97.565353393554702</c:v>
                </c:pt>
                <c:pt idx="2524">
                  <c:v>97.528709411621094</c:v>
                </c:pt>
                <c:pt idx="2525">
                  <c:v>97.480186462402301</c:v>
                </c:pt>
                <c:pt idx="2526">
                  <c:v>97.453514099121094</c:v>
                </c:pt>
                <c:pt idx="2527">
                  <c:v>97.3763427734375</c:v>
                </c:pt>
                <c:pt idx="2528">
                  <c:v>97.260002136230497</c:v>
                </c:pt>
                <c:pt idx="2529">
                  <c:v>97.17333984375</c:v>
                </c:pt>
                <c:pt idx="2530">
                  <c:v>97.01953125</c:v>
                </c:pt>
                <c:pt idx="2531">
                  <c:v>97.040412902832003</c:v>
                </c:pt>
                <c:pt idx="2532">
                  <c:v>96.942909240722699</c:v>
                </c:pt>
                <c:pt idx="2533">
                  <c:v>96.8709716796875</c:v>
                </c:pt>
                <c:pt idx="2534">
                  <c:v>96.787834167480497</c:v>
                </c:pt>
                <c:pt idx="2535">
                  <c:v>96.750282287597699</c:v>
                </c:pt>
                <c:pt idx="2536">
                  <c:v>96.745094299316406</c:v>
                </c:pt>
                <c:pt idx="2537">
                  <c:v>96.713005065917997</c:v>
                </c:pt>
                <c:pt idx="2538">
                  <c:v>96.697509765625</c:v>
                </c:pt>
                <c:pt idx="2539">
                  <c:v>96.676376342773395</c:v>
                </c:pt>
                <c:pt idx="2540">
                  <c:v>96.674072265625</c:v>
                </c:pt>
                <c:pt idx="2541">
                  <c:v>96.679061889648395</c:v>
                </c:pt>
                <c:pt idx="2542">
                  <c:v>96.677375793457003</c:v>
                </c:pt>
                <c:pt idx="2543">
                  <c:v>96.679222106933594</c:v>
                </c:pt>
                <c:pt idx="2544">
                  <c:v>96.677337646484403</c:v>
                </c:pt>
                <c:pt idx="2545">
                  <c:v>96.677726745605497</c:v>
                </c:pt>
                <c:pt idx="2546">
                  <c:v>96.679641723632798</c:v>
                </c:pt>
                <c:pt idx="2547">
                  <c:v>96.690475463867202</c:v>
                </c:pt>
                <c:pt idx="2548">
                  <c:v>96.690673828125</c:v>
                </c:pt>
                <c:pt idx="2549">
                  <c:v>96.717567443847699</c:v>
                </c:pt>
                <c:pt idx="2550">
                  <c:v>96.703926086425795</c:v>
                </c:pt>
                <c:pt idx="2551">
                  <c:v>96.704132080078097</c:v>
                </c:pt>
                <c:pt idx="2552">
                  <c:v>96.727859497070298</c:v>
                </c:pt>
                <c:pt idx="2553">
                  <c:v>96.752113342285199</c:v>
                </c:pt>
                <c:pt idx="2554">
                  <c:v>96.743049621582003</c:v>
                </c:pt>
                <c:pt idx="2555">
                  <c:v>96.746734619140597</c:v>
                </c:pt>
                <c:pt idx="2556">
                  <c:v>96.819328308105497</c:v>
                </c:pt>
                <c:pt idx="2557">
                  <c:v>96.8955078125</c:v>
                </c:pt>
                <c:pt idx="2558">
                  <c:v>96.888252258300795</c:v>
                </c:pt>
                <c:pt idx="2559">
                  <c:v>96.959632873535199</c:v>
                </c:pt>
                <c:pt idx="2560">
                  <c:v>96.930335998535199</c:v>
                </c:pt>
                <c:pt idx="2561">
                  <c:v>96.961555480957003</c:v>
                </c:pt>
                <c:pt idx="2562">
                  <c:v>97.067436218261705</c:v>
                </c:pt>
                <c:pt idx="2563">
                  <c:v>97.186141967773395</c:v>
                </c:pt>
                <c:pt idx="2564">
                  <c:v>97.272155761718807</c:v>
                </c:pt>
                <c:pt idx="2565">
                  <c:v>97.291938781738295</c:v>
                </c:pt>
                <c:pt idx="2566">
                  <c:v>97.359184265136705</c:v>
                </c:pt>
                <c:pt idx="2567">
                  <c:v>97.390510559082003</c:v>
                </c:pt>
                <c:pt idx="2568">
                  <c:v>97.445663452148395</c:v>
                </c:pt>
                <c:pt idx="2569">
                  <c:v>97.48779296875</c:v>
                </c:pt>
                <c:pt idx="2570">
                  <c:v>97.487808227539105</c:v>
                </c:pt>
                <c:pt idx="2571">
                  <c:v>97.526679992675795</c:v>
                </c:pt>
                <c:pt idx="2572">
                  <c:v>97.532974243164105</c:v>
                </c:pt>
                <c:pt idx="2573">
                  <c:v>97.573333740234403</c:v>
                </c:pt>
                <c:pt idx="2574">
                  <c:v>97.578628540039105</c:v>
                </c:pt>
                <c:pt idx="2575">
                  <c:v>97.7115478515625</c:v>
                </c:pt>
                <c:pt idx="2576">
                  <c:v>97.787239074707003</c:v>
                </c:pt>
                <c:pt idx="2577">
                  <c:v>97.788101196289105</c:v>
                </c:pt>
                <c:pt idx="2578">
                  <c:v>97.814216613769503</c:v>
                </c:pt>
                <c:pt idx="2579">
                  <c:v>97.873519897460895</c:v>
                </c:pt>
                <c:pt idx="2580">
                  <c:v>97.926689147949205</c:v>
                </c:pt>
                <c:pt idx="2581">
                  <c:v>97.924667358398395</c:v>
                </c:pt>
                <c:pt idx="2582">
                  <c:v>97.927261352539105</c:v>
                </c:pt>
                <c:pt idx="2583">
                  <c:v>97.943817138671903</c:v>
                </c:pt>
                <c:pt idx="2584">
                  <c:v>97.906707763671903</c:v>
                </c:pt>
                <c:pt idx="2585">
                  <c:v>97.931556701660199</c:v>
                </c:pt>
                <c:pt idx="2586">
                  <c:v>97.9632568359375</c:v>
                </c:pt>
                <c:pt idx="2587">
                  <c:v>97.975502014160199</c:v>
                </c:pt>
                <c:pt idx="2588">
                  <c:v>98.024543762207003</c:v>
                </c:pt>
                <c:pt idx="2589">
                  <c:v>97.988052368164105</c:v>
                </c:pt>
                <c:pt idx="2590">
                  <c:v>97.950653076171903</c:v>
                </c:pt>
                <c:pt idx="2591">
                  <c:v>97.9210205078125</c:v>
                </c:pt>
                <c:pt idx="2592">
                  <c:v>97.941322326660199</c:v>
                </c:pt>
                <c:pt idx="2593">
                  <c:v>97.956771850585895</c:v>
                </c:pt>
                <c:pt idx="2594">
                  <c:v>97.971046447753906</c:v>
                </c:pt>
                <c:pt idx="2595">
                  <c:v>98.009078979492202</c:v>
                </c:pt>
                <c:pt idx="2596">
                  <c:v>97.994094848632798</c:v>
                </c:pt>
                <c:pt idx="2597">
                  <c:v>97.914436340332003</c:v>
                </c:pt>
                <c:pt idx="2598">
                  <c:v>97.942581176757798</c:v>
                </c:pt>
                <c:pt idx="2599">
                  <c:v>97.948348999023395</c:v>
                </c:pt>
                <c:pt idx="2600">
                  <c:v>97.947982788085895</c:v>
                </c:pt>
                <c:pt idx="2601">
                  <c:v>97.905014038085895</c:v>
                </c:pt>
                <c:pt idx="2602">
                  <c:v>97.876968383789105</c:v>
                </c:pt>
                <c:pt idx="2603">
                  <c:v>97.853042602539105</c:v>
                </c:pt>
                <c:pt idx="2604">
                  <c:v>97.842758178710895</c:v>
                </c:pt>
                <c:pt idx="2605">
                  <c:v>97.804214477539105</c:v>
                </c:pt>
                <c:pt idx="2606">
                  <c:v>97.780586242675795</c:v>
                </c:pt>
                <c:pt idx="2607">
                  <c:v>97.747421264648395</c:v>
                </c:pt>
                <c:pt idx="2608">
                  <c:v>97.713386535644503</c:v>
                </c:pt>
                <c:pt idx="2609">
                  <c:v>97.625350952148395</c:v>
                </c:pt>
                <c:pt idx="2610">
                  <c:v>97.614753723144503</c:v>
                </c:pt>
                <c:pt idx="2611">
                  <c:v>97.644981384277301</c:v>
                </c:pt>
                <c:pt idx="2612">
                  <c:v>97.655448913574205</c:v>
                </c:pt>
                <c:pt idx="2613">
                  <c:v>97.606193542480497</c:v>
                </c:pt>
                <c:pt idx="2614">
                  <c:v>97.571952819824205</c:v>
                </c:pt>
                <c:pt idx="2615">
                  <c:v>97.610427856445298</c:v>
                </c:pt>
                <c:pt idx="2616">
                  <c:v>97.615966796875</c:v>
                </c:pt>
                <c:pt idx="2617">
                  <c:v>97.617324829101605</c:v>
                </c:pt>
                <c:pt idx="2618">
                  <c:v>97.636634826660199</c:v>
                </c:pt>
                <c:pt idx="2619">
                  <c:v>97.632270812988295</c:v>
                </c:pt>
                <c:pt idx="2620">
                  <c:v>97.691413879394503</c:v>
                </c:pt>
                <c:pt idx="2621">
                  <c:v>97.729957580566406</c:v>
                </c:pt>
                <c:pt idx="2622">
                  <c:v>97.640045166015597</c:v>
                </c:pt>
                <c:pt idx="2623">
                  <c:v>97.588005065917997</c:v>
                </c:pt>
                <c:pt idx="2624">
                  <c:v>97.590980529785199</c:v>
                </c:pt>
                <c:pt idx="2625">
                  <c:v>97.555320739746094</c:v>
                </c:pt>
                <c:pt idx="2626">
                  <c:v>97.606689453125</c:v>
                </c:pt>
                <c:pt idx="2627">
                  <c:v>97.641654968261705</c:v>
                </c:pt>
                <c:pt idx="2628">
                  <c:v>97.615562438964801</c:v>
                </c:pt>
                <c:pt idx="2629">
                  <c:v>97.610855102539105</c:v>
                </c:pt>
                <c:pt idx="2630">
                  <c:v>97.567405700683594</c:v>
                </c:pt>
                <c:pt idx="2631">
                  <c:v>97.548515319824205</c:v>
                </c:pt>
                <c:pt idx="2632">
                  <c:v>97.557479858398395</c:v>
                </c:pt>
                <c:pt idx="2633">
                  <c:v>97.538360595703097</c:v>
                </c:pt>
                <c:pt idx="2634">
                  <c:v>97.546173095703097</c:v>
                </c:pt>
                <c:pt idx="2635">
                  <c:v>97.531509399414105</c:v>
                </c:pt>
                <c:pt idx="2636">
                  <c:v>97.520980834960895</c:v>
                </c:pt>
                <c:pt idx="2637">
                  <c:v>97.510459899902301</c:v>
                </c:pt>
                <c:pt idx="2638">
                  <c:v>97.498504638671903</c:v>
                </c:pt>
                <c:pt idx="2639">
                  <c:v>97.448791503906307</c:v>
                </c:pt>
                <c:pt idx="2640">
                  <c:v>97.385711669921903</c:v>
                </c:pt>
                <c:pt idx="2641">
                  <c:v>97.353546142578097</c:v>
                </c:pt>
                <c:pt idx="2642">
                  <c:v>97.2708740234375</c:v>
                </c:pt>
                <c:pt idx="2643">
                  <c:v>97.1907958984375</c:v>
                </c:pt>
                <c:pt idx="2644">
                  <c:v>97.105545043945298</c:v>
                </c:pt>
                <c:pt idx="2645">
                  <c:v>97.007522583007798</c:v>
                </c:pt>
                <c:pt idx="2646">
                  <c:v>96.943717956542997</c:v>
                </c:pt>
                <c:pt idx="2647">
                  <c:v>96.855453491210895</c:v>
                </c:pt>
                <c:pt idx="2648">
                  <c:v>96.791267395019503</c:v>
                </c:pt>
                <c:pt idx="2649">
                  <c:v>96.763442993164105</c:v>
                </c:pt>
                <c:pt idx="2650">
                  <c:v>96.738517761230497</c:v>
                </c:pt>
                <c:pt idx="2651">
                  <c:v>96.708282470703097</c:v>
                </c:pt>
                <c:pt idx="2652">
                  <c:v>96.692024230957003</c:v>
                </c:pt>
                <c:pt idx="2653">
                  <c:v>96.6756591796875</c:v>
                </c:pt>
                <c:pt idx="2654">
                  <c:v>96.657814025878906</c:v>
                </c:pt>
                <c:pt idx="2655">
                  <c:v>96.618270874023395</c:v>
                </c:pt>
                <c:pt idx="2656">
                  <c:v>96.589508056640597</c:v>
                </c:pt>
                <c:pt idx="2657">
                  <c:v>96.409782409667997</c:v>
                </c:pt>
                <c:pt idx="2658">
                  <c:v>96.302169799804702</c:v>
                </c:pt>
                <c:pt idx="2659">
                  <c:v>96.216339111328097</c:v>
                </c:pt>
                <c:pt idx="2660">
                  <c:v>96.069610595703097</c:v>
                </c:pt>
                <c:pt idx="2661">
                  <c:v>95.945838928222699</c:v>
                </c:pt>
                <c:pt idx="2662">
                  <c:v>95.845108032226605</c:v>
                </c:pt>
                <c:pt idx="2663">
                  <c:v>95.841979980468807</c:v>
                </c:pt>
                <c:pt idx="2664">
                  <c:v>95.842903137207003</c:v>
                </c:pt>
                <c:pt idx="2665">
                  <c:v>95.837059020996094</c:v>
                </c:pt>
                <c:pt idx="2666">
                  <c:v>95.818023681640597</c:v>
                </c:pt>
                <c:pt idx="2667">
                  <c:v>95.698219299316406</c:v>
                </c:pt>
                <c:pt idx="2668">
                  <c:v>95.600822448730497</c:v>
                </c:pt>
                <c:pt idx="2669">
                  <c:v>95.475990295410199</c:v>
                </c:pt>
                <c:pt idx="2670">
                  <c:v>95.411933898925795</c:v>
                </c:pt>
                <c:pt idx="2671">
                  <c:v>95.336036682128906</c:v>
                </c:pt>
                <c:pt idx="2672">
                  <c:v>95.292022705078097</c:v>
                </c:pt>
                <c:pt idx="2673">
                  <c:v>95.215988159179702</c:v>
                </c:pt>
                <c:pt idx="2674">
                  <c:v>95.184425354003906</c:v>
                </c:pt>
                <c:pt idx="2675">
                  <c:v>95.164237976074205</c:v>
                </c:pt>
                <c:pt idx="2676">
                  <c:v>95.134872436523395</c:v>
                </c:pt>
                <c:pt idx="2677">
                  <c:v>95.104133605957003</c:v>
                </c:pt>
                <c:pt idx="2678">
                  <c:v>95.076385498046903</c:v>
                </c:pt>
                <c:pt idx="2679">
                  <c:v>95.059356689453097</c:v>
                </c:pt>
                <c:pt idx="2680">
                  <c:v>95.051841735839801</c:v>
                </c:pt>
                <c:pt idx="2681">
                  <c:v>95.047256469726605</c:v>
                </c:pt>
                <c:pt idx="2682">
                  <c:v>95.044403076171903</c:v>
                </c:pt>
                <c:pt idx="2683">
                  <c:v>95.042930603027301</c:v>
                </c:pt>
                <c:pt idx="2684">
                  <c:v>95.042182922363295</c:v>
                </c:pt>
                <c:pt idx="2685">
                  <c:v>95.041793823242202</c:v>
                </c:pt>
                <c:pt idx="2686">
                  <c:v>95.041595458984403</c:v>
                </c:pt>
                <c:pt idx="2687">
                  <c:v>95.041496276855497</c:v>
                </c:pt>
                <c:pt idx="2688">
                  <c:v>95.041442871093807</c:v>
                </c:pt>
                <c:pt idx="2689">
                  <c:v>95.041412353515597</c:v>
                </c:pt>
                <c:pt idx="2690">
                  <c:v>95.041404724121094</c:v>
                </c:pt>
                <c:pt idx="2691">
                  <c:v>95.041397094726605</c:v>
                </c:pt>
                <c:pt idx="2692">
                  <c:v>95.041389465332003</c:v>
                </c:pt>
                <c:pt idx="2693">
                  <c:v>95.041389465332003</c:v>
                </c:pt>
                <c:pt idx="2694">
                  <c:v>95.041389465332003</c:v>
                </c:pt>
                <c:pt idx="2695">
                  <c:v>95.041389465332003</c:v>
                </c:pt>
                <c:pt idx="2696">
                  <c:v>95.035438537597699</c:v>
                </c:pt>
                <c:pt idx="2697">
                  <c:v>95.032920837402301</c:v>
                </c:pt>
                <c:pt idx="2698">
                  <c:v>95.017578125</c:v>
                </c:pt>
                <c:pt idx="2699">
                  <c:v>94.995864868164105</c:v>
                </c:pt>
                <c:pt idx="2700">
                  <c:v>94.992134094238295</c:v>
                </c:pt>
                <c:pt idx="2701">
                  <c:v>94.995796203613295</c:v>
                </c:pt>
                <c:pt idx="2702">
                  <c:v>95.011787414550795</c:v>
                </c:pt>
                <c:pt idx="2703">
                  <c:v>94.928276062011705</c:v>
                </c:pt>
                <c:pt idx="2704">
                  <c:v>94.935729980468807</c:v>
                </c:pt>
                <c:pt idx="2705">
                  <c:v>94.783943176269503</c:v>
                </c:pt>
                <c:pt idx="2706">
                  <c:v>94.700553894042997</c:v>
                </c:pt>
                <c:pt idx="2707">
                  <c:v>94.615615844726605</c:v>
                </c:pt>
                <c:pt idx="2708">
                  <c:v>94.672500610351605</c:v>
                </c:pt>
                <c:pt idx="2709">
                  <c:v>94.781990051269503</c:v>
                </c:pt>
                <c:pt idx="2710">
                  <c:v>94.838844299316406</c:v>
                </c:pt>
                <c:pt idx="2711">
                  <c:v>94.803123474121094</c:v>
                </c:pt>
                <c:pt idx="2712">
                  <c:v>94.6446533203125</c:v>
                </c:pt>
                <c:pt idx="2713">
                  <c:v>94.594894409179702</c:v>
                </c:pt>
                <c:pt idx="2714">
                  <c:v>94.458122253417997</c:v>
                </c:pt>
                <c:pt idx="2715">
                  <c:v>94.357948303222699</c:v>
                </c:pt>
                <c:pt idx="2716">
                  <c:v>94.319183349609403</c:v>
                </c:pt>
                <c:pt idx="2717">
                  <c:v>94.283744812011705</c:v>
                </c:pt>
                <c:pt idx="2718">
                  <c:v>94.240730285644503</c:v>
                </c:pt>
                <c:pt idx="2719">
                  <c:v>94.209220886230497</c:v>
                </c:pt>
                <c:pt idx="2720">
                  <c:v>94.147918701171903</c:v>
                </c:pt>
                <c:pt idx="2721">
                  <c:v>94.124114990234403</c:v>
                </c:pt>
                <c:pt idx="2722">
                  <c:v>94.028022766113295</c:v>
                </c:pt>
                <c:pt idx="2723">
                  <c:v>93.925506591796903</c:v>
                </c:pt>
                <c:pt idx="2724">
                  <c:v>93.841850280761705</c:v>
                </c:pt>
                <c:pt idx="2725">
                  <c:v>93.832687377929702</c:v>
                </c:pt>
                <c:pt idx="2726">
                  <c:v>93.755294799804702</c:v>
                </c:pt>
                <c:pt idx="2727">
                  <c:v>93.620674133300795</c:v>
                </c:pt>
                <c:pt idx="2728">
                  <c:v>93.518669128417997</c:v>
                </c:pt>
                <c:pt idx="2729">
                  <c:v>93.437881469726605</c:v>
                </c:pt>
                <c:pt idx="2730">
                  <c:v>93.39208984375</c:v>
                </c:pt>
                <c:pt idx="2731">
                  <c:v>93.335586547851605</c:v>
                </c:pt>
                <c:pt idx="2732">
                  <c:v>93.303703308105497</c:v>
                </c:pt>
                <c:pt idx="2733">
                  <c:v>93.278907775878906</c:v>
                </c:pt>
                <c:pt idx="2734">
                  <c:v>93.217346191406307</c:v>
                </c:pt>
                <c:pt idx="2735">
                  <c:v>93.012504577636705</c:v>
                </c:pt>
                <c:pt idx="2736">
                  <c:v>92.827217102050795</c:v>
                </c:pt>
                <c:pt idx="2737">
                  <c:v>92.702156066894503</c:v>
                </c:pt>
                <c:pt idx="2738">
                  <c:v>92.6212158203125</c:v>
                </c:pt>
                <c:pt idx="2739">
                  <c:v>92.565841674804702</c:v>
                </c:pt>
                <c:pt idx="2740">
                  <c:v>92.534019470214801</c:v>
                </c:pt>
                <c:pt idx="2741">
                  <c:v>92.492668151855497</c:v>
                </c:pt>
                <c:pt idx="2742">
                  <c:v>92.407485961914105</c:v>
                </c:pt>
                <c:pt idx="2743">
                  <c:v>92.369613647460895</c:v>
                </c:pt>
                <c:pt idx="2744">
                  <c:v>92.267227172851605</c:v>
                </c:pt>
                <c:pt idx="2745">
                  <c:v>92.185157775878906</c:v>
                </c:pt>
                <c:pt idx="2746">
                  <c:v>92.085502624511705</c:v>
                </c:pt>
                <c:pt idx="2747">
                  <c:v>91.965766906738295</c:v>
                </c:pt>
                <c:pt idx="2748">
                  <c:v>91.893096923828097</c:v>
                </c:pt>
                <c:pt idx="2749">
                  <c:v>91.7882080078125</c:v>
                </c:pt>
                <c:pt idx="2750">
                  <c:v>91.67822265625</c:v>
                </c:pt>
                <c:pt idx="2751">
                  <c:v>91.600006103515597</c:v>
                </c:pt>
                <c:pt idx="2752">
                  <c:v>91.494041442871094</c:v>
                </c:pt>
                <c:pt idx="2753">
                  <c:v>91.350135803222699</c:v>
                </c:pt>
                <c:pt idx="2754">
                  <c:v>91.264533996582003</c:v>
                </c:pt>
                <c:pt idx="2755">
                  <c:v>91.199012756347699</c:v>
                </c:pt>
                <c:pt idx="2756">
                  <c:v>91.149017333984403</c:v>
                </c:pt>
                <c:pt idx="2757">
                  <c:v>91.043395996093807</c:v>
                </c:pt>
                <c:pt idx="2758">
                  <c:v>90.953437805175795</c:v>
                </c:pt>
                <c:pt idx="2759">
                  <c:v>90.895881652832003</c:v>
                </c:pt>
                <c:pt idx="2760">
                  <c:v>90.746185302734403</c:v>
                </c:pt>
                <c:pt idx="2761">
                  <c:v>90.601936340332003</c:v>
                </c:pt>
                <c:pt idx="2762">
                  <c:v>90.465110778808594</c:v>
                </c:pt>
                <c:pt idx="2763">
                  <c:v>90.362014770507798</c:v>
                </c:pt>
                <c:pt idx="2764">
                  <c:v>90.277801513671903</c:v>
                </c:pt>
                <c:pt idx="2765">
                  <c:v>90.220352172851605</c:v>
                </c:pt>
                <c:pt idx="2766">
                  <c:v>90.182884216308594</c:v>
                </c:pt>
                <c:pt idx="2767">
                  <c:v>90.121665954589801</c:v>
                </c:pt>
                <c:pt idx="2768">
                  <c:v>89.987739562988295</c:v>
                </c:pt>
                <c:pt idx="2769">
                  <c:v>89.821731567382798</c:v>
                </c:pt>
                <c:pt idx="2770">
                  <c:v>89.686225891113295</c:v>
                </c:pt>
                <c:pt idx="2771">
                  <c:v>89.479377746582003</c:v>
                </c:pt>
                <c:pt idx="2772">
                  <c:v>89.335479736328097</c:v>
                </c:pt>
                <c:pt idx="2773">
                  <c:v>89.271469116210895</c:v>
                </c:pt>
                <c:pt idx="2774">
                  <c:v>89.200569152832003</c:v>
                </c:pt>
                <c:pt idx="2775">
                  <c:v>89.048988342285199</c:v>
                </c:pt>
                <c:pt idx="2776">
                  <c:v>88.954338073730497</c:v>
                </c:pt>
                <c:pt idx="2777">
                  <c:v>88.864120483398395</c:v>
                </c:pt>
                <c:pt idx="2778">
                  <c:v>88.772010803222699</c:v>
                </c:pt>
                <c:pt idx="2779">
                  <c:v>88.67236328125</c:v>
                </c:pt>
                <c:pt idx="2780">
                  <c:v>88.619316101074205</c:v>
                </c:pt>
                <c:pt idx="2781">
                  <c:v>88.571113586425795</c:v>
                </c:pt>
                <c:pt idx="2782">
                  <c:v>88.495666503906307</c:v>
                </c:pt>
                <c:pt idx="2783">
                  <c:v>88.394493103027301</c:v>
                </c:pt>
                <c:pt idx="2784">
                  <c:v>88.258598327636705</c:v>
                </c:pt>
                <c:pt idx="2785">
                  <c:v>88.163673400878906</c:v>
                </c:pt>
                <c:pt idx="2786">
                  <c:v>88.038803100585895</c:v>
                </c:pt>
                <c:pt idx="2787">
                  <c:v>87.903068542480497</c:v>
                </c:pt>
                <c:pt idx="2788">
                  <c:v>87.823715209960895</c:v>
                </c:pt>
                <c:pt idx="2789">
                  <c:v>87.749855041503906</c:v>
                </c:pt>
                <c:pt idx="2790">
                  <c:v>87.620498657226605</c:v>
                </c:pt>
                <c:pt idx="2791">
                  <c:v>87.530471801757798</c:v>
                </c:pt>
                <c:pt idx="2792">
                  <c:v>87.3873291015625</c:v>
                </c:pt>
                <c:pt idx="2793">
                  <c:v>87.263313293457003</c:v>
                </c:pt>
                <c:pt idx="2794">
                  <c:v>87.103469848632798</c:v>
                </c:pt>
                <c:pt idx="2795">
                  <c:v>87.008605957031307</c:v>
                </c:pt>
                <c:pt idx="2796">
                  <c:v>86.970794677734403</c:v>
                </c:pt>
                <c:pt idx="2797">
                  <c:v>86.891281127929702</c:v>
                </c:pt>
                <c:pt idx="2798">
                  <c:v>86.831573486328097</c:v>
                </c:pt>
                <c:pt idx="2799">
                  <c:v>86.787834167480497</c:v>
                </c:pt>
                <c:pt idx="2800">
                  <c:v>86.679862976074205</c:v>
                </c:pt>
                <c:pt idx="2801">
                  <c:v>86.618705749511705</c:v>
                </c:pt>
                <c:pt idx="2802">
                  <c:v>86.421455383300795</c:v>
                </c:pt>
                <c:pt idx="2803">
                  <c:v>86.259765625</c:v>
                </c:pt>
                <c:pt idx="2804">
                  <c:v>86.139823913574205</c:v>
                </c:pt>
                <c:pt idx="2805">
                  <c:v>86.069419860839801</c:v>
                </c:pt>
                <c:pt idx="2806">
                  <c:v>85.9918212890625</c:v>
                </c:pt>
                <c:pt idx="2807">
                  <c:v>85.959037780761705</c:v>
                </c:pt>
                <c:pt idx="2808">
                  <c:v>85.900169372558594</c:v>
                </c:pt>
                <c:pt idx="2809">
                  <c:v>85.869514465332003</c:v>
                </c:pt>
                <c:pt idx="2810">
                  <c:v>85.756004333496094</c:v>
                </c:pt>
                <c:pt idx="2811">
                  <c:v>85.605552673339801</c:v>
                </c:pt>
                <c:pt idx="2812">
                  <c:v>85.436492919921903</c:v>
                </c:pt>
                <c:pt idx="2813">
                  <c:v>85.315200805664105</c:v>
                </c:pt>
                <c:pt idx="2814">
                  <c:v>85.241622924804702</c:v>
                </c:pt>
                <c:pt idx="2815">
                  <c:v>85.208023071289105</c:v>
                </c:pt>
                <c:pt idx="2816">
                  <c:v>85.161842346191406</c:v>
                </c:pt>
                <c:pt idx="2817">
                  <c:v>85.100997924804702</c:v>
                </c:pt>
                <c:pt idx="2818">
                  <c:v>85.037544250488295</c:v>
                </c:pt>
                <c:pt idx="2819">
                  <c:v>84.969177246093807</c:v>
                </c:pt>
                <c:pt idx="2820">
                  <c:v>84.911087036132798</c:v>
                </c:pt>
                <c:pt idx="2821">
                  <c:v>84.820121765136705</c:v>
                </c:pt>
                <c:pt idx="2822">
                  <c:v>84.751358032226605</c:v>
                </c:pt>
                <c:pt idx="2823">
                  <c:v>84.649765014648395</c:v>
                </c:pt>
                <c:pt idx="2824">
                  <c:v>84.564888000488295</c:v>
                </c:pt>
                <c:pt idx="2825">
                  <c:v>84.503700256347699</c:v>
                </c:pt>
                <c:pt idx="2826">
                  <c:v>84.421516418457003</c:v>
                </c:pt>
                <c:pt idx="2827">
                  <c:v>84.365158081054702</c:v>
                </c:pt>
                <c:pt idx="2828">
                  <c:v>84.232902526855497</c:v>
                </c:pt>
                <c:pt idx="2829">
                  <c:v>84.1341552734375</c:v>
                </c:pt>
                <c:pt idx="2830">
                  <c:v>84.029754638671903</c:v>
                </c:pt>
                <c:pt idx="2831">
                  <c:v>83.941078186035199</c:v>
                </c:pt>
                <c:pt idx="2832">
                  <c:v>83.861801147460895</c:v>
                </c:pt>
                <c:pt idx="2833">
                  <c:v>83.806594848632798</c:v>
                </c:pt>
                <c:pt idx="2834">
                  <c:v>83.767463684082003</c:v>
                </c:pt>
                <c:pt idx="2835">
                  <c:v>83.709281921386705</c:v>
                </c:pt>
                <c:pt idx="2836">
                  <c:v>83.662483215332003</c:v>
                </c:pt>
                <c:pt idx="2837">
                  <c:v>83.635528564453097</c:v>
                </c:pt>
                <c:pt idx="2838">
                  <c:v>83.621681213378906</c:v>
                </c:pt>
                <c:pt idx="2839">
                  <c:v>83.611717224121094</c:v>
                </c:pt>
                <c:pt idx="2840">
                  <c:v>83.587059020996094</c:v>
                </c:pt>
                <c:pt idx="2841">
                  <c:v>83.558441162109403</c:v>
                </c:pt>
                <c:pt idx="2842">
                  <c:v>83.449638366699205</c:v>
                </c:pt>
                <c:pt idx="2843">
                  <c:v>83.275619506835895</c:v>
                </c:pt>
                <c:pt idx="2844">
                  <c:v>83.048500061035199</c:v>
                </c:pt>
                <c:pt idx="2845">
                  <c:v>82.892868041992202</c:v>
                </c:pt>
                <c:pt idx="2846">
                  <c:v>82.791847229003906</c:v>
                </c:pt>
                <c:pt idx="2847">
                  <c:v>82.692001342773395</c:v>
                </c:pt>
                <c:pt idx="2848">
                  <c:v>82.613533020019503</c:v>
                </c:pt>
                <c:pt idx="2849">
                  <c:v>82.507377624511705</c:v>
                </c:pt>
                <c:pt idx="2850">
                  <c:v>82.419845581054702</c:v>
                </c:pt>
                <c:pt idx="2851">
                  <c:v>82.373695373535199</c:v>
                </c:pt>
                <c:pt idx="2852">
                  <c:v>82.319587707519503</c:v>
                </c:pt>
                <c:pt idx="2853">
                  <c:v>82.272491455078097</c:v>
                </c:pt>
                <c:pt idx="2854">
                  <c:v>82.250656127929702</c:v>
                </c:pt>
                <c:pt idx="2855">
                  <c:v>82.190925598144503</c:v>
                </c:pt>
                <c:pt idx="2856">
                  <c:v>82.115463256835895</c:v>
                </c:pt>
                <c:pt idx="2857">
                  <c:v>82.055953979492202</c:v>
                </c:pt>
                <c:pt idx="2858">
                  <c:v>82.020156860351605</c:v>
                </c:pt>
                <c:pt idx="2859">
                  <c:v>82.001113891601605</c:v>
                </c:pt>
                <c:pt idx="2860">
                  <c:v>81.987731933593807</c:v>
                </c:pt>
                <c:pt idx="2861">
                  <c:v>81.979103088378906</c:v>
                </c:pt>
                <c:pt idx="2862">
                  <c:v>81.897819519042997</c:v>
                </c:pt>
                <c:pt idx="2863">
                  <c:v>81.770973205566406</c:v>
                </c:pt>
                <c:pt idx="2864">
                  <c:v>81.685523986816406</c:v>
                </c:pt>
                <c:pt idx="2865">
                  <c:v>81.584999084472699</c:v>
                </c:pt>
                <c:pt idx="2866">
                  <c:v>81.462486267089801</c:v>
                </c:pt>
                <c:pt idx="2867">
                  <c:v>81.375137329101605</c:v>
                </c:pt>
                <c:pt idx="2868">
                  <c:v>81.296791076660199</c:v>
                </c:pt>
                <c:pt idx="2869">
                  <c:v>81.220008850097699</c:v>
                </c:pt>
                <c:pt idx="2870">
                  <c:v>81.174613952636705</c:v>
                </c:pt>
                <c:pt idx="2871">
                  <c:v>81.096794128417997</c:v>
                </c:pt>
                <c:pt idx="2872">
                  <c:v>80.975570678710895</c:v>
                </c:pt>
                <c:pt idx="2873">
                  <c:v>80.898979187011705</c:v>
                </c:pt>
                <c:pt idx="2874">
                  <c:v>80.707107543945298</c:v>
                </c:pt>
                <c:pt idx="2875">
                  <c:v>80.549568176269503</c:v>
                </c:pt>
                <c:pt idx="2876">
                  <c:v>80.456390380859403</c:v>
                </c:pt>
                <c:pt idx="2877">
                  <c:v>80.399971008300795</c:v>
                </c:pt>
                <c:pt idx="2878">
                  <c:v>80.352043151855497</c:v>
                </c:pt>
                <c:pt idx="2879">
                  <c:v>80.332679748535199</c:v>
                </c:pt>
                <c:pt idx="2880">
                  <c:v>80.310035705566406</c:v>
                </c:pt>
                <c:pt idx="2881">
                  <c:v>80.307067871093807</c:v>
                </c:pt>
                <c:pt idx="2882">
                  <c:v>80.296096801757798</c:v>
                </c:pt>
                <c:pt idx="2883">
                  <c:v>80.258285522460895</c:v>
                </c:pt>
                <c:pt idx="2884">
                  <c:v>80.223373413085895</c:v>
                </c:pt>
                <c:pt idx="2885">
                  <c:v>80.210350036621094</c:v>
                </c:pt>
                <c:pt idx="2886">
                  <c:v>80.110748291015597</c:v>
                </c:pt>
                <c:pt idx="2887">
                  <c:v>80.028831481933594</c:v>
                </c:pt>
                <c:pt idx="2888">
                  <c:v>79.974029541015597</c:v>
                </c:pt>
                <c:pt idx="2889">
                  <c:v>79.856475830078097</c:v>
                </c:pt>
                <c:pt idx="2890">
                  <c:v>79.765678405761705</c:v>
                </c:pt>
                <c:pt idx="2891">
                  <c:v>79.656051635742202</c:v>
                </c:pt>
                <c:pt idx="2892">
                  <c:v>79.577354431152301</c:v>
                </c:pt>
                <c:pt idx="2893">
                  <c:v>79.522911071777301</c:v>
                </c:pt>
                <c:pt idx="2894">
                  <c:v>79.494926452636705</c:v>
                </c:pt>
                <c:pt idx="2895">
                  <c:v>79.476081848144503</c:v>
                </c:pt>
                <c:pt idx="2896">
                  <c:v>79.426399230957003</c:v>
                </c:pt>
                <c:pt idx="2897">
                  <c:v>79.382476806640597</c:v>
                </c:pt>
                <c:pt idx="2898">
                  <c:v>79.380264282226605</c:v>
                </c:pt>
                <c:pt idx="2899">
                  <c:v>79.350044250488295</c:v>
                </c:pt>
                <c:pt idx="2900">
                  <c:v>79.236915588378906</c:v>
                </c:pt>
                <c:pt idx="2901">
                  <c:v>79.162605285644503</c:v>
                </c:pt>
                <c:pt idx="2902">
                  <c:v>79.129432678222699</c:v>
                </c:pt>
                <c:pt idx="2903">
                  <c:v>79.052848815917997</c:v>
                </c:pt>
                <c:pt idx="2904">
                  <c:v>79.014739990234403</c:v>
                </c:pt>
                <c:pt idx="2905">
                  <c:v>79.005157470703097</c:v>
                </c:pt>
                <c:pt idx="2906">
                  <c:v>78.965248107910199</c:v>
                </c:pt>
                <c:pt idx="2907">
                  <c:v>78.913146972656307</c:v>
                </c:pt>
                <c:pt idx="2908">
                  <c:v>78.882225036621094</c:v>
                </c:pt>
                <c:pt idx="2909">
                  <c:v>78.859085083007798</c:v>
                </c:pt>
                <c:pt idx="2910">
                  <c:v>78.810447692871094</c:v>
                </c:pt>
                <c:pt idx="2911">
                  <c:v>78.798034667968807</c:v>
                </c:pt>
                <c:pt idx="2912">
                  <c:v>78.774147033691406</c:v>
                </c:pt>
                <c:pt idx="2913">
                  <c:v>78.754249572753906</c:v>
                </c:pt>
                <c:pt idx="2914">
                  <c:v>78.731094360351605</c:v>
                </c:pt>
                <c:pt idx="2915">
                  <c:v>78.719207763671903</c:v>
                </c:pt>
                <c:pt idx="2916">
                  <c:v>78.713104248046903</c:v>
                </c:pt>
                <c:pt idx="2917">
                  <c:v>78.709968566894503</c:v>
                </c:pt>
                <c:pt idx="2918">
                  <c:v>78.708358764648395</c:v>
                </c:pt>
                <c:pt idx="2919">
                  <c:v>78.707534790039105</c:v>
                </c:pt>
                <c:pt idx="2920">
                  <c:v>78.707115173339801</c:v>
                </c:pt>
                <c:pt idx="2921">
                  <c:v>78.706893920898395</c:v>
                </c:pt>
                <c:pt idx="2922">
                  <c:v>78.706779479980497</c:v>
                </c:pt>
                <c:pt idx="2923">
                  <c:v>78.706726074218807</c:v>
                </c:pt>
                <c:pt idx="2924">
                  <c:v>78.706695556640597</c:v>
                </c:pt>
                <c:pt idx="2925">
                  <c:v>78.706680297851605</c:v>
                </c:pt>
                <c:pt idx="2926">
                  <c:v>78.706672668457003</c:v>
                </c:pt>
                <c:pt idx="2927">
                  <c:v>78.706672668457003</c:v>
                </c:pt>
                <c:pt idx="2928">
                  <c:v>78.7066650390625</c:v>
                </c:pt>
                <c:pt idx="2929">
                  <c:v>78.7066650390625</c:v>
                </c:pt>
                <c:pt idx="2930">
                  <c:v>78.7066650390625</c:v>
                </c:pt>
                <c:pt idx="2931">
                  <c:v>78.7066650390625</c:v>
                </c:pt>
                <c:pt idx="2932">
                  <c:v>78.7066650390625</c:v>
                </c:pt>
                <c:pt idx="2933">
                  <c:v>78.7066650390625</c:v>
                </c:pt>
                <c:pt idx="2934">
                  <c:v>78.7066650390625</c:v>
                </c:pt>
                <c:pt idx="2935">
                  <c:v>78.7066650390625</c:v>
                </c:pt>
                <c:pt idx="2936">
                  <c:v>78.7066650390625</c:v>
                </c:pt>
                <c:pt idx="2937">
                  <c:v>78.7066650390625</c:v>
                </c:pt>
                <c:pt idx="2938">
                  <c:v>78.7066650390625</c:v>
                </c:pt>
                <c:pt idx="2939">
                  <c:v>78.7066650390625</c:v>
                </c:pt>
                <c:pt idx="2940">
                  <c:v>78.7066650390625</c:v>
                </c:pt>
                <c:pt idx="2941">
                  <c:v>78.700080871582003</c:v>
                </c:pt>
                <c:pt idx="2942">
                  <c:v>78.572982788085895</c:v>
                </c:pt>
                <c:pt idx="2943">
                  <c:v>78.170852661132798</c:v>
                </c:pt>
                <c:pt idx="2944">
                  <c:v>77.875137329101605</c:v>
                </c:pt>
                <c:pt idx="2945">
                  <c:v>77.617240905761705</c:v>
                </c:pt>
                <c:pt idx="2946">
                  <c:v>77.357551574707003</c:v>
                </c:pt>
                <c:pt idx="2947">
                  <c:v>77.241233825683594</c:v>
                </c:pt>
                <c:pt idx="2948">
                  <c:v>77.237449645996094</c:v>
                </c:pt>
                <c:pt idx="2949">
                  <c:v>77.162399291992202</c:v>
                </c:pt>
                <c:pt idx="2950">
                  <c:v>77.119522094726605</c:v>
                </c:pt>
                <c:pt idx="2951">
                  <c:v>77.096977233886705</c:v>
                </c:pt>
                <c:pt idx="2952">
                  <c:v>77.085403442382798</c:v>
                </c:pt>
                <c:pt idx="2953">
                  <c:v>77.079460144042997</c:v>
                </c:pt>
                <c:pt idx="2954">
                  <c:v>77.076408386230497</c:v>
                </c:pt>
                <c:pt idx="2955">
                  <c:v>77.072647094726605</c:v>
                </c:pt>
                <c:pt idx="2956">
                  <c:v>77.067573547363295</c:v>
                </c:pt>
                <c:pt idx="2957">
                  <c:v>77.065696716308594</c:v>
                </c:pt>
                <c:pt idx="2958">
                  <c:v>77.029960632324205</c:v>
                </c:pt>
                <c:pt idx="2959">
                  <c:v>76.907157897949205</c:v>
                </c:pt>
                <c:pt idx="2960">
                  <c:v>76.854133605957003</c:v>
                </c:pt>
                <c:pt idx="2961">
                  <c:v>76.736557006835895</c:v>
                </c:pt>
                <c:pt idx="2962">
                  <c:v>76.599166870117202</c:v>
                </c:pt>
                <c:pt idx="2963">
                  <c:v>76.410858154296903</c:v>
                </c:pt>
                <c:pt idx="2964">
                  <c:v>76.317825317382798</c:v>
                </c:pt>
                <c:pt idx="2965">
                  <c:v>76.270469665527301</c:v>
                </c:pt>
                <c:pt idx="2966">
                  <c:v>76.252716064453097</c:v>
                </c:pt>
                <c:pt idx="2967">
                  <c:v>76.244392395019503</c:v>
                </c:pt>
                <c:pt idx="2968">
                  <c:v>76.225761413574205</c:v>
                </c:pt>
                <c:pt idx="2969">
                  <c:v>76.183074951171903</c:v>
                </c:pt>
                <c:pt idx="2970">
                  <c:v>76.149703979492202</c:v>
                </c:pt>
                <c:pt idx="2971">
                  <c:v>76.121284484863295</c:v>
                </c:pt>
                <c:pt idx="2972">
                  <c:v>76.041717529296903</c:v>
                </c:pt>
                <c:pt idx="2973">
                  <c:v>75.968124389648395</c:v>
                </c:pt>
                <c:pt idx="2974">
                  <c:v>75.892425537109403</c:v>
                </c:pt>
                <c:pt idx="2975">
                  <c:v>75.870994567871094</c:v>
                </c:pt>
                <c:pt idx="2976">
                  <c:v>75.848136901855497</c:v>
                </c:pt>
                <c:pt idx="2977">
                  <c:v>75.851425170898395</c:v>
                </c:pt>
                <c:pt idx="2978">
                  <c:v>75.836410522460895</c:v>
                </c:pt>
                <c:pt idx="2979">
                  <c:v>75.760437011718807</c:v>
                </c:pt>
                <c:pt idx="2980">
                  <c:v>75.713554382324205</c:v>
                </c:pt>
                <c:pt idx="2981">
                  <c:v>75.678039550781307</c:v>
                </c:pt>
                <c:pt idx="2982">
                  <c:v>75.645401000976605</c:v>
                </c:pt>
                <c:pt idx="2983">
                  <c:v>75.60546875</c:v>
                </c:pt>
                <c:pt idx="2984">
                  <c:v>75.597091674804702</c:v>
                </c:pt>
                <c:pt idx="2985">
                  <c:v>75.589790344238295</c:v>
                </c:pt>
                <c:pt idx="2986">
                  <c:v>75.584663391113295</c:v>
                </c:pt>
                <c:pt idx="2987">
                  <c:v>75.579536437988295</c:v>
                </c:pt>
                <c:pt idx="2988">
                  <c:v>75.574569702148395</c:v>
                </c:pt>
                <c:pt idx="2989">
                  <c:v>75.522087097167997</c:v>
                </c:pt>
                <c:pt idx="2990">
                  <c:v>75.4866943359375</c:v>
                </c:pt>
                <c:pt idx="2991">
                  <c:v>75.469078063964801</c:v>
                </c:pt>
                <c:pt idx="2992">
                  <c:v>75.464035034179702</c:v>
                </c:pt>
                <c:pt idx="2993">
                  <c:v>75.464904785156307</c:v>
                </c:pt>
                <c:pt idx="2994">
                  <c:v>75.458312988281307</c:v>
                </c:pt>
                <c:pt idx="2995">
                  <c:v>75.452156066894503</c:v>
                </c:pt>
                <c:pt idx="2996">
                  <c:v>75.446105957031307</c:v>
                </c:pt>
                <c:pt idx="2997">
                  <c:v>75.443000793457003</c:v>
                </c:pt>
                <c:pt idx="2998">
                  <c:v>75.44140625</c:v>
                </c:pt>
                <c:pt idx="2999">
                  <c:v>75.440582275390597</c:v>
                </c:pt>
                <c:pt idx="3000">
                  <c:v>75.440162658691406</c:v>
                </c:pt>
                <c:pt idx="3001">
                  <c:v>75.439949035644503</c:v>
                </c:pt>
                <c:pt idx="3002">
                  <c:v>75.439834594726605</c:v>
                </c:pt>
                <c:pt idx="3003">
                  <c:v>75.439781188964801</c:v>
                </c:pt>
                <c:pt idx="3004">
                  <c:v>75.439750671386705</c:v>
                </c:pt>
                <c:pt idx="3005">
                  <c:v>75.439735412597699</c:v>
                </c:pt>
                <c:pt idx="3006">
                  <c:v>75.3731689453125</c:v>
                </c:pt>
                <c:pt idx="3007">
                  <c:v>75.274017333984403</c:v>
                </c:pt>
                <c:pt idx="3008">
                  <c:v>75.211280822753906</c:v>
                </c:pt>
                <c:pt idx="3009">
                  <c:v>75.228050231933594</c:v>
                </c:pt>
                <c:pt idx="3010">
                  <c:v>75.111465454101605</c:v>
                </c:pt>
                <c:pt idx="3011">
                  <c:v>74.913497924804702</c:v>
                </c:pt>
                <c:pt idx="3012">
                  <c:v>74.837692260742202</c:v>
                </c:pt>
                <c:pt idx="3013">
                  <c:v>74.761856079101605</c:v>
                </c:pt>
                <c:pt idx="3014">
                  <c:v>74.696891784667997</c:v>
                </c:pt>
                <c:pt idx="3015">
                  <c:v>74.647682189941406</c:v>
                </c:pt>
                <c:pt idx="3016">
                  <c:v>74.648490905761705</c:v>
                </c:pt>
                <c:pt idx="3017">
                  <c:v>74.595993041992202</c:v>
                </c:pt>
                <c:pt idx="3018">
                  <c:v>74.518486022949205</c:v>
                </c:pt>
                <c:pt idx="3019">
                  <c:v>74.428581237792997</c:v>
                </c:pt>
                <c:pt idx="3020">
                  <c:v>74.391136169433594</c:v>
                </c:pt>
                <c:pt idx="3021">
                  <c:v>74.375755310058594</c:v>
                </c:pt>
                <c:pt idx="3022">
                  <c:v>74.358489990234403</c:v>
                </c:pt>
                <c:pt idx="3023">
                  <c:v>74.066307067871094</c:v>
                </c:pt>
                <c:pt idx="3024">
                  <c:v>74.108299255371094</c:v>
                </c:pt>
                <c:pt idx="3025">
                  <c:v>74.052406311035199</c:v>
                </c:pt>
                <c:pt idx="3026">
                  <c:v>73.902816772460895</c:v>
                </c:pt>
                <c:pt idx="3027">
                  <c:v>73.611114501953097</c:v>
                </c:pt>
                <c:pt idx="3028">
                  <c:v>73.568634033203097</c:v>
                </c:pt>
                <c:pt idx="3029">
                  <c:v>73.655296325683594</c:v>
                </c:pt>
                <c:pt idx="3030">
                  <c:v>73.485298156738295</c:v>
                </c:pt>
                <c:pt idx="3031">
                  <c:v>73.079124450683594</c:v>
                </c:pt>
                <c:pt idx="3032">
                  <c:v>72.867179870605497</c:v>
                </c:pt>
                <c:pt idx="3033">
                  <c:v>72.971992492675795</c:v>
                </c:pt>
                <c:pt idx="3034">
                  <c:v>72.852149963378906</c:v>
                </c:pt>
                <c:pt idx="3035">
                  <c:v>72.841224670410199</c:v>
                </c:pt>
                <c:pt idx="3036">
                  <c:v>72.748825073242202</c:v>
                </c:pt>
                <c:pt idx="3037">
                  <c:v>72.682151794433594</c:v>
                </c:pt>
                <c:pt idx="3038">
                  <c:v>72.437103271484403</c:v>
                </c:pt>
                <c:pt idx="3039">
                  <c:v>72.327850341796903</c:v>
                </c:pt>
                <c:pt idx="3040">
                  <c:v>72.227577209472699</c:v>
                </c:pt>
                <c:pt idx="3041">
                  <c:v>72.176078796386705</c:v>
                </c:pt>
                <c:pt idx="3042">
                  <c:v>72.149627685546903</c:v>
                </c:pt>
                <c:pt idx="3043">
                  <c:v>72.136054992675795</c:v>
                </c:pt>
                <c:pt idx="3044">
                  <c:v>72.129081726074205</c:v>
                </c:pt>
                <c:pt idx="3045">
                  <c:v>72.125503540039105</c:v>
                </c:pt>
                <c:pt idx="3046">
                  <c:v>72.123672485351605</c:v>
                </c:pt>
                <c:pt idx="3047">
                  <c:v>72.122726440429702</c:v>
                </c:pt>
                <c:pt idx="3048">
                  <c:v>72.122238159179702</c:v>
                </c:pt>
                <c:pt idx="3049">
                  <c:v>72.121994018554702</c:v>
                </c:pt>
                <c:pt idx="3050">
                  <c:v>72.121864318847699</c:v>
                </c:pt>
                <c:pt idx="3051">
                  <c:v>72.121803283691406</c:v>
                </c:pt>
                <c:pt idx="3052">
                  <c:v>72.121765136718807</c:v>
                </c:pt>
                <c:pt idx="3053">
                  <c:v>72.121749877929702</c:v>
                </c:pt>
                <c:pt idx="3054">
                  <c:v>72.121742248535199</c:v>
                </c:pt>
                <c:pt idx="3055">
                  <c:v>72.121734619140597</c:v>
                </c:pt>
                <c:pt idx="3056">
                  <c:v>72.121734619140597</c:v>
                </c:pt>
                <c:pt idx="3057">
                  <c:v>72.121734619140597</c:v>
                </c:pt>
                <c:pt idx="3058">
                  <c:v>72.121734619140597</c:v>
                </c:pt>
                <c:pt idx="3059">
                  <c:v>72.121726989746094</c:v>
                </c:pt>
                <c:pt idx="3060">
                  <c:v>72.121726989746094</c:v>
                </c:pt>
                <c:pt idx="3061">
                  <c:v>72.121726989746094</c:v>
                </c:pt>
                <c:pt idx="3062">
                  <c:v>72.121726989746094</c:v>
                </c:pt>
                <c:pt idx="3063">
                  <c:v>72.121726989746094</c:v>
                </c:pt>
                <c:pt idx="3064">
                  <c:v>72.121726989746094</c:v>
                </c:pt>
                <c:pt idx="3065">
                  <c:v>72.121726989746094</c:v>
                </c:pt>
                <c:pt idx="3066">
                  <c:v>72.121726989746094</c:v>
                </c:pt>
                <c:pt idx="3067">
                  <c:v>72.121726989746094</c:v>
                </c:pt>
                <c:pt idx="3068">
                  <c:v>72.121726989746094</c:v>
                </c:pt>
                <c:pt idx="3069">
                  <c:v>72.121726989746094</c:v>
                </c:pt>
                <c:pt idx="3070">
                  <c:v>72.121726989746094</c:v>
                </c:pt>
                <c:pt idx="3071">
                  <c:v>72.121726989746094</c:v>
                </c:pt>
                <c:pt idx="3072">
                  <c:v>72.121726989746094</c:v>
                </c:pt>
                <c:pt idx="3073">
                  <c:v>72.121726989746094</c:v>
                </c:pt>
                <c:pt idx="3074">
                  <c:v>72.121726989746094</c:v>
                </c:pt>
                <c:pt idx="3075">
                  <c:v>72.121726989746094</c:v>
                </c:pt>
                <c:pt idx="3076">
                  <c:v>72.121726989746094</c:v>
                </c:pt>
                <c:pt idx="3077">
                  <c:v>72.121726989746094</c:v>
                </c:pt>
                <c:pt idx="3078">
                  <c:v>72.121726989746094</c:v>
                </c:pt>
                <c:pt idx="3079">
                  <c:v>72.121726989746094</c:v>
                </c:pt>
                <c:pt idx="3080">
                  <c:v>72.121726989746094</c:v>
                </c:pt>
                <c:pt idx="3081">
                  <c:v>72.121726989746094</c:v>
                </c:pt>
                <c:pt idx="3082">
                  <c:v>72.121726989746094</c:v>
                </c:pt>
                <c:pt idx="3083">
                  <c:v>72.121726989746094</c:v>
                </c:pt>
                <c:pt idx="3084">
                  <c:v>72.121726989746094</c:v>
                </c:pt>
                <c:pt idx="3085">
                  <c:v>72.121726989746094</c:v>
                </c:pt>
                <c:pt idx="3086">
                  <c:v>72.121726989746094</c:v>
                </c:pt>
                <c:pt idx="3087">
                  <c:v>72.121726989746094</c:v>
                </c:pt>
                <c:pt idx="3088">
                  <c:v>72.121726989746094</c:v>
                </c:pt>
                <c:pt idx="3089">
                  <c:v>72.121726989746094</c:v>
                </c:pt>
                <c:pt idx="3090">
                  <c:v>72.121726989746094</c:v>
                </c:pt>
                <c:pt idx="3091">
                  <c:v>72.121726989746094</c:v>
                </c:pt>
                <c:pt idx="3092">
                  <c:v>72.121726989746094</c:v>
                </c:pt>
                <c:pt idx="3093">
                  <c:v>72.121726989746094</c:v>
                </c:pt>
                <c:pt idx="3094">
                  <c:v>72.121726989746094</c:v>
                </c:pt>
                <c:pt idx="3095">
                  <c:v>72.121726989746094</c:v>
                </c:pt>
                <c:pt idx="3096">
                  <c:v>72.121726989746094</c:v>
                </c:pt>
                <c:pt idx="3097">
                  <c:v>72.121726989746094</c:v>
                </c:pt>
                <c:pt idx="3098">
                  <c:v>72.121726989746094</c:v>
                </c:pt>
                <c:pt idx="3099">
                  <c:v>72.121726989746094</c:v>
                </c:pt>
                <c:pt idx="3100">
                  <c:v>72.120765686035199</c:v>
                </c:pt>
                <c:pt idx="3101">
                  <c:v>72.120269775390597</c:v>
                </c:pt>
                <c:pt idx="3102">
                  <c:v>72.116981506347699</c:v>
                </c:pt>
                <c:pt idx="3103">
                  <c:v>72.118324279785199</c:v>
                </c:pt>
                <c:pt idx="3104">
                  <c:v>72.117362976074205</c:v>
                </c:pt>
                <c:pt idx="3105">
                  <c:v>72.119483947753906</c:v>
                </c:pt>
                <c:pt idx="3106">
                  <c:v>72.118919372558594</c:v>
                </c:pt>
                <c:pt idx="3107">
                  <c:v>72.119598388671903</c:v>
                </c:pt>
                <c:pt idx="3108">
                  <c:v>72.115814208984403</c:v>
                </c:pt>
                <c:pt idx="3109">
                  <c:v>72.110832214355497</c:v>
                </c:pt>
                <c:pt idx="3110">
                  <c:v>72.108131408691406</c:v>
                </c:pt>
                <c:pt idx="3111">
                  <c:v>72.103973388671903</c:v>
                </c:pt>
                <c:pt idx="3112">
                  <c:v>72.098274230957003</c:v>
                </c:pt>
                <c:pt idx="3113">
                  <c:v>72.095603942871094</c:v>
                </c:pt>
                <c:pt idx="3114">
                  <c:v>72.103347778320298</c:v>
                </c:pt>
                <c:pt idx="3115">
                  <c:v>72.102355957031307</c:v>
                </c:pt>
                <c:pt idx="3116">
                  <c:v>72.101852416992202</c:v>
                </c:pt>
                <c:pt idx="3117">
                  <c:v>72.100898742675795</c:v>
                </c:pt>
                <c:pt idx="3118">
                  <c:v>72.07421875</c:v>
                </c:pt>
                <c:pt idx="3119">
                  <c:v>72.048896789550795</c:v>
                </c:pt>
                <c:pt idx="3120">
                  <c:v>72.0281982421875</c:v>
                </c:pt>
                <c:pt idx="3121">
                  <c:v>71.992156982421903</c:v>
                </c:pt>
                <c:pt idx="3122">
                  <c:v>71.977218627929702</c:v>
                </c:pt>
                <c:pt idx="3123">
                  <c:v>71.961860656738295</c:v>
                </c:pt>
                <c:pt idx="3124">
                  <c:v>71.965393066406307</c:v>
                </c:pt>
                <c:pt idx="3125">
                  <c:v>71.967643737792997</c:v>
                </c:pt>
                <c:pt idx="3126">
                  <c:v>71.96728515625</c:v>
                </c:pt>
                <c:pt idx="3127">
                  <c:v>71.885955810546903</c:v>
                </c:pt>
                <c:pt idx="3128">
                  <c:v>71.876335144042997</c:v>
                </c:pt>
                <c:pt idx="3129">
                  <c:v>71.861923217773395</c:v>
                </c:pt>
                <c:pt idx="3130">
                  <c:v>71.837783813476605</c:v>
                </c:pt>
                <c:pt idx="3131">
                  <c:v>71.8226318359375</c:v>
                </c:pt>
                <c:pt idx="3132">
                  <c:v>71.800865173339801</c:v>
                </c:pt>
                <c:pt idx="3133">
                  <c:v>71.790451049804702</c:v>
                </c:pt>
                <c:pt idx="3134">
                  <c:v>71.780448913574205</c:v>
                </c:pt>
                <c:pt idx="3135">
                  <c:v>71.781021118164105</c:v>
                </c:pt>
                <c:pt idx="3136">
                  <c:v>71.797256469726605</c:v>
                </c:pt>
                <c:pt idx="3137">
                  <c:v>71.777084350585895</c:v>
                </c:pt>
                <c:pt idx="3138">
                  <c:v>71.711555480957003</c:v>
                </c:pt>
                <c:pt idx="3139">
                  <c:v>71.723480224609403</c:v>
                </c:pt>
                <c:pt idx="3140">
                  <c:v>71.717193603515597</c:v>
                </c:pt>
                <c:pt idx="3141">
                  <c:v>71.643203735351605</c:v>
                </c:pt>
                <c:pt idx="3142">
                  <c:v>71.599479675292997</c:v>
                </c:pt>
                <c:pt idx="3143">
                  <c:v>71.584014892578097</c:v>
                </c:pt>
                <c:pt idx="3144">
                  <c:v>71.576736450195298</c:v>
                </c:pt>
                <c:pt idx="3145">
                  <c:v>71.586219787597699</c:v>
                </c:pt>
                <c:pt idx="3146">
                  <c:v>71.591461181640597</c:v>
                </c:pt>
                <c:pt idx="3147">
                  <c:v>71.567199707031307</c:v>
                </c:pt>
                <c:pt idx="3148">
                  <c:v>71.530693054199205</c:v>
                </c:pt>
                <c:pt idx="3149">
                  <c:v>71.491928100585895</c:v>
                </c:pt>
                <c:pt idx="3150">
                  <c:v>71.445732116699205</c:v>
                </c:pt>
                <c:pt idx="3151">
                  <c:v>71.417289733886705</c:v>
                </c:pt>
                <c:pt idx="3152">
                  <c:v>71.410186767578097</c:v>
                </c:pt>
                <c:pt idx="3153">
                  <c:v>71.403892517089801</c:v>
                </c:pt>
                <c:pt idx="3154">
                  <c:v>71.391143798828097</c:v>
                </c:pt>
                <c:pt idx="3155">
                  <c:v>71.394012451171903</c:v>
                </c:pt>
                <c:pt idx="3156">
                  <c:v>71.402580261230497</c:v>
                </c:pt>
                <c:pt idx="3157">
                  <c:v>71.401153564453097</c:v>
                </c:pt>
                <c:pt idx="3158">
                  <c:v>71.401664733886705</c:v>
                </c:pt>
                <c:pt idx="3159">
                  <c:v>71.407524108886705</c:v>
                </c:pt>
                <c:pt idx="3160">
                  <c:v>71.383163452148395</c:v>
                </c:pt>
                <c:pt idx="3161">
                  <c:v>71.379905700683594</c:v>
                </c:pt>
                <c:pt idx="3162">
                  <c:v>71.340843200683594</c:v>
                </c:pt>
                <c:pt idx="3163">
                  <c:v>71.282966613769503</c:v>
                </c:pt>
                <c:pt idx="3164">
                  <c:v>71.260452270507798</c:v>
                </c:pt>
                <c:pt idx="3165">
                  <c:v>71.273971557617202</c:v>
                </c:pt>
                <c:pt idx="3166">
                  <c:v>71.262649536132798</c:v>
                </c:pt>
                <c:pt idx="3167">
                  <c:v>71.255966186523395</c:v>
                </c:pt>
                <c:pt idx="3168">
                  <c:v>71.254058837890597</c:v>
                </c:pt>
                <c:pt idx="3169">
                  <c:v>71.264297485351605</c:v>
                </c:pt>
                <c:pt idx="3170">
                  <c:v>71.231033325195298</c:v>
                </c:pt>
                <c:pt idx="3171">
                  <c:v>71.157676696777301</c:v>
                </c:pt>
                <c:pt idx="3172">
                  <c:v>71.117973327636705</c:v>
                </c:pt>
                <c:pt idx="3173">
                  <c:v>71.057350158691406</c:v>
                </c:pt>
                <c:pt idx="3174">
                  <c:v>71.027160644531307</c:v>
                </c:pt>
                <c:pt idx="3175">
                  <c:v>70.9984130859375</c:v>
                </c:pt>
                <c:pt idx="3176">
                  <c:v>70.999153137207003</c:v>
                </c:pt>
                <c:pt idx="3177">
                  <c:v>70.991706848144503</c:v>
                </c:pt>
                <c:pt idx="3178">
                  <c:v>70.984825134277301</c:v>
                </c:pt>
                <c:pt idx="3179">
                  <c:v>70.969581604003906</c:v>
                </c:pt>
                <c:pt idx="3180">
                  <c:v>70.969810485839801</c:v>
                </c:pt>
                <c:pt idx="3181">
                  <c:v>70.987266540527301</c:v>
                </c:pt>
                <c:pt idx="3182">
                  <c:v>70.978591918945298</c:v>
                </c:pt>
                <c:pt idx="3183">
                  <c:v>70.966300964355497</c:v>
                </c:pt>
                <c:pt idx="3184">
                  <c:v>70.949440002441406</c:v>
                </c:pt>
                <c:pt idx="3185">
                  <c:v>70.947471618652301</c:v>
                </c:pt>
                <c:pt idx="3186">
                  <c:v>70.923484802246094</c:v>
                </c:pt>
                <c:pt idx="3187">
                  <c:v>70.908752441406307</c:v>
                </c:pt>
                <c:pt idx="3188">
                  <c:v>70.888008117675795</c:v>
                </c:pt>
                <c:pt idx="3189">
                  <c:v>70.878585815429702</c:v>
                </c:pt>
                <c:pt idx="3190">
                  <c:v>70.873107910156307</c:v>
                </c:pt>
                <c:pt idx="3191">
                  <c:v>70.868545532226605</c:v>
                </c:pt>
                <c:pt idx="3192">
                  <c:v>70.866081237792997</c:v>
                </c:pt>
                <c:pt idx="3193">
                  <c:v>70.869232177734403</c:v>
                </c:pt>
                <c:pt idx="3194">
                  <c:v>70.869895935058594</c:v>
                </c:pt>
                <c:pt idx="3195">
                  <c:v>70.880455017089801</c:v>
                </c:pt>
                <c:pt idx="3196">
                  <c:v>70.826255798339801</c:v>
                </c:pt>
                <c:pt idx="3197">
                  <c:v>70.824501037597699</c:v>
                </c:pt>
                <c:pt idx="3198">
                  <c:v>70.779800415039105</c:v>
                </c:pt>
                <c:pt idx="3199">
                  <c:v>70.750534057617202</c:v>
                </c:pt>
                <c:pt idx="3200">
                  <c:v>70.736312866210895</c:v>
                </c:pt>
                <c:pt idx="3201">
                  <c:v>70.710426330566406</c:v>
                </c:pt>
                <c:pt idx="3202">
                  <c:v>70.685356140136705</c:v>
                </c:pt>
                <c:pt idx="3203">
                  <c:v>70.683052062988295</c:v>
                </c:pt>
                <c:pt idx="3204">
                  <c:v>70.678901672363295</c:v>
                </c:pt>
                <c:pt idx="3205">
                  <c:v>70.673164367675795</c:v>
                </c:pt>
                <c:pt idx="3206">
                  <c:v>70.669235229492202</c:v>
                </c:pt>
                <c:pt idx="3207">
                  <c:v>70.667343139648395</c:v>
                </c:pt>
                <c:pt idx="3208">
                  <c:v>70.663063049316406</c:v>
                </c:pt>
                <c:pt idx="3209">
                  <c:v>70.659942626953097</c:v>
                </c:pt>
                <c:pt idx="3210">
                  <c:v>70.663856506347699</c:v>
                </c:pt>
                <c:pt idx="3211">
                  <c:v>70.671875</c:v>
                </c:pt>
                <c:pt idx="3212">
                  <c:v>70.663459777832003</c:v>
                </c:pt>
                <c:pt idx="3213">
                  <c:v>70.658660888671903</c:v>
                </c:pt>
                <c:pt idx="3214">
                  <c:v>70.615791320800795</c:v>
                </c:pt>
                <c:pt idx="3215">
                  <c:v>70.590156555175795</c:v>
                </c:pt>
                <c:pt idx="3216">
                  <c:v>70.569274902343807</c:v>
                </c:pt>
                <c:pt idx="3217">
                  <c:v>70.557937622070298</c:v>
                </c:pt>
                <c:pt idx="3218">
                  <c:v>70.552307128906307</c:v>
                </c:pt>
                <c:pt idx="3219">
                  <c:v>70.549293518066406</c:v>
                </c:pt>
                <c:pt idx="3220">
                  <c:v>70.552352905273395</c:v>
                </c:pt>
                <c:pt idx="3221">
                  <c:v>70.548934936523395</c:v>
                </c:pt>
                <c:pt idx="3222">
                  <c:v>70.547561645507798</c:v>
                </c:pt>
                <c:pt idx="3223">
                  <c:v>70.548446655273395</c:v>
                </c:pt>
                <c:pt idx="3224">
                  <c:v>70.550056457519503</c:v>
                </c:pt>
                <c:pt idx="3225">
                  <c:v>70.545669555664105</c:v>
                </c:pt>
                <c:pt idx="3226">
                  <c:v>70.543365478515597</c:v>
                </c:pt>
                <c:pt idx="3227">
                  <c:v>70.541511535644503</c:v>
                </c:pt>
                <c:pt idx="3228">
                  <c:v>70.540435791015597</c:v>
                </c:pt>
                <c:pt idx="3229">
                  <c:v>70.539886474609403</c:v>
                </c:pt>
                <c:pt idx="3230">
                  <c:v>70.539604187011705</c:v>
                </c:pt>
                <c:pt idx="3231">
                  <c:v>70.539459228515597</c:v>
                </c:pt>
                <c:pt idx="3232">
                  <c:v>70.539382934570298</c:v>
                </c:pt>
                <c:pt idx="3233">
                  <c:v>70.539344787597699</c:v>
                </c:pt>
                <c:pt idx="3234">
                  <c:v>70.541542053222699</c:v>
                </c:pt>
                <c:pt idx="3235">
                  <c:v>70.540451049804702</c:v>
                </c:pt>
                <c:pt idx="3236">
                  <c:v>70.539894104003906</c:v>
                </c:pt>
                <c:pt idx="3237">
                  <c:v>70.539604187011705</c:v>
                </c:pt>
                <c:pt idx="3238">
                  <c:v>70.539459228515597</c:v>
                </c:pt>
                <c:pt idx="3239">
                  <c:v>70.539382934570298</c:v>
                </c:pt>
                <c:pt idx="3240">
                  <c:v>70.539344787597699</c:v>
                </c:pt>
                <c:pt idx="3241">
                  <c:v>70.539321899414105</c:v>
                </c:pt>
                <c:pt idx="3242">
                  <c:v>70.539314270019503</c:v>
                </c:pt>
                <c:pt idx="3243">
                  <c:v>70.539306640625</c:v>
                </c:pt>
                <c:pt idx="3244">
                  <c:v>70.539306640625</c:v>
                </c:pt>
                <c:pt idx="3245">
                  <c:v>70.528961181640597</c:v>
                </c:pt>
                <c:pt idx="3246">
                  <c:v>70.494842529296903</c:v>
                </c:pt>
                <c:pt idx="3247">
                  <c:v>70.507026672363295</c:v>
                </c:pt>
                <c:pt idx="3248">
                  <c:v>70.501235961914105</c:v>
                </c:pt>
                <c:pt idx="3249">
                  <c:v>70.498962402343807</c:v>
                </c:pt>
                <c:pt idx="3250">
                  <c:v>70.503135681152301</c:v>
                </c:pt>
                <c:pt idx="3251">
                  <c:v>70.489669799804702</c:v>
                </c:pt>
                <c:pt idx="3252">
                  <c:v>70.491485595703097</c:v>
                </c:pt>
                <c:pt idx="3253">
                  <c:v>70.514747619628906</c:v>
                </c:pt>
                <c:pt idx="3254">
                  <c:v>70.526695251464801</c:v>
                </c:pt>
                <c:pt idx="3255">
                  <c:v>70.532829284667997</c:v>
                </c:pt>
                <c:pt idx="3256">
                  <c:v>70.535980224609403</c:v>
                </c:pt>
                <c:pt idx="3257">
                  <c:v>70.53759765625</c:v>
                </c:pt>
                <c:pt idx="3258">
                  <c:v>70.517715454101605</c:v>
                </c:pt>
                <c:pt idx="3259">
                  <c:v>70.525093078613295</c:v>
                </c:pt>
                <c:pt idx="3260">
                  <c:v>70.522399902343807</c:v>
                </c:pt>
                <c:pt idx="3261">
                  <c:v>70.512893676757798</c:v>
                </c:pt>
                <c:pt idx="3262">
                  <c:v>70.436286926269503</c:v>
                </c:pt>
                <c:pt idx="3263">
                  <c:v>70.375740051269503</c:v>
                </c:pt>
                <c:pt idx="3264">
                  <c:v>70.366737365722699</c:v>
                </c:pt>
                <c:pt idx="3265">
                  <c:v>70.388534545898395</c:v>
                </c:pt>
                <c:pt idx="3266">
                  <c:v>70.348037719726605</c:v>
                </c:pt>
                <c:pt idx="3267">
                  <c:v>70.319061279296903</c:v>
                </c:pt>
                <c:pt idx="3268">
                  <c:v>70.236358642578097</c:v>
                </c:pt>
                <c:pt idx="3269">
                  <c:v>70.280319213867202</c:v>
                </c:pt>
                <c:pt idx="3270">
                  <c:v>70.288200378417997</c:v>
                </c:pt>
                <c:pt idx="3271">
                  <c:v>70.351455688476605</c:v>
                </c:pt>
                <c:pt idx="3272">
                  <c:v>70.355308532714801</c:v>
                </c:pt>
                <c:pt idx="3273">
                  <c:v>70.314239501953097</c:v>
                </c:pt>
                <c:pt idx="3274">
                  <c:v>70.373550415039105</c:v>
                </c:pt>
                <c:pt idx="3275">
                  <c:v>70.3466796875</c:v>
                </c:pt>
                <c:pt idx="3276">
                  <c:v>70.282989501953097</c:v>
                </c:pt>
                <c:pt idx="3277">
                  <c:v>70.258750915527301</c:v>
                </c:pt>
                <c:pt idx="3278">
                  <c:v>70.097015380859403</c:v>
                </c:pt>
                <c:pt idx="3279">
                  <c:v>70.009529113769503</c:v>
                </c:pt>
                <c:pt idx="3280">
                  <c:v>69.873191833496094</c:v>
                </c:pt>
                <c:pt idx="3281">
                  <c:v>69.941116333007798</c:v>
                </c:pt>
                <c:pt idx="3282">
                  <c:v>69.870559692382798</c:v>
                </c:pt>
                <c:pt idx="3283">
                  <c:v>69.806663513183594</c:v>
                </c:pt>
                <c:pt idx="3284">
                  <c:v>69.758483886718807</c:v>
                </c:pt>
                <c:pt idx="3285">
                  <c:v>69.742256164550795</c:v>
                </c:pt>
                <c:pt idx="3286">
                  <c:v>69.731231689453097</c:v>
                </c:pt>
                <c:pt idx="3287">
                  <c:v>69.718086242675795</c:v>
                </c:pt>
                <c:pt idx="3288">
                  <c:v>69.727867126464801</c:v>
                </c:pt>
                <c:pt idx="3289">
                  <c:v>69.714866638183594</c:v>
                </c:pt>
                <c:pt idx="3290">
                  <c:v>69.688308715820298</c:v>
                </c:pt>
                <c:pt idx="3291">
                  <c:v>69.696449279785199</c:v>
                </c:pt>
                <c:pt idx="3292">
                  <c:v>69.709465026855497</c:v>
                </c:pt>
                <c:pt idx="3293">
                  <c:v>69.687561035156307</c:v>
                </c:pt>
                <c:pt idx="3294">
                  <c:v>69.682144165039105</c:v>
                </c:pt>
                <c:pt idx="3295">
                  <c:v>69.678848266601605</c:v>
                </c:pt>
                <c:pt idx="3296">
                  <c:v>69.679985046386705</c:v>
                </c:pt>
                <c:pt idx="3297">
                  <c:v>69.652626037597699</c:v>
                </c:pt>
                <c:pt idx="3298">
                  <c:v>69.602287292480497</c:v>
                </c:pt>
                <c:pt idx="3299">
                  <c:v>69.585868835449205</c:v>
                </c:pt>
                <c:pt idx="3300">
                  <c:v>69.589340209960895</c:v>
                </c:pt>
                <c:pt idx="3301">
                  <c:v>69.581108093261705</c:v>
                </c:pt>
                <c:pt idx="3302">
                  <c:v>69.567268371582003</c:v>
                </c:pt>
                <c:pt idx="3303">
                  <c:v>69.578681945800795</c:v>
                </c:pt>
                <c:pt idx="3304">
                  <c:v>69.577468872070298</c:v>
                </c:pt>
                <c:pt idx="3305">
                  <c:v>69.575607299804702</c:v>
                </c:pt>
                <c:pt idx="3306">
                  <c:v>69.577819824218807</c:v>
                </c:pt>
                <c:pt idx="3307">
                  <c:v>69.569717407226605</c:v>
                </c:pt>
                <c:pt idx="3308">
                  <c:v>69.561462402343807</c:v>
                </c:pt>
                <c:pt idx="3309">
                  <c:v>69.547058105468807</c:v>
                </c:pt>
                <c:pt idx="3310">
                  <c:v>69.553276062011705</c:v>
                </c:pt>
                <c:pt idx="3311">
                  <c:v>69.552185058593807</c:v>
                </c:pt>
                <c:pt idx="3312">
                  <c:v>69.572822570800795</c:v>
                </c:pt>
                <c:pt idx="3313">
                  <c:v>69.578865051269503</c:v>
                </c:pt>
                <c:pt idx="3314">
                  <c:v>69.499473571777301</c:v>
                </c:pt>
                <c:pt idx="3315">
                  <c:v>69.530158996582003</c:v>
                </c:pt>
                <c:pt idx="3316">
                  <c:v>69.556312561035199</c:v>
                </c:pt>
                <c:pt idx="3317">
                  <c:v>69.568977355957003</c:v>
                </c:pt>
                <c:pt idx="3318">
                  <c:v>69.547157287597699</c:v>
                </c:pt>
                <c:pt idx="3319">
                  <c:v>69.518653869628906</c:v>
                </c:pt>
                <c:pt idx="3320">
                  <c:v>69.466789245605497</c:v>
                </c:pt>
                <c:pt idx="3321">
                  <c:v>69.434898376464801</c:v>
                </c:pt>
                <c:pt idx="3322">
                  <c:v>69.415153503417997</c:v>
                </c:pt>
                <c:pt idx="3323">
                  <c:v>69.367202758789105</c:v>
                </c:pt>
                <c:pt idx="3324">
                  <c:v>69.346771240234403</c:v>
                </c:pt>
                <c:pt idx="3325">
                  <c:v>69.388488769531307</c:v>
                </c:pt>
                <c:pt idx="3326">
                  <c:v>69.350158691406307</c:v>
                </c:pt>
                <c:pt idx="3327">
                  <c:v>69.341667175292997</c:v>
                </c:pt>
                <c:pt idx="3328">
                  <c:v>69.314826965332003</c:v>
                </c:pt>
                <c:pt idx="3329">
                  <c:v>69.306945800781307</c:v>
                </c:pt>
                <c:pt idx="3330">
                  <c:v>69.305259704589801</c:v>
                </c:pt>
                <c:pt idx="3331">
                  <c:v>69.312568664550795</c:v>
                </c:pt>
                <c:pt idx="3332">
                  <c:v>69.326797485351605</c:v>
                </c:pt>
                <c:pt idx="3333">
                  <c:v>69.324478149414105</c:v>
                </c:pt>
                <c:pt idx="3334">
                  <c:v>69.334312438964801</c:v>
                </c:pt>
                <c:pt idx="3335">
                  <c:v>69.346046447753906</c:v>
                </c:pt>
                <c:pt idx="3336">
                  <c:v>69.308326721191406</c:v>
                </c:pt>
                <c:pt idx="3337">
                  <c:v>69.293273925781307</c:v>
                </c:pt>
                <c:pt idx="3338">
                  <c:v>69.297225952148395</c:v>
                </c:pt>
                <c:pt idx="3339">
                  <c:v>69.307373046875</c:v>
                </c:pt>
                <c:pt idx="3340">
                  <c:v>69.281494140625</c:v>
                </c:pt>
                <c:pt idx="3341">
                  <c:v>69.255699157714801</c:v>
                </c:pt>
                <c:pt idx="3342">
                  <c:v>69.244140625</c:v>
                </c:pt>
                <c:pt idx="3343">
                  <c:v>69.231201171875</c:v>
                </c:pt>
                <c:pt idx="3344">
                  <c:v>69.222579956054702</c:v>
                </c:pt>
                <c:pt idx="3345">
                  <c:v>69.261276245117202</c:v>
                </c:pt>
                <c:pt idx="3346">
                  <c:v>69.245544433593807</c:v>
                </c:pt>
                <c:pt idx="3347">
                  <c:v>69.186241149902301</c:v>
                </c:pt>
                <c:pt idx="3348">
                  <c:v>69.169219970703097</c:v>
                </c:pt>
                <c:pt idx="3349">
                  <c:v>69.173530578613295</c:v>
                </c:pt>
                <c:pt idx="3350">
                  <c:v>69.165870666503906</c:v>
                </c:pt>
                <c:pt idx="3351">
                  <c:v>69.160011291503906</c:v>
                </c:pt>
                <c:pt idx="3352">
                  <c:v>69.167945861816406</c:v>
                </c:pt>
                <c:pt idx="3353">
                  <c:v>69.153244018554702</c:v>
                </c:pt>
                <c:pt idx="3354">
                  <c:v>69.1561279296875</c:v>
                </c:pt>
                <c:pt idx="3355">
                  <c:v>69.1512451171875</c:v>
                </c:pt>
                <c:pt idx="3356">
                  <c:v>69.146217346191406</c:v>
                </c:pt>
                <c:pt idx="3357">
                  <c:v>69.142745971679702</c:v>
                </c:pt>
                <c:pt idx="3358">
                  <c:v>69.1387939453125</c:v>
                </c:pt>
                <c:pt idx="3359">
                  <c:v>69.139663696289105</c:v>
                </c:pt>
                <c:pt idx="3360">
                  <c:v>69.145950317382798</c:v>
                </c:pt>
                <c:pt idx="3361">
                  <c:v>69.120307922363295</c:v>
                </c:pt>
                <c:pt idx="3362">
                  <c:v>69.105804443359403</c:v>
                </c:pt>
                <c:pt idx="3363">
                  <c:v>69.131118774414105</c:v>
                </c:pt>
                <c:pt idx="3364">
                  <c:v>69.12255859375</c:v>
                </c:pt>
                <c:pt idx="3365">
                  <c:v>69.099861145019503</c:v>
                </c:pt>
                <c:pt idx="3366">
                  <c:v>69.062767028808594</c:v>
                </c:pt>
                <c:pt idx="3367">
                  <c:v>69.081817626953097</c:v>
                </c:pt>
                <c:pt idx="3368">
                  <c:v>69.108619689941406</c:v>
                </c:pt>
                <c:pt idx="3369">
                  <c:v>69.070182800292997</c:v>
                </c:pt>
                <c:pt idx="3370">
                  <c:v>69.038742065429702</c:v>
                </c:pt>
                <c:pt idx="3371">
                  <c:v>69.019393920898395</c:v>
                </c:pt>
                <c:pt idx="3372">
                  <c:v>69.003715515136705</c:v>
                </c:pt>
                <c:pt idx="3373">
                  <c:v>68.988456726074205</c:v>
                </c:pt>
                <c:pt idx="3374">
                  <c:v>68.986724853515597</c:v>
                </c:pt>
                <c:pt idx="3375">
                  <c:v>68.991981506347699</c:v>
                </c:pt>
                <c:pt idx="3376">
                  <c:v>68.985893249511705</c:v>
                </c:pt>
                <c:pt idx="3377">
                  <c:v>68.981300354003906</c:v>
                </c:pt>
                <c:pt idx="3378">
                  <c:v>68.976287841796903</c:v>
                </c:pt>
                <c:pt idx="3379">
                  <c:v>68.981910705566406</c:v>
                </c:pt>
                <c:pt idx="3380">
                  <c:v>68.987869262695298</c:v>
                </c:pt>
                <c:pt idx="3381">
                  <c:v>68.987518310546903</c:v>
                </c:pt>
                <c:pt idx="3382">
                  <c:v>68.985481262207003</c:v>
                </c:pt>
                <c:pt idx="3383">
                  <c:v>68.979187011718807</c:v>
                </c:pt>
                <c:pt idx="3384">
                  <c:v>68.9796142578125</c:v>
                </c:pt>
                <c:pt idx="3385">
                  <c:v>68.981086730957003</c:v>
                </c:pt>
                <c:pt idx="3386">
                  <c:v>68.986679077148395</c:v>
                </c:pt>
                <c:pt idx="3387">
                  <c:v>68.990989685058594</c:v>
                </c:pt>
                <c:pt idx="3388">
                  <c:v>68.999229431152301</c:v>
                </c:pt>
                <c:pt idx="3389">
                  <c:v>68.996429443359403</c:v>
                </c:pt>
                <c:pt idx="3390">
                  <c:v>68.993743896484403</c:v>
                </c:pt>
                <c:pt idx="3391">
                  <c:v>68.979698181152301</c:v>
                </c:pt>
                <c:pt idx="3392">
                  <c:v>68.964012145996094</c:v>
                </c:pt>
                <c:pt idx="3393">
                  <c:v>68.948638916015597</c:v>
                </c:pt>
                <c:pt idx="3394">
                  <c:v>68.943122863769503</c:v>
                </c:pt>
                <c:pt idx="3395">
                  <c:v>68.944694519042997</c:v>
                </c:pt>
                <c:pt idx="3396">
                  <c:v>68.942344665527301</c:v>
                </c:pt>
                <c:pt idx="3397">
                  <c:v>68.936470031738295</c:v>
                </c:pt>
                <c:pt idx="3398">
                  <c:v>68.940826416015597</c:v>
                </c:pt>
                <c:pt idx="3399">
                  <c:v>68.939491271972699</c:v>
                </c:pt>
                <c:pt idx="3400">
                  <c:v>68.936256408691406</c:v>
                </c:pt>
                <c:pt idx="3401">
                  <c:v>68.926918029785199</c:v>
                </c:pt>
                <c:pt idx="3402">
                  <c:v>68.927253723144503</c:v>
                </c:pt>
                <c:pt idx="3403">
                  <c:v>68.927978515625</c:v>
                </c:pt>
                <c:pt idx="3404">
                  <c:v>68.923629760742202</c:v>
                </c:pt>
                <c:pt idx="3405">
                  <c:v>68.925682067871094</c:v>
                </c:pt>
                <c:pt idx="3406">
                  <c:v>68.934890747070298</c:v>
                </c:pt>
                <c:pt idx="3407">
                  <c:v>68.933479309082003</c:v>
                </c:pt>
                <c:pt idx="3408">
                  <c:v>68.940963745117202</c:v>
                </c:pt>
                <c:pt idx="3409">
                  <c:v>68.933601379394503</c:v>
                </c:pt>
                <c:pt idx="3410">
                  <c:v>68.929260253906307</c:v>
                </c:pt>
                <c:pt idx="3411">
                  <c:v>68.927131652832003</c:v>
                </c:pt>
                <c:pt idx="3412">
                  <c:v>68.934898376464801</c:v>
                </c:pt>
                <c:pt idx="3413">
                  <c:v>68.937019348144503</c:v>
                </c:pt>
                <c:pt idx="3414">
                  <c:v>68.944648742675795</c:v>
                </c:pt>
                <c:pt idx="3415">
                  <c:v>68.944427490234403</c:v>
                </c:pt>
                <c:pt idx="3416">
                  <c:v>68.938591003417997</c:v>
                </c:pt>
                <c:pt idx="3417">
                  <c:v>68.934989929199205</c:v>
                </c:pt>
                <c:pt idx="3418">
                  <c:v>68.933532714843807</c:v>
                </c:pt>
                <c:pt idx="3419">
                  <c:v>68.932899475097699</c:v>
                </c:pt>
                <c:pt idx="3420">
                  <c:v>68.929664611816406</c:v>
                </c:pt>
                <c:pt idx="3421">
                  <c:v>68.926597595214801</c:v>
                </c:pt>
                <c:pt idx="3422">
                  <c:v>68.923538208007798</c:v>
                </c:pt>
                <c:pt idx="3423">
                  <c:v>68.921295166015597</c:v>
                </c:pt>
                <c:pt idx="3424">
                  <c:v>68.927162170410199</c:v>
                </c:pt>
                <c:pt idx="3425">
                  <c:v>68.921920776367202</c:v>
                </c:pt>
                <c:pt idx="3426">
                  <c:v>68.924209594726605</c:v>
                </c:pt>
                <c:pt idx="3427">
                  <c:v>68.920440673828097</c:v>
                </c:pt>
                <c:pt idx="3428">
                  <c:v>68.916717529296903</c:v>
                </c:pt>
                <c:pt idx="3429">
                  <c:v>68.923614501953097</c:v>
                </c:pt>
                <c:pt idx="3430">
                  <c:v>68.929862976074205</c:v>
                </c:pt>
                <c:pt idx="3431">
                  <c:v>68.929252624511705</c:v>
                </c:pt>
                <c:pt idx="3432">
                  <c:v>68.918701171875</c:v>
                </c:pt>
                <c:pt idx="3433">
                  <c:v>68.914123535156307</c:v>
                </c:pt>
                <c:pt idx="3434">
                  <c:v>68.910087585449205</c:v>
                </c:pt>
                <c:pt idx="3435">
                  <c:v>68.908020019531307</c:v>
                </c:pt>
                <c:pt idx="3436">
                  <c:v>68.906951904296903</c:v>
                </c:pt>
                <c:pt idx="3437">
                  <c:v>68.906410217285199</c:v>
                </c:pt>
                <c:pt idx="3438">
                  <c:v>68.907402038574205</c:v>
                </c:pt>
                <c:pt idx="3439">
                  <c:v>68.907798767089801</c:v>
                </c:pt>
                <c:pt idx="3440">
                  <c:v>68.906845092773395</c:v>
                </c:pt>
                <c:pt idx="3441">
                  <c:v>68.906349182128906</c:v>
                </c:pt>
                <c:pt idx="3442">
                  <c:v>68.906097412109403</c:v>
                </c:pt>
                <c:pt idx="3443">
                  <c:v>68.905967712402301</c:v>
                </c:pt>
                <c:pt idx="3444">
                  <c:v>68.9075927734375</c:v>
                </c:pt>
                <c:pt idx="3445">
                  <c:v>68.907508850097699</c:v>
                </c:pt>
                <c:pt idx="3446">
                  <c:v>68.908386230468807</c:v>
                </c:pt>
                <c:pt idx="3447">
                  <c:v>68.907142639160199</c:v>
                </c:pt>
                <c:pt idx="3448">
                  <c:v>68.906929016113295</c:v>
                </c:pt>
                <c:pt idx="3449">
                  <c:v>68.906784057617202</c:v>
                </c:pt>
                <c:pt idx="3450">
                  <c:v>68.906318664550795</c:v>
                </c:pt>
                <c:pt idx="3451">
                  <c:v>68.906082153320298</c:v>
                </c:pt>
                <c:pt idx="3452">
                  <c:v>68.905960083007798</c:v>
                </c:pt>
                <c:pt idx="3453">
                  <c:v>68.905899047851605</c:v>
                </c:pt>
                <c:pt idx="3454">
                  <c:v>68.905868530273395</c:v>
                </c:pt>
                <c:pt idx="3455">
                  <c:v>68.905845642089801</c:v>
                </c:pt>
                <c:pt idx="3456">
                  <c:v>68.905838012695298</c:v>
                </c:pt>
                <c:pt idx="3457">
                  <c:v>68.905838012695298</c:v>
                </c:pt>
                <c:pt idx="3458">
                  <c:v>68.899887084960895</c:v>
                </c:pt>
                <c:pt idx="3459">
                  <c:v>68.897361755371094</c:v>
                </c:pt>
                <c:pt idx="3460">
                  <c:v>68.901481628417997</c:v>
                </c:pt>
                <c:pt idx="3461">
                  <c:v>68.903602600097699</c:v>
                </c:pt>
                <c:pt idx="3462">
                  <c:v>68.904685974121094</c:v>
                </c:pt>
                <c:pt idx="3463">
                  <c:v>68.905242919921903</c:v>
                </c:pt>
                <c:pt idx="3464">
                  <c:v>68.905532836914105</c:v>
                </c:pt>
                <c:pt idx="3465">
                  <c:v>68.905677795410199</c:v>
                </c:pt>
                <c:pt idx="3466">
                  <c:v>68.905754089355497</c:v>
                </c:pt>
                <c:pt idx="3467">
                  <c:v>68.893974304199205</c:v>
                </c:pt>
                <c:pt idx="3468">
                  <c:v>68.899742126464801</c:v>
                </c:pt>
                <c:pt idx="3469">
                  <c:v>68.902702331542997</c:v>
                </c:pt>
                <c:pt idx="3470">
                  <c:v>68.904228210449205</c:v>
                </c:pt>
                <c:pt idx="3471">
                  <c:v>68.905006408691406</c:v>
                </c:pt>
                <c:pt idx="3472">
                  <c:v>68.905410766601605</c:v>
                </c:pt>
                <c:pt idx="3473">
                  <c:v>68.905616760253906</c:v>
                </c:pt>
                <c:pt idx="3474">
                  <c:v>68.905723571777301</c:v>
                </c:pt>
                <c:pt idx="3475">
                  <c:v>68.905776977539105</c:v>
                </c:pt>
                <c:pt idx="3476">
                  <c:v>68.905799865722699</c:v>
                </c:pt>
                <c:pt idx="3477">
                  <c:v>68.905815124511705</c:v>
                </c:pt>
                <c:pt idx="3478">
                  <c:v>68.905822753906307</c:v>
                </c:pt>
                <c:pt idx="3479">
                  <c:v>68.905830383300795</c:v>
                </c:pt>
                <c:pt idx="3480">
                  <c:v>68.905830383300795</c:v>
                </c:pt>
                <c:pt idx="3481">
                  <c:v>68.905830383300795</c:v>
                </c:pt>
                <c:pt idx="3482">
                  <c:v>68.905830383300795</c:v>
                </c:pt>
                <c:pt idx="3483">
                  <c:v>68.905830383300795</c:v>
                </c:pt>
                <c:pt idx="3484">
                  <c:v>68.905830383300795</c:v>
                </c:pt>
                <c:pt idx="3485">
                  <c:v>68.905830383300795</c:v>
                </c:pt>
                <c:pt idx="3486">
                  <c:v>68.905830383300795</c:v>
                </c:pt>
                <c:pt idx="3487">
                  <c:v>68.905830383300795</c:v>
                </c:pt>
                <c:pt idx="3488">
                  <c:v>68.905830383300795</c:v>
                </c:pt>
                <c:pt idx="3489">
                  <c:v>68.905830383300795</c:v>
                </c:pt>
                <c:pt idx="3490">
                  <c:v>68.905830383300795</c:v>
                </c:pt>
                <c:pt idx="3491">
                  <c:v>68.905830383300795</c:v>
                </c:pt>
                <c:pt idx="3492">
                  <c:v>68.905830383300795</c:v>
                </c:pt>
                <c:pt idx="3493">
                  <c:v>68.905830383300795</c:v>
                </c:pt>
                <c:pt idx="3494">
                  <c:v>68.905830383300795</c:v>
                </c:pt>
                <c:pt idx="3495">
                  <c:v>68.905830383300795</c:v>
                </c:pt>
                <c:pt idx="3496">
                  <c:v>68.899032592773395</c:v>
                </c:pt>
                <c:pt idx="3497">
                  <c:v>68.896156311035199</c:v>
                </c:pt>
                <c:pt idx="3498">
                  <c:v>68.900863647460895</c:v>
                </c:pt>
                <c:pt idx="3499">
                  <c:v>68.903282165527301</c:v>
                </c:pt>
                <c:pt idx="3500">
                  <c:v>68.904525756835895</c:v>
                </c:pt>
                <c:pt idx="3501">
                  <c:v>68.8570556640625</c:v>
                </c:pt>
                <c:pt idx="3502">
                  <c:v>68.880783081054702</c:v>
                </c:pt>
                <c:pt idx="3503">
                  <c:v>68.875205993652301</c:v>
                </c:pt>
                <c:pt idx="3504">
                  <c:v>68.866928100585895</c:v>
                </c:pt>
                <c:pt idx="3505">
                  <c:v>68.865242004394503</c:v>
                </c:pt>
                <c:pt idx="3506">
                  <c:v>68.866302490234403</c:v>
                </c:pt>
                <c:pt idx="3507">
                  <c:v>68.838333129882798</c:v>
                </c:pt>
                <c:pt idx="3508">
                  <c:v>68.753623962402301</c:v>
                </c:pt>
                <c:pt idx="3509">
                  <c:v>68.768852233886705</c:v>
                </c:pt>
                <c:pt idx="3510">
                  <c:v>68.717910766601605</c:v>
                </c:pt>
                <c:pt idx="3511">
                  <c:v>68.713249206542997</c:v>
                </c:pt>
                <c:pt idx="3512">
                  <c:v>68.729850769042997</c:v>
                </c:pt>
                <c:pt idx="3513">
                  <c:v>68.678329467773395</c:v>
                </c:pt>
                <c:pt idx="3514">
                  <c:v>68.725914001464801</c:v>
                </c:pt>
                <c:pt idx="3515">
                  <c:v>68.691604614257798</c:v>
                </c:pt>
                <c:pt idx="3516">
                  <c:v>68.733726501464801</c:v>
                </c:pt>
                <c:pt idx="3517">
                  <c:v>68.687355041503906</c:v>
                </c:pt>
                <c:pt idx="3518">
                  <c:v>68.719635009765597</c:v>
                </c:pt>
                <c:pt idx="3519">
                  <c:v>68.742523193359403</c:v>
                </c:pt>
                <c:pt idx="3520">
                  <c:v>68.768013000488295</c:v>
                </c:pt>
                <c:pt idx="3521">
                  <c:v>68.764221191406307</c:v>
                </c:pt>
                <c:pt idx="3522">
                  <c:v>68.746376037597699</c:v>
                </c:pt>
                <c:pt idx="3523">
                  <c:v>68.729576110839801</c:v>
                </c:pt>
                <c:pt idx="3524">
                  <c:v>68.699928283691406</c:v>
                </c:pt>
                <c:pt idx="3525">
                  <c:v>68.632347106933594</c:v>
                </c:pt>
                <c:pt idx="3526">
                  <c:v>68.616432189941406</c:v>
                </c:pt>
                <c:pt idx="3527">
                  <c:v>68.638702392578097</c:v>
                </c:pt>
                <c:pt idx="3528">
                  <c:v>68.689186096191406</c:v>
                </c:pt>
                <c:pt idx="3529">
                  <c:v>68.727127075195298</c:v>
                </c:pt>
                <c:pt idx="3530">
                  <c:v>68.745658874511705</c:v>
                </c:pt>
                <c:pt idx="3531">
                  <c:v>68.692070007324205</c:v>
                </c:pt>
                <c:pt idx="3532">
                  <c:v>68.699668884277301</c:v>
                </c:pt>
                <c:pt idx="3533">
                  <c:v>68.665000915527301</c:v>
                </c:pt>
                <c:pt idx="3534">
                  <c:v>68.625373840332003</c:v>
                </c:pt>
                <c:pt idx="3535">
                  <c:v>68.73828125</c:v>
                </c:pt>
                <c:pt idx="3536">
                  <c:v>68.778854370117202</c:v>
                </c:pt>
                <c:pt idx="3537">
                  <c:v>68.784065246582003</c:v>
                </c:pt>
                <c:pt idx="3538">
                  <c:v>68.759941101074205</c:v>
                </c:pt>
                <c:pt idx="3539">
                  <c:v>68.618789672851605</c:v>
                </c:pt>
                <c:pt idx="3540">
                  <c:v>68.510803222656307</c:v>
                </c:pt>
                <c:pt idx="3541">
                  <c:v>68.553489685058594</c:v>
                </c:pt>
                <c:pt idx="3542">
                  <c:v>68.460205078125</c:v>
                </c:pt>
                <c:pt idx="3543">
                  <c:v>68.389007568359403</c:v>
                </c:pt>
                <c:pt idx="3544">
                  <c:v>68.356216430664105</c:v>
                </c:pt>
                <c:pt idx="3545">
                  <c:v>68.258018493652301</c:v>
                </c:pt>
                <c:pt idx="3546">
                  <c:v>68.194023132324205</c:v>
                </c:pt>
                <c:pt idx="3547">
                  <c:v>68.174369812011705</c:v>
                </c:pt>
                <c:pt idx="3548">
                  <c:v>68.205642700195298</c:v>
                </c:pt>
                <c:pt idx="3549">
                  <c:v>68.223320007324205</c:v>
                </c:pt>
                <c:pt idx="3550">
                  <c:v>68.225814819335895</c:v>
                </c:pt>
                <c:pt idx="3551">
                  <c:v>68.215103149414105</c:v>
                </c:pt>
                <c:pt idx="3552">
                  <c:v>68.214149475097699</c:v>
                </c:pt>
                <c:pt idx="3553">
                  <c:v>68.212051391601605</c:v>
                </c:pt>
                <c:pt idx="3554">
                  <c:v>68.178924560546903</c:v>
                </c:pt>
                <c:pt idx="3555">
                  <c:v>68.150062561035199</c:v>
                </c:pt>
                <c:pt idx="3556">
                  <c:v>68.145523071289105</c:v>
                </c:pt>
                <c:pt idx="3557">
                  <c:v>68.169540405273395</c:v>
                </c:pt>
                <c:pt idx="3558">
                  <c:v>68.166763305664105</c:v>
                </c:pt>
                <c:pt idx="3559">
                  <c:v>68.154327392578097</c:v>
                </c:pt>
                <c:pt idx="3560">
                  <c:v>68.141426086425795</c:v>
                </c:pt>
                <c:pt idx="3561">
                  <c:v>68.130409240722699</c:v>
                </c:pt>
                <c:pt idx="3562">
                  <c:v>68.113456726074205</c:v>
                </c:pt>
                <c:pt idx="3563">
                  <c:v>68.1246337890625</c:v>
                </c:pt>
                <c:pt idx="3564">
                  <c:v>68.133087158203097</c:v>
                </c:pt>
                <c:pt idx="3565">
                  <c:v>68.136604309082003</c:v>
                </c:pt>
                <c:pt idx="3566">
                  <c:v>68.142898559570298</c:v>
                </c:pt>
                <c:pt idx="3567">
                  <c:v>68.166648864746094</c:v>
                </c:pt>
                <c:pt idx="3568">
                  <c:v>68.145095825195298</c:v>
                </c:pt>
                <c:pt idx="3569">
                  <c:v>68.173400878906307</c:v>
                </c:pt>
                <c:pt idx="3570">
                  <c:v>68.163726806640597</c:v>
                </c:pt>
                <c:pt idx="3571">
                  <c:v>68.205245971679702</c:v>
                </c:pt>
                <c:pt idx="3572">
                  <c:v>68.1956787109375</c:v>
                </c:pt>
                <c:pt idx="3573">
                  <c:v>68.162040710449205</c:v>
                </c:pt>
                <c:pt idx="3574">
                  <c:v>68.173469543457003</c:v>
                </c:pt>
                <c:pt idx="3575">
                  <c:v>68.168838500976605</c:v>
                </c:pt>
                <c:pt idx="3576">
                  <c:v>68.1488037109375</c:v>
                </c:pt>
                <c:pt idx="3577">
                  <c:v>68.187629699707003</c:v>
                </c:pt>
                <c:pt idx="3578">
                  <c:v>68.206619262695298</c:v>
                </c:pt>
                <c:pt idx="3579">
                  <c:v>68.184791564941406</c:v>
                </c:pt>
                <c:pt idx="3580">
                  <c:v>68.192008972167997</c:v>
                </c:pt>
                <c:pt idx="3581">
                  <c:v>68.159858703613295</c:v>
                </c:pt>
                <c:pt idx="3582">
                  <c:v>68.143272399902301</c:v>
                </c:pt>
                <c:pt idx="3583">
                  <c:v>68.164924621582003</c:v>
                </c:pt>
                <c:pt idx="3584">
                  <c:v>68.146247863769503</c:v>
                </c:pt>
                <c:pt idx="3585">
                  <c:v>68.181694030761705</c:v>
                </c:pt>
                <c:pt idx="3586">
                  <c:v>68.178939819335895</c:v>
                </c:pt>
                <c:pt idx="3587">
                  <c:v>68.173294067382798</c:v>
                </c:pt>
                <c:pt idx="3588">
                  <c:v>68.115776062011705</c:v>
                </c:pt>
                <c:pt idx="3589">
                  <c:v>68.122497558593807</c:v>
                </c:pt>
                <c:pt idx="3590">
                  <c:v>68.0975341796875</c:v>
                </c:pt>
                <c:pt idx="3591">
                  <c:v>68.145256042480497</c:v>
                </c:pt>
                <c:pt idx="3592">
                  <c:v>68.1632080078125</c:v>
                </c:pt>
                <c:pt idx="3593">
                  <c:v>68.184661865234403</c:v>
                </c:pt>
                <c:pt idx="3594">
                  <c:v>68.187728881835895</c:v>
                </c:pt>
                <c:pt idx="3595">
                  <c:v>68.149009704589801</c:v>
                </c:pt>
                <c:pt idx="3596">
                  <c:v>68.101104736328097</c:v>
                </c:pt>
                <c:pt idx="3597">
                  <c:v>68.044754028320298</c:v>
                </c:pt>
                <c:pt idx="3598">
                  <c:v>68.042396545410199</c:v>
                </c:pt>
                <c:pt idx="3599">
                  <c:v>68.078758239746094</c:v>
                </c:pt>
                <c:pt idx="3600">
                  <c:v>68.058952331542997</c:v>
                </c:pt>
                <c:pt idx="3601">
                  <c:v>68.063011169433594</c:v>
                </c:pt>
                <c:pt idx="3602">
                  <c:v>68.084770202636705</c:v>
                </c:pt>
                <c:pt idx="3603">
                  <c:v>68.039421081542997</c:v>
                </c:pt>
                <c:pt idx="3604">
                  <c:v>67.995429992675795</c:v>
                </c:pt>
                <c:pt idx="3605">
                  <c:v>67.978111267089801</c:v>
                </c:pt>
                <c:pt idx="3606">
                  <c:v>68.009666442871094</c:v>
                </c:pt>
                <c:pt idx="3607">
                  <c:v>67.9744873046875</c:v>
                </c:pt>
                <c:pt idx="3608">
                  <c:v>67.964019775390597</c:v>
                </c:pt>
                <c:pt idx="3609">
                  <c:v>67.940322875976605</c:v>
                </c:pt>
                <c:pt idx="3610">
                  <c:v>67.943000793457003</c:v>
                </c:pt>
                <c:pt idx="3611">
                  <c:v>67.927726745605497</c:v>
                </c:pt>
                <c:pt idx="3612">
                  <c:v>67.931716918945298</c:v>
                </c:pt>
                <c:pt idx="3613">
                  <c:v>67.910606384277301</c:v>
                </c:pt>
                <c:pt idx="3614">
                  <c:v>67.908195495605497</c:v>
                </c:pt>
                <c:pt idx="3615">
                  <c:v>67.929267883300795</c:v>
                </c:pt>
                <c:pt idx="3616">
                  <c:v>67.946746826171903</c:v>
                </c:pt>
                <c:pt idx="3617">
                  <c:v>67.931823730468807</c:v>
                </c:pt>
                <c:pt idx="3618">
                  <c:v>67.929428100585895</c:v>
                </c:pt>
                <c:pt idx="3619">
                  <c:v>67.922393798828097</c:v>
                </c:pt>
                <c:pt idx="3620">
                  <c:v>67.927337646484403</c:v>
                </c:pt>
                <c:pt idx="3621">
                  <c:v>67.92919921875</c:v>
                </c:pt>
                <c:pt idx="3622">
                  <c:v>67.928085327148395</c:v>
                </c:pt>
                <c:pt idx="3623">
                  <c:v>67.939773559570298</c:v>
                </c:pt>
                <c:pt idx="3624">
                  <c:v>67.941925048828097</c:v>
                </c:pt>
                <c:pt idx="3625">
                  <c:v>67.932563781738295</c:v>
                </c:pt>
                <c:pt idx="3626">
                  <c:v>67.927314758300795</c:v>
                </c:pt>
                <c:pt idx="3627">
                  <c:v>67.934280395507798</c:v>
                </c:pt>
                <c:pt idx="3628">
                  <c:v>67.942367553710895</c:v>
                </c:pt>
                <c:pt idx="3629">
                  <c:v>67.954010009765597</c:v>
                </c:pt>
                <c:pt idx="3630">
                  <c:v>67.944793701171903</c:v>
                </c:pt>
                <c:pt idx="3631">
                  <c:v>67.945465087890597</c:v>
                </c:pt>
                <c:pt idx="3632">
                  <c:v>67.969825744628906</c:v>
                </c:pt>
                <c:pt idx="3633">
                  <c:v>67.963684082031307</c:v>
                </c:pt>
                <c:pt idx="3634">
                  <c:v>67.951446533203097</c:v>
                </c:pt>
                <c:pt idx="3635">
                  <c:v>67.952453613281307</c:v>
                </c:pt>
                <c:pt idx="3636">
                  <c:v>67.996002197265597</c:v>
                </c:pt>
                <c:pt idx="3637">
                  <c:v>68.024734497070298</c:v>
                </c:pt>
                <c:pt idx="3638">
                  <c:v>68.042518615722699</c:v>
                </c:pt>
                <c:pt idx="3639">
                  <c:v>68.063018798828097</c:v>
                </c:pt>
                <c:pt idx="3640">
                  <c:v>68.076408386230497</c:v>
                </c:pt>
                <c:pt idx="3641">
                  <c:v>68.067153930664105</c:v>
                </c:pt>
                <c:pt idx="3642">
                  <c:v>68.063041687011705</c:v>
                </c:pt>
                <c:pt idx="3643">
                  <c:v>68.050590515136705</c:v>
                </c:pt>
                <c:pt idx="3644">
                  <c:v>68.031059265136705</c:v>
                </c:pt>
                <c:pt idx="3645">
                  <c:v>68.0394287109375</c:v>
                </c:pt>
                <c:pt idx="3646">
                  <c:v>68.012107849121094</c:v>
                </c:pt>
                <c:pt idx="3647">
                  <c:v>68.047935485839801</c:v>
                </c:pt>
                <c:pt idx="3648">
                  <c:v>68.045768737792997</c:v>
                </c:pt>
                <c:pt idx="3649">
                  <c:v>68.074874877929702</c:v>
                </c:pt>
                <c:pt idx="3650">
                  <c:v>68.027374267578097</c:v>
                </c:pt>
                <c:pt idx="3651">
                  <c:v>68.024742126464801</c:v>
                </c:pt>
                <c:pt idx="3652">
                  <c:v>67.990341186523395</c:v>
                </c:pt>
                <c:pt idx="3653">
                  <c:v>67.945747375488295</c:v>
                </c:pt>
                <c:pt idx="3654">
                  <c:v>67.923515319824205</c:v>
                </c:pt>
                <c:pt idx="3655">
                  <c:v>67.940292358398395</c:v>
                </c:pt>
                <c:pt idx="3656">
                  <c:v>67.994316101074205</c:v>
                </c:pt>
                <c:pt idx="3657">
                  <c:v>68.032295227050795</c:v>
                </c:pt>
                <c:pt idx="3658">
                  <c:v>68.041191101074205</c:v>
                </c:pt>
                <c:pt idx="3659">
                  <c:v>67.956855773925795</c:v>
                </c:pt>
                <c:pt idx="3660">
                  <c:v>67.901161193847699</c:v>
                </c:pt>
                <c:pt idx="3661">
                  <c:v>67.904846191406307</c:v>
                </c:pt>
                <c:pt idx="3662">
                  <c:v>67.862594604492202</c:v>
                </c:pt>
                <c:pt idx="3663">
                  <c:v>67.884574890136705</c:v>
                </c:pt>
                <c:pt idx="3664">
                  <c:v>67.937561035156307</c:v>
                </c:pt>
                <c:pt idx="3665">
                  <c:v>67.931175231933594</c:v>
                </c:pt>
                <c:pt idx="3666">
                  <c:v>67.897041320800795</c:v>
                </c:pt>
                <c:pt idx="3667">
                  <c:v>67.944282531738295</c:v>
                </c:pt>
                <c:pt idx="3668">
                  <c:v>67.8878173828125</c:v>
                </c:pt>
                <c:pt idx="3669">
                  <c:v>67.853294372558594</c:v>
                </c:pt>
                <c:pt idx="3670">
                  <c:v>67.823966979980497</c:v>
                </c:pt>
                <c:pt idx="3671">
                  <c:v>67.813728332519503</c:v>
                </c:pt>
                <c:pt idx="3672">
                  <c:v>67.828437805175795</c:v>
                </c:pt>
                <c:pt idx="3673">
                  <c:v>67.814521789550795</c:v>
                </c:pt>
                <c:pt idx="3674">
                  <c:v>67.808341979980497</c:v>
                </c:pt>
                <c:pt idx="3675">
                  <c:v>67.794281005859403</c:v>
                </c:pt>
                <c:pt idx="3676">
                  <c:v>67.804832458496094</c:v>
                </c:pt>
                <c:pt idx="3677">
                  <c:v>67.780334472656307</c:v>
                </c:pt>
                <c:pt idx="3678">
                  <c:v>67.779884338378906</c:v>
                </c:pt>
                <c:pt idx="3679">
                  <c:v>67.779655456542997</c:v>
                </c:pt>
                <c:pt idx="3680">
                  <c:v>67.779541015625</c:v>
                </c:pt>
                <c:pt idx="3681">
                  <c:v>67.796562194824205</c:v>
                </c:pt>
                <c:pt idx="3682">
                  <c:v>67.813362121582003</c:v>
                </c:pt>
                <c:pt idx="3683">
                  <c:v>67.831481933593807</c:v>
                </c:pt>
                <c:pt idx="3684">
                  <c:v>67.830451965332003</c:v>
                </c:pt>
                <c:pt idx="3685">
                  <c:v>67.816398620605497</c:v>
                </c:pt>
                <c:pt idx="3686">
                  <c:v>67.8310546875</c:v>
                </c:pt>
                <c:pt idx="3687">
                  <c:v>67.852722167968807</c:v>
                </c:pt>
                <c:pt idx="3688">
                  <c:v>67.814430236816406</c:v>
                </c:pt>
                <c:pt idx="3689">
                  <c:v>67.811874389648395</c:v>
                </c:pt>
                <c:pt idx="3690">
                  <c:v>67.824661254882798</c:v>
                </c:pt>
                <c:pt idx="3691">
                  <c:v>67.820289611816406</c:v>
                </c:pt>
                <c:pt idx="3692">
                  <c:v>67.803009033203097</c:v>
                </c:pt>
                <c:pt idx="3693">
                  <c:v>67.803138732910199</c:v>
                </c:pt>
                <c:pt idx="3694">
                  <c:v>67.804840087890597</c:v>
                </c:pt>
                <c:pt idx="3695">
                  <c:v>67.802658081054702</c:v>
                </c:pt>
                <c:pt idx="3696">
                  <c:v>67.806365966796903</c:v>
                </c:pt>
                <c:pt idx="3697">
                  <c:v>67.809814453125</c:v>
                </c:pt>
                <c:pt idx="3698">
                  <c:v>67.800003051757798</c:v>
                </c:pt>
                <c:pt idx="3699">
                  <c:v>67.792198181152301</c:v>
                </c:pt>
                <c:pt idx="3700">
                  <c:v>67.791755676269503</c:v>
                </c:pt>
                <c:pt idx="3701">
                  <c:v>67.790336608886705</c:v>
                </c:pt>
                <c:pt idx="3702">
                  <c:v>67.793296813964801</c:v>
                </c:pt>
                <c:pt idx="3703">
                  <c:v>67.811378479003906</c:v>
                </c:pt>
                <c:pt idx="3704">
                  <c:v>67.821220397949205</c:v>
                </c:pt>
                <c:pt idx="3705">
                  <c:v>67.824882507324205</c:v>
                </c:pt>
                <c:pt idx="3706">
                  <c:v>67.8046875</c:v>
                </c:pt>
                <c:pt idx="3707">
                  <c:v>67.794738769531307</c:v>
                </c:pt>
                <c:pt idx="3708">
                  <c:v>67.806045532226605</c:v>
                </c:pt>
                <c:pt idx="3709">
                  <c:v>67.794494628906307</c:v>
                </c:pt>
                <c:pt idx="3710">
                  <c:v>67.776527404785199</c:v>
                </c:pt>
                <c:pt idx="3711">
                  <c:v>67.785942077636705</c:v>
                </c:pt>
                <c:pt idx="3712">
                  <c:v>67.801773071289105</c:v>
                </c:pt>
                <c:pt idx="3713">
                  <c:v>67.799446105957003</c:v>
                </c:pt>
                <c:pt idx="3714">
                  <c:v>67.782402038574205</c:v>
                </c:pt>
                <c:pt idx="3715">
                  <c:v>67.788139343261705</c:v>
                </c:pt>
                <c:pt idx="3716">
                  <c:v>67.782920837402301</c:v>
                </c:pt>
                <c:pt idx="3717">
                  <c:v>67.799041748046903</c:v>
                </c:pt>
                <c:pt idx="3718">
                  <c:v>67.724952697753906</c:v>
                </c:pt>
                <c:pt idx="3719">
                  <c:v>67.704635620117202</c:v>
                </c:pt>
                <c:pt idx="3720">
                  <c:v>67.610763549804702</c:v>
                </c:pt>
                <c:pt idx="3721">
                  <c:v>67.523674011230497</c:v>
                </c:pt>
                <c:pt idx="3722">
                  <c:v>67.479438781738295</c:v>
                </c:pt>
                <c:pt idx="3723">
                  <c:v>67.441642761230497</c:v>
                </c:pt>
                <c:pt idx="3724">
                  <c:v>67.412773132324205</c:v>
                </c:pt>
                <c:pt idx="3725">
                  <c:v>67.395408630371094</c:v>
                </c:pt>
                <c:pt idx="3726">
                  <c:v>67.394989013671903</c:v>
                </c:pt>
                <c:pt idx="3727">
                  <c:v>67.313484191894503</c:v>
                </c:pt>
                <c:pt idx="3728">
                  <c:v>67.279724121093807</c:v>
                </c:pt>
                <c:pt idx="3729">
                  <c:v>67.251312255859403</c:v>
                </c:pt>
                <c:pt idx="3730">
                  <c:v>67.236709594726605</c:v>
                </c:pt>
                <c:pt idx="3731">
                  <c:v>67.255714416503906</c:v>
                </c:pt>
                <c:pt idx="3732">
                  <c:v>67.247627258300795</c:v>
                </c:pt>
                <c:pt idx="3733">
                  <c:v>67.230895996093807</c:v>
                </c:pt>
                <c:pt idx="3734">
                  <c:v>67.219108581542997</c:v>
                </c:pt>
                <c:pt idx="3735">
                  <c:v>67.153030395507798</c:v>
                </c:pt>
                <c:pt idx="3736">
                  <c:v>67.092063903808594</c:v>
                </c:pt>
                <c:pt idx="3737">
                  <c:v>67.047988891601605</c:v>
                </c:pt>
                <c:pt idx="3738">
                  <c:v>67.007461547851605</c:v>
                </c:pt>
                <c:pt idx="3739">
                  <c:v>66.958572387695298</c:v>
                </c:pt>
                <c:pt idx="3740">
                  <c:v>66.723159790039105</c:v>
                </c:pt>
                <c:pt idx="3741">
                  <c:v>66.339782714843807</c:v>
                </c:pt>
                <c:pt idx="3742">
                  <c:v>66.079193115234403</c:v>
                </c:pt>
                <c:pt idx="3743">
                  <c:v>65.915550231933594</c:v>
                </c:pt>
                <c:pt idx="3744">
                  <c:v>65.7767333984375</c:v>
                </c:pt>
                <c:pt idx="3745">
                  <c:v>65.684837341308594</c:v>
                </c:pt>
                <c:pt idx="3746">
                  <c:v>65.637634277343807</c:v>
                </c:pt>
                <c:pt idx="3747">
                  <c:v>65.6134033203125</c:v>
                </c:pt>
                <c:pt idx="3748">
                  <c:v>65.612785339355497</c:v>
                </c:pt>
                <c:pt idx="3749">
                  <c:v>65.600646972656307</c:v>
                </c:pt>
                <c:pt idx="3750">
                  <c:v>65.594413757324205</c:v>
                </c:pt>
                <c:pt idx="3751">
                  <c:v>65.589622497558594</c:v>
                </c:pt>
                <c:pt idx="3752">
                  <c:v>65.582374572753906</c:v>
                </c:pt>
                <c:pt idx="3753">
                  <c:v>65.579093933105497</c:v>
                </c:pt>
                <c:pt idx="3754">
                  <c:v>65.576431274414105</c:v>
                </c:pt>
                <c:pt idx="3755">
                  <c:v>65.564476013183594</c:v>
                </c:pt>
                <c:pt idx="3756">
                  <c:v>65.5206298828125</c:v>
                </c:pt>
                <c:pt idx="3757">
                  <c:v>65.464897155761705</c:v>
                </c:pt>
                <c:pt idx="3758">
                  <c:v>65.373992919921903</c:v>
                </c:pt>
                <c:pt idx="3759">
                  <c:v>65.259864807128906</c:v>
                </c:pt>
                <c:pt idx="3760">
                  <c:v>65.145332336425795</c:v>
                </c:pt>
                <c:pt idx="3761">
                  <c:v>65.04736328125</c:v>
                </c:pt>
                <c:pt idx="3762">
                  <c:v>64.952903747558594</c:v>
                </c:pt>
                <c:pt idx="3763">
                  <c:v>64.900077819824205</c:v>
                </c:pt>
                <c:pt idx="3764">
                  <c:v>64.724479675292997</c:v>
                </c:pt>
                <c:pt idx="3765">
                  <c:v>64.586608886718807</c:v>
                </c:pt>
                <c:pt idx="3766">
                  <c:v>64.494468688964801</c:v>
                </c:pt>
                <c:pt idx="3767">
                  <c:v>64.410209655761705</c:v>
                </c:pt>
                <c:pt idx="3768">
                  <c:v>64.298072814941406</c:v>
                </c:pt>
                <c:pt idx="3769">
                  <c:v>64.207664489746094</c:v>
                </c:pt>
                <c:pt idx="3770">
                  <c:v>64.151077270507798</c:v>
                </c:pt>
                <c:pt idx="3771">
                  <c:v>64.082359313964801</c:v>
                </c:pt>
                <c:pt idx="3772">
                  <c:v>64.044921875</c:v>
                </c:pt>
                <c:pt idx="3773">
                  <c:v>63.978729248046903</c:v>
                </c:pt>
                <c:pt idx="3774">
                  <c:v>63.866367340087898</c:v>
                </c:pt>
                <c:pt idx="3775">
                  <c:v>63.620689392089801</c:v>
                </c:pt>
                <c:pt idx="3776">
                  <c:v>63.4585571289063</c:v>
                </c:pt>
                <c:pt idx="3777">
                  <c:v>63.298229217529297</c:v>
                </c:pt>
                <c:pt idx="3778">
                  <c:v>63.17138671875</c:v>
                </c:pt>
                <c:pt idx="3779">
                  <c:v>63.029830932617202</c:v>
                </c:pt>
                <c:pt idx="3780">
                  <c:v>62.894908905029297</c:v>
                </c:pt>
                <c:pt idx="3781">
                  <c:v>62.775226593017599</c:v>
                </c:pt>
                <c:pt idx="3782">
                  <c:v>62.671852111816399</c:v>
                </c:pt>
                <c:pt idx="3783">
                  <c:v>62.561065673828097</c:v>
                </c:pt>
                <c:pt idx="3784">
                  <c:v>62.4638862609863</c:v>
                </c:pt>
                <c:pt idx="3785">
                  <c:v>62.374057769775398</c:v>
                </c:pt>
                <c:pt idx="3786">
                  <c:v>62.297134399414098</c:v>
                </c:pt>
                <c:pt idx="3787">
                  <c:v>62.197513580322301</c:v>
                </c:pt>
                <c:pt idx="3788">
                  <c:v>62.106887817382798</c:v>
                </c:pt>
                <c:pt idx="3789">
                  <c:v>62.013317108154297</c:v>
                </c:pt>
                <c:pt idx="3790">
                  <c:v>61.874244689941399</c:v>
                </c:pt>
                <c:pt idx="3791">
                  <c:v>61.739467620849602</c:v>
                </c:pt>
                <c:pt idx="3792">
                  <c:v>61.632072448730497</c:v>
                </c:pt>
                <c:pt idx="3793">
                  <c:v>61.516262054443402</c:v>
                </c:pt>
                <c:pt idx="3794">
                  <c:v>61.414314270019503</c:v>
                </c:pt>
                <c:pt idx="3795">
                  <c:v>61.185356140136697</c:v>
                </c:pt>
                <c:pt idx="3796">
                  <c:v>60.963455200195298</c:v>
                </c:pt>
                <c:pt idx="3797">
                  <c:v>60.830135345458999</c:v>
                </c:pt>
                <c:pt idx="3798">
                  <c:v>60.758350372314503</c:v>
                </c:pt>
                <c:pt idx="3799">
                  <c:v>60.711757659912102</c:v>
                </c:pt>
                <c:pt idx="3800">
                  <c:v>60.657684326171903</c:v>
                </c:pt>
                <c:pt idx="3801">
                  <c:v>60.501316070556598</c:v>
                </c:pt>
                <c:pt idx="3802">
                  <c:v>60.338890075683601</c:v>
                </c:pt>
                <c:pt idx="3803">
                  <c:v>60.135753631591797</c:v>
                </c:pt>
                <c:pt idx="3804">
                  <c:v>60.007381439208999</c:v>
                </c:pt>
                <c:pt idx="3805">
                  <c:v>59.9332084655762</c:v>
                </c:pt>
                <c:pt idx="3806">
                  <c:v>59.812084197998097</c:v>
                </c:pt>
                <c:pt idx="3807">
                  <c:v>59.679412841796903</c:v>
                </c:pt>
                <c:pt idx="3808">
                  <c:v>59.552989959716797</c:v>
                </c:pt>
                <c:pt idx="3809">
                  <c:v>59.438446044921903</c:v>
                </c:pt>
                <c:pt idx="3810">
                  <c:v>59.308059692382798</c:v>
                </c:pt>
                <c:pt idx="3811">
                  <c:v>59.175765991210902</c:v>
                </c:pt>
                <c:pt idx="3812">
                  <c:v>59.0342407226563</c:v>
                </c:pt>
                <c:pt idx="3813">
                  <c:v>58.952255249023402</c:v>
                </c:pt>
                <c:pt idx="3814">
                  <c:v>58.871994018554702</c:v>
                </c:pt>
                <c:pt idx="3815">
                  <c:v>58.761009216308601</c:v>
                </c:pt>
                <c:pt idx="3816">
                  <c:v>58.613430023193402</c:v>
                </c:pt>
                <c:pt idx="3817">
                  <c:v>58.510738372802699</c:v>
                </c:pt>
                <c:pt idx="3818">
                  <c:v>58.445320129394503</c:v>
                </c:pt>
                <c:pt idx="3819">
                  <c:v>58.346645355224602</c:v>
                </c:pt>
                <c:pt idx="3820">
                  <c:v>58.197055816650398</c:v>
                </c:pt>
                <c:pt idx="3821">
                  <c:v>58.050418853759801</c:v>
                </c:pt>
                <c:pt idx="3822">
                  <c:v>57.924369812011697</c:v>
                </c:pt>
                <c:pt idx="3823">
                  <c:v>57.782188415527301</c:v>
                </c:pt>
                <c:pt idx="3824">
                  <c:v>57.649082183837898</c:v>
                </c:pt>
                <c:pt idx="3825">
                  <c:v>57.567371368408203</c:v>
                </c:pt>
                <c:pt idx="3826">
                  <c:v>57.520969390869098</c:v>
                </c:pt>
                <c:pt idx="3827">
                  <c:v>57.496906280517599</c:v>
                </c:pt>
                <c:pt idx="3828">
                  <c:v>57.4845581054688</c:v>
                </c:pt>
                <c:pt idx="3829">
                  <c:v>57.423282623291001</c:v>
                </c:pt>
                <c:pt idx="3830">
                  <c:v>57.119674682617202</c:v>
                </c:pt>
                <c:pt idx="3831">
                  <c:v>56.908485412597699</c:v>
                </c:pt>
                <c:pt idx="3832">
                  <c:v>56.725700378417997</c:v>
                </c:pt>
                <c:pt idx="3833">
                  <c:v>56.603183746337898</c:v>
                </c:pt>
                <c:pt idx="3834">
                  <c:v>56.431209564208999</c:v>
                </c:pt>
                <c:pt idx="3835">
                  <c:v>56.313694000244098</c:v>
                </c:pt>
                <c:pt idx="3836">
                  <c:v>56.178173065185597</c:v>
                </c:pt>
                <c:pt idx="3837">
                  <c:v>56.0525512695313</c:v>
                </c:pt>
                <c:pt idx="3838">
                  <c:v>55.962677001953097</c:v>
                </c:pt>
                <c:pt idx="3839">
                  <c:v>55.904605865478501</c:v>
                </c:pt>
                <c:pt idx="3840">
                  <c:v>55.873023986816399</c:v>
                </c:pt>
                <c:pt idx="3841">
                  <c:v>55.856132507324197</c:v>
                </c:pt>
                <c:pt idx="3842">
                  <c:v>55.847335815429702</c:v>
                </c:pt>
                <c:pt idx="3843">
                  <c:v>55.820514678955099</c:v>
                </c:pt>
                <c:pt idx="3844">
                  <c:v>55.803371429443402</c:v>
                </c:pt>
                <c:pt idx="3845">
                  <c:v>55.607490539550803</c:v>
                </c:pt>
                <c:pt idx="3846">
                  <c:v>55.292152404785199</c:v>
                </c:pt>
                <c:pt idx="3847">
                  <c:v>55.001998901367202</c:v>
                </c:pt>
                <c:pt idx="3848">
                  <c:v>54.790718078613303</c:v>
                </c:pt>
                <c:pt idx="3849">
                  <c:v>54.501804351806598</c:v>
                </c:pt>
                <c:pt idx="3850">
                  <c:v>54.333274841308601</c:v>
                </c:pt>
                <c:pt idx="3851">
                  <c:v>54.245800018310597</c:v>
                </c:pt>
                <c:pt idx="3852">
                  <c:v>54.180953979492202</c:v>
                </c:pt>
                <c:pt idx="3853">
                  <c:v>54.096855163574197</c:v>
                </c:pt>
                <c:pt idx="3854">
                  <c:v>53.958446502685597</c:v>
                </c:pt>
                <c:pt idx="3855">
                  <c:v>53.842208862304702</c:v>
                </c:pt>
                <c:pt idx="3856">
                  <c:v>53.705741882324197</c:v>
                </c:pt>
                <c:pt idx="3857">
                  <c:v>53.539566040039098</c:v>
                </c:pt>
                <c:pt idx="3858">
                  <c:v>53.441173553466797</c:v>
                </c:pt>
                <c:pt idx="3859">
                  <c:v>53.384792327880902</c:v>
                </c:pt>
                <c:pt idx="3860">
                  <c:v>53.294914245605497</c:v>
                </c:pt>
                <c:pt idx="3861">
                  <c:v>53.175945281982401</c:v>
                </c:pt>
                <c:pt idx="3862">
                  <c:v>53.074356079101598</c:v>
                </c:pt>
                <c:pt idx="3863">
                  <c:v>52.975086212158203</c:v>
                </c:pt>
                <c:pt idx="3864">
                  <c:v>52.856552124023402</c:v>
                </c:pt>
                <c:pt idx="3865">
                  <c:v>52.767490386962898</c:v>
                </c:pt>
                <c:pt idx="3866">
                  <c:v>52.6856689453125</c:v>
                </c:pt>
                <c:pt idx="3867">
                  <c:v>52.638229370117202</c:v>
                </c:pt>
                <c:pt idx="3868">
                  <c:v>52.605575561523402</c:v>
                </c:pt>
                <c:pt idx="3869">
                  <c:v>52.588809967041001</c:v>
                </c:pt>
                <c:pt idx="3870">
                  <c:v>52.580196380615199</c:v>
                </c:pt>
                <c:pt idx="3871">
                  <c:v>52.575775146484403</c:v>
                </c:pt>
                <c:pt idx="3872">
                  <c:v>52.5735054016113</c:v>
                </c:pt>
                <c:pt idx="3873">
                  <c:v>52.572338104248097</c:v>
                </c:pt>
                <c:pt idx="3874">
                  <c:v>52.4962768554688</c:v>
                </c:pt>
                <c:pt idx="3875">
                  <c:v>52.403778076171903</c:v>
                </c:pt>
                <c:pt idx="3876">
                  <c:v>51.996223449707003</c:v>
                </c:pt>
                <c:pt idx="3877">
                  <c:v>51.657073974609403</c:v>
                </c:pt>
                <c:pt idx="3878">
                  <c:v>51.423728942871101</c:v>
                </c:pt>
                <c:pt idx="3879">
                  <c:v>51.235740661621101</c:v>
                </c:pt>
                <c:pt idx="3880">
                  <c:v>51.1027221679688</c:v>
                </c:pt>
                <c:pt idx="3881">
                  <c:v>51.025485992431598</c:v>
                </c:pt>
                <c:pt idx="3882">
                  <c:v>50.9765625</c:v>
                </c:pt>
                <c:pt idx="3883">
                  <c:v>50.888607025146499</c:v>
                </c:pt>
                <c:pt idx="3884">
                  <c:v>50.807342529296903</c:v>
                </c:pt>
                <c:pt idx="3885">
                  <c:v>50.629974365234403</c:v>
                </c:pt>
                <c:pt idx="3886">
                  <c:v>50.4596557617188</c:v>
                </c:pt>
                <c:pt idx="3887">
                  <c:v>50.370956420898402</c:v>
                </c:pt>
                <c:pt idx="3888">
                  <c:v>50.187820434570298</c:v>
                </c:pt>
                <c:pt idx="3889">
                  <c:v>50.015380859375</c:v>
                </c:pt>
                <c:pt idx="3890">
                  <c:v>49.899627685546903</c:v>
                </c:pt>
                <c:pt idx="3891">
                  <c:v>49.773288726806598</c:v>
                </c:pt>
                <c:pt idx="3892">
                  <c:v>49.689094543457003</c:v>
                </c:pt>
                <c:pt idx="3893">
                  <c:v>49.627368927002003</c:v>
                </c:pt>
                <c:pt idx="3894">
                  <c:v>49.541652679443402</c:v>
                </c:pt>
                <c:pt idx="3895">
                  <c:v>49.437381744384801</c:v>
                </c:pt>
                <c:pt idx="3896">
                  <c:v>49.3731880187988</c:v>
                </c:pt>
                <c:pt idx="3897">
                  <c:v>49.341266632080099</c:v>
                </c:pt>
                <c:pt idx="3898">
                  <c:v>49.323459625244098</c:v>
                </c:pt>
                <c:pt idx="3899">
                  <c:v>49.314041137695298</c:v>
                </c:pt>
                <c:pt idx="3900">
                  <c:v>49.1231079101563</c:v>
                </c:pt>
                <c:pt idx="3901">
                  <c:v>48.908519744873097</c:v>
                </c:pt>
                <c:pt idx="3902">
                  <c:v>48.754570007324197</c:v>
                </c:pt>
                <c:pt idx="3903">
                  <c:v>48.630970001220703</c:v>
                </c:pt>
                <c:pt idx="3904">
                  <c:v>48.522377014160199</c:v>
                </c:pt>
                <c:pt idx="3905">
                  <c:v>48.4428520202637</c:v>
                </c:pt>
                <c:pt idx="3906">
                  <c:v>48.221393585205099</c:v>
                </c:pt>
                <c:pt idx="3907">
                  <c:v>47.343753814697301</c:v>
                </c:pt>
                <c:pt idx="3908">
                  <c:v>46.707950592041001</c:v>
                </c:pt>
                <c:pt idx="3909">
                  <c:v>46.366786956787102</c:v>
                </c:pt>
                <c:pt idx="3910">
                  <c:v>46.181549072265597</c:v>
                </c:pt>
                <c:pt idx="3911">
                  <c:v>46.086467742919901</c:v>
                </c:pt>
                <c:pt idx="3912">
                  <c:v>46.037673950195298</c:v>
                </c:pt>
                <c:pt idx="3913">
                  <c:v>46.012619018554702</c:v>
                </c:pt>
                <c:pt idx="3914">
                  <c:v>45.999752044677699</c:v>
                </c:pt>
                <c:pt idx="3915">
                  <c:v>45.9931449890137</c:v>
                </c:pt>
                <c:pt idx="3916">
                  <c:v>45.989753723144503</c:v>
                </c:pt>
                <c:pt idx="3917">
                  <c:v>45.988014221191399</c:v>
                </c:pt>
                <c:pt idx="3918">
                  <c:v>45.987117767333999</c:v>
                </c:pt>
                <c:pt idx="3919">
                  <c:v>45.986660003662102</c:v>
                </c:pt>
                <c:pt idx="3920">
                  <c:v>45.986423492431598</c:v>
                </c:pt>
                <c:pt idx="3921">
                  <c:v>45.986301422119098</c:v>
                </c:pt>
                <c:pt idx="3922">
                  <c:v>45.986240386962898</c:v>
                </c:pt>
                <c:pt idx="3923">
                  <c:v>45.986209869384801</c:v>
                </c:pt>
                <c:pt idx="3924">
                  <c:v>45.986190795898402</c:v>
                </c:pt>
                <c:pt idx="3925">
                  <c:v>45.986183166503899</c:v>
                </c:pt>
                <c:pt idx="3926">
                  <c:v>45.985561370849602</c:v>
                </c:pt>
                <c:pt idx="3927">
                  <c:v>45.985607147216797</c:v>
                </c:pt>
                <c:pt idx="3928">
                  <c:v>45.967254638671903</c:v>
                </c:pt>
                <c:pt idx="3929">
                  <c:v>45.907478332519503</c:v>
                </c:pt>
                <c:pt idx="3930">
                  <c:v>45.8537406921387</c:v>
                </c:pt>
                <c:pt idx="3931">
                  <c:v>45.7681274414063</c:v>
                </c:pt>
                <c:pt idx="3932">
                  <c:v>45.671604156494098</c:v>
                </c:pt>
                <c:pt idx="3933">
                  <c:v>45.546993255615199</c:v>
                </c:pt>
                <c:pt idx="3934">
                  <c:v>45.460277557373097</c:v>
                </c:pt>
                <c:pt idx="3935">
                  <c:v>45.380992889404297</c:v>
                </c:pt>
                <c:pt idx="3936">
                  <c:v>45.331340789794901</c:v>
                </c:pt>
                <c:pt idx="3937">
                  <c:v>45.264442443847699</c:v>
                </c:pt>
                <c:pt idx="3938">
                  <c:v>45.1723823547363</c:v>
                </c:pt>
                <c:pt idx="3939">
                  <c:v>45.065219879150398</c:v>
                </c:pt>
                <c:pt idx="3940">
                  <c:v>44.9068794250488</c:v>
                </c:pt>
                <c:pt idx="3941">
                  <c:v>44.797340393066399</c:v>
                </c:pt>
                <c:pt idx="3942">
                  <c:v>44.669261932373097</c:v>
                </c:pt>
                <c:pt idx="3943">
                  <c:v>44.585258483886697</c:v>
                </c:pt>
                <c:pt idx="3944">
                  <c:v>44.5151977539063</c:v>
                </c:pt>
                <c:pt idx="3945">
                  <c:v>44.469680786132798</c:v>
                </c:pt>
                <c:pt idx="3946">
                  <c:v>44.444217681884801</c:v>
                </c:pt>
                <c:pt idx="3947">
                  <c:v>44.428676605224602</c:v>
                </c:pt>
                <c:pt idx="3948">
                  <c:v>44.416549682617202</c:v>
                </c:pt>
                <c:pt idx="3949">
                  <c:v>44.410320281982401</c:v>
                </c:pt>
                <c:pt idx="3950">
                  <c:v>44.348522186279297</c:v>
                </c:pt>
                <c:pt idx="3951">
                  <c:v>44.196441650390597</c:v>
                </c:pt>
                <c:pt idx="3952">
                  <c:v>43.990642547607401</c:v>
                </c:pt>
                <c:pt idx="3953">
                  <c:v>43.818157196044901</c:v>
                </c:pt>
                <c:pt idx="3954">
                  <c:v>43.696708679199197</c:v>
                </c:pt>
                <c:pt idx="3955">
                  <c:v>43.626575469970703</c:v>
                </c:pt>
                <c:pt idx="3956">
                  <c:v>43.521240234375</c:v>
                </c:pt>
                <c:pt idx="3957">
                  <c:v>43.409141540527301</c:v>
                </c:pt>
                <c:pt idx="3958">
                  <c:v>43.346847534179702</c:v>
                </c:pt>
                <c:pt idx="3959">
                  <c:v>43.284675598144503</c:v>
                </c:pt>
                <c:pt idx="3960">
                  <c:v>43.184093475341797</c:v>
                </c:pt>
                <c:pt idx="3961">
                  <c:v>43.090980529785199</c:v>
                </c:pt>
                <c:pt idx="3962">
                  <c:v>42.996662139892599</c:v>
                </c:pt>
                <c:pt idx="3963">
                  <c:v>42.932590484619098</c:v>
                </c:pt>
                <c:pt idx="3964">
                  <c:v>42.890327453613303</c:v>
                </c:pt>
                <c:pt idx="3965">
                  <c:v>42.8362426757813</c:v>
                </c:pt>
                <c:pt idx="3966">
                  <c:v>42.8041381835938</c:v>
                </c:pt>
                <c:pt idx="3967">
                  <c:v>42.7876586914063</c:v>
                </c:pt>
                <c:pt idx="3968">
                  <c:v>42.779201507568402</c:v>
                </c:pt>
                <c:pt idx="3969">
                  <c:v>42.758827209472699</c:v>
                </c:pt>
                <c:pt idx="3970">
                  <c:v>42.747650146484403</c:v>
                </c:pt>
                <c:pt idx="3971">
                  <c:v>42.734565734863303</c:v>
                </c:pt>
                <c:pt idx="3972">
                  <c:v>42.602291107177699</c:v>
                </c:pt>
                <c:pt idx="3973">
                  <c:v>42.585800170898402</c:v>
                </c:pt>
                <c:pt idx="3974">
                  <c:v>42.398941040039098</c:v>
                </c:pt>
                <c:pt idx="3975">
                  <c:v>42.176490783691399</c:v>
                </c:pt>
                <c:pt idx="3976">
                  <c:v>42.047580718994098</c:v>
                </c:pt>
                <c:pt idx="3977">
                  <c:v>41.980979919433601</c:v>
                </c:pt>
                <c:pt idx="3978">
                  <c:v>41.880466461181598</c:v>
                </c:pt>
                <c:pt idx="3979">
                  <c:v>41.788036346435597</c:v>
                </c:pt>
                <c:pt idx="3980">
                  <c:v>41.7197875976563</c:v>
                </c:pt>
                <c:pt idx="3981">
                  <c:v>41.601696014404297</c:v>
                </c:pt>
                <c:pt idx="3982">
                  <c:v>41.460811614990199</c:v>
                </c:pt>
                <c:pt idx="3983">
                  <c:v>41.389144897460902</c:v>
                </c:pt>
                <c:pt idx="3984">
                  <c:v>41.19482421875</c:v>
                </c:pt>
                <c:pt idx="3985">
                  <c:v>41.080810546875</c:v>
                </c:pt>
                <c:pt idx="3986">
                  <c:v>40.753860473632798</c:v>
                </c:pt>
                <c:pt idx="3987">
                  <c:v>40.1401977539063</c:v>
                </c:pt>
                <c:pt idx="3988">
                  <c:v>39.838760375976598</c:v>
                </c:pt>
                <c:pt idx="3989">
                  <c:v>39.650749206542997</c:v>
                </c:pt>
                <c:pt idx="3990">
                  <c:v>39.554161071777301</c:v>
                </c:pt>
                <c:pt idx="3991">
                  <c:v>39.504581451416001</c:v>
                </c:pt>
                <c:pt idx="3992">
                  <c:v>39.479141235351598</c:v>
                </c:pt>
                <c:pt idx="3993">
                  <c:v>39.466075897216797</c:v>
                </c:pt>
                <c:pt idx="3994">
                  <c:v>39.459365844726598</c:v>
                </c:pt>
                <c:pt idx="3995">
                  <c:v>39.455921173095703</c:v>
                </c:pt>
                <c:pt idx="3996">
                  <c:v>39.454151153564503</c:v>
                </c:pt>
                <c:pt idx="3997">
                  <c:v>39.453243255615199</c:v>
                </c:pt>
                <c:pt idx="3998">
                  <c:v>39.4527778625488</c:v>
                </c:pt>
                <c:pt idx="3999">
                  <c:v>39.452537536621101</c:v>
                </c:pt>
                <c:pt idx="4000">
                  <c:v>39.452415466308601</c:v>
                </c:pt>
                <c:pt idx="4001">
                  <c:v>39.452354431152301</c:v>
                </c:pt>
                <c:pt idx="4002">
                  <c:v>39.452320098877003</c:v>
                </c:pt>
                <c:pt idx="4003">
                  <c:v>39.452304840087898</c:v>
                </c:pt>
                <c:pt idx="4004">
                  <c:v>39.452297210693402</c:v>
                </c:pt>
                <c:pt idx="4005">
                  <c:v>39.4522895812988</c:v>
                </c:pt>
                <c:pt idx="4006">
                  <c:v>39.4522895812988</c:v>
                </c:pt>
                <c:pt idx="4007">
                  <c:v>39.4522895812988</c:v>
                </c:pt>
                <c:pt idx="4008">
                  <c:v>39.452285766601598</c:v>
                </c:pt>
                <c:pt idx="4009">
                  <c:v>39.448478698730497</c:v>
                </c:pt>
                <c:pt idx="4010">
                  <c:v>39.447052001953097</c:v>
                </c:pt>
                <c:pt idx="4011">
                  <c:v>39.448013305664098</c:v>
                </c:pt>
                <c:pt idx="4012">
                  <c:v>39.432342529296903</c:v>
                </c:pt>
                <c:pt idx="4013">
                  <c:v>39.393741607666001</c:v>
                </c:pt>
                <c:pt idx="4014">
                  <c:v>39.321136474609403</c:v>
                </c:pt>
                <c:pt idx="4015">
                  <c:v>39.275100708007798</c:v>
                </c:pt>
                <c:pt idx="4016">
                  <c:v>39.234981536865199</c:v>
                </c:pt>
                <c:pt idx="4017">
                  <c:v>39.1873779296875</c:v>
                </c:pt>
                <c:pt idx="4018">
                  <c:v>39.1279296875</c:v>
                </c:pt>
                <c:pt idx="4019">
                  <c:v>39.059738159179702</c:v>
                </c:pt>
                <c:pt idx="4020">
                  <c:v>38.99169921875</c:v>
                </c:pt>
                <c:pt idx="4021">
                  <c:v>38.928699493408203</c:v>
                </c:pt>
                <c:pt idx="4022">
                  <c:v>38.859275817871101</c:v>
                </c:pt>
                <c:pt idx="4023">
                  <c:v>38.8142280578613</c:v>
                </c:pt>
                <c:pt idx="4024">
                  <c:v>38.798492431640597</c:v>
                </c:pt>
                <c:pt idx="4025">
                  <c:v>38.776412963867202</c:v>
                </c:pt>
                <c:pt idx="4026">
                  <c:v>38.7246284484863</c:v>
                </c:pt>
                <c:pt idx="4027">
                  <c:v>38.690315246582003</c:v>
                </c:pt>
                <c:pt idx="4028">
                  <c:v>38.6373291015625</c:v>
                </c:pt>
                <c:pt idx="4029">
                  <c:v>38.529678344726598</c:v>
                </c:pt>
                <c:pt idx="4030">
                  <c:v>38.470455169677699</c:v>
                </c:pt>
                <c:pt idx="4031">
                  <c:v>38.425697326660199</c:v>
                </c:pt>
                <c:pt idx="4032">
                  <c:v>38.317798614502003</c:v>
                </c:pt>
                <c:pt idx="4033">
                  <c:v>38.250381469726598</c:v>
                </c:pt>
                <c:pt idx="4034">
                  <c:v>38.206722259521499</c:v>
                </c:pt>
                <c:pt idx="4035">
                  <c:v>38.173610687255902</c:v>
                </c:pt>
                <c:pt idx="4036">
                  <c:v>38.1292533874512</c:v>
                </c:pt>
                <c:pt idx="4037">
                  <c:v>38.1031684875488</c:v>
                </c:pt>
                <c:pt idx="4038">
                  <c:v>38.085624694824197</c:v>
                </c:pt>
                <c:pt idx="4039">
                  <c:v>38.052345275878899</c:v>
                </c:pt>
                <c:pt idx="4040">
                  <c:v>37.989585876464801</c:v>
                </c:pt>
                <c:pt idx="4041">
                  <c:v>37.94189453125</c:v>
                </c:pt>
                <c:pt idx="4042">
                  <c:v>37.910213470458999</c:v>
                </c:pt>
                <c:pt idx="4043">
                  <c:v>37.890575408935597</c:v>
                </c:pt>
                <c:pt idx="4044">
                  <c:v>37.880496978759801</c:v>
                </c:pt>
                <c:pt idx="4045">
                  <c:v>37.876171112060597</c:v>
                </c:pt>
                <c:pt idx="4046">
                  <c:v>37.854331970214801</c:v>
                </c:pt>
                <c:pt idx="4047">
                  <c:v>37.792934417724602</c:v>
                </c:pt>
                <c:pt idx="4048">
                  <c:v>37.784885406494098</c:v>
                </c:pt>
                <c:pt idx="4049">
                  <c:v>37.800491333007798</c:v>
                </c:pt>
                <c:pt idx="4050">
                  <c:v>37.612606048583999</c:v>
                </c:pt>
                <c:pt idx="4051">
                  <c:v>37.460498809814503</c:v>
                </c:pt>
                <c:pt idx="4052">
                  <c:v>37.416500091552699</c:v>
                </c:pt>
                <c:pt idx="4053">
                  <c:v>37.396999359130902</c:v>
                </c:pt>
                <c:pt idx="4054">
                  <c:v>37.312107086181598</c:v>
                </c:pt>
                <c:pt idx="4055">
                  <c:v>37.187305450439503</c:v>
                </c:pt>
                <c:pt idx="4056">
                  <c:v>37.103370666503899</c:v>
                </c:pt>
                <c:pt idx="4057">
                  <c:v>37.059650421142599</c:v>
                </c:pt>
                <c:pt idx="4058">
                  <c:v>36.991870880127003</c:v>
                </c:pt>
                <c:pt idx="4059">
                  <c:v>36.940395355224602</c:v>
                </c:pt>
                <c:pt idx="4060">
                  <c:v>36.920822143554702</c:v>
                </c:pt>
                <c:pt idx="4061">
                  <c:v>36.917221069335902</c:v>
                </c:pt>
                <c:pt idx="4062">
                  <c:v>36.882583618164098</c:v>
                </c:pt>
                <c:pt idx="4063">
                  <c:v>36.809211730957003</c:v>
                </c:pt>
                <c:pt idx="4064">
                  <c:v>36.7170600891113</c:v>
                </c:pt>
                <c:pt idx="4065">
                  <c:v>36.671012878417997</c:v>
                </c:pt>
                <c:pt idx="4066">
                  <c:v>36.630886077880902</c:v>
                </c:pt>
                <c:pt idx="4067">
                  <c:v>36.591300964355497</c:v>
                </c:pt>
                <c:pt idx="4068">
                  <c:v>36.524730682373097</c:v>
                </c:pt>
                <c:pt idx="4069">
                  <c:v>36.479450225830099</c:v>
                </c:pt>
                <c:pt idx="4070">
                  <c:v>36.4678764343262</c:v>
                </c:pt>
                <c:pt idx="4071">
                  <c:v>36.461318969726598</c:v>
                </c:pt>
                <c:pt idx="4072">
                  <c:v>36.387504577636697</c:v>
                </c:pt>
                <c:pt idx="4073">
                  <c:v>36.334705352783203</c:v>
                </c:pt>
                <c:pt idx="4074">
                  <c:v>36.316814422607401</c:v>
                </c:pt>
                <c:pt idx="4075">
                  <c:v>36.311611175537102</c:v>
                </c:pt>
                <c:pt idx="4076">
                  <c:v>36.269870758056598</c:v>
                </c:pt>
                <c:pt idx="4077">
                  <c:v>36.2047309875488</c:v>
                </c:pt>
                <c:pt idx="4078">
                  <c:v>36.172065734863303</c:v>
                </c:pt>
                <c:pt idx="4079">
                  <c:v>36.157493591308601</c:v>
                </c:pt>
                <c:pt idx="4080">
                  <c:v>36.145236968994098</c:v>
                </c:pt>
                <c:pt idx="4081">
                  <c:v>36.123695373535199</c:v>
                </c:pt>
                <c:pt idx="4082">
                  <c:v>36.086227416992202</c:v>
                </c:pt>
                <c:pt idx="4083">
                  <c:v>36.052173614502003</c:v>
                </c:pt>
                <c:pt idx="4084">
                  <c:v>36.045768737792997</c:v>
                </c:pt>
                <c:pt idx="4085">
                  <c:v>35.982830047607401</c:v>
                </c:pt>
                <c:pt idx="4086">
                  <c:v>35.918296813964801</c:v>
                </c:pt>
                <c:pt idx="4087">
                  <c:v>35.875511169433601</c:v>
                </c:pt>
                <c:pt idx="4088">
                  <c:v>35.8534126281738</c:v>
                </c:pt>
                <c:pt idx="4089">
                  <c:v>35.855155944824197</c:v>
                </c:pt>
                <c:pt idx="4090">
                  <c:v>35.861057281494098</c:v>
                </c:pt>
                <c:pt idx="4091">
                  <c:v>35.821884155273402</c:v>
                </c:pt>
                <c:pt idx="4092">
                  <c:v>35.728160858154297</c:v>
                </c:pt>
                <c:pt idx="4093">
                  <c:v>35.6711235046387</c:v>
                </c:pt>
                <c:pt idx="4094">
                  <c:v>35.646720886230497</c:v>
                </c:pt>
                <c:pt idx="4095">
                  <c:v>35.615478515625</c:v>
                </c:pt>
                <c:pt idx="4096">
                  <c:v>35.541057586669901</c:v>
                </c:pt>
                <c:pt idx="4097">
                  <c:v>35.483638763427699</c:v>
                </c:pt>
                <c:pt idx="4098">
                  <c:v>35.452907562255902</c:v>
                </c:pt>
                <c:pt idx="4099">
                  <c:v>35.4378051757813</c:v>
                </c:pt>
                <c:pt idx="4100">
                  <c:v>35.436286926269503</c:v>
                </c:pt>
                <c:pt idx="4101">
                  <c:v>35.421257019042997</c:v>
                </c:pt>
                <c:pt idx="4102">
                  <c:v>35.355155944824197</c:v>
                </c:pt>
                <c:pt idx="4103">
                  <c:v>35.285652160644503</c:v>
                </c:pt>
                <c:pt idx="4104">
                  <c:v>35.241641998291001</c:v>
                </c:pt>
                <c:pt idx="4105">
                  <c:v>35.237495422363303</c:v>
                </c:pt>
                <c:pt idx="4106">
                  <c:v>35.255340576171903</c:v>
                </c:pt>
                <c:pt idx="4107">
                  <c:v>35.152069091796903</c:v>
                </c:pt>
                <c:pt idx="4108">
                  <c:v>35.034091949462898</c:v>
                </c:pt>
                <c:pt idx="4109">
                  <c:v>34.964107513427699</c:v>
                </c:pt>
                <c:pt idx="4110">
                  <c:v>34.938117980957003</c:v>
                </c:pt>
                <c:pt idx="4111">
                  <c:v>34.902717590332003</c:v>
                </c:pt>
                <c:pt idx="4112">
                  <c:v>34.882537841796903</c:v>
                </c:pt>
                <c:pt idx="4113">
                  <c:v>34.761383056640597</c:v>
                </c:pt>
                <c:pt idx="4114">
                  <c:v>34.671695709228501</c:v>
                </c:pt>
                <c:pt idx="4115">
                  <c:v>34.622852325439503</c:v>
                </c:pt>
                <c:pt idx="4116">
                  <c:v>34.588314056396499</c:v>
                </c:pt>
                <c:pt idx="4117">
                  <c:v>34.570579528808601</c:v>
                </c:pt>
                <c:pt idx="4118">
                  <c:v>34.561477661132798</c:v>
                </c:pt>
                <c:pt idx="4119">
                  <c:v>34.554683685302699</c:v>
                </c:pt>
                <c:pt idx="4120">
                  <c:v>34.551303863525398</c:v>
                </c:pt>
                <c:pt idx="4121">
                  <c:v>34.548267364502003</c:v>
                </c:pt>
                <c:pt idx="4122">
                  <c:v>34.5450248718262</c:v>
                </c:pt>
                <c:pt idx="4123">
                  <c:v>34.545806884765597</c:v>
                </c:pt>
                <c:pt idx="4124">
                  <c:v>34.539253234863303</c:v>
                </c:pt>
                <c:pt idx="4125">
                  <c:v>34.516712188720703</c:v>
                </c:pt>
                <c:pt idx="4126">
                  <c:v>34.471065521240199</c:v>
                </c:pt>
                <c:pt idx="4127">
                  <c:v>34.467384338378899</c:v>
                </c:pt>
                <c:pt idx="4128">
                  <c:v>34.444545745849602</c:v>
                </c:pt>
                <c:pt idx="4129">
                  <c:v>34.419532775878899</c:v>
                </c:pt>
                <c:pt idx="4130">
                  <c:v>34.4209594726563</c:v>
                </c:pt>
                <c:pt idx="4131">
                  <c:v>34.419303894042997</c:v>
                </c:pt>
                <c:pt idx="4132">
                  <c:v>34.402732849121101</c:v>
                </c:pt>
                <c:pt idx="4133">
                  <c:v>34.313064575195298</c:v>
                </c:pt>
                <c:pt idx="4134">
                  <c:v>34.240276336669901</c:v>
                </c:pt>
                <c:pt idx="4135">
                  <c:v>34.201084136962898</c:v>
                </c:pt>
                <c:pt idx="4136">
                  <c:v>34.205413818359403</c:v>
                </c:pt>
                <c:pt idx="4137">
                  <c:v>34.188259124755902</c:v>
                </c:pt>
                <c:pt idx="4138">
                  <c:v>34.1174507141113</c:v>
                </c:pt>
                <c:pt idx="4139">
                  <c:v>34.167655944824197</c:v>
                </c:pt>
                <c:pt idx="4140">
                  <c:v>34.124332427978501</c:v>
                </c:pt>
                <c:pt idx="4141">
                  <c:v>33.949474334716797</c:v>
                </c:pt>
                <c:pt idx="4142">
                  <c:v>33.866794586181598</c:v>
                </c:pt>
                <c:pt idx="4143">
                  <c:v>33.834190368652301</c:v>
                </c:pt>
                <c:pt idx="4144">
                  <c:v>33.793342590332003</c:v>
                </c:pt>
                <c:pt idx="4145">
                  <c:v>33.765018463134801</c:v>
                </c:pt>
                <c:pt idx="4146">
                  <c:v>33.744132995605497</c:v>
                </c:pt>
                <c:pt idx="4147">
                  <c:v>33.736129760742202</c:v>
                </c:pt>
                <c:pt idx="4148">
                  <c:v>33.733112335205099</c:v>
                </c:pt>
                <c:pt idx="4149">
                  <c:v>33.733245849609403</c:v>
                </c:pt>
                <c:pt idx="4150">
                  <c:v>33.728321075439503</c:v>
                </c:pt>
                <c:pt idx="4151">
                  <c:v>33.727893829345703</c:v>
                </c:pt>
                <c:pt idx="4152">
                  <c:v>33.732433319091797</c:v>
                </c:pt>
                <c:pt idx="4153">
                  <c:v>33.729129791259801</c:v>
                </c:pt>
                <c:pt idx="4154">
                  <c:v>33.718658447265597</c:v>
                </c:pt>
                <c:pt idx="4155">
                  <c:v>33.711338043212898</c:v>
                </c:pt>
                <c:pt idx="4156">
                  <c:v>33.688247680664098</c:v>
                </c:pt>
                <c:pt idx="4157">
                  <c:v>33.689643859863303</c:v>
                </c:pt>
                <c:pt idx="4158">
                  <c:v>33.687637329101598</c:v>
                </c:pt>
                <c:pt idx="4159">
                  <c:v>33.634361267089801</c:v>
                </c:pt>
                <c:pt idx="4160">
                  <c:v>33.591651916503899</c:v>
                </c:pt>
                <c:pt idx="4161">
                  <c:v>33.562633514404297</c:v>
                </c:pt>
                <c:pt idx="4162">
                  <c:v>33.4890747070313</c:v>
                </c:pt>
                <c:pt idx="4163">
                  <c:v>33.448398590087898</c:v>
                </c:pt>
                <c:pt idx="4164">
                  <c:v>33.433872222900398</c:v>
                </c:pt>
                <c:pt idx="4165">
                  <c:v>33.435665130615199</c:v>
                </c:pt>
                <c:pt idx="4166">
                  <c:v>33.429859161377003</c:v>
                </c:pt>
                <c:pt idx="4167">
                  <c:v>33.400890350341797</c:v>
                </c:pt>
                <c:pt idx="4168">
                  <c:v>33.370124816894503</c:v>
                </c:pt>
                <c:pt idx="4169">
                  <c:v>33.325351715087898</c:v>
                </c:pt>
                <c:pt idx="4170">
                  <c:v>33.295646667480497</c:v>
                </c:pt>
                <c:pt idx="4171">
                  <c:v>33.281986236572301</c:v>
                </c:pt>
                <c:pt idx="4172">
                  <c:v>33.290729522705099</c:v>
                </c:pt>
                <c:pt idx="4173">
                  <c:v>33.294162750244098</c:v>
                </c:pt>
                <c:pt idx="4174">
                  <c:v>33.286678314208999</c:v>
                </c:pt>
                <c:pt idx="4175">
                  <c:v>33.276687622070298</c:v>
                </c:pt>
                <c:pt idx="4176">
                  <c:v>33.205142974853501</c:v>
                </c:pt>
                <c:pt idx="4177">
                  <c:v>33.180770874023402</c:v>
                </c:pt>
                <c:pt idx="4178">
                  <c:v>33.148410797119098</c:v>
                </c:pt>
                <c:pt idx="4179">
                  <c:v>33.1258544921875</c:v>
                </c:pt>
                <c:pt idx="4180">
                  <c:v>33.113330841064503</c:v>
                </c:pt>
                <c:pt idx="4181">
                  <c:v>33.113475799560597</c:v>
                </c:pt>
                <c:pt idx="4182">
                  <c:v>33.110458374023402</c:v>
                </c:pt>
                <c:pt idx="4183">
                  <c:v>33.096668243408203</c:v>
                </c:pt>
                <c:pt idx="4184">
                  <c:v>33.096843719482401</c:v>
                </c:pt>
                <c:pt idx="4185">
                  <c:v>33.091651916503899</c:v>
                </c:pt>
                <c:pt idx="4186">
                  <c:v>33.058837890625</c:v>
                </c:pt>
                <c:pt idx="4187">
                  <c:v>33.016975402832003</c:v>
                </c:pt>
                <c:pt idx="4188">
                  <c:v>32.996036529541001</c:v>
                </c:pt>
                <c:pt idx="4189">
                  <c:v>32.987045288085902</c:v>
                </c:pt>
                <c:pt idx="4190">
                  <c:v>32.978713989257798</c:v>
                </c:pt>
                <c:pt idx="4191">
                  <c:v>32.970775604248097</c:v>
                </c:pt>
                <c:pt idx="4192">
                  <c:v>32.972953796386697</c:v>
                </c:pt>
                <c:pt idx="4193">
                  <c:v>32.949066162109403</c:v>
                </c:pt>
                <c:pt idx="4194">
                  <c:v>32.862827301025398</c:v>
                </c:pt>
                <c:pt idx="4195">
                  <c:v>32.810062408447301</c:v>
                </c:pt>
                <c:pt idx="4196">
                  <c:v>32.777797698974602</c:v>
                </c:pt>
                <c:pt idx="4197">
                  <c:v>32.749309539794901</c:v>
                </c:pt>
                <c:pt idx="4198">
                  <c:v>32.7581787109375</c:v>
                </c:pt>
                <c:pt idx="4199">
                  <c:v>32.750198364257798</c:v>
                </c:pt>
                <c:pt idx="4200">
                  <c:v>32.743698120117202</c:v>
                </c:pt>
                <c:pt idx="4201">
                  <c:v>32.733730316162102</c:v>
                </c:pt>
                <c:pt idx="4202">
                  <c:v>32.703132629394503</c:v>
                </c:pt>
                <c:pt idx="4203">
                  <c:v>32.638011932373097</c:v>
                </c:pt>
                <c:pt idx="4204">
                  <c:v>32.631149291992202</c:v>
                </c:pt>
                <c:pt idx="4205">
                  <c:v>32.636795043945298</c:v>
                </c:pt>
                <c:pt idx="4206">
                  <c:v>32.611545562744098</c:v>
                </c:pt>
                <c:pt idx="4207">
                  <c:v>32.569362640380902</c:v>
                </c:pt>
                <c:pt idx="4208">
                  <c:v>32.559665679931598</c:v>
                </c:pt>
                <c:pt idx="4209">
                  <c:v>32.548660278320298</c:v>
                </c:pt>
                <c:pt idx="4210">
                  <c:v>32.523277282714801</c:v>
                </c:pt>
                <c:pt idx="4211">
                  <c:v>32.495899200439503</c:v>
                </c:pt>
                <c:pt idx="4212">
                  <c:v>32.461196899414098</c:v>
                </c:pt>
                <c:pt idx="4213">
                  <c:v>32.436744689941399</c:v>
                </c:pt>
                <c:pt idx="4214">
                  <c:v>32.375801086425803</c:v>
                </c:pt>
                <c:pt idx="4215">
                  <c:v>32.342861175537102</c:v>
                </c:pt>
                <c:pt idx="4216">
                  <c:v>32.331233978271499</c:v>
                </c:pt>
                <c:pt idx="4217">
                  <c:v>32.345375061035199</c:v>
                </c:pt>
                <c:pt idx="4218">
                  <c:v>32.334682464599602</c:v>
                </c:pt>
                <c:pt idx="4219">
                  <c:v>32.317287445068402</c:v>
                </c:pt>
                <c:pt idx="4220">
                  <c:v>32.3081665039063</c:v>
                </c:pt>
                <c:pt idx="4221">
                  <c:v>32.285511016845703</c:v>
                </c:pt>
                <c:pt idx="4222">
                  <c:v>32.284587860107401</c:v>
                </c:pt>
                <c:pt idx="4223">
                  <c:v>32.239986419677699</c:v>
                </c:pt>
                <c:pt idx="4224">
                  <c:v>32.222370147705099</c:v>
                </c:pt>
                <c:pt idx="4225">
                  <c:v>32.195976257324197</c:v>
                </c:pt>
                <c:pt idx="4226">
                  <c:v>32.179412841796903</c:v>
                </c:pt>
                <c:pt idx="4227">
                  <c:v>32.167854309082003</c:v>
                </c:pt>
                <c:pt idx="4228">
                  <c:v>32.168777465820298</c:v>
                </c:pt>
                <c:pt idx="4229">
                  <c:v>32.170688629150398</c:v>
                </c:pt>
                <c:pt idx="4230">
                  <c:v>32.160144805908203</c:v>
                </c:pt>
                <c:pt idx="4231">
                  <c:v>32.082046508789098</c:v>
                </c:pt>
                <c:pt idx="4232">
                  <c:v>32.0481147766113</c:v>
                </c:pt>
                <c:pt idx="4233">
                  <c:v>32.016231536865199</c:v>
                </c:pt>
                <c:pt idx="4234">
                  <c:v>31.980827331543001</c:v>
                </c:pt>
                <c:pt idx="4235">
                  <c:v>31.9574165344238</c:v>
                </c:pt>
                <c:pt idx="4236">
                  <c:v>31.941370010376001</c:v>
                </c:pt>
                <c:pt idx="4237">
                  <c:v>31.9346809387207</c:v>
                </c:pt>
                <c:pt idx="4238">
                  <c:v>31.942186355590799</c:v>
                </c:pt>
                <c:pt idx="4239">
                  <c:v>31.959800720214801</c:v>
                </c:pt>
                <c:pt idx="4240">
                  <c:v>31.969356536865199</c:v>
                </c:pt>
                <c:pt idx="4241">
                  <c:v>31.9549770355225</c:v>
                </c:pt>
                <c:pt idx="4242">
                  <c:v>31.9601154327393</c:v>
                </c:pt>
                <c:pt idx="4243">
                  <c:v>31.875</c:v>
                </c:pt>
                <c:pt idx="4244">
                  <c:v>31.854206085205099</c:v>
                </c:pt>
                <c:pt idx="4245">
                  <c:v>31.785484313964801</c:v>
                </c:pt>
                <c:pt idx="4246">
                  <c:v>31.718202590942401</c:v>
                </c:pt>
                <c:pt idx="4247">
                  <c:v>31.6976528167725</c:v>
                </c:pt>
                <c:pt idx="4248">
                  <c:v>31.702665328979499</c:v>
                </c:pt>
                <c:pt idx="4249">
                  <c:v>31.686332702636701</c:v>
                </c:pt>
                <c:pt idx="4250">
                  <c:v>31.693809509277301</c:v>
                </c:pt>
                <c:pt idx="4251">
                  <c:v>31.684268951416001</c:v>
                </c:pt>
                <c:pt idx="4252">
                  <c:v>31.683799743652301</c:v>
                </c:pt>
                <c:pt idx="4253">
                  <c:v>31.620130538940401</c:v>
                </c:pt>
                <c:pt idx="4254">
                  <c:v>31.577480316162099</c:v>
                </c:pt>
                <c:pt idx="4255">
                  <c:v>31.563848495483398</c:v>
                </c:pt>
                <c:pt idx="4256">
                  <c:v>31.571605682373001</c:v>
                </c:pt>
                <c:pt idx="4257">
                  <c:v>31.534481048583999</c:v>
                </c:pt>
                <c:pt idx="4258">
                  <c:v>31.5179634094238</c:v>
                </c:pt>
                <c:pt idx="4259">
                  <c:v>31.4889011383057</c:v>
                </c:pt>
                <c:pt idx="4260">
                  <c:v>31.491010665893601</c:v>
                </c:pt>
                <c:pt idx="4261">
                  <c:v>31.489866256713899</c:v>
                </c:pt>
                <c:pt idx="4262">
                  <c:v>31.4918422698975</c:v>
                </c:pt>
                <c:pt idx="4263">
                  <c:v>31.460100173950199</c:v>
                </c:pt>
                <c:pt idx="4264">
                  <c:v>31.4561061859131</c:v>
                </c:pt>
                <c:pt idx="4265">
                  <c:v>31.4672241210938</c:v>
                </c:pt>
                <c:pt idx="4266">
                  <c:v>31.4225463867188</c:v>
                </c:pt>
                <c:pt idx="4267">
                  <c:v>31.4074821472168</c:v>
                </c:pt>
                <c:pt idx="4268">
                  <c:v>31.42236328125</c:v>
                </c:pt>
                <c:pt idx="4269">
                  <c:v>31.4258327484131</c:v>
                </c:pt>
                <c:pt idx="4270">
                  <c:v>31.396053314208999</c:v>
                </c:pt>
                <c:pt idx="4271">
                  <c:v>31.382308959960898</c:v>
                </c:pt>
                <c:pt idx="4272">
                  <c:v>31.3691501617432</c:v>
                </c:pt>
                <c:pt idx="4273">
                  <c:v>31.3664150238037</c:v>
                </c:pt>
                <c:pt idx="4274">
                  <c:v>31.367403030395501</c:v>
                </c:pt>
                <c:pt idx="4275">
                  <c:v>31.353012084960898</c:v>
                </c:pt>
                <c:pt idx="4276">
                  <c:v>31.344720840454102</c:v>
                </c:pt>
                <c:pt idx="4277">
                  <c:v>31.3305358886719</c:v>
                </c:pt>
                <c:pt idx="4278">
                  <c:v>31.313327789306602</c:v>
                </c:pt>
                <c:pt idx="4279">
                  <c:v>31.324344635009801</c:v>
                </c:pt>
                <c:pt idx="4280">
                  <c:v>31.330001831054702</c:v>
                </c:pt>
                <c:pt idx="4281">
                  <c:v>31.3329067230225</c:v>
                </c:pt>
                <c:pt idx="4282">
                  <c:v>31.324470520019499</c:v>
                </c:pt>
                <c:pt idx="4283">
                  <c:v>31.3300666809082</c:v>
                </c:pt>
                <c:pt idx="4284">
                  <c:v>31.334062576293899</c:v>
                </c:pt>
                <c:pt idx="4285">
                  <c:v>31.336427688598601</c:v>
                </c:pt>
                <c:pt idx="4286">
                  <c:v>31.336206436157202</c:v>
                </c:pt>
                <c:pt idx="4287">
                  <c:v>31.336994171142599</c:v>
                </c:pt>
                <c:pt idx="4288">
                  <c:v>31.3364963531494</c:v>
                </c:pt>
                <c:pt idx="4289">
                  <c:v>31.336240768432599</c:v>
                </c:pt>
                <c:pt idx="4290">
                  <c:v>31.324378967285199</c:v>
                </c:pt>
                <c:pt idx="4291">
                  <c:v>31.330018997192401</c:v>
                </c:pt>
                <c:pt idx="4292">
                  <c:v>31.318330764770501</c:v>
                </c:pt>
                <c:pt idx="4293">
                  <c:v>31.3171195983887</c:v>
                </c:pt>
                <c:pt idx="4294">
                  <c:v>31.316936492919901</c:v>
                </c:pt>
                <c:pt idx="4295">
                  <c:v>31.305740356445298</c:v>
                </c:pt>
                <c:pt idx="4296">
                  <c:v>31.3011684417725</c:v>
                </c:pt>
                <c:pt idx="4297">
                  <c:v>31.2994499206543</c:v>
                </c:pt>
                <c:pt idx="4298">
                  <c:v>31.297937393188501</c:v>
                </c:pt>
                <c:pt idx="4299">
                  <c:v>31.240596771240199</c:v>
                </c:pt>
                <c:pt idx="4300">
                  <c:v>31.216382980346701</c:v>
                </c:pt>
                <c:pt idx="4301">
                  <c:v>31.076078414916999</c:v>
                </c:pt>
                <c:pt idx="4302">
                  <c:v>31.143693923950199</c:v>
                </c:pt>
                <c:pt idx="4303">
                  <c:v>30.969001770019499</c:v>
                </c:pt>
                <c:pt idx="4304">
                  <c:v>30.9753513336182</c:v>
                </c:pt>
                <c:pt idx="4305">
                  <c:v>30.837862014770501</c:v>
                </c:pt>
                <c:pt idx="4306">
                  <c:v>30.850234985351602</c:v>
                </c:pt>
                <c:pt idx="4307">
                  <c:v>30.796808242797901</c:v>
                </c:pt>
                <c:pt idx="4308">
                  <c:v>30.7693786621094</c:v>
                </c:pt>
                <c:pt idx="4309">
                  <c:v>30.7871284484863</c:v>
                </c:pt>
                <c:pt idx="4310">
                  <c:v>30.808555603027301</c:v>
                </c:pt>
                <c:pt idx="4311">
                  <c:v>30.819341659545898</c:v>
                </c:pt>
                <c:pt idx="4312">
                  <c:v>30.985813140869102</c:v>
                </c:pt>
                <c:pt idx="4313">
                  <c:v>31.0253791809082</c:v>
                </c:pt>
                <c:pt idx="4314">
                  <c:v>30.952661514282202</c:v>
                </c:pt>
                <c:pt idx="4315">
                  <c:v>30.910032272338899</c:v>
                </c:pt>
                <c:pt idx="4316">
                  <c:v>30.900367736816399</c:v>
                </c:pt>
                <c:pt idx="4317">
                  <c:v>30.8954048156738</c:v>
                </c:pt>
                <c:pt idx="4318">
                  <c:v>30.7388610839844</c:v>
                </c:pt>
                <c:pt idx="4319">
                  <c:v>30.650384902954102</c:v>
                </c:pt>
                <c:pt idx="4320">
                  <c:v>30.627965927123999</c:v>
                </c:pt>
                <c:pt idx="4321">
                  <c:v>30.596586227416999</c:v>
                </c:pt>
                <c:pt idx="4322">
                  <c:v>30.5655727386475</c:v>
                </c:pt>
                <c:pt idx="4323">
                  <c:v>30.582880020141602</c:v>
                </c:pt>
                <c:pt idx="4324">
                  <c:v>30.55539894104</c:v>
                </c:pt>
                <c:pt idx="4325">
                  <c:v>30.5442810058594</c:v>
                </c:pt>
                <c:pt idx="4326">
                  <c:v>30.562431335449201</c:v>
                </c:pt>
                <c:pt idx="4327">
                  <c:v>30.495756149291999</c:v>
                </c:pt>
                <c:pt idx="4328">
                  <c:v>30.482341766357401</c:v>
                </c:pt>
                <c:pt idx="4329">
                  <c:v>30.475843429565401</c:v>
                </c:pt>
                <c:pt idx="4330">
                  <c:v>30.474481582641602</c:v>
                </c:pt>
                <c:pt idx="4331">
                  <c:v>30.420087814331101</c:v>
                </c:pt>
                <c:pt idx="4332">
                  <c:v>30.4095554351807</c:v>
                </c:pt>
                <c:pt idx="4333">
                  <c:v>30.3951625823975</c:v>
                </c:pt>
                <c:pt idx="4334">
                  <c:v>30.399522781372099</c:v>
                </c:pt>
                <c:pt idx="4335">
                  <c:v>30.4016017913818</c:v>
                </c:pt>
                <c:pt idx="4336">
                  <c:v>30.4007568359375</c:v>
                </c:pt>
                <c:pt idx="4337">
                  <c:v>30.402379989623999</c:v>
                </c:pt>
                <c:pt idx="4338">
                  <c:v>30.4041633605957</c:v>
                </c:pt>
                <c:pt idx="4339">
                  <c:v>30.396154403686499</c:v>
                </c:pt>
                <c:pt idx="4340">
                  <c:v>30.382204055786101</c:v>
                </c:pt>
                <c:pt idx="4341">
                  <c:v>30.3869228363037</c:v>
                </c:pt>
                <c:pt idx="4342">
                  <c:v>30.395824432373001</c:v>
                </c:pt>
                <c:pt idx="4343">
                  <c:v>30.330028533935501</c:v>
                </c:pt>
                <c:pt idx="4344">
                  <c:v>30.308658599853501</c:v>
                </c:pt>
                <c:pt idx="4345">
                  <c:v>30.336606979370099</c:v>
                </c:pt>
                <c:pt idx="4346">
                  <c:v>30.331861495971701</c:v>
                </c:pt>
                <c:pt idx="4347">
                  <c:v>30.252494812011701</c:v>
                </c:pt>
                <c:pt idx="4348">
                  <c:v>30.202228546142599</c:v>
                </c:pt>
                <c:pt idx="4349">
                  <c:v>30.160957336425799</c:v>
                </c:pt>
                <c:pt idx="4350">
                  <c:v>30.136583328247099</c:v>
                </c:pt>
                <c:pt idx="4351">
                  <c:v>30.119247436523398</c:v>
                </c:pt>
                <c:pt idx="4352">
                  <c:v>30.123319625854499</c:v>
                </c:pt>
                <c:pt idx="4353">
                  <c:v>30.130348205566399</c:v>
                </c:pt>
                <c:pt idx="4354">
                  <c:v>30.146671295166001</c:v>
                </c:pt>
                <c:pt idx="4355">
                  <c:v>30.146659851074201</c:v>
                </c:pt>
                <c:pt idx="4356">
                  <c:v>30.114803314208999</c:v>
                </c:pt>
                <c:pt idx="4357">
                  <c:v>30.0861206054688</c:v>
                </c:pt>
                <c:pt idx="4358">
                  <c:v>30.070573806762699</c:v>
                </c:pt>
                <c:pt idx="4359">
                  <c:v>30.0599575042725</c:v>
                </c:pt>
                <c:pt idx="4360">
                  <c:v>30.021806716918899</c:v>
                </c:pt>
                <c:pt idx="4361">
                  <c:v>30.006769180297901</c:v>
                </c:pt>
                <c:pt idx="4362">
                  <c:v>30.0020866394043</c:v>
                </c:pt>
                <c:pt idx="4363">
                  <c:v>29.987672805786101</c:v>
                </c:pt>
                <c:pt idx="4364">
                  <c:v>29.974197387695298</c:v>
                </c:pt>
                <c:pt idx="4365">
                  <c:v>29.970157623291001</c:v>
                </c:pt>
                <c:pt idx="4366">
                  <c:v>29.975557327270501</c:v>
                </c:pt>
                <c:pt idx="4367">
                  <c:v>29.979841232299801</c:v>
                </c:pt>
                <c:pt idx="4368">
                  <c:v>29.992811203002901</c:v>
                </c:pt>
                <c:pt idx="4369">
                  <c:v>29.9754524230957</c:v>
                </c:pt>
                <c:pt idx="4370">
                  <c:v>29.9719562530518</c:v>
                </c:pt>
                <c:pt idx="4371">
                  <c:v>29.997056961059599</c:v>
                </c:pt>
                <c:pt idx="4372">
                  <c:v>29.999591827392599</c:v>
                </c:pt>
                <c:pt idx="4373">
                  <c:v>29.984319686889702</c:v>
                </c:pt>
                <c:pt idx="4374">
                  <c:v>29.943618774414102</c:v>
                </c:pt>
                <c:pt idx="4375">
                  <c:v>29.886854171752901</c:v>
                </c:pt>
                <c:pt idx="4376">
                  <c:v>29.9318237304688</c:v>
                </c:pt>
                <c:pt idx="4377">
                  <c:v>29.865364074706999</c:v>
                </c:pt>
                <c:pt idx="4378">
                  <c:v>29.8319187164307</c:v>
                </c:pt>
                <c:pt idx="4379">
                  <c:v>29.804683685302699</c:v>
                </c:pt>
                <c:pt idx="4380">
                  <c:v>29.7948322296143</c:v>
                </c:pt>
                <c:pt idx="4381">
                  <c:v>29.7931022644043</c:v>
                </c:pt>
                <c:pt idx="4382">
                  <c:v>29.795524597168001</c:v>
                </c:pt>
                <c:pt idx="4383">
                  <c:v>29.796207427978501</c:v>
                </c:pt>
                <c:pt idx="4384">
                  <c:v>29.785642623901399</c:v>
                </c:pt>
                <c:pt idx="4385">
                  <c:v>29.7777423858643</c:v>
                </c:pt>
                <c:pt idx="4386">
                  <c:v>29.777011871337901</c:v>
                </c:pt>
                <c:pt idx="4387">
                  <c:v>29.776767730712901</c:v>
                </c:pt>
                <c:pt idx="4388">
                  <c:v>29.784099578857401</c:v>
                </c:pt>
                <c:pt idx="4389">
                  <c:v>29.767576217651399</c:v>
                </c:pt>
                <c:pt idx="4390">
                  <c:v>29.7508144378662</c:v>
                </c:pt>
                <c:pt idx="4391">
                  <c:v>29.7553405761719</c:v>
                </c:pt>
                <c:pt idx="4392">
                  <c:v>29.744531631469702</c:v>
                </c:pt>
                <c:pt idx="4393">
                  <c:v>29.742841720581101</c:v>
                </c:pt>
                <c:pt idx="4394">
                  <c:v>29.724176406860401</c:v>
                </c:pt>
                <c:pt idx="4395">
                  <c:v>29.719142913818398</c:v>
                </c:pt>
                <c:pt idx="4396">
                  <c:v>29.7034721374512</c:v>
                </c:pt>
                <c:pt idx="4397">
                  <c:v>29.6974697113037</c:v>
                </c:pt>
                <c:pt idx="4398">
                  <c:v>29.699916839599599</c:v>
                </c:pt>
                <c:pt idx="4399">
                  <c:v>29.701173782348601</c:v>
                </c:pt>
                <c:pt idx="4400">
                  <c:v>29.7005805969238</c:v>
                </c:pt>
                <c:pt idx="4401">
                  <c:v>29.7039909362793</c:v>
                </c:pt>
                <c:pt idx="4402">
                  <c:v>29.7071228027344</c:v>
                </c:pt>
                <c:pt idx="4403">
                  <c:v>29.706529617309599</c:v>
                </c:pt>
                <c:pt idx="4404">
                  <c:v>29.7013854980469</c:v>
                </c:pt>
                <c:pt idx="4405">
                  <c:v>29.701927185058601</c:v>
                </c:pt>
                <c:pt idx="4406">
                  <c:v>29.703861236572301</c:v>
                </c:pt>
                <c:pt idx="4407">
                  <c:v>29.6990661621094</c:v>
                </c:pt>
                <c:pt idx="4408">
                  <c:v>29.692457199096701</c:v>
                </c:pt>
                <c:pt idx="4409">
                  <c:v>29.686443328857401</c:v>
                </c:pt>
                <c:pt idx="4410">
                  <c:v>29.687891006469702</c:v>
                </c:pt>
                <c:pt idx="4411">
                  <c:v>29.6848049163818</c:v>
                </c:pt>
                <c:pt idx="4412">
                  <c:v>29.695070266723601</c:v>
                </c:pt>
                <c:pt idx="4413">
                  <c:v>29.626981735229499</c:v>
                </c:pt>
                <c:pt idx="4414">
                  <c:v>29.6085510253906</c:v>
                </c:pt>
                <c:pt idx="4415">
                  <c:v>29.607164382934599</c:v>
                </c:pt>
                <c:pt idx="4416">
                  <c:v>29.600305557251001</c:v>
                </c:pt>
                <c:pt idx="4417">
                  <c:v>29.5764980316162</c:v>
                </c:pt>
                <c:pt idx="4418">
                  <c:v>29.554824829101602</c:v>
                </c:pt>
                <c:pt idx="4419">
                  <c:v>29.558790206909201</c:v>
                </c:pt>
                <c:pt idx="4420">
                  <c:v>29.528528213501001</c:v>
                </c:pt>
                <c:pt idx="4421">
                  <c:v>29.511350631713899</c:v>
                </c:pt>
                <c:pt idx="4422">
                  <c:v>29.462501525878899</c:v>
                </c:pt>
                <c:pt idx="4423">
                  <c:v>29.482002258300799</c:v>
                </c:pt>
                <c:pt idx="4424">
                  <c:v>29.473381042480501</c:v>
                </c:pt>
                <c:pt idx="4425">
                  <c:v>29.499824523925799</c:v>
                </c:pt>
                <c:pt idx="4426">
                  <c:v>29.518800735473601</c:v>
                </c:pt>
                <c:pt idx="4427">
                  <c:v>29.519861221313501</c:v>
                </c:pt>
                <c:pt idx="4428">
                  <c:v>29.535871505737301</c:v>
                </c:pt>
                <c:pt idx="4429">
                  <c:v>29.5385627746582</c:v>
                </c:pt>
                <c:pt idx="4430">
                  <c:v>29.459480285644499</c:v>
                </c:pt>
                <c:pt idx="4431">
                  <c:v>29.4264831542969</c:v>
                </c:pt>
                <c:pt idx="4432">
                  <c:v>29.4434108734131</c:v>
                </c:pt>
                <c:pt idx="4433">
                  <c:v>29.399614334106399</c:v>
                </c:pt>
                <c:pt idx="4434">
                  <c:v>29.382400512695298</c:v>
                </c:pt>
                <c:pt idx="4435">
                  <c:v>29.377292633056602</c:v>
                </c:pt>
                <c:pt idx="4436">
                  <c:v>29.316957473754901</c:v>
                </c:pt>
                <c:pt idx="4437">
                  <c:v>29.312473297119102</c:v>
                </c:pt>
                <c:pt idx="4438">
                  <c:v>29.2904167175293</c:v>
                </c:pt>
                <c:pt idx="4439">
                  <c:v>29.3085536956787</c:v>
                </c:pt>
                <c:pt idx="4440">
                  <c:v>29.281232833862301</c:v>
                </c:pt>
                <c:pt idx="4441">
                  <c:v>29.2676391601563</c:v>
                </c:pt>
                <c:pt idx="4442">
                  <c:v>29.2709140777588</c:v>
                </c:pt>
                <c:pt idx="4443">
                  <c:v>29.245780944824201</c:v>
                </c:pt>
                <c:pt idx="4444">
                  <c:v>29.2632160186768</c:v>
                </c:pt>
                <c:pt idx="4445">
                  <c:v>29.249691009521499</c:v>
                </c:pt>
                <c:pt idx="4446">
                  <c:v>29.247714996337901</c:v>
                </c:pt>
                <c:pt idx="4447">
                  <c:v>29.268196105956999</c:v>
                </c:pt>
                <c:pt idx="4448">
                  <c:v>29.275070190429702</c:v>
                </c:pt>
                <c:pt idx="4449">
                  <c:v>29.262504577636701</c:v>
                </c:pt>
                <c:pt idx="4450">
                  <c:v>29.252363204956101</c:v>
                </c:pt>
                <c:pt idx="4451">
                  <c:v>29.253419876098601</c:v>
                </c:pt>
                <c:pt idx="4452">
                  <c:v>29.249025344848601</c:v>
                </c:pt>
                <c:pt idx="4453">
                  <c:v>29.2596435546875</c:v>
                </c:pt>
                <c:pt idx="4454">
                  <c:v>29.250774383544901</c:v>
                </c:pt>
                <c:pt idx="4455">
                  <c:v>29.2591953277588</c:v>
                </c:pt>
                <c:pt idx="4456">
                  <c:v>29.261081695556602</c:v>
                </c:pt>
                <c:pt idx="4457">
                  <c:v>29.2521152496338</c:v>
                </c:pt>
                <c:pt idx="4458">
                  <c:v>29.2154026031494</c:v>
                </c:pt>
                <c:pt idx="4459">
                  <c:v>29.155353546142599</c:v>
                </c:pt>
                <c:pt idx="4460">
                  <c:v>29.103141784668001</c:v>
                </c:pt>
                <c:pt idx="4461">
                  <c:v>29.056907653808601</c:v>
                </c:pt>
                <c:pt idx="4462">
                  <c:v>29.033180236816399</c:v>
                </c:pt>
                <c:pt idx="4463">
                  <c:v>29.068006515502901</c:v>
                </c:pt>
                <c:pt idx="4464">
                  <c:v>29.054275512695298</c:v>
                </c:pt>
                <c:pt idx="4465">
                  <c:v>29.0343914031982</c:v>
                </c:pt>
                <c:pt idx="4466">
                  <c:v>29.014125823974599</c:v>
                </c:pt>
                <c:pt idx="4467">
                  <c:v>29.009256362915</c:v>
                </c:pt>
                <c:pt idx="4468">
                  <c:v>29.005550384521499</c:v>
                </c:pt>
                <c:pt idx="4469">
                  <c:v>29.0025424957275</c:v>
                </c:pt>
                <c:pt idx="4470">
                  <c:v>29.005918502807599</c:v>
                </c:pt>
                <c:pt idx="4471">
                  <c:v>29.004600524902301</c:v>
                </c:pt>
                <c:pt idx="4472">
                  <c:v>28.9951572418213</c:v>
                </c:pt>
                <c:pt idx="4473">
                  <c:v>29.000072479248001</c:v>
                </c:pt>
                <c:pt idx="4474">
                  <c:v>28.984920501708999</c:v>
                </c:pt>
                <c:pt idx="4475">
                  <c:v>28.959812164306602</c:v>
                </c:pt>
                <c:pt idx="4476">
                  <c:v>28.929094314575199</c:v>
                </c:pt>
                <c:pt idx="4477">
                  <c:v>28.954607009887699</c:v>
                </c:pt>
                <c:pt idx="4478">
                  <c:v>28.959821701049801</c:v>
                </c:pt>
                <c:pt idx="4479">
                  <c:v>28.928585052490199</c:v>
                </c:pt>
                <c:pt idx="4480">
                  <c:v>28.9466953277588</c:v>
                </c:pt>
                <c:pt idx="4481">
                  <c:v>28.909284591674801</c:v>
                </c:pt>
                <c:pt idx="4482">
                  <c:v>28.8839111328125</c:v>
                </c:pt>
                <c:pt idx="4483">
                  <c:v>28.928104400634801</c:v>
                </c:pt>
                <c:pt idx="4484">
                  <c:v>28.9224548339844</c:v>
                </c:pt>
                <c:pt idx="4485">
                  <c:v>28.958473205566399</c:v>
                </c:pt>
                <c:pt idx="4486">
                  <c:v>28.9824333190918</c:v>
                </c:pt>
                <c:pt idx="4487">
                  <c:v>28.992322921752901</c:v>
                </c:pt>
                <c:pt idx="4488">
                  <c:v>29.085077285766602</c:v>
                </c:pt>
                <c:pt idx="4489">
                  <c:v>29.155433654785199</c:v>
                </c:pt>
                <c:pt idx="4490">
                  <c:v>29.185024261474599</c:v>
                </c:pt>
                <c:pt idx="4491">
                  <c:v>29.237279891967798</c:v>
                </c:pt>
                <c:pt idx="4492">
                  <c:v>29.3980827331543</c:v>
                </c:pt>
                <c:pt idx="4493">
                  <c:v>29.5245571136475</c:v>
                </c:pt>
                <c:pt idx="4494">
                  <c:v>29.602048873901399</c:v>
                </c:pt>
                <c:pt idx="4495">
                  <c:v>29.650999069213899</c:v>
                </c:pt>
                <c:pt idx="4496">
                  <c:v>29.6761798858643</c:v>
                </c:pt>
                <c:pt idx="4497">
                  <c:v>29.697286605835</c:v>
                </c:pt>
                <c:pt idx="4498">
                  <c:v>29.735845565795898</c:v>
                </c:pt>
                <c:pt idx="4499">
                  <c:v>29.781759262085</c:v>
                </c:pt>
                <c:pt idx="4500">
                  <c:v>29.8624267578125</c:v>
                </c:pt>
                <c:pt idx="4501">
                  <c:v>29.916166305541999</c:v>
                </c:pt>
                <c:pt idx="4502">
                  <c:v>29.939817428588899</c:v>
                </c:pt>
                <c:pt idx="4503">
                  <c:v>29.984514236450199</c:v>
                </c:pt>
                <c:pt idx="4504">
                  <c:v>30.040840148925799</c:v>
                </c:pt>
                <c:pt idx="4505">
                  <c:v>30.095151901245099</c:v>
                </c:pt>
                <c:pt idx="4506">
                  <c:v>30.113468170166001</c:v>
                </c:pt>
                <c:pt idx="4507">
                  <c:v>30.131649017333999</c:v>
                </c:pt>
                <c:pt idx="4508">
                  <c:v>30.1115112304688</c:v>
                </c:pt>
                <c:pt idx="4509">
                  <c:v>30.136650085449201</c:v>
                </c:pt>
                <c:pt idx="4510">
                  <c:v>30.172498703002901</c:v>
                </c:pt>
                <c:pt idx="4511">
                  <c:v>30.248510360717798</c:v>
                </c:pt>
                <c:pt idx="4512">
                  <c:v>30.3297309875488</c:v>
                </c:pt>
                <c:pt idx="4513">
                  <c:v>30.312767028808601</c:v>
                </c:pt>
                <c:pt idx="4514">
                  <c:v>30.337192535400401</c:v>
                </c:pt>
                <c:pt idx="4515">
                  <c:v>30.3600749969482</c:v>
                </c:pt>
                <c:pt idx="4516">
                  <c:v>30.298933029174801</c:v>
                </c:pt>
                <c:pt idx="4517">
                  <c:v>30.353530883789102</c:v>
                </c:pt>
                <c:pt idx="4518">
                  <c:v>30.348850250244102</c:v>
                </c:pt>
                <c:pt idx="4519">
                  <c:v>30.380508422851602</c:v>
                </c:pt>
                <c:pt idx="4520">
                  <c:v>30.391710281372099</c:v>
                </c:pt>
                <c:pt idx="4521">
                  <c:v>30.419246673583999</c:v>
                </c:pt>
                <c:pt idx="4522">
                  <c:v>30.438407897949201</c:v>
                </c:pt>
                <c:pt idx="4523">
                  <c:v>30.446294784545898</c:v>
                </c:pt>
                <c:pt idx="4524">
                  <c:v>30.42578125</c:v>
                </c:pt>
                <c:pt idx="4525">
                  <c:v>30.422878265380898</c:v>
                </c:pt>
                <c:pt idx="4526">
                  <c:v>30.411436080932599</c:v>
                </c:pt>
                <c:pt idx="4527">
                  <c:v>30.465654373168899</c:v>
                </c:pt>
                <c:pt idx="4528">
                  <c:v>30.473110198974599</c:v>
                </c:pt>
                <c:pt idx="4529">
                  <c:v>30.512292861938501</c:v>
                </c:pt>
                <c:pt idx="4530">
                  <c:v>30.552944183349599</c:v>
                </c:pt>
                <c:pt idx="4531">
                  <c:v>30.7892246246338</c:v>
                </c:pt>
                <c:pt idx="4532">
                  <c:v>30.870506286621101</c:v>
                </c:pt>
                <c:pt idx="4533">
                  <c:v>31.001773834228501</c:v>
                </c:pt>
                <c:pt idx="4534">
                  <c:v>31.0809440612793</c:v>
                </c:pt>
                <c:pt idx="4535">
                  <c:v>31.147832870483398</c:v>
                </c:pt>
                <c:pt idx="4536">
                  <c:v>31.235523223876999</c:v>
                </c:pt>
                <c:pt idx="4537">
                  <c:v>31.270858764648398</c:v>
                </c:pt>
                <c:pt idx="4538">
                  <c:v>31.300493240356399</c:v>
                </c:pt>
                <c:pt idx="4539">
                  <c:v>31.317756652831999</c:v>
                </c:pt>
                <c:pt idx="4540">
                  <c:v>31.328212738037099</c:v>
                </c:pt>
                <c:pt idx="4541">
                  <c:v>31.338371276855501</c:v>
                </c:pt>
                <c:pt idx="4542">
                  <c:v>31.349403381347699</c:v>
                </c:pt>
                <c:pt idx="4543">
                  <c:v>31.414718627929702</c:v>
                </c:pt>
                <c:pt idx="4544">
                  <c:v>31.4582824707031</c:v>
                </c:pt>
                <c:pt idx="4545">
                  <c:v>31.494808197021499</c:v>
                </c:pt>
                <c:pt idx="4546">
                  <c:v>31.5892009735107</c:v>
                </c:pt>
                <c:pt idx="4547">
                  <c:v>31.662845611572301</c:v>
                </c:pt>
                <c:pt idx="4548">
                  <c:v>31.762809753418001</c:v>
                </c:pt>
                <c:pt idx="4549">
                  <c:v>31.857032775878899</c:v>
                </c:pt>
                <c:pt idx="4550">
                  <c:v>31.935052871704102</c:v>
                </c:pt>
                <c:pt idx="4551">
                  <c:v>32.036109924316399</c:v>
                </c:pt>
                <c:pt idx="4552">
                  <c:v>32.110324859619098</c:v>
                </c:pt>
                <c:pt idx="4553">
                  <c:v>32.176872253417997</c:v>
                </c:pt>
                <c:pt idx="4554">
                  <c:v>32.238483428955099</c:v>
                </c:pt>
                <c:pt idx="4555">
                  <c:v>32.345993041992202</c:v>
                </c:pt>
                <c:pt idx="4556">
                  <c:v>32.406299591064503</c:v>
                </c:pt>
                <c:pt idx="4557">
                  <c:v>32.482307434082003</c:v>
                </c:pt>
                <c:pt idx="4558">
                  <c:v>32.511112213134801</c:v>
                </c:pt>
                <c:pt idx="4559">
                  <c:v>32.542598724365199</c:v>
                </c:pt>
                <c:pt idx="4560">
                  <c:v>32.589939117431598</c:v>
                </c:pt>
                <c:pt idx="4561">
                  <c:v>32.635658264160199</c:v>
                </c:pt>
                <c:pt idx="4562">
                  <c:v>32.724941253662102</c:v>
                </c:pt>
                <c:pt idx="4563">
                  <c:v>32.829681396484403</c:v>
                </c:pt>
                <c:pt idx="4564">
                  <c:v>32.854305267333999</c:v>
                </c:pt>
                <c:pt idx="4565">
                  <c:v>32.948532104492202</c:v>
                </c:pt>
                <c:pt idx="4566">
                  <c:v>33.00341796875</c:v>
                </c:pt>
                <c:pt idx="4567">
                  <c:v>33.062301635742202</c:v>
                </c:pt>
                <c:pt idx="4568">
                  <c:v>33.179683685302699</c:v>
                </c:pt>
                <c:pt idx="4569">
                  <c:v>33.238803863525398</c:v>
                </c:pt>
                <c:pt idx="4570">
                  <c:v>33.280593872070298</c:v>
                </c:pt>
                <c:pt idx="4571">
                  <c:v>33.306251525878899</c:v>
                </c:pt>
                <c:pt idx="4572">
                  <c:v>33.441650390625</c:v>
                </c:pt>
                <c:pt idx="4573">
                  <c:v>33.547042846679702</c:v>
                </c:pt>
                <c:pt idx="4574">
                  <c:v>33.612037658691399</c:v>
                </c:pt>
                <c:pt idx="4575">
                  <c:v>33.691188812255902</c:v>
                </c:pt>
                <c:pt idx="4576">
                  <c:v>33.744033813476598</c:v>
                </c:pt>
                <c:pt idx="4577">
                  <c:v>33.841793060302699</c:v>
                </c:pt>
                <c:pt idx="4578">
                  <c:v>33.850898742675803</c:v>
                </c:pt>
                <c:pt idx="4579">
                  <c:v>33.9133110046387</c:v>
                </c:pt>
                <c:pt idx="4580">
                  <c:v>33.988739013671903</c:v>
                </c:pt>
                <c:pt idx="4581">
                  <c:v>34.173309326171903</c:v>
                </c:pt>
                <c:pt idx="4582">
                  <c:v>34.274223327636697</c:v>
                </c:pt>
                <c:pt idx="4583">
                  <c:v>34.382270812988303</c:v>
                </c:pt>
                <c:pt idx="4584">
                  <c:v>34.444797515869098</c:v>
                </c:pt>
                <c:pt idx="4585">
                  <c:v>34.4710693359375</c:v>
                </c:pt>
                <c:pt idx="4586">
                  <c:v>34.507598876953097</c:v>
                </c:pt>
                <c:pt idx="4587">
                  <c:v>34.535511016845703</c:v>
                </c:pt>
                <c:pt idx="4588">
                  <c:v>34.569465637207003</c:v>
                </c:pt>
                <c:pt idx="4589">
                  <c:v>34.563793182373097</c:v>
                </c:pt>
                <c:pt idx="4590">
                  <c:v>34.607379913330099</c:v>
                </c:pt>
                <c:pt idx="4591">
                  <c:v>34.692047119140597</c:v>
                </c:pt>
                <c:pt idx="4592">
                  <c:v>34.806182861328097</c:v>
                </c:pt>
                <c:pt idx="4593">
                  <c:v>34.936965942382798</c:v>
                </c:pt>
                <c:pt idx="4594">
                  <c:v>35.050956726074197</c:v>
                </c:pt>
                <c:pt idx="4595">
                  <c:v>35.1778755187988</c:v>
                </c:pt>
                <c:pt idx="4596">
                  <c:v>35.261093139648402</c:v>
                </c:pt>
                <c:pt idx="4597">
                  <c:v>35.324100494384801</c:v>
                </c:pt>
                <c:pt idx="4598">
                  <c:v>35.381309509277301</c:v>
                </c:pt>
                <c:pt idx="4599">
                  <c:v>35.463417053222699</c:v>
                </c:pt>
                <c:pt idx="4600">
                  <c:v>35.520641326904297</c:v>
                </c:pt>
                <c:pt idx="4601">
                  <c:v>35.595863342285199</c:v>
                </c:pt>
                <c:pt idx="4602">
                  <c:v>35.629592895507798</c:v>
                </c:pt>
                <c:pt idx="4603">
                  <c:v>35.617820739746101</c:v>
                </c:pt>
                <c:pt idx="4604">
                  <c:v>35.661689758300803</c:v>
                </c:pt>
                <c:pt idx="4605">
                  <c:v>35.716129302978501</c:v>
                </c:pt>
                <c:pt idx="4606">
                  <c:v>35.756191253662102</c:v>
                </c:pt>
                <c:pt idx="4607">
                  <c:v>35.826057434082003</c:v>
                </c:pt>
                <c:pt idx="4608">
                  <c:v>35.878345489502003</c:v>
                </c:pt>
                <c:pt idx="4609">
                  <c:v>35.943389892578097</c:v>
                </c:pt>
                <c:pt idx="4610">
                  <c:v>36.000190734863303</c:v>
                </c:pt>
                <c:pt idx="4611">
                  <c:v>36.072227478027301</c:v>
                </c:pt>
                <c:pt idx="4612">
                  <c:v>36.160686492919901</c:v>
                </c:pt>
                <c:pt idx="4613">
                  <c:v>36.247196197509801</c:v>
                </c:pt>
                <c:pt idx="4614">
                  <c:v>36.267528533935597</c:v>
                </c:pt>
                <c:pt idx="4615">
                  <c:v>36.268154144287102</c:v>
                </c:pt>
                <c:pt idx="4616">
                  <c:v>36.286956787109403</c:v>
                </c:pt>
                <c:pt idx="4617">
                  <c:v>36.318748474121101</c:v>
                </c:pt>
                <c:pt idx="4618">
                  <c:v>36.357540130615199</c:v>
                </c:pt>
                <c:pt idx="4619">
                  <c:v>36.452503204345703</c:v>
                </c:pt>
                <c:pt idx="4620">
                  <c:v>36.504219055175803</c:v>
                </c:pt>
                <c:pt idx="4621">
                  <c:v>36.538986206054702</c:v>
                </c:pt>
                <c:pt idx="4622">
                  <c:v>36.557369232177699</c:v>
                </c:pt>
                <c:pt idx="4623">
                  <c:v>36.6356811523438</c:v>
                </c:pt>
                <c:pt idx="4624">
                  <c:v>36.811904907226598</c:v>
                </c:pt>
                <c:pt idx="4625">
                  <c:v>36.9304809570313</c:v>
                </c:pt>
                <c:pt idx="4626">
                  <c:v>37.066390991210902</c:v>
                </c:pt>
                <c:pt idx="4627">
                  <c:v>37.127372741699197</c:v>
                </c:pt>
                <c:pt idx="4628">
                  <c:v>37.231269836425803</c:v>
                </c:pt>
                <c:pt idx="4629">
                  <c:v>37.475925445556598</c:v>
                </c:pt>
                <c:pt idx="4630">
                  <c:v>37.745174407958999</c:v>
                </c:pt>
                <c:pt idx="4631">
                  <c:v>37.911403656005902</c:v>
                </c:pt>
                <c:pt idx="4632">
                  <c:v>38.068195343017599</c:v>
                </c:pt>
                <c:pt idx="4633">
                  <c:v>38.227699279785199</c:v>
                </c:pt>
                <c:pt idx="4634">
                  <c:v>38.372707366943402</c:v>
                </c:pt>
                <c:pt idx="4635">
                  <c:v>38.478885650634801</c:v>
                </c:pt>
                <c:pt idx="4636">
                  <c:v>38.615177154541001</c:v>
                </c:pt>
                <c:pt idx="4637">
                  <c:v>38.878227233886697</c:v>
                </c:pt>
                <c:pt idx="4638">
                  <c:v>39.053958892822301</c:v>
                </c:pt>
                <c:pt idx="4639">
                  <c:v>39.207054138183601</c:v>
                </c:pt>
                <c:pt idx="4640">
                  <c:v>39.314788818359403</c:v>
                </c:pt>
                <c:pt idx="4641">
                  <c:v>39.379947662353501</c:v>
                </c:pt>
                <c:pt idx="4642">
                  <c:v>39.415130615234403</c:v>
                </c:pt>
                <c:pt idx="4643">
                  <c:v>39.433219909667997</c:v>
                </c:pt>
                <c:pt idx="4644">
                  <c:v>39.442497253417997</c:v>
                </c:pt>
                <c:pt idx="4645">
                  <c:v>39.447261810302699</c:v>
                </c:pt>
                <c:pt idx="4646">
                  <c:v>39.44970703125</c:v>
                </c:pt>
                <c:pt idx="4647">
                  <c:v>39.470703125</c:v>
                </c:pt>
                <c:pt idx="4648">
                  <c:v>39.874835968017599</c:v>
                </c:pt>
                <c:pt idx="4649">
                  <c:v>40.464031219482401</c:v>
                </c:pt>
                <c:pt idx="4650">
                  <c:v>41.0646362304688</c:v>
                </c:pt>
                <c:pt idx="4651">
                  <c:v>41.526065826416001</c:v>
                </c:pt>
                <c:pt idx="4652">
                  <c:v>41.961189270019503</c:v>
                </c:pt>
                <c:pt idx="4653">
                  <c:v>42.233322143554702</c:v>
                </c:pt>
                <c:pt idx="4654">
                  <c:v>42.469032287597699</c:v>
                </c:pt>
                <c:pt idx="4655">
                  <c:v>42.602882385253899</c:v>
                </c:pt>
                <c:pt idx="4656">
                  <c:v>42.688163757324197</c:v>
                </c:pt>
                <c:pt idx="4657">
                  <c:v>42.734916687011697</c:v>
                </c:pt>
                <c:pt idx="4658">
                  <c:v>42.793514251708999</c:v>
                </c:pt>
                <c:pt idx="4659">
                  <c:v>42.882198333740199</c:v>
                </c:pt>
                <c:pt idx="4660">
                  <c:v>43.014812469482401</c:v>
                </c:pt>
                <c:pt idx="4661">
                  <c:v>43.094997406005902</c:v>
                </c:pt>
                <c:pt idx="4662">
                  <c:v>43.193264007568402</c:v>
                </c:pt>
                <c:pt idx="4663">
                  <c:v>43.334049224853501</c:v>
                </c:pt>
                <c:pt idx="4664">
                  <c:v>43.437797546386697</c:v>
                </c:pt>
                <c:pt idx="4665">
                  <c:v>43.549491882324197</c:v>
                </c:pt>
                <c:pt idx="4666">
                  <c:v>43.830356597900398</c:v>
                </c:pt>
                <c:pt idx="4667">
                  <c:v>44.062393188476598</c:v>
                </c:pt>
                <c:pt idx="4668">
                  <c:v>44.222011566162102</c:v>
                </c:pt>
                <c:pt idx="4669">
                  <c:v>44.310440063476598</c:v>
                </c:pt>
                <c:pt idx="4670">
                  <c:v>44.3558540344238</c:v>
                </c:pt>
                <c:pt idx="4671">
                  <c:v>44.379154205322301</c:v>
                </c:pt>
                <c:pt idx="4672">
                  <c:v>44.391738891601598</c:v>
                </c:pt>
                <c:pt idx="4673">
                  <c:v>44.402767181396499</c:v>
                </c:pt>
                <c:pt idx="4674">
                  <c:v>44.413402557373097</c:v>
                </c:pt>
                <c:pt idx="4675">
                  <c:v>44.422756195068402</c:v>
                </c:pt>
                <c:pt idx="4676">
                  <c:v>44.4646606445313</c:v>
                </c:pt>
                <c:pt idx="4677">
                  <c:v>44.496257781982401</c:v>
                </c:pt>
                <c:pt idx="4678">
                  <c:v>44.515083312988303</c:v>
                </c:pt>
                <c:pt idx="4679">
                  <c:v>44.550159454345703</c:v>
                </c:pt>
                <c:pt idx="4680">
                  <c:v>44.594680786132798</c:v>
                </c:pt>
                <c:pt idx="4681">
                  <c:v>44.653942108154297</c:v>
                </c:pt>
                <c:pt idx="4682">
                  <c:v>44.701900482177699</c:v>
                </c:pt>
                <c:pt idx="4683">
                  <c:v>44.831733703613303</c:v>
                </c:pt>
                <c:pt idx="4684">
                  <c:v>44.954547882080099</c:v>
                </c:pt>
                <c:pt idx="4685">
                  <c:v>45.086952209472699</c:v>
                </c:pt>
                <c:pt idx="4686">
                  <c:v>45.0957221984863</c:v>
                </c:pt>
                <c:pt idx="4687">
                  <c:v>45.148193359375</c:v>
                </c:pt>
                <c:pt idx="4688">
                  <c:v>45.245765686035199</c:v>
                </c:pt>
                <c:pt idx="4689">
                  <c:v>45.233463287353501</c:v>
                </c:pt>
                <c:pt idx="4690">
                  <c:v>45.274009704589801</c:v>
                </c:pt>
                <c:pt idx="4691">
                  <c:v>45.281452178955099</c:v>
                </c:pt>
                <c:pt idx="4692">
                  <c:v>45.278278350830099</c:v>
                </c:pt>
                <c:pt idx="4693">
                  <c:v>45.367458343505902</c:v>
                </c:pt>
                <c:pt idx="4694">
                  <c:v>45.523166656494098</c:v>
                </c:pt>
                <c:pt idx="4695">
                  <c:v>45.568717956542997</c:v>
                </c:pt>
                <c:pt idx="4696">
                  <c:v>45.735420227050803</c:v>
                </c:pt>
                <c:pt idx="4697">
                  <c:v>45.854812622070298</c:v>
                </c:pt>
                <c:pt idx="4698">
                  <c:v>45.913700103759801</c:v>
                </c:pt>
                <c:pt idx="4699">
                  <c:v>45.945858001708999</c:v>
                </c:pt>
                <c:pt idx="4700">
                  <c:v>45.965476989746101</c:v>
                </c:pt>
                <c:pt idx="4701">
                  <c:v>45.975547790527301</c:v>
                </c:pt>
                <c:pt idx="4702">
                  <c:v>45.980720520019503</c:v>
                </c:pt>
                <c:pt idx="4703">
                  <c:v>45.983375549316399</c:v>
                </c:pt>
                <c:pt idx="4704">
                  <c:v>45.984737396240199</c:v>
                </c:pt>
                <c:pt idx="4705">
                  <c:v>45.985435485839801</c:v>
                </c:pt>
                <c:pt idx="4706">
                  <c:v>45.985797882080099</c:v>
                </c:pt>
                <c:pt idx="4707">
                  <c:v>45.9859809875488</c:v>
                </c:pt>
                <c:pt idx="4708">
                  <c:v>45.986076354980497</c:v>
                </c:pt>
                <c:pt idx="4709">
                  <c:v>45.986122131347699</c:v>
                </c:pt>
                <c:pt idx="4710">
                  <c:v>45.986148834228501</c:v>
                </c:pt>
                <c:pt idx="4711">
                  <c:v>45.986160278320298</c:v>
                </c:pt>
                <c:pt idx="4712">
                  <c:v>45.986167907714801</c:v>
                </c:pt>
                <c:pt idx="4713">
                  <c:v>45.986171722412102</c:v>
                </c:pt>
                <c:pt idx="4714">
                  <c:v>45.986171722412102</c:v>
                </c:pt>
                <c:pt idx="4715">
                  <c:v>45.986175537109403</c:v>
                </c:pt>
                <c:pt idx="4716">
                  <c:v>46.1395874023438</c:v>
                </c:pt>
                <c:pt idx="4717">
                  <c:v>46.192375183105497</c:v>
                </c:pt>
                <c:pt idx="4718">
                  <c:v>46.138912200927699</c:v>
                </c:pt>
                <c:pt idx="4719">
                  <c:v>46.780448913574197</c:v>
                </c:pt>
                <c:pt idx="4720">
                  <c:v>47.256679534912102</c:v>
                </c:pt>
                <c:pt idx="4721">
                  <c:v>47.565338134765597</c:v>
                </c:pt>
                <c:pt idx="4722">
                  <c:v>47.905998229980497</c:v>
                </c:pt>
                <c:pt idx="4723">
                  <c:v>48.094646453857401</c:v>
                </c:pt>
                <c:pt idx="4724">
                  <c:v>48.01513671875</c:v>
                </c:pt>
                <c:pt idx="4725">
                  <c:v>48.052013397216797</c:v>
                </c:pt>
                <c:pt idx="4726">
                  <c:v>48.090358734130902</c:v>
                </c:pt>
                <c:pt idx="4727">
                  <c:v>48.024372100830099</c:v>
                </c:pt>
                <c:pt idx="4728">
                  <c:v>48.113780975341797</c:v>
                </c:pt>
                <c:pt idx="4729">
                  <c:v>48.193599700927699</c:v>
                </c:pt>
                <c:pt idx="4730">
                  <c:v>48.252574920654297</c:v>
                </c:pt>
                <c:pt idx="4731">
                  <c:v>48.313514709472699</c:v>
                </c:pt>
                <c:pt idx="4732">
                  <c:v>48.3316650390625</c:v>
                </c:pt>
                <c:pt idx="4733">
                  <c:v>48.336456298828097</c:v>
                </c:pt>
                <c:pt idx="4734">
                  <c:v>48.371822357177699</c:v>
                </c:pt>
                <c:pt idx="4735">
                  <c:v>48.327869415283203</c:v>
                </c:pt>
                <c:pt idx="4736">
                  <c:v>48.225467681884801</c:v>
                </c:pt>
                <c:pt idx="4737">
                  <c:v>48.197410583496101</c:v>
                </c:pt>
                <c:pt idx="4738">
                  <c:v>48.183990478515597</c:v>
                </c:pt>
                <c:pt idx="4739">
                  <c:v>48.259521484375</c:v>
                </c:pt>
                <c:pt idx="4740">
                  <c:v>48.284702301025398</c:v>
                </c:pt>
                <c:pt idx="4741">
                  <c:v>48.311477661132798</c:v>
                </c:pt>
                <c:pt idx="4742">
                  <c:v>48.247360229492202</c:v>
                </c:pt>
                <c:pt idx="4743">
                  <c:v>48.156780242919901</c:v>
                </c:pt>
                <c:pt idx="4744">
                  <c:v>48.136180877685597</c:v>
                </c:pt>
                <c:pt idx="4745">
                  <c:v>48.147380828857401</c:v>
                </c:pt>
                <c:pt idx="4746">
                  <c:v>48.104358673095703</c:v>
                </c:pt>
                <c:pt idx="4747">
                  <c:v>48.188339233398402</c:v>
                </c:pt>
                <c:pt idx="4748">
                  <c:v>48.183029174804702</c:v>
                </c:pt>
                <c:pt idx="4749">
                  <c:v>48.025730133056598</c:v>
                </c:pt>
                <c:pt idx="4750">
                  <c:v>48.190402984619098</c:v>
                </c:pt>
                <c:pt idx="4751">
                  <c:v>47.888053894042997</c:v>
                </c:pt>
                <c:pt idx="4752">
                  <c:v>47.389854431152301</c:v>
                </c:pt>
                <c:pt idx="4753">
                  <c:v>47.372337341308601</c:v>
                </c:pt>
                <c:pt idx="4754">
                  <c:v>47.494213104248097</c:v>
                </c:pt>
                <c:pt idx="4755">
                  <c:v>47.512466430664098</c:v>
                </c:pt>
                <c:pt idx="4756">
                  <c:v>47.283702850341797</c:v>
                </c:pt>
                <c:pt idx="4757">
                  <c:v>47.044204711914098</c:v>
                </c:pt>
                <c:pt idx="4758">
                  <c:v>47.442234039306598</c:v>
                </c:pt>
                <c:pt idx="4759">
                  <c:v>47.180381774902301</c:v>
                </c:pt>
                <c:pt idx="4760">
                  <c:v>46.959880828857401</c:v>
                </c:pt>
                <c:pt idx="4761">
                  <c:v>46.608165740966797</c:v>
                </c:pt>
                <c:pt idx="4762">
                  <c:v>46.958953857421903</c:v>
                </c:pt>
                <c:pt idx="4763">
                  <c:v>46.859203338623097</c:v>
                </c:pt>
                <c:pt idx="4764">
                  <c:v>46.710838317871101</c:v>
                </c:pt>
                <c:pt idx="4765">
                  <c:v>46.358230590820298</c:v>
                </c:pt>
                <c:pt idx="4766">
                  <c:v>46.2809867858887</c:v>
                </c:pt>
                <c:pt idx="4767">
                  <c:v>46.239086151123097</c:v>
                </c:pt>
                <c:pt idx="4768">
                  <c:v>46.443637847900398</c:v>
                </c:pt>
                <c:pt idx="4769">
                  <c:v>46.513301849365199</c:v>
                </c:pt>
                <c:pt idx="4770">
                  <c:v>46.949577331542997</c:v>
                </c:pt>
                <c:pt idx="4771">
                  <c:v>47.0622749328613</c:v>
                </c:pt>
                <c:pt idx="4772">
                  <c:v>47.465969085693402</c:v>
                </c:pt>
                <c:pt idx="4773">
                  <c:v>47.730819702148402</c:v>
                </c:pt>
                <c:pt idx="4774">
                  <c:v>47.993179321289098</c:v>
                </c:pt>
                <c:pt idx="4775">
                  <c:v>47.646686553955099</c:v>
                </c:pt>
                <c:pt idx="4776">
                  <c:v>47.859485626220703</c:v>
                </c:pt>
                <c:pt idx="4777">
                  <c:v>47.913337707519503</c:v>
                </c:pt>
                <c:pt idx="4778">
                  <c:v>48.008289337158203</c:v>
                </c:pt>
                <c:pt idx="4779">
                  <c:v>48.400485992431598</c:v>
                </c:pt>
                <c:pt idx="4780">
                  <c:v>48.626453399658203</c:v>
                </c:pt>
                <c:pt idx="4781">
                  <c:v>48.688686370849602</c:v>
                </c:pt>
                <c:pt idx="4782">
                  <c:v>48.926467895507798</c:v>
                </c:pt>
                <c:pt idx="4783">
                  <c:v>49.104785919189503</c:v>
                </c:pt>
                <c:pt idx="4784">
                  <c:v>49.2018013000488</c:v>
                </c:pt>
                <c:pt idx="4785">
                  <c:v>49.251609802246101</c:v>
                </c:pt>
                <c:pt idx="4786">
                  <c:v>49.290721893310597</c:v>
                </c:pt>
                <c:pt idx="4787">
                  <c:v>49.315177917480497</c:v>
                </c:pt>
                <c:pt idx="4788">
                  <c:v>49.341472625732401</c:v>
                </c:pt>
                <c:pt idx="4789">
                  <c:v>49.430812835693402</c:v>
                </c:pt>
                <c:pt idx="4790">
                  <c:v>49.554534912109403</c:v>
                </c:pt>
                <c:pt idx="4791">
                  <c:v>49.6119194030762</c:v>
                </c:pt>
                <c:pt idx="4792">
                  <c:v>49.629447937011697</c:v>
                </c:pt>
                <c:pt idx="4793">
                  <c:v>49.638511657714801</c:v>
                </c:pt>
                <c:pt idx="4794">
                  <c:v>49.656715393066399</c:v>
                </c:pt>
                <c:pt idx="4795">
                  <c:v>49.692913055419901</c:v>
                </c:pt>
                <c:pt idx="4796">
                  <c:v>49.7071533203125</c:v>
                </c:pt>
                <c:pt idx="4797">
                  <c:v>49.722339630127003</c:v>
                </c:pt>
                <c:pt idx="4798">
                  <c:v>49.7254028320313</c:v>
                </c:pt>
                <c:pt idx="4799">
                  <c:v>49.720035552978501</c:v>
                </c:pt>
                <c:pt idx="4800">
                  <c:v>49.761054992675803</c:v>
                </c:pt>
                <c:pt idx="4801">
                  <c:v>49.798309326171903</c:v>
                </c:pt>
                <c:pt idx="4802">
                  <c:v>49.811222076416001</c:v>
                </c:pt>
                <c:pt idx="4803">
                  <c:v>49.811439514160199</c:v>
                </c:pt>
                <c:pt idx="4804">
                  <c:v>49.787986755371101</c:v>
                </c:pt>
                <c:pt idx="4805">
                  <c:v>49.749393463134801</c:v>
                </c:pt>
                <c:pt idx="4806">
                  <c:v>49.726520538330099</c:v>
                </c:pt>
                <c:pt idx="4807">
                  <c:v>49.726200103759801</c:v>
                </c:pt>
                <c:pt idx="4808">
                  <c:v>49.714324951171903</c:v>
                </c:pt>
                <c:pt idx="4809">
                  <c:v>49.698066711425803</c:v>
                </c:pt>
                <c:pt idx="4810">
                  <c:v>49.6951713562012</c:v>
                </c:pt>
                <c:pt idx="4811">
                  <c:v>49.675052642822301</c:v>
                </c:pt>
                <c:pt idx="4812">
                  <c:v>49.6409301757813</c:v>
                </c:pt>
                <c:pt idx="4813">
                  <c:v>49.577686309814503</c:v>
                </c:pt>
                <c:pt idx="4814">
                  <c:v>49.545597076416001</c:v>
                </c:pt>
                <c:pt idx="4815">
                  <c:v>49.530830383300803</c:v>
                </c:pt>
                <c:pt idx="4816">
                  <c:v>49.498550415039098</c:v>
                </c:pt>
                <c:pt idx="4817">
                  <c:v>49.467361450195298</c:v>
                </c:pt>
                <c:pt idx="4818">
                  <c:v>49.43798828125</c:v>
                </c:pt>
                <c:pt idx="4819">
                  <c:v>49.401088714599602</c:v>
                </c:pt>
                <c:pt idx="4820">
                  <c:v>49.359592437744098</c:v>
                </c:pt>
                <c:pt idx="4821">
                  <c:v>49.334278106689503</c:v>
                </c:pt>
                <c:pt idx="4822">
                  <c:v>49.320011138916001</c:v>
                </c:pt>
                <c:pt idx="4823">
                  <c:v>49.312301635742202</c:v>
                </c:pt>
                <c:pt idx="4824">
                  <c:v>49.308341979980497</c:v>
                </c:pt>
                <c:pt idx="4825">
                  <c:v>49.306308746337898</c:v>
                </c:pt>
                <c:pt idx="4826">
                  <c:v>49.305267333984403</c:v>
                </c:pt>
                <c:pt idx="4827">
                  <c:v>49.292911529541001</c:v>
                </c:pt>
                <c:pt idx="4828">
                  <c:v>49.298389434814503</c:v>
                </c:pt>
                <c:pt idx="4829">
                  <c:v>49.301200866699197</c:v>
                </c:pt>
                <c:pt idx="4830">
                  <c:v>49.302639007568402</c:v>
                </c:pt>
                <c:pt idx="4831">
                  <c:v>49.285617828369098</c:v>
                </c:pt>
                <c:pt idx="4832">
                  <c:v>49.1354789733887</c:v>
                </c:pt>
                <c:pt idx="4833">
                  <c:v>48.897975921630902</c:v>
                </c:pt>
                <c:pt idx="4834">
                  <c:v>48.793418884277301</c:v>
                </c:pt>
                <c:pt idx="4835">
                  <c:v>48.705482482910199</c:v>
                </c:pt>
                <c:pt idx="4836">
                  <c:v>48.681179046630902</c:v>
                </c:pt>
                <c:pt idx="4837">
                  <c:v>48.568187713623097</c:v>
                </c:pt>
                <c:pt idx="4838">
                  <c:v>48.5610542297363</c:v>
                </c:pt>
                <c:pt idx="4839">
                  <c:v>48.540977478027301</c:v>
                </c:pt>
                <c:pt idx="4840">
                  <c:v>48.497665405273402</c:v>
                </c:pt>
                <c:pt idx="4841">
                  <c:v>48.593654632568402</c:v>
                </c:pt>
                <c:pt idx="4842">
                  <c:v>48.672252655029297</c:v>
                </c:pt>
                <c:pt idx="4843">
                  <c:v>48.778659820556598</c:v>
                </c:pt>
                <c:pt idx="4844">
                  <c:v>48.829154968261697</c:v>
                </c:pt>
                <c:pt idx="4845">
                  <c:v>48.896713256835902</c:v>
                </c:pt>
                <c:pt idx="4846">
                  <c:v>48.969387054443402</c:v>
                </c:pt>
                <c:pt idx="4847">
                  <c:v>49.079128265380902</c:v>
                </c:pt>
                <c:pt idx="4848">
                  <c:v>49.188629150390597</c:v>
                </c:pt>
                <c:pt idx="4849">
                  <c:v>49.244846343994098</c:v>
                </c:pt>
                <c:pt idx="4850">
                  <c:v>49.239101409912102</c:v>
                </c:pt>
                <c:pt idx="4851">
                  <c:v>49.270759582519503</c:v>
                </c:pt>
                <c:pt idx="4852">
                  <c:v>49.287014007568402</c:v>
                </c:pt>
                <c:pt idx="4853">
                  <c:v>49.295360565185597</c:v>
                </c:pt>
                <c:pt idx="4854">
                  <c:v>49.304733276367202</c:v>
                </c:pt>
                <c:pt idx="4855">
                  <c:v>49.310085296630902</c:v>
                </c:pt>
                <c:pt idx="4856">
                  <c:v>49.325893402099602</c:v>
                </c:pt>
                <c:pt idx="4857">
                  <c:v>49.345005035400398</c:v>
                </c:pt>
                <c:pt idx="4858">
                  <c:v>49.392356872558601</c:v>
                </c:pt>
                <c:pt idx="4859">
                  <c:v>49.477405548095703</c:v>
                </c:pt>
                <c:pt idx="4860">
                  <c:v>49.534839630127003</c:v>
                </c:pt>
                <c:pt idx="4861">
                  <c:v>49.575603485107401</c:v>
                </c:pt>
                <c:pt idx="4862">
                  <c:v>49.580780029296903</c:v>
                </c:pt>
                <c:pt idx="4863">
                  <c:v>49.650447845458999</c:v>
                </c:pt>
                <c:pt idx="4864">
                  <c:v>49.781436920166001</c:v>
                </c:pt>
                <c:pt idx="4865">
                  <c:v>49.8766479492188</c:v>
                </c:pt>
                <c:pt idx="4866">
                  <c:v>49.910709381103501</c:v>
                </c:pt>
                <c:pt idx="4867">
                  <c:v>49.952762603759801</c:v>
                </c:pt>
                <c:pt idx="4868">
                  <c:v>49.936954498291001</c:v>
                </c:pt>
                <c:pt idx="4869">
                  <c:v>50.064544677734403</c:v>
                </c:pt>
                <c:pt idx="4870">
                  <c:v>50.169681549072301</c:v>
                </c:pt>
                <c:pt idx="4871">
                  <c:v>50.351222991943402</c:v>
                </c:pt>
                <c:pt idx="4872">
                  <c:v>50.314708709716797</c:v>
                </c:pt>
                <c:pt idx="4873">
                  <c:v>50.533908843994098</c:v>
                </c:pt>
                <c:pt idx="4874">
                  <c:v>50.721351623535199</c:v>
                </c:pt>
                <c:pt idx="4875">
                  <c:v>50.814788818359403</c:v>
                </c:pt>
                <c:pt idx="4876">
                  <c:v>50.879913330078097</c:v>
                </c:pt>
                <c:pt idx="4877">
                  <c:v>50.910076141357401</c:v>
                </c:pt>
                <c:pt idx="4878">
                  <c:v>50.931564331054702</c:v>
                </c:pt>
                <c:pt idx="4879">
                  <c:v>50.950832366943402</c:v>
                </c:pt>
                <c:pt idx="4880">
                  <c:v>50.987506866455099</c:v>
                </c:pt>
                <c:pt idx="4881">
                  <c:v>51.032546997070298</c:v>
                </c:pt>
                <c:pt idx="4882">
                  <c:v>51.164237976074197</c:v>
                </c:pt>
                <c:pt idx="4883">
                  <c:v>51.261123657226598</c:v>
                </c:pt>
                <c:pt idx="4884">
                  <c:v>51.419063568115199</c:v>
                </c:pt>
                <c:pt idx="4885">
                  <c:v>51.535480499267599</c:v>
                </c:pt>
                <c:pt idx="4886">
                  <c:v>51.694187164306598</c:v>
                </c:pt>
                <c:pt idx="4887">
                  <c:v>51.999763488769503</c:v>
                </c:pt>
                <c:pt idx="4888">
                  <c:v>52.193164825439503</c:v>
                </c:pt>
                <c:pt idx="4889">
                  <c:v>52.330108642578097</c:v>
                </c:pt>
                <c:pt idx="4890">
                  <c:v>52.4473266601563</c:v>
                </c:pt>
                <c:pt idx="4891">
                  <c:v>52.507583618164098</c:v>
                </c:pt>
                <c:pt idx="4892">
                  <c:v>52.517738342285199</c:v>
                </c:pt>
                <c:pt idx="4893">
                  <c:v>52.543708801269503</c:v>
                </c:pt>
                <c:pt idx="4894">
                  <c:v>52.557044982910199</c:v>
                </c:pt>
                <c:pt idx="4895">
                  <c:v>52.563888549804702</c:v>
                </c:pt>
                <c:pt idx="4896">
                  <c:v>52.5674018859863</c:v>
                </c:pt>
                <c:pt idx="4897">
                  <c:v>52.569206237792997</c:v>
                </c:pt>
                <c:pt idx="4898">
                  <c:v>52.570133209228501</c:v>
                </c:pt>
                <c:pt idx="4899">
                  <c:v>52.570610046386697</c:v>
                </c:pt>
                <c:pt idx="4900">
                  <c:v>52.570854187011697</c:v>
                </c:pt>
                <c:pt idx="4901">
                  <c:v>52.570976257324197</c:v>
                </c:pt>
                <c:pt idx="4902">
                  <c:v>52.571041107177699</c:v>
                </c:pt>
                <c:pt idx="4903">
                  <c:v>52.571075439453097</c:v>
                </c:pt>
                <c:pt idx="4904">
                  <c:v>52.571090698242202</c:v>
                </c:pt>
                <c:pt idx="4905">
                  <c:v>52.571102142333999</c:v>
                </c:pt>
                <c:pt idx="4906">
                  <c:v>52.5711059570313</c:v>
                </c:pt>
                <c:pt idx="4907">
                  <c:v>52.5711059570313</c:v>
                </c:pt>
                <c:pt idx="4908">
                  <c:v>52.571109771728501</c:v>
                </c:pt>
                <c:pt idx="4909">
                  <c:v>52.571109771728501</c:v>
                </c:pt>
                <c:pt idx="4910">
                  <c:v>52.571548461914098</c:v>
                </c:pt>
                <c:pt idx="4911">
                  <c:v>52.5757446289063</c:v>
                </c:pt>
                <c:pt idx="4912">
                  <c:v>52.592983245849602</c:v>
                </c:pt>
                <c:pt idx="4913">
                  <c:v>52.645931243896499</c:v>
                </c:pt>
                <c:pt idx="4914">
                  <c:v>52.676708221435597</c:v>
                </c:pt>
                <c:pt idx="4915">
                  <c:v>52.7777290344238</c:v>
                </c:pt>
                <c:pt idx="4916">
                  <c:v>52.833911895752003</c:v>
                </c:pt>
                <c:pt idx="4917">
                  <c:v>52.834983825683601</c:v>
                </c:pt>
                <c:pt idx="4918">
                  <c:v>52.867721557617202</c:v>
                </c:pt>
                <c:pt idx="4919">
                  <c:v>52.951259613037102</c:v>
                </c:pt>
                <c:pt idx="4920">
                  <c:v>52.939975738525398</c:v>
                </c:pt>
                <c:pt idx="4921">
                  <c:v>53.005661010742202</c:v>
                </c:pt>
                <c:pt idx="4922">
                  <c:v>53.036460876464801</c:v>
                </c:pt>
                <c:pt idx="4923">
                  <c:v>53.003189086914098</c:v>
                </c:pt>
                <c:pt idx="4924">
                  <c:v>53.010227203369098</c:v>
                </c:pt>
                <c:pt idx="4925">
                  <c:v>53.005355834960902</c:v>
                </c:pt>
                <c:pt idx="4926">
                  <c:v>52.9954223632813</c:v>
                </c:pt>
                <c:pt idx="4927">
                  <c:v>53.014862060546903</c:v>
                </c:pt>
                <c:pt idx="4928">
                  <c:v>53.045787811279297</c:v>
                </c:pt>
                <c:pt idx="4929">
                  <c:v>53.053108215332003</c:v>
                </c:pt>
                <c:pt idx="4930">
                  <c:v>53.055011749267599</c:v>
                </c:pt>
                <c:pt idx="4931">
                  <c:v>52.970142364502003</c:v>
                </c:pt>
                <c:pt idx="4932">
                  <c:v>52.965206146240199</c:v>
                </c:pt>
                <c:pt idx="4933">
                  <c:v>52.942878723144503</c:v>
                </c:pt>
                <c:pt idx="4934">
                  <c:v>52.924137115478501</c:v>
                </c:pt>
                <c:pt idx="4935">
                  <c:v>52.878795623779297</c:v>
                </c:pt>
                <c:pt idx="4936">
                  <c:v>52.867050170898402</c:v>
                </c:pt>
                <c:pt idx="4937">
                  <c:v>52.840877532958999</c:v>
                </c:pt>
                <c:pt idx="4938">
                  <c:v>52.787338256835902</c:v>
                </c:pt>
                <c:pt idx="4939">
                  <c:v>52.759780883789098</c:v>
                </c:pt>
                <c:pt idx="4940">
                  <c:v>52.743080139160199</c:v>
                </c:pt>
                <c:pt idx="4941">
                  <c:v>52.704158782958999</c:v>
                </c:pt>
                <c:pt idx="4942">
                  <c:v>52.667449951171903</c:v>
                </c:pt>
                <c:pt idx="4943">
                  <c:v>52.634944915771499</c:v>
                </c:pt>
                <c:pt idx="4944">
                  <c:v>52.6108589172363</c:v>
                </c:pt>
                <c:pt idx="4945">
                  <c:v>52.597362518310597</c:v>
                </c:pt>
                <c:pt idx="4946">
                  <c:v>52.595474243164098</c:v>
                </c:pt>
                <c:pt idx="4947">
                  <c:v>52.607147216796903</c:v>
                </c:pt>
                <c:pt idx="4948">
                  <c:v>52.595577239990199</c:v>
                </c:pt>
                <c:pt idx="4949">
                  <c:v>52.586009979248097</c:v>
                </c:pt>
                <c:pt idx="4950">
                  <c:v>52.578758239746101</c:v>
                </c:pt>
                <c:pt idx="4951">
                  <c:v>52.575038909912102</c:v>
                </c:pt>
                <c:pt idx="4952">
                  <c:v>52.593662261962898</c:v>
                </c:pt>
                <c:pt idx="4953">
                  <c:v>52.643398284912102</c:v>
                </c:pt>
                <c:pt idx="4954">
                  <c:v>52.6385688781738</c:v>
                </c:pt>
                <c:pt idx="4955">
                  <c:v>52.639118194580099</c:v>
                </c:pt>
                <c:pt idx="4956">
                  <c:v>52.612209320068402</c:v>
                </c:pt>
                <c:pt idx="4957">
                  <c:v>52.594402313232401</c:v>
                </c:pt>
                <c:pt idx="4958">
                  <c:v>52.609893798828097</c:v>
                </c:pt>
                <c:pt idx="4959">
                  <c:v>52.6078071594238</c:v>
                </c:pt>
                <c:pt idx="4960">
                  <c:v>52.669013977050803</c:v>
                </c:pt>
                <c:pt idx="4961">
                  <c:v>52.705211639404297</c:v>
                </c:pt>
                <c:pt idx="4962">
                  <c:v>52.761856079101598</c:v>
                </c:pt>
                <c:pt idx="4963">
                  <c:v>52.797962188720703</c:v>
                </c:pt>
                <c:pt idx="4964">
                  <c:v>52.842124938964801</c:v>
                </c:pt>
                <c:pt idx="4965">
                  <c:v>52.8661918640137</c:v>
                </c:pt>
                <c:pt idx="4966">
                  <c:v>52.877304077148402</c:v>
                </c:pt>
                <c:pt idx="4967">
                  <c:v>52.883033752441399</c:v>
                </c:pt>
                <c:pt idx="4968">
                  <c:v>52.895114898681598</c:v>
                </c:pt>
                <c:pt idx="4969">
                  <c:v>52.914207458496101</c:v>
                </c:pt>
                <c:pt idx="4970">
                  <c:v>52.898059844970703</c:v>
                </c:pt>
                <c:pt idx="4971">
                  <c:v>52.860992431640597</c:v>
                </c:pt>
                <c:pt idx="4972">
                  <c:v>52.913204193115199</c:v>
                </c:pt>
                <c:pt idx="4973">
                  <c:v>52.917575836181598</c:v>
                </c:pt>
                <c:pt idx="4974">
                  <c:v>52.894973754882798</c:v>
                </c:pt>
                <c:pt idx="4975">
                  <c:v>52.8807983398438</c:v>
                </c:pt>
                <c:pt idx="4976">
                  <c:v>52.8436889648438</c:v>
                </c:pt>
                <c:pt idx="4977">
                  <c:v>52.782878875732401</c:v>
                </c:pt>
                <c:pt idx="4978">
                  <c:v>52.842063903808601</c:v>
                </c:pt>
                <c:pt idx="4979">
                  <c:v>52.865303039550803</c:v>
                </c:pt>
                <c:pt idx="4980">
                  <c:v>52.906467437744098</c:v>
                </c:pt>
                <c:pt idx="4981">
                  <c:v>52.9586791992188</c:v>
                </c:pt>
                <c:pt idx="4982">
                  <c:v>53.034130096435597</c:v>
                </c:pt>
                <c:pt idx="4983">
                  <c:v>53.038997650146499</c:v>
                </c:pt>
                <c:pt idx="4984">
                  <c:v>53.041496276855497</c:v>
                </c:pt>
                <c:pt idx="4985">
                  <c:v>53.053756713867202</c:v>
                </c:pt>
                <c:pt idx="4986">
                  <c:v>53.139511108398402</c:v>
                </c:pt>
                <c:pt idx="4987">
                  <c:v>53.239166259765597</c:v>
                </c:pt>
                <c:pt idx="4988">
                  <c:v>53.298793792724602</c:v>
                </c:pt>
                <c:pt idx="4989">
                  <c:v>53.298995971679702</c:v>
                </c:pt>
                <c:pt idx="4990">
                  <c:v>53.345363616943402</c:v>
                </c:pt>
                <c:pt idx="4991">
                  <c:v>53.438838958740199</c:v>
                </c:pt>
                <c:pt idx="4992">
                  <c:v>53.471206665039098</c:v>
                </c:pt>
                <c:pt idx="4993">
                  <c:v>53.600273132324197</c:v>
                </c:pt>
                <c:pt idx="4994">
                  <c:v>53.6797485351563</c:v>
                </c:pt>
                <c:pt idx="4995">
                  <c:v>53.744258880615199</c:v>
                </c:pt>
                <c:pt idx="4996">
                  <c:v>53.869247436523402</c:v>
                </c:pt>
                <c:pt idx="4997">
                  <c:v>53.989334106445298</c:v>
                </c:pt>
                <c:pt idx="4998">
                  <c:v>54.056018829345703</c:v>
                </c:pt>
                <c:pt idx="4999">
                  <c:v>54.080577850341797</c:v>
                </c:pt>
                <c:pt idx="5000">
                  <c:v>54.108894348144503</c:v>
                </c:pt>
                <c:pt idx="5001">
                  <c:v>54.126834869384801</c:v>
                </c:pt>
                <c:pt idx="5002">
                  <c:v>54.142864227294901</c:v>
                </c:pt>
                <c:pt idx="5003">
                  <c:v>54.136482238769503</c:v>
                </c:pt>
                <c:pt idx="5004">
                  <c:v>54.133670806884801</c:v>
                </c:pt>
                <c:pt idx="5005">
                  <c:v>54.134578704833999</c:v>
                </c:pt>
                <c:pt idx="5006">
                  <c:v>54.131568908691399</c:v>
                </c:pt>
                <c:pt idx="5007">
                  <c:v>54.133232116699197</c:v>
                </c:pt>
                <c:pt idx="5008">
                  <c:v>54.120288848877003</c:v>
                </c:pt>
                <c:pt idx="5009">
                  <c:v>54.111942291259801</c:v>
                </c:pt>
                <c:pt idx="5010">
                  <c:v>54.126350402832003</c:v>
                </c:pt>
                <c:pt idx="5011">
                  <c:v>54.112632751464801</c:v>
                </c:pt>
                <c:pt idx="5012">
                  <c:v>54.0958442687988</c:v>
                </c:pt>
                <c:pt idx="5013">
                  <c:v>54.0929145812988</c:v>
                </c:pt>
                <c:pt idx="5014">
                  <c:v>54.034061431884801</c:v>
                </c:pt>
                <c:pt idx="5015">
                  <c:v>53.961963653564503</c:v>
                </c:pt>
                <c:pt idx="5016">
                  <c:v>53.925487518310597</c:v>
                </c:pt>
                <c:pt idx="5017">
                  <c:v>53.925876617431598</c:v>
                </c:pt>
                <c:pt idx="5018">
                  <c:v>53.912452697753899</c:v>
                </c:pt>
                <c:pt idx="5019">
                  <c:v>53.920566558837898</c:v>
                </c:pt>
                <c:pt idx="5020">
                  <c:v>53.839443206787102</c:v>
                </c:pt>
                <c:pt idx="5021">
                  <c:v>53.795555114746101</c:v>
                </c:pt>
                <c:pt idx="5022">
                  <c:v>53.671535491943402</c:v>
                </c:pt>
                <c:pt idx="5023">
                  <c:v>53.706214904785199</c:v>
                </c:pt>
                <c:pt idx="5024">
                  <c:v>53.784778594970703</c:v>
                </c:pt>
                <c:pt idx="5025">
                  <c:v>53.785511016845703</c:v>
                </c:pt>
                <c:pt idx="5026">
                  <c:v>53.644069671630902</c:v>
                </c:pt>
                <c:pt idx="5027">
                  <c:v>53.535556793212898</c:v>
                </c:pt>
                <c:pt idx="5028">
                  <c:v>53.4627685546875</c:v>
                </c:pt>
                <c:pt idx="5029">
                  <c:v>53.401473999023402</c:v>
                </c:pt>
                <c:pt idx="5030">
                  <c:v>53.396335601806598</c:v>
                </c:pt>
                <c:pt idx="5031">
                  <c:v>53.372177124023402</c:v>
                </c:pt>
                <c:pt idx="5032">
                  <c:v>53.353839874267599</c:v>
                </c:pt>
                <c:pt idx="5033">
                  <c:v>53.340854644775398</c:v>
                </c:pt>
                <c:pt idx="5034">
                  <c:v>53.337226867675803</c:v>
                </c:pt>
                <c:pt idx="5035">
                  <c:v>53.3320503234863</c:v>
                </c:pt>
                <c:pt idx="5036">
                  <c:v>53.327190399169901</c:v>
                </c:pt>
                <c:pt idx="5037">
                  <c:v>53.320419311523402</c:v>
                </c:pt>
                <c:pt idx="5038">
                  <c:v>53.314689636230497</c:v>
                </c:pt>
                <c:pt idx="5039">
                  <c:v>53.251895904541001</c:v>
                </c:pt>
                <c:pt idx="5040">
                  <c:v>53.221603393554702</c:v>
                </c:pt>
                <c:pt idx="5041">
                  <c:v>53.178302764892599</c:v>
                </c:pt>
                <c:pt idx="5042">
                  <c:v>53.129493713378899</c:v>
                </c:pt>
                <c:pt idx="5043">
                  <c:v>53.096641540527301</c:v>
                </c:pt>
                <c:pt idx="5044">
                  <c:v>53.040771484375</c:v>
                </c:pt>
                <c:pt idx="5045">
                  <c:v>52.982234954833999</c:v>
                </c:pt>
                <c:pt idx="5046">
                  <c:v>52.929550170898402</c:v>
                </c:pt>
                <c:pt idx="5047">
                  <c:v>52.899494171142599</c:v>
                </c:pt>
                <c:pt idx="5048">
                  <c:v>52.8241577148438</c:v>
                </c:pt>
                <c:pt idx="5049">
                  <c:v>52.774578094482401</c:v>
                </c:pt>
                <c:pt idx="5050">
                  <c:v>52.737422943115199</c:v>
                </c:pt>
                <c:pt idx="5051">
                  <c:v>52.689620971679702</c:v>
                </c:pt>
                <c:pt idx="5052">
                  <c:v>52.641891479492202</c:v>
                </c:pt>
                <c:pt idx="5053">
                  <c:v>52.608833312988303</c:v>
                </c:pt>
                <c:pt idx="5054">
                  <c:v>52.5904731750488</c:v>
                </c:pt>
                <c:pt idx="5055">
                  <c:v>52.5810546875</c:v>
                </c:pt>
                <c:pt idx="5056">
                  <c:v>52.576213836669901</c:v>
                </c:pt>
                <c:pt idx="5057">
                  <c:v>52.57373046875</c:v>
                </c:pt>
                <c:pt idx="5058">
                  <c:v>52.572456359863303</c:v>
                </c:pt>
                <c:pt idx="5059">
                  <c:v>52.571800231933601</c:v>
                </c:pt>
                <c:pt idx="5060">
                  <c:v>52.571464538574197</c:v>
                </c:pt>
                <c:pt idx="5061">
                  <c:v>52.571292877197301</c:v>
                </c:pt>
                <c:pt idx="5062">
                  <c:v>52.571182250976598</c:v>
                </c:pt>
                <c:pt idx="5063">
                  <c:v>52.507846832275398</c:v>
                </c:pt>
                <c:pt idx="5064">
                  <c:v>52.482025146484403</c:v>
                </c:pt>
                <c:pt idx="5065">
                  <c:v>52.408351898193402</c:v>
                </c:pt>
                <c:pt idx="5066">
                  <c:v>52.3206977844238</c:v>
                </c:pt>
                <c:pt idx="5067">
                  <c:v>52.014076232910199</c:v>
                </c:pt>
                <c:pt idx="5068">
                  <c:v>51.651912689208999</c:v>
                </c:pt>
                <c:pt idx="5069">
                  <c:v>51.484172821044901</c:v>
                </c:pt>
                <c:pt idx="5070">
                  <c:v>51.318984985351598</c:v>
                </c:pt>
                <c:pt idx="5071">
                  <c:v>51.188098907470703</c:v>
                </c:pt>
                <c:pt idx="5072">
                  <c:v>51.082672119140597</c:v>
                </c:pt>
                <c:pt idx="5073">
                  <c:v>51.016796112060597</c:v>
                </c:pt>
                <c:pt idx="5074">
                  <c:v>50.9789848327637</c:v>
                </c:pt>
                <c:pt idx="5075">
                  <c:v>50.960239410400398</c:v>
                </c:pt>
                <c:pt idx="5076">
                  <c:v>50.949241638183601</c:v>
                </c:pt>
                <c:pt idx="5077">
                  <c:v>50.890365600585902</c:v>
                </c:pt>
                <c:pt idx="5078">
                  <c:v>50.758522033691399</c:v>
                </c:pt>
                <c:pt idx="5079">
                  <c:v>50.518970489502003</c:v>
                </c:pt>
                <c:pt idx="5080">
                  <c:v>50.576969146728501</c:v>
                </c:pt>
                <c:pt idx="5081">
                  <c:v>50.355861663818402</c:v>
                </c:pt>
                <c:pt idx="5082">
                  <c:v>50.277992248535199</c:v>
                </c:pt>
                <c:pt idx="5083">
                  <c:v>50.1579399108887</c:v>
                </c:pt>
                <c:pt idx="5084">
                  <c:v>50.099052429199197</c:v>
                </c:pt>
                <c:pt idx="5085">
                  <c:v>50.022964477539098</c:v>
                </c:pt>
                <c:pt idx="5086">
                  <c:v>49.966011047363303</c:v>
                </c:pt>
                <c:pt idx="5087">
                  <c:v>49.831119537353501</c:v>
                </c:pt>
                <c:pt idx="5088">
                  <c:v>49.851539611816399</c:v>
                </c:pt>
                <c:pt idx="5089">
                  <c:v>49.862319946289098</c:v>
                </c:pt>
                <c:pt idx="5090">
                  <c:v>49.904533386230497</c:v>
                </c:pt>
                <c:pt idx="5091">
                  <c:v>49.968441009521499</c:v>
                </c:pt>
                <c:pt idx="5092">
                  <c:v>50.001228332519503</c:v>
                </c:pt>
                <c:pt idx="5093">
                  <c:v>49.889324188232401</c:v>
                </c:pt>
                <c:pt idx="5094">
                  <c:v>49.811634063720703</c:v>
                </c:pt>
                <c:pt idx="5095">
                  <c:v>49.885532379150398</c:v>
                </c:pt>
                <c:pt idx="5096">
                  <c:v>49.837554931640597</c:v>
                </c:pt>
                <c:pt idx="5097">
                  <c:v>49.8156127929688</c:v>
                </c:pt>
                <c:pt idx="5098">
                  <c:v>49.780166625976598</c:v>
                </c:pt>
                <c:pt idx="5099">
                  <c:v>49.749874114990199</c:v>
                </c:pt>
                <c:pt idx="5100">
                  <c:v>49.706981658935597</c:v>
                </c:pt>
                <c:pt idx="5101">
                  <c:v>49.713100433349602</c:v>
                </c:pt>
                <c:pt idx="5102">
                  <c:v>49.803359985351598</c:v>
                </c:pt>
                <c:pt idx="5103">
                  <c:v>49.798622131347699</c:v>
                </c:pt>
                <c:pt idx="5104">
                  <c:v>49.773017883300803</c:v>
                </c:pt>
                <c:pt idx="5105">
                  <c:v>49.775047302246101</c:v>
                </c:pt>
                <c:pt idx="5106">
                  <c:v>49.679817199707003</c:v>
                </c:pt>
                <c:pt idx="5107">
                  <c:v>49.667568206787102</c:v>
                </c:pt>
                <c:pt idx="5108">
                  <c:v>49.630428314208999</c:v>
                </c:pt>
                <c:pt idx="5109">
                  <c:v>49.539951324462898</c:v>
                </c:pt>
                <c:pt idx="5110">
                  <c:v>49.527496337890597</c:v>
                </c:pt>
                <c:pt idx="5111">
                  <c:v>49.5736694335938</c:v>
                </c:pt>
                <c:pt idx="5112">
                  <c:v>49.568561553955099</c:v>
                </c:pt>
                <c:pt idx="5113">
                  <c:v>49.617088317871101</c:v>
                </c:pt>
                <c:pt idx="5114">
                  <c:v>49.648616790771499</c:v>
                </c:pt>
                <c:pt idx="5115">
                  <c:v>49.668392181396499</c:v>
                </c:pt>
                <c:pt idx="5116">
                  <c:v>49.680595397949197</c:v>
                </c:pt>
                <c:pt idx="5117">
                  <c:v>49.686359405517599</c:v>
                </c:pt>
                <c:pt idx="5118">
                  <c:v>49.729789733886697</c:v>
                </c:pt>
                <c:pt idx="5119">
                  <c:v>49.7134399414063</c:v>
                </c:pt>
                <c:pt idx="5120">
                  <c:v>49.8134765625</c:v>
                </c:pt>
                <c:pt idx="5121">
                  <c:v>49.813877105712898</c:v>
                </c:pt>
                <c:pt idx="5122">
                  <c:v>49.8672065734863</c:v>
                </c:pt>
                <c:pt idx="5123">
                  <c:v>49.909713745117202</c:v>
                </c:pt>
                <c:pt idx="5124">
                  <c:v>49.8115425109863</c:v>
                </c:pt>
                <c:pt idx="5125">
                  <c:v>49.749465942382798</c:v>
                </c:pt>
                <c:pt idx="5126">
                  <c:v>49.8821411132813</c:v>
                </c:pt>
                <c:pt idx="5127">
                  <c:v>49.884956359863303</c:v>
                </c:pt>
                <c:pt idx="5128">
                  <c:v>49.876987457275398</c:v>
                </c:pt>
                <c:pt idx="5129">
                  <c:v>49.9526176452637</c:v>
                </c:pt>
                <c:pt idx="5130">
                  <c:v>49.987140655517599</c:v>
                </c:pt>
                <c:pt idx="5131">
                  <c:v>49.941436767578097</c:v>
                </c:pt>
                <c:pt idx="5132">
                  <c:v>49.96484375</c:v>
                </c:pt>
                <c:pt idx="5133">
                  <c:v>50.018886566162102</c:v>
                </c:pt>
                <c:pt idx="5134">
                  <c:v>50.139167785644503</c:v>
                </c:pt>
                <c:pt idx="5135">
                  <c:v>50.022754669189503</c:v>
                </c:pt>
                <c:pt idx="5136">
                  <c:v>50.012138366699197</c:v>
                </c:pt>
                <c:pt idx="5137">
                  <c:v>50.081111907958999</c:v>
                </c:pt>
                <c:pt idx="5138">
                  <c:v>50.345100402832003</c:v>
                </c:pt>
                <c:pt idx="5139">
                  <c:v>50.556735992431598</c:v>
                </c:pt>
                <c:pt idx="5140">
                  <c:v>50.407463073730497</c:v>
                </c:pt>
                <c:pt idx="5141">
                  <c:v>50.362640380859403</c:v>
                </c:pt>
                <c:pt idx="5142">
                  <c:v>50.490676879882798</c:v>
                </c:pt>
                <c:pt idx="5143">
                  <c:v>50.492385864257798</c:v>
                </c:pt>
                <c:pt idx="5144">
                  <c:v>50.430850982666001</c:v>
                </c:pt>
                <c:pt idx="5145">
                  <c:v>50.442348480224602</c:v>
                </c:pt>
                <c:pt idx="5146">
                  <c:v>50.660118103027301</c:v>
                </c:pt>
                <c:pt idx="5147">
                  <c:v>50.7750053405762</c:v>
                </c:pt>
                <c:pt idx="5148">
                  <c:v>50.854141235351598</c:v>
                </c:pt>
                <c:pt idx="5149">
                  <c:v>50.894767761230497</c:v>
                </c:pt>
                <c:pt idx="5150">
                  <c:v>50.944602966308601</c:v>
                </c:pt>
                <c:pt idx="5151">
                  <c:v>51.133655548095703</c:v>
                </c:pt>
                <c:pt idx="5152">
                  <c:v>51.453044891357401</c:v>
                </c:pt>
                <c:pt idx="5153">
                  <c:v>51.458900451660199</c:v>
                </c:pt>
                <c:pt idx="5154">
                  <c:v>51.263298034667997</c:v>
                </c:pt>
                <c:pt idx="5155">
                  <c:v>51.376937866210902</c:v>
                </c:pt>
                <c:pt idx="5156">
                  <c:v>51.794071197509801</c:v>
                </c:pt>
                <c:pt idx="5157">
                  <c:v>52.102283477783203</c:v>
                </c:pt>
                <c:pt idx="5158">
                  <c:v>52.261035919189503</c:v>
                </c:pt>
                <c:pt idx="5159">
                  <c:v>52.411869049072301</c:v>
                </c:pt>
                <c:pt idx="5160">
                  <c:v>52.489353179931598</c:v>
                </c:pt>
                <c:pt idx="5161">
                  <c:v>52.529132843017599</c:v>
                </c:pt>
                <c:pt idx="5162">
                  <c:v>52.549552917480497</c:v>
                </c:pt>
                <c:pt idx="5163">
                  <c:v>52.560047149658203</c:v>
                </c:pt>
                <c:pt idx="5164">
                  <c:v>52.5654296875</c:v>
                </c:pt>
                <c:pt idx="5165">
                  <c:v>52.568195343017599</c:v>
                </c:pt>
                <c:pt idx="5166">
                  <c:v>52.570613861083999</c:v>
                </c:pt>
                <c:pt idx="5167">
                  <c:v>52.627841949462898</c:v>
                </c:pt>
                <c:pt idx="5168">
                  <c:v>52.6098823547363</c:v>
                </c:pt>
                <c:pt idx="5169">
                  <c:v>52.605213165283203</c:v>
                </c:pt>
                <c:pt idx="5170">
                  <c:v>52.739250183105497</c:v>
                </c:pt>
                <c:pt idx="5171">
                  <c:v>52.809803009033203</c:v>
                </c:pt>
                <c:pt idx="5172">
                  <c:v>53.031974792480497</c:v>
                </c:pt>
                <c:pt idx="5173">
                  <c:v>53.173110961914098</c:v>
                </c:pt>
                <c:pt idx="5174">
                  <c:v>53.277835845947301</c:v>
                </c:pt>
                <c:pt idx="5175">
                  <c:v>53.556301116943402</c:v>
                </c:pt>
                <c:pt idx="5176">
                  <c:v>53.623409271240199</c:v>
                </c:pt>
                <c:pt idx="5177">
                  <c:v>53.580455780029297</c:v>
                </c:pt>
                <c:pt idx="5178">
                  <c:v>53.733123779296903</c:v>
                </c:pt>
                <c:pt idx="5179">
                  <c:v>53.897056579589801</c:v>
                </c:pt>
                <c:pt idx="5180">
                  <c:v>54.008106231689503</c:v>
                </c:pt>
                <c:pt idx="5181">
                  <c:v>53.996166229248097</c:v>
                </c:pt>
                <c:pt idx="5182">
                  <c:v>54.063308715820298</c:v>
                </c:pt>
                <c:pt idx="5183">
                  <c:v>54.154869079589801</c:v>
                </c:pt>
                <c:pt idx="5184">
                  <c:v>54.173973083496101</c:v>
                </c:pt>
                <c:pt idx="5185">
                  <c:v>54.354896545410199</c:v>
                </c:pt>
                <c:pt idx="5186">
                  <c:v>54.646442413330099</c:v>
                </c:pt>
                <c:pt idx="5187">
                  <c:v>54.953166961669901</c:v>
                </c:pt>
                <c:pt idx="5188">
                  <c:v>55.147418975830099</c:v>
                </c:pt>
                <c:pt idx="5189">
                  <c:v>55.086231231689503</c:v>
                </c:pt>
                <c:pt idx="5190">
                  <c:v>55.400810241699197</c:v>
                </c:pt>
                <c:pt idx="5191">
                  <c:v>55.476032257080099</c:v>
                </c:pt>
                <c:pt idx="5192">
                  <c:v>55.501502990722699</c:v>
                </c:pt>
                <c:pt idx="5193">
                  <c:v>55.654300689697301</c:v>
                </c:pt>
                <c:pt idx="5194">
                  <c:v>55.743675231933601</c:v>
                </c:pt>
                <c:pt idx="5195">
                  <c:v>55.789619445800803</c:v>
                </c:pt>
                <c:pt idx="5196">
                  <c:v>55.813186645507798</c:v>
                </c:pt>
                <c:pt idx="5197">
                  <c:v>55.825286865234403</c:v>
                </c:pt>
                <c:pt idx="5198">
                  <c:v>55.831501007080099</c:v>
                </c:pt>
                <c:pt idx="5199">
                  <c:v>55.834690093994098</c:v>
                </c:pt>
                <c:pt idx="5200">
                  <c:v>55.836326599121101</c:v>
                </c:pt>
                <c:pt idx="5201">
                  <c:v>55.846378326416001</c:v>
                </c:pt>
                <c:pt idx="5202">
                  <c:v>55.870109558105497</c:v>
                </c:pt>
                <c:pt idx="5203">
                  <c:v>55.907878875732401</c:v>
                </c:pt>
                <c:pt idx="5204">
                  <c:v>55.9119873046875</c:v>
                </c:pt>
                <c:pt idx="5205">
                  <c:v>55.902149200439503</c:v>
                </c:pt>
                <c:pt idx="5206">
                  <c:v>55.934585571289098</c:v>
                </c:pt>
                <c:pt idx="5207">
                  <c:v>55.988609313964801</c:v>
                </c:pt>
                <c:pt idx="5208">
                  <c:v>55.9892768859863</c:v>
                </c:pt>
                <c:pt idx="5209">
                  <c:v>55.9725151062012</c:v>
                </c:pt>
                <c:pt idx="5210">
                  <c:v>55.9677543640137</c:v>
                </c:pt>
                <c:pt idx="5211">
                  <c:v>55.974674224853501</c:v>
                </c:pt>
                <c:pt idx="5212">
                  <c:v>55.932403564453097</c:v>
                </c:pt>
                <c:pt idx="5213">
                  <c:v>55.913639068603501</c:v>
                </c:pt>
                <c:pt idx="5214">
                  <c:v>55.899791717529297</c:v>
                </c:pt>
                <c:pt idx="5215">
                  <c:v>55.926639556884801</c:v>
                </c:pt>
                <c:pt idx="5216">
                  <c:v>55.976856231689503</c:v>
                </c:pt>
                <c:pt idx="5217">
                  <c:v>55.942855834960902</c:v>
                </c:pt>
                <c:pt idx="5218">
                  <c:v>55.954303741455099</c:v>
                </c:pt>
                <c:pt idx="5219">
                  <c:v>55.990932464599602</c:v>
                </c:pt>
                <c:pt idx="5220">
                  <c:v>56.014347076416001</c:v>
                </c:pt>
                <c:pt idx="5221">
                  <c:v>56.046131134033203</c:v>
                </c:pt>
                <c:pt idx="5222">
                  <c:v>56.060890197753899</c:v>
                </c:pt>
                <c:pt idx="5223">
                  <c:v>56.017269134521499</c:v>
                </c:pt>
                <c:pt idx="5224">
                  <c:v>56.045330047607401</c:v>
                </c:pt>
                <c:pt idx="5225">
                  <c:v>56.035209655761697</c:v>
                </c:pt>
                <c:pt idx="5226">
                  <c:v>56.026889801025398</c:v>
                </c:pt>
                <c:pt idx="5227">
                  <c:v>56.068046569824197</c:v>
                </c:pt>
                <c:pt idx="5228">
                  <c:v>56.108322143554702</c:v>
                </c:pt>
                <c:pt idx="5229">
                  <c:v>56.111301422119098</c:v>
                </c:pt>
                <c:pt idx="5230">
                  <c:v>56.095615386962898</c:v>
                </c:pt>
                <c:pt idx="5231">
                  <c:v>56.107723236083999</c:v>
                </c:pt>
                <c:pt idx="5232">
                  <c:v>56.105697631835902</c:v>
                </c:pt>
                <c:pt idx="5233">
                  <c:v>56.1055908203125</c:v>
                </c:pt>
                <c:pt idx="5234">
                  <c:v>56.082103729248097</c:v>
                </c:pt>
                <c:pt idx="5235">
                  <c:v>56.072257995605497</c:v>
                </c:pt>
                <c:pt idx="5236">
                  <c:v>56.060630798339801</c:v>
                </c:pt>
                <c:pt idx="5237">
                  <c:v>56.0597114562988</c:v>
                </c:pt>
                <c:pt idx="5238">
                  <c:v>56.070159912109403</c:v>
                </c:pt>
                <c:pt idx="5239">
                  <c:v>56.051761627197301</c:v>
                </c:pt>
                <c:pt idx="5240">
                  <c:v>56.029628753662102</c:v>
                </c:pt>
                <c:pt idx="5241">
                  <c:v>56.030952453613303</c:v>
                </c:pt>
                <c:pt idx="5242">
                  <c:v>55.983238220214801</c:v>
                </c:pt>
                <c:pt idx="5243">
                  <c:v>55.956748962402301</c:v>
                </c:pt>
                <c:pt idx="5244">
                  <c:v>55.917274475097699</c:v>
                </c:pt>
                <c:pt idx="5245">
                  <c:v>55.899147033691399</c:v>
                </c:pt>
                <c:pt idx="5246">
                  <c:v>55.872848510742202</c:v>
                </c:pt>
                <c:pt idx="5247">
                  <c:v>55.855922698974602</c:v>
                </c:pt>
                <c:pt idx="5248">
                  <c:v>55.847969055175803</c:v>
                </c:pt>
                <c:pt idx="5249">
                  <c:v>55.843143463134801</c:v>
                </c:pt>
                <c:pt idx="5250">
                  <c:v>55.840667724609403</c:v>
                </c:pt>
                <c:pt idx="5251">
                  <c:v>55.839397430419901</c:v>
                </c:pt>
                <c:pt idx="5252">
                  <c:v>55.8387451171875</c:v>
                </c:pt>
                <c:pt idx="5253">
                  <c:v>55.838409423828097</c:v>
                </c:pt>
                <c:pt idx="5254">
                  <c:v>55.838214874267599</c:v>
                </c:pt>
                <c:pt idx="5255">
                  <c:v>55.795154571533203</c:v>
                </c:pt>
                <c:pt idx="5256">
                  <c:v>55.812656402587898</c:v>
                </c:pt>
                <c:pt idx="5257">
                  <c:v>55.8019828796387</c:v>
                </c:pt>
                <c:pt idx="5258">
                  <c:v>55.702388763427699</c:v>
                </c:pt>
                <c:pt idx="5259">
                  <c:v>55.396900177002003</c:v>
                </c:pt>
                <c:pt idx="5260">
                  <c:v>55.232826232910199</c:v>
                </c:pt>
                <c:pt idx="5261">
                  <c:v>55.127288818359403</c:v>
                </c:pt>
                <c:pt idx="5262">
                  <c:v>55.007633209228501</c:v>
                </c:pt>
                <c:pt idx="5263">
                  <c:v>54.926387786865199</c:v>
                </c:pt>
                <c:pt idx="5264">
                  <c:v>54.772502899169901</c:v>
                </c:pt>
                <c:pt idx="5265">
                  <c:v>54.667434692382798</c:v>
                </c:pt>
                <c:pt idx="5266">
                  <c:v>54.457218170166001</c:v>
                </c:pt>
                <c:pt idx="5267">
                  <c:v>54.335437774658203</c:v>
                </c:pt>
                <c:pt idx="5268">
                  <c:v>54.260173797607401</c:v>
                </c:pt>
                <c:pt idx="5269">
                  <c:v>54.212772369384801</c:v>
                </c:pt>
                <c:pt idx="5270">
                  <c:v>54.1798286437988</c:v>
                </c:pt>
                <c:pt idx="5271">
                  <c:v>54.163848876953097</c:v>
                </c:pt>
                <c:pt idx="5272">
                  <c:v>54.138282775878899</c:v>
                </c:pt>
                <c:pt idx="5273">
                  <c:v>54.095127105712898</c:v>
                </c:pt>
                <c:pt idx="5274">
                  <c:v>54.047874450683601</c:v>
                </c:pt>
                <c:pt idx="5275">
                  <c:v>53.9390258789063</c:v>
                </c:pt>
                <c:pt idx="5276">
                  <c:v>53.869049072265597</c:v>
                </c:pt>
                <c:pt idx="5277">
                  <c:v>53.840950012207003</c:v>
                </c:pt>
                <c:pt idx="5278">
                  <c:v>53.740638732910199</c:v>
                </c:pt>
                <c:pt idx="5279">
                  <c:v>53.610469818115199</c:v>
                </c:pt>
                <c:pt idx="5280">
                  <c:v>53.495185852050803</c:v>
                </c:pt>
                <c:pt idx="5281">
                  <c:v>53.418117523193402</c:v>
                </c:pt>
                <c:pt idx="5282">
                  <c:v>53.377769470214801</c:v>
                </c:pt>
                <c:pt idx="5283">
                  <c:v>53.316352844238303</c:v>
                </c:pt>
                <c:pt idx="5284">
                  <c:v>53.243637084960902</c:v>
                </c:pt>
                <c:pt idx="5285">
                  <c:v>53.197292327880902</c:v>
                </c:pt>
                <c:pt idx="5286">
                  <c:v>53.151851654052699</c:v>
                </c:pt>
                <c:pt idx="5287">
                  <c:v>53.084583282470703</c:v>
                </c:pt>
                <c:pt idx="5288">
                  <c:v>52.995956420898402</c:v>
                </c:pt>
                <c:pt idx="5289">
                  <c:v>52.914146423339801</c:v>
                </c:pt>
                <c:pt idx="5290">
                  <c:v>52.854820251464801</c:v>
                </c:pt>
                <c:pt idx="5291">
                  <c:v>52.79541015625</c:v>
                </c:pt>
                <c:pt idx="5292">
                  <c:v>52.739757537841797</c:v>
                </c:pt>
                <c:pt idx="5293">
                  <c:v>52.670711517333999</c:v>
                </c:pt>
                <c:pt idx="5294">
                  <c:v>52.627067565917997</c:v>
                </c:pt>
                <c:pt idx="5295">
                  <c:v>52.599967956542997</c:v>
                </c:pt>
                <c:pt idx="5296">
                  <c:v>52.585926055908203</c:v>
                </c:pt>
                <c:pt idx="5297">
                  <c:v>52.5787162780762</c:v>
                </c:pt>
                <c:pt idx="5298">
                  <c:v>52.575016021728501</c:v>
                </c:pt>
                <c:pt idx="5299">
                  <c:v>52.573116302490199</c:v>
                </c:pt>
                <c:pt idx="5300">
                  <c:v>52.572139739990199</c:v>
                </c:pt>
                <c:pt idx="5301">
                  <c:v>52.571640014648402</c:v>
                </c:pt>
                <c:pt idx="5302">
                  <c:v>52.571380615234403</c:v>
                </c:pt>
                <c:pt idx="5303">
                  <c:v>52.571250915527301</c:v>
                </c:pt>
                <c:pt idx="5304">
                  <c:v>52.571182250976598</c:v>
                </c:pt>
                <c:pt idx="5305">
                  <c:v>52.5711479187012</c:v>
                </c:pt>
                <c:pt idx="5306">
                  <c:v>52.518604278564503</c:v>
                </c:pt>
                <c:pt idx="5307">
                  <c:v>52.536178588867202</c:v>
                </c:pt>
                <c:pt idx="5308">
                  <c:v>52.519397735595703</c:v>
                </c:pt>
                <c:pt idx="5309">
                  <c:v>52.400177001953097</c:v>
                </c:pt>
                <c:pt idx="5310">
                  <c:v>52.126583099365199</c:v>
                </c:pt>
                <c:pt idx="5311">
                  <c:v>52.094936370849602</c:v>
                </c:pt>
                <c:pt idx="5312">
                  <c:v>52.1388549804688</c:v>
                </c:pt>
                <c:pt idx="5313">
                  <c:v>52.1077880859375</c:v>
                </c:pt>
                <c:pt idx="5314">
                  <c:v>51.845779418945298</c:v>
                </c:pt>
                <c:pt idx="5315">
                  <c:v>51.793582916259801</c:v>
                </c:pt>
                <c:pt idx="5316">
                  <c:v>51.860233306884801</c:v>
                </c:pt>
                <c:pt idx="5317">
                  <c:v>51.827903747558601</c:v>
                </c:pt>
                <c:pt idx="5318">
                  <c:v>51.495140075683601</c:v>
                </c:pt>
                <c:pt idx="5319">
                  <c:v>51.323654174804702</c:v>
                </c:pt>
                <c:pt idx="5320">
                  <c:v>51.223648071289098</c:v>
                </c:pt>
                <c:pt idx="5321">
                  <c:v>51.129688262939503</c:v>
                </c:pt>
                <c:pt idx="5322">
                  <c:v>51.055656433105497</c:v>
                </c:pt>
                <c:pt idx="5323">
                  <c:v>51.004695892333999</c:v>
                </c:pt>
                <c:pt idx="5324">
                  <c:v>50.978439331054702</c:v>
                </c:pt>
                <c:pt idx="5325">
                  <c:v>50.960784912109403</c:v>
                </c:pt>
                <c:pt idx="5326">
                  <c:v>50.952827453613303</c:v>
                </c:pt>
                <c:pt idx="5327">
                  <c:v>50.946727752685597</c:v>
                </c:pt>
                <c:pt idx="5328">
                  <c:v>50.944675445556598</c:v>
                </c:pt>
                <c:pt idx="5329">
                  <c:v>50.944408416748097</c:v>
                </c:pt>
                <c:pt idx="5330">
                  <c:v>50.941116333007798</c:v>
                </c:pt>
                <c:pt idx="5331">
                  <c:v>50.939422607421903</c:v>
                </c:pt>
                <c:pt idx="5332">
                  <c:v>50.931770324707003</c:v>
                </c:pt>
                <c:pt idx="5333">
                  <c:v>50.931884765625</c:v>
                </c:pt>
                <c:pt idx="5334">
                  <c:v>50.874172210693402</c:v>
                </c:pt>
                <c:pt idx="5335">
                  <c:v>50.823375701904297</c:v>
                </c:pt>
                <c:pt idx="5336">
                  <c:v>50.786331176757798</c:v>
                </c:pt>
                <c:pt idx="5337">
                  <c:v>50.735050201416001</c:v>
                </c:pt>
                <c:pt idx="5338">
                  <c:v>50.690773010253899</c:v>
                </c:pt>
                <c:pt idx="5339">
                  <c:v>50.465232849121101</c:v>
                </c:pt>
                <c:pt idx="5340">
                  <c:v>50.344596862792997</c:v>
                </c:pt>
                <c:pt idx="5341">
                  <c:v>50.3138618469238</c:v>
                </c:pt>
                <c:pt idx="5342">
                  <c:v>50.273273468017599</c:v>
                </c:pt>
                <c:pt idx="5343">
                  <c:v>50.181625366210902</c:v>
                </c:pt>
                <c:pt idx="5344">
                  <c:v>50.1072998046875</c:v>
                </c:pt>
                <c:pt idx="5345">
                  <c:v>50.075832366943402</c:v>
                </c:pt>
                <c:pt idx="5346">
                  <c:v>50.021724700927699</c:v>
                </c:pt>
                <c:pt idx="5347">
                  <c:v>49.932735443115199</c:v>
                </c:pt>
                <c:pt idx="5348">
                  <c:v>49.872734069824197</c:v>
                </c:pt>
                <c:pt idx="5349">
                  <c:v>49.829074859619098</c:v>
                </c:pt>
                <c:pt idx="5350">
                  <c:v>49.767795562744098</c:v>
                </c:pt>
                <c:pt idx="5351">
                  <c:v>49.719600677490199</c:v>
                </c:pt>
                <c:pt idx="5352">
                  <c:v>49.663352966308601</c:v>
                </c:pt>
                <c:pt idx="5353">
                  <c:v>49.626987457275398</c:v>
                </c:pt>
                <c:pt idx="5354">
                  <c:v>49.563152313232401</c:v>
                </c:pt>
                <c:pt idx="5355">
                  <c:v>49.473373413085902</c:v>
                </c:pt>
                <c:pt idx="5356">
                  <c:v>49.427200317382798</c:v>
                </c:pt>
                <c:pt idx="5357">
                  <c:v>49.384555816650398</c:v>
                </c:pt>
                <c:pt idx="5358">
                  <c:v>49.358287811279297</c:v>
                </c:pt>
                <c:pt idx="5359">
                  <c:v>49.341911315917997</c:v>
                </c:pt>
                <c:pt idx="5360">
                  <c:v>49.325698852539098</c:v>
                </c:pt>
                <c:pt idx="5361">
                  <c:v>49.315471649169901</c:v>
                </c:pt>
                <c:pt idx="5362">
                  <c:v>49.309974670410199</c:v>
                </c:pt>
                <c:pt idx="5363">
                  <c:v>49.307144165039098</c:v>
                </c:pt>
                <c:pt idx="5364">
                  <c:v>49.305694580078097</c:v>
                </c:pt>
                <c:pt idx="5365">
                  <c:v>49.3049507141113</c:v>
                </c:pt>
                <c:pt idx="5366">
                  <c:v>49.293495178222699</c:v>
                </c:pt>
                <c:pt idx="5367">
                  <c:v>49.268562316894503</c:v>
                </c:pt>
                <c:pt idx="5368">
                  <c:v>49.200660705566399</c:v>
                </c:pt>
                <c:pt idx="5369">
                  <c:v>49.139446258544901</c:v>
                </c:pt>
                <c:pt idx="5370">
                  <c:v>49.079170227050803</c:v>
                </c:pt>
                <c:pt idx="5371">
                  <c:v>48.883102416992202</c:v>
                </c:pt>
                <c:pt idx="5372">
                  <c:v>48.7048950195313</c:v>
                </c:pt>
                <c:pt idx="5373">
                  <c:v>48.623786926269503</c:v>
                </c:pt>
                <c:pt idx="5374">
                  <c:v>48.580898284912102</c:v>
                </c:pt>
                <c:pt idx="5375">
                  <c:v>48.548446655273402</c:v>
                </c:pt>
                <c:pt idx="5376">
                  <c:v>48.533885955810597</c:v>
                </c:pt>
                <c:pt idx="5377">
                  <c:v>48.536792755127003</c:v>
                </c:pt>
                <c:pt idx="5378">
                  <c:v>48.485160827636697</c:v>
                </c:pt>
                <c:pt idx="5379">
                  <c:v>48.446533203125</c:v>
                </c:pt>
                <c:pt idx="5380">
                  <c:v>48.414779663085902</c:v>
                </c:pt>
                <c:pt idx="5381">
                  <c:v>48.382034301757798</c:v>
                </c:pt>
                <c:pt idx="5382">
                  <c:v>48.2645454406738</c:v>
                </c:pt>
                <c:pt idx="5383">
                  <c:v>48.248100280761697</c:v>
                </c:pt>
                <c:pt idx="5384">
                  <c:v>48.276271820068402</c:v>
                </c:pt>
                <c:pt idx="5385">
                  <c:v>48.322620391845703</c:v>
                </c:pt>
                <c:pt idx="5386">
                  <c:v>48.2964897155762</c:v>
                </c:pt>
                <c:pt idx="5387">
                  <c:v>48.3768310546875</c:v>
                </c:pt>
                <c:pt idx="5388">
                  <c:v>48.439456939697301</c:v>
                </c:pt>
                <c:pt idx="5389">
                  <c:v>48.494453430175803</c:v>
                </c:pt>
                <c:pt idx="5390">
                  <c:v>48.478912353515597</c:v>
                </c:pt>
                <c:pt idx="5391">
                  <c:v>48.4743041992188</c:v>
                </c:pt>
                <c:pt idx="5392">
                  <c:v>48.653099060058601</c:v>
                </c:pt>
                <c:pt idx="5393">
                  <c:v>48.798072814941399</c:v>
                </c:pt>
                <c:pt idx="5394">
                  <c:v>49.007595062255902</c:v>
                </c:pt>
                <c:pt idx="5395">
                  <c:v>49.1271362304688</c:v>
                </c:pt>
                <c:pt idx="5396">
                  <c:v>49.204639434814503</c:v>
                </c:pt>
                <c:pt idx="5397">
                  <c:v>49.249580383300803</c:v>
                </c:pt>
                <c:pt idx="5398">
                  <c:v>49.276145935058601</c:v>
                </c:pt>
                <c:pt idx="5399">
                  <c:v>49.2897758483887</c:v>
                </c:pt>
                <c:pt idx="5400">
                  <c:v>49.296779632568402</c:v>
                </c:pt>
                <c:pt idx="5401">
                  <c:v>49.300373077392599</c:v>
                </c:pt>
                <c:pt idx="5402">
                  <c:v>49.302219390869098</c:v>
                </c:pt>
                <c:pt idx="5403">
                  <c:v>49.305015563964801</c:v>
                </c:pt>
                <c:pt idx="5404">
                  <c:v>49.332424163818402</c:v>
                </c:pt>
                <c:pt idx="5405">
                  <c:v>49.347366333007798</c:v>
                </c:pt>
                <c:pt idx="5406">
                  <c:v>49.362583160400398</c:v>
                </c:pt>
                <c:pt idx="5407">
                  <c:v>49.368507385253899</c:v>
                </c:pt>
                <c:pt idx="5408">
                  <c:v>49.367462158203097</c:v>
                </c:pt>
                <c:pt idx="5409">
                  <c:v>49.369808197021499</c:v>
                </c:pt>
                <c:pt idx="5410">
                  <c:v>49.378959655761697</c:v>
                </c:pt>
                <c:pt idx="5411">
                  <c:v>49.380069732666001</c:v>
                </c:pt>
                <c:pt idx="5412">
                  <c:v>49.381568908691399</c:v>
                </c:pt>
                <c:pt idx="5413">
                  <c:v>49.378406524658203</c:v>
                </c:pt>
                <c:pt idx="5414">
                  <c:v>49.380180358886697</c:v>
                </c:pt>
                <c:pt idx="5415">
                  <c:v>49.372970581054702</c:v>
                </c:pt>
                <c:pt idx="5416">
                  <c:v>49.357349395752003</c:v>
                </c:pt>
                <c:pt idx="5417">
                  <c:v>49.3403129577637</c:v>
                </c:pt>
                <c:pt idx="5418">
                  <c:v>49.329296112060597</c:v>
                </c:pt>
                <c:pt idx="5419">
                  <c:v>49.335636138916001</c:v>
                </c:pt>
                <c:pt idx="5420">
                  <c:v>49.342952728271499</c:v>
                </c:pt>
                <c:pt idx="5421">
                  <c:v>49.330974578857401</c:v>
                </c:pt>
                <c:pt idx="5422">
                  <c:v>49.321949005127003</c:v>
                </c:pt>
                <c:pt idx="5423">
                  <c:v>49.314952850341797</c:v>
                </c:pt>
                <c:pt idx="5424">
                  <c:v>49.310745239257798</c:v>
                </c:pt>
                <c:pt idx="5425">
                  <c:v>49.307544708252003</c:v>
                </c:pt>
                <c:pt idx="5426">
                  <c:v>49.305900573730497</c:v>
                </c:pt>
                <c:pt idx="5427">
                  <c:v>49.305057525634801</c:v>
                </c:pt>
                <c:pt idx="5428">
                  <c:v>49.304622650146499</c:v>
                </c:pt>
                <c:pt idx="5429">
                  <c:v>49.304401397705099</c:v>
                </c:pt>
                <c:pt idx="5430">
                  <c:v>49.304286956787102</c:v>
                </c:pt>
                <c:pt idx="5431">
                  <c:v>49.304225921630902</c:v>
                </c:pt>
                <c:pt idx="5432">
                  <c:v>49.295562744140597</c:v>
                </c:pt>
                <c:pt idx="5433">
                  <c:v>49.296260833740199</c:v>
                </c:pt>
                <c:pt idx="5434">
                  <c:v>49.300106048583999</c:v>
                </c:pt>
                <c:pt idx="5435">
                  <c:v>49.254058837890597</c:v>
                </c:pt>
                <c:pt idx="5436">
                  <c:v>49.237396240234403</c:v>
                </c:pt>
                <c:pt idx="5437">
                  <c:v>49.207065582275398</c:v>
                </c:pt>
                <c:pt idx="5438">
                  <c:v>49.130298614502003</c:v>
                </c:pt>
                <c:pt idx="5439">
                  <c:v>49.123779296875</c:v>
                </c:pt>
                <c:pt idx="5440">
                  <c:v>49.057750701904297</c:v>
                </c:pt>
                <c:pt idx="5441">
                  <c:v>48.848312377929702</c:v>
                </c:pt>
                <c:pt idx="5442">
                  <c:v>48.749256134033203</c:v>
                </c:pt>
                <c:pt idx="5443">
                  <c:v>48.660251617431598</c:v>
                </c:pt>
                <c:pt idx="5444">
                  <c:v>48.567218780517599</c:v>
                </c:pt>
                <c:pt idx="5445">
                  <c:v>48.505283355712898</c:v>
                </c:pt>
                <c:pt idx="5446">
                  <c:v>48.4767036437988</c:v>
                </c:pt>
                <c:pt idx="5447">
                  <c:v>48.426895141601598</c:v>
                </c:pt>
                <c:pt idx="5448">
                  <c:v>48.373737335205099</c:v>
                </c:pt>
                <c:pt idx="5449">
                  <c:v>48.337120056152301</c:v>
                </c:pt>
                <c:pt idx="5450">
                  <c:v>48.333980560302699</c:v>
                </c:pt>
                <c:pt idx="5451">
                  <c:v>48.285606384277301</c:v>
                </c:pt>
                <c:pt idx="5452">
                  <c:v>48.185737609863303</c:v>
                </c:pt>
                <c:pt idx="5453">
                  <c:v>48.052783966064503</c:v>
                </c:pt>
                <c:pt idx="5454">
                  <c:v>48.086753845214801</c:v>
                </c:pt>
                <c:pt idx="5455">
                  <c:v>47.814308166503899</c:v>
                </c:pt>
                <c:pt idx="5456">
                  <c:v>47.286197662353501</c:v>
                </c:pt>
                <c:pt idx="5457">
                  <c:v>47.310512542724602</c:v>
                </c:pt>
                <c:pt idx="5458">
                  <c:v>47.075275421142599</c:v>
                </c:pt>
                <c:pt idx="5459">
                  <c:v>46.749664306640597</c:v>
                </c:pt>
                <c:pt idx="5460">
                  <c:v>46.454433441162102</c:v>
                </c:pt>
                <c:pt idx="5461">
                  <c:v>46.2531127929688</c:v>
                </c:pt>
                <c:pt idx="5462">
                  <c:v>46.133926391601598</c:v>
                </c:pt>
                <c:pt idx="5463">
                  <c:v>46.096000671386697</c:v>
                </c:pt>
                <c:pt idx="5464">
                  <c:v>46.042560577392599</c:v>
                </c:pt>
                <c:pt idx="5465">
                  <c:v>46.015125274658203</c:v>
                </c:pt>
                <c:pt idx="5466">
                  <c:v>46.001045227050803</c:v>
                </c:pt>
                <c:pt idx="5467">
                  <c:v>45.993804931640597</c:v>
                </c:pt>
                <c:pt idx="5468">
                  <c:v>45.9900932312012</c:v>
                </c:pt>
                <c:pt idx="5469">
                  <c:v>45.988185882568402</c:v>
                </c:pt>
                <c:pt idx="5470">
                  <c:v>45.987209320068402</c:v>
                </c:pt>
                <c:pt idx="5471">
                  <c:v>45.986705780029297</c:v>
                </c:pt>
                <c:pt idx="5472">
                  <c:v>45.986446380615199</c:v>
                </c:pt>
                <c:pt idx="5473">
                  <c:v>45.986316680908203</c:v>
                </c:pt>
                <c:pt idx="5474">
                  <c:v>45.986248016357401</c:v>
                </c:pt>
                <c:pt idx="5475">
                  <c:v>45.986213684082003</c:v>
                </c:pt>
                <c:pt idx="5476">
                  <c:v>45.986194610595703</c:v>
                </c:pt>
                <c:pt idx="5477">
                  <c:v>45.986183166503899</c:v>
                </c:pt>
                <c:pt idx="5478">
                  <c:v>45.986179351806598</c:v>
                </c:pt>
                <c:pt idx="5479">
                  <c:v>45.986179351806598</c:v>
                </c:pt>
                <c:pt idx="5480">
                  <c:v>45.986175537109403</c:v>
                </c:pt>
                <c:pt idx="5481">
                  <c:v>45.986175537109403</c:v>
                </c:pt>
                <c:pt idx="5482">
                  <c:v>45.986175537109403</c:v>
                </c:pt>
                <c:pt idx="5483">
                  <c:v>45.986175537109403</c:v>
                </c:pt>
                <c:pt idx="5484">
                  <c:v>45.986175537109403</c:v>
                </c:pt>
                <c:pt idx="5485">
                  <c:v>45.986175537109403</c:v>
                </c:pt>
                <c:pt idx="5486">
                  <c:v>45.986175537109403</c:v>
                </c:pt>
                <c:pt idx="5487">
                  <c:v>45.986175537109403</c:v>
                </c:pt>
                <c:pt idx="5488">
                  <c:v>45.986175537109403</c:v>
                </c:pt>
                <c:pt idx="5489">
                  <c:v>45.986175537109403</c:v>
                </c:pt>
                <c:pt idx="5490">
                  <c:v>45.986175537109403</c:v>
                </c:pt>
                <c:pt idx="5491">
                  <c:v>45.986175537109403</c:v>
                </c:pt>
                <c:pt idx="5492">
                  <c:v>45.986175537109403</c:v>
                </c:pt>
                <c:pt idx="5493">
                  <c:v>45.986175537109403</c:v>
                </c:pt>
                <c:pt idx="5494">
                  <c:v>45.986175537109403</c:v>
                </c:pt>
                <c:pt idx="5495">
                  <c:v>45.985752105712898</c:v>
                </c:pt>
                <c:pt idx="5496">
                  <c:v>45.985569000244098</c:v>
                </c:pt>
                <c:pt idx="5497">
                  <c:v>45.985866546630902</c:v>
                </c:pt>
                <c:pt idx="5498">
                  <c:v>45.986015319824197</c:v>
                </c:pt>
                <c:pt idx="5499">
                  <c:v>45.986091613769503</c:v>
                </c:pt>
                <c:pt idx="5500">
                  <c:v>45.986133575439503</c:v>
                </c:pt>
                <c:pt idx="5501">
                  <c:v>45.986152648925803</c:v>
                </c:pt>
                <c:pt idx="5502">
                  <c:v>45.986164093017599</c:v>
                </c:pt>
                <c:pt idx="5503">
                  <c:v>45.986167907714801</c:v>
                </c:pt>
                <c:pt idx="5504">
                  <c:v>45.985748291015597</c:v>
                </c:pt>
                <c:pt idx="5505">
                  <c:v>45.984298706054702</c:v>
                </c:pt>
                <c:pt idx="5506">
                  <c:v>45.980182647705099</c:v>
                </c:pt>
                <c:pt idx="5507">
                  <c:v>45.980587005615199</c:v>
                </c:pt>
                <c:pt idx="5508">
                  <c:v>45.971202850341797</c:v>
                </c:pt>
                <c:pt idx="5509">
                  <c:v>45.962516784667997</c:v>
                </c:pt>
                <c:pt idx="5510">
                  <c:v>45.967296600341797</c:v>
                </c:pt>
                <c:pt idx="5511">
                  <c:v>45.963104248046903</c:v>
                </c:pt>
                <c:pt idx="5512">
                  <c:v>45.941562652587898</c:v>
                </c:pt>
                <c:pt idx="5513">
                  <c:v>45.936885833740199</c:v>
                </c:pt>
                <c:pt idx="5514">
                  <c:v>45.908981323242202</c:v>
                </c:pt>
                <c:pt idx="5515">
                  <c:v>45.899898529052699</c:v>
                </c:pt>
                <c:pt idx="5516">
                  <c:v>45.864505767822301</c:v>
                </c:pt>
                <c:pt idx="5517">
                  <c:v>45.821914672851598</c:v>
                </c:pt>
                <c:pt idx="5518">
                  <c:v>45.797958374023402</c:v>
                </c:pt>
                <c:pt idx="5519">
                  <c:v>45.782382965087898</c:v>
                </c:pt>
                <c:pt idx="5520">
                  <c:v>45.754283905029297</c:v>
                </c:pt>
                <c:pt idx="5521">
                  <c:v>45.720191955566399</c:v>
                </c:pt>
                <c:pt idx="5522">
                  <c:v>45.662296295166001</c:v>
                </c:pt>
                <c:pt idx="5523">
                  <c:v>45.629627227783203</c:v>
                </c:pt>
                <c:pt idx="5524">
                  <c:v>45.606346130371101</c:v>
                </c:pt>
                <c:pt idx="5525">
                  <c:v>45.595821380615199</c:v>
                </c:pt>
                <c:pt idx="5526">
                  <c:v>45.586032867431598</c:v>
                </c:pt>
                <c:pt idx="5527">
                  <c:v>45.540435791015597</c:v>
                </c:pt>
                <c:pt idx="5528">
                  <c:v>45.482448577880902</c:v>
                </c:pt>
                <c:pt idx="5529">
                  <c:v>45.475521087646499</c:v>
                </c:pt>
                <c:pt idx="5530">
                  <c:v>45.455715179443402</c:v>
                </c:pt>
                <c:pt idx="5531">
                  <c:v>45.429901123046903</c:v>
                </c:pt>
                <c:pt idx="5532">
                  <c:v>45.379718780517599</c:v>
                </c:pt>
                <c:pt idx="5533">
                  <c:v>45.3565483093262</c:v>
                </c:pt>
                <c:pt idx="5534">
                  <c:v>45.307163238525398</c:v>
                </c:pt>
                <c:pt idx="5535">
                  <c:v>45.282871246337898</c:v>
                </c:pt>
                <c:pt idx="5536">
                  <c:v>45.267997741699197</c:v>
                </c:pt>
                <c:pt idx="5537">
                  <c:v>45.268878936767599</c:v>
                </c:pt>
                <c:pt idx="5538">
                  <c:v>45.2503051757813</c:v>
                </c:pt>
                <c:pt idx="5539">
                  <c:v>45.220794677734403</c:v>
                </c:pt>
                <c:pt idx="5540">
                  <c:v>45.133766174316399</c:v>
                </c:pt>
                <c:pt idx="5541">
                  <c:v>45.122875213623097</c:v>
                </c:pt>
                <c:pt idx="5542">
                  <c:v>45.107681274414098</c:v>
                </c:pt>
                <c:pt idx="5543">
                  <c:v>45.102291107177699</c:v>
                </c:pt>
                <c:pt idx="5544">
                  <c:v>45.080001831054702</c:v>
                </c:pt>
                <c:pt idx="5545">
                  <c:v>45.033298492431598</c:v>
                </c:pt>
                <c:pt idx="5546">
                  <c:v>44.954631805419901</c:v>
                </c:pt>
                <c:pt idx="5547">
                  <c:v>44.853462219238303</c:v>
                </c:pt>
                <c:pt idx="5548">
                  <c:v>44.803855895996101</c:v>
                </c:pt>
                <c:pt idx="5549">
                  <c:v>44.798976898193402</c:v>
                </c:pt>
                <c:pt idx="5550">
                  <c:v>44.845329284667997</c:v>
                </c:pt>
                <c:pt idx="5551">
                  <c:v>44.791202545166001</c:v>
                </c:pt>
                <c:pt idx="5552">
                  <c:v>44.718116760253899</c:v>
                </c:pt>
                <c:pt idx="5553">
                  <c:v>44.742324829101598</c:v>
                </c:pt>
                <c:pt idx="5554">
                  <c:v>44.706680297851598</c:v>
                </c:pt>
                <c:pt idx="5555">
                  <c:v>44.708347320556598</c:v>
                </c:pt>
                <c:pt idx="5556">
                  <c:v>44.716213226318402</c:v>
                </c:pt>
                <c:pt idx="5557">
                  <c:v>44.659286499023402</c:v>
                </c:pt>
                <c:pt idx="5558">
                  <c:v>44.633754730224602</c:v>
                </c:pt>
                <c:pt idx="5559">
                  <c:v>44.676536560058601</c:v>
                </c:pt>
                <c:pt idx="5560">
                  <c:v>44.662528991699197</c:v>
                </c:pt>
                <c:pt idx="5561">
                  <c:v>44.633129119873097</c:v>
                </c:pt>
                <c:pt idx="5562">
                  <c:v>44.631687164306598</c:v>
                </c:pt>
                <c:pt idx="5563">
                  <c:v>44.618125915527301</c:v>
                </c:pt>
                <c:pt idx="5564">
                  <c:v>44.583160400390597</c:v>
                </c:pt>
                <c:pt idx="5565">
                  <c:v>44.554775238037102</c:v>
                </c:pt>
                <c:pt idx="5566">
                  <c:v>44.542076110839801</c:v>
                </c:pt>
                <c:pt idx="5567">
                  <c:v>44.531631469726598</c:v>
                </c:pt>
                <c:pt idx="5568">
                  <c:v>44.540904998779297</c:v>
                </c:pt>
                <c:pt idx="5569">
                  <c:v>44.505069732666001</c:v>
                </c:pt>
                <c:pt idx="5570">
                  <c:v>44.487152099609403</c:v>
                </c:pt>
                <c:pt idx="5571">
                  <c:v>44.468940734863303</c:v>
                </c:pt>
                <c:pt idx="5572">
                  <c:v>44.444297790527301</c:v>
                </c:pt>
                <c:pt idx="5573">
                  <c:v>44.425727844238303</c:v>
                </c:pt>
                <c:pt idx="5574">
                  <c:v>44.4175834655762</c:v>
                </c:pt>
                <c:pt idx="5575">
                  <c:v>44.415706634521499</c:v>
                </c:pt>
                <c:pt idx="5576">
                  <c:v>44.409889221191399</c:v>
                </c:pt>
                <c:pt idx="5577">
                  <c:v>44.406902313232401</c:v>
                </c:pt>
                <c:pt idx="5578">
                  <c:v>44.405368804931598</c:v>
                </c:pt>
                <c:pt idx="5579">
                  <c:v>44.404579162597699</c:v>
                </c:pt>
                <c:pt idx="5580">
                  <c:v>44.4041748046875</c:v>
                </c:pt>
                <c:pt idx="5581">
                  <c:v>44.403968811035199</c:v>
                </c:pt>
                <c:pt idx="5582">
                  <c:v>44.403861999511697</c:v>
                </c:pt>
                <c:pt idx="5583">
                  <c:v>44.40380859375</c:v>
                </c:pt>
                <c:pt idx="5584">
                  <c:v>44.403778076171903</c:v>
                </c:pt>
                <c:pt idx="5585">
                  <c:v>44.403762817382798</c:v>
                </c:pt>
                <c:pt idx="5586">
                  <c:v>44.393150329589801</c:v>
                </c:pt>
                <c:pt idx="5587">
                  <c:v>44.324291229248097</c:v>
                </c:pt>
                <c:pt idx="5588">
                  <c:v>44.268932342529297</c:v>
                </c:pt>
                <c:pt idx="5589">
                  <c:v>44.262001037597699</c:v>
                </c:pt>
                <c:pt idx="5590">
                  <c:v>44.290939331054702</c:v>
                </c:pt>
                <c:pt idx="5591">
                  <c:v>44.202720642089801</c:v>
                </c:pt>
                <c:pt idx="5592">
                  <c:v>44.064319610595703</c:v>
                </c:pt>
                <c:pt idx="5593">
                  <c:v>43.903438568115199</c:v>
                </c:pt>
                <c:pt idx="5594">
                  <c:v>43.758865356445298</c:v>
                </c:pt>
                <c:pt idx="5595">
                  <c:v>43.721965789794901</c:v>
                </c:pt>
                <c:pt idx="5596">
                  <c:v>43.660835266113303</c:v>
                </c:pt>
                <c:pt idx="5597">
                  <c:v>43.633449554443402</c:v>
                </c:pt>
                <c:pt idx="5598">
                  <c:v>43.6206245422363</c:v>
                </c:pt>
                <c:pt idx="5599">
                  <c:v>43.618663787841797</c:v>
                </c:pt>
                <c:pt idx="5600">
                  <c:v>43.619712829589801</c:v>
                </c:pt>
                <c:pt idx="5601">
                  <c:v>43.5995903015137</c:v>
                </c:pt>
                <c:pt idx="5602">
                  <c:v>43.553302764892599</c:v>
                </c:pt>
                <c:pt idx="5603">
                  <c:v>43.5374565124512</c:v>
                </c:pt>
                <c:pt idx="5604">
                  <c:v>43.500980377197301</c:v>
                </c:pt>
                <c:pt idx="5605">
                  <c:v>43.488632202148402</c:v>
                </c:pt>
                <c:pt idx="5606">
                  <c:v>43.488052368164098</c:v>
                </c:pt>
                <c:pt idx="5607">
                  <c:v>43.474681854248097</c:v>
                </c:pt>
                <c:pt idx="5608">
                  <c:v>43.3947143554688</c:v>
                </c:pt>
                <c:pt idx="5609">
                  <c:v>43.368400573730497</c:v>
                </c:pt>
                <c:pt idx="5610">
                  <c:v>43.280338287353501</c:v>
                </c:pt>
                <c:pt idx="5611">
                  <c:v>43.2349853515625</c:v>
                </c:pt>
                <c:pt idx="5612">
                  <c:v>43.209754943847699</c:v>
                </c:pt>
                <c:pt idx="5613">
                  <c:v>43.206378936767599</c:v>
                </c:pt>
                <c:pt idx="5614">
                  <c:v>43.187618255615199</c:v>
                </c:pt>
                <c:pt idx="5615">
                  <c:v>43.153377532958999</c:v>
                </c:pt>
                <c:pt idx="5616">
                  <c:v>43.151939392089801</c:v>
                </c:pt>
                <c:pt idx="5617">
                  <c:v>43.139247894287102</c:v>
                </c:pt>
                <c:pt idx="5618">
                  <c:v>43.0989799499512</c:v>
                </c:pt>
                <c:pt idx="5619">
                  <c:v>43.1268501281738</c:v>
                </c:pt>
                <c:pt idx="5620">
                  <c:v>43.107013702392599</c:v>
                </c:pt>
                <c:pt idx="5621">
                  <c:v>43.070667266845703</c:v>
                </c:pt>
                <c:pt idx="5622">
                  <c:v>43.063640594482401</c:v>
                </c:pt>
                <c:pt idx="5623">
                  <c:v>43.051380157470703</c:v>
                </c:pt>
                <c:pt idx="5624">
                  <c:v>43.021232604980497</c:v>
                </c:pt>
                <c:pt idx="5625">
                  <c:v>42.996555328369098</c:v>
                </c:pt>
                <c:pt idx="5626">
                  <c:v>42.929996490478501</c:v>
                </c:pt>
                <c:pt idx="5627">
                  <c:v>42.893760681152301</c:v>
                </c:pt>
                <c:pt idx="5628">
                  <c:v>42.8864936828613</c:v>
                </c:pt>
                <c:pt idx="5629">
                  <c:v>42.868030548095703</c:v>
                </c:pt>
                <c:pt idx="5630">
                  <c:v>42.851432800292997</c:v>
                </c:pt>
                <c:pt idx="5631">
                  <c:v>42.8231391906738</c:v>
                </c:pt>
                <c:pt idx="5632">
                  <c:v>42.832927703857401</c:v>
                </c:pt>
                <c:pt idx="5633">
                  <c:v>42.817657470703097</c:v>
                </c:pt>
                <c:pt idx="5634">
                  <c:v>42.811603546142599</c:v>
                </c:pt>
                <c:pt idx="5635">
                  <c:v>42.823898315429702</c:v>
                </c:pt>
                <c:pt idx="5636">
                  <c:v>42.816806793212898</c:v>
                </c:pt>
                <c:pt idx="5637">
                  <c:v>42.798110961914098</c:v>
                </c:pt>
                <c:pt idx="5638">
                  <c:v>42.802032470703097</c:v>
                </c:pt>
                <c:pt idx="5639">
                  <c:v>42.859077453613303</c:v>
                </c:pt>
                <c:pt idx="5640">
                  <c:v>42.963951110839801</c:v>
                </c:pt>
                <c:pt idx="5641">
                  <c:v>42.933155059814503</c:v>
                </c:pt>
                <c:pt idx="5642">
                  <c:v>42.872867584228501</c:v>
                </c:pt>
                <c:pt idx="5643">
                  <c:v>42.892501831054702</c:v>
                </c:pt>
                <c:pt idx="5644">
                  <c:v>42.915538787841797</c:v>
                </c:pt>
                <c:pt idx="5645">
                  <c:v>43.070018768310597</c:v>
                </c:pt>
                <c:pt idx="5646">
                  <c:v>43.1164360046387</c:v>
                </c:pt>
                <c:pt idx="5647">
                  <c:v>43.176315307617202</c:v>
                </c:pt>
                <c:pt idx="5648">
                  <c:v>43.239177703857401</c:v>
                </c:pt>
                <c:pt idx="5649">
                  <c:v>43.355003356933601</c:v>
                </c:pt>
                <c:pt idx="5650">
                  <c:v>43.468589782714801</c:v>
                </c:pt>
                <c:pt idx="5651">
                  <c:v>43.736988067627003</c:v>
                </c:pt>
                <c:pt idx="5652">
                  <c:v>44.018424987792997</c:v>
                </c:pt>
                <c:pt idx="5653">
                  <c:v>44.178150177002003</c:v>
                </c:pt>
                <c:pt idx="5654">
                  <c:v>44.287952423095703</c:v>
                </c:pt>
                <c:pt idx="5655">
                  <c:v>44.344284057617202</c:v>
                </c:pt>
                <c:pt idx="5656">
                  <c:v>44.373218536377003</c:v>
                </c:pt>
                <c:pt idx="5657">
                  <c:v>44.416389465332003</c:v>
                </c:pt>
                <c:pt idx="5658">
                  <c:v>44.521522521972699</c:v>
                </c:pt>
                <c:pt idx="5659">
                  <c:v>44.704685211181598</c:v>
                </c:pt>
                <c:pt idx="5660">
                  <c:v>44.910789489746101</c:v>
                </c:pt>
                <c:pt idx="5661">
                  <c:v>45.011760711669901</c:v>
                </c:pt>
                <c:pt idx="5662">
                  <c:v>45.158733367919901</c:v>
                </c:pt>
                <c:pt idx="5663">
                  <c:v>45.270557403564503</c:v>
                </c:pt>
                <c:pt idx="5664">
                  <c:v>45.379352569580099</c:v>
                </c:pt>
                <c:pt idx="5665">
                  <c:v>45.512420654296903</c:v>
                </c:pt>
                <c:pt idx="5666">
                  <c:v>45.650672912597699</c:v>
                </c:pt>
                <c:pt idx="5667">
                  <c:v>45.756744384765597</c:v>
                </c:pt>
                <c:pt idx="5668">
                  <c:v>45.8644828796387</c:v>
                </c:pt>
                <c:pt idx="5669">
                  <c:v>45.916679382324197</c:v>
                </c:pt>
                <c:pt idx="5670">
                  <c:v>45.950504302978501</c:v>
                </c:pt>
                <c:pt idx="5671">
                  <c:v>45.967857360839801</c:v>
                </c:pt>
                <c:pt idx="5672">
                  <c:v>45.976768493652301</c:v>
                </c:pt>
                <c:pt idx="5673">
                  <c:v>45.981346130371101</c:v>
                </c:pt>
                <c:pt idx="5674">
                  <c:v>45.983695983886697</c:v>
                </c:pt>
                <c:pt idx="5675">
                  <c:v>45.984901428222699</c:v>
                </c:pt>
                <c:pt idx="5676">
                  <c:v>45.985523223877003</c:v>
                </c:pt>
                <c:pt idx="5677">
                  <c:v>45.98583984375</c:v>
                </c:pt>
                <c:pt idx="5678">
                  <c:v>45.986003875732401</c:v>
                </c:pt>
                <c:pt idx="5679">
                  <c:v>45.986087799072301</c:v>
                </c:pt>
                <c:pt idx="5680">
                  <c:v>45.986129760742202</c:v>
                </c:pt>
                <c:pt idx="5681">
                  <c:v>45.986152648925803</c:v>
                </c:pt>
                <c:pt idx="5682">
                  <c:v>45.986164093017599</c:v>
                </c:pt>
                <c:pt idx="5683">
                  <c:v>45.986167907714801</c:v>
                </c:pt>
                <c:pt idx="5684">
                  <c:v>45.986171722412102</c:v>
                </c:pt>
                <c:pt idx="5685">
                  <c:v>46.049049377441399</c:v>
                </c:pt>
                <c:pt idx="5686">
                  <c:v>46.314552307128899</c:v>
                </c:pt>
                <c:pt idx="5687">
                  <c:v>46.251293182373097</c:v>
                </c:pt>
                <c:pt idx="5688">
                  <c:v>46.289714813232401</c:v>
                </c:pt>
                <c:pt idx="5689">
                  <c:v>46.479923248291001</c:v>
                </c:pt>
                <c:pt idx="5690">
                  <c:v>46.681381225585902</c:v>
                </c:pt>
                <c:pt idx="5691">
                  <c:v>47.265583038330099</c:v>
                </c:pt>
                <c:pt idx="5692">
                  <c:v>47.566795349121101</c:v>
                </c:pt>
                <c:pt idx="5693">
                  <c:v>47.408309936523402</c:v>
                </c:pt>
                <c:pt idx="5694">
                  <c:v>47.845760345458999</c:v>
                </c:pt>
                <c:pt idx="5695">
                  <c:v>48.023258209228501</c:v>
                </c:pt>
                <c:pt idx="5696">
                  <c:v>48.145999908447301</c:v>
                </c:pt>
                <c:pt idx="5697">
                  <c:v>48.247249603271499</c:v>
                </c:pt>
                <c:pt idx="5698">
                  <c:v>48.306346893310597</c:v>
                </c:pt>
                <c:pt idx="5699">
                  <c:v>48.370754241943402</c:v>
                </c:pt>
                <c:pt idx="5700">
                  <c:v>48.399929046630902</c:v>
                </c:pt>
                <c:pt idx="5701">
                  <c:v>48.494510650634801</c:v>
                </c:pt>
                <c:pt idx="5702">
                  <c:v>48.478157043457003</c:v>
                </c:pt>
                <c:pt idx="5703">
                  <c:v>48.484626770019503</c:v>
                </c:pt>
                <c:pt idx="5704">
                  <c:v>48.7176322937012</c:v>
                </c:pt>
                <c:pt idx="5705">
                  <c:v>48.743076324462898</c:v>
                </c:pt>
                <c:pt idx="5706">
                  <c:v>48.706962585449197</c:v>
                </c:pt>
                <c:pt idx="5707">
                  <c:v>48.742866516113303</c:v>
                </c:pt>
                <c:pt idx="5708">
                  <c:v>48.834457397460902</c:v>
                </c:pt>
                <c:pt idx="5709">
                  <c:v>48.899566650390597</c:v>
                </c:pt>
                <c:pt idx="5710">
                  <c:v>48.993232727050803</c:v>
                </c:pt>
                <c:pt idx="5711">
                  <c:v>49.044464111328097</c:v>
                </c:pt>
                <c:pt idx="5712">
                  <c:v>49.131050109863303</c:v>
                </c:pt>
                <c:pt idx="5713">
                  <c:v>49.1192436218262</c:v>
                </c:pt>
                <c:pt idx="5714">
                  <c:v>49.113185882568402</c:v>
                </c:pt>
                <c:pt idx="5715">
                  <c:v>49.052852630615199</c:v>
                </c:pt>
                <c:pt idx="5716">
                  <c:v>49.024940490722699</c:v>
                </c:pt>
                <c:pt idx="5717">
                  <c:v>49.105289459228501</c:v>
                </c:pt>
                <c:pt idx="5718">
                  <c:v>49.204792022705099</c:v>
                </c:pt>
                <c:pt idx="5719">
                  <c:v>49.256500244140597</c:v>
                </c:pt>
                <c:pt idx="5720">
                  <c:v>49.281295776367202</c:v>
                </c:pt>
                <c:pt idx="5721">
                  <c:v>49.292861938476598</c:v>
                </c:pt>
                <c:pt idx="5722">
                  <c:v>49.308616638183601</c:v>
                </c:pt>
                <c:pt idx="5723">
                  <c:v>49.338260650634801</c:v>
                </c:pt>
                <c:pt idx="5724">
                  <c:v>49.375930786132798</c:v>
                </c:pt>
                <c:pt idx="5725">
                  <c:v>49.385963439941399</c:v>
                </c:pt>
                <c:pt idx="5726">
                  <c:v>49.412124633789098</c:v>
                </c:pt>
                <c:pt idx="5727">
                  <c:v>49.447795867919901</c:v>
                </c:pt>
                <c:pt idx="5728">
                  <c:v>49.524585723877003</c:v>
                </c:pt>
                <c:pt idx="5729">
                  <c:v>49.603435516357401</c:v>
                </c:pt>
                <c:pt idx="5730">
                  <c:v>49.634994506835902</c:v>
                </c:pt>
                <c:pt idx="5731">
                  <c:v>49.675708770752003</c:v>
                </c:pt>
                <c:pt idx="5732">
                  <c:v>49.70654296875</c:v>
                </c:pt>
                <c:pt idx="5733">
                  <c:v>49.752464294433601</c:v>
                </c:pt>
                <c:pt idx="5734">
                  <c:v>49.7956352233887</c:v>
                </c:pt>
                <c:pt idx="5735">
                  <c:v>49.889251708984403</c:v>
                </c:pt>
                <c:pt idx="5736">
                  <c:v>49.948722839355497</c:v>
                </c:pt>
                <c:pt idx="5737">
                  <c:v>50.021152496337898</c:v>
                </c:pt>
                <c:pt idx="5738">
                  <c:v>50.073856353759801</c:v>
                </c:pt>
                <c:pt idx="5739">
                  <c:v>50.1613960266113</c:v>
                </c:pt>
                <c:pt idx="5740">
                  <c:v>50.226676940917997</c:v>
                </c:pt>
                <c:pt idx="5741">
                  <c:v>50.2340698242188</c:v>
                </c:pt>
                <c:pt idx="5742">
                  <c:v>50.410388946533203</c:v>
                </c:pt>
                <c:pt idx="5743">
                  <c:v>50.580646514892599</c:v>
                </c:pt>
                <c:pt idx="5744">
                  <c:v>50.682342529296903</c:v>
                </c:pt>
                <c:pt idx="5745">
                  <c:v>50.7413139343262</c:v>
                </c:pt>
                <c:pt idx="5746">
                  <c:v>50.791019439697301</c:v>
                </c:pt>
                <c:pt idx="5747">
                  <c:v>50.862373352050803</c:v>
                </c:pt>
                <c:pt idx="5748">
                  <c:v>50.900314331054702</c:v>
                </c:pt>
                <c:pt idx="5749">
                  <c:v>50.9331665039063</c:v>
                </c:pt>
                <c:pt idx="5750">
                  <c:v>50.941448211669901</c:v>
                </c:pt>
                <c:pt idx="5751">
                  <c:v>51.000572204589801</c:v>
                </c:pt>
                <c:pt idx="5752">
                  <c:v>51.043983459472699</c:v>
                </c:pt>
                <c:pt idx="5753">
                  <c:v>51.076065063476598</c:v>
                </c:pt>
                <c:pt idx="5754">
                  <c:v>51.144943237304702</c:v>
                </c:pt>
                <c:pt idx="5755">
                  <c:v>51.189647674560597</c:v>
                </c:pt>
                <c:pt idx="5756">
                  <c:v>51.270755767822301</c:v>
                </c:pt>
                <c:pt idx="5757">
                  <c:v>51.463459014892599</c:v>
                </c:pt>
                <c:pt idx="5758">
                  <c:v>51.807685852050803</c:v>
                </c:pt>
                <c:pt idx="5759">
                  <c:v>51.840572357177699</c:v>
                </c:pt>
                <c:pt idx="5760">
                  <c:v>51.757232666015597</c:v>
                </c:pt>
                <c:pt idx="5761">
                  <c:v>51.851783752441399</c:v>
                </c:pt>
                <c:pt idx="5762">
                  <c:v>51.985187530517599</c:v>
                </c:pt>
                <c:pt idx="5763">
                  <c:v>52.174602508544901</c:v>
                </c:pt>
                <c:pt idx="5764">
                  <c:v>52.294677734375</c:v>
                </c:pt>
                <c:pt idx="5765">
                  <c:v>52.314929962158203</c:v>
                </c:pt>
                <c:pt idx="5766">
                  <c:v>52.376197814941399</c:v>
                </c:pt>
                <c:pt idx="5767">
                  <c:v>52.446895599365199</c:v>
                </c:pt>
                <c:pt idx="5768">
                  <c:v>52.507335662841797</c:v>
                </c:pt>
                <c:pt idx="5769">
                  <c:v>52.538368225097699</c:v>
                </c:pt>
                <c:pt idx="5770">
                  <c:v>52.554290771484403</c:v>
                </c:pt>
                <c:pt idx="5771">
                  <c:v>52.5624809265137</c:v>
                </c:pt>
                <c:pt idx="5772">
                  <c:v>52.566677093505902</c:v>
                </c:pt>
                <c:pt idx="5773">
                  <c:v>52.568836212158203</c:v>
                </c:pt>
                <c:pt idx="5774">
                  <c:v>52.569942474365199</c:v>
                </c:pt>
                <c:pt idx="5775">
                  <c:v>52.570510864257798</c:v>
                </c:pt>
                <c:pt idx="5776">
                  <c:v>52.57080078125</c:v>
                </c:pt>
                <c:pt idx="5777">
                  <c:v>52.570953369140597</c:v>
                </c:pt>
                <c:pt idx="5778">
                  <c:v>52.571029663085902</c:v>
                </c:pt>
                <c:pt idx="5779">
                  <c:v>52.571067810058601</c:v>
                </c:pt>
                <c:pt idx="5780">
                  <c:v>52.571086883544901</c:v>
                </c:pt>
                <c:pt idx="5781">
                  <c:v>52.571098327636697</c:v>
                </c:pt>
                <c:pt idx="5782">
                  <c:v>52.5711059570313</c:v>
                </c:pt>
                <c:pt idx="5783">
                  <c:v>52.5711059570313</c:v>
                </c:pt>
                <c:pt idx="5784">
                  <c:v>52.571109771728501</c:v>
                </c:pt>
                <c:pt idx="5785">
                  <c:v>52.571109771728501</c:v>
                </c:pt>
                <c:pt idx="5786">
                  <c:v>52.571109771728501</c:v>
                </c:pt>
                <c:pt idx="5787">
                  <c:v>52.571109771728501</c:v>
                </c:pt>
                <c:pt idx="5788">
                  <c:v>52.571109771728501</c:v>
                </c:pt>
                <c:pt idx="5789">
                  <c:v>52.571109771728501</c:v>
                </c:pt>
                <c:pt idx="5790">
                  <c:v>52.571109771728501</c:v>
                </c:pt>
                <c:pt idx="5791">
                  <c:v>52.571109771728501</c:v>
                </c:pt>
                <c:pt idx="5792">
                  <c:v>52.571109771728501</c:v>
                </c:pt>
                <c:pt idx="5793">
                  <c:v>52.571109771728501</c:v>
                </c:pt>
                <c:pt idx="5794">
                  <c:v>52.571109771728501</c:v>
                </c:pt>
                <c:pt idx="5795">
                  <c:v>52.571109771728501</c:v>
                </c:pt>
                <c:pt idx="5796">
                  <c:v>52.571109771728501</c:v>
                </c:pt>
                <c:pt idx="5797">
                  <c:v>52.571109771728501</c:v>
                </c:pt>
                <c:pt idx="5798">
                  <c:v>52.571109771728501</c:v>
                </c:pt>
                <c:pt idx="5799">
                  <c:v>52.571109771728501</c:v>
                </c:pt>
                <c:pt idx="5800">
                  <c:v>52.555904388427699</c:v>
                </c:pt>
                <c:pt idx="5801">
                  <c:v>52.548095703125</c:v>
                </c:pt>
                <c:pt idx="5802">
                  <c:v>52.450046539306598</c:v>
                </c:pt>
                <c:pt idx="5803">
                  <c:v>52.508934020996101</c:v>
                </c:pt>
                <c:pt idx="5804">
                  <c:v>52.539188385009801</c:v>
                </c:pt>
                <c:pt idx="5805">
                  <c:v>52.554721832275398</c:v>
                </c:pt>
                <c:pt idx="5806">
                  <c:v>52.562698364257798</c:v>
                </c:pt>
                <c:pt idx="5807">
                  <c:v>52.5667915344238</c:v>
                </c:pt>
                <c:pt idx="5808">
                  <c:v>52.568893432617202</c:v>
                </c:pt>
                <c:pt idx="5809">
                  <c:v>52.569972991943402</c:v>
                </c:pt>
                <c:pt idx="5810">
                  <c:v>52.570526123046903</c:v>
                </c:pt>
                <c:pt idx="5811">
                  <c:v>52.570808410644503</c:v>
                </c:pt>
                <c:pt idx="5812">
                  <c:v>52.570957183837898</c:v>
                </c:pt>
                <c:pt idx="5813">
                  <c:v>52.571029663085902</c:v>
                </c:pt>
                <c:pt idx="5814">
                  <c:v>52.571067810058601</c:v>
                </c:pt>
                <c:pt idx="5815">
                  <c:v>52.571090698242202</c:v>
                </c:pt>
                <c:pt idx="5816">
                  <c:v>52.571098327636697</c:v>
                </c:pt>
                <c:pt idx="5817">
                  <c:v>52.572761535644503</c:v>
                </c:pt>
                <c:pt idx="5818">
                  <c:v>52.571956634521499</c:v>
                </c:pt>
                <c:pt idx="5819">
                  <c:v>52.572509765625</c:v>
                </c:pt>
                <c:pt idx="5820">
                  <c:v>52.571826934814503</c:v>
                </c:pt>
                <c:pt idx="5821">
                  <c:v>52.573410034179702</c:v>
                </c:pt>
                <c:pt idx="5822">
                  <c:v>52.5842895507813</c:v>
                </c:pt>
                <c:pt idx="5823">
                  <c:v>52.593193054199197</c:v>
                </c:pt>
                <c:pt idx="5824">
                  <c:v>52.667079925537102</c:v>
                </c:pt>
                <c:pt idx="5825">
                  <c:v>52.710605621337898</c:v>
                </c:pt>
                <c:pt idx="5826">
                  <c:v>52.759391784667997</c:v>
                </c:pt>
                <c:pt idx="5827">
                  <c:v>52.700122833252003</c:v>
                </c:pt>
                <c:pt idx="5828">
                  <c:v>52.767364501953097</c:v>
                </c:pt>
                <c:pt idx="5829">
                  <c:v>52.884044647216797</c:v>
                </c:pt>
                <c:pt idx="5830">
                  <c:v>53.008396148681598</c:v>
                </c:pt>
                <c:pt idx="5831">
                  <c:v>53.122261047363303</c:v>
                </c:pt>
                <c:pt idx="5832">
                  <c:v>53.149986267089801</c:v>
                </c:pt>
                <c:pt idx="5833">
                  <c:v>53.238815307617202</c:v>
                </c:pt>
                <c:pt idx="5834">
                  <c:v>53.286472320556598</c:v>
                </c:pt>
                <c:pt idx="5835">
                  <c:v>53.344894409179702</c:v>
                </c:pt>
                <c:pt idx="5836">
                  <c:v>53.468883514404297</c:v>
                </c:pt>
                <c:pt idx="5837">
                  <c:v>53.633125305175803</c:v>
                </c:pt>
                <c:pt idx="5838">
                  <c:v>53.716518402099602</c:v>
                </c:pt>
                <c:pt idx="5839">
                  <c:v>53.840999603271499</c:v>
                </c:pt>
                <c:pt idx="5840">
                  <c:v>53.982433319091797</c:v>
                </c:pt>
                <c:pt idx="5841">
                  <c:v>54.055751800537102</c:v>
                </c:pt>
                <c:pt idx="5842">
                  <c:v>54.241256713867202</c:v>
                </c:pt>
                <c:pt idx="5843">
                  <c:v>54.336654663085902</c:v>
                </c:pt>
                <c:pt idx="5844">
                  <c:v>54.53076171875</c:v>
                </c:pt>
                <c:pt idx="5845">
                  <c:v>54.663185119628899</c:v>
                </c:pt>
                <c:pt idx="5846">
                  <c:v>54.722354888916001</c:v>
                </c:pt>
                <c:pt idx="5847">
                  <c:v>54.824554443359403</c:v>
                </c:pt>
                <c:pt idx="5848">
                  <c:v>55.111019134521499</c:v>
                </c:pt>
                <c:pt idx="5849">
                  <c:v>55.177677154541001</c:v>
                </c:pt>
                <c:pt idx="5850">
                  <c:v>55.322193145752003</c:v>
                </c:pt>
                <c:pt idx="5851">
                  <c:v>55.5636177062988</c:v>
                </c:pt>
                <c:pt idx="5852">
                  <c:v>55.697154998779297</c:v>
                </c:pt>
                <c:pt idx="5853">
                  <c:v>55.765712738037102</c:v>
                </c:pt>
                <c:pt idx="5854">
                  <c:v>55.800926208496101</c:v>
                </c:pt>
                <c:pt idx="5855">
                  <c:v>55.818984985351598</c:v>
                </c:pt>
                <c:pt idx="5856">
                  <c:v>55.8282661437988</c:v>
                </c:pt>
                <c:pt idx="5857">
                  <c:v>55.8330268859863</c:v>
                </c:pt>
                <c:pt idx="5858">
                  <c:v>55.835472106933601</c:v>
                </c:pt>
                <c:pt idx="5859">
                  <c:v>55.8367309570313</c:v>
                </c:pt>
                <c:pt idx="5860">
                  <c:v>55.837375640869098</c:v>
                </c:pt>
                <c:pt idx="5861">
                  <c:v>55.837703704833999</c:v>
                </c:pt>
                <c:pt idx="5862">
                  <c:v>55.837875366210902</c:v>
                </c:pt>
                <c:pt idx="5863">
                  <c:v>55.837963104248097</c:v>
                </c:pt>
                <c:pt idx="5864">
                  <c:v>55.824501037597699</c:v>
                </c:pt>
                <c:pt idx="5865">
                  <c:v>55.793445587158203</c:v>
                </c:pt>
                <c:pt idx="5866">
                  <c:v>55.795089721679702</c:v>
                </c:pt>
                <c:pt idx="5867">
                  <c:v>55.800567626953097</c:v>
                </c:pt>
                <c:pt idx="5868">
                  <c:v>55.809131622314503</c:v>
                </c:pt>
                <c:pt idx="5869">
                  <c:v>55.823204040527301</c:v>
                </c:pt>
                <c:pt idx="5870">
                  <c:v>55.803417205810597</c:v>
                </c:pt>
                <c:pt idx="5871">
                  <c:v>55.810596466064503</c:v>
                </c:pt>
                <c:pt idx="5872">
                  <c:v>55.727916717529297</c:v>
                </c:pt>
                <c:pt idx="5873">
                  <c:v>55.669578552246101</c:v>
                </c:pt>
                <c:pt idx="5874">
                  <c:v>55.7361030578613</c:v>
                </c:pt>
                <c:pt idx="5875">
                  <c:v>55.774662017822301</c:v>
                </c:pt>
                <c:pt idx="5876">
                  <c:v>55.795829772949197</c:v>
                </c:pt>
                <c:pt idx="5877">
                  <c:v>55.816375732421903</c:v>
                </c:pt>
                <c:pt idx="5878">
                  <c:v>55.769908905029297</c:v>
                </c:pt>
                <c:pt idx="5879">
                  <c:v>55.641220092773402</c:v>
                </c:pt>
                <c:pt idx="5880">
                  <c:v>55.503562927246101</c:v>
                </c:pt>
                <c:pt idx="5881">
                  <c:v>55.526931762695298</c:v>
                </c:pt>
                <c:pt idx="5882">
                  <c:v>55.471355438232401</c:v>
                </c:pt>
                <c:pt idx="5883">
                  <c:v>55.204246520996101</c:v>
                </c:pt>
                <c:pt idx="5884">
                  <c:v>55.045688629150398</c:v>
                </c:pt>
                <c:pt idx="5885">
                  <c:v>55.164886474609403</c:v>
                </c:pt>
                <c:pt idx="5886">
                  <c:v>55.260471343994098</c:v>
                </c:pt>
                <c:pt idx="5887">
                  <c:v>55.168540954589801</c:v>
                </c:pt>
                <c:pt idx="5888">
                  <c:v>55.055885314941399</c:v>
                </c:pt>
                <c:pt idx="5889">
                  <c:v>55.029319763183601</c:v>
                </c:pt>
                <c:pt idx="5890">
                  <c:v>55.296878814697301</c:v>
                </c:pt>
                <c:pt idx="5891">
                  <c:v>55.162853240966797</c:v>
                </c:pt>
                <c:pt idx="5892">
                  <c:v>55.202938079833999</c:v>
                </c:pt>
                <c:pt idx="5893">
                  <c:v>55.210075378417997</c:v>
                </c:pt>
                <c:pt idx="5894">
                  <c:v>55.3534545898438</c:v>
                </c:pt>
                <c:pt idx="5895">
                  <c:v>55.4314575195313</c:v>
                </c:pt>
                <c:pt idx="5896">
                  <c:v>55.517322540283203</c:v>
                </c:pt>
                <c:pt idx="5897">
                  <c:v>55.448413848877003</c:v>
                </c:pt>
                <c:pt idx="5898">
                  <c:v>55.637931823730497</c:v>
                </c:pt>
                <c:pt idx="5899">
                  <c:v>55.6281547546387</c:v>
                </c:pt>
                <c:pt idx="5900">
                  <c:v>55.683925628662102</c:v>
                </c:pt>
                <c:pt idx="5901">
                  <c:v>55.758922576904297</c:v>
                </c:pt>
                <c:pt idx="5902">
                  <c:v>55.755970001220703</c:v>
                </c:pt>
                <c:pt idx="5903">
                  <c:v>55.7958984375</c:v>
                </c:pt>
                <c:pt idx="5904">
                  <c:v>55.816410064697301</c:v>
                </c:pt>
                <c:pt idx="5905">
                  <c:v>55.826942443847699</c:v>
                </c:pt>
                <c:pt idx="5906">
                  <c:v>55.832344055175803</c:v>
                </c:pt>
                <c:pt idx="5907">
                  <c:v>55.856765747070298</c:v>
                </c:pt>
                <c:pt idx="5908">
                  <c:v>55.867546081542997</c:v>
                </c:pt>
                <c:pt idx="5909">
                  <c:v>55.854579925537102</c:v>
                </c:pt>
                <c:pt idx="5910">
                  <c:v>55.881587982177699</c:v>
                </c:pt>
                <c:pt idx="5911">
                  <c:v>55.889312744140597</c:v>
                </c:pt>
                <c:pt idx="5912">
                  <c:v>55.945457458496101</c:v>
                </c:pt>
                <c:pt idx="5913">
                  <c:v>55.975631713867202</c:v>
                </c:pt>
                <c:pt idx="5914">
                  <c:v>55.990623474121101</c:v>
                </c:pt>
                <c:pt idx="5915">
                  <c:v>55.964962005615199</c:v>
                </c:pt>
                <c:pt idx="5916">
                  <c:v>55.966255187988303</c:v>
                </c:pt>
                <c:pt idx="5917">
                  <c:v>56.055850982666001</c:v>
                </c:pt>
                <c:pt idx="5918">
                  <c:v>56.085872650146499</c:v>
                </c:pt>
                <c:pt idx="5919">
                  <c:v>56.097084045410199</c:v>
                </c:pt>
                <c:pt idx="5920">
                  <c:v>56.108142852783203</c:v>
                </c:pt>
                <c:pt idx="5921">
                  <c:v>56.039707183837898</c:v>
                </c:pt>
                <c:pt idx="5922">
                  <c:v>56.006786346435597</c:v>
                </c:pt>
                <c:pt idx="5923">
                  <c:v>56.035892486572301</c:v>
                </c:pt>
                <c:pt idx="5924">
                  <c:v>56.083564758300803</c:v>
                </c:pt>
                <c:pt idx="5925">
                  <c:v>56.112422943115199</c:v>
                </c:pt>
                <c:pt idx="5926">
                  <c:v>56.111888885498097</c:v>
                </c:pt>
                <c:pt idx="5927">
                  <c:v>56.099040985107401</c:v>
                </c:pt>
                <c:pt idx="5928">
                  <c:v>56.074733734130902</c:v>
                </c:pt>
                <c:pt idx="5929">
                  <c:v>56.0616645812988</c:v>
                </c:pt>
                <c:pt idx="5930">
                  <c:v>56.046787261962898</c:v>
                </c:pt>
                <c:pt idx="5931">
                  <c:v>56.047985076904297</c:v>
                </c:pt>
                <c:pt idx="5932">
                  <c:v>56.0316352844238</c:v>
                </c:pt>
                <c:pt idx="5933">
                  <c:v>56.054027557373097</c:v>
                </c:pt>
                <c:pt idx="5934">
                  <c:v>56.0543403625488</c:v>
                </c:pt>
                <c:pt idx="5935">
                  <c:v>55.999153137207003</c:v>
                </c:pt>
                <c:pt idx="5936">
                  <c:v>56.009609222412102</c:v>
                </c:pt>
                <c:pt idx="5937">
                  <c:v>56.003307342529297</c:v>
                </c:pt>
                <c:pt idx="5938">
                  <c:v>55.959514617919901</c:v>
                </c:pt>
                <c:pt idx="5939">
                  <c:v>55.933917999267599</c:v>
                </c:pt>
                <c:pt idx="5940">
                  <c:v>55.891109466552699</c:v>
                </c:pt>
                <c:pt idx="5941">
                  <c:v>55.865653991699197</c:v>
                </c:pt>
                <c:pt idx="5942">
                  <c:v>55.852222442627003</c:v>
                </c:pt>
                <c:pt idx="5943">
                  <c:v>55.846923828125</c:v>
                </c:pt>
                <c:pt idx="5944">
                  <c:v>55.842849731445298</c:v>
                </c:pt>
                <c:pt idx="5945">
                  <c:v>55.8405151367188</c:v>
                </c:pt>
                <c:pt idx="5946">
                  <c:v>55.839317321777301</c:v>
                </c:pt>
                <c:pt idx="5947">
                  <c:v>55.838703155517599</c:v>
                </c:pt>
                <c:pt idx="5948">
                  <c:v>55.838386535644503</c:v>
                </c:pt>
                <c:pt idx="5949">
                  <c:v>55.838226318359403</c:v>
                </c:pt>
                <c:pt idx="5950">
                  <c:v>55.793479919433601</c:v>
                </c:pt>
                <c:pt idx="5951">
                  <c:v>55.733009338378899</c:v>
                </c:pt>
                <c:pt idx="5952">
                  <c:v>55.739414215087898</c:v>
                </c:pt>
                <c:pt idx="5953">
                  <c:v>55.5088081359863</c:v>
                </c:pt>
                <c:pt idx="5954">
                  <c:v>55.534294128417997</c:v>
                </c:pt>
                <c:pt idx="5955">
                  <c:v>55.282806396484403</c:v>
                </c:pt>
                <c:pt idx="5956">
                  <c:v>55.142322540283203</c:v>
                </c:pt>
                <c:pt idx="5957">
                  <c:v>54.8970756530762</c:v>
                </c:pt>
                <c:pt idx="5958">
                  <c:v>54.739322662353501</c:v>
                </c:pt>
                <c:pt idx="5959">
                  <c:v>54.609634399414098</c:v>
                </c:pt>
                <c:pt idx="5960">
                  <c:v>54.406272888183601</c:v>
                </c:pt>
                <c:pt idx="5961">
                  <c:v>54.291423797607401</c:v>
                </c:pt>
                <c:pt idx="5962">
                  <c:v>54.228733062744098</c:v>
                </c:pt>
                <c:pt idx="5963">
                  <c:v>54.181259155273402</c:v>
                </c:pt>
                <c:pt idx="5964">
                  <c:v>54.128368377685597</c:v>
                </c:pt>
                <c:pt idx="5965">
                  <c:v>54.077243804931598</c:v>
                </c:pt>
                <c:pt idx="5966">
                  <c:v>54.051036834716797</c:v>
                </c:pt>
                <c:pt idx="5967">
                  <c:v>53.949176788330099</c:v>
                </c:pt>
                <c:pt idx="5968">
                  <c:v>53.837482452392599</c:v>
                </c:pt>
                <c:pt idx="5969">
                  <c:v>53.727020263671903</c:v>
                </c:pt>
                <c:pt idx="5970">
                  <c:v>53.649497985839801</c:v>
                </c:pt>
                <c:pt idx="5971">
                  <c:v>53.552524566650398</c:v>
                </c:pt>
                <c:pt idx="5972">
                  <c:v>53.472480773925803</c:v>
                </c:pt>
                <c:pt idx="5973">
                  <c:v>53.407546997070298</c:v>
                </c:pt>
                <c:pt idx="5974">
                  <c:v>53.373111724853501</c:v>
                </c:pt>
                <c:pt idx="5975">
                  <c:v>53.343498229980497</c:v>
                </c:pt>
                <c:pt idx="5976">
                  <c:v>53.3117065429688</c:v>
                </c:pt>
                <c:pt idx="5977">
                  <c:v>53.300731658935597</c:v>
                </c:pt>
                <c:pt idx="5978">
                  <c:v>53.236339569091797</c:v>
                </c:pt>
                <c:pt idx="5979">
                  <c:v>53.135932922363303</c:v>
                </c:pt>
                <c:pt idx="5980">
                  <c:v>53.118160247802699</c:v>
                </c:pt>
                <c:pt idx="5981">
                  <c:v>53.077362060546903</c:v>
                </c:pt>
                <c:pt idx="5982">
                  <c:v>52.995063781738303</c:v>
                </c:pt>
                <c:pt idx="5983">
                  <c:v>52.953651428222699</c:v>
                </c:pt>
                <c:pt idx="5984">
                  <c:v>52.884407043457003</c:v>
                </c:pt>
                <c:pt idx="5985">
                  <c:v>52.8107719421387</c:v>
                </c:pt>
                <c:pt idx="5986">
                  <c:v>52.769939422607401</c:v>
                </c:pt>
                <c:pt idx="5987">
                  <c:v>52.750148773193402</c:v>
                </c:pt>
                <c:pt idx="5988">
                  <c:v>52.728092193603501</c:v>
                </c:pt>
                <c:pt idx="5989">
                  <c:v>52.693069458007798</c:v>
                </c:pt>
                <c:pt idx="5990">
                  <c:v>52.640819549560597</c:v>
                </c:pt>
                <c:pt idx="5991">
                  <c:v>52.612560272216797</c:v>
                </c:pt>
                <c:pt idx="5992">
                  <c:v>52.593189239502003</c:v>
                </c:pt>
                <c:pt idx="5993">
                  <c:v>52.583305358886697</c:v>
                </c:pt>
                <c:pt idx="5994">
                  <c:v>52.5773735046387</c:v>
                </c:pt>
                <c:pt idx="5995">
                  <c:v>52.574325561523402</c:v>
                </c:pt>
                <c:pt idx="5996">
                  <c:v>52.572761535644503</c:v>
                </c:pt>
                <c:pt idx="5997">
                  <c:v>52.571956634521499</c:v>
                </c:pt>
                <c:pt idx="5998">
                  <c:v>52.571544647216797</c:v>
                </c:pt>
                <c:pt idx="5999">
                  <c:v>52.571334838867202</c:v>
                </c:pt>
                <c:pt idx="6000">
                  <c:v>52.571224212646499</c:v>
                </c:pt>
                <c:pt idx="6001">
                  <c:v>52.571170806884801</c:v>
                </c:pt>
                <c:pt idx="6002">
                  <c:v>52.571140289306598</c:v>
                </c:pt>
                <c:pt idx="6003">
                  <c:v>52.571125030517599</c:v>
                </c:pt>
                <c:pt idx="6004">
                  <c:v>52.571117401123097</c:v>
                </c:pt>
                <c:pt idx="6005">
                  <c:v>52.554859161377003</c:v>
                </c:pt>
                <c:pt idx="6006">
                  <c:v>52.562751770019503</c:v>
                </c:pt>
                <c:pt idx="6007">
                  <c:v>52.5315132141113</c:v>
                </c:pt>
                <c:pt idx="6008">
                  <c:v>52.495437622070298</c:v>
                </c:pt>
                <c:pt idx="6009">
                  <c:v>52.338535308837898</c:v>
                </c:pt>
                <c:pt idx="6010">
                  <c:v>52.328617095947301</c:v>
                </c:pt>
                <c:pt idx="6011">
                  <c:v>51.963722229003899</c:v>
                </c:pt>
                <c:pt idx="6012">
                  <c:v>51.659080505371101</c:v>
                </c:pt>
                <c:pt idx="6013">
                  <c:v>51.451038360595703</c:v>
                </c:pt>
                <c:pt idx="6014">
                  <c:v>51.324886322021499</c:v>
                </c:pt>
                <c:pt idx="6015">
                  <c:v>51.497966766357401</c:v>
                </c:pt>
                <c:pt idx="6016">
                  <c:v>51.867801666259801</c:v>
                </c:pt>
                <c:pt idx="6017">
                  <c:v>51.504924774169901</c:v>
                </c:pt>
                <c:pt idx="6018">
                  <c:v>51.278873443603501</c:v>
                </c:pt>
                <c:pt idx="6019">
                  <c:v>51.313068389892599</c:v>
                </c:pt>
                <c:pt idx="6020">
                  <c:v>51.297023773193402</c:v>
                </c:pt>
                <c:pt idx="6021">
                  <c:v>51.2541313171387</c:v>
                </c:pt>
                <c:pt idx="6022">
                  <c:v>51.179683685302699</c:v>
                </c:pt>
                <c:pt idx="6023">
                  <c:v>51.150226593017599</c:v>
                </c:pt>
                <c:pt idx="6024">
                  <c:v>51.201320648193402</c:v>
                </c:pt>
                <c:pt idx="6025">
                  <c:v>51.149127960205099</c:v>
                </c:pt>
                <c:pt idx="6026">
                  <c:v>51.118804931640597</c:v>
                </c:pt>
                <c:pt idx="6027">
                  <c:v>51.195945739746101</c:v>
                </c:pt>
                <c:pt idx="6028">
                  <c:v>51.149284362792997</c:v>
                </c:pt>
                <c:pt idx="6029">
                  <c:v>51.105197906494098</c:v>
                </c:pt>
                <c:pt idx="6030">
                  <c:v>51.041439056396499</c:v>
                </c:pt>
                <c:pt idx="6031">
                  <c:v>51.068901062011697</c:v>
                </c:pt>
                <c:pt idx="6032">
                  <c:v>51.281288146972699</c:v>
                </c:pt>
                <c:pt idx="6033">
                  <c:v>51.215114593505902</c:v>
                </c:pt>
                <c:pt idx="6034">
                  <c:v>51.287464141845703</c:v>
                </c:pt>
                <c:pt idx="6035">
                  <c:v>51.186725616455099</c:v>
                </c:pt>
                <c:pt idx="6036">
                  <c:v>51.278530120849602</c:v>
                </c:pt>
                <c:pt idx="6037">
                  <c:v>51.318046569824197</c:v>
                </c:pt>
                <c:pt idx="6038">
                  <c:v>51.405101776123097</c:v>
                </c:pt>
                <c:pt idx="6039">
                  <c:v>51.661293029785199</c:v>
                </c:pt>
                <c:pt idx="6040">
                  <c:v>51.500244140625</c:v>
                </c:pt>
                <c:pt idx="6041">
                  <c:v>51.462501525878899</c:v>
                </c:pt>
                <c:pt idx="6042">
                  <c:v>51.891769409179702</c:v>
                </c:pt>
                <c:pt idx="6043">
                  <c:v>52.149570465087898</c:v>
                </c:pt>
                <c:pt idx="6044">
                  <c:v>51.964351654052699</c:v>
                </c:pt>
                <c:pt idx="6045">
                  <c:v>51.8693237304688</c:v>
                </c:pt>
                <c:pt idx="6046">
                  <c:v>52.184768676757798</c:v>
                </c:pt>
                <c:pt idx="6047">
                  <c:v>52.3726997375488</c:v>
                </c:pt>
                <c:pt idx="6048">
                  <c:v>52.391181945800803</c:v>
                </c:pt>
                <c:pt idx="6049">
                  <c:v>52.466926574707003</c:v>
                </c:pt>
                <c:pt idx="6050">
                  <c:v>52.517601013183601</c:v>
                </c:pt>
                <c:pt idx="6051">
                  <c:v>52.543647766113303</c:v>
                </c:pt>
                <c:pt idx="6052">
                  <c:v>52.557010650634801</c:v>
                </c:pt>
                <c:pt idx="6053">
                  <c:v>52.563869476318402</c:v>
                </c:pt>
                <c:pt idx="6054">
                  <c:v>52.567394256591797</c:v>
                </c:pt>
                <c:pt idx="6055">
                  <c:v>52.569202423095703</c:v>
                </c:pt>
                <c:pt idx="6056">
                  <c:v>52.571979522705099</c:v>
                </c:pt>
                <c:pt idx="6057">
                  <c:v>52.575290679931598</c:v>
                </c:pt>
                <c:pt idx="6058">
                  <c:v>52.575355529785199</c:v>
                </c:pt>
                <c:pt idx="6059">
                  <c:v>52.584079742431598</c:v>
                </c:pt>
                <c:pt idx="6060">
                  <c:v>52.620895385742202</c:v>
                </c:pt>
                <c:pt idx="6061">
                  <c:v>52.631458282470703</c:v>
                </c:pt>
                <c:pt idx="6062">
                  <c:v>52.686801910400398</c:v>
                </c:pt>
                <c:pt idx="6063">
                  <c:v>52.807796478271499</c:v>
                </c:pt>
                <c:pt idx="6064">
                  <c:v>52.817276000976598</c:v>
                </c:pt>
                <c:pt idx="6065">
                  <c:v>52.797576904296903</c:v>
                </c:pt>
                <c:pt idx="6066">
                  <c:v>52.838176727294901</c:v>
                </c:pt>
                <c:pt idx="6067">
                  <c:v>52.918880462646499</c:v>
                </c:pt>
                <c:pt idx="6068">
                  <c:v>52.9388236999512</c:v>
                </c:pt>
                <c:pt idx="6069">
                  <c:v>52.978713989257798</c:v>
                </c:pt>
                <c:pt idx="6070">
                  <c:v>52.978530883789098</c:v>
                </c:pt>
                <c:pt idx="6071">
                  <c:v>52.964519500732401</c:v>
                </c:pt>
                <c:pt idx="6072">
                  <c:v>52.957965850830099</c:v>
                </c:pt>
                <c:pt idx="6073">
                  <c:v>53.0409126281738</c:v>
                </c:pt>
                <c:pt idx="6074">
                  <c:v>52.972698211669901</c:v>
                </c:pt>
                <c:pt idx="6075">
                  <c:v>52.904541015625</c:v>
                </c:pt>
                <c:pt idx="6076">
                  <c:v>53.025196075439503</c:v>
                </c:pt>
                <c:pt idx="6077">
                  <c:v>53.001609802246101</c:v>
                </c:pt>
                <c:pt idx="6078">
                  <c:v>53.008235931396499</c:v>
                </c:pt>
                <c:pt idx="6079">
                  <c:v>53.072696685791001</c:v>
                </c:pt>
                <c:pt idx="6080">
                  <c:v>53.061244964599602</c:v>
                </c:pt>
                <c:pt idx="6081">
                  <c:v>53.033798217773402</c:v>
                </c:pt>
                <c:pt idx="6082">
                  <c:v>52.963787078857401</c:v>
                </c:pt>
                <c:pt idx="6083">
                  <c:v>52.971031188964801</c:v>
                </c:pt>
                <c:pt idx="6084">
                  <c:v>53.028129577636697</c:v>
                </c:pt>
                <c:pt idx="6085">
                  <c:v>53.007293701171903</c:v>
                </c:pt>
                <c:pt idx="6086">
                  <c:v>53.020221710205099</c:v>
                </c:pt>
                <c:pt idx="6087">
                  <c:v>52.941890716552699</c:v>
                </c:pt>
                <c:pt idx="6088">
                  <c:v>52.924480438232401</c:v>
                </c:pt>
                <c:pt idx="6089">
                  <c:v>52.930267333984403</c:v>
                </c:pt>
                <c:pt idx="6090">
                  <c:v>52.915203094482401</c:v>
                </c:pt>
                <c:pt idx="6091">
                  <c:v>52.862449645996101</c:v>
                </c:pt>
                <c:pt idx="6092">
                  <c:v>52.962867736816399</c:v>
                </c:pt>
                <c:pt idx="6093">
                  <c:v>52.9891357421875</c:v>
                </c:pt>
                <c:pt idx="6094">
                  <c:v>52.954635620117202</c:v>
                </c:pt>
                <c:pt idx="6095">
                  <c:v>52.910129547119098</c:v>
                </c:pt>
                <c:pt idx="6096">
                  <c:v>52.915687561035199</c:v>
                </c:pt>
                <c:pt idx="6097">
                  <c:v>53.029811859130902</c:v>
                </c:pt>
                <c:pt idx="6098">
                  <c:v>53.1515502929688</c:v>
                </c:pt>
                <c:pt idx="6099">
                  <c:v>53.128395080566399</c:v>
                </c:pt>
                <c:pt idx="6100">
                  <c:v>53.069198608398402</c:v>
                </c:pt>
                <c:pt idx="6101">
                  <c:v>53.1702690124512</c:v>
                </c:pt>
                <c:pt idx="6102">
                  <c:v>53.2463569641113</c:v>
                </c:pt>
                <c:pt idx="6103">
                  <c:v>53.278327941894503</c:v>
                </c:pt>
                <c:pt idx="6104">
                  <c:v>53.298324584960902</c:v>
                </c:pt>
                <c:pt idx="6105">
                  <c:v>53.315509796142599</c:v>
                </c:pt>
                <c:pt idx="6106">
                  <c:v>53.325862884521499</c:v>
                </c:pt>
                <c:pt idx="6107">
                  <c:v>53.360382080078097</c:v>
                </c:pt>
                <c:pt idx="6108">
                  <c:v>53.4314994812012</c:v>
                </c:pt>
                <c:pt idx="6109">
                  <c:v>53.599395751953097</c:v>
                </c:pt>
                <c:pt idx="6110">
                  <c:v>53.638900756835902</c:v>
                </c:pt>
                <c:pt idx="6111">
                  <c:v>53.614124298095703</c:v>
                </c:pt>
                <c:pt idx="6112">
                  <c:v>53.692626953125</c:v>
                </c:pt>
                <c:pt idx="6113">
                  <c:v>53.829353332519503</c:v>
                </c:pt>
                <c:pt idx="6114">
                  <c:v>53.864883422851598</c:v>
                </c:pt>
                <c:pt idx="6115">
                  <c:v>53.875194549560597</c:v>
                </c:pt>
                <c:pt idx="6116">
                  <c:v>53.934783935546903</c:v>
                </c:pt>
                <c:pt idx="6117">
                  <c:v>54.0370063781738</c:v>
                </c:pt>
                <c:pt idx="6118">
                  <c:v>54.078792572021499</c:v>
                </c:pt>
                <c:pt idx="6119">
                  <c:v>54.219768524169901</c:v>
                </c:pt>
                <c:pt idx="6120">
                  <c:v>54.372997283935597</c:v>
                </c:pt>
                <c:pt idx="6121">
                  <c:v>54.409389495849602</c:v>
                </c:pt>
                <c:pt idx="6122">
                  <c:v>54.571949005127003</c:v>
                </c:pt>
                <c:pt idx="6123">
                  <c:v>54.627262115478501</c:v>
                </c:pt>
                <c:pt idx="6124">
                  <c:v>54.601200103759801</c:v>
                </c:pt>
                <c:pt idx="6125">
                  <c:v>54.570487976074197</c:v>
                </c:pt>
                <c:pt idx="6126">
                  <c:v>54.908359527587898</c:v>
                </c:pt>
                <c:pt idx="6127">
                  <c:v>54.945640563964801</c:v>
                </c:pt>
                <c:pt idx="6128">
                  <c:v>55.277046203613303</c:v>
                </c:pt>
                <c:pt idx="6129">
                  <c:v>55.538967132568402</c:v>
                </c:pt>
                <c:pt idx="6130">
                  <c:v>55.684436798095703</c:v>
                </c:pt>
                <c:pt idx="6131">
                  <c:v>55.7592163085938</c:v>
                </c:pt>
                <c:pt idx="6132">
                  <c:v>55.797576904296903</c:v>
                </c:pt>
                <c:pt idx="6133">
                  <c:v>55.821590423583999</c:v>
                </c:pt>
                <c:pt idx="6134">
                  <c:v>55.875736236572301</c:v>
                </c:pt>
                <c:pt idx="6135">
                  <c:v>55.931282043457003</c:v>
                </c:pt>
                <c:pt idx="6136">
                  <c:v>55.9236030578613</c:v>
                </c:pt>
                <c:pt idx="6137">
                  <c:v>55.999649047851598</c:v>
                </c:pt>
                <c:pt idx="6138">
                  <c:v>56.049312591552699</c:v>
                </c:pt>
                <c:pt idx="6139">
                  <c:v>56.021144866943402</c:v>
                </c:pt>
                <c:pt idx="6140">
                  <c:v>56.226692199707003</c:v>
                </c:pt>
                <c:pt idx="6141">
                  <c:v>56.445243835449197</c:v>
                </c:pt>
                <c:pt idx="6142">
                  <c:v>56.608413696289098</c:v>
                </c:pt>
                <c:pt idx="6143">
                  <c:v>56.593952178955099</c:v>
                </c:pt>
                <c:pt idx="6144">
                  <c:v>56.582481384277301</c:v>
                </c:pt>
                <c:pt idx="6145">
                  <c:v>56.949535369873097</c:v>
                </c:pt>
                <c:pt idx="6146">
                  <c:v>57.167098999023402</c:v>
                </c:pt>
                <c:pt idx="6147">
                  <c:v>57.321445465087898</c:v>
                </c:pt>
                <c:pt idx="6148">
                  <c:v>57.464485168457003</c:v>
                </c:pt>
                <c:pt idx="6149">
                  <c:v>57.4826850891113</c:v>
                </c:pt>
                <c:pt idx="6150">
                  <c:v>57.500072479248097</c:v>
                </c:pt>
                <c:pt idx="6151">
                  <c:v>57.558055877685597</c:v>
                </c:pt>
                <c:pt idx="6152">
                  <c:v>57.596328735351598</c:v>
                </c:pt>
                <c:pt idx="6153">
                  <c:v>57.659740447998097</c:v>
                </c:pt>
                <c:pt idx="6154">
                  <c:v>57.926406860351598</c:v>
                </c:pt>
                <c:pt idx="6155">
                  <c:v>58.0938110351563</c:v>
                </c:pt>
                <c:pt idx="6156">
                  <c:v>58.102115631103501</c:v>
                </c:pt>
                <c:pt idx="6157">
                  <c:v>58.225624084472699</c:v>
                </c:pt>
                <c:pt idx="6158">
                  <c:v>58.320365905761697</c:v>
                </c:pt>
                <c:pt idx="6159">
                  <c:v>58.3876953125</c:v>
                </c:pt>
                <c:pt idx="6160">
                  <c:v>58.444087982177699</c:v>
                </c:pt>
                <c:pt idx="6161">
                  <c:v>58.522422790527301</c:v>
                </c:pt>
                <c:pt idx="6162">
                  <c:v>58.576690673828097</c:v>
                </c:pt>
                <c:pt idx="6163">
                  <c:v>58.683300018310597</c:v>
                </c:pt>
                <c:pt idx="6164">
                  <c:v>58.803028106689503</c:v>
                </c:pt>
                <c:pt idx="6165">
                  <c:v>58.859226226806598</c:v>
                </c:pt>
                <c:pt idx="6166">
                  <c:v>58.900936126708999</c:v>
                </c:pt>
                <c:pt idx="6167">
                  <c:v>58.999534606933601</c:v>
                </c:pt>
                <c:pt idx="6168">
                  <c:v>59.047443389892599</c:v>
                </c:pt>
                <c:pt idx="6169">
                  <c:v>59.012424468994098</c:v>
                </c:pt>
                <c:pt idx="6170">
                  <c:v>59.079414367675803</c:v>
                </c:pt>
                <c:pt idx="6171">
                  <c:v>59.072486877441399</c:v>
                </c:pt>
                <c:pt idx="6172">
                  <c:v>59.137409210205099</c:v>
                </c:pt>
                <c:pt idx="6173">
                  <c:v>59.158004760742202</c:v>
                </c:pt>
                <c:pt idx="6174">
                  <c:v>59.279209136962898</c:v>
                </c:pt>
                <c:pt idx="6175">
                  <c:v>59.3379516601563</c:v>
                </c:pt>
                <c:pt idx="6176">
                  <c:v>59.340793609619098</c:v>
                </c:pt>
                <c:pt idx="6177">
                  <c:v>59.366664886474602</c:v>
                </c:pt>
                <c:pt idx="6178">
                  <c:v>59.414554595947301</c:v>
                </c:pt>
                <c:pt idx="6179">
                  <c:v>59.417800903320298</c:v>
                </c:pt>
                <c:pt idx="6180">
                  <c:v>59.4926567077637</c:v>
                </c:pt>
                <c:pt idx="6181">
                  <c:v>59.449745178222699</c:v>
                </c:pt>
                <c:pt idx="6182">
                  <c:v>59.449844360351598</c:v>
                </c:pt>
                <c:pt idx="6183">
                  <c:v>59.3547554016113</c:v>
                </c:pt>
                <c:pt idx="6184">
                  <c:v>59.312019348144503</c:v>
                </c:pt>
                <c:pt idx="6185">
                  <c:v>59.275566101074197</c:v>
                </c:pt>
                <c:pt idx="6186">
                  <c:v>59.295787811279297</c:v>
                </c:pt>
                <c:pt idx="6187">
                  <c:v>59.340145111083999</c:v>
                </c:pt>
                <c:pt idx="6188">
                  <c:v>59.373523712158203</c:v>
                </c:pt>
                <c:pt idx="6189">
                  <c:v>59.389259338378899</c:v>
                </c:pt>
                <c:pt idx="6190">
                  <c:v>59.4835205078125</c:v>
                </c:pt>
                <c:pt idx="6191">
                  <c:v>59.467983245849602</c:v>
                </c:pt>
                <c:pt idx="6192">
                  <c:v>59.408573150634801</c:v>
                </c:pt>
                <c:pt idx="6193">
                  <c:v>59.474441528320298</c:v>
                </c:pt>
                <c:pt idx="6194">
                  <c:v>59.609577178955099</c:v>
                </c:pt>
                <c:pt idx="6195">
                  <c:v>59.655128479003899</c:v>
                </c:pt>
                <c:pt idx="6196">
                  <c:v>59.716464996337898</c:v>
                </c:pt>
                <c:pt idx="6197">
                  <c:v>59.762596130371101</c:v>
                </c:pt>
                <c:pt idx="6198">
                  <c:v>59.769775390625</c:v>
                </c:pt>
                <c:pt idx="6199">
                  <c:v>59.806270599365199</c:v>
                </c:pt>
                <c:pt idx="6200">
                  <c:v>59.8221626281738</c:v>
                </c:pt>
                <c:pt idx="6201">
                  <c:v>59.838489532470703</c:v>
                </c:pt>
                <c:pt idx="6202">
                  <c:v>59.848957061767599</c:v>
                </c:pt>
                <c:pt idx="6203">
                  <c:v>59.859535217285199</c:v>
                </c:pt>
                <c:pt idx="6204">
                  <c:v>59.853141784667997</c:v>
                </c:pt>
                <c:pt idx="6205">
                  <c:v>59.861679077148402</c:v>
                </c:pt>
                <c:pt idx="6206">
                  <c:v>59.863945007324197</c:v>
                </c:pt>
                <c:pt idx="6207">
                  <c:v>59.85546875</c:v>
                </c:pt>
                <c:pt idx="6208">
                  <c:v>59.836421966552699</c:v>
                </c:pt>
                <c:pt idx="6209">
                  <c:v>59.8429985046387</c:v>
                </c:pt>
                <c:pt idx="6210">
                  <c:v>59.804149627685597</c:v>
                </c:pt>
                <c:pt idx="6211">
                  <c:v>59.776554107666001</c:v>
                </c:pt>
                <c:pt idx="6212">
                  <c:v>59.702346801757798</c:v>
                </c:pt>
                <c:pt idx="6213">
                  <c:v>59.644821166992202</c:v>
                </c:pt>
                <c:pt idx="6214">
                  <c:v>59.599842071533203</c:v>
                </c:pt>
                <c:pt idx="6215">
                  <c:v>59.5325736999512</c:v>
                </c:pt>
                <c:pt idx="6216">
                  <c:v>59.471981048583999</c:v>
                </c:pt>
                <c:pt idx="6217">
                  <c:v>59.388057708740199</c:v>
                </c:pt>
                <c:pt idx="6218">
                  <c:v>59.327789306640597</c:v>
                </c:pt>
                <c:pt idx="6219">
                  <c:v>59.275867462158203</c:v>
                </c:pt>
                <c:pt idx="6220">
                  <c:v>59.233119964599602</c:v>
                </c:pt>
                <c:pt idx="6221">
                  <c:v>59.156639099121101</c:v>
                </c:pt>
                <c:pt idx="6222">
                  <c:v>59.115032196044901</c:v>
                </c:pt>
                <c:pt idx="6223">
                  <c:v>59.056400299072301</c:v>
                </c:pt>
                <c:pt idx="6224">
                  <c:v>59.0173149108887</c:v>
                </c:pt>
                <c:pt idx="6225">
                  <c:v>58.972415924072301</c:v>
                </c:pt>
                <c:pt idx="6226">
                  <c:v>58.939247131347699</c:v>
                </c:pt>
                <c:pt idx="6227">
                  <c:v>58.883682250976598</c:v>
                </c:pt>
                <c:pt idx="6228">
                  <c:v>58.811183929443402</c:v>
                </c:pt>
                <c:pt idx="6229">
                  <c:v>58.731189727783203</c:v>
                </c:pt>
                <c:pt idx="6230">
                  <c:v>58.699771881103501</c:v>
                </c:pt>
                <c:pt idx="6231">
                  <c:v>58.638866424560597</c:v>
                </c:pt>
                <c:pt idx="6232">
                  <c:v>58.605014801025398</c:v>
                </c:pt>
                <c:pt idx="6233">
                  <c:v>58.504600524902301</c:v>
                </c:pt>
                <c:pt idx="6234">
                  <c:v>58.427177429199197</c:v>
                </c:pt>
                <c:pt idx="6235">
                  <c:v>58.403659820556598</c:v>
                </c:pt>
                <c:pt idx="6236">
                  <c:v>58.362354278564503</c:v>
                </c:pt>
                <c:pt idx="6237">
                  <c:v>58.247158050537102</c:v>
                </c:pt>
                <c:pt idx="6238">
                  <c:v>58.151851654052699</c:v>
                </c:pt>
                <c:pt idx="6239">
                  <c:v>58.113800048828097</c:v>
                </c:pt>
                <c:pt idx="6240">
                  <c:v>57.995166778564503</c:v>
                </c:pt>
                <c:pt idx="6241">
                  <c:v>57.887893676757798</c:v>
                </c:pt>
                <c:pt idx="6242">
                  <c:v>57.814315795898402</c:v>
                </c:pt>
                <c:pt idx="6243">
                  <c:v>57.703636169433601</c:v>
                </c:pt>
                <c:pt idx="6244">
                  <c:v>57.631256103515597</c:v>
                </c:pt>
                <c:pt idx="6245">
                  <c:v>57.603660583496101</c:v>
                </c:pt>
                <c:pt idx="6246">
                  <c:v>57.553260803222699</c:v>
                </c:pt>
                <c:pt idx="6247">
                  <c:v>57.522972106933601</c:v>
                </c:pt>
                <c:pt idx="6248">
                  <c:v>57.505832672119098</c:v>
                </c:pt>
                <c:pt idx="6249">
                  <c:v>57.492763519287102</c:v>
                </c:pt>
                <c:pt idx="6250">
                  <c:v>57.482433319091797</c:v>
                </c:pt>
                <c:pt idx="6251">
                  <c:v>57.477550506591797</c:v>
                </c:pt>
                <c:pt idx="6252">
                  <c:v>57.4758491516113</c:v>
                </c:pt>
                <c:pt idx="6253">
                  <c:v>57.473747253417997</c:v>
                </c:pt>
                <c:pt idx="6254">
                  <c:v>57.424839019775398</c:v>
                </c:pt>
                <c:pt idx="6255">
                  <c:v>57.400402069091797</c:v>
                </c:pt>
                <c:pt idx="6256">
                  <c:v>57.3892631530762</c:v>
                </c:pt>
                <c:pt idx="6257">
                  <c:v>57.334102630615199</c:v>
                </c:pt>
                <c:pt idx="6258">
                  <c:v>57.190181732177699</c:v>
                </c:pt>
                <c:pt idx="6259">
                  <c:v>56.976779937744098</c:v>
                </c:pt>
                <c:pt idx="6260">
                  <c:v>56.788875579833999</c:v>
                </c:pt>
                <c:pt idx="6261">
                  <c:v>56.713851928710902</c:v>
                </c:pt>
                <c:pt idx="6262">
                  <c:v>56.645423889160199</c:v>
                </c:pt>
                <c:pt idx="6263">
                  <c:v>56.5839233398438</c:v>
                </c:pt>
                <c:pt idx="6264">
                  <c:v>56.546005249023402</c:v>
                </c:pt>
                <c:pt idx="6265">
                  <c:v>56.482921600341797</c:v>
                </c:pt>
                <c:pt idx="6266">
                  <c:v>56.3898315429688</c:v>
                </c:pt>
                <c:pt idx="6267">
                  <c:v>56.309494018554702</c:v>
                </c:pt>
                <c:pt idx="6268">
                  <c:v>56.247344970703097</c:v>
                </c:pt>
                <c:pt idx="6269">
                  <c:v>56.184486389160199</c:v>
                </c:pt>
                <c:pt idx="6270">
                  <c:v>56.133155822753899</c:v>
                </c:pt>
                <c:pt idx="6271">
                  <c:v>56.107177734375</c:v>
                </c:pt>
                <c:pt idx="6272">
                  <c:v>56.0966796875</c:v>
                </c:pt>
                <c:pt idx="6273">
                  <c:v>56.084274291992202</c:v>
                </c:pt>
                <c:pt idx="6274">
                  <c:v>55.9971923828125</c:v>
                </c:pt>
                <c:pt idx="6275">
                  <c:v>55.962844848632798</c:v>
                </c:pt>
                <c:pt idx="6276">
                  <c:v>55.925563812255902</c:v>
                </c:pt>
                <c:pt idx="6277">
                  <c:v>55.882984161377003</c:v>
                </c:pt>
                <c:pt idx="6278">
                  <c:v>55.861114501953097</c:v>
                </c:pt>
                <c:pt idx="6279">
                  <c:v>55.850337982177699</c:v>
                </c:pt>
                <c:pt idx="6280">
                  <c:v>55.845645904541001</c:v>
                </c:pt>
                <c:pt idx="6281">
                  <c:v>55.846096038818402</c:v>
                </c:pt>
                <c:pt idx="6282">
                  <c:v>55.8421821594238</c:v>
                </c:pt>
                <c:pt idx="6283">
                  <c:v>55.840175628662102</c:v>
                </c:pt>
                <c:pt idx="6284">
                  <c:v>55.839141845703097</c:v>
                </c:pt>
                <c:pt idx="6285">
                  <c:v>55.838611602783203</c:v>
                </c:pt>
                <c:pt idx="6286">
                  <c:v>55.838340759277301</c:v>
                </c:pt>
                <c:pt idx="6287">
                  <c:v>55.838203430175803</c:v>
                </c:pt>
                <c:pt idx="6288">
                  <c:v>55.838130950927699</c:v>
                </c:pt>
                <c:pt idx="6289">
                  <c:v>55.824558258056598</c:v>
                </c:pt>
                <c:pt idx="6290">
                  <c:v>55.7963676452637</c:v>
                </c:pt>
                <c:pt idx="6291">
                  <c:v>55.784381866455099</c:v>
                </c:pt>
                <c:pt idx="6292">
                  <c:v>55.770633697509801</c:v>
                </c:pt>
                <c:pt idx="6293">
                  <c:v>55.5483207702637</c:v>
                </c:pt>
                <c:pt idx="6294">
                  <c:v>55.259883880615199</c:v>
                </c:pt>
                <c:pt idx="6295">
                  <c:v>55.186557769775398</c:v>
                </c:pt>
                <c:pt idx="6296">
                  <c:v>55.120723724365199</c:v>
                </c:pt>
                <c:pt idx="6297">
                  <c:v>55.010868072509801</c:v>
                </c:pt>
                <c:pt idx="6298">
                  <c:v>54.953147888183601</c:v>
                </c:pt>
                <c:pt idx="6299">
                  <c:v>54.964134216308601</c:v>
                </c:pt>
                <c:pt idx="6300">
                  <c:v>54.995269775390597</c:v>
                </c:pt>
                <c:pt idx="6301">
                  <c:v>55.011257171630902</c:v>
                </c:pt>
                <c:pt idx="6302">
                  <c:v>54.892616271972699</c:v>
                </c:pt>
                <c:pt idx="6303">
                  <c:v>54.7632026672363</c:v>
                </c:pt>
                <c:pt idx="6304">
                  <c:v>54.5859375</c:v>
                </c:pt>
                <c:pt idx="6305">
                  <c:v>54.548313140869098</c:v>
                </c:pt>
                <c:pt idx="6306">
                  <c:v>54.496730804443402</c:v>
                </c:pt>
                <c:pt idx="6307">
                  <c:v>54.491043090820298</c:v>
                </c:pt>
                <c:pt idx="6308">
                  <c:v>54.778446197509801</c:v>
                </c:pt>
                <c:pt idx="6309">
                  <c:v>54.765106201171903</c:v>
                </c:pt>
                <c:pt idx="6310">
                  <c:v>54.889537811279297</c:v>
                </c:pt>
                <c:pt idx="6311">
                  <c:v>54.9597778320313</c:v>
                </c:pt>
                <c:pt idx="6312">
                  <c:v>55.162548065185597</c:v>
                </c:pt>
                <c:pt idx="6313">
                  <c:v>55.469272613525398</c:v>
                </c:pt>
                <c:pt idx="6314">
                  <c:v>55.628002166748097</c:v>
                </c:pt>
                <c:pt idx="6315">
                  <c:v>55.730247497558601</c:v>
                </c:pt>
                <c:pt idx="6316">
                  <c:v>55.7831420898438</c:v>
                </c:pt>
                <c:pt idx="6317">
                  <c:v>55.816024780273402</c:v>
                </c:pt>
                <c:pt idx="6318">
                  <c:v>55.835880279541001</c:v>
                </c:pt>
                <c:pt idx="6319">
                  <c:v>55.8512992858887</c:v>
                </c:pt>
                <c:pt idx="6320">
                  <c:v>55.892295837402301</c:v>
                </c:pt>
                <c:pt idx="6321">
                  <c:v>55.9543647766113</c:v>
                </c:pt>
                <c:pt idx="6322">
                  <c:v>56.085041046142599</c:v>
                </c:pt>
                <c:pt idx="6323">
                  <c:v>56.299812316894503</c:v>
                </c:pt>
                <c:pt idx="6324">
                  <c:v>56.438568115234403</c:v>
                </c:pt>
                <c:pt idx="6325">
                  <c:v>56.566665649414098</c:v>
                </c:pt>
                <c:pt idx="6326">
                  <c:v>56.987876892089801</c:v>
                </c:pt>
                <c:pt idx="6327">
                  <c:v>57.128116607666001</c:v>
                </c:pt>
                <c:pt idx="6328">
                  <c:v>57.253692626953097</c:v>
                </c:pt>
                <c:pt idx="6329">
                  <c:v>57.364871978759801</c:v>
                </c:pt>
                <c:pt idx="6330">
                  <c:v>57.429439544677699</c:v>
                </c:pt>
                <c:pt idx="6331">
                  <c:v>57.464157104492202</c:v>
                </c:pt>
                <c:pt idx="6332">
                  <c:v>57.499202728271499</c:v>
                </c:pt>
                <c:pt idx="6333">
                  <c:v>57.645095825195298</c:v>
                </c:pt>
                <c:pt idx="6334">
                  <c:v>57.838832855224602</c:v>
                </c:pt>
                <c:pt idx="6335">
                  <c:v>57.959705352783203</c:v>
                </c:pt>
                <c:pt idx="6336">
                  <c:v>58.082977294921903</c:v>
                </c:pt>
                <c:pt idx="6337">
                  <c:v>58.212848663330099</c:v>
                </c:pt>
                <c:pt idx="6338">
                  <c:v>58.283237457275398</c:v>
                </c:pt>
                <c:pt idx="6339">
                  <c:v>58.3448677062988</c:v>
                </c:pt>
                <c:pt idx="6340">
                  <c:v>58.374065399169901</c:v>
                </c:pt>
                <c:pt idx="6341">
                  <c:v>58.404876708984403</c:v>
                </c:pt>
                <c:pt idx="6342">
                  <c:v>58.5054740905762</c:v>
                </c:pt>
                <c:pt idx="6343">
                  <c:v>58.588241577148402</c:v>
                </c:pt>
                <c:pt idx="6344">
                  <c:v>58.723037719726598</c:v>
                </c:pt>
                <c:pt idx="6345">
                  <c:v>58.7763061523438</c:v>
                </c:pt>
                <c:pt idx="6346">
                  <c:v>58.815296173095703</c:v>
                </c:pt>
                <c:pt idx="6347">
                  <c:v>58.8603324890137</c:v>
                </c:pt>
                <c:pt idx="6348">
                  <c:v>58.899497985839801</c:v>
                </c:pt>
                <c:pt idx="6349">
                  <c:v>58.932518005371101</c:v>
                </c:pt>
                <c:pt idx="6350">
                  <c:v>59.048458099365199</c:v>
                </c:pt>
                <c:pt idx="6351">
                  <c:v>59.080928802490199</c:v>
                </c:pt>
                <c:pt idx="6352">
                  <c:v>59.075115203857401</c:v>
                </c:pt>
                <c:pt idx="6353">
                  <c:v>59.120845794677699</c:v>
                </c:pt>
                <c:pt idx="6354">
                  <c:v>59.204174041748097</c:v>
                </c:pt>
                <c:pt idx="6355">
                  <c:v>59.290416717529297</c:v>
                </c:pt>
                <c:pt idx="6356">
                  <c:v>59.242733001708999</c:v>
                </c:pt>
                <c:pt idx="6357">
                  <c:v>59.3385200500488</c:v>
                </c:pt>
                <c:pt idx="6358">
                  <c:v>59.439674377441399</c:v>
                </c:pt>
                <c:pt idx="6359">
                  <c:v>59.525184631347699</c:v>
                </c:pt>
                <c:pt idx="6360">
                  <c:v>59.683624267578097</c:v>
                </c:pt>
                <c:pt idx="6361">
                  <c:v>59.730167388916001</c:v>
                </c:pt>
                <c:pt idx="6362">
                  <c:v>59.828662872314503</c:v>
                </c:pt>
                <c:pt idx="6363">
                  <c:v>59.902130126953097</c:v>
                </c:pt>
                <c:pt idx="6364">
                  <c:v>59.896766662597699</c:v>
                </c:pt>
                <c:pt idx="6365">
                  <c:v>60.105697631835902</c:v>
                </c:pt>
                <c:pt idx="6366">
                  <c:v>60.177745819091797</c:v>
                </c:pt>
                <c:pt idx="6367">
                  <c:v>60.236827850341797</c:v>
                </c:pt>
                <c:pt idx="6368">
                  <c:v>60.282184600830099</c:v>
                </c:pt>
                <c:pt idx="6369">
                  <c:v>60.374195098877003</c:v>
                </c:pt>
                <c:pt idx="6370">
                  <c:v>60.513553619384801</c:v>
                </c:pt>
                <c:pt idx="6371">
                  <c:v>60.619960784912102</c:v>
                </c:pt>
                <c:pt idx="6372">
                  <c:v>60.8977661132813</c:v>
                </c:pt>
                <c:pt idx="6373">
                  <c:v>61.101032257080099</c:v>
                </c:pt>
                <c:pt idx="6374">
                  <c:v>61.312160491943402</c:v>
                </c:pt>
                <c:pt idx="6375">
                  <c:v>61.430385589599602</c:v>
                </c:pt>
                <c:pt idx="6376">
                  <c:v>61.638381958007798</c:v>
                </c:pt>
                <c:pt idx="6377">
                  <c:v>61.862129211425803</c:v>
                </c:pt>
                <c:pt idx="6378">
                  <c:v>62.072208404541001</c:v>
                </c:pt>
                <c:pt idx="6379">
                  <c:v>62.223079681396499</c:v>
                </c:pt>
                <c:pt idx="6380">
                  <c:v>62.336174011230497</c:v>
                </c:pt>
                <c:pt idx="6381">
                  <c:v>62.506870269775398</c:v>
                </c:pt>
                <c:pt idx="6382">
                  <c:v>62.628791809082003</c:v>
                </c:pt>
                <c:pt idx="6383">
                  <c:v>62.721744537353501</c:v>
                </c:pt>
                <c:pt idx="6384">
                  <c:v>62.867603302002003</c:v>
                </c:pt>
                <c:pt idx="6385">
                  <c:v>63.061100006103501</c:v>
                </c:pt>
                <c:pt idx="6386">
                  <c:v>63.412792205810597</c:v>
                </c:pt>
                <c:pt idx="6387">
                  <c:v>63.703159332275398</c:v>
                </c:pt>
                <c:pt idx="6388">
                  <c:v>63.858928680419901</c:v>
                </c:pt>
                <c:pt idx="6389">
                  <c:v>64.005393981933594</c:v>
                </c:pt>
                <c:pt idx="6390">
                  <c:v>64.169914245605497</c:v>
                </c:pt>
                <c:pt idx="6391">
                  <c:v>64.359809875488295</c:v>
                </c:pt>
                <c:pt idx="6392">
                  <c:v>64.536598205566406</c:v>
                </c:pt>
                <c:pt idx="6393">
                  <c:v>64.681556701660199</c:v>
                </c:pt>
                <c:pt idx="6394">
                  <c:v>64.790756225585895</c:v>
                </c:pt>
                <c:pt idx="6395">
                  <c:v>64.931083679199205</c:v>
                </c:pt>
                <c:pt idx="6396">
                  <c:v>65.070648193359403</c:v>
                </c:pt>
                <c:pt idx="6397">
                  <c:v>65.254356384277301</c:v>
                </c:pt>
                <c:pt idx="6398">
                  <c:v>65.405349731445298</c:v>
                </c:pt>
                <c:pt idx="6399">
                  <c:v>65.490669250488295</c:v>
                </c:pt>
                <c:pt idx="6400">
                  <c:v>65.534637451171903</c:v>
                </c:pt>
                <c:pt idx="6401">
                  <c:v>65.560523986816406</c:v>
                </c:pt>
                <c:pt idx="6402">
                  <c:v>65.573806762695298</c:v>
                </c:pt>
                <c:pt idx="6403">
                  <c:v>65.580642700195298</c:v>
                </c:pt>
                <c:pt idx="6404">
                  <c:v>65.584144592285199</c:v>
                </c:pt>
                <c:pt idx="6405">
                  <c:v>65.585945129394503</c:v>
                </c:pt>
                <c:pt idx="6406">
                  <c:v>65.586868286132798</c:v>
                </c:pt>
                <c:pt idx="6407">
                  <c:v>65.587341308593807</c:v>
                </c:pt>
                <c:pt idx="6408">
                  <c:v>65.587585449218807</c:v>
                </c:pt>
                <c:pt idx="6409">
                  <c:v>65.587707519531307</c:v>
                </c:pt>
                <c:pt idx="6410">
                  <c:v>65.688926696777301</c:v>
                </c:pt>
                <c:pt idx="6411">
                  <c:v>65.828544616699205</c:v>
                </c:pt>
                <c:pt idx="6412">
                  <c:v>66.117240905761705</c:v>
                </c:pt>
                <c:pt idx="6413">
                  <c:v>66.539794921875</c:v>
                </c:pt>
                <c:pt idx="6414">
                  <c:v>66.810348510742202</c:v>
                </c:pt>
                <c:pt idx="6415">
                  <c:v>66.955596923828097</c:v>
                </c:pt>
                <c:pt idx="6416">
                  <c:v>67.079650878906307</c:v>
                </c:pt>
                <c:pt idx="6417">
                  <c:v>67.134498596191406</c:v>
                </c:pt>
                <c:pt idx="6418">
                  <c:v>67.221412658691406</c:v>
                </c:pt>
                <c:pt idx="6419">
                  <c:v>67.271560668945298</c:v>
                </c:pt>
                <c:pt idx="6420">
                  <c:v>67.268074035644503</c:v>
                </c:pt>
                <c:pt idx="6421">
                  <c:v>67.271820068359403</c:v>
                </c:pt>
                <c:pt idx="6422">
                  <c:v>67.2821044921875</c:v>
                </c:pt>
                <c:pt idx="6423">
                  <c:v>67.504203796386705</c:v>
                </c:pt>
                <c:pt idx="6424">
                  <c:v>67.759880065917997</c:v>
                </c:pt>
                <c:pt idx="6425">
                  <c:v>67.852020263671903</c:v>
                </c:pt>
                <c:pt idx="6426">
                  <c:v>67.952629089355497</c:v>
                </c:pt>
                <c:pt idx="6427">
                  <c:v>68.013320922851605</c:v>
                </c:pt>
                <c:pt idx="6428">
                  <c:v>68.090606689453097</c:v>
                </c:pt>
                <c:pt idx="6429">
                  <c:v>68.270118713378906</c:v>
                </c:pt>
                <c:pt idx="6430">
                  <c:v>68.483413696289105</c:v>
                </c:pt>
                <c:pt idx="6431">
                  <c:v>68.609458923339801</c:v>
                </c:pt>
                <c:pt idx="6432">
                  <c:v>68.768142700195298</c:v>
                </c:pt>
                <c:pt idx="6433">
                  <c:v>68.864768981933594</c:v>
                </c:pt>
                <c:pt idx="6434">
                  <c:v>68.928199768066406</c:v>
                </c:pt>
                <c:pt idx="6435">
                  <c:v>68.992111206054702</c:v>
                </c:pt>
                <c:pt idx="6436">
                  <c:v>69.033355712890597</c:v>
                </c:pt>
                <c:pt idx="6437">
                  <c:v>69.052444458007798</c:v>
                </c:pt>
                <c:pt idx="6438">
                  <c:v>69.338752746582003</c:v>
                </c:pt>
                <c:pt idx="6439">
                  <c:v>69.548118591308594</c:v>
                </c:pt>
                <c:pt idx="6440">
                  <c:v>69.628036499023395</c:v>
                </c:pt>
                <c:pt idx="6441">
                  <c:v>69.890937805175795</c:v>
                </c:pt>
                <c:pt idx="6442">
                  <c:v>70.181236267089801</c:v>
                </c:pt>
                <c:pt idx="6443">
                  <c:v>70.338516235351605</c:v>
                </c:pt>
                <c:pt idx="6444">
                  <c:v>70.451118469238295</c:v>
                </c:pt>
                <c:pt idx="6445">
                  <c:v>70.609619140625</c:v>
                </c:pt>
                <c:pt idx="6446">
                  <c:v>70.795379638671903</c:v>
                </c:pt>
                <c:pt idx="6447">
                  <c:v>70.952476501464801</c:v>
                </c:pt>
                <c:pt idx="6448">
                  <c:v>71.159393310546903</c:v>
                </c:pt>
                <c:pt idx="6449">
                  <c:v>71.331268310546903</c:v>
                </c:pt>
                <c:pt idx="6450">
                  <c:v>71.411178588867202</c:v>
                </c:pt>
                <c:pt idx="6451">
                  <c:v>71.577171325683594</c:v>
                </c:pt>
                <c:pt idx="6452">
                  <c:v>71.692359924316406</c:v>
                </c:pt>
                <c:pt idx="6453">
                  <c:v>71.790199279785199</c:v>
                </c:pt>
                <c:pt idx="6454">
                  <c:v>71.900245666503906</c:v>
                </c:pt>
                <c:pt idx="6455">
                  <c:v>72.007987976074205</c:v>
                </c:pt>
                <c:pt idx="6456">
                  <c:v>72.063331604003906</c:v>
                </c:pt>
                <c:pt idx="6457">
                  <c:v>72.091751098632798</c:v>
                </c:pt>
                <c:pt idx="6458">
                  <c:v>72.106330871582003</c:v>
                </c:pt>
                <c:pt idx="6459">
                  <c:v>72.113830566406307</c:v>
                </c:pt>
                <c:pt idx="6460">
                  <c:v>72.11767578125</c:v>
                </c:pt>
                <c:pt idx="6461">
                  <c:v>72.119644165039105</c:v>
                </c:pt>
                <c:pt idx="6462">
                  <c:v>72.120658874511705</c:v>
                </c:pt>
                <c:pt idx="6463">
                  <c:v>72.121177673339801</c:v>
                </c:pt>
                <c:pt idx="6464">
                  <c:v>72.371299743652301</c:v>
                </c:pt>
                <c:pt idx="6465">
                  <c:v>72.8988037109375</c:v>
                </c:pt>
                <c:pt idx="6466">
                  <c:v>73.545036315917997</c:v>
                </c:pt>
                <c:pt idx="6467">
                  <c:v>73.834564208984403</c:v>
                </c:pt>
                <c:pt idx="6468">
                  <c:v>74.195549011230497</c:v>
                </c:pt>
                <c:pt idx="6469">
                  <c:v>74.663505554199205</c:v>
                </c:pt>
                <c:pt idx="6470">
                  <c:v>74.903907775878906</c:v>
                </c:pt>
                <c:pt idx="6471">
                  <c:v>75.16455078125</c:v>
                </c:pt>
                <c:pt idx="6472">
                  <c:v>75.303268432617202</c:v>
                </c:pt>
                <c:pt idx="6473">
                  <c:v>75.384567260742202</c:v>
                </c:pt>
                <c:pt idx="6474">
                  <c:v>75.430122375488295</c:v>
                </c:pt>
                <c:pt idx="6475">
                  <c:v>75.544677734375</c:v>
                </c:pt>
                <c:pt idx="6476">
                  <c:v>75.663314819335895</c:v>
                </c:pt>
                <c:pt idx="6477">
                  <c:v>75.735984802246094</c:v>
                </c:pt>
                <c:pt idx="6478">
                  <c:v>75.850830078125</c:v>
                </c:pt>
                <c:pt idx="6479">
                  <c:v>76.026184082031307</c:v>
                </c:pt>
                <c:pt idx="6480">
                  <c:v>76.164825439453097</c:v>
                </c:pt>
                <c:pt idx="6481">
                  <c:v>76.22265625</c:v>
                </c:pt>
                <c:pt idx="6482">
                  <c:v>76.535446166992202</c:v>
                </c:pt>
                <c:pt idx="6483">
                  <c:v>76.7259521484375</c:v>
                </c:pt>
                <c:pt idx="6484">
                  <c:v>76.823623657226605</c:v>
                </c:pt>
                <c:pt idx="6485">
                  <c:v>76.946990966796903</c:v>
                </c:pt>
                <c:pt idx="6486">
                  <c:v>77.073448181152301</c:v>
                </c:pt>
                <c:pt idx="6487">
                  <c:v>77.075668334960895</c:v>
                </c:pt>
                <c:pt idx="6488">
                  <c:v>77.183555603027301</c:v>
                </c:pt>
                <c:pt idx="6489">
                  <c:v>77.300407409667997</c:v>
                </c:pt>
                <c:pt idx="6490">
                  <c:v>77.360382080078097</c:v>
                </c:pt>
                <c:pt idx="6491">
                  <c:v>77.464889526367202</c:v>
                </c:pt>
                <c:pt idx="6492">
                  <c:v>77.870880126953097</c:v>
                </c:pt>
                <c:pt idx="6493">
                  <c:v>77.972877502441406</c:v>
                </c:pt>
                <c:pt idx="6494">
                  <c:v>78.330032348632798</c:v>
                </c:pt>
                <c:pt idx="6495">
                  <c:v>78.513244628906307</c:v>
                </c:pt>
                <c:pt idx="6496">
                  <c:v>78.584259033203097</c:v>
                </c:pt>
                <c:pt idx="6497">
                  <c:v>78.640327453613295</c:v>
                </c:pt>
                <c:pt idx="6498">
                  <c:v>78.629737854003906</c:v>
                </c:pt>
                <c:pt idx="6499">
                  <c:v>78.667175292968807</c:v>
                </c:pt>
                <c:pt idx="6500">
                  <c:v>78.662490844726605</c:v>
                </c:pt>
                <c:pt idx="6501">
                  <c:v>78.680374145507798</c:v>
                </c:pt>
                <c:pt idx="6502">
                  <c:v>78.693168640136705</c:v>
                </c:pt>
                <c:pt idx="6503">
                  <c:v>78.699737548828097</c:v>
                </c:pt>
                <c:pt idx="6504">
                  <c:v>78.703109741210895</c:v>
                </c:pt>
                <c:pt idx="6505">
                  <c:v>78.704841613769503</c:v>
                </c:pt>
                <c:pt idx="6506">
                  <c:v>78.705726623535199</c:v>
                </c:pt>
                <c:pt idx="6507">
                  <c:v>78.706184387207003</c:v>
                </c:pt>
                <c:pt idx="6508">
                  <c:v>78.7064208984375</c:v>
                </c:pt>
                <c:pt idx="6509">
                  <c:v>78.706535339355497</c:v>
                </c:pt>
                <c:pt idx="6510">
                  <c:v>78.706596374511705</c:v>
                </c:pt>
                <c:pt idx="6511">
                  <c:v>78.706634521484403</c:v>
                </c:pt>
                <c:pt idx="6512">
                  <c:v>78.706649780273395</c:v>
                </c:pt>
                <c:pt idx="6513">
                  <c:v>78.706657409667997</c:v>
                </c:pt>
                <c:pt idx="6514">
                  <c:v>78.706657409667997</c:v>
                </c:pt>
                <c:pt idx="6515">
                  <c:v>78.7066650390625</c:v>
                </c:pt>
                <c:pt idx="6516">
                  <c:v>78.7066650390625</c:v>
                </c:pt>
                <c:pt idx="6517">
                  <c:v>78.7066650390625</c:v>
                </c:pt>
                <c:pt idx="6518">
                  <c:v>78.7066650390625</c:v>
                </c:pt>
                <c:pt idx="6519">
                  <c:v>78.7066650390625</c:v>
                </c:pt>
                <c:pt idx="6520">
                  <c:v>78.7066650390625</c:v>
                </c:pt>
                <c:pt idx="6521">
                  <c:v>78.708198547363295</c:v>
                </c:pt>
                <c:pt idx="6522">
                  <c:v>78.710700988769503</c:v>
                </c:pt>
                <c:pt idx="6523">
                  <c:v>78.712966918945298</c:v>
                </c:pt>
                <c:pt idx="6524">
                  <c:v>78.7344970703125</c:v>
                </c:pt>
                <c:pt idx="6525">
                  <c:v>78.754432678222699</c:v>
                </c:pt>
                <c:pt idx="6526">
                  <c:v>78.789573669433594</c:v>
                </c:pt>
                <c:pt idx="6527">
                  <c:v>78.8194580078125</c:v>
                </c:pt>
                <c:pt idx="6528">
                  <c:v>78.851997375488295</c:v>
                </c:pt>
                <c:pt idx="6529">
                  <c:v>78.886390686035199</c:v>
                </c:pt>
                <c:pt idx="6530">
                  <c:v>78.928817749023395</c:v>
                </c:pt>
                <c:pt idx="6531">
                  <c:v>78.942283630371094</c:v>
                </c:pt>
                <c:pt idx="6532">
                  <c:v>78.988655090332003</c:v>
                </c:pt>
                <c:pt idx="6533">
                  <c:v>79.001380920410199</c:v>
                </c:pt>
                <c:pt idx="6534">
                  <c:v>78.982666015625</c:v>
                </c:pt>
                <c:pt idx="6535">
                  <c:v>79.017860412597699</c:v>
                </c:pt>
                <c:pt idx="6536">
                  <c:v>79.077835083007798</c:v>
                </c:pt>
                <c:pt idx="6537">
                  <c:v>79.109588623046903</c:v>
                </c:pt>
                <c:pt idx="6538">
                  <c:v>79.156158447265597</c:v>
                </c:pt>
                <c:pt idx="6539">
                  <c:v>79.142684936523395</c:v>
                </c:pt>
                <c:pt idx="6540">
                  <c:v>79.127746582031307</c:v>
                </c:pt>
                <c:pt idx="6541">
                  <c:v>79.120780944824205</c:v>
                </c:pt>
                <c:pt idx="6542">
                  <c:v>79.116279602050795</c:v>
                </c:pt>
                <c:pt idx="6543">
                  <c:v>79.144622802734403</c:v>
                </c:pt>
                <c:pt idx="6544">
                  <c:v>79.240081787109403</c:v>
                </c:pt>
                <c:pt idx="6545">
                  <c:v>79.270133972167997</c:v>
                </c:pt>
                <c:pt idx="6546">
                  <c:v>79.307846069335895</c:v>
                </c:pt>
                <c:pt idx="6547">
                  <c:v>79.318351745605497</c:v>
                </c:pt>
                <c:pt idx="6548">
                  <c:v>79.339828491210895</c:v>
                </c:pt>
                <c:pt idx="6549">
                  <c:v>79.364532470703097</c:v>
                </c:pt>
                <c:pt idx="6550">
                  <c:v>79.394493103027301</c:v>
                </c:pt>
                <c:pt idx="6551">
                  <c:v>79.425956726074205</c:v>
                </c:pt>
                <c:pt idx="6552">
                  <c:v>79.441467285156307</c:v>
                </c:pt>
                <c:pt idx="6553">
                  <c:v>79.441474914550795</c:v>
                </c:pt>
                <c:pt idx="6554">
                  <c:v>79.451614379882798</c:v>
                </c:pt>
                <c:pt idx="6555">
                  <c:v>79.459930419921903</c:v>
                </c:pt>
                <c:pt idx="6556">
                  <c:v>79.452720642089801</c:v>
                </c:pt>
                <c:pt idx="6557">
                  <c:v>79.453392028808594</c:v>
                </c:pt>
                <c:pt idx="6558">
                  <c:v>79.457412719726605</c:v>
                </c:pt>
                <c:pt idx="6559">
                  <c:v>79.457496643066406</c:v>
                </c:pt>
                <c:pt idx="6560">
                  <c:v>79.441345214843807</c:v>
                </c:pt>
                <c:pt idx="6561">
                  <c:v>79.452384948730497</c:v>
                </c:pt>
                <c:pt idx="6562">
                  <c:v>79.457939147949205</c:v>
                </c:pt>
                <c:pt idx="6563">
                  <c:v>79.460716247558594</c:v>
                </c:pt>
                <c:pt idx="6564">
                  <c:v>79.448051452636705</c:v>
                </c:pt>
                <c:pt idx="6565">
                  <c:v>79.436256408691406</c:v>
                </c:pt>
                <c:pt idx="6566">
                  <c:v>79.447814941406307</c:v>
                </c:pt>
                <c:pt idx="6567">
                  <c:v>79.455886840820298</c:v>
                </c:pt>
                <c:pt idx="6568">
                  <c:v>79.459724426269503</c:v>
                </c:pt>
                <c:pt idx="6569">
                  <c:v>79.445335388183594</c:v>
                </c:pt>
                <c:pt idx="6570">
                  <c:v>79.456161499023395</c:v>
                </c:pt>
                <c:pt idx="6571">
                  <c:v>79.459938049316406</c:v>
                </c:pt>
                <c:pt idx="6572">
                  <c:v>79.4437255859375</c:v>
                </c:pt>
                <c:pt idx="6573">
                  <c:v>79.448959350585895</c:v>
                </c:pt>
                <c:pt idx="6574">
                  <c:v>79.458084106445298</c:v>
                </c:pt>
                <c:pt idx="6575">
                  <c:v>79.452392578125</c:v>
                </c:pt>
                <c:pt idx="6576">
                  <c:v>79.442581176757798</c:v>
                </c:pt>
                <c:pt idx="6577">
                  <c:v>79.413009643554702</c:v>
                </c:pt>
                <c:pt idx="6578">
                  <c:v>79.422309875488295</c:v>
                </c:pt>
                <c:pt idx="6579">
                  <c:v>79.437835693359403</c:v>
                </c:pt>
                <c:pt idx="6580">
                  <c:v>79.452354431152301</c:v>
                </c:pt>
                <c:pt idx="6581">
                  <c:v>79.452751159667997</c:v>
                </c:pt>
                <c:pt idx="6582">
                  <c:v>79.452194213867202</c:v>
                </c:pt>
                <c:pt idx="6583">
                  <c:v>79.456138610839801</c:v>
                </c:pt>
                <c:pt idx="6584">
                  <c:v>79.440277099609403</c:v>
                </c:pt>
                <c:pt idx="6585">
                  <c:v>79.451004028320298</c:v>
                </c:pt>
                <c:pt idx="6586">
                  <c:v>79.461143493652301</c:v>
                </c:pt>
                <c:pt idx="6587">
                  <c:v>79.464218139648395</c:v>
                </c:pt>
                <c:pt idx="6588">
                  <c:v>79.458312988281307</c:v>
                </c:pt>
                <c:pt idx="6589">
                  <c:v>79.454605102539105</c:v>
                </c:pt>
                <c:pt idx="6590">
                  <c:v>79.466850280761705</c:v>
                </c:pt>
                <c:pt idx="6591">
                  <c:v>79.461296081542997</c:v>
                </c:pt>
                <c:pt idx="6592">
                  <c:v>79.465232849121094</c:v>
                </c:pt>
                <c:pt idx="6593">
                  <c:v>79.477462768554702</c:v>
                </c:pt>
                <c:pt idx="6594">
                  <c:v>79.516883850097699</c:v>
                </c:pt>
                <c:pt idx="6595">
                  <c:v>79.501380920410199</c:v>
                </c:pt>
                <c:pt idx="6596">
                  <c:v>79.487258911132798</c:v>
                </c:pt>
                <c:pt idx="6597">
                  <c:v>79.479209899902301</c:v>
                </c:pt>
                <c:pt idx="6598">
                  <c:v>79.482933044433594</c:v>
                </c:pt>
                <c:pt idx="6599">
                  <c:v>79.495758056640597</c:v>
                </c:pt>
                <c:pt idx="6600">
                  <c:v>79.501106262207003</c:v>
                </c:pt>
                <c:pt idx="6601">
                  <c:v>79.496566772460895</c:v>
                </c:pt>
                <c:pt idx="6602">
                  <c:v>79.527763366699205</c:v>
                </c:pt>
                <c:pt idx="6603">
                  <c:v>79.541542053222699</c:v>
                </c:pt>
                <c:pt idx="6604">
                  <c:v>79.533386230468807</c:v>
                </c:pt>
                <c:pt idx="6605">
                  <c:v>79.507179260253906</c:v>
                </c:pt>
                <c:pt idx="6606">
                  <c:v>79.524017333984403</c:v>
                </c:pt>
                <c:pt idx="6607">
                  <c:v>79.521720886230497</c:v>
                </c:pt>
                <c:pt idx="6608">
                  <c:v>79.512306213378906</c:v>
                </c:pt>
                <c:pt idx="6609">
                  <c:v>79.508796691894503</c:v>
                </c:pt>
                <c:pt idx="6610">
                  <c:v>79.574821472167997</c:v>
                </c:pt>
                <c:pt idx="6611">
                  <c:v>79.570526123046903</c:v>
                </c:pt>
                <c:pt idx="6612">
                  <c:v>79.568435668945298</c:v>
                </c:pt>
                <c:pt idx="6613">
                  <c:v>79.601287841796903</c:v>
                </c:pt>
                <c:pt idx="6614">
                  <c:v>79.550956726074205</c:v>
                </c:pt>
                <c:pt idx="6615">
                  <c:v>79.512725830078097</c:v>
                </c:pt>
                <c:pt idx="6616">
                  <c:v>79.501045227050795</c:v>
                </c:pt>
                <c:pt idx="6617">
                  <c:v>79.505020141601605</c:v>
                </c:pt>
                <c:pt idx="6618">
                  <c:v>79.547767639160199</c:v>
                </c:pt>
                <c:pt idx="6619">
                  <c:v>79.752288818359403</c:v>
                </c:pt>
                <c:pt idx="6620">
                  <c:v>79.667526245117202</c:v>
                </c:pt>
                <c:pt idx="6621">
                  <c:v>79.588951110839801</c:v>
                </c:pt>
                <c:pt idx="6622">
                  <c:v>79.532096862792997</c:v>
                </c:pt>
                <c:pt idx="6623">
                  <c:v>79.551261901855497</c:v>
                </c:pt>
                <c:pt idx="6624">
                  <c:v>79.580505371093807</c:v>
                </c:pt>
                <c:pt idx="6625">
                  <c:v>79.583297729492202</c:v>
                </c:pt>
                <c:pt idx="6626">
                  <c:v>79.769767761230497</c:v>
                </c:pt>
                <c:pt idx="6627">
                  <c:v>79.789520263671903</c:v>
                </c:pt>
                <c:pt idx="6628">
                  <c:v>79.762100219726605</c:v>
                </c:pt>
                <c:pt idx="6629">
                  <c:v>79.755287170410199</c:v>
                </c:pt>
                <c:pt idx="6630">
                  <c:v>79.904563903808594</c:v>
                </c:pt>
                <c:pt idx="6631">
                  <c:v>79.964988708496094</c:v>
                </c:pt>
                <c:pt idx="6632">
                  <c:v>80.035835266113295</c:v>
                </c:pt>
                <c:pt idx="6633">
                  <c:v>80.053092956542997</c:v>
                </c:pt>
                <c:pt idx="6634">
                  <c:v>80.010787963867202</c:v>
                </c:pt>
                <c:pt idx="6635">
                  <c:v>80.036033630371094</c:v>
                </c:pt>
                <c:pt idx="6636">
                  <c:v>80.088951110839801</c:v>
                </c:pt>
                <c:pt idx="6637">
                  <c:v>80.044517517089801</c:v>
                </c:pt>
                <c:pt idx="6638">
                  <c:v>80.003562927246094</c:v>
                </c:pt>
                <c:pt idx="6639">
                  <c:v>80.033668518066406</c:v>
                </c:pt>
                <c:pt idx="6640">
                  <c:v>80.145866394042997</c:v>
                </c:pt>
                <c:pt idx="6641">
                  <c:v>80.120323181152301</c:v>
                </c:pt>
                <c:pt idx="6642">
                  <c:v>80.126808166503906</c:v>
                </c:pt>
                <c:pt idx="6643">
                  <c:v>80.171012878417997</c:v>
                </c:pt>
                <c:pt idx="6644">
                  <c:v>80.216026306152301</c:v>
                </c:pt>
                <c:pt idx="6645">
                  <c:v>80.249351501464801</c:v>
                </c:pt>
                <c:pt idx="6646">
                  <c:v>80.264610290527301</c:v>
                </c:pt>
                <c:pt idx="6647">
                  <c:v>80.346687316894503</c:v>
                </c:pt>
                <c:pt idx="6648">
                  <c:v>80.477355957031307</c:v>
                </c:pt>
                <c:pt idx="6649">
                  <c:v>80.612892150878906</c:v>
                </c:pt>
                <c:pt idx="6650">
                  <c:v>80.609779357910199</c:v>
                </c:pt>
                <c:pt idx="6651">
                  <c:v>80.627258300781307</c:v>
                </c:pt>
                <c:pt idx="6652">
                  <c:v>80.667373657226605</c:v>
                </c:pt>
                <c:pt idx="6653">
                  <c:v>80.884346008300795</c:v>
                </c:pt>
                <c:pt idx="6654">
                  <c:v>80.972846984863295</c:v>
                </c:pt>
                <c:pt idx="6655">
                  <c:v>81.020889282226605</c:v>
                </c:pt>
                <c:pt idx="6656">
                  <c:v>81.087730407714801</c:v>
                </c:pt>
                <c:pt idx="6657">
                  <c:v>81.142402648925795</c:v>
                </c:pt>
                <c:pt idx="6658">
                  <c:v>81.170951843261705</c:v>
                </c:pt>
                <c:pt idx="6659">
                  <c:v>81.305923461914105</c:v>
                </c:pt>
                <c:pt idx="6660">
                  <c:v>81.449409484863295</c:v>
                </c:pt>
                <c:pt idx="6661">
                  <c:v>81.553596496582003</c:v>
                </c:pt>
                <c:pt idx="6662">
                  <c:v>81.712829589843807</c:v>
                </c:pt>
                <c:pt idx="6663">
                  <c:v>81.787727355957003</c:v>
                </c:pt>
                <c:pt idx="6664">
                  <c:v>81.868560791015597</c:v>
                </c:pt>
                <c:pt idx="6665">
                  <c:v>81.931755065917997</c:v>
                </c:pt>
                <c:pt idx="6666">
                  <c:v>82.033607482910199</c:v>
                </c:pt>
                <c:pt idx="6667">
                  <c:v>82.201919555664105</c:v>
                </c:pt>
                <c:pt idx="6668">
                  <c:v>82.316383361816406</c:v>
                </c:pt>
                <c:pt idx="6669">
                  <c:v>82.316551208496094</c:v>
                </c:pt>
                <c:pt idx="6670">
                  <c:v>82.400741577148395</c:v>
                </c:pt>
                <c:pt idx="6671">
                  <c:v>82.437065124511705</c:v>
                </c:pt>
                <c:pt idx="6672">
                  <c:v>82.575393676757798</c:v>
                </c:pt>
                <c:pt idx="6673">
                  <c:v>82.898025512695298</c:v>
                </c:pt>
                <c:pt idx="6674">
                  <c:v>83.149078369140597</c:v>
                </c:pt>
                <c:pt idx="6675">
                  <c:v>83.341445922851605</c:v>
                </c:pt>
                <c:pt idx="6676">
                  <c:v>83.476867675781307</c:v>
                </c:pt>
                <c:pt idx="6677">
                  <c:v>83.5660400390625</c:v>
                </c:pt>
                <c:pt idx="6678">
                  <c:v>83.614807128906307</c:v>
                </c:pt>
                <c:pt idx="6679">
                  <c:v>83.759048461914105</c:v>
                </c:pt>
                <c:pt idx="6680">
                  <c:v>84.003608703613295</c:v>
                </c:pt>
                <c:pt idx="6681">
                  <c:v>84.215736389160199</c:v>
                </c:pt>
                <c:pt idx="6682">
                  <c:v>84.289825439453097</c:v>
                </c:pt>
                <c:pt idx="6683">
                  <c:v>84.337394714355497</c:v>
                </c:pt>
                <c:pt idx="6684">
                  <c:v>84.389289855957003</c:v>
                </c:pt>
                <c:pt idx="6685">
                  <c:v>84.508186340332003</c:v>
                </c:pt>
                <c:pt idx="6686">
                  <c:v>84.660552978515597</c:v>
                </c:pt>
                <c:pt idx="6687">
                  <c:v>84.800651550292997</c:v>
                </c:pt>
                <c:pt idx="6688">
                  <c:v>84.883934020996094</c:v>
                </c:pt>
                <c:pt idx="6689">
                  <c:v>84.987014770507798</c:v>
                </c:pt>
                <c:pt idx="6690">
                  <c:v>85.087425231933594</c:v>
                </c:pt>
                <c:pt idx="6691">
                  <c:v>85.189880371093807</c:v>
                </c:pt>
                <c:pt idx="6692">
                  <c:v>85.256416320800795</c:v>
                </c:pt>
                <c:pt idx="6693">
                  <c:v>85.289245605468807</c:v>
                </c:pt>
                <c:pt idx="6694">
                  <c:v>85.370101928710895</c:v>
                </c:pt>
                <c:pt idx="6695">
                  <c:v>85.424797058105497</c:v>
                </c:pt>
                <c:pt idx="6696">
                  <c:v>85.604255676269503</c:v>
                </c:pt>
                <c:pt idx="6697">
                  <c:v>85.778266906738295</c:v>
                </c:pt>
                <c:pt idx="6698">
                  <c:v>85.886032104492202</c:v>
                </c:pt>
                <c:pt idx="6699">
                  <c:v>85.9384765625</c:v>
                </c:pt>
                <c:pt idx="6700">
                  <c:v>85.969955444335895</c:v>
                </c:pt>
                <c:pt idx="6701">
                  <c:v>86.084037780761705</c:v>
                </c:pt>
                <c:pt idx="6702">
                  <c:v>86.090919494628906</c:v>
                </c:pt>
                <c:pt idx="6703">
                  <c:v>86.149276733398395</c:v>
                </c:pt>
                <c:pt idx="6704">
                  <c:v>86.288612365722699</c:v>
                </c:pt>
                <c:pt idx="6705">
                  <c:v>86.455894470214801</c:v>
                </c:pt>
                <c:pt idx="6706">
                  <c:v>86.592231750488295</c:v>
                </c:pt>
                <c:pt idx="6707">
                  <c:v>86.730354309082003</c:v>
                </c:pt>
                <c:pt idx="6708">
                  <c:v>86.838447570800795</c:v>
                </c:pt>
                <c:pt idx="6709">
                  <c:v>86.964820861816406</c:v>
                </c:pt>
                <c:pt idx="6710">
                  <c:v>87.083061218261705</c:v>
                </c:pt>
                <c:pt idx="6711">
                  <c:v>87.259689331054702</c:v>
                </c:pt>
                <c:pt idx="6712">
                  <c:v>87.3160400390625</c:v>
                </c:pt>
                <c:pt idx="6713">
                  <c:v>87.270736694335895</c:v>
                </c:pt>
                <c:pt idx="6714">
                  <c:v>87.318290710449205</c:v>
                </c:pt>
                <c:pt idx="6715">
                  <c:v>87.3909912109375</c:v>
                </c:pt>
                <c:pt idx="6716">
                  <c:v>87.432334899902301</c:v>
                </c:pt>
                <c:pt idx="6717">
                  <c:v>87.5528564453125</c:v>
                </c:pt>
                <c:pt idx="6718">
                  <c:v>87.730560302734403</c:v>
                </c:pt>
                <c:pt idx="6719">
                  <c:v>87.867156982421903</c:v>
                </c:pt>
                <c:pt idx="6720">
                  <c:v>87.905044555664105</c:v>
                </c:pt>
                <c:pt idx="6721">
                  <c:v>87.900329589843807</c:v>
                </c:pt>
                <c:pt idx="6722">
                  <c:v>87.974800109863295</c:v>
                </c:pt>
                <c:pt idx="6723">
                  <c:v>88.191398620605497</c:v>
                </c:pt>
                <c:pt idx="6724">
                  <c:v>88.310356140136705</c:v>
                </c:pt>
                <c:pt idx="6725">
                  <c:v>88.425445556640597</c:v>
                </c:pt>
                <c:pt idx="6726">
                  <c:v>88.564491271972699</c:v>
                </c:pt>
                <c:pt idx="6727">
                  <c:v>88.619499206542997</c:v>
                </c:pt>
                <c:pt idx="6728">
                  <c:v>88.651947021484403</c:v>
                </c:pt>
                <c:pt idx="6729">
                  <c:v>88.819068908691406</c:v>
                </c:pt>
                <c:pt idx="6730">
                  <c:v>88.906555175781307</c:v>
                </c:pt>
                <c:pt idx="6731">
                  <c:v>88.911819458007798</c:v>
                </c:pt>
                <c:pt idx="6732">
                  <c:v>88.921394348144503</c:v>
                </c:pt>
                <c:pt idx="6733">
                  <c:v>88.988975524902301</c:v>
                </c:pt>
                <c:pt idx="6734">
                  <c:v>89.1253662109375</c:v>
                </c:pt>
                <c:pt idx="6735">
                  <c:v>89.273857116699205</c:v>
                </c:pt>
                <c:pt idx="6736">
                  <c:v>89.400108337402301</c:v>
                </c:pt>
                <c:pt idx="6737">
                  <c:v>89.437187194824205</c:v>
                </c:pt>
                <c:pt idx="6738">
                  <c:v>89.599273681640597</c:v>
                </c:pt>
                <c:pt idx="6739">
                  <c:v>89.659492492675795</c:v>
                </c:pt>
                <c:pt idx="6740">
                  <c:v>89.698081970214801</c:v>
                </c:pt>
                <c:pt idx="6741">
                  <c:v>89.643600463867202</c:v>
                </c:pt>
                <c:pt idx="6742">
                  <c:v>89.699752807617202</c:v>
                </c:pt>
                <c:pt idx="6743">
                  <c:v>89.867050170898395</c:v>
                </c:pt>
                <c:pt idx="6744">
                  <c:v>89.945510864257798</c:v>
                </c:pt>
                <c:pt idx="6745">
                  <c:v>90.040588378906307</c:v>
                </c:pt>
                <c:pt idx="6746">
                  <c:v>90.066223144531307</c:v>
                </c:pt>
                <c:pt idx="6747">
                  <c:v>90.089118957519503</c:v>
                </c:pt>
                <c:pt idx="6748">
                  <c:v>90.187431335449205</c:v>
                </c:pt>
                <c:pt idx="6749">
                  <c:v>90.189338684082003</c:v>
                </c:pt>
                <c:pt idx="6750">
                  <c:v>90.259460449218807</c:v>
                </c:pt>
                <c:pt idx="6751">
                  <c:v>90.425987243652301</c:v>
                </c:pt>
                <c:pt idx="6752">
                  <c:v>90.563545227050795</c:v>
                </c:pt>
                <c:pt idx="6753">
                  <c:v>90.631210327148395</c:v>
                </c:pt>
                <c:pt idx="6754">
                  <c:v>90.695503234863295</c:v>
                </c:pt>
                <c:pt idx="6755">
                  <c:v>90.790695190429702</c:v>
                </c:pt>
                <c:pt idx="6756">
                  <c:v>90.904090881347699</c:v>
                </c:pt>
                <c:pt idx="6757">
                  <c:v>90.918518066406307</c:v>
                </c:pt>
                <c:pt idx="6758">
                  <c:v>90.946769714355497</c:v>
                </c:pt>
                <c:pt idx="6759">
                  <c:v>91.031608581542997</c:v>
                </c:pt>
                <c:pt idx="6760">
                  <c:v>91.066207885742202</c:v>
                </c:pt>
                <c:pt idx="6761">
                  <c:v>91.147666931152301</c:v>
                </c:pt>
                <c:pt idx="6762">
                  <c:v>91.257568359375</c:v>
                </c:pt>
                <c:pt idx="6763">
                  <c:v>91.356758117675795</c:v>
                </c:pt>
                <c:pt idx="6764">
                  <c:v>91.383224487304702</c:v>
                </c:pt>
                <c:pt idx="6765">
                  <c:v>91.359832763671903</c:v>
                </c:pt>
                <c:pt idx="6766">
                  <c:v>91.485778808593807</c:v>
                </c:pt>
                <c:pt idx="6767">
                  <c:v>91.574714660644503</c:v>
                </c:pt>
                <c:pt idx="6768">
                  <c:v>91.653480529785199</c:v>
                </c:pt>
                <c:pt idx="6769">
                  <c:v>91.675987243652301</c:v>
                </c:pt>
                <c:pt idx="6770">
                  <c:v>91.742897033691406</c:v>
                </c:pt>
                <c:pt idx="6771">
                  <c:v>91.798011779785199</c:v>
                </c:pt>
                <c:pt idx="6772">
                  <c:v>91.833885192871094</c:v>
                </c:pt>
                <c:pt idx="6773">
                  <c:v>91.896324157714801</c:v>
                </c:pt>
                <c:pt idx="6774">
                  <c:v>91.907196044921903</c:v>
                </c:pt>
                <c:pt idx="6775">
                  <c:v>91.913612365722699</c:v>
                </c:pt>
                <c:pt idx="6776">
                  <c:v>92.031036376953097</c:v>
                </c:pt>
                <c:pt idx="6777">
                  <c:v>92.084938049316406</c:v>
                </c:pt>
                <c:pt idx="6778">
                  <c:v>92.232879638671903</c:v>
                </c:pt>
                <c:pt idx="6779">
                  <c:v>92.311836242675795</c:v>
                </c:pt>
                <c:pt idx="6780">
                  <c:v>92.339614868164105</c:v>
                </c:pt>
                <c:pt idx="6781">
                  <c:v>92.393020629882798</c:v>
                </c:pt>
                <c:pt idx="6782">
                  <c:v>92.463836669921903</c:v>
                </c:pt>
                <c:pt idx="6783">
                  <c:v>92.513900756835895</c:v>
                </c:pt>
                <c:pt idx="6784">
                  <c:v>92.657089233398395</c:v>
                </c:pt>
                <c:pt idx="6785">
                  <c:v>92.675178527832003</c:v>
                </c:pt>
                <c:pt idx="6786">
                  <c:v>92.787048339843807</c:v>
                </c:pt>
                <c:pt idx="6787">
                  <c:v>92.976570129394503</c:v>
                </c:pt>
                <c:pt idx="6788">
                  <c:v>93.095680236816406</c:v>
                </c:pt>
                <c:pt idx="6789">
                  <c:v>93.170715332031307</c:v>
                </c:pt>
                <c:pt idx="6790">
                  <c:v>93.0848388671875</c:v>
                </c:pt>
                <c:pt idx="6791">
                  <c:v>93.247932434082003</c:v>
                </c:pt>
                <c:pt idx="6792">
                  <c:v>93.349594116210895</c:v>
                </c:pt>
                <c:pt idx="6793">
                  <c:v>93.363151550292997</c:v>
                </c:pt>
                <c:pt idx="6794">
                  <c:v>93.495460510253906</c:v>
                </c:pt>
                <c:pt idx="6795">
                  <c:v>93.645637512207003</c:v>
                </c:pt>
                <c:pt idx="6796">
                  <c:v>93.693229675292997</c:v>
                </c:pt>
                <c:pt idx="6797">
                  <c:v>94.135696411132798</c:v>
                </c:pt>
                <c:pt idx="6798">
                  <c:v>94.349098205566406</c:v>
                </c:pt>
                <c:pt idx="6799">
                  <c:v>94.588928222656307</c:v>
                </c:pt>
                <c:pt idx="6800">
                  <c:v>94.758255004882798</c:v>
                </c:pt>
                <c:pt idx="6801">
                  <c:v>94.870697021484403</c:v>
                </c:pt>
                <c:pt idx="6802">
                  <c:v>94.848159790039105</c:v>
                </c:pt>
                <c:pt idx="6803">
                  <c:v>94.917060852050795</c:v>
                </c:pt>
                <c:pt idx="6804">
                  <c:v>94.971611022949205</c:v>
                </c:pt>
                <c:pt idx="6805">
                  <c:v>94.990875244140597</c:v>
                </c:pt>
                <c:pt idx="6806">
                  <c:v>95.030876159667997</c:v>
                </c:pt>
                <c:pt idx="6807">
                  <c:v>95.037147521972699</c:v>
                </c:pt>
                <c:pt idx="6808">
                  <c:v>95.04345703125</c:v>
                </c:pt>
                <c:pt idx="6809">
                  <c:v>95.166152954101605</c:v>
                </c:pt>
                <c:pt idx="6810">
                  <c:v>95.213790893554702</c:v>
                </c:pt>
                <c:pt idx="6811">
                  <c:v>95.242729187011705</c:v>
                </c:pt>
                <c:pt idx="6812">
                  <c:v>95.331466674804702</c:v>
                </c:pt>
                <c:pt idx="6813">
                  <c:v>95.406921386718807</c:v>
                </c:pt>
                <c:pt idx="6814">
                  <c:v>95.426582336425795</c:v>
                </c:pt>
                <c:pt idx="6815">
                  <c:v>95.570251464843807</c:v>
                </c:pt>
                <c:pt idx="6816">
                  <c:v>95.661514282226605</c:v>
                </c:pt>
                <c:pt idx="6817">
                  <c:v>96.010856628417997</c:v>
                </c:pt>
                <c:pt idx="6818">
                  <c:v>96.075935363769503</c:v>
                </c:pt>
                <c:pt idx="6819">
                  <c:v>96.300720214843807</c:v>
                </c:pt>
                <c:pt idx="6820">
                  <c:v>96.4681396484375</c:v>
                </c:pt>
                <c:pt idx="6821">
                  <c:v>96.569992065429702</c:v>
                </c:pt>
                <c:pt idx="6822">
                  <c:v>96.629508972167997</c:v>
                </c:pt>
                <c:pt idx="6823">
                  <c:v>96.692337036132798</c:v>
                </c:pt>
                <c:pt idx="6824">
                  <c:v>96.710403442382798</c:v>
                </c:pt>
                <c:pt idx="6825">
                  <c:v>96.840759277343807</c:v>
                </c:pt>
                <c:pt idx="6826">
                  <c:v>97.040245056152301</c:v>
                </c:pt>
                <c:pt idx="6827">
                  <c:v>97.088188171386705</c:v>
                </c:pt>
                <c:pt idx="6828">
                  <c:v>97.133338928222699</c:v>
                </c:pt>
                <c:pt idx="6829">
                  <c:v>97.268119812011705</c:v>
                </c:pt>
                <c:pt idx="6830">
                  <c:v>97.373626708984403</c:v>
                </c:pt>
                <c:pt idx="6831">
                  <c:v>97.451339721679702</c:v>
                </c:pt>
                <c:pt idx="6832">
                  <c:v>97.556678771972699</c:v>
                </c:pt>
                <c:pt idx="6833">
                  <c:v>97.694351196289105</c:v>
                </c:pt>
                <c:pt idx="6834">
                  <c:v>97.763122558593807</c:v>
                </c:pt>
                <c:pt idx="6835">
                  <c:v>97.892074584960895</c:v>
                </c:pt>
                <c:pt idx="6836">
                  <c:v>97.960273742675795</c:v>
                </c:pt>
                <c:pt idx="6837">
                  <c:v>98.051872253417997</c:v>
                </c:pt>
                <c:pt idx="6838">
                  <c:v>98.14794921875</c:v>
                </c:pt>
                <c:pt idx="6839">
                  <c:v>98.194381713867202</c:v>
                </c:pt>
                <c:pt idx="6840">
                  <c:v>98.208137512207003</c:v>
                </c:pt>
                <c:pt idx="6841">
                  <c:v>98.2320556640625</c:v>
                </c:pt>
                <c:pt idx="6842">
                  <c:v>98.244323730468807</c:v>
                </c:pt>
                <c:pt idx="6843">
                  <c:v>98.243019104003906</c:v>
                </c:pt>
                <c:pt idx="6844">
                  <c:v>98.247642517089801</c:v>
                </c:pt>
                <c:pt idx="6845">
                  <c:v>98.252334594726605</c:v>
                </c:pt>
                <c:pt idx="6846">
                  <c:v>98.254745483398395</c:v>
                </c:pt>
                <c:pt idx="6847">
                  <c:v>98.2559814453125</c:v>
                </c:pt>
                <c:pt idx="6848">
                  <c:v>98.256614685058594</c:v>
                </c:pt>
                <c:pt idx="6849">
                  <c:v>98.256942749023395</c:v>
                </c:pt>
                <c:pt idx="6850">
                  <c:v>98.257110595703097</c:v>
                </c:pt>
                <c:pt idx="6851">
                  <c:v>98.257194519042997</c:v>
                </c:pt>
                <c:pt idx="6852">
                  <c:v>98.257240295410199</c:v>
                </c:pt>
                <c:pt idx="6853">
                  <c:v>98.257263183593807</c:v>
                </c:pt>
                <c:pt idx="6854">
                  <c:v>98.271064758300795</c:v>
                </c:pt>
                <c:pt idx="6855">
                  <c:v>98.667182922363295</c:v>
                </c:pt>
                <c:pt idx="6856">
                  <c:v>98.669441223144503</c:v>
                </c:pt>
                <c:pt idx="6857">
                  <c:v>98.927391052246094</c:v>
                </c:pt>
                <c:pt idx="6858">
                  <c:v>99.016365051269503</c:v>
                </c:pt>
                <c:pt idx="6859">
                  <c:v>99.485137939453097</c:v>
                </c:pt>
                <c:pt idx="6860">
                  <c:v>99.666061401367202</c:v>
                </c:pt>
                <c:pt idx="6861">
                  <c:v>99.779029846191406</c:v>
                </c:pt>
                <c:pt idx="6862">
                  <c:v>100.04523468017599</c:v>
                </c:pt>
                <c:pt idx="6863">
                  <c:v>100.28929138183599</c:v>
                </c:pt>
                <c:pt idx="6864">
                  <c:v>100.449516296387</c:v>
                </c:pt>
                <c:pt idx="6865">
                  <c:v>100.421348571777</c:v>
                </c:pt>
                <c:pt idx="6866">
                  <c:v>100.55348205566401</c:v>
                </c:pt>
                <c:pt idx="6867">
                  <c:v>100.655433654785</c:v>
                </c:pt>
                <c:pt idx="6868">
                  <c:v>100.68365478515599</c:v>
                </c:pt>
                <c:pt idx="6869">
                  <c:v>100.74827575683599</c:v>
                </c:pt>
                <c:pt idx="6870">
                  <c:v>100.76389312744099</c:v>
                </c:pt>
                <c:pt idx="6871">
                  <c:v>100.80721282959</c:v>
                </c:pt>
                <c:pt idx="6872">
                  <c:v>100.80917358398401</c:v>
                </c:pt>
                <c:pt idx="6873">
                  <c:v>100.92707824707</c:v>
                </c:pt>
                <c:pt idx="6874">
                  <c:v>101.03167724609401</c:v>
                </c:pt>
                <c:pt idx="6875">
                  <c:v>101.05247497558599</c:v>
                </c:pt>
                <c:pt idx="6876">
                  <c:v>101.263809204102</c:v>
                </c:pt>
                <c:pt idx="6877">
                  <c:v>101.292022705078</c:v>
                </c:pt>
                <c:pt idx="6878">
                  <c:v>101.035697937012</c:v>
                </c:pt>
                <c:pt idx="6879">
                  <c:v>100.94424438476599</c:v>
                </c:pt>
                <c:pt idx="6880">
                  <c:v>100.85838317871099</c:v>
                </c:pt>
                <c:pt idx="6881">
                  <c:v>101.022506713867</c:v>
                </c:pt>
                <c:pt idx="6882">
                  <c:v>100.94645690918</c:v>
                </c:pt>
                <c:pt idx="6883">
                  <c:v>100.89128112793</c:v>
                </c:pt>
                <c:pt idx="6884">
                  <c:v>101.18594360351599</c:v>
                </c:pt>
                <c:pt idx="6885">
                  <c:v>101.254608154297</c:v>
                </c:pt>
                <c:pt idx="6886">
                  <c:v>101.18813323974599</c:v>
                </c:pt>
                <c:pt idx="6887">
                  <c:v>101.18059539794901</c:v>
                </c:pt>
                <c:pt idx="6888">
                  <c:v>101.25685119628901</c:v>
                </c:pt>
                <c:pt idx="6889">
                  <c:v>101.178665161133</c:v>
                </c:pt>
                <c:pt idx="6890">
                  <c:v>101.04434204101599</c:v>
                </c:pt>
                <c:pt idx="6891">
                  <c:v>101.133514404297</c:v>
                </c:pt>
                <c:pt idx="6892">
                  <c:v>101.214225769043</c:v>
                </c:pt>
                <c:pt idx="6893">
                  <c:v>101.30901336669901</c:v>
                </c:pt>
                <c:pt idx="6894">
                  <c:v>101.35203552246099</c:v>
                </c:pt>
                <c:pt idx="6895">
                  <c:v>101.376953125</c:v>
                </c:pt>
                <c:pt idx="6896">
                  <c:v>101.261024475098</c:v>
                </c:pt>
                <c:pt idx="6897">
                  <c:v>101.26496887207</c:v>
                </c:pt>
                <c:pt idx="6898">
                  <c:v>101.382438659668</c:v>
                </c:pt>
                <c:pt idx="6899">
                  <c:v>101.45578765869099</c:v>
                </c:pt>
                <c:pt idx="6900">
                  <c:v>101.50295257568401</c:v>
                </c:pt>
                <c:pt idx="6901">
                  <c:v>101.476516723633</c:v>
                </c:pt>
                <c:pt idx="6902">
                  <c:v>101.525428771973</c:v>
                </c:pt>
                <c:pt idx="6903">
                  <c:v>101.538627624512</c:v>
                </c:pt>
                <c:pt idx="6904">
                  <c:v>101.518928527832</c:v>
                </c:pt>
                <c:pt idx="6905">
                  <c:v>101.54132080078099</c:v>
                </c:pt>
                <c:pt idx="6906">
                  <c:v>101.557830810547</c:v>
                </c:pt>
                <c:pt idx="6907">
                  <c:v>101.56632232666</c:v>
                </c:pt>
                <c:pt idx="6908">
                  <c:v>101.570678710938</c:v>
                </c:pt>
                <c:pt idx="6909">
                  <c:v>101.572914123535</c:v>
                </c:pt>
                <c:pt idx="6910">
                  <c:v>101.57575225830099</c:v>
                </c:pt>
                <c:pt idx="6911">
                  <c:v>101.57805633544901</c:v>
                </c:pt>
                <c:pt idx="6912">
                  <c:v>101.577476501465</c:v>
                </c:pt>
                <c:pt idx="6913">
                  <c:v>101.58908843994099</c:v>
                </c:pt>
                <c:pt idx="6914">
                  <c:v>101.585891723633</c:v>
                </c:pt>
                <c:pt idx="6915">
                  <c:v>101.581954956055</c:v>
                </c:pt>
                <c:pt idx="6916">
                  <c:v>101.579971313477</c:v>
                </c:pt>
                <c:pt idx="6917">
                  <c:v>101.578071594238</c:v>
                </c:pt>
                <c:pt idx="6918">
                  <c:v>101.57798004150401</c:v>
                </c:pt>
                <c:pt idx="6919">
                  <c:v>101.57704925537099</c:v>
                </c:pt>
                <c:pt idx="6920">
                  <c:v>101.57618713378901</c:v>
                </c:pt>
                <c:pt idx="6921">
                  <c:v>101.57574462890599</c:v>
                </c:pt>
                <c:pt idx="6922">
                  <c:v>101.57551574707</c:v>
                </c:pt>
                <c:pt idx="6923">
                  <c:v>101.575401306152</c:v>
                </c:pt>
                <c:pt idx="6924">
                  <c:v>101.57534027099599</c:v>
                </c:pt>
                <c:pt idx="6925">
                  <c:v>101.575309753418</c:v>
                </c:pt>
                <c:pt idx="6926">
                  <c:v>101.57528686523401</c:v>
                </c:pt>
                <c:pt idx="6927">
                  <c:v>101.56430816650401</c:v>
                </c:pt>
                <c:pt idx="6928">
                  <c:v>101.56369781494099</c:v>
                </c:pt>
                <c:pt idx="6929">
                  <c:v>101.487823486328</c:v>
                </c:pt>
                <c:pt idx="6930">
                  <c:v>101.297927856445</c:v>
                </c:pt>
                <c:pt idx="6931">
                  <c:v>101.197563171387</c:v>
                </c:pt>
                <c:pt idx="6932">
                  <c:v>101.120903015137</c:v>
                </c:pt>
                <c:pt idx="6933">
                  <c:v>101.055526733398</c:v>
                </c:pt>
                <c:pt idx="6934">
                  <c:v>101.11163330078099</c:v>
                </c:pt>
                <c:pt idx="6935">
                  <c:v>100.978950500488</c:v>
                </c:pt>
                <c:pt idx="6936">
                  <c:v>100.87110900878901</c:v>
                </c:pt>
                <c:pt idx="6937">
                  <c:v>100.863159179688</c:v>
                </c:pt>
                <c:pt idx="6938">
                  <c:v>100.871704101563</c:v>
                </c:pt>
                <c:pt idx="6939">
                  <c:v>100.87353515625</c:v>
                </c:pt>
                <c:pt idx="6940">
                  <c:v>100.929153442383</c:v>
                </c:pt>
                <c:pt idx="6941">
                  <c:v>100.783905029297</c:v>
                </c:pt>
                <c:pt idx="6942">
                  <c:v>100.725105285645</c:v>
                </c:pt>
                <c:pt idx="6943">
                  <c:v>100.802490234375</c:v>
                </c:pt>
                <c:pt idx="6944">
                  <c:v>100.86183929443401</c:v>
                </c:pt>
                <c:pt idx="6945">
                  <c:v>100.773223876953</c:v>
                </c:pt>
                <c:pt idx="6946">
                  <c:v>100.72373199462901</c:v>
                </c:pt>
                <c:pt idx="6947">
                  <c:v>100.733261108398</c:v>
                </c:pt>
                <c:pt idx="6948">
                  <c:v>100.98235321044901</c:v>
                </c:pt>
                <c:pt idx="6949">
                  <c:v>100.999946594238</c:v>
                </c:pt>
                <c:pt idx="6950">
                  <c:v>100.905349731445</c:v>
                </c:pt>
                <c:pt idx="6951">
                  <c:v>101.19334411621099</c:v>
                </c:pt>
                <c:pt idx="6952">
                  <c:v>101.373481750488</c:v>
                </c:pt>
                <c:pt idx="6953">
                  <c:v>101.445152282715</c:v>
                </c:pt>
                <c:pt idx="6954">
                  <c:v>101.50844573974599</c:v>
                </c:pt>
                <c:pt idx="6955">
                  <c:v>101.535270690918</c:v>
                </c:pt>
                <c:pt idx="6956">
                  <c:v>101.541069030762</c:v>
                </c:pt>
                <c:pt idx="6957">
                  <c:v>101.55915069580099</c:v>
                </c:pt>
                <c:pt idx="6958">
                  <c:v>101.56854248046901</c:v>
                </c:pt>
                <c:pt idx="6959">
                  <c:v>101.587699890137</c:v>
                </c:pt>
                <c:pt idx="6960">
                  <c:v>101.58975982666</c:v>
                </c:pt>
                <c:pt idx="6961">
                  <c:v>101.607147216797</c:v>
                </c:pt>
                <c:pt idx="6962">
                  <c:v>101.613166809082</c:v>
                </c:pt>
                <c:pt idx="6963">
                  <c:v>101.66530609130901</c:v>
                </c:pt>
                <c:pt idx="6964">
                  <c:v>101.71828460693401</c:v>
                </c:pt>
                <c:pt idx="6965">
                  <c:v>101.74658203125</c:v>
                </c:pt>
                <c:pt idx="6966">
                  <c:v>101.76190185546901</c:v>
                </c:pt>
                <c:pt idx="6967">
                  <c:v>101.78456878662099</c:v>
                </c:pt>
                <c:pt idx="6968">
                  <c:v>101.810600280762</c:v>
                </c:pt>
                <c:pt idx="6969">
                  <c:v>101.80930328369099</c:v>
                </c:pt>
                <c:pt idx="6970">
                  <c:v>101.808944702148</c:v>
                </c:pt>
                <c:pt idx="6971">
                  <c:v>101.831161499023</c:v>
                </c:pt>
                <c:pt idx="6972">
                  <c:v>101.881591796875</c:v>
                </c:pt>
                <c:pt idx="6973">
                  <c:v>101.87588500976599</c:v>
                </c:pt>
                <c:pt idx="6974">
                  <c:v>101.88230895996099</c:v>
                </c:pt>
                <c:pt idx="6975">
                  <c:v>101.892570495605</c:v>
                </c:pt>
                <c:pt idx="6976">
                  <c:v>101.906280517578</c:v>
                </c:pt>
                <c:pt idx="6977">
                  <c:v>101.98014831543</c:v>
                </c:pt>
                <c:pt idx="6978">
                  <c:v>102.041946411133</c:v>
                </c:pt>
                <c:pt idx="6979">
                  <c:v>102.088005065918</c:v>
                </c:pt>
                <c:pt idx="6980">
                  <c:v>102.108352661133</c:v>
                </c:pt>
                <c:pt idx="6981">
                  <c:v>102.10629272460901</c:v>
                </c:pt>
                <c:pt idx="6982">
                  <c:v>102.06552124023401</c:v>
                </c:pt>
                <c:pt idx="6983">
                  <c:v>102.00051116943401</c:v>
                </c:pt>
                <c:pt idx="6984">
                  <c:v>101.97207641601599</c:v>
                </c:pt>
                <c:pt idx="6985">
                  <c:v>101.99416351318401</c:v>
                </c:pt>
                <c:pt idx="6986">
                  <c:v>102.015899658203</c:v>
                </c:pt>
                <c:pt idx="6987">
                  <c:v>101.985557556152</c:v>
                </c:pt>
                <c:pt idx="6988">
                  <c:v>101.992080688477</c:v>
                </c:pt>
                <c:pt idx="6989">
                  <c:v>101.988845825195</c:v>
                </c:pt>
                <c:pt idx="6990">
                  <c:v>101.973678588867</c:v>
                </c:pt>
                <c:pt idx="6991">
                  <c:v>101.994338989258</c:v>
                </c:pt>
                <c:pt idx="6992">
                  <c:v>102.029411315918</c:v>
                </c:pt>
                <c:pt idx="6993">
                  <c:v>102.02402496337901</c:v>
                </c:pt>
                <c:pt idx="6994">
                  <c:v>102.07542419433599</c:v>
                </c:pt>
                <c:pt idx="6995">
                  <c:v>102.105461120605</c:v>
                </c:pt>
                <c:pt idx="6996">
                  <c:v>102.064125061035</c:v>
                </c:pt>
                <c:pt idx="6997">
                  <c:v>102.01775360107401</c:v>
                </c:pt>
                <c:pt idx="6998">
                  <c:v>101.97434997558599</c:v>
                </c:pt>
                <c:pt idx="6999">
                  <c:v>101.953720092773</c:v>
                </c:pt>
                <c:pt idx="7000">
                  <c:v>101.93190765380901</c:v>
                </c:pt>
                <c:pt idx="7001">
                  <c:v>101.93382263183599</c:v>
                </c:pt>
                <c:pt idx="7002">
                  <c:v>101.930053710938</c:v>
                </c:pt>
                <c:pt idx="7003">
                  <c:v>101.970252990723</c:v>
                </c:pt>
                <c:pt idx="7004">
                  <c:v>101.987174987793</c:v>
                </c:pt>
                <c:pt idx="7005">
                  <c:v>101.951454162598</c:v>
                </c:pt>
                <c:pt idx="7006">
                  <c:v>101.95663452148401</c:v>
                </c:pt>
                <c:pt idx="7007">
                  <c:v>101.944938659668</c:v>
                </c:pt>
                <c:pt idx="7008">
                  <c:v>101.936325073242</c:v>
                </c:pt>
                <c:pt idx="7009">
                  <c:v>101.924850463867</c:v>
                </c:pt>
                <c:pt idx="7010">
                  <c:v>101.922477722168</c:v>
                </c:pt>
                <c:pt idx="7011">
                  <c:v>101.905265808105</c:v>
                </c:pt>
                <c:pt idx="7012">
                  <c:v>101.87483215332</c:v>
                </c:pt>
                <c:pt idx="7013">
                  <c:v>101.87843322753901</c:v>
                </c:pt>
                <c:pt idx="7014">
                  <c:v>101.85691833496099</c:v>
                </c:pt>
                <c:pt idx="7015">
                  <c:v>101.83812713623</c:v>
                </c:pt>
                <c:pt idx="7016">
                  <c:v>101.79103851318401</c:v>
                </c:pt>
                <c:pt idx="7017">
                  <c:v>101.742668151855</c:v>
                </c:pt>
                <c:pt idx="7018">
                  <c:v>101.72191619873</c:v>
                </c:pt>
                <c:pt idx="7019">
                  <c:v>101.802787780762</c:v>
                </c:pt>
                <c:pt idx="7020">
                  <c:v>101.84372711181599</c:v>
                </c:pt>
                <c:pt idx="7021">
                  <c:v>101.79856872558599</c:v>
                </c:pt>
                <c:pt idx="7022">
                  <c:v>101.86875152587901</c:v>
                </c:pt>
                <c:pt idx="7023">
                  <c:v>101.805130004883</c:v>
                </c:pt>
                <c:pt idx="7024">
                  <c:v>101.777587890625</c:v>
                </c:pt>
                <c:pt idx="7025">
                  <c:v>101.777206420898</c:v>
                </c:pt>
                <c:pt idx="7026">
                  <c:v>101.865837097168</c:v>
                </c:pt>
                <c:pt idx="7027">
                  <c:v>101.96458435058599</c:v>
                </c:pt>
                <c:pt idx="7028">
                  <c:v>101.97491455078099</c:v>
                </c:pt>
                <c:pt idx="7029">
                  <c:v>101.98553466796901</c:v>
                </c:pt>
                <c:pt idx="7030">
                  <c:v>101.929634094238</c:v>
                </c:pt>
                <c:pt idx="7031">
                  <c:v>101.93206024169901</c:v>
                </c:pt>
                <c:pt idx="7032">
                  <c:v>101.964958190918</c:v>
                </c:pt>
                <c:pt idx="7033">
                  <c:v>102.031379699707</c:v>
                </c:pt>
                <c:pt idx="7034">
                  <c:v>102.1650390625</c:v>
                </c:pt>
                <c:pt idx="7035">
                  <c:v>102.131637573242</c:v>
                </c:pt>
                <c:pt idx="7036">
                  <c:v>102.206214904785</c:v>
                </c:pt>
                <c:pt idx="7037">
                  <c:v>102.460578918457</c:v>
                </c:pt>
                <c:pt idx="7038">
                  <c:v>102.793006896973</c:v>
                </c:pt>
                <c:pt idx="7039">
                  <c:v>102.80110168457</c:v>
                </c:pt>
                <c:pt idx="7040">
                  <c:v>102.84001922607401</c:v>
                </c:pt>
                <c:pt idx="7041">
                  <c:v>103.020553588867</c:v>
                </c:pt>
                <c:pt idx="7042">
                  <c:v>103.116455078125</c:v>
                </c:pt>
                <c:pt idx="7043">
                  <c:v>103.16457366943401</c:v>
                </c:pt>
                <c:pt idx="7044">
                  <c:v>103.204803466797</c:v>
                </c:pt>
                <c:pt idx="7045">
                  <c:v>103.25258636474599</c:v>
                </c:pt>
                <c:pt idx="7046">
                  <c:v>103.281051635742</c:v>
                </c:pt>
                <c:pt idx="7047">
                  <c:v>103.411499023438</c:v>
                </c:pt>
                <c:pt idx="7048">
                  <c:v>103.565559387207</c:v>
                </c:pt>
                <c:pt idx="7049">
                  <c:v>103.76806640625</c:v>
                </c:pt>
                <c:pt idx="7050">
                  <c:v>103.83266448974599</c:v>
                </c:pt>
                <c:pt idx="7051">
                  <c:v>103.902053833008</c:v>
                </c:pt>
                <c:pt idx="7052">
                  <c:v>103.977333068848</c:v>
                </c:pt>
                <c:pt idx="7053">
                  <c:v>104.00311279296901</c:v>
                </c:pt>
                <c:pt idx="7054">
                  <c:v>104.063316345215</c:v>
                </c:pt>
                <c:pt idx="7055">
                  <c:v>104.138877868652</c:v>
                </c:pt>
                <c:pt idx="7056">
                  <c:v>104.250946044922</c:v>
                </c:pt>
                <c:pt idx="7057">
                  <c:v>104.30462646484401</c:v>
                </c:pt>
                <c:pt idx="7058">
                  <c:v>104.349967956543</c:v>
                </c:pt>
                <c:pt idx="7059">
                  <c:v>104.375137329102</c:v>
                </c:pt>
                <c:pt idx="7060">
                  <c:v>104.431632995605</c:v>
                </c:pt>
                <c:pt idx="7061">
                  <c:v>104.47478485107401</c:v>
                </c:pt>
                <c:pt idx="7062">
                  <c:v>104.54345703125</c:v>
                </c:pt>
                <c:pt idx="7063">
                  <c:v>104.62924957275401</c:v>
                </c:pt>
                <c:pt idx="7064">
                  <c:v>104.69735717773401</c:v>
                </c:pt>
                <c:pt idx="7065">
                  <c:v>104.74301147460901</c:v>
                </c:pt>
                <c:pt idx="7066">
                  <c:v>104.766441345215</c:v>
                </c:pt>
                <c:pt idx="7067">
                  <c:v>104.778480529785</c:v>
                </c:pt>
                <c:pt idx="7068">
                  <c:v>104.78465270996099</c:v>
                </c:pt>
                <c:pt idx="7069">
                  <c:v>104.78782653808599</c:v>
                </c:pt>
                <c:pt idx="7070">
                  <c:v>104.78945922851599</c:v>
                </c:pt>
                <c:pt idx="7071">
                  <c:v>104.79029083252</c:v>
                </c:pt>
                <c:pt idx="7072">
                  <c:v>104.790718078613</c:v>
                </c:pt>
                <c:pt idx="7073">
                  <c:v>104.790939331055</c:v>
                </c:pt>
                <c:pt idx="7074">
                  <c:v>104.791053771973</c:v>
                </c:pt>
                <c:pt idx="7075">
                  <c:v>104.79111480712901</c:v>
                </c:pt>
                <c:pt idx="7076">
                  <c:v>104.791145324707</c:v>
                </c:pt>
                <c:pt idx="7077">
                  <c:v>104.79116058349599</c:v>
                </c:pt>
                <c:pt idx="7078">
                  <c:v>104.79116821289099</c:v>
                </c:pt>
                <c:pt idx="7079">
                  <c:v>104.79116821289099</c:v>
                </c:pt>
                <c:pt idx="7080">
                  <c:v>104.79116821289099</c:v>
                </c:pt>
                <c:pt idx="7081">
                  <c:v>104.791175842285</c:v>
                </c:pt>
                <c:pt idx="7082">
                  <c:v>104.791175842285</c:v>
                </c:pt>
                <c:pt idx="7083">
                  <c:v>104.791175842285</c:v>
                </c:pt>
                <c:pt idx="7084">
                  <c:v>104.791175842285</c:v>
                </c:pt>
                <c:pt idx="7085">
                  <c:v>104.791175842285</c:v>
                </c:pt>
                <c:pt idx="7086">
                  <c:v>104.791175842285</c:v>
                </c:pt>
                <c:pt idx="7087">
                  <c:v>104.791175842285</c:v>
                </c:pt>
                <c:pt idx="7088">
                  <c:v>104.791175842285</c:v>
                </c:pt>
                <c:pt idx="7089">
                  <c:v>104.791175842285</c:v>
                </c:pt>
                <c:pt idx="7090">
                  <c:v>104.791175842285</c:v>
                </c:pt>
                <c:pt idx="7091">
                  <c:v>104.791175842285</c:v>
                </c:pt>
                <c:pt idx="7092">
                  <c:v>104.791175842285</c:v>
                </c:pt>
                <c:pt idx="7093">
                  <c:v>104.791175842285</c:v>
                </c:pt>
                <c:pt idx="7094">
                  <c:v>104.791175842285</c:v>
                </c:pt>
                <c:pt idx="7095">
                  <c:v>104.791175842285</c:v>
                </c:pt>
                <c:pt idx="7096">
                  <c:v>104.791175842285</c:v>
                </c:pt>
                <c:pt idx="7097">
                  <c:v>104.791175842285</c:v>
                </c:pt>
                <c:pt idx="7098">
                  <c:v>104.791175842285</c:v>
                </c:pt>
                <c:pt idx="7099">
                  <c:v>104.791175842285</c:v>
                </c:pt>
                <c:pt idx="7100">
                  <c:v>104.791175842285</c:v>
                </c:pt>
                <c:pt idx="7101">
                  <c:v>104.791175842285</c:v>
                </c:pt>
                <c:pt idx="7102">
                  <c:v>104.791175842285</c:v>
                </c:pt>
                <c:pt idx="7103">
                  <c:v>104.791175842285</c:v>
                </c:pt>
                <c:pt idx="7104">
                  <c:v>104.791175842285</c:v>
                </c:pt>
                <c:pt idx="7105">
                  <c:v>104.791175842285</c:v>
                </c:pt>
                <c:pt idx="7106">
                  <c:v>104.791175842285</c:v>
                </c:pt>
                <c:pt idx="7107">
                  <c:v>104.791175842285</c:v>
                </c:pt>
                <c:pt idx="7108">
                  <c:v>104.791175842285</c:v>
                </c:pt>
                <c:pt idx="7109">
                  <c:v>104.791175842285</c:v>
                </c:pt>
                <c:pt idx="7110">
                  <c:v>104.791175842285</c:v>
                </c:pt>
                <c:pt idx="7111">
                  <c:v>104.791175842285</c:v>
                </c:pt>
                <c:pt idx="7112">
                  <c:v>104.791175842285</c:v>
                </c:pt>
                <c:pt idx="7113">
                  <c:v>104.791175842285</c:v>
                </c:pt>
                <c:pt idx="7114">
                  <c:v>104.791175842285</c:v>
                </c:pt>
                <c:pt idx="7115">
                  <c:v>104.791175842285</c:v>
                </c:pt>
                <c:pt idx="7116">
                  <c:v>104.791175842285</c:v>
                </c:pt>
                <c:pt idx="7117">
                  <c:v>104.791175842285</c:v>
                </c:pt>
                <c:pt idx="7118">
                  <c:v>104.791175842285</c:v>
                </c:pt>
                <c:pt idx="7119">
                  <c:v>104.791175842285</c:v>
                </c:pt>
                <c:pt idx="7120">
                  <c:v>104.791175842285</c:v>
                </c:pt>
                <c:pt idx="7121">
                  <c:v>104.791175842285</c:v>
                </c:pt>
                <c:pt idx="7122">
                  <c:v>104.791175842285</c:v>
                </c:pt>
                <c:pt idx="7123">
                  <c:v>104.791175842285</c:v>
                </c:pt>
                <c:pt idx="7124">
                  <c:v>104.791175842285</c:v>
                </c:pt>
                <c:pt idx="7125">
                  <c:v>104.791175842285</c:v>
                </c:pt>
                <c:pt idx="7126">
                  <c:v>104.791175842285</c:v>
                </c:pt>
                <c:pt idx="7127">
                  <c:v>104.791175842285</c:v>
                </c:pt>
                <c:pt idx="7128">
                  <c:v>104.791175842285</c:v>
                </c:pt>
                <c:pt idx="7129">
                  <c:v>104.791175842285</c:v>
                </c:pt>
                <c:pt idx="7130">
                  <c:v>104.791175842285</c:v>
                </c:pt>
                <c:pt idx="7131">
                  <c:v>104.791175842285</c:v>
                </c:pt>
                <c:pt idx="7132">
                  <c:v>104.791175842285</c:v>
                </c:pt>
                <c:pt idx="7133">
                  <c:v>104.791175842285</c:v>
                </c:pt>
                <c:pt idx="7134">
                  <c:v>104.791175842285</c:v>
                </c:pt>
                <c:pt idx="7135">
                  <c:v>104.791175842285</c:v>
                </c:pt>
                <c:pt idx="7136">
                  <c:v>104.791175842285</c:v>
                </c:pt>
                <c:pt idx="7137">
                  <c:v>104.791175842285</c:v>
                </c:pt>
                <c:pt idx="7138">
                  <c:v>104.791175842285</c:v>
                </c:pt>
                <c:pt idx="7139">
                  <c:v>104.791175842285</c:v>
                </c:pt>
                <c:pt idx="7140">
                  <c:v>104.791175842285</c:v>
                </c:pt>
                <c:pt idx="7141">
                  <c:v>104.791175842285</c:v>
                </c:pt>
                <c:pt idx="7142">
                  <c:v>104.791175842285</c:v>
                </c:pt>
                <c:pt idx="7143">
                  <c:v>104.791175842285</c:v>
                </c:pt>
                <c:pt idx="7144">
                  <c:v>104.791175842285</c:v>
                </c:pt>
                <c:pt idx="7145">
                  <c:v>104.791175842285</c:v>
                </c:pt>
                <c:pt idx="7146">
                  <c:v>104.791175842285</c:v>
                </c:pt>
                <c:pt idx="7147">
                  <c:v>104.791175842285</c:v>
                </c:pt>
                <c:pt idx="7148">
                  <c:v>104.791175842285</c:v>
                </c:pt>
                <c:pt idx="7149">
                  <c:v>104.791175842285</c:v>
                </c:pt>
                <c:pt idx="7150">
                  <c:v>104.78924560546901</c:v>
                </c:pt>
                <c:pt idx="7151">
                  <c:v>104.78012084960901</c:v>
                </c:pt>
                <c:pt idx="7152">
                  <c:v>104.77252197265599</c:v>
                </c:pt>
                <c:pt idx="7153">
                  <c:v>104.780632019043</c:v>
                </c:pt>
                <c:pt idx="7154">
                  <c:v>104.745765686035</c:v>
                </c:pt>
                <c:pt idx="7155">
                  <c:v>104.69101715087901</c:v>
                </c:pt>
                <c:pt idx="7156">
                  <c:v>104.68368530273401</c:v>
                </c:pt>
                <c:pt idx="7157">
                  <c:v>104.635604858398</c:v>
                </c:pt>
                <c:pt idx="7158">
                  <c:v>104.60483551025401</c:v>
                </c:pt>
                <c:pt idx="7159">
                  <c:v>104.61215972900401</c:v>
                </c:pt>
                <c:pt idx="7160">
                  <c:v>104.58292388916</c:v>
                </c:pt>
                <c:pt idx="7161">
                  <c:v>104.55802154541</c:v>
                </c:pt>
                <c:pt idx="7162">
                  <c:v>104.530723571777</c:v>
                </c:pt>
                <c:pt idx="7163">
                  <c:v>104.518630981445</c:v>
                </c:pt>
                <c:pt idx="7164">
                  <c:v>104.49355316162099</c:v>
                </c:pt>
                <c:pt idx="7165">
                  <c:v>104.492347717285</c:v>
                </c:pt>
                <c:pt idx="7166">
                  <c:v>104.53244781494099</c:v>
                </c:pt>
                <c:pt idx="7167">
                  <c:v>104.522163391113</c:v>
                </c:pt>
                <c:pt idx="7168">
                  <c:v>104.489128112793</c:v>
                </c:pt>
                <c:pt idx="7169">
                  <c:v>104.48972320556599</c:v>
                </c:pt>
                <c:pt idx="7170">
                  <c:v>104.44972229003901</c:v>
                </c:pt>
                <c:pt idx="7171">
                  <c:v>104.426467895508</c:v>
                </c:pt>
                <c:pt idx="7172">
                  <c:v>104.47658538818401</c:v>
                </c:pt>
                <c:pt idx="7173">
                  <c:v>104.467170715332</c:v>
                </c:pt>
                <c:pt idx="7174">
                  <c:v>104.497268676758</c:v>
                </c:pt>
                <c:pt idx="7175">
                  <c:v>104.45627593994099</c:v>
                </c:pt>
                <c:pt idx="7176">
                  <c:v>104.450302124023</c:v>
                </c:pt>
                <c:pt idx="7177">
                  <c:v>104.418731689453</c:v>
                </c:pt>
                <c:pt idx="7178">
                  <c:v>104.396919250488</c:v>
                </c:pt>
                <c:pt idx="7179">
                  <c:v>104.4423828125</c:v>
                </c:pt>
                <c:pt idx="7180">
                  <c:v>104.399085998535</c:v>
                </c:pt>
                <c:pt idx="7181">
                  <c:v>104.330085754395</c:v>
                </c:pt>
                <c:pt idx="7182">
                  <c:v>104.266326904297</c:v>
                </c:pt>
                <c:pt idx="7183">
                  <c:v>104.283256530762</c:v>
                </c:pt>
                <c:pt idx="7184">
                  <c:v>104.281791687012</c:v>
                </c:pt>
                <c:pt idx="7185">
                  <c:v>104.334228515625</c:v>
                </c:pt>
                <c:pt idx="7186">
                  <c:v>104.429489135742</c:v>
                </c:pt>
                <c:pt idx="7187">
                  <c:v>104.420867919922</c:v>
                </c:pt>
                <c:pt idx="7188">
                  <c:v>104.385414123535</c:v>
                </c:pt>
                <c:pt idx="7189">
                  <c:v>104.27651214599599</c:v>
                </c:pt>
                <c:pt idx="7190">
                  <c:v>104.24578857421901</c:v>
                </c:pt>
                <c:pt idx="7191">
                  <c:v>104.32415008544901</c:v>
                </c:pt>
                <c:pt idx="7192">
                  <c:v>104.28359222412099</c:v>
                </c:pt>
                <c:pt idx="7193">
                  <c:v>104.237869262695</c:v>
                </c:pt>
                <c:pt idx="7194">
                  <c:v>104.220245361328</c:v>
                </c:pt>
                <c:pt idx="7195">
                  <c:v>104.24725341796901</c:v>
                </c:pt>
                <c:pt idx="7196">
                  <c:v>104.35262298584</c:v>
                </c:pt>
                <c:pt idx="7197">
                  <c:v>104.34578704834</c:v>
                </c:pt>
                <c:pt idx="7198">
                  <c:v>104.39901733398401</c:v>
                </c:pt>
                <c:pt idx="7199">
                  <c:v>104.43040466308599</c:v>
                </c:pt>
                <c:pt idx="7200">
                  <c:v>104.334579467773</c:v>
                </c:pt>
                <c:pt idx="7201">
                  <c:v>104.360153198242</c:v>
                </c:pt>
                <c:pt idx="7202">
                  <c:v>104.43318939209</c:v>
                </c:pt>
                <c:pt idx="7203">
                  <c:v>104.476974487305</c:v>
                </c:pt>
                <c:pt idx="7204">
                  <c:v>104.548530578613</c:v>
                </c:pt>
                <c:pt idx="7205">
                  <c:v>104.567085266113</c:v>
                </c:pt>
                <c:pt idx="7206">
                  <c:v>104.55874633789099</c:v>
                </c:pt>
                <c:pt idx="7207">
                  <c:v>104.60227203369099</c:v>
                </c:pt>
                <c:pt idx="7208">
                  <c:v>104.624305725098</c:v>
                </c:pt>
                <c:pt idx="7209">
                  <c:v>104.598091125488</c:v>
                </c:pt>
                <c:pt idx="7210">
                  <c:v>104.610076904297</c:v>
                </c:pt>
                <c:pt idx="7211">
                  <c:v>104.66071319580099</c:v>
                </c:pt>
                <c:pt idx="7212">
                  <c:v>104.700721740723</c:v>
                </c:pt>
                <c:pt idx="7213">
                  <c:v>104.71257781982401</c:v>
                </c:pt>
                <c:pt idx="7214">
                  <c:v>104.727653503418</c:v>
                </c:pt>
                <c:pt idx="7215">
                  <c:v>104.709716796875</c:v>
                </c:pt>
                <c:pt idx="7216">
                  <c:v>104.678031921387</c:v>
                </c:pt>
                <c:pt idx="7217">
                  <c:v>104.72826385498</c:v>
                </c:pt>
                <c:pt idx="7218">
                  <c:v>104.74893188476599</c:v>
                </c:pt>
                <c:pt idx="7219">
                  <c:v>104.769493103027</c:v>
                </c:pt>
                <c:pt idx="7220">
                  <c:v>104.77907562255901</c:v>
                </c:pt>
                <c:pt idx="7221">
                  <c:v>104.782066345215</c:v>
                </c:pt>
                <c:pt idx="7222">
                  <c:v>104.786499023438</c:v>
                </c:pt>
                <c:pt idx="7223">
                  <c:v>104.788772583008</c:v>
                </c:pt>
                <c:pt idx="7224">
                  <c:v>104.78993988037099</c:v>
                </c:pt>
                <c:pt idx="7225">
                  <c:v>104.79054260253901</c:v>
                </c:pt>
                <c:pt idx="7226">
                  <c:v>104.79084777832</c:v>
                </c:pt>
                <c:pt idx="7227">
                  <c:v>104.791007995605</c:v>
                </c:pt>
                <c:pt idx="7228">
                  <c:v>104.791091918945</c:v>
                </c:pt>
                <c:pt idx="7229">
                  <c:v>104.791130065918</c:v>
                </c:pt>
                <c:pt idx="7230">
                  <c:v>104.791152954102</c:v>
                </c:pt>
                <c:pt idx="7231">
                  <c:v>104.79116058349599</c:v>
                </c:pt>
                <c:pt idx="7232">
                  <c:v>104.79116821289099</c:v>
                </c:pt>
                <c:pt idx="7233">
                  <c:v>104.79116821289099</c:v>
                </c:pt>
                <c:pt idx="7234">
                  <c:v>104.791175842285</c:v>
                </c:pt>
                <c:pt idx="7235">
                  <c:v>104.791175842285</c:v>
                </c:pt>
                <c:pt idx="7236">
                  <c:v>104.791175842285</c:v>
                </c:pt>
                <c:pt idx="7237">
                  <c:v>104.791175842285</c:v>
                </c:pt>
                <c:pt idx="7238">
                  <c:v>104.791175842285</c:v>
                </c:pt>
                <c:pt idx="7239">
                  <c:v>104.791175842285</c:v>
                </c:pt>
                <c:pt idx="7240">
                  <c:v>104.791175842285</c:v>
                </c:pt>
                <c:pt idx="7241">
                  <c:v>104.791175842285</c:v>
                </c:pt>
                <c:pt idx="7242">
                  <c:v>104.791175842285</c:v>
                </c:pt>
                <c:pt idx="7243">
                  <c:v>104.791175842285</c:v>
                </c:pt>
                <c:pt idx="7244">
                  <c:v>104.791175842285</c:v>
                </c:pt>
                <c:pt idx="7245">
                  <c:v>104.791175842285</c:v>
                </c:pt>
                <c:pt idx="7246">
                  <c:v>104.791175842285</c:v>
                </c:pt>
                <c:pt idx="7247">
                  <c:v>104.791175842285</c:v>
                </c:pt>
                <c:pt idx="7248">
                  <c:v>104.791175842285</c:v>
                </c:pt>
                <c:pt idx="7249">
                  <c:v>104.791175842285</c:v>
                </c:pt>
                <c:pt idx="7250">
                  <c:v>104.791175842285</c:v>
                </c:pt>
                <c:pt idx="7251">
                  <c:v>104.791175842285</c:v>
                </c:pt>
                <c:pt idx="7252">
                  <c:v>104.791175842285</c:v>
                </c:pt>
                <c:pt idx="7253">
                  <c:v>104.791175842285</c:v>
                </c:pt>
                <c:pt idx="7254">
                  <c:v>104.791175842285</c:v>
                </c:pt>
                <c:pt idx="7255">
                  <c:v>104.791175842285</c:v>
                </c:pt>
                <c:pt idx="7256">
                  <c:v>104.791175842285</c:v>
                </c:pt>
                <c:pt idx="7257">
                  <c:v>104.791175842285</c:v>
                </c:pt>
                <c:pt idx="7258">
                  <c:v>104.791175842285</c:v>
                </c:pt>
                <c:pt idx="7259">
                  <c:v>104.791175842285</c:v>
                </c:pt>
                <c:pt idx="7260">
                  <c:v>104.791175842285</c:v>
                </c:pt>
                <c:pt idx="7261">
                  <c:v>104.791175842285</c:v>
                </c:pt>
                <c:pt idx="7262">
                  <c:v>104.791175842285</c:v>
                </c:pt>
                <c:pt idx="7263">
                  <c:v>104.791175842285</c:v>
                </c:pt>
                <c:pt idx="7264">
                  <c:v>104.791175842285</c:v>
                </c:pt>
                <c:pt idx="7265">
                  <c:v>104.791175842285</c:v>
                </c:pt>
                <c:pt idx="7266">
                  <c:v>104.791175842285</c:v>
                </c:pt>
                <c:pt idx="7267">
                  <c:v>104.791175842285</c:v>
                </c:pt>
                <c:pt idx="7268">
                  <c:v>104.791175842285</c:v>
                </c:pt>
                <c:pt idx="7269">
                  <c:v>104.791175842285</c:v>
                </c:pt>
                <c:pt idx="7270">
                  <c:v>104.791175842285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9AD-47F2-B4DB-536D3878BB77}"/>
            </c:ext>
          </c:extLst>
        </c:ser>
        <c:ser>
          <c:idx val="2"/>
          <c:order val="2"/>
          <c:tx>
            <c:strRef>
              <c:f>'DL-Model'!$R$1</c:f>
              <c:strCache>
                <c:ptCount val="1"/>
                <c:pt idx="0">
                  <c:v>T_so_true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'DL-Model'!$R$2:$R$7272</c:f>
              <c:numCache>
                <c:formatCode>General</c:formatCode>
                <c:ptCount val="7271"/>
                <c:pt idx="0">
                  <c:v>38.018524169921903</c:v>
                </c:pt>
                <c:pt idx="1">
                  <c:v>38.018234252929702</c:v>
                </c:pt>
                <c:pt idx="2">
                  <c:v>38.016777038574197</c:v>
                </c:pt>
                <c:pt idx="3">
                  <c:v>38.01611328125</c:v>
                </c:pt>
                <c:pt idx="4">
                  <c:v>38.005523681640597</c:v>
                </c:pt>
                <c:pt idx="5">
                  <c:v>38.020477294921903</c:v>
                </c:pt>
                <c:pt idx="6">
                  <c:v>38.018581390380902</c:v>
                </c:pt>
                <c:pt idx="7">
                  <c:v>38.017250061035199</c:v>
                </c:pt>
                <c:pt idx="8">
                  <c:v>38.012863159179702</c:v>
                </c:pt>
                <c:pt idx="9">
                  <c:v>38.011585235595703</c:v>
                </c:pt>
                <c:pt idx="10">
                  <c:v>38.040676116943402</c:v>
                </c:pt>
                <c:pt idx="11">
                  <c:v>38.099147796630902</c:v>
                </c:pt>
                <c:pt idx="12">
                  <c:v>38.1489067077637</c:v>
                </c:pt>
                <c:pt idx="13">
                  <c:v>38.102836608886697</c:v>
                </c:pt>
                <c:pt idx="14">
                  <c:v>38.117660522460902</c:v>
                </c:pt>
                <c:pt idx="15">
                  <c:v>38.102039337158203</c:v>
                </c:pt>
                <c:pt idx="16">
                  <c:v>38.127986907958999</c:v>
                </c:pt>
                <c:pt idx="17">
                  <c:v>38.156993865966797</c:v>
                </c:pt>
                <c:pt idx="18">
                  <c:v>38.147945404052699</c:v>
                </c:pt>
                <c:pt idx="19">
                  <c:v>38.1223754882813</c:v>
                </c:pt>
                <c:pt idx="20">
                  <c:v>38.1275024414063</c:v>
                </c:pt>
                <c:pt idx="21">
                  <c:v>38.177433013916001</c:v>
                </c:pt>
                <c:pt idx="22">
                  <c:v>38.192901611328097</c:v>
                </c:pt>
                <c:pt idx="23">
                  <c:v>38.210670471191399</c:v>
                </c:pt>
                <c:pt idx="24">
                  <c:v>38.224185943603501</c:v>
                </c:pt>
                <c:pt idx="25">
                  <c:v>38.224483489990199</c:v>
                </c:pt>
                <c:pt idx="26">
                  <c:v>38.232063293457003</c:v>
                </c:pt>
                <c:pt idx="27">
                  <c:v>38.209358215332003</c:v>
                </c:pt>
                <c:pt idx="28">
                  <c:v>38.206626892089801</c:v>
                </c:pt>
                <c:pt idx="29">
                  <c:v>38.230709075927699</c:v>
                </c:pt>
                <c:pt idx="30">
                  <c:v>38.255062103271499</c:v>
                </c:pt>
                <c:pt idx="31">
                  <c:v>38.251625061035199</c:v>
                </c:pt>
                <c:pt idx="32">
                  <c:v>38.283771514892599</c:v>
                </c:pt>
                <c:pt idx="33">
                  <c:v>38.345985412597699</c:v>
                </c:pt>
                <c:pt idx="34">
                  <c:v>38.327239990234403</c:v>
                </c:pt>
                <c:pt idx="35">
                  <c:v>38.330257415771499</c:v>
                </c:pt>
                <c:pt idx="36">
                  <c:v>38.385307312011697</c:v>
                </c:pt>
                <c:pt idx="37">
                  <c:v>38.4096069335938</c:v>
                </c:pt>
                <c:pt idx="38">
                  <c:v>38.439353942871101</c:v>
                </c:pt>
                <c:pt idx="39">
                  <c:v>38.465641021728501</c:v>
                </c:pt>
                <c:pt idx="40">
                  <c:v>38.515308380127003</c:v>
                </c:pt>
                <c:pt idx="41">
                  <c:v>38.516574859619098</c:v>
                </c:pt>
                <c:pt idx="42">
                  <c:v>38.520542144775398</c:v>
                </c:pt>
                <c:pt idx="43">
                  <c:v>38.497154235839801</c:v>
                </c:pt>
                <c:pt idx="44">
                  <c:v>38.475440979003899</c:v>
                </c:pt>
                <c:pt idx="45">
                  <c:v>38.478538513183601</c:v>
                </c:pt>
                <c:pt idx="46">
                  <c:v>38.490749359130902</c:v>
                </c:pt>
                <c:pt idx="47">
                  <c:v>38.541370391845703</c:v>
                </c:pt>
                <c:pt idx="48">
                  <c:v>38.615528106689503</c:v>
                </c:pt>
                <c:pt idx="49">
                  <c:v>38.658782958984403</c:v>
                </c:pt>
                <c:pt idx="50">
                  <c:v>38.671619415283203</c:v>
                </c:pt>
                <c:pt idx="51">
                  <c:v>38.697032928466797</c:v>
                </c:pt>
                <c:pt idx="52">
                  <c:v>38.739124298095703</c:v>
                </c:pt>
                <c:pt idx="53">
                  <c:v>38.753196716308601</c:v>
                </c:pt>
                <c:pt idx="54">
                  <c:v>38.783756256103501</c:v>
                </c:pt>
                <c:pt idx="55">
                  <c:v>38.808193206787102</c:v>
                </c:pt>
                <c:pt idx="56">
                  <c:v>38.831390380859403</c:v>
                </c:pt>
                <c:pt idx="57">
                  <c:v>38.829044342041001</c:v>
                </c:pt>
                <c:pt idx="58">
                  <c:v>38.863052368164098</c:v>
                </c:pt>
                <c:pt idx="59">
                  <c:v>38.901206970214801</c:v>
                </c:pt>
                <c:pt idx="60">
                  <c:v>38.963851928710902</c:v>
                </c:pt>
                <c:pt idx="61">
                  <c:v>38.996494293212898</c:v>
                </c:pt>
                <c:pt idx="62">
                  <c:v>39.035472869873097</c:v>
                </c:pt>
                <c:pt idx="63">
                  <c:v>39.090164184570298</c:v>
                </c:pt>
                <c:pt idx="64">
                  <c:v>39.114830017089801</c:v>
                </c:pt>
                <c:pt idx="65">
                  <c:v>39.156085968017599</c:v>
                </c:pt>
                <c:pt idx="66">
                  <c:v>39.194328308105497</c:v>
                </c:pt>
                <c:pt idx="67">
                  <c:v>39.2096977233887</c:v>
                </c:pt>
                <c:pt idx="68">
                  <c:v>39.213920593261697</c:v>
                </c:pt>
                <c:pt idx="69">
                  <c:v>39.226425170898402</c:v>
                </c:pt>
                <c:pt idx="70">
                  <c:v>39.250705718994098</c:v>
                </c:pt>
                <c:pt idx="71">
                  <c:v>39.2745170593262</c:v>
                </c:pt>
                <c:pt idx="72">
                  <c:v>39.310264587402301</c:v>
                </c:pt>
                <c:pt idx="73">
                  <c:v>39.324146270752003</c:v>
                </c:pt>
                <c:pt idx="74">
                  <c:v>39.321868896484403</c:v>
                </c:pt>
                <c:pt idx="75">
                  <c:v>39.364288330078097</c:v>
                </c:pt>
                <c:pt idx="76">
                  <c:v>39.392604827880902</c:v>
                </c:pt>
                <c:pt idx="77">
                  <c:v>39.412322998046903</c:v>
                </c:pt>
                <c:pt idx="78">
                  <c:v>39.412353515625</c:v>
                </c:pt>
                <c:pt idx="79">
                  <c:v>39.420684814453097</c:v>
                </c:pt>
                <c:pt idx="80">
                  <c:v>39.4305610656738</c:v>
                </c:pt>
                <c:pt idx="81">
                  <c:v>39.438629150390597</c:v>
                </c:pt>
                <c:pt idx="82">
                  <c:v>39.445274353027301</c:v>
                </c:pt>
                <c:pt idx="83">
                  <c:v>39.4484672546387</c:v>
                </c:pt>
                <c:pt idx="84">
                  <c:v>39.449790954589801</c:v>
                </c:pt>
                <c:pt idx="85">
                  <c:v>39.450103759765597</c:v>
                </c:pt>
                <c:pt idx="86">
                  <c:v>39.4509468078613</c:v>
                </c:pt>
                <c:pt idx="87">
                  <c:v>39.451065063476598</c:v>
                </c:pt>
                <c:pt idx="88">
                  <c:v>39.449855804443402</c:v>
                </c:pt>
                <c:pt idx="89">
                  <c:v>39.451038360595703</c:v>
                </c:pt>
                <c:pt idx="90">
                  <c:v>39.451644897460902</c:v>
                </c:pt>
                <c:pt idx="91">
                  <c:v>39.451957702636697</c:v>
                </c:pt>
                <c:pt idx="92">
                  <c:v>39.452117919921903</c:v>
                </c:pt>
                <c:pt idx="93">
                  <c:v>39.452198028564503</c:v>
                </c:pt>
                <c:pt idx="94">
                  <c:v>39.452243804931598</c:v>
                </c:pt>
                <c:pt idx="95">
                  <c:v>39.452262878417997</c:v>
                </c:pt>
                <c:pt idx="96">
                  <c:v>39.452274322509801</c:v>
                </c:pt>
                <c:pt idx="97">
                  <c:v>39.452281951904297</c:v>
                </c:pt>
                <c:pt idx="98">
                  <c:v>39.452281951904297</c:v>
                </c:pt>
                <c:pt idx="99">
                  <c:v>39.452285766601598</c:v>
                </c:pt>
                <c:pt idx="100">
                  <c:v>39.452285766601598</c:v>
                </c:pt>
                <c:pt idx="101">
                  <c:v>39.452285766601598</c:v>
                </c:pt>
                <c:pt idx="102">
                  <c:v>39.452285766601598</c:v>
                </c:pt>
                <c:pt idx="103">
                  <c:v>39.452285766601598</c:v>
                </c:pt>
                <c:pt idx="104">
                  <c:v>39.452285766601598</c:v>
                </c:pt>
                <c:pt idx="105">
                  <c:v>39.452285766601598</c:v>
                </c:pt>
                <c:pt idx="106">
                  <c:v>39.452285766601598</c:v>
                </c:pt>
                <c:pt idx="107">
                  <c:v>39.452285766601598</c:v>
                </c:pt>
                <c:pt idx="108">
                  <c:v>39.452285766601598</c:v>
                </c:pt>
                <c:pt idx="109">
                  <c:v>39.452285766601598</c:v>
                </c:pt>
                <c:pt idx="110">
                  <c:v>39.452285766601598</c:v>
                </c:pt>
                <c:pt idx="111">
                  <c:v>39.452285766601598</c:v>
                </c:pt>
                <c:pt idx="112">
                  <c:v>39.452285766601598</c:v>
                </c:pt>
                <c:pt idx="113">
                  <c:v>39.452285766601598</c:v>
                </c:pt>
                <c:pt idx="114">
                  <c:v>39.452285766601598</c:v>
                </c:pt>
                <c:pt idx="115">
                  <c:v>39.452285766601598</c:v>
                </c:pt>
                <c:pt idx="116">
                  <c:v>39.452285766601598</c:v>
                </c:pt>
                <c:pt idx="117">
                  <c:v>39.452285766601598</c:v>
                </c:pt>
                <c:pt idx="118">
                  <c:v>39.452285766601598</c:v>
                </c:pt>
                <c:pt idx="119">
                  <c:v>39.452285766601598</c:v>
                </c:pt>
                <c:pt idx="120">
                  <c:v>39.452285766601598</c:v>
                </c:pt>
                <c:pt idx="121">
                  <c:v>39.452285766601598</c:v>
                </c:pt>
                <c:pt idx="122">
                  <c:v>39.452285766601598</c:v>
                </c:pt>
                <c:pt idx="123">
                  <c:v>39.452285766601598</c:v>
                </c:pt>
                <c:pt idx="124">
                  <c:v>39.452285766601598</c:v>
                </c:pt>
                <c:pt idx="125">
                  <c:v>39.481163024902301</c:v>
                </c:pt>
                <c:pt idx="126">
                  <c:v>39.4959907531738</c:v>
                </c:pt>
                <c:pt idx="127">
                  <c:v>39.474723815917997</c:v>
                </c:pt>
                <c:pt idx="128">
                  <c:v>39.470829010009801</c:v>
                </c:pt>
                <c:pt idx="129">
                  <c:v>39.4929389953613</c:v>
                </c:pt>
                <c:pt idx="130">
                  <c:v>39.5432319641113</c:v>
                </c:pt>
                <c:pt idx="131">
                  <c:v>39.587867736816399</c:v>
                </c:pt>
                <c:pt idx="132">
                  <c:v>39.641918182373097</c:v>
                </c:pt>
                <c:pt idx="133">
                  <c:v>39.761600494384801</c:v>
                </c:pt>
                <c:pt idx="134">
                  <c:v>39.837875366210902</c:v>
                </c:pt>
                <c:pt idx="135">
                  <c:v>39.7492065429688</c:v>
                </c:pt>
                <c:pt idx="136">
                  <c:v>39.703277587890597</c:v>
                </c:pt>
                <c:pt idx="137">
                  <c:v>39.8238525390625</c:v>
                </c:pt>
                <c:pt idx="138">
                  <c:v>40.158145904541001</c:v>
                </c:pt>
                <c:pt idx="139">
                  <c:v>40.225734710693402</c:v>
                </c:pt>
                <c:pt idx="140">
                  <c:v>40.230987548828097</c:v>
                </c:pt>
                <c:pt idx="141">
                  <c:v>40.702842712402301</c:v>
                </c:pt>
                <c:pt idx="142">
                  <c:v>40.780143737792997</c:v>
                </c:pt>
                <c:pt idx="143">
                  <c:v>40.864891052246101</c:v>
                </c:pt>
                <c:pt idx="144">
                  <c:v>40.913196563720703</c:v>
                </c:pt>
                <c:pt idx="145">
                  <c:v>41.053802490234403</c:v>
                </c:pt>
                <c:pt idx="146">
                  <c:v>41.233234405517599</c:v>
                </c:pt>
                <c:pt idx="147">
                  <c:v>41.336799621582003</c:v>
                </c:pt>
                <c:pt idx="148">
                  <c:v>41.421619415283203</c:v>
                </c:pt>
                <c:pt idx="149">
                  <c:v>41.5093803405762</c:v>
                </c:pt>
                <c:pt idx="150">
                  <c:v>41.542343139648402</c:v>
                </c:pt>
                <c:pt idx="151">
                  <c:v>41.600189208984403</c:v>
                </c:pt>
                <c:pt idx="152">
                  <c:v>41.7293701171875</c:v>
                </c:pt>
                <c:pt idx="153">
                  <c:v>41.869342803955099</c:v>
                </c:pt>
                <c:pt idx="154">
                  <c:v>42.001682281494098</c:v>
                </c:pt>
                <c:pt idx="155">
                  <c:v>42.024097442627003</c:v>
                </c:pt>
                <c:pt idx="156">
                  <c:v>42.068424224853501</c:v>
                </c:pt>
                <c:pt idx="157">
                  <c:v>42.175243377685597</c:v>
                </c:pt>
                <c:pt idx="158">
                  <c:v>42.407684326171903</c:v>
                </c:pt>
                <c:pt idx="159">
                  <c:v>42.529094696044901</c:v>
                </c:pt>
                <c:pt idx="160">
                  <c:v>42.591556549072301</c:v>
                </c:pt>
                <c:pt idx="161">
                  <c:v>42.616626739502003</c:v>
                </c:pt>
                <c:pt idx="162">
                  <c:v>42.691390991210902</c:v>
                </c:pt>
                <c:pt idx="163">
                  <c:v>42.730434417724602</c:v>
                </c:pt>
                <c:pt idx="164">
                  <c:v>42.751422882080099</c:v>
                </c:pt>
                <c:pt idx="165">
                  <c:v>42.760597229003899</c:v>
                </c:pt>
                <c:pt idx="166">
                  <c:v>42.765308380127003</c:v>
                </c:pt>
                <c:pt idx="167">
                  <c:v>42.772212982177699</c:v>
                </c:pt>
                <c:pt idx="168">
                  <c:v>42.7778930664063</c:v>
                </c:pt>
                <c:pt idx="169">
                  <c:v>42.7876167297363</c:v>
                </c:pt>
                <c:pt idx="170">
                  <c:v>42.834426879882798</c:v>
                </c:pt>
                <c:pt idx="171">
                  <c:v>42.920677185058601</c:v>
                </c:pt>
                <c:pt idx="172">
                  <c:v>42.961105346679702</c:v>
                </c:pt>
                <c:pt idx="173">
                  <c:v>42.959869384765597</c:v>
                </c:pt>
                <c:pt idx="174">
                  <c:v>42.9749755859375</c:v>
                </c:pt>
                <c:pt idx="175">
                  <c:v>43.016815185546903</c:v>
                </c:pt>
                <c:pt idx="176">
                  <c:v>43.1340522766113</c:v>
                </c:pt>
                <c:pt idx="177">
                  <c:v>43.221824645996101</c:v>
                </c:pt>
                <c:pt idx="178">
                  <c:v>43.223838806152301</c:v>
                </c:pt>
                <c:pt idx="179">
                  <c:v>43.272525787353501</c:v>
                </c:pt>
                <c:pt idx="180">
                  <c:v>43.3288764953613</c:v>
                </c:pt>
                <c:pt idx="181">
                  <c:v>43.365604400634801</c:v>
                </c:pt>
                <c:pt idx="182">
                  <c:v>43.386646270752003</c:v>
                </c:pt>
                <c:pt idx="183">
                  <c:v>43.412208557128899</c:v>
                </c:pt>
                <c:pt idx="184">
                  <c:v>43.444503784179702</c:v>
                </c:pt>
                <c:pt idx="185">
                  <c:v>43.522296905517599</c:v>
                </c:pt>
                <c:pt idx="186">
                  <c:v>43.613105773925803</c:v>
                </c:pt>
                <c:pt idx="187">
                  <c:v>43.7591361999512</c:v>
                </c:pt>
                <c:pt idx="188">
                  <c:v>43.825912475585902</c:v>
                </c:pt>
                <c:pt idx="189">
                  <c:v>44.035884857177699</c:v>
                </c:pt>
                <c:pt idx="190">
                  <c:v>44.1702690124512</c:v>
                </c:pt>
                <c:pt idx="191">
                  <c:v>44.2646293640137</c:v>
                </c:pt>
                <c:pt idx="192">
                  <c:v>44.331508636474602</c:v>
                </c:pt>
                <c:pt idx="193">
                  <c:v>44.360786437988303</c:v>
                </c:pt>
                <c:pt idx="194">
                  <c:v>44.383716583252003</c:v>
                </c:pt>
                <c:pt idx="195">
                  <c:v>44.397777557373097</c:v>
                </c:pt>
                <c:pt idx="196">
                  <c:v>44.405929565429702</c:v>
                </c:pt>
                <c:pt idx="197">
                  <c:v>44.416641235351598</c:v>
                </c:pt>
                <c:pt idx="198">
                  <c:v>44.451755523681598</c:v>
                </c:pt>
                <c:pt idx="199">
                  <c:v>44.481891632080099</c:v>
                </c:pt>
                <c:pt idx="200">
                  <c:v>44.504627227783203</c:v>
                </c:pt>
                <c:pt idx="201">
                  <c:v>44.520965576171903</c:v>
                </c:pt>
                <c:pt idx="202">
                  <c:v>44.558746337890597</c:v>
                </c:pt>
                <c:pt idx="203">
                  <c:v>44.614055633544901</c:v>
                </c:pt>
                <c:pt idx="204">
                  <c:v>44.674293518066399</c:v>
                </c:pt>
                <c:pt idx="205">
                  <c:v>44.711925506591797</c:v>
                </c:pt>
                <c:pt idx="206">
                  <c:v>44.731189727783203</c:v>
                </c:pt>
                <c:pt idx="207">
                  <c:v>44.812526702880902</c:v>
                </c:pt>
                <c:pt idx="208">
                  <c:v>44.873336791992202</c:v>
                </c:pt>
                <c:pt idx="209">
                  <c:v>44.988109588623097</c:v>
                </c:pt>
                <c:pt idx="210">
                  <c:v>45.0306396484375</c:v>
                </c:pt>
                <c:pt idx="211">
                  <c:v>45.139747619628899</c:v>
                </c:pt>
                <c:pt idx="212">
                  <c:v>45.205528259277301</c:v>
                </c:pt>
                <c:pt idx="213">
                  <c:v>45.263992309570298</c:v>
                </c:pt>
                <c:pt idx="214">
                  <c:v>45.289619445800803</c:v>
                </c:pt>
                <c:pt idx="215">
                  <c:v>45.3073120117188</c:v>
                </c:pt>
                <c:pt idx="216">
                  <c:v>45.352249145507798</c:v>
                </c:pt>
                <c:pt idx="217">
                  <c:v>45.357681274414098</c:v>
                </c:pt>
                <c:pt idx="218">
                  <c:v>45.467685699462898</c:v>
                </c:pt>
                <c:pt idx="219">
                  <c:v>45.590656280517599</c:v>
                </c:pt>
                <c:pt idx="220">
                  <c:v>45.660301208496101</c:v>
                </c:pt>
                <c:pt idx="221">
                  <c:v>45.684722900390597</c:v>
                </c:pt>
                <c:pt idx="222">
                  <c:v>45.728439331054702</c:v>
                </c:pt>
                <c:pt idx="223">
                  <c:v>45.7431640625</c:v>
                </c:pt>
                <c:pt idx="224">
                  <c:v>45.772666931152301</c:v>
                </c:pt>
                <c:pt idx="225">
                  <c:v>45.863307952880902</c:v>
                </c:pt>
                <c:pt idx="226">
                  <c:v>45.906951904296903</c:v>
                </c:pt>
                <c:pt idx="227">
                  <c:v>45.930599212646499</c:v>
                </c:pt>
                <c:pt idx="228">
                  <c:v>45.933074951171903</c:v>
                </c:pt>
                <c:pt idx="229">
                  <c:v>45.9500732421875</c:v>
                </c:pt>
                <c:pt idx="230">
                  <c:v>45.965709686279297</c:v>
                </c:pt>
                <c:pt idx="231">
                  <c:v>45.974285125732401</c:v>
                </c:pt>
                <c:pt idx="232">
                  <c:v>45.980072021484403</c:v>
                </c:pt>
                <c:pt idx="233">
                  <c:v>45.983039855957003</c:v>
                </c:pt>
                <c:pt idx="234">
                  <c:v>45.983600616455099</c:v>
                </c:pt>
                <c:pt idx="235">
                  <c:v>45.984855651855497</c:v>
                </c:pt>
                <c:pt idx="236">
                  <c:v>45.985496520996101</c:v>
                </c:pt>
                <c:pt idx="237">
                  <c:v>45.985828399658203</c:v>
                </c:pt>
                <c:pt idx="238">
                  <c:v>45.985996246337898</c:v>
                </c:pt>
                <c:pt idx="239">
                  <c:v>45.986083984375</c:v>
                </c:pt>
                <c:pt idx="240">
                  <c:v>45.986129760742202</c:v>
                </c:pt>
                <c:pt idx="241">
                  <c:v>45.986152648925803</c:v>
                </c:pt>
                <c:pt idx="242">
                  <c:v>45.986164093017599</c:v>
                </c:pt>
                <c:pt idx="243">
                  <c:v>45.986167907714801</c:v>
                </c:pt>
                <c:pt idx="244">
                  <c:v>45.986171722412102</c:v>
                </c:pt>
                <c:pt idx="245">
                  <c:v>45.986175537109403</c:v>
                </c:pt>
                <c:pt idx="246">
                  <c:v>45.986175537109403</c:v>
                </c:pt>
                <c:pt idx="247">
                  <c:v>45.986175537109403</c:v>
                </c:pt>
                <c:pt idx="248">
                  <c:v>45.986175537109403</c:v>
                </c:pt>
                <c:pt idx="249">
                  <c:v>45.986175537109403</c:v>
                </c:pt>
                <c:pt idx="250">
                  <c:v>45.986175537109403</c:v>
                </c:pt>
                <c:pt idx="251">
                  <c:v>45.986175537109403</c:v>
                </c:pt>
                <c:pt idx="252">
                  <c:v>45.986175537109403</c:v>
                </c:pt>
                <c:pt idx="253">
                  <c:v>45.986175537109403</c:v>
                </c:pt>
                <c:pt idx="254">
                  <c:v>45.986175537109403</c:v>
                </c:pt>
                <c:pt idx="255">
                  <c:v>45.986175537109403</c:v>
                </c:pt>
                <c:pt idx="256">
                  <c:v>45.986175537109403</c:v>
                </c:pt>
                <c:pt idx="257">
                  <c:v>45.986175537109403</c:v>
                </c:pt>
                <c:pt idx="258">
                  <c:v>45.986175537109403</c:v>
                </c:pt>
                <c:pt idx="259">
                  <c:v>45.986175537109403</c:v>
                </c:pt>
                <c:pt idx="260">
                  <c:v>45.986175537109403</c:v>
                </c:pt>
                <c:pt idx="261">
                  <c:v>45.986175537109403</c:v>
                </c:pt>
                <c:pt idx="262">
                  <c:v>45.986175537109403</c:v>
                </c:pt>
                <c:pt idx="263">
                  <c:v>45.986175537109403</c:v>
                </c:pt>
                <c:pt idx="264">
                  <c:v>45.986175537109403</c:v>
                </c:pt>
                <c:pt idx="265">
                  <c:v>45.986175537109403</c:v>
                </c:pt>
                <c:pt idx="266">
                  <c:v>45.986175537109403</c:v>
                </c:pt>
                <c:pt idx="267">
                  <c:v>45.986175537109403</c:v>
                </c:pt>
                <c:pt idx="268">
                  <c:v>45.986175537109403</c:v>
                </c:pt>
                <c:pt idx="269">
                  <c:v>45.986175537109403</c:v>
                </c:pt>
                <c:pt idx="270">
                  <c:v>45.986175537109403</c:v>
                </c:pt>
                <c:pt idx="271">
                  <c:v>45.986175537109403</c:v>
                </c:pt>
                <c:pt idx="272">
                  <c:v>45.986175537109403</c:v>
                </c:pt>
                <c:pt idx="273">
                  <c:v>45.986175537109403</c:v>
                </c:pt>
                <c:pt idx="274">
                  <c:v>45.986175537109403</c:v>
                </c:pt>
                <c:pt idx="275">
                  <c:v>45.986175537109403</c:v>
                </c:pt>
                <c:pt idx="276">
                  <c:v>45.986175537109403</c:v>
                </c:pt>
                <c:pt idx="277">
                  <c:v>45.986175537109403</c:v>
                </c:pt>
                <c:pt idx="278">
                  <c:v>46.013824462890597</c:v>
                </c:pt>
                <c:pt idx="279">
                  <c:v>46.000370025634801</c:v>
                </c:pt>
                <c:pt idx="280">
                  <c:v>46.048759460449197</c:v>
                </c:pt>
                <c:pt idx="281">
                  <c:v>46.018306732177699</c:v>
                </c:pt>
                <c:pt idx="282">
                  <c:v>46.041259765625</c:v>
                </c:pt>
                <c:pt idx="283">
                  <c:v>46.014457702636697</c:v>
                </c:pt>
                <c:pt idx="284">
                  <c:v>46.000694274902301</c:v>
                </c:pt>
                <c:pt idx="285">
                  <c:v>46.1260986328125</c:v>
                </c:pt>
                <c:pt idx="286">
                  <c:v>46.147872924804702</c:v>
                </c:pt>
                <c:pt idx="287">
                  <c:v>46.098915100097699</c:v>
                </c:pt>
                <c:pt idx="288">
                  <c:v>46.1308784484863</c:v>
                </c:pt>
                <c:pt idx="289">
                  <c:v>46.060466766357401</c:v>
                </c:pt>
                <c:pt idx="290">
                  <c:v>46.168380737304702</c:v>
                </c:pt>
                <c:pt idx="291">
                  <c:v>46.139167785644503</c:v>
                </c:pt>
                <c:pt idx="292">
                  <c:v>46.064723968505902</c:v>
                </c:pt>
                <c:pt idx="293">
                  <c:v>46.2271537780762</c:v>
                </c:pt>
                <c:pt idx="294">
                  <c:v>46.339378356933601</c:v>
                </c:pt>
                <c:pt idx="295">
                  <c:v>46.208995819091797</c:v>
                </c:pt>
                <c:pt idx="296">
                  <c:v>46.792732238769503</c:v>
                </c:pt>
                <c:pt idx="297">
                  <c:v>47.325923919677699</c:v>
                </c:pt>
                <c:pt idx="298">
                  <c:v>47.515079498291001</c:v>
                </c:pt>
                <c:pt idx="299">
                  <c:v>47.625885009765597</c:v>
                </c:pt>
                <c:pt idx="300">
                  <c:v>47.778129577636697</c:v>
                </c:pt>
                <c:pt idx="301">
                  <c:v>47.646873474121101</c:v>
                </c:pt>
                <c:pt idx="302">
                  <c:v>47.806163787841797</c:v>
                </c:pt>
                <c:pt idx="303">
                  <c:v>47.925704956054702</c:v>
                </c:pt>
                <c:pt idx="304">
                  <c:v>48.1422119140625</c:v>
                </c:pt>
                <c:pt idx="305">
                  <c:v>48.258296966552699</c:v>
                </c:pt>
                <c:pt idx="306">
                  <c:v>48.308116912841797</c:v>
                </c:pt>
                <c:pt idx="307">
                  <c:v>48.288078308105497</c:v>
                </c:pt>
                <c:pt idx="308">
                  <c:v>48.3877983093262</c:v>
                </c:pt>
                <c:pt idx="309">
                  <c:v>48.401153564453097</c:v>
                </c:pt>
                <c:pt idx="310">
                  <c:v>48.470577239990199</c:v>
                </c:pt>
                <c:pt idx="311">
                  <c:v>48.571506500244098</c:v>
                </c:pt>
                <c:pt idx="312">
                  <c:v>48.549774169921903</c:v>
                </c:pt>
                <c:pt idx="313">
                  <c:v>48.581829071044901</c:v>
                </c:pt>
                <c:pt idx="314">
                  <c:v>48.5753784179688</c:v>
                </c:pt>
                <c:pt idx="315">
                  <c:v>48.605777740478501</c:v>
                </c:pt>
                <c:pt idx="316">
                  <c:v>48.777759552002003</c:v>
                </c:pt>
                <c:pt idx="317">
                  <c:v>48.934722900390597</c:v>
                </c:pt>
                <c:pt idx="318">
                  <c:v>49.001167297363303</c:v>
                </c:pt>
                <c:pt idx="319">
                  <c:v>49.056419372558601</c:v>
                </c:pt>
                <c:pt idx="320">
                  <c:v>49.150920867919901</c:v>
                </c:pt>
                <c:pt idx="321">
                  <c:v>49.138332366943402</c:v>
                </c:pt>
                <c:pt idx="322">
                  <c:v>49.130958557128899</c:v>
                </c:pt>
                <c:pt idx="323">
                  <c:v>49.118953704833999</c:v>
                </c:pt>
                <c:pt idx="324">
                  <c:v>49.1458930969238</c:v>
                </c:pt>
                <c:pt idx="325">
                  <c:v>49.143741607666001</c:v>
                </c:pt>
                <c:pt idx="326">
                  <c:v>49.126628875732401</c:v>
                </c:pt>
                <c:pt idx="327">
                  <c:v>49.129241943359403</c:v>
                </c:pt>
                <c:pt idx="328">
                  <c:v>49.172874450683601</c:v>
                </c:pt>
                <c:pt idx="329">
                  <c:v>49.171821594238303</c:v>
                </c:pt>
                <c:pt idx="330">
                  <c:v>49.173210144042997</c:v>
                </c:pt>
                <c:pt idx="331">
                  <c:v>49.183708190917997</c:v>
                </c:pt>
                <c:pt idx="332">
                  <c:v>49.193092346191399</c:v>
                </c:pt>
                <c:pt idx="333">
                  <c:v>49.200775146484403</c:v>
                </c:pt>
                <c:pt idx="334">
                  <c:v>49.251083374023402</c:v>
                </c:pt>
                <c:pt idx="335">
                  <c:v>49.2679252624512</c:v>
                </c:pt>
                <c:pt idx="336">
                  <c:v>49.272052764892599</c:v>
                </c:pt>
                <c:pt idx="337">
                  <c:v>49.263259887695298</c:v>
                </c:pt>
                <c:pt idx="338">
                  <c:v>49.283164978027301</c:v>
                </c:pt>
                <c:pt idx="339">
                  <c:v>49.228446960449197</c:v>
                </c:pt>
                <c:pt idx="340">
                  <c:v>49.211452484130902</c:v>
                </c:pt>
                <c:pt idx="341">
                  <c:v>49.2430610656738</c:v>
                </c:pt>
                <c:pt idx="342">
                  <c:v>49.263805389404297</c:v>
                </c:pt>
                <c:pt idx="343">
                  <c:v>49.274459838867202</c:v>
                </c:pt>
                <c:pt idx="344">
                  <c:v>49.2754096984863</c:v>
                </c:pt>
                <c:pt idx="345">
                  <c:v>49.246448516845703</c:v>
                </c:pt>
                <c:pt idx="346">
                  <c:v>49.197208404541001</c:v>
                </c:pt>
                <c:pt idx="347">
                  <c:v>49.210216522216797</c:v>
                </c:pt>
                <c:pt idx="348">
                  <c:v>49.237266540527301</c:v>
                </c:pt>
                <c:pt idx="349">
                  <c:v>49.242809295654297</c:v>
                </c:pt>
                <c:pt idx="350">
                  <c:v>49.247581481933601</c:v>
                </c:pt>
                <c:pt idx="351">
                  <c:v>49.257144927978501</c:v>
                </c:pt>
                <c:pt idx="352">
                  <c:v>49.232799530029297</c:v>
                </c:pt>
                <c:pt idx="353">
                  <c:v>49.209213256835902</c:v>
                </c:pt>
                <c:pt idx="354">
                  <c:v>49.219932556152301</c:v>
                </c:pt>
                <c:pt idx="355">
                  <c:v>49.149654388427699</c:v>
                </c:pt>
                <c:pt idx="356">
                  <c:v>49.142303466796903</c:v>
                </c:pt>
                <c:pt idx="357">
                  <c:v>49.129123687744098</c:v>
                </c:pt>
                <c:pt idx="358">
                  <c:v>49.134899139404297</c:v>
                </c:pt>
                <c:pt idx="359">
                  <c:v>49.180042266845703</c:v>
                </c:pt>
                <c:pt idx="360">
                  <c:v>49.215843200683601</c:v>
                </c:pt>
                <c:pt idx="361">
                  <c:v>49.245861053466797</c:v>
                </c:pt>
                <c:pt idx="362">
                  <c:v>49.272544860839801</c:v>
                </c:pt>
                <c:pt idx="363">
                  <c:v>49.255283355712898</c:v>
                </c:pt>
                <c:pt idx="364">
                  <c:v>49.222415924072301</c:v>
                </c:pt>
                <c:pt idx="365">
                  <c:v>49.249336242675803</c:v>
                </c:pt>
                <c:pt idx="366">
                  <c:v>49.220268249511697</c:v>
                </c:pt>
                <c:pt idx="367">
                  <c:v>49.217456817627003</c:v>
                </c:pt>
                <c:pt idx="368">
                  <c:v>49.250404357910199</c:v>
                </c:pt>
                <c:pt idx="369">
                  <c:v>49.265411376953097</c:v>
                </c:pt>
                <c:pt idx="370">
                  <c:v>49.282581329345703</c:v>
                </c:pt>
                <c:pt idx="371">
                  <c:v>49.270851135253899</c:v>
                </c:pt>
                <c:pt idx="372">
                  <c:v>49.285373687744098</c:v>
                </c:pt>
                <c:pt idx="373">
                  <c:v>49.283435821533203</c:v>
                </c:pt>
                <c:pt idx="374">
                  <c:v>49.298130035400398</c:v>
                </c:pt>
                <c:pt idx="375">
                  <c:v>49.279998779296903</c:v>
                </c:pt>
                <c:pt idx="376">
                  <c:v>49.291759490966797</c:v>
                </c:pt>
                <c:pt idx="377">
                  <c:v>49.299388885498097</c:v>
                </c:pt>
                <c:pt idx="378">
                  <c:v>49.303432464599602</c:v>
                </c:pt>
                <c:pt idx="379">
                  <c:v>49.303787231445298</c:v>
                </c:pt>
                <c:pt idx="380">
                  <c:v>49.3039741516113</c:v>
                </c:pt>
                <c:pt idx="381">
                  <c:v>49.304065704345703</c:v>
                </c:pt>
                <c:pt idx="382">
                  <c:v>49.304115295410199</c:v>
                </c:pt>
                <c:pt idx="383">
                  <c:v>49.305618286132798</c:v>
                </c:pt>
                <c:pt idx="384">
                  <c:v>49.307300567627003</c:v>
                </c:pt>
                <c:pt idx="385">
                  <c:v>49.3084106445313</c:v>
                </c:pt>
                <c:pt idx="386">
                  <c:v>49.313114166259801</c:v>
                </c:pt>
                <c:pt idx="387">
                  <c:v>49.335498809814503</c:v>
                </c:pt>
                <c:pt idx="388">
                  <c:v>49.332954406738303</c:v>
                </c:pt>
                <c:pt idx="389">
                  <c:v>49.353343963623097</c:v>
                </c:pt>
                <c:pt idx="390">
                  <c:v>49.357337951660199</c:v>
                </c:pt>
                <c:pt idx="391">
                  <c:v>49.370487213134801</c:v>
                </c:pt>
                <c:pt idx="392">
                  <c:v>49.386253356933601</c:v>
                </c:pt>
                <c:pt idx="393">
                  <c:v>49.395107269287102</c:v>
                </c:pt>
                <c:pt idx="394">
                  <c:v>49.401535034179702</c:v>
                </c:pt>
                <c:pt idx="395">
                  <c:v>49.406604766845703</c:v>
                </c:pt>
                <c:pt idx="396">
                  <c:v>49.403312683105497</c:v>
                </c:pt>
                <c:pt idx="397">
                  <c:v>49.398059844970703</c:v>
                </c:pt>
                <c:pt idx="398">
                  <c:v>49.425628662109403</c:v>
                </c:pt>
                <c:pt idx="399">
                  <c:v>49.423946380615199</c:v>
                </c:pt>
                <c:pt idx="400">
                  <c:v>49.493011474609403</c:v>
                </c:pt>
                <c:pt idx="401">
                  <c:v>49.521602630615199</c:v>
                </c:pt>
                <c:pt idx="402">
                  <c:v>49.542266845703097</c:v>
                </c:pt>
                <c:pt idx="403">
                  <c:v>49.5346870422363</c:v>
                </c:pt>
                <c:pt idx="404">
                  <c:v>49.546768188476598</c:v>
                </c:pt>
                <c:pt idx="405">
                  <c:v>49.577919006347699</c:v>
                </c:pt>
                <c:pt idx="406">
                  <c:v>49.583808898925803</c:v>
                </c:pt>
                <c:pt idx="407">
                  <c:v>49.614711761474602</c:v>
                </c:pt>
                <c:pt idx="408">
                  <c:v>49.657928466796903</c:v>
                </c:pt>
                <c:pt idx="409">
                  <c:v>49.678890228271499</c:v>
                </c:pt>
                <c:pt idx="410">
                  <c:v>49.690475463867202</c:v>
                </c:pt>
                <c:pt idx="411">
                  <c:v>49.684288024902301</c:v>
                </c:pt>
                <c:pt idx="412">
                  <c:v>49.754680633544901</c:v>
                </c:pt>
                <c:pt idx="413">
                  <c:v>49.7738647460938</c:v>
                </c:pt>
                <c:pt idx="414">
                  <c:v>49.775230407714801</c:v>
                </c:pt>
                <c:pt idx="415">
                  <c:v>49.8611450195313</c:v>
                </c:pt>
                <c:pt idx="416">
                  <c:v>49.905765533447301</c:v>
                </c:pt>
                <c:pt idx="417">
                  <c:v>49.878158569335902</c:v>
                </c:pt>
                <c:pt idx="418">
                  <c:v>49.854423522949197</c:v>
                </c:pt>
                <c:pt idx="419">
                  <c:v>49.886444091796903</c:v>
                </c:pt>
                <c:pt idx="420">
                  <c:v>49.941169738769503</c:v>
                </c:pt>
                <c:pt idx="421">
                  <c:v>50.035896301269503</c:v>
                </c:pt>
                <c:pt idx="422">
                  <c:v>50.078445434570298</c:v>
                </c:pt>
                <c:pt idx="423">
                  <c:v>50.091270446777301</c:v>
                </c:pt>
                <c:pt idx="424">
                  <c:v>50.104423522949197</c:v>
                </c:pt>
                <c:pt idx="425">
                  <c:v>50.104465484619098</c:v>
                </c:pt>
                <c:pt idx="426">
                  <c:v>50.136768341064503</c:v>
                </c:pt>
                <c:pt idx="427">
                  <c:v>50.098159790039098</c:v>
                </c:pt>
                <c:pt idx="428">
                  <c:v>50.128246307373097</c:v>
                </c:pt>
                <c:pt idx="429">
                  <c:v>50.226936340332003</c:v>
                </c:pt>
                <c:pt idx="430">
                  <c:v>50.374553680419901</c:v>
                </c:pt>
                <c:pt idx="431">
                  <c:v>50.406303405761697</c:v>
                </c:pt>
                <c:pt idx="432">
                  <c:v>50.4419136047363</c:v>
                </c:pt>
                <c:pt idx="433">
                  <c:v>50.554290771484403</c:v>
                </c:pt>
                <c:pt idx="434">
                  <c:v>50.713172912597699</c:v>
                </c:pt>
                <c:pt idx="435">
                  <c:v>50.7885551452637</c:v>
                </c:pt>
                <c:pt idx="436">
                  <c:v>50.844448089599602</c:v>
                </c:pt>
                <c:pt idx="437">
                  <c:v>50.880622863769503</c:v>
                </c:pt>
                <c:pt idx="438">
                  <c:v>50.899196624755902</c:v>
                </c:pt>
                <c:pt idx="439">
                  <c:v>50.916694641113303</c:v>
                </c:pt>
                <c:pt idx="440">
                  <c:v>50.9002876281738</c:v>
                </c:pt>
                <c:pt idx="441">
                  <c:v>50.918460845947301</c:v>
                </c:pt>
                <c:pt idx="442">
                  <c:v>50.927791595458999</c:v>
                </c:pt>
                <c:pt idx="443">
                  <c:v>50.922977447509801</c:v>
                </c:pt>
                <c:pt idx="444">
                  <c:v>50.912540435791001</c:v>
                </c:pt>
                <c:pt idx="445">
                  <c:v>50.924343109130902</c:v>
                </c:pt>
                <c:pt idx="446">
                  <c:v>50.932525634765597</c:v>
                </c:pt>
                <c:pt idx="447">
                  <c:v>50.929561614990199</c:v>
                </c:pt>
                <c:pt idx="448">
                  <c:v>50.934001922607401</c:v>
                </c:pt>
                <c:pt idx="449">
                  <c:v>50.936012268066399</c:v>
                </c:pt>
                <c:pt idx="450">
                  <c:v>50.939018249511697</c:v>
                </c:pt>
                <c:pt idx="451">
                  <c:v>50.9508056640625</c:v>
                </c:pt>
                <c:pt idx="452">
                  <c:v>50.956699371337898</c:v>
                </c:pt>
                <c:pt idx="453">
                  <c:v>50.944431304931598</c:v>
                </c:pt>
                <c:pt idx="454">
                  <c:v>50.9539985656738</c:v>
                </c:pt>
                <c:pt idx="455">
                  <c:v>50.955169677734403</c:v>
                </c:pt>
                <c:pt idx="456">
                  <c:v>50.976268768310597</c:v>
                </c:pt>
                <c:pt idx="457">
                  <c:v>50.972560882568402</c:v>
                </c:pt>
                <c:pt idx="458">
                  <c:v>50.986270904541001</c:v>
                </c:pt>
                <c:pt idx="459">
                  <c:v>50.994625091552699</c:v>
                </c:pt>
                <c:pt idx="460">
                  <c:v>50.996124267578097</c:v>
                </c:pt>
                <c:pt idx="461">
                  <c:v>50.976097106933601</c:v>
                </c:pt>
                <c:pt idx="462">
                  <c:v>50.992153167724602</c:v>
                </c:pt>
                <c:pt idx="463">
                  <c:v>50.992362976074197</c:v>
                </c:pt>
                <c:pt idx="464">
                  <c:v>50.980278015136697</c:v>
                </c:pt>
                <c:pt idx="465">
                  <c:v>50.985187530517599</c:v>
                </c:pt>
                <c:pt idx="466">
                  <c:v>50.9923286437988</c:v>
                </c:pt>
                <c:pt idx="467">
                  <c:v>50.98974609375</c:v>
                </c:pt>
                <c:pt idx="468">
                  <c:v>50.981536865234403</c:v>
                </c:pt>
                <c:pt idx="469">
                  <c:v>50.987525939941399</c:v>
                </c:pt>
                <c:pt idx="470">
                  <c:v>51.001125335693402</c:v>
                </c:pt>
                <c:pt idx="471">
                  <c:v>50.992240905761697</c:v>
                </c:pt>
                <c:pt idx="472">
                  <c:v>51.001018524169901</c:v>
                </c:pt>
                <c:pt idx="473">
                  <c:v>50.995861053466797</c:v>
                </c:pt>
                <c:pt idx="474">
                  <c:v>51.045463562011697</c:v>
                </c:pt>
                <c:pt idx="475">
                  <c:v>51.021492004394503</c:v>
                </c:pt>
                <c:pt idx="476">
                  <c:v>51.009578704833999</c:v>
                </c:pt>
                <c:pt idx="477">
                  <c:v>51.012557983398402</c:v>
                </c:pt>
                <c:pt idx="478">
                  <c:v>51.025272369384801</c:v>
                </c:pt>
                <c:pt idx="479">
                  <c:v>51.027256011962898</c:v>
                </c:pt>
                <c:pt idx="480">
                  <c:v>51.043914794921903</c:v>
                </c:pt>
                <c:pt idx="481">
                  <c:v>51.063869476318402</c:v>
                </c:pt>
                <c:pt idx="482">
                  <c:v>51.118038177490199</c:v>
                </c:pt>
                <c:pt idx="483">
                  <c:v>51.139373779296903</c:v>
                </c:pt>
                <c:pt idx="484">
                  <c:v>51.1530952453613</c:v>
                </c:pt>
                <c:pt idx="485">
                  <c:v>51.126316070556598</c:v>
                </c:pt>
                <c:pt idx="486">
                  <c:v>51.107608795166001</c:v>
                </c:pt>
                <c:pt idx="487">
                  <c:v>51.1123046875</c:v>
                </c:pt>
                <c:pt idx="488">
                  <c:v>51.1725463867188</c:v>
                </c:pt>
                <c:pt idx="489">
                  <c:v>51.107692718505902</c:v>
                </c:pt>
                <c:pt idx="490">
                  <c:v>51.101253509521499</c:v>
                </c:pt>
                <c:pt idx="491">
                  <c:v>51.096035003662102</c:v>
                </c:pt>
                <c:pt idx="492">
                  <c:v>51.128326416015597</c:v>
                </c:pt>
                <c:pt idx="493">
                  <c:v>51.156417846679702</c:v>
                </c:pt>
                <c:pt idx="494">
                  <c:v>51.172195434570298</c:v>
                </c:pt>
                <c:pt idx="495">
                  <c:v>51.251155853271499</c:v>
                </c:pt>
                <c:pt idx="496">
                  <c:v>51.331996917724602</c:v>
                </c:pt>
                <c:pt idx="497">
                  <c:v>51.424564361572301</c:v>
                </c:pt>
                <c:pt idx="498">
                  <c:v>51.574619293212898</c:v>
                </c:pt>
                <c:pt idx="499">
                  <c:v>51.628971099853501</c:v>
                </c:pt>
                <c:pt idx="500">
                  <c:v>51.479621887207003</c:v>
                </c:pt>
                <c:pt idx="501">
                  <c:v>51.455207824707003</c:v>
                </c:pt>
                <c:pt idx="502">
                  <c:v>51.354831695556598</c:v>
                </c:pt>
                <c:pt idx="503">
                  <c:v>51.301021575927699</c:v>
                </c:pt>
                <c:pt idx="504">
                  <c:v>51.324348449707003</c:v>
                </c:pt>
                <c:pt idx="505">
                  <c:v>51.408725738525398</c:v>
                </c:pt>
                <c:pt idx="506">
                  <c:v>51.641017913818402</c:v>
                </c:pt>
                <c:pt idx="507">
                  <c:v>51.759567260742202</c:v>
                </c:pt>
                <c:pt idx="508">
                  <c:v>51.805286407470703</c:v>
                </c:pt>
                <c:pt idx="509">
                  <c:v>51.855388641357401</c:v>
                </c:pt>
                <c:pt idx="510">
                  <c:v>51.964813232421903</c:v>
                </c:pt>
                <c:pt idx="511">
                  <c:v>52.044467926025398</c:v>
                </c:pt>
                <c:pt idx="512">
                  <c:v>52.196315765380902</c:v>
                </c:pt>
                <c:pt idx="513">
                  <c:v>52.3144340515137</c:v>
                </c:pt>
                <c:pt idx="514">
                  <c:v>52.290775299072301</c:v>
                </c:pt>
                <c:pt idx="515">
                  <c:v>52.346126556396499</c:v>
                </c:pt>
                <c:pt idx="516">
                  <c:v>52.307285308837898</c:v>
                </c:pt>
                <c:pt idx="517">
                  <c:v>52.303409576416001</c:v>
                </c:pt>
                <c:pt idx="518">
                  <c:v>52.217075347900398</c:v>
                </c:pt>
                <c:pt idx="519">
                  <c:v>52.1508979797363</c:v>
                </c:pt>
                <c:pt idx="520">
                  <c:v>52.246818542480497</c:v>
                </c:pt>
                <c:pt idx="521">
                  <c:v>52.404613494873097</c:v>
                </c:pt>
                <c:pt idx="522">
                  <c:v>52.393333435058601</c:v>
                </c:pt>
                <c:pt idx="523">
                  <c:v>52.332912445068402</c:v>
                </c:pt>
                <c:pt idx="524">
                  <c:v>52.421054840087898</c:v>
                </c:pt>
                <c:pt idx="525">
                  <c:v>52.433128356933601</c:v>
                </c:pt>
                <c:pt idx="526">
                  <c:v>52.443946838378899</c:v>
                </c:pt>
                <c:pt idx="527">
                  <c:v>52.438449859619098</c:v>
                </c:pt>
                <c:pt idx="528">
                  <c:v>52.496768951416001</c:v>
                </c:pt>
                <c:pt idx="529">
                  <c:v>52.478446960449197</c:v>
                </c:pt>
                <c:pt idx="530">
                  <c:v>52.509963989257798</c:v>
                </c:pt>
                <c:pt idx="531">
                  <c:v>52.481964111328097</c:v>
                </c:pt>
                <c:pt idx="532">
                  <c:v>52.445728302002003</c:v>
                </c:pt>
                <c:pt idx="533">
                  <c:v>52.456668853759801</c:v>
                </c:pt>
                <c:pt idx="534">
                  <c:v>52.466636657714801</c:v>
                </c:pt>
                <c:pt idx="535">
                  <c:v>52.517471313476598</c:v>
                </c:pt>
                <c:pt idx="536">
                  <c:v>52.543571472167997</c:v>
                </c:pt>
                <c:pt idx="537">
                  <c:v>52.543399810791001</c:v>
                </c:pt>
                <c:pt idx="538">
                  <c:v>52.551399230957003</c:v>
                </c:pt>
                <c:pt idx="539">
                  <c:v>52.526241302490199</c:v>
                </c:pt>
                <c:pt idx="540">
                  <c:v>52.548072814941399</c:v>
                </c:pt>
                <c:pt idx="541">
                  <c:v>52.559284210205099</c:v>
                </c:pt>
                <c:pt idx="542">
                  <c:v>52.547660827636697</c:v>
                </c:pt>
                <c:pt idx="543">
                  <c:v>52.521160125732401</c:v>
                </c:pt>
                <c:pt idx="544">
                  <c:v>52.545463562011697</c:v>
                </c:pt>
                <c:pt idx="545">
                  <c:v>52.540569305419901</c:v>
                </c:pt>
                <c:pt idx="546">
                  <c:v>52.555427551269503</c:v>
                </c:pt>
                <c:pt idx="547">
                  <c:v>52.563060760498097</c:v>
                </c:pt>
                <c:pt idx="548">
                  <c:v>52.566978454589801</c:v>
                </c:pt>
                <c:pt idx="549">
                  <c:v>52.5689888000488</c:v>
                </c:pt>
                <c:pt idx="550">
                  <c:v>52.570018768310597</c:v>
                </c:pt>
                <c:pt idx="551">
                  <c:v>52.570549011230497</c:v>
                </c:pt>
                <c:pt idx="552">
                  <c:v>52.570823669433601</c:v>
                </c:pt>
                <c:pt idx="553">
                  <c:v>52.543819427490199</c:v>
                </c:pt>
                <c:pt idx="554">
                  <c:v>52.546134948730497</c:v>
                </c:pt>
                <c:pt idx="555">
                  <c:v>52.5582885742188</c:v>
                </c:pt>
                <c:pt idx="556">
                  <c:v>52.564525604248097</c:v>
                </c:pt>
                <c:pt idx="557">
                  <c:v>52.547195434570298</c:v>
                </c:pt>
                <c:pt idx="558">
                  <c:v>52.558830261230497</c:v>
                </c:pt>
                <c:pt idx="559">
                  <c:v>52.564807891845703</c:v>
                </c:pt>
                <c:pt idx="560">
                  <c:v>52.514812469482401</c:v>
                </c:pt>
                <c:pt idx="561">
                  <c:v>52.505775451660199</c:v>
                </c:pt>
                <c:pt idx="562">
                  <c:v>52.5147094726563</c:v>
                </c:pt>
                <c:pt idx="563">
                  <c:v>52.542152404785199</c:v>
                </c:pt>
                <c:pt idx="564">
                  <c:v>52.523445129394503</c:v>
                </c:pt>
                <c:pt idx="565">
                  <c:v>52.507091522216797</c:v>
                </c:pt>
                <c:pt idx="566">
                  <c:v>52.532760620117202</c:v>
                </c:pt>
                <c:pt idx="567">
                  <c:v>52.551422119140597</c:v>
                </c:pt>
                <c:pt idx="568">
                  <c:v>52.561000823974602</c:v>
                </c:pt>
                <c:pt idx="569">
                  <c:v>52.565921783447301</c:v>
                </c:pt>
                <c:pt idx="570">
                  <c:v>52.568447113037102</c:v>
                </c:pt>
                <c:pt idx="571">
                  <c:v>52.459747314453097</c:v>
                </c:pt>
                <c:pt idx="572">
                  <c:v>52.488151550292997</c:v>
                </c:pt>
                <c:pt idx="573">
                  <c:v>52.352828979492202</c:v>
                </c:pt>
                <c:pt idx="574">
                  <c:v>52.255867004394503</c:v>
                </c:pt>
                <c:pt idx="575">
                  <c:v>52.291957855224602</c:v>
                </c:pt>
                <c:pt idx="576">
                  <c:v>52.100692749023402</c:v>
                </c:pt>
                <c:pt idx="577">
                  <c:v>51.994792938232401</c:v>
                </c:pt>
                <c:pt idx="578">
                  <c:v>51.886394500732401</c:v>
                </c:pt>
                <c:pt idx="579">
                  <c:v>51.747867584228501</c:v>
                </c:pt>
                <c:pt idx="580">
                  <c:v>51.789630889892599</c:v>
                </c:pt>
                <c:pt idx="581">
                  <c:v>51.575897216796903</c:v>
                </c:pt>
                <c:pt idx="582">
                  <c:v>51.475471496582003</c:v>
                </c:pt>
                <c:pt idx="583">
                  <c:v>51.480907440185597</c:v>
                </c:pt>
                <c:pt idx="584">
                  <c:v>51.335323333740199</c:v>
                </c:pt>
                <c:pt idx="585">
                  <c:v>51.252758026123097</c:v>
                </c:pt>
                <c:pt idx="586">
                  <c:v>51.195823669433601</c:v>
                </c:pt>
                <c:pt idx="587">
                  <c:v>51.135025024414098</c:v>
                </c:pt>
                <c:pt idx="588">
                  <c:v>51.0963325500488</c:v>
                </c:pt>
                <c:pt idx="589">
                  <c:v>51.0452880859375</c:v>
                </c:pt>
                <c:pt idx="590">
                  <c:v>51.016616821289098</c:v>
                </c:pt>
                <c:pt idx="591">
                  <c:v>51.008380889892599</c:v>
                </c:pt>
                <c:pt idx="592">
                  <c:v>51.008266448974602</c:v>
                </c:pt>
                <c:pt idx="593">
                  <c:v>50.998989105224602</c:v>
                </c:pt>
                <c:pt idx="594">
                  <c:v>50.993801116943402</c:v>
                </c:pt>
                <c:pt idx="595">
                  <c:v>50.998420715332003</c:v>
                </c:pt>
                <c:pt idx="596">
                  <c:v>50.981109619140597</c:v>
                </c:pt>
                <c:pt idx="597">
                  <c:v>50.971767425537102</c:v>
                </c:pt>
                <c:pt idx="598">
                  <c:v>50.967628479003899</c:v>
                </c:pt>
                <c:pt idx="599">
                  <c:v>50.950569152832003</c:v>
                </c:pt>
                <c:pt idx="600">
                  <c:v>50.9473266601563</c:v>
                </c:pt>
                <c:pt idx="601">
                  <c:v>50.946422576904297</c:v>
                </c:pt>
                <c:pt idx="602">
                  <c:v>50.9426460266113</c:v>
                </c:pt>
                <c:pt idx="603">
                  <c:v>50.940208435058601</c:v>
                </c:pt>
                <c:pt idx="604">
                  <c:v>50.916873931884801</c:v>
                </c:pt>
                <c:pt idx="605">
                  <c:v>50.922035217285199</c:v>
                </c:pt>
                <c:pt idx="606">
                  <c:v>50.920940399169901</c:v>
                </c:pt>
                <c:pt idx="607">
                  <c:v>50.929065704345703</c:v>
                </c:pt>
                <c:pt idx="608">
                  <c:v>50.911594390869098</c:v>
                </c:pt>
                <c:pt idx="609">
                  <c:v>50.919651031494098</c:v>
                </c:pt>
                <c:pt idx="610">
                  <c:v>50.931022644042997</c:v>
                </c:pt>
                <c:pt idx="611">
                  <c:v>50.934242248535199</c:v>
                </c:pt>
                <c:pt idx="612">
                  <c:v>50.887546539306598</c:v>
                </c:pt>
                <c:pt idx="613">
                  <c:v>50.889339447021499</c:v>
                </c:pt>
                <c:pt idx="614">
                  <c:v>50.893764495849602</c:v>
                </c:pt>
                <c:pt idx="615">
                  <c:v>50.916343688964801</c:v>
                </c:pt>
                <c:pt idx="616">
                  <c:v>50.823062896728501</c:v>
                </c:pt>
                <c:pt idx="617">
                  <c:v>50.782398223877003</c:v>
                </c:pt>
                <c:pt idx="618">
                  <c:v>50.665519714355497</c:v>
                </c:pt>
                <c:pt idx="619">
                  <c:v>50.555564880371101</c:v>
                </c:pt>
                <c:pt idx="620">
                  <c:v>50.471748352050803</c:v>
                </c:pt>
                <c:pt idx="621">
                  <c:v>50.485439300537102</c:v>
                </c:pt>
                <c:pt idx="622">
                  <c:v>50.423477172851598</c:v>
                </c:pt>
                <c:pt idx="623">
                  <c:v>50.347789764404297</c:v>
                </c:pt>
                <c:pt idx="624">
                  <c:v>50.379993438720703</c:v>
                </c:pt>
                <c:pt idx="625">
                  <c:v>50.340774536132798</c:v>
                </c:pt>
                <c:pt idx="626">
                  <c:v>50.317043304443402</c:v>
                </c:pt>
                <c:pt idx="627">
                  <c:v>50.285690307617202</c:v>
                </c:pt>
                <c:pt idx="628">
                  <c:v>50.220138549804702</c:v>
                </c:pt>
                <c:pt idx="629">
                  <c:v>50.1783447265625</c:v>
                </c:pt>
                <c:pt idx="630">
                  <c:v>50.136085510253899</c:v>
                </c:pt>
                <c:pt idx="631">
                  <c:v>50.151954650878899</c:v>
                </c:pt>
                <c:pt idx="632">
                  <c:v>50.159187316894503</c:v>
                </c:pt>
                <c:pt idx="633">
                  <c:v>50.1941108703613</c:v>
                </c:pt>
                <c:pt idx="634">
                  <c:v>50.178047180175803</c:v>
                </c:pt>
                <c:pt idx="635">
                  <c:v>50.1403999328613</c:v>
                </c:pt>
                <c:pt idx="636">
                  <c:v>50.128231048583999</c:v>
                </c:pt>
                <c:pt idx="637">
                  <c:v>50.120109558105497</c:v>
                </c:pt>
                <c:pt idx="638">
                  <c:v>50.117855072021499</c:v>
                </c:pt>
                <c:pt idx="639">
                  <c:v>50.124732971191399</c:v>
                </c:pt>
                <c:pt idx="640">
                  <c:v>50.127532958984403</c:v>
                </c:pt>
                <c:pt idx="641">
                  <c:v>50.099117279052699</c:v>
                </c:pt>
                <c:pt idx="642">
                  <c:v>50.059066772460902</c:v>
                </c:pt>
                <c:pt idx="643">
                  <c:v>50.043575286865199</c:v>
                </c:pt>
                <c:pt idx="644">
                  <c:v>50.074337005615199</c:v>
                </c:pt>
                <c:pt idx="645">
                  <c:v>50.104824066162102</c:v>
                </c:pt>
                <c:pt idx="646">
                  <c:v>50.172725677490199</c:v>
                </c:pt>
                <c:pt idx="647">
                  <c:v>50.2118949890137</c:v>
                </c:pt>
                <c:pt idx="648">
                  <c:v>50.262210845947301</c:v>
                </c:pt>
                <c:pt idx="649">
                  <c:v>50.230388641357401</c:v>
                </c:pt>
                <c:pt idx="650">
                  <c:v>50.203651428222699</c:v>
                </c:pt>
                <c:pt idx="651">
                  <c:v>50.190601348877003</c:v>
                </c:pt>
                <c:pt idx="652">
                  <c:v>50.205875396728501</c:v>
                </c:pt>
                <c:pt idx="653">
                  <c:v>50.2115478515625</c:v>
                </c:pt>
                <c:pt idx="654">
                  <c:v>50.228691101074197</c:v>
                </c:pt>
                <c:pt idx="655">
                  <c:v>50.294624328613303</c:v>
                </c:pt>
                <c:pt idx="656">
                  <c:v>50.2509574890137</c:v>
                </c:pt>
                <c:pt idx="657">
                  <c:v>50.176364898681598</c:v>
                </c:pt>
                <c:pt idx="658">
                  <c:v>50.192642211914098</c:v>
                </c:pt>
                <c:pt idx="659">
                  <c:v>50.285617828369098</c:v>
                </c:pt>
                <c:pt idx="660">
                  <c:v>50.525230407714801</c:v>
                </c:pt>
                <c:pt idx="661">
                  <c:v>50.567981719970703</c:v>
                </c:pt>
                <c:pt idx="662">
                  <c:v>50.559772491455099</c:v>
                </c:pt>
                <c:pt idx="663">
                  <c:v>50.680873870849602</c:v>
                </c:pt>
                <c:pt idx="664">
                  <c:v>50.788791656494098</c:v>
                </c:pt>
                <c:pt idx="665">
                  <c:v>50.8556938171387</c:v>
                </c:pt>
                <c:pt idx="666">
                  <c:v>50.880405426025398</c:v>
                </c:pt>
                <c:pt idx="667">
                  <c:v>50.898967742919901</c:v>
                </c:pt>
                <c:pt idx="668">
                  <c:v>50.910160064697301</c:v>
                </c:pt>
                <c:pt idx="669">
                  <c:v>50.942428588867202</c:v>
                </c:pt>
                <c:pt idx="670">
                  <c:v>50.943080902099602</c:v>
                </c:pt>
                <c:pt idx="671">
                  <c:v>50.964080810546903</c:v>
                </c:pt>
                <c:pt idx="672">
                  <c:v>50.983604431152301</c:v>
                </c:pt>
                <c:pt idx="673">
                  <c:v>50.985744476318402</c:v>
                </c:pt>
                <c:pt idx="674">
                  <c:v>50.977195739746101</c:v>
                </c:pt>
                <c:pt idx="675">
                  <c:v>51.021183013916001</c:v>
                </c:pt>
                <c:pt idx="676">
                  <c:v>51.052516937255902</c:v>
                </c:pt>
                <c:pt idx="677">
                  <c:v>51.059074401855497</c:v>
                </c:pt>
                <c:pt idx="678">
                  <c:v>51.117774963378899</c:v>
                </c:pt>
                <c:pt idx="679">
                  <c:v>51.174278259277301</c:v>
                </c:pt>
                <c:pt idx="680">
                  <c:v>51.272293090820298</c:v>
                </c:pt>
                <c:pt idx="681">
                  <c:v>51.500373840332003</c:v>
                </c:pt>
                <c:pt idx="682">
                  <c:v>51.548419952392599</c:v>
                </c:pt>
                <c:pt idx="683">
                  <c:v>51.653491973877003</c:v>
                </c:pt>
                <c:pt idx="684">
                  <c:v>51.943428039550803</c:v>
                </c:pt>
                <c:pt idx="685">
                  <c:v>51.948196411132798</c:v>
                </c:pt>
                <c:pt idx="686">
                  <c:v>52.195198059082003</c:v>
                </c:pt>
                <c:pt idx="687">
                  <c:v>52.303817749023402</c:v>
                </c:pt>
                <c:pt idx="688">
                  <c:v>52.4068603515625</c:v>
                </c:pt>
                <c:pt idx="689">
                  <c:v>52.486782073974602</c:v>
                </c:pt>
                <c:pt idx="690">
                  <c:v>52.5278129577637</c:v>
                </c:pt>
                <c:pt idx="691">
                  <c:v>52.530307769775398</c:v>
                </c:pt>
                <c:pt idx="692">
                  <c:v>52.550163269042997</c:v>
                </c:pt>
                <c:pt idx="693">
                  <c:v>52.560356140136697</c:v>
                </c:pt>
                <c:pt idx="694">
                  <c:v>52.565589904785199</c:v>
                </c:pt>
                <c:pt idx="695">
                  <c:v>52.568275451660199</c:v>
                </c:pt>
                <c:pt idx="696">
                  <c:v>52.569656372070298</c:v>
                </c:pt>
                <c:pt idx="697">
                  <c:v>52.571205139160199</c:v>
                </c:pt>
                <c:pt idx="698">
                  <c:v>52.575382232666001</c:v>
                </c:pt>
                <c:pt idx="699">
                  <c:v>52.587287902832003</c:v>
                </c:pt>
                <c:pt idx="700">
                  <c:v>52.597690582275398</c:v>
                </c:pt>
                <c:pt idx="701">
                  <c:v>52.596736907958999</c:v>
                </c:pt>
                <c:pt idx="702">
                  <c:v>52.620071411132798</c:v>
                </c:pt>
                <c:pt idx="703">
                  <c:v>52.6941528320313</c:v>
                </c:pt>
                <c:pt idx="704">
                  <c:v>52.738861083984403</c:v>
                </c:pt>
                <c:pt idx="705">
                  <c:v>52.819717407226598</c:v>
                </c:pt>
                <c:pt idx="706">
                  <c:v>52.864524841308601</c:v>
                </c:pt>
                <c:pt idx="707">
                  <c:v>52.884651184082003</c:v>
                </c:pt>
                <c:pt idx="708">
                  <c:v>52.893638610839801</c:v>
                </c:pt>
                <c:pt idx="709">
                  <c:v>52.957599639892599</c:v>
                </c:pt>
                <c:pt idx="710">
                  <c:v>53.035457611083999</c:v>
                </c:pt>
                <c:pt idx="711">
                  <c:v>53.0415649414063</c:v>
                </c:pt>
                <c:pt idx="712">
                  <c:v>53.122898101806598</c:v>
                </c:pt>
                <c:pt idx="713">
                  <c:v>53.226600646972699</c:v>
                </c:pt>
                <c:pt idx="714">
                  <c:v>53.273323059082003</c:v>
                </c:pt>
                <c:pt idx="715">
                  <c:v>53.315216064453097</c:v>
                </c:pt>
                <c:pt idx="716">
                  <c:v>53.322380065917997</c:v>
                </c:pt>
                <c:pt idx="717">
                  <c:v>53.334877014160199</c:v>
                </c:pt>
                <c:pt idx="718">
                  <c:v>53.339260101318402</c:v>
                </c:pt>
                <c:pt idx="719">
                  <c:v>53.355865478515597</c:v>
                </c:pt>
                <c:pt idx="720">
                  <c:v>53.433601379394503</c:v>
                </c:pt>
                <c:pt idx="721">
                  <c:v>53.525020599365199</c:v>
                </c:pt>
                <c:pt idx="722">
                  <c:v>53.581851959228501</c:v>
                </c:pt>
                <c:pt idx="723">
                  <c:v>53.6759643554688</c:v>
                </c:pt>
                <c:pt idx="724">
                  <c:v>53.775299072265597</c:v>
                </c:pt>
                <c:pt idx="725">
                  <c:v>53.8713989257813</c:v>
                </c:pt>
                <c:pt idx="726">
                  <c:v>53.857089996337898</c:v>
                </c:pt>
                <c:pt idx="727">
                  <c:v>53.822429656982401</c:v>
                </c:pt>
                <c:pt idx="728">
                  <c:v>53.936954498291001</c:v>
                </c:pt>
                <c:pt idx="729">
                  <c:v>53.987537384033203</c:v>
                </c:pt>
                <c:pt idx="730">
                  <c:v>54.022834777832003</c:v>
                </c:pt>
                <c:pt idx="731">
                  <c:v>54.056930541992202</c:v>
                </c:pt>
                <c:pt idx="732">
                  <c:v>54.095874786377003</c:v>
                </c:pt>
                <c:pt idx="733">
                  <c:v>54.117202758789098</c:v>
                </c:pt>
                <c:pt idx="734">
                  <c:v>54.131309509277301</c:v>
                </c:pt>
                <c:pt idx="735">
                  <c:v>54.158782958984403</c:v>
                </c:pt>
                <c:pt idx="736">
                  <c:v>54.159324645996101</c:v>
                </c:pt>
                <c:pt idx="737">
                  <c:v>54.170482635498097</c:v>
                </c:pt>
                <c:pt idx="738">
                  <c:v>54.172641754150398</c:v>
                </c:pt>
                <c:pt idx="739">
                  <c:v>54.1659126281738</c:v>
                </c:pt>
                <c:pt idx="740">
                  <c:v>54.178882598877003</c:v>
                </c:pt>
                <c:pt idx="741">
                  <c:v>54.206771850585902</c:v>
                </c:pt>
                <c:pt idx="742">
                  <c:v>54.277408599853501</c:v>
                </c:pt>
                <c:pt idx="743">
                  <c:v>54.325439453125</c:v>
                </c:pt>
                <c:pt idx="744">
                  <c:v>54.391574859619098</c:v>
                </c:pt>
                <c:pt idx="745">
                  <c:v>54.395954132080099</c:v>
                </c:pt>
                <c:pt idx="746">
                  <c:v>54.454441070556598</c:v>
                </c:pt>
                <c:pt idx="747">
                  <c:v>54.525730133056598</c:v>
                </c:pt>
                <c:pt idx="748">
                  <c:v>54.650844573974602</c:v>
                </c:pt>
                <c:pt idx="749">
                  <c:v>54.699783325195298</c:v>
                </c:pt>
                <c:pt idx="750">
                  <c:v>54.736179351806598</c:v>
                </c:pt>
                <c:pt idx="751">
                  <c:v>54.744571685791001</c:v>
                </c:pt>
                <c:pt idx="752">
                  <c:v>54.752628326416001</c:v>
                </c:pt>
                <c:pt idx="753">
                  <c:v>54.773033142089801</c:v>
                </c:pt>
                <c:pt idx="754">
                  <c:v>54.794933319091797</c:v>
                </c:pt>
                <c:pt idx="755">
                  <c:v>54.783077239990199</c:v>
                </c:pt>
                <c:pt idx="756">
                  <c:v>54.768985748291001</c:v>
                </c:pt>
                <c:pt idx="757">
                  <c:v>54.749645233154297</c:v>
                </c:pt>
                <c:pt idx="758">
                  <c:v>54.736457824707003</c:v>
                </c:pt>
                <c:pt idx="759">
                  <c:v>54.765380859375</c:v>
                </c:pt>
                <c:pt idx="760">
                  <c:v>54.793922424316399</c:v>
                </c:pt>
                <c:pt idx="761">
                  <c:v>54.786735534667997</c:v>
                </c:pt>
                <c:pt idx="762">
                  <c:v>54.8237495422363</c:v>
                </c:pt>
                <c:pt idx="763">
                  <c:v>54.820205688476598</c:v>
                </c:pt>
                <c:pt idx="764">
                  <c:v>54.842922210693402</c:v>
                </c:pt>
                <c:pt idx="765">
                  <c:v>54.846656799316399</c:v>
                </c:pt>
                <c:pt idx="766">
                  <c:v>54.795162200927699</c:v>
                </c:pt>
                <c:pt idx="767">
                  <c:v>54.792205810546903</c:v>
                </c:pt>
                <c:pt idx="768">
                  <c:v>54.785842895507798</c:v>
                </c:pt>
                <c:pt idx="769">
                  <c:v>54.782302856445298</c:v>
                </c:pt>
                <c:pt idx="770">
                  <c:v>54.773761749267599</c:v>
                </c:pt>
                <c:pt idx="771">
                  <c:v>54.790454864502003</c:v>
                </c:pt>
                <c:pt idx="772">
                  <c:v>54.780338287353501</c:v>
                </c:pt>
                <c:pt idx="773">
                  <c:v>54.776180267333999</c:v>
                </c:pt>
                <c:pt idx="774">
                  <c:v>54.775966644287102</c:v>
                </c:pt>
                <c:pt idx="775">
                  <c:v>54.7527885437012</c:v>
                </c:pt>
                <c:pt idx="776">
                  <c:v>54.780910491943402</c:v>
                </c:pt>
                <c:pt idx="777">
                  <c:v>54.779396057128899</c:v>
                </c:pt>
                <c:pt idx="778">
                  <c:v>54.775485992431598</c:v>
                </c:pt>
                <c:pt idx="779">
                  <c:v>54.769210815429702</c:v>
                </c:pt>
                <c:pt idx="780">
                  <c:v>54.673046112060597</c:v>
                </c:pt>
                <c:pt idx="781">
                  <c:v>54.626209259033203</c:v>
                </c:pt>
                <c:pt idx="782">
                  <c:v>54.540157318115199</c:v>
                </c:pt>
                <c:pt idx="783">
                  <c:v>54.502155303955099</c:v>
                </c:pt>
                <c:pt idx="784">
                  <c:v>54.467079162597699</c:v>
                </c:pt>
                <c:pt idx="785">
                  <c:v>54.447761535644503</c:v>
                </c:pt>
                <c:pt idx="786">
                  <c:v>54.440666198730497</c:v>
                </c:pt>
                <c:pt idx="787">
                  <c:v>54.449394226074197</c:v>
                </c:pt>
                <c:pt idx="788">
                  <c:v>54.4226264953613</c:v>
                </c:pt>
                <c:pt idx="789">
                  <c:v>54.366146087646499</c:v>
                </c:pt>
                <c:pt idx="790">
                  <c:v>54.297821044921903</c:v>
                </c:pt>
                <c:pt idx="791">
                  <c:v>54.240219116210902</c:v>
                </c:pt>
                <c:pt idx="792">
                  <c:v>54.198040008544901</c:v>
                </c:pt>
                <c:pt idx="793">
                  <c:v>54.187286376953097</c:v>
                </c:pt>
                <c:pt idx="794">
                  <c:v>54.170864105224602</c:v>
                </c:pt>
                <c:pt idx="795">
                  <c:v>54.160778045654297</c:v>
                </c:pt>
                <c:pt idx="796">
                  <c:v>54.148426055908203</c:v>
                </c:pt>
                <c:pt idx="797">
                  <c:v>54.167587280273402</c:v>
                </c:pt>
                <c:pt idx="798">
                  <c:v>54.139785766601598</c:v>
                </c:pt>
                <c:pt idx="799">
                  <c:v>54.134468078613303</c:v>
                </c:pt>
                <c:pt idx="800">
                  <c:v>54.119712829589801</c:v>
                </c:pt>
                <c:pt idx="801">
                  <c:v>54.059902191162102</c:v>
                </c:pt>
                <c:pt idx="802">
                  <c:v>54.060207366943402</c:v>
                </c:pt>
                <c:pt idx="803">
                  <c:v>54.022006988525398</c:v>
                </c:pt>
                <c:pt idx="804">
                  <c:v>53.9750785827637</c:v>
                </c:pt>
                <c:pt idx="805">
                  <c:v>53.983814239502003</c:v>
                </c:pt>
                <c:pt idx="806">
                  <c:v>53.985260009765597</c:v>
                </c:pt>
                <c:pt idx="807">
                  <c:v>53.9716606140137</c:v>
                </c:pt>
                <c:pt idx="808">
                  <c:v>53.829013824462898</c:v>
                </c:pt>
                <c:pt idx="809">
                  <c:v>53.851139068603501</c:v>
                </c:pt>
                <c:pt idx="810">
                  <c:v>53.770946502685597</c:v>
                </c:pt>
                <c:pt idx="811">
                  <c:v>53.696460723877003</c:v>
                </c:pt>
                <c:pt idx="812">
                  <c:v>53.660709381103501</c:v>
                </c:pt>
                <c:pt idx="813">
                  <c:v>53.556316375732401</c:v>
                </c:pt>
                <c:pt idx="814">
                  <c:v>53.494213104248097</c:v>
                </c:pt>
                <c:pt idx="815">
                  <c:v>53.484416961669901</c:v>
                </c:pt>
                <c:pt idx="816">
                  <c:v>53.495334625244098</c:v>
                </c:pt>
                <c:pt idx="817">
                  <c:v>53.445682525634801</c:v>
                </c:pt>
                <c:pt idx="818">
                  <c:v>53.389938354492202</c:v>
                </c:pt>
                <c:pt idx="819">
                  <c:v>53.367134094238303</c:v>
                </c:pt>
                <c:pt idx="820">
                  <c:v>53.343532562255902</c:v>
                </c:pt>
                <c:pt idx="821">
                  <c:v>53.2998237609863</c:v>
                </c:pt>
                <c:pt idx="822">
                  <c:v>53.3258056640625</c:v>
                </c:pt>
                <c:pt idx="823">
                  <c:v>53.286849975585902</c:v>
                </c:pt>
                <c:pt idx="824">
                  <c:v>53.271800994873097</c:v>
                </c:pt>
                <c:pt idx="825">
                  <c:v>53.252933502197301</c:v>
                </c:pt>
                <c:pt idx="826">
                  <c:v>53.211395263671903</c:v>
                </c:pt>
                <c:pt idx="827">
                  <c:v>53.207145690917997</c:v>
                </c:pt>
                <c:pt idx="828">
                  <c:v>53.1967964172363</c:v>
                </c:pt>
                <c:pt idx="829">
                  <c:v>53.135852813720703</c:v>
                </c:pt>
                <c:pt idx="830">
                  <c:v>53.112751007080099</c:v>
                </c:pt>
                <c:pt idx="831">
                  <c:v>53.039222717285199</c:v>
                </c:pt>
                <c:pt idx="832">
                  <c:v>53.006824493408203</c:v>
                </c:pt>
                <c:pt idx="833">
                  <c:v>53.019481658935597</c:v>
                </c:pt>
                <c:pt idx="834">
                  <c:v>52.9753227233887</c:v>
                </c:pt>
                <c:pt idx="835">
                  <c:v>52.931556701660199</c:v>
                </c:pt>
                <c:pt idx="836">
                  <c:v>52.899570465087898</c:v>
                </c:pt>
                <c:pt idx="837">
                  <c:v>52.871109008789098</c:v>
                </c:pt>
                <c:pt idx="838">
                  <c:v>52.858695983886697</c:v>
                </c:pt>
                <c:pt idx="839">
                  <c:v>52.827808380127003</c:v>
                </c:pt>
                <c:pt idx="840">
                  <c:v>52.754924774169901</c:v>
                </c:pt>
                <c:pt idx="841">
                  <c:v>52.7339057922363</c:v>
                </c:pt>
                <c:pt idx="842">
                  <c:v>52.706024169921903</c:v>
                </c:pt>
                <c:pt idx="843">
                  <c:v>52.694057464599602</c:v>
                </c:pt>
                <c:pt idx="844">
                  <c:v>52.689422607421903</c:v>
                </c:pt>
                <c:pt idx="845">
                  <c:v>52.653781890869098</c:v>
                </c:pt>
                <c:pt idx="846">
                  <c:v>52.619632720947301</c:v>
                </c:pt>
                <c:pt idx="847">
                  <c:v>52.600299835205099</c:v>
                </c:pt>
                <c:pt idx="848">
                  <c:v>52.589134216308601</c:v>
                </c:pt>
                <c:pt idx="849">
                  <c:v>52.588771820068402</c:v>
                </c:pt>
                <c:pt idx="850">
                  <c:v>52.5851440429688</c:v>
                </c:pt>
                <c:pt idx="851">
                  <c:v>52.591144561767599</c:v>
                </c:pt>
                <c:pt idx="852">
                  <c:v>52.592311859130902</c:v>
                </c:pt>
                <c:pt idx="853">
                  <c:v>52.5859985351563</c:v>
                </c:pt>
                <c:pt idx="854">
                  <c:v>52.583591461181598</c:v>
                </c:pt>
                <c:pt idx="855">
                  <c:v>52.577518463134801</c:v>
                </c:pt>
                <c:pt idx="856">
                  <c:v>52.576328277587898</c:v>
                </c:pt>
                <c:pt idx="857">
                  <c:v>52.5737915039063</c:v>
                </c:pt>
                <c:pt idx="858">
                  <c:v>52.572486877441399</c:v>
                </c:pt>
                <c:pt idx="859">
                  <c:v>52.571815490722699</c:v>
                </c:pt>
                <c:pt idx="860">
                  <c:v>52.577259063720703</c:v>
                </c:pt>
                <c:pt idx="861">
                  <c:v>52.574268341064503</c:v>
                </c:pt>
                <c:pt idx="862">
                  <c:v>52.572731018066399</c:v>
                </c:pt>
                <c:pt idx="863">
                  <c:v>52.571941375732401</c:v>
                </c:pt>
                <c:pt idx="864">
                  <c:v>52.571537017822301</c:v>
                </c:pt>
                <c:pt idx="865">
                  <c:v>52.571331024169901</c:v>
                </c:pt>
                <c:pt idx="866">
                  <c:v>52.571224212646499</c:v>
                </c:pt>
                <c:pt idx="867">
                  <c:v>52.555271148681598</c:v>
                </c:pt>
                <c:pt idx="868">
                  <c:v>52.525585174560597</c:v>
                </c:pt>
                <c:pt idx="869">
                  <c:v>52.547737121582003</c:v>
                </c:pt>
                <c:pt idx="870">
                  <c:v>52.559108734130902</c:v>
                </c:pt>
                <c:pt idx="871">
                  <c:v>52.5408325195313</c:v>
                </c:pt>
                <c:pt idx="872">
                  <c:v>52.555564880371101</c:v>
                </c:pt>
                <c:pt idx="873">
                  <c:v>52.538047790527301</c:v>
                </c:pt>
                <c:pt idx="874">
                  <c:v>52.508796691894503</c:v>
                </c:pt>
                <c:pt idx="875">
                  <c:v>52.401161193847699</c:v>
                </c:pt>
                <c:pt idx="876">
                  <c:v>52.312580108642599</c:v>
                </c:pt>
                <c:pt idx="877">
                  <c:v>52.269870758056598</c:v>
                </c:pt>
                <c:pt idx="878">
                  <c:v>52.297767639160199</c:v>
                </c:pt>
                <c:pt idx="879">
                  <c:v>52.023872375488303</c:v>
                </c:pt>
                <c:pt idx="880">
                  <c:v>51.791732788085902</c:v>
                </c:pt>
                <c:pt idx="881">
                  <c:v>51.766738891601598</c:v>
                </c:pt>
                <c:pt idx="882">
                  <c:v>51.789154052734403</c:v>
                </c:pt>
                <c:pt idx="883">
                  <c:v>51.702949523925803</c:v>
                </c:pt>
                <c:pt idx="884">
                  <c:v>51.693412780761697</c:v>
                </c:pt>
                <c:pt idx="885">
                  <c:v>51.605613708496101</c:v>
                </c:pt>
                <c:pt idx="886">
                  <c:v>51.4498291015625</c:v>
                </c:pt>
                <c:pt idx="887">
                  <c:v>51.492038726806598</c:v>
                </c:pt>
                <c:pt idx="888">
                  <c:v>51.314170837402301</c:v>
                </c:pt>
                <c:pt idx="889">
                  <c:v>51.233749389648402</c:v>
                </c:pt>
                <c:pt idx="890">
                  <c:v>51.181430816650398</c:v>
                </c:pt>
                <c:pt idx="891">
                  <c:v>51.158847808837898</c:v>
                </c:pt>
                <c:pt idx="892">
                  <c:v>51.132347106933601</c:v>
                </c:pt>
                <c:pt idx="893">
                  <c:v>51.102714538574197</c:v>
                </c:pt>
                <c:pt idx="894">
                  <c:v>51.0795288085938</c:v>
                </c:pt>
                <c:pt idx="895">
                  <c:v>51.062957763671903</c:v>
                </c:pt>
                <c:pt idx="896">
                  <c:v>51.051223754882798</c:v>
                </c:pt>
                <c:pt idx="897">
                  <c:v>51.039150238037102</c:v>
                </c:pt>
                <c:pt idx="898">
                  <c:v>51.011314392089801</c:v>
                </c:pt>
                <c:pt idx="899">
                  <c:v>50.981685638427699</c:v>
                </c:pt>
                <c:pt idx="900">
                  <c:v>50.972549438476598</c:v>
                </c:pt>
                <c:pt idx="901">
                  <c:v>50.9887084960938</c:v>
                </c:pt>
                <c:pt idx="902">
                  <c:v>50.968006134033203</c:v>
                </c:pt>
                <c:pt idx="903">
                  <c:v>50.952392578125</c:v>
                </c:pt>
                <c:pt idx="904">
                  <c:v>50.951000213623097</c:v>
                </c:pt>
                <c:pt idx="905">
                  <c:v>50.958709716796903</c:v>
                </c:pt>
                <c:pt idx="906">
                  <c:v>50.954532623291001</c:v>
                </c:pt>
                <c:pt idx="907">
                  <c:v>50.960655212402301</c:v>
                </c:pt>
                <c:pt idx="908">
                  <c:v>50.956912994384801</c:v>
                </c:pt>
                <c:pt idx="909">
                  <c:v>50.942550659179702</c:v>
                </c:pt>
                <c:pt idx="910">
                  <c:v>50.949260711669901</c:v>
                </c:pt>
                <c:pt idx="911">
                  <c:v>50.9456787109375</c:v>
                </c:pt>
                <c:pt idx="912">
                  <c:v>50.915500640869098</c:v>
                </c:pt>
                <c:pt idx="913">
                  <c:v>50.926273345947301</c:v>
                </c:pt>
                <c:pt idx="914">
                  <c:v>50.931800842285199</c:v>
                </c:pt>
                <c:pt idx="915">
                  <c:v>50.934642791748097</c:v>
                </c:pt>
                <c:pt idx="916">
                  <c:v>50.907951354980497</c:v>
                </c:pt>
                <c:pt idx="917">
                  <c:v>50.918262481689503</c:v>
                </c:pt>
                <c:pt idx="918">
                  <c:v>50.929073333740199</c:v>
                </c:pt>
                <c:pt idx="919">
                  <c:v>50.933238983154297</c:v>
                </c:pt>
                <c:pt idx="920">
                  <c:v>50.937309265136697</c:v>
                </c:pt>
                <c:pt idx="921">
                  <c:v>50.939399719238303</c:v>
                </c:pt>
                <c:pt idx="922">
                  <c:v>50.939926147460902</c:v>
                </c:pt>
                <c:pt idx="923">
                  <c:v>50.9270629882813</c:v>
                </c:pt>
                <c:pt idx="924">
                  <c:v>50.932209014892599</c:v>
                </c:pt>
                <c:pt idx="925">
                  <c:v>50.924240112304702</c:v>
                </c:pt>
                <c:pt idx="926">
                  <c:v>50.9201469421387</c:v>
                </c:pt>
                <c:pt idx="927">
                  <c:v>50.930587768554702</c:v>
                </c:pt>
                <c:pt idx="928">
                  <c:v>50.923233032226598</c:v>
                </c:pt>
                <c:pt idx="929">
                  <c:v>50.9109497070313</c:v>
                </c:pt>
                <c:pt idx="930">
                  <c:v>50.913322448730497</c:v>
                </c:pt>
                <c:pt idx="931">
                  <c:v>50.917438507080099</c:v>
                </c:pt>
                <c:pt idx="932">
                  <c:v>50.922428131103501</c:v>
                </c:pt>
                <c:pt idx="933">
                  <c:v>50.9298286437988</c:v>
                </c:pt>
                <c:pt idx="934">
                  <c:v>50.904529571533203</c:v>
                </c:pt>
                <c:pt idx="935">
                  <c:v>50.905879974365199</c:v>
                </c:pt>
                <c:pt idx="936">
                  <c:v>50.921333312988303</c:v>
                </c:pt>
                <c:pt idx="937">
                  <c:v>50.929267883300803</c:v>
                </c:pt>
                <c:pt idx="938">
                  <c:v>50.936653137207003</c:v>
                </c:pt>
                <c:pt idx="939">
                  <c:v>50.938850402832003</c:v>
                </c:pt>
                <c:pt idx="940">
                  <c:v>50.930133819580099</c:v>
                </c:pt>
                <c:pt idx="941">
                  <c:v>50.918430328369098</c:v>
                </c:pt>
                <c:pt idx="942">
                  <c:v>50.907455444335902</c:v>
                </c:pt>
                <c:pt idx="943">
                  <c:v>50.9192504882813</c:v>
                </c:pt>
                <c:pt idx="944">
                  <c:v>50.912841796875</c:v>
                </c:pt>
                <c:pt idx="945">
                  <c:v>50.892993927002003</c:v>
                </c:pt>
                <c:pt idx="946">
                  <c:v>50.888767242431598</c:v>
                </c:pt>
                <c:pt idx="947">
                  <c:v>50.877651214599602</c:v>
                </c:pt>
                <c:pt idx="948">
                  <c:v>50.818973541259801</c:v>
                </c:pt>
                <c:pt idx="949">
                  <c:v>50.810760498046903</c:v>
                </c:pt>
                <c:pt idx="950">
                  <c:v>50.809543609619098</c:v>
                </c:pt>
                <c:pt idx="951">
                  <c:v>50.772575378417997</c:v>
                </c:pt>
                <c:pt idx="952">
                  <c:v>50.694576263427699</c:v>
                </c:pt>
                <c:pt idx="953">
                  <c:v>50.723819732666001</c:v>
                </c:pt>
                <c:pt idx="954">
                  <c:v>50.793544769287102</c:v>
                </c:pt>
                <c:pt idx="955">
                  <c:v>50.813568115234403</c:v>
                </c:pt>
                <c:pt idx="956">
                  <c:v>50.770118713378899</c:v>
                </c:pt>
                <c:pt idx="957">
                  <c:v>50.697425842285199</c:v>
                </c:pt>
                <c:pt idx="958">
                  <c:v>50.514785766601598</c:v>
                </c:pt>
                <c:pt idx="959">
                  <c:v>50.460689544677699</c:v>
                </c:pt>
                <c:pt idx="960">
                  <c:v>50.572338104248097</c:v>
                </c:pt>
                <c:pt idx="961">
                  <c:v>50.454723358154297</c:v>
                </c:pt>
                <c:pt idx="962">
                  <c:v>50.401920318603501</c:v>
                </c:pt>
                <c:pt idx="963">
                  <c:v>50.374256134033203</c:v>
                </c:pt>
                <c:pt idx="964">
                  <c:v>50.3533935546875</c:v>
                </c:pt>
                <c:pt idx="965">
                  <c:v>50.349079132080099</c:v>
                </c:pt>
                <c:pt idx="966">
                  <c:v>50.3455619812012</c:v>
                </c:pt>
                <c:pt idx="967">
                  <c:v>50.3351860046387</c:v>
                </c:pt>
                <c:pt idx="968">
                  <c:v>50.291084289550803</c:v>
                </c:pt>
                <c:pt idx="969">
                  <c:v>50.290298461914098</c:v>
                </c:pt>
                <c:pt idx="970">
                  <c:v>50.320404052734403</c:v>
                </c:pt>
                <c:pt idx="971">
                  <c:v>50.310157775878899</c:v>
                </c:pt>
                <c:pt idx="972">
                  <c:v>50.252822875976598</c:v>
                </c:pt>
                <c:pt idx="973">
                  <c:v>50.212253570556598</c:v>
                </c:pt>
                <c:pt idx="974">
                  <c:v>50.132076263427699</c:v>
                </c:pt>
                <c:pt idx="975">
                  <c:v>50.096359252929702</c:v>
                </c:pt>
                <c:pt idx="976">
                  <c:v>50.068454742431598</c:v>
                </c:pt>
                <c:pt idx="977">
                  <c:v>50.054653167724602</c:v>
                </c:pt>
                <c:pt idx="978">
                  <c:v>50.057205200195298</c:v>
                </c:pt>
                <c:pt idx="979">
                  <c:v>50.040416717529297</c:v>
                </c:pt>
                <c:pt idx="980">
                  <c:v>50.014892578125</c:v>
                </c:pt>
                <c:pt idx="981">
                  <c:v>50.0092964172363</c:v>
                </c:pt>
                <c:pt idx="982">
                  <c:v>49.969490051269503</c:v>
                </c:pt>
                <c:pt idx="983">
                  <c:v>49.898773193359403</c:v>
                </c:pt>
                <c:pt idx="984">
                  <c:v>49.858669281005902</c:v>
                </c:pt>
                <c:pt idx="985">
                  <c:v>49.879123687744098</c:v>
                </c:pt>
                <c:pt idx="986">
                  <c:v>49.8698120117188</c:v>
                </c:pt>
                <c:pt idx="987">
                  <c:v>49.876419067382798</c:v>
                </c:pt>
                <c:pt idx="988">
                  <c:v>49.848743438720703</c:v>
                </c:pt>
                <c:pt idx="989">
                  <c:v>49.8438911437988</c:v>
                </c:pt>
                <c:pt idx="990">
                  <c:v>49.796478271484403</c:v>
                </c:pt>
                <c:pt idx="991">
                  <c:v>49.764022827148402</c:v>
                </c:pt>
                <c:pt idx="992">
                  <c:v>49.754596710205099</c:v>
                </c:pt>
                <c:pt idx="993">
                  <c:v>49.730884552002003</c:v>
                </c:pt>
                <c:pt idx="994">
                  <c:v>49.723182678222699</c:v>
                </c:pt>
                <c:pt idx="995">
                  <c:v>49.710044860839801</c:v>
                </c:pt>
                <c:pt idx="996">
                  <c:v>49.683555603027301</c:v>
                </c:pt>
                <c:pt idx="997">
                  <c:v>49.639308929443402</c:v>
                </c:pt>
                <c:pt idx="998">
                  <c:v>49.624824523925803</c:v>
                </c:pt>
                <c:pt idx="999">
                  <c:v>49.591564178466797</c:v>
                </c:pt>
                <c:pt idx="1000">
                  <c:v>49.580387115478501</c:v>
                </c:pt>
                <c:pt idx="1001">
                  <c:v>49.574432373046903</c:v>
                </c:pt>
                <c:pt idx="1002">
                  <c:v>49.566257476806598</c:v>
                </c:pt>
                <c:pt idx="1003">
                  <c:v>49.520748138427699</c:v>
                </c:pt>
                <c:pt idx="1004">
                  <c:v>49.503627777099602</c:v>
                </c:pt>
                <c:pt idx="1005">
                  <c:v>49.486373901367202</c:v>
                </c:pt>
                <c:pt idx="1006">
                  <c:v>49.495040893554702</c:v>
                </c:pt>
                <c:pt idx="1007">
                  <c:v>49.458576202392599</c:v>
                </c:pt>
                <c:pt idx="1008">
                  <c:v>49.423690795898402</c:v>
                </c:pt>
                <c:pt idx="1009">
                  <c:v>49.415481567382798</c:v>
                </c:pt>
                <c:pt idx="1010">
                  <c:v>49.411731719970703</c:v>
                </c:pt>
                <c:pt idx="1011">
                  <c:v>49.3983764648438</c:v>
                </c:pt>
                <c:pt idx="1012">
                  <c:v>49.393245697021499</c:v>
                </c:pt>
                <c:pt idx="1013">
                  <c:v>49.369815826416001</c:v>
                </c:pt>
                <c:pt idx="1014">
                  <c:v>49.354335784912102</c:v>
                </c:pt>
                <c:pt idx="1015">
                  <c:v>49.332126617431598</c:v>
                </c:pt>
                <c:pt idx="1016">
                  <c:v>49.323184967041001</c:v>
                </c:pt>
                <c:pt idx="1017">
                  <c:v>49.324306488037102</c:v>
                </c:pt>
                <c:pt idx="1018">
                  <c:v>49.321250915527301</c:v>
                </c:pt>
                <c:pt idx="1019">
                  <c:v>49.317966461181598</c:v>
                </c:pt>
                <c:pt idx="1020">
                  <c:v>49.315361022949197</c:v>
                </c:pt>
                <c:pt idx="1021">
                  <c:v>49.315677642822301</c:v>
                </c:pt>
                <c:pt idx="1022">
                  <c:v>49.312774658203097</c:v>
                </c:pt>
                <c:pt idx="1023">
                  <c:v>49.313987731933601</c:v>
                </c:pt>
                <c:pt idx="1024">
                  <c:v>49.317310333252003</c:v>
                </c:pt>
                <c:pt idx="1025">
                  <c:v>49.325675964355497</c:v>
                </c:pt>
                <c:pt idx="1026">
                  <c:v>49.334598541259801</c:v>
                </c:pt>
                <c:pt idx="1027">
                  <c:v>49.325801849365199</c:v>
                </c:pt>
                <c:pt idx="1028">
                  <c:v>49.316989898681598</c:v>
                </c:pt>
                <c:pt idx="1029">
                  <c:v>49.312229156494098</c:v>
                </c:pt>
                <c:pt idx="1030">
                  <c:v>49.309898376464801</c:v>
                </c:pt>
                <c:pt idx="1031">
                  <c:v>49.309623718261697</c:v>
                </c:pt>
                <c:pt idx="1032">
                  <c:v>49.307884216308601</c:v>
                </c:pt>
                <c:pt idx="1033">
                  <c:v>49.306194305419901</c:v>
                </c:pt>
                <c:pt idx="1034">
                  <c:v>49.305206298828097</c:v>
                </c:pt>
                <c:pt idx="1035">
                  <c:v>49.304698944091797</c:v>
                </c:pt>
                <c:pt idx="1036">
                  <c:v>49.312118530273402</c:v>
                </c:pt>
                <c:pt idx="1037">
                  <c:v>49.3095893859863</c:v>
                </c:pt>
                <c:pt idx="1038">
                  <c:v>49.307689666748097</c:v>
                </c:pt>
                <c:pt idx="1039">
                  <c:v>49.305973052978501</c:v>
                </c:pt>
                <c:pt idx="1040">
                  <c:v>49.305892944335902</c:v>
                </c:pt>
                <c:pt idx="1041">
                  <c:v>49.309719085693402</c:v>
                </c:pt>
                <c:pt idx="1042">
                  <c:v>49.3126029968262</c:v>
                </c:pt>
                <c:pt idx="1043">
                  <c:v>49.312667846679702</c:v>
                </c:pt>
                <c:pt idx="1044">
                  <c:v>49.312698364257798</c:v>
                </c:pt>
                <c:pt idx="1045">
                  <c:v>49.309825897216797</c:v>
                </c:pt>
                <c:pt idx="1046">
                  <c:v>49.310146331787102</c:v>
                </c:pt>
                <c:pt idx="1047">
                  <c:v>49.315364837646499</c:v>
                </c:pt>
                <c:pt idx="1048">
                  <c:v>49.305137634277301</c:v>
                </c:pt>
                <c:pt idx="1049">
                  <c:v>49.311733245849602</c:v>
                </c:pt>
                <c:pt idx="1050">
                  <c:v>49.3239135742188</c:v>
                </c:pt>
                <c:pt idx="1051">
                  <c:v>49.320220947265597</c:v>
                </c:pt>
                <c:pt idx="1052">
                  <c:v>49.315841674804702</c:v>
                </c:pt>
                <c:pt idx="1053">
                  <c:v>49.349132537841797</c:v>
                </c:pt>
                <c:pt idx="1054">
                  <c:v>49.375572204589801</c:v>
                </c:pt>
                <c:pt idx="1055">
                  <c:v>49.384304046630902</c:v>
                </c:pt>
                <c:pt idx="1056">
                  <c:v>49.3931274414063</c:v>
                </c:pt>
                <c:pt idx="1057">
                  <c:v>49.448024749755902</c:v>
                </c:pt>
                <c:pt idx="1058">
                  <c:v>49.487682342529297</c:v>
                </c:pt>
                <c:pt idx="1059">
                  <c:v>49.521366119384801</c:v>
                </c:pt>
                <c:pt idx="1060">
                  <c:v>49.538402557373097</c:v>
                </c:pt>
                <c:pt idx="1061">
                  <c:v>49.538806915283203</c:v>
                </c:pt>
                <c:pt idx="1062">
                  <c:v>49.550643920898402</c:v>
                </c:pt>
                <c:pt idx="1063">
                  <c:v>49.592071533203097</c:v>
                </c:pt>
                <c:pt idx="1064">
                  <c:v>49.626598358154297</c:v>
                </c:pt>
                <c:pt idx="1065">
                  <c:v>49.6412544250488</c:v>
                </c:pt>
                <c:pt idx="1066">
                  <c:v>49.698482513427699</c:v>
                </c:pt>
                <c:pt idx="1067">
                  <c:v>49.722476959228501</c:v>
                </c:pt>
                <c:pt idx="1068">
                  <c:v>49.772941589355497</c:v>
                </c:pt>
                <c:pt idx="1069">
                  <c:v>49.817001342773402</c:v>
                </c:pt>
                <c:pt idx="1070">
                  <c:v>49.861560821533203</c:v>
                </c:pt>
                <c:pt idx="1071">
                  <c:v>49.885929107666001</c:v>
                </c:pt>
                <c:pt idx="1072">
                  <c:v>49.9022407531738</c:v>
                </c:pt>
                <c:pt idx="1073">
                  <c:v>49.955249786377003</c:v>
                </c:pt>
                <c:pt idx="1074">
                  <c:v>50.004547119140597</c:v>
                </c:pt>
                <c:pt idx="1075">
                  <c:v>50.0265922546387</c:v>
                </c:pt>
                <c:pt idx="1076">
                  <c:v>50.1409721374512</c:v>
                </c:pt>
                <c:pt idx="1077">
                  <c:v>50.219875335693402</c:v>
                </c:pt>
                <c:pt idx="1078">
                  <c:v>50.252105712890597</c:v>
                </c:pt>
                <c:pt idx="1079">
                  <c:v>50.265625</c:v>
                </c:pt>
                <c:pt idx="1080">
                  <c:v>50.320823669433601</c:v>
                </c:pt>
                <c:pt idx="1081">
                  <c:v>50.527900695800803</c:v>
                </c:pt>
                <c:pt idx="1082">
                  <c:v>50.635501861572301</c:v>
                </c:pt>
                <c:pt idx="1083">
                  <c:v>50.767250061035199</c:v>
                </c:pt>
                <c:pt idx="1084">
                  <c:v>50.838729858398402</c:v>
                </c:pt>
                <c:pt idx="1085">
                  <c:v>50.878959655761697</c:v>
                </c:pt>
                <c:pt idx="1086">
                  <c:v>50.908126831054702</c:v>
                </c:pt>
                <c:pt idx="1087">
                  <c:v>50.914047241210902</c:v>
                </c:pt>
                <c:pt idx="1088">
                  <c:v>50.926933288574197</c:v>
                </c:pt>
                <c:pt idx="1089">
                  <c:v>50.935203552246101</c:v>
                </c:pt>
                <c:pt idx="1090">
                  <c:v>50.958408355712898</c:v>
                </c:pt>
                <c:pt idx="1091">
                  <c:v>51.002170562744098</c:v>
                </c:pt>
                <c:pt idx="1092">
                  <c:v>51.033866882324197</c:v>
                </c:pt>
                <c:pt idx="1093">
                  <c:v>51.048309326171903</c:v>
                </c:pt>
                <c:pt idx="1094">
                  <c:v>51.062217712402301</c:v>
                </c:pt>
                <c:pt idx="1095">
                  <c:v>51.114879608154297</c:v>
                </c:pt>
                <c:pt idx="1096">
                  <c:v>51.232925415039098</c:v>
                </c:pt>
                <c:pt idx="1097">
                  <c:v>51.700599670410199</c:v>
                </c:pt>
                <c:pt idx="1098">
                  <c:v>51.759536743164098</c:v>
                </c:pt>
                <c:pt idx="1099">
                  <c:v>52.023406982421903</c:v>
                </c:pt>
                <c:pt idx="1100">
                  <c:v>52.196369171142599</c:v>
                </c:pt>
                <c:pt idx="1101">
                  <c:v>52.156215667724602</c:v>
                </c:pt>
                <c:pt idx="1102">
                  <c:v>52.215774536132798</c:v>
                </c:pt>
                <c:pt idx="1103">
                  <c:v>52.301326751708999</c:v>
                </c:pt>
                <c:pt idx="1104">
                  <c:v>52.415153503417997</c:v>
                </c:pt>
                <c:pt idx="1105">
                  <c:v>52.491039276123097</c:v>
                </c:pt>
                <c:pt idx="1106">
                  <c:v>52.529998779296903</c:v>
                </c:pt>
                <c:pt idx="1107">
                  <c:v>52.550003051757798</c:v>
                </c:pt>
                <c:pt idx="1108">
                  <c:v>52.546703338623097</c:v>
                </c:pt>
                <c:pt idx="1109">
                  <c:v>52.532562255859403</c:v>
                </c:pt>
                <c:pt idx="1110">
                  <c:v>52.551319122314503</c:v>
                </c:pt>
                <c:pt idx="1111">
                  <c:v>52.560947418212898</c:v>
                </c:pt>
                <c:pt idx="1112">
                  <c:v>52.566684722900398</c:v>
                </c:pt>
                <c:pt idx="1113">
                  <c:v>52.568836212158203</c:v>
                </c:pt>
                <c:pt idx="1114">
                  <c:v>52.569942474365199</c:v>
                </c:pt>
                <c:pt idx="1115">
                  <c:v>52.570510864257798</c:v>
                </c:pt>
                <c:pt idx="1116">
                  <c:v>52.577835083007798</c:v>
                </c:pt>
                <c:pt idx="1117">
                  <c:v>52.595500946044901</c:v>
                </c:pt>
                <c:pt idx="1118">
                  <c:v>52.604793548583999</c:v>
                </c:pt>
                <c:pt idx="1119">
                  <c:v>52.609508514404297</c:v>
                </c:pt>
                <c:pt idx="1120">
                  <c:v>52.632907867431598</c:v>
                </c:pt>
                <c:pt idx="1121">
                  <c:v>52.687553405761697</c:v>
                </c:pt>
                <c:pt idx="1122">
                  <c:v>52.730964660644503</c:v>
                </c:pt>
                <c:pt idx="1123">
                  <c:v>52.825351715087898</c:v>
                </c:pt>
                <c:pt idx="1124">
                  <c:v>52.8812255859375</c:v>
                </c:pt>
                <c:pt idx="1125">
                  <c:v>52.897663116455099</c:v>
                </c:pt>
                <c:pt idx="1126">
                  <c:v>52.9308471679688</c:v>
                </c:pt>
                <c:pt idx="1127">
                  <c:v>52.995025634765597</c:v>
                </c:pt>
                <c:pt idx="1128">
                  <c:v>53.074863433837898</c:v>
                </c:pt>
                <c:pt idx="1129">
                  <c:v>53.159309387207003</c:v>
                </c:pt>
                <c:pt idx="1130">
                  <c:v>53.228111267089801</c:v>
                </c:pt>
                <c:pt idx="1131">
                  <c:v>53.2723388671875</c:v>
                </c:pt>
                <c:pt idx="1132">
                  <c:v>53.295154571533203</c:v>
                </c:pt>
                <c:pt idx="1133">
                  <c:v>53.3192138671875</c:v>
                </c:pt>
                <c:pt idx="1134">
                  <c:v>53.343757629394503</c:v>
                </c:pt>
                <c:pt idx="1135">
                  <c:v>53.360797882080099</c:v>
                </c:pt>
                <c:pt idx="1136">
                  <c:v>53.406894683837898</c:v>
                </c:pt>
                <c:pt idx="1137">
                  <c:v>53.423519134521499</c:v>
                </c:pt>
                <c:pt idx="1138">
                  <c:v>53.419151306152301</c:v>
                </c:pt>
                <c:pt idx="1139">
                  <c:v>53.541507720947301</c:v>
                </c:pt>
                <c:pt idx="1140">
                  <c:v>53.682228088378899</c:v>
                </c:pt>
                <c:pt idx="1141">
                  <c:v>53.817371368408203</c:v>
                </c:pt>
                <c:pt idx="1142">
                  <c:v>53.933658599853501</c:v>
                </c:pt>
                <c:pt idx="1143">
                  <c:v>53.996665954589801</c:v>
                </c:pt>
                <c:pt idx="1144">
                  <c:v>54.044597625732401</c:v>
                </c:pt>
                <c:pt idx="1145">
                  <c:v>54.104621887207003</c:v>
                </c:pt>
                <c:pt idx="1146">
                  <c:v>54.127601623535199</c:v>
                </c:pt>
                <c:pt idx="1147">
                  <c:v>54.144657135009801</c:v>
                </c:pt>
                <c:pt idx="1148">
                  <c:v>54.175647735595703</c:v>
                </c:pt>
                <c:pt idx="1149">
                  <c:v>54.270393371582003</c:v>
                </c:pt>
                <c:pt idx="1150">
                  <c:v>54.319301605224602</c:v>
                </c:pt>
                <c:pt idx="1151">
                  <c:v>54.421443939208999</c:v>
                </c:pt>
                <c:pt idx="1152">
                  <c:v>54.498050689697301</c:v>
                </c:pt>
                <c:pt idx="1153">
                  <c:v>54.512561798095703</c:v>
                </c:pt>
                <c:pt idx="1154">
                  <c:v>54.712917327880902</c:v>
                </c:pt>
                <c:pt idx="1155">
                  <c:v>54.866886138916001</c:v>
                </c:pt>
                <c:pt idx="1156">
                  <c:v>55.003501892089801</c:v>
                </c:pt>
                <c:pt idx="1157">
                  <c:v>55.085964202880902</c:v>
                </c:pt>
                <c:pt idx="1158">
                  <c:v>55.343395233154297</c:v>
                </c:pt>
                <c:pt idx="1159">
                  <c:v>55.504856109619098</c:v>
                </c:pt>
                <c:pt idx="1160">
                  <c:v>55.570316314697301</c:v>
                </c:pt>
                <c:pt idx="1161">
                  <c:v>55.597137451171903</c:v>
                </c:pt>
                <c:pt idx="1162">
                  <c:v>55.686622619628899</c:v>
                </c:pt>
                <c:pt idx="1163">
                  <c:v>55.743457794189503</c:v>
                </c:pt>
                <c:pt idx="1164">
                  <c:v>55.785499572753899</c:v>
                </c:pt>
                <c:pt idx="1165">
                  <c:v>55.812652587890597</c:v>
                </c:pt>
                <c:pt idx="1166">
                  <c:v>55.832489013671903</c:v>
                </c:pt>
                <c:pt idx="1167">
                  <c:v>55.867618560791001</c:v>
                </c:pt>
                <c:pt idx="1168">
                  <c:v>55.904758453369098</c:v>
                </c:pt>
                <c:pt idx="1169">
                  <c:v>55.955440521240199</c:v>
                </c:pt>
                <c:pt idx="1170">
                  <c:v>56.013790130615199</c:v>
                </c:pt>
                <c:pt idx="1171">
                  <c:v>56.1109619140625</c:v>
                </c:pt>
                <c:pt idx="1172">
                  <c:v>56.184410095214801</c:v>
                </c:pt>
                <c:pt idx="1173">
                  <c:v>56.3442573547363</c:v>
                </c:pt>
                <c:pt idx="1174">
                  <c:v>56.468173980712898</c:v>
                </c:pt>
                <c:pt idx="1175">
                  <c:v>56.546272277832003</c:v>
                </c:pt>
                <c:pt idx="1176">
                  <c:v>56.658554077148402</c:v>
                </c:pt>
                <c:pt idx="1177">
                  <c:v>56.992340087890597</c:v>
                </c:pt>
                <c:pt idx="1178">
                  <c:v>57.172702789306598</c:v>
                </c:pt>
                <c:pt idx="1179">
                  <c:v>57.261474609375</c:v>
                </c:pt>
                <c:pt idx="1180">
                  <c:v>57.355209350585902</c:v>
                </c:pt>
                <c:pt idx="1181">
                  <c:v>57.395370483398402</c:v>
                </c:pt>
                <c:pt idx="1182">
                  <c:v>57.446544647216797</c:v>
                </c:pt>
                <c:pt idx="1183">
                  <c:v>57.496871948242202</c:v>
                </c:pt>
                <c:pt idx="1184">
                  <c:v>57.600543975830099</c:v>
                </c:pt>
                <c:pt idx="1185">
                  <c:v>57.674201965332003</c:v>
                </c:pt>
                <c:pt idx="1186">
                  <c:v>57.741657257080099</c:v>
                </c:pt>
                <c:pt idx="1187">
                  <c:v>57.8687553405762</c:v>
                </c:pt>
                <c:pt idx="1188">
                  <c:v>58.072235107421903</c:v>
                </c:pt>
                <c:pt idx="1189">
                  <c:v>58.176647186279297</c:v>
                </c:pt>
                <c:pt idx="1190">
                  <c:v>58.3095893859863</c:v>
                </c:pt>
                <c:pt idx="1191">
                  <c:v>58.476116180419901</c:v>
                </c:pt>
                <c:pt idx="1192">
                  <c:v>58.568511962890597</c:v>
                </c:pt>
                <c:pt idx="1193">
                  <c:v>58.674079895019503</c:v>
                </c:pt>
                <c:pt idx="1194">
                  <c:v>58.791801452636697</c:v>
                </c:pt>
                <c:pt idx="1195">
                  <c:v>58.879753112792997</c:v>
                </c:pt>
                <c:pt idx="1196">
                  <c:v>59.010383605957003</c:v>
                </c:pt>
                <c:pt idx="1197">
                  <c:v>59.111846923828097</c:v>
                </c:pt>
                <c:pt idx="1198">
                  <c:v>59.1900444030762</c:v>
                </c:pt>
                <c:pt idx="1199">
                  <c:v>59.321094512939503</c:v>
                </c:pt>
                <c:pt idx="1200">
                  <c:v>59.504493713378899</c:v>
                </c:pt>
                <c:pt idx="1201">
                  <c:v>59.6456298828125</c:v>
                </c:pt>
                <c:pt idx="1202">
                  <c:v>59.747638702392599</c:v>
                </c:pt>
                <c:pt idx="1203">
                  <c:v>59.810024261474602</c:v>
                </c:pt>
                <c:pt idx="1204">
                  <c:v>59.877552032470703</c:v>
                </c:pt>
                <c:pt idx="1205">
                  <c:v>59.967056274414098</c:v>
                </c:pt>
                <c:pt idx="1206">
                  <c:v>60.128345489502003</c:v>
                </c:pt>
                <c:pt idx="1207">
                  <c:v>60.323673248291001</c:v>
                </c:pt>
                <c:pt idx="1208">
                  <c:v>60.455959320068402</c:v>
                </c:pt>
                <c:pt idx="1209">
                  <c:v>60.559661865234403</c:v>
                </c:pt>
                <c:pt idx="1210">
                  <c:v>60.6207885742188</c:v>
                </c:pt>
                <c:pt idx="1211">
                  <c:v>60.6749076843262</c:v>
                </c:pt>
                <c:pt idx="1212">
                  <c:v>60.767086029052699</c:v>
                </c:pt>
                <c:pt idx="1213">
                  <c:v>60.899917602539098</c:v>
                </c:pt>
                <c:pt idx="1214">
                  <c:v>61.077442169189503</c:v>
                </c:pt>
                <c:pt idx="1215">
                  <c:v>61.228797912597699</c:v>
                </c:pt>
                <c:pt idx="1216">
                  <c:v>61.3927001953125</c:v>
                </c:pt>
                <c:pt idx="1217">
                  <c:v>61.522975921630902</c:v>
                </c:pt>
                <c:pt idx="1218">
                  <c:v>61.618785858154297</c:v>
                </c:pt>
                <c:pt idx="1219">
                  <c:v>61.778621673583999</c:v>
                </c:pt>
                <c:pt idx="1220">
                  <c:v>61.916439056396499</c:v>
                </c:pt>
                <c:pt idx="1221">
                  <c:v>62.0052490234375</c:v>
                </c:pt>
                <c:pt idx="1222">
                  <c:v>62.064552307128899</c:v>
                </c:pt>
                <c:pt idx="1223">
                  <c:v>62.152515411377003</c:v>
                </c:pt>
                <c:pt idx="1224">
                  <c:v>62.240802764892599</c:v>
                </c:pt>
                <c:pt idx="1225">
                  <c:v>62.330997467041001</c:v>
                </c:pt>
                <c:pt idx="1226">
                  <c:v>62.427089691162102</c:v>
                </c:pt>
                <c:pt idx="1227">
                  <c:v>62.544956207275398</c:v>
                </c:pt>
                <c:pt idx="1228">
                  <c:v>62.639022827148402</c:v>
                </c:pt>
                <c:pt idx="1229">
                  <c:v>62.747261047363303</c:v>
                </c:pt>
                <c:pt idx="1230">
                  <c:v>62.871761322021499</c:v>
                </c:pt>
                <c:pt idx="1231">
                  <c:v>62.976089477539098</c:v>
                </c:pt>
                <c:pt idx="1232">
                  <c:v>63.0830688476563</c:v>
                </c:pt>
                <c:pt idx="1233">
                  <c:v>63.2785034179688</c:v>
                </c:pt>
                <c:pt idx="1234">
                  <c:v>63.513393402099602</c:v>
                </c:pt>
                <c:pt idx="1235">
                  <c:v>63.651542663574197</c:v>
                </c:pt>
                <c:pt idx="1236">
                  <c:v>63.7872924804688</c:v>
                </c:pt>
                <c:pt idx="1237">
                  <c:v>63.885452270507798</c:v>
                </c:pt>
                <c:pt idx="1238">
                  <c:v>63.950515747070298</c:v>
                </c:pt>
                <c:pt idx="1239">
                  <c:v>63.996543884277301</c:v>
                </c:pt>
                <c:pt idx="1240">
                  <c:v>64.071006774902301</c:v>
                </c:pt>
                <c:pt idx="1241">
                  <c:v>64.147117614746094</c:v>
                </c:pt>
                <c:pt idx="1242">
                  <c:v>64.205131530761705</c:v>
                </c:pt>
                <c:pt idx="1243">
                  <c:v>64.247566223144503</c:v>
                </c:pt>
                <c:pt idx="1244">
                  <c:v>64.332649230957003</c:v>
                </c:pt>
                <c:pt idx="1245">
                  <c:v>64.439659118652301</c:v>
                </c:pt>
                <c:pt idx="1246">
                  <c:v>64.565635681152301</c:v>
                </c:pt>
                <c:pt idx="1247">
                  <c:v>64.700149536132798</c:v>
                </c:pt>
                <c:pt idx="1248">
                  <c:v>64.791824340820298</c:v>
                </c:pt>
                <c:pt idx="1249">
                  <c:v>64.885322570800795</c:v>
                </c:pt>
                <c:pt idx="1250">
                  <c:v>64.953544616699205</c:v>
                </c:pt>
                <c:pt idx="1251">
                  <c:v>65.103179931640597</c:v>
                </c:pt>
                <c:pt idx="1252">
                  <c:v>65.219512939453097</c:v>
                </c:pt>
                <c:pt idx="1253">
                  <c:v>65.307678222656307</c:v>
                </c:pt>
                <c:pt idx="1254">
                  <c:v>65.400047302246094</c:v>
                </c:pt>
                <c:pt idx="1255">
                  <c:v>65.460876464843807</c:v>
                </c:pt>
                <c:pt idx="1256">
                  <c:v>65.513610839843807</c:v>
                </c:pt>
                <c:pt idx="1257">
                  <c:v>65.547271728515597</c:v>
                </c:pt>
                <c:pt idx="1258">
                  <c:v>65.565322875976605</c:v>
                </c:pt>
                <c:pt idx="1259">
                  <c:v>65.576278686523395</c:v>
                </c:pt>
                <c:pt idx="1260">
                  <c:v>65.5819091796875</c:v>
                </c:pt>
                <c:pt idx="1261">
                  <c:v>65.584793090820298</c:v>
                </c:pt>
                <c:pt idx="1262">
                  <c:v>65.586273193359403</c:v>
                </c:pt>
                <c:pt idx="1263">
                  <c:v>65.5870361328125</c:v>
                </c:pt>
                <c:pt idx="1264">
                  <c:v>65.636619567871094</c:v>
                </c:pt>
                <c:pt idx="1265">
                  <c:v>65.686790466308594</c:v>
                </c:pt>
                <c:pt idx="1266">
                  <c:v>65.740325927734403</c:v>
                </c:pt>
                <c:pt idx="1267">
                  <c:v>66.006698608398395</c:v>
                </c:pt>
                <c:pt idx="1268">
                  <c:v>66.317848205566406</c:v>
                </c:pt>
                <c:pt idx="1269">
                  <c:v>66.634124755859403</c:v>
                </c:pt>
                <c:pt idx="1270">
                  <c:v>66.833000183105497</c:v>
                </c:pt>
                <c:pt idx="1271">
                  <c:v>66.929519653320298</c:v>
                </c:pt>
                <c:pt idx="1272">
                  <c:v>67.041481018066406</c:v>
                </c:pt>
                <c:pt idx="1273">
                  <c:v>67.133033752441406</c:v>
                </c:pt>
                <c:pt idx="1274">
                  <c:v>67.190811157226605</c:v>
                </c:pt>
                <c:pt idx="1275">
                  <c:v>67.240066528320298</c:v>
                </c:pt>
                <c:pt idx="1276">
                  <c:v>67.248054504394503</c:v>
                </c:pt>
                <c:pt idx="1277">
                  <c:v>67.285980224609403</c:v>
                </c:pt>
                <c:pt idx="1278">
                  <c:v>67.405715942382798</c:v>
                </c:pt>
                <c:pt idx="1279">
                  <c:v>67.531570434570298</c:v>
                </c:pt>
                <c:pt idx="1280">
                  <c:v>67.662437438964801</c:v>
                </c:pt>
                <c:pt idx="1281">
                  <c:v>67.845283508300795</c:v>
                </c:pt>
                <c:pt idx="1282">
                  <c:v>67.985877990722699</c:v>
                </c:pt>
                <c:pt idx="1283">
                  <c:v>68.106147766113295</c:v>
                </c:pt>
                <c:pt idx="1284">
                  <c:v>68.260772705078097</c:v>
                </c:pt>
                <c:pt idx="1285">
                  <c:v>68.485092163085895</c:v>
                </c:pt>
                <c:pt idx="1286">
                  <c:v>68.650321960449205</c:v>
                </c:pt>
                <c:pt idx="1287">
                  <c:v>68.761138916015597</c:v>
                </c:pt>
                <c:pt idx="1288">
                  <c:v>68.819725036621094</c:v>
                </c:pt>
                <c:pt idx="1289">
                  <c:v>68.861625671386705</c:v>
                </c:pt>
                <c:pt idx="1290">
                  <c:v>68.884826660156307</c:v>
                </c:pt>
                <c:pt idx="1291">
                  <c:v>68.895896911621094</c:v>
                </c:pt>
                <c:pt idx="1292">
                  <c:v>68.906158447265597</c:v>
                </c:pt>
                <c:pt idx="1293">
                  <c:v>68.911392211914105</c:v>
                </c:pt>
                <c:pt idx="1294">
                  <c:v>68.940299987792997</c:v>
                </c:pt>
                <c:pt idx="1295">
                  <c:v>68.981407165527301</c:v>
                </c:pt>
                <c:pt idx="1296">
                  <c:v>69.001808166503906</c:v>
                </c:pt>
                <c:pt idx="1297">
                  <c:v>69.031822204589801</c:v>
                </c:pt>
                <c:pt idx="1298">
                  <c:v>69.094688415527301</c:v>
                </c:pt>
                <c:pt idx="1299">
                  <c:v>69.151748657226605</c:v>
                </c:pt>
                <c:pt idx="1300">
                  <c:v>69.179527282714801</c:v>
                </c:pt>
                <c:pt idx="1301">
                  <c:v>69.249061584472699</c:v>
                </c:pt>
                <c:pt idx="1302">
                  <c:v>69.298141479492202</c:v>
                </c:pt>
                <c:pt idx="1303">
                  <c:v>69.347351074218807</c:v>
                </c:pt>
                <c:pt idx="1304">
                  <c:v>69.444046020507798</c:v>
                </c:pt>
                <c:pt idx="1305">
                  <c:v>69.510627746582003</c:v>
                </c:pt>
                <c:pt idx="1306">
                  <c:v>69.571670532226605</c:v>
                </c:pt>
                <c:pt idx="1307">
                  <c:v>69.688613891601605</c:v>
                </c:pt>
                <c:pt idx="1308">
                  <c:v>69.771659851074205</c:v>
                </c:pt>
                <c:pt idx="1309">
                  <c:v>69.877487182617202</c:v>
                </c:pt>
                <c:pt idx="1310">
                  <c:v>70.122344970703097</c:v>
                </c:pt>
                <c:pt idx="1311">
                  <c:v>70.255119323730497</c:v>
                </c:pt>
                <c:pt idx="1312">
                  <c:v>70.334976196289105</c:v>
                </c:pt>
                <c:pt idx="1313">
                  <c:v>70.413650512695298</c:v>
                </c:pt>
                <c:pt idx="1314">
                  <c:v>70.426223754882798</c:v>
                </c:pt>
                <c:pt idx="1315">
                  <c:v>70.429229736328097</c:v>
                </c:pt>
                <c:pt idx="1316">
                  <c:v>70.452468872070298</c:v>
                </c:pt>
                <c:pt idx="1317">
                  <c:v>70.481643676757798</c:v>
                </c:pt>
                <c:pt idx="1318">
                  <c:v>70.514244079589801</c:v>
                </c:pt>
                <c:pt idx="1319">
                  <c:v>70.528053283691406</c:v>
                </c:pt>
                <c:pt idx="1320">
                  <c:v>70.537773132324205</c:v>
                </c:pt>
                <c:pt idx="1321">
                  <c:v>70.549224853515597</c:v>
                </c:pt>
                <c:pt idx="1322">
                  <c:v>70.555168151855497</c:v>
                </c:pt>
                <c:pt idx="1323">
                  <c:v>70.569816589355497</c:v>
                </c:pt>
                <c:pt idx="1324">
                  <c:v>70.628578186035199</c:v>
                </c:pt>
                <c:pt idx="1325">
                  <c:v>70.702552795410199</c:v>
                </c:pt>
                <c:pt idx="1326">
                  <c:v>70.725326538085895</c:v>
                </c:pt>
                <c:pt idx="1327">
                  <c:v>70.775886535644503</c:v>
                </c:pt>
                <c:pt idx="1328">
                  <c:v>70.805274963378906</c:v>
                </c:pt>
                <c:pt idx="1329">
                  <c:v>70.820053100585895</c:v>
                </c:pt>
                <c:pt idx="1330">
                  <c:v>70.856788635253906</c:v>
                </c:pt>
                <c:pt idx="1331">
                  <c:v>70.916168212890597</c:v>
                </c:pt>
                <c:pt idx="1332">
                  <c:v>70.958305358886705</c:v>
                </c:pt>
                <c:pt idx="1333">
                  <c:v>70.997657775878906</c:v>
                </c:pt>
                <c:pt idx="1334">
                  <c:v>71.052070617675795</c:v>
                </c:pt>
                <c:pt idx="1335">
                  <c:v>71.132041931152301</c:v>
                </c:pt>
                <c:pt idx="1336">
                  <c:v>71.259040832519503</c:v>
                </c:pt>
                <c:pt idx="1337">
                  <c:v>71.340507507324205</c:v>
                </c:pt>
                <c:pt idx="1338">
                  <c:v>71.396087646484403</c:v>
                </c:pt>
                <c:pt idx="1339">
                  <c:v>71.417884826660199</c:v>
                </c:pt>
                <c:pt idx="1340">
                  <c:v>71.462600708007798</c:v>
                </c:pt>
                <c:pt idx="1341">
                  <c:v>71.537506103515597</c:v>
                </c:pt>
                <c:pt idx="1342">
                  <c:v>71.558822631835895</c:v>
                </c:pt>
                <c:pt idx="1343">
                  <c:v>71.696868896484403</c:v>
                </c:pt>
                <c:pt idx="1344">
                  <c:v>71.760292053222699</c:v>
                </c:pt>
                <c:pt idx="1345">
                  <c:v>71.804672241210895</c:v>
                </c:pt>
                <c:pt idx="1346">
                  <c:v>71.893707275390597</c:v>
                </c:pt>
                <c:pt idx="1347">
                  <c:v>71.950164794921903</c:v>
                </c:pt>
                <c:pt idx="1348">
                  <c:v>71.986122131347699</c:v>
                </c:pt>
                <c:pt idx="1349">
                  <c:v>72.027244567871094</c:v>
                </c:pt>
                <c:pt idx="1350">
                  <c:v>72.064300537109403</c:v>
                </c:pt>
                <c:pt idx="1351">
                  <c:v>72.080741882324205</c:v>
                </c:pt>
                <c:pt idx="1352">
                  <c:v>72.097763061523395</c:v>
                </c:pt>
                <c:pt idx="1353">
                  <c:v>72.108650207519503</c:v>
                </c:pt>
                <c:pt idx="1354">
                  <c:v>72.115013122558594</c:v>
                </c:pt>
                <c:pt idx="1355">
                  <c:v>72.117858886718807</c:v>
                </c:pt>
                <c:pt idx="1356">
                  <c:v>72.119354248046903</c:v>
                </c:pt>
                <c:pt idx="1357">
                  <c:v>72.120513916015597</c:v>
                </c:pt>
                <c:pt idx="1358">
                  <c:v>72.121101379394503</c:v>
                </c:pt>
                <c:pt idx="1359">
                  <c:v>72.121406555175795</c:v>
                </c:pt>
                <c:pt idx="1360">
                  <c:v>72.121566772460895</c:v>
                </c:pt>
                <c:pt idx="1361">
                  <c:v>72.121643066406307</c:v>
                </c:pt>
                <c:pt idx="1362">
                  <c:v>72.121688842773395</c:v>
                </c:pt>
                <c:pt idx="1363">
                  <c:v>72.121711730957003</c:v>
                </c:pt>
                <c:pt idx="1364">
                  <c:v>72.121719360351605</c:v>
                </c:pt>
                <c:pt idx="1365">
                  <c:v>72.121726989746094</c:v>
                </c:pt>
                <c:pt idx="1366">
                  <c:v>72.121726989746094</c:v>
                </c:pt>
                <c:pt idx="1367">
                  <c:v>72.121726989746094</c:v>
                </c:pt>
                <c:pt idx="1368">
                  <c:v>72.121726989746094</c:v>
                </c:pt>
                <c:pt idx="1369">
                  <c:v>72.121726989746094</c:v>
                </c:pt>
                <c:pt idx="1370">
                  <c:v>72.121726989746094</c:v>
                </c:pt>
                <c:pt idx="1371">
                  <c:v>72.121726989746094</c:v>
                </c:pt>
                <c:pt idx="1372">
                  <c:v>72.121726989746094</c:v>
                </c:pt>
                <c:pt idx="1373">
                  <c:v>72.121726989746094</c:v>
                </c:pt>
                <c:pt idx="1374">
                  <c:v>72.121726989746094</c:v>
                </c:pt>
                <c:pt idx="1375">
                  <c:v>72.121726989746094</c:v>
                </c:pt>
                <c:pt idx="1376">
                  <c:v>72.121726989746094</c:v>
                </c:pt>
                <c:pt idx="1377">
                  <c:v>72.121726989746094</c:v>
                </c:pt>
                <c:pt idx="1378">
                  <c:v>72.121726989746094</c:v>
                </c:pt>
                <c:pt idx="1379">
                  <c:v>72.128753662109403</c:v>
                </c:pt>
                <c:pt idx="1380">
                  <c:v>72.142425537109403</c:v>
                </c:pt>
                <c:pt idx="1381">
                  <c:v>72.190109252929702</c:v>
                </c:pt>
                <c:pt idx="1382">
                  <c:v>72.192741394042997</c:v>
                </c:pt>
                <c:pt idx="1383">
                  <c:v>72.312248229980497</c:v>
                </c:pt>
                <c:pt idx="1384">
                  <c:v>72.363189697265597</c:v>
                </c:pt>
                <c:pt idx="1385">
                  <c:v>72.494956970214801</c:v>
                </c:pt>
                <c:pt idx="1386">
                  <c:v>72.710151672363295</c:v>
                </c:pt>
                <c:pt idx="1387">
                  <c:v>72.714111328125</c:v>
                </c:pt>
                <c:pt idx="1388">
                  <c:v>72.579841613769503</c:v>
                </c:pt>
                <c:pt idx="1389">
                  <c:v>72.578712463378906</c:v>
                </c:pt>
                <c:pt idx="1390">
                  <c:v>72.791198730468807</c:v>
                </c:pt>
                <c:pt idx="1391">
                  <c:v>72.857246398925795</c:v>
                </c:pt>
                <c:pt idx="1392">
                  <c:v>72.9471435546875</c:v>
                </c:pt>
                <c:pt idx="1393">
                  <c:v>73.09423828125</c:v>
                </c:pt>
                <c:pt idx="1394">
                  <c:v>73.166023254394503</c:v>
                </c:pt>
                <c:pt idx="1395">
                  <c:v>73.224174499511705</c:v>
                </c:pt>
                <c:pt idx="1396">
                  <c:v>73.300674438476605</c:v>
                </c:pt>
                <c:pt idx="1397">
                  <c:v>73.444961547851605</c:v>
                </c:pt>
                <c:pt idx="1398">
                  <c:v>73.752685546875</c:v>
                </c:pt>
                <c:pt idx="1399">
                  <c:v>73.702033996582003</c:v>
                </c:pt>
                <c:pt idx="1400">
                  <c:v>73.805877685546903</c:v>
                </c:pt>
                <c:pt idx="1401">
                  <c:v>74.086631774902301</c:v>
                </c:pt>
                <c:pt idx="1402">
                  <c:v>74.194709777832003</c:v>
                </c:pt>
                <c:pt idx="1403">
                  <c:v>74.352165222167997</c:v>
                </c:pt>
                <c:pt idx="1404">
                  <c:v>74.419624328613295</c:v>
                </c:pt>
                <c:pt idx="1405">
                  <c:v>74.458992004394503</c:v>
                </c:pt>
                <c:pt idx="1406">
                  <c:v>74.454666137695298</c:v>
                </c:pt>
                <c:pt idx="1407">
                  <c:v>74.396934509277301</c:v>
                </c:pt>
                <c:pt idx="1408">
                  <c:v>74.467933654785199</c:v>
                </c:pt>
                <c:pt idx="1409">
                  <c:v>74.531120300292997</c:v>
                </c:pt>
                <c:pt idx="1410">
                  <c:v>74.592468261718807</c:v>
                </c:pt>
                <c:pt idx="1411">
                  <c:v>74.676780700683594</c:v>
                </c:pt>
                <c:pt idx="1412">
                  <c:v>74.676124572753906</c:v>
                </c:pt>
                <c:pt idx="1413">
                  <c:v>74.701309204101605</c:v>
                </c:pt>
                <c:pt idx="1414">
                  <c:v>74.809745788574205</c:v>
                </c:pt>
                <c:pt idx="1415">
                  <c:v>74.682991027832003</c:v>
                </c:pt>
                <c:pt idx="1416">
                  <c:v>74.764694213867202</c:v>
                </c:pt>
                <c:pt idx="1417">
                  <c:v>74.870712280273395</c:v>
                </c:pt>
                <c:pt idx="1418">
                  <c:v>75.050651550292997</c:v>
                </c:pt>
                <c:pt idx="1419">
                  <c:v>75.188652038574205</c:v>
                </c:pt>
                <c:pt idx="1420">
                  <c:v>75.252212524414105</c:v>
                </c:pt>
                <c:pt idx="1421">
                  <c:v>75.320266723632798</c:v>
                </c:pt>
                <c:pt idx="1422">
                  <c:v>75.370918273925795</c:v>
                </c:pt>
                <c:pt idx="1423">
                  <c:v>75.400886535644503</c:v>
                </c:pt>
                <c:pt idx="1424">
                  <c:v>75.408386230468807</c:v>
                </c:pt>
                <c:pt idx="1425">
                  <c:v>75.416694641113295</c:v>
                </c:pt>
                <c:pt idx="1426">
                  <c:v>75.431045532226605</c:v>
                </c:pt>
                <c:pt idx="1427">
                  <c:v>75.440139770507798</c:v>
                </c:pt>
                <c:pt idx="1428">
                  <c:v>75.448455810546903</c:v>
                </c:pt>
                <c:pt idx="1429">
                  <c:v>75.445930480957003</c:v>
                </c:pt>
                <c:pt idx="1430">
                  <c:v>75.451705932617202</c:v>
                </c:pt>
                <c:pt idx="1431">
                  <c:v>75.451377868652301</c:v>
                </c:pt>
                <c:pt idx="1432">
                  <c:v>75.450157165527301</c:v>
                </c:pt>
                <c:pt idx="1433">
                  <c:v>75.455635070800795</c:v>
                </c:pt>
                <c:pt idx="1434">
                  <c:v>75.450767517089801</c:v>
                </c:pt>
                <c:pt idx="1435">
                  <c:v>75.45556640625</c:v>
                </c:pt>
                <c:pt idx="1436">
                  <c:v>75.470733642578097</c:v>
                </c:pt>
                <c:pt idx="1437">
                  <c:v>75.490303039550795</c:v>
                </c:pt>
                <c:pt idx="1438">
                  <c:v>75.506141662597699</c:v>
                </c:pt>
                <c:pt idx="1439">
                  <c:v>75.547706604003906</c:v>
                </c:pt>
                <c:pt idx="1440">
                  <c:v>75.577423095703097</c:v>
                </c:pt>
                <c:pt idx="1441">
                  <c:v>75.5916748046875</c:v>
                </c:pt>
                <c:pt idx="1442">
                  <c:v>75.618331909179702</c:v>
                </c:pt>
                <c:pt idx="1443">
                  <c:v>75.648284912109403</c:v>
                </c:pt>
                <c:pt idx="1444">
                  <c:v>75.667465209960895</c:v>
                </c:pt>
                <c:pt idx="1445">
                  <c:v>75.663681030273395</c:v>
                </c:pt>
                <c:pt idx="1446">
                  <c:v>75.692634582519503</c:v>
                </c:pt>
                <c:pt idx="1447">
                  <c:v>75.687240600585895</c:v>
                </c:pt>
                <c:pt idx="1448">
                  <c:v>75.691764831542997</c:v>
                </c:pt>
                <c:pt idx="1449">
                  <c:v>75.706069946289105</c:v>
                </c:pt>
                <c:pt idx="1450">
                  <c:v>75.743377685546903</c:v>
                </c:pt>
                <c:pt idx="1451">
                  <c:v>75.758781433105497</c:v>
                </c:pt>
                <c:pt idx="1452">
                  <c:v>75.768341064453097</c:v>
                </c:pt>
                <c:pt idx="1453">
                  <c:v>75.778335571289105</c:v>
                </c:pt>
                <c:pt idx="1454">
                  <c:v>75.801643371582003</c:v>
                </c:pt>
                <c:pt idx="1455">
                  <c:v>75.852775573730497</c:v>
                </c:pt>
                <c:pt idx="1456">
                  <c:v>75.885208129882798</c:v>
                </c:pt>
                <c:pt idx="1457">
                  <c:v>75.932334899902301</c:v>
                </c:pt>
                <c:pt idx="1458">
                  <c:v>75.904312133789105</c:v>
                </c:pt>
                <c:pt idx="1459">
                  <c:v>75.9393310546875</c:v>
                </c:pt>
                <c:pt idx="1460">
                  <c:v>75.954010009765597</c:v>
                </c:pt>
                <c:pt idx="1461">
                  <c:v>75.962440490722699</c:v>
                </c:pt>
                <c:pt idx="1462">
                  <c:v>75.976760864257798</c:v>
                </c:pt>
                <c:pt idx="1463">
                  <c:v>75.964035034179702</c:v>
                </c:pt>
                <c:pt idx="1464">
                  <c:v>75.956336975097699</c:v>
                </c:pt>
                <c:pt idx="1465">
                  <c:v>75.964683532714801</c:v>
                </c:pt>
                <c:pt idx="1466">
                  <c:v>75.951164245605497</c:v>
                </c:pt>
                <c:pt idx="1467">
                  <c:v>76.001075744628906</c:v>
                </c:pt>
                <c:pt idx="1468">
                  <c:v>75.967643737792997</c:v>
                </c:pt>
                <c:pt idx="1469">
                  <c:v>75.989952087402301</c:v>
                </c:pt>
                <c:pt idx="1470">
                  <c:v>75.983299255371094</c:v>
                </c:pt>
                <c:pt idx="1471">
                  <c:v>75.968978881835895</c:v>
                </c:pt>
                <c:pt idx="1472">
                  <c:v>75.972419738769503</c:v>
                </c:pt>
                <c:pt idx="1473">
                  <c:v>75.989585876464801</c:v>
                </c:pt>
                <c:pt idx="1474">
                  <c:v>75.985679626464801</c:v>
                </c:pt>
                <c:pt idx="1475">
                  <c:v>75.959335327148395</c:v>
                </c:pt>
                <c:pt idx="1476">
                  <c:v>75.946578979492202</c:v>
                </c:pt>
                <c:pt idx="1477">
                  <c:v>75.966323852539105</c:v>
                </c:pt>
                <c:pt idx="1478">
                  <c:v>75.967750549316406</c:v>
                </c:pt>
                <c:pt idx="1479">
                  <c:v>75.946060180664105</c:v>
                </c:pt>
                <c:pt idx="1480">
                  <c:v>75.944938659667997</c:v>
                </c:pt>
                <c:pt idx="1481">
                  <c:v>75.939514160156307</c:v>
                </c:pt>
                <c:pt idx="1482">
                  <c:v>75.938987731933594</c:v>
                </c:pt>
                <c:pt idx="1483">
                  <c:v>75.953689575195298</c:v>
                </c:pt>
                <c:pt idx="1484">
                  <c:v>75.978912353515597</c:v>
                </c:pt>
                <c:pt idx="1485">
                  <c:v>75.973815917968807</c:v>
                </c:pt>
                <c:pt idx="1486">
                  <c:v>75.969581604003906</c:v>
                </c:pt>
                <c:pt idx="1487">
                  <c:v>75.964645385742202</c:v>
                </c:pt>
                <c:pt idx="1488">
                  <c:v>75.969886779785199</c:v>
                </c:pt>
                <c:pt idx="1489">
                  <c:v>75.985359191894503</c:v>
                </c:pt>
                <c:pt idx="1490">
                  <c:v>75.973075866699205</c:v>
                </c:pt>
                <c:pt idx="1491">
                  <c:v>75.978065490722699</c:v>
                </c:pt>
                <c:pt idx="1492">
                  <c:v>75.921798706054702</c:v>
                </c:pt>
                <c:pt idx="1493">
                  <c:v>75.934722900390597</c:v>
                </c:pt>
                <c:pt idx="1494">
                  <c:v>75.917922973632798</c:v>
                </c:pt>
                <c:pt idx="1495">
                  <c:v>75.928024291992202</c:v>
                </c:pt>
                <c:pt idx="1496">
                  <c:v>75.953460693359403</c:v>
                </c:pt>
                <c:pt idx="1497">
                  <c:v>75.919441223144503</c:v>
                </c:pt>
                <c:pt idx="1498">
                  <c:v>75.9256591796875</c:v>
                </c:pt>
                <c:pt idx="1499">
                  <c:v>75.964408874511705</c:v>
                </c:pt>
                <c:pt idx="1500">
                  <c:v>75.938575744628906</c:v>
                </c:pt>
                <c:pt idx="1501">
                  <c:v>75.967681884765597</c:v>
                </c:pt>
                <c:pt idx="1502">
                  <c:v>75.977447509765597</c:v>
                </c:pt>
                <c:pt idx="1503">
                  <c:v>75.962684631347699</c:v>
                </c:pt>
                <c:pt idx="1504">
                  <c:v>75.882270812988295</c:v>
                </c:pt>
                <c:pt idx="1505">
                  <c:v>75.905158996582003</c:v>
                </c:pt>
                <c:pt idx="1506">
                  <c:v>75.891387939453097</c:v>
                </c:pt>
                <c:pt idx="1507">
                  <c:v>75.856986999511705</c:v>
                </c:pt>
                <c:pt idx="1508">
                  <c:v>75.852088928222699</c:v>
                </c:pt>
                <c:pt idx="1509">
                  <c:v>75.818756103515597</c:v>
                </c:pt>
                <c:pt idx="1510">
                  <c:v>75.866127014160199</c:v>
                </c:pt>
                <c:pt idx="1511">
                  <c:v>75.848747253417997</c:v>
                </c:pt>
                <c:pt idx="1512">
                  <c:v>75.812156677246094</c:v>
                </c:pt>
                <c:pt idx="1513">
                  <c:v>75.788444519042997</c:v>
                </c:pt>
                <c:pt idx="1514">
                  <c:v>75.768287658691406</c:v>
                </c:pt>
                <c:pt idx="1515">
                  <c:v>75.775085449218807</c:v>
                </c:pt>
                <c:pt idx="1516">
                  <c:v>75.755058288574205</c:v>
                </c:pt>
                <c:pt idx="1517">
                  <c:v>75.748428344726605</c:v>
                </c:pt>
                <c:pt idx="1518">
                  <c:v>75.740669250488295</c:v>
                </c:pt>
                <c:pt idx="1519">
                  <c:v>75.707244873046903</c:v>
                </c:pt>
                <c:pt idx="1520">
                  <c:v>75.716712951660199</c:v>
                </c:pt>
                <c:pt idx="1521">
                  <c:v>75.717025756835895</c:v>
                </c:pt>
                <c:pt idx="1522">
                  <c:v>75.709365844726605</c:v>
                </c:pt>
                <c:pt idx="1523">
                  <c:v>75.687736511230497</c:v>
                </c:pt>
                <c:pt idx="1524">
                  <c:v>75.685699462890597</c:v>
                </c:pt>
                <c:pt idx="1525">
                  <c:v>75.676521301269503</c:v>
                </c:pt>
                <c:pt idx="1526">
                  <c:v>75.669738769531307</c:v>
                </c:pt>
                <c:pt idx="1527">
                  <c:v>75.669998168945298</c:v>
                </c:pt>
                <c:pt idx="1528">
                  <c:v>75.642097473144503</c:v>
                </c:pt>
                <c:pt idx="1529">
                  <c:v>75.640113830566406</c:v>
                </c:pt>
                <c:pt idx="1530">
                  <c:v>75.621414184570298</c:v>
                </c:pt>
                <c:pt idx="1531">
                  <c:v>75.6533203125</c:v>
                </c:pt>
                <c:pt idx="1532">
                  <c:v>75.672340393066406</c:v>
                </c:pt>
                <c:pt idx="1533">
                  <c:v>75.638778686523395</c:v>
                </c:pt>
                <c:pt idx="1534">
                  <c:v>75.647994995117202</c:v>
                </c:pt>
                <c:pt idx="1535">
                  <c:v>75.654037475585895</c:v>
                </c:pt>
                <c:pt idx="1536">
                  <c:v>75.618049621582003</c:v>
                </c:pt>
                <c:pt idx="1537">
                  <c:v>75.580406188964801</c:v>
                </c:pt>
                <c:pt idx="1538">
                  <c:v>75.579162597656307</c:v>
                </c:pt>
                <c:pt idx="1539">
                  <c:v>75.543449401855497</c:v>
                </c:pt>
                <c:pt idx="1540">
                  <c:v>75.531066894531307</c:v>
                </c:pt>
                <c:pt idx="1541">
                  <c:v>75.522628784179702</c:v>
                </c:pt>
                <c:pt idx="1542">
                  <c:v>75.502288818359403</c:v>
                </c:pt>
                <c:pt idx="1543">
                  <c:v>75.571472167968807</c:v>
                </c:pt>
                <c:pt idx="1544">
                  <c:v>75.561431884765597</c:v>
                </c:pt>
                <c:pt idx="1545">
                  <c:v>75.575775146484403</c:v>
                </c:pt>
                <c:pt idx="1546">
                  <c:v>75.583412170410199</c:v>
                </c:pt>
                <c:pt idx="1547">
                  <c:v>75.544395446777301</c:v>
                </c:pt>
                <c:pt idx="1548">
                  <c:v>75.563552856445298</c:v>
                </c:pt>
                <c:pt idx="1549">
                  <c:v>75.546882629394503</c:v>
                </c:pt>
                <c:pt idx="1550">
                  <c:v>75.563453674316406</c:v>
                </c:pt>
                <c:pt idx="1551">
                  <c:v>75.589881896972699</c:v>
                </c:pt>
                <c:pt idx="1552">
                  <c:v>75.633720397949205</c:v>
                </c:pt>
                <c:pt idx="1553">
                  <c:v>75.619903564453097</c:v>
                </c:pt>
                <c:pt idx="1554">
                  <c:v>75.661094665527301</c:v>
                </c:pt>
                <c:pt idx="1555">
                  <c:v>75.671188354492202</c:v>
                </c:pt>
                <c:pt idx="1556">
                  <c:v>75.687591552734403</c:v>
                </c:pt>
                <c:pt idx="1557">
                  <c:v>75.718933105468807</c:v>
                </c:pt>
                <c:pt idx="1558">
                  <c:v>75.639923095703097</c:v>
                </c:pt>
                <c:pt idx="1559">
                  <c:v>75.659210205078097</c:v>
                </c:pt>
                <c:pt idx="1560">
                  <c:v>75.680099487304702</c:v>
                </c:pt>
                <c:pt idx="1561">
                  <c:v>75.671974182128906</c:v>
                </c:pt>
                <c:pt idx="1562">
                  <c:v>75.694442749023395</c:v>
                </c:pt>
                <c:pt idx="1563">
                  <c:v>75.735267639160199</c:v>
                </c:pt>
                <c:pt idx="1564">
                  <c:v>75.746963500976605</c:v>
                </c:pt>
                <c:pt idx="1565">
                  <c:v>75.770767211914105</c:v>
                </c:pt>
                <c:pt idx="1566">
                  <c:v>75.754180908203097</c:v>
                </c:pt>
                <c:pt idx="1567">
                  <c:v>75.759841918945298</c:v>
                </c:pt>
                <c:pt idx="1568">
                  <c:v>75.772705078125</c:v>
                </c:pt>
                <c:pt idx="1569">
                  <c:v>75.785926818847699</c:v>
                </c:pt>
                <c:pt idx="1570">
                  <c:v>75.819763183593807</c:v>
                </c:pt>
                <c:pt idx="1571">
                  <c:v>75.812034606933594</c:v>
                </c:pt>
                <c:pt idx="1572">
                  <c:v>75.835510253906307</c:v>
                </c:pt>
                <c:pt idx="1573">
                  <c:v>75.938865661621094</c:v>
                </c:pt>
                <c:pt idx="1574">
                  <c:v>75.973869323730497</c:v>
                </c:pt>
                <c:pt idx="1575">
                  <c:v>75.954048156738295</c:v>
                </c:pt>
                <c:pt idx="1576">
                  <c:v>75.99169921875</c:v>
                </c:pt>
                <c:pt idx="1577">
                  <c:v>75.9862060546875</c:v>
                </c:pt>
                <c:pt idx="1578">
                  <c:v>76.055213928222699</c:v>
                </c:pt>
                <c:pt idx="1579">
                  <c:v>76.0859375</c:v>
                </c:pt>
                <c:pt idx="1580">
                  <c:v>76.074554443359403</c:v>
                </c:pt>
                <c:pt idx="1581">
                  <c:v>76.061088562011705</c:v>
                </c:pt>
                <c:pt idx="1582">
                  <c:v>76.091575622558594</c:v>
                </c:pt>
                <c:pt idx="1583">
                  <c:v>76.135734558105497</c:v>
                </c:pt>
                <c:pt idx="1584">
                  <c:v>76.1656494140625</c:v>
                </c:pt>
                <c:pt idx="1585">
                  <c:v>76.181312561035199</c:v>
                </c:pt>
                <c:pt idx="1586">
                  <c:v>76.227218627929702</c:v>
                </c:pt>
                <c:pt idx="1587">
                  <c:v>76.241188049316406</c:v>
                </c:pt>
                <c:pt idx="1588">
                  <c:v>76.313194274902301</c:v>
                </c:pt>
                <c:pt idx="1589">
                  <c:v>76.290267944335895</c:v>
                </c:pt>
                <c:pt idx="1590">
                  <c:v>76.315216064453097</c:v>
                </c:pt>
                <c:pt idx="1591">
                  <c:v>76.469108581542997</c:v>
                </c:pt>
                <c:pt idx="1592">
                  <c:v>76.507141113281307</c:v>
                </c:pt>
                <c:pt idx="1593">
                  <c:v>76.523864746093807</c:v>
                </c:pt>
                <c:pt idx="1594">
                  <c:v>76.554122924804702</c:v>
                </c:pt>
                <c:pt idx="1595">
                  <c:v>76.596107482910199</c:v>
                </c:pt>
                <c:pt idx="1596">
                  <c:v>76.613113403320298</c:v>
                </c:pt>
                <c:pt idx="1597">
                  <c:v>76.618309020996094</c:v>
                </c:pt>
                <c:pt idx="1598">
                  <c:v>76.590881347656307</c:v>
                </c:pt>
                <c:pt idx="1599">
                  <c:v>76.678199768066406</c:v>
                </c:pt>
                <c:pt idx="1600">
                  <c:v>76.822280883789105</c:v>
                </c:pt>
                <c:pt idx="1601">
                  <c:v>76.890785217285199</c:v>
                </c:pt>
                <c:pt idx="1602">
                  <c:v>76.866867065429702</c:v>
                </c:pt>
                <c:pt idx="1603">
                  <c:v>76.906600952148395</c:v>
                </c:pt>
                <c:pt idx="1604">
                  <c:v>76.988624572753906</c:v>
                </c:pt>
                <c:pt idx="1605">
                  <c:v>77.011558532714801</c:v>
                </c:pt>
                <c:pt idx="1606">
                  <c:v>77.021408081054702</c:v>
                </c:pt>
                <c:pt idx="1607">
                  <c:v>77.023452758789105</c:v>
                </c:pt>
                <c:pt idx="1608">
                  <c:v>77.037734985351605</c:v>
                </c:pt>
                <c:pt idx="1609">
                  <c:v>77.030136108398395</c:v>
                </c:pt>
                <c:pt idx="1610">
                  <c:v>77.051780700683594</c:v>
                </c:pt>
                <c:pt idx="1611">
                  <c:v>77.0345458984375</c:v>
                </c:pt>
                <c:pt idx="1612">
                  <c:v>77.089042663574205</c:v>
                </c:pt>
                <c:pt idx="1613">
                  <c:v>77.086990356445298</c:v>
                </c:pt>
                <c:pt idx="1614">
                  <c:v>77.096817016601605</c:v>
                </c:pt>
                <c:pt idx="1615">
                  <c:v>77.118812561035199</c:v>
                </c:pt>
                <c:pt idx="1616">
                  <c:v>77.205902099609403</c:v>
                </c:pt>
                <c:pt idx="1617">
                  <c:v>77.180877685546903</c:v>
                </c:pt>
                <c:pt idx="1618">
                  <c:v>77.189346313476605</c:v>
                </c:pt>
                <c:pt idx="1619">
                  <c:v>77.136138916015597</c:v>
                </c:pt>
                <c:pt idx="1620">
                  <c:v>77.136795043945298</c:v>
                </c:pt>
                <c:pt idx="1621">
                  <c:v>77.424491882324205</c:v>
                </c:pt>
                <c:pt idx="1622">
                  <c:v>77.529472351074205</c:v>
                </c:pt>
                <c:pt idx="1623">
                  <c:v>77.665863037109403</c:v>
                </c:pt>
                <c:pt idx="1624">
                  <c:v>77.608741760253906</c:v>
                </c:pt>
                <c:pt idx="1625">
                  <c:v>77.887077331542997</c:v>
                </c:pt>
                <c:pt idx="1626">
                  <c:v>78.077728271484403</c:v>
                </c:pt>
                <c:pt idx="1627">
                  <c:v>78.246986389160199</c:v>
                </c:pt>
                <c:pt idx="1628">
                  <c:v>78.397209167480497</c:v>
                </c:pt>
                <c:pt idx="1629">
                  <c:v>78.496452331542997</c:v>
                </c:pt>
                <c:pt idx="1630">
                  <c:v>78.448051452636705</c:v>
                </c:pt>
                <c:pt idx="1631">
                  <c:v>78.510986328125</c:v>
                </c:pt>
                <c:pt idx="1632">
                  <c:v>78.585464477539105</c:v>
                </c:pt>
                <c:pt idx="1633">
                  <c:v>78.644439697265597</c:v>
                </c:pt>
                <c:pt idx="1634">
                  <c:v>78.644813537597699</c:v>
                </c:pt>
                <c:pt idx="1635">
                  <c:v>78.674911499023395</c:v>
                </c:pt>
                <c:pt idx="1636">
                  <c:v>78.690361022949205</c:v>
                </c:pt>
                <c:pt idx="1637">
                  <c:v>78.698295593261705</c:v>
                </c:pt>
                <c:pt idx="1638">
                  <c:v>78.702369689941406</c:v>
                </c:pt>
                <c:pt idx="1639">
                  <c:v>78.704460144042997</c:v>
                </c:pt>
                <c:pt idx="1640">
                  <c:v>78.705535888671903</c:v>
                </c:pt>
                <c:pt idx="1641">
                  <c:v>78.706085205078097</c:v>
                </c:pt>
                <c:pt idx="1642">
                  <c:v>78.706367492675795</c:v>
                </c:pt>
                <c:pt idx="1643">
                  <c:v>78.706512451171903</c:v>
                </c:pt>
                <c:pt idx="1644">
                  <c:v>78.706588745117202</c:v>
                </c:pt>
                <c:pt idx="1645">
                  <c:v>78.706626892089801</c:v>
                </c:pt>
                <c:pt idx="1646">
                  <c:v>78.706642150878906</c:v>
                </c:pt>
                <c:pt idx="1647">
                  <c:v>78.706657409667997</c:v>
                </c:pt>
                <c:pt idx="1648">
                  <c:v>78.706657409667997</c:v>
                </c:pt>
                <c:pt idx="1649">
                  <c:v>78.712448120117202</c:v>
                </c:pt>
                <c:pt idx="1650">
                  <c:v>78.718315124511705</c:v>
                </c:pt>
                <c:pt idx="1651">
                  <c:v>78.735122680664105</c:v>
                </c:pt>
                <c:pt idx="1652">
                  <c:v>78.728736877441406</c:v>
                </c:pt>
                <c:pt idx="1653">
                  <c:v>78.725601196289105</c:v>
                </c:pt>
                <c:pt idx="1654">
                  <c:v>78.743400573730497</c:v>
                </c:pt>
                <c:pt idx="1655">
                  <c:v>78.744430541992202</c:v>
                </c:pt>
                <c:pt idx="1656">
                  <c:v>78.787322998046903</c:v>
                </c:pt>
                <c:pt idx="1657">
                  <c:v>78.776222229003906</c:v>
                </c:pt>
                <c:pt idx="1658">
                  <c:v>78.872528076171903</c:v>
                </c:pt>
                <c:pt idx="1659">
                  <c:v>78.923042297363295</c:v>
                </c:pt>
                <c:pt idx="1660">
                  <c:v>78.963371276855497</c:v>
                </c:pt>
                <c:pt idx="1661">
                  <c:v>79.0189208984375</c:v>
                </c:pt>
                <c:pt idx="1662">
                  <c:v>79.081832885742202</c:v>
                </c:pt>
                <c:pt idx="1663">
                  <c:v>79.092727661132798</c:v>
                </c:pt>
                <c:pt idx="1664">
                  <c:v>79.130882263183594</c:v>
                </c:pt>
                <c:pt idx="1665">
                  <c:v>79.142639160156307</c:v>
                </c:pt>
                <c:pt idx="1666">
                  <c:v>79.191711425781307</c:v>
                </c:pt>
                <c:pt idx="1667">
                  <c:v>79.274589538574205</c:v>
                </c:pt>
                <c:pt idx="1668">
                  <c:v>79.315757751464801</c:v>
                </c:pt>
                <c:pt idx="1669">
                  <c:v>79.391952514648395</c:v>
                </c:pt>
                <c:pt idx="1670">
                  <c:v>79.428009033203097</c:v>
                </c:pt>
                <c:pt idx="1671">
                  <c:v>79.517883300781307</c:v>
                </c:pt>
                <c:pt idx="1672">
                  <c:v>79.518493652343807</c:v>
                </c:pt>
                <c:pt idx="1673">
                  <c:v>79.570175170898395</c:v>
                </c:pt>
                <c:pt idx="1674">
                  <c:v>79.640594482421903</c:v>
                </c:pt>
                <c:pt idx="1675">
                  <c:v>79.715782165527301</c:v>
                </c:pt>
                <c:pt idx="1676">
                  <c:v>79.753067016601605</c:v>
                </c:pt>
                <c:pt idx="1677">
                  <c:v>79.872840881347699</c:v>
                </c:pt>
                <c:pt idx="1678">
                  <c:v>80.025886535644503</c:v>
                </c:pt>
                <c:pt idx="1679">
                  <c:v>80.138450622558594</c:v>
                </c:pt>
                <c:pt idx="1680">
                  <c:v>80.200599670410199</c:v>
                </c:pt>
                <c:pt idx="1681">
                  <c:v>80.231834411621094</c:v>
                </c:pt>
                <c:pt idx="1682">
                  <c:v>80.251960754394503</c:v>
                </c:pt>
                <c:pt idx="1683">
                  <c:v>80.278785705566406</c:v>
                </c:pt>
                <c:pt idx="1684">
                  <c:v>80.301055908203097</c:v>
                </c:pt>
                <c:pt idx="1685">
                  <c:v>80.396347045898395</c:v>
                </c:pt>
                <c:pt idx="1686">
                  <c:v>80.514549255371094</c:v>
                </c:pt>
                <c:pt idx="1687">
                  <c:v>80.628860473632798</c:v>
                </c:pt>
                <c:pt idx="1688">
                  <c:v>80.769119262695298</c:v>
                </c:pt>
                <c:pt idx="1689">
                  <c:v>80.820686340332003</c:v>
                </c:pt>
                <c:pt idx="1690">
                  <c:v>80.943054199218807</c:v>
                </c:pt>
                <c:pt idx="1691">
                  <c:v>80.972908020019503</c:v>
                </c:pt>
                <c:pt idx="1692">
                  <c:v>81.018417358398395</c:v>
                </c:pt>
                <c:pt idx="1693">
                  <c:v>81.070281982421903</c:v>
                </c:pt>
                <c:pt idx="1694">
                  <c:v>81.106239318847699</c:v>
                </c:pt>
                <c:pt idx="1695">
                  <c:v>81.1588134765625</c:v>
                </c:pt>
                <c:pt idx="1696">
                  <c:v>81.1533203125</c:v>
                </c:pt>
                <c:pt idx="1697">
                  <c:v>81.231948852539105</c:v>
                </c:pt>
                <c:pt idx="1698">
                  <c:v>81.246749877929702</c:v>
                </c:pt>
                <c:pt idx="1699">
                  <c:v>81.281433105468807</c:v>
                </c:pt>
                <c:pt idx="1700">
                  <c:v>81.359313964843807</c:v>
                </c:pt>
                <c:pt idx="1701">
                  <c:v>81.384414672851605</c:v>
                </c:pt>
                <c:pt idx="1702">
                  <c:v>81.459091186523395</c:v>
                </c:pt>
                <c:pt idx="1703">
                  <c:v>81.478836059570298</c:v>
                </c:pt>
                <c:pt idx="1704">
                  <c:v>81.626434326171903</c:v>
                </c:pt>
                <c:pt idx="1705">
                  <c:v>81.757530212402301</c:v>
                </c:pt>
                <c:pt idx="1706">
                  <c:v>81.852447509765597</c:v>
                </c:pt>
                <c:pt idx="1707">
                  <c:v>81.913627624511705</c:v>
                </c:pt>
                <c:pt idx="1708">
                  <c:v>81.947044372558594</c:v>
                </c:pt>
                <c:pt idx="1709">
                  <c:v>81.970161437988295</c:v>
                </c:pt>
                <c:pt idx="1710">
                  <c:v>81.9814453125</c:v>
                </c:pt>
                <c:pt idx="1711">
                  <c:v>81.987754821777301</c:v>
                </c:pt>
                <c:pt idx="1712">
                  <c:v>82.004089355468807</c:v>
                </c:pt>
                <c:pt idx="1713">
                  <c:v>82.020278930664105</c:v>
                </c:pt>
                <c:pt idx="1714">
                  <c:v>82.049781799316406</c:v>
                </c:pt>
                <c:pt idx="1715">
                  <c:v>82.071670532226605</c:v>
                </c:pt>
                <c:pt idx="1716">
                  <c:v>82.095108032226605</c:v>
                </c:pt>
                <c:pt idx="1717">
                  <c:v>82.140327453613295</c:v>
                </c:pt>
                <c:pt idx="1718">
                  <c:v>82.176651000976605</c:v>
                </c:pt>
                <c:pt idx="1719">
                  <c:v>82.2032470703125</c:v>
                </c:pt>
                <c:pt idx="1720">
                  <c:v>82.227462768554702</c:v>
                </c:pt>
                <c:pt idx="1721">
                  <c:v>82.251525878906307</c:v>
                </c:pt>
                <c:pt idx="1722">
                  <c:v>82.256126403808594</c:v>
                </c:pt>
                <c:pt idx="1723">
                  <c:v>82.263389587402301</c:v>
                </c:pt>
                <c:pt idx="1724">
                  <c:v>82.315269470214801</c:v>
                </c:pt>
                <c:pt idx="1725">
                  <c:v>82.3184814453125</c:v>
                </c:pt>
                <c:pt idx="1726">
                  <c:v>82.348335266113295</c:v>
                </c:pt>
                <c:pt idx="1727">
                  <c:v>82.365211486816406</c:v>
                </c:pt>
                <c:pt idx="1728">
                  <c:v>82.415672302246094</c:v>
                </c:pt>
                <c:pt idx="1729">
                  <c:v>82.441101074218807</c:v>
                </c:pt>
                <c:pt idx="1730">
                  <c:v>82.459068298339801</c:v>
                </c:pt>
                <c:pt idx="1731">
                  <c:v>82.485809326171903</c:v>
                </c:pt>
                <c:pt idx="1732">
                  <c:v>82.465232849121094</c:v>
                </c:pt>
                <c:pt idx="1733">
                  <c:v>82.420867919921903</c:v>
                </c:pt>
                <c:pt idx="1734">
                  <c:v>82.474800109863295</c:v>
                </c:pt>
                <c:pt idx="1735">
                  <c:v>82.520614624023395</c:v>
                </c:pt>
                <c:pt idx="1736">
                  <c:v>82.547828674316406</c:v>
                </c:pt>
                <c:pt idx="1737">
                  <c:v>82.516990661621094</c:v>
                </c:pt>
                <c:pt idx="1738">
                  <c:v>82.512069702148395</c:v>
                </c:pt>
                <c:pt idx="1739">
                  <c:v>82.532257080078097</c:v>
                </c:pt>
                <c:pt idx="1740">
                  <c:v>82.497947692871094</c:v>
                </c:pt>
                <c:pt idx="1741">
                  <c:v>82.506256103515597</c:v>
                </c:pt>
                <c:pt idx="1742">
                  <c:v>82.515449523925795</c:v>
                </c:pt>
                <c:pt idx="1743">
                  <c:v>82.530799865722699</c:v>
                </c:pt>
                <c:pt idx="1744">
                  <c:v>82.543502807617202</c:v>
                </c:pt>
                <c:pt idx="1745">
                  <c:v>82.547431945800795</c:v>
                </c:pt>
                <c:pt idx="1746">
                  <c:v>82.518630981445298</c:v>
                </c:pt>
                <c:pt idx="1747">
                  <c:v>82.516693115234403</c:v>
                </c:pt>
                <c:pt idx="1748">
                  <c:v>82.506729125976605</c:v>
                </c:pt>
                <c:pt idx="1749">
                  <c:v>82.501434326171903</c:v>
                </c:pt>
                <c:pt idx="1750">
                  <c:v>82.469497680664105</c:v>
                </c:pt>
                <c:pt idx="1751">
                  <c:v>82.466964721679702</c:v>
                </c:pt>
                <c:pt idx="1752">
                  <c:v>82.447319030761705</c:v>
                </c:pt>
                <c:pt idx="1753">
                  <c:v>82.422760009765597</c:v>
                </c:pt>
                <c:pt idx="1754">
                  <c:v>82.37744140625</c:v>
                </c:pt>
                <c:pt idx="1755">
                  <c:v>82.333915710449205</c:v>
                </c:pt>
                <c:pt idx="1756">
                  <c:v>82.332649230957003</c:v>
                </c:pt>
                <c:pt idx="1757">
                  <c:v>82.340202331542997</c:v>
                </c:pt>
                <c:pt idx="1758">
                  <c:v>82.366912841796903</c:v>
                </c:pt>
                <c:pt idx="1759">
                  <c:v>82.322174072265597</c:v>
                </c:pt>
                <c:pt idx="1760">
                  <c:v>82.290489196777301</c:v>
                </c:pt>
                <c:pt idx="1761">
                  <c:v>82.271110534667997</c:v>
                </c:pt>
                <c:pt idx="1762">
                  <c:v>82.269149780273395</c:v>
                </c:pt>
                <c:pt idx="1763">
                  <c:v>82.232406616210895</c:v>
                </c:pt>
                <c:pt idx="1764">
                  <c:v>82.198654174804702</c:v>
                </c:pt>
                <c:pt idx="1765">
                  <c:v>82.187583923339801</c:v>
                </c:pt>
                <c:pt idx="1766">
                  <c:v>82.151885986328097</c:v>
                </c:pt>
                <c:pt idx="1767">
                  <c:v>82.110008239746094</c:v>
                </c:pt>
                <c:pt idx="1768">
                  <c:v>82.102287292480497</c:v>
                </c:pt>
                <c:pt idx="1769">
                  <c:v>82.096435546875</c:v>
                </c:pt>
                <c:pt idx="1770">
                  <c:v>82.081481933593807</c:v>
                </c:pt>
                <c:pt idx="1771">
                  <c:v>82.060386657714801</c:v>
                </c:pt>
                <c:pt idx="1772">
                  <c:v>82.038810729980497</c:v>
                </c:pt>
                <c:pt idx="1773">
                  <c:v>82.022315979003906</c:v>
                </c:pt>
                <c:pt idx="1774">
                  <c:v>82.004623413085895</c:v>
                </c:pt>
                <c:pt idx="1775">
                  <c:v>81.997390747070298</c:v>
                </c:pt>
                <c:pt idx="1776">
                  <c:v>82.000175476074205</c:v>
                </c:pt>
                <c:pt idx="1777">
                  <c:v>81.991584777832003</c:v>
                </c:pt>
                <c:pt idx="1778">
                  <c:v>81.990760803222699</c:v>
                </c:pt>
                <c:pt idx="1779">
                  <c:v>81.987266540527301</c:v>
                </c:pt>
                <c:pt idx="1780">
                  <c:v>81.980743408203097</c:v>
                </c:pt>
                <c:pt idx="1781">
                  <c:v>81.970840454101605</c:v>
                </c:pt>
                <c:pt idx="1782">
                  <c:v>81.938446044921903</c:v>
                </c:pt>
                <c:pt idx="1783">
                  <c:v>81.936279296875</c:v>
                </c:pt>
                <c:pt idx="1784">
                  <c:v>81.923042297363295</c:v>
                </c:pt>
                <c:pt idx="1785">
                  <c:v>81.886222839355497</c:v>
                </c:pt>
                <c:pt idx="1786">
                  <c:v>81.817436218261705</c:v>
                </c:pt>
                <c:pt idx="1787">
                  <c:v>81.700027465820298</c:v>
                </c:pt>
                <c:pt idx="1788">
                  <c:v>81.547248840332003</c:v>
                </c:pt>
                <c:pt idx="1789">
                  <c:v>81.4376220703125</c:v>
                </c:pt>
                <c:pt idx="1790">
                  <c:v>81.358001708984403</c:v>
                </c:pt>
                <c:pt idx="1791">
                  <c:v>81.304016113281307</c:v>
                </c:pt>
                <c:pt idx="1792">
                  <c:v>81.275955200195298</c:v>
                </c:pt>
                <c:pt idx="1793">
                  <c:v>81.237152099609403</c:v>
                </c:pt>
                <c:pt idx="1794">
                  <c:v>81.158309936523395</c:v>
                </c:pt>
                <c:pt idx="1795">
                  <c:v>81.154296875</c:v>
                </c:pt>
                <c:pt idx="1796">
                  <c:v>81.024879455566406</c:v>
                </c:pt>
                <c:pt idx="1797">
                  <c:v>80.869857788085895</c:v>
                </c:pt>
                <c:pt idx="1798">
                  <c:v>80.824562072753906</c:v>
                </c:pt>
                <c:pt idx="1799">
                  <c:v>80.815032958984403</c:v>
                </c:pt>
                <c:pt idx="1800">
                  <c:v>80.783088684082003</c:v>
                </c:pt>
                <c:pt idx="1801">
                  <c:v>80.607292175292997</c:v>
                </c:pt>
                <c:pt idx="1802">
                  <c:v>80.464591979980497</c:v>
                </c:pt>
                <c:pt idx="1803">
                  <c:v>80.397682189941406</c:v>
                </c:pt>
                <c:pt idx="1804">
                  <c:v>80.364486694335895</c:v>
                </c:pt>
                <c:pt idx="1805">
                  <c:v>80.333709716796903</c:v>
                </c:pt>
                <c:pt idx="1806">
                  <c:v>80.320129394531307</c:v>
                </c:pt>
                <c:pt idx="1807">
                  <c:v>80.305023193359403</c:v>
                </c:pt>
                <c:pt idx="1808">
                  <c:v>80.306037902832003</c:v>
                </c:pt>
                <c:pt idx="1809">
                  <c:v>80.292236328125</c:v>
                </c:pt>
                <c:pt idx="1810">
                  <c:v>80.279472351074205</c:v>
                </c:pt>
                <c:pt idx="1811">
                  <c:v>80.220848083496094</c:v>
                </c:pt>
                <c:pt idx="1812">
                  <c:v>80.199607849121094</c:v>
                </c:pt>
                <c:pt idx="1813">
                  <c:v>80.115989685058594</c:v>
                </c:pt>
                <c:pt idx="1814">
                  <c:v>80.118118286132798</c:v>
                </c:pt>
                <c:pt idx="1815">
                  <c:v>80.081787109375</c:v>
                </c:pt>
                <c:pt idx="1816">
                  <c:v>80.080551147460895</c:v>
                </c:pt>
                <c:pt idx="1817">
                  <c:v>80.086746215820298</c:v>
                </c:pt>
                <c:pt idx="1818">
                  <c:v>80.004356384277301</c:v>
                </c:pt>
                <c:pt idx="1819">
                  <c:v>79.884582519531307</c:v>
                </c:pt>
                <c:pt idx="1820">
                  <c:v>79.9434814453125</c:v>
                </c:pt>
                <c:pt idx="1821">
                  <c:v>79.910293579101605</c:v>
                </c:pt>
                <c:pt idx="1822">
                  <c:v>79.951377868652301</c:v>
                </c:pt>
                <c:pt idx="1823">
                  <c:v>79.851783752441406</c:v>
                </c:pt>
                <c:pt idx="1824">
                  <c:v>79.707946777343807</c:v>
                </c:pt>
                <c:pt idx="1825">
                  <c:v>79.654632568359403</c:v>
                </c:pt>
                <c:pt idx="1826">
                  <c:v>79.575538635253906</c:v>
                </c:pt>
                <c:pt idx="1827">
                  <c:v>79.539894104003906</c:v>
                </c:pt>
                <c:pt idx="1828">
                  <c:v>79.502586364746094</c:v>
                </c:pt>
                <c:pt idx="1829">
                  <c:v>79.529205322265597</c:v>
                </c:pt>
                <c:pt idx="1830">
                  <c:v>79.518241882324205</c:v>
                </c:pt>
                <c:pt idx="1831">
                  <c:v>79.502944946289105</c:v>
                </c:pt>
                <c:pt idx="1832">
                  <c:v>79.505912780761705</c:v>
                </c:pt>
                <c:pt idx="1833">
                  <c:v>79.497703552246094</c:v>
                </c:pt>
                <c:pt idx="1834">
                  <c:v>79.478553771972699</c:v>
                </c:pt>
                <c:pt idx="1835">
                  <c:v>79.482643127441406</c:v>
                </c:pt>
                <c:pt idx="1836">
                  <c:v>79.474822998046903</c:v>
                </c:pt>
                <c:pt idx="1837">
                  <c:v>79.476310729980497</c:v>
                </c:pt>
                <c:pt idx="1838">
                  <c:v>79.476676940917997</c:v>
                </c:pt>
                <c:pt idx="1839">
                  <c:v>79.487693786621094</c:v>
                </c:pt>
                <c:pt idx="1840">
                  <c:v>79.489273071289105</c:v>
                </c:pt>
                <c:pt idx="1841">
                  <c:v>79.496612548828097</c:v>
                </c:pt>
                <c:pt idx="1842">
                  <c:v>79.493316650390597</c:v>
                </c:pt>
                <c:pt idx="1843">
                  <c:v>79.484123229980497</c:v>
                </c:pt>
                <c:pt idx="1844">
                  <c:v>79.490234375</c:v>
                </c:pt>
                <c:pt idx="1845">
                  <c:v>79.494415283203097</c:v>
                </c:pt>
                <c:pt idx="1846">
                  <c:v>79.490791320800795</c:v>
                </c:pt>
                <c:pt idx="1847">
                  <c:v>79.495246887207003</c:v>
                </c:pt>
                <c:pt idx="1848">
                  <c:v>79.499580383300795</c:v>
                </c:pt>
                <c:pt idx="1849">
                  <c:v>79.559875488281307</c:v>
                </c:pt>
                <c:pt idx="1850">
                  <c:v>79.610481262207003</c:v>
                </c:pt>
                <c:pt idx="1851">
                  <c:v>79.561912536621094</c:v>
                </c:pt>
                <c:pt idx="1852">
                  <c:v>79.539352416992202</c:v>
                </c:pt>
                <c:pt idx="1853">
                  <c:v>79.629508972167997</c:v>
                </c:pt>
                <c:pt idx="1854">
                  <c:v>79.640434265136705</c:v>
                </c:pt>
                <c:pt idx="1855">
                  <c:v>79.677101135253906</c:v>
                </c:pt>
                <c:pt idx="1856">
                  <c:v>79.699409484863295</c:v>
                </c:pt>
                <c:pt idx="1857">
                  <c:v>79.770233154296903</c:v>
                </c:pt>
                <c:pt idx="1858">
                  <c:v>79.758247375488295</c:v>
                </c:pt>
                <c:pt idx="1859">
                  <c:v>79.707969665527301</c:v>
                </c:pt>
                <c:pt idx="1860">
                  <c:v>79.696037292480497</c:v>
                </c:pt>
                <c:pt idx="1861">
                  <c:v>79.662910461425795</c:v>
                </c:pt>
                <c:pt idx="1862">
                  <c:v>79.705711364746094</c:v>
                </c:pt>
                <c:pt idx="1863">
                  <c:v>79.774383544921903</c:v>
                </c:pt>
                <c:pt idx="1864">
                  <c:v>79.860206604003906</c:v>
                </c:pt>
                <c:pt idx="1865">
                  <c:v>79.806938171386705</c:v>
                </c:pt>
                <c:pt idx="1866">
                  <c:v>79.753158569335895</c:v>
                </c:pt>
                <c:pt idx="1867">
                  <c:v>79.838111877441406</c:v>
                </c:pt>
                <c:pt idx="1868">
                  <c:v>79.893905639648395</c:v>
                </c:pt>
                <c:pt idx="1869">
                  <c:v>79.881118774414105</c:v>
                </c:pt>
                <c:pt idx="1870">
                  <c:v>79.862998962402301</c:v>
                </c:pt>
                <c:pt idx="1871">
                  <c:v>79.877456665039105</c:v>
                </c:pt>
                <c:pt idx="1872">
                  <c:v>79.911590576171903</c:v>
                </c:pt>
                <c:pt idx="1873">
                  <c:v>79.769615173339801</c:v>
                </c:pt>
                <c:pt idx="1874">
                  <c:v>79.785346984863295</c:v>
                </c:pt>
                <c:pt idx="1875">
                  <c:v>79.686447143554702</c:v>
                </c:pt>
                <c:pt idx="1876">
                  <c:v>79.692314147949205</c:v>
                </c:pt>
                <c:pt idx="1877">
                  <c:v>79.795677185058594</c:v>
                </c:pt>
                <c:pt idx="1878">
                  <c:v>79.730018615722699</c:v>
                </c:pt>
                <c:pt idx="1879">
                  <c:v>79.726097106933594</c:v>
                </c:pt>
                <c:pt idx="1880">
                  <c:v>79.719467163085895</c:v>
                </c:pt>
                <c:pt idx="1881">
                  <c:v>79.7939453125</c:v>
                </c:pt>
                <c:pt idx="1882">
                  <c:v>79.877304077148395</c:v>
                </c:pt>
                <c:pt idx="1883">
                  <c:v>79.821640014648395</c:v>
                </c:pt>
                <c:pt idx="1884">
                  <c:v>79.713111877441406</c:v>
                </c:pt>
                <c:pt idx="1885">
                  <c:v>79.792503356933594</c:v>
                </c:pt>
                <c:pt idx="1886">
                  <c:v>79.869812011718807</c:v>
                </c:pt>
                <c:pt idx="1887">
                  <c:v>79.950546264648395</c:v>
                </c:pt>
                <c:pt idx="1888">
                  <c:v>79.944320678710895</c:v>
                </c:pt>
                <c:pt idx="1889">
                  <c:v>79.946174621582003</c:v>
                </c:pt>
                <c:pt idx="1890">
                  <c:v>79.8714599609375</c:v>
                </c:pt>
                <c:pt idx="1891">
                  <c:v>79.934898376464801</c:v>
                </c:pt>
                <c:pt idx="1892">
                  <c:v>79.956008911132798</c:v>
                </c:pt>
                <c:pt idx="1893">
                  <c:v>79.889907836914105</c:v>
                </c:pt>
                <c:pt idx="1894">
                  <c:v>79.830795288085895</c:v>
                </c:pt>
                <c:pt idx="1895">
                  <c:v>79.936347961425795</c:v>
                </c:pt>
                <c:pt idx="1896">
                  <c:v>79.977264404296903</c:v>
                </c:pt>
                <c:pt idx="1897">
                  <c:v>79.942146301269503</c:v>
                </c:pt>
                <c:pt idx="1898">
                  <c:v>79.969650268554702</c:v>
                </c:pt>
                <c:pt idx="1899">
                  <c:v>80.069786071777301</c:v>
                </c:pt>
                <c:pt idx="1900">
                  <c:v>80.072982788085895</c:v>
                </c:pt>
                <c:pt idx="1901">
                  <c:v>80.107467651367202</c:v>
                </c:pt>
                <c:pt idx="1902">
                  <c:v>80.115531921386705</c:v>
                </c:pt>
                <c:pt idx="1903">
                  <c:v>80.105758666992202</c:v>
                </c:pt>
                <c:pt idx="1904">
                  <c:v>80.137466430664105</c:v>
                </c:pt>
                <c:pt idx="1905">
                  <c:v>80.193008422851605</c:v>
                </c:pt>
                <c:pt idx="1906">
                  <c:v>80.241172790527301</c:v>
                </c:pt>
                <c:pt idx="1907">
                  <c:v>80.258697509765597</c:v>
                </c:pt>
                <c:pt idx="1908">
                  <c:v>80.256736755371094</c:v>
                </c:pt>
                <c:pt idx="1909">
                  <c:v>80.245506286621094</c:v>
                </c:pt>
                <c:pt idx="1910">
                  <c:v>80.236152648925795</c:v>
                </c:pt>
                <c:pt idx="1911">
                  <c:v>80.2579345703125</c:v>
                </c:pt>
                <c:pt idx="1912">
                  <c:v>80.263641357421903</c:v>
                </c:pt>
                <c:pt idx="1913">
                  <c:v>80.275276184082003</c:v>
                </c:pt>
                <c:pt idx="1914">
                  <c:v>80.288490295410199</c:v>
                </c:pt>
                <c:pt idx="1915">
                  <c:v>80.283424377441406</c:v>
                </c:pt>
                <c:pt idx="1916">
                  <c:v>80.277328491210895</c:v>
                </c:pt>
                <c:pt idx="1917">
                  <c:v>80.281646728515597</c:v>
                </c:pt>
                <c:pt idx="1918">
                  <c:v>80.285018920898395</c:v>
                </c:pt>
                <c:pt idx="1919">
                  <c:v>80.289566040039105</c:v>
                </c:pt>
                <c:pt idx="1920">
                  <c:v>80.309959411621094</c:v>
                </c:pt>
                <c:pt idx="1921">
                  <c:v>80.300521850585895</c:v>
                </c:pt>
                <c:pt idx="1922">
                  <c:v>80.292884826660199</c:v>
                </c:pt>
                <c:pt idx="1923">
                  <c:v>80.299728393554702</c:v>
                </c:pt>
                <c:pt idx="1924">
                  <c:v>80.303634643554702</c:v>
                </c:pt>
                <c:pt idx="1925">
                  <c:v>80.306594848632798</c:v>
                </c:pt>
                <c:pt idx="1926">
                  <c:v>80.303321838378906</c:v>
                </c:pt>
                <c:pt idx="1927">
                  <c:v>80.296058654785199</c:v>
                </c:pt>
                <c:pt idx="1928">
                  <c:v>80.291419982910199</c:v>
                </c:pt>
                <c:pt idx="1929">
                  <c:v>80.298973083496094</c:v>
                </c:pt>
                <c:pt idx="1930">
                  <c:v>80.294166564941406</c:v>
                </c:pt>
                <c:pt idx="1931">
                  <c:v>80.307167053222699</c:v>
                </c:pt>
                <c:pt idx="1932">
                  <c:v>80.309013366699205</c:v>
                </c:pt>
                <c:pt idx="1933">
                  <c:v>80.308006286621094</c:v>
                </c:pt>
                <c:pt idx="1934">
                  <c:v>80.298187255859403</c:v>
                </c:pt>
                <c:pt idx="1935">
                  <c:v>80.340217590332003</c:v>
                </c:pt>
                <c:pt idx="1936">
                  <c:v>80.360542297363295</c:v>
                </c:pt>
                <c:pt idx="1937">
                  <c:v>80.417793273925795</c:v>
                </c:pt>
                <c:pt idx="1938">
                  <c:v>80.371543884277301</c:v>
                </c:pt>
                <c:pt idx="1939">
                  <c:v>80.384201049804702</c:v>
                </c:pt>
                <c:pt idx="1940">
                  <c:v>80.552658081054702</c:v>
                </c:pt>
                <c:pt idx="1941">
                  <c:v>80.5621337890625</c:v>
                </c:pt>
                <c:pt idx="1942">
                  <c:v>80.454063415527301</c:v>
                </c:pt>
                <c:pt idx="1943">
                  <c:v>80.476264953613295</c:v>
                </c:pt>
                <c:pt idx="1944">
                  <c:v>80.446784973144503</c:v>
                </c:pt>
                <c:pt idx="1945">
                  <c:v>80.443679809570298</c:v>
                </c:pt>
                <c:pt idx="1946">
                  <c:v>80.439857482910199</c:v>
                </c:pt>
                <c:pt idx="1947">
                  <c:v>80.433784484863295</c:v>
                </c:pt>
                <c:pt idx="1948">
                  <c:v>80.460617065429702</c:v>
                </c:pt>
                <c:pt idx="1949">
                  <c:v>80.471084594726605</c:v>
                </c:pt>
                <c:pt idx="1950">
                  <c:v>80.472106933593807</c:v>
                </c:pt>
                <c:pt idx="1951">
                  <c:v>80.610237121582003</c:v>
                </c:pt>
                <c:pt idx="1952">
                  <c:v>80.765861511230497</c:v>
                </c:pt>
                <c:pt idx="1953">
                  <c:v>80.820014953613295</c:v>
                </c:pt>
                <c:pt idx="1954">
                  <c:v>80.802947998046903</c:v>
                </c:pt>
                <c:pt idx="1955">
                  <c:v>80.873512268066406</c:v>
                </c:pt>
                <c:pt idx="1956">
                  <c:v>80.7969970703125</c:v>
                </c:pt>
                <c:pt idx="1957">
                  <c:v>80.835960388183594</c:v>
                </c:pt>
                <c:pt idx="1958">
                  <c:v>80.929214477539105</c:v>
                </c:pt>
                <c:pt idx="1959">
                  <c:v>80.942131042480497</c:v>
                </c:pt>
                <c:pt idx="1960">
                  <c:v>80.786911010742202</c:v>
                </c:pt>
                <c:pt idx="1961">
                  <c:v>80.866439819335895</c:v>
                </c:pt>
                <c:pt idx="1962">
                  <c:v>80.922309875488295</c:v>
                </c:pt>
                <c:pt idx="1963">
                  <c:v>81.031532287597699</c:v>
                </c:pt>
                <c:pt idx="1964">
                  <c:v>81.075492858886705</c:v>
                </c:pt>
                <c:pt idx="1965">
                  <c:v>81.109725952148395</c:v>
                </c:pt>
                <c:pt idx="1966">
                  <c:v>81.113410949707003</c:v>
                </c:pt>
                <c:pt idx="1967">
                  <c:v>81.152618408203097</c:v>
                </c:pt>
                <c:pt idx="1968">
                  <c:v>81.162406921386705</c:v>
                </c:pt>
                <c:pt idx="1969">
                  <c:v>81.135772705078097</c:v>
                </c:pt>
                <c:pt idx="1970">
                  <c:v>81.175910949707003</c:v>
                </c:pt>
                <c:pt idx="1971">
                  <c:v>81.214866638183594</c:v>
                </c:pt>
                <c:pt idx="1972">
                  <c:v>81.277435302734403</c:v>
                </c:pt>
                <c:pt idx="1973">
                  <c:v>81.286758422851605</c:v>
                </c:pt>
                <c:pt idx="1974">
                  <c:v>81.308029174804702</c:v>
                </c:pt>
                <c:pt idx="1975">
                  <c:v>81.448486328125</c:v>
                </c:pt>
                <c:pt idx="1976">
                  <c:v>81.560340881347699</c:v>
                </c:pt>
                <c:pt idx="1977">
                  <c:v>81.622985839843807</c:v>
                </c:pt>
                <c:pt idx="1978">
                  <c:v>81.6634521484375</c:v>
                </c:pt>
                <c:pt idx="1979">
                  <c:v>81.776725769042997</c:v>
                </c:pt>
                <c:pt idx="1980">
                  <c:v>81.775527954101605</c:v>
                </c:pt>
                <c:pt idx="1981">
                  <c:v>81.7889404296875</c:v>
                </c:pt>
                <c:pt idx="1982">
                  <c:v>81.843841552734403</c:v>
                </c:pt>
                <c:pt idx="1983">
                  <c:v>81.897178649902301</c:v>
                </c:pt>
                <c:pt idx="1984">
                  <c:v>81.914932250976605</c:v>
                </c:pt>
                <c:pt idx="1985">
                  <c:v>81.926834106445298</c:v>
                </c:pt>
                <c:pt idx="1986">
                  <c:v>81.943405151367202</c:v>
                </c:pt>
                <c:pt idx="1987">
                  <c:v>81.958099365234403</c:v>
                </c:pt>
                <c:pt idx="1988">
                  <c:v>81.973243713378906</c:v>
                </c:pt>
                <c:pt idx="1989">
                  <c:v>81.978073120117202</c:v>
                </c:pt>
                <c:pt idx="1990">
                  <c:v>81.987648010253906</c:v>
                </c:pt>
                <c:pt idx="1991">
                  <c:v>82.004035949707003</c:v>
                </c:pt>
                <c:pt idx="1992">
                  <c:v>81.999328613281307</c:v>
                </c:pt>
                <c:pt idx="1993">
                  <c:v>82.012557983398395</c:v>
                </c:pt>
                <c:pt idx="1994">
                  <c:v>82.055747985839801</c:v>
                </c:pt>
                <c:pt idx="1995">
                  <c:v>82.082618713378906</c:v>
                </c:pt>
                <c:pt idx="1996">
                  <c:v>82.076713562011705</c:v>
                </c:pt>
                <c:pt idx="1997">
                  <c:v>82.076736450195298</c:v>
                </c:pt>
                <c:pt idx="1998">
                  <c:v>82.087821960449205</c:v>
                </c:pt>
                <c:pt idx="1999">
                  <c:v>82.088882446289105</c:v>
                </c:pt>
                <c:pt idx="2000">
                  <c:v>82.112945556640597</c:v>
                </c:pt>
                <c:pt idx="2001">
                  <c:v>82.129753112792997</c:v>
                </c:pt>
                <c:pt idx="2002">
                  <c:v>82.157127380371094</c:v>
                </c:pt>
                <c:pt idx="2003">
                  <c:v>82.202339172363295</c:v>
                </c:pt>
                <c:pt idx="2004">
                  <c:v>82.207443237304702</c:v>
                </c:pt>
                <c:pt idx="2005">
                  <c:v>82.239677429199205</c:v>
                </c:pt>
                <c:pt idx="2006">
                  <c:v>82.251602172851605</c:v>
                </c:pt>
                <c:pt idx="2007">
                  <c:v>82.279747009277301</c:v>
                </c:pt>
                <c:pt idx="2008">
                  <c:v>82.276504516601605</c:v>
                </c:pt>
                <c:pt idx="2009">
                  <c:v>82.2926025390625</c:v>
                </c:pt>
                <c:pt idx="2010">
                  <c:v>82.333381652832003</c:v>
                </c:pt>
                <c:pt idx="2011">
                  <c:v>82.352729797363295</c:v>
                </c:pt>
                <c:pt idx="2012">
                  <c:v>82.369285583496094</c:v>
                </c:pt>
                <c:pt idx="2013">
                  <c:v>82.387741088867202</c:v>
                </c:pt>
                <c:pt idx="2014">
                  <c:v>82.379714965820298</c:v>
                </c:pt>
                <c:pt idx="2015">
                  <c:v>82.384857177734403</c:v>
                </c:pt>
                <c:pt idx="2016">
                  <c:v>82.384666442871094</c:v>
                </c:pt>
                <c:pt idx="2017">
                  <c:v>82.396301269531307</c:v>
                </c:pt>
                <c:pt idx="2018">
                  <c:v>82.393592834472699</c:v>
                </c:pt>
                <c:pt idx="2019">
                  <c:v>82.372276306152301</c:v>
                </c:pt>
                <c:pt idx="2020">
                  <c:v>82.368713378906307</c:v>
                </c:pt>
                <c:pt idx="2021">
                  <c:v>82.377510070800795</c:v>
                </c:pt>
                <c:pt idx="2022">
                  <c:v>82.390357971191406</c:v>
                </c:pt>
                <c:pt idx="2023">
                  <c:v>82.399215698242202</c:v>
                </c:pt>
                <c:pt idx="2024">
                  <c:v>82.412376403808594</c:v>
                </c:pt>
                <c:pt idx="2025">
                  <c:v>82.409973144531307</c:v>
                </c:pt>
                <c:pt idx="2026">
                  <c:v>82.386245727539105</c:v>
                </c:pt>
                <c:pt idx="2027">
                  <c:v>82.398986816406307</c:v>
                </c:pt>
                <c:pt idx="2028">
                  <c:v>82.410903930664105</c:v>
                </c:pt>
                <c:pt idx="2029">
                  <c:v>82.422119140625</c:v>
                </c:pt>
                <c:pt idx="2030">
                  <c:v>82.431243896484403</c:v>
                </c:pt>
                <c:pt idx="2031">
                  <c:v>82.423828125</c:v>
                </c:pt>
                <c:pt idx="2032">
                  <c:v>82.411628723144503</c:v>
                </c:pt>
                <c:pt idx="2033">
                  <c:v>82.420379638671903</c:v>
                </c:pt>
                <c:pt idx="2034">
                  <c:v>82.429122924804702</c:v>
                </c:pt>
                <c:pt idx="2035">
                  <c:v>82.432518005371094</c:v>
                </c:pt>
                <c:pt idx="2036">
                  <c:v>82.429893493652301</c:v>
                </c:pt>
                <c:pt idx="2037">
                  <c:v>82.419403076171903</c:v>
                </c:pt>
                <c:pt idx="2038">
                  <c:v>82.404342651367202</c:v>
                </c:pt>
                <c:pt idx="2039">
                  <c:v>82.408874511718807</c:v>
                </c:pt>
                <c:pt idx="2040">
                  <c:v>82.4273681640625</c:v>
                </c:pt>
                <c:pt idx="2041">
                  <c:v>82.419219970703097</c:v>
                </c:pt>
                <c:pt idx="2042">
                  <c:v>82.413612365722699</c:v>
                </c:pt>
                <c:pt idx="2043">
                  <c:v>82.424110412597699</c:v>
                </c:pt>
                <c:pt idx="2044">
                  <c:v>82.464378356933594</c:v>
                </c:pt>
                <c:pt idx="2045">
                  <c:v>82.461532592773395</c:v>
                </c:pt>
                <c:pt idx="2046">
                  <c:v>82.436744689941406</c:v>
                </c:pt>
                <c:pt idx="2047">
                  <c:v>82.459243774414105</c:v>
                </c:pt>
                <c:pt idx="2048">
                  <c:v>82.509796142578097</c:v>
                </c:pt>
                <c:pt idx="2049">
                  <c:v>82.498138427734403</c:v>
                </c:pt>
                <c:pt idx="2050">
                  <c:v>82.464370727539105</c:v>
                </c:pt>
                <c:pt idx="2051">
                  <c:v>82.458175659179702</c:v>
                </c:pt>
                <c:pt idx="2052">
                  <c:v>82.484130859375</c:v>
                </c:pt>
                <c:pt idx="2053">
                  <c:v>82.482009887695298</c:v>
                </c:pt>
                <c:pt idx="2054">
                  <c:v>82.427818298339801</c:v>
                </c:pt>
                <c:pt idx="2055">
                  <c:v>82.412727355957003</c:v>
                </c:pt>
                <c:pt idx="2056">
                  <c:v>82.406600952148395</c:v>
                </c:pt>
                <c:pt idx="2057">
                  <c:v>82.413543701171903</c:v>
                </c:pt>
                <c:pt idx="2058">
                  <c:v>82.415809631347699</c:v>
                </c:pt>
                <c:pt idx="2059">
                  <c:v>82.389717102050795</c:v>
                </c:pt>
                <c:pt idx="2060">
                  <c:v>82.401466369628906</c:v>
                </c:pt>
                <c:pt idx="2061">
                  <c:v>82.392272949218807</c:v>
                </c:pt>
                <c:pt idx="2062">
                  <c:v>82.389801025390597</c:v>
                </c:pt>
                <c:pt idx="2063">
                  <c:v>82.419303894042997</c:v>
                </c:pt>
                <c:pt idx="2064">
                  <c:v>82.363929748535199</c:v>
                </c:pt>
                <c:pt idx="2065">
                  <c:v>82.334747314453097</c:v>
                </c:pt>
                <c:pt idx="2066">
                  <c:v>82.341018676757798</c:v>
                </c:pt>
                <c:pt idx="2067">
                  <c:v>82.339508056640597</c:v>
                </c:pt>
                <c:pt idx="2068">
                  <c:v>82.302040100097699</c:v>
                </c:pt>
                <c:pt idx="2069">
                  <c:v>82.2572021484375</c:v>
                </c:pt>
                <c:pt idx="2070">
                  <c:v>82.248161315917997</c:v>
                </c:pt>
                <c:pt idx="2071">
                  <c:v>82.276161193847699</c:v>
                </c:pt>
                <c:pt idx="2072">
                  <c:v>82.255073547363295</c:v>
                </c:pt>
                <c:pt idx="2073">
                  <c:v>82.254997253417997</c:v>
                </c:pt>
                <c:pt idx="2074">
                  <c:v>82.244911193847699</c:v>
                </c:pt>
                <c:pt idx="2075">
                  <c:v>82.242477416992202</c:v>
                </c:pt>
                <c:pt idx="2076">
                  <c:v>82.216392517089801</c:v>
                </c:pt>
                <c:pt idx="2077">
                  <c:v>82.205886840820298</c:v>
                </c:pt>
                <c:pt idx="2078">
                  <c:v>82.211883544921903</c:v>
                </c:pt>
                <c:pt idx="2079">
                  <c:v>82.185165405273395</c:v>
                </c:pt>
                <c:pt idx="2080">
                  <c:v>82.163436889648395</c:v>
                </c:pt>
                <c:pt idx="2081">
                  <c:v>82.187149047851605</c:v>
                </c:pt>
                <c:pt idx="2082">
                  <c:v>82.132637023925795</c:v>
                </c:pt>
                <c:pt idx="2083">
                  <c:v>82.115882873535199</c:v>
                </c:pt>
                <c:pt idx="2084">
                  <c:v>82.121200561523395</c:v>
                </c:pt>
                <c:pt idx="2085">
                  <c:v>82.116729736328097</c:v>
                </c:pt>
                <c:pt idx="2086">
                  <c:v>82.071266174316406</c:v>
                </c:pt>
                <c:pt idx="2087">
                  <c:v>82.0472412109375</c:v>
                </c:pt>
                <c:pt idx="2088">
                  <c:v>82.034751892089801</c:v>
                </c:pt>
                <c:pt idx="2089">
                  <c:v>82.047752380371094</c:v>
                </c:pt>
                <c:pt idx="2090">
                  <c:v>82.032669067382798</c:v>
                </c:pt>
                <c:pt idx="2091">
                  <c:v>82.016998291015597</c:v>
                </c:pt>
                <c:pt idx="2092">
                  <c:v>82.000740051269503</c:v>
                </c:pt>
                <c:pt idx="2093">
                  <c:v>81.990928649902301</c:v>
                </c:pt>
                <c:pt idx="2094">
                  <c:v>81.978569030761705</c:v>
                </c:pt>
                <c:pt idx="2095">
                  <c:v>81.977317810058594</c:v>
                </c:pt>
                <c:pt idx="2096">
                  <c:v>81.975509643554702</c:v>
                </c:pt>
                <c:pt idx="2097">
                  <c:v>81.968711853027301</c:v>
                </c:pt>
                <c:pt idx="2098">
                  <c:v>81.976577758789105</c:v>
                </c:pt>
                <c:pt idx="2099">
                  <c:v>81.971733093261705</c:v>
                </c:pt>
                <c:pt idx="2100">
                  <c:v>81.9708251953125</c:v>
                </c:pt>
                <c:pt idx="2101">
                  <c:v>81.975036621093807</c:v>
                </c:pt>
                <c:pt idx="2102">
                  <c:v>81.970443725585895</c:v>
                </c:pt>
                <c:pt idx="2103">
                  <c:v>81.953765869140597</c:v>
                </c:pt>
                <c:pt idx="2104">
                  <c:v>81.934188842773395</c:v>
                </c:pt>
                <c:pt idx="2105">
                  <c:v>81.935272216796903</c:v>
                </c:pt>
                <c:pt idx="2106">
                  <c:v>81.932662963867202</c:v>
                </c:pt>
                <c:pt idx="2107">
                  <c:v>81.919853210449205</c:v>
                </c:pt>
                <c:pt idx="2108">
                  <c:v>81.873580932617202</c:v>
                </c:pt>
                <c:pt idx="2109">
                  <c:v>81.831329345703097</c:v>
                </c:pt>
                <c:pt idx="2110">
                  <c:v>81.817771911621094</c:v>
                </c:pt>
                <c:pt idx="2111">
                  <c:v>81.812683105468807</c:v>
                </c:pt>
                <c:pt idx="2112">
                  <c:v>81.718566894531307</c:v>
                </c:pt>
                <c:pt idx="2113">
                  <c:v>81.711616516113295</c:v>
                </c:pt>
                <c:pt idx="2114">
                  <c:v>81.697929382324205</c:v>
                </c:pt>
                <c:pt idx="2115">
                  <c:v>81.6263427734375</c:v>
                </c:pt>
                <c:pt idx="2116">
                  <c:v>81.543914794921903</c:v>
                </c:pt>
                <c:pt idx="2117">
                  <c:v>81.527748107910199</c:v>
                </c:pt>
                <c:pt idx="2118">
                  <c:v>81.559196472167997</c:v>
                </c:pt>
                <c:pt idx="2119">
                  <c:v>81.473701477050795</c:v>
                </c:pt>
                <c:pt idx="2120">
                  <c:v>81.453834533691406</c:v>
                </c:pt>
                <c:pt idx="2121">
                  <c:v>81.426612854003906</c:v>
                </c:pt>
                <c:pt idx="2122">
                  <c:v>81.378479003906307</c:v>
                </c:pt>
                <c:pt idx="2123">
                  <c:v>81.341102600097699</c:v>
                </c:pt>
                <c:pt idx="2124">
                  <c:v>81.3001708984375</c:v>
                </c:pt>
                <c:pt idx="2125">
                  <c:v>81.315528869628906</c:v>
                </c:pt>
                <c:pt idx="2126">
                  <c:v>81.347694396972699</c:v>
                </c:pt>
                <c:pt idx="2127">
                  <c:v>81.302421569824205</c:v>
                </c:pt>
                <c:pt idx="2128">
                  <c:v>81.276016235351605</c:v>
                </c:pt>
                <c:pt idx="2129">
                  <c:v>81.261924743652301</c:v>
                </c:pt>
                <c:pt idx="2130">
                  <c:v>81.226814270019503</c:v>
                </c:pt>
                <c:pt idx="2131">
                  <c:v>81.195610046386705</c:v>
                </c:pt>
                <c:pt idx="2132">
                  <c:v>81.166290283203097</c:v>
                </c:pt>
                <c:pt idx="2133">
                  <c:v>81.196159362792997</c:v>
                </c:pt>
                <c:pt idx="2134">
                  <c:v>81.232986450195298</c:v>
                </c:pt>
                <c:pt idx="2135">
                  <c:v>81.216567993164105</c:v>
                </c:pt>
                <c:pt idx="2136">
                  <c:v>81.198844909667997</c:v>
                </c:pt>
                <c:pt idx="2137">
                  <c:v>81.209274291992202</c:v>
                </c:pt>
                <c:pt idx="2138">
                  <c:v>81.185440063476605</c:v>
                </c:pt>
                <c:pt idx="2139">
                  <c:v>81.167617797851605</c:v>
                </c:pt>
                <c:pt idx="2140">
                  <c:v>81.185714721679702</c:v>
                </c:pt>
                <c:pt idx="2141">
                  <c:v>81.194274902343807</c:v>
                </c:pt>
                <c:pt idx="2142">
                  <c:v>81.173362731933594</c:v>
                </c:pt>
                <c:pt idx="2143">
                  <c:v>81.138648986816406</c:v>
                </c:pt>
                <c:pt idx="2144">
                  <c:v>81.1376953125</c:v>
                </c:pt>
                <c:pt idx="2145">
                  <c:v>81.143638610839801</c:v>
                </c:pt>
                <c:pt idx="2146">
                  <c:v>81.122093200683594</c:v>
                </c:pt>
                <c:pt idx="2147">
                  <c:v>81.119689941406307</c:v>
                </c:pt>
                <c:pt idx="2148">
                  <c:v>81.136703491210895</c:v>
                </c:pt>
                <c:pt idx="2149">
                  <c:v>81.131118774414105</c:v>
                </c:pt>
                <c:pt idx="2150">
                  <c:v>81.117912292480497</c:v>
                </c:pt>
                <c:pt idx="2151">
                  <c:v>81.133750915527301</c:v>
                </c:pt>
                <c:pt idx="2152">
                  <c:v>81.09814453125</c:v>
                </c:pt>
                <c:pt idx="2153">
                  <c:v>81.129722595214801</c:v>
                </c:pt>
                <c:pt idx="2154">
                  <c:v>81.120590209960895</c:v>
                </c:pt>
                <c:pt idx="2155">
                  <c:v>81.096244812011705</c:v>
                </c:pt>
                <c:pt idx="2156">
                  <c:v>81.090843200683594</c:v>
                </c:pt>
                <c:pt idx="2157">
                  <c:v>81.0831298828125</c:v>
                </c:pt>
                <c:pt idx="2158">
                  <c:v>81.011795043945298</c:v>
                </c:pt>
                <c:pt idx="2159">
                  <c:v>81.010467529296903</c:v>
                </c:pt>
                <c:pt idx="2160">
                  <c:v>81.04296875</c:v>
                </c:pt>
                <c:pt idx="2161">
                  <c:v>81.079696655273395</c:v>
                </c:pt>
                <c:pt idx="2162">
                  <c:v>80.996315002441406</c:v>
                </c:pt>
                <c:pt idx="2163">
                  <c:v>80.960311889648395</c:v>
                </c:pt>
                <c:pt idx="2164">
                  <c:v>80.981346130371094</c:v>
                </c:pt>
                <c:pt idx="2165">
                  <c:v>80.994598388671903</c:v>
                </c:pt>
                <c:pt idx="2166">
                  <c:v>80.982673645019503</c:v>
                </c:pt>
                <c:pt idx="2167">
                  <c:v>81.010124206542997</c:v>
                </c:pt>
                <c:pt idx="2168">
                  <c:v>80.960617065429702</c:v>
                </c:pt>
                <c:pt idx="2169">
                  <c:v>81.055152893066406</c:v>
                </c:pt>
                <c:pt idx="2170">
                  <c:v>81.082786560058594</c:v>
                </c:pt>
                <c:pt idx="2171">
                  <c:v>81.101531982421903</c:v>
                </c:pt>
                <c:pt idx="2172">
                  <c:v>81.119270324707003</c:v>
                </c:pt>
                <c:pt idx="2173">
                  <c:v>81.111633300781307</c:v>
                </c:pt>
                <c:pt idx="2174">
                  <c:v>81.109603881835895</c:v>
                </c:pt>
                <c:pt idx="2175">
                  <c:v>81.097030639648395</c:v>
                </c:pt>
                <c:pt idx="2176">
                  <c:v>81.110603332519503</c:v>
                </c:pt>
                <c:pt idx="2177">
                  <c:v>81.142303466796903</c:v>
                </c:pt>
                <c:pt idx="2178">
                  <c:v>81.162918090820298</c:v>
                </c:pt>
                <c:pt idx="2179">
                  <c:v>81.198417663574205</c:v>
                </c:pt>
                <c:pt idx="2180">
                  <c:v>81.139900207519503</c:v>
                </c:pt>
                <c:pt idx="2181">
                  <c:v>81.150840759277301</c:v>
                </c:pt>
                <c:pt idx="2182">
                  <c:v>81.174621582031307</c:v>
                </c:pt>
                <c:pt idx="2183">
                  <c:v>81.224800109863295</c:v>
                </c:pt>
                <c:pt idx="2184">
                  <c:v>81.256256103515597</c:v>
                </c:pt>
                <c:pt idx="2185">
                  <c:v>81.235267639160199</c:v>
                </c:pt>
                <c:pt idx="2186">
                  <c:v>81.244438171386705</c:v>
                </c:pt>
                <c:pt idx="2187">
                  <c:v>81.374931335449205</c:v>
                </c:pt>
                <c:pt idx="2188">
                  <c:v>81.422317504882798</c:v>
                </c:pt>
                <c:pt idx="2189">
                  <c:v>81.518440246582003</c:v>
                </c:pt>
                <c:pt idx="2190">
                  <c:v>81.63134765625</c:v>
                </c:pt>
                <c:pt idx="2191">
                  <c:v>81.779022216796903</c:v>
                </c:pt>
                <c:pt idx="2192">
                  <c:v>81.836853027343807</c:v>
                </c:pt>
                <c:pt idx="2193">
                  <c:v>81.811462402343807</c:v>
                </c:pt>
                <c:pt idx="2194">
                  <c:v>81.830009460449205</c:v>
                </c:pt>
                <c:pt idx="2195">
                  <c:v>81.852378845214801</c:v>
                </c:pt>
                <c:pt idx="2196">
                  <c:v>81.869827270507798</c:v>
                </c:pt>
                <c:pt idx="2197">
                  <c:v>81.937294006347699</c:v>
                </c:pt>
                <c:pt idx="2198">
                  <c:v>81.9808349609375</c:v>
                </c:pt>
                <c:pt idx="2199">
                  <c:v>81.996719360351605</c:v>
                </c:pt>
                <c:pt idx="2200">
                  <c:v>82.0087890625</c:v>
                </c:pt>
                <c:pt idx="2201">
                  <c:v>82.039192199707003</c:v>
                </c:pt>
                <c:pt idx="2202">
                  <c:v>82.089645385742202</c:v>
                </c:pt>
                <c:pt idx="2203">
                  <c:v>82.153434753417997</c:v>
                </c:pt>
                <c:pt idx="2204">
                  <c:v>82.197990417480497</c:v>
                </c:pt>
                <c:pt idx="2205">
                  <c:v>82.277656555175795</c:v>
                </c:pt>
                <c:pt idx="2206">
                  <c:v>82.324302673339801</c:v>
                </c:pt>
                <c:pt idx="2207">
                  <c:v>82.348075866699205</c:v>
                </c:pt>
                <c:pt idx="2208">
                  <c:v>82.358222961425795</c:v>
                </c:pt>
                <c:pt idx="2209">
                  <c:v>82.36865234375</c:v>
                </c:pt>
                <c:pt idx="2210">
                  <c:v>82.4129638671875</c:v>
                </c:pt>
                <c:pt idx="2211">
                  <c:v>82.451858520507798</c:v>
                </c:pt>
                <c:pt idx="2212">
                  <c:v>82.475616455078097</c:v>
                </c:pt>
                <c:pt idx="2213">
                  <c:v>82.571632385253906</c:v>
                </c:pt>
                <c:pt idx="2214">
                  <c:v>82.604949951171903</c:v>
                </c:pt>
                <c:pt idx="2215">
                  <c:v>82.671676635742202</c:v>
                </c:pt>
                <c:pt idx="2216">
                  <c:v>82.666580200195298</c:v>
                </c:pt>
                <c:pt idx="2217">
                  <c:v>82.699989318847699</c:v>
                </c:pt>
                <c:pt idx="2218">
                  <c:v>82.743301391601605</c:v>
                </c:pt>
                <c:pt idx="2219">
                  <c:v>82.874031066894503</c:v>
                </c:pt>
                <c:pt idx="2220">
                  <c:v>82.965911865234403</c:v>
                </c:pt>
                <c:pt idx="2221">
                  <c:v>83.084266662597699</c:v>
                </c:pt>
                <c:pt idx="2222">
                  <c:v>83.187057495117202</c:v>
                </c:pt>
                <c:pt idx="2223">
                  <c:v>83.284202575683594</c:v>
                </c:pt>
                <c:pt idx="2224">
                  <c:v>83.421554565429702</c:v>
                </c:pt>
                <c:pt idx="2225">
                  <c:v>83.509414672851605</c:v>
                </c:pt>
                <c:pt idx="2226">
                  <c:v>83.551284790039105</c:v>
                </c:pt>
                <c:pt idx="2227">
                  <c:v>83.582771301269503</c:v>
                </c:pt>
                <c:pt idx="2228">
                  <c:v>83.597267150878906</c:v>
                </c:pt>
                <c:pt idx="2229">
                  <c:v>83.602043151855497</c:v>
                </c:pt>
                <c:pt idx="2230">
                  <c:v>83.604934692382798</c:v>
                </c:pt>
                <c:pt idx="2231">
                  <c:v>83.609680175781307</c:v>
                </c:pt>
                <c:pt idx="2232">
                  <c:v>83.622703552246094</c:v>
                </c:pt>
                <c:pt idx="2233">
                  <c:v>83.653289794921903</c:v>
                </c:pt>
                <c:pt idx="2234">
                  <c:v>83.679748535156307</c:v>
                </c:pt>
                <c:pt idx="2235">
                  <c:v>83.696174621582003</c:v>
                </c:pt>
                <c:pt idx="2236">
                  <c:v>83.720863342285199</c:v>
                </c:pt>
                <c:pt idx="2237">
                  <c:v>83.718727111816406</c:v>
                </c:pt>
                <c:pt idx="2238">
                  <c:v>83.753387451171903</c:v>
                </c:pt>
                <c:pt idx="2239">
                  <c:v>83.808731079101605</c:v>
                </c:pt>
                <c:pt idx="2240">
                  <c:v>83.8883056640625</c:v>
                </c:pt>
                <c:pt idx="2241">
                  <c:v>83.906898498535199</c:v>
                </c:pt>
                <c:pt idx="2242">
                  <c:v>83.906791687011705</c:v>
                </c:pt>
                <c:pt idx="2243">
                  <c:v>83.924842834472699</c:v>
                </c:pt>
                <c:pt idx="2244">
                  <c:v>83.997726440429702</c:v>
                </c:pt>
                <c:pt idx="2245">
                  <c:v>84.038642883300795</c:v>
                </c:pt>
                <c:pt idx="2246">
                  <c:v>84.084274291992202</c:v>
                </c:pt>
                <c:pt idx="2247">
                  <c:v>84.100807189941406</c:v>
                </c:pt>
                <c:pt idx="2248">
                  <c:v>84.092445373535199</c:v>
                </c:pt>
                <c:pt idx="2249">
                  <c:v>84.163238525390597</c:v>
                </c:pt>
                <c:pt idx="2250">
                  <c:v>84.214828491210895</c:v>
                </c:pt>
                <c:pt idx="2251">
                  <c:v>84.305702209472699</c:v>
                </c:pt>
                <c:pt idx="2252">
                  <c:v>84.373054504394503</c:v>
                </c:pt>
                <c:pt idx="2253">
                  <c:v>84.423896789550795</c:v>
                </c:pt>
                <c:pt idx="2254">
                  <c:v>84.445274353027301</c:v>
                </c:pt>
                <c:pt idx="2255">
                  <c:v>84.411079406738295</c:v>
                </c:pt>
                <c:pt idx="2256">
                  <c:v>84.449813842773395</c:v>
                </c:pt>
                <c:pt idx="2257">
                  <c:v>84.461746215820298</c:v>
                </c:pt>
                <c:pt idx="2258">
                  <c:v>84.476089477539105</c:v>
                </c:pt>
                <c:pt idx="2259">
                  <c:v>84.501312255859403</c:v>
                </c:pt>
                <c:pt idx="2260">
                  <c:v>84.5242919921875</c:v>
                </c:pt>
                <c:pt idx="2261">
                  <c:v>84.675964355468807</c:v>
                </c:pt>
                <c:pt idx="2262">
                  <c:v>84.652610778808594</c:v>
                </c:pt>
                <c:pt idx="2263">
                  <c:v>84.6668701171875</c:v>
                </c:pt>
                <c:pt idx="2264">
                  <c:v>84.652236938476605</c:v>
                </c:pt>
                <c:pt idx="2265">
                  <c:v>84.616310119628906</c:v>
                </c:pt>
                <c:pt idx="2266">
                  <c:v>84.624862670898395</c:v>
                </c:pt>
                <c:pt idx="2267">
                  <c:v>84.709297180175795</c:v>
                </c:pt>
                <c:pt idx="2268">
                  <c:v>84.692794799804702</c:v>
                </c:pt>
                <c:pt idx="2269">
                  <c:v>84.734611511230497</c:v>
                </c:pt>
                <c:pt idx="2270">
                  <c:v>84.788169860839801</c:v>
                </c:pt>
                <c:pt idx="2271">
                  <c:v>84.781066894531307</c:v>
                </c:pt>
                <c:pt idx="2272">
                  <c:v>84.802047729492202</c:v>
                </c:pt>
                <c:pt idx="2273">
                  <c:v>84.854537963867202</c:v>
                </c:pt>
                <c:pt idx="2274">
                  <c:v>84.886283874511705</c:v>
                </c:pt>
                <c:pt idx="2275">
                  <c:v>84.926033020019503</c:v>
                </c:pt>
                <c:pt idx="2276">
                  <c:v>84.940109252929702</c:v>
                </c:pt>
                <c:pt idx="2277">
                  <c:v>85.000007629394503</c:v>
                </c:pt>
                <c:pt idx="2278">
                  <c:v>85.0504150390625</c:v>
                </c:pt>
                <c:pt idx="2279">
                  <c:v>85.0592041015625</c:v>
                </c:pt>
                <c:pt idx="2280">
                  <c:v>85.072036743164105</c:v>
                </c:pt>
                <c:pt idx="2281">
                  <c:v>85.124649047851605</c:v>
                </c:pt>
                <c:pt idx="2282">
                  <c:v>85.141319274902301</c:v>
                </c:pt>
                <c:pt idx="2283">
                  <c:v>85.151519775390597</c:v>
                </c:pt>
                <c:pt idx="2284">
                  <c:v>85.147308349609403</c:v>
                </c:pt>
                <c:pt idx="2285">
                  <c:v>85.234405517578097</c:v>
                </c:pt>
                <c:pt idx="2286">
                  <c:v>85.398887634277301</c:v>
                </c:pt>
                <c:pt idx="2287">
                  <c:v>85.361419677734403</c:v>
                </c:pt>
                <c:pt idx="2288">
                  <c:v>85.299850463867202</c:v>
                </c:pt>
                <c:pt idx="2289">
                  <c:v>85.301605224609403</c:v>
                </c:pt>
                <c:pt idx="2290">
                  <c:v>85.324455261230497</c:v>
                </c:pt>
                <c:pt idx="2291">
                  <c:v>85.403884887695298</c:v>
                </c:pt>
                <c:pt idx="2292">
                  <c:v>85.445175170898395</c:v>
                </c:pt>
                <c:pt idx="2293">
                  <c:v>85.471916198730497</c:v>
                </c:pt>
                <c:pt idx="2294">
                  <c:v>85.519958496093807</c:v>
                </c:pt>
                <c:pt idx="2295">
                  <c:v>85.579559326171903</c:v>
                </c:pt>
                <c:pt idx="2296">
                  <c:v>85.6495361328125</c:v>
                </c:pt>
                <c:pt idx="2297">
                  <c:v>85.573799133300795</c:v>
                </c:pt>
                <c:pt idx="2298">
                  <c:v>85.578308105468807</c:v>
                </c:pt>
                <c:pt idx="2299">
                  <c:v>85.768806457519503</c:v>
                </c:pt>
                <c:pt idx="2300">
                  <c:v>85.870399475097699</c:v>
                </c:pt>
                <c:pt idx="2301">
                  <c:v>85.926208496093807</c:v>
                </c:pt>
                <c:pt idx="2302">
                  <c:v>86.061218261718807</c:v>
                </c:pt>
                <c:pt idx="2303">
                  <c:v>86.039291381835895</c:v>
                </c:pt>
                <c:pt idx="2304">
                  <c:v>85.923347473144503</c:v>
                </c:pt>
                <c:pt idx="2305">
                  <c:v>85.724792480468807</c:v>
                </c:pt>
                <c:pt idx="2306">
                  <c:v>85.783607482910199</c:v>
                </c:pt>
                <c:pt idx="2307">
                  <c:v>85.847129821777301</c:v>
                </c:pt>
                <c:pt idx="2308">
                  <c:v>85.884330749511705</c:v>
                </c:pt>
                <c:pt idx="2309">
                  <c:v>85.974205017089801</c:v>
                </c:pt>
                <c:pt idx="2310">
                  <c:v>86.011032104492202</c:v>
                </c:pt>
                <c:pt idx="2311">
                  <c:v>86.059875488281307</c:v>
                </c:pt>
                <c:pt idx="2312">
                  <c:v>86.0413818359375</c:v>
                </c:pt>
                <c:pt idx="2313">
                  <c:v>86.044204711914105</c:v>
                </c:pt>
                <c:pt idx="2314">
                  <c:v>86.017875671386705</c:v>
                </c:pt>
                <c:pt idx="2315">
                  <c:v>86.139854431152301</c:v>
                </c:pt>
                <c:pt idx="2316">
                  <c:v>86.167900085449205</c:v>
                </c:pt>
                <c:pt idx="2317">
                  <c:v>86.159828186035199</c:v>
                </c:pt>
                <c:pt idx="2318">
                  <c:v>86.224464416503906</c:v>
                </c:pt>
                <c:pt idx="2319">
                  <c:v>86.367958068847699</c:v>
                </c:pt>
                <c:pt idx="2320">
                  <c:v>86.339546203613295</c:v>
                </c:pt>
                <c:pt idx="2321">
                  <c:v>86.465896606445298</c:v>
                </c:pt>
                <c:pt idx="2322">
                  <c:v>86.540260314941406</c:v>
                </c:pt>
                <c:pt idx="2323">
                  <c:v>86.470344543457003</c:v>
                </c:pt>
                <c:pt idx="2324">
                  <c:v>86.298866271972699</c:v>
                </c:pt>
                <c:pt idx="2325">
                  <c:v>86.474014282226605</c:v>
                </c:pt>
                <c:pt idx="2326">
                  <c:v>86.396736145019503</c:v>
                </c:pt>
                <c:pt idx="2327">
                  <c:v>86.557479858398395</c:v>
                </c:pt>
                <c:pt idx="2328">
                  <c:v>86.690246582031307</c:v>
                </c:pt>
                <c:pt idx="2329">
                  <c:v>86.783660888671903</c:v>
                </c:pt>
                <c:pt idx="2330">
                  <c:v>86.799186706542997</c:v>
                </c:pt>
                <c:pt idx="2331">
                  <c:v>86.884490966796903</c:v>
                </c:pt>
                <c:pt idx="2332">
                  <c:v>86.859832763671903</c:v>
                </c:pt>
                <c:pt idx="2333">
                  <c:v>86.828529357910199</c:v>
                </c:pt>
                <c:pt idx="2334">
                  <c:v>86.843223571777301</c:v>
                </c:pt>
                <c:pt idx="2335">
                  <c:v>86.946876525878906</c:v>
                </c:pt>
                <c:pt idx="2336">
                  <c:v>87.032691955566406</c:v>
                </c:pt>
                <c:pt idx="2337">
                  <c:v>86.924911499023395</c:v>
                </c:pt>
                <c:pt idx="2338">
                  <c:v>87.142990112304702</c:v>
                </c:pt>
                <c:pt idx="2339">
                  <c:v>87.150886535644503</c:v>
                </c:pt>
                <c:pt idx="2340">
                  <c:v>87.281883239746094</c:v>
                </c:pt>
                <c:pt idx="2341">
                  <c:v>87.469192504882798</c:v>
                </c:pt>
                <c:pt idx="2342">
                  <c:v>87.438987731933594</c:v>
                </c:pt>
                <c:pt idx="2343">
                  <c:v>87.498626708984403</c:v>
                </c:pt>
                <c:pt idx="2344">
                  <c:v>87.505943298339801</c:v>
                </c:pt>
                <c:pt idx="2345">
                  <c:v>87.542533874511705</c:v>
                </c:pt>
                <c:pt idx="2346">
                  <c:v>87.606719970703097</c:v>
                </c:pt>
                <c:pt idx="2347">
                  <c:v>87.685073852539105</c:v>
                </c:pt>
                <c:pt idx="2348">
                  <c:v>87.784255981445298</c:v>
                </c:pt>
                <c:pt idx="2349">
                  <c:v>87.927032470703097</c:v>
                </c:pt>
                <c:pt idx="2350">
                  <c:v>88.040504455566406</c:v>
                </c:pt>
                <c:pt idx="2351">
                  <c:v>88.161003112792997</c:v>
                </c:pt>
                <c:pt idx="2352">
                  <c:v>88.105323791503906</c:v>
                </c:pt>
                <c:pt idx="2353">
                  <c:v>88.067543029785199</c:v>
                </c:pt>
                <c:pt idx="2354">
                  <c:v>88.162391662597699</c:v>
                </c:pt>
                <c:pt idx="2355">
                  <c:v>88.334640502929702</c:v>
                </c:pt>
                <c:pt idx="2356">
                  <c:v>88.44384765625</c:v>
                </c:pt>
                <c:pt idx="2357">
                  <c:v>88.499374389648395</c:v>
                </c:pt>
                <c:pt idx="2358">
                  <c:v>88.629180908203097</c:v>
                </c:pt>
                <c:pt idx="2359">
                  <c:v>88.668571472167997</c:v>
                </c:pt>
                <c:pt idx="2360">
                  <c:v>88.686424255371094</c:v>
                </c:pt>
                <c:pt idx="2361">
                  <c:v>88.636291503906307</c:v>
                </c:pt>
                <c:pt idx="2362">
                  <c:v>88.686828613281307</c:v>
                </c:pt>
                <c:pt idx="2363">
                  <c:v>88.622459411621094</c:v>
                </c:pt>
                <c:pt idx="2364">
                  <c:v>88.488945007324205</c:v>
                </c:pt>
                <c:pt idx="2365">
                  <c:v>88.493896484375</c:v>
                </c:pt>
                <c:pt idx="2366">
                  <c:v>88.5003662109375</c:v>
                </c:pt>
                <c:pt idx="2367">
                  <c:v>88.609764099121094</c:v>
                </c:pt>
                <c:pt idx="2368">
                  <c:v>88.606857299804702</c:v>
                </c:pt>
                <c:pt idx="2369">
                  <c:v>88.802497863769503</c:v>
                </c:pt>
                <c:pt idx="2370">
                  <c:v>88.7303466796875</c:v>
                </c:pt>
                <c:pt idx="2371">
                  <c:v>88.683807373046903</c:v>
                </c:pt>
                <c:pt idx="2372">
                  <c:v>88.899185180664105</c:v>
                </c:pt>
                <c:pt idx="2373">
                  <c:v>88.887145996093807</c:v>
                </c:pt>
                <c:pt idx="2374">
                  <c:v>88.932106018066406</c:v>
                </c:pt>
                <c:pt idx="2375">
                  <c:v>88.900680541992202</c:v>
                </c:pt>
                <c:pt idx="2376">
                  <c:v>88.823692321777301</c:v>
                </c:pt>
                <c:pt idx="2377">
                  <c:v>88.966133117675795</c:v>
                </c:pt>
                <c:pt idx="2378">
                  <c:v>88.883529663085895</c:v>
                </c:pt>
                <c:pt idx="2379">
                  <c:v>88.949943542480497</c:v>
                </c:pt>
                <c:pt idx="2380">
                  <c:v>89.052757263183594</c:v>
                </c:pt>
                <c:pt idx="2381">
                  <c:v>88.996223449707003</c:v>
                </c:pt>
                <c:pt idx="2382">
                  <c:v>88.950492858886705</c:v>
                </c:pt>
                <c:pt idx="2383">
                  <c:v>89.047866821289105</c:v>
                </c:pt>
                <c:pt idx="2384">
                  <c:v>89.057243347167997</c:v>
                </c:pt>
                <c:pt idx="2385">
                  <c:v>88.856864929199205</c:v>
                </c:pt>
                <c:pt idx="2386">
                  <c:v>88.908653259277301</c:v>
                </c:pt>
                <c:pt idx="2387">
                  <c:v>89.002510070800795</c:v>
                </c:pt>
                <c:pt idx="2388">
                  <c:v>89.244789123535199</c:v>
                </c:pt>
                <c:pt idx="2389">
                  <c:v>89.096359252929702</c:v>
                </c:pt>
                <c:pt idx="2390">
                  <c:v>89.137046813964801</c:v>
                </c:pt>
                <c:pt idx="2391">
                  <c:v>89.089378356933594</c:v>
                </c:pt>
                <c:pt idx="2392">
                  <c:v>89.018547058105497</c:v>
                </c:pt>
                <c:pt idx="2393">
                  <c:v>89.284797668457003</c:v>
                </c:pt>
                <c:pt idx="2394">
                  <c:v>89.322624206542997</c:v>
                </c:pt>
                <c:pt idx="2395">
                  <c:v>89.256973266601605</c:v>
                </c:pt>
                <c:pt idx="2396">
                  <c:v>89.250915527343807</c:v>
                </c:pt>
                <c:pt idx="2397">
                  <c:v>89.201934814453097</c:v>
                </c:pt>
                <c:pt idx="2398">
                  <c:v>89.105438232421903</c:v>
                </c:pt>
                <c:pt idx="2399">
                  <c:v>89.112998962402301</c:v>
                </c:pt>
                <c:pt idx="2400">
                  <c:v>89.286430358886705</c:v>
                </c:pt>
                <c:pt idx="2401">
                  <c:v>89.161209106445298</c:v>
                </c:pt>
                <c:pt idx="2402">
                  <c:v>89.13818359375</c:v>
                </c:pt>
                <c:pt idx="2403">
                  <c:v>89.091705322265597</c:v>
                </c:pt>
                <c:pt idx="2404">
                  <c:v>88.967132568359403</c:v>
                </c:pt>
                <c:pt idx="2405">
                  <c:v>88.792785644531307</c:v>
                </c:pt>
                <c:pt idx="2406">
                  <c:v>88.693885803222699</c:v>
                </c:pt>
                <c:pt idx="2407">
                  <c:v>88.685607910156307</c:v>
                </c:pt>
                <c:pt idx="2408">
                  <c:v>88.591285705566406</c:v>
                </c:pt>
                <c:pt idx="2409">
                  <c:v>88.707618713378906</c:v>
                </c:pt>
                <c:pt idx="2410">
                  <c:v>88.909088134765597</c:v>
                </c:pt>
                <c:pt idx="2411">
                  <c:v>88.9454345703125</c:v>
                </c:pt>
                <c:pt idx="2412">
                  <c:v>88.684501647949205</c:v>
                </c:pt>
                <c:pt idx="2413">
                  <c:v>88.874542236328097</c:v>
                </c:pt>
                <c:pt idx="2414">
                  <c:v>88.860343933105497</c:v>
                </c:pt>
                <c:pt idx="2415">
                  <c:v>88.873435974121094</c:v>
                </c:pt>
                <c:pt idx="2416">
                  <c:v>88.880584716796903</c:v>
                </c:pt>
                <c:pt idx="2417">
                  <c:v>88.891624450683594</c:v>
                </c:pt>
                <c:pt idx="2418">
                  <c:v>88.834991455078097</c:v>
                </c:pt>
                <c:pt idx="2419">
                  <c:v>88.817497253417997</c:v>
                </c:pt>
                <c:pt idx="2420">
                  <c:v>88.730415344238295</c:v>
                </c:pt>
                <c:pt idx="2421">
                  <c:v>88.729705810546903</c:v>
                </c:pt>
                <c:pt idx="2422">
                  <c:v>88.689308166503906</c:v>
                </c:pt>
                <c:pt idx="2423">
                  <c:v>88.751304626464801</c:v>
                </c:pt>
                <c:pt idx="2424">
                  <c:v>88.946022033691406</c:v>
                </c:pt>
                <c:pt idx="2425">
                  <c:v>88.923767089843807</c:v>
                </c:pt>
                <c:pt idx="2426">
                  <c:v>88.852294921875</c:v>
                </c:pt>
                <c:pt idx="2427">
                  <c:v>88.782882690429702</c:v>
                </c:pt>
                <c:pt idx="2428">
                  <c:v>88.771415710449205</c:v>
                </c:pt>
                <c:pt idx="2429">
                  <c:v>88.780067443847699</c:v>
                </c:pt>
                <c:pt idx="2430">
                  <c:v>88.840507507324205</c:v>
                </c:pt>
                <c:pt idx="2431">
                  <c:v>88.765647888183594</c:v>
                </c:pt>
                <c:pt idx="2432">
                  <c:v>88.7672119140625</c:v>
                </c:pt>
                <c:pt idx="2433">
                  <c:v>88.780052185058594</c:v>
                </c:pt>
                <c:pt idx="2434">
                  <c:v>88.813484191894503</c:v>
                </c:pt>
                <c:pt idx="2435">
                  <c:v>88.805084228515597</c:v>
                </c:pt>
                <c:pt idx="2436">
                  <c:v>88.691719055175795</c:v>
                </c:pt>
                <c:pt idx="2437">
                  <c:v>88.758880615234403</c:v>
                </c:pt>
                <c:pt idx="2438">
                  <c:v>88.784782409667997</c:v>
                </c:pt>
                <c:pt idx="2439">
                  <c:v>88.662033081054702</c:v>
                </c:pt>
                <c:pt idx="2440">
                  <c:v>88.626937866210895</c:v>
                </c:pt>
                <c:pt idx="2441">
                  <c:v>88.6251220703125</c:v>
                </c:pt>
                <c:pt idx="2442">
                  <c:v>88.671707153320298</c:v>
                </c:pt>
                <c:pt idx="2443">
                  <c:v>88.610916137695298</c:v>
                </c:pt>
                <c:pt idx="2444">
                  <c:v>88.577468872070298</c:v>
                </c:pt>
                <c:pt idx="2445">
                  <c:v>88.592399597167997</c:v>
                </c:pt>
                <c:pt idx="2446">
                  <c:v>88.605270385742202</c:v>
                </c:pt>
                <c:pt idx="2447">
                  <c:v>88.605491638183594</c:v>
                </c:pt>
                <c:pt idx="2448">
                  <c:v>88.682891845703097</c:v>
                </c:pt>
                <c:pt idx="2449">
                  <c:v>88.596023559570298</c:v>
                </c:pt>
                <c:pt idx="2450">
                  <c:v>88.626602172851605</c:v>
                </c:pt>
                <c:pt idx="2451">
                  <c:v>88.519477844238295</c:v>
                </c:pt>
                <c:pt idx="2452">
                  <c:v>88.466842651367202</c:v>
                </c:pt>
                <c:pt idx="2453">
                  <c:v>88.513824462890597</c:v>
                </c:pt>
                <c:pt idx="2454">
                  <c:v>88.291023254394503</c:v>
                </c:pt>
                <c:pt idx="2455">
                  <c:v>88.203277587890597</c:v>
                </c:pt>
                <c:pt idx="2456">
                  <c:v>88.326530456542997</c:v>
                </c:pt>
                <c:pt idx="2457">
                  <c:v>88.443801879882798</c:v>
                </c:pt>
                <c:pt idx="2458">
                  <c:v>88.506355285644503</c:v>
                </c:pt>
                <c:pt idx="2459">
                  <c:v>88.447669982910199</c:v>
                </c:pt>
                <c:pt idx="2460">
                  <c:v>88.299270629882798</c:v>
                </c:pt>
                <c:pt idx="2461">
                  <c:v>88.187713623046903</c:v>
                </c:pt>
                <c:pt idx="2462">
                  <c:v>88.158477783203097</c:v>
                </c:pt>
                <c:pt idx="2463">
                  <c:v>88.0897216796875</c:v>
                </c:pt>
                <c:pt idx="2464">
                  <c:v>88.117286682128906</c:v>
                </c:pt>
                <c:pt idx="2465">
                  <c:v>88.139999389648395</c:v>
                </c:pt>
                <c:pt idx="2466">
                  <c:v>88.045021057128906</c:v>
                </c:pt>
                <c:pt idx="2467">
                  <c:v>88.036209106445298</c:v>
                </c:pt>
                <c:pt idx="2468">
                  <c:v>88.115821838378906</c:v>
                </c:pt>
                <c:pt idx="2469">
                  <c:v>88.095436096191406</c:v>
                </c:pt>
                <c:pt idx="2470">
                  <c:v>87.949417114257798</c:v>
                </c:pt>
                <c:pt idx="2471">
                  <c:v>88.002845764160199</c:v>
                </c:pt>
                <c:pt idx="2472">
                  <c:v>87.983528137207003</c:v>
                </c:pt>
                <c:pt idx="2473">
                  <c:v>88.040130615234403</c:v>
                </c:pt>
                <c:pt idx="2474">
                  <c:v>87.9849853515625</c:v>
                </c:pt>
                <c:pt idx="2475">
                  <c:v>87.898864746093807</c:v>
                </c:pt>
                <c:pt idx="2476">
                  <c:v>87.906837463378906</c:v>
                </c:pt>
                <c:pt idx="2477">
                  <c:v>87.9268798828125</c:v>
                </c:pt>
                <c:pt idx="2478">
                  <c:v>87.869041442871094</c:v>
                </c:pt>
                <c:pt idx="2479">
                  <c:v>87.899131774902301</c:v>
                </c:pt>
                <c:pt idx="2480">
                  <c:v>87.809883117675795</c:v>
                </c:pt>
                <c:pt idx="2481">
                  <c:v>87.796936035156307</c:v>
                </c:pt>
                <c:pt idx="2482">
                  <c:v>87.814079284667997</c:v>
                </c:pt>
                <c:pt idx="2483">
                  <c:v>87.703689575195298</c:v>
                </c:pt>
                <c:pt idx="2484">
                  <c:v>87.584426879882798</c:v>
                </c:pt>
                <c:pt idx="2485">
                  <c:v>87.653335571289105</c:v>
                </c:pt>
                <c:pt idx="2486">
                  <c:v>87.7498779296875</c:v>
                </c:pt>
                <c:pt idx="2487">
                  <c:v>87.660339355468807</c:v>
                </c:pt>
                <c:pt idx="2488">
                  <c:v>87.496688842773395</c:v>
                </c:pt>
                <c:pt idx="2489">
                  <c:v>87.436546325683594</c:v>
                </c:pt>
                <c:pt idx="2490">
                  <c:v>87.547546386718807</c:v>
                </c:pt>
                <c:pt idx="2491">
                  <c:v>87.429092407226605</c:v>
                </c:pt>
                <c:pt idx="2492">
                  <c:v>87.5753173828125</c:v>
                </c:pt>
                <c:pt idx="2493">
                  <c:v>87.533271789550795</c:v>
                </c:pt>
                <c:pt idx="2494">
                  <c:v>87.285591125488295</c:v>
                </c:pt>
                <c:pt idx="2495">
                  <c:v>87.328956604003906</c:v>
                </c:pt>
                <c:pt idx="2496">
                  <c:v>87.1151123046875</c:v>
                </c:pt>
                <c:pt idx="2497">
                  <c:v>87.220237731933594</c:v>
                </c:pt>
                <c:pt idx="2498">
                  <c:v>87.267669677734403</c:v>
                </c:pt>
                <c:pt idx="2499">
                  <c:v>87.136856079101605</c:v>
                </c:pt>
                <c:pt idx="2500">
                  <c:v>86.919181823730497</c:v>
                </c:pt>
                <c:pt idx="2501">
                  <c:v>87.120697021484403</c:v>
                </c:pt>
                <c:pt idx="2502">
                  <c:v>87.072517395019503</c:v>
                </c:pt>
                <c:pt idx="2503">
                  <c:v>87.002265930175795</c:v>
                </c:pt>
                <c:pt idx="2504">
                  <c:v>86.967735290527301</c:v>
                </c:pt>
                <c:pt idx="2505">
                  <c:v>86.878715515136705</c:v>
                </c:pt>
                <c:pt idx="2506">
                  <c:v>86.971267700195298</c:v>
                </c:pt>
                <c:pt idx="2507">
                  <c:v>86.914154052734403</c:v>
                </c:pt>
                <c:pt idx="2508">
                  <c:v>86.744361877441406</c:v>
                </c:pt>
                <c:pt idx="2509">
                  <c:v>86.720252990722699</c:v>
                </c:pt>
                <c:pt idx="2510">
                  <c:v>86.696868896484403</c:v>
                </c:pt>
                <c:pt idx="2511">
                  <c:v>86.610847473144503</c:v>
                </c:pt>
                <c:pt idx="2512">
                  <c:v>86.831695556640597</c:v>
                </c:pt>
                <c:pt idx="2513">
                  <c:v>86.713272094726605</c:v>
                </c:pt>
                <c:pt idx="2514">
                  <c:v>86.609939575195298</c:v>
                </c:pt>
                <c:pt idx="2515">
                  <c:v>86.489601135253906</c:v>
                </c:pt>
                <c:pt idx="2516">
                  <c:v>86.418426513671903</c:v>
                </c:pt>
                <c:pt idx="2517">
                  <c:v>86.297248840332003</c:v>
                </c:pt>
                <c:pt idx="2518">
                  <c:v>86.521476745605497</c:v>
                </c:pt>
                <c:pt idx="2519">
                  <c:v>86.642288208007798</c:v>
                </c:pt>
                <c:pt idx="2520">
                  <c:v>86.571174621582003</c:v>
                </c:pt>
                <c:pt idx="2521">
                  <c:v>86.488319396972699</c:v>
                </c:pt>
                <c:pt idx="2522">
                  <c:v>86.267112731933594</c:v>
                </c:pt>
                <c:pt idx="2523">
                  <c:v>86.22021484375</c:v>
                </c:pt>
                <c:pt idx="2524">
                  <c:v>86.157691955566406</c:v>
                </c:pt>
                <c:pt idx="2525">
                  <c:v>86.094039916992202</c:v>
                </c:pt>
                <c:pt idx="2526">
                  <c:v>86.072441101074205</c:v>
                </c:pt>
                <c:pt idx="2527">
                  <c:v>86.033958435058594</c:v>
                </c:pt>
                <c:pt idx="2528">
                  <c:v>86.006744384765597</c:v>
                </c:pt>
                <c:pt idx="2529">
                  <c:v>85.975486755371094</c:v>
                </c:pt>
                <c:pt idx="2530">
                  <c:v>85.962059020996094</c:v>
                </c:pt>
                <c:pt idx="2531">
                  <c:v>85.912788391113295</c:v>
                </c:pt>
                <c:pt idx="2532">
                  <c:v>85.961990356445298</c:v>
                </c:pt>
                <c:pt idx="2533">
                  <c:v>85.841041564941406</c:v>
                </c:pt>
                <c:pt idx="2534">
                  <c:v>85.823844909667997</c:v>
                </c:pt>
                <c:pt idx="2535">
                  <c:v>85.751785278320298</c:v>
                </c:pt>
                <c:pt idx="2536">
                  <c:v>85.753608703613295</c:v>
                </c:pt>
                <c:pt idx="2537">
                  <c:v>85.748847961425795</c:v>
                </c:pt>
                <c:pt idx="2538">
                  <c:v>85.717720031738295</c:v>
                </c:pt>
                <c:pt idx="2539">
                  <c:v>85.429595947265597</c:v>
                </c:pt>
                <c:pt idx="2540">
                  <c:v>85.371696472167997</c:v>
                </c:pt>
                <c:pt idx="2541">
                  <c:v>85.386917114257798</c:v>
                </c:pt>
                <c:pt idx="2542">
                  <c:v>85.566184997558594</c:v>
                </c:pt>
                <c:pt idx="2543">
                  <c:v>85.500984191894503</c:v>
                </c:pt>
                <c:pt idx="2544">
                  <c:v>85.419517517089801</c:v>
                </c:pt>
                <c:pt idx="2545">
                  <c:v>85.332160949707003</c:v>
                </c:pt>
                <c:pt idx="2546">
                  <c:v>85.308975219726605</c:v>
                </c:pt>
                <c:pt idx="2547">
                  <c:v>85.252029418945298</c:v>
                </c:pt>
                <c:pt idx="2548">
                  <c:v>85.285560607910199</c:v>
                </c:pt>
                <c:pt idx="2549">
                  <c:v>85.248504638671903</c:v>
                </c:pt>
                <c:pt idx="2550">
                  <c:v>85.206741333007798</c:v>
                </c:pt>
                <c:pt idx="2551">
                  <c:v>85.176399230957003</c:v>
                </c:pt>
                <c:pt idx="2552">
                  <c:v>85.125686645507798</c:v>
                </c:pt>
                <c:pt idx="2553">
                  <c:v>85.099456787109403</c:v>
                </c:pt>
                <c:pt idx="2554">
                  <c:v>85.130912780761705</c:v>
                </c:pt>
                <c:pt idx="2555">
                  <c:v>85.142364501953097</c:v>
                </c:pt>
                <c:pt idx="2556">
                  <c:v>85.141014099121094</c:v>
                </c:pt>
                <c:pt idx="2557">
                  <c:v>85.073509216308594</c:v>
                </c:pt>
                <c:pt idx="2558">
                  <c:v>85.046348571777301</c:v>
                </c:pt>
                <c:pt idx="2559">
                  <c:v>85.096458435058594</c:v>
                </c:pt>
                <c:pt idx="2560">
                  <c:v>85.036949157714801</c:v>
                </c:pt>
                <c:pt idx="2561">
                  <c:v>84.989295959472699</c:v>
                </c:pt>
                <c:pt idx="2562">
                  <c:v>84.934661865234403</c:v>
                </c:pt>
                <c:pt idx="2563">
                  <c:v>84.969200134277301</c:v>
                </c:pt>
                <c:pt idx="2564">
                  <c:v>85.040969848632798</c:v>
                </c:pt>
                <c:pt idx="2565">
                  <c:v>84.992912292480497</c:v>
                </c:pt>
                <c:pt idx="2566">
                  <c:v>85.018730163574205</c:v>
                </c:pt>
                <c:pt idx="2567">
                  <c:v>85.0125732421875</c:v>
                </c:pt>
                <c:pt idx="2568">
                  <c:v>84.976112365722699</c:v>
                </c:pt>
                <c:pt idx="2569">
                  <c:v>84.917869567871094</c:v>
                </c:pt>
                <c:pt idx="2570">
                  <c:v>84.955177307128906</c:v>
                </c:pt>
                <c:pt idx="2571">
                  <c:v>84.961746215820298</c:v>
                </c:pt>
                <c:pt idx="2572">
                  <c:v>85.003547668457003</c:v>
                </c:pt>
                <c:pt idx="2573">
                  <c:v>85.028717041015597</c:v>
                </c:pt>
                <c:pt idx="2574">
                  <c:v>84.935523986816406</c:v>
                </c:pt>
                <c:pt idx="2575">
                  <c:v>84.969062805175795</c:v>
                </c:pt>
                <c:pt idx="2576">
                  <c:v>84.917190551757798</c:v>
                </c:pt>
                <c:pt idx="2577">
                  <c:v>84.9510498046875</c:v>
                </c:pt>
                <c:pt idx="2578">
                  <c:v>84.966583251953097</c:v>
                </c:pt>
                <c:pt idx="2579">
                  <c:v>84.922523498535199</c:v>
                </c:pt>
                <c:pt idx="2580">
                  <c:v>84.926155090332003</c:v>
                </c:pt>
                <c:pt idx="2581">
                  <c:v>84.967468261718807</c:v>
                </c:pt>
                <c:pt idx="2582">
                  <c:v>85.009536743164105</c:v>
                </c:pt>
                <c:pt idx="2583">
                  <c:v>85.074684143066406</c:v>
                </c:pt>
                <c:pt idx="2584">
                  <c:v>85.035392761230497</c:v>
                </c:pt>
                <c:pt idx="2585">
                  <c:v>84.976348876953097</c:v>
                </c:pt>
                <c:pt idx="2586">
                  <c:v>84.971763610839801</c:v>
                </c:pt>
                <c:pt idx="2587">
                  <c:v>85.037437438964801</c:v>
                </c:pt>
                <c:pt idx="2588">
                  <c:v>85.072402954101605</c:v>
                </c:pt>
                <c:pt idx="2589">
                  <c:v>85.067634582519503</c:v>
                </c:pt>
                <c:pt idx="2590">
                  <c:v>84.931838989257798</c:v>
                </c:pt>
                <c:pt idx="2591">
                  <c:v>84.988082885742202</c:v>
                </c:pt>
                <c:pt idx="2592">
                  <c:v>84.961555480957003</c:v>
                </c:pt>
                <c:pt idx="2593">
                  <c:v>84.976051330566406</c:v>
                </c:pt>
                <c:pt idx="2594">
                  <c:v>85.047653198242202</c:v>
                </c:pt>
                <c:pt idx="2595">
                  <c:v>85.023124694824205</c:v>
                </c:pt>
                <c:pt idx="2596">
                  <c:v>85.009407043457003</c:v>
                </c:pt>
                <c:pt idx="2597">
                  <c:v>85.037490844726605</c:v>
                </c:pt>
                <c:pt idx="2598">
                  <c:v>84.9949951171875</c:v>
                </c:pt>
                <c:pt idx="2599">
                  <c:v>84.939407348632798</c:v>
                </c:pt>
                <c:pt idx="2600">
                  <c:v>84.924423217773395</c:v>
                </c:pt>
                <c:pt idx="2601">
                  <c:v>84.941688537597699</c:v>
                </c:pt>
                <c:pt idx="2602">
                  <c:v>84.909797668457003</c:v>
                </c:pt>
                <c:pt idx="2603">
                  <c:v>84.683181762695298</c:v>
                </c:pt>
                <c:pt idx="2604">
                  <c:v>84.730323791503906</c:v>
                </c:pt>
                <c:pt idx="2605">
                  <c:v>84.774948120117202</c:v>
                </c:pt>
                <c:pt idx="2606">
                  <c:v>84.835014343261705</c:v>
                </c:pt>
                <c:pt idx="2607">
                  <c:v>84.864219665527301</c:v>
                </c:pt>
                <c:pt idx="2608">
                  <c:v>84.790786743164105</c:v>
                </c:pt>
                <c:pt idx="2609">
                  <c:v>84.755821228027301</c:v>
                </c:pt>
                <c:pt idx="2610">
                  <c:v>84.823997497558594</c:v>
                </c:pt>
                <c:pt idx="2611">
                  <c:v>84.873046875</c:v>
                </c:pt>
                <c:pt idx="2612">
                  <c:v>84.895515441894503</c:v>
                </c:pt>
                <c:pt idx="2613">
                  <c:v>84.773574829101605</c:v>
                </c:pt>
                <c:pt idx="2614">
                  <c:v>84.789810180664105</c:v>
                </c:pt>
                <c:pt idx="2615">
                  <c:v>84.808181762695298</c:v>
                </c:pt>
                <c:pt idx="2616">
                  <c:v>84.788581848144503</c:v>
                </c:pt>
                <c:pt idx="2617">
                  <c:v>84.740379333496094</c:v>
                </c:pt>
                <c:pt idx="2618">
                  <c:v>84.696464538574205</c:v>
                </c:pt>
                <c:pt idx="2619">
                  <c:v>84.767753601074205</c:v>
                </c:pt>
                <c:pt idx="2620">
                  <c:v>84.842079162597699</c:v>
                </c:pt>
                <c:pt idx="2621">
                  <c:v>84.805656433105497</c:v>
                </c:pt>
                <c:pt idx="2622">
                  <c:v>84.680267333984403</c:v>
                </c:pt>
                <c:pt idx="2623">
                  <c:v>84.731597900390597</c:v>
                </c:pt>
                <c:pt idx="2624">
                  <c:v>84.708015441894503</c:v>
                </c:pt>
                <c:pt idx="2625">
                  <c:v>84.742401123046903</c:v>
                </c:pt>
                <c:pt idx="2626">
                  <c:v>84.563301086425795</c:v>
                </c:pt>
                <c:pt idx="2627">
                  <c:v>84.581871032714801</c:v>
                </c:pt>
                <c:pt idx="2628">
                  <c:v>84.648406982421903</c:v>
                </c:pt>
                <c:pt idx="2629">
                  <c:v>84.646942138671903</c:v>
                </c:pt>
                <c:pt idx="2630">
                  <c:v>84.708648681640597</c:v>
                </c:pt>
                <c:pt idx="2631">
                  <c:v>84.694595336914105</c:v>
                </c:pt>
                <c:pt idx="2632">
                  <c:v>84.659034729003906</c:v>
                </c:pt>
                <c:pt idx="2633">
                  <c:v>84.657920837402301</c:v>
                </c:pt>
                <c:pt idx="2634">
                  <c:v>84.669639587402301</c:v>
                </c:pt>
                <c:pt idx="2635">
                  <c:v>84.539131164550795</c:v>
                </c:pt>
                <c:pt idx="2636">
                  <c:v>84.555061340332003</c:v>
                </c:pt>
                <c:pt idx="2637">
                  <c:v>84.562332153320298</c:v>
                </c:pt>
                <c:pt idx="2638">
                  <c:v>84.581962585449205</c:v>
                </c:pt>
                <c:pt idx="2639">
                  <c:v>84.578834533691406</c:v>
                </c:pt>
                <c:pt idx="2640">
                  <c:v>84.606925964355497</c:v>
                </c:pt>
                <c:pt idx="2641">
                  <c:v>84.708671569824205</c:v>
                </c:pt>
                <c:pt idx="2642">
                  <c:v>84.645278930664105</c:v>
                </c:pt>
                <c:pt idx="2643">
                  <c:v>84.589241027832003</c:v>
                </c:pt>
                <c:pt idx="2644">
                  <c:v>84.579788208007798</c:v>
                </c:pt>
                <c:pt idx="2645">
                  <c:v>84.584068298339801</c:v>
                </c:pt>
                <c:pt idx="2646">
                  <c:v>84.651268005371094</c:v>
                </c:pt>
                <c:pt idx="2647">
                  <c:v>84.525009155273395</c:v>
                </c:pt>
                <c:pt idx="2648">
                  <c:v>84.435249328613295</c:v>
                </c:pt>
                <c:pt idx="2649">
                  <c:v>84.435379028320298</c:v>
                </c:pt>
                <c:pt idx="2650">
                  <c:v>84.469131469726605</c:v>
                </c:pt>
                <c:pt idx="2651">
                  <c:v>84.509162902832003</c:v>
                </c:pt>
                <c:pt idx="2652">
                  <c:v>84.517463684082003</c:v>
                </c:pt>
                <c:pt idx="2653">
                  <c:v>84.520347595214801</c:v>
                </c:pt>
                <c:pt idx="2654">
                  <c:v>84.506492614746094</c:v>
                </c:pt>
                <c:pt idx="2655">
                  <c:v>84.510589599609403</c:v>
                </c:pt>
                <c:pt idx="2656">
                  <c:v>84.4580078125</c:v>
                </c:pt>
                <c:pt idx="2657">
                  <c:v>84.407043457031307</c:v>
                </c:pt>
                <c:pt idx="2658">
                  <c:v>84.383483886718807</c:v>
                </c:pt>
                <c:pt idx="2659">
                  <c:v>84.419662475585895</c:v>
                </c:pt>
                <c:pt idx="2660">
                  <c:v>84.330505371093807</c:v>
                </c:pt>
                <c:pt idx="2661">
                  <c:v>84.262184143066406</c:v>
                </c:pt>
                <c:pt idx="2662">
                  <c:v>84.369285583496094</c:v>
                </c:pt>
                <c:pt idx="2663">
                  <c:v>84.323028564453097</c:v>
                </c:pt>
                <c:pt idx="2664">
                  <c:v>84.359291076660199</c:v>
                </c:pt>
                <c:pt idx="2665">
                  <c:v>84.354583740234403</c:v>
                </c:pt>
                <c:pt idx="2666">
                  <c:v>84.306526184082003</c:v>
                </c:pt>
                <c:pt idx="2667">
                  <c:v>84.274681091308594</c:v>
                </c:pt>
                <c:pt idx="2668">
                  <c:v>84.204444885253906</c:v>
                </c:pt>
                <c:pt idx="2669">
                  <c:v>84.178871154785199</c:v>
                </c:pt>
                <c:pt idx="2670">
                  <c:v>84.170944213867202</c:v>
                </c:pt>
                <c:pt idx="2671">
                  <c:v>84.065872192382798</c:v>
                </c:pt>
                <c:pt idx="2672">
                  <c:v>83.935226440429702</c:v>
                </c:pt>
                <c:pt idx="2673">
                  <c:v>83.859199523925795</c:v>
                </c:pt>
                <c:pt idx="2674">
                  <c:v>83.875778198242202</c:v>
                </c:pt>
                <c:pt idx="2675">
                  <c:v>83.845100402832003</c:v>
                </c:pt>
                <c:pt idx="2676">
                  <c:v>83.904258728027301</c:v>
                </c:pt>
                <c:pt idx="2677">
                  <c:v>83.876548767089801</c:v>
                </c:pt>
                <c:pt idx="2678">
                  <c:v>83.859214782714801</c:v>
                </c:pt>
                <c:pt idx="2679">
                  <c:v>83.790687561035199</c:v>
                </c:pt>
                <c:pt idx="2680">
                  <c:v>83.751976013183594</c:v>
                </c:pt>
                <c:pt idx="2681">
                  <c:v>83.748916625976605</c:v>
                </c:pt>
                <c:pt idx="2682">
                  <c:v>83.761566162109403</c:v>
                </c:pt>
                <c:pt idx="2683">
                  <c:v>83.744575500488295</c:v>
                </c:pt>
                <c:pt idx="2684">
                  <c:v>83.718391418457003</c:v>
                </c:pt>
                <c:pt idx="2685">
                  <c:v>83.689147949218807</c:v>
                </c:pt>
                <c:pt idx="2686">
                  <c:v>83.703910827636705</c:v>
                </c:pt>
                <c:pt idx="2687">
                  <c:v>83.658241271972699</c:v>
                </c:pt>
                <c:pt idx="2688">
                  <c:v>83.653701782226605</c:v>
                </c:pt>
                <c:pt idx="2689">
                  <c:v>83.688468933105497</c:v>
                </c:pt>
                <c:pt idx="2690">
                  <c:v>83.6575927734375</c:v>
                </c:pt>
                <c:pt idx="2691">
                  <c:v>83.647956848144503</c:v>
                </c:pt>
                <c:pt idx="2692">
                  <c:v>83.636543273925795</c:v>
                </c:pt>
                <c:pt idx="2693">
                  <c:v>83.628578186035199</c:v>
                </c:pt>
                <c:pt idx="2694">
                  <c:v>83.618392944335895</c:v>
                </c:pt>
                <c:pt idx="2695">
                  <c:v>83.535400390625</c:v>
                </c:pt>
                <c:pt idx="2696">
                  <c:v>83.544914245605497</c:v>
                </c:pt>
                <c:pt idx="2697">
                  <c:v>83.570518493652301</c:v>
                </c:pt>
                <c:pt idx="2698">
                  <c:v>83.542007446289105</c:v>
                </c:pt>
                <c:pt idx="2699">
                  <c:v>83.496910095214801</c:v>
                </c:pt>
                <c:pt idx="2700">
                  <c:v>83.550506591796903</c:v>
                </c:pt>
                <c:pt idx="2701">
                  <c:v>83.541091918945298</c:v>
                </c:pt>
                <c:pt idx="2702">
                  <c:v>83.503173828125</c:v>
                </c:pt>
                <c:pt idx="2703">
                  <c:v>83.511016845703097</c:v>
                </c:pt>
                <c:pt idx="2704">
                  <c:v>83.533103942871094</c:v>
                </c:pt>
                <c:pt idx="2705">
                  <c:v>83.570007324218807</c:v>
                </c:pt>
                <c:pt idx="2706">
                  <c:v>83.588897705078097</c:v>
                </c:pt>
                <c:pt idx="2707">
                  <c:v>83.577331542968807</c:v>
                </c:pt>
                <c:pt idx="2708">
                  <c:v>83.5364990234375</c:v>
                </c:pt>
                <c:pt idx="2709">
                  <c:v>83.460494995117202</c:v>
                </c:pt>
                <c:pt idx="2710">
                  <c:v>83.465232849121094</c:v>
                </c:pt>
                <c:pt idx="2711">
                  <c:v>83.490539550781307</c:v>
                </c:pt>
                <c:pt idx="2712">
                  <c:v>83.4005126953125</c:v>
                </c:pt>
                <c:pt idx="2713">
                  <c:v>83.309539794921903</c:v>
                </c:pt>
                <c:pt idx="2714">
                  <c:v>83.262580871582003</c:v>
                </c:pt>
                <c:pt idx="2715">
                  <c:v>83.176788330078097</c:v>
                </c:pt>
                <c:pt idx="2716">
                  <c:v>83.195396423339801</c:v>
                </c:pt>
                <c:pt idx="2717">
                  <c:v>83.352912902832003</c:v>
                </c:pt>
                <c:pt idx="2718">
                  <c:v>83.418998718261705</c:v>
                </c:pt>
                <c:pt idx="2719">
                  <c:v>83.365898132324205</c:v>
                </c:pt>
                <c:pt idx="2720">
                  <c:v>83.325492858886705</c:v>
                </c:pt>
                <c:pt idx="2721">
                  <c:v>83.102432250976605</c:v>
                </c:pt>
                <c:pt idx="2722">
                  <c:v>82.975212097167997</c:v>
                </c:pt>
                <c:pt idx="2723">
                  <c:v>83.007133483886705</c:v>
                </c:pt>
                <c:pt idx="2724">
                  <c:v>82.897789001464801</c:v>
                </c:pt>
                <c:pt idx="2725">
                  <c:v>82.894264221191406</c:v>
                </c:pt>
                <c:pt idx="2726">
                  <c:v>82.821151733398395</c:v>
                </c:pt>
                <c:pt idx="2727">
                  <c:v>82.771003723144503</c:v>
                </c:pt>
                <c:pt idx="2728">
                  <c:v>82.760322570800795</c:v>
                </c:pt>
                <c:pt idx="2729">
                  <c:v>82.740081787109403</c:v>
                </c:pt>
                <c:pt idx="2730">
                  <c:v>82.669906616210895</c:v>
                </c:pt>
                <c:pt idx="2731">
                  <c:v>82.622024536132798</c:v>
                </c:pt>
                <c:pt idx="2732">
                  <c:v>82.585861206054702</c:v>
                </c:pt>
                <c:pt idx="2733">
                  <c:v>82.550308227539105</c:v>
                </c:pt>
                <c:pt idx="2734">
                  <c:v>82.516128540039105</c:v>
                </c:pt>
                <c:pt idx="2735">
                  <c:v>82.507072448730497</c:v>
                </c:pt>
                <c:pt idx="2736">
                  <c:v>82.43310546875</c:v>
                </c:pt>
                <c:pt idx="2737">
                  <c:v>82.314163208007798</c:v>
                </c:pt>
                <c:pt idx="2738">
                  <c:v>82.187240600585895</c:v>
                </c:pt>
                <c:pt idx="2739">
                  <c:v>82.174934387207003</c:v>
                </c:pt>
                <c:pt idx="2740">
                  <c:v>82.159927368164105</c:v>
                </c:pt>
                <c:pt idx="2741">
                  <c:v>82.116226196289105</c:v>
                </c:pt>
                <c:pt idx="2742">
                  <c:v>82.063850402832003</c:v>
                </c:pt>
                <c:pt idx="2743">
                  <c:v>82.051902770996094</c:v>
                </c:pt>
                <c:pt idx="2744">
                  <c:v>82.054962158203097</c:v>
                </c:pt>
                <c:pt idx="2745">
                  <c:v>81.876541137695298</c:v>
                </c:pt>
                <c:pt idx="2746">
                  <c:v>81.866561889648395</c:v>
                </c:pt>
                <c:pt idx="2747">
                  <c:v>81.9224853515625</c:v>
                </c:pt>
                <c:pt idx="2748">
                  <c:v>81.965187072753906</c:v>
                </c:pt>
                <c:pt idx="2749">
                  <c:v>81.961212158203097</c:v>
                </c:pt>
                <c:pt idx="2750">
                  <c:v>81.933128356933594</c:v>
                </c:pt>
                <c:pt idx="2751">
                  <c:v>81.866813659667997</c:v>
                </c:pt>
                <c:pt idx="2752">
                  <c:v>81.790664672851605</c:v>
                </c:pt>
                <c:pt idx="2753">
                  <c:v>81.678031921386705</c:v>
                </c:pt>
                <c:pt idx="2754">
                  <c:v>81.624992370605497</c:v>
                </c:pt>
                <c:pt idx="2755">
                  <c:v>81.562492370605497</c:v>
                </c:pt>
                <c:pt idx="2756">
                  <c:v>81.551696777343807</c:v>
                </c:pt>
                <c:pt idx="2757">
                  <c:v>81.624069213867202</c:v>
                </c:pt>
                <c:pt idx="2758">
                  <c:v>81.487564086914105</c:v>
                </c:pt>
                <c:pt idx="2759">
                  <c:v>81.407928466796903</c:v>
                </c:pt>
                <c:pt idx="2760">
                  <c:v>81.346870422363295</c:v>
                </c:pt>
                <c:pt idx="2761">
                  <c:v>81.332603454589801</c:v>
                </c:pt>
                <c:pt idx="2762">
                  <c:v>81.331130981445298</c:v>
                </c:pt>
                <c:pt idx="2763">
                  <c:v>81.267280578613295</c:v>
                </c:pt>
                <c:pt idx="2764">
                  <c:v>81.183830261230497</c:v>
                </c:pt>
                <c:pt idx="2765">
                  <c:v>81.1124267578125</c:v>
                </c:pt>
                <c:pt idx="2766">
                  <c:v>80.918434143066406</c:v>
                </c:pt>
                <c:pt idx="2767">
                  <c:v>80.899032592773395</c:v>
                </c:pt>
                <c:pt idx="2768">
                  <c:v>80.820793151855497</c:v>
                </c:pt>
                <c:pt idx="2769">
                  <c:v>80.791717529296903</c:v>
                </c:pt>
                <c:pt idx="2770">
                  <c:v>80.664199829101605</c:v>
                </c:pt>
                <c:pt idx="2771">
                  <c:v>80.536224365234403</c:v>
                </c:pt>
                <c:pt idx="2772">
                  <c:v>80.420242309570298</c:v>
                </c:pt>
                <c:pt idx="2773">
                  <c:v>80.361534118652301</c:v>
                </c:pt>
                <c:pt idx="2774">
                  <c:v>80.334709167480497</c:v>
                </c:pt>
                <c:pt idx="2775">
                  <c:v>80.319015502929702</c:v>
                </c:pt>
                <c:pt idx="2776">
                  <c:v>80.322257995605497</c:v>
                </c:pt>
                <c:pt idx="2777">
                  <c:v>80.247772216796903</c:v>
                </c:pt>
                <c:pt idx="2778">
                  <c:v>80.249084472656307</c:v>
                </c:pt>
                <c:pt idx="2779">
                  <c:v>80.271881103515597</c:v>
                </c:pt>
                <c:pt idx="2780">
                  <c:v>80.257591247558594</c:v>
                </c:pt>
                <c:pt idx="2781">
                  <c:v>80.257522583007798</c:v>
                </c:pt>
                <c:pt idx="2782">
                  <c:v>80.247795104980497</c:v>
                </c:pt>
                <c:pt idx="2783">
                  <c:v>80.209197998046903</c:v>
                </c:pt>
                <c:pt idx="2784">
                  <c:v>80.150222778320298</c:v>
                </c:pt>
                <c:pt idx="2785">
                  <c:v>80.108078002929702</c:v>
                </c:pt>
                <c:pt idx="2786">
                  <c:v>80.103515625</c:v>
                </c:pt>
                <c:pt idx="2787">
                  <c:v>80.033134460449205</c:v>
                </c:pt>
                <c:pt idx="2788">
                  <c:v>79.967864990234403</c:v>
                </c:pt>
                <c:pt idx="2789">
                  <c:v>79.871620178222699</c:v>
                </c:pt>
                <c:pt idx="2790">
                  <c:v>79.762451171875</c:v>
                </c:pt>
                <c:pt idx="2791">
                  <c:v>79.681297302246094</c:v>
                </c:pt>
                <c:pt idx="2792">
                  <c:v>79.622940063476605</c:v>
                </c:pt>
                <c:pt idx="2793">
                  <c:v>79.570426940917997</c:v>
                </c:pt>
                <c:pt idx="2794">
                  <c:v>79.551719665527301</c:v>
                </c:pt>
                <c:pt idx="2795">
                  <c:v>79.516921997070298</c:v>
                </c:pt>
                <c:pt idx="2796">
                  <c:v>79.496177673339801</c:v>
                </c:pt>
                <c:pt idx="2797">
                  <c:v>79.460594177246094</c:v>
                </c:pt>
                <c:pt idx="2798">
                  <c:v>79.412330627441406</c:v>
                </c:pt>
                <c:pt idx="2799">
                  <c:v>79.274749755859403</c:v>
                </c:pt>
                <c:pt idx="2800">
                  <c:v>79.277534484863295</c:v>
                </c:pt>
                <c:pt idx="2801">
                  <c:v>79.269538879394503</c:v>
                </c:pt>
                <c:pt idx="2802">
                  <c:v>79.269569396972699</c:v>
                </c:pt>
                <c:pt idx="2803">
                  <c:v>79.206367492675795</c:v>
                </c:pt>
                <c:pt idx="2804">
                  <c:v>79.153762817382798</c:v>
                </c:pt>
                <c:pt idx="2805">
                  <c:v>79.170616149902301</c:v>
                </c:pt>
                <c:pt idx="2806">
                  <c:v>79.122322082519503</c:v>
                </c:pt>
                <c:pt idx="2807">
                  <c:v>79.052192687988295</c:v>
                </c:pt>
                <c:pt idx="2808">
                  <c:v>79.057472229003906</c:v>
                </c:pt>
                <c:pt idx="2809">
                  <c:v>79.031593322753906</c:v>
                </c:pt>
                <c:pt idx="2810">
                  <c:v>79.013168334960895</c:v>
                </c:pt>
                <c:pt idx="2811">
                  <c:v>78.930915832519503</c:v>
                </c:pt>
                <c:pt idx="2812">
                  <c:v>78.839691162109403</c:v>
                </c:pt>
                <c:pt idx="2813">
                  <c:v>78.796783447265597</c:v>
                </c:pt>
                <c:pt idx="2814">
                  <c:v>78.775726318359403</c:v>
                </c:pt>
                <c:pt idx="2815">
                  <c:v>78.766082763671903</c:v>
                </c:pt>
                <c:pt idx="2816">
                  <c:v>78.7501220703125</c:v>
                </c:pt>
                <c:pt idx="2817">
                  <c:v>78.741592407226605</c:v>
                </c:pt>
                <c:pt idx="2818">
                  <c:v>78.737762451171903</c:v>
                </c:pt>
                <c:pt idx="2819">
                  <c:v>78.725944519042997</c:v>
                </c:pt>
                <c:pt idx="2820">
                  <c:v>78.719032287597699</c:v>
                </c:pt>
                <c:pt idx="2821">
                  <c:v>78.713783264160199</c:v>
                </c:pt>
                <c:pt idx="2822">
                  <c:v>78.711166381835895</c:v>
                </c:pt>
                <c:pt idx="2823">
                  <c:v>78.714469909667997</c:v>
                </c:pt>
                <c:pt idx="2824">
                  <c:v>78.7110595703125</c:v>
                </c:pt>
                <c:pt idx="2825">
                  <c:v>78.708923339843807</c:v>
                </c:pt>
                <c:pt idx="2826">
                  <c:v>78.707824707031307</c:v>
                </c:pt>
                <c:pt idx="2827">
                  <c:v>78.707260131835895</c:v>
                </c:pt>
                <c:pt idx="2828">
                  <c:v>78.706970214843807</c:v>
                </c:pt>
                <c:pt idx="2829">
                  <c:v>78.706825256347699</c:v>
                </c:pt>
                <c:pt idx="2830">
                  <c:v>78.706748962402301</c:v>
                </c:pt>
                <c:pt idx="2831">
                  <c:v>78.706703186035199</c:v>
                </c:pt>
                <c:pt idx="2832">
                  <c:v>78.7083740234375</c:v>
                </c:pt>
                <c:pt idx="2833">
                  <c:v>78.707542419433594</c:v>
                </c:pt>
                <c:pt idx="2834">
                  <c:v>78.707115173339801</c:v>
                </c:pt>
                <c:pt idx="2835">
                  <c:v>78.706893920898395</c:v>
                </c:pt>
                <c:pt idx="2836">
                  <c:v>78.706787109375</c:v>
                </c:pt>
                <c:pt idx="2837">
                  <c:v>78.706726074218807</c:v>
                </c:pt>
                <c:pt idx="2838">
                  <c:v>78.706695556640597</c:v>
                </c:pt>
                <c:pt idx="2839">
                  <c:v>78.706680297851605</c:v>
                </c:pt>
                <c:pt idx="2840">
                  <c:v>78.706672668457003</c:v>
                </c:pt>
                <c:pt idx="2841">
                  <c:v>78.706672668457003</c:v>
                </c:pt>
                <c:pt idx="2842">
                  <c:v>78.679595947265597</c:v>
                </c:pt>
                <c:pt idx="2843">
                  <c:v>78.692764282226605</c:v>
                </c:pt>
                <c:pt idx="2844">
                  <c:v>78.692947387695298</c:v>
                </c:pt>
                <c:pt idx="2845">
                  <c:v>78.68359375</c:v>
                </c:pt>
                <c:pt idx="2846">
                  <c:v>78.69482421875</c:v>
                </c:pt>
                <c:pt idx="2847">
                  <c:v>78.636238098144503</c:v>
                </c:pt>
                <c:pt idx="2848">
                  <c:v>78.6256103515625</c:v>
                </c:pt>
                <c:pt idx="2849">
                  <c:v>78.665046691894503</c:v>
                </c:pt>
                <c:pt idx="2850">
                  <c:v>78.439605712890597</c:v>
                </c:pt>
                <c:pt idx="2851">
                  <c:v>77.973342895507798</c:v>
                </c:pt>
                <c:pt idx="2852">
                  <c:v>77.771537780761705</c:v>
                </c:pt>
                <c:pt idx="2853">
                  <c:v>77.530570983886705</c:v>
                </c:pt>
                <c:pt idx="2854">
                  <c:v>77.428855895996094</c:v>
                </c:pt>
                <c:pt idx="2855">
                  <c:v>77.369674682617202</c:v>
                </c:pt>
                <c:pt idx="2856">
                  <c:v>77.228523254394503</c:v>
                </c:pt>
                <c:pt idx="2857">
                  <c:v>77.1654052734375</c:v>
                </c:pt>
                <c:pt idx="2858">
                  <c:v>77.206787109375</c:v>
                </c:pt>
                <c:pt idx="2859">
                  <c:v>77.140518188476605</c:v>
                </c:pt>
                <c:pt idx="2860">
                  <c:v>77.096214294433594</c:v>
                </c:pt>
                <c:pt idx="2861">
                  <c:v>77.073799133300795</c:v>
                </c:pt>
                <c:pt idx="2862">
                  <c:v>77.068679809570298</c:v>
                </c:pt>
                <c:pt idx="2863">
                  <c:v>77.050102233886705</c:v>
                </c:pt>
                <c:pt idx="2864">
                  <c:v>77.036071777343807</c:v>
                </c:pt>
                <c:pt idx="2865">
                  <c:v>76.9996337890625</c:v>
                </c:pt>
                <c:pt idx="2866">
                  <c:v>77.018020629882798</c:v>
                </c:pt>
                <c:pt idx="2867">
                  <c:v>77.007835388183594</c:v>
                </c:pt>
                <c:pt idx="2868">
                  <c:v>76.978950500488295</c:v>
                </c:pt>
                <c:pt idx="2869">
                  <c:v>76.962081909179702</c:v>
                </c:pt>
                <c:pt idx="2870">
                  <c:v>76.920745849609403</c:v>
                </c:pt>
                <c:pt idx="2871">
                  <c:v>76.811355590820298</c:v>
                </c:pt>
                <c:pt idx="2872">
                  <c:v>76.716743469238295</c:v>
                </c:pt>
                <c:pt idx="2873">
                  <c:v>76.532966613769503</c:v>
                </c:pt>
                <c:pt idx="2874">
                  <c:v>76.418830871582003</c:v>
                </c:pt>
                <c:pt idx="2875">
                  <c:v>76.419731140136705</c:v>
                </c:pt>
                <c:pt idx="2876">
                  <c:v>76.359954833984403</c:v>
                </c:pt>
                <c:pt idx="2877">
                  <c:v>76.307479858398395</c:v>
                </c:pt>
                <c:pt idx="2878">
                  <c:v>76.267509460449205</c:v>
                </c:pt>
                <c:pt idx="2879">
                  <c:v>76.241706848144503</c:v>
                </c:pt>
                <c:pt idx="2880">
                  <c:v>76.179405212402301</c:v>
                </c:pt>
                <c:pt idx="2881">
                  <c:v>76.163238525390597</c:v>
                </c:pt>
                <c:pt idx="2882">
                  <c:v>76.094390869140597</c:v>
                </c:pt>
                <c:pt idx="2883">
                  <c:v>76.052749633789105</c:v>
                </c:pt>
                <c:pt idx="2884">
                  <c:v>76.032531738281307</c:v>
                </c:pt>
                <c:pt idx="2885">
                  <c:v>75.972137451171903</c:v>
                </c:pt>
                <c:pt idx="2886">
                  <c:v>75.931739807128906</c:v>
                </c:pt>
                <c:pt idx="2887">
                  <c:v>75.932106018066406</c:v>
                </c:pt>
                <c:pt idx="2888">
                  <c:v>75.959548950195298</c:v>
                </c:pt>
                <c:pt idx="2889">
                  <c:v>75.939796447753906</c:v>
                </c:pt>
                <c:pt idx="2890">
                  <c:v>75.818199157714801</c:v>
                </c:pt>
                <c:pt idx="2891">
                  <c:v>75.766067504882798</c:v>
                </c:pt>
                <c:pt idx="2892">
                  <c:v>75.754226684570298</c:v>
                </c:pt>
                <c:pt idx="2893">
                  <c:v>75.722770690917997</c:v>
                </c:pt>
                <c:pt idx="2894">
                  <c:v>75.697105407714801</c:v>
                </c:pt>
                <c:pt idx="2895">
                  <c:v>75.654304504394503</c:v>
                </c:pt>
                <c:pt idx="2896">
                  <c:v>75.630592346191406</c:v>
                </c:pt>
                <c:pt idx="2897">
                  <c:v>75.600967407226605</c:v>
                </c:pt>
                <c:pt idx="2898">
                  <c:v>75.544021606445298</c:v>
                </c:pt>
                <c:pt idx="2899">
                  <c:v>75.529953002929702</c:v>
                </c:pt>
                <c:pt idx="2900">
                  <c:v>75.539352416992202</c:v>
                </c:pt>
                <c:pt idx="2901">
                  <c:v>75.5330810546875</c:v>
                </c:pt>
                <c:pt idx="2902">
                  <c:v>75.512489318847699</c:v>
                </c:pt>
                <c:pt idx="2903">
                  <c:v>75.483329772949205</c:v>
                </c:pt>
                <c:pt idx="2904">
                  <c:v>75.464248657226605</c:v>
                </c:pt>
                <c:pt idx="2905">
                  <c:v>75.438323974609403</c:v>
                </c:pt>
                <c:pt idx="2906">
                  <c:v>75.4400634765625</c:v>
                </c:pt>
                <c:pt idx="2907">
                  <c:v>75.438621520996094</c:v>
                </c:pt>
                <c:pt idx="2908">
                  <c:v>75.431907653808594</c:v>
                </c:pt>
                <c:pt idx="2909">
                  <c:v>75.436462402343807</c:v>
                </c:pt>
                <c:pt idx="2910">
                  <c:v>75.438583374023395</c:v>
                </c:pt>
                <c:pt idx="2911">
                  <c:v>75.425598144531307</c:v>
                </c:pt>
                <c:pt idx="2912">
                  <c:v>75.432472229003906</c:v>
                </c:pt>
                <c:pt idx="2913">
                  <c:v>75.421569824218807</c:v>
                </c:pt>
                <c:pt idx="2914">
                  <c:v>75.404228210449205</c:v>
                </c:pt>
                <c:pt idx="2915">
                  <c:v>75.423057556152301</c:v>
                </c:pt>
                <c:pt idx="2916">
                  <c:v>75.417739868164105</c:v>
                </c:pt>
                <c:pt idx="2917">
                  <c:v>75.336021423339801</c:v>
                </c:pt>
                <c:pt idx="2918">
                  <c:v>75.306221008300795</c:v>
                </c:pt>
                <c:pt idx="2919">
                  <c:v>75.334175109863295</c:v>
                </c:pt>
                <c:pt idx="2920">
                  <c:v>75.371643066406307</c:v>
                </c:pt>
                <c:pt idx="2921">
                  <c:v>75.398834228515597</c:v>
                </c:pt>
                <c:pt idx="2922">
                  <c:v>75.354949951171903</c:v>
                </c:pt>
                <c:pt idx="2923">
                  <c:v>75.250427246093807</c:v>
                </c:pt>
                <c:pt idx="2924">
                  <c:v>75.147064208984403</c:v>
                </c:pt>
                <c:pt idx="2925">
                  <c:v>75.138893127441406</c:v>
                </c:pt>
                <c:pt idx="2926">
                  <c:v>75.029502868652301</c:v>
                </c:pt>
                <c:pt idx="2927">
                  <c:v>74.981346130371094</c:v>
                </c:pt>
                <c:pt idx="2928">
                  <c:v>74.8841552734375</c:v>
                </c:pt>
                <c:pt idx="2929">
                  <c:v>74.868957519531307</c:v>
                </c:pt>
                <c:pt idx="2930">
                  <c:v>74.786705017089801</c:v>
                </c:pt>
                <c:pt idx="2931">
                  <c:v>74.691589355468807</c:v>
                </c:pt>
                <c:pt idx="2932">
                  <c:v>74.645126342773395</c:v>
                </c:pt>
                <c:pt idx="2933">
                  <c:v>74.624656677246094</c:v>
                </c:pt>
                <c:pt idx="2934">
                  <c:v>74.606956481933594</c:v>
                </c:pt>
                <c:pt idx="2935">
                  <c:v>74.629806518554702</c:v>
                </c:pt>
                <c:pt idx="2936">
                  <c:v>74.611251831054702</c:v>
                </c:pt>
                <c:pt idx="2937">
                  <c:v>74.5640869140625</c:v>
                </c:pt>
                <c:pt idx="2938">
                  <c:v>74.381576538085895</c:v>
                </c:pt>
                <c:pt idx="2939">
                  <c:v>74.329376220703097</c:v>
                </c:pt>
                <c:pt idx="2940">
                  <c:v>74.310295104980497</c:v>
                </c:pt>
                <c:pt idx="2941">
                  <c:v>74.285957336425795</c:v>
                </c:pt>
                <c:pt idx="2942">
                  <c:v>74.101333618164105</c:v>
                </c:pt>
                <c:pt idx="2943">
                  <c:v>73.886390686035199</c:v>
                </c:pt>
                <c:pt idx="2944">
                  <c:v>73.836074829101605</c:v>
                </c:pt>
                <c:pt idx="2945">
                  <c:v>73.835319519042997</c:v>
                </c:pt>
                <c:pt idx="2946">
                  <c:v>73.496238708496094</c:v>
                </c:pt>
                <c:pt idx="2947">
                  <c:v>73.164367675781307</c:v>
                </c:pt>
                <c:pt idx="2948">
                  <c:v>72.913963317871094</c:v>
                </c:pt>
                <c:pt idx="2949">
                  <c:v>73.057266235351605</c:v>
                </c:pt>
                <c:pt idx="2950">
                  <c:v>72.899833679199205</c:v>
                </c:pt>
                <c:pt idx="2951">
                  <c:v>73.138763427734403</c:v>
                </c:pt>
                <c:pt idx="2952">
                  <c:v>73.029693603515597</c:v>
                </c:pt>
                <c:pt idx="2953">
                  <c:v>72.664886474609403</c:v>
                </c:pt>
                <c:pt idx="2954">
                  <c:v>72.447395324707003</c:v>
                </c:pt>
                <c:pt idx="2955">
                  <c:v>72.323860168457003</c:v>
                </c:pt>
                <c:pt idx="2956">
                  <c:v>72.246871948242202</c:v>
                </c:pt>
                <c:pt idx="2957">
                  <c:v>72.185997009277301</c:v>
                </c:pt>
                <c:pt idx="2958">
                  <c:v>72.190818786621094</c:v>
                </c:pt>
                <c:pt idx="2959">
                  <c:v>72.157196044921903</c:v>
                </c:pt>
                <c:pt idx="2960">
                  <c:v>72.139938354492202</c:v>
                </c:pt>
                <c:pt idx="2961">
                  <c:v>72.131080627441406</c:v>
                </c:pt>
                <c:pt idx="2962">
                  <c:v>72.126533508300795</c:v>
                </c:pt>
                <c:pt idx="2963">
                  <c:v>72.124191284179702</c:v>
                </c:pt>
                <c:pt idx="2964">
                  <c:v>72.122993469238295</c:v>
                </c:pt>
                <c:pt idx="2965">
                  <c:v>72.122383117675795</c:v>
                </c:pt>
                <c:pt idx="2966">
                  <c:v>72.122062683105497</c:v>
                </c:pt>
                <c:pt idx="2967">
                  <c:v>72.121902465820298</c:v>
                </c:pt>
                <c:pt idx="2968">
                  <c:v>72.121818542480497</c:v>
                </c:pt>
                <c:pt idx="2969">
                  <c:v>72.121772766113295</c:v>
                </c:pt>
                <c:pt idx="2970">
                  <c:v>72.121749877929702</c:v>
                </c:pt>
                <c:pt idx="2971">
                  <c:v>72.121742248535199</c:v>
                </c:pt>
                <c:pt idx="2972">
                  <c:v>72.121734619140597</c:v>
                </c:pt>
                <c:pt idx="2973">
                  <c:v>72.121734619140597</c:v>
                </c:pt>
                <c:pt idx="2974">
                  <c:v>72.121734619140597</c:v>
                </c:pt>
                <c:pt idx="2975">
                  <c:v>72.121734619140597</c:v>
                </c:pt>
                <c:pt idx="2976">
                  <c:v>72.121726989746094</c:v>
                </c:pt>
                <c:pt idx="2977">
                  <c:v>72.121726989746094</c:v>
                </c:pt>
                <c:pt idx="2978">
                  <c:v>72.121726989746094</c:v>
                </c:pt>
                <c:pt idx="2979">
                  <c:v>72.121726989746094</c:v>
                </c:pt>
                <c:pt idx="2980">
                  <c:v>72.121726989746094</c:v>
                </c:pt>
                <c:pt idx="2981">
                  <c:v>72.121726989746094</c:v>
                </c:pt>
                <c:pt idx="2982">
                  <c:v>72.121726989746094</c:v>
                </c:pt>
                <c:pt idx="2983">
                  <c:v>72.121726989746094</c:v>
                </c:pt>
                <c:pt idx="2984">
                  <c:v>72.121726989746094</c:v>
                </c:pt>
                <c:pt idx="2985">
                  <c:v>72.121726989746094</c:v>
                </c:pt>
                <c:pt idx="2986">
                  <c:v>72.121726989746094</c:v>
                </c:pt>
                <c:pt idx="2987">
                  <c:v>72.121726989746094</c:v>
                </c:pt>
                <c:pt idx="2988">
                  <c:v>72.121726989746094</c:v>
                </c:pt>
                <c:pt idx="2989">
                  <c:v>72.121726989746094</c:v>
                </c:pt>
                <c:pt idx="2990">
                  <c:v>72.121726989746094</c:v>
                </c:pt>
                <c:pt idx="2991">
                  <c:v>72.121726989746094</c:v>
                </c:pt>
                <c:pt idx="2992">
                  <c:v>72.121726989746094</c:v>
                </c:pt>
                <c:pt idx="2993">
                  <c:v>72.121726989746094</c:v>
                </c:pt>
                <c:pt idx="2994">
                  <c:v>72.121726989746094</c:v>
                </c:pt>
                <c:pt idx="2995">
                  <c:v>72.121726989746094</c:v>
                </c:pt>
                <c:pt idx="2996">
                  <c:v>72.121726989746094</c:v>
                </c:pt>
                <c:pt idx="2997">
                  <c:v>72.121726989746094</c:v>
                </c:pt>
                <c:pt idx="2998">
                  <c:v>72.121726989746094</c:v>
                </c:pt>
                <c:pt idx="2999">
                  <c:v>72.121726989746094</c:v>
                </c:pt>
                <c:pt idx="3000">
                  <c:v>72.121726989746094</c:v>
                </c:pt>
                <c:pt idx="3001">
                  <c:v>72.121726989746094</c:v>
                </c:pt>
                <c:pt idx="3002">
                  <c:v>72.121726989746094</c:v>
                </c:pt>
                <c:pt idx="3003">
                  <c:v>72.120765686035199</c:v>
                </c:pt>
                <c:pt idx="3004">
                  <c:v>72.120544433593807</c:v>
                </c:pt>
                <c:pt idx="3005">
                  <c:v>72.121124267578097</c:v>
                </c:pt>
                <c:pt idx="3006">
                  <c:v>72.121414184570298</c:v>
                </c:pt>
                <c:pt idx="3007">
                  <c:v>72.121566772460895</c:v>
                </c:pt>
                <c:pt idx="3008">
                  <c:v>72.121650695800795</c:v>
                </c:pt>
                <c:pt idx="3009">
                  <c:v>72.121688842773395</c:v>
                </c:pt>
                <c:pt idx="3010">
                  <c:v>72.121711730957003</c:v>
                </c:pt>
                <c:pt idx="3011">
                  <c:v>72.121719360351605</c:v>
                </c:pt>
                <c:pt idx="3012">
                  <c:v>72.121726989746094</c:v>
                </c:pt>
                <c:pt idx="3013">
                  <c:v>72.121726989746094</c:v>
                </c:pt>
                <c:pt idx="3014">
                  <c:v>72.121726989746094</c:v>
                </c:pt>
                <c:pt idx="3015">
                  <c:v>72.121726989746094</c:v>
                </c:pt>
                <c:pt idx="3016">
                  <c:v>72.121726989746094</c:v>
                </c:pt>
                <c:pt idx="3017">
                  <c:v>72.121726989746094</c:v>
                </c:pt>
                <c:pt idx="3018">
                  <c:v>72.121726989746094</c:v>
                </c:pt>
                <c:pt idx="3019">
                  <c:v>72.121726989746094</c:v>
                </c:pt>
                <c:pt idx="3020">
                  <c:v>72.120346069335895</c:v>
                </c:pt>
                <c:pt idx="3021">
                  <c:v>72.115638732910199</c:v>
                </c:pt>
                <c:pt idx="3022">
                  <c:v>72.117218017578097</c:v>
                </c:pt>
                <c:pt idx="3023">
                  <c:v>72.119415283203097</c:v>
                </c:pt>
                <c:pt idx="3024">
                  <c:v>72.120544433593807</c:v>
                </c:pt>
                <c:pt idx="3025">
                  <c:v>72.114913940429702</c:v>
                </c:pt>
                <c:pt idx="3026">
                  <c:v>72.117538452148395</c:v>
                </c:pt>
                <c:pt idx="3027">
                  <c:v>72.119575500488295</c:v>
                </c:pt>
                <c:pt idx="3028">
                  <c:v>72.118278503417997</c:v>
                </c:pt>
                <c:pt idx="3029">
                  <c:v>72.118026733398395</c:v>
                </c:pt>
                <c:pt idx="3030">
                  <c:v>72.117759704589801</c:v>
                </c:pt>
                <c:pt idx="3031">
                  <c:v>72.113487243652301</c:v>
                </c:pt>
                <c:pt idx="3032">
                  <c:v>72.115570068359403</c:v>
                </c:pt>
                <c:pt idx="3033">
                  <c:v>72.104888916015597</c:v>
                </c:pt>
                <c:pt idx="3034">
                  <c:v>72.0936279296875</c:v>
                </c:pt>
                <c:pt idx="3035">
                  <c:v>72.084953308105497</c:v>
                </c:pt>
                <c:pt idx="3036">
                  <c:v>72.079124450683594</c:v>
                </c:pt>
                <c:pt idx="3037">
                  <c:v>72.072120666503906</c:v>
                </c:pt>
                <c:pt idx="3038">
                  <c:v>72.080665588378906</c:v>
                </c:pt>
                <c:pt idx="3039">
                  <c:v>72.060638427734403</c:v>
                </c:pt>
                <c:pt idx="3040">
                  <c:v>72.021530151367202</c:v>
                </c:pt>
                <c:pt idx="3041">
                  <c:v>72.021339416503906</c:v>
                </c:pt>
                <c:pt idx="3042">
                  <c:v>72.043685913085895</c:v>
                </c:pt>
                <c:pt idx="3043">
                  <c:v>72.014175415039105</c:v>
                </c:pt>
                <c:pt idx="3044">
                  <c:v>71.971855163574205</c:v>
                </c:pt>
                <c:pt idx="3045">
                  <c:v>71.950675964355497</c:v>
                </c:pt>
                <c:pt idx="3046">
                  <c:v>71.933319091796903</c:v>
                </c:pt>
                <c:pt idx="3047">
                  <c:v>71.919845581054702</c:v>
                </c:pt>
                <c:pt idx="3048">
                  <c:v>71.928253173828097</c:v>
                </c:pt>
                <c:pt idx="3049">
                  <c:v>71.927192687988295</c:v>
                </c:pt>
                <c:pt idx="3050">
                  <c:v>71.918914794921903</c:v>
                </c:pt>
                <c:pt idx="3051">
                  <c:v>71.884193420410199</c:v>
                </c:pt>
                <c:pt idx="3052">
                  <c:v>71.884544372558594</c:v>
                </c:pt>
                <c:pt idx="3053">
                  <c:v>71.854209899902301</c:v>
                </c:pt>
                <c:pt idx="3054">
                  <c:v>71.819770812988295</c:v>
                </c:pt>
                <c:pt idx="3055">
                  <c:v>71.807174682617202</c:v>
                </c:pt>
                <c:pt idx="3056">
                  <c:v>71.766357421875</c:v>
                </c:pt>
                <c:pt idx="3057">
                  <c:v>71.768852233886705</c:v>
                </c:pt>
                <c:pt idx="3058">
                  <c:v>71.801033020019503</c:v>
                </c:pt>
                <c:pt idx="3059">
                  <c:v>71.805313110351605</c:v>
                </c:pt>
                <c:pt idx="3060">
                  <c:v>71.821006774902301</c:v>
                </c:pt>
                <c:pt idx="3061">
                  <c:v>71.778137207031307</c:v>
                </c:pt>
                <c:pt idx="3062">
                  <c:v>71.750633239746094</c:v>
                </c:pt>
                <c:pt idx="3063">
                  <c:v>71.743278503417997</c:v>
                </c:pt>
                <c:pt idx="3064">
                  <c:v>71.736572265625</c:v>
                </c:pt>
                <c:pt idx="3065">
                  <c:v>71.680419921875</c:v>
                </c:pt>
                <c:pt idx="3066">
                  <c:v>71.654769897460895</c:v>
                </c:pt>
                <c:pt idx="3067">
                  <c:v>71.663551330566406</c:v>
                </c:pt>
                <c:pt idx="3068">
                  <c:v>71.649017333984403</c:v>
                </c:pt>
                <c:pt idx="3069">
                  <c:v>71.640312194824205</c:v>
                </c:pt>
                <c:pt idx="3070">
                  <c:v>71.647705078125</c:v>
                </c:pt>
                <c:pt idx="3071">
                  <c:v>71.624435424804702</c:v>
                </c:pt>
                <c:pt idx="3072">
                  <c:v>71.606307983398395</c:v>
                </c:pt>
                <c:pt idx="3073">
                  <c:v>71.619728088378906</c:v>
                </c:pt>
                <c:pt idx="3074">
                  <c:v>71.627914428710895</c:v>
                </c:pt>
                <c:pt idx="3075">
                  <c:v>71.5841064453125</c:v>
                </c:pt>
                <c:pt idx="3076">
                  <c:v>71.592483520507798</c:v>
                </c:pt>
                <c:pt idx="3077">
                  <c:v>71.575134277343807</c:v>
                </c:pt>
                <c:pt idx="3078">
                  <c:v>71.551063537597699</c:v>
                </c:pt>
                <c:pt idx="3079">
                  <c:v>71.534553527832003</c:v>
                </c:pt>
                <c:pt idx="3080">
                  <c:v>71.535873413085895</c:v>
                </c:pt>
                <c:pt idx="3081">
                  <c:v>71.502182006835895</c:v>
                </c:pt>
                <c:pt idx="3082">
                  <c:v>71.484733581542997</c:v>
                </c:pt>
                <c:pt idx="3083">
                  <c:v>71.491073608398395</c:v>
                </c:pt>
                <c:pt idx="3084">
                  <c:v>71.482803344726605</c:v>
                </c:pt>
                <c:pt idx="3085">
                  <c:v>71.450973510742202</c:v>
                </c:pt>
                <c:pt idx="3086">
                  <c:v>71.450172424316406</c:v>
                </c:pt>
                <c:pt idx="3087">
                  <c:v>71.415954589843807</c:v>
                </c:pt>
                <c:pt idx="3088">
                  <c:v>71.397430419921903</c:v>
                </c:pt>
                <c:pt idx="3089">
                  <c:v>71.357872009277301</c:v>
                </c:pt>
                <c:pt idx="3090">
                  <c:v>71.339447021484403</c:v>
                </c:pt>
                <c:pt idx="3091">
                  <c:v>71.330963134765597</c:v>
                </c:pt>
                <c:pt idx="3092">
                  <c:v>71.320816040039105</c:v>
                </c:pt>
                <c:pt idx="3093">
                  <c:v>71.323997497558594</c:v>
                </c:pt>
                <c:pt idx="3094">
                  <c:v>71.299049377441406</c:v>
                </c:pt>
                <c:pt idx="3095">
                  <c:v>71.305252075195298</c:v>
                </c:pt>
                <c:pt idx="3096">
                  <c:v>71.300559997558594</c:v>
                </c:pt>
                <c:pt idx="3097">
                  <c:v>71.307411193847699</c:v>
                </c:pt>
                <c:pt idx="3098">
                  <c:v>71.306655883789105</c:v>
                </c:pt>
                <c:pt idx="3099">
                  <c:v>71.270362854003906</c:v>
                </c:pt>
                <c:pt idx="3100">
                  <c:v>71.246269226074205</c:v>
                </c:pt>
                <c:pt idx="3101">
                  <c:v>71.228080749511705</c:v>
                </c:pt>
                <c:pt idx="3102">
                  <c:v>71.245635986328097</c:v>
                </c:pt>
                <c:pt idx="3103">
                  <c:v>71.268013000488295</c:v>
                </c:pt>
                <c:pt idx="3104">
                  <c:v>71.294700622558594</c:v>
                </c:pt>
                <c:pt idx="3105">
                  <c:v>71.264122009277301</c:v>
                </c:pt>
                <c:pt idx="3106">
                  <c:v>71.249649047851605</c:v>
                </c:pt>
                <c:pt idx="3107">
                  <c:v>71.232421875</c:v>
                </c:pt>
                <c:pt idx="3108">
                  <c:v>71.216819763183594</c:v>
                </c:pt>
                <c:pt idx="3109">
                  <c:v>71.203865051269503</c:v>
                </c:pt>
                <c:pt idx="3110">
                  <c:v>71.155128479003906</c:v>
                </c:pt>
                <c:pt idx="3111">
                  <c:v>71.100158691406307</c:v>
                </c:pt>
                <c:pt idx="3112">
                  <c:v>71.047691345214801</c:v>
                </c:pt>
                <c:pt idx="3113">
                  <c:v>71.091423034667997</c:v>
                </c:pt>
                <c:pt idx="3114">
                  <c:v>71.016799926757798</c:v>
                </c:pt>
                <c:pt idx="3115">
                  <c:v>70.961921691894503</c:v>
                </c:pt>
                <c:pt idx="3116">
                  <c:v>70.9859619140625</c:v>
                </c:pt>
                <c:pt idx="3117">
                  <c:v>70.953895568847699</c:v>
                </c:pt>
                <c:pt idx="3118">
                  <c:v>70.946479797363295</c:v>
                </c:pt>
                <c:pt idx="3119">
                  <c:v>70.933815002441406</c:v>
                </c:pt>
                <c:pt idx="3120">
                  <c:v>70.932838439941406</c:v>
                </c:pt>
                <c:pt idx="3121">
                  <c:v>70.935379028320298</c:v>
                </c:pt>
                <c:pt idx="3122">
                  <c:v>70.879936218261705</c:v>
                </c:pt>
                <c:pt idx="3123">
                  <c:v>70.855049133300795</c:v>
                </c:pt>
                <c:pt idx="3124">
                  <c:v>70.858322143554702</c:v>
                </c:pt>
                <c:pt idx="3125">
                  <c:v>70.822410583496094</c:v>
                </c:pt>
                <c:pt idx="3126">
                  <c:v>70.803367614746094</c:v>
                </c:pt>
                <c:pt idx="3127">
                  <c:v>70.783454895019503</c:v>
                </c:pt>
                <c:pt idx="3128">
                  <c:v>70.824188232421903</c:v>
                </c:pt>
                <c:pt idx="3129">
                  <c:v>70.777511596679702</c:v>
                </c:pt>
                <c:pt idx="3130">
                  <c:v>70.748794555664105</c:v>
                </c:pt>
                <c:pt idx="3131">
                  <c:v>70.763076782226605</c:v>
                </c:pt>
                <c:pt idx="3132">
                  <c:v>70.747970581054702</c:v>
                </c:pt>
                <c:pt idx="3133">
                  <c:v>70.748588562011705</c:v>
                </c:pt>
                <c:pt idx="3134">
                  <c:v>70.747550964355497</c:v>
                </c:pt>
                <c:pt idx="3135">
                  <c:v>70.689033508300795</c:v>
                </c:pt>
                <c:pt idx="3136">
                  <c:v>70.675437927246094</c:v>
                </c:pt>
                <c:pt idx="3137">
                  <c:v>70.676727294921903</c:v>
                </c:pt>
                <c:pt idx="3138">
                  <c:v>70.672294616699205</c:v>
                </c:pt>
                <c:pt idx="3139">
                  <c:v>70.663482666015597</c:v>
                </c:pt>
                <c:pt idx="3140">
                  <c:v>70.685096740722699</c:v>
                </c:pt>
                <c:pt idx="3141">
                  <c:v>70.638641357421903</c:v>
                </c:pt>
                <c:pt idx="3142">
                  <c:v>70.604583740234403</c:v>
                </c:pt>
                <c:pt idx="3143">
                  <c:v>70.609115600585895</c:v>
                </c:pt>
                <c:pt idx="3144">
                  <c:v>70.601417541503906</c:v>
                </c:pt>
                <c:pt idx="3145">
                  <c:v>70.589080810546903</c:v>
                </c:pt>
                <c:pt idx="3146">
                  <c:v>70.586685180664105</c:v>
                </c:pt>
                <c:pt idx="3147">
                  <c:v>70.579429626464801</c:v>
                </c:pt>
                <c:pt idx="3148">
                  <c:v>70.575729370117202</c:v>
                </c:pt>
                <c:pt idx="3149">
                  <c:v>70.577804565429702</c:v>
                </c:pt>
                <c:pt idx="3150">
                  <c:v>70.5770263671875</c:v>
                </c:pt>
                <c:pt idx="3151">
                  <c:v>70.583145141601605</c:v>
                </c:pt>
                <c:pt idx="3152">
                  <c:v>70.577796936035199</c:v>
                </c:pt>
                <c:pt idx="3153">
                  <c:v>70.565963745117202</c:v>
                </c:pt>
                <c:pt idx="3154">
                  <c:v>70.579940795898395</c:v>
                </c:pt>
                <c:pt idx="3155">
                  <c:v>70.596786499023395</c:v>
                </c:pt>
                <c:pt idx="3156">
                  <c:v>70.588188171386705</c:v>
                </c:pt>
                <c:pt idx="3157">
                  <c:v>70.568092346191406</c:v>
                </c:pt>
                <c:pt idx="3158">
                  <c:v>70.543724060058594</c:v>
                </c:pt>
                <c:pt idx="3159">
                  <c:v>70.533874511718807</c:v>
                </c:pt>
                <c:pt idx="3160">
                  <c:v>70.522247314453097</c:v>
                </c:pt>
                <c:pt idx="3161">
                  <c:v>70.5316162109375</c:v>
                </c:pt>
                <c:pt idx="3162">
                  <c:v>70.536216735839801</c:v>
                </c:pt>
                <c:pt idx="3163">
                  <c:v>70.527183532714801</c:v>
                </c:pt>
                <c:pt idx="3164">
                  <c:v>70.523033142089801</c:v>
                </c:pt>
                <c:pt idx="3165">
                  <c:v>70.532539367675795</c:v>
                </c:pt>
                <c:pt idx="3166">
                  <c:v>70.536071777343807</c:v>
                </c:pt>
                <c:pt idx="3167">
                  <c:v>70.546058654785199</c:v>
                </c:pt>
                <c:pt idx="3168">
                  <c:v>70.547073364257798</c:v>
                </c:pt>
                <c:pt idx="3169">
                  <c:v>70.544090270996094</c:v>
                </c:pt>
                <c:pt idx="3170">
                  <c:v>70.543472290039105</c:v>
                </c:pt>
                <c:pt idx="3171">
                  <c:v>70.543960571289105</c:v>
                </c:pt>
                <c:pt idx="3172">
                  <c:v>70.541816711425795</c:v>
                </c:pt>
                <c:pt idx="3173">
                  <c:v>70.530990600585895</c:v>
                </c:pt>
                <c:pt idx="3174">
                  <c:v>70.521492004394503</c:v>
                </c:pt>
                <c:pt idx="3175">
                  <c:v>70.528114318847699</c:v>
                </c:pt>
                <c:pt idx="3176">
                  <c:v>70.500053405761705</c:v>
                </c:pt>
                <c:pt idx="3177">
                  <c:v>70.506774902343807</c:v>
                </c:pt>
                <c:pt idx="3178">
                  <c:v>70.521278381347699</c:v>
                </c:pt>
                <c:pt idx="3179">
                  <c:v>70.521171569824205</c:v>
                </c:pt>
                <c:pt idx="3180">
                  <c:v>70.517105102539105</c:v>
                </c:pt>
                <c:pt idx="3181">
                  <c:v>70.499755859375</c:v>
                </c:pt>
                <c:pt idx="3182">
                  <c:v>70.497848510742202</c:v>
                </c:pt>
                <c:pt idx="3183">
                  <c:v>70.506340026855497</c:v>
                </c:pt>
                <c:pt idx="3184">
                  <c:v>70.492889404296903</c:v>
                </c:pt>
                <c:pt idx="3185">
                  <c:v>70.506828308105497</c:v>
                </c:pt>
                <c:pt idx="3186">
                  <c:v>70.484848022460895</c:v>
                </c:pt>
                <c:pt idx="3187">
                  <c:v>70.444740295410199</c:v>
                </c:pt>
                <c:pt idx="3188">
                  <c:v>70.456031799316406</c:v>
                </c:pt>
                <c:pt idx="3189">
                  <c:v>70.443061828613295</c:v>
                </c:pt>
                <c:pt idx="3190">
                  <c:v>70.474624633789105</c:v>
                </c:pt>
                <c:pt idx="3191">
                  <c:v>70.506095886230497</c:v>
                </c:pt>
                <c:pt idx="3192">
                  <c:v>70.496154785156307</c:v>
                </c:pt>
                <c:pt idx="3193">
                  <c:v>70.439636230468807</c:v>
                </c:pt>
                <c:pt idx="3194">
                  <c:v>70.437324523925795</c:v>
                </c:pt>
                <c:pt idx="3195">
                  <c:v>70.450271606445298</c:v>
                </c:pt>
                <c:pt idx="3196">
                  <c:v>70.461494445800795</c:v>
                </c:pt>
                <c:pt idx="3197">
                  <c:v>70.442924499511705</c:v>
                </c:pt>
                <c:pt idx="3198">
                  <c:v>70.367012023925795</c:v>
                </c:pt>
                <c:pt idx="3199">
                  <c:v>70.298393249511705</c:v>
                </c:pt>
                <c:pt idx="3200">
                  <c:v>70.375595092773395</c:v>
                </c:pt>
                <c:pt idx="3201">
                  <c:v>70.257423400878906</c:v>
                </c:pt>
                <c:pt idx="3202">
                  <c:v>70.261505126953097</c:v>
                </c:pt>
                <c:pt idx="3203">
                  <c:v>70.377639770507798</c:v>
                </c:pt>
                <c:pt idx="3204">
                  <c:v>70.359909057617202</c:v>
                </c:pt>
                <c:pt idx="3205">
                  <c:v>70.188652038574205</c:v>
                </c:pt>
                <c:pt idx="3206">
                  <c:v>70.200492858886705</c:v>
                </c:pt>
                <c:pt idx="3207">
                  <c:v>70.061302185058594</c:v>
                </c:pt>
                <c:pt idx="3208">
                  <c:v>69.940635681152301</c:v>
                </c:pt>
                <c:pt idx="3209">
                  <c:v>69.881622314453097</c:v>
                </c:pt>
                <c:pt idx="3210">
                  <c:v>69.886413574218807</c:v>
                </c:pt>
                <c:pt idx="3211">
                  <c:v>69.864234924316406</c:v>
                </c:pt>
                <c:pt idx="3212">
                  <c:v>69.863250732421903</c:v>
                </c:pt>
                <c:pt idx="3213">
                  <c:v>69.864173889160199</c:v>
                </c:pt>
                <c:pt idx="3214">
                  <c:v>69.848571777343807</c:v>
                </c:pt>
                <c:pt idx="3215">
                  <c:v>69.838813781738295</c:v>
                </c:pt>
                <c:pt idx="3216">
                  <c:v>69.843299865722699</c:v>
                </c:pt>
                <c:pt idx="3217">
                  <c:v>69.810134887695298</c:v>
                </c:pt>
                <c:pt idx="3218">
                  <c:v>69.805725097656307</c:v>
                </c:pt>
                <c:pt idx="3219">
                  <c:v>69.820442199707003</c:v>
                </c:pt>
                <c:pt idx="3220">
                  <c:v>69.8260498046875</c:v>
                </c:pt>
                <c:pt idx="3221">
                  <c:v>69.844314575195298</c:v>
                </c:pt>
                <c:pt idx="3222">
                  <c:v>69.845359802246094</c:v>
                </c:pt>
                <c:pt idx="3223">
                  <c:v>69.788925170898395</c:v>
                </c:pt>
                <c:pt idx="3224">
                  <c:v>69.806457519531307</c:v>
                </c:pt>
                <c:pt idx="3225">
                  <c:v>69.808990478515597</c:v>
                </c:pt>
                <c:pt idx="3226">
                  <c:v>69.773918151855497</c:v>
                </c:pt>
                <c:pt idx="3227">
                  <c:v>69.756088256835895</c:v>
                </c:pt>
                <c:pt idx="3228">
                  <c:v>69.694152832031307</c:v>
                </c:pt>
                <c:pt idx="3229">
                  <c:v>69.691314697265597</c:v>
                </c:pt>
                <c:pt idx="3230">
                  <c:v>69.696159362792997</c:v>
                </c:pt>
                <c:pt idx="3231">
                  <c:v>69.669532775878906</c:v>
                </c:pt>
                <c:pt idx="3232">
                  <c:v>69.639328002929702</c:v>
                </c:pt>
                <c:pt idx="3233">
                  <c:v>69.660606384277301</c:v>
                </c:pt>
                <c:pt idx="3234">
                  <c:v>69.653114318847699</c:v>
                </c:pt>
                <c:pt idx="3235">
                  <c:v>69.634780883789105</c:v>
                </c:pt>
                <c:pt idx="3236">
                  <c:v>69.642486572265597</c:v>
                </c:pt>
                <c:pt idx="3237">
                  <c:v>69.664573669433594</c:v>
                </c:pt>
                <c:pt idx="3238">
                  <c:v>69.658180236816406</c:v>
                </c:pt>
                <c:pt idx="3239">
                  <c:v>69.638557434082003</c:v>
                </c:pt>
                <c:pt idx="3240">
                  <c:v>69.609344482421903</c:v>
                </c:pt>
                <c:pt idx="3241">
                  <c:v>69.615760803222699</c:v>
                </c:pt>
                <c:pt idx="3242">
                  <c:v>69.621330261230497</c:v>
                </c:pt>
                <c:pt idx="3243">
                  <c:v>69.5966796875</c:v>
                </c:pt>
                <c:pt idx="3244">
                  <c:v>69.569671630859403</c:v>
                </c:pt>
                <c:pt idx="3245">
                  <c:v>69.557174682617202</c:v>
                </c:pt>
                <c:pt idx="3246">
                  <c:v>69.559127807617202</c:v>
                </c:pt>
                <c:pt idx="3247">
                  <c:v>69.486137390136705</c:v>
                </c:pt>
                <c:pt idx="3248">
                  <c:v>69.405731201171903</c:v>
                </c:pt>
                <c:pt idx="3249">
                  <c:v>69.373184204101605</c:v>
                </c:pt>
                <c:pt idx="3250">
                  <c:v>69.362167358398395</c:v>
                </c:pt>
                <c:pt idx="3251">
                  <c:v>69.333869934082003</c:v>
                </c:pt>
                <c:pt idx="3252">
                  <c:v>69.328826904296903</c:v>
                </c:pt>
                <c:pt idx="3253">
                  <c:v>69.321273803710895</c:v>
                </c:pt>
                <c:pt idx="3254">
                  <c:v>69.343833923339801</c:v>
                </c:pt>
                <c:pt idx="3255">
                  <c:v>69.361106872558594</c:v>
                </c:pt>
                <c:pt idx="3256">
                  <c:v>69.365447998046903</c:v>
                </c:pt>
                <c:pt idx="3257">
                  <c:v>69.376136779785199</c:v>
                </c:pt>
                <c:pt idx="3258">
                  <c:v>69.359306335449205</c:v>
                </c:pt>
                <c:pt idx="3259">
                  <c:v>69.355857849121094</c:v>
                </c:pt>
                <c:pt idx="3260">
                  <c:v>69.380516052246094</c:v>
                </c:pt>
                <c:pt idx="3261">
                  <c:v>69.370697021484403</c:v>
                </c:pt>
                <c:pt idx="3262">
                  <c:v>69.427635192871094</c:v>
                </c:pt>
                <c:pt idx="3263">
                  <c:v>69.457336425781307</c:v>
                </c:pt>
                <c:pt idx="3264">
                  <c:v>69.4146728515625</c:v>
                </c:pt>
                <c:pt idx="3265">
                  <c:v>69.448280334472699</c:v>
                </c:pt>
                <c:pt idx="3266">
                  <c:v>69.462249755859403</c:v>
                </c:pt>
                <c:pt idx="3267">
                  <c:v>69.475372314453097</c:v>
                </c:pt>
                <c:pt idx="3268">
                  <c:v>69.443252563476605</c:v>
                </c:pt>
                <c:pt idx="3269">
                  <c:v>69.412307739257798</c:v>
                </c:pt>
                <c:pt idx="3270">
                  <c:v>69.407279968261705</c:v>
                </c:pt>
                <c:pt idx="3271">
                  <c:v>69.362754821777301</c:v>
                </c:pt>
                <c:pt idx="3272">
                  <c:v>69.377975463867202</c:v>
                </c:pt>
                <c:pt idx="3273">
                  <c:v>69.440589904785199</c:v>
                </c:pt>
                <c:pt idx="3274">
                  <c:v>69.348709106445298</c:v>
                </c:pt>
                <c:pt idx="3275">
                  <c:v>69.304656982421903</c:v>
                </c:pt>
                <c:pt idx="3276">
                  <c:v>69.286903381347699</c:v>
                </c:pt>
                <c:pt idx="3277">
                  <c:v>69.281341552734403</c:v>
                </c:pt>
                <c:pt idx="3278">
                  <c:v>69.283088684082003</c:v>
                </c:pt>
                <c:pt idx="3279">
                  <c:v>69.275558471679702</c:v>
                </c:pt>
                <c:pt idx="3280">
                  <c:v>69.235443115234403</c:v>
                </c:pt>
                <c:pt idx="3281">
                  <c:v>69.234504699707003</c:v>
                </c:pt>
                <c:pt idx="3282">
                  <c:v>69.245529174804702</c:v>
                </c:pt>
                <c:pt idx="3283">
                  <c:v>69.2322998046875</c:v>
                </c:pt>
                <c:pt idx="3284">
                  <c:v>69.248771667480497</c:v>
                </c:pt>
                <c:pt idx="3285">
                  <c:v>69.229759216308594</c:v>
                </c:pt>
                <c:pt idx="3286">
                  <c:v>69.244499206542997</c:v>
                </c:pt>
                <c:pt idx="3287">
                  <c:v>69.201309204101605</c:v>
                </c:pt>
                <c:pt idx="3288">
                  <c:v>69.169754028320298</c:v>
                </c:pt>
                <c:pt idx="3289">
                  <c:v>69.177452087402301</c:v>
                </c:pt>
                <c:pt idx="3290">
                  <c:v>69.166038513183594</c:v>
                </c:pt>
                <c:pt idx="3291">
                  <c:v>69.178092956542997</c:v>
                </c:pt>
                <c:pt idx="3292">
                  <c:v>69.119583129882798</c:v>
                </c:pt>
                <c:pt idx="3293">
                  <c:v>69.1751708984375</c:v>
                </c:pt>
                <c:pt idx="3294">
                  <c:v>69.194641113281307</c:v>
                </c:pt>
                <c:pt idx="3295">
                  <c:v>69.135322570800795</c:v>
                </c:pt>
                <c:pt idx="3296">
                  <c:v>69.129295349121094</c:v>
                </c:pt>
                <c:pt idx="3297">
                  <c:v>69.148651123046903</c:v>
                </c:pt>
                <c:pt idx="3298">
                  <c:v>69.124664306640597</c:v>
                </c:pt>
                <c:pt idx="3299">
                  <c:v>69.119926452636705</c:v>
                </c:pt>
                <c:pt idx="3300">
                  <c:v>69.106620788574205</c:v>
                </c:pt>
                <c:pt idx="3301">
                  <c:v>69.080108642578097</c:v>
                </c:pt>
                <c:pt idx="3302">
                  <c:v>69.065261840820298</c:v>
                </c:pt>
                <c:pt idx="3303">
                  <c:v>69.074623107910199</c:v>
                </c:pt>
                <c:pt idx="3304">
                  <c:v>69.068840026855497</c:v>
                </c:pt>
                <c:pt idx="3305">
                  <c:v>69.063888549804702</c:v>
                </c:pt>
                <c:pt idx="3306">
                  <c:v>69.073570251464801</c:v>
                </c:pt>
                <c:pt idx="3307">
                  <c:v>69.079002380371094</c:v>
                </c:pt>
                <c:pt idx="3308">
                  <c:v>69.079963684082003</c:v>
                </c:pt>
                <c:pt idx="3309">
                  <c:v>69.090461730957003</c:v>
                </c:pt>
                <c:pt idx="3310">
                  <c:v>69.082458496093807</c:v>
                </c:pt>
                <c:pt idx="3311">
                  <c:v>69.041435241699205</c:v>
                </c:pt>
                <c:pt idx="3312">
                  <c:v>69.048133850097699</c:v>
                </c:pt>
                <c:pt idx="3313">
                  <c:v>69.066291809082003</c:v>
                </c:pt>
                <c:pt idx="3314">
                  <c:v>69.035385131835895</c:v>
                </c:pt>
                <c:pt idx="3315">
                  <c:v>69.009048461914105</c:v>
                </c:pt>
                <c:pt idx="3316">
                  <c:v>69.025856018066406</c:v>
                </c:pt>
                <c:pt idx="3317">
                  <c:v>69.064895629882798</c:v>
                </c:pt>
                <c:pt idx="3318">
                  <c:v>69.050476074218807</c:v>
                </c:pt>
                <c:pt idx="3319">
                  <c:v>69.041252136230497</c:v>
                </c:pt>
                <c:pt idx="3320">
                  <c:v>69.019454956054702</c:v>
                </c:pt>
                <c:pt idx="3321">
                  <c:v>69.013641357421903</c:v>
                </c:pt>
                <c:pt idx="3322">
                  <c:v>69.061744689941406</c:v>
                </c:pt>
                <c:pt idx="3323">
                  <c:v>69.028938293457003</c:v>
                </c:pt>
                <c:pt idx="3324">
                  <c:v>68.991302490234403</c:v>
                </c:pt>
                <c:pt idx="3325">
                  <c:v>68.990928649902301</c:v>
                </c:pt>
                <c:pt idx="3326">
                  <c:v>68.982887268066406</c:v>
                </c:pt>
                <c:pt idx="3327">
                  <c:v>68.968566894531307</c:v>
                </c:pt>
                <c:pt idx="3328">
                  <c:v>68.954635620117202</c:v>
                </c:pt>
                <c:pt idx="3329">
                  <c:v>68.980163574218807</c:v>
                </c:pt>
                <c:pt idx="3330">
                  <c:v>68.982612609863295</c:v>
                </c:pt>
                <c:pt idx="3331">
                  <c:v>68.964225769042997</c:v>
                </c:pt>
                <c:pt idx="3332">
                  <c:v>68.940177917480497</c:v>
                </c:pt>
                <c:pt idx="3333">
                  <c:v>68.932449340820298</c:v>
                </c:pt>
                <c:pt idx="3334">
                  <c:v>68.935150146484403</c:v>
                </c:pt>
                <c:pt idx="3335">
                  <c:v>68.942649841308594</c:v>
                </c:pt>
                <c:pt idx="3336">
                  <c:v>68.946929931640597</c:v>
                </c:pt>
                <c:pt idx="3337">
                  <c:v>68.9349365234375</c:v>
                </c:pt>
                <c:pt idx="3338">
                  <c:v>69.004585266113295</c:v>
                </c:pt>
                <c:pt idx="3339">
                  <c:v>68.979217529296903</c:v>
                </c:pt>
                <c:pt idx="3340">
                  <c:v>68.956359863281307</c:v>
                </c:pt>
                <c:pt idx="3341">
                  <c:v>68.954010009765597</c:v>
                </c:pt>
                <c:pt idx="3342">
                  <c:v>68.951675415039105</c:v>
                </c:pt>
                <c:pt idx="3343">
                  <c:v>68.934432983398395</c:v>
                </c:pt>
                <c:pt idx="3344">
                  <c:v>68.940208435058594</c:v>
                </c:pt>
                <c:pt idx="3345">
                  <c:v>68.934349060058594</c:v>
                </c:pt>
                <c:pt idx="3346">
                  <c:v>68.955230712890597</c:v>
                </c:pt>
                <c:pt idx="3347">
                  <c:v>68.946243286132798</c:v>
                </c:pt>
                <c:pt idx="3348">
                  <c:v>68.948913574218807</c:v>
                </c:pt>
                <c:pt idx="3349">
                  <c:v>68.941787719726605</c:v>
                </c:pt>
                <c:pt idx="3350">
                  <c:v>68.962677001953097</c:v>
                </c:pt>
                <c:pt idx="3351">
                  <c:v>68.960685729980497</c:v>
                </c:pt>
                <c:pt idx="3352">
                  <c:v>68.942878723144503</c:v>
                </c:pt>
                <c:pt idx="3353">
                  <c:v>68.948867797851605</c:v>
                </c:pt>
                <c:pt idx="3354">
                  <c:v>68.945205688476605</c:v>
                </c:pt>
                <c:pt idx="3355">
                  <c:v>68.929901123046903</c:v>
                </c:pt>
                <c:pt idx="3356">
                  <c:v>68.918685913085895</c:v>
                </c:pt>
                <c:pt idx="3357">
                  <c:v>68.916130065917997</c:v>
                </c:pt>
                <c:pt idx="3358">
                  <c:v>68.919204711914105</c:v>
                </c:pt>
                <c:pt idx="3359">
                  <c:v>68.922134399414105</c:v>
                </c:pt>
                <c:pt idx="3360">
                  <c:v>68.916053771972699</c:v>
                </c:pt>
                <c:pt idx="3361">
                  <c:v>68.914985656738295</c:v>
                </c:pt>
                <c:pt idx="3362">
                  <c:v>68.930595397949205</c:v>
                </c:pt>
                <c:pt idx="3363">
                  <c:v>68.923782348632798</c:v>
                </c:pt>
                <c:pt idx="3364">
                  <c:v>68.915664672851605</c:v>
                </c:pt>
                <c:pt idx="3365">
                  <c:v>68.915618896484403</c:v>
                </c:pt>
                <c:pt idx="3366">
                  <c:v>68.888656616210895</c:v>
                </c:pt>
                <c:pt idx="3367">
                  <c:v>68.898872375488295</c:v>
                </c:pt>
                <c:pt idx="3368">
                  <c:v>68.931503295898395</c:v>
                </c:pt>
                <c:pt idx="3369">
                  <c:v>68.928108215332003</c:v>
                </c:pt>
                <c:pt idx="3370">
                  <c:v>68.918060302734403</c:v>
                </c:pt>
                <c:pt idx="3371">
                  <c:v>68.912109375</c:v>
                </c:pt>
                <c:pt idx="3372">
                  <c:v>68.912269592285199</c:v>
                </c:pt>
                <c:pt idx="3373">
                  <c:v>68.908012390136705</c:v>
                </c:pt>
                <c:pt idx="3374">
                  <c:v>68.912582397460895</c:v>
                </c:pt>
                <c:pt idx="3375">
                  <c:v>68.914245605468807</c:v>
                </c:pt>
                <c:pt idx="3376">
                  <c:v>68.911727905273395</c:v>
                </c:pt>
                <c:pt idx="3377">
                  <c:v>68.808364868164105</c:v>
                </c:pt>
                <c:pt idx="3378">
                  <c:v>68.804084777832003</c:v>
                </c:pt>
                <c:pt idx="3379">
                  <c:v>68.835098266601605</c:v>
                </c:pt>
                <c:pt idx="3380">
                  <c:v>68.863883972167997</c:v>
                </c:pt>
                <c:pt idx="3381">
                  <c:v>68.885826110839801</c:v>
                </c:pt>
                <c:pt idx="3382">
                  <c:v>68.896179199218807</c:v>
                </c:pt>
                <c:pt idx="3383">
                  <c:v>68.901123046875</c:v>
                </c:pt>
                <c:pt idx="3384">
                  <c:v>68.910179138183594</c:v>
                </c:pt>
                <c:pt idx="3385">
                  <c:v>68.908561706542997</c:v>
                </c:pt>
                <c:pt idx="3386">
                  <c:v>68.909599304199205</c:v>
                </c:pt>
                <c:pt idx="3387">
                  <c:v>68.897872924804702</c:v>
                </c:pt>
                <c:pt idx="3388">
                  <c:v>68.844856262207003</c:v>
                </c:pt>
                <c:pt idx="3389">
                  <c:v>68.867027282714801</c:v>
                </c:pt>
                <c:pt idx="3390">
                  <c:v>68.881919860839801</c:v>
                </c:pt>
                <c:pt idx="3391">
                  <c:v>68.674125671386705</c:v>
                </c:pt>
                <c:pt idx="3392">
                  <c:v>68.747985839843807</c:v>
                </c:pt>
                <c:pt idx="3393">
                  <c:v>68.825569152832003</c:v>
                </c:pt>
                <c:pt idx="3394">
                  <c:v>68.855995178222699</c:v>
                </c:pt>
                <c:pt idx="3395">
                  <c:v>68.877990722656307</c:v>
                </c:pt>
                <c:pt idx="3396">
                  <c:v>68.883621215820298</c:v>
                </c:pt>
                <c:pt idx="3397">
                  <c:v>68.879043579101605</c:v>
                </c:pt>
                <c:pt idx="3398">
                  <c:v>68.897132873535199</c:v>
                </c:pt>
                <c:pt idx="3399">
                  <c:v>68.899696350097699</c:v>
                </c:pt>
                <c:pt idx="3400">
                  <c:v>68.888137817382798</c:v>
                </c:pt>
                <c:pt idx="3401">
                  <c:v>68.906227111816406</c:v>
                </c:pt>
                <c:pt idx="3402">
                  <c:v>68.909118652343807</c:v>
                </c:pt>
                <c:pt idx="3403">
                  <c:v>68.911407470703097</c:v>
                </c:pt>
                <c:pt idx="3404">
                  <c:v>68.910057067871094</c:v>
                </c:pt>
                <c:pt idx="3405">
                  <c:v>68.908248901367202</c:v>
                </c:pt>
                <c:pt idx="3406">
                  <c:v>68.907073974609403</c:v>
                </c:pt>
                <c:pt idx="3407">
                  <c:v>68.891387939453097</c:v>
                </c:pt>
                <c:pt idx="3408">
                  <c:v>68.880287170410199</c:v>
                </c:pt>
                <c:pt idx="3409">
                  <c:v>68.893218994140597</c:v>
                </c:pt>
                <c:pt idx="3410">
                  <c:v>68.899971008300795</c:v>
                </c:pt>
                <c:pt idx="3411">
                  <c:v>68.887031555175795</c:v>
                </c:pt>
                <c:pt idx="3412">
                  <c:v>68.889701843261705</c:v>
                </c:pt>
                <c:pt idx="3413">
                  <c:v>68.886489868164105</c:v>
                </c:pt>
                <c:pt idx="3414">
                  <c:v>68.895904541015597</c:v>
                </c:pt>
                <c:pt idx="3415">
                  <c:v>68.889678955078097</c:v>
                </c:pt>
                <c:pt idx="3416">
                  <c:v>68.898155212402301</c:v>
                </c:pt>
                <c:pt idx="3417">
                  <c:v>68.902137756347699</c:v>
                </c:pt>
                <c:pt idx="3418">
                  <c:v>68.8719482421875</c:v>
                </c:pt>
                <c:pt idx="3419">
                  <c:v>68.592597961425795</c:v>
                </c:pt>
                <c:pt idx="3420">
                  <c:v>68.647506713867202</c:v>
                </c:pt>
                <c:pt idx="3421">
                  <c:v>68.758880615234403</c:v>
                </c:pt>
                <c:pt idx="3422">
                  <c:v>68.820526123046903</c:v>
                </c:pt>
                <c:pt idx="3423">
                  <c:v>68.858047485351605</c:v>
                </c:pt>
                <c:pt idx="3424">
                  <c:v>68.835350036621094</c:v>
                </c:pt>
                <c:pt idx="3425">
                  <c:v>68.827232360839801</c:v>
                </c:pt>
                <c:pt idx="3426">
                  <c:v>68.854820251464801</c:v>
                </c:pt>
                <c:pt idx="3427">
                  <c:v>68.879631042480497</c:v>
                </c:pt>
                <c:pt idx="3428">
                  <c:v>68.841728210449205</c:v>
                </c:pt>
                <c:pt idx="3429">
                  <c:v>68.854309082031307</c:v>
                </c:pt>
                <c:pt idx="3430">
                  <c:v>68.873962402343807</c:v>
                </c:pt>
                <c:pt idx="3431">
                  <c:v>68.877639770507798</c:v>
                </c:pt>
                <c:pt idx="3432">
                  <c:v>68.830574035644503</c:v>
                </c:pt>
                <c:pt idx="3433">
                  <c:v>68.822319030761705</c:v>
                </c:pt>
                <c:pt idx="3434">
                  <c:v>68.842834472656307</c:v>
                </c:pt>
                <c:pt idx="3435">
                  <c:v>68.8599853515625</c:v>
                </c:pt>
                <c:pt idx="3436">
                  <c:v>68.8763427734375</c:v>
                </c:pt>
                <c:pt idx="3437">
                  <c:v>68.837463378906307</c:v>
                </c:pt>
                <c:pt idx="3438">
                  <c:v>68.815658569335895</c:v>
                </c:pt>
                <c:pt idx="3439">
                  <c:v>68.767509460449205</c:v>
                </c:pt>
                <c:pt idx="3440">
                  <c:v>68.834800720214801</c:v>
                </c:pt>
                <c:pt idx="3441">
                  <c:v>68.818634033203097</c:v>
                </c:pt>
                <c:pt idx="3442">
                  <c:v>68.829147338867202</c:v>
                </c:pt>
                <c:pt idx="3443">
                  <c:v>68.842506408691406</c:v>
                </c:pt>
                <c:pt idx="3444">
                  <c:v>68.856086730957003</c:v>
                </c:pt>
                <c:pt idx="3445">
                  <c:v>68.8599853515625</c:v>
                </c:pt>
                <c:pt idx="3446">
                  <c:v>68.650215148925795</c:v>
                </c:pt>
                <c:pt idx="3447">
                  <c:v>68.635597229003906</c:v>
                </c:pt>
                <c:pt idx="3448">
                  <c:v>68.659500122070298</c:v>
                </c:pt>
                <c:pt idx="3449">
                  <c:v>68.614425659179702</c:v>
                </c:pt>
                <c:pt idx="3450">
                  <c:v>68.647277832031307</c:v>
                </c:pt>
                <c:pt idx="3451">
                  <c:v>68.742576599121094</c:v>
                </c:pt>
                <c:pt idx="3452">
                  <c:v>68.781455993652301</c:v>
                </c:pt>
                <c:pt idx="3453">
                  <c:v>68.814147949218807</c:v>
                </c:pt>
                <c:pt idx="3454">
                  <c:v>68.788650512695298</c:v>
                </c:pt>
                <c:pt idx="3455">
                  <c:v>68.797210693359403</c:v>
                </c:pt>
                <c:pt idx="3456">
                  <c:v>68.734024047851605</c:v>
                </c:pt>
                <c:pt idx="3457">
                  <c:v>68.782112121582003</c:v>
                </c:pt>
                <c:pt idx="3458">
                  <c:v>68.808761596679702</c:v>
                </c:pt>
                <c:pt idx="3459">
                  <c:v>68.809959411621094</c:v>
                </c:pt>
                <c:pt idx="3460">
                  <c:v>68.754676818847699</c:v>
                </c:pt>
                <c:pt idx="3461">
                  <c:v>68.759231567382798</c:v>
                </c:pt>
                <c:pt idx="3462">
                  <c:v>68.772384643554702</c:v>
                </c:pt>
                <c:pt idx="3463">
                  <c:v>68.808570861816406</c:v>
                </c:pt>
                <c:pt idx="3464">
                  <c:v>68.779945373535199</c:v>
                </c:pt>
                <c:pt idx="3465">
                  <c:v>68.746139526367202</c:v>
                </c:pt>
                <c:pt idx="3466">
                  <c:v>68.565635681152301</c:v>
                </c:pt>
                <c:pt idx="3467">
                  <c:v>68.605209350585895</c:v>
                </c:pt>
                <c:pt idx="3468">
                  <c:v>68.675735473632798</c:v>
                </c:pt>
                <c:pt idx="3469">
                  <c:v>68.67138671875</c:v>
                </c:pt>
                <c:pt idx="3470">
                  <c:v>68.5655517578125</c:v>
                </c:pt>
                <c:pt idx="3471">
                  <c:v>68.422447204589801</c:v>
                </c:pt>
                <c:pt idx="3472">
                  <c:v>68.540603637695298</c:v>
                </c:pt>
                <c:pt idx="3473">
                  <c:v>68.585021972656307</c:v>
                </c:pt>
                <c:pt idx="3474">
                  <c:v>68.655792236328097</c:v>
                </c:pt>
                <c:pt idx="3475">
                  <c:v>68.684898376464801</c:v>
                </c:pt>
                <c:pt idx="3476">
                  <c:v>68.700202941894503</c:v>
                </c:pt>
                <c:pt idx="3477">
                  <c:v>68.458511352539105</c:v>
                </c:pt>
                <c:pt idx="3478">
                  <c:v>68.358688354492202</c:v>
                </c:pt>
                <c:pt idx="3479">
                  <c:v>68.491828918457003</c:v>
                </c:pt>
                <c:pt idx="3480">
                  <c:v>68.503257751464801</c:v>
                </c:pt>
                <c:pt idx="3481">
                  <c:v>68.5352783203125</c:v>
                </c:pt>
                <c:pt idx="3482">
                  <c:v>68.598983764648395</c:v>
                </c:pt>
                <c:pt idx="3483">
                  <c:v>68.640144348144503</c:v>
                </c:pt>
                <c:pt idx="3484">
                  <c:v>68.595993041992202</c:v>
                </c:pt>
                <c:pt idx="3485">
                  <c:v>68.404014587402301</c:v>
                </c:pt>
                <c:pt idx="3486">
                  <c:v>68.431793212890597</c:v>
                </c:pt>
                <c:pt idx="3487">
                  <c:v>68.266136169433594</c:v>
                </c:pt>
                <c:pt idx="3488">
                  <c:v>68.346130371093807</c:v>
                </c:pt>
                <c:pt idx="3489">
                  <c:v>68.155792236328097</c:v>
                </c:pt>
                <c:pt idx="3490">
                  <c:v>68.175811767578097</c:v>
                </c:pt>
                <c:pt idx="3491">
                  <c:v>68.206596374511705</c:v>
                </c:pt>
                <c:pt idx="3492">
                  <c:v>68.294387817382798</c:v>
                </c:pt>
                <c:pt idx="3493">
                  <c:v>68.316482543945298</c:v>
                </c:pt>
                <c:pt idx="3494">
                  <c:v>68.443527221679702</c:v>
                </c:pt>
                <c:pt idx="3495">
                  <c:v>68.405876159667997</c:v>
                </c:pt>
                <c:pt idx="3496">
                  <c:v>68.420623779296903</c:v>
                </c:pt>
                <c:pt idx="3497">
                  <c:v>68.266540527343807</c:v>
                </c:pt>
                <c:pt idx="3498">
                  <c:v>68.316246032714801</c:v>
                </c:pt>
                <c:pt idx="3499">
                  <c:v>68.427978515625</c:v>
                </c:pt>
                <c:pt idx="3500">
                  <c:v>68.445640563964801</c:v>
                </c:pt>
                <c:pt idx="3501">
                  <c:v>68.440597534179702</c:v>
                </c:pt>
                <c:pt idx="3502">
                  <c:v>68.614082336425795</c:v>
                </c:pt>
                <c:pt idx="3503">
                  <c:v>68.426536560058594</c:v>
                </c:pt>
                <c:pt idx="3504">
                  <c:v>68.289489746093807</c:v>
                </c:pt>
                <c:pt idx="3505">
                  <c:v>68.375679016113295</c:v>
                </c:pt>
                <c:pt idx="3506">
                  <c:v>68.345451354980497</c:v>
                </c:pt>
                <c:pt idx="3507">
                  <c:v>68.373428344726605</c:v>
                </c:pt>
                <c:pt idx="3508">
                  <c:v>68.351753234863295</c:v>
                </c:pt>
                <c:pt idx="3509">
                  <c:v>68.307052612304702</c:v>
                </c:pt>
                <c:pt idx="3510">
                  <c:v>68.393585205078097</c:v>
                </c:pt>
                <c:pt idx="3511">
                  <c:v>68.23974609375</c:v>
                </c:pt>
                <c:pt idx="3512">
                  <c:v>68.31591796875</c:v>
                </c:pt>
                <c:pt idx="3513">
                  <c:v>68.198753356933594</c:v>
                </c:pt>
                <c:pt idx="3514">
                  <c:v>68.229095458984403</c:v>
                </c:pt>
                <c:pt idx="3515">
                  <c:v>68.428543090820298</c:v>
                </c:pt>
                <c:pt idx="3516">
                  <c:v>68.556632995605497</c:v>
                </c:pt>
                <c:pt idx="3517">
                  <c:v>68.508262634277301</c:v>
                </c:pt>
                <c:pt idx="3518">
                  <c:v>68.405380249023395</c:v>
                </c:pt>
                <c:pt idx="3519">
                  <c:v>68.361442565917997</c:v>
                </c:pt>
                <c:pt idx="3520">
                  <c:v>68.241554260253906</c:v>
                </c:pt>
                <c:pt idx="3521">
                  <c:v>68.344795227050795</c:v>
                </c:pt>
                <c:pt idx="3522">
                  <c:v>68.170631408691406</c:v>
                </c:pt>
                <c:pt idx="3523">
                  <c:v>68.173652648925795</c:v>
                </c:pt>
                <c:pt idx="3524">
                  <c:v>68.2197265625</c:v>
                </c:pt>
                <c:pt idx="3525">
                  <c:v>68.246353149414105</c:v>
                </c:pt>
                <c:pt idx="3526">
                  <c:v>68.236412048339801</c:v>
                </c:pt>
                <c:pt idx="3527">
                  <c:v>68.280494689941406</c:v>
                </c:pt>
                <c:pt idx="3528">
                  <c:v>68.456832885742202</c:v>
                </c:pt>
                <c:pt idx="3529">
                  <c:v>68.315124511718807</c:v>
                </c:pt>
                <c:pt idx="3530">
                  <c:v>68.224372863769503</c:v>
                </c:pt>
                <c:pt idx="3531">
                  <c:v>68.223907470703097</c:v>
                </c:pt>
                <c:pt idx="3532">
                  <c:v>68.195365905761705</c:v>
                </c:pt>
                <c:pt idx="3533">
                  <c:v>68.356613159179702</c:v>
                </c:pt>
                <c:pt idx="3534">
                  <c:v>68.391731262207003</c:v>
                </c:pt>
                <c:pt idx="3535">
                  <c:v>68.223617553710895</c:v>
                </c:pt>
                <c:pt idx="3536">
                  <c:v>68.271102905273395</c:v>
                </c:pt>
                <c:pt idx="3537">
                  <c:v>68.171211242675795</c:v>
                </c:pt>
                <c:pt idx="3538">
                  <c:v>67.961090087890597</c:v>
                </c:pt>
                <c:pt idx="3539">
                  <c:v>67.998718261718807</c:v>
                </c:pt>
                <c:pt idx="3540">
                  <c:v>68.155815124511705</c:v>
                </c:pt>
                <c:pt idx="3541">
                  <c:v>68.080467224121094</c:v>
                </c:pt>
                <c:pt idx="3542">
                  <c:v>68.014450073242202</c:v>
                </c:pt>
                <c:pt idx="3543">
                  <c:v>67.970344543457003</c:v>
                </c:pt>
                <c:pt idx="3544">
                  <c:v>68.048774719238295</c:v>
                </c:pt>
                <c:pt idx="3545">
                  <c:v>68.083465576171903</c:v>
                </c:pt>
                <c:pt idx="3546">
                  <c:v>68.063796997070298</c:v>
                </c:pt>
                <c:pt idx="3547">
                  <c:v>68.037528991699205</c:v>
                </c:pt>
                <c:pt idx="3548">
                  <c:v>68.059768676757798</c:v>
                </c:pt>
                <c:pt idx="3549">
                  <c:v>68.136459350585895</c:v>
                </c:pt>
                <c:pt idx="3550">
                  <c:v>68.174201965332003</c:v>
                </c:pt>
                <c:pt idx="3551">
                  <c:v>68.229331970214801</c:v>
                </c:pt>
                <c:pt idx="3552">
                  <c:v>68.173858642578097</c:v>
                </c:pt>
                <c:pt idx="3553">
                  <c:v>68.222084045410199</c:v>
                </c:pt>
                <c:pt idx="3554">
                  <c:v>68.153358459472699</c:v>
                </c:pt>
                <c:pt idx="3555">
                  <c:v>68.094673156738295</c:v>
                </c:pt>
                <c:pt idx="3556">
                  <c:v>68.080116271972699</c:v>
                </c:pt>
                <c:pt idx="3557">
                  <c:v>68.123870849609403</c:v>
                </c:pt>
                <c:pt idx="3558">
                  <c:v>68.199684143066406</c:v>
                </c:pt>
                <c:pt idx="3559">
                  <c:v>68.257194519042997</c:v>
                </c:pt>
                <c:pt idx="3560">
                  <c:v>68.203994750976605</c:v>
                </c:pt>
                <c:pt idx="3561">
                  <c:v>68.132949829101605</c:v>
                </c:pt>
                <c:pt idx="3562">
                  <c:v>68.158729553222699</c:v>
                </c:pt>
                <c:pt idx="3563">
                  <c:v>68.102607727050795</c:v>
                </c:pt>
                <c:pt idx="3564">
                  <c:v>68.200340270996094</c:v>
                </c:pt>
                <c:pt idx="3565">
                  <c:v>68.210731506347699</c:v>
                </c:pt>
                <c:pt idx="3566">
                  <c:v>68.220901489257798</c:v>
                </c:pt>
                <c:pt idx="3567">
                  <c:v>68.113975524902301</c:v>
                </c:pt>
                <c:pt idx="3568">
                  <c:v>68.048606872558594</c:v>
                </c:pt>
                <c:pt idx="3569">
                  <c:v>68.011215209960895</c:v>
                </c:pt>
                <c:pt idx="3570">
                  <c:v>67.938888549804702</c:v>
                </c:pt>
                <c:pt idx="3571">
                  <c:v>67.924217224121094</c:v>
                </c:pt>
                <c:pt idx="3572">
                  <c:v>67.951019287109403</c:v>
                </c:pt>
                <c:pt idx="3573">
                  <c:v>67.966415405273395</c:v>
                </c:pt>
                <c:pt idx="3574">
                  <c:v>67.894592285156307</c:v>
                </c:pt>
                <c:pt idx="3575">
                  <c:v>67.914688110351605</c:v>
                </c:pt>
                <c:pt idx="3576">
                  <c:v>67.921623229980497</c:v>
                </c:pt>
                <c:pt idx="3577">
                  <c:v>67.998977661132798</c:v>
                </c:pt>
                <c:pt idx="3578">
                  <c:v>68.105484008789105</c:v>
                </c:pt>
                <c:pt idx="3579">
                  <c:v>68.147308349609403</c:v>
                </c:pt>
                <c:pt idx="3580">
                  <c:v>68.194274902343807</c:v>
                </c:pt>
                <c:pt idx="3581">
                  <c:v>68.053123474121094</c:v>
                </c:pt>
                <c:pt idx="3582">
                  <c:v>68.001075744628906</c:v>
                </c:pt>
                <c:pt idx="3583">
                  <c:v>67.964126586914105</c:v>
                </c:pt>
                <c:pt idx="3584">
                  <c:v>67.933166503906307</c:v>
                </c:pt>
                <c:pt idx="3585">
                  <c:v>67.924392700195298</c:v>
                </c:pt>
                <c:pt idx="3586">
                  <c:v>67.921287536621094</c:v>
                </c:pt>
                <c:pt idx="3587">
                  <c:v>68.008087158203097</c:v>
                </c:pt>
                <c:pt idx="3588">
                  <c:v>67.948158264160199</c:v>
                </c:pt>
                <c:pt idx="3589">
                  <c:v>67.951797485351605</c:v>
                </c:pt>
                <c:pt idx="3590">
                  <c:v>68.010520935058594</c:v>
                </c:pt>
                <c:pt idx="3591">
                  <c:v>68.014862060546903</c:v>
                </c:pt>
                <c:pt idx="3592">
                  <c:v>67.875862121582003</c:v>
                </c:pt>
                <c:pt idx="3593">
                  <c:v>67.949874877929702</c:v>
                </c:pt>
                <c:pt idx="3594">
                  <c:v>68.008857727050795</c:v>
                </c:pt>
                <c:pt idx="3595">
                  <c:v>68.077888488769503</c:v>
                </c:pt>
                <c:pt idx="3596">
                  <c:v>68.020622253417997</c:v>
                </c:pt>
                <c:pt idx="3597">
                  <c:v>68.018692016601605</c:v>
                </c:pt>
                <c:pt idx="3598">
                  <c:v>67.97314453125</c:v>
                </c:pt>
                <c:pt idx="3599">
                  <c:v>67.986953735351605</c:v>
                </c:pt>
                <c:pt idx="3600">
                  <c:v>68.107978820800795</c:v>
                </c:pt>
                <c:pt idx="3601">
                  <c:v>68.166664123535199</c:v>
                </c:pt>
                <c:pt idx="3602">
                  <c:v>68.050209045410199</c:v>
                </c:pt>
                <c:pt idx="3603">
                  <c:v>67.986000061035199</c:v>
                </c:pt>
                <c:pt idx="3604">
                  <c:v>67.9700927734375</c:v>
                </c:pt>
                <c:pt idx="3605">
                  <c:v>68.033874511718807</c:v>
                </c:pt>
                <c:pt idx="3606">
                  <c:v>68.103233337402301</c:v>
                </c:pt>
                <c:pt idx="3607">
                  <c:v>68.110488891601605</c:v>
                </c:pt>
                <c:pt idx="3608">
                  <c:v>68.221954345703097</c:v>
                </c:pt>
                <c:pt idx="3609">
                  <c:v>68.172309875488295</c:v>
                </c:pt>
                <c:pt idx="3610">
                  <c:v>68.1737060546875</c:v>
                </c:pt>
                <c:pt idx="3611">
                  <c:v>68.114013671875</c:v>
                </c:pt>
                <c:pt idx="3612">
                  <c:v>67.81396484375</c:v>
                </c:pt>
                <c:pt idx="3613">
                  <c:v>67.709907531738295</c:v>
                </c:pt>
                <c:pt idx="3614">
                  <c:v>67.851417541503906</c:v>
                </c:pt>
                <c:pt idx="3615">
                  <c:v>67.808357238769503</c:v>
                </c:pt>
                <c:pt idx="3616">
                  <c:v>67.846061706542997</c:v>
                </c:pt>
                <c:pt idx="3617">
                  <c:v>67.910293579101605</c:v>
                </c:pt>
                <c:pt idx="3618">
                  <c:v>67.880607604980497</c:v>
                </c:pt>
                <c:pt idx="3619">
                  <c:v>67.919754028320298</c:v>
                </c:pt>
                <c:pt idx="3620">
                  <c:v>67.997268676757798</c:v>
                </c:pt>
                <c:pt idx="3621">
                  <c:v>67.992218017578097</c:v>
                </c:pt>
                <c:pt idx="3622">
                  <c:v>67.998344421386705</c:v>
                </c:pt>
                <c:pt idx="3623">
                  <c:v>67.997138977050795</c:v>
                </c:pt>
                <c:pt idx="3624">
                  <c:v>68.033874511718807</c:v>
                </c:pt>
                <c:pt idx="3625">
                  <c:v>68.061103820800795</c:v>
                </c:pt>
                <c:pt idx="3626">
                  <c:v>68.071189880371094</c:v>
                </c:pt>
                <c:pt idx="3627">
                  <c:v>68.051361083984403</c:v>
                </c:pt>
                <c:pt idx="3628">
                  <c:v>67.997787475585895</c:v>
                </c:pt>
                <c:pt idx="3629">
                  <c:v>67.983528137207003</c:v>
                </c:pt>
                <c:pt idx="3630">
                  <c:v>67.9267578125</c:v>
                </c:pt>
                <c:pt idx="3631">
                  <c:v>67.985313415527301</c:v>
                </c:pt>
                <c:pt idx="3632">
                  <c:v>67.883201599121094</c:v>
                </c:pt>
                <c:pt idx="3633">
                  <c:v>67.894569396972699</c:v>
                </c:pt>
                <c:pt idx="3634">
                  <c:v>67.967994689941406</c:v>
                </c:pt>
                <c:pt idx="3635">
                  <c:v>68.030189514160199</c:v>
                </c:pt>
                <c:pt idx="3636">
                  <c:v>67.965629577636705</c:v>
                </c:pt>
                <c:pt idx="3637">
                  <c:v>67.985954284667997</c:v>
                </c:pt>
                <c:pt idx="3638">
                  <c:v>67.957481384277301</c:v>
                </c:pt>
                <c:pt idx="3639">
                  <c:v>67.947029113769503</c:v>
                </c:pt>
                <c:pt idx="3640">
                  <c:v>67.961822509765597</c:v>
                </c:pt>
                <c:pt idx="3641">
                  <c:v>67.884490966796903</c:v>
                </c:pt>
                <c:pt idx="3642">
                  <c:v>68.007240295410199</c:v>
                </c:pt>
                <c:pt idx="3643">
                  <c:v>67.906997680664105</c:v>
                </c:pt>
                <c:pt idx="3644">
                  <c:v>67.876121520996094</c:v>
                </c:pt>
                <c:pt idx="3645">
                  <c:v>67.999900817871094</c:v>
                </c:pt>
                <c:pt idx="3646">
                  <c:v>67.932975769042997</c:v>
                </c:pt>
                <c:pt idx="3647">
                  <c:v>67.951545715332003</c:v>
                </c:pt>
                <c:pt idx="3648">
                  <c:v>67.943016052246094</c:v>
                </c:pt>
                <c:pt idx="3649">
                  <c:v>67.961906433105497</c:v>
                </c:pt>
                <c:pt idx="3650">
                  <c:v>67.981307983398395</c:v>
                </c:pt>
                <c:pt idx="3651">
                  <c:v>67.917320251464801</c:v>
                </c:pt>
                <c:pt idx="3652">
                  <c:v>67.866828918457003</c:v>
                </c:pt>
                <c:pt idx="3653">
                  <c:v>67.887374877929702</c:v>
                </c:pt>
                <c:pt idx="3654">
                  <c:v>67.7486572265625</c:v>
                </c:pt>
                <c:pt idx="3655">
                  <c:v>67.815345764160199</c:v>
                </c:pt>
                <c:pt idx="3656">
                  <c:v>67.897186279296903</c:v>
                </c:pt>
                <c:pt idx="3657">
                  <c:v>67.920814514160199</c:v>
                </c:pt>
                <c:pt idx="3658">
                  <c:v>67.976211547851605</c:v>
                </c:pt>
                <c:pt idx="3659">
                  <c:v>67.957359313964801</c:v>
                </c:pt>
                <c:pt idx="3660">
                  <c:v>67.859672546386705</c:v>
                </c:pt>
                <c:pt idx="3661">
                  <c:v>67.836235046386705</c:v>
                </c:pt>
                <c:pt idx="3662">
                  <c:v>67.710304260253906</c:v>
                </c:pt>
                <c:pt idx="3663">
                  <c:v>67.854354858398395</c:v>
                </c:pt>
                <c:pt idx="3664">
                  <c:v>67.872001647949205</c:v>
                </c:pt>
                <c:pt idx="3665">
                  <c:v>67.929817199707003</c:v>
                </c:pt>
                <c:pt idx="3666">
                  <c:v>67.859085083007798</c:v>
                </c:pt>
                <c:pt idx="3667">
                  <c:v>67.877273559570298</c:v>
                </c:pt>
                <c:pt idx="3668">
                  <c:v>67.803733825683594</c:v>
                </c:pt>
                <c:pt idx="3669">
                  <c:v>67.873947143554702</c:v>
                </c:pt>
                <c:pt idx="3670">
                  <c:v>67.901641845703097</c:v>
                </c:pt>
                <c:pt idx="3671">
                  <c:v>67.947319030761705</c:v>
                </c:pt>
                <c:pt idx="3672">
                  <c:v>68.004951477050795</c:v>
                </c:pt>
                <c:pt idx="3673">
                  <c:v>67.959892272949205</c:v>
                </c:pt>
                <c:pt idx="3674">
                  <c:v>67.918083190917997</c:v>
                </c:pt>
                <c:pt idx="3675">
                  <c:v>67.794029235839801</c:v>
                </c:pt>
                <c:pt idx="3676">
                  <c:v>67.886779785156307</c:v>
                </c:pt>
                <c:pt idx="3677">
                  <c:v>67.883522033691406</c:v>
                </c:pt>
                <c:pt idx="3678">
                  <c:v>67.812004089355497</c:v>
                </c:pt>
                <c:pt idx="3679">
                  <c:v>67.835922241210895</c:v>
                </c:pt>
                <c:pt idx="3680">
                  <c:v>67.796226501464801</c:v>
                </c:pt>
                <c:pt idx="3681">
                  <c:v>67.848884582519503</c:v>
                </c:pt>
                <c:pt idx="3682">
                  <c:v>67.860084533691406</c:v>
                </c:pt>
                <c:pt idx="3683">
                  <c:v>67.813926696777301</c:v>
                </c:pt>
                <c:pt idx="3684">
                  <c:v>67.810279846191406</c:v>
                </c:pt>
                <c:pt idx="3685">
                  <c:v>67.760955810546903</c:v>
                </c:pt>
                <c:pt idx="3686">
                  <c:v>67.780059814453097</c:v>
                </c:pt>
                <c:pt idx="3687">
                  <c:v>67.847320556640597</c:v>
                </c:pt>
                <c:pt idx="3688">
                  <c:v>67.878479003906307</c:v>
                </c:pt>
                <c:pt idx="3689">
                  <c:v>67.913116455078097</c:v>
                </c:pt>
                <c:pt idx="3690">
                  <c:v>67.791244506835895</c:v>
                </c:pt>
                <c:pt idx="3691">
                  <c:v>67.763816833496094</c:v>
                </c:pt>
                <c:pt idx="3692">
                  <c:v>67.809486389160199</c:v>
                </c:pt>
                <c:pt idx="3693">
                  <c:v>67.814727783203097</c:v>
                </c:pt>
                <c:pt idx="3694">
                  <c:v>67.829010009765597</c:v>
                </c:pt>
                <c:pt idx="3695">
                  <c:v>67.793289184570298</c:v>
                </c:pt>
                <c:pt idx="3696">
                  <c:v>67.824722290039105</c:v>
                </c:pt>
                <c:pt idx="3697">
                  <c:v>67.782943725585895</c:v>
                </c:pt>
                <c:pt idx="3698">
                  <c:v>67.759895324707003</c:v>
                </c:pt>
                <c:pt idx="3699">
                  <c:v>67.738906860351605</c:v>
                </c:pt>
                <c:pt idx="3700">
                  <c:v>67.808662414550795</c:v>
                </c:pt>
                <c:pt idx="3701">
                  <c:v>67.714126586914105</c:v>
                </c:pt>
                <c:pt idx="3702">
                  <c:v>67.705413818359403</c:v>
                </c:pt>
                <c:pt idx="3703">
                  <c:v>67.712028503417997</c:v>
                </c:pt>
                <c:pt idx="3704">
                  <c:v>67.734474182128906</c:v>
                </c:pt>
                <c:pt idx="3705">
                  <c:v>67.74609375</c:v>
                </c:pt>
                <c:pt idx="3706">
                  <c:v>67.657928466796903</c:v>
                </c:pt>
                <c:pt idx="3707">
                  <c:v>67.519645690917997</c:v>
                </c:pt>
                <c:pt idx="3708">
                  <c:v>67.396354675292997</c:v>
                </c:pt>
                <c:pt idx="3709">
                  <c:v>67.394264221191406</c:v>
                </c:pt>
                <c:pt idx="3710">
                  <c:v>67.332229614257798</c:v>
                </c:pt>
                <c:pt idx="3711">
                  <c:v>67.276321411132798</c:v>
                </c:pt>
                <c:pt idx="3712">
                  <c:v>67.236343383789105</c:v>
                </c:pt>
                <c:pt idx="3713">
                  <c:v>67.191680908203097</c:v>
                </c:pt>
                <c:pt idx="3714">
                  <c:v>67.055061340332003</c:v>
                </c:pt>
                <c:pt idx="3715">
                  <c:v>66.956947326660199</c:v>
                </c:pt>
                <c:pt idx="3716">
                  <c:v>66.520271301269503</c:v>
                </c:pt>
                <c:pt idx="3717">
                  <c:v>66.133689880371094</c:v>
                </c:pt>
                <c:pt idx="3718">
                  <c:v>65.880783081054702</c:v>
                </c:pt>
                <c:pt idx="3719">
                  <c:v>65.757881164550795</c:v>
                </c:pt>
                <c:pt idx="3720">
                  <c:v>65.674415588378906</c:v>
                </c:pt>
                <c:pt idx="3721">
                  <c:v>65.622802734375</c:v>
                </c:pt>
                <c:pt idx="3722">
                  <c:v>65.54638671875</c:v>
                </c:pt>
                <c:pt idx="3723">
                  <c:v>65.395111083984403</c:v>
                </c:pt>
                <c:pt idx="3724">
                  <c:v>65.207389831542997</c:v>
                </c:pt>
                <c:pt idx="3725">
                  <c:v>65.030860900878906</c:v>
                </c:pt>
                <c:pt idx="3726">
                  <c:v>64.915596008300795</c:v>
                </c:pt>
                <c:pt idx="3727">
                  <c:v>64.6864013671875</c:v>
                </c:pt>
                <c:pt idx="3728">
                  <c:v>64.439781188964801</c:v>
                </c:pt>
                <c:pt idx="3729">
                  <c:v>64.250534057617202</c:v>
                </c:pt>
                <c:pt idx="3730">
                  <c:v>64.114418029785199</c:v>
                </c:pt>
                <c:pt idx="3731">
                  <c:v>64.018455505371094</c:v>
                </c:pt>
                <c:pt idx="3732">
                  <c:v>63.722358703613303</c:v>
                </c:pt>
                <c:pt idx="3733">
                  <c:v>63.451858520507798</c:v>
                </c:pt>
                <c:pt idx="3734">
                  <c:v>63.19189453125</c:v>
                </c:pt>
                <c:pt idx="3735">
                  <c:v>62.918655395507798</c:v>
                </c:pt>
                <c:pt idx="3736">
                  <c:v>62.708396911621101</c:v>
                </c:pt>
                <c:pt idx="3737">
                  <c:v>62.566936492919901</c:v>
                </c:pt>
                <c:pt idx="3738">
                  <c:v>62.376113891601598</c:v>
                </c:pt>
                <c:pt idx="3739">
                  <c:v>62.190620422363303</c:v>
                </c:pt>
                <c:pt idx="3740">
                  <c:v>61.9476127624512</c:v>
                </c:pt>
                <c:pt idx="3741">
                  <c:v>61.745452880859403</c:v>
                </c:pt>
                <c:pt idx="3742">
                  <c:v>61.554035186767599</c:v>
                </c:pt>
                <c:pt idx="3743">
                  <c:v>61.3526000976563</c:v>
                </c:pt>
                <c:pt idx="3744">
                  <c:v>61.099697113037102</c:v>
                </c:pt>
                <c:pt idx="3745">
                  <c:v>60.904895782470703</c:v>
                </c:pt>
                <c:pt idx="3746">
                  <c:v>60.791706085205099</c:v>
                </c:pt>
                <c:pt idx="3747">
                  <c:v>60.662380218505902</c:v>
                </c:pt>
                <c:pt idx="3748">
                  <c:v>60.463211059570298</c:v>
                </c:pt>
                <c:pt idx="3749">
                  <c:v>60.2322998046875</c:v>
                </c:pt>
                <c:pt idx="3750">
                  <c:v>60.07763671875</c:v>
                </c:pt>
                <c:pt idx="3751">
                  <c:v>59.961357116699197</c:v>
                </c:pt>
                <c:pt idx="3752">
                  <c:v>59.851585388183601</c:v>
                </c:pt>
                <c:pt idx="3753">
                  <c:v>59.662876129150398</c:v>
                </c:pt>
                <c:pt idx="3754">
                  <c:v>59.526969909667997</c:v>
                </c:pt>
                <c:pt idx="3755">
                  <c:v>59.343299865722699</c:v>
                </c:pt>
                <c:pt idx="3756">
                  <c:v>59.191162109375</c:v>
                </c:pt>
                <c:pt idx="3757">
                  <c:v>59.034759521484403</c:v>
                </c:pt>
                <c:pt idx="3758">
                  <c:v>58.858406066894503</c:v>
                </c:pt>
                <c:pt idx="3759">
                  <c:v>58.697673797607401</c:v>
                </c:pt>
                <c:pt idx="3760">
                  <c:v>58.505741119384801</c:v>
                </c:pt>
                <c:pt idx="3761">
                  <c:v>58.396541595458999</c:v>
                </c:pt>
                <c:pt idx="3762">
                  <c:v>58.203193664550803</c:v>
                </c:pt>
                <c:pt idx="3763">
                  <c:v>58.065078735351598</c:v>
                </c:pt>
                <c:pt idx="3764">
                  <c:v>57.948394775390597</c:v>
                </c:pt>
                <c:pt idx="3765">
                  <c:v>57.799644470214801</c:v>
                </c:pt>
                <c:pt idx="3766">
                  <c:v>57.664657592773402</c:v>
                </c:pt>
                <c:pt idx="3767">
                  <c:v>57.577827453613303</c:v>
                </c:pt>
                <c:pt idx="3768">
                  <c:v>57.526954650878899</c:v>
                </c:pt>
                <c:pt idx="3769">
                  <c:v>57.499988555908203</c:v>
                </c:pt>
                <c:pt idx="3770">
                  <c:v>57.323638916015597</c:v>
                </c:pt>
                <c:pt idx="3771">
                  <c:v>57.063541412353501</c:v>
                </c:pt>
                <c:pt idx="3772">
                  <c:v>56.841007232666001</c:v>
                </c:pt>
                <c:pt idx="3773">
                  <c:v>56.703166961669901</c:v>
                </c:pt>
                <c:pt idx="3774">
                  <c:v>56.572616577148402</c:v>
                </c:pt>
                <c:pt idx="3775">
                  <c:v>56.3843994140625</c:v>
                </c:pt>
                <c:pt idx="3776">
                  <c:v>56.239288330078097</c:v>
                </c:pt>
                <c:pt idx="3777">
                  <c:v>56.078758239746101</c:v>
                </c:pt>
                <c:pt idx="3778">
                  <c:v>55.952030181884801</c:v>
                </c:pt>
                <c:pt idx="3779">
                  <c:v>55.899658203125</c:v>
                </c:pt>
                <c:pt idx="3780">
                  <c:v>55.875984191894503</c:v>
                </c:pt>
                <c:pt idx="3781">
                  <c:v>55.789905548095703</c:v>
                </c:pt>
                <c:pt idx="3782">
                  <c:v>55.522354125976598</c:v>
                </c:pt>
                <c:pt idx="3783">
                  <c:v>55.238170623779297</c:v>
                </c:pt>
                <c:pt idx="3784">
                  <c:v>55.025070190429702</c:v>
                </c:pt>
                <c:pt idx="3785">
                  <c:v>54.789329528808601</c:v>
                </c:pt>
                <c:pt idx="3786">
                  <c:v>54.530559539794901</c:v>
                </c:pt>
                <c:pt idx="3787">
                  <c:v>54.359527587890597</c:v>
                </c:pt>
                <c:pt idx="3788">
                  <c:v>54.253955841064503</c:v>
                </c:pt>
                <c:pt idx="3789">
                  <c:v>54.180957794189503</c:v>
                </c:pt>
                <c:pt idx="3790">
                  <c:v>54.0735473632813</c:v>
                </c:pt>
                <c:pt idx="3791">
                  <c:v>53.892932891845703</c:v>
                </c:pt>
                <c:pt idx="3792">
                  <c:v>53.640525817871101</c:v>
                </c:pt>
                <c:pt idx="3793">
                  <c:v>53.486007690429702</c:v>
                </c:pt>
                <c:pt idx="3794">
                  <c:v>53.391819000244098</c:v>
                </c:pt>
                <c:pt idx="3795">
                  <c:v>53.280906677246101</c:v>
                </c:pt>
                <c:pt idx="3796">
                  <c:v>53.126251220703097</c:v>
                </c:pt>
                <c:pt idx="3797">
                  <c:v>53.008235931396499</c:v>
                </c:pt>
                <c:pt idx="3798">
                  <c:v>52.938438415527301</c:v>
                </c:pt>
                <c:pt idx="3799">
                  <c:v>52.828117370605497</c:v>
                </c:pt>
                <c:pt idx="3800">
                  <c:v>52.723850250244098</c:v>
                </c:pt>
                <c:pt idx="3801">
                  <c:v>52.654579162597699</c:v>
                </c:pt>
                <c:pt idx="3802">
                  <c:v>52.616233825683601</c:v>
                </c:pt>
                <c:pt idx="3803">
                  <c:v>52.594394683837898</c:v>
                </c:pt>
                <c:pt idx="3804">
                  <c:v>52.583065032958999</c:v>
                </c:pt>
                <c:pt idx="3805">
                  <c:v>52.577247619628899</c:v>
                </c:pt>
                <c:pt idx="3806">
                  <c:v>52.574260711669901</c:v>
                </c:pt>
                <c:pt idx="3807">
                  <c:v>52.435672760009801</c:v>
                </c:pt>
                <c:pt idx="3808">
                  <c:v>52.358036041259801</c:v>
                </c:pt>
                <c:pt idx="3809">
                  <c:v>51.932193756103501</c:v>
                </c:pt>
                <c:pt idx="3810">
                  <c:v>51.546913146972699</c:v>
                </c:pt>
                <c:pt idx="3811">
                  <c:v>51.306140899658203</c:v>
                </c:pt>
                <c:pt idx="3812">
                  <c:v>51.1449165344238</c:v>
                </c:pt>
                <c:pt idx="3813">
                  <c:v>51.047634124755902</c:v>
                </c:pt>
                <c:pt idx="3814">
                  <c:v>50.986137390136697</c:v>
                </c:pt>
                <c:pt idx="3815">
                  <c:v>50.945148468017599</c:v>
                </c:pt>
                <c:pt idx="3816">
                  <c:v>50.806606292724602</c:v>
                </c:pt>
                <c:pt idx="3817">
                  <c:v>50.662979125976598</c:v>
                </c:pt>
                <c:pt idx="3818">
                  <c:v>50.430084228515597</c:v>
                </c:pt>
                <c:pt idx="3819">
                  <c:v>50.2470893859863</c:v>
                </c:pt>
                <c:pt idx="3820">
                  <c:v>50.045204162597699</c:v>
                </c:pt>
                <c:pt idx="3821">
                  <c:v>49.850814819335902</c:v>
                </c:pt>
                <c:pt idx="3822">
                  <c:v>49.711215972900398</c:v>
                </c:pt>
                <c:pt idx="3823">
                  <c:v>49.602130889892599</c:v>
                </c:pt>
                <c:pt idx="3824">
                  <c:v>49.488620758056598</c:v>
                </c:pt>
                <c:pt idx="3825">
                  <c:v>49.413028717041001</c:v>
                </c:pt>
                <c:pt idx="3826">
                  <c:v>49.361526489257798</c:v>
                </c:pt>
                <c:pt idx="3827">
                  <c:v>49.3343505859375</c:v>
                </c:pt>
                <c:pt idx="3828">
                  <c:v>49.319664001464801</c:v>
                </c:pt>
                <c:pt idx="3829">
                  <c:v>49.257186889648402</c:v>
                </c:pt>
                <c:pt idx="3830">
                  <c:v>48.986881256103501</c:v>
                </c:pt>
                <c:pt idx="3831">
                  <c:v>48.806312561035199</c:v>
                </c:pt>
                <c:pt idx="3832">
                  <c:v>48.668735504150398</c:v>
                </c:pt>
                <c:pt idx="3833">
                  <c:v>48.520946502685597</c:v>
                </c:pt>
                <c:pt idx="3834">
                  <c:v>48.185474395752003</c:v>
                </c:pt>
                <c:pt idx="3835">
                  <c:v>47.842327117919901</c:v>
                </c:pt>
                <c:pt idx="3836">
                  <c:v>47.087493896484403</c:v>
                </c:pt>
                <c:pt idx="3837">
                  <c:v>46.616130828857401</c:v>
                </c:pt>
                <c:pt idx="3838">
                  <c:v>46.348579406738303</c:v>
                </c:pt>
                <c:pt idx="3839">
                  <c:v>46.178115844726598</c:v>
                </c:pt>
                <c:pt idx="3840">
                  <c:v>46.0847358703613</c:v>
                </c:pt>
                <c:pt idx="3841">
                  <c:v>46.036788940429702</c:v>
                </c:pt>
                <c:pt idx="3842">
                  <c:v>46.012153625488303</c:v>
                </c:pt>
                <c:pt idx="3843">
                  <c:v>45.999515533447301</c:v>
                </c:pt>
                <c:pt idx="3844">
                  <c:v>45.9930229187012</c:v>
                </c:pt>
                <c:pt idx="3845">
                  <c:v>45.989692687988303</c:v>
                </c:pt>
                <c:pt idx="3846">
                  <c:v>45.987979888916001</c:v>
                </c:pt>
                <c:pt idx="3847">
                  <c:v>45.987102508544901</c:v>
                </c:pt>
                <c:pt idx="3848">
                  <c:v>45.986652374267599</c:v>
                </c:pt>
                <c:pt idx="3849">
                  <c:v>45.986419677734403</c:v>
                </c:pt>
                <c:pt idx="3850">
                  <c:v>45.986301422119098</c:v>
                </c:pt>
                <c:pt idx="3851">
                  <c:v>45.986240386962898</c:v>
                </c:pt>
                <c:pt idx="3852">
                  <c:v>45.979095458984403</c:v>
                </c:pt>
                <c:pt idx="3853">
                  <c:v>45.963951110839801</c:v>
                </c:pt>
                <c:pt idx="3854">
                  <c:v>45.908096313476598</c:v>
                </c:pt>
                <c:pt idx="3855">
                  <c:v>45.790920257568402</c:v>
                </c:pt>
                <c:pt idx="3856">
                  <c:v>45.6900825500488</c:v>
                </c:pt>
                <c:pt idx="3857">
                  <c:v>45.555515289306598</c:v>
                </c:pt>
                <c:pt idx="3858">
                  <c:v>45.493247985839801</c:v>
                </c:pt>
                <c:pt idx="3859">
                  <c:v>45.413776397705099</c:v>
                </c:pt>
                <c:pt idx="3860">
                  <c:v>45.335983276367202</c:v>
                </c:pt>
                <c:pt idx="3861">
                  <c:v>45.296436309814503</c:v>
                </c:pt>
                <c:pt idx="3862">
                  <c:v>45.20068359375</c:v>
                </c:pt>
                <c:pt idx="3863">
                  <c:v>45.062705993652301</c:v>
                </c:pt>
                <c:pt idx="3864">
                  <c:v>44.933467864990199</c:v>
                </c:pt>
                <c:pt idx="3865">
                  <c:v>44.838661193847699</c:v>
                </c:pt>
                <c:pt idx="3866">
                  <c:v>44.7311820983887</c:v>
                </c:pt>
                <c:pt idx="3867">
                  <c:v>44.6361694335938</c:v>
                </c:pt>
                <c:pt idx="3868">
                  <c:v>44.5411987304688</c:v>
                </c:pt>
                <c:pt idx="3869">
                  <c:v>44.464393615722699</c:v>
                </c:pt>
                <c:pt idx="3870">
                  <c:v>44.437961578369098</c:v>
                </c:pt>
                <c:pt idx="3871">
                  <c:v>44.397499084472699</c:v>
                </c:pt>
                <c:pt idx="3872">
                  <c:v>44.329830169677699</c:v>
                </c:pt>
                <c:pt idx="3873">
                  <c:v>44.268909454345703</c:v>
                </c:pt>
                <c:pt idx="3874">
                  <c:v>43.992626190185597</c:v>
                </c:pt>
                <c:pt idx="3875">
                  <c:v>43.750415802002003</c:v>
                </c:pt>
                <c:pt idx="3876">
                  <c:v>43.5932006835938</c:v>
                </c:pt>
                <c:pt idx="3877">
                  <c:v>43.478969573974602</c:v>
                </c:pt>
                <c:pt idx="3878">
                  <c:v>43.377834320068402</c:v>
                </c:pt>
                <c:pt idx="3879">
                  <c:v>43.2479858398438</c:v>
                </c:pt>
                <c:pt idx="3880">
                  <c:v>43.168914794921903</c:v>
                </c:pt>
                <c:pt idx="3881">
                  <c:v>43.093990325927699</c:v>
                </c:pt>
                <c:pt idx="3882">
                  <c:v>43.009468078613303</c:v>
                </c:pt>
                <c:pt idx="3883">
                  <c:v>42.960006713867202</c:v>
                </c:pt>
                <c:pt idx="3884">
                  <c:v>42.908157348632798</c:v>
                </c:pt>
                <c:pt idx="3885">
                  <c:v>42.867832183837898</c:v>
                </c:pt>
                <c:pt idx="3886">
                  <c:v>42.822349548339801</c:v>
                </c:pt>
                <c:pt idx="3887">
                  <c:v>42.797008514404297</c:v>
                </c:pt>
                <c:pt idx="3888">
                  <c:v>42.784004211425803</c:v>
                </c:pt>
                <c:pt idx="3889">
                  <c:v>42.7682914733887</c:v>
                </c:pt>
                <c:pt idx="3890">
                  <c:v>42.7634887695313</c:v>
                </c:pt>
                <c:pt idx="3891">
                  <c:v>42.671108245849602</c:v>
                </c:pt>
                <c:pt idx="3892">
                  <c:v>42.455532073974602</c:v>
                </c:pt>
                <c:pt idx="3893">
                  <c:v>42.253688812255902</c:v>
                </c:pt>
                <c:pt idx="3894">
                  <c:v>42.121543884277301</c:v>
                </c:pt>
                <c:pt idx="3895">
                  <c:v>42.029048919677699</c:v>
                </c:pt>
                <c:pt idx="3896">
                  <c:v>41.880664825439503</c:v>
                </c:pt>
                <c:pt idx="3897">
                  <c:v>41.7113037109375</c:v>
                </c:pt>
                <c:pt idx="3898">
                  <c:v>41.588775634765597</c:v>
                </c:pt>
                <c:pt idx="3899">
                  <c:v>41.468147277832003</c:v>
                </c:pt>
                <c:pt idx="3900">
                  <c:v>41.034778594970703</c:v>
                </c:pt>
                <c:pt idx="3901">
                  <c:v>40.6827583312988</c:v>
                </c:pt>
                <c:pt idx="3902">
                  <c:v>40.773414611816399</c:v>
                </c:pt>
                <c:pt idx="3903">
                  <c:v>40.386798858642599</c:v>
                </c:pt>
                <c:pt idx="3904">
                  <c:v>40.070159912109403</c:v>
                </c:pt>
                <c:pt idx="3905">
                  <c:v>39.8585395812988</c:v>
                </c:pt>
                <c:pt idx="3906">
                  <c:v>39.668811798095703</c:v>
                </c:pt>
                <c:pt idx="3907">
                  <c:v>39.563438415527301</c:v>
                </c:pt>
                <c:pt idx="3908">
                  <c:v>39.509361267089801</c:v>
                </c:pt>
                <c:pt idx="3909">
                  <c:v>39.481594085693402</c:v>
                </c:pt>
                <c:pt idx="3910">
                  <c:v>39.467330932617202</c:v>
                </c:pt>
                <c:pt idx="3911">
                  <c:v>39.460010528564503</c:v>
                </c:pt>
                <c:pt idx="3912">
                  <c:v>39.456253051757798</c:v>
                </c:pt>
                <c:pt idx="3913">
                  <c:v>39.454322814941399</c:v>
                </c:pt>
                <c:pt idx="3914">
                  <c:v>39.453330993652301</c:v>
                </c:pt>
                <c:pt idx="3915">
                  <c:v>39.452823638916001</c:v>
                </c:pt>
                <c:pt idx="3916">
                  <c:v>39.452560424804702</c:v>
                </c:pt>
                <c:pt idx="3917">
                  <c:v>39.452426910400398</c:v>
                </c:pt>
                <c:pt idx="3918">
                  <c:v>39.452358245849602</c:v>
                </c:pt>
                <c:pt idx="3919">
                  <c:v>39.451534271240199</c:v>
                </c:pt>
                <c:pt idx="3920">
                  <c:v>39.451900482177699</c:v>
                </c:pt>
                <c:pt idx="3921">
                  <c:v>39.4520874023438</c:v>
                </c:pt>
                <c:pt idx="3922">
                  <c:v>39.452186584472699</c:v>
                </c:pt>
                <c:pt idx="3923">
                  <c:v>39.452236175537102</c:v>
                </c:pt>
                <c:pt idx="3924">
                  <c:v>39.441696166992202</c:v>
                </c:pt>
                <c:pt idx="3925">
                  <c:v>39.406139373779297</c:v>
                </c:pt>
                <c:pt idx="3926">
                  <c:v>39.351932525634801</c:v>
                </c:pt>
                <c:pt idx="3927">
                  <c:v>39.320510864257798</c:v>
                </c:pt>
                <c:pt idx="3928">
                  <c:v>39.312191009521499</c:v>
                </c:pt>
                <c:pt idx="3929">
                  <c:v>39.272544860839801</c:v>
                </c:pt>
                <c:pt idx="3930">
                  <c:v>39.222934722900398</c:v>
                </c:pt>
                <c:pt idx="3931">
                  <c:v>39.139945983886697</c:v>
                </c:pt>
                <c:pt idx="3932">
                  <c:v>39.089321136474602</c:v>
                </c:pt>
                <c:pt idx="3933">
                  <c:v>39.070934295654297</c:v>
                </c:pt>
                <c:pt idx="3934">
                  <c:v>38.975128173828097</c:v>
                </c:pt>
                <c:pt idx="3935">
                  <c:v>38.889553070068402</c:v>
                </c:pt>
                <c:pt idx="3936">
                  <c:v>38.820827484130902</c:v>
                </c:pt>
                <c:pt idx="3937">
                  <c:v>38.762500762939503</c:v>
                </c:pt>
                <c:pt idx="3938">
                  <c:v>38.7265014648438</c:v>
                </c:pt>
                <c:pt idx="3939">
                  <c:v>38.712146759033203</c:v>
                </c:pt>
                <c:pt idx="3940">
                  <c:v>38.653118133544901</c:v>
                </c:pt>
                <c:pt idx="3941">
                  <c:v>38.607067108154297</c:v>
                </c:pt>
                <c:pt idx="3942">
                  <c:v>38.561588287353501</c:v>
                </c:pt>
                <c:pt idx="3943">
                  <c:v>38.411491394042997</c:v>
                </c:pt>
                <c:pt idx="3944">
                  <c:v>38.3082885742188</c:v>
                </c:pt>
                <c:pt idx="3945">
                  <c:v>38.2503471374512</c:v>
                </c:pt>
                <c:pt idx="3946">
                  <c:v>38.169410705566399</c:v>
                </c:pt>
                <c:pt idx="3947">
                  <c:v>38.109626770019503</c:v>
                </c:pt>
                <c:pt idx="3948">
                  <c:v>38.056983947753899</c:v>
                </c:pt>
                <c:pt idx="3949">
                  <c:v>37.978805541992202</c:v>
                </c:pt>
                <c:pt idx="3950">
                  <c:v>37.934703826904297</c:v>
                </c:pt>
                <c:pt idx="3951">
                  <c:v>37.909439086914098</c:v>
                </c:pt>
                <c:pt idx="3952">
                  <c:v>37.9036674499512</c:v>
                </c:pt>
                <c:pt idx="3953">
                  <c:v>37.885746002197301</c:v>
                </c:pt>
                <c:pt idx="3954">
                  <c:v>37.834976196289098</c:v>
                </c:pt>
                <c:pt idx="3955">
                  <c:v>37.829193115234403</c:v>
                </c:pt>
                <c:pt idx="3956">
                  <c:v>37.782482147216797</c:v>
                </c:pt>
                <c:pt idx="3957">
                  <c:v>37.755542755127003</c:v>
                </c:pt>
                <c:pt idx="3958">
                  <c:v>37.731967926025398</c:v>
                </c:pt>
                <c:pt idx="3959">
                  <c:v>37.700851440429702</c:v>
                </c:pt>
                <c:pt idx="3960">
                  <c:v>37.523460388183601</c:v>
                </c:pt>
                <c:pt idx="3961">
                  <c:v>37.389553070068402</c:v>
                </c:pt>
                <c:pt idx="3962">
                  <c:v>37.297538757324197</c:v>
                </c:pt>
                <c:pt idx="3963">
                  <c:v>37.205974578857401</c:v>
                </c:pt>
                <c:pt idx="3964">
                  <c:v>37.158843994140597</c:v>
                </c:pt>
                <c:pt idx="3965">
                  <c:v>37.126762390136697</c:v>
                </c:pt>
                <c:pt idx="3966">
                  <c:v>37.069602966308601</c:v>
                </c:pt>
                <c:pt idx="3967">
                  <c:v>37.021682739257798</c:v>
                </c:pt>
                <c:pt idx="3968">
                  <c:v>36.959499359130902</c:v>
                </c:pt>
                <c:pt idx="3969">
                  <c:v>36.868583679199197</c:v>
                </c:pt>
                <c:pt idx="3970">
                  <c:v>36.7750053405762</c:v>
                </c:pt>
                <c:pt idx="3971">
                  <c:v>36.738948822021499</c:v>
                </c:pt>
                <c:pt idx="3972">
                  <c:v>36.6988716125488</c:v>
                </c:pt>
                <c:pt idx="3973">
                  <c:v>36.611305236816399</c:v>
                </c:pt>
                <c:pt idx="3974">
                  <c:v>36.549995422363303</c:v>
                </c:pt>
                <c:pt idx="3975">
                  <c:v>36.517189025878899</c:v>
                </c:pt>
                <c:pt idx="3976">
                  <c:v>36.4968452453613</c:v>
                </c:pt>
                <c:pt idx="3977">
                  <c:v>36.451122283935597</c:v>
                </c:pt>
                <c:pt idx="3978">
                  <c:v>36.398563385009801</c:v>
                </c:pt>
                <c:pt idx="3979">
                  <c:v>36.368274688720703</c:v>
                </c:pt>
                <c:pt idx="3980">
                  <c:v>36.315864562988303</c:v>
                </c:pt>
                <c:pt idx="3981">
                  <c:v>36.275974273681598</c:v>
                </c:pt>
                <c:pt idx="3982">
                  <c:v>36.239742279052699</c:v>
                </c:pt>
                <c:pt idx="3983">
                  <c:v>36.118946075439503</c:v>
                </c:pt>
                <c:pt idx="3984">
                  <c:v>36.049938201904297</c:v>
                </c:pt>
                <c:pt idx="3985">
                  <c:v>36.006252288818402</c:v>
                </c:pt>
                <c:pt idx="3986">
                  <c:v>35.988162994384801</c:v>
                </c:pt>
                <c:pt idx="3987">
                  <c:v>35.967086791992202</c:v>
                </c:pt>
                <c:pt idx="3988">
                  <c:v>35.937534332275398</c:v>
                </c:pt>
                <c:pt idx="3989">
                  <c:v>35.867172241210902</c:v>
                </c:pt>
                <c:pt idx="3990">
                  <c:v>35.823497772216797</c:v>
                </c:pt>
                <c:pt idx="3991">
                  <c:v>35.817733764648402</c:v>
                </c:pt>
                <c:pt idx="3992">
                  <c:v>35.725193023681598</c:v>
                </c:pt>
                <c:pt idx="3993">
                  <c:v>35.633609771728501</c:v>
                </c:pt>
                <c:pt idx="3994">
                  <c:v>35.602485656738303</c:v>
                </c:pt>
                <c:pt idx="3995">
                  <c:v>35.5360717773438</c:v>
                </c:pt>
                <c:pt idx="3996">
                  <c:v>35.466350555419901</c:v>
                </c:pt>
                <c:pt idx="3997">
                  <c:v>35.420135498046903</c:v>
                </c:pt>
                <c:pt idx="3998">
                  <c:v>35.3504028320313</c:v>
                </c:pt>
                <c:pt idx="3999">
                  <c:v>35.275291442871101</c:v>
                </c:pt>
                <c:pt idx="4000">
                  <c:v>35.215305328369098</c:v>
                </c:pt>
                <c:pt idx="4001">
                  <c:v>35.161857604980497</c:v>
                </c:pt>
                <c:pt idx="4002">
                  <c:v>35.146266937255902</c:v>
                </c:pt>
                <c:pt idx="4003">
                  <c:v>35.0298461914063</c:v>
                </c:pt>
                <c:pt idx="4004">
                  <c:v>34.899730682373097</c:v>
                </c:pt>
                <c:pt idx="4005">
                  <c:v>34.826587677002003</c:v>
                </c:pt>
                <c:pt idx="4006">
                  <c:v>34.821254730224602</c:v>
                </c:pt>
                <c:pt idx="4007">
                  <c:v>34.766494750976598</c:v>
                </c:pt>
                <c:pt idx="4008">
                  <c:v>34.666988372802699</c:v>
                </c:pt>
                <c:pt idx="4009">
                  <c:v>34.629386901855497</c:v>
                </c:pt>
                <c:pt idx="4010">
                  <c:v>34.598419189453097</c:v>
                </c:pt>
                <c:pt idx="4011">
                  <c:v>34.589752197265597</c:v>
                </c:pt>
                <c:pt idx="4012">
                  <c:v>34.614635467529297</c:v>
                </c:pt>
                <c:pt idx="4013">
                  <c:v>34.5846977233887</c:v>
                </c:pt>
                <c:pt idx="4014">
                  <c:v>34.572154998779297</c:v>
                </c:pt>
                <c:pt idx="4015">
                  <c:v>34.575069427490199</c:v>
                </c:pt>
                <c:pt idx="4016">
                  <c:v>34.595783233642599</c:v>
                </c:pt>
                <c:pt idx="4017">
                  <c:v>34.5908012390137</c:v>
                </c:pt>
                <c:pt idx="4018">
                  <c:v>34.526462554931598</c:v>
                </c:pt>
                <c:pt idx="4019">
                  <c:v>34.498458862304702</c:v>
                </c:pt>
                <c:pt idx="4020">
                  <c:v>34.471462249755902</c:v>
                </c:pt>
                <c:pt idx="4021">
                  <c:v>34.459300994873097</c:v>
                </c:pt>
                <c:pt idx="4022">
                  <c:v>34.430904388427699</c:v>
                </c:pt>
                <c:pt idx="4023">
                  <c:v>34.393787384033203</c:v>
                </c:pt>
                <c:pt idx="4024">
                  <c:v>34.322166442871101</c:v>
                </c:pt>
                <c:pt idx="4025">
                  <c:v>34.254249572753899</c:v>
                </c:pt>
                <c:pt idx="4026">
                  <c:v>34.246273040771499</c:v>
                </c:pt>
                <c:pt idx="4027">
                  <c:v>34.232810974121101</c:v>
                </c:pt>
                <c:pt idx="4028">
                  <c:v>34.215850830078097</c:v>
                </c:pt>
                <c:pt idx="4029">
                  <c:v>34.068778991699197</c:v>
                </c:pt>
                <c:pt idx="4030">
                  <c:v>33.912879943847699</c:v>
                </c:pt>
                <c:pt idx="4031">
                  <c:v>33.854686737060597</c:v>
                </c:pt>
                <c:pt idx="4032">
                  <c:v>33.822845458984403</c:v>
                </c:pt>
                <c:pt idx="4033">
                  <c:v>33.826900482177699</c:v>
                </c:pt>
                <c:pt idx="4034">
                  <c:v>33.839313507080099</c:v>
                </c:pt>
                <c:pt idx="4035">
                  <c:v>33.807441711425803</c:v>
                </c:pt>
                <c:pt idx="4036">
                  <c:v>33.777149200439503</c:v>
                </c:pt>
                <c:pt idx="4037">
                  <c:v>33.755016326904297</c:v>
                </c:pt>
                <c:pt idx="4038">
                  <c:v>33.7475395202637</c:v>
                </c:pt>
                <c:pt idx="4039">
                  <c:v>33.752223968505902</c:v>
                </c:pt>
                <c:pt idx="4040">
                  <c:v>33.740974426269503</c:v>
                </c:pt>
                <c:pt idx="4041">
                  <c:v>33.701576232910199</c:v>
                </c:pt>
                <c:pt idx="4042">
                  <c:v>33.666648864746101</c:v>
                </c:pt>
                <c:pt idx="4043">
                  <c:v>33.661167144775398</c:v>
                </c:pt>
                <c:pt idx="4044">
                  <c:v>33.655857086181598</c:v>
                </c:pt>
                <c:pt idx="4045">
                  <c:v>33.641326904296903</c:v>
                </c:pt>
                <c:pt idx="4046">
                  <c:v>33.580841064453097</c:v>
                </c:pt>
                <c:pt idx="4047">
                  <c:v>33.533073425292997</c:v>
                </c:pt>
                <c:pt idx="4048">
                  <c:v>33.4384574890137</c:v>
                </c:pt>
                <c:pt idx="4049">
                  <c:v>33.395172119140597</c:v>
                </c:pt>
                <c:pt idx="4050">
                  <c:v>33.385498046875</c:v>
                </c:pt>
                <c:pt idx="4051">
                  <c:v>33.379920959472699</c:v>
                </c:pt>
                <c:pt idx="4052">
                  <c:v>33.340873718261697</c:v>
                </c:pt>
                <c:pt idx="4053">
                  <c:v>33.326377868652301</c:v>
                </c:pt>
                <c:pt idx="4054">
                  <c:v>33.291023254394503</c:v>
                </c:pt>
                <c:pt idx="4055">
                  <c:v>33.260875701904297</c:v>
                </c:pt>
                <c:pt idx="4056">
                  <c:v>33.239086151123097</c:v>
                </c:pt>
                <c:pt idx="4057">
                  <c:v>33.238761901855497</c:v>
                </c:pt>
                <c:pt idx="4058">
                  <c:v>33.236881256103501</c:v>
                </c:pt>
                <c:pt idx="4059">
                  <c:v>33.228286743164098</c:v>
                </c:pt>
                <c:pt idx="4060">
                  <c:v>33.227993011474602</c:v>
                </c:pt>
                <c:pt idx="4061">
                  <c:v>33.177970886230497</c:v>
                </c:pt>
                <c:pt idx="4062">
                  <c:v>33.162433624267599</c:v>
                </c:pt>
                <c:pt idx="4063">
                  <c:v>33.125461578369098</c:v>
                </c:pt>
                <c:pt idx="4064">
                  <c:v>33.107883453369098</c:v>
                </c:pt>
                <c:pt idx="4065">
                  <c:v>33.090091705322301</c:v>
                </c:pt>
                <c:pt idx="4066">
                  <c:v>33.0794067382813</c:v>
                </c:pt>
                <c:pt idx="4067">
                  <c:v>33.063762664794901</c:v>
                </c:pt>
                <c:pt idx="4068">
                  <c:v>33.036109924316399</c:v>
                </c:pt>
                <c:pt idx="4069">
                  <c:v>32.9878120422363</c:v>
                </c:pt>
                <c:pt idx="4070">
                  <c:v>32.949409484863303</c:v>
                </c:pt>
                <c:pt idx="4071">
                  <c:v>32.925994873046903</c:v>
                </c:pt>
                <c:pt idx="4072">
                  <c:v>32.918376922607401</c:v>
                </c:pt>
                <c:pt idx="4073">
                  <c:v>32.912265777587898</c:v>
                </c:pt>
                <c:pt idx="4074">
                  <c:v>32.891559600830099</c:v>
                </c:pt>
                <c:pt idx="4075">
                  <c:v>32.8782958984375</c:v>
                </c:pt>
                <c:pt idx="4076">
                  <c:v>32.818763732910199</c:v>
                </c:pt>
                <c:pt idx="4077">
                  <c:v>32.739963531494098</c:v>
                </c:pt>
                <c:pt idx="4078">
                  <c:v>32.681953430175803</c:v>
                </c:pt>
                <c:pt idx="4079">
                  <c:v>32.652011871337898</c:v>
                </c:pt>
                <c:pt idx="4080">
                  <c:v>32.652595520019503</c:v>
                </c:pt>
                <c:pt idx="4081">
                  <c:v>32.658847808837898</c:v>
                </c:pt>
                <c:pt idx="4082">
                  <c:v>32.649753570556598</c:v>
                </c:pt>
                <c:pt idx="4083">
                  <c:v>32.601413726806598</c:v>
                </c:pt>
                <c:pt idx="4084">
                  <c:v>32.545562744140597</c:v>
                </c:pt>
                <c:pt idx="4085">
                  <c:v>32.525291442871101</c:v>
                </c:pt>
                <c:pt idx="4086">
                  <c:v>32.505531311035199</c:v>
                </c:pt>
                <c:pt idx="4087">
                  <c:v>32.468681335449197</c:v>
                </c:pt>
                <c:pt idx="4088">
                  <c:v>32.451148986816399</c:v>
                </c:pt>
                <c:pt idx="4089">
                  <c:v>32.455215454101598</c:v>
                </c:pt>
                <c:pt idx="4090">
                  <c:v>32.479209899902301</c:v>
                </c:pt>
                <c:pt idx="4091">
                  <c:v>32.465965270996101</c:v>
                </c:pt>
                <c:pt idx="4092">
                  <c:v>32.393379211425803</c:v>
                </c:pt>
                <c:pt idx="4093">
                  <c:v>32.331707000732401</c:v>
                </c:pt>
                <c:pt idx="4094">
                  <c:v>32.314380645752003</c:v>
                </c:pt>
                <c:pt idx="4095">
                  <c:v>32.298263549804702</c:v>
                </c:pt>
                <c:pt idx="4096">
                  <c:v>32.260951995849602</c:v>
                </c:pt>
                <c:pt idx="4097">
                  <c:v>32.248905181884801</c:v>
                </c:pt>
                <c:pt idx="4098">
                  <c:v>32.2464790344238</c:v>
                </c:pt>
                <c:pt idx="4099">
                  <c:v>32.265560150146499</c:v>
                </c:pt>
                <c:pt idx="4100">
                  <c:v>32.291793823242202</c:v>
                </c:pt>
                <c:pt idx="4101">
                  <c:v>32.265846252441399</c:v>
                </c:pt>
                <c:pt idx="4102">
                  <c:v>32.213573455810597</c:v>
                </c:pt>
                <c:pt idx="4103">
                  <c:v>32.175483703613303</c:v>
                </c:pt>
                <c:pt idx="4104">
                  <c:v>32.1520805358887</c:v>
                </c:pt>
                <c:pt idx="4105">
                  <c:v>32.150386810302699</c:v>
                </c:pt>
                <c:pt idx="4106">
                  <c:v>32.139137268066399</c:v>
                </c:pt>
                <c:pt idx="4107">
                  <c:v>32.105560302734403</c:v>
                </c:pt>
                <c:pt idx="4108">
                  <c:v>32.002784729003899</c:v>
                </c:pt>
                <c:pt idx="4109">
                  <c:v>32.016334533691399</c:v>
                </c:pt>
                <c:pt idx="4110">
                  <c:v>31.968278884887699</c:v>
                </c:pt>
                <c:pt idx="4111">
                  <c:v>31.915870666503899</c:v>
                </c:pt>
                <c:pt idx="4112">
                  <c:v>31.8793029785156</c:v>
                </c:pt>
                <c:pt idx="4113">
                  <c:v>31.892948150634801</c:v>
                </c:pt>
                <c:pt idx="4114">
                  <c:v>31.942649841308601</c:v>
                </c:pt>
                <c:pt idx="4115">
                  <c:v>31.967361450195298</c:v>
                </c:pt>
                <c:pt idx="4116">
                  <c:v>31.995275497436499</c:v>
                </c:pt>
                <c:pt idx="4117">
                  <c:v>31.9122924804688</c:v>
                </c:pt>
                <c:pt idx="4118">
                  <c:v>31.852373123168899</c:v>
                </c:pt>
                <c:pt idx="4119">
                  <c:v>31.790105819702202</c:v>
                </c:pt>
                <c:pt idx="4120">
                  <c:v>31.728456497192401</c:v>
                </c:pt>
                <c:pt idx="4121">
                  <c:v>31.6773471832275</c:v>
                </c:pt>
                <c:pt idx="4122">
                  <c:v>31.650758743286101</c:v>
                </c:pt>
                <c:pt idx="4123">
                  <c:v>31.6451015472412</c:v>
                </c:pt>
                <c:pt idx="4124">
                  <c:v>31.655591964721701</c:v>
                </c:pt>
                <c:pt idx="4125">
                  <c:v>31.6572151184082</c:v>
                </c:pt>
                <c:pt idx="4126">
                  <c:v>31.649169921875</c:v>
                </c:pt>
                <c:pt idx="4127">
                  <c:v>31.658370971679702</c:v>
                </c:pt>
                <c:pt idx="4128">
                  <c:v>31.652030944824201</c:v>
                </c:pt>
                <c:pt idx="4129">
                  <c:v>31.650772094726602</c:v>
                </c:pt>
                <c:pt idx="4130">
                  <c:v>31.617616653442401</c:v>
                </c:pt>
                <c:pt idx="4131">
                  <c:v>31.583963394165</c:v>
                </c:pt>
                <c:pt idx="4132">
                  <c:v>31.5520935058594</c:v>
                </c:pt>
                <c:pt idx="4133">
                  <c:v>31.4926662445068</c:v>
                </c:pt>
                <c:pt idx="4134">
                  <c:v>31.469528198242202</c:v>
                </c:pt>
                <c:pt idx="4135">
                  <c:v>31.4548015594482</c:v>
                </c:pt>
                <c:pt idx="4136">
                  <c:v>31.445583343505898</c:v>
                </c:pt>
                <c:pt idx="4137">
                  <c:v>31.447193145751999</c:v>
                </c:pt>
                <c:pt idx="4138">
                  <c:v>31.445821762085</c:v>
                </c:pt>
                <c:pt idx="4139">
                  <c:v>31.438087463378899</c:v>
                </c:pt>
                <c:pt idx="4140">
                  <c:v>31.439599990844702</c:v>
                </c:pt>
                <c:pt idx="4141">
                  <c:v>31.407823562622099</c:v>
                </c:pt>
                <c:pt idx="4142">
                  <c:v>31.387111663818398</c:v>
                </c:pt>
                <c:pt idx="4143">
                  <c:v>31.365577697753899</c:v>
                </c:pt>
                <c:pt idx="4144">
                  <c:v>31.3536071777344</c:v>
                </c:pt>
                <c:pt idx="4145">
                  <c:v>31.355064392089801</c:v>
                </c:pt>
                <c:pt idx="4146">
                  <c:v>31.351526260376001</c:v>
                </c:pt>
                <c:pt idx="4147">
                  <c:v>31.346664428710898</c:v>
                </c:pt>
                <c:pt idx="4148">
                  <c:v>31.342731475830099</c:v>
                </c:pt>
                <c:pt idx="4149">
                  <c:v>31.3415222167969</c:v>
                </c:pt>
                <c:pt idx="4150">
                  <c:v>31.340019226074201</c:v>
                </c:pt>
                <c:pt idx="4151">
                  <c:v>31.342239379882798</c:v>
                </c:pt>
                <c:pt idx="4152">
                  <c:v>31.333665847778299</c:v>
                </c:pt>
                <c:pt idx="4153">
                  <c:v>31.341127395629901</c:v>
                </c:pt>
                <c:pt idx="4154">
                  <c:v>31.342311859130898</c:v>
                </c:pt>
                <c:pt idx="4155">
                  <c:v>31.339227676391602</c:v>
                </c:pt>
                <c:pt idx="4156">
                  <c:v>31.3387641906738</c:v>
                </c:pt>
                <c:pt idx="4157">
                  <c:v>31.338817596435501</c:v>
                </c:pt>
                <c:pt idx="4158">
                  <c:v>31.3395690917969</c:v>
                </c:pt>
                <c:pt idx="4159">
                  <c:v>31.337818145751999</c:v>
                </c:pt>
                <c:pt idx="4160">
                  <c:v>31.3387241363525</c:v>
                </c:pt>
                <c:pt idx="4161">
                  <c:v>31.338262557983398</c:v>
                </c:pt>
                <c:pt idx="4162">
                  <c:v>31.327552795410199</c:v>
                </c:pt>
                <c:pt idx="4163">
                  <c:v>31.331649780273398</c:v>
                </c:pt>
                <c:pt idx="4164">
                  <c:v>31.3337516784668</c:v>
                </c:pt>
                <c:pt idx="4165">
                  <c:v>31.321588516235401</c:v>
                </c:pt>
                <c:pt idx="4166">
                  <c:v>31.3227138519287</c:v>
                </c:pt>
                <c:pt idx="4167">
                  <c:v>31.3105068206787</c:v>
                </c:pt>
                <c:pt idx="4168">
                  <c:v>31.314609527587901</c:v>
                </c:pt>
                <c:pt idx="4169">
                  <c:v>31.300350189208999</c:v>
                </c:pt>
                <c:pt idx="4170">
                  <c:v>31.2974662780762</c:v>
                </c:pt>
                <c:pt idx="4171">
                  <c:v>31.288948059081999</c:v>
                </c:pt>
                <c:pt idx="4172">
                  <c:v>31.3118286132813</c:v>
                </c:pt>
                <c:pt idx="4173">
                  <c:v>31.3235759735107</c:v>
                </c:pt>
                <c:pt idx="4174">
                  <c:v>31.245807647705099</c:v>
                </c:pt>
                <c:pt idx="4175">
                  <c:v>31.150562286376999</c:v>
                </c:pt>
                <c:pt idx="4176">
                  <c:v>31.116846084594702</c:v>
                </c:pt>
                <c:pt idx="4177">
                  <c:v>31.0135688781738</c:v>
                </c:pt>
                <c:pt idx="4178">
                  <c:v>30.975364685058601</c:v>
                </c:pt>
                <c:pt idx="4179">
                  <c:v>30.919765472412099</c:v>
                </c:pt>
                <c:pt idx="4180">
                  <c:v>30.939216613769499</c:v>
                </c:pt>
                <c:pt idx="4181">
                  <c:v>30.895757675170898</c:v>
                </c:pt>
                <c:pt idx="4182">
                  <c:v>30.907794952392599</c:v>
                </c:pt>
                <c:pt idx="4183">
                  <c:v>30.925550460815401</c:v>
                </c:pt>
                <c:pt idx="4184">
                  <c:v>30.785808563232401</c:v>
                </c:pt>
                <c:pt idx="4185">
                  <c:v>30.754112243652301</c:v>
                </c:pt>
                <c:pt idx="4186">
                  <c:v>30.7170715332031</c:v>
                </c:pt>
                <c:pt idx="4187">
                  <c:v>30.625511169433601</c:v>
                </c:pt>
                <c:pt idx="4188">
                  <c:v>30.585340499877901</c:v>
                </c:pt>
                <c:pt idx="4189">
                  <c:v>30.543073654174801</c:v>
                </c:pt>
                <c:pt idx="4190">
                  <c:v>30.522466659545898</c:v>
                </c:pt>
                <c:pt idx="4191">
                  <c:v>30.5123596191406</c:v>
                </c:pt>
                <c:pt idx="4192">
                  <c:v>30.510032653808601</c:v>
                </c:pt>
                <c:pt idx="4193">
                  <c:v>30.483598709106399</c:v>
                </c:pt>
                <c:pt idx="4194">
                  <c:v>30.483503341674801</c:v>
                </c:pt>
                <c:pt idx="4195">
                  <c:v>30.527193069458001</c:v>
                </c:pt>
                <c:pt idx="4196">
                  <c:v>30.500892639160199</c:v>
                </c:pt>
                <c:pt idx="4197">
                  <c:v>30.518146514892599</c:v>
                </c:pt>
                <c:pt idx="4198">
                  <c:v>30.481645584106399</c:v>
                </c:pt>
                <c:pt idx="4199">
                  <c:v>30.4269409179688</c:v>
                </c:pt>
                <c:pt idx="4200">
                  <c:v>30.363716125488299</c:v>
                </c:pt>
                <c:pt idx="4201">
                  <c:v>30.351819992065401</c:v>
                </c:pt>
                <c:pt idx="4202">
                  <c:v>30.364202499389702</c:v>
                </c:pt>
                <c:pt idx="4203">
                  <c:v>30.361812591552699</c:v>
                </c:pt>
                <c:pt idx="4204">
                  <c:v>30.339683532714801</c:v>
                </c:pt>
                <c:pt idx="4205">
                  <c:v>30.342891693115199</c:v>
                </c:pt>
                <c:pt idx="4206">
                  <c:v>30.354528427123999</c:v>
                </c:pt>
                <c:pt idx="4207">
                  <c:v>30.260251998901399</c:v>
                </c:pt>
                <c:pt idx="4208">
                  <c:v>30.225090026855501</c:v>
                </c:pt>
                <c:pt idx="4209">
                  <c:v>30.223436355590799</c:v>
                </c:pt>
                <c:pt idx="4210">
                  <c:v>30.186292648315401</c:v>
                </c:pt>
                <c:pt idx="4211">
                  <c:v>30.126518249511701</c:v>
                </c:pt>
                <c:pt idx="4212">
                  <c:v>30.1186618804932</c:v>
                </c:pt>
                <c:pt idx="4213">
                  <c:v>30.115436553955099</c:v>
                </c:pt>
                <c:pt idx="4214">
                  <c:v>30.082338333129901</c:v>
                </c:pt>
                <c:pt idx="4215">
                  <c:v>30.073511123657202</c:v>
                </c:pt>
                <c:pt idx="4216">
                  <c:v>30.084903717041001</c:v>
                </c:pt>
                <c:pt idx="4217">
                  <c:v>30.093530654907202</c:v>
                </c:pt>
                <c:pt idx="4218">
                  <c:v>30.094997406005898</c:v>
                </c:pt>
                <c:pt idx="4219">
                  <c:v>30.082187652587901</c:v>
                </c:pt>
                <c:pt idx="4220">
                  <c:v>30.0911254882813</c:v>
                </c:pt>
                <c:pt idx="4221">
                  <c:v>30.097845077514702</c:v>
                </c:pt>
                <c:pt idx="4222">
                  <c:v>30.034685134887699</c:v>
                </c:pt>
                <c:pt idx="4223">
                  <c:v>30.038824081420898</c:v>
                </c:pt>
                <c:pt idx="4224">
                  <c:v>29.9943447113037</c:v>
                </c:pt>
                <c:pt idx="4225">
                  <c:v>29.989040374755898</c:v>
                </c:pt>
                <c:pt idx="4226">
                  <c:v>29.939512252807599</c:v>
                </c:pt>
                <c:pt idx="4227">
                  <c:v>29.930994033813501</c:v>
                </c:pt>
                <c:pt idx="4228">
                  <c:v>29.926031112670898</c:v>
                </c:pt>
                <c:pt idx="4229">
                  <c:v>29.910768508911101</c:v>
                </c:pt>
                <c:pt idx="4230">
                  <c:v>29.9083042144775</c:v>
                </c:pt>
                <c:pt idx="4231">
                  <c:v>29.901475906372099</c:v>
                </c:pt>
                <c:pt idx="4232">
                  <c:v>29.9023761749268</c:v>
                </c:pt>
                <c:pt idx="4233">
                  <c:v>29.921617507934599</c:v>
                </c:pt>
                <c:pt idx="4234">
                  <c:v>29.900712966918899</c:v>
                </c:pt>
                <c:pt idx="4235">
                  <c:v>29.8789367675781</c:v>
                </c:pt>
                <c:pt idx="4236">
                  <c:v>29.835908889770501</c:v>
                </c:pt>
                <c:pt idx="4237">
                  <c:v>29.800361633300799</c:v>
                </c:pt>
                <c:pt idx="4238">
                  <c:v>29.778505325317401</c:v>
                </c:pt>
                <c:pt idx="4239">
                  <c:v>29.7753086090088</c:v>
                </c:pt>
                <c:pt idx="4240">
                  <c:v>29.773719787597699</c:v>
                </c:pt>
                <c:pt idx="4241">
                  <c:v>29.7720623016357</c:v>
                </c:pt>
                <c:pt idx="4242">
                  <c:v>29.781999588012699</c:v>
                </c:pt>
                <c:pt idx="4243">
                  <c:v>29.778734207153299</c:v>
                </c:pt>
                <c:pt idx="4244">
                  <c:v>29.771591186523398</c:v>
                </c:pt>
                <c:pt idx="4245">
                  <c:v>29.769554138183601</c:v>
                </c:pt>
                <c:pt idx="4246">
                  <c:v>29.7674770355225</c:v>
                </c:pt>
                <c:pt idx="4247">
                  <c:v>29.7796535491943</c:v>
                </c:pt>
                <c:pt idx="4248">
                  <c:v>29.7679748535156</c:v>
                </c:pt>
                <c:pt idx="4249">
                  <c:v>29.7553195953369</c:v>
                </c:pt>
                <c:pt idx="4250">
                  <c:v>29.748561859130898</c:v>
                </c:pt>
                <c:pt idx="4251">
                  <c:v>29.737110137939499</c:v>
                </c:pt>
                <c:pt idx="4252">
                  <c:v>29.727977752685501</c:v>
                </c:pt>
                <c:pt idx="4253">
                  <c:v>29.723859786987301</c:v>
                </c:pt>
                <c:pt idx="4254">
                  <c:v>29.7198677062988</c:v>
                </c:pt>
                <c:pt idx="4255">
                  <c:v>29.704103469848601</c:v>
                </c:pt>
                <c:pt idx="4256">
                  <c:v>29.717828750610401</c:v>
                </c:pt>
                <c:pt idx="4257">
                  <c:v>29.7070713043213</c:v>
                </c:pt>
                <c:pt idx="4258">
                  <c:v>29.693279266357401</c:v>
                </c:pt>
                <c:pt idx="4259">
                  <c:v>29.678693771362301</c:v>
                </c:pt>
                <c:pt idx="4260">
                  <c:v>29.631519317626999</c:v>
                </c:pt>
                <c:pt idx="4261">
                  <c:v>29.5704746246338</c:v>
                </c:pt>
                <c:pt idx="4262">
                  <c:v>29.560695648193398</c:v>
                </c:pt>
                <c:pt idx="4263">
                  <c:v>29.540307998657202</c:v>
                </c:pt>
                <c:pt idx="4264">
                  <c:v>29.502071380615199</c:v>
                </c:pt>
                <c:pt idx="4265">
                  <c:v>29.544147491455099</c:v>
                </c:pt>
                <c:pt idx="4266">
                  <c:v>29.5181789398193</c:v>
                </c:pt>
                <c:pt idx="4267">
                  <c:v>29.553970336914102</c:v>
                </c:pt>
                <c:pt idx="4268">
                  <c:v>29.5086784362793</c:v>
                </c:pt>
                <c:pt idx="4269">
                  <c:v>29.503746032714801</c:v>
                </c:pt>
                <c:pt idx="4270">
                  <c:v>29.490968704223601</c:v>
                </c:pt>
                <c:pt idx="4271">
                  <c:v>29.514204025268601</c:v>
                </c:pt>
                <c:pt idx="4272">
                  <c:v>29.487770080566399</c:v>
                </c:pt>
                <c:pt idx="4273">
                  <c:v>29.485773086547901</c:v>
                </c:pt>
                <c:pt idx="4274">
                  <c:v>29.468072891235401</c:v>
                </c:pt>
                <c:pt idx="4275">
                  <c:v>29.475658416748001</c:v>
                </c:pt>
                <c:pt idx="4276">
                  <c:v>29.3948650360107</c:v>
                </c:pt>
                <c:pt idx="4277">
                  <c:v>29.335260391235401</c:v>
                </c:pt>
                <c:pt idx="4278">
                  <c:v>29.2899360656738</c:v>
                </c:pt>
                <c:pt idx="4279">
                  <c:v>29.234615325927699</c:v>
                </c:pt>
                <c:pt idx="4280">
                  <c:v>29.2051086425781</c:v>
                </c:pt>
                <c:pt idx="4281">
                  <c:v>29.2169189453125</c:v>
                </c:pt>
                <c:pt idx="4282">
                  <c:v>29.209846496581999</c:v>
                </c:pt>
                <c:pt idx="4283">
                  <c:v>29.1886806488037</c:v>
                </c:pt>
                <c:pt idx="4284">
                  <c:v>29.1872463226318</c:v>
                </c:pt>
                <c:pt idx="4285">
                  <c:v>29.173152923583999</c:v>
                </c:pt>
                <c:pt idx="4286">
                  <c:v>29.178491592407202</c:v>
                </c:pt>
                <c:pt idx="4287">
                  <c:v>29.171113967895501</c:v>
                </c:pt>
                <c:pt idx="4288">
                  <c:v>29.178745269775401</c:v>
                </c:pt>
                <c:pt idx="4289">
                  <c:v>29.169254302978501</c:v>
                </c:pt>
                <c:pt idx="4290">
                  <c:v>29.100582122802699</c:v>
                </c:pt>
                <c:pt idx="4291">
                  <c:v>29.0919589996338</c:v>
                </c:pt>
                <c:pt idx="4292">
                  <c:v>29.054328918456999</c:v>
                </c:pt>
                <c:pt idx="4293">
                  <c:v>29.044267654418899</c:v>
                </c:pt>
                <c:pt idx="4294">
                  <c:v>29.006353378295898</c:v>
                </c:pt>
                <c:pt idx="4295">
                  <c:v>28.983131408691399</c:v>
                </c:pt>
                <c:pt idx="4296">
                  <c:v>28.967309951782202</c:v>
                </c:pt>
                <c:pt idx="4297">
                  <c:v>28.9807319641113</c:v>
                </c:pt>
                <c:pt idx="4298">
                  <c:v>28.981071472168001</c:v>
                </c:pt>
                <c:pt idx="4299">
                  <c:v>28.968898773193398</c:v>
                </c:pt>
                <c:pt idx="4300">
                  <c:v>28.998579025268601</c:v>
                </c:pt>
                <c:pt idx="4301">
                  <c:v>29.027050018310501</c:v>
                </c:pt>
                <c:pt idx="4302">
                  <c:v>29.0332431793213</c:v>
                </c:pt>
                <c:pt idx="4303">
                  <c:v>29.040948867797901</c:v>
                </c:pt>
                <c:pt idx="4304">
                  <c:v>29.021060943603501</c:v>
                </c:pt>
                <c:pt idx="4305">
                  <c:v>29.029150009155298</c:v>
                </c:pt>
                <c:pt idx="4306">
                  <c:v>28.9554233551025</c:v>
                </c:pt>
                <c:pt idx="4307">
                  <c:v>28.954917907714801</c:v>
                </c:pt>
                <c:pt idx="4308">
                  <c:v>28.9383754730225</c:v>
                </c:pt>
                <c:pt idx="4309">
                  <c:v>28.929925918579102</c:v>
                </c:pt>
                <c:pt idx="4310">
                  <c:v>28.909257888793899</c:v>
                </c:pt>
                <c:pt idx="4311">
                  <c:v>28.906105041503899</c:v>
                </c:pt>
                <c:pt idx="4312">
                  <c:v>28.881303787231399</c:v>
                </c:pt>
                <c:pt idx="4313">
                  <c:v>28.8900966644287</c:v>
                </c:pt>
                <c:pt idx="4314">
                  <c:v>28.8896293640137</c:v>
                </c:pt>
                <c:pt idx="4315">
                  <c:v>28.903068542480501</c:v>
                </c:pt>
                <c:pt idx="4316">
                  <c:v>28.898923873901399</c:v>
                </c:pt>
                <c:pt idx="4317">
                  <c:v>28.886732101440401</c:v>
                </c:pt>
                <c:pt idx="4318">
                  <c:v>28.888608932495099</c:v>
                </c:pt>
                <c:pt idx="4319">
                  <c:v>28.897159576416001</c:v>
                </c:pt>
                <c:pt idx="4320">
                  <c:v>28.8880290985107</c:v>
                </c:pt>
                <c:pt idx="4321">
                  <c:v>28.881700515747099</c:v>
                </c:pt>
                <c:pt idx="4322">
                  <c:v>28.884786605835</c:v>
                </c:pt>
                <c:pt idx="4323">
                  <c:v>28.866256713867202</c:v>
                </c:pt>
                <c:pt idx="4324">
                  <c:v>28.7926425933838</c:v>
                </c:pt>
                <c:pt idx="4325">
                  <c:v>28.799480438232401</c:v>
                </c:pt>
                <c:pt idx="4326">
                  <c:v>28.8138618469238</c:v>
                </c:pt>
                <c:pt idx="4327">
                  <c:v>28.751136779785199</c:v>
                </c:pt>
                <c:pt idx="4328">
                  <c:v>28.7594089508057</c:v>
                </c:pt>
                <c:pt idx="4329">
                  <c:v>28.657445907592798</c:v>
                </c:pt>
                <c:pt idx="4330">
                  <c:v>28.619194030761701</c:v>
                </c:pt>
                <c:pt idx="4331">
                  <c:v>28.6238918304443</c:v>
                </c:pt>
                <c:pt idx="4332">
                  <c:v>28.624214172363299</c:v>
                </c:pt>
                <c:pt idx="4333">
                  <c:v>28.5939426422119</c:v>
                </c:pt>
                <c:pt idx="4334">
                  <c:v>28.604591369628899</c:v>
                </c:pt>
                <c:pt idx="4335">
                  <c:v>28.619258880615199</c:v>
                </c:pt>
                <c:pt idx="4336">
                  <c:v>28.628086090087901</c:v>
                </c:pt>
                <c:pt idx="4337">
                  <c:v>28.5854187011719</c:v>
                </c:pt>
                <c:pt idx="4338">
                  <c:v>28.602920532226602</c:v>
                </c:pt>
                <c:pt idx="4339">
                  <c:v>28.6065349578857</c:v>
                </c:pt>
                <c:pt idx="4340">
                  <c:v>28.6187438964844</c:v>
                </c:pt>
                <c:pt idx="4341">
                  <c:v>28.655250549316399</c:v>
                </c:pt>
                <c:pt idx="4342">
                  <c:v>28.632642745971701</c:v>
                </c:pt>
                <c:pt idx="4343">
                  <c:v>28.572322845458999</c:v>
                </c:pt>
                <c:pt idx="4344">
                  <c:v>28.4977931976318</c:v>
                </c:pt>
                <c:pt idx="4345">
                  <c:v>28.459102630615199</c:v>
                </c:pt>
                <c:pt idx="4346">
                  <c:v>28.355518341064499</c:v>
                </c:pt>
                <c:pt idx="4347">
                  <c:v>28.266180038452202</c:v>
                </c:pt>
                <c:pt idx="4348">
                  <c:v>28.194381713867202</c:v>
                </c:pt>
                <c:pt idx="4349">
                  <c:v>28.173849105835</c:v>
                </c:pt>
                <c:pt idx="4350">
                  <c:v>28.191844940185501</c:v>
                </c:pt>
                <c:pt idx="4351">
                  <c:v>28.154909133911101</c:v>
                </c:pt>
                <c:pt idx="4352">
                  <c:v>28.227186203002901</c:v>
                </c:pt>
                <c:pt idx="4353">
                  <c:v>28.183042526245099</c:v>
                </c:pt>
                <c:pt idx="4354">
                  <c:v>28.167768478393601</c:v>
                </c:pt>
                <c:pt idx="4355">
                  <c:v>28.161506652831999</c:v>
                </c:pt>
                <c:pt idx="4356">
                  <c:v>28.161170959472699</c:v>
                </c:pt>
                <c:pt idx="4357">
                  <c:v>28.156061172485401</c:v>
                </c:pt>
                <c:pt idx="4358">
                  <c:v>28.161830902099599</c:v>
                </c:pt>
                <c:pt idx="4359">
                  <c:v>28.197044372558601</c:v>
                </c:pt>
                <c:pt idx="4360">
                  <c:v>28.197290420532202</c:v>
                </c:pt>
                <c:pt idx="4361">
                  <c:v>28.1524868011475</c:v>
                </c:pt>
                <c:pt idx="4362">
                  <c:v>28.137710571289102</c:v>
                </c:pt>
                <c:pt idx="4363">
                  <c:v>28.1105556488037</c:v>
                </c:pt>
                <c:pt idx="4364">
                  <c:v>28.112665176391602</c:v>
                </c:pt>
                <c:pt idx="4365">
                  <c:v>28.0887126922607</c:v>
                </c:pt>
                <c:pt idx="4366">
                  <c:v>28.069501876831101</c:v>
                </c:pt>
                <c:pt idx="4367">
                  <c:v>28.053661346435501</c:v>
                </c:pt>
                <c:pt idx="4368">
                  <c:v>28.041975021362301</c:v>
                </c:pt>
                <c:pt idx="4369">
                  <c:v>28.030300140380898</c:v>
                </c:pt>
                <c:pt idx="4370">
                  <c:v>28.0493869781494</c:v>
                </c:pt>
                <c:pt idx="4371">
                  <c:v>28.073717117309599</c:v>
                </c:pt>
                <c:pt idx="4372">
                  <c:v>28.077512741088899</c:v>
                </c:pt>
                <c:pt idx="4373">
                  <c:v>28.066888809204102</c:v>
                </c:pt>
                <c:pt idx="4374">
                  <c:v>28.0430908203125</c:v>
                </c:pt>
                <c:pt idx="4375">
                  <c:v>28.037511825561499</c:v>
                </c:pt>
                <c:pt idx="4376">
                  <c:v>28.0466709136963</c:v>
                </c:pt>
                <c:pt idx="4377">
                  <c:v>28.039350509643601</c:v>
                </c:pt>
                <c:pt idx="4378">
                  <c:v>28.039564132690401</c:v>
                </c:pt>
                <c:pt idx="4379">
                  <c:v>28.0290622711182</c:v>
                </c:pt>
                <c:pt idx="4380">
                  <c:v>28.037176132202202</c:v>
                </c:pt>
                <c:pt idx="4381">
                  <c:v>28.034748077392599</c:v>
                </c:pt>
                <c:pt idx="4382">
                  <c:v>28.0252075195313</c:v>
                </c:pt>
                <c:pt idx="4383">
                  <c:v>28.028572082519499</c:v>
                </c:pt>
                <c:pt idx="4384">
                  <c:v>28.0234184265137</c:v>
                </c:pt>
                <c:pt idx="4385">
                  <c:v>28.028375625610401</c:v>
                </c:pt>
                <c:pt idx="4386">
                  <c:v>28.023319244384801</c:v>
                </c:pt>
                <c:pt idx="4387">
                  <c:v>28.013118743896499</c:v>
                </c:pt>
                <c:pt idx="4388">
                  <c:v>28.0106601715088</c:v>
                </c:pt>
                <c:pt idx="4389">
                  <c:v>28.014223098754901</c:v>
                </c:pt>
                <c:pt idx="4390">
                  <c:v>28.0324516296387</c:v>
                </c:pt>
                <c:pt idx="4391">
                  <c:v>28.021551132202202</c:v>
                </c:pt>
                <c:pt idx="4392">
                  <c:v>28.0184326171875</c:v>
                </c:pt>
                <c:pt idx="4393">
                  <c:v>28.015317916870099</c:v>
                </c:pt>
                <c:pt idx="4394">
                  <c:v>28.007917404174801</c:v>
                </c:pt>
                <c:pt idx="4395">
                  <c:v>28.00537109375</c:v>
                </c:pt>
                <c:pt idx="4396">
                  <c:v>28.005285263061499</c:v>
                </c:pt>
                <c:pt idx="4397">
                  <c:v>28.017137527465799</c:v>
                </c:pt>
                <c:pt idx="4398">
                  <c:v>28.00954246521</c:v>
                </c:pt>
                <c:pt idx="4399">
                  <c:v>27.981769561767599</c:v>
                </c:pt>
                <c:pt idx="4400">
                  <c:v>27.9918003082275</c:v>
                </c:pt>
                <c:pt idx="4401">
                  <c:v>27.996677398681602</c:v>
                </c:pt>
                <c:pt idx="4402">
                  <c:v>28.0037326812744</c:v>
                </c:pt>
                <c:pt idx="4403">
                  <c:v>28.004459381103501</c:v>
                </c:pt>
                <c:pt idx="4404">
                  <c:v>28.000526428222699</c:v>
                </c:pt>
                <c:pt idx="4405">
                  <c:v>27.997846603393601</c:v>
                </c:pt>
                <c:pt idx="4406">
                  <c:v>27.999507904052699</c:v>
                </c:pt>
                <c:pt idx="4407">
                  <c:v>27.9948329925537</c:v>
                </c:pt>
                <c:pt idx="4408">
                  <c:v>28.012287139892599</c:v>
                </c:pt>
                <c:pt idx="4409">
                  <c:v>28.017147064208999</c:v>
                </c:pt>
                <c:pt idx="4410">
                  <c:v>27.976413726806602</c:v>
                </c:pt>
                <c:pt idx="4411">
                  <c:v>27.982542037963899</c:v>
                </c:pt>
                <c:pt idx="4412">
                  <c:v>27.998130798339801</c:v>
                </c:pt>
                <c:pt idx="4413">
                  <c:v>27.987485885620099</c:v>
                </c:pt>
                <c:pt idx="4414">
                  <c:v>27.9925327301025</c:v>
                </c:pt>
                <c:pt idx="4415">
                  <c:v>27.990013122558601</c:v>
                </c:pt>
                <c:pt idx="4416">
                  <c:v>27.9489631652832</c:v>
                </c:pt>
                <c:pt idx="4417">
                  <c:v>27.9435119628906</c:v>
                </c:pt>
                <c:pt idx="4418">
                  <c:v>27.958478927612301</c:v>
                </c:pt>
                <c:pt idx="4419">
                  <c:v>27.931146621704102</c:v>
                </c:pt>
                <c:pt idx="4420">
                  <c:v>27.9043998718262</c:v>
                </c:pt>
                <c:pt idx="4421">
                  <c:v>27.885311126708999</c:v>
                </c:pt>
                <c:pt idx="4422">
                  <c:v>27.895351409912099</c:v>
                </c:pt>
                <c:pt idx="4423">
                  <c:v>27.8908596038818</c:v>
                </c:pt>
                <c:pt idx="4424">
                  <c:v>27.8919792175293</c:v>
                </c:pt>
                <c:pt idx="4425">
                  <c:v>27.873359680175799</c:v>
                </c:pt>
                <c:pt idx="4426">
                  <c:v>27.8333930969238</c:v>
                </c:pt>
                <c:pt idx="4427">
                  <c:v>27.8473300933838</c:v>
                </c:pt>
                <c:pt idx="4428">
                  <c:v>27.848148345947301</c:v>
                </c:pt>
                <c:pt idx="4429">
                  <c:v>27.858762741088899</c:v>
                </c:pt>
                <c:pt idx="4430">
                  <c:v>27.858280181884801</c:v>
                </c:pt>
                <c:pt idx="4431">
                  <c:v>27.863258361816399</c:v>
                </c:pt>
                <c:pt idx="4432">
                  <c:v>27.860847473144499</c:v>
                </c:pt>
                <c:pt idx="4433">
                  <c:v>27.868867874145501</c:v>
                </c:pt>
                <c:pt idx="4434">
                  <c:v>27.8798522949219</c:v>
                </c:pt>
                <c:pt idx="4435">
                  <c:v>27.8904914855957</c:v>
                </c:pt>
                <c:pt idx="4436">
                  <c:v>27.8769016265869</c:v>
                </c:pt>
                <c:pt idx="4437">
                  <c:v>27.8620796203613</c:v>
                </c:pt>
                <c:pt idx="4438">
                  <c:v>27.854051589965799</c:v>
                </c:pt>
                <c:pt idx="4439">
                  <c:v>27.839014053344702</c:v>
                </c:pt>
                <c:pt idx="4440">
                  <c:v>27.8698120117188</c:v>
                </c:pt>
                <c:pt idx="4441">
                  <c:v>27.844022750854499</c:v>
                </c:pt>
                <c:pt idx="4442">
                  <c:v>27.816402435302699</c:v>
                </c:pt>
                <c:pt idx="4443">
                  <c:v>27.8297634124756</c:v>
                </c:pt>
                <c:pt idx="4444">
                  <c:v>27.824630737304702</c:v>
                </c:pt>
                <c:pt idx="4445">
                  <c:v>27.808414459228501</c:v>
                </c:pt>
                <c:pt idx="4446">
                  <c:v>27.802898406982401</c:v>
                </c:pt>
                <c:pt idx="4447">
                  <c:v>27.788763046264702</c:v>
                </c:pt>
                <c:pt idx="4448">
                  <c:v>27.678554534912099</c:v>
                </c:pt>
                <c:pt idx="4449">
                  <c:v>27.6148891448975</c:v>
                </c:pt>
                <c:pt idx="4450">
                  <c:v>27.657600402831999</c:v>
                </c:pt>
                <c:pt idx="4451">
                  <c:v>27.612346649169901</c:v>
                </c:pt>
                <c:pt idx="4452">
                  <c:v>27.6463012695313</c:v>
                </c:pt>
                <c:pt idx="4453">
                  <c:v>27.636266708373999</c:v>
                </c:pt>
                <c:pt idx="4454">
                  <c:v>27.6703796386719</c:v>
                </c:pt>
                <c:pt idx="4455">
                  <c:v>27.6274604797363</c:v>
                </c:pt>
                <c:pt idx="4456">
                  <c:v>27.594261169433601</c:v>
                </c:pt>
                <c:pt idx="4457">
                  <c:v>27.608665466308601</c:v>
                </c:pt>
                <c:pt idx="4458">
                  <c:v>27.594526290893601</c:v>
                </c:pt>
                <c:pt idx="4459">
                  <c:v>27.5741863250732</c:v>
                </c:pt>
                <c:pt idx="4460">
                  <c:v>27.561416625976602</c:v>
                </c:pt>
                <c:pt idx="4461">
                  <c:v>27.5441284179688</c:v>
                </c:pt>
                <c:pt idx="4462">
                  <c:v>27.545366287231399</c:v>
                </c:pt>
                <c:pt idx="4463">
                  <c:v>27.579238891601602</c:v>
                </c:pt>
                <c:pt idx="4464">
                  <c:v>27.560672760009801</c:v>
                </c:pt>
                <c:pt idx="4465">
                  <c:v>27.583347320556602</c:v>
                </c:pt>
                <c:pt idx="4466">
                  <c:v>27.597406387329102</c:v>
                </c:pt>
                <c:pt idx="4467">
                  <c:v>27.578977584838899</c:v>
                </c:pt>
                <c:pt idx="4468">
                  <c:v>27.5728244781494</c:v>
                </c:pt>
                <c:pt idx="4469">
                  <c:v>27.5666313171387</c:v>
                </c:pt>
                <c:pt idx="4470">
                  <c:v>27.5905857086182</c:v>
                </c:pt>
                <c:pt idx="4471">
                  <c:v>27.581293106079102</c:v>
                </c:pt>
                <c:pt idx="4472">
                  <c:v>27.549596786498999</c:v>
                </c:pt>
                <c:pt idx="4473">
                  <c:v>27.4762363433838</c:v>
                </c:pt>
                <c:pt idx="4474">
                  <c:v>27.514093399047901</c:v>
                </c:pt>
                <c:pt idx="4475">
                  <c:v>27.5130004882813</c:v>
                </c:pt>
                <c:pt idx="4476">
                  <c:v>27.462326049804702</c:v>
                </c:pt>
                <c:pt idx="4477">
                  <c:v>27.456462860107401</c:v>
                </c:pt>
                <c:pt idx="4478">
                  <c:v>27.411735534668001</c:v>
                </c:pt>
                <c:pt idx="4479">
                  <c:v>27.346113204956101</c:v>
                </c:pt>
                <c:pt idx="4480">
                  <c:v>27.262079238891602</c:v>
                </c:pt>
                <c:pt idx="4481">
                  <c:v>27.210521697998001</c:v>
                </c:pt>
                <c:pt idx="4482">
                  <c:v>27.31614112854</c:v>
                </c:pt>
                <c:pt idx="4483">
                  <c:v>27.376018524169901</c:v>
                </c:pt>
                <c:pt idx="4484">
                  <c:v>27.311210632324201</c:v>
                </c:pt>
                <c:pt idx="4485">
                  <c:v>27.346897125244102</c:v>
                </c:pt>
                <c:pt idx="4486">
                  <c:v>27.345872879028299</c:v>
                </c:pt>
                <c:pt idx="4487">
                  <c:v>27.233217239379901</c:v>
                </c:pt>
                <c:pt idx="4488">
                  <c:v>27.260585784912099</c:v>
                </c:pt>
                <c:pt idx="4489">
                  <c:v>27.304460525512699</c:v>
                </c:pt>
                <c:pt idx="4490">
                  <c:v>27.378238677978501</c:v>
                </c:pt>
                <c:pt idx="4491">
                  <c:v>27.478767395019499</c:v>
                </c:pt>
                <c:pt idx="4492">
                  <c:v>27.522443771362301</c:v>
                </c:pt>
                <c:pt idx="4493">
                  <c:v>27.566724777221701</c:v>
                </c:pt>
                <c:pt idx="4494">
                  <c:v>27.584156036376999</c:v>
                </c:pt>
                <c:pt idx="4495">
                  <c:v>27.637203216552699</c:v>
                </c:pt>
                <c:pt idx="4496">
                  <c:v>27.739110946655298</c:v>
                </c:pt>
                <c:pt idx="4497">
                  <c:v>27.7567443847656</c:v>
                </c:pt>
                <c:pt idx="4498">
                  <c:v>27.796075820922901</c:v>
                </c:pt>
                <c:pt idx="4499">
                  <c:v>27.8203239440918</c:v>
                </c:pt>
                <c:pt idx="4500">
                  <c:v>27.854516983032202</c:v>
                </c:pt>
                <c:pt idx="4501">
                  <c:v>27.879642486572301</c:v>
                </c:pt>
                <c:pt idx="4502">
                  <c:v>27.857652664184599</c:v>
                </c:pt>
                <c:pt idx="4503">
                  <c:v>27.857059478759801</c:v>
                </c:pt>
                <c:pt idx="4504">
                  <c:v>27.8861484527588</c:v>
                </c:pt>
                <c:pt idx="4505">
                  <c:v>27.940790176391602</c:v>
                </c:pt>
                <c:pt idx="4506">
                  <c:v>27.974918365478501</c:v>
                </c:pt>
                <c:pt idx="4507">
                  <c:v>27.987953186035199</c:v>
                </c:pt>
                <c:pt idx="4508">
                  <c:v>27.994342803955099</c:v>
                </c:pt>
                <c:pt idx="4509">
                  <c:v>27.983301162719702</c:v>
                </c:pt>
                <c:pt idx="4510">
                  <c:v>27.989072799682599</c:v>
                </c:pt>
                <c:pt idx="4511">
                  <c:v>27.991857528686499</c:v>
                </c:pt>
                <c:pt idx="4512">
                  <c:v>27.978681564331101</c:v>
                </c:pt>
                <c:pt idx="4513">
                  <c:v>27.961349487304702</c:v>
                </c:pt>
                <c:pt idx="4514">
                  <c:v>27.957736968994102</c:v>
                </c:pt>
                <c:pt idx="4515">
                  <c:v>27.957544326782202</c:v>
                </c:pt>
                <c:pt idx="4516">
                  <c:v>27.9333801269531</c:v>
                </c:pt>
                <c:pt idx="4517">
                  <c:v>27.953498840331999</c:v>
                </c:pt>
                <c:pt idx="4518">
                  <c:v>27.9517726898193</c:v>
                </c:pt>
                <c:pt idx="4519">
                  <c:v>27.957950592041001</c:v>
                </c:pt>
                <c:pt idx="4520">
                  <c:v>27.969890594482401</c:v>
                </c:pt>
                <c:pt idx="4521">
                  <c:v>27.975610733032202</c:v>
                </c:pt>
                <c:pt idx="4522">
                  <c:v>27.985704421997099</c:v>
                </c:pt>
                <c:pt idx="4523">
                  <c:v>27.984783172607401</c:v>
                </c:pt>
                <c:pt idx="4524">
                  <c:v>27.9875793457031</c:v>
                </c:pt>
                <c:pt idx="4525">
                  <c:v>28.000129699706999</c:v>
                </c:pt>
                <c:pt idx="4526">
                  <c:v>28.0056247711182</c:v>
                </c:pt>
                <c:pt idx="4527">
                  <c:v>28.005140304565401</c:v>
                </c:pt>
                <c:pt idx="4528">
                  <c:v>28.0075359344482</c:v>
                </c:pt>
                <c:pt idx="4529">
                  <c:v>28.0083332061768</c:v>
                </c:pt>
                <c:pt idx="4530">
                  <c:v>28.0093593597412</c:v>
                </c:pt>
                <c:pt idx="4531">
                  <c:v>28.010856628418001</c:v>
                </c:pt>
                <c:pt idx="4532">
                  <c:v>28.0143222808838</c:v>
                </c:pt>
                <c:pt idx="4533">
                  <c:v>28.025661468505898</c:v>
                </c:pt>
                <c:pt idx="4534">
                  <c:v>28.049760818481399</c:v>
                </c:pt>
                <c:pt idx="4535">
                  <c:v>28.0552673339844</c:v>
                </c:pt>
                <c:pt idx="4536">
                  <c:v>28.056888580322301</c:v>
                </c:pt>
                <c:pt idx="4537">
                  <c:v>28.051948547363299</c:v>
                </c:pt>
                <c:pt idx="4538">
                  <c:v>28.061143875122099</c:v>
                </c:pt>
                <c:pt idx="4539">
                  <c:v>28.059787750244102</c:v>
                </c:pt>
                <c:pt idx="4540">
                  <c:v>28.22487449646</c:v>
                </c:pt>
                <c:pt idx="4541">
                  <c:v>28.32057762146</c:v>
                </c:pt>
                <c:pt idx="4542">
                  <c:v>28.39524269104</c:v>
                </c:pt>
                <c:pt idx="4543">
                  <c:v>28.417833328247099</c:v>
                </c:pt>
                <c:pt idx="4544">
                  <c:v>28.4659233093262</c:v>
                </c:pt>
                <c:pt idx="4545">
                  <c:v>28.625637054443398</c:v>
                </c:pt>
                <c:pt idx="4546">
                  <c:v>28.7198581695557</c:v>
                </c:pt>
                <c:pt idx="4547">
                  <c:v>28.7429008483887</c:v>
                </c:pt>
                <c:pt idx="4548">
                  <c:v>28.7567138671875</c:v>
                </c:pt>
                <c:pt idx="4549">
                  <c:v>28.780073165893601</c:v>
                </c:pt>
                <c:pt idx="4550">
                  <c:v>28.8411350250244</c:v>
                </c:pt>
                <c:pt idx="4551">
                  <c:v>28.889234542846701</c:v>
                </c:pt>
                <c:pt idx="4552">
                  <c:v>28.927705764770501</c:v>
                </c:pt>
                <c:pt idx="4553">
                  <c:v>28.9632244110107</c:v>
                </c:pt>
                <c:pt idx="4554">
                  <c:v>29.063571929931602</c:v>
                </c:pt>
                <c:pt idx="4555">
                  <c:v>29.1157341003418</c:v>
                </c:pt>
                <c:pt idx="4556">
                  <c:v>29.1746006011963</c:v>
                </c:pt>
                <c:pt idx="4557">
                  <c:v>29.1866664886475</c:v>
                </c:pt>
                <c:pt idx="4558">
                  <c:v>29.1966552734375</c:v>
                </c:pt>
                <c:pt idx="4559">
                  <c:v>29.262025833129901</c:v>
                </c:pt>
                <c:pt idx="4560">
                  <c:v>29.372119903564499</c:v>
                </c:pt>
                <c:pt idx="4561">
                  <c:v>29.439403533935501</c:v>
                </c:pt>
                <c:pt idx="4562">
                  <c:v>29.4649047851563</c:v>
                </c:pt>
                <c:pt idx="4563">
                  <c:v>29.523073196411101</c:v>
                </c:pt>
                <c:pt idx="4564">
                  <c:v>29.604930877685501</c:v>
                </c:pt>
                <c:pt idx="4565">
                  <c:v>29.634357452392599</c:v>
                </c:pt>
                <c:pt idx="4566">
                  <c:v>29.652307510376001</c:v>
                </c:pt>
                <c:pt idx="4567">
                  <c:v>29.676563262939499</c:v>
                </c:pt>
                <c:pt idx="4568">
                  <c:v>29.698631286621101</c:v>
                </c:pt>
                <c:pt idx="4569">
                  <c:v>29.707675933837901</c:v>
                </c:pt>
                <c:pt idx="4570">
                  <c:v>29.712640762329102</c:v>
                </c:pt>
                <c:pt idx="4571">
                  <c:v>29.701595306396499</c:v>
                </c:pt>
                <c:pt idx="4572">
                  <c:v>29.7310981750488</c:v>
                </c:pt>
                <c:pt idx="4573">
                  <c:v>29.7689304351807</c:v>
                </c:pt>
                <c:pt idx="4574">
                  <c:v>29.805606842041001</c:v>
                </c:pt>
                <c:pt idx="4575">
                  <c:v>29.839401245117202</c:v>
                </c:pt>
                <c:pt idx="4576">
                  <c:v>29.891643524169901</c:v>
                </c:pt>
                <c:pt idx="4577">
                  <c:v>29.956184387206999</c:v>
                </c:pt>
                <c:pt idx="4578">
                  <c:v>29.984834671020501</c:v>
                </c:pt>
                <c:pt idx="4579">
                  <c:v>29.999931335449201</c:v>
                </c:pt>
                <c:pt idx="4580">
                  <c:v>30.015575408935501</c:v>
                </c:pt>
                <c:pt idx="4581">
                  <c:v>30.010662078857401</c:v>
                </c:pt>
                <c:pt idx="4582">
                  <c:v>30.058607101440401</c:v>
                </c:pt>
                <c:pt idx="4583">
                  <c:v>30.144279479980501</c:v>
                </c:pt>
                <c:pt idx="4584">
                  <c:v>30.171901702880898</c:v>
                </c:pt>
                <c:pt idx="4585">
                  <c:v>30.175199508666999</c:v>
                </c:pt>
                <c:pt idx="4586">
                  <c:v>30.196083068847699</c:v>
                </c:pt>
                <c:pt idx="4587">
                  <c:v>30.2747898101807</c:v>
                </c:pt>
                <c:pt idx="4588">
                  <c:v>30.346229553222699</c:v>
                </c:pt>
                <c:pt idx="4589">
                  <c:v>30.394218444824201</c:v>
                </c:pt>
                <c:pt idx="4590">
                  <c:v>30.434572219848601</c:v>
                </c:pt>
                <c:pt idx="4591">
                  <c:v>30.462837219238299</c:v>
                </c:pt>
                <c:pt idx="4592">
                  <c:v>30.519077301025401</c:v>
                </c:pt>
                <c:pt idx="4593">
                  <c:v>30.578712463378899</c:v>
                </c:pt>
                <c:pt idx="4594">
                  <c:v>30.5792045593262</c:v>
                </c:pt>
                <c:pt idx="4595">
                  <c:v>30.640621185302699</c:v>
                </c:pt>
                <c:pt idx="4596">
                  <c:v>30.6803894042969</c:v>
                </c:pt>
                <c:pt idx="4597">
                  <c:v>30.816089630126999</c:v>
                </c:pt>
                <c:pt idx="4598">
                  <c:v>31.004112243652301</c:v>
                </c:pt>
                <c:pt idx="4599">
                  <c:v>31.1385173797607</c:v>
                </c:pt>
                <c:pt idx="4600">
                  <c:v>31.197496414184599</c:v>
                </c:pt>
                <c:pt idx="4601">
                  <c:v>31.218246459960898</c:v>
                </c:pt>
                <c:pt idx="4602">
                  <c:v>31.207695007324201</c:v>
                </c:pt>
                <c:pt idx="4603">
                  <c:v>31.280380249023398</c:v>
                </c:pt>
                <c:pt idx="4604">
                  <c:v>31.307430267333999</c:v>
                </c:pt>
                <c:pt idx="4605">
                  <c:v>31.321317672729499</c:v>
                </c:pt>
                <c:pt idx="4606">
                  <c:v>31.318180084228501</c:v>
                </c:pt>
                <c:pt idx="4607">
                  <c:v>31.318819046020501</c:v>
                </c:pt>
                <c:pt idx="4608">
                  <c:v>31.323925018310501</c:v>
                </c:pt>
                <c:pt idx="4609">
                  <c:v>31.331193923950199</c:v>
                </c:pt>
                <c:pt idx="4610">
                  <c:v>31.3431701660156</c:v>
                </c:pt>
                <c:pt idx="4611">
                  <c:v>31.353746414184599</c:v>
                </c:pt>
                <c:pt idx="4612">
                  <c:v>31.351310729980501</c:v>
                </c:pt>
                <c:pt idx="4613">
                  <c:v>31.358684539794901</c:v>
                </c:pt>
                <c:pt idx="4614">
                  <c:v>31.401353836059599</c:v>
                </c:pt>
                <c:pt idx="4615">
                  <c:v>31.4091472625732</c:v>
                </c:pt>
                <c:pt idx="4616">
                  <c:v>31.420803070068398</c:v>
                </c:pt>
                <c:pt idx="4617">
                  <c:v>31.450546264648398</c:v>
                </c:pt>
                <c:pt idx="4618">
                  <c:v>31.494054794311499</c:v>
                </c:pt>
                <c:pt idx="4619">
                  <c:v>31.515037536621101</c:v>
                </c:pt>
                <c:pt idx="4620">
                  <c:v>31.535150527954102</c:v>
                </c:pt>
                <c:pt idx="4621">
                  <c:v>31.560785293579102</c:v>
                </c:pt>
                <c:pt idx="4622">
                  <c:v>31.612531661987301</c:v>
                </c:pt>
                <c:pt idx="4623">
                  <c:v>31.647773742675799</c:v>
                </c:pt>
                <c:pt idx="4624">
                  <c:v>31.645011901855501</c:v>
                </c:pt>
                <c:pt idx="4625">
                  <c:v>31.7330322265625</c:v>
                </c:pt>
                <c:pt idx="4626">
                  <c:v>31.757286071777301</c:v>
                </c:pt>
                <c:pt idx="4627">
                  <c:v>31.8330478668213</c:v>
                </c:pt>
                <c:pt idx="4628">
                  <c:v>31.902124404907202</c:v>
                </c:pt>
                <c:pt idx="4629">
                  <c:v>31.996303558349599</c:v>
                </c:pt>
                <c:pt idx="4630">
                  <c:v>32.050140380859403</c:v>
                </c:pt>
                <c:pt idx="4631">
                  <c:v>32.060691833496101</c:v>
                </c:pt>
                <c:pt idx="4632">
                  <c:v>32.120468139648402</c:v>
                </c:pt>
                <c:pt idx="4633">
                  <c:v>32.1467475891113</c:v>
                </c:pt>
                <c:pt idx="4634">
                  <c:v>32.166213989257798</c:v>
                </c:pt>
                <c:pt idx="4635">
                  <c:v>32.221019744873097</c:v>
                </c:pt>
                <c:pt idx="4636">
                  <c:v>32.265518188476598</c:v>
                </c:pt>
                <c:pt idx="4637">
                  <c:v>32.305656433105497</c:v>
                </c:pt>
                <c:pt idx="4638">
                  <c:v>32.340560913085902</c:v>
                </c:pt>
                <c:pt idx="4639">
                  <c:v>32.326900482177699</c:v>
                </c:pt>
                <c:pt idx="4640">
                  <c:v>32.390003204345703</c:v>
                </c:pt>
                <c:pt idx="4641">
                  <c:v>32.465682983398402</c:v>
                </c:pt>
                <c:pt idx="4642">
                  <c:v>32.565280914306598</c:v>
                </c:pt>
                <c:pt idx="4643">
                  <c:v>32.634349822998097</c:v>
                </c:pt>
                <c:pt idx="4644">
                  <c:v>32.7197265625</c:v>
                </c:pt>
                <c:pt idx="4645">
                  <c:v>32.817874908447301</c:v>
                </c:pt>
                <c:pt idx="4646">
                  <c:v>32.882072448730497</c:v>
                </c:pt>
                <c:pt idx="4647">
                  <c:v>32.939495086669901</c:v>
                </c:pt>
                <c:pt idx="4648">
                  <c:v>33.004108428955099</c:v>
                </c:pt>
                <c:pt idx="4649">
                  <c:v>33.076980590820298</c:v>
                </c:pt>
                <c:pt idx="4650">
                  <c:v>33.1122856140137</c:v>
                </c:pt>
                <c:pt idx="4651">
                  <c:v>33.130638122558601</c:v>
                </c:pt>
                <c:pt idx="4652">
                  <c:v>33.1856498718262</c:v>
                </c:pt>
                <c:pt idx="4653">
                  <c:v>33.244338989257798</c:v>
                </c:pt>
                <c:pt idx="4654">
                  <c:v>33.305736541748097</c:v>
                </c:pt>
                <c:pt idx="4655">
                  <c:v>33.360115051269503</c:v>
                </c:pt>
                <c:pt idx="4656">
                  <c:v>33.4282836914063</c:v>
                </c:pt>
                <c:pt idx="4657">
                  <c:v>33.493949890136697</c:v>
                </c:pt>
                <c:pt idx="4658">
                  <c:v>33.541954040527301</c:v>
                </c:pt>
                <c:pt idx="4659">
                  <c:v>33.606086730957003</c:v>
                </c:pt>
                <c:pt idx="4660">
                  <c:v>33.6671333312988</c:v>
                </c:pt>
                <c:pt idx="4661">
                  <c:v>33.7033081054688</c:v>
                </c:pt>
                <c:pt idx="4662">
                  <c:v>33.741363525390597</c:v>
                </c:pt>
                <c:pt idx="4663">
                  <c:v>33.754371643066399</c:v>
                </c:pt>
                <c:pt idx="4664">
                  <c:v>33.824832916259801</c:v>
                </c:pt>
                <c:pt idx="4665">
                  <c:v>33.920124053955099</c:v>
                </c:pt>
                <c:pt idx="4666">
                  <c:v>34.020439147949197</c:v>
                </c:pt>
                <c:pt idx="4667">
                  <c:v>34.158893585205099</c:v>
                </c:pt>
                <c:pt idx="4668">
                  <c:v>34.241954803466797</c:v>
                </c:pt>
                <c:pt idx="4669">
                  <c:v>34.319515228271499</c:v>
                </c:pt>
                <c:pt idx="4670">
                  <c:v>34.380279541015597</c:v>
                </c:pt>
                <c:pt idx="4671">
                  <c:v>34.467170715332003</c:v>
                </c:pt>
                <c:pt idx="4672">
                  <c:v>34.520992279052699</c:v>
                </c:pt>
                <c:pt idx="4673">
                  <c:v>34.548694610595703</c:v>
                </c:pt>
                <c:pt idx="4674">
                  <c:v>34.550239562988303</c:v>
                </c:pt>
                <c:pt idx="4675">
                  <c:v>34.551033020019503</c:v>
                </c:pt>
                <c:pt idx="4676">
                  <c:v>34.570541381835902</c:v>
                </c:pt>
                <c:pt idx="4677">
                  <c:v>34.6236763000488</c:v>
                </c:pt>
                <c:pt idx="4678">
                  <c:v>34.765544891357401</c:v>
                </c:pt>
                <c:pt idx="4679">
                  <c:v>34.855110168457003</c:v>
                </c:pt>
                <c:pt idx="4680">
                  <c:v>34.91357421875</c:v>
                </c:pt>
                <c:pt idx="4681">
                  <c:v>34.992866516113303</c:v>
                </c:pt>
                <c:pt idx="4682">
                  <c:v>35.113941192627003</c:v>
                </c:pt>
                <c:pt idx="4683">
                  <c:v>35.234832763671903</c:v>
                </c:pt>
                <c:pt idx="4684">
                  <c:v>35.326187133789098</c:v>
                </c:pt>
                <c:pt idx="4685">
                  <c:v>35.400619506835902</c:v>
                </c:pt>
                <c:pt idx="4686">
                  <c:v>35.453983306884801</c:v>
                </c:pt>
                <c:pt idx="4687">
                  <c:v>35.500202178955099</c:v>
                </c:pt>
                <c:pt idx="4688">
                  <c:v>35.518962860107401</c:v>
                </c:pt>
                <c:pt idx="4689">
                  <c:v>35.568328857421903</c:v>
                </c:pt>
                <c:pt idx="4690">
                  <c:v>35.604991912841797</c:v>
                </c:pt>
                <c:pt idx="4691">
                  <c:v>35.708156585693402</c:v>
                </c:pt>
                <c:pt idx="4692">
                  <c:v>35.782184600830099</c:v>
                </c:pt>
                <c:pt idx="4693">
                  <c:v>35.860885620117202</c:v>
                </c:pt>
                <c:pt idx="4694">
                  <c:v>35.918918609619098</c:v>
                </c:pt>
                <c:pt idx="4695">
                  <c:v>35.968593597412102</c:v>
                </c:pt>
                <c:pt idx="4696">
                  <c:v>36.015476226806598</c:v>
                </c:pt>
                <c:pt idx="4697">
                  <c:v>36.060291290283203</c:v>
                </c:pt>
                <c:pt idx="4698">
                  <c:v>36.160346984863303</c:v>
                </c:pt>
                <c:pt idx="4699">
                  <c:v>36.240421295166001</c:v>
                </c:pt>
                <c:pt idx="4700">
                  <c:v>36.300025939941399</c:v>
                </c:pt>
                <c:pt idx="4701">
                  <c:v>36.365036010742202</c:v>
                </c:pt>
                <c:pt idx="4702">
                  <c:v>36.404048919677699</c:v>
                </c:pt>
                <c:pt idx="4703">
                  <c:v>36.485031127929702</c:v>
                </c:pt>
                <c:pt idx="4704">
                  <c:v>36.510929107666001</c:v>
                </c:pt>
                <c:pt idx="4705">
                  <c:v>36.531764984130902</c:v>
                </c:pt>
                <c:pt idx="4706">
                  <c:v>36.550430297851598</c:v>
                </c:pt>
                <c:pt idx="4707">
                  <c:v>36.617954254150398</c:v>
                </c:pt>
                <c:pt idx="4708">
                  <c:v>36.7263374328613</c:v>
                </c:pt>
                <c:pt idx="4709">
                  <c:v>36.832565307617202</c:v>
                </c:pt>
                <c:pt idx="4710">
                  <c:v>36.895317077636697</c:v>
                </c:pt>
                <c:pt idx="4711">
                  <c:v>36.914512634277301</c:v>
                </c:pt>
                <c:pt idx="4712">
                  <c:v>37.005973815917997</c:v>
                </c:pt>
                <c:pt idx="4713">
                  <c:v>37.0422172546387</c:v>
                </c:pt>
                <c:pt idx="4714">
                  <c:v>37.058189392089801</c:v>
                </c:pt>
                <c:pt idx="4715">
                  <c:v>37.153308868408203</c:v>
                </c:pt>
                <c:pt idx="4716">
                  <c:v>37.342250823974602</c:v>
                </c:pt>
                <c:pt idx="4717">
                  <c:v>37.384872436523402</c:v>
                </c:pt>
                <c:pt idx="4718">
                  <c:v>37.434799194335902</c:v>
                </c:pt>
                <c:pt idx="4719">
                  <c:v>37.557209014892599</c:v>
                </c:pt>
                <c:pt idx="4720">
                  <c:v>37.670768737792997</c:v>
                </c:pt>
                <c:pt idx="4721">
                  <c:v>37.747901916503899</c:v>
                </c:pt>
                <c:pt idx="4722">
                  <c:v>37.799942016601598</c:v>
                </c:pt>
                <c:pt idx="4723">
                  <c:v>37.829410552978501</c:v>
                </c:pt>
                <c:pt idx="4724">
                  <c:v>37.854286193847699</c:v>
                </c:pt>
                <c:pt idx="4725">
                  <c:v>37.864234924316399</c:v>
                </c:pt>
                <c:pt idx="4726">
                  <c:v>37.8731498718262</c:v>
                </c:pt>
                <c:pt idx="4727">
                  <c:v>37.887413024902301</c:v>
                </c:pt>
                <c:pt idx="4728">
                  <c:v>37.906642913818402</c:v>
                </c:pt>
                <c:pt idx="4729">
                  <c:v>37.928314208984403</c:v>
                </c:pt>
                <c:pt idx="4730">
                  <c:v>37.969364166259801</c:v>
                </c:pt>
                <c:pt idx="4731">
                  <c:v>38.048431396484403</c:v>
                </c:pt>
                <c:pt idx="4732">
                  <c:v>38.072250366210902</c:v>
                </c:pt>
                <c:pt idx="4733">
                  <c:v>38.104953765869098</c:v>
                </c:pt>
                <c:pt idx="4734">
                  <c:v>38.117561340332003</c:v>
                </c:pt>
                <c:pt idx="4735">
                  <c:v>38.122718811035199</c:v>
                </c:pt>
                <c:pt idx="4736">
                  <c:v>38.132961273193402</c:v>
                </c:pt>
                <c:pt idx="4737">
                  <c:v>38.160076141357401</c:v>
                </c:pt>
                <c:pt idx="4738">
                  <c:v>38.204421997070298</c:v>
                </c:pt>
                <c:pt idx="4739">
                  <c:v>38.2280464172363</c:v>
                </c:pt>
                <c:pt idx="4740">
                  <c:v>38.266929626464801</c:v>
                </c:pt>
                <c:pt idx="4741">
                  <c:v>38.268993377685597</c:v>
                </c:pt>
                <c:pt idx="4742">
                  <c:v>38.3515815734863</c:v>
                </c:pt>
                <c:pt idx="4743">
                  <c:v>38.422672271728501</c:v>
                </c:pt>
                <c:pt idx="4744">
                  <c:v>38.455135345458999</c:v>
                </c:pt>
                <c:pt idx="4745">
                  <c:v>38.468631744384801</c:v>
                </c:pt>
                <c:pt idx="4746">
                  <c:v>38.496837615966797</c:v>
                </c:pt>
                <c:pt idx="4747">
                  <c:v>38.527477264404297</c:v>
                </c:pt>
                <c:pt idx="4748">
                  <c:v>38.5471000671387</c:v>
                </c:pt>
                <c:pt idx="4749">
                  <c:v>38.523994445800803</c:v>
                </c:pt>
                <c:pt idx="4750">
                  <c:v>38.532127380371101</c:v>
                </c:pt>
                <c:pt idx="4751">
                  <c:v>38.6069526672363</c:v>
                </c:pt>
                <c:pt idx="4752">
                  <c:v>38.646148681640597</c:v>
                </c:pt>
                <c:pt idx="4753">
                  <c:v>38.671115875244098</c:v>
                </c:pt>
                <c:pt idx="4754">
                  <c:v>38.685264587402301</c:v>
                </c:pt>
                <c:pt idx="4755">
                  <c:v>38.693389892578097</c:v>
                </c:pt>
                <c:pt idx="4756">
                  <c:v>38.694942474365199</c:v>
                </c:pt>
                <c:pt idx="4757">
                  <c:v>38.690395355224602</c:v>
                </c:pt>
                <c:pt idx="4758">
                  <c:v>38.748645782470703</c:v>
                </c:pt>
                <c:pt idx="4759">
                  <c:v>38.849308013916001</c:v>
                </c:pt>
                <c:pt idx="4760">
                  <c:v>38.843368530273402</c:v>
                </c:pt>
                <c:pt idx="4761">
                  <c:v>38.816520690917997</c:v>
                </c:pt>
                <c:pt idx="4762">
                  <c:v>38.792675018310597</c:v>
                </c:pt>
                <c:pt idx="4763">
                  <c:v>38.7741508483887</c:v>
                </c:pt>
                <c:pt idx="4764">
                  <c:v>38.844772338867202</c:v>
                </c:pt>
                <c:pt idx="4765">
                  <c:v>38.8551635742188</c:v>
                </c:pt>
                <c:pt idx="4766">
                  <c:v>38.883922576904297</c:v>
                </c:pt>
                <c:pt idx="4767">
                  <c:v>38.885612487792997</c:v>
                </c:pt>
                <c:pt idx="4768">
                  <c:v>38.882999420166001</c:v>
                </c:pt>
                <c:pt idx="4769">
                  <c:v>38.874805450439503</c:v>
                </c:pt>
                <c:pt idx="4770">
                  <c:v>38.858016967773402</c:v>
                </c:pt>
                <c:pt idx="4771">
                  <c:v>38.8787651062012</c:v>
                </c:pt>
                <c:pt idx="4772">
                  <c:v>38.891490936279297</c:v>
                </c:pt>
                <c:pt idx="4773">
                  <c:v>38.909137725830099</c:v>
                </c:pt>
                <c:pt idx="4774">
                  <c:v>38.931526184082003</c:v>
                </c:pt>
                <c:pt idx="4775">
                  <c:v>38.918186187744098</c:v>
                </c:pt>
                <c:pt idx="4776">
                  <c:v>38.862861633300803</c:v>
                </c:pt>
                <c:pt idx="4777">
                  <c:v>38.913616180419901</c:v>
                </c:pt>
                <c:pt idx="4778">
                  <c:v>38.966014862060597</c:v>
                </c:pt>
                <c:pt idx="4779">
                  <c:v>39.010738372802699</c:v>
                </c:pt>
                <c:pt idx="4780">
                  <c:v>39.049201965332003</c:v>
                </c:pt>
                <c:pt idx="4781">
                  <c:v>39.071334838867202</c:v>
                </c:pt>
                <c:pt idx="4782">
                  <c:v>39.102188110351598</c:v>
                </c:pt>
                <c:pt idx="4783">
                  <c:v>39.1524848937988</c:v>
                </c:pt>
                <c:pt idx="4784">
                  <c:v>39.183849334716797</c:v>
                </c:pt>
                <c:pt idx="4785">
                  <c:v>39.189052581787102</c:v>
                </c:pt>
                <c:pt idx="4786">
                  <c:v>39.197452545166001</c:v>
                </c:pt>
                <c:pt idx="4787">
                  <c:v>39.206485748291001</c:v>
                </c:pt>
                <c:pt idx="4788">
                  <c:v>39.247909545898402</c:v>
                </c:pt>
                <c:pt idx="4789">
                  <c:v>39.309196472167997</c:v>
                </c:pt>
                <c:pt idx="4790">
                  <c:v>39.318489074707003</c:v>
                </c:pt>
                <c:pt idx="4791">
                  <c:v>39.353988647460902</c:v>
                </c:pt>
                <c:pt idx="4792">
                  <c:v>39.363128662109403</c:v>
                </c:pt>
                <c:pt idx="4793">
                  <c:v>39.367237091064503</c:v>
                </c:pt>
                <c:pt idx="4794">
                  <c:v>39.386924743652301</c:v>
                </c:pt>
                <c:pt idx="4795">
                  <c:v>39.408412933349602</c:v>
                </c:pt>
                <c:pt idx="4796">
                  <c:v>39.421951293945298</c:v>
                </c:pt>
                <c:pt idx="4797">
                  <c:v>39.433792114257798</c:v>
                </c:pt>
                <c:pt idx="4798">
                  <c:v>39.441940307617202</c:v>
                </c:pt>
                <c:pt idx="4799">
                  <c:v>39.4436645507813</c:v>
                </c:pt>
                <c:pt idx="4800">
                  <c:v>39.446239471435597</c:v>
                </c:pt>
                <c:pt idx="4801">
                  <c:v>39.4474906921387</c:v>
                </c:pt>
                <c:pt idx="4802">
                  <c:v>39.449050903320298</c:v>
                </c:pt>
                <c:pt idx="4803">
                  <c:v>39.450626373291001</c:v>
                </c:pt>
                <c:pt idx="4804">
                  <c:v>39.449745178222699</c:v>
                </c:pt>
                <c:pt idx="4805">
                  <c:v>39.450981140136697</c:v>
                </c:pt>
                <c:pt idx="4806">
                  <c:v>39.451618194580099</c:v>
                </c:pt>
                <c:pt idx="4807">
                  <c:v>39.451099395752003</c:v>
                </c:pt>
                <c:pt idx="4808">
                  <c:v>39.451675415039098</c:v>
                </c:pt>
                <c:pt idx="4809">
                  <c:v>39.451972961425803</c:v>
                </c:pt>
                <c:pt idx="4810">
                  <c:v>39.452125549316399</c:v>
                </c:pt>
                <c:pt idx="4811">
                  <c:v>39.452205657958999</c:v>
                </c:pt>
                <c:pt idx="4812">
                  <c:v>39.452243804931598</c:v>
                </c:pt>
                <c:pt idx="4813">
                  <c:v>39.452266693115199</c:v>
                </c:pt>
                <c:pt idx="4814">
                  <c:v>39.451427459716797</c:v>
                </c:pt>
                <c:pt idx="4815">
                  <c:v>39.451072692871101</c:v>
                </c:pt>
                <c:pt idx="4816">
                  <c:v>39.451663970947301</c:v>
                </c:pt>
                <c:pt idx="4817">
                  <c:v>39.4519653320313</c:v>
                </c:pt>
                <c:pt idx="4818">
                  <c:v>39.452121734619098</c:v>
                </c:pt>
                <c:pt idx="4819">
                  <c:v>39.452201843261697</c:v>
                </c:pt>
                <c:pt idx="4820">
                  <c:v>39.452243804931598</c:v>
                </c:pt>
                <c:pt idx="4821">
                  <c:v>39.452262878417997</c:v>
                </c:pt>
                <c:pt idx="4822">
                  <c:v>39.450145721435597</c:v>
                </c:pt>
                <c:pt idx="4823">
                  <c:v>39.449256896972699</c:v>
                </c:pt>
                <c:pt idx="4824">
                  <c:v>39.450729370117202</c:v>
                </c:pt>
                <c:pt idx="4825">
                  <c:v>39.451488494873097</c:v>
                </c:pt>
                <c:pt idx="4826">
                  <c:v>39.451877593994098</c:v>
                </c:pt>
                <c:pt idx="4827">
                  <c:v>39.452075958252003</c:v>
                </c:pt>
                <c:pt idx="4828">
                  <c:v>39.452178955078097</c:v>
                </c:pt>
                <c:pt idx="4829">
                  <c:v>39.452232360839801</c:v>
                </c:pt>
                <c:pt idx="4830">
                  <c:v>39.452259063720703</c:v>
                </c:pt>
                <c:pt idx="4831">
                  <c:v>39.451427459716797</c:v>
                </c:pt>
                <c:pt idx="4832">
                  <c:v>39.451847076416001</c:v>
                </c:pt>
                <c:pt idx="4833">
                  <c:v>39.452060699462898</c:v>
                </c:pt>
                <c:pt idx="4834">
                  <c:v>39.450481414794901</c:v>
                </c:pt>
                <c:pt idx="4835">
                  <c:v>39.446292877197301</c:v>
                </c:pt>
                <c:pt idx="4836">
                  <c:v>39.449211120605497</c:v>
                </c:pt>
                <c:pt idx="4837">
                  <c:v>39.450706481933601</c:v>
                </c:pt>
                <c:pt idx="4838">
                  <c:v>39.4510498046875</c:v>
                </c:pt>
                <c:pt idx="4839">
                  <c:v>39.450839996337898</c:v>
                </c:pt>
                <c:pt idx="4840">
                  <c:v>39.451156616210902</c:v>
                </c:pt>
                <c:pt idx="4841">
                  <c:v>39.451705932617202</c:v>
                </c:pt>
                <c:pt idx="4842">
                  <c:v>39.450302124023402</c:v>
                </c:pt>
                <c:pt idx="4843">
                  <c:v>39.451267242431598</c:v>
                </c:pt>
                <c:pt idx="4844">
                  <c:v>39.447101593017599</c:v>
                </c:pt>
                <c:pt idx="4845">
                  <c:v>39.440582275390597</c:v>
                </c:pt>
                <c:pt idx="4846">
                  <c:v>39.445888519287102</c:v>
                </c:pt>
                <c:pt idx="4847">
                  <c:v>39.449001312255902</c:v>
                </c:pt>
                <c:pt idx="4848">
                  <c:v>39.450599670410199</c:v>
                </c:pt>
                <c:pt idx="4849">
                  <c:v>39.451419830322301</c:v>
                </c:pt>
                <c:pt idx="4850">
                  <c:v>39.4518432617188</c:v>
                </c:pt>
                <c:pt idx="4851">
                  <c:v>39.452056884765597</c:v>
                </c:pt>
                <c:pt idx="4852">
                  <c:v>39.451324462890597</c:v>
                </c:pt>
                <c:pt idx="4853">
                  <c:v>39.450099945068402</c:v>
                </c:pt>
                <c:pt idx="4854">
                  <c:v>39.4478569030762</c:v>
                </c:pt>
                <c:pt idx="4855">
                  <c:v>39.4500122070313</c:v>
                </c:pt>
                <c:pt idx="4856">
                  <c:v>39.450267791748097</c:v>
                </c:pt>
                <c:pt idx="4857">
                  <c:v>39.449626922607401</c:v>
                </c:pt>
                <c:pt idx="4858">
                  <c:v>39.450149536132798</c:v>
                </c:pt>
                <c:pt idx="4859">
                  <c:v>39.451187133789098</c:v>
                </c:pt>
                <c:pt idx="4860">
                  <c:v>39.4517211914063</c:v>
                </c:pt>
                <c:pt idx="4861">
                  <c:v>39.451995849609403</c:v>
                </c:pt>
                <c:pt idx="4862">
                  <c:v>39.452136993408203</c:v>
                </c:pt>
                <c:pt idx="4863">
                  <c:v>39.4522094726563</c:v>
                </c:pt>
                <c:pt idx="4864">
                  <c:v>39.452247619628899</c:v>
                </c:pt>
                <c:pt idx="4865">
                  <c:v>39.452266693115199</c:v>
                </c:pt>
                <c:pt idx="4866">
                  <c:v>39.452278137207003</c:v>
                </c:pt>
                <c:pt idx="4867">
                  <c:v>39.452281951904297</c:v>
                </c:pt>
                <c:pt idx="4868">
                  <c:v>39.452281951904297</c:v>
                </c:pt>
                <c:pt idx="4869">
                  <c:v>39.452285766601598</c:v>
                </c:pt>
                <c:pt idx="4870">
                  <c:v>39.452285766601598</c:v>
                </c:pt>
                <c:pt idx="4871">
                  <c:v>39.452285766601598</c:v>
                </c:pt>
                <c:pt idx="4872">
                  <c:v>39.450599670410199</c:v>
                </c:pt>
                <c:pt idx="4873">
                  <c:v>39.451419830322301</c:v>
                </c:pt>
                <c:pt idx="4874">
                  <c:v>39.4518432617188</c:v>
                </c:pt>
                <c:pt idx="4875">
                  <c:v>39.452056884765597</c:v>
                </c:pt>
                <c:pt idx="4876">
                  <c:v>39.4521675109863</c:v>
                </c:pt>
                <c:pt idx="4877">
                  <c:v>39.452224731445298</c:v>
                </c:pt>
                <c:pt idx="4878">
                  <c:v>39.452255249023402</c:v>
                </c:pt>
                <c:pt idx="4879">
                  <c:v>39.4522705078125</c:v>
                </c:pt>
                <c:pt idx="4880">
                  <c:v>39.452278137207003</c:v>
                </c:pt>
                <c:pt idx="4881">
                  <c:v>39.452281951904297</c:v>
                </c:pt>
                <c:pt idx="4882">
                  <c:v>39.452285766601598</c:v>
                </c:pt>
                <c:pt idx="4883">
                  <c:v>39.452285766601598</c:v>
                </c:pt>
                <c:pt idx="4884">
                  <c:v>39.452285766601598</c:v>
                </c:pt>
                <c:pt idx="4885">
                  <c:v>39.452285766601598</c:v>
                </c:pt>
                <c:pt idx="4886">
                  <c:v>39.452285766601598</c:v>
                </c:pt>
                <c:pt idx="4887">
                  <c:v>39.452285766601598</c:v>
                </c:pt>
                <c:pt idx="4888">
                  <c:v>39.452285766601598</c:v>
                </c:pt>
                <c:pt idx="4889">
                  <c:v>39.452285766601598</c:v>
                </c:pt>
                <c:pt idx="4890">
                  <c:v>39.452285766601598</c:v>
                </c:pt>
                <c:pt idx="4891">
                  <c:v>39.452285766601598</c:v>
                </c:pt>
                <c:pt idx="4892">
                  <c:v>39.452285766601598</c:v>
                </c:pt>
                <c:pt idx="4893">
                  <c:v>39.452285766601598</c:v>
                </c:pt>
                <c:pt idx="4894">
                  <c:v>39.481155395507798</c:v>
                </c:pt>
                <c:pt idx="4895">
                  <c:v>39.467113494873097</c:v>
                </c:pt>
                <c:pt idx="4896">
                  <c:v>39.4598999023438</c:v>
                </c:pt>
                <c:pt idx="4897">
                  <c:v>39.4561958312988</c:v>
                </c:pt>
                <c:pt idx="4898">
                  <c:v>39.454292297363303</c:v>
                </c:pt>
                <c:pt idx="4899">
                  <c:v>39.453315734863303</c:v>
                </c:pt>
                <c:pt idx="4900">
                  <c:v>39.452816009521499</c:v>
                </c:pt>
                <c:pt idx="4901">
                  <c:v>39.466606140136697</c:v>
                </c:pt>
                <c:pt idx="4902">
                  <c:v>39.493804931640597</c:v>
                </c:pt>
                <c:pt idx="4903">
                  <c:v>39.509506225585902</c:v>
                </c:pt>
                <c:pt idx="4904">
                  <c:v>39.498752593994098</c:v>
                </c:pt>
                <c:pt idx="4905">
                  <c:v>39.490188598632798</c:v>
                </c:pt>
                <c:pt idx="4906">
                  <c:v>39.620574951171903</c:v>
                </c:pt>
                <c:pt idx="4907">
                  <c:v>39.792190551757798</c:v>
                </c:pt>
                <c:pt idx="4908">
                  <c:v>39.7669486999512</c:v>
                </c:pt>
                <c:pt idx="4909">
                  <c:v>39.712791442871101</c:v>
                </c:pt>
                <c:pt idx="4910">
                  <c:v>39.804500579833999</c:v>
                </c:pt>
                <c:pt idx="4911">
                  <c:v>39.830230712890597</c:v>
                </c:pt>
                <c:pt idx="4912">
                  <c:v>40.064151763916001</c:v>
                </c:pt>
                <c:pt idx="4913">
                  <c:v>40.3116455078125</c:v>
                </c:pt>
                <c:pt idx="4914">
                  <c:v>40.666007995605497</c:v>
                </c:pt>
                <c:pt idx="4915">
                  <c:v>40.836280822753899</c:v>
                </c:pt>
                <c:pt idx="4916">
                  <c:v>41.001392364502003</c:v>
                </c:pt>
                <c:pt idx="4917">
                  <c:v>40.971874237060597</c:v>
                </c:pt>
                <c:pt idx="4918">
                  <c:v>41.034530639648402</c:v>
                </c:pt>
                <c:pt idx="4919">
                  <c:v>41.113101959228501</c:v>
                </c:pt>
                <c:pt idx="4920">
                  <c:v>41.213268280029297</c:v>
                </c:pt>
                <c:pt idx="4921">
                  <c:v>41.303993225097699</c:v>
                </c:pt>
                <c:pt idx="4922">
                  <c:v>41.3933715820313</c:v>
                </c:pt>
                <c:pt idx="4923">
                  <c:v>41.402706146240199</c:v>
                </c:pt>
                <c:pt idx="4924">
                  <c:v>41.413337707519503</c:v>
                </c:pt>
                <c:pt idx="4925">
                  <c:v>41.272232055664098</c:v>
                </c:pt>
                <c:pt idx="4926">
                  <c:v>41.328666687011697</c:v>
                </c:pt>
                <c:pt idx="4927">
                  <c:v>41.3947944641113</c:v>
                </c:pt>
                <c:pt idx="4928">
                  <c:v>41.502662658691399</c:v>
                </c:pt>
                <c:pt idx="4929">
                  <c:v>41.575645446777301</c:v>
                </c:pt>
                <c:pt idx="4930">
                  <c:v>41.658370971679702</c:v>
                </c:pt>
                <c:pt idx="4931">
                  <c:v>41.709159851074197</c:v>
                </c:pt>
                <c:pt idx="4932">
                  <c:v>41.736881256103501</c:v>
                </c:pt>
                <c:pt idx="4933">
                  <c:v>41.745571136474602</c:v>
                </c:pt>
                <c:pt idx="4934">
                  <c:v>41.766532897949197</c:v>
                </c:pt>
                <c:pt idx="4935">
                  <c:v>41.772068023681598</c:v>
                </c:pt>
                <c:pt idx="4936">
                  <c:v>41.828514099121101</c:v>
                </c:pt>
                <c:pt idx="4937">
                  <c:v>41.796653747558601</c:v>
                </c:pt>
                <c:pt idx="4938">
                  <c:v>41.845920562744098</c:v>
                </c:pt>
                <c:pt idx="4939">
                  <c:v>41.877357482910199</c:v>
                </c:pt>
                <c:pt idx="4940">
                  <c:v>41.933807373046903</c:v>
                </c:pt>
                <c:pt idx="4941">
                  <c:v>41.953575134277301</c:v>
                </c:pt>
                <c:pt idx="4942">
                  <c:v>41.929771423339801</c:v>
                </c:pt>
                <c:pt idx="4943">
                  <c:v>41.864673614502003</c:v>
                </c:pt>
                <c:pt idx="4944">
                  <c:v>41.936470031738303</c:v>
                </c:pt>
                <c:pt idx="4945">
                  <c:v>41.9301567077637</c:v>
                </c:pt>
                <c:pt idx="4946">
                  <c:v>41.953578948974602</c:v>
                </c:pt>
                <c:pt idx="4947">
                  <c:v>41.966911315917997</c:v>
                </c:pt>
                <c:pt idx="4948">
                  <c:v>42.012012481689503</c:v>
                </c:pt>
                <c:pt idx="4949">
                  <c:v>41.980720520019503</c:v>
                </c:pt>
                <c:pt idx="4950">
                  <c:v>41.947483062744098</c:v>
                </c:pt>
                <c:pt idx="4951">
                  <c:v>41.952995300292997</c:v>
                </c:pt>
                <c:pt idx="4952">
                  <c:v>41.943122863769503</c:v>
                </c:pt>
                <c:pt idx="4953">
                  <c:v>41.955928802490199</c:v>
                </c:pt>
                <c:pt idx="4954">
                  <c:v>41.917171478271499</c:v>
                </c:pt>
                <c:pt idx="4955">
                  <c:v>41.889606475830099</c:v>
                </c:pt>
                <c:pt idx="4956">
                  <c:v>41.949554443359403</c:v>
                </c:pt>
                <c:pt idx="4957">
                  <c:v>41.934288024902301</c:v>
                </c:pt>
                <c:pt idx="4958">
                  <c:v>41.969364166259801</c:v>
                </c:pt>
                <c:pt idx="4959">
                  <c:v>41.960575103759801</c:v>
                </c:pt>
                <c:pt idx="4960">
                  <c:v>41.967777252197301</c:v>
                </c:pt>
                <c:pt idx="4961">
                  <c:v>41.992591857910199</c:v>
                </c:pt>
                <c:pt idx="4962">
                  <c:v>42.047290802002003</c:v>
                </c:pt>
                <c:pt idx="4963">
                  <c:v>42.066658020019503</c:v>
                </c:pt>
                <c:pt idx="4964">
                  <c:v>42.074745178222699</c:v>
                </c:pt>
                <c:pt idx="4965">
                  <c:v>42.046318054199197</c:v>
                </c:pt>
                <c:pt idx="4966">
                  <c:v>42.076122283935597</c:v>
                </c:pt>
                <c:pt idx="4967">
                  <c:v>42.162235260009801</c:v>
                </c:pt>
                <c:pt idx="4968">
                  <c:v>42.275642395019503</c:v>
                </c:pt>
                <c:pt idx="4969">
                  <c:v>42.255092620849602</c:v>
                </c:pt>
                <c:pt idx="4970">
                  <c:v>42.2501220703125</c:v>
                </c:pt>
                <c:pt idx="4971">
                  <c:v>42.234424591064503</c:v>
                </c:pt>
                <c:pt idx="4972">
                  <c:v>42.166419982910199</c:v>
                </c:pt>
                <c:pt idx="4973">
                  <c:v>42.159599304199197</c:v>
                </c:pt>
                <c:pt idx="4974">
                  <c:v>42.186824798583999</c:v>
                </c:pt>
                <c:pt idx="4975">
                  <c:v>42.161705017089801</c:v>
                </c:pt>
                <c:pt idx="4976">
                  <c:v>42.295707702636697</c:v>
                </c:pt>
                <c:pt idx="4977">
                  <c:v>42.237052917480497</c:v>
                </c:pt>
                <c:pt idx="4978">
                  <c:v>42.326595306396499</c:v>
                </c:pt>
                <c:pt idx="4979">
                  <c:v>42.289096832275398</c:v>
                </c:pt>
                <c:pt idx="4980">
                  <c:v>42.335838317871101</c:v>
                </c:pt>
                <c:pt idx="4981">
                  <c:v>42.340766906738303</c:v>
                </c:pt>
                <c:pt idx="4982">
                  <c:v>42.423126220703097</c:v>
                </c:pt>
                <c:pt idx="4983">
                  <c:v>42.547298431396499</c:v>
                </c:pt>
                <c:pt idx="4984">
                  <c:v>42.573966979980497</c:v>
                </c:pt>
                <c:pt idx="4985">
                  <c:v>42.540191650390597</c:v>
                </c:pt>
                <c:pt idx="4986">
                  <c:v>42.567378997802699</c:v>
                </c:pt>
                <c:pt idx="4987">
                  <c:v>42.650188446044901</c:v>
                </c:pt>
                <c:pt idx="4988">
                  <c:v>42.674442291259801</c:v>
                </c:pt>
                <c:pt idx="4989">
                  <c:v>42.721073150634801</c:v>
                </c:pt>
                <c:pt idx="4990">
                  <c:v>42.731487274169901</c:v>
                </c:pt>
                <c:pt idx="4991">
                  <c:v>42.734649658203097</c:v>
                </c:pt>
                <c:pt idx="4992">
                  <c:v>42.719242095947301</c:v>
                </c:pt>
                <c:pt idx="4993">
                  <c:v>42.684612274169901</c:v>
                </c:pt>
                <c:pt idx="4994">
                  <c:v>42.697967529296903</c:v>
                </c:pt>
                <c:pt idx="4995">
                  <c:v>42.719703674316399</c:v>
                </c:pt>
                <c:pt idx="4996">
                  <c:v>42.739707946777301</c:v>
                </c:pt>
                <c:pt idx="4997">
                  <c:v>42.741485595703097</c:v>
                </c:pt>
                <c:pt idx="4998">
                  <c:v>42.744838714599602</c:v>
                </c:pt>
                <c:pt idx="4999">
                  <c:v>42.753700256347699</c:v>
                </c:pt>
                <c:pt idx="5000">
                  <c:v>42.738784790039098</c:v>
                </c:pt>
                <c:pt idx="5001">
                  <c:v>42.754764556884801</c:v>
                </c:pt>
                <c:pt idx="5002">
                  <c:v>42.763912200927699</c:v>
                </c:pt>
                <c:pt idx="5003">
                  <c:v>42.767009735107401</c:v>
                </c:pt>
                <c:pt idx="5004">
                  <c:v>42.756866455078097</c:v>
                </c:pt>
                <c:pt idx="5005">
                  <c:v>42.765636444091797</c:v>
                </c:pt>
                <c:pt idx="5006">
                  <c:v>42.768962860107401</c:v>
                </c:pt>
                <c:pt idx="5007">
                  <c:v>42.769603729248097</c:v>
                </c:pt>
                <c:pt idx="5008">
                  <c:v>42.770587921142599</c:v>
                </c:pt>
                <c:pt idx="5009">
                  <c:v>42.772037506103501</c:v>
                </c:pt>
                <c:pt idx="5010">
                  <c:v>42.759433746337898</c:v>
                </c:pt>
                <c:pt idx="5011">
                  <c:v>42.768646240234403</c:v>
                </c:pt>
                <c:pt idx="5012">
                  <c:v>42.770099639892599</c:v>
                </c:pt>
                <c:pt idx="5013">
                  <c:v>42.774494171142599</c:v>
                </c:pt>
                <c:pt idx="5014">
                  <c:v>42.7724418640137</c:v>
                </c:pt>
                <c:pt idx="5015">
                  <c:v>42.772487640380902</c:v>
                </c:pt>
                <c:pt idx="5016">
                  <c:v>42.774082183837898</c:v>
                </c:pt>
                <c:pt idx="5017">
                  <c:v>42.775108337402301</c:v>
                </c:pt>
                <c:pt idx="5018">
                  <c:v>42.778469085693402</c:v>
                </c:pt>
                <c:pt idx="5019">
                  <c:v>42.777847290039098</c:v>
                </c:pt>
                <c:pt idx="5020">
                  <c:v>42.776424407958999</c:v>
                </c:pt>
                <c:pt idx="5021">
                  <c:v>42.787376403808601</c:v>
                </c:pt>
                <c:pt idx="5022">
                  <c:v>42.789173126220703</c:v>
                </c:pt>
                <c:pt idx="5023">
                  <c:v>42.792667388916001</c:v>
                </c:pt>
                <c:pt idx="5024">
                  <c:v>42.7904243469238</c:v>
                </c:pt>
                <c:pt idx="5025">
                  <c:v>42.783931732177699</c:v>
                </c:pt>
                <c:pt idx="5026">
                  <c:v>42.781478881835902</c:v>
                </c:pt>
                <c:pt idx="5027">
                  <c:v>42.786205291748097</c:v>
                </c:pt>
                <c:pt idx="5028">
                  <c:v>42.783641815185597</c:v>
                </c:pt>
                <c:pt idx="5029">
                  <c:v>42.784397125244098</c:v>
                </c:pt>
                <c:pt idx="5030">
                  <c:v>42.7854194641113</c:v>
                </c:pt>
                <c:pt idx="5031">
                  <c:v>42.779464721679702</c:v>
                </c:pt>
                <c:pt idx="5032">
                  <c:v>42.794910430908203</c:v>
                </c:pt>
                <c:pt idx="5033">
                  <c:v>42.805736541748097</c:v>
                </c:pt>
                <c:pt idx="5034">
                  <c:v>42.785076141357401</c:v>
                </c:pt>
                <c:pt idx="5035">
                  <c:v>42.786964416503899</c:v>
                </c:pt>
                <c:pt idx="5036">
                  <c:v>42.791801452636697</c:v>
                </c:pt>
                <c:pt idx="5037">
                  <c:v>42.782985687255902</c:v>
                </c:pt>
                <c:pt idx="5038">
                  <c:v>42.780654907226598</c:v>
                </c:pt>
                <c:pt idx="5039">
                  <c:v>42.781124114990199</c:v>
                </c:pt>
                <c:pt idx="5040">
                  <c:v>42.778465270996101</c:v>
                </c:pt>
                <c:pt idx="5041">
                  <c:v>42.779449462890597</c:v>
                </c:pt>
                <c:pt idx="5042">
                  <c:v>42.782299041748097</c:v>
                </c:pt>
                <c:pt idx="5043">
                  <c:v>42.77783203125</c:v>
                </c:pt>
                <c:pt idx="5044">
                  <c:v>42.776229858398402</c:v>
                </c:pt>
                <c:pt idx="5045">
                  <c:v>42.777191162109403</c:v>
                </c:pt>
                <c:pt idx="5046">
                  <c:v>42.777553558349602</c:v>
                </c:pt>
                <c:pt idx="5047">
                  <c:v>42.774013519287102</c:v>
                </c:pt>
                <c:pt idx="5048">
                  <c:v>42.7721977233887</c:v>
                </c:pt>
                <c:pt idx="5049">
                  <c:v>42.771263122558601</c:v>
                </c:pt>
                <c:pt idx="5050">
                  <c:v>42.770782470703097</c:v>
                </c:pt>
                <c:pt idx="5051">
                  <c:v>42.773429870605497</c:v>
                </c:pt>
                <c:pt idx="5052">
                  <c:v>42.760837554931598</c:v>
                </c:pt>
                <c:pt idx="5053">
                  <c:v>42.765430450439503</c:v>
                </c:pt>
                <c:pt idx="5054">
                  <c:v>42.745304107666001</c:v>
                </c:pt>
                <c:pt idx="5055">
                  <c:v>42.757453918457003</c:v>
                </c:pt>
                <c:pt idx="5056">
                  <c:v>42.741203308105497</c:v>
                </c:pt>
                <c:pt idx="5057">
                  <c:v>42.732166290283203</c:v>
                </c:pt>
                <c:pt idx="5058">
                  <c:v>42.732723236083999</c:v>
                </c:pt>
                <c:pt idx="5059">
                  <c:v>42.701774597167997</c:v>
                </c:pt>
                <c:pt idx="5060">
                  <c:v>42.7046928405762</c:v>
                </c:pt>
                <c:pt idx="5061">
                  <c:v>42.605655670166001</c:v>
                </c:pt>
                <c:pt idx="5062">
                  <c:v>42.477142333984403</c:v>
                </c:pt>
                <c:pt idx="5063">
                  <c:v>42.458377838134801</c:v>
                </c:pt>
                <c:pt idx="5064">
                  <c:v>42.394535064697301</c:v>
                </c:pt>
                <c:pt idx="5065">
                  <c:v>42.184921264648402</c:v>
                </c:pt>
                <c:pt idx="5066">
                  <c:v>42.075695037841797</c:v>
                </c:pt>
                <c:pt idx="5067">
                  <c:v>42.0205078125</c:v>
                </c:pt>
                <c:pt idx="5068">
                  <c:v>41.998405456542997</c:v>
                </c:pt>
                <c:pt idx="5069">
                  <c:v>41.979469299316399</c:v>
                </c:pt>
                <c:pt idx="5070">
                  <c:v>41.895843505859403</c:v>
                </c:pt>
                <c:pt idx="5071">
                  <c:v>41.863803863525398</c:v>
                </c:pt>
                <c:pt idx="5072">
                  <c:v>41.795173645019503</c:v>
                </c:pt>
                <c:pt idx="5073">
                  <c:v>41.764469146728501</c:v>
                </c:pt>
                <c:pt idx="5074">
                  <c:v>41.757537841796903</c:v>
                </c:pt>
                <c:pt idx="5075">
                  <c:v>41.636070251464801</c:v>
                </c:pt>
                <c:pt idx="5076">
                  <c:v>41.564655303955099</c:v>
                </c:pt>
                <c:pt idx="5077">
                  <c:v>41.483314514160199</c:v>
                </c:pt>
                <c:pt idx="5078">
                  <c:v>41.456150054931598</c:v>
                </c:pt>
                <c:pt idx="5079">
                  <c:v>41.4607124328613</c:v>
                </c:pt>
                <c:pt idx="5080">
                  <c:v>41.449512481689503</c:v>
                </c:pt>
                <c:pt idx="5081">
                  <c:v>41.197536468505902</c:v>
                </c:pt>
                <c:pt idx="5082">
                  <c:v>41.083255767822301</c:v>
                </c:pt>
                <c:pt idx="5083">
                  <c:v>41.076576232910199</c:v>
                </c:pt>
                <c:pt idx="5084">
                  <c:v>40.935447692871101</c:v>
                </c:pt>
                <c:pt idx="5085">
                  <c:v>40.704029083252003</c:v>
                </c:pt>
                <c:pt idx="5086">
                  <c:v>40.734935760498097</c:v>
                </c:pt>
                <c:pt idx="5087">
                  <c:v>40.401371002197301</c:v>
                </c:pt>
                <c:pt idx="5088">
                  <c:v>40.045539855957003</c:v>
                </c:pt>
                <c:pt idx="5089">
                  <c:v>39.840728759765597</c:v>
                </c:pt>
                <c:pt idx="5090">
                  <c:v>39.828815460205099</c:v>
                </c:pt>
                <c:pt idx="5091">
                  <c:v>39.6455268859863</c:v>
                </c:pt>
                <c:pt idx="5092">
                  <c:v>39.6353569030762</c:v>
                </c:pt>
                <c:pt idx="5093">
                  <c:v>39.6407470703125</c:v>
                </c:pt>
                <c:pt idx="5094">
                  <c:v>39.892162322998097</c:v>
                </c:pt>
                <c:pt idx="5095">
                  <c:v>39.806236267089801</c:v>
                </c:pt>
                <c:pt idx="5096">
                  <c:v>39.6561279296875</c:v>
                </c:pt>
                <c:pt idx="5097">
                  <c:v>39.587810516357401</c:v>
                </c:pt>
                <c:pt idx="5098">
                  <c:v>39.574859619140597</c:v>
                </c:pt>
                <c:pt idx="5099">
                  <c:v>39.6386909484863</c:v>
                </c:pt>
                <c:pt idx="5100">
                  <c:v>39.636466979980497</c:v>
                </c:pt>
                <c:pt idx="5101">
                  <c:v>39.546848297119098</c:v>
                </c:pt>
                <c:pt idx="5102">
                  <c:v>39.531681060791001</c:v>
                </c:pt>
                <c:pt idx="5103">
                  <c:v>39.4930610656738</c:v>
                </c:pt>
                <c:pt idx="5104">
                  <c:v>39.495338439941399</c:v>
                </c:pt>
                <c:pt idx="5105">
                  <c:v>39.474391937255902</c:v>
                </c:pt>
                <c:pt idx="5106">
                  <c:v>39.463638305664098</c:v>
                </c:pt>
                <c:pt idx="5107">
                  <c:v>39.458114624023402</c:v>
                </c:pt>
                <c:pt idx="5108">
                  <c:v>39.455276489257798</c:v>
                </c:pt>
                <c:pt idx="5109">
                  <c:v>39.453823089599602</c:v>
                </c:pt>
                <c:pt idx="5110">
                  <c:v>39.453075408935597</c:v>
                </c:pt>
                <c:pt idx="5111">
                  <c:v>39.452690124511697</c:v>
                </c:pt>
                <c:pt idx="5112">
                  <c:v>39.4524955749512</c:v>
                </c:pt>
                <c:pt idx="5113">
                  <c:v>39.452392578125</c:v>
                </c:pt>
                <c:pt idx="5114">
                  <c:v>39.452342987060597</c:v>
                </c:pt>
                <c:pt idx="5115">
                  <c:v>39.452316284179702</c:v>
                </c:pt>
                <c:pt idx="5116">
                  <c:v>39.452301025390597</c:v>
                </c:pt>
                <c:pt idx="5117">
                  <c:v>39.452293395996101</c:v>
                </c:pt>
                <c:pt idx="5118">
                  <c:v>39.4522895812988</c:v>
                </c:pt>
                <c:pt idx="5119">
                  <c:v>39.4522895812988</c:v>
                </c:pt>
                <c:pt idx="5120">
                  <c:v>39.452285766601598</c:v>
                </c:pt>
                <c:pt idx="5121">
                  <c:v>39.452285766601598</c:v>
                </c:pt>
                <c:pt idx="5122">
                  <c:v>39.452285766601598</c:v>
                </c:pt>
                <c:pt idx="5123">
                  <c:v>39.452285766601598</c:v>
                </c:pt>
                <c:pt idx="5124">
                  <c:v>39.452285766601598</c:v>
                </c:pt>
                <c:pt idx="5125">
                  <c:v>39.452285766601598</c:v>
                </c:pt>
                <c:pt idx="5126">
                  <c:v>39.452285766601598</c:v>
                </c:pt>
                <c:pt idx="5127">
                  <c:v>39.452285766601598</c:v>
                </c:pt>
                <c:pt idx="5128">
                  <c:v>39.452285766601598</c:v>
                </c:pt>
                <c:pt idx="5129">
                  <c:v>39.452285766601598</c:v>
                </c:pt>
                <c:pt idx="5130">
                  <c:v>39.452285766601598</c:v>
                </c:pt>
                <c:pt idx="5131">
                  <c:v>39.452285766601598</c:v>
                </c:pt>
                <c:pt idx="5132">
                  <c:v>39.452285766601598</c:v>
                </c:pt>
                <c:pt idx="5133">
                  <c:v>39.452285766601598</c:v>
                </c:pt>
                <c:pt idx="5134">
                  <c:v>39.452285766601598</c:v>
                </c:pt>
                <c:pt idx="5135">
                  <c:v>39.452285766601598</c:v>
                </c:pt>
                <c:pt idx="5136">
                  <c:v>39.452285766601598</c:v>
                </c:pt>
                <c:pt idx="5137">
                  <c:v>39.452285766601598</c:v>
                </c:pt>
                <c:pt idx="5138">
                  <c:v>39.452285766601598</c:v>
                </c:pt>
                <c:pt idx="5139">
                  <c:v>39.452285766601598</c:v>
                </c:pt>
                <c:pt idx="5140">
                  <c:v>39.452285766601598</c:v>
                </c:pt>
                <c:pt idx="5141">
                  <c:v>39.452285766601598</c:v>
                </c:pt>
                <c:pt idx="5142">
                  <c:v>39.452285766601598</c:v>
                </c:pt>
                <c:pt idx="5143">
                  <c:v>39.452285766601598</c:v>
                </c:pt>
                <c:pt idx="5144">
                  <c:v>39.452285766601598</c:v>
                </c:pt>
                <c:pt idx="5145">
                  <c:v>39.452285766601598</c:v>
                </c:pt>
                <c:pt idx="5146">
                  <c:v>39.452285766601598</c:v>
                </c:pt>
                <c:pt idx="5147">
                  <c:v>39.452285766601598</c:v>
                </c:pt>
                <c:pt idx="5148">
                  <c:v>39.452285766601598</c:v>
                </c:pt>
                <c:pt idx="5149">
                  <c:v>39.452285766601598</c:v>
                </c:pt>
                <c:pt idx="5150">
                  <c:v>39.452285766601598</c:v>
                </c:pt>
                <c:pt idx="5151">
                  <c:v>39.452285766601598</c:v>
                </c:pt>
                <c:pt idx="5152">
                  <c:v>39.452285766601598</c:v>
                </c:pt>
                <c:pt idx="5153">
                  <c:v>39.452285766601598</c:v>
                </c:pt>
                <c:pt idx="5154">
                  <c:v>39.452285766601598</c:v>
                </c:pt>
                <c:pt idx="5155">
                  <c:v>39.452285766601598</c:v>
                </c:pt>
                <c:pt idx="5156">
                  <c:v>39.452285766601598</c:v>
                </c:pt>
                <c:pt idx="5157">
                  <c:v>39.452285766601598</c:v>
                </c:pt>
                <c:pt idx="5158">
                  <c:v>39.514011383056598</c:v>
                </c:pt>
                <c:pt idx="5159">
                  <c:v>39.483985900878899</c:v>
                </c:pt>
                <c:pt idx="5160">
                  <c:v>39.468559265136697</c:v>
                </c:pt>
                <c:pt idx="5161">
                  <c:v>39.460643768310597</c:v>
                </c:pt>
                <c:pt idx="5162">
                  <c:v>39.456577301025398</c:v>
                </c:pt>
                <c:pt idx="5163">
                  <c:v>39.454490661621101</c:v>
                </c:pt>
                <c:pt idx="5164">
                  <c:v>39.5151557922363</c:v>
                </c:pt>
                <c:pt idx="5165">
                  <c:v>39.528800964355497</c:v>
                </c:pt>
                <c:pt idx="5166">
                  <c:v>39.4917182922363</c:v>
                </c:pt>
                <c:pt idx="5167">
                  <c:v>39.867786407470703</c:v>
                </c:pt>
                <c:pt idx="5168">
                  <c:v>40.094009399414098</c:v>
                </c:pt>
                <c:pt idx="5169">
                  <c:v>40.060546875</c:v>
                </c:pt>
                <c:pt idx="5170">
                  <c:v>40.219402313232401</c:v>
                </c:pt>
                <c:pt idx="5171">
                  <c:v>40.669624328613303</c:v>
                </c:pt>
                <c:pt idx="5172">
                  <c:v>40.963302612304702</c:v>
                </c:pt>
                <c:pt idx="5173">
                  <c:v>41.044101715087898</c:v>
                </c:pt>
                <c:pt idx="5174">
                  <c:v>41.110496520996101</c:v>
                </c:pt>
                <c:pt idx="5175">
                  <c:v>41.327598571777301</c:v>
                </c:pt>
                <c:pt idx="5176">
                  <c:v>41.352584838867202</c:v>
                </c:pt>
                <c:pt idx="5177">
                  <c:v>41.487693786621101</c:v>
                </c:pt>
                <c:pt idx="5178">
                  <c:v>41.639579772949197</c:v>
                </c:pt>
                <c:pt idx="5179">
                  <c:v>41.6889038085938</c:v>
                </c:pt>
                <c:pt idx="5180">
                  <c:v>41.7388305664063</c:v>
                </c:pt>
                <c:pt idx="5181">
                  <c:v>41.860683441162102</c:v>
                </c:pt>
                <c:pt idx="5182">
                  <c:v>41.991008758544901</c:v>
                </c:pt>
                <c:pt idx="5183">
                  <c:v>42.046680450439503</c:v>
                </c:pt>
                <c:pt idx="5184">
                  <c:v>42.234615325927699</c:v>
                </c:pt>
                <c:pt idx="5185">
                  <c:v>42.4251899719238</c:v>
                </c:pt>
                <c:pt idx="5186">
                  <c:v>42.507190704345703</c:v>
                </c:pt>
                <c:pt idx="5187">
                  <c:v>42.6320991516113</c:v>
                </c:pt>
                <c:pt idx="5188">
                  <c:v>42.668300628662102</c:v>
                </c:pt>
                <c:pt idx="5189">
                  <c:v>42.720310211181598</c:v>
                </c:pt>
                <c:pt idx="5190">
                  <c:v>42.722023010253899</c:v>
                </c:pt>
                <c:pt idx="5191">
                  <c:v>42.744548797607401</c:v>
                </c:pt>
                <c:pt idx="5192">
                  <c:v>42.760936737060597</c:v>
                </c:pt>
                <c:pt idx="5193">
                  <c:v>42.772953033447301</c:v>
                </c:pt>
                <c:pt idx="5194">
                  <c:v>42.778129577636697</c:v>
                </c:pt>
                <c:pt idx="5195">
                  <c:v>42.793399810791001</c:v>
                </c:pt>
                <c:pt idx="5196">
                  <c:v>42.799449920654297</c:v>
                </c:pt>
                <c:pt idx="5197">
                  <c:v>42.817333221435597</c:v>
                </c:pt>
                <c:pt idx="5198">
                  <c:v>42.875694274902301</c:v>
                </c:pt>
                <c:pt idx="5199">
                  <c:v>42.929347991943402</c:v>
                </c:pt>
                <c:pt idx="5200">
                  <c:v>42.943511962890597</c:v>
                </c:pt>
                <c:pt idx="5201">
                  <c:v>43.014972686767599</c:v>
                </c:pt>
                <c:pt idx="5202">
                  <c:v>43.021251678466797</c:v>
                </c:pt>
                <c:pt idx="5203">
                  <c:v>43.072383880615199</c:v>
                </c:pt>
                <c:pt idx="5204">
                  <c:v>43.096977233886697</c:v>
                </c:pt>
                <c:pt idx="5205">
                  <c:v>43.136363983154297</c:v>
                </c:pt>
                <c:pt idx="5206">
                  <c:v>43.138843536377003</c:v>
                </c:pt>
                <c:pt idx="5207">
                  <c:v>43.192008972167997</c:v>
                </c:pt>
                <c:pt idx="5208">
                  <c:v>43.285789489746101</c:v>
                </c:pt>
                <c:pt idx="5209">
                  <c:v>43.327041625976598</c:v>
                </c:pt>
                <c:pt idx="5210">
                  <c:v>43.342861175537102</c:v>
                </c:pt>
                <c:pt idx="5211">
                  <c:v>43.378997802734403</c:v>
                </c:pt>
                <c:pt idx="5212">
                  <c:v>43.402194976806598</c:v>
                </c:pt>
                <c:pt idx="5213">
                  <c:v>43.473957061767599</c:v>
                </c:pt>
                <c:pt idx="5214">
                  <c:v>43.512779235839801</c:v>
                </c:pt>
                <c:pt idx="5215">
                  <c:v>43.508594512939503</c:v>
                </c:pt>
                <c:pt idx="5216">
                  <c:v>43.505355834960902</c:v>
                </c:pt>
                <c:pt idx="5217">
                  <c:v>43.546474456787102</c:v>
                </c:pt>
                <c:pt idx="5218">
                  <c:v>43.581310272216797</c:v>
                </c:pt>
                <c:pt idx="5219">
                  <c:v>43.735397338867202</c:v>
                </c:pt>
                <c:pt idx="5220">
                  <c:v>43.853706359863303</c:v>
                </c:pt>
                <c:pt idx="5221">
                  <c:v>43.931186676025398</c:v>
                </c:pt>
                <c:pt idx="5222">
                  <c:v>43.986442565917997</c:v>
                </c:pt>
                <c:pt idx="5223">
                  <c:v>43.94677734375</c:v>
                </c:pt>
                <c:pt idx="5224">
                  <c:v>43.952342987060597</c:v>
                </c:pt>
                <c:pt idx="5225">
                  <c:v>43.974716186523402</c:v>
                </c:pt>
                <c:pt idx="5226">
                  <c:v>44.148757934570298</c:v>
                </c:pt>
                <c:pt idx="5227">
                  <c:v>44.248981475830099</c:v>
                </c:pt>
                <c:pt idx="5228">
                  <c:v>44.320674896240199</c:v>
                </c:pt>
                <c:pt idx="5229">
                  <c:v>44.329429626464801</c:v>
                </c:pt>
                <c:pt idx="5230">
                  <c:v>44.353126525878899</c:v>
                </c:pt>
                <c:pt idx="5231">
                  <c:v>44.3775444030762</c:v>
                </c:pt>
                <c:pt idx="5232">
                  <c:v>44.391773223877003</c:v>
                </c:pt>
                <c:pt idx="5233">
                  <c:v>44.402946472167997</c:v>
                </c:pt>
                <c:pt idx="5234">
                  <c:v>44.412052154541001</c:v>
                </c:pt>
                <c:pt idx="5235">
                  <c:v>44.409294128417997</c:v>
                </c:pt>
                <c:pt idx="5236">
                  <c:v>44.406715393066399</c:v>
                </c:pt>
                <c:pt idx="5237">
                  <c:v>44.4052734375</c:v>
                </c:pt>
                <c:pt idx="5238">
                  <c:v>44.405326843261697</c:v>
                </c:pt>
                <c:pt idx="5239">
                  <c:v>44.404678344726598</c:v>
                </c:pt>
                <c:pt idx="5240">
                  <c:v>44.404228210449197</c:v>
                </c:pt>
                <c:pt idx="5241">
                  <c:v>44.404792785644503</c:v>
                </c:pt>
                <c:pt idx="5242">
                  <c:v>44.424980163574197</c:v>
                </c:pt>
                <c:pt idx="5243">
                  <c:v>44.427467346191399</c:v>
                </c:pt>
                <c:pt idx="5244">
                  <c:v>44.410755157470703</c:v>
                </c:pt>
                <c:pt idx="5245">
                  <c:v>44.429370880127003</c:v>
                </c:pt>
                <c:pt idx="5246">
                  <c:v>44.439407348632798</c:v>
                </c:pt>
                <c:pt idx="5247">
                  <c:v>44.449234008789098</c:v>
                </c:pt>
                <c:pt idx="5248">
                  <c:v>44.453521728515597</c:v>
                </c:pt>
                <c:pt idx="5249">
                  <c:v>44.453269958496101</c:v>
                </c:pt>
                <c:pt idx="5250">
                  <c:v>44.459968566894503</c:v>
                </c:pt>
                <c:pt idx="5251">
                  <c:v>44.454360961914098</c:v>
                </c:pt>
                <c:pt idx="5252">
                  <c:v>44.434612274169901</c:v>
                </c:pt>
                <c:pt idx="5253">
                  <c:v>44.434047698974602</c:v>
                </c:pt>
                <c:pt idx="5254">
                  <c:v>44.424327850341797</c:v>
                </c:pt>
                <c:pt idx="5255">
                  <c:v>44.416275024414098</c:v>
                </c:pt>
                <c:pt idx="5256">
                  <c:v>44.419624328613303</c:v>
                </c:pt>
                <c:pt idx="5257">
                  <c:v>44.415378570556598</c:v>
                </c:pt>
                <c:pt idx="5258">
                  <c:v>44.415073394775398</c:v>
                </c:pt>
                <c:pt idx="5259">
                  <c:v>44.411159515380902</c:v>
                </c:pt>
                <c:pt idx="5260">
                  <c:v>44.408290863037102</c:v>
                </c:pt>
                <c:pt idx="5261">
                  <c:v>44.414787292480497</c:v>
                </c:pt>
                <c:pt idx="5262">
                  <c:v>44.4122123718262</c:v>
                </c:pt>
                <c:pt idx="5263">
                  <c:v>44.410610198974602</c:v>
                </c:pt>
                <c:pt idx="5264">
                  <c:v>44.407390594482401</c:v>
                </c:pt>
                <c:pt idx="5265">
                  <c:v>44.406417846679702</c:v>
                </c:pt>
                <c:pt idx="5266">
                  <c:v>44.405239105224602</c:v>
                </c:pt>
                <c:pt idx="5267">
                  <c:v>44.396385192871101</c:v>
                </c:pt>
                <c:pt idx="5268">
                  <c:v>44.399967193603501</c:v>
                </c:pt>
                <c:pt idx="5269">
                  <c:v>44.402545928955099</c:v>
                </c:pt>
                <c:pt idx="5270">
                  <c:v>44.405349731445298</c:v>
                </c:pt>
                <c:pt idx="5271">
                  <c:v>44.404571533203097</c:v>
                </c:pt>
                <c:pt idx="5272">
                  <c:v>44.404170989990199</c:v>
                </c:pt>
                <c:pt idx="5273">
                  <c:v>44.403964996337898</c:v>
                </c:pt>
                <c:pt idx="5274">
                  <c:v>44.393516540527301</c:v>
                </c:pt>
                <c:pt idx="5275">
                  <c:v>44.388160705566399</c:v>
                </c:pt>
                <c:pt idx="5276">
                  <c:v>44.385658264160199</c:v>
                </c:pt>
                <c:pt idx="5277">
                  <c:v>44.393135070800803</c:v>
                </c:pt>
                <c:pt idx="5278">
                  <c:v>44.318691253662102</c:v>
                </c:pt>
                <c:pt idx="5279">
                  <c:v>44.170284271240199</c:v>
                </c:pt>
                <c:pt idx="5280">
                  <c:v>44.114913940429702</c:v>
                </c:pt>
                <c:pt idx="5281">
                  <c:v>44.113479614257798</c:v>
                </c:pt>
                <c:pt idx="5282">
                  <c:v>44.011878967285199</c:v>
                </c:pt>
                <c:pt idx="5283">
                  <c:v>43.9948120117188</c:v>
                </c:pt>
                <c:pt idx="5284">
                  <c:v>43.990596771240199</c:v>
                </c:pt>
                <c:pt idx="5285">
                  <c:v>43.8458251953125</c:v>
                </c:pt>
                <c:pt idx="5286">
                  <c:v>43.7877197265625</c:v>
                </c:pt>
                <c:pt idx="5287">
                  <c:v>43.678798675537102</c:v>
                </c:pt>
                <c:pt idx="5288">
                  <c:v>43.6367378234863</c:v>
                </c:pt>
                <c:pt idx="5289">
                  <c:v>43.548923492431598</c:v>
                </c:pt>
                <c:pt idx="5290">
                  <c:v>43.518161773681598</c:v>
                </c:pt>
                <c:pt idx="5291">
                  <c:v>43.452220916748097</c:v>
                </c:pt>
                <c:pt idx="5292">
                  <c:v>43.416191101074197</c:v>
                </c:pt>
                <c:pt idx="5293">
                  <c:v>43.4010620117188</c:v>
                </c:pt>
                <c:pt idx="5294">
                  <c:v>43.384376525878899</c:v>
                </c:pt>
                <c:pt idx="5295">
                  <c:v>43.387809753417997</c:v>
                </c:pt>
                <c:pt idx="5296">
                  <c:v>43.2783203125</c:v>
                </c:pt>
                <c:pt idx="5297">
                  <c:v>43.2171440124512</c:v>
                </c:pt>
                <c:pt idx="5298">
                  <c:v>43.172409057617202</c:v>
                </c:pt>
                <c:pt idx="5299">
                  <c:v>43.152309417724602</c:v>
                </c:pt>
                <c:pt idx="5300">
                  <c:v>43.097591400146499</c:v>
                </c:pt>
                <c:pt idx="5301">
                  <c:v>43.0370063781738</c:v>
                </c:pt>
                <c:pt idx="5302">
                  <c:v>43.011642456054702</c:v>
                </c:pt>
                <c:pt idx="5303">
                  <c:v>42.993545532226598</c:v>
                </c:pt>
                <c:pt idx="5304">
                  <c:v>42.982425689697301</c:v>
                </c:pt>
                <c:pt idx="5305">
                  <c:v>42.968864440917997</c:v>
                </c:pt>
                <c:pt idx="5306">
                  <c:v>42.946281433105497</c:v>
                </c:pt>
                <c:pt idx="5307">
                  <c:v>42.931583404541001</c:v>
                </c:pt>
                <c:pt idx="5308">
                  <c:v>42.882816314697301</c:v>
                </c:pt>
                <c:pt idx="5309">
                  <c:v>42.856739044189503</c:v>
                </c:pt>
                <c:pt idx="5310">
                  <c:v>42.829933166503899</c:v>
                </c:pt>
                <c:pt idx="5311">
                  <c:v>42.815982818603501</c:v>
                </c:pt>
                <c:pt idx="5312">
                  <c:v>42.805328369140597</c:v>
                </c:pt>
                <c:pt idx="5313">
                  <c:v>42.798454284667997</c:v>
                </c:pt>
                <c:pt idx="5314">
                  <c:v>42.795124053955099</c:v>
                </c:pt>
                <c:pt idx="5315">
                  <c:v>42.791194915771499</c:v>
                </c:pt>
                <c:pt idx="5316">
                  <c:v>42.782970428466797</c:v>
                </c:pt>
                <c:pt idx="5317">
                  <c:v>42.778629302978501</c:v>
                </c:pt>
                <c:pt idx="5318">
                  <c:v>42.777194976806598</c:v>
                </c:pt>
                <c:pt idx="5319">
                  <c:v>42.774929046630902</c:v>
                </c:pt>
                <c:pt idx="5320">
                  <c:v>42.772666931152301</c:v>
                </c:pt>
                <c:pt idx="5321">
                  <c:v>42.7715034484863</c:v>
                </c:pt>
                <c:pt idx="5322">
                  <c:v>42.770908355712898</c:v>
                </c:pt>
                <c:pt idx="5323">
                  <c:v>42.749103546142599</c:v>
                </c:pt>
                <c:pt idx="5324">
                  <c:v>42.7473754882813</c:v>
                </c:pt>
                <c:pt idx="5325">
                  <c:v>42.736213684082003</c:v>
                </c:pt>
                <c:pt idx="5326">
                  <c:v>42.704681396484403</c:v>
                </c:pt>
                <c:pt idx="5327">
                  <c:v>42.715061187744098</c:v>
                </c:pt>
                <c:pt idx="5328">
                  <c:v>42.735946655273402</c:v>
                </c:pt>
                <c:pt idx="5329">
                  <c:v>42.727977752685597</c:v>
                </c:pt>
                <c:pt idx="5330">
                  <c:v>42.603458404541001</c:v>
                </c:pt>
                <c:pt idx="5331">
                  <c:v>42.601081848144503</c:v>
                </c:pt>
                <c:pt idx="5332">
                  <c:v>42.6104545593262</c:v>
                </c:pt>
                <c:pt idx="5333">
                  <c:v>42.5397758483887</c:v>
                </c:pt>
                <c:pt idx="5334">
                  <c:v>42.508430480957003</c:v>
                </c:pt>
                <c:pt idx="5335">
                  <c:v>42.450111389160199</c:v>
                </c:pt>
                <c:pt idx="5336">
                  <c:v>42.339309692382798</c:v>
                </c:pt>
                <c:pt idx="5337">
                  <c:v>42.1618461608887</c:v>
                </c:pt>
                <c:pt idx="5338">
                  <c:v>42.072097778320298</c:v>
                </c:pt>
                <c:pt idx="5339">
                  <c:v>42.023067474365199</c:v>
                </c:pt>
                <c:pt idx="5340">
                  <c:v>42.000015258789098</c:v>
                </c:pt>
                <c:pt idx="5341">
                  <c:v>42.001914978027301</c:v>
                </c:pt>
                <c:pt idx="5342">
                  <c:v>41.990436553955099</c:v>
                </c:pt>
                <c:pt idx="5343">
                  <c:v>41.9696655273438</c:v>
                </c:pt>
                <c:pt idx="5344">
                  <c:v>41.937503814697301</c:v>
                </c:pt>
                <c:pt idx="5345">
                  <c:v>41.845909118652301</c:v>
                </c:pt>
                <c:pt idx="5346">
                  <c:v>41.802299499511697</c:v>
                </c:pt>
                <c:pt idx="5347">
                  <c:v>41.762382507324197</c:v>
                </c:pt>
                <c:pt idx="5348">
                  <c:v>41.747116088867202</c:v>
                </c:pt>
                <c:pt idx="5349">
                  <c:v>41.609626770019503</c:v>
                </c:pt>
                <c:pt idx="5350">
                  <c:v>41.493732452392599</c:v>
                </c:pt>
                <c:pt idx="5351">
                  <c:v>41.471641540527301</c:v>
                </c:pt>
                <c:pt idx="5352">
                  <c:v>41.508392333984403</c:v>
                </c:pt>
                <c:pt idx="5353">
                  <c:v>41.3758735656738</c:v>
                </c:pt>
                <c:pt idx="5354">
                  <c:v>41.188987731933601</c:v>
                </c:pt>
                <c:pt idx="5355">
                  <c:v>41.1208686828613</c:v>
                </c:pt>
                <c:pt idx="5356">
                  <c:v>40.964160919189503</c:v>
                </c:pt>
                <c:pt idx="5357">
                  <c:v>40.8471870422363</c:v>
                </c:pt>
                <c:pt idx="5358">
                  <c:v>40.480216979980497</c:v>
                </c:pt>
                <c:pt idx="5359">
                  <c:v>40.128059387207003</c:v>
                </c:pt>
                <c:pt idx="5360">
                  <c:v>39.864387512207003</c:v>
                </c:pt>
                <c:pt idx="5361">
                  <c:v>39.663864135742202</c:v>
                </c:pt>
                <c:pt idx="5362">
                  <c:v>39.656482696533203</c:v>
                </c:pt>
                <c:pt idx="5363">
                  <c:v>39.629848480224602</c:v>
                </c:pt>
                <c:pt idx="5364">
                  <c:v>39.604412078857401</c:v>
                </c:pt>
                <c:pt idx="5365">
                  <c:v>39.577846527099602</c:v>
                </c:pt>
                <c:pt idx="5366">
                  <c:v>39.6226997375488</c:v>
                </c:pt>
                <c:pt idx="5367">
                  <c:v>39.555740356445298</c:v>
                </c:pt>
                <c:pt idx="5368">
                  <c:v>39.530677795410199</c:v>
                </c:pt>
                <c:pt idx="5369">
                  <c:v>39.4925346374512</c:v>
                </c:pt>
                <c:pt idx="5370">
                  <c:v>39.472957611083999</c:v>
                </c:pt>
                <c:pt idx="5371">
                  <c:v>39.4944877624512</c:v>
                </c:pt>
                <c:pt idx="5372">
                  <c:v>39.473953247070298</c:v>
                </c:pt>
                <c:pt idx="5373">
                  <c:v>39.463409423828097</c:v>
                </c:pt>
                <c:pt idx="5374">
                  <c:v>39.457996368408203</c:v>
                </c:pt>
                <c:pt idx="5375">
                  <c:v>39.4552192687988</c:v>
                </c:pt>
                <c:pt idx="5376">
                  <c:v>39.453792572021499</c:v>
                </c:pt>
                <c:pt idx="5377">
                  <c:v>39.453060150146499</c:v>
                </c:pt>
                <c:pt idx="5378">
                  <c:v>39.452682495117202</c:v>
                </c:pt>
                <c:pt idx="5379">
                  <c:v>39.452491760253899</c:v>
                </c:pt>
                <c:pt idx="5380">
                  <c:v>39.452392578125</c:v>
                </c:pt>
                <c:pt idx="5381">
                  <c:v>39.452339172363303</c:v>
                </c:pt>
                <c:pt idx="5382">
                  <c:v>39.452312469482401</c:v>
                </c:pt>
                <c:pt idx="5383">
                  <c:v>39.452301025390597</c:v>
                </c:pt>
                <c:pt idx="5384">
                  <c:v>39.452293395996101</c:v>
                </c:pt>
                <c:pt idx="5385">
                  <c:v>39.4522895812988</c:v>
                </c:pt>
                <c:pt idx="5386">
                  <c:v>39.4522895812988</c:v>
                </c:pt>
                <c:pt idx="5387">
                  <c:v>39.452285766601598</c:v>
                </c:pt>
                <c:pt idx="5388">
                  <c:v>39.452285766601598</c:v>
                </c:pt>
                <c:pt idx="5389">
                  <c:v>39.452285766601598</c:v>
                </c:pt>
                <c:pt idx="5390">
                  <c:v>39.452285766601598</c:v>
                </c:pt>
                <c:pt idx="5391">
                  <c:v>39.452285766601598</c:v>
                </c:pt>
                <c:pt idx="5392">
                  <c:v>39.452285766601598</c:v>
                </c:pt>
                <c:pt idx="5393">
                  <c:v>39.452285766601598</c:v>
                </c:pt>
                <c:pt idx="5394">
                  <c:v>39.452285766601598</c:v>
                </c:pt>
                <c:pt idx="5395">
                  <c:v>39.452285766601598</c:v>
                </c:pt>
                <c:pt idx="5396">
                  <c:v>39.452285766601598</c:v>
                </c:pt>
                <c:pt idx="5397">
                  <c:v>39.452285766601598</c:v>
                </c:pt>
                <c:pt idx="5398">
                  <c:v>39.452285766601598</c:v>
                </c:pt>
                <c:pt idx="5399">
                  <c:v>39.452285766601598</c:v>
                </c:pt>
                <c:pt idx="5400">
                  <c:v>39.452285766601598</c:v>
                </c:pt>
                <c:pt idx="5401">
                  <c:v>39.452285766601598</c:v>
                </c:pt>
                <c:pt idx="5402">
                  <c:v>39.452285766601598</c:v>
                </c:pt>
                <c:pt idx="5403">
                  <c:v>39.452285766601598</c:v>
                </c:pt>
                <c:pt idx="5404">
                  <c:v>39.452285766601598</c:v>
                </c:pt>
                <c:pt idx="5405">
                  <c:v>39.452285766601598</c:v>
                </c:pt>
                <c:pt idx="5406">
                  <c:v>39.452285766601598</c:v>
                </c:pt>
                <c:pt idx="5407">
                  <c:v>39.452285766601598</c:v>
                </c:pt>
                <c:pt idx="5408">
                  <c:v>39.452285766601598</c:v>
                </c:pt>
                <c:pt idx="5409">
                  <c:v>39.452285766601598</c:v>
                </c:pt>
                <c:pt idx="5410">
                  <c:v>39.452285766601598</c:v>
                </c:pt>
                <c:pt idx="5411">
                  <c:v>39.452285766601598</c:v>
                </c:pt>
                <c:pt idx="5412">
                  <c:v>39.452285766601598</c:v>
                </c:pt>
                <c:pt idx="5413">
                  <c:v>39.452285766601598</c:v>
                </c:pt>
                <c:pt idx="5414">
                  <c:v>39.452285766601598</c:v>
                </c:pt>
                <c:pt idx="5415">
                  <c:v>39.452285766601598</c:v>
                </c:pt>
                <c:pt idx="5416">
                  <c:v>39.452285766601598</c:v>
                </c:pt>
                <c:pt idx="5417">
                  <c:v>39.452285766601598</c:v>
                </c:pt>
                <c:pt idx="5418">
                  <c:v>39.452285766601598</c:v>
                </c:pt>
                <c:pt idx="5419">
                  <c:v>39.452285766601598</c:v>
                </c:pt>
                <c:pt idx="5420">
                  <c:v>39.452285766601598</c:v>
                </c:pt>
                <c:pt idx="5421">
                  <c:v>39.452285766601598</c:v>
                </c:pt>
                <c:pt idx="5422">
                  <c:v>39.452285766601598</c:v>
                </c:pt>
                <c:pt idx="5423">
                  <c:v>39.452285766601598</c:v>
                </c:pt>
                <c:pt idx="5424">
                  <c:v>39.452285766601598</c:v>
                </c:pt>
                <c:pt idx="5425">
                  <c:v>39.452285766601598</c:v>
                </c:pt>
                <c:pt idx="5426">
                  <c:v>39.452285766601598</c:v>
                </c:pt>
                <c:pt idx="5427">
                  <c:v>39.452285766601598</c:v>
                </c:pt>
                <c:pt idx="5428">
                  <c:v>39.452285766601598</c:v>
                </c:pt>
                <c:pt idx="5429">
                  <c:v>39.452285766601598</c:v>
                </c:pt>
                <c:pt idx="5430">
                  <c:v>39.452285766601598</c:v>
                </c:pt>
                <c:pt idx="5431">
                  <c:v>39.452285766601598</c:v>
                </c:pt>
                <c:pt idx="5432">
                  <c:v>39.452285766601598</c:v>
                </c:pt>
                <c:pt idx="5433">
                  <c:v>39.452285766601598</c:v>
                </c:pt>
                <c:pt idx="5434">
                  <c:v>39.452285766601598</c:v>
                </c:pt>
                <c:pt idx="5435">
                  <c:v>39.452285766601598</c:v>
                </c:pt>
                <c:pt idx="5436">
                  <c:v>39.452285766601598</c:v>
                </c:pt>
                <c:pt idx="5437">
                  <c:v>39.452285766601598</c:v>
                </c:pt>
                <c:pt idx="5438">
                  <c:v>39.452285766601598</c:v>
                </c:pt>
                <c:pt idx="5439">
                  <c:v>39.452285766601598</c:v>
                </c:pt>
                <c:pt idx="5440">
                  <c:v>39.452285766601598</c:v>
                </c:pt>
                <c:pt idx="5441">
                  <c:v>39.451496124267599</c:v>
                </c:pt>
                <c:pt idx="5442">
                  <c:v>39.451881408691399</c:v>
                </c:pt>
                <c:pt idx="5443">
                  <c:v>39.452079772949197</c:v>
                </c:pt>
                <c:pt idx="5444">
                  <c:v>39.452178955078097</c:v>
                </c:pt>
                <c:pt idx="5445">
                  <c:v>39.452232360839801</c:v>
                </c:pt>
                <c:pt idx="5446">
                  <c:v>39.452259063720703</c:v>
                </c:pt>
                <c:pt idx="5447">
                  <c:v>39.4522705078125</c:v>
                </c:pt>
                <c:pt idx="5448">
                  <c:v>39.452278137207003</c:v>
                </c:pt>
                <c:pt idx="5449">
                  <c:v>39.452281951904297</c:v>
                </c:pt>
                <c:pt idx="5450">
                  <c:v>39.452285766601598</c:v>
                </c:pt>
                <c:pt idx="5451">
                  <c:v>39.452285766601598</c:v>
                </c:pt>
                <c:pt idx="5452">
                  <c:v>39.452285766601598</c:v>
                </c:pt>
                <c:pt idx="5453">
                  <c:v>39.452285766601598</c:v>
                </c:pt>
                <c:pt idx="5454">
                  <c:v>39.452285766601598</c:v>
                </c:pt>
                <c:pt idx="5455">
                  <c:v>39.452285766601598</c:v>
                </c:pt>
                <c:pt idx="5456">
                  <c:v>39.452285766601598</c:v>
                </c:pt>
                <c:pt idx="5457">
                  <c:v>39.452285766601598</c:v>
                </c:pt>
                <c:pt idx="5458">
                  <c:v>39.452285766601598</c:v>
                </c:pt>
                <c:pt idx="5459">
                  <c:v>39.452285766601598</c:v>
                </c:pt>
                <c:pt idx="5460">
                  <c:v>39.452285766601598</c:v>
                </c:pt>
                <c:pt idx="5461">
                  <c:v>39.452285766601598</c:v>
                </c:pt>
                <c:pt idx="5462">
                  <c:v>39.450706481933601</c:v>
                </c:pt>
                <c:pt idx="5463">
                  <c:v>39.450687408447301</c:v>
                </c:pt>
                <c:pt idx="5464">
                  <c:v>39.451465606689503</c:v>
                </c:pt>
                <c:pt idx="5465">
                  <c:v>39.449050903320298</c:v>
                </c:pt>
                <c:pt idx="5466">
                  <c:v>39.449508666992202</c:v>
                </c:pt>
                <c:pt idx="5467">
                  <c:v>39.450611114502003</c:v>
                </c:pt>
                <c:pt idx="5468">
                  <c:v>39.451427459716797</c:v>
                </c:pt>
                <c:pt idx="5469">
                  <c:v>39.438491821289098</c:v>
                </c:pt>
                <c:pt idx="5470">
                  <c:v>39.440258026123097</c:v>
                </c:pt>
                <c:pt idx="5471">
                  <c:v>39.441455841064503</c:v>
                </c:pt>
                <c:pt idx="5472">
                  <c:v>39.435924530029297</c:v>
                </c:pt>
                <c:pt idx="5473">
                  <c:v>39.443042755127003</c:v>
                </c:pt>
                <c:pt idx="5474">
                  <c:v>39.445846557617202</c:v>
                </c:pt>
                <c:pt idx="5475">
                  <c:v>39.443973541259801</c:v>
                </c:pt>
                <c:pt idx="5476">
                  <c:v>39.424453735351598</c:v>
                </c:pt>
                <c:pt idx="5477">
                  <c:v>39.422443389892599</c:v>
                </c:pt>
                <c:pt idx="5478">
                  <c:v>39.428180694580099</c:v>
                </c:pt>
                <c:pt idx="5479">
                  <c:v>39.405040740966797</c:v>
                </c:pt>
                <c:pt idx="5480">
                  <c:v>39.374080657958999</c:v>
                </c:pt>
                <c:pt idx="5481">
                  <c:v>39.331886291503899</c:v>
                </c:pt>
                <c:pt idx="5482">
                  <c:v>39.297348022460902</c:v>
                </c:pt>
                <c:pt idx="5483">
                  <c:v>39.264247894287102</c:v>
                </c:pt>
                <c:pt idx="5484">
                  <c:v>39.237644195556598</c:v>
                </c:pt>
                <c:pt idx="5485">
                  <c:v>39.247810363769503</c:v>
                </c:pt>
                <c:pt idx="5486">
                  <c:v>39.235511779785199</c:v>
                </c:pt>
                <c:pt idx="5487">
                  <c:v>39.205406188964801</c:v>
                </c:pt>
                <c:pt idx="5488">
                  <c:v>39.1375732421875</c:v>
                </c:pt>
                <c:pt idx="5489">
                  <c:v>39.081283569335902</c:v>
                </c:pt>
                <c:pt idx="5490">
                  <c:v>39.050338745117202</c:v>
                </c:pt>
                <c:pt idx="5491">
                  <c:v>39.060905456542997</c:v>
                </c:pt>
                <c:pt idx="5492">
                  <c:v>39.074760437011697</c:v>
                </c:pt>
                <c:pt idx="5493">
                  <c:v>39.035194396972699</c:v>
                </c:pt>
                <c:pt idx="5494">
                  <c:v>38.971511840820298</c:v>
                </c:pt>
                <c:pt idx="5495">
                  <c:v>38.911502838134801</c:v>
                </c:pt>
                <c:pt idx="5496">
                  <c:v>38.870876312255902</c:v>
                </c:pt>
                <c:pt idx="5497">
                  <c:v>38.887042999267599</c:v>
                </c:pt>
                <c:pt idx="5498">
                  <c:v>38.900962829589801</c:v>
                </c:pt>
                <c:pt idx="5499">
                  <c:v>38.867256164550803</c:v>
                </c:pt>
                <c:pt idx="5500">
                  <c:v>38.845962524414098</c:v>
                </c:pt>
                <c:pt idx="5501">
                  <c:v>38.826774597167997</c:v>
                </c:pt>
                <c:pt idx="5502">
                  <c:v>38.826446533203097</c:v>
                </c:pt>
                <c:pt idx="5503">
                  <c:v>38.832355499267599</c:v>
                </c:pt>
                <c:pt idx="5504">
                  <c:v>38.838832855224602</c:v>
                </c:pt>
                <c:pt idx="5505">
                  <c:v>38.827850341796903</c:v>
                </c:pt>
                <c:pt idx="5506">
                  <c:v>38.838581085205099</c:v>
                </c:pt>
                <c:pt idx="5507">
                  <c:v>38.804904937744098</c:v>
                </c:pt>
                <c:pt idx="5508">
                  <c:v>38.799320220947301</c:v>
                </c:pt>
                <c:pt idx="5509">
                  <c:v>38.801544189453097</c:v>
                </c:pt>
                <c:pt idx="5510">
                  <c:v>38.780735015869098</c:v>
                </c:pt>
                <c:pt idx="5511">
                  <c:v>38.739917755127003</c:v>
                </c:pt>
                <c:pt idx="5512">
                  <c:v>38.717109680175803</c:v>
                </c:pt>
                <c:pt idx="5513">
                  <c:v>38.724151611328097</c:v>
                </c:pt>
                <c:pt idx="5514">
                  <c:v>38.709545135498097</c:v>
                </c:pt>
                <c:pt idx="5515">
                  <c:v>38.701305389404297</c:v>
                </c:pt>
                <c:pt idx="5516">
                  <c:v>38.681724548339801</c:v>
                </c:pt>
                <c:pt idx="5517">
                  <c:v>38.640228271484403</c:v>
                </c:pt>
                <c:pt idx="5518">
                  <c:v>38.604183197021499</c:v>
                </c:pt>
                <c:pt idx="5519">
                  <c:v>38.582996368408203</c:v>
                </c:pt>
                <c:pt idx="5520">
                  <c:v>38.554714202880902</c:v>
                </c:pt>
                <c:pt idx="5521">
                  <c:v>38.546409606933601</c:v>
                </c:pt>
                <c:pt idx="5522">
                  <c:v>38.543487548828097</c:v>
                </c:pt>
                <c:pt idx="5523">
                  <c:v>38.523811340332003</c:v>
                </c:pt>
                <c:pt idx="5524">
                  <c:v>38.504611968994098</c:v>
                </c:pt>
                <c:pt idx="5525">
                  <c:v>38.503990173339801</c:v>
                </c:pt>
                <c:pt idx="5526">
                  <c:v>38.499221801757798</c:v>
                </c:pt>
                <c:pt idx="5527">
                  <c:v>38.495685577392599</c:v>
                </c:pt>
                <c:pt idx="5528">
                  <c:v>38.523151397705099</c:v>
                </c:pt>
                <c:pt idx="5529">
                  <c:v>38.531356811523402</c:v>
                </c:pt>
                <c:pt idx="5530">
                  <c:v>38.495361328125</c:v>
                </c:pt>
                <c:pt idx="5531">
                  <c:v>38.486865997314503</c:v>
                </c:pt>
                <c:pt idx="5532">
                  <c:v>38.416965484619098</c:v>
                </c:pt>
                <c:pt idx="5533">
                  <c:v>38.321220397949197</c:v>
                </c:pt>
                <c:pt idx="5534">
                  <c:v>38.297706604003899</c:v>
                </c:pt>
                <c:pt idx="5535">
                  <c:v>38.265560150146499</c:v>
                </c:pt>
                <c:pt idx="5536">
                  <c:v>38.2243461608887</c:v>
                </c:pt>
                <c:pt idx="5537">
                  <c:v>38.2086791992188</c:v>
                </c:pt>
                <c:pt idx="5538">
                  <c:v>38.174076080322301</c:v>
                </c:pt>
                <c:pt idx="5539">
                  <c:v>38.150211334228501</c:v>
                </c:pt>
                <c:pt idx="5540">
                  <c:v>38.160995483398402</c:v>
                </c:pt>
                <c:pt idx="5541">
                  <c:v>38.163764953613303</c:v>
                </c:pt>
                <c:pt idx="5542">
                  <c:v>38.149784088134801</c:v>
                </c:pt>
                <c:pt idx="5543">
                  <c:v>38.1302490234375</c:v>
                </c:pt>
                <c:pt idx="5544">
                  <c:v>38.117584228515597</c:v>
                </c:pt>
                <c:pt idx="5545">
                  <c:v>38.106319427490199</c:v>
                </c:pt>
                <c:pt idx="5546">
                  <c:v>38.112098693847699</c:v>
                </c:pt>
                <c:pt idx="5547">
                  <c:v>38.110538482666001</c:v>
                </c:pt>
                <c:pt idx="5548">
                  <c:v>38.121555328369098</c:v>
                </c:pt>
                <c:pt idx="5549">
                  <c:v>38.121181488037102</c:v>
                </c:pt>
                <c:pt idx="5550">
                  <c:v>38.120738983154297</c:v>
                </c:pt>
                <c:pt idx="5551">
                  <c:v>38.103603363037102</c:v>
                </c:pt>
                <c:pt idx="5552">
                  <c:v>38.066932678222699</c:v>
                </c:pt>
                <c:pt idx="5553">
                  <c:v>38.049034118652301</c:v>
                </c:pt>
                <c:pt idx="5554">
                  <c:v>38.029323577880902</c:v>
                </c:pt>
                <c:pt idx="5555">
                  <c:v>38.0621337890625</c:v>
                </c:pt>
                <c:pt idx="5556">
                  <c:v>38.022315979003899</c:v>
                </c:pt>
                <c:pt idx="5557">
                  <c:v>38.0004272460938</c:v>
                </c:pt>
                <c:pt idx="5558">
                  <c:v>37.969902038574197</c:v>
                </c:pt>
                <c:pt idx="5559">
                  <c:v>37.965744018554702</c:v>
                </c:pt>
                <c:pt idx="5560">
                  <c:v>37.952560424804702</c:v>
                </c:pt>
                <c:pt idx="5561">
                  <c:v>37.960586547851598</c:v>
                </c:pt>
                <c:pt idx="5562">
                  <c:v>37.962368011474602</c:v>
                </c:pt>
                <c:pt idx="5563">
                  <c:v>37.954547882080099</c:v>
                </c:pt>
                <c:pt idx="5564">
                  <c:v>37.928798675537102</c:v>
                </c:pt>
                <c:pt idx="5565">
                  <c:v>37.912590026855497</c:v>
                </c:pt>
                <c:pt idx="5566">
                  <c:v>37.902561187744098</c:v>
                </c:pt>
                <c:pt idx="5567">
                  <c:v>37.9035453796387</c:v>
                </c:pt>
                <c:pt idx="5568">
                  <c:v>37.8963012695313</c:v>
                </c:pt>
                <c:pt idx="5569">
                  <c:v>37.8859672546387</c:v>
                </c:pt>
                <c:pt idx="5570">
                  <c:v>37.884487152099602</c:v>
                </c:pt>
                <c:pt idx="5571">
                  <c:v>37.888401031494098</c:v>
                </c:pt>
                <c:pt idx="5572">
                  <c:v>37.883743286132798</c:v>
                </c:pt>
                <c:pt idx="5573">
                  <c:v>37.879062652587898</c:v>
                </c:pt>
                <c:pt idx="5574">
                  <c:v>37.881340026855497</c:v>
                </c:pt>
                <c:pt idx="5575">
                  <c:v>37.869777679443402</c:v>
                </c:pt>
                <c:pt idx="5576">
                  <c:v>37.863487243652301</c:v>
                </c:pt>
                <c:pt idx="5577">
                  <c:v>37.858898162841797</c:v>
                </c:pt>
                <c:pt idx="5578">
                  <c:v>37.829471588134801</c:v>
                </c:pt>
                <c:pt idx="5579">
                  <c:v>37.842681884765597</c:v>
                </c:pt>
                <c:pt idx="5580">
                  <c:v>37.835601806640597</c:v>
                </c:pt>
                <c:pt idx="5581">
                  <c:v>37.820701599121101</c:v>
                </c:pt>
                <c:pt idx="5582">
                  <c:v>37.84326171875</c:v>
                </c:pt>
                <c:pt idx="5583">
                  <c:v>37.857467651367202</c:v>
                </c:pt>
                <c:pt idx="5584">
                  <c:v>37.844890594482401</c:v>
                </c:pt>
                <c:pt idx="5585">
                  <c:v>37.850284576416001</c:v>
                </c:pt>
                <c:pt idx="5586">
                  <c:v>37.823070526123097</c:v>
                </c:pt>
                <c:pt idx="5587">
                  <c:v>37.819969177246101</c:v>
                </c:pt>
                <c:pt idx="5588">
                  <c:v>37.773384094238303</c:v>
                </c:pt>
                <c:pt idx="5589">
                  <c:v>37.6692504882813</c:v>
                </c:pt>
                <c:pt idx="5590">
                  <c:v>37.563003540039098</c:v>
                </c:pt>
                <c:pt idx="5591">
                  <c:v>37.50927734375</c:v>
                </c:pt>
                <c:pt idx="5592">
                  <c:v>37.434768676757798</c:v>
                </c:pt>
                <c:pt idx="5593">
                  <c:v>37.409431457519503</c:v>
                </c:pt>
                <c:pt idx="5594">
                  <c:v>37.390571594238303</c:v>
                </c:pt>
                <c:pt idx="5595">
                  <c:v>37.408798217773402</c:v>
                </c:pt>
                <c:pt idx="5596">
                  <c:v>37.438312530517599</c:v>
                </c:pt>
                <c:pt idx="5597">
                  <c:v>37.479057312011697</c:v>
                </c:pt>
                <c:pt idx="5598">
                  <c:v>37.472133636474602</c:v>
                </c:pt>
                <c:pt idx="5599">
                  <c:v>37.464668273925803</c:v>
                </c:pt>
                <c:pt idx="5600">
                  <c:v>37.491973876953097</c:v>
                </c:pt>
                <c:pt idx="5601">
                  <c:v>37.406158447265597</c:v>
                </c:pt>
                <c:pt idx="5602">
                  <c:v>37.297378540039098</c:v>
                </c:pt>
                <c:pt idx="5603">
                  <c:v>37.267707824707003</c:v>
                </c:pt>
                <c:pt idx="5604">
                  <c:v>37.182647705078097</c:v>
                </c:pt>
                <c:pt idx="5605">
                  <c:v>37.152965545654297</c:v>
                </c:pt>
                <c:pt idx="5606">
                  <c:v>37.107200622558601</c:v>
                </c:pt>
                <c:pt idx="5607">
                  <c:v>37.087852478027301</c:v>
                </c:pt>
                <c:pt idx="5608">
                  <c:v>37.099353790283203</c:v>
                </c:pt>
                <c:pt idx="5609">
                  <c:v>37.088920593261697</c:v>
                </c:pt>
                <c:pt idx="5610">
                  <c:v>37.077884674072301</c:v>
                </c:pt>
                <c:pt idx="5611">
                  <c:v>37.053417205810597</c:v>
                </c:pt>
                <c:pt idx="5612">
                  <c:v>36.998783111572301</c:v>
                </c:pt>
                <c:pt idx="5613">
                  <c:v>37.0042724609375</c:v>
                </c:pt>
                <c:pt idx="5614">
                  <c:v>36.985725402832003</c:v>
                </c:pt>
                <c:pt idx="5615">
                  <c:v>36.9860649108887</c:v>
                </c:pt>
                <c:pt idx="5616">
                  <c:v>36.961536407470703</c:v>
                </c:pt>
                <c:pt idx="5617">
                  <c:v>36.964332580566399</c:v>
                </c:pt>
                <c:pt idx="5618">
                  <c:v>36.960147857666001</c:v>
                </c:pt>
                <c:pt idx="5619">
                  <c:v>36.953392028808601</c:v>
                </c:pt>
                <c:pt idx="5620">
                  <c:v>36.944099426269503</c:v>
                </c:pt>
                <c:pt idx="5621">
                  <c:v>36.938987731933601</c:v>
                </c:pt>
                <c:pt idx="5622">
                  <c:v>36.9460258483887</c:v>
                </c:pt>
                <c:pt idx="5623">
                  <c:v>36.931236267089801</c:v>
                </c:pt>
                <c:pt idx="5624">
                  <c:v>36.9022026062012</c:v>
                </c:pt>
                <c:pt idx="5625">
                  <c:v>36.869964599609403</c:v>
                </c:pt>
                <c:pt idx="5626">
                  <c:v>36.877429962158203</c:v>
                </c:pt>
                <c:pt idx="5627">
                  <c:v>36.867568969726598</c:v>
                </c:pt>
                <c:pt idx="5628">
                  <c:v>36.783245086669901</c:v>
                </c:pt>
                <c:pt idx="5629">
                  <c:v>36.733108520507798</c:v>
                </c:pt>
                <c:pt idx="5630">
                  <c:v>36.709560394287102</c:v>
                </c:pt>
                <c:pt idx="5631">
                  <c:v>36.673473358154297</c:v>
                </c:pt>
                <c:pt idx="5632">
                  <c:v>36.681270599365199</c:v>
                </c:pt>
                <c:pt idx="5633">
                  <c:v>36.6123657226563</c:v>
                </c:pt>
                <c:pt idx="5634">
                  <c:v>36.609146118164098</c:v>
                </c:pt>
                <c:pt idx="5635">
                  <c:v>36.606090545654297</c:v>
                </c:pt>
                <c:pt idx="5636">
                  <c:v>36.555149078369098</c:v>
                </c:pt>
                <c:pt idx="5637">
                  <c:v>36.547523498535199</c:v>
                </c:pt>
                <c:pt idx="5638">
                  <c:v>36.527957916259801</c:v>
                </c:pt>
                <c:pt idx="5639">
                  <c:v>36.555568695068402</c:v>
                </c:pt>
                <c:pt idx="5640">
                  <c:v>36.577732086181598</c:v>
                </c:pt>
                <c:pt idx="5641">
                  <c:v>36.583591461181598</c:v>
                </c:pt>
                <c:pt idx="5642">
                  <c:v>36.5268745422363</c:v>
                </c:pt>
                <c:pt idx="5643">
                  <c:v>36.505275726318402</c:v>
                </c:pt>
                <c:pt idx="5644">
                  <c:v>36.449092864990199</c:v>
                </c:pt>
                <c:pt idx="5645">
                  <c:v>36.495693206787102</c:v>
                </c:pt>
                <c:pt idx="5646">
                  <c:v>36.506824493408203</c:v>
                </c:pt>
                <c:pt idx="5647">
                  <c:v>36.458492279052699</c:v>
                </c:pt>
                <c:pt idx="5648">
                  <c:v>36.4022026062012</c:v>
                </c:pt>
                <c:pt idx="5649">
                  <c:v>36.408939361572301</c:v>
                </c:pt>
                <c:pt idx="5650">
                  <c:v>36.543544769287102</c:v>
                </c:pt>
                <c:pt idx="5651">
                  <c:v>36.547515869140597</c:v>
                </c:pt>
                <c:pt idx="5652">
                  <c:v>36.539398193359403</c:v>
                </c:pt>
                <c:pt idx="5653">
                  <c:v>36.551055908203097</c:v>
                </c:pt>
                <c:pt idx="5654">
                  <c:v>36.544483184814503</c:v>
                </c:pt>
                <c:pt idx="5655">
                  <c:v>36.517410278320298</c:v>
                </c:pt>
                <c:pt idx="5656">
                  <c:v>36.531505584716797</c:v>
                </c:pt>
                <c:pt idx="5657">
                  <c:v>36.578636169433601</c:v>
                </c:pt>
                <c:pt idx="5658">
                  <c:v>36.532802581787102</c:v>
                </c:pt>
                <c:pt idx="5659">
                  <c:v>36.565685272216797</c:v>
                </c:pt>
                <c:pt idx="5660">
                  <c:v>36.591014862060597</c:v>
                </c:pt>
                <c:pt idx="5661">
                  <c:v>36.604667663574197</c:v>
                </c:pt>
                <c:pt idx="5662">
                  <c:v>36.632411956787102</c:v>
                </c:pt>
                <c:pt idx="5663">
                  <c:v>36.665164947509801</c:v>
                </c:pt>
                <c:pt idx="5664">
                  <c:v>36.746776580810597</c:v>
                </c:pt>
                <c:pt idx="5665">
                  <c:v>36.784694671630902</c:v>
                </c:pt>
                <c:pt idx="5666">
                  <c:v>36.860019683837898</c:v>
                </c:pt>
                <c:pt idx="5667">
                  <c:v>36.859451293945298</c:v>
                </c:pt>
                <c:pt idx="5668">
                  <c:v>36.900169372558601</c:v>
                </c:pt>
                <c:pt idx="5669">
                  <c:v>36.961490631103501</c:v>
                </c:pt>
                <c:pt idx="5670">
                  <c:v>37.024631500244098</c:v>
                </c:pt>
                <c:pt idx="5671">
                  <c:v>37.072959899902301</c:v>
                </c:pt>
                <c:pt idx="5672">
                  <c:v>37.204349517822301</c:v>
                </c:pt>
                <c:pt idx="5673">
                  <c:v>37.310276031494098</c:v>
                </c:pt>
                <c:pt idx="5674">
                  <c:v>37.380165100097699</c:v>
                </c:pt>
                <c:pt idx="5675">
                  <c:v>37.422508239746101</c:v>
                </c:pt>
                <c:pt idx="5676">
                  <c:v>37.509212493896499</c:v>
                </c:pt>
                <c:pt idx="5677">
                  <c:v>37.630893707275398</c:v>
                </c:pt>
                <c:pt idx="5678">
                  <c:v>37.674953460693402</c:v>
                </c:pt>
                <c:pt idx="5679">
                  <c:v>37.763740539550803</c:v>
                </c:pt>
                <c:pt idx="5680">
                  <c:v>37.8115425109863</c:v>
                </c:pt>
                <c:pt idx="5681">
                  <c:v>37.833499908447301</c:v>
                </c:pt>
                <c:pt idx="5682">
                  <c:v>37.858264923095703</c:v>
                </c:pt>
                <c:pt idx="5683">
                  <c:v>37.875770568847699</c:v>
                </c:pt>
                <c:pt idx="5684">
                  <c:v>37.863407135009801</c:v>
                </c:pt>
                <c:pt idx="5685">
                  <c:v>37.868053436279297</c:v>
                </c:pt>
                <c:pt idx="5686">
                  <c:v>37.875114440917997</c:v>
                </c:pt>
                <c:pt idx="5687">
                  <c:v>37.913825988769503</c:v>
                </c:pt>
                <c:pt idx="5688">
                  <c:v>37.923599243164098</c:v>
                </c:pt>
                <c:pt idx="5689">
                  <c:v>37.9225044250488</c:v>
                </c:pt>
                <c:pt idx="5690">
                  <c:v>37.941822052002003</c:v>
                </c:pt>
                <c:pt idx="5691">
                  <c:v>38.0062065124512</c:v>
                </c:pt>
                <c:pt idx="5692">
                  <c:v>38.002918243408203</c:v>
                </c:pt>
                <c:pt idx="5693">
                  <c:v>38.053611755371101</c:v>
                </c:pt>
                <c:pt idx="5694">
                  <c:v>38.089469909667997</c:v>
                </c:pt>
                <c:pt idx="5695">
                  <c:v>38.103553771972699</c:v>
                </c:pt>
                <c:pt idx="5696">
                  <c:v>38.114582061767599</c:v>
                </c:pt>
                <c:pt idx="5697">
                  <c:v>38.099235534667997</c:v>
                </c:pt>
                <c:pt idx="5698">
                  <c:v>38.127750396728501</c:v>
                </c:pt>
                <c:pt idx="5699">
                  <c:v>38.173103332519503</c:v>
                </c:pt>
                <c:pt idx="5700">
                  <c:v>38.206043243408203</c:v>
                </c:pt>
                <c:pt idx="5701">
                  <c:v>38.218967437744098</c:v>
                </c:pt>
                <c:pt idx="5702">
                  <c:v>38.202713012695298</c:v>
                </c:pt>
                <c:pt idx="5703">
                  <c:v>38.217636108398402</c:v>
                </c:pt>
                <c:pt idx="5704">
                  <c:v>38.220626831054702</c:v>
                </c:pt>
                <c:pt idx="5705">
                  <c:v>38.273624420166001</c:v>
                </c:pt>
                <c:pt idx="5706">
                  <c:v>38.342994689941399</c:v>
                </c:pt>
                <c:pt idx="5707">
                  <c:v>38.409133911132798</c:v>
                </c:pt>
                <c:pt idx="5708">
                  <c:v>38.447589874267599</c:v>
                </c:pt>
                <c:pt idx="5709">
                  <c:v>38.456539154052699</c:v>
                </c:pt>
                <c:pt idx="5710">
                  <c:v>38.483352661132798</c:v>
                </c:pt>
                <c:pt idx="5711">
                  <c:v>38.558769226074197</c:v>
                </c:pt>
                <c:pt idx="5712">
                  <c:v>38.620532989502003</c:v>
                </c:pt>
                <c:pt idx="5713">
                  <c:v>38.622913360595703</c:v>
                </c:pt>
                <c:pt idx="5714">
                  <c:v>38.630653381347699</c:v>
                </c:pt>
                <c:pt idx="5715">
                  <c:v>38.598556518554702</c:v>
                </c:pt>
                <c:pt idx="5716">
                  <c:v>38.595554351806598</c:v>
                </c:pt>
                <c:pt idx="5717">
                  <c:v>38.656814575195298</c:v>
                </c:pt>
                <c:pt idx="5718">
                  <c:v>38.707130432128899</c:v>
                </c:pt>
                <c:pt idx="5719">
                  <c:v>38.758670806884801</c:v>
                </c:pt>
                <c:pt idx="5720">
                  <c:v>38.797019958496101</c:v>
                </c:pt>
                <c:pt idx="5721">
                  <c:v>38.802352905273402</c:v>
                </c:pt>
                <c:pt idx="5722">
                  <c:v>38.808399200439503</c:v>
                </c:pt>
                <c:pt idx="5723">
                  <c:v>38.823890686035199</c:v>
                </c:pt>
                <c:pt idx="5724">
                  <c:v>38.840522766113303</c:v>
                </c:pt>
                <c:pt idx="5725">
                  <c:v>38.865116119384801</c:v>
                </c:pt>
                <c:pt idx="5726">
                  <c:v>38.870883941650398</c:v>
                </c:pt>
                <c:pt idx="5727">
                  <c:v>38.9408149719238</c:v>
                </c:pt>
                <c:pt idx="5728">
                  <c:v>38.944267272949197</c:v>
                </c:pt>
                <c:pt idx="5729">
                  <c:v>38.964649200439503</c:v>
                </c:pt>
                <c:pt idx="5730">
                  <c:v>39.023788452148402</c:v>
                </c:pt>
                <c:pt idx="5731">
                  <c:v>39.079254150390597</c:v>
                </c:pt>
                <c:pt idx="5732">
                  <c:v>39.044162750244098</c:v>
                </c:pt>
                <c:pt idx="5733">
                  <c:v>39.067047119140597</c:v>
                </c:pt>
                <c:pt idx="5734">
                  <c:v>39.143173217773402</c:v>
                </c:pt>
                <c:pt idx="5735">
                  <c:v>39.186065673828097</c:v>
                </c:pt>
                <c:pt idx="5736">
                  <c:v>39.1903686523438</c:v>
                </c:pt>
                <c:pt idx="5737">
                  <c:v>39.213912963867202</c:v>
                </c:pt>
                <c:pt idx="5738">
                  <c:v>39.240142822265597</c:v>
                </c:pt>
                <c:pt idx="5739">
                  <c:v>39.220134735107401</c:v>
                </c:pt>
                <c:pt idx="5740">
                  <c:v>39.215553283691399</c:v>
                </c:pt>
                <c:pt idx="5741">
                  <c:v>39.2238578796387</c:v>
                </c:pt>
                <c:pt idx="5742">
                  <c:v>39.267063140869098</c:v>
                </c:pt>
                <c:pt idx="5743">
                  <c:v>39.2705268859863</c:v>
                </c:pt>
                <c:pt idx="5744">
                  <c:v>39.286949157714801</c:v>
                </c:pt>
                <c:pt idx="5745">
                  <c:v>39.284072875976598</c:v>
                </c:pt>
                <c:pt idx="5746">
                  <c:v>39.278839111328097</c:v>
                </c:pt>
                <c:pt idx="5747">
                  <c:v>39.283485412597699</c:v>
                </c:pt>
                <c:pt idx="5748">
                  <c:v>39.340034484863303</c:v>
                </c:pt>
                <c:pt idx="5749">
                  <c:v>39.382354736328097</c:v>
                </c:pt>
                <c:pt idx="5750">
                  <c:v>39.409732818603501</c:v>
                </c:pt>
                <c:pt idx="5751">
                  <c:v>39.414218902587898</c:v>
                </c:pt>
                <c:pt idx="5752">
                  <c:v>39.415512084960902</c:v>
                </c:pt>
                <c:pt idx="5753">
                  <c:v>39.427371978759801</c:v>
                </c:pt>
                <c:pt idx="5754">
                  <c:v>39.432258605957003</c:v>
                </c:pt>
                <c:pt idx="5755">
                  <c:v>39.439666748046903</c:v>
                </c:pt>
                <c:pt idx="5756">
                  <c:v>39.445587158203097</c:v>
                </c:pt>
                <c:pt idx="5757">
                  <c:v>39.446506500244098</c:v>
                </c:pt>
                <c:pt idx="5758">
                  <c:v>39.449100494384801</c:v>
                </c:pt>
                <c:pt idx="5759">
                  <c:v>39.450115203857401</c:v>
                </c:pt>
                <c:pt idx="5760">
                  <c:v>39.451171875</c:v>
                </c:pt>
                <c:pt idx="5761">
                  <c:v>39.451496124267599</c:v>
                </c:pt>
                <c:pt idx="5762">
                  <c:v>39.451347351074197</c:v>
                </c:pt>
                <c:pt idx="5763">
                  <c:v>39.451805114746101</c:v>
                </c:pt>
                <c:pt idx="5764">
                  <c:v>39.452037811279297</c:v>
                </c:pt>
                <c:pt idx="5765">
                  <c:v>39.452159881591797</c:v>
                </c:pt>
                <c:pt idx="5766">
                  <c:v>39.452220916748097</c:v>
                </c:pt>
                <c:pt idx="5767">
                  <c:v>39.4522514343262</c:v>
                </c:pt>
                <c:pt idx="5768">
                  <c:v>39.4522705078125</c:v>
                </c:pt>
                <c:pt idx="5769">
                  <c:v>39.452278137207003</c:v>
                </c:pt>
                <c:pt idx="5770">
                  <c:v>39.452281951904297</c:v>
                </c:pt>
                <c:pt idx="5771">
                  <c:v>39.452285766601598</c:v>
                </c:pt>
                <c:pt idx="5772">
                  <c:v>39.452285766601598</c:v>
                </c:pt>
                <c:pt idx="5773">
                  <c:v>39.452285766601598</c:v>
                </c:pt>
                <c:pt idx="5774">
                  <c:v>39.452285766601598</c:v>
                </c:pt>
                <c:pt idx="5775">
                  <c:v>39.452285766601598</c:v>
                </c:pt>
                <c:pt idx="5776">
                  <c:v>39.452285766601598</c:v>
                </c:pt>
                <c:pt idx="5777">
                  <c:v>39.452285766601598</c:v>
                </c:pt>
                <c:pt idx="5778">
                  <c:v>39.452285766601598</c:v>
                </c:pt>
                <c:pt idx="5779">
                  <c:v>39.452285766601598</c:v>
                </c:pt>
                <c:pt idx="5780">
                  <c:v>39.452285766601598</c:v>
                </c:pt>
                <c:pt idx="5781">
                  <c:v>39.452285766601598</c:v>
                </c:pt>
                <c:pt idx="5782">
                  <c:v>39.452285766601598</c:v>
                </c:pt>
                <c:pt idx="5783">
                  <c:v>39.452285766601598</c:v>
                </c:pt>
                <c:pt idx="5784">
                  <c:v>39.452285766601598</c:v>
                </c:pt>
                <c:pt idx="5785">
                  <c:v>39.452285766601598</c:v>
                </c:pt>
                <c:pt idx="5786">
                  <c:v>39.452285766601598</c:v>
                </c:pt>
                <c:pt idx="5787">
                  <c:v>39.452285766601598</c:v>
                </c:pt>
                <c:pt idx="5788">
                  <c:v>39.452285766601598</c:v>
                </c:pt>
                <c:pt idx="5789">
                  <c:v>39.452285766601598</c:v>
                </c:pt>
                <c:pt idx="5790">
                  <c:v>39.452285766601598</c:v>
                </c:pt>
                <c:pt idx="5791">
                  <c:v>39.452285766601598</c:v>
                </c:pt>
                <c:pt idx="5792">
                  <c:v>39.452285766601598</c:v>
                </c:pt>
                <c:pt idx="5793">
                  <c:v>39.452285766601598</c:v>
                </c:pt>
                <c:pt idx="5794">
                  <c:v>39.452285766601598</c:v>
                </c:pt>
                <c:pt idx="5795">
                  <c:v>39.452285766601598</c:v>
                </c:pt>
                <c:pt idx="5796">
                  <c:v>39.452285766601598</c:v>
                </c:pt>
                <c:pt idx="5797">
                  <c:v>39.452285766601598</c:v>
                </c:pt>
                <c:pt idx="5798">
                  <c:v>39.452285766601598</c:v>
                </c:pt>
                <c:pt idx="5799">
                  <c:v>39.452285766601598</c:v>
                </c:pt>
                <c:pt idx="5800">
                  <c:v>39.452285766601598</c:v>
                </c:pt>
                <c:pt idx="5801">
                  <c:v>39.452285766601598</c:v>
                </c:pt>
                <c:pt idx="5802">
                  <c:v>39.452285766601598</c:v>
                </c:pt>
                <c:pt idx="5803">
                  <c:v>39.452285766601598</c:v>
                </c:pt>
                <c:pt idx="5804">
                  <c:v>39.452285766601598</c:v>
                </c:pt>
                <c:pt idx="5805">
                  <c:v>39.452285766601598</c:v>
                </c:pt>
                <c:pt idx="5806">
                  <c:v>39.452285766601598</c:v>
                </c:pt>
                <c:pt idx="5807">
                  <c:v>39.452285766601598</c:v>
                </c:pt>
                <c:pt idx="5808">
                  <c:v>39.452285766601598</c:v>
                </c:pt>
                <c:pt idx="5809">
                  <c:v>39.452285766601598</c:v>
                </c:pt>
                <c:pt idx="5810">
                  <c:v>39.474414825439503</c:v>
                </c:pt>
                <c:pt idx="5811">
                  <c:v>39.4636421203613</c:v>
                </c:pt>
                <c:pt idx="5812">
                  <c:v>39.458118438720703</c:v>
                </c:pt>
                <c:pt idx="5813">
                  <c:v>39.455280303955099</c:v>
                </c:pt>
                <c:pt idx="5814">
                  <c:v>39.484683990478501</c:v>
                </c:pt>
                <c:pt idx="5815">
                  <c:v>39.468925476074197</c:v>
                </c:pt>
                <c:pt idx="5816">
                  <c:v>39.460826873779297</c:v>
                </c:pt>
                <c:pt idx="5817">
                  <c:v>39.478790283203097</c:v>
                </c:pt>
                <c:pt idx="5818">
                  <c:v>39.465896606445298</c:v>
                </c:pt>
                <c:pt idx="5819">
                  <c:v>39.459274291992202</c:v>
                </c:pt>
                <c:pt idx="5820">
                  <c:v>39.455875396728501</c:v>
                </c:pt>
                <c:pt idx="5821">
                  <c:v>39.454128265380902</c:v>
                </c:pt>
                <c:pt idx="5822">
                  <c:v>39.484092712402301</c:v>
                </c:pt>
                <c:pt idx="5823">
                  <c:v>39.499488830566399</c:v>
                </c:pt>
                <c:pt idx="5824">
                  <c:v>39.520759582519503</c:v>
                </c:pt>
                <c:pt idx="5825">
                  <c:v>39.580047607421903</c:v>
                </c:pt>
                <c:pt idx="5826">
                  <c:v>39.610424041748097</c:v>
                </c:pt>
                <c:pt idx="5827">
                  <c:v>39.577747344970703</c:v>
                </c:pt>
                <c:pt idx="5828">
                  <c:v>39.583057403564503</c:v>
                </c:pt>
                <c:pt idx="5829">
                  <c:v>39.642902374267599</c:v>
                </c:pt>
                <c:pt idx="5830">
                  <c:v>39.725540161132798</c:v>
                </c:pt>
                <c:pt idx="5831">
                  <c:v>39.738197326660199</c:v>
                </c:pt>
                <c:pt idx="5832">
                  <c:v>39.794441223144503</c:v>
                </c:pt>
                <c:pt idx="5833">
                  <c:v>39.892894744873097</c:v>
                </c:pt>
                <c:pt idx="5834">
                  <c:v>40.263572692871101</c:v>
                </c:pt>
                <c:pt idx="5835">
                  <c:v>40.525634765625</c:v>
                </c:pt>
                <c:pt idx="5836">
                  <c:v>40.489006042480497</c:v>
                </c:pt>
                <c:pt idx="5837">
                  <c:v>40.752880096435597</c:v>
                </c:pt>
                <c:pt idx="5838">
                  <c:v>40.922409057617202</c:v>
                </c:pt>
                <c:pt idx="5839">
                  <c:v>40.982421875</c:v>
                </c:pt>
                <c:pt idx="5840">
                  <c:v>41.034778594970703</c:v>
                </c:pt>
                <c:pt idx="5841">
                  <c:v>41.252456665039098</c:v>
                </c:pt>
                <c:pt idx="5842">
                  <c:v>41.406139373779297</c:v>
                </c:pt>
                <c:pt idx="5843">
                  <c:v>41.555625915527301</c:v>
                </c:pt>
                <c:pt idx="5844">
                  <c:v>41.613525390625</c:v>
                </c:pt>
                <c:pt idx="5845">
                  <c:v>41.624912261962898</c:v>
                </c:pt>
                <c:pt idx="5846">
                  <c:v>41.723438262939503</c:v>
                </c:pt>
                <c:pt idx="5847">
                  <c:v>41.809978485107401</c:v>
                </c:pt>
                <c:pt idx="5848">
                  <c:v>41.864078521728501</c:v>
                </c:pt>
                <c:pt idx="5849">
                  <c:v>41.8877563476563</c:v>
                </c:pt>
                <c:pt idx="5850">
                  <c:v>41.933094024658203</c:v>
                </c:pt>
                <c:pt idx="5851">
                  <c:v>41.983234405517599</c:v>
                </c:pt>
                <c:pt idx="5852">
                  <c:v>42.072872161865199</c:v>
                </c:pt>
                <c:pt idx="5853">
                  <c:v>42.101184844970703</c:v>
                </c:pt>
                <c:pt idx="5854">
                  <c:v>42.243034362792997</c:v>
                </c:pt>
                <c:pt idx="5855">
                  <c:v>42.412712097167997</c:v>
                </c:pt>
                <c:pt idx="5856">
                  <c:v>42.520431518554702</c:v>
                </c:pt>
                <c:pt idx="5857">
                  <c:v>42.599700927734403</c:v>
                </c:pt>
                <c:pt idx="5858">
                  <c:v>42.645309448242202</c:v>
                </c:pt>
                <c:pt idx="5859">
                  <c:v>42.690689086914098</c:v>
                </c:pt>
                <c:pt idx="5860">
                  <c:v>42.696556091308601</c:v>
                </c:pt>
                <c:pt idx="5861">
                  <c:v>42.703487396240199</c:v>
                </c:pt>
                <c:pt idx="5862">
                  <c:v>42.716228485107401</c:v>
                </c:pt>
                <c:pt idx="5863">
                  <c:v>42.721298217773402</c:v>
                </c:pt>
                <c:pt idx="5864">
                  <c:v>42.708442687988303</c:v>
                </c:pt>
                <c:pt idx="5865">
                  <c:v>42.729545593261697</c:v>
                </c:pt>
                <c:pt idx="5866">
                  <c:v>42.749355316162102</c:v>
                </c:pt>
                <c:pt idx="5867">
                  <c:v>42.762161254882798</c:v>
                </c:pt>
                <c:pt idx="5868">
                  <c:v>42.754951477050803</c:v>
                </c:pt>
                <c:pt idx="5869">
                  <c:v>42.762409210205099</c:v>
                </c:pt>
                <c:pt idx="5870">
                  <c:v>42.770786285400398</c:v>
                </c:pt>
                <c:pt idx="5871">
                  <c:v>42.770538330078097</c:v>
                </c:pt>
                <c:pt idx="5872">
                  <c:v>42.7723388671875</c:v>
                </c:pt>
                <c:pt idx="5873">
                  <c:v>42.776576995849602</c:v>
                </c:pt>
                <c:pt idx="5874">
                  <c:v>42.773509979248097</c:v>
                </c:pt>
                <c:pt idx="5875">
                  <c:v>42.775794982910199</c:v>
                </c:pt>
                <c:pt idx="5876">
                  <c:v>42.774074554443402</c:v>
                </c:pt>
                <c:pt idx="5877">
                  <c:v>42.772918701171903</c:v>
                </c:pt>
                <c:pt idx="5878">
                  <c:v>42.773288726806598</c:v>
                </c:pt>
                <c:pt idx="5879">
                  <c:v>42.776100158691399</c:v>
                </c:pt>
                <c:pt idx="5880">
                  <c:v>42.778232574462898</c:v>
                </c:pt>
                <c:pt idx="5881">
                  <c:v>42.777675628662102</c:v>
                </c:pt>
                <c:pt idx="5882">
                  <c:v>42.776004791259801</c:v>
                </c:pt>
                <c:pt idx="5883">
                  <c:v>42.773216247558601</c:v>
                </c:pt>
                <c:pt idx="5884">
                  <c:v>42.771785736083999</c:v>
                </c:pt>
                <c:pt idx="5885">
                  <c:v>42.772708892822301</c:v>
                </c:pt>
                <c:pt idx="5886">
                  <c:v>42.789028167724602</c:v>
                </c:pt>
                <c:pt idx="5887">
                  <c:v>42.784873962402301</c:v>
                </c:pt>
                <c:pt idx="5888">
                  <c:v>42.778736114502003</c:v>
                </c:pt>
                <c:pt idx="5889">
                  <c:v>42.767017364502003</c:v>
                </c:pt>
                <c:pt idx="5890">
                  <c:v>42.772605895996101</c:v>
                </c:pt>
                <c:pt idx="5891">
                  <c:v>42.762790679931598</c:v>
                </c:pt>
                <c:pt idx="5892">
                  <c:v>42.761177062988303</c:v>
                </c:pt>
                <c:pt idx="5893">
                  <c:v>42.779529571533203</c:v>
                </c:pt>
                <c:pt idx="5894">
                  <c:v>42.79296875</c:v>
                </c:pt>
                <c:pt idx="5895">
                  <c:v>42.790622711181598</c:v>
                </c:pt>
                <c:pt idx="5896">
                  <c:v>42.789276123046903</c:v>
                </c:pt>
                <c:pt idx="5897">
                  <c:v>42.8096923828125</c:v>
                </c:pt>
                <c:pt idx="5898">
                  <c:v>42.847511291503899</c:v>
                </c:pt>
                <c:pt idx="5899">
                  <c:v>42.886409759521499</c:v>
                </c:pt>
                <c:pt idx="5900">
                  <c:v>42.879188537597699</c:v>
                </c:pt>
                <c:pt idx="5901">
                  <c:v>42.894374847412102</c:v>
                </c:pt>
                <c:pt idx="5902">
                  <c:v>42.889617919921903</c:v>
                </c:pt>
                <c:pt idx="5903">
                  <c:v>42.860790252685597</c:v>
                </c:pt>
                <c:pt idx="5904">
                  <c:v>42.898029327392599</c:v>
                </c:pt>
                <c:pt idx="5905">
                  <c:v>42.925846099853501</c:v>
                </c:pt>
                <c:pt idx="5906">
                  <c:v>42.921352386474602</c:v>
                </c:pt>
                <c:pt idx="5907">
                  <c:v>42.976165771484403</c:v>
                </c:pt>
                <c:pt idx="5908">
                  <c:v>42.978645324707003</c:v>
                </c:pt>
                <c:pt idx="5909">
                  <c:v>42.981693267822301</c:v>
                </c:pt>
                <c:pt idx="5910">
                  <c:v>42.989498138427699</c:v>
                </c:pt>
                <c:pt idx="5911">
                  <c:v>42.977218627929702</c:v>
                </c:pt>
                <c:pt idx="5912">
                  <c:v>42.986839294433601</c:v>
                </c:pt>
                <c:pt idx="5913">
                  <c:v>43.0244140625</c:v>
                </c:pt>
                <c:pt idx="5914">
                  <c:v>43.012245178222699</c:v>
                </c:pt>
                <c:pt idx="5915">
                  <c:v>43.028404235839801</c:v>
                </c:pt>
                <c:pt idx="5916">
                  <c:v>43.064125061035199</c:v>
                </c:pt>
                <c:pt idx="5917">
                  <c:v>43.087642669677699</c:v>
                </c:pt>
                <c:pt idx="5918">
                  <c:v>43.151767730712898</c:v>
                </c:pt>
                <c:pt idx="5919">
                  <c:v>43.130588531494098</c:v>
                </c:pt>
                <c:pt idx="5920">
                  <c:v>43.085235595703097</c:v>
                </c:pt>
                <c:pt idx="5921">
                  <c:v>43.073539733886697</c:v>
                </c:pt>
                <c:pt idx="5922">
                  <c:v>43.082096099853501</c:v>
                </c:pt>
                <c:pt idx="5923">
                  <c:v>43.083343505859403</c:v>
                </c:pt>
                <c:pt idx="5924">
                  <c:v>43.099891662597699</c:v>
                </c:pt>
                <c:pt idx="5925">
                  <c:v>43.142303466796903</c:v>
                </c:pt>
                <c:pt idx="5926">
                  <c:v>43.096057891845703</c:v>
                </c:pt>
                <c:pt idx="5927">
                  <c:v>43.151180267333999</c:v>
                </c:pt>
                <c:pt idx="5928">
                  <c:v>43.146705627441399</c:v>
                </c:pt>
                <c:pt idx="5929">
                  <c:v>43.185100555419901</c:v>
                </c:pt>
                <c:pt idx="5930">
                  <c:v>43.162277221679702</c:v>
                </c:pt>
                <c:pt idx="5931">
                  <c:v>43.175994873046903</c:v>
                </c:pt>
                <c:pt idx="5932">
                  <c:v>43.190876007080099</c:v>
                </c:pt>
                <c:pt idx="5933">
                  <c:v>43.199241638183601</c:v>
                </c:pt>
                <c:pt idx="5934">
                  <c:v>43.190921783447301</c:v>
                </c:pt>
                <c:pt idx="5935">
                  <c:v>43.219398498535199</c:v>
                </c:pt>
                <c:pt idx="5936">
                  <c:v>43.239456176757798</c:v>
                </c:pt>
                <c:pt idx="5937">
                  <c:v>43.236946105957003</c:v>
                </c:pt>
                <c:pt idx="5938">
                  <c:v>43.225166320800803</c:v>
                </c:pt>
                <c:pt idx="5939">
                  <c:v>43.210773468017599</c:v>
                </c:pt>
                <c:pt idx="5940">
                  <c:v>43.221492767333999</c:v>
                </c:pt>
                <c:pt idx="5941">
                  <c:v>43.219234466552699</c:v>
                </c:pt>
                <c:pt idx="5942">
                  <c:v>43.227634429931598</c:v>
                </c:pt>
                <c:pt idx="5943">
                  <c:v>43.232128143310597</c:v>
                </c:pt>
                <c:pt idx="5944">
                  <c:v>43.231063842773402</c:v>
                </c:pt>
                <c:pt idx="5945">
                  <c:v>43.224254608154297</c:v>
                </c:pt>
                <c:pt idx="5946">
                  <c:v>43.255348205566399</c:v>
                </c:pt>
                <c:pt idx="5947">
                  <c:v>43.259212493896499</c:v>
                </c:pt>
                <c:pt idx="5948">
                  <c:v>43.228061676025398</c:v>
                </c:pt>
                <c:pt idx="5949">
                  <c:v>43.249301910400398</c:v>
                </c:pt>
                <c:pt idx="5950">
                  <c:v>43.247692108154297</c:v>
                </c:pt>
                <c:pt idx="5951">
                  <c:v>43.240341186523402</c:v>
                </c:pt>
                <c:pt idx="5952">
                  <c:v>43.216644287109403</c:v>
                </c:pt>
                <c:pt idx="5953">
                  <c:v>43.200130462646499</c:v>
                </c:pt>
                <c:pt idx="5954">
                  <c:v>43.234565734863303</c:v>
                </c:pt>
                <c:pt idx="5955">
                  <c:v>43.216846466064503</c:v>
                </c:pt>
                <c:pt idx="5956">
                  <c:v>43.172271728515597</c:v>
                </c:pt>
                <c:pt idx="5957">
                  <c:v>43.121456146240199</c:v>
                </c:pt>
                <c:pt idx="5958">
                  <c:v>43.086723327636697</c:v>
                </c:pt>
                <c:pt idx="5959">
                  <c:v>43.081260681152301</c:v>
                </c:pt>
                <c:pt idx="5960">
                  <c:v>43.082626342773402</c:v>
                </c:pt>
                <c:pt idx="5961">
                  <c:v>43.082439422607401</c:v>
                </c:pt>
                <c:pt idx="5962">
                  <c:v>43.052879333496101</c:v>
                </c:pt>
                <c:pt idx="5963">
                  <c:v>42.998226165771499</c:v>
                </c:pt>
                <c:pt idx="5964">
                  <c:v>42.978404998779297</c:v>
                </c:pt>
                <c:pt idx="5965">
                  <c:v>42.9869575500488</c:v>
                </c:pt>
                <c:pt idx="5966">
                  <c:v>42.966800689697301</c:v>
                </c:pt>
                <c:pt idx="5967">
                  <c:v>42.966995239257798</c:v>
                </c:pt>
                <c:pt idx="5968">
                  <c:v>42.969799041748097</c:v>
                </c:pt>
                <c:pt idx="5969">
                  <c:v>42.956451416015597</c:v>
                </c:pt>
                <c:pt idx="5970">
                  <c:v>42.944908142089801</c:v>
                </c:pt>
                <c:pt idx="5971">
                  <c:v>42.913871765136697</c:v>
                </c:pt>
                <c:pt idx="5972">
                  <c:v>42.877536773681598</c:v>
                </c:pt>
                <c:pt idx="5973">
                  <c:v>42.860916137695298</c:v>
                </c:pt>
                <c:pt idx="5974">
                  <c:v>42.8484497070313</c:v>
                </c:pt>
                <c:pt idx="5975">
                  <c:v>42.823657989502003</c:v>
                </c:pt>
                <c:pt idx="5976">
                  <c:v>42.8140869140625</c:v>
                </c:pt>
                <c:pt idx="5977">
                  <c:v>42.805606842041001</c:v>
                </c:pt>
                <c:pt idx="5978">
                  <c:v>42.789524078369098</c:v>
                </c:pt>
                <c:pt idx="5979">
                  <c:v>42.783847808837898</c:v>
                </c:pt>
                <c:pt idx="5980">
                  <c:v>42.779518127441399</c:v>
                </c:pt>
                <c:pt idx="5981">
                  <c:v>42.778213500976598</c:v>
                </c:pt>
                <c:pt idx="5982">
                  <c:v>42.779079437255902</c:v>
                </c:pt>
                <c:pt idx="5983">
                  <c:v>42.777309417724602</c:v>
                </c:pt>
                <c:pt idx="5984">
                  <c:v>42.778854370117202</c:v>
                </c:pt>
                <c:pt idx="5985">
                  <c:v>42.780445098877003</c:v>
                </c:pt>
                <c:pt idx="5986">
                  <c:v>42.777572631835902</c:v>
                </c:pt>
                <c:pt idx="5987">
                  <c:v>42.775741577148402</c:v>
                </c:pt>
                <c:pt idx="5988">
                  <c:v>42.773082733154297</c:v>
                </c:pt>
                <c:pt idx="5989">
                  <c:v>42.771717071533203</c:v>
                </c:pt>
                <c:pt idx="5990">
                  <c:v>42.7710151672363</c:v>
                </c:pt>
                <c:pt idx="5991">
                  <c:v>42.771453857421903</c:v>
                </c:pt>
                <c:pt idx="5992">
                  <c:v>42.770999908447301</c:v>
                </c:pt>
                <c:pt idx="5993">
                  <c:v>42.749141693115199</c:v>
                </c:pt>
                <c:pt idx="5994">
                  <c:v>42.7369575500488</c:v>
                </c:pt>
                <c:pt idx="5995">
                  <c:v>42.751602172851598</c:v>
                </c:pt>
                <c:pt idx="5996">
                  <c:v>42.720039367675803</c:v>
                </c:pt>
                <c:pt idx="5997">
                  <c:v>42.7325630187988</c:v>
                </c:pt>
                <c:pt idx="5998">
                  <c:v>42.703910827636697</c:v>
                </c:pt>
                <c:pt idx="5999">
                  <c:v>42.642631530761697</c:v>
                </c:pt>
                <c:pt idx="6000">
                  <c:v>42.624691009521499</c:v>
                </c:pt>
                <c:pt idx="6001">
                  <c:v>42.639499664306598</c:v>
                </c:pt>
                <c:pt idx="6002">
                  <c:v>42.679283142089801</c:v>
                </c:pt>
                <c:pt idx="6003">
                  <c:v>42.662803649902301</c:v>
                </c:pt>
                <c:pt idx="6004">
                  <c:v>42.593936920166001</c:v>
                </c:pt>
                <c:pt idx="6005">
                  <c:v>42.579856872558601</c:v>
                </c:pt>
                <c:pt idx="6006">
                  <c:v>42.457115173339801</c:v>
                </c:pt>
                <c:pt idx="6007">
                  <c:v>42.380271911621101</c:v>
                </c:pt>
                <c:pt idx="6008">
                  <c:v>42.337451934814503</c:v>
                </c:pt>
                <c:pt idx="6009">
                  <c:v>42.182594299316399</c:v>
                </c:pt>
                <c:pt idx="6010">
                  <c:v>42.180614471435597</c:v>
                </c:pt>
                <c:pt idx="6011">
                  <c:v>42.0805053710938</c:v>
                </c:pt>
                <c:pt idx="6012">
                  <c:v>42.005416870117202</c:v>
                </c:pt>
                <c:pt idx="6013">
                  <c:v>41.985836029052699</c:v>
                </c:pt>
                <c:pt idx="6014">
                  <c:v>41.969562530517599</c:v>
                </c:pt>
                <c:pt idx="6015">
                  <c:v>41.955230712890597</c:v>
                </c:pt>
                <c:pt idx="6016">
                  <c:v>41.852264404296903</c:v>
                </c:pt>
                <c:pt idx="6017">
                  <c:v>41.782745361328097</c:v>
                </c:pt>
                <c:pt idx="6018">
                  <c:v>41.819129943847699</c:v>
                </c:pt>
                <c:pt idx="6019">
                  <c:v>41.766090393066399</c:v>
                </c:pt>
                <c:pt idx="6020">
                  <c:v>41.7702827453613</c:v>
                </c:pt>
                <c:pt idx="6021">
                  <c:v>41.726062774658203</c:v>
                </c:pt>
                <c:pt idx="6022">
                  <c:v>41.723415374755902</c:v>
                </c:pt>
                <c:pt idx="6023">
                  <c:v>41.704513549804702</c:v>
                </c:pt>
                <c:pt idx="6024">
                  <c:v>41.653369903564503</c:v>
                </c:pt>
                <c:pt idx="6025">
                  <c:v>41.596614837646499</c:v>
                </c:pt>
                <c:pt idx="6026">
                  <c:v>41.568252563476598</c:v>
                </c:pt>
                <c:pt idx="6027">
                  <c:v>41.592720031738303</c:v>
                </c:pt>
                <c:pt idx="6028">
                  <c:v>41.527645111083999</c:v>
                </c:pt>
                <c:pt idx="6029">
                  <c:v>41.351062774658203</c:v>
                </c:pt>
                <c:pt idx="6030">
                  <c:v>41.320346832275398</c:v>
                </c:pt>
                <c:pt idx="6031">
                  <c:v>41.260116577148402</c:v>
                </c:pt>
                <c:pt idx="6032">
                  <c:v>41.341087341308601</c:v>
                </c:pt>
                <c:pt idx="6033">
                  <c:v>41.361915588378899</c:v>
                </c:pt>
                <c:pt idx="6034">
                  <c:v>41.454948425292997</c:v>
                </c:pt>
                <c:pt idx="6035">
                  <c:v>41.493457794189503</c:v>
                </c:pt>
                <c:pt idx="6036">
                  <c:v>41.402233123779297</c:v>
                </c:pt>
                <c:pt idx="6037">
                  <c:v>41.347217559814503</c:v>
                </c:pt>
                <c:pt idx="6038">
                  <c:v>41.227489471435597</c:v>
                </c:pt>
                <c:pt idx="6039">
                  <c:v>41.169776916503899</c:v>
                </c:pt>
                <c:pt idx="6040">
                  <c:v>41.134185791015597</c:v>
                </c:pt>
                <c:pt idx="6041">
                  <c:v>41.162673950195298</c:v>
                </c:pt>
                <c:pt idx="6042">
                  <c:v>41.208614349365199</c:v>
                </c:pt>
                <c:pt idx="6043">
                  <c:v>41.186923980712898</c:v>
                </c:pt>
                <c:pt idx="6044">
                  <c:v>41.175384521484403</c:v>
                </c:pt>
                <c:pt idx="6045">
                  <c:v>41.197555541992202</c:v>
                </c:pt>
                <c:pt idx="6046">
                  <c:v>41.207462310791001</c:v>
                </c:pt>
                <c:pt idx="6047">
                  <c:v>41.2230224609375</c:v>
                </c:pt>
                <c:pt idx="6048">
                  <c:v>41.109836578369098</c:v>
                </c:pt>
                <c:pt idx="6049">
                  <c:v>41.184730529785199</c:v>
                </c:pt>
                <c:pt idx="6050">
                  <c:v>41.2451362609863</c:v>
                </c:pt>
                <c:pt idx="6051">
                  <c:v>41.269187927246101</c:v>
                </c:pt>
                <c:pt idx="6052">
                  <c:v>41.236858367919901</c:v>
                </c:pt>
                <c:pt idx="6053">
                  <c:v>41.301803588867202</c:v>
                </c:pt>
                <c:pt idx="6054">
                  <c:v>41.265285491943402</c:v>
                </c:pt>
                <c:pt idx="6055">
                  <c:v>41.258907318115199</c:v>
                </c:pt>
                <c:pt idx="6056">
                  <c:v>41.350650787353501</c:v>
                </c:pt>
                <c:pt idx="6057">
                  <c:v>41.426559448242202</c:v>
                </c:pt>
                <c:pt idx="6058">
                  <c:v>41.333824157714801</c:v>
                </c:pt>
                <c:pt idx="6059">
                  <c:v>41.383628845214801</c:v>
                </c:pt>
                <c:pt idx="6060">
                  <c:v>41.496433258056598</c:v>
                </c:pt>
                <c:pt idx="6061">
                  <c:v>41.603996276855497</c:v>
                </c:pt>
                <c:pt idx="6062">
                  <c:v>41.590278625488303</c:v>
                </c:pt>
                <c:pt idx="6063">
                  <c:v>41.5886421203613</c:v>
                </c:pt>
                <c:pt idx="6064">
                  <c:v>41.676891326904297</c:v>
                </c:pt>
                <c:pt idx="6065">
                  <c:v>41.7458305358887</c:v>
                </c:pt>
                <c:pt idx="6066">
                  <c:v>41.7487602233887</c:v>
                </c:pt>
                <c:pt idx="6067">
                  <c:v>41.780773162841797</c:v>
                </c:pt>
                <c:pt idx="6068">
                  <c:v>41.821556091308601</c:v>
                </c:pt>
                <c:pt idx="6069">
                  <c:v>41.851554870605497</c:v>
                </c:pt>
                <c:pt idx="6070">
                  <c:v>41.850391387939503</c:v>
                </c:pt>
                <c:pt idx="6071">
                  <c:v>41.871082305908203</c:v>
                </c:pt>
                <c:pt idx="6072">
                  <c:v>41.907039642333999</c:v>
                </c:pt>
                <c:pt idx="6073">
                  <c:v>41.900825500488303</c:v>
                </c:pt>
                <c:pt idx="6074">
                  <c:v>41.878429412841797</c:v>
                </c:pt>
                <c:pt idx="6075">
                  <c:v>41.886394500732401</c:v>
                </c:pt>
                <c:pt idx="6076">
                  <c:v>41.8778686523438</c:v>
                </c:pt>
                <c:pt idx="6077">
                  <c:v>41.875919342041001</c:v>
                </c:pt>
                <c:pt idx="6078">
                  <c:v>41.904190063476598</c:v>
                </c:pt>
                <c:pt idx="6079">
                  <c:v>41.977512359619098</c:v>
                </c:pt>
                <c:pt idx="6080">
                  <c:v>41.9779663085938</c:v>
                </c:pt>
                <c:pt idx="6081">
                  <c:v>41.9548530578613</c:v>
                </c:pt>
                <c:pt idx="6082">
                  <c:v>41.949436187744098</c:v>
                </c:pt>
                <c:pt idx="6083">
                  <c:v>42.0171508789063</c:v>
                </c:pt>
                <c:pt idx="6084">
                  <c:v>42.020133972167997</c:v>
                </c:pt>
                <c:pt idx="6085">
                  <c:v>42.006336212158203</c:v>
                </c:pt>
                <c:pt idx="6086">
                  <c:v>41.973506927490199</c:v>
                </c:pt>
                <c:pt idx="6087">
                  <c:v>42.004589080810597</c:v>
                </c:pt>
                <c:pt idx="6088">
                  <c:v>42.060585021972699</c:v>
                </c:pt>
                <c:pt idx="6089">
                  <c:v>42.065952301025398</c:v>
                </c:pt>
                <c:pt idx="6090">
                  <c:v>42.024532318115199</c:v>
                </c:pt>
                <c:pt idx="6091">
                  <c:v>42.049606323242202</c:v>
                </c:pt>
                <c:pt idx="6092">
                  <c:v>42.028362274169901</c:v>
                </c:pt>
                <c:pt idx="6093">
                  <c:v>42.049713134765597</c:v>
                </c:pt>
                <c:pt idx="6094">
                  <c:v>42.059707641601598</c:v>
                </c:pt>
                <c:pt idx="6095">
                  <c:v>42.100433349609403</c:v>
                </c:pt>
                <c:pt idx="6096">
                  <c:v>42.264278411865199</c:v>
                </c:pt>
                <c:pt idx="6097">
                  <c:v>42.370948791503899</c:v>
                </c:pt>
                <c:pt idx="6098">
                  <c:v>42.392776489257798</c:v>
                </c:pt>
                <c:pt idx="6099">
                  <c:v>42.269821166992202</c:v>
                </c:pt>
                <c:pt idx="6100">
                  <c:v>42.177986145019503</c:v>
                </c:pt>
                <c:pt idx="6101">
                  <c:v>42.317947387695298</c:v>
                </c:pt>
                <c:pt idx="6102">
                  <c:v>42.448940277099602</c:v>
                </c:pt>
                <c:pt idx="6103">
                  <c:v>42.540119171142599</c:v>
                </c:pt>
                <c:pt idx="6104">
                  <c:v>42.524574279785199</c:v>
                </c:pt>
                <c:pt idx="6105">
                  <c:v>42.4600830078125</c:v>
                </c:pt>
                <c:pt idx="6106">
                  <c:v>42.363254547119098</c:v>
                </c:pt>
                <c:pt idx="6107">
                  <c:v>42.424556732177699</c:v>
                </c:pt>
                <c:pt idx="6108">
                  <c:v>42.561634063720703</c:v>
                </c:pt>
                <c:pt idx="6109">
                  <c:v>42.605236053466797</c:v>
                </c:pt>
                <c:pt idx="6110">
                  <c:v>42.680171966552699</c:v>
                </c:pt>
                <c:pt idx="6111">
                  <c:v>42.724002838134801</c:v>
                </c:pt>
                <c:pt idx="6112">
                  <c:v>42.746517181396499</c:v>
                </c:pt>
                <c:pt idx="6113">
                  <c:v>42.719879150390597</c:v>
                </c:pt>
                <c:pt idx="6114">
                  <c:v>42.723159790039098</c:v>
                </c:pt>
                <c:pt idx="6115">
                  <c:v>42.715564727783203</c:v>
                </c:pt>
                <c:pt idx="6116">
                  <c:v>42.719486236572301</c:v>
                </c:pt>
                <c:pt idx="6117">
                  <c:v>42.681934356689503</c:v>
                </c:pt>
                <c:pt idx="6118">
                  <c:v>42.704715728759801</c:v>
                </c:pt>
                <c:pt idx="6119">
                  <c:v>42.736572265625</c:v>
                </c:pt>
                <c:pt idx="6120">
                  <c:v>42.755874633789098</c:v>
                </c:pt>
                <c:pt idx="6121">
                  <c:v>42.763130187988303</c:v>
                </c:pt>
                <c:pt idx="6122">
                  <c:v>42.766609191894503</c:v>
                </c:pt>
                <c:pt idx="6123">
                  <c:v>42.7597045898438</c:v>
                </c:pt>
                <c:pt idx="6124">
                  <c:v>42.764850616455099</c:v>
                </c:pt>
                <c:pt idx="6125">
                  <c:v>42.767490386962898</c:v>
                </c:pt>
                <c:pt idx="6126">
                  <c:v>42.789676666259801</c:v>
                </c:pt>
                <c:pt idx="6127">
                  <c:v>42.7895698547363</c:v>
                </c:pt>
                <c:pt idx="6128">
                  <c:v>42.7954292297363</c:v>
                </c:pt>
                <c:pt idx="6129">
                  <c:v>42.787921905517599</c:v>
                </c:pt>
                <c:pt idx="6130">
                  <c:v>42.7916450500488</c:v>
                </c:pt>
                <c:pt idx="6131">
                  <c:v>42.825000762939503</c:v>
                </c:pt>
                <c:pt idx="6132">
                  <c:v>42.863372802734403</c:v>
                </c:pt>
                <c:pt idx="6133">
                  <c:v>42.896224975585902</c:v>
                </c:pt>
                <c:pt idx="6134">
                  <c:v>42.938056945800803</c:v>
                </c:pt>
                <c:pt idx="6135">
                  <c:v>42.978363037109403</c:v>
                </c:pt>
                <c:pt idx="6136">
                  <c:v>43.017696380615199</c:v>
                </c:pt>
                <c:pt idx="6137">
                  <c:v>43.025367736816399</c:v>
                </c:pt>
                <c:pt idx="6138">
                  <c:v>43.015201568603501</c:v>
                </c:pt>
                <c:pt idx="6139">
                  <c:v>43.100738525390597</c:v>
                </c:pt>
                <c:pt idx="6140">
                  <c:v>43.184993743896499</c:v>
                </c:pt>
                <c:pt idx="6141">
                  <c:v>43.228919982910199</c:v>
                </c:pt>
                <c:pt idx="6142">
                  <c:v>43.209384918212898</c:v>
                </c:pt>
                <c:pt idx="6143">
                  <c:v>43.214088439941399</c:v>
                </c:pt>
                <c:pt idx="6144">
                  <c:v>43.210121154785199</c:v>
                </c:pt>
                <c:pt idx="6145">
                  <c:v>43.301994323730497</c:v>
                </c:pt>
                <c:pt idx="6146">
                  <c:v>43.3367729187012</c:v>
                </c:pt>
                <c:pt idx="6147">
                  <c:v>43.353477478027301</c:v>
                </c:pt>
                <c:pt idx="6148">
                  <c:v>43.413219451904297</c:v>
                </c:pt>
                <c:pt idx="6149">
                  <c:v>43.469779968261697</c:v>
                </c:pt>
                <c:pt idx="6150">
                  <c:v>43.558849334716797</c:v>
                </c:pt>
                <c:pt idx="6151">
                  <c:v>43.585212707519503</c:v>
                </c:pt>
                <c:pt idx="6152">
                  <c:v>43.602718353271499</c:v>
                </c:pt>
                <c:pt idx="6153">
                  <c:v>43.694664001464801</c:v>
                </c:pt>
                <c:pt idx="6154">
                  <c:v>43.920627593994098</c:v>
                </c:pt>
                <c:pt idx="6155">
                  <c:v>44.103313446044901</c:v>
                </c:pt>
                <c:pt idx="6156">
                  <c:v>44.132125854492202</c:v>
                </c:pt>
                <c:pt idx="6157">
                  <c:v>44.22412109375</c:v>
                </c:pt>
                <c:pt idx="6158">
                  <c:v>44.311550140380902</c:v>
                </c:pt>
                <c:pt idx="6159">
                  <c:v>44.349613189697301</c:v>
                </c:pt>
                <c:pt idx="6160">
                  <c:v>44.373832702636697</c:v>
                </c:pt>
                <c:pt idx="6161">
                  <c:v>44.389255523681598</c:v>
                </c:pt>
                <c:pt idx="6162">
                  <c:v>44.407646179199197</c:v>
                </c:pt>
                <c:pt idx="6163">
                  <c:v>44.425197601318402</c:v>
                </c:pt>
                <c:pt idx="6164">
                  <c:v>44.444652557373097</c:v>
                </c:pt>
                <c:pt idx="6165">
                  <c:v>44.472404479980497</c:v>
                </c:pt>
                <c:pt idx="6166">
                  <c:v>44.492847442627003</c:v>
                </c:pt>
                <c:pt idx="6167">
                  <c:v>44.520401000976598</c:v>
                </c:pt>
                <c:pt idx="6168">
                  <c:v>44.557159423828097</c:v>
                </c:pt>
                <c:pt idx="6169">
                  <c:v>44.586711883544901</c:v>
                </c:pt>
                <c:pt idx="6170">
                  <c:v>44.645427703857401</c:v>
                </c:pt>
                <c:pt idx="6171">
                  <c:v>44.717243194580099</c:v>
                </c:pt>
                <c:pt idx="6172">
                  <c:v>44.807907104492202</c:v>
                </c:pt>
                <c:pt idx="6173">
                  <c:v>44.869480133056598</c:v>
                </c:pt>
                <c:pt idx="6174">
                  <c:v>44.881374359130902</c:v>
                </c:pt>
                <c:pt idx="6175">
                  <c:v>44.970436096191399</c:v>
                </c:pt>
                <c:pt idx="6176">
                  <c:v>44.995841979980497</c:v>
                </c:pt>
                <c:pt idx="6177">
                  <c:v>45.010459899902301</c:v>
                </c:pt>
                <c:pt idx="6178">
                  <c:v>45.078910827636697</c:v>
                </c:pt>
                <c:pt idx="6179">
                  <c:v>45.156520843505902</c:v>
                </c:pt>
                <c:pt idx="6180">
                  <c:v>45.155647277832003</c:v>
                </c:pt>
                <c:pt idx="6181">
                  <c:v>45.170486450195298</c:v>
                </c:pt>
                <c:pt idx="6182">
                  <c:v>45.195186614990199</c:v>
                </c:pt>
                <c:pt idx="6183">
                  <c:v>45.2357177734375</c:v>
                </c:pt>
                <c:pt idx="6184">
                  <c:v>45.2557373046875</c:v>
                </c:pt>
                <c:pt idx="6185">
                  <c:v>45.271007537841797</c:v>
                </c:pt>
                <c:pt idx="6186">
                  <c:v>45.254337310791001</c:v>
                </c:pt>
                <c:pt idx="6187">
                  <c:v>45.262779235839801</c:v>
                </c:pt>
                <c:pt idx="6188">
                  <c:v>45.297321319580099</c:v>
                </c:pt>
                <c:pt idx="6189">
                  <c:v>45.300216674804702</c:v>
                </c:pt>
                <c:pt idx="6190">
                  <c:v>45.331222534179702</c:v>
                </c:pt>
                <c:pt idx="6191">
                  <c:v>45.387420654296903</c:v>
                </c:pt>
                <c:pt idx="6192">
                  <c:v>45.358318328857401</c:v>
                </c:pt>
                <c:pt idx="6193">
                  <c:v>45.400669097900398</c:v>
                </c:pt>
                <c:pt idx="6194">
                  <c:v>45.433841705322301</c:v>
                </c:pt>
                <c:pt idx="6195">
                  <c:v>45.519554138183601</c:v>
                </c:pt>
                <c:pt idx="6196">
                  <c:v>45.567691802978501</c:v>
                </c:pt>
                <c:pt idx="6197">
                  <c:v>45.596366882324197</c:v>
                </c:pt>
                <c:pt idx="6198">
                  <c:v>45.6063423156738</c:v>
                </c:pt>
                <c:pt idx="6199">
                  <c:v>45.630851745605497</c:v>
                </c:pt>
                <c:pt idx="6200">
                  <c:v>45.637962341308601</c:v>
                </c:pt>
                <c:pt idx="6201">
                  <c:v>45.693931579589801</c:v>
                </c:pt>
                <c:pt idx="6202">
                  <c:v>45.749168395996101</c:v>
                </c:pt>
                <c:pt idx="6203">
                  <c:v>45.787845611572301</c:v>
                </c:pt>
                <c:pt idx="6204">
                  <c:v>45.814464569091797</c:v>
                </c:pt>
                <c:pt idx="6205">
                  <c:v>45.849002838134801</c:v>
                </c:pt>
                <c:pt idx="6206">
                  <c:v>45.879585266113303</c:v>
                </c:pt>
                <c:pt idx="6207">
                  <c:v>45.899578094482401</c:v>
                </c:pt>
                <c:pt idx="6208">
                  <c:v>45.919765472412102</c:v>
                </c:pt>
                <c:pt idx="6209">
                  <c:v>45.928482055664098</c:v>
                </c:pt>
                <c:pt idx="6210">
                  <c:v>45.941295623779297</c:v>
                </c:pt>
                <c:pt idx="6211">
                  <c:v>45.952865600585902</c:v>
                </c:pt>
                <c:pt idx="6212">
                  <c:v>45.966999053955099</c:v>
                </c:pt>
                <c:pt idx="6213">
                  <c:v>45.975902557373097</c:v>
                </c:pt>
                <c:pt idx="6214">
                  <c:v>45.980091094970703</c:v>
                </c:pt>
                <c:pt idx="6215">
                  <c:v>45.981819152832003</c:v>
                </c:pt>
                <c:pt idx="6216">
                  <c:v>45.983940124511697</c:v>
                </c:pt>
                <c:pt idx="6217">
                  <c:v>45.9833374023438</c:v>
                </c:pt>
                <c:pt idx="6218">
                  <c:v>45.982173919677699</c:v>
                </c:pt>
                <c:pt idx="6219">
                  <c:v>45.981796264648402</c:v>
                </c:pt>
                <c:pt idx="6220">
                  <c:v>45.983928680419901</c:v>
                </c:pt>
                <c:pt idx="6221">
                  <c:v>45.985019683837898</c:v>
                </c:pt>
                <c:pt idx="6222">
                  <c:v>45.985584259033203</c:v>
                </c:pt>
                <c:pt idx="6223">
                  <c:v>45.985870361328097</c:v>
                </c:pt>
                <c:pt idx="6224">
                  <c:v>45.986019134521499</c:v>
                </c:pt>
                <c:pt idx="6225">
                  <c:v>45.986095428466797</c:v>
                </c:pt>
                <c:pt idx="6226">
                  <c:v>45.986133575439503</c:v>
                </c:pt>
                <c:pt idx="6227">
                  <c:v>45.986152648925803</c:v>
                </c:pt>
                <c:pt idx="6228">
                  <c:v>45.986164093017599</c:v>
                </c:pt>
                <c:pt idx="6229">
                  <c:v>45.986167907714801</c:v>
                </c:pt>
                <c:pt idx="6230">
                  <c:v>45.986171722412102</c:v>
                </c:pt>
                <c:pt idx="6231">
                  <c:v>45.986175537109403</c:v>
                </c:pt>
                <c:pt idx="6232">
                  <c:v>45.986175537109403</c:v>
                </c:pt>
                <c:pt idx="6233">
                  <c:v>45.986175537109403</c:v>
                </c:pt>
                <c:pt idx="6234">
                  <c:v>45.986175537109403</c:v>
                </c:pt>
                <c:pt idx="6235">
                  <c:v>45.986175537109403</c:v>
                </c:pt>
                <c:pt idx="6236">
                  <c:v>45.986175537109403</c:v>
                </c:pt>
                <c:pt idx="6237">
                  <c:v>45.986175537109403</c:v>
                </c:pt>
                <c:pt idx="6238">
                  <c:v>45.986175537109403</c:v>
                </c:pt>
                <c:pt idx="6239">
                  <c:v>45.986175537109403</c:v>
                </c:pt>
                <c:pt idx="6240">
                  <c:v>45.986175537109403</c:v>
                </c:pt>
                <c:pt idx="6241">
                  <c:v>45.986175537109403</c:v>
                </c:pt>
                <c:pt idx="6242">
                  <c:v>45.986175537109403</c:v>
                </c:pt>
                <c:pt idx="6243">
                  <c:v>45.986175537109403</c:v>
                </c:pt>
                <c:pt idx="6244">
                  <c:v>45.986175537109403</c:v>
                </c:pt>
                <c:pt idx="6245">
                  <c:v>45.986175537109403</c:v>
                </c:pt>
                <c:pt idx="6246">
                  <c:v>45.986175537109403</c:v>
                </c:pt>
                <c:pt idx="6247">
                  <c:v>45.986175537109403</c:v>
                </c:pt>
                <c:pt idx="6248">
                  <c:v>45.986175537109403</c:v>
                </c:pt>
                <c:pt idx="6249">
                  <c:v>45.986175537109403</c:v>
                </c:pt>
                <c:pt idx="6250">
                  <c:v>46.024990081787102</c:v>
                </c:pt>
                <c:pt idx="6251">
                  <c:v>46.006114959716797</c:v>
                </c:pt>
                <c:pt idx="6252">
                  <c:v>45.996410369873097</c:v>
                </c:pt>
                <c:pt idx="6253">
                  <c:v>45.991432189941399</c:v>
                </c:pt>
                <c:pt idx="6254">
                  <c:v>46.007190704345703</c:v>
                </c:pt>
                <c:pt idx="6255">
                  <c:v>46.206424713134801</c:v>
                </c:pt>
                <c:pt idx="6256">
                  <c:v>46.544448852539098</c:v>
                </c:pt>
                <c:pt idx="6257">
                  <c:v>46.6604194641113</c:v>
                </c:pt>
                <c:pt idx="6258">
                  <c:v>46.6283569335938</c:v>
                </c:pt>
                <c:pt idx="6259">
                  <c:v>46.677703857421903</c:v>
                </c:pt>
                <c:pt idx="6260">
                  <c:v>46.710289001464801</c:v>
                </c:pt>
                <c:pt idx="6261">
                  <c:v>46.819076538085902</c:v>
                </c:pt>
                <c:pt idx="6262">
                  <c:v>46.837162017822301</c:v>
                </c:pt>
                <c:pt idx="6263">
                  <c:v>47.3466186523438</c:v>
                </c:pt>
                <c:pt idx="6264">
                  <c:v>47.548500061035199</c:v>
                </c:pt>
                <c:pt idx="6265">
                  <c:v>47.755172729492202</c:v>
                </c:pt>
                <c:pt idx="6266">
                  <c:v>47.940853118896499</c:v>
                </c:pt>
                <c:pt idx="6267">
                  <c:v>48.0975952148438</c:v>
                </c:pt>
                <c:pt idx="6268">
                  <c:v>48.238727569580099</c:v>
                </c:pt>
                <c:pt idx="6269">
                  <c:v>48.333850860595703</c:v>
                </c:pt>
                <c:pt idx="6270">
                  <c:v>48.415771484375</c:v>
                </c:pt>
                <c:pt idx="6271">
                  <c:v>48.467567443847699</c:v>
                </c:pt>
                <c:pt idx="6272">
                  <c:v>48.460044860839801</c:v>
                </c:pt>
                <c:pt idx="6273">
                  <c:v>48.479122161865199</c:v>
                </c:pt>
                <c:pt idx="6274">
                  <c:v>48.492744445800803</c:v>
                </c:pt>
                <c:pt idx="6275">
                  <c:v>48.532379150390597</c:v>
                </c:pt>
                <c:pt idx="6276">
                  <c:v>48.550464630127003</c:v>
                </c:pt>
                <c:pt idx="6277">
                  <c:v>48.541980743408203</c:v>
                </c:pt>
                <c:pt idx="6278">
                  <c:v>48.573463439941399</c:v>
                </c:pt>
                <c:pt idx="6279">
                  <c:v>48.570743560791001</c:v>
                </c:pt>
                <c:pt idx="6280">
                  <c:v>48.640266418457003</c:v>
                </c:pt>
                <c:pt idx="6281">
                  <c:v>48.761417388916001</c:v>
                </c:pt>
                <c:pt idx="6282">
                  <c:v>48.882644653320298</c:v>
                </c:pt>
                <c:pt idx="6283">
                  <c:v>48.895217895507798</c:v>
                </c:pt>
                <c:pt idx="6284">
                  <c:v>49.020477294921903</c:v>
                </c:pt>
                <c:pt idx="6285">
                  <c:v>49.119625091552699</c:v>
                </c:pt>
                <c:pt idx="6286">
                  <c:v>49.126598358154297</c:v>
                </c:pt>
                <c:pt idx="6287">
                  <c:v>49.115451812744098</c:v>
                </c:pt>
                <c:pt idx="6288">
                  <c:v>49.133056640625</c:v>
                </c:pt>
                <c:pt idx="6289">
                  <c:v>49.180721282958999</c:v>
                </c:pt>
                <c:pt idx="6290">
                  <c:v>49.2434692382813</c:v>
                </c:pt>
                <c:pt idx="6291">
                  <c:v>49.269943237304702</c:v>
                </c:pt>
                <c:pt idx="6292">
                  <c:v>49.266487121582003</c:v>
                </c:pt>
                <c:pt idx="6293">
                  <c:v>49.284820556640597</c:v>
                </c:pt>
                <c:pt idx="6294">
                  <c:v>49.278305053710902</c:v>
                </c:pt>
                <c:pt idx="6295">
                  <c:v>49.283782958984403</c:v>
                </c:pt>
                <c:pt idx="6296">
                  <c:v>49.297065734863303</c:v>
                </c:pt>
                <c:pt idx="6297">
                  <c:v>49.3021240234375</c:v>
                </c:pt>
                <c:pt idx="6298">
                  <c:v>49.303115844726598</c:v>
                </c:pt>
                <c:pt idx="6299">
                  <c:v>49.305381774902301</c:v>
                </c:pt>
                <c:pt idx="6300">
                  <c:v>49.311771392822301</c:v>
                </c:pt>
                <c:pt idx="6301">
                  <c:v>49.311630249023402</c:v>
                </c:pt>
                <c:pt idx="6302">
                  <c:v>49.3145141601563</c:v>
                </c:pt>
                <c:pt idx="6303">
                  <c:v>49.314765930175803</c:v>
                </c:pt>
                <c:pt idx="6304">
                  <c:v>49.327823638916001</c:v>
                </c:pt>
                <c:pt idx="6305">
                  <c:v>49.346744537353501</c:v>
                </c:pt>
                <c:pt idx="6306">
                  <c:v>49.375717163085902</c:v>
                </c:pt>
                <c:pt idx="6307">
                  <c:v>49.396305084228501</c:v>
                </c:pt>
                <c:pt idx="6308">
                  <c:v>49.437091827392599</c:v>
                </c:pt>
                <c:pt idx="6309">
                  <c:v>49.518157958984403</c:v>
                </c:pt>
                <c:pt idx="6310">
                  <c:v>49.544815063476598</c:v>
                </c:pt>
                <c:pt idx="6311">
                  <c:v>49.604423522949197</c:v>
                </c:pt>
                <c:pt idx="6312">
                  <c:v>49.631698608398402</c:v>
                </c:pt>
                <c:pt idx="6313">
                  <c:v>49.686248779296903</c:v>
                </c:pt>
                <c:pt idx="6314">
                  <c:v>49.735054016113303</c:v>
                </c:pt>
                <c:pt idx="6315">
                  <c:v>49.806598663330099</c:v>
                </c:pt>
                <c:pt idx="6316">
                  <c:v>49.925827026367202</c:v>
                </c:pt>
                <c:pt idx="6317">
                  <c:v>49.9898490905762</c:v>
                </c:pt>
                <c:pt idx="6318">
                  <c:v>50.099025726318402</c:v>
                </c:pt>
                <c:pt idx="6319">
                  <c:v>50.1520385742188</c:v>
                </c:pt>
                <c:pt idx="6320">
                  <c:v>50.263996124267599</c:v>
                </c:pt>
                <c:pt idx="6321">
                  <c:v>50.557659149169901</c:v>
                </c:pt>
                <c:pt idx="6322">
                  <c:v>50.7081108093262</c:v>
                </c:pt>
                <c:pt idx="6323">
                  <c:v>50.798072814941399</c:v>
                </c:pt>
                <c:pt idx="6324">
                  <c:v>50.8403511047363</c:v>
                </c:pt>
                <c:pt idx="6325">
                  <c:v>50.880008697509801</c:v>
                </c:pt>
                <c:pt idx="6326">
                  <c:v>50.912452697753899</c:v>
                </c:pt>
                <c:pt idx="6327">
                  <c:v>50.959007263183601</c:v>
                </c:pt>
                <c:pt idx="6328">
                  <c:v>51.047199249267599</c:v>
                </c:pt>
                <c:pt idx="6329">
                  <c:v>51.09033203125</c:v>
                </c:pt>
                <c:pt idx="6330">
                  <c:v>51.209049224853501</c:v>
                </c:pt>
                <c:pt idx="6331">
                  <c:v>51.471427917480497</c:v>
                </c:pt>
                <c:pt idx="6332">
                  <c:v>51.753501892089801</c:v>
                </c:pt>
                <c:pt idx="6333">
                  <c:v>52.0524291992188</c:v>
                </c:pt>
                <c:pt idx="6334">
                  <c:v>52.281929016113303</c:v>
                </c:pt>
                <c:pt idx="6335">
                  <c:v>52.422599792480497</c:v>
                </c:pt>
                <c:pt idx="6336">
                  <c:v>52.494861602783203</c:v>
                </c:pt>
                <c:pt idx="6337">
                  <c:v>52.5319633483887</c:v>
                </c:pt>
                <c:pt idx="6338">
                  <c:v>52.551002502441399</c:v>
                </c:pt>
                <c:pt idx="6339">
                  <c:v>52.560791015625</c:v>
                </c:pt>
                <c:pt idx="6340">
                  <c:v>52.565811157226598</c:v>
                </c:pt>
                <c:pt idx="6341">
                  <c:v>52.569488525390597</c:v>
                </c:pt>
                <c:pt idx="6342">
                  <c:v>52.582592010498097</c:v>
                </c:pt>
                <c:pt idx="6343">
                  <c:v>52.609458923339801</c:v>
                </c:pt>
                <c:pt idx="6344">
                  <c:v>52.614585876464801</c:v>
                </c:pt>
                <c:pt idx="6345">
                  <c:v>52.658893585205099</c:v>
                </c:pt>
                <c:pt idx="6346">
                  <c:v>52.763069152832003</c:v>
                </c:pt>
                <c:pt idx="6347">
                  <c:v>52.856021881103501</c:v>
                </c:pt>
                <c:pt idx="6348">
                  <c:v>52.9178276062012</c:v>
                </c:pt>
                <c:pt idx="6349">
                  <c:v>52.9806938171387</c:v>
                </c:pt>
                <c:pt idx="6350">
                  <c:v>53.099903106689503</c:v>
                </c:pt>
                <c:pt idx="6351">
                  <c:v>53.182033538818402</c:v>
                </c:pt>
                <c:pt idx="6352">
                  <c:v>53.237178802490199</c:v>
                </c:pt>
                <c:pt idx="6353">
                  <c:v>53.2839965820313</c:v>
                </c:pt>
                <c:pt idx="6354">
                  <c:v>53.3830757141113</c:v>
                </c:pt>
                <c:pt idx="6355">
                  <c:v>53.535316467285199</c:v>
                </c:pt>
                <c:pt idx="6356">
                  <c:v>53.707489013671903</c:v>
                </c:pt>
                <c:pt idx="6357">
                  <c:v>53.881187438964801</c:v>
                </c:pt>
                <c:pt idx="6358">
                  <c:v>53.969718933105497</c:v>
                </c:pt>
                <c:pt idx="6359">
                  <c:v>54.021060943603501</c:v>
                </c:pt>
                <c:pt idx="6360">
                  <c:v>54.0897827148438</c:v>
                </c:pt>
                <c:pt idx="6361">
                  <c:v>54.125640869140597</c:v>
                </c:pt>
                <c:pt idx="6362">
                  <c:v>54.148891448974602</c:v>
                </c:pt>
                <c:pt idx="6363">
                  <c:v>54.1658935546875</c:v>
                </c:pt>
                <c:pt idx="6364">
                  <c:v>54.311805725097699</c:v>
                </c:pt>
                <c:pt idx="6365">
                  <c:v>54.426876068115199</c:v>
                </c:pt>
                <c:pt idx="6366">
                  <c:v>54.625633239746101</c:v>
                </c:pt>
                <c:pt idx="6367">
                  <c:v>54.753513336181598</c:v>
                </c:pt>
                <c:pt idx="6368">
                  <c:v>54.879776000976598</c:v>
                </c:pt>
                <c:pt idx="6369">
                  <c:v>55.143032073974602</c:v>
                </c:pt>
                <c:pt idx="6370">
                  <c:v>55.355472564697301</c:v>
                </c:pt>
                <c:pt idx="6371">
                  <c:v>55.550327301025398</c:v>
                </c:pt>
                <c:pt idx="6372">
                  <c:v>55.680652618408203</c:v>
                </c:pt>
                <c:pt idx="6373">
                  <c:v>55.757240295410199</c:v>
                </c:pt>
                <c:pt idx="6374">
                  <c:v>55.7982368469238</c:v>
                </c:pt>
                <c:pt idx="6375">
                  <c:v>55.825881958007798</c:v>
                </c:pt>
                <c:pt idx="6376">
                  <c:v>55.845870971679702</c:v>
                </c:pt>
                <c:pt idx="6377">
                  <c:v>55.891616821289098</c:v>
                </c:pt>
                <c:pt idx="6378">
                  <c:v>55.899215698242202</c:v>
                </c:pt>
                <c:pt idx="6379">
                  <c:v>55.982284545898402</c:v>
                </c:pt>
                <c:pt idx="6380">
                  <c:v>56.046344757080099</c:v>
                </c:pt>
                <c:pt idx="6381">
                  <c:v>56.1060180664063</c:v>
                </c:pt>
                <c:pt idx="6382">
                  <c:v>56.2068481445313</c:v>
                </c:pt>
                <c:pt idx="6383">
                  <c:v>56.274082183837898</c:v>
                </c:pt>
                <c:pt idx="6384">
                  <c:v>56.413364410400398</c:v>
                </c:pt>
                <c:pt idx="6385">
                  <c:v>56.565391540527301</c:v>
                </c:pt>
                <c:pt idx="6386">
                  <c:v>56.7606010437012</c:v>
                </c:pt>
                <c:pt idx="6387">
                  <c:v>57.0159721374512</c:v>
                </c:pt>
                <c:pt idx="6388">
                  <c:v>57.2166557312012</c:v>
                </c:pt>
                <c:pt idx="6389">
                  <c:v>57.3330688476563</c:v>
                </c:pt>
                <c:pt idx="6390">
                  <c:v>57.383922576904297</c:v>
                </c:pt>
                <c:pt idx="6391">
                  <c:v>57.450820922851598</c:v>
                </c:pt>
                <c:pt idx="6392">
                  <c:v>57.508338928222699</c:v>
                </c:pt>
                <c:pt idx="6393">
                  <c:v>57.5697631835938</c:v>
                </c:pt>
                <c:pt idx="6394">
                  <c:v>57.644027709960902</c:v>
                </c:pt>
                <c:pt idx="6395">
                  <c:v>57.730201721191399</c:v>
                </c:pt>
                <c:pt idx="6396">
                  <c:v>57.854343414306598</c:v>
                </c:pt>
                <c:pt idx="6397">
                  <c:v>57.979442596435597</c:v>
                </c:pt>
                <c:pt idx="6398">
                  <c:v>58.1031303405762</c:v>
                </c:pt>
                <c:pt idx="6399">
                  <c:v>58.203117370605497</c:v>
                </c:pt>
                <c:pt idx="6400">
                  <c:v>58.284805297851598</c:v>
                </c:pt>
                <c:pt idx="6401">
                  <c:v>58.4190864562988</c:v>
                </c:pt>
                <c:pt idx="6402">
                  <c:v>58.547935485839801</c:v>
                </c:pt>
                <c:pt idx="6403">
                  <c:v>58.653011322021499</c:v>
                </c:pt>
                <c:pt idx="6404">
                  <c:v>58.784763336181598</c:v>
                </c:pt>
                <c:pt idx="6405">
                  <c:v>58.878494262695298</c:v>
                </c:pt>
                <c:pt idx="6406">
                  <c:v>58.943061828613303</c:v>
                </c:pt>
                <c:pt idx="6407">
                  <c:v>59.068962097167997</c:v>
                </c:pt>
                <c:pt idx="6408">
                  <c:v>59.175579071044901</c:v>
                </c:pt>
                <c:pt idx="6409">
                  <c:v>59.266521453857401</c:v>
                </c:pt>
                <c:pt idx="6410">
                  <c:v>59.3610649108887</c:v>
                </c:pt>
                <c:pt idx="6411">
                  <c:v>59.428554534912102</c:v>
                </c:pt>
                <c:pt idx="6412">
                  <c:v>59.471477508544901</c:v>
                </c:pt>
                <c:pt idx="6413">
                  <c:v>59.544643402099602</c:v>
                </c:pt>
                <c:pt idx="6414">
                  <c:v>59.6495170593262</c:v>
                </c:pt>
                <c:pt idx="6415">
                  <c:v>59.7455024719238</c:v>
                </c:pt>
                <c:pt idx="6416">
                  <c:v>59.8050346374512</c:v>
                </c:pt>
                <c:pt idx="6417">
                  <c:v>59.8743896484375</c:v>
                </c:pt>
                <c:pt idx="6418">
                  <c:v>60.063079833984403</c:v>
                </c:pt>
                <c:pt idx="6419">
                  <c:v>60.225837707519503</c:v>
                </c:pt>
                <c:pt idx="6420">
                  <c:v>60.4040718078613</c:v>
                </c:pt>
                <c:pt idx="6421">
                  <c:v>60.5302124023438</c:v>
                </c:pt>
                <c:pt idx="6422">
                  <c:v>60.598453521728501</c:v>
                </c:pt>
                <c:pt idx="6423">
                  <c:v>60.635799407958999</c:v>
                </c:pt>
                <c:pt idx="6424">
                  <c:v>60.6719779968262</c:v>
                </c:pt>
                <c:pt idx="6425">
                  <c:v>60.762691497802699</c:v>
                </c:pt>
                <c:pt idx="6426">
                  <c:v>60.936290740966797</c:v>
                </c:pt>
                <c:pt idx="6427">
                  <c:v>61.007656097412102</c:v>
                </c:pt>
                <c:pt idx="6428">
                  <c:v>61.144435882568402</c:v>
                </c:pt>
                <c:pt idx="6429">
                  <c:v>61.249073028564503</c:v>
                </c:pt>
                <c:pt idx="6430">
                  <c:v>61.364395141601598</c:v>
                </c:pt>
                <c:pt idx="6431">
                  <c:v>61.446304321289098</c:v>
                </c:pt>
                <c:pt idx="6432">
                  <c:v>61.6602172851563</c:v>
                </c:pt>
                <c:pt idx="6433">
                  <c:v>61.779472351074197</c:v>
                </c:pt>
                <c:pt idx="6434">
                  <c:v>61.899501800537102</c:v>
                </c:pt>
                <c:pt idx="6435">
                  <c:v>61.9605102539063</c:v>
                </c:pt>
                <c:pt idx="6436">
                  <c:v>62.118717193603501</c:v>
                </c:pt>
                <c:pt idx="6437">
                  <c:v>62.242221832275398</c:v>
                </c:pt>
                <c:pt idx="6438">
                  <c:v>62.366340637207003</c:v>
                </c:pt>
                <c:pt idx="6439">
                  <c:v>62.454540252685597</c:v>
                </c:pt>
                <c:pt idx="6440">
                  <c:v>62.534263610839801</c:v>
                </c:pt>
                <c:pt idx="6441">
                  <c:v>62.6265258789063</c:v>
                </c:pt>
                <c:pt idx="6442">
                  <c:v>62.757366180419901</c:v>
                </c:pt>
                <c:pt idx="6443">
                  <c:v>62.825389862060597</c:v>
                </c:pt>
                <c:pt idx="6444">
                  <c:v>62.949558258056598</c:v>
                </c:pt>
                <c:pt idx="6445">
                  <c:v>63.062183380127003</c:v>
                </c:pt>
                <c:pt idx="6446">
                  <c:v>63.248641967773402</c:v>
                </c:pt>
                <c:pt idx="6447">
                  <c:v>63.351905822753899</c:v>
                </c:pt>
                <c:pt idx="6448">
                  <c:v>63.612094879150398</c:v>
                </c:pt>
                <c:pt idx="6449">
                  <c:v>63.7813911437988</c:v>
                </c:pt>
                <c:pt idx="6450">
                  <c:v>63.884571075439503</c:v>
                </c:pt>
                <c:pt idx="6451">
                  <c:v>63.961174011230497</c:v>
                </c:pt>
                <c:pt idx="6452">
                  <c:v>64.089469909667997</c:v>
                </c:pt>
                <c:pt idx="6453">
                  <c:v>64.195640563964801</c:v>
                </c:pt>
                <c:pt idx="6454">
                  <c:v>64.338226318359403</c:v>
                </c:pt>
                <c:pt idx="6455">
                  <c:v>64.3985595703125</c:v>
                </c:pt>
                <c:pt idx="6456">
                  <c:v>64.545059204101605</c:v>
                </c:pt>
                <c:pt idx="6457">
                  <c:v>64.701271057128906</c:v>
                </c:pt>
                <c:pt idx="6458">
                  <c:v>64.789146423339801</c:v>
                </c:pt>
                <c:pt idx="6459">
                  <c:v>64.8760986328125</c:v>
                </c:pt>
                <c:pt idx="6460">
                  <c:v>64.933174133300795</c:v>
                </c:pt>
                <c:pt idx="6461">
                  <c:v>65.106101989746094</c:v>
                </c:pt>
                <c:pt idx="6462">
                  <c:v>65.218299865722699</c:v>
                </c:pt>
                <c:pt idx="6463">
                  <c:v>65.315696716308594</c:v>
                </c:pt>
                <c:pt idx="6464">
                  <c:v>65.435821533203097</c:v>
                </c:pt>
                <c:pt idx="6465">
                  <c:v>65.508132934570298</c:v>
                </c:pt>
                <c:pt idx="6466">
                  <c:v>65.546905517578097</c:v>
                </c:pt>
                <c:pt idx="6467">
                  <c:v>65.566139221191406</c:v>
                </c:pt>
                <c:pt idx="6468">
                  <c:v>65.576698303222699</c:v>
                </c:pt>
                <c:pt idx="6469">
                  <c:v>65.582122802734403</c:v>
                </c:pt>
                <c:pt idx="6470">
                  <c:v>65.584907531738295</c:v>
                </c:pt>
                <c:pt idx="6471">
                  <c:v>65.610450744628906</c:v>
                </c:pt>
                <c:pt idx="6472">
                  <c:v>65.696365356445298</c:v>
                </c:pt>
                <c:pt idx="6473">
                  <c:v>65.748123168945298</c:v>
                </c:pt>
                <c:pt idx="6474">
                  <c:v>66.165214538574205</c:v>
                </c:pt>
                <c:pt idx="6475">
                  <c:v>66.335250854492202</c:v>
                </c:pt>
                <c:pt idx="6476">
                  <c:v>66.633255004882798</c:v>
                </c:pt>
                <c:pt idx="6477">
                  <c:v>66.894798278808594</c:v>
                </c:pt>
                <c:pt idx="6478">
                  <c:v>67.040481567382798</c:v>
                </c:pt>
                <c:pt idx="6479">
                  <c:v>67.159896850585895</c:v>
                </c:pt>
                <c:pt idx="6480">
                  <c:v>67.310111999511705</c:v>
                </c:pt>
                <c:pt idx="6481">
                  <c:v>67.404991149902301</c:v>
                </c:pt>
                <c:pt idx="6482">
                  <c:v>67.582313537597699</c:v>
                </c:pt>
                <c:pt idx="6483">
                  <c:v>67.718841552734403</c:v>
                </c:pt>
                <c:pt idx="6484">
                  <c:v>67.821533203125</c:v>
                </c:pt>
                <c:pt idx="6485">
                  <c:v>67.934829711914105</c:v>
                </c:pt>
                <c:pt idx="6486">
                  <c:v>68.173446655273395</c:v>
                </c:pt>
                <c:pt idx="6487">
                  <c:v>68.520034790039105</c:v>
                </c:pt>
                <c:pt idx="6488">
                  <c:v>68.640472412109403</c:v>
                </c:pt>
                <c:pt idx="6489">
                  <c:v>68.759918212890597</c:v>
                </c:pt>
                <c:pt idx="6490">
                  <c:v>68.830886840820298</c:v>
                </c:pt>
                <c:pt idx="6491">
                  <c:v>68.868751525878906</c:v>
                </c:pt>
                <c:pt idx="6492">
                  <c:v>68.890655517578097</c:v>
                </c:pt>
                <c:pt idx="6493">
                  <c:v>68.921768188476605</c:v>
                </c:pt>
                <c:pt idx="6494">
                  <c:v>68.975135803222699</c:v>
                </c:pt>
                <c:pt idx="6495">
                  <c:v>69.035362243652301</c:v>
                </c:pt>
                <c:pt idx="6496">
                  <c:v>69.062232971191406</c:v>
                </c:pt>
                <c:pt idx="6497">
                  <c:v>69.122451782226605</c:v>
                </c:pt>
                <c:pt idx="6498">
                  <c:v>69.216934204101605</c:v>
                </c:pt>
                <c:pt idx="6499">
                  <c:v>69.323715209960895</c:v>
                </c:pt>
                <c:pt idx="6500">
                  <c:v>69.387260437011705</c:v>
                </c:pt>
                <c:pt idx="6501">
                  <c:v>69.489509582519503</c:v>
                </c:pt>
                <c:pt idx="6502">
                  <c:v>69.549034118652301</c:v>
                </c:pt>
                <c:pt idx="6503">
                  <c:v>69.628753662109403</c:v>
                </c:pt>
                <c:pt idx="6504">
                  <c:v>69.953453063964801</c:v>
                </c:pt>
                <c:pt idx="6505">
                  <c:v>70.088798522949205</c:v>
                </c:pt>
                <c:pt idx="6506">
                  <c:v>70.246711730957003</c:v>
                </c:pt>
                <c:pt idx="6507">
                  <c:v>70.365631103515597</c:v>
                </c:pt>
                <c:pt idx="6508">
                  <c:v>70.440727233886705</c:v>
                </c:pt>
                <c:pt idx="6509">
                  <c:v>70.487487792968807</c:v>
                </c:pt>
                <c:pt idx="6510">
                  <c:v>70.515098571777301</c:v>
                </c:pt>
                <c:pt idx="6511">
                  <c:v>70.531044006347699</c:v>
                </c:pt>
                <c:pt idx="6512">
                  <c:v>70.547195434570298</c:v>
                </c:pt>
                <c:pt idx="6513">
                  <c:v>70.569953918457003</c:v>
                </c:pt>
                <c:pt idx="6514">
                  <c:v>70.607147216796903</c:v>
                </c:pt>
                <c:pt idx="6515">
                  <c:v>70.630928039550795</c:v>
                </c:pt>
                <c:pt idx="6516">
                  <c:v>70.723686218261705</c:v>
                </c:pt>
                <c:pt idx="6517">
                  <c:v>70.805831909179702</c:v>
                </c:pt>
                <c:pt idx="6518">
                  <c:v>70.869110107421903</c:v>
                </c:pt>
                <c:pt idx="6519">
                  <c:v>70.938690185546903</c:v>
                </c:pt>
                <c:pt idx="6520">
                  <c:v>71.072731018066406</c:v>
                </c:pt>
                <c:pt idx="6521">
                  <c:v>71.187973022460895</c:v>
                </c:pt>
                <c:pt idx="6522">
                  <c:v>71.253227233886705</c:v>
                </c:pt>
                <c:pt idx="6523">
                  <c:v>71.332206726074205</c:v>
                </c:pt>
                <c:pt idx="6524">
                  <c:v>71.384880065917997</c:v>
                </c:pt>
                <c:pt idx="6525">
                  <c:v>71.412658691406307</c:v>
                </c:pt>
                <c:pt idx="6526">
                  <c:v>71.459686279296903</c:v>
                </c:pt>
                <c:pt idx="6527">
                  <c:v>71.482467651367202</c:v>
                </c:pt>
                <c:pt idx="6528">
                  <c:v>71.560417175292997</c:v>
                </c:pt>
                <c:pt idx="6529">
                  <c:v>71.6495361328125</c:v>
                </c:pt>
                <c:pt idx="6530">
                  <c:v>71.709747314453097</c:v>
                </c:pt>
                <c:pt idx="6531">
                  <c:v>71.745780944824205</c:v>
                </c:pt>
                <c:pt idx="6532">
                  <c:v>71.793678283691406</c:v>
                </c:pt>
                <c:pt idx="6533">
                  <c:v>71.847183227539105</c:v>
                </c:pt>
                <c:pt idx="6534">
                  <c:v>71.933181762695298</c:v>
                </c:pt>
                <c:pt idx="6535">
                  <c:v>71.982376098632798</c:v>
                </c:pt>
                <c:pt idx="6536">
                  <c:v>72.025077819824205</c:v>
                </c:pt>
                <c:pt idx="6537">
                  <c:v>72.049652099609403</c:v>
                </c:pt>
                <c:pt idx="6538">
                  <c:v>72.063781738281307</c:v>
                </c:pt>
                <c:pt idx="6539">
                  <c:v>72.0869140625</c:v>
                </c:pt>
                <c:pt idx="6540">
                  <c:v>72.095069885253906</c:v>
                </c:pt>
                <c:pt idx="6541">
                  <c:v>72.1055908203125</c:v>
                </c:pt>
                <c:pt idx="6542">
                  <c:v>72.1072998046875</c:v>
                </c:pt>
                <c:pt idx="6543">
                  <c:v>72.114318847656307</c:v>
                </c:pt>
                <c:pt idx="6544">
                  <c:v>72.117927551269503</c:v>
                </c:pt>
                <c:pt idx="6545">
                  <c:v>72.118980407714801</c:v>
                </c:pt>
                <c:pt idx="6546">
                  <c:v>72.120201110839801</c:v>
                </c:pt>
                <c:pt idx="6547">
                  <c:v>72.120941162109403</c:v>
                </c:pt>
                <c:pt idx="6548">
                  <c:v>72.121322631835895</c:v>
                </c:pt>
                <c:pt idx="6549">
                  <c:v>72.121520996093807</c:v>
                </c:pt>
                <c:pt idx="6550">
                  <c:v>72.121620178222699</c:v>
                </c:pt>
                <c:pt idx="6551">
                  <c:v>72.121673583984403</c:v>
                </c:pt>
                <c:pt idx="6552">
                  <c:v>72.1217041015625</c:v>
                </c:pt>
                <c:pt idx="6553">
                  <c:v>72.121719360351605</c:v>
                </c:pt>
                <c:pt idx="6554">
                  <c:v>72.121719360351605</c:v>
                </c:pt>
                <c:pt idx="6555">
                  <c:v>72.121726989746094</c:v>
                </c:pt>
                <c:pt idx="6556">
                  <c:v>72.121726989746094</c:v>
                </c:pt>
                <c:pt idx="6557">
                  <c:v>72.121726989746094</c:v>
                </c:pt>
                <c:pt idx="6558">
                  <c:v>72.121726989746094</c:v>
                </c:pt>
                <c:pt idx="6559">
                  <c:v>72.121726989746094</c:v>
                </c:pt>
                <c:pt idx="6560">
                  <c:v>72.121726989746094</c:v>
                </c:pt>
                <c:pt idx="6561">
                  <c:v>72.121726989746094</c:v>
                </c:pt>
                <c:pt idx="6562">
                  <c:v>72.121726989746094</c:v>
                </c:pt>
                <c:pt idx="6563">
                  <c:v>72.121726989746094</c:v>
                </c:pt>
                <c:pt idx="6564">
                  <c:v>72.121726989746094</c:v>
                </c:pt>
                <c:pt idx="6565">
                  <c:v>72.121726989746094</c:v>
                </c:pt>
                <c:pt idx="6566">
                  <c:v>72.121726989746094</c:v>
                </c:pt>
                <c:pt idx="6567">
                  <c:v>72.121726989746094</c:v>
                </c:pt>
                <c:pt idx="6568">
                  <c:v>72.121726989746094</c:v>
                </c:pt>
                <c:pt idx="6569">
                  <c:v>72.121726989746094</c:v>
                </c:pt>
                <c:pt idx="6570">
                  <c:v>72.121726989746094</c:v>
                </c:pt>
                <c:pt idx="6571">
                  <c:v>72.121726989746094</c:v>
                </c:pt>
                <c:pt idx="6572">
                  <c:v>72.121726989746094</c:v>
                </c:pt>
                <c:pt idx="6573">
                  <c:v>72.121726989746094</c:v>
                </c:pt>
                <c:pt idx="6574">
                  <c:v>72.121726989746094</c:v>
                </c:pt>
                <c:pt idx="6575">
                  <c:v>72.121726989746094</c:v>
                </c:pt>
                <c:pt idx="6576">
                  <c:v>72.121726989746094</c:v>
                </c:pt>
                <c:pt idx="6577">
                  <c:v>72.121726989746094</c:v>
                </c:pt>
                <c:pt idx="6578">
                  <c:v>72.121726989746094</c:v>
                </c:pt>
                <c:pt idx="6579">
                  <c:v>72.121726989746094</c:v>
                </c:pt>
                <c:pt idx="6580">
                  <c:v>72.121726989746094</c:v>
                </c:pt>
                <c:pt idx="6581">
                  <c:v>72.121726989746094</c:v>
                </c:pt>
                <c:pt idx="6582">
                  <c:v>72.121726989746094</c:v>
                </c:pt>
                <c:pt idx="6583">
                  <c:v>72.121726989746094</c:v>
                </c:pt>
                <c:pt idx="6584">
                  <c:v>72.121726989746094</c:v>
                </c:pt>
                <c:pt idx="6585">
                  <c:v>72.121726989746094</c:v>
                </c:pt>
                <c:pt idx="6586">
                  <c:v>72.121726989746094</c:v>
                </c:pt>
                <c:pt idx="6587">
                  <c:v>72.121726989746094</c:v>
                </c:pt>
                <c:pt idx="6588">
                  <c:v>72.121726989746094</c:v>
                </c:pt>
                <c:pt idx="6589">
                  <c:v>72.121726989746094</c:v>
                </c:pt>
                <c:pt idx="6590">
                  <c:v>72.121726989746094</c:v>
                </c:pt>
                <c:pt idx="6591">
                  <c:v>72.121726989746094</c:v>
                </c:pt>
                <c:pt idx="6592">
                  <c:v>72.121726989746094</c:v>
                </c:pt>
                <c:pt idx="6593">
                  <c:v>72.121726989746094</c:v>
                </c:pt>
                <c:pt idx="6594">
                  <c:v>72.121726989746094</c:v>
                </c:pt>
                <c:pt idx="6595">
                  <c:v>72.121726989746094</c:v>
                </c:pt>
                <c:pt idx="6596">
                  <c:v>72.121726989746094</c:v>
                </c:pt>
                <c:pt idx="6597">
                  <c:v>72.121726989746094</c:v>
                </c:pt>
                <c:pt idx="6598">
                  <c:v>72.121726989746094</c:v>
                </c:pt>
                <c:pt idx="6599">
                  <c:v>72.121726989746094</c:v>
                </c:pt>
                <c:pt idx="6600">
                  <c:v>72.121726989746094</c:v>
                </c:pt>
                <c:pt idx="6601">
                  <c:v>72.121726989746094</c:v>
                </c:pt>
                <c:pt idx="6602">
                  <c:v>72.121726989746094</c:v>
                </c:pt>
                <c:pt idx="6603">
                  <c:v>72.121726989746094</c:v>
                </c:pt>
                <c:pt idx="6604">
                  <c:v>72.121726989746094</c:v>
                </c:pt>
                <c:pt idx="6605">
                  <c:v>72.121726989746094</c:v>
                </c:pt>
                <c:pt idx="6606">
                  <c:v>72.121726989746094</c:v>
                </c:pt>
                <c:pt idx="6607">
                  <c:v>72.121726989746094</c:v>
                </c:pt>
                <c:pt idx="6608">
                  <c:v>72.121726989746094</c:v>
                </c:pt>
                <c:pt idx="6609">
                  <c:v>72.121726989746094</c:v>
                </c:pt>
                <c:pt idx="6610">
                  <c:v>72.121726989746094</c:v>
                </c:pt>
                <c:pt idx="6611">
                  <c:v>72.121726989746094</c:v>
                </c:pt>
                <c:pt idx="6612">
                  <c:v>72.121726989746094</c:v>
                </c:pt>
                <c:pt idx="6613">
                  <c:v>72.121726989746094</c:v>
                </c:pt>
                <c:pt idx="6614">
                  <c:v>72.121726989746094</c:v>
                </c:pt>
                <c:pt idx="6615">
                  <c:v>72.121726989746094</c:v>
                </c:pt>
                <c:pt idx="6616">
                  <c:v>72.121726989746094</c:v>
                </c:pt>
                <c:pt idx="6617">
                  <c:v>72.121726989746094</c:v>
                </c:pt>
                <c:pt idx="6618">
                  <c:v>72.121726989746094</c:v>
                </c:pt>
                <c:pt idx="6619">
                  <c:v>72.121726989746094</c:v>
                </c:pt>
                <c:pt idx="6620">
                  <c:v>72.121726989746094</c:v>
                </c:pt>
                <c:pt idx="6621">
                  <c:v>72.121726989746094</c:v>
                </c:pt>
                <c:pt idx="6622">
                  <c:v>72.121726989746094</c:v>
                </c:pt>
                <c:pt idx="6623">
                  <c:v>72.121726989746094</c:v>
                </c:pt>
                <c:pt idx="6624">
                  <c:v>72.121726989746094</c:v>
                </c:pt>
                <c:pt idx="6625">
                  <c:v>72.121726989746094</c:v>
                </c:pt>
                <c:pt idx="6626">
                  <c:v>72.121726989746094</c:v>
                </c:pt>
                <c:pt idx="6627">
                  <c:v>72.121726989746094</c:v>
                </c:pt>
                <c:pt idx="6628">
                  <c:v>72.121726989746094</c:v>
                </c:pt>
                <c:pt idx="6629">
                  <c:v>72.121726989746094</c:v>
                </c:pt>
                <c:pt idx="6630">
                  <c:v>72.121726989746094</c:v>
                </c:pt>
                <c:pt idx="6631">
                  <c:v>72.121726989746094</c:v>
                </c:pt>
                <c:pt idx="6632">
                  <c:v>72.121726989746094</c:v>
                </c:pt>
                <c:pt idx="6633">
                  <c:v>72.121726989746094</c:v>
                </c:pt>
                <c:pt idx="6634">
                  <c:v>72.121726989746094</c:v>
                </c:pt>
                <c:pt idx="6635">
                  <c:v>72.145370483398395</c:v>
                </c:pt>
                <c:pt idx="6636">
                  <c:v>72.133872985839801</c:v>
                </c:pt>
                <c:pt idx="6637">
                  <c:v>72.127960205078097</c:v>
                </c:pt>
                <c:pt idx="6638">
                  <c:v>72.124931335449205</c:v>
                </c:pt>
                <c:pt idx="6639">
                  <c:v>72.123374938964801</c:v>
                </c:pt>
                <c:pt idx="6640">
                  <c:v>72.122573852539105</c:v>
                </c:pt>
                <c:pt idx="6641">
                  <c:v>72.122161865234403</c:v>
                </c:pt>
                <c:pt idx="6642">
                  <c:v>72.121955871582003</c:v>
                </c:pt>
                <c:pt idx="6643">
                  <c:v>72.121841430664105</c:v>
                </c:pt>
                <c:pt idx="6644">
                  <c:v>72.121788024902301</c:v>
                </c:pt>
                <c:pt idx="6645">
                  <c:v>72.121757507324205</c:v>
                </c:pt>
                <c:pt idx="6646">
                  <c:v>72.121742248535199</c:v>
                </c:pt>
                <c:pt idx="6647">
                  <c:v>72.121734619140597</c:v>
                </c:pt>
                <c:pt idx="6648">
                  <c:v>72.121734619140597</c:v>
                </c:pt>
                <c:pt idx="6649">
                  <c:v>72.121734619140597</c:v>
                </c:pt>
                <c:pt idx="6650">
                  <c:v>72.121734619140597</c:v>
                </c:pt>
                <c:pt idx="6651">
                  <c:v>72.121734619140597</c:v>
                </c:pt>
                <c:pt idx="6652">
                  <c:v>72.121726989746094</c:v>
                </c:pt>
                <c:pt idx="6653">
                  <c:v>72.146408081054702</c:v>
                </c:pt>
                <c:pt idx="6654">
                  <c:v>72.144355773925795</c:v>
                </c:pt>
                <c:pt idx="6655">
                  <c:v>72.133354187011705</c:v>
                </c:pt>
                <c:pt idx="6656">
                  <c:v>72.159286499023395</c:v>
                </c:pt>
                <c:pt idx="6657">
                  <c:v>72.141014099121094</c:v>
                </c:pt>
                <c:pt idx="6658">
                  <c:v>72.131637573242202</c:v>
                </c:pt>
                <c:pt idx="6659">
                  <c:v>72.187301635742202</c:v>
                </c:pt>
                <c:pt idx="6660">
                  <c:v>72.166107177734403</c:v>
                </c:pt>
                <c:pt idx="6661">
                  <c:v>72.144515991210895</c:v>
                </c:pt>
                <c:pt idx="6662">
                  <c:v>72.133430480957003</c:v>
                </c:pt>
                <c:pt idx="6663">
                  <c:v>72.127738952636705</c:v>
                </c:pt>
                <c:pt idx="6664">
                  <c:v>72.190818786621094</c:v>
                </c:pt>
                <c:pt idx="6665">
                  <c:v>72.297988891601605</c:v>
                </c:pt>
                <c:pt idx="6666">
                  <c:v>72.365768432617202</c:v>
                </c:pt>
                <c:pt idx="6667">
                  <c:v>72.272285461425795</c:v>
                </c:pt>
                <c:pt idx="6668">
                  <c:v>72.674263000488295</c:v>
                </c:pt>
                <c:pt idx="6669">
                  <c:v>73.300559997558594</c:v>
                </c:pt>
                <c:pt idx="6670">
                  <c:v>73.313980102539105</c:v>
                </c:pt>
                <c:pt idx="6671">
                  <c:v>72.990608215332003</c:v>
                </c:pt>
                <c:pt idx="6672">
                  <c:v>73.302726745605497</c:v>
                </c:pt>
                <c:pt idx="6673">
                  <c:v>73.709754943847699</c:v>
                </c:pt>
                <c:pt idx="6674">
                  <c:v>74.056579589843807</c:v>
                </c:pt>
                <c:pt idx="6675">
                  <c:v>74.308349609375</c:v>
                </c:pt>
                <c:pt idx="6676">
                  <c:v>74.411018371582003</c:v>
                </c:pt>
                <c:pt idx="6677">
                  <c:v>74.498466491699205</c:v>
                </c:pt>
                <c:pt idx="6678">
                  <c:v>74.567405700683594</c:v>
                </c:pt>
                <c:pt idx="6679">
                  <c:v>74.671134948730497</c:v>
                </c:pt>
                <c:pt idx="6680">
                  <c:v>74.829704284667997</c:v>
                </c:pt>
                <c:pt idx="6681">
                  <c:v>74.972770690917997</c:v>
                </c:pt>
                <c:pt idx="6682">
                  <c:v>75.170555114746094</c:v>
                </c:pt>
                <c:pt idx="6683">
                  <c:v>75.198753356933594</c:v>
                </c:pt>
                <c:pt idx="6684">
                  <c:v>75.3057861328125</c:v>
                </c:pt>
                <c:pt idx="6685">
                  <c:v>75.359901428222699</c:v>
                </c:pt>
                <c:pt idx="6686">
                  <c:v>75.398750305175795</c:v>
                </c:pt>
                <c:pt idx="6687">
                  <c:v>75.4205322265625</c:v>
                </c:pt>
                <c:pt idx="6688">
                  <c:v>75.430618286132798</c:v>
                </c:pt>
                <c:pt idx="6689">
                  <c:v>75.440574645996094</c:v>
                </c:pt>
                <c:pt idx="6690">
                  <c:v>75.440773010253906</c:v>
                </c:pt>
                <c:pt idx="6691">
                  <c:v>75.480514526367202</c:v>
                </c:pt>
                <c:pt idx="6692">
                  <c:v>75.505378723144503</c:v>
                </c:pt>
                <c:pt idx="6693">
                  <c:v>75.554389953613295</c:v>
                </c:pt>
                <c:pt idx="6694">
                  <c:v>75.555099487304702</c:v>
                </c:pt>
                <c:pt idx="6695">
                  <c:v>75.586479187011705</c:v>
                </c:pt>
                <c:pt idx="6696">
                  <c:v>75.622787475585895</c:v>
                </c:pt>
                <c:pt idx="6697">
                  <c:v>75.640243530273395</c:v>
                </c:pt>
                <c:pt idx="6698">
                  <c:v>75.716209411621094</c:v>
                </c:pt>
                <c:pt idx="6699">
                  <c:v>75.798118591308594</c:v>
                </c:pt>
                <c:pt idx="6700">
                  <c:v>75.876136779785199</c:v>
                </c:pt>
                <c:pt idx="6701">
                  <c:v>75.910537719726605</c:v>
                </c:pt>
                <c:pt idx="6702">
                  <c:v>75.976867675781307</c:v>
                </c:pt>
                <c:pt idx="6703">
                  <c:v>76.039115905761705</c:v>
                </c:pt>
                <c:pt idx="6704">
                  <c:v>76.110664367675795</c:v>
                </c:pt>
                <c:pt idx="6705">
                  <c:v>76.149208068847699</c:v>
                </c:pt>
                <c:pt idx="6706">
                  <c:v>76.158401489257798</c:v>
                </c:pt>
                <c:pt idx="6707">
                  <c:v>76.234001159667997</c:v>
                </c:pt>
                <c:pt idx="6708">
                  <c:v>76.243217468261705</c:v>
                </c:pt>
                <c:pt idx="6709">
                  <c:v>76.340538024902301</c:v>
                </c:pt>
                <c:pt idx="6710">
                  <c:v>76.375312805175795</c:v>
                </c:pt>
                <c:pt idx="6711">
                  <c:v>76.570396423339801</c:v>
                </c:pt>
                <c:pt idx="6712">
                  <c:v>76.748336791992202</c:v>
                </c:pt>
                <c:pt idx="6713">
                  <c:v>76.895591735839801</c:v>
                </c:pt>
                <c:pt idx="6714">
                  <c:v>76.968803405761705</c:v>
                </c:pt>
                <c:pt idx="6715">
                  <c:v>76.999259948730497</c:v>
                </c:pt>
                <c:pt idx="6716">
                  <c:v>76.995391845703097</c:v>
                </c:pt>
                <c:pt idx="6717">
                  <c:v>77.032585144042997</c:v>
                </c:pt>
                <c:pt idx="6718">
                  <c:v>77.0535888671875</c:v>
                </c:pt>
                <c:pt idx="6719">
                  <c:v>77.066703796386705</c:v>
                </c:pt>
                <c:pt idx="6720">
                  <c:v>77.154457092285199</c:v>
                </c:pt>
                <c:pt idx="6721">
                  <c:v>77.248596191406307</c:v>
                </c:pt>
                <c:pt idx="6722">
                  <c:v>77.402183532714801</c:v>
                </c:pt>
                <c:pt idx="6723">
                  <c:v>77.621116638183594</c:v>
                </c:pt>
                <c:pt idx="6724">
                  <c:v>78.087753295898395</c:v>
                </c:pt>
                <c:pt idx="6725">
                  <c:v>78.388908386230497</c:v>
                </c:pt>
                <c:pt idx="6726">
                  <c:v>78.518249511718807</c:v>
                </c:pt>
                <c:pt idx="6727">
                  <c:v>78.518142700195298</c:v>
                </c:pt>
                <c:pt idx="6728">
                  <c:v>78.602149963378906</c:v>
                </c:pt>
                <c:pt idx="6729">
                  <c:v>78.653007507324205</c:v>
                </c:pt>
                <c:pt idx="6730">
                  <c:v>78.679107666015597</c:v>
                </c:pt>
                <c:pt idx="6731">
                  <c:v>78.692520141601605</c:v>
                </c:pt>
                <c:pt idx="6732">
                  <c:v>78.699401855468807</c:v>
                </c:pt>
                <c:pt idx="6733">
                  <c:v>78.684432983398395</c:v>
                </c:pt>
                <c:pt idx="6734">
                  <c:v>78.687782287597699</c:v>
                </c:pt>
                <c:pt idx="6735">
                  <c:v>78.696968078613295</c:v>
                </c:pt>
                <c:pt idx="6736">
                  <c:v>78.701683044433594</c:v>
                </c:pt>
                <c:pt idx="6737">
                  <c:v>78.704109191894503</c:v>
                </c:pt>
                <c:pt idx="6738">
                  <c:v>78.705352783203097</c:v>
                </c:pt>
                <c:pt idx="6739">
                  <c:v>78.705993652343807</c:v>
                </c:pt>
                <c:pt idx="6740">
                  <c:v>78.706321716308594</c:v>
                </c:pt>
                <c:pt idx="6741">
                  <c:v>78.706489562988295</c:v>
                </c:pt>
                <c:pt idx="6742">
                  <c:v>78.706573486328097</c:v>
                </c:pt>
                <c:pt idx="6743">
                  <c:v>78.706619262695298</c:v>
                </c:pt>
                <c:pt idx="6744">
                  <c:v>78.707260131835895</c:v>
                </c:pt>
                <c:pt idx="6745">
                  <c:v>78.709686279296903</c:v>
                </c:pt>
                <c:pt idx="6746">
                  <c:v>78.71044921875</c:v>
                </c:pt>
                <c:pt idx="6747">
                  <c:v>78.7091064453125</c:v>
                </c:pt>
                <c:pt idx="6748">
                  <c:v>78.720306396484403</c:v>
                </c:pt>
                <c:pt idx="6749">
                  <c:v>78.715164184570298</c:v>
                </c:pt>
                <c:pt idx="6750">
                  <c:v>78.711814880371094</c:v>
                </c:pt>
                <c:pt idx="6751">
                  <c:v>78.712127685546903</c:v>
                </c:pt>
                <c:pt idx="6752">
                  <c:v>78.717544555664105</c:v>
                </c:pt>
                <c:pt idx="6753">
                  <c:v>78.725105285644503</c:v>
                </c:pt>
                <c:pt idx="6754">
                  <c:v>78.725563049316406</c:v>
                </c:pt>
                <c:pt idx="6755">
                  <c:v>78.732185363769503</c:v>
                </c:pt>
                <c:pt idx="6756">
                  <c:v>78.752258300781307</c:v>
                </c:pt>
                <c:pt idx="6757">
                  <c:v>78.760627746582003</c:v>
                </c:pt>
                <c:pt idx="6758">
                  <c:v>78.771537780761705</c:v>
                </c:pt>
                <c:pt idx="6759">
                  <c:v>78.841323852539105</c:v>
                </c:pt>
                <c:pt idx="6760">
                  <c:v>78.895751953125</c:v>
                </c:pt>
                <c:pt idx="6761">
                  <c:v>78.936279296875</c:v>
                </c:pt>
                <c:pt idx="6762">
                  <c:v>78.928863525390597</c:v>
                </c:pt>
                <c:pt idx="6763">
                  <c:v>78.965858459472699</c:v>
                </c:pt>
                <c:pt idx="6764">
                  <c:v>79.011306762695298</c:v>
                </c:pt>
                <c:pt idx="6765">
                  <c:v>79.051643371582003</c:v>
                </c:pt>
                <c:pt idx="6766">
                  <c:v>79.167022705078097</c:v>
                </c:pt>
                <c:pt idx="6767">
                  <c:v>79.223518371582003</c:v>
                </c:pt>
                <c:pt idx="6768">
                  <c:v>79.141853332519503</c:v>
                </c:pt>
                <c:pt idx="6769">
                  <c:v>79.136688232421903</c:v>
                </c:pt>
                <c:pt idx="6770">
                  <c:v>79.242530822753906</c:v>
                </c:pt>
                <c:pt idx="6771">
                  <c:v>79.339294433593807</c:v>
                </c:pt>
                <c:pt idx="6772">
                  <c:v>79.377922058105497</c:v>
                </c:pt>
                <c:pt idx="6773">
                  <c:v>79.397720336914105</c:v>
                </c:pt>
                <c:pt idx="6774">
                  <c:v>79.432502746582003</c:v>
                </c:pt>
                <c:pt idx="6775">
                  <c:v>79.449035644531307</c:v>
                </c:pt>
                <c:pt idx="6776">
                  <c:v>79.443695068359403</c:v>
                </c:pt>
                <c:pt idx="6777">
                  <c:v>79.434165954589801</c:v>
                </c:pt>
                <c:pt idx="6778">
                  <c:v>79.542465209960895</c:v>
                </c:pt>
                <c:pt idx="6779">
                  <c:v>79.663597106933594</c:v>
                </c:pt>
                <c:pt idx="6780">
                  <c:v>79.670135498046903</c:v>
                </c:pt>
                <c:pt idx="6781">
                  <c:v>79.843193054199205</c:v>
                </c:pt>
                <c:pt idx="6782">
                  <c:v>79.9293212890625</c:v>
                </c:pt>
                <c:pt idx="6783">
                  <c:v>79.994812011718807</c:v>
                </c:pt>
                <c:pt idx="6784">
                  <c:v>80.027961730957003</c:v>
                </c:pt>
                <c:pt idx="6785">
                  <c:v>80.099044799804702</c:v>
                </c:pt>
                <c:pt idx="6786">
                  <c:v>80.163322448730497</c:v>
                </c:pt>
                <c:pt idx="6787">
                  <c:v>80.182952880859403</c:v>
                </c:pt>
                <c:pt idx="6788">
                  <c:v>80.240119934082003</c:v>
                </c:pt>
                <c:pt idx="6789">
                  <c:v>80.266616821289105</c:v>
                </c:pt>
                <c:pt idx="6790">
                  <c:v>80.279739379882798</c:v>
                </c:pt>
                <c:pt idx="6791">
                  <c:v>80.3038330078125</c:v>
                </c:pt>
                <c:pt idx="6792">
                  <c:v>80.370277404785199</c:v>
                </c:pt>
                <c:pt idx="6793">
                  <c:v>80.656623840332003</c:v>
                </c:pt>
                <c:pt idx="6794">
                  <c:v>80.781311035156307</c:v>
                </c:pt>
                <c:pt idx="6795">
                  <c:v>80.925392150878906</c:v>
                </c:pt>
                <c:pt idx="6796">
                  <c:v>81.078102111816406</c:v>
                </c:pt>
                <c:pt idx="6797">
                  <c:v>81.150527954101605</c:v>
                </c:pt>
                <c:pt idx="6798">
                  <c:v>81.251449584960895</c:v>
                </c:pt>
                <c:pt idx="6799">
                  <c:v>81.363174438476605</c:v>
                </c:pt>
                <c:pt idx="6800">
                  <c:v>81.4423828125</c:v>
                </c:pt>
                <c:pt idx="6801">
                  <c:v>81.668251037597699</c:v>
                </c:pt>
                <c:pt idx="6802">
                  <c:v>81.796318054199205</c:v>
                </c:pt>
                <c:pt idx="6803">
                  <c:v>81.883682250976605</c:v>
                </c:pt>
                <c:pt idx="6804">
                  <c:v>81.918861389160199</c:v>
                </c:pt>
                <c:pt idx="6805">
                  <c:v>81.963249206542997</c:v>
                </c:pt>
                <c:pt idx="6806">
                  <c:v>82.003578186035199</c:v>
                </c:pt>
                <c:pt idx="6807">
                  <c:v>82.110252380371094</c:v>
                </c:pt>
                <c:pt idx="6808">
                  <c:v>82.166160583496094</c:v>
                </c:pt>
                <c:pt idx="6809">
                  <c:v>82.198432922363295</c:v>
                </c:pt>
                <c:pt idx="6810">
                  <c:v>82.236320495605497</c:v>
                </c:pt>
                <c:pt idx="6811">
                  <c:v>82.298194885253906</c:v>
                </c:pt>
                <c:pt idx="6812">
                  <c:v>82.455787658691406</c:v>
                </c:pt>
                <c:pt idx="6813">
                  <c:v>82.570091247558594</c:v>
                </c:pt>
                <c:pt idx="6814">
                  <c:v>82.650856018066406</c:v>
                </c:pt>
                <c:pt idx="6815">
                  <c:v>82.710151672363295</c:v>
                </c:pt>
                <c:pt idx="6816">
                  <c:v>82.917327880859403</c:v>
                </c:pt>
                <c:pt idx="6817">
                  <c:v>83.216865539550795</c:v>
                </c:pt>
                <c:pt idx="6818">
                  <c:v>83.402481079101605</c:v>
                </c:pt>
                <c:pt idx="6819">
                  <c:v>83.488151550292997</c:v>
                </c:pt>
                <c:pt idx="6820">
                  <c:v>83.549720764160199</c:v>
                </c:pt>
                <c:pt idx="6821">
                  <c:v>83.634193420410199</c:v>
                </c:pt>
                <c:pt idx="6822">
                  <c:v>83.694587707519503</c:v>
                </c:pt>
                <c:pt idx="6823">
                  <c:v>83.779220581054702</c:v>
                </c:pt>
                <c:pt idx="6824">
                  <c:v>83.962623596191406</c:v>
                </c:pt>
                <c:pt idx="6825">
                  <c:v>84.020774841308594</c:v>
                </c:pt>
                <c:pt idx="6826">
                  <c:v>84.161941528320298</c:v>
                </c:pt>
                <c:pt idx="6827">
                  <c:v>84.341339111328097</c:v>
                </c:pt>
                <c:pt idx="6828">
                  <c:v>84.539497375488295</c:v>
                </c:pt>
                <c:pt idx="6829">
                  <c:v>84.687705993652301</c:v>
                </c:pt>
                <c:pt idx="6830">
                  <c:v>84.832878112792997</c:v>
                </c:pt>
                <c:pt idx="6831">
                  <c:v>84.896026611328097</c:v>
                </c:pt>
                <c:pt idx="6832">
                  <c:v>85.004669189453097</c:v>
                </c:pt>
                <c:pt idx="6833">
                  <c:v>85.087104797363295</c:v>
                </c:pt>
                <c:pt idx="6834">
                  <c:v>85.116798400878906</c:v>
                </c:pt>
                <c:pt idx="6835">
                  <c:v>85.171745300292997</c:v>
                </c:pt>
                <c:pt idx="6836">
                  <c:v>85.254096984863295</c:v>
                </c:pt>
                <c:pt idx="6837">
                  <c:v>85.461341857910199</c:v>
                </c:pt>
                <c:pt idx="6838">
                  <c:v>85.593307495117202</c:v>
                </c:pt>
                <c:pt idx="6839">
                  <c:v>85.745056152343807</c:v>
                </c:pt>
                <c:pt idx="6840">
                  <c:v>85.709152221679702</c:v>
                </c:pt>
                <c:pt idx="6841">
                  <c:v>85.830245971679702</c:v>
                </c:pt>
                <c:pt idx="6842">
                  <c:v>86.0140380859375</c:v>
                </c:pt>
                <c:pt idx="6843">
                  <c:v>86.148200988769503</c:v>
                </c:pt>
                <c:pt idx="6844">
                  <c:v>86.305107116699205</c:v>
                </c:pt>
                <c:pt idx="6845">
                  <c:v>86.512641906738295</c:v>
                </c:pt>
                <c:pt idx="6846">
                  <c:v>86.603988647460895</c:v>
                </c:pt>
                <c:pt idx="6847">
                  <c:v>86.578254699707003</c:v>
                </c:pt>
                <c:pt idx="6848">
                  <c:v>86.648719787597699</c:v>
                </c:pt>
                <c:pt idx="6849">
                  <c:v>86.769363403320298</c:v>
                </c:pt>
                <c:pt idx="6850">
                  <c:v>86.867347717285199</c:v>
                </c:pt>
                <c:pt idx="6851">
                  <c:v>87.07080078125</c:v>
                </c:pt>
                <c:pt idx="6852">
                  <c:v>87.065269470214801</c:v>
                </c:pt>
                <c:pt idx="6853">
                  <c:v>87.095512390136705</c:v>
                </c:pt>
                <c:pt idx="6854">
                  <c:v>87.340972900390597</c:v>
                </c:pt>
                <c:pt idx="6855">
                  <c:v>87.498718261718807</c:v>
                </c:pt>
                <c:pt idx="6856">
                  <c:v>87.580802917480497</c:v>
                </c:pt>
                <c:pt idx="6857">
                  <c:v>87.668617248535199</c:v>
                </c:pt>
                <c:pt idx="6858">
                  <c:v>87.868904113769503</c:v>
                </c:pt>
                <c:pt idx="6859">
                  <c:v>87.995712280273395</c:v>
                </c:pt>
                <c:pt idx="6860">
                  <c:v>88.110137939453097</c:v>
                </c:pt>
                <c:pt idx="6861">
                  <c:v>88.254806518554702</c:v>
                </c:pt>
                <c:pt idx="6862">
                  <c:v>88.346359252929702</c:v>
                </c:pt>
                <c:pt idx="6863">
                  <c:v>88.429046630859403</c:v>
                </c:pt>
                <c:pt idx="6864">
                  <c:v>88.4932861328125</c:v>
                </c:pt>
                <c:pt idx="6865">
                  <c:v>88.552970886230497</c:v>
                </c:pt>
                <c:pt idx="6866">
                  <c:v>88.576835632324205</c:v>
                </c:pt>
                <c:pt idx="6867">
                  <c:v>88.680419921875</c:v>
                </c:pt>
                <c:pt idx="6868">
                  <c:v>88.704673767089801</c:v>
                </c:pt>
                <c:pt idx="6869">
                  <c:v>88.796012878417997</c:v>
                </c:pt>
                <c:pt idx="6870">
                  <c:v>89.101570129394503</c:v>
                </c:pt>
                <c:pt idx="6871">
                  <c:v>89.292121887207003</c:v>
                </c:pt>
                <c:pt idx="6872">
                  <c:v>89.247329711914105</c:v>
                </c:pt>
                <c:pt idx="6873">
                  <c:v>89.301902770996094</c:v>
                </c:pt>
                <c:pt idx="6874">
                  <c:v>89.415802001953097</c:v>
                </c:pt>
                <c:pt idx="6875">
                  <c:v>89.537796020507798</c:v>
                </c:pt>
                <c:pt idx="6876">
                  <c:v>89.532539367675795</c:v>
                </c:pt>
                <c:pt idx="6877">
                  <c:v>89.760978698730497</c:v>
                </c:pt>
                <c:pt idx="6878">
                  <c:v>89.840225219726605</c:v>
                </c:pt>
                <c:pt idx="6879">
                  <c:v>89.954200744628906</c:v>
                </c:pt>
                <c:pt idx="6880">
                  <c:v>90.037178039550795</c:v>
                </c:pt>
                <c:pt idx="6881">
                  <c:v>90.080390930175795</c:v>
                </c:pt>
                <c:pt idx="6882">
                  <c:v>90.130226135253906</c:v>
                </c:pt>
                <c:pt idx="6883">
                  <c:v>90.186729431152301</c:v>
                </c:pt>
                <c:pt idx="6884">
                  <c:v>90.186317443847699</c:v>
                </c:pt>
                <c:pt idx="6885">
                  <c:v>90.228408813476605</c:v>
                </c:pt>
                <c:pt idx="6886">
                  <c:v>90.281898498535199</c:v>
                </c:pt>
                <c:pt idx="6887">
                  <c:v>90.381332397460895</c:v>
                </c:pt>
                <c:pt idx="6888">
                  <c:v>90.543365478515597</c:v>
                </c:pt>
                <c:pt idx="6889">
                  <c:v>90.703674316406307</c:v>
                </c:pt>
                <c:pt idx="6890">
                  <c:v>90.739791870117202</c:v>
                </c:pt>
                <c:pt idx="6891">
                  <c:v>90.722640991210895</c:v>
                </c:pt>
                <c:pt idx="6892">
                  <c:v>90.836814880371094</c:v>
                </c:pt>
                <c:pt idx="6893">
                  <c:v>90.942474365234403</c:v>
                </c:pt>
                <c:pt idx="6894">
                  <c:v>90.990432739257798</c:v>
                </c:pt>
                <c:pt idx="6895">
                  <c:v>91.079910278320298</c:v>
                </c:pt>
                <c:pt idx="6896">
                  <c:v>91.118225097656307</c:v>
                </c:pt>
                <c:pt idx="6897">
                  <c:v>91.238220214843807</c:v>
                </c:pt>
                <c:pt idx="6898">
                  <c:v>91.315605163574205</c:v>
                </c:pt>
                <c:pt idx="6899">
                  <c:v>91.340728759765597</c:v>
                </c:pt>
                <c:pt idx="6900">
                  <c:v>91.400863647460895</c:v>
                </c:pt>
                <c:pt idx="6901">
                  <c:v>91.460380554199205</c:v>
                </c:pt>
                <c:pt idx="6902">
                  <c:v>91.496772766113295</c:v>
                </c:pt>
                <c:pt idx="6903">
                  <c:v>91.553352355957003</c:v>
                </c:pt>
                <c:pt idx="6904">
                  <c:v>91.640762329101605</c:v>
                </c:pt>
                <c:pt idx="6905">
                  <c:v>91.684516906738295</c:v>
                </c:pt>
                <c:pt idx="6906">
                  <c:v>91.726730346679702</c:v>
                </c:pt>
                <c:pt idx="6907">
                  <c:v>91.807197570800795</c:v>
                </c:pt>
                <c:pt idx="6908">
                  <c:v>91.847648620605497</c:v>
                </c:pt>
                <c:pt idx="6909">
                  <c:v>91.887168884277301</c:v>
                </c:pt>
                <c:pt idx="6910">
                  <c:v>92.003303527832003</c:v>
                </c:pt>
                <c:pt idx="6911">
                  <c:v>92.088310241699205</c:v>
                </c:pt>
                <c:pt idx="6912">
                  <c:v>92.120338439941406</c:v>
                </c:pt>
                <c:pt idx="6913">
                  <c:v>92.229362487792997</c:v>
                </c:pt>
                <c:pt idx="6914">
                  <c:v>92.342811584472699</c:v>
                </c:pt>
                <c:pt idx="6915">
                  <c:v>92.403251647949205</c:v>
                </c:pt>
                <c:pt idx="6916">
                  <c:v>92.452522277832003</c:v>
                </c:pt>
                <c:pt idx="6917">
                  <c:v>92.496841430664105</c:v>
                </c:pt>
                <c:pt idx="6918">
                  <c:v>92.572265625</c:v>
                </c:pt>
                <c:pt idx="6919">
                  <c:v>92.684669494628906</c:v>
                </c:pt>
                <c:pt idx="6920">
                  <c:v>92.796951293945298</c:v>
                </c:pt>
                <c:pt idx="6921">
                  <c:v>92.855880737304702</c:v>
                </c:pt>
                <c:pt idx="6922">
                  <c:v>92.986312866210895</c:v>
                </c:pt>
                <c:pt idx="6923">
                  <c:v>93.054908752441406</c:v>
                </c:pt>
                <c:pt idx="6924">
                  <c:v>93.101486206054702</c:v>
                </c:pt>
                <c:pt idx="6925">
                  <c:v>93.163780212402301</c:v>
                </c:pt>
                <c:pt idx="6926">
                  <c:v>93.222251892089801</c:v>
                </c:pt>
                <c:pt idx="6927">
                  <c:v>93.269020080566406</c:v>
                </c:pt>
                <c:pt idx="6928">
                  <c:v>93.305458068847699</c:v>
                </c:pt>
                <c:pt idx="6929">
                  <c:v>93.311714172363295</c:v>
                </c:pt>
                <c:pt idx="6930">
                  <c:v>93.327522277832003</c:v>
                </c:pt>
                <c:pt idx="6931">
                  <c:v>93.351997375488295</c:v>
                </c:pt>
                <c:pt idx="6932">
                  <c:v>93.471000671386705</c:v>
                </c:pt>
                <c:pt idx="6933">
                  <c:v>93.468727111816406</c:v>
                </c:pt>
                <c:pt idx="6934">
                  <c:v>93.501762390136705</c:v>
                </c:pt>
                <c:pt idx="6935">
                  <c:v>93.578498840332003</c:v>
                </c:pt>
                <c:pt idx="6936">
                  <c:v>93.623718261718807</c:v>
                </c:pt>
                <c:pt idx="6937">
                  <c:v>93.738998413085895</c:v>
                </c:pt>
                <c:pt idx="6938">
                  <c:v>93.769485473632798</c:v>
                </c:pt>
                <c:pt idx="6939">
                  <c:v>93.783401489257798</c:v>
                </c:pt>
                <c:pt idx="6940">
                  <c:v>93.880302429199205</c:v>
                </c:pt>
                <c:pt idx="6941">
                  <c:v>93.986274719238295</c:v>
                </c:pt>
                <c:pt idx="6942">
                  <c:v>94.3590087890625</c:v>
                </c:pt>
                <c:pt idx="6943">
                  <c:v>94.347457885742202</c:v>
                </c:pt>
                <c:pt idx="6944">
                  <c:v>94.302864074707003</c:v>
                </c:pt>
                <c:pt idx="6945">
                  <c:v>94.428131103515597</c:v>
                </c:pt>
                <c:pt idx="6946">
                  <c:v>94.577507019042997</c:v>
                </c:pt>
                <c:pt idx="6947">
                  <c:v>94.768783569335895</c:v>
                </c:pt>
                <c:pt idx="6948">
                  <c:v>94.879058837890597</c:v>
                </c:pt>
                <c:pt idx="6949">
                  <c:v>94.777435302734403</c:v>
                </c:pt>
                <c:pt idx="6950">
                  <c:v>94.832458496093807</c:v>
                </c:pt>
                <c:pt idx="6951">
                  <c:v>94.925552368164105</c:v>
                </c:pt>
                <c:pt idx="6952">
                  <c:v>94.9368896484375</c:v>
                </c:pt>
                <c:pt idx="6953">
                  <c:v>94.961242675781307</c:v>
                </c:pt>
                <c:pt idx="6954">
                  <c:v>94.993576049804702</c:v>
                </c:pt>
                <c:pt idx="6955">
                  <c:v>95.008750915527301</c:v>
                </c:pt>
                <c:pt idx="6956">
                  <c:v>95.025695800781307</c:v>
                </c:pt>
                <c:pt idx="6957">
                  <c:v>95.036041259765597</c:v>
                </c:pt>
                <c:pt idx="6958">
                  <c:v>95.038642883300795</c:v>
                </c:pt>
                <c:pt idx="6959">
                  <c:v>95.039978027343807</c:v>
                </c:pt>
                <c:pt idx="6960">
                  <c:v>95.041976928710895</c:v>
                </c:pt>
                <c:pt idx="6961">
                  <c:v>95.054039001464801</c:v>
                </c:pt>
                <c:pt idx="6962">
                  <c:v>95.065933227539105</c:v>
                </c:pt>
                <c:pt idx="6963">
                  <c:v>95.073677062988295</c:v>
                </c:pt>
                <c:pt idx="6964">
                  <c:v>95.094802856445298</c:v>
                </c:pt>
                <c:pt idx="6965">
                  <c:v>95.130043029785199</c:v>
                </c:pt>
                <c:pt idx="6966">
                  <c:v>95.134445190429702</c:v>
                </c:pt>
                <c:pt idx="6967">
                  <c:v>95.144401550292997</c:v>
                </c:pt>
                <c:pt idx="6968">
                  <c:v>95.201408386230497</c:v>
                </c:pt>
                <c:pt idx="6969">
                  <c:v>95.257911682128906</c:v>
                </c:pt>
                <c:pt idx="6970">
                  <c:v>95.290359497070298</c:v>
                </c:pt>
                <c:pt idx="6971">
                  <c:v>95.305999755859403</c:v>
                </c:pt>
                <c:pt idx="6972">
                  <c:v>95.340019226074205</c:v>
                </c:pt>
                <c:pt idx="6973">
                  <c:v>95.335777282714801</c:v>
                </c:pt>
                <c:pt idx="6974">
                  <c:v>95.394744873046903</c:v>
                </c:pt>
                <c:pt idx="6975">
                  <c:v>95.455993652343807</c:v>
                </c:pt>
                <c:pt idx="6976">
                  <c:v>95.473876953125</c:v>
                </c:pt>
                <c:pt idx="6977">
                  <c:v>95.492492675781307</c:v>
                </c:pt>
                <c:pt idx="6978">
                  <c:v>95.500473022460895</c:v>
                </c:pt>
                <c:pt idx="6979">
                  <c:v>95.508766174316406</c:v>
                </c:pt>
                <c:pt idx="6980">
                  <c:v>95.506011962890597</c:v>
                </c:pt>
                <c:pt idx="6981">
                  <c:v>95.583152770996094</c:v>
                </c:pt>
                <c:pt idx="6982">
                  <c:v>95.621513366699205</c:v>
                </c:pt>
                <c:pt idx="6983">
                  <c:v>95.646858215332003</c:v>
                </c:pt>
                <c:pt idx="6984">
                  <c:v>95.655754089355497</c:v>
                </c:pt>
                <c:pt idx="6985">
                  <c:v>95.687515258789105</c:v>
                </c:pt>
                <c:pt idx="6986">
                  <c:v>95.739738464355497</c:v>
                </c:pt>
                <c:pt idx="6987">
                  <c:v>95.7545166015625</c:v>
                </c:pt>
                <c:pt idx="6988">
                  <c:v>95.785385131835895</c:v>
                </c:pt>
                <c:pt idx="6989">
                  <c:v>95.817878723144503</c:v>
                </c:pt>
                <c:pt idx="6990">
                  <c:v>95.835395812988295</c:v>
                </c:pt>
                <c:pt idx="6991">
                  <c:v>95.894760131835895</c:v>
                </c:pt>
                <c:pt idx="6992">
                  <c:v>95.962753295898395</c:v>
                </c:pt>
                <c:pt idx="6993">
                  <c:v>95.967552185058594</c:v>
                </c:pt>
                <c:pt idx="6994">
                  <c:v>95.955520629882798</c:v>
                </c:pt>
                <c:pt idx="6995">
                  <c:v>95.975074768066406</c:v>
                </c:pt>
                <c:pt idx="6996">
                  <c:v>96.119705200195298</c:v>
                </c:pt>
                <c:pt idx="6997">
                  <c:v>96.228469848632798</c:v>
                </c:pt>
                <c:pt idx="6998">
                  <c:v>96.242561340332003</c:v>
                </c:pt>
                <c:pt idx="6999">
                  <c:v>96.350173950195298</c:v>
                </c:pt>
                <c:pt idx="7000">
                  <c:v>96.461219787597699</c:v>
                </c:pt>
                <c:pt idx="7001">
                  <c:v>96.472434997558594</c:v>
                </c:pt>
                <c:pt idx="7002">
                  <c:v>96.414710998535199</c:v>
                </c:pt>
                <c:pt idx="7003">
                  <c:v>96.432212829589801</c:v>
                </c:pt>
                <c:pt idx="7004">
                  <c:v>96.396179199218807</c:v>
                </c:pt>
                <c:pt idx="7005">
                  <c:v>96.395889282226605</c:v>
                </c:pt>
                <c:pt idx="7006">
                  <c:v>96.323638916015597</c:v>
                </c:pt>
                <c:pt idx="7007">
                  <c:v>96.416587829589801</c:v>
                </c:pt>
                <c:pt idx="7008">
                  <c:v>96.512184143066406</c:v>
                </c:pt>
                <c:pt idx="7009">
                  <c:v>96.565170288085895</c:v>
                </c:pt>
                <c:pt idx="7010">
                  <c:v>96.562187194824205</c:v>
                </c:pt>
                <c:pt idx="7011">
                  <c:v>96.597267150878906</c:v>
                </c:pt>
                <c:pt idx="7012">
                  <c:v>96.596778869628906</c:v>
                </c:pt>
                <c:pt idx="7013">
                  <c:v>96.5838623046875</c:v>
                </c:pt>
                <c:pt idx="7014">
                  <c:v>96.560630798339801</c:v>
                </c:pt>
                <c:pt idx="7015">
                  <c:v>96.495407104492202</c:v>
                </c:pt>
                <c:pt idx="7016">
                  <c:v>96.500137329101605</c:v>
                </c:pt>
                <c:pt idx="7017">
                  <c:v>96.417594909667997</c:v>
                </c:pt>
                <c:pt idx="7018">
                  <c:v>96.428077697753906</c:v>
                </c:pt>
                <c:pt idx="7019">
                  <c:v>96.482658386230497</c:v>
                </c:pt>
                <c:pt idx="7020">
                  <c:v>96.523674011230497</c:v>
                </c:pt>
                <c:pt idx="7021">
                  <c:v>96.505561828613295</c:v>
                </c:pt>
                <c:pt idx="7022">
                  <c:v>96.5535888671875</c:v>
                </c:pt>
                <c:pt idx="7023">
                  <c:v>96.532020568847699</c:v>
                </c:pt>
                <c:pt idx="7024">
                  <c:v>96.346824645996094</c:v>
                </c:pt>
                <c:pt idx="7025">
                  <c:v>96.287948608398395</c:v>
                </c:pt>
                <c:pt idx="7026">
                  <c:v>96.382385253906307</c:v>
                </c:pt>
                <c:pt idx="7027">
                  <c:v>96.383628845214801</c:v>
                </c:pt>
                <c:pt idx="7028">
                  <c:v>96.383888244628906</c:v>
                </c:pt>
                <c:pt idx="7029">
                  <c:v>96.319679260253906</c:v>
                </c:pt>
                <c:pt idx="7030">
                  <c:v>96.302101135253906</c:v>
                </c:pt>
                <c:pt idx="7031">
                  <c:v>96.289337158203097</c:v>
                </c:pt>
                <c:pt idx="7032">
                  <c:v>96.301734924316406</c:v>
                </c:pt>
                <c:pt idx="7033">
                  <c:v>96.264640808105497</c:v>
                </c:pt>
                <c:pt idx="7034">
                  <c:v>96.258064270019503</c:v>
                </c:pt>
                <c:pt idx="7035">
                  <c:v>96.2464599609375</c:v>
                </c:pt>
                <c:pt idx="7036">
                  <c:v>96.243606567382798</c:v>
                </c:pt>
                <c:pt idx="7037">
                  <c:v>96.338356018066406</c:v>
                </c:pt>
                <c:pt idx="7038">
                  <c:v>96.364143371582003</c:v>
                </c:pt>
                <c:pt idx="7039">
                  <c:v>96.352943420410199</c:v>
                </c:pt>
                <c:pt idx="7040">
                  <c:v>96.409408569335895</c:v>
                </c:pt>
                <c:pt idx="7041">
                  <c:v>96.461906433105497</c:v>
                </c:pt>
                <c:pt idx="7042">
                  <c:v>96.492584228515597</c:v>
                </c:pt>
                <c:pt idx="7043">
                  <c:v>96.531547546386705</c:v>
                </c:pt>
                <c:pt idx="7044">
                  <c:v>96.592338562011705</c:v>
                </c:pt>
                <c:pt idx="7045">
                  <c:v>96.615135192871094</c:v>
                </c:pt>
                <c:pt idx="7046">
                  <c:v>96.595046997070298</c:v>
                </c:pt>
                <c:pt idx="7047">
                  <c:v>96.587852478027301</c:v>
                </c:pt>
                <c:pt idx="7048">
                  <c:v>96.608650207519503</c:v>
                </c:pt>
                <c:pt idx="7049">
                  <c:v>96.605773925781307</c:v>
                </c:pt>
                <c:pt idx="7050">
                  <c:v>96.623718261718807</c:v>
                </c:pt>
                <c:pt idx="7051">
                  <c:v>96.6026611328125</c:v>
                </c:pt>
                <c:pt idx="7052">
                  <c:v>96.631507873535199</c:v>
                </c:pt>
                <c:pt idx="7053">
                  <c:v>96.642471313476605</c:v>
                </c:pt>
                <c:pt idx="7054">
                  <c:v>96.646507263183594</c:v>
                </c:pt>
                <c:pt idx="7055">
                  <c:v>96.661201477050795</c:v>
                </c:pt>
                <c:pt idx="7056">
                  <c:v>96.669654846191406</c:v>
                </c:pt>
                <c:pt idx="7057">
                  <c:v>96.665603637695298</c:v>
                </c:pt>
                <c:pt idx="7058">
                  <c:v>96.654083251953097</c:v>
                </c:pt>
                <c:pt idx="7059">
                  <c:v>96.669609069824205</c:v>
                </c:pt>
                <c:pt idx="7060">
                  <c:v>96.673065185546903</c:v>
                </c:pt>
                <c:pt idx="7061">
                  <c:v>96.671089172363295</c:v>
                </c:pt>
                <c:pt idx="7062">
                  <c:v>96.665977478027301</c:v>
                </c:pt>
                <c:pt idx="7063">
                  <c:v>96.671180725097699</c:v>
                </c:pt>
                <c:pt idx="7064">
                  <c:v>96.679153442382798</c:v>
                </c:pt>
                <c:pt idx="7065">
                  <c:v>96.678573608398395</c:v>
                </c:pt>
                <c:pt idx="7066">
                  <c:v>96.678733825683594</c:v>
                </c:pt>
                <c:pt idx="7067">
                  <c:v>96.677947998046903</c:v>
                </c:pt>
                <c:pt idx="7068">
                  <c:v>96.684234619140597</c:v>
                </c:pt>
                <c:pt idx="7069">
                  <c:v>96.689598083496094</c:v>
                </c:pt>
                <c:pt idx="7070">
                  <c:v>96.679405212402301</c:v>
                </c:pt>
                <c:pt idx="7071">
                  <c:v>96.698638916015597</c:v>
                </c:pt>
                <c:pt idx="7072">
                  <c:v>96.706809997558594</c:v>
                </c:pt>
                <c:pt idx="7073">
                  <c:v>96.711135864257798</c:v>
                </c:pt>
                <c:pt idx="7074">
                  <c:v>96.702140808105497</c:v>
                </c:pt>
                <c:pt idx="7075">
                  <c:v>96.702980041503906</c:v>
                </c:pt>
                <c:pt idx="7076">
                  <c:v>96.701255798339801</c:v>
                </c:pt>
                <c:pt idx="7077">
                  <c:v>96.703834533691406</c:v>
                </c:pt>
                <c:pt idx="7078">
                  <c:v>96.702957153320298</c:v>
                </c:pt>
                <c:pt idx="7079">
                  <c:v>96.712837219238295</c:v>
                </c:pt>
                <c:pt idx="7080">
                  <c:v>96.749259948730497</c:v>
                </c:pt>
                <c:pt idx="7081">
                  <c:v>96.733055114746094</c:v>
                </c:pt>
                <c:pt idx="7082">
                  <c:v>96.737060546875</c:v>
                </c:pt>
                <c:pt idx="7083">
                  <c:v>96.725440979003906</c:v>
                </c:pt>
                <c:pt idx="7084">
                  <c:v>96.735298156738295</c:v>
                </c:pt>
                <c:pt idx="7085">
                  <c:v>96.75927734375</c:v>
                </c:pt>
                <c:pt idx="7086">
                  <c:v>96.743568420410199</c:v>
                </c:pt>
                <c:pt idx="7087">
                  <c:v>96.751365661621094</c:v>
                </c:pt>
                <c:pt idx="7088">
                  <c:v>96.765876770019503</c:v>
                </c:pt>
                <c:pt idx="7089">
                  <c:v>96.777610778808594</c:v>
                </c:pt>
                <c:pt idx="7090">
                  <c:v>96.793426513671903</c:v>
                </c:pt>
                <c:pt idx="7091">
                  <c:v>96.837020874023395</c:v>
                </c:pt>
                <c:pt idx="7092">
                  <c:v>96.843513488769503</c:v>
                </c:pt>
                <c:pt idx="7093">
                  <c:v>96.828826904296903</c:v>
                </c:pt>
                <c:pt idx="7094">
                  <c:v>96.855262756347699</c:v>
                </c:pt>
                <c:pt idx="7095">
                  <c:v>96.838691711425795</c:v>
                </c:pt>
                <c:pt idx="7096">
                  <c:v>96.880943298339801</c:v>
                </c:pt>
                <c:pt idx="7097">
                  <c:v>96.897285461425795</c:v>
                </c:pt>
                <c:pt idx="7098">
                  <c:v>96.9039306640625</c:v>
                </c:pt>
                <c:pt idx="7099">
                  <c:v>96.923294067382798</c:v>
                </c:pt>
                <c:pt idx="7100">
                  <c:v>96.876495361328097</c:v>
                </c:pt>
                <c:pt idx="7101">
                  <c:v>96.870819091796903</c:v>
                </c:pt>
                <c:pt idx="7102">
                  <c:v>96.826263427734403</c:v>
                </c:pt>
                <c:pt idx="7103">
                  <c:v>96.825439453125</c:v>
                </c:pt>
                <c:pt idx="7104">
                  <c:v>96.811637878417997</c:v>
                </c:pt>
                <c:pt idx="7105">
                  <c:v>96.822906494140597</c:v>
                </c:pt>
                <c:pt idx="7106">
                  <c:v>96.833930969238295</c:v>
                </c:pt>
                <c:pt idx="7107">
                  <c:v>96.820823669433594</c:v>
                </c:pt>
                <c:pt idx="7108">
                  <c:v>96.822227478027301</c:v>
                </c:pt>
                <c:pt idx="7109">
                  <c:v>96.824600219726605</c:v>
                </c:pt>
                <c:pt idx="7110">
                  <c:v>96.824043273925795</c:v>
                </c:pt>
                <c:pt idx="7111">
                  <c:v>96.839340209960895</c:v>
                </c:pt>
                <c:pt idx="7112">
                  <c:v>96.853286743164105</c:v>
                </c:pt>
                <c:pt idx="7113">
                  <c:v>96.843864440917997</c:v>
                </c:pt>
                <c:pt idx="7114">
                  <c:v>96.849235534667997</c:v>
                </c:pt>
                <c:pt idx="7115">
                  <c:v>96.842926025390597</c:v>
                </c:pt>
                <c:pt idx="7116">
                  <c:v>96.840629577636705</c:v>
                </c:pt>
                <c:pt idx="7117">
                  <c:v>96.833793640136705</c:v>
                </c:pt>
                <c:pt idx="7118">
                  <c:v>96.834304809570298</c:v>
                </c:pt>
                <c:pt idx="7119">
                  <c:v>96.854545593261705</c:v>
                </c:pt>
                <c:pt idx="7120">
                  <c:v>96.835289001464801</c:v>
                </c:pt>
                <c:pt idx="7121">
                  <c:v>96.844673156738295</c:v>
                </c:pt>
                <c:pt idx="7122">
                  <c:v>96.859458923339801</c:v>
                </c:pt>
                <c:pt idx="7123">
                  <c:v>96.845809936523395</c:v>
                </c:pt>
                <c:pt idx="7124">
                  <c:v>96.848876953125</c:v>
                </c:pt>
                <c:pt idx="7125">
                  <c:v>96.861724853515597</c:v>
                </c:pt>
                <c:pt idx="7126">
                  <c:v>96.835678100585895</c:v>
                </c:pt>
                <c:pt idx="7127">
                  <c:v>96.844215393066406</c:v>
                </c:pt>
                <c:pt idx="7128">
                  <c:v>96.856887817382798</c:v>
                </c:pt>
                <c:pt idx="7129">
                  <c:v>96.872520446777301</c:v>
                </c:pt>
                <c:pt idx="7130">
                  <c:v>96.853759765625</c:v>
                </c:pt>
                <c:pt idx="7131">
                  <c:v>96.849914550781307</c:v>
                </c:pt>
                <c:pt idx="7132">
                  <c:v>96.848495483398395</c:v>
                </c:pt>
                <c:pt idx="7133">
                  <c:v>96.839775085449205</c:v>
                </c:pt>
                <c:pt idx="7134">
                  <c:v>96.857460021972699</c:v>
                </c:pt>
                <c:pt idx="7135">
                  <c:v>96.845054626464801</c:v>
                </c:pt>
                <c:pt idx="7136">
                  <c:v>96.854713439941406</c:v>
                </c:pt>
                <c:pt idx="7137">
                  <c:v>96.854812622070298</c:v>
                </c:pt>
                <c:pt idx="7138">
                  <c:v>96.848960876464801</c:v>
                </c:pt>
                <c:pt idx="7139">
                  <c:v>96.843147277832003</c:v>
                </c:pt>
                <c:pt idx="7140">
                  <c:v>96.855918884277301</c:v>
                </c:pt>
                <c:pt idx="7141">
                  <c:v>96.824539184570298</c:v>
                </c:pt>
                <c:pt idx="7142">
                  <c:v>96.828536987304702</c:v>
                </c:pt>
                <c:pt idx="7143">
                  <c:v>96.825653076171903</c:v>
                </c:pt>
                <c:pt idx="7144">
                  <c:v>96.806907653808594</c:v>
                </c:pt>
                <c:pt idx="7145">
                  <c:v>96.828392028808594</c:v>
                </c:pt>
                <c:pt idx="7146">
                  <c:v>96.823226928710895</c:v>
                </c:pt>
                <c:pt idx="7147">
                  <c:v>96.814247131347699</c:v>
                </c:pt>
                <c:pt idx="7148">
                  <c:v>96.809349060058594</c:v>
                </c:pt>
                <c:pt idx="7149">
                  <c:v>96.794967651367202</c:v>
                </c:pt>
                <c:pt idx="7150">
                  <c:v>96.797920227050795</c:v>
                </c:pt>
                <c:pt idx="7151">
                  <c:v>96.776298522949205</c:v>
                </c:pt>
                <c:pt idx="7152">
                  <c:v>96.760459899902301</c:v>
                </c:pt>
                <c:pt idx="7153">
                  <c:v>96.763374328613295</c:v>
                </c:pt>
                <c:pt idx="7154">
                  <c:v>96.777854919433594</c:v>
                </c:pt>
                <c:pt idx="7155">
                  <c:v>96.779075622558594</c:v>
                </c:pt>
                <c:pt idx="7156">
                  <c:v>96.779693603515597</c:v>
                </c:pt>
                <c:pt idx="7157">
                  <c:v>96.753967285156307</c:v>
                </c:pt>
                <c:pt idx="7158">
                  <c:v>96.720718383789105</c:v>
                </c:pt>
                <c:pt idx="7159">
                  <c:v>96.719932556152301</c:v>
                </c:pt>
                <c:pt idx="7160">
                  <c:v>96.704078674316406</c:v>
                </c:pt>
                <c:pt idx="7161">
                  <c:v>96.693168640136705</c:v>
                </c:pt>
                <c:pt idx="7162">
                  <c:v>96.687843322753906</c:v>
                </c:pt>
                <c:pt idx="7163">
                  <c:v>96.685806274414105</c:v>
                </c:pt>
                <c:pt idx="7164">
                  <c:v>96.682411193847699</c:v>
                </c:pt>
                <c:pt idx="7165">
                  <c:v>96.683013916015597</c:v>
                </c:pt>
                <c:pt idx="7166">
                  <c:v>96.685249328613295</c:v>
                </c:pt>
                <c:pt idx="7167">
                  <c:v>96.688331604003906</c:v>
                </c:pt>
                <c:pt idx="7168">
                  <c:v>96.688690185546903</c:v>
                </c:pt>
                <c:pt idx="7169">
                  <c:v>96.681961059570298</c:v>
                </c:pt>
                <c:pt idx="7170">
                  <c:v>96.667442321777301</c:v>
                </c:pt>
                <c:pt idx="7171">
                  <c:v>96.659202575683594</c:v>
                </c:pt>
                <c:pt idx="7172">
                  <c:v>96.670280456542997</c:v>
                </c:pt>
                <c:pt idx="7173">
                  <c:v>96.673889160156307</c:v>
                </c:pt>
                <c:pt idx="7174">
                  <c:v>96.674346923828097</c:v>
                </c:pt>
                <c:pt idx="7175">
                  <c:v>96.646453857421903</c:v>
                </c:pt>
                <c:pt idx="7176">
                  <c:v>96.660964965820298</c:v>
                </c:pt>
                <c:pt idx="7177">
                  <c:v>96.669105529785199</c:v>
                </c:pt>
                <c:pt idx="7178">
                  <c:v>96.671905517578097</c:v>
                </c:pt>
                <c:pt idx="7179">
                  <c:v>96.665046691894503</c:v>
                </c:pt>
                <c:pt idx="7180">
                  <c:v>96.669822692871094</c:v>
                </c:pt>
                <c:pt idx="7181">
                  <c:v>96.663284301757798</c:v>
                </c:pt>
                <c:pt idx="7182">
                  <c:v>96.668914794921903</c:v>
                </c:pt>
                <c:pt idx="7183">
                  <c:v>96.671806335449205</c:v>
                </c:pt>
                <c:pt idx="7184">
                  <c:v>96.647911071777301</c:v>
                </c:pt>
                <c:pt idx="7185">
                  <c:v>96.648483276367202</c:v>
                </c:pt>
                <c:pt idx="7186">
                  <c:v>96.661308288574205</c:v>
                </c:pt>
                <c:pt idx="7187">
                  <c:v>96.656158447265597</c:v>
                </c:pt>
                <c:pt idx="7188">
                  <c:v>96.618255615234403</c:v>
                </c:pt>
                <c:pt idx="7189">
                  <c:v>96.592567443847699</c:v>
                </c:pt>
                <c:pt idx="7190">
                  <c:v>96.597267150878906</c:v>
                </c:pt>
                <c:pt idx="7191">
                  <c:v>96.604263305664105</c:v>
                </c:pt>
                <c:pt idx="7192">
                  <c:v>96.597129821777301</c:v>
                </c:pt>
                <c:pt idx="7193">
                  <c:v>96.600837707519503</c:v>
                </c:pt>
                <c:pt idx="7194">
                  <c:v>96.606422424316406</c:v>
                </c:pt>
                <c:pt idx="7195">
                  <c:v>96.591423034667997</c:v>
                </c:pt>
                <c:pt idx="7196">
                  <c:v>96.568054199218807</c:v>
                </c:pt>
                <c:pt idx="7197">
                  <c:v>96.549606323242202</c:v>
                </c:pt>
                <c:pt idx="7198">
                  <c:v>96.548377990722699</c:v>
                </c:pt>
                <c:pt idx="7199">
                  <c:v>96.597358703613295</c:v>
                </c:pt>
                <c:pt idx="7200">
                  <c:v>96.606132507324205</c:v>
                </c:pt>
                <c:pt idx="7201">
                  <c:v>96.616264343261705</c:v>
                </c:pt>
                <c:pt idx="7202">
                  <c:v>96.582893371582003</c:v>
                </c:pt>
                <c:pt idx="7203">
                  <c:v>96.542793273925795</c:v>
                </c:pt>
                <c:pt idx="7204">
                  <c:v>96.524101257324205</c:v>
                </c:pt>
                <c:pt idx="7205">
                  <c:v>96.539100646972699</c:v>
                </c:pt>
                <c:pt idx="7206">
                  <c:v>96.540214538574205</c:v>
                </c:pt>
                <c:pt idx="7207">
                  <c:v>96.542709350585895</c:v>
                </c:pt>
                <c:pt idx="7208">
                  <c:v>96.541725158691406</c:v>
                </c:pt>
                <c:pt idx="7209">
                  <c:v>96.590461730957003</c:v>
                </c:pt>
                <c:pt idx="7210">
                  <c:v>96.522064208984403</c:v>
                </c:pt>
                <c:pt idx="7211">
                  <c:v>96.503593444824205</c:v>
                </c:pt>
                <c:pt idx="7212">
                  <c:v>96.558776855468807</c:v>
                </c:pt>
                <c:pt idx="7213">
                  <c:v>96.560935974121094</c:v>
                </c:pt>
                <c:pt idx="7214">
                  <c:v>96.599777221679702</c:v>
                </c:pt>
                <c:pt idx="7215">
                  <c:v>96.596572875976605</c:v>
                </c:pt>
                <c:pt idx="7216">
                  <c:v>96.584312438964801</c:v>
                </c:pt>
                <c:pt idx="7217">
                  <c:v>96.573745727539105</c:v>
                </c:pt>
                <c:pt idx="7218">
                  <c:v>96.592185974121094</c:v>
                </c:pt>
                <c:pt idx="7219">
                  <c:v>96.568397521972699</c:v>
                </c:pt>
                <c:pt idx="7220">
                  <c:v>96.566505432128906</c:v>
                </c:pt>
                <c:pt idx="7221">
                  <c:v>96.602828979492202</c:v>
                </c:pt>
                <c:pt idx="7222">
                  <c:v>96.601249694824205</c:v>
                </c:pt>
                <c:pt idx="7223">
                  <c:v>96.628204345703097</c:v>
                </c:pt>
                <c:pt idx="7224">
                  <c:v>96.6326904296875</c:v>
                </c:pt>
                <c:pt idx="7225">
                  <c:v>96.610160827636705</c:v>
                </c:pt>
                <c:pt idx="7226">
                  <c:v>96.628707885742202</c:v>
                </c:pt>
                <c:pt idx="7227">
                  <c:v>96.629631042480497</c:v>
                </c:pt>
                <c:pt idx="7228">
                  <c:v>96.640464782714801</c:v>
                </c:pt>
                <c:pt idx="7229">
                  <c:v>96.6468505859375</c:v>
                </c:pt>
                <c:pt idx="7230">
                  <c:v>96.639801025390597</c:v>
                </c:pt>
                <c:pt idx="7231">
                  <c:v>96.653968811035199</c:v>
                </c:pt>
                <c:pt idx="7232">
                  <c:v>96.664131164550795</c:v>
                </c:pt>
                <c:pt idx="7233">
                  <c:v>96.660530090332003</c:v>
                </c:pt>
                <c:pt idx="7234">
                  <c:v>96.655708312988295</c:v>
                </c:pt>
                <c:pt idx="7235">
                  <c:v>96.645088195800795</c:v>
                </c:pt>
                <c:pt idx="7236">
                  <c:v>96.658248901367202</c:v>
                </c:pt>
                <c:pt idx="7237">
                  <c:v>96.669342041015597</c:v>
                </c:pt>
                <c:pt idx="7238">
                  <c:v>96.661796569824205</c:v>
                </c:pt>
                <c:pt idx="7239">
                  <c:v>96.667381286621094</c:v>
                </c:pt>
                <c:pt idx="7240">
                  <c:v>96.671142578125</c:v>
                </c:pt>
                <c:pt idx="7241">
                  <c:v>96.676933288574205</c:v>
                </c:pt>
                <c:pt idx="7242">
                  <c:v>96.688346862792997</c:v>
                </c:pt>
                <c:pt idx="7243">
                  <c:v>96.684738159179702</c:v>
                </c:pt>
                <c:pt idx="7244">
                  <c:v>96.683006286621094</c:v>
                </c:pt>
                <c:pt idx="7245">
                  <c:v>96.682350158691406</c:v>
                </c:pt>
                <c:pt idx="7246">
                  <c:v>96.681221008300795</c:v>
                </c:pt>
                <c:pt idx="7247">
                  <c:v>96.681320190429702</c:v>
                </c:pt>
                <c:pt idx="7248">
                  <c:v>96.680007934570298</c:v>
                </c:pt>
                <c:pt idx="7249">
                  <c:v>96.6861572265625</c:v>
                </c:pt>
                <c:pt idx="7250">
                  <c:v>96.687408447265597</c:v>
                </c:pt>
                <c:pt idx="7251">
                  <c:v>96.692527770996094</c:v>
                </c:pt>
                <c:pt idx="7252">
                  <c:v>96.692901611328097</c:v>
                </c:pt>
                <c:pt idx="7253">
                  <c:v>96.692657470703097</c:v>
                </c:pt>
                <c:pt idx="7254">
                  <c:v>96.703826904296903</c:v>
                </c:pt>
                <c:pt idx="7255">
                  <c:v>96.722953796386705</c:v>
                </c:pt>
                <c:pt idx="7256">
                  <c:v>96.736610412597699</c:v>
                </c:pt>
                <c:pt idx="7257">
                  <c:v>96.714263916015597</c:v>
                </c:pt>
                <c:pt idx="7258">
                  <c:v>96.720718383789105</c:v>
                </c:pt>
                <c:pt idx="7259">
                  <c:v>96.735633850097699</c:v>
                </c:pt>
                <c:pt idx="7260">
                  <c:v>96.738235473632798</c:v>
                </c:pt>
                <c:pt idx="7261">
                  <c:v>96.739448547363295</c:v>
                </c:pt>
                <c:pt idx="7262">
                  <c:v>96.765998840332003</c:v>
                </c:pt>
                <c:pt idx="7263">
                  <c:v>96.809402465820298</c:v>
                </c:pt>
                <c:pt idx="7264">
                  <c:v>96.757369995117202</c:v>
                </c:pt>
                <c:pt idx="7265">
                  <c:v>96.751556396484403</c:v>
                </c:pt>
                <c:pt idx="7266">
                  <c:v>96.769958496093807</c:v>
                </c:pt>
                <c:pt idx="7267">
                  <c:v>96.781013488769503</c:v>
                </c:pt>
                <c:pt idx="7268">
                  <c:v>96.809410095214801</c:v>
                </c:pt>
                <c:pt idx="7269">
                  <c:v>96.834701538085895</c:v>
                </c:pt>
                <c:pt idx="7270">
                  <c:v>96.841590881347699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39AD-47F2-B4DB-536D3878BB77}"/>
            </c:ext>
          </c:extLst>
        </c:ser>
        <c:ser>
          <c:idx val="3"/>
          <c:order val="3"/>
          <c:tx>
            <c:strRef>
              <c:f>'DL-Model'!$S$1</c:f>
              <c:strCache>
                <c:ptCount val="1"/>
                <c:pt idx="0">
                  <c:v>T_rm_true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'DL-Model'!$S$2:$S$7272</c:f>
              <c:numCache>
                <c:formatCode>General</c:formatCode>
                <c:ptCount val="7271"/>
                <c:pt idx="0">
                  <c:v>35.525390625</c:v>
                </c:pt>
                <c:pt idx="1">
                  <c:v>35.527732849121101</c:v>
                </c:pt>
                <c:pt idx="2">
                  <c:v>35.531478881835902</c:v>
                </c:pt>
                <c:pt idx="3">
                  <c:v>35.550338745117202</c:v>
                </c:pt>
                <c:pt idx="4">
                  <c:v>35.601016998291001</c:v>
                </c:pt>
                <c:pt idx="5">
                  <c:v>35.527194976806598</c:v>
                </c:pt>
                <c:pt idx="6">
                  <c:v>35.583633422851598</c:v>
                </c:pt>
                <c:pt idx="7">
                  <c:v>35.523998260498097</c:v>
                </c:pt>
                <c:pt idx="8">
                  <c:v>35.612129211425803</c:v>
                </c:pt>
                <c:pt idx="9">
                  <c:v>35.574531555175803</c:v>
                </c:pt>
                <c:pt idx="10">
                  <c:v>35.555377960205099</c:v>
                </c:pt>
                <c:pt idx="11">
                  <c:v>35.620883941650398</c:v>
                </c:pt>
                <c:pt idx="12">
                  <c:v>35.643928527832003</c:v>
                </c:pt>
                <c:pt idx="13">
                  <c:v>35.615402221679702</c:v>
                </c:pt>
                <c:pt idx="14">
                  <c:v>35.592002868652301</c:v>
                </c:pt>
                <c:pt idx="15">
                  <c:v>35.593425750732401</c:v>
                </c:pt>
                <c:pt idx="16">
                  <c:v>35.587677001953097</c:v>
                </c:pt>
                <c:pt idx="17">
                  <c:v>35.577236175537102</c:v>
                </c:pt>
                <c:pt idx="18">
                  <c:v>35.592082977294901</c:v>
                </c:pt>
                <c:pt idx="19">
                  <c:v>35.5875854492188</c:v>
                </c:pt>
                <c:pt idx="20">
                  <c:v>35.617038726806598</c:v>
                </c:pt>
                <c:pt idx="21">
                  <c:v>35.632518768310597</c:v>
                </c:pt>
                <c:pt idx="22">
                  <c:v>35.636848449707003</c:v>
                </c:pt>
                <c:pt idx="23">
                  <c:v>35.634788513183601</c:v>
                </c:pt>
                <c:pt idx="24">
                  <c:v>35.628280639648402</c:v>
                </c:pt>
                <c:pt idx="25">
                  <c:v>35.629276275634801</c:v>
                </c:pt>
                <c:pt idx="26">
                  <c:v>35.632881164550803</c:v>
                </c:pt>
                <c:pt idx="27">
                  <c:v>35.646366119384801</c:v>
                </c:pt>
                <c:pt idx="28">
                  <c:v>35.642539978027301</c:v>
                </c:pt>
                <c:pt idx="29">
                  <c:v>35.656105041503899</c:v>
                </c:pt>
                <c:pt idx="30">
                  <c:v>35.662284851074197</c:v>
                </c:pt>
                <c:pt idx="31">
                  <c:v>35.621936798095703</c:v>
                </c:pt>
                <c:pt idx="32">
                  <c:v>35.643875122070298</c:v>
                </c:pt>
                <c:pt idx="33">
                  <c:v>35.675342559814503</c:v>
                </c:pt>
                <c:pt idx="34">
                  <c:v>35.669242858886697</c:v>
                </c:pt>
                <c:pt idx="35">
                  <c:v>35.667625427246101</c:v>
                </c:pt>
                <c:pt idx="36">
                  <c:v>35.664108276367202</c:v>
                </c:pt>
                <c:pt idx="37">
                  <c:v>35.608428955078097</c:v>
                </c:pt>
                <c:pt idx="38">
                  <c:v>35.640285491943402</c:v>
                </c:pt>
                <c:pt idx="39">
                  <c:v>35.622772216796903</c:v>
                </c:pt>
                <c:pt idx="40">
                  <c:v>35.6771850585938</c:v>
                </c:pt>
                <c:pt idx="41">
                  <c:v>35.730457305908203</c:v>
                </c:pt>
                <c:pt idx="42">
                  <c:v>35.769737243652301</c:v>
                </c:pt>
                <c:pt idx="43">
                  <c:v>35.7931938171387</c:v>
                </c:pt>
                <c:pt idx="44">
                  <c:v>35.771678924560597</c:v>
                </c:pt>
                <c:pt idx="45">
                  <c:v>35.757057189941399</c:v>
                </c:pt>
                <c:pt idx="46">
                  <c:v>35.721450805664098</c:v>
                </c:pt>
                <c:pt idx="47">
                  <c:v>35.752727508544901</c:v>
                </c:pt>
                <c:pt idx="48">
                  <c:v>35.820201873779297</c:v>
                </c:pt>
                <c:pt idx="49">
                  <c:v>35.862586975097699</c:v>
                </c:pt>
                <c:pt idx="50">
                  <c:v>35.887439727783203</c:v>
                </c:pt>
                <c:pt idx="51">
                  <c:v>35.909049987792997</c:v>
                </c:pt>
                <c:pt idx="52">
                  <c:v>35.910255432128899</c:v>
                </c:pt>
                <c:pt idx="53">
                  <c:v>36.042167663574197</c:v>
                </c:pt>
                <c:pt idx="54">
                  <c:v>35.994766235351598</c:v>
                </c:pt>
                <c:pt idx="55">
                  <c:v>36.030967712402301</c:v>
                </c:pt>
                <c:pt idx="56">
                  <c:v>36.030036926269503</c:v>
                </c:pt>
                <c:pt idx="57">
                  <c:v>35.987255096435597</c:v>
                </c:pt>
                <c:pt idx="58">
                  <c:v>36.137096405029297</c:v>
                </c:pt>
                <c:pt idx="59">
                  <c:v>36.1187744140625</c:v>
                </c:pt>
                <c:pt idx="60">
                  <c:v>36.125041961669901</c:v>
                </c:pt>
                <c:pt idx="61">
                  <c:v>36.235931396484403</c:v>
                </c:pt>
                <c:pt idx="62">
                  <c:v>36.081447601318402</c:v>
                </c:pt>
                <c:pt idx="63">
                  <c:v>36.058601379394503</c:v>
                </c:pt>
                <c:pt idx="64">
                  <c:v>36.039260864257798</c:v>
                </c:pt>
                <c:pt idx="65">
                  <c:v>36.087539672851598</c:v>
                </c:pt>
                <c:pt idx="66">
                  <c:v>36.181007385253899</c:v>
                </c:pt>
                <c:pt idx="67">
                  <c:v>36.235927581787102</c:v>
                </c:pt>
                <c:pt idx="68">
                  <c:v>36.253368377685597</c:v>
                </c:pt>
                <c:pt idx="69">
                  <c:v>36.277744293212898</c:v>
                </c:pt>
                <c:pt idx="70">
                  <c:v>36.299350738525398</c:v>
                </c:pt>
                <c:pt idx="71">
                  <c:v>36.242050170898402</c:v>
                </c:pt>
                <c:pt idx="72">
                  <c:v>36.240306854248097</c:v>
                </c:pt>
                <c:pt idx="73">
                  <c:v>36.540714263916001</c:v>
                </c:pt>
                <c:pt idx="74">
                  <c:v>37.100669860839801</c:v>
                </c:pt>
                <c:pt idx="75">
                  <c:v>36.792972564697301</c:v>
                </c:pt>
                <c:pt idx="76">
                  <c:v>36.667869567871101</c:v>
                </c:pt>
                <c:pt idx="77">
                  <c:v>36.718193054199197</c:v>
                </c:pt>
                <c:pt idx="78">
                  <c:v>36.696056365966797</c:v>
                </c:pt>
                <c:pt idx="79">
                  <c:v>36.661464691162102</c:v>
                </c:pt>
                <c:pt idx="80">
                  <c:v>36.390598297119098</c:v>
                </c:pt>
                <c:pt idx="81">
                  <c:v>36.5606079101563</c:v>
                </c:pt>
                <c:pt idx="82">
                  <c:v>36.672096252441399</c:v>
                </c:pt>
                <c:pt idx="83">
                  <c:v>36.773654937744098</c:v>
                </c:pt>
                <c:pt idx="84">
                  <c:v>36.590377807617202</c:v>
                </c:pt>
                <c:pt idx="85">
                  <c:v>36.744941711425803</c:v>
                </c:pt>
                <c:pt idx="86">
                  <c:v>36.616649627685597</c:v>
                </c:pt>
                <c:pt idx="87">
                  <c:v>36.822864532470703</c:v>
                </c:pt>
                <c:pt idx="88">
                  <c:v>37.066986083984403</c:v>
                </c:pt>
                <c:pt idx="89">
                  <c:v>37.336074829101598</c:v>
                </c:pt>
                <c:pt idx="90">
                  <c:v>37.395931243896499</c:v>
                </c:pt>
                <c:pt idx="91">
                  <c:v>37.235591888427699</c:v>
                </c:pt>
                <c:pt idx="92">
                  <c:v>37.076747894287102</c:v>
                </c:pt>
                <c:pt idx="93">
                  <c:v>36.941352844238303</c:v>
                </c:pt>
                <c:pt idx="94">
                  <c:v>37.033679962158203</c:v>
                </c:pt>
                <c:pt idx="95">
                  <c:v>37.171180725097699</c:v>
                </c:pt>
                <c:pt idx="96">
                  <c:v>37.176017761230497</c:v>
                </c:pt>
                <c:pt idx="97">
                  <c:v>37.211315155029297</c:v>
                </c:pt>
                <c:pt idx="98">
                  <c:v>37.342941284179702</c:v>
                </c:pt>
                <c:pt idx="99">
                  <c:v>37.283367156982401</c:v>
                </c:pt>
                <c:pt idx="100">
                  <c:v>37.363449096679702</c:v>
                </c:pt>
                <c:pt idx="101">
                  <c:v>37.356376647949197</c:v>
                </c:pt>
                <c:pt idx="102">
                  <c:v>37.219070434570298</c:v>
                </c:pt>
                <c:pt idx="103">
                  <c:v>37.286708831787102</c:v>
                </c:pt>
                <c:pt idx="104">
                  <c:v>37.3740425109863</c:v>
                </c:pt>
                <c:pt idx="105">
                  <c:v>37.386329650878899</c:v>
                </c:pt>
                <c:pt idx="106">
                  <c:v>37.413246154785199</c:v>
                </c:pt>
                <c:pt idx="107">
                  <c:v>37.455699920654297</c:v>
                </c:pt>
                <c:pt idx="108">
                  <c:v>37.508613586425803</c:v>
                </c:pt>
                <c:pt idx="109">
                  <c:v>37.472862243652301</c:v>
                </c:pt>
                <c:pt idx="110">
                  <c:v>37.463447570800803</c:v>
                </c:pt>
                <c:pt idx="111">
                  <c:v>37.449062347412102</c:v>
                </c:pt>
                <c:pt idx="112">
                  <c:v>37.652572631835902</c:v>
                </c:pt>
                <c:pt idx="113">
                  <c:v>37.549350738525398</c:v>
                </c:pt>
                <c:pt idx="114">
                  <c:v>37.739749908447301</c:v>
                </c:pt>
                <c:pt idx="115">
                  <c:v>37.702926635742202</c:v>
                </c:pt>
                <c:pt idx="116">
                  <c:v>37.678558349609403</c:v>
                </c:pt>
                <c:pt idx="117">
                  <c:v>37.857826232910199</c:v>
                </c:pt>
                <c:pt idx="118">
                  <c:v>37.7785034179688</c:v>
                </c:pt>
                <c:pt idx="119">
                  <c:v>37.704048156738303</c:v>
                </c:pt>
                <c:pt idx="120">
                  <c:v>37.428234100341797</c:v>
                </c:pt>
                <c:pt idx="121">
                  <c:v>37.589023590087898</c:v>
                </c:pt>
                <c:pt idx="122">
                  <c:v>37.728763580322301</c:v>
                </c:pt>
                <c:pt idx="123">
                  <c:v>37.642688751220703</c:v>
                </c:pt>
                <c:pt idx="124">
                  <c:v>37.626235961914098</c:v>
                </c:pt>
                <c:pt idx="125">
                  <c:v>37.641380310058601</c:v>
                </c:pt>
                <c:pt idx="126">
                  <c:v>37.873062133789098</c:v>
                </c:pt>
                <c:pt idx="127">
                  <c:v>37.778110504150398</c:v>
                </c:pt>
                <c:pt idx="128">
                  <c:v>37.885963439941399</c:v>
                </c:pt>
                <c:pt idx="129">
                  <c:v>37.910255432128899</c:v>
                </c:pt>
                <c:pt idx="130">
                  <c:v>37.932079315185597</c:v>
                </c:pt>
                <c:pt idx="131">
                  <c:v>38.016830444335902</c:v>
                </c:pt>
                <c:pt idx="132">
                  <c:v>38.301643371582003</c:v>
                </c:pt>
                <c:pt idx="133">
                  <c:v>38.441272735595703</c:v>
                </c:pt>
                <c:pt idx="134">
                  <c:v>38.6127738952637</c:v>
                </c:pt>
                <c:pt idx="135">
                  <c:v>38.419345855712898</c:v>
                </c:pt>
                <c:pt idx="136">
                  <c:v>38.598636627197301</c:v>
                </c:pt>
                <c:pt idx="137">
                  <c:v>38.608390808105497</c:v>
                </c:pt>
                <c:pt idx="138">
                  <c:v>38.688346862792997</c:v>
                </c:pt>
                <c:pt idx="139">
                  <c:v>38.820266723632798</c:v>
                </c:pt>
                <c:pt idx="140">
                  <c:v>38.684677124023402</c:v>
                </c:pt>
                <c:pt idx="141">
                  <c:v>38.597976684570298</c:v>
                </c:pt>
                <c:pt idx="142">
                  <c:v>38.347248077392599</c:v>
                </c:pt>
                <c:pt idx="143">
                  <c:v>38.554042816162102</c:v>
                </c:pt>
                <c:pt idx="144">
                  <c:v>38.853305816650398</c:v>
                </c:pt>
                <c:pt idx="145">
                  <c:v>39.345912933349602</c:v>
                </c:pt>
                <c:pt idx="146">
                  <c:v>39.117660522460902</c:v>
                </c:pt>
                <c:pt idx="147">
                  <c:v>39.049678802490199</c:v>
                </c:pt>
                <c:pt idx="148">
                  <c:v>39.212673187255902</c:v>
                </c:pt>
                <c:pt idx="149">
                  <c:v>39.537265777587898</c:v>
                </c:pt>
                <c:pt idx="150">
                  <c:v>40.089164733886697</c:v>
                </c:pt>
                <c:pt idx="151">
                  <c:v>39.969348907470703</c:v>
                </c:pt>
                <c:pt idx="152">
                  <c:v>39.810970306396499</c:v>
                </c:pt>
                <c:pt idx="153">
                  <c:v>39.976322174072301</c:v>
                </c:pt>
                <c:pt idx="154">
                  <c:v>39.995635986328097</c:v>
                </c:pt>
                <c:pt idx="155">
                  <c:v>40.173469543457003</c:v>
                </c:pt>
                <c:pt idx="156">
                  <c:v>39.9615669250488</c:v>
                </c:pt>
                <c:pt idx="157">
                  <c:v>40.0074272155762</c:v>
                </c:pt>
                <c:pt idx="158">
                  <c:v>40.251693725585902</c:v>
                </c:pt>
                <c:pt idx="159">
                  <c:v>40.450828552246101</c:v>
                </c:pt>
                <c:pt idx="160">
                  <c:v>40.696460723877003</c:v>
                </c:pt>
                <c:pt idx="161">
                  <c:v>40.691230773925803</c:v>
                </c:pt>
                <c:pt idx="162">
                  <c:v>40.9571533203125</c:v>
                </c:pt>
                <c:pt idx="163">
                  <c:v>41.012264251708999</c:v>
                </c:pt>
                <c:pt idx="164">
                  <c:v>40.646202087402301</c:v>
                </c:pt>
                <c:pt idx="165">
                  <c:v>40.986824035644503</c:v>
                </c:pt>
                <c:pt idx="166">
                  <c:v>41.177272796630902</c:v>
                </c:pt>
                <c:pt idx="167">
                  <c:v>41.219894409179702</c:v>
                </c:pt>
                <c:pt idx="168">
                  <c:v>41.203620910644503</c:v>
                </c:pt>
                <c:pt idx="169">
                  <c:v>41.3465766906738</c:v>
                </c:pt>
                <c:pt idx="170">
                  <c:v>41.401199340820298</c:v>
                </c:pt>
                <c:pt idx="171">
                  <c:v>41.463661193847699</c:v>
                </c:pt>
                <c:pt idx="172">
                  <c:v>41.520175933837898</c:v>
                </c:pt>
                <c:pt idx="173">
                  <c:v>41.627521514892599</c:v>
                </c:pt>
                <c:pt idx="174">
                  <c:v>41.797752380371101</c:v>
                </c:pt>
                <c:pt idx="175">
                  <c:v>41.795783996582003</c:v>
                </c:pt>
                <c:pt idx="176">
                  <c:v>42.027370452880902</c:v>
                </c:pt>
                <c:pt idx="177">
                  <c:v>41.964797973632798</c:v>
                </c:pt>
                <c:pt idx="178">
                  <c:v>41.9983100891113</c:v>
                </c:pt>
                <c:pt idx="179">
                  <c:v>42.004024505615199</c:v>
                </c:pt>
                <c:pt idx="180">
                  <c:v>42.083667755127003</c:v>
                </c:pt>
                <c:pt idx="181">
                  <c:v>42.313819885253899</c:v>
                </c:pt>
                <c:pt idx="182">
                  <c:v>42.264144897460902</c:v>
                </c:pt>
                <c:pt idx="183">
                  <c:v>42.560623168945298</c:v>
                </c:pt>
                <c:pt idx="184">
                  <c:v>42.439929962158203</c:v>
                </c:pt>
                <c:pt idx="185">
                  <c:v>42.3488578796387</c:v>
                </c:pt>
                <c:pt idx="186">
                  <c:v>42.255275726318402</c:v>
                </c:pt>
                <c:pt idx="187">
                  <c:v>42.358367919921903</c:v>
                </c:pt>
                <c:pt idx="188">
                  <c:v>42.341732025146499</c:v>
                </c:pt>
                <c:pt idx="189">
                  <c:v>41.764743804931598</c:v>
                </c:pt>
                <c:pt idx="190">
                  <c:v>42.130485534667997</c:v>
                </c:pt>
                <c:pt idx="191">
                  <c:v>41.986537933349602</c:v>
                </c:pt>
                <c:pt idx="192">
                  <c:v>42.297080993652301</c:v>
                </c:pt>
                <c:pt idx="193">
                  <c:v>42.4067192077637</c:v>
                </c:pt>
                <c:pt idx="194">
                  <c:v>42.788463592529297</c:v>
                </c:pt>
                <c:pt idx="195">
                  <c:v>42.832080841064503</c:v>
                </c:pt>
                <c:pt idx="196">
                  <c:v>42.833591461181598</c:v>
                </c:pt>
                <c:pt idx="197">
                  <c:v>43.027778625488303</c:v>
                </c:pt>
                <c:pt idx="198">
                  <c:v>42.935253143310597</c:v>
                </c:pt>
                <c:pt idx="199">
                  <c:v>43.082950592041001</c:v>
                </c:pt>
                <c:pt idx="200">
                  <c:v>43.253425598144503</c:v>
                </c:pt>
                <c:pt idx="201">
                  <c:v>43.082592010498097</c:v>
                </c:pt>
                <c:pt idx="202">
                  <c:v>42.986587524414098</c:v>
                </c:pt>
                <c:pt idx="203">
                  <c:v>43.111427307128899</c:v>
                </c:pt>
                <c:pt idx="204">
                  <c:v>42.970172882080099</c:v>
                </c:pt>
                <c:pt idx="205">
                  <c:v>43.142227172851598</c:v>
                </c:pt>
                <c:pt idx="206">
                  <c:v>43.192935943603501</c:v>
                </c:pt>
                <c:pt idx="207">
                  <c:v>43.267971038818402</c:v>
                </c:pt>
                <c:pt idx="208">
                  <c:v>43.410652160644503</c:v>
                </c:pt>
                <c:pt idx="209">
                  <c:v>43.027050018310597</c:v>
                </c:pt>
                <c:pt idx="210">
                  <c:v>43.272464752197301</c:v>
                </c:pt>
                <c:pt idx="211">
                  <c:v>43.405078887939503</c:v>
                </c:pt>
                <c:pt idx="212">
                  <c:v>43.570629119873097</c:v>
                </c:pt>
                <c:pt idx="213">
                  <c:v>44.2073783874512</c:v>
                </c:pt>
                <c:pt idx="214">
                  <c:v>43.973564147949197</c:v>
                </c:pt>
                <c:pt idx="215">
                  <c:v>43.760715484619098</c:v>
                </c:pt>
                <c:pt idx="216">
                  <c:v>43.651401519775398</c:v>
                </c:pt>
                <c:pt idx="217">
                  <c:v>43.795127868652301</c:v>
                </c:pt>
                <c:pt idx="218">
                  <c:v>43.7668266296387</c:v>
                </c:pt>
                <c:pt idx="219">
                  <c:v>43.7610473632813</c:v>
                </c:pt>
                <c:pt idx="220">
                  <c:v>43.843276977539098</c:v>
                </c:pt>
                <c:pt idx="221">
                  <c:v>43.844268798828097</c:v>
                </c:pt>
                <c:pt idx="222">
                  <c:v>44.004337310791001</c:v>
                </c:pt>
                <c:pt idx="223">
                  <c:v>43.812465667724602</c:v>
                </c:pt>
                <c:pt idx="224">
                  <c:v>43.973190307617202</c:v>
                </c:pt>
                <c:pt idx="225">
                  <c:v>43.7762260437012</c:v>
                </c:pt>
                <c:pt idx="226">
                  <c:v>43.980129241943402</c:v>
                </c:pt>
                <c:pt idx="227">
                  <c:v>44.2585258483887</c:v>
                </c:pt>
                <c:pt idx="228">
                  <c:v>44.094573974609403</c:v>
                </c:pt>
                <c:pt idx="229">
                  <c:v>44.244194030761697</c:v>
                </c:pt>
                <c:pt idx="230">
                  <c:v>44.220039367675803</c:v>
                </c:pt>
                <c:pt idx="231">
                  <c:v>44.045680999755902</c:v>
                </c:pt>
                <c:pt idx="232">
                  <c:v>44.159908294677699</c:v>
                </c:pt>
                <c:pt idx="233">
                  <c:v>44.472908020019503</c:v>
                </c:pt>
                <c:pt idx="234">
                  <c:v>44.3847465515137</c:v>
                </c:pt>
                <c:pt idx="235">
                  <c:v>44.417366027832003</c:v>
                </c:pt>
                <c:pt idx="236">
                  <c:v>44.371379852294901</c:v>
                </c:pt>
                <c:pt idx="237">
                  <c:v>44.291923522949197</c:v>
                </c:pt>
                <c:pt idx="238">
                  <c:v>44.240200042724602</c:v>
                </c:pt>
                <c:pt idx="239">
                  <c:v>44.338401794433601</c:v>
                </c:pt>
                <c:pt idx="240">
                  <c:v>44.428886413574197</c:v>
                </c:pt>
                <c:pt idx="241">
                  <c:v>44.4318656921387</c:v>
                </c:pt>
                <c:pt idx="242">
                  <c:v>44.431510925292997</c:v>
                </c:pt>
                <c:pt idx="243">
                  <c:v>44.201919555664098</c:v>
                </c:pt>
                <c:pt idx="244">
                  <c:v>44.397216796875</c:v>
                </c:pt>
                <c:pt idx="245">
                  <c:v>44.351249694824197</c:v>
                </c:pt>
                <c:pt idx="246">
                  <c:v>44.219486236572301</c:v>
                </c:pt>
                <c:pt idx="247">
                  <c:v>44.316238403320298</c:v>
                </c:pt>
                <c:pt idx="248">
                  <c:v>44.419712066650398</c:v>
                </c:pt>
                <c:pt idx="249">
                  <c:v>44.492706298828097</c:v>
                </c:pt>
                <c:pt idx="250">
                  <c:v>44.372364044189503</c:v>
                </c:pt>
                <c:pt idx="251">
                  <c:v>44.490066528320298</c:v>
                </c:pt>
                <c:pt idx="252">
                  <c:v>44.559818267822301</c:v>
                </c:pt>
                <c:pt idx="253">
                  <c:v>44.610530853271499</c:v>
                </c:pt>
                <c:pt idx="254">
                  <c:v>44.637439727783203</c:v>
                </c:pt>
                <c:pt idx="255">
                  <c:v>44.3051147460938</c:v>
                </c:pt>
                <c:pt idx="256">
                  <c:v>44.559238433837898</c:v>
                </c:pt>
                <c:pt idx="257">
                  <c:v>44.639411926269503</c:v>
                </c:pt>
                <c:pt idx="258">
                  <c:v>44.675472259521499</c:v>
                </c:pt>
                <c:pt idx="259">
                  <c:v>44.681209564208999</c:v>
                </c:pt>
                <c:pt idx="260">
                  <c:v>44.887516021728501</c:v>
                </c:pt>
                <c:pt idx="261">
                  <c:v>44.868892669677699</c:v>
                </c:pt>
                <c:pt idx="262">
                  <c:v>44.784072875976598</c:v>
                </c:pt>
                <c:pt idx="263">
                  <c:v>44.800266265869098</c:v>
                </c:pt>
                <c:pt idx="264">
                  <c:v>44.697357177734403</c:v>
                </c:pt>
                <c:pt idx="265">
                  <c:v>44.7169189453125</c:v>
                </c:pt>
                <c:pt idx="266">
                  <c:v>45.233009338378899</c:v>
                </c:pt>
                <c:pt idx="267">
                  <c:v>45.208763122558601</c:v>
                </c:pt>
                <c:pt idx="268">
                  <c:v>45.073581695556598</c:v>
                </c:pt>
                <c:pt idx="269">
                  <c:v>45.143390655517599</c:v>
                </c:pt>
                <c:pt idx="270">
                  <c:v>45.089004516601598</c:v>
                </c:pt>
                <c:pt idx="271">
                  <c:v>45.051998138427699</c:v>
                </c:pt>
                <c:pt idx="272">
                  <c:v>44.960033416748097</c:v>
                </c:pt>
                <c:pt idx="273">
                  <c:v>45.225151062011697</c:v>
                </c:pt>
                <c:pt idx="274">
                  <c:v>44.923866271972699</c:v>
                </c:pt>
                <c:pt idx="275">
                  <c:v>44.9447631835938</c:v>
                </c:pt>
                <c:pt idx="276">
                  <c:v>44.981246948242202</c:v>
                </c:pt>
                <c:pt idx="277">
                  <c:v>44.954105377197301</c:v>
                </c:pt>
                <c:pt idx="278">
                  <c:v>44.788288116455099</c:v>
                </c:pt>
                <c:pt idx="279">
                  <c:v>45.033607482910199</c:v>
                </c:pt>
                <c:pt idx="280">
                  <c:v>45.261280059814503</c:v>
                </c:pt>
                <c:pt idx="281">
                  <c:v>45.293991088867202</c:v>
                </c:pt>
                <c:pt idx="282">
                  <c:v>45.170330047607401</c:v>
                </c:pt>
                <c:pt idx="283">
                  <c:v>45.8954467773438</c:v>
                </c:pt>
                <c:pt idx="284">
                  <c:v>45.603507995605497</c:v>
                </c:pt>
                <c:pt idx="285">
                  <c:v>45.450099945068402</c:v>
                </c:pt>
                <c:pt idx="286">
                  <c:v>45.533561706542997</c:v>
                </c:pt>
                <c:pt idx="287">
                  <c:v>45.490047454833999</c:v>
                </c:pt>
                <c:pt idx="288">
                  <c:v>45.949878692627003</c:v>
                </c:pt>
                <c:pt idx="289">
                  <c:v>45.5816650390625</c:v>
                </c:pt>
                <c:pt idx="290">
                  <c:v>45.619697570800803</c:v>
                </c:pt>
                <c:pt idx="291">
                  <c:v>45.865669250488303</c:v>
                </c:pt>
                <c:pt idx="292">
                  <c:v>45.8723754882813</c:v>
                </c:pt>
                <c:pt idx="293">
                  <c:v>46.205039978027301</c:v>
                </c:pt>
                <c:pt idx="294">
                  <c:v>45.879367828369098</c:v>
                </c:pt>
                <c:pt idx="295">
                  <c:v>45.932052612304702</c:v>
                </c:pt>
                <c:pt idx="296">
                  <c:v>45.930274963378899</c:v>
                </c:pt>
                <c:pt idx="297">
                  <c:v>45.9161186218262</c:v>
                </c:pt>
                <c:pt idx="298">
                  <c:v>45.885398864746101</c:v>
                </c:pt>
                <c:pt idx="299">
                  <c:v>45.927791595458999</c:v>
                </c:pt>
                <c:pt idx="300">
                  <c:v>45.994586944580099</c:v>
                </c:pt>
                <c:pt idx="301">
                  <c:v>45.930168151855497</c:v>
                </c:pt>
                <c:pt idx="302">
                  <c:v>45.869960784912102</c:v>
                </c:pt>
                <c:pt idx="303">
                  <c:v>45.987373352050803</c:v>
                </c:pt>
                <c:pt idx="304">
                  <c:v>46.094100952148402</c:v>
                </c:pt>
                <c:pt idx="305">
                  <c:v>46.056808471679702</c:v>
                </c:pt>
                <c:pt idx="306">
                  <c:v>46.058769226074197</c:v>
                </c:pt>
                <c:pt idx="307">
                  <c:v>46.054660797119098</c:v>
                </c:pt>
                <c:pt idx="308">
                  <c:v>46.064285278320298</c:v>
                </c:pt>
                <c:pt idx="309">
                  <c:v>46.111949920654297</c:v>
                </c:pt>
                <c:pt idx="310">
                  <c:v>46.114185333252003</c:v>
                </c:pt>
                <c:pt idx="311">
                  <c:v>46.087718963623097</c:v>
                </c:pt>
                <c:pt idx="312">
                  <c:v>46.104938507080099</c:v>
                </c:pt>
                <c:pt idx="313">
                  <c:v>46.101066589355497</c:v>
                </c:pt>
                <c:pt idx="314">
                  <c:v>46.2148628234863</c:v>
                </c:pt>
                <c:pt idx="315">
                  <c:v>46.128200531005902</c:v>
                </c:pt>
                <c:pt idx="316">
                  <c:v>45.989837646484403</c:v>
                </c:pt>
                <c:pt idx="317">
                  <c:v>46.020671844482401</c:v>
                </c:pt>
                <c:pt idx="318">
                  <c:v>46.090267181396499</c:v>
                </c:pt>
                <c:pt idx="319">
                  <c:v>46.074466705322301</c:v>
                </c:pt>
                <c:pt idx="320">
                  <c:v>46.107448577880902</c:v>
                </c:pt>
                <c:pt idx="321">
                  <c:v>46.295944213867202</c:v>
                </c:pt>
                <c:pt idx="322">
                  <c:v>46.282299041748097</c:v>
                </c:pt>
                <c:pt idx="323">
                  <c:v>46.2337837219238</c:v>
                </c:pt>
                <c:pt idx="324">
                  <c:v>46.227188110351598</c:v>
                </c:pt>
                <c:pt idx="325">
                  <c:v>46.2319946289063</c:v>
                </c:pt>
                <c:pt idx="326">
                  <c:v>46.265480041503899</c:v>
                </c:pt>
                <c:pt idx="327">
                  <c:v>46.360740661621101</c:v>
                </c:pt>
                <c:pt idx="328">
                  <c:v>46.117130279541001</c:v>
                </c:pt>
                <c:pt idx="329">
                  <c:v>46.0844116210938</c:v>
                </c:pt>
                <c:pt idx="330">
                  <c:v>46.1694145202637</c:v>
                </c:pt>
                <c:pt idx="331">
                  <c:v>46.214553833007798</c:v>
                </c:pt>
                <c:pt idx="332">
                  <c:v>46.223598480224602</c:v>
                </c:pt>
                <c:pt idx="333">
                  <c:v>46.224937438964801</c:v>
                </c:pt>
                <c:pt idx="334">
                  <c:v>46.100715637207003</c:v>
                </c:pt>
                <c:pt idx="335">
                  <c:v>46.0455322265625</c:v>
                </c:pt>
                <c:pt idx="336">
                  <c:v>46.142459869384801</c:v>
                </c:pt>
                <c:pt idx="337">
                  <c:v>46.246025085449197</c:v>
                </c:pt>
                <c:pt idx="338">
                  <c:v>46.254711151123097</c:v>
                </c:pt>
                <c:pt idx="339">
                  <c:v>46.3066215515137</c:v>
                </c:pt>
                <c:pt idx="340">
                  <c:v>46.241500854492202</c:v>
                </c:pt>
                <c:pt idx="341">
                  <c:v>46.2258110046387</c:v>
                </c:pt>
                <c:pt idx="342">
                  <c:v>46.211181640625</c:v>
                </c:pt>
                <c:pt idx="343">
                  <c:v>46.149379730224602</c:v>
                </c:pt>
                <c:pt idx="344">
                  <c:v>46.256591796875</c:v>
                </c:pt>
                <c:pt idx="345">
                  <c:v>46.221405029296903</c:v>
                </c:pt>
                <c:pt idx="346">
                  <c:v>46.262989044189503</c:v>
                </c:pt>
                <c:pt idx="347">
                  <c:v>46.303600311279297</c:v>
                </c:pt>
                <c:pt idx="348">
                  <c:v>46.601589202880902</c:v>
                </c:pt>
                <c:pt idx="349">
                  <c:v>46.256660461425803</c:v>
                </c:pt>
                <c:pt idx="350">
                  <c:v>46.347984313964801</c:v>
                </c:pt>
                <c:pt idx="351">
                  <c:v>46.317836761474602</c:v>
                </c:pt>
                <c:pt idx="352">
                  <c:v>46.308773040771499</c:v>
                </c:pt>
                <c:pt idx="353">
                  <c:v>46.460475921630902</c:v>
                </c:pt>
                <c:pt idx="354">
                  <c:v>46.073760986328097</c:v>
                </c:pt>
                <c:pt idx="355">
                  <c:v>46.416927337646499</c:v>
                </c:pt>
                <c:pt idx="356">
                  <c:v>46.629966735839801</c:v>
                </c:pt>
                <c:pt idx="357">
                  <c:v>46.569660186767599</c:v>
                </c:pt>
                <c:pt idx="358">
                  <c:v>46.721340179443402</c:v>
                </c:pt>
                <c:pt idx="359">
                  <c:v>46.880012512207003</c:v>
                </c:pt>
                <c:pt idx="360">
                  <c:v>47.112319946289098</c:v>
                </c:pt>
                <c:pt idx="361">
                  <c:v>47.439975738525398</c:v>
                </c:pt>
                <c:pt idx="362">
                  <c:v>47.229751586914098</c:v>
                </c:pt>
                <c:pt idx="363">
                  <c:v>47.695095062255902</c:v>
                </c:pt>
                <c:pt idx="364">
                  <c:v>47.809146881103501</c:v>
                </c:pt>
                <c:pt idx="365">
                  <c:v>47.589321136474602</c:v>
                </c:pt>
                <c:pt idx="366">
                  <c:v>47.371631622314503</c:v>
                </c:pt>
                <c:pt idx="367">
                  <c:v>47.507396697998097</c:v>
                </c:pt>
                <c:pt idx="368">
                  <c:v>47.557346343994098</c:v>
                </c:pt>
                <c:pt idx="369">
                  <c:v>47.519325256347699</c:v>
                </c:pt>
                <c:pt idx="370">
                  <c:v>47.0440483093262</c:v>
                </c:pt>
                <c:pt idx="371">
                  <c:v>47.0820922851563</c:v>
                </c:pt>
                <c:pt idx="372">
                  <c:v>47.223258972167997</c:v>
                </c:pt>
                <c:pt idx="373">
                  <c:v>47.413478851318402</c:v>
                </c:pt>
                <c:pt idx="374">
                  <c:v>47.440254211425803</c:v>
                </c:pt>
                <c:pt idx="375">
                  <c:v>47.830116271972699</c:v>
                </c:pt>
                <c:pt idx="376">
                  <c:v>47.759761810302699</c:v>
                </c:pt>
                <c:pt idx="377">
                  <c:v>47.422142028808601</c:v>
                </c:pt>
                <c:pt idx="378">
                  <c:v>47.579322814941399</c:v>
                </c:pt>
                <c:pt idx="379">
                  <c:v>48.055160522460902</c:v>
                </c:pt>
                <c:pt idx="380">
                  <c:v>47.828693389892599</c:v>
                </c:pt>
                <c:pt idx="381">
                  <c:v>48.1375541687012</c:v>
                </c:pt>
                <c:pt idx="382">
                  <c:v>47.776279449462898</c:v>
                </c:pt>
                <c:pt idx="383">
                  <c:v>47.817680358886697</c:v>
                </c:pt>
                <c:pt idx="384">
                  <c:v>47.827293395996101</c:v>
                </c:pt>
                <c:pt idx="385">
                  <c:v>47.693527221679702</c:v>
                </c:pt>
                <c:pt idx="386">
                  <c:v>47.430633544921903</c:v>
                </c:pt>
                <c:pt idx="387">
                  <c:v>47.680465698242202</c:v>
                </c:pt>
                <c:pt idx="388">
                  <c:v>47.844776153564503</c:v>
                </c:pt>
                <c:pt idx="389">
                  <c:v>48.165714263916001</c:v>
                </c:pt>
                <c:pt idx="390">
                  <c:v>48.179206848144503</c:v>
                </c:pt>
                <c:pt idx="391">
                  <c:v>48.343029022216797</c:v>
                </c:pt>
                <c:pt idx="392">
                  <c:v>48.359893798828097</c:v>
                </c:pt>
                <c:pt idx="393">
                  <c:v>48.484470367431598</c:v>
                </c:pt>
                <c:pt idx="394">
                  <c:v>48.476776123046903</c:v>
                </c:pt>
                <c:pt idx="395">
                  <c:v>48.3463325500488</c:v>
                </c:pt>
                <c:pt idx="396">
                  <c:v>48.445655822753899</c:v>
                </c:pt>
                <c:pt idx="397">
                  <c:v>48.452011108398402</c:v>
                </c:pt>
                <c:pt idx="398">
                  <c:v>48.5422554016113</c:v>
                </c:pt>
                <c:pt idx="399">
                  <c:v>48.306476593017599</c:v>
                </c:pt>
                <c:pt idx="400">
                  <c:v>48.366966247558601</c:v>
                </c:pt>
                <c:pt idx="401">
                  <c:v>48.422267913818402</c:v>
                </c:pt>
                <c:pt idx="402">
                  <c:v>48.533695220947301</c:v>
                </c:pt>
                <c:pt idx="403">
                  <c:v>48.5504150390625</c:v>
                </c:pt>
                <c:pt idx="404">
                  <c:v>48.583438873291001</c:v>
                </c:pt>
                <c:pt idx="405">
                  <c:v>48.703392028808601</c:v>
                </c:pt>
                <c:pt idx="406">
                  <c:v>48.576839447021499</c:v>
                </c:pt>
                <c:pt idx="407">
                  <c:v>48.616302490234403</c:v>
                </c:pt>
                <c:pt idx="408">
                  <c:v>48.422649383544901</c:v>
                </c:pt>
                <c:pt idx="409">
                  <c:v>48.447799682617202</c:v>
                </c:pt>
                <c:pt idx="410">
                  <c:v>48.619060516357401</c:v>
                </c:pt>
                <c:pt idx="411">
                  <c:v>48.654266357421903</c:v>
                </c:pt>
                <c:pt idx="412">
                  <c:v>48.768253326416001</c:v>
                </c:pt>
                <c:pt idx="413">
                  <c:v>48.666801452636697</c:v>
                </c:pt>
                <c:pt idx="414">
                  <c:v>48.817272186279297</c:v>
                </c:pt>
                <c:pt idx="415">
                  <c:v>48.908336639404297</c:v>
                </c:pt>
                <c:pt idx="416">
                  <c:v>48.887165069580099</c:v>
                </c:pt>
                <c:pt idx="417">
                  <c:v>48.721725463867202</c:v>
                </c:pt>
                <c:pt idx="418">
                  <c:v>48.792457580566399</c:v>
                </c:pt>
                <c:pt idx="419">
                  <c:v>49.296009063720703</c:v>
                </c:pt>
                <c:pt idx="420">
                  <c:v>49.328948974609403</c:v>
                </c:pt>
                <c:pt idx="421">
                  <c:v>49.350433349609403</c:v>
                </c:pt>
                <c:pt idx="422">
                  <c:v>49.482070922851598</c:v>
                </c:pt>
                <c:pt idx="423">
                  <c:v>49.436069488525398</c:v>
                </c:pt>
                <c:pt idx="424">
                  <c:v>49.418079376220703</c:v>
                </c:pt>
                <c:pt idx="425">
                  <c:v>49.445865631103501</c:v>
                </c:pt>
                <c:pt idx="426">
                  <c:v>49.435924530029297</c:v>
                </c:pt>
                <c:pt idx="427">
                  <c:v>49.424793243408203</c:v>
                </c:pt>
                <c:pt idx="428">
                  <c:v>49.474338531494098</c:v>
                </c:pt>
                <c:pt idx="429">
                  <c:v>49.358078002929702</c:v>
                </c:pt>
                <c:pt idx="430">
                  <c:v>49.401691436767599</c:v>
                </c:pt>
                <c:pt idx="431">
                  <c:v>49.434310913085902</c:v>
                </c:pt>
                <c:pt idx="432">
                  <c:v>49.475868225097699</c:v>
                </c:pt>
                <c:pt idx="433">
                  <c:v>49.4830932617188</c:v>
                </c:pt>
                <c:pt idx="434">
                  <c:v>49.496170043945298</c:v>
                </c:pt>
                <c:pt idx="435">
                  <c:v>49.472648620605497</c:v>
                </c:pt>
                <c:pt idx="436">
                  <c:v>49.401153564453097</c:v>
                </c:pt>
                <c:pt idx="437">
                  <c:v>49.390647888183601</c:v>
                </c:pt>
                <c:pt idx="438">
                  <c:v>49.436439514160199</c:v>
                </c:pt>
                <c:pt idx="439">
                  <c:v>49.3964653015137</c:v>
                </c:pt>
                <c:pt idx="440">
                  <c:v>49.427391052246101</c:v>
                </c:pt>
                <c:pt idx="441">
                  <c:v>49.524085998535199</c:v>
                </c:pt>
                <c:pt idx="442">
                  <c:v>49.547649383544901</c:v>
                </c:pt>
                <c:pt idx="443">
                  <c:v>49.529972076416001</c:v>
                </c:pt>
                <c:pt idx="444">
                  <c:v>49.585487365722699</c:v>
                </c:pt>
                <c:pt idx="445">
                  <c:v>49.559604644775398</c:v>
                </c:pt>
                <c:pt idx="446">
                  <c:v>49.676826477050803</c:v>
                </c:pt>
                <c:pt idx="447">
                  <c:v>49.7057075500488</c:v>
                </c:pt>
                <c:pt idx="448">
                  <c:v>49.556034088134801</c:v>
                </c:pt>
                <c:pt idx="449">
                  <c:v>49.573047637939503</c:v>
                </c:pt>
                <c:pt idx="450">
                  <c:v>49.559940338134801</c:v>
                </c:pt>
                <c:pt idx="451">
                  <c:v>49.630775451660199</c:v>
                </c:pt>
                <c:pt idx="452">
                  <c:v>49.490188598632798</c:v>
                </c:pt>
                <c:pt idx="453">
                  <c:v>49.4744262695313</c:v>
                </c:pt>
                <c:pt idx="454">
                  <c:v>49.429561614990199</c:v>
                </c:pt>
                <c:pt idx="455">
                  <c:v>49.725925445556598</c:v>
                </c:pt>
                <c:pt idx="456">
                  <c:v>49.7927436828613</c:v>
                </c:pt>
                <c:pt idx="457">
                  <c:v>49.594291687011697</c:v>
                </c:pt>
                <c:pt idx="458">
                  <c:v>50.247035980224602</c:v>
                </c:pt>
                <c:pt idx="459">
                  <c:v>50.216907501220703</c:v>
                </c:pt>
                <c:pt idx="460">
                  <c:v>50.1185111999512</c:v>
                </c:pt>
                <c:pt idx="461">
                  <c:v>49.980934143066399</c:v>
                </c:pt>
                <c:pt idx="462">
                  <c:v>49.902694702148402</c:v>
                </c:pt>
                <c:pt idx="463">
                  <c:v>49.714790344238303</c:v>
                </c:pt>
                <c:pt idx="464">
                  <c:v>49.797256469726598</c:v>
                </c:pt>
                <c:pt idx="465">
                  <c:v>49.2029838562012</c:v>
                </c:pt>
                <c:pt idx="466">
                  <c:v>49.701023101806598</c:v>
                </c:pt>
                <c:pt idx="467">
                  <c:v>49.7201538085938</c:v>
                </c:pt>
                <c:pt idx="468">
                  <c:v>49.641628265380902</c:v>
                </c:pt>
                <c:pt idx="469">
                  <c:v>49.844242095947301</c:v>
                </c:pt>
                <c:pt idx="470">
                  <c:v>49.951946258544901</c:v>
                </c:pt>
                <c:pt idx="471">
                  <c:v>49.449878692627003</c:v>
                </c:pt>
                <c:pt idx="472">
                  <c:v>49.735897064208999</c:v>
                </c:pt>
                <c:pt idx="473">
                  <c:v>50.297771453857401</c:v>
                </c:pt>
                <c:pt idx="474">
                  <c:v>50.195255279541001</c:v>
                </c:pt>
                <c:pt idx="475">
                  <c:v>50.173759460449197</c:v>
                </c:pt>
                <c:pt idx="476">
                  <c:v>50.252578735351598</c:v>
                </c:pt>
                <c:pt idx="477">
                  <c:v>50.318630218505902</c:v>
                </c:pt>
                <c:pt idx="478">
                  <c:v>50.328258514404297</c:v>
                </c:pt>
                <c:pt idx="479">
                  <c:v>50.337917327880902</c:v>
                </c:pt>
                <c:pt idx="480">
                  <c:v>50.385536193847699</c:v>
                </c:pt>
                <c:pt idx="481">
                  <c:v>50.389598846435597</c:v>
                </c:pt>
                <c:pt idx="482">
                  <c:v>50.481769561767599</c:v>
                </c:pt>
                <c:pt idx="483">
                  <c:v>50.4881782531738</c:v>
                </c:pt>
                <c:pt idx="484">
                  <c:v>49.881317138671903</c:v>
                </c:pt>
                <c:pt idx="485">
                  <c:v>50.118927001953097</c:v>
                </c:pt>
                <c:pt idx="486">
                  <c:v>50.271198272705099</c:v>
                </c:pt>
                <c:pt idx="487">
                  <c:v>50.394351959228501</c:v>
                </c:pt>
                <c:pt idx="488">
                  <c:v>50.349555969238303</c:v>
                </c:pt>
                <c:pt idx="489">
                  <c:v>50.356014251708999</c:v>
                </c:pt>
                <c:pt idx="490">
                  <c:v>50.492019653320298</c:v>
                </c:pt>
                <c:pt idx="491">
                  <c:v>50.428417205810597</c:v>
                </c:pt>
                <c:pt idx="492">
                  <c:v>50.604560852050803</c:v>
                </c:pt>
                <c:pt idx="493">
                  <c:v>50.618976593017599</c:v>
                </c:pt>
                <c:pt idx="494">
                  <c:v>50.857959747314503</c:v>
                </c:pt>
                <c:pt idx="495">
                  <c:v>50.916950225830099</c:v>
                </c:pt>
                <c:pt idx="496">
                  <c:v>50.890163421630902</c:v>
                </c:pt>
                <c:pt idx="497">
                  <c:v>50.609199523925803</c:v>
                </c:pt>
                <c:pt idx="498">
                  <c:v>50.887672424316399</c:v>
                </c:pt>
                <c:pt idx="499">
                  <c:v>51.151638031005902</c:v>
                </c:pt>
                <c:pt idx="500">
                  <c:v>51.168869018554702</c:v>
                </c:pt>
                <c:pt idx="501">
                  <c:v>51.084239959716797</c:v>
                </c:pt>
                <c:pt idx="502">
                  <c:v>51.097904205322301</c:v>
                </c:pt>
                <c:pt idx="503">
                  <c:v>51.361160278320298</c:v>
                </c:pt>
                <c:pt idx="504">
                  <c:v>51.483165740966797</c:v>
                </c:pt>
                <c:pt idx="505">
                  <c:v>51.340061187744098</c:v>
                </c:pt>
                <c:pt idx="506">
                  <c:v>51.288707733154297</c:v>
                </c:pt>
                <c:pt idx="507">
                  <c:v>51.530525207519503</c:v>
                </c:pt>
                <c:pt idx="508">
                  <c:v>51.473396301269503</c:v>
                </c:pt>
                <c:pt idx="509">
                  <c:v>51.227851867675803</c:v>
                </c:pt>
                <c:pt idx="510">
                  <c:v>51.370964050292997</c:v>
                </c:pt>
                <c:pt idx="511">
                  <c:v>51.460964202880902</c:v>
                </c:pt>
                <c:pt idx="512">
                  <c:v>51.470207214355497</c:v>
                </c:pt>
                <c:pt idx="513">
                  <c:v>51.447677612304702</c:v>
                </c:pt>
                <c:pt idx="514">
                  <c:v>51.4627494812012</c:v>
                </c:pt>
                <c:pt idx="515">
                  <c:v>51.336330413818402</c:v>
                </c:pt>
                <c:pt idx="516">
                  <c:v>51.414031982421903</c:v>
                </c:pt>
                <c:pt idx="517">
                  <c:v>51.421600341796903</c:v>
                </c:pt>
                <c:pt idx="518">
                  <c:v>51.127811431884801</c:v>
                </c:pt>
                <c:pt idx="519">
                  <c:v>51.420284271240199</c:v>
                </c:pt>
                <c:pt idx="520">
                  <c:v>51.5512886047363</c:v>
                </c:pt>
                <c:pt idx="521">
                  <c:v>51.642017364502003</c:v>
                </c:pt>
                <c:pt idx="522">
                  <c:v>51.594676971435597</c:v>
                </c:pt>
                <c:pt idx="523">
                  <c:v>51.6378173828125</c:v>
                </c:pt>
                <c:pt idx="524">
                  <c:v>50.995349884033203</c:v>
                </c:pt>
                <c:pt idx="525">
                  <c:v>51.318832397460902</c:v>
                </c:pt>
                <c:pt idx="526">
                  <c:v>51.493415832519503</c:v>
                </c:pt>
                <c:pt idx="527">
                  <c:v>51.502532958984403</c:v>
                </c:pt>
                <c:pt idx="528">
                  <c:v>51.408981323242202</c:v>
                </c:pt>
                <c:pt idx="529">
                  <c:v>51.451942443847699</c:v>
                </c:pt>
                <c:pt idx="530">
                  <c:v>51.513309478759801</c:v>
                </c:pt>
                <c:pt idx="531">
                  <c:v>51.614822387695298</c:v>
                </c:pt>
                <c:pt idx="532">
                  <c:v>51.7336616516113</c:v>
                </c:pt>
                <c:pt idx="533">
                  <c:v>51.594650268554702</c:v>
                </c:pt>
                <c:pt idx="534">
                  <c:v>51.603042602539098</c:v>
                </c:pt>
                <c:pt idx="535">
                  <c:v>51.475872039794901</c:v>
                </c:pt>
                <c:pt idx="536">
                  <c:v>51.384578704833999</c:v>
                </c:pt>
                <c:pt idx="537">
                  <c:v>51.279331207275398</c:v>
                </c:pt>
                <c:pt idx="538">
                  <c:v>51.417160034179702</c:v>
                </c:pt>
                <c:pt idx="539">
                  <c:v>51.444789886474602</c:v>
                </c:pt>
                <c:pt idx="540">
                  <c:v>51.522838592529297</c:v>
                </c:pt>
                <c:pt idx="541">
                  <c:v>51.620689392089801</c:v>
                </c:pt>
                <c:pt idx="542">
                  <c:v>51.691444396972699</c:v>
                </c:pt>
                <c:pt idx="543">
                  <c:v>51.615264892578097</c:v>
                </c:pt>
                <c:pt idx="544">
                  <c:v>51.596504211425803</c:v>
                </c:pt>
                <c:pt idx="545">
                  <c:v>51.559906005859403</c:v>
                </c:pt>
                <c:pt idx="546">
                  <c:v>51.632530212402301</c:v>
                </c:pt>
                <c:pt idx="547">
                  <c:v>51.652565002441399</c:v>
                </c:pt>
                <c:pt idx="548">
                  <c:v>51.6077880859375</c:v>
                </c:pt>
                <c:pt idx="549">
                  <c:v>51.365139007568402</c:v>
                </c:pt>
                <c:pt idx="550">
                  <c:v>51.495975494384801</c:v>
                </c:pt>
                <c:pt idx="551">
                  <c:v>51.439857482910199</c:v>
                </c:pt>
                <c:pt idx="552">
                  <c:v>51.309978485107401</c:v>
                </c:pt>
                <c:pt idx="553">
                  <c:v>51.245326995849602</c:v>
                </c:pt>
                <c:pt idx="554">
                  <c:v>51.465255737304702</c:v>
                </c:pt>
                <c:pt idx="555">
                  <c:v>51.5606079101563</c:v>
                </c:pt>
                <c:pt idx="556">
                  <c:v>51.489639282226598</c:v>
                </c:pt>
                <c:pt idx="557">
                  <c:v>51.598796844482401</c:v>
                </c:pt>
                <c:pt idx="558">
                  <c:v>51.613941192627003</c:v>
                </c:pt>
                <c:pt idx="559">
                  <c:v>51.652824401855497</c:v>
                </c:pt>
                <c:pt idx="560">
                  <c:v>51.624526977539098</c:v>
                </c:pt>
                <c:pt idx="561">
                  <c:v>51.637138366699197</c:v>
                </c:pt>
                <c:pt idx="562">
                  <c:v>51.649711608886697</c:v>
                </c:pt>
                <c:pt idx="563">
                  <c:v>51.627445220947301</c:v>
                </c:pt>
                <c:pt idx="564">
                  <c:v>51.645816802978501</c:v>
                </c:pt>
                <c:pt idx="565">
                  <c:v>51.656169891357401</c:v>
                </c:pt>
                <c:pt idx="566">
                  <c:v>51.599048614502003</c:v>
                </c:pt>
                <c:pt idx="567">
                  <c:v>51.573028564453097</c:v>
                </c:pt>
                <c:pt idx="568">
                  <c:v>51.4468994140625</c:v>
                </c:pt>
                <c:pt idx="569">
                  <c:v>51.540664672851598</c:v>
                </c:pt>
                <c:pt idx="570">
                  <c:v>51.547473907470703</c:v>
                </c:pt>
                <c:pt idx="571">
                  <c:v>51.565841674804702</c:v>
                </c:pt>
                <c:pt idx="572">
                  <c:v>51.555137634277301</c:v>
                </c:pt>
                <c:pt idx="573">
                  <c:v>51.560768127441399</c:v>
                </c:pt>
                <c:pt idx="574">
                  <c:v>51.551597595214801</c:v>
                </c:pt>
                <c:pt idx="575">
                  <c:v>51.5521430969238</c:v>
                </c:pt>
                <c:pt idx="576">
                  <c:v>51.554893493652301</c:v>
                </c:pt>
                <c:pt idx="577">
                  <c:v>51.541103363037102</c:v>
                </c:pt>
                <c:pt idx="578">
                  <c:v>51.527675628662102</c:v>
                </c:pt>
                <c:pt idx="579">
                  <c:v>51.546497344970703</c:v>
                </c:pt>
                <c:pt idx="580">
                  <c:v>51.533458709716797</c:v>
                </c:pt>
                <c:pt idx="581">
                  <c:v>51.536247253417997</c:v>
                </c:pt>
                <c:pt idx="582">
                  <c:v>51.514739990234403</c:v>
                </c:pt>
                <c:pt idx="583">
                  <c:v>51.492343902587898</c:v>
                </c:pt>
                <c:pt idx="584">
                  <c:v>51.489696502685597</c:v>
                </c:pt>
                <c:pt idx="585">
                  <c:v>51.425624847412102</c:v>
                </c:pt>
                <c:pt idx="586">
                  <c:v>51.459640502929702</c:v>
                </c:pt>
                <c:pt idx="587">
                  <c:v>51.470867156982401</c:v>
                </c:pt>
                <c:pt idx="588">
                  <c:v>51.4458198547363</c:v>
                </c:pt>
                <c:pt idx="589">
                  <c:v>51.4730415344238</c:v>
                </c:pt>
                <c:pt idx="590">
                  <c:v>51.477149963378899</c:v>
                </c:pt>
                <c:pt idx="591">
                  <c:v>51.417415618896499</c:v>
                </c:pt>
                <c:pt idx="592">
                  <c:v>51.523216247558601</c:v>
                </c:pt>
                <c:pt idx="593">
                  <c:v>51.681159973144503</c:v>
                </c:pt>
                <c:pt idx="594">
                  <c:v>51.631137847900398</c:v>
                </c:pt>
                <c:pt idx="595">
                  <c:v>51.663303375244098</c:v>
                </c:pt>
                <c:pt idx="596">
                  <c:v>51.589313507080099</c:v>
                </c:pt>
                <c:pt idx="597">
                  <c:v>51.737319946289098</c:v>
                </c:pt>
                <c:pt idx="598">
                  <c:v>51.452648162841797</c:v>
                </c:pt>
                <c:pt idx="599">
                  <c:v>51.220897674560597</c:v>
                </c:pt>
                <c:pt idx="600">
                  <c:v>51.197311401367202</c:v>
                </c:pt>
                <c:pt idx="601">
                  <c:v>51.441261291503899</c:v>
                </c:pt>
                <c:pt idx="602">
                  <c:v>51.890228271484403</c:v>
                </c:pt>
                <c:pt idx="603">
                  <c:v>51.961910247802699</c:v>
                </c:pt>
                <c:pt idx="604">
                  <c:v>51.728580474853501</c:v>
                </c:pt>
                <c:pt idx="605">
                  <c:v>51.897380828857401</c:v>
                </c:pt>
                <c:pt idx="606">
                  <c:v>51.6956787109375</c:v>
                </c:pt>
                <c:pt idx="607">
                  <c:v>51.647747039794901</c:v>
                </c:pt>
                <c:pt idx="608">
                  <c:v>51.786838531494098</c:v>
                </c:pt>
                <c:pt idx="609">
                  <c:v>51.774341583252003</c:v>
                </c:pt>
                <c:pt idx="610">
                  <c:v>51.695125579833999</c:v>
                </c:pt>
                <c:pt idx="611">
                  <c:v>51.553642272949197</c:v>
                </c:pt>
                <c:pt idx="612">
                  <c:v>51.865558624267599</c:v>
                </c:pt>
                <c:pt idx="613">
                  <c:v>51.827442169189503</c:v>
                </c:pt>
                <c:pt idx="614">
                  <c:v>51.805519104003899</c:v>
                </c:pt>
                <c:pt idx="615">
                  <c:v>51.7063598632813</c:v>
                </c:pt>
                <c:pt idx="616">
                  <c:v>51.609092712402301</c:v>
                </c:pt>
                <c:pt idx="617">
                  <c:v>51.669368743896499</c:v>
                </c:pt>
                <c:pt idx="618">
                  <c:v>51.679527282714801</c:v>
                </c:pt>
                <c:pt idx="619">
                  <c:v>51.7791137695313</c:v>
                </c:pt>
                <c:pt idx="620">
                  <c:v>51.740711212158203</c:v>
                </c:pt>
                <c:pt idx="621">
                  <c:v>51.805412292480497</c:v>
                </c:pt>
                <c:pt idx="622">
                  <c:v>51.964775085449197</c:v>
                </c:pt>
                <c:pt idx="623">
                  <c:v>51.858272552490199</c:v>
                </c:pt>
                <c:pt idx="624">
                  <c:v>51.945285797119098</c:v>
                </c:pt>
                <c:pt idx="625">
                  <c:v>51.996799468994098</c:v>
                </c:pt>
                <c:pt idx="626">
                  <c:v>52.030845642089801</c:v>
                </c:pt>
                <c:pt idx="627">
                  <c:v>51.740837097167997</c:v>
                </c:pt>
                <c:pt idx="628">
                  <c:v>51.415138244628899</c:v>
                </c:pt>
                <c:pt idx="629">
                  <c:v>51.580863952636697</c:v>
                </c:pt>
                <c:pt idx="630">
                  <c:v>51.606899261474602</c:v>
                </c:pt>
                <c:pt idx="631">
                  <c:v>51.635780334472699</c:v>
                </c:pt>
                <c:pt idx="632">
                  <c:v>51.676227569580099</c:v>
                </c:pt>
                <c:pt idx="633">
                  <c:v>51.619712829589801</c:v>
                </c:pt>
                <c:pt idx="634">
                  <c:v>51.642494201660199</c:v>
                </c:pt>
                <c:pt idx="635">
                  <c:v>51.637016296386697</c:v>
                </c:pt>
                <c:pt idx="636">
                  <c:v>51.644840240478501</c:v>
                </c:pt>
                <c:pt idx="637">
                  <c:v>52.126556396484403</c:v>
                </c:pt>
                <c:pt idx="638">
                  <c:v>51.732994079589801</c:v>
                </c:pt>
                <c:pt idx="639">
                  <c:v>51.579689025878899</c:v>
                </c:pt>
                <c:pt idx="640">
                  <c:v>51.645545959472699</c:v>
                </c:pt>
                <c:pt idx="641">
                  <c:v>51.530391693115199</c:v>
                </c:pt>
                <c:pt idx="642">
                  <c:v>51.577754974365199</c:v>
                </c:pt>
                <c:pt idx="643">
                  <c:v>51.599308013916001</c:v>
                </c:pt>
                <c:pt idx="644">
                  <c:v>51.5765190124512</c:v>
                </c:pt>
                <c:pt idx="645">
                  <c:v>51.401992797851598</c:v>
                </c:pt>
                <c:pt idx="646">
                  <c:v>51.678287506103501</c:v>
                </c:pt>
                <c:pt idx="647">
                  <c:v>51.905529022216797</c:v>
                </c:pt>
                <c:pt idx="648">
                  <c:v>51.716873168945298</c:v>
                </c:pt>
                <c:pt idx="649">
                  <c:v>51.648414611816399</c:v>
                </c:pt>
                <c:pt idx="650">
                  <c:v>51.858089447021499</c:v>
                </c:pt>
                <c:pt idx="651">
                  <c:v>51.716178894042997</c:v>
                </c:pt>
                <c:pt idx="652">
                  <c:v>51.792224884033203</c:v>
                </c:pt>
                <c:pt idx="653">
                  <c:v>51.697097778320298</c:v>
                </c:pt>
                <c:pt idx="654">
                  <c:v>51.7812690734863</c:v>
                </c:pt>
                <c:pt idx="655">
                  <c:v>51.499900817871101</c:v>
                </c:pt>
                <c:pt idx="656">
                  <c:v>51.6187133789063</c:v>
                </c:pt>
                <c:pt idx="657">
                  <c:v>51.644168853759801</c:v>
                </c:pt>
                <c:pt idx="658">
                  <c:v>51.443077087402301</c:v>
                </c:pt>
                <c:pt idx="659">
                  <c:v>51.412685394287102</c:v>
                </c:pt>
                <c:pt idx="660">
                  <c:v>51.665908813476598</c:v>
                </c:pt>
                <c:pt idx="661">
                  <c:v>51.949409484863303</c:v>
                </c:pt>
                <c:pt idx="662">
                  <c:v>52.081069946289098</c:v>
                </c:pt>
                <c:pt idx="663">
                  <c:v>51.574680328369098</c:v>
                </c:pt>
                <c:pt idx="664">
                  <c:v>51.585487365722699</c:v>
                </c:pt>
                <c:pt idx="665">
                  <c:v>51.614170074462898</c:v>
                </c:pt>
                <c:pt idx="666">
                  <c:v>51.596286773681598</c:v>
                </c:pt>
                <c:pt idx="667">
                  <c:v>51.3974418640137</c:v>
                </c:pt>
                <c:pt idx="668">
                  <c:v>51.351879119873097</c:v>
                </c:pt>
                <c:pt idx="669">
                  <c:v>51.478801727294901</c:v>
                </c:pt>
                <c:pt idx="670">
                  <c:v>51.5897026062012</c:v>
                </c:pt>
                <c:pt idx="671">
                  <c:v>51.4614868164063</c:v>
                </c:pt>
                <c:pt idx="672">
                  <c:v>51.647571563720703</c:v>
                </c:pt>
                <c:pt idx="673">
                  <c:v>51.714248657226598</c:v>
                </c:pt>
                <c:pt idx="674">
                  <c:v>51.945709228515597</c:v>
                </c:pt>
                <c:pt idx="675">
                  <c:v>51.532428741455099</c:v>
                </c:pt>
                <c:pt idx="676">
                  <c:v>51.426342010498097</c:v>
                </c:pt>
                <c:pt idx="677">
                  <c:v>51.308677673339801</c:v>
                </c:pt>
                <c:pt idx="678">
                  <c:v>51.901004791259801</c:v>
                </c:pt>
                <c:pt idx="679">
                  <c:v>52.276889801025398</c:v>
                </c:pt>
                <c:pt idx="680">
                  <c:v>52.215816497802699</c:v>
                </c:pt>
                <c:pt idx="681">
                  <c:v>52.101173400878899</c:v>
                </c:pt>
                <c:pt idx="682">
                  <c:v>52.1212768554688</c:v>
                </c:pt>
                <c:pt idx="683">
                  <c:v>52.038642883300803</c:v>
                </c:pt>
                <c:pt idx="684">
                  <c:v>51.935626983642599</c:v>
                </c:pt>
                <c:pt idx="685">
                  <c:v>51.947711944580099</c:v>
                </c:pt>
                <c:pt idx="686">
                  <c:v>51.734321594238303</c:v>
                </c:pt>
                <c:pt idx="687">
                  <c:v>51.950172424316399</c:v>
                </c:pt>
                <c:pt idx="688">
                  <c:v>51.914833068847699</c:v>
                </c:pt>
                <c:pt idx="689">
                  <c:v>51.807632446289098</c:v>
                </c:pt>
                <c:pt idx="690">
                  <c:v>51.893184661865199</c:v>
                </c:pt>
                <c:pt idx="691">
                  <c:v>52.201480865478501</c:v>
                </c:pt>
                <c:pt idx="692">
                  <c:v>51.653133392333999</c:v>
                </c:pt>
                <c:pt idx="693">
                  <c:v>51.722827911377003</c:v>
                </c:pt>
                <c:pt idx="694">
                  <c:v>51.9169731140137</c:v>
                </c:pt>
                <c:pt idx="695">
                  <c:v>52.017829895019503</c:v>
                </c:pt>
                <c:pt idx="696">
                  <c:v>51.929996490478501</c:v>
                </c:pt>
                <c:pt idx="697">
                  <c:v>51.846248626708999</c:v>
                </c:pt>
                <c:pt idx="698">
                  <c:v>52.341014862060597</c:v>
                </c:pt>
                <c:pt idx="699">
                  <c:v>52.365653991699197</c:v>
                </c:pt>
                <c:pt idx="700">
                  <c:v>52.333545684814503</c:v>
                </c:pt>
                <c:pt idx="701">
                  <c:v>52.476078033447301</c:v>
                </c:pt>
                <c:pt idx="702">
                  <c:v>52.278305053710902</c:v>
                </c:pt>
                <c:pt idx="703">
                  <c:v>52.053146362304702</c:v>
                </c:pt>
                <c:pt idx="704">
                  <c:v>52.070339202880902</c:v>
                </c:pt>
                <c:pt idx="705">
                  <c:v>52.140739440917997</c:v>
                </c:pt>
                <c:pt idx="706">
                  <c:v>52.142650604248097</c:v>
                </c:pt>
                <c:pt idx="707">
                  <c:v>51.964546203613303</c:v>
                </c:pt>
                <c:pt idx="708">
                  <c:v>52.130332946777301</c:v>
                </c:pt>
                <c:pt idx="709">
                  <c:v>51.958049774169901</c:v>
                </c:pt>
                <c:pt idx="710">
                  <c:v>51.963264465332003</c:v>
                </c:pt>
                <c:pt idx="711">
                  <c:v>51.996742248535199</c:v>
                </c:pt>
                <c:pt idx="712">
                  <c:v>52.072200775146499</c:v>
                </c:pt>
                <c:pt idx="713">
                  <c:v>52.157512664794901</c:v>
                </c:pt>
                <c:pt idx="714">
                  <c:v>52.220939636230497</c:v>
                </c:pt>
                <c:pt idx="715">
                  <c:v>52.209545135498097</c:v>
                </c:pt>
                <c:pt idx="716">
                  <c:v>52.214710235595703</c:v>
                </c:pt>
                <c:pt idx="717">
                  <c:v>52.298667907714801</c:v>
                </c:pt>
                <c:pt idx="718">
                  <c:v>52.2667045593262</c:v>
                </c:pt>
                <c:pt idx="719">
                  <c:v>52.309497833252003</c:v>
                </c:pt>
                <c:pt idx="720">
                  <c:v>52.431735992431598</c:v>
                </c:pt>
                <c:pt idx="721">
                  <c:v>52.313846588134801</c:v>
                </c:pt>
                <c:pt idx="722">
                  <c:v>52.0262260437012</c:v>
                </c:pt>
                <c:pt idx="723">
                  <c:v>52.093482971191399</c:v>
                </c:pt>
                <c:pt idx="724">
                  <c:v>52.112682342529297</c:v>
                </c:pt>
                <c:pt idx="725">
                  <c:v>52.434246063232401</c:v>
                </c:pt>
                <c:pt idx="726">
                  <c:v>52.8182182312012</c:v>
                </c:pt>
                <c:pt idx="727">
                  <c:v>52.766578674316399</c:v>
                </c:pt>
                <c:pt idx="728">
                  <c:v>52.353893280029297</c:v>
                </c:pt>
                <c:pt idx="729">
                  <c:v>52.2708549499512</c:v>
                </c:pt>
                <c:pt idx="730">
                  <c:v>52.6393013000488</c:v>
                </c:pt>
                <c:pt idx="731">
                  <c:v>52.514133453369098</c:v>
                </c:pt>
                <c:pt idx="732">
                  <c:v>52.435081481933601</c:v>
                </c:pt>
                <c:pt idx="733">
                  <c:v>52.449977874755902</c:v>
                </c:pt>
                <c:pt idx="734">
                  <c:v>52.428096771240199</c:v>
                </c:pt>
                <c:pt idx="735">
                  <c:v>52.666828155517599</c:v>
                </c:pt>
                <c:pt idx="736">
                  <c:v>52.361671447753899</c:v>
                </c:pt>
                <c:pt idx="737">
                  <c:v>51.958885192871101</c:v>
                </c:pt>
                <c:pt idx="738">
                  <c:v>51.975509643554702</c:v>
                </c:pt>
                <c:pt idx="739">
                  <c:v>52.16845703125</c:v>
                </c:pt>
                <c:pt idx="740">
                  <c:v>52.312171936035199</c:v>
                </c:pt>
                <c:pt idx="741">
                  <c:v>52.334178924560597</c:v>
                </c:pt>
                <c:pt idx="742">
                  <c:v>52.386074066162102</c:v>
                </c:pt>
                <c:pt idx="743">
                  <c:v>52.488468170166001</c:v>
                </c:pt>
                <c:pt idx="744">
                  <c:v>52.5378227233887</c:v>
                </c:pt>
                <c:pt idx="745">
                  <c:v>52.531848907470703</c:v>
                </c:pt>
                <c:pt idx="746">
                  <c:v>52.469314575195298</c:v>
                </c:pt>
                <c:pt idx="747">
                  <c:v>52.485809326171903</c:v>
                </c:pt>
                <c:pt idx="748">
                  <c:v>52.4891357421875</c:v>
                </c:pt>
                <c:pt idx="749">
                  <c:v>52.526248931884801</c:v>
                </c:pt>
                <c:pt idx="750">
                  <c:v>52.528694152832003</c:v>
                </c:pt>
                <c:pt idx="751">
                  <c:v>52.533405303955099</c:v>
                </c:pt>
                <c:pt idx="752">
                  <c:v>52.546180725097699</c:v>
                </c:pt>
                <c:pt idx="753">
                  <c:v>52.505867004394503</c:v>
                </c:pt>
                <c:pt idx="754">
                  <c:v>52.505313873291001</c:v>
                </c:pt>
                <c:pt idx="755">
                  <c:v>52.512363433837898</c:v>
                </c:pt>
                <c:pt idx="756">
                  <c:v>52.494472503662102</c:v>
                </c:pt>
                <c:pt idx="757">
                  <c:v>52.537097930908203</c:v>
                </c:pt>
                <c:pt idx="758">
                  <c:v>52.597385406494098</c:v>
                </c:pt>
                <c:pt idx="759">
                  <c:v>52.538516998291001</c:v>
                </c:pt>
                <c:pt idx="760">
                  <c:v>52.539928436279297</c:v>
                </c:pt>
                <c:pt idx="761">
                  <c:v>52.531158447265597</c:v>
                </c:pt>
                <c:pt idx="762">
                  <c:v>52.489597320556598</c:v>
                </c:pt>
                <c:pt idx="763">
                  <c:v>52.466640472412102</c:v>
                </c:pt>
                <c:pt idx="764">
                  <c:v>52.489799499511697</c:v>
                </c:pt>
                <c:pt idx="765">
                  <c:v>52.527145385742202</c:v>
                </c:pt>
                <c:pt idx="766">
                  <c:v>52.517948150634801</c:v>
                </c:pt>
                <c:pt idx="767">
                  <c:v>52.491455078125</c:v>
                </c:pt>
                <c:pt idx="768">
                  <c:v>52.514286041259801</c:v>
                </c:pt>
                <c:pt idx="769">
                  <c:v>52.4970893859863</c:v>
                </c:pt>
                <c:pt idx="770">
                  <c:v>52.511238098144503</c:v>
                </c:pt>
                <c:pt idx="771">
                  <c:v>52.5463256835938</c:v>
                </c:pt>
                <c:pt idx="772">
                  <c:v>52.518218994140597</c:v>
                </c:pt>
                <c:pt idx="773">
                  <c:v>52.541545867919901</c:v>
                </c:pt>
                <c:pt idx="774">
                  <c:v>52.520114898681598</c:v>
                </c:pt>
                <c:pt idx="775">
                  <c:v>52.486965179443402</c:v>
                </c:pt>
                <c:pt idx="776">
                  <c:v>52.459995269775398</c:v>
                </c:pt>
                <c:pt idx="777">
                  <c:v>52.417835235595703</c:v>
                </c:pt>
                <c:pt idx="778">
                  <c:v>52.418777465820298</c:v>
                </c:pt>
                <c:pt idx="779">
                  <c:v>52.464878082275398</c:v>
                </c:pt>
                <c:pt idx="780">
                  <c:v>52.470649719238303</c:v>
                </c:pt>
                <c:pt idx="781">
                  <c:v>52.487621307373097</c:v>
                </c:pt>
                <c:pt idx="782">
                  <c:v>52.482460021972699</c:v>
                </c:pt>
                <c:pt idx="783">
                  <c:v>52.527252197265597</c:v>
                </c:pt>
                <c:pt idx="784">
                  <c:v>52.5023002624512</c:v>
                </c:pt>
                <c:pt idx="785">
                  <c:v>52.562946319580099</c:v>
                </c:pt>
                <c:pt idx="786">
                  <c:v>52.462814331054702</c:v>
                </c:pt>
                <c:pt idx="787">
                  <c:v>52.486961364746101</c:v>
                </c:pt>
                <c:pt idx="788">
                  <c:v>52.483264923095703</c:v>
                </c:pt>
                <c:pt idx="789">
                  <c:v>52.479152679443402</c:v>
                </c:pt>
                <c:pt idx="790">
                  <c:v>52.441932678222699</c:v>
                </c:pt>
                <c:pt idx="791">
                  <c:v>52.487819671630902</c:v>
                </c:pt>
                <c:pt idx="792">
                  <c:v>52.496246337890597</c:v>
                </c:pt>
                <c:pt idx="793">
                  <c:v>52.5297660827637</c:v>
                </c:pt>
                <c:pt idx="794">
                  <c:v>52.475543975830099</c:v>
                </c:pt>
                <c:pt idx="795">
                  <c:v>52.450740814208999</c:v>
                </c:pt>
                <c:pt idx="796">
                  <c:v>52.4195556640625</c:v>
                </c:pt>
                <c:pt idx="797">
                  <c:v>52.468185424804702</c:v>
                </c:pt>
                <c:pt idx="798">
                  <c:v>52.435890197753899</c:v>
                </c:pt>
                <c:pt idx="799">
                  <c:v>52.552402496337898</c:v>
                </c:pt>
                <c:pt idx="800">
                  <c:v>52.554931640625</c:v>
                </c:pt>
                <c:pt idx="801">
                  <c:v>52.532894134521499</c:v>
                </c:pt>
                <c:pt idx="802">
                  <c:v>52.521095275878899</c:v>
                </c:pt>
                <c:pt idx="803">
                  <c:v>52.494678497314503</c:v>
                </c:pt>
                <c:pt idx="804">
                  <c:v>52.4609184265137</c:v>
                </c:pt>
                <c:pt idx="805">
                  <c:v>52.4774780273438</c:v>
                </c:pt>
                <c:pt idx="806">
                  <c:v>52.490447998046903</c:v>
                </c:pt>
                <c:pt idx="807">
                  <c:v>52.512409210205099</c:v>
                </c:pt>
                <c:pt idx="808">
                  <c:v>52.482948303222699</c:v>
                </c:pt>
                <c:pt idx="809">
                  <c:v>52.492027282714801</c:v>
                </c:pt>
                <c:pt idx="810">
                  <c:v>52.463386535644503</c:v>
                </c:pt>
                <c:pt idx="811">
                  <c:v>52.456134796142599</c:v>
                </c:pt>
                <c:pt idx="812">
                  <c:v>52.3979682922363</c:v>
                </c:pt>
                <c:pt idx="813">
                  <c:v>52.386863708496101</c:v>
                </c:pt>
                <c:pt idx="814">
                  <c:v>52.480690002441399</c:v>
                </c:pt>
                <c:pt idx="815">
                  <c:v>52.428977966308601</c:v>
                </c:pt>
                <c:pt idx="816">
                  <c:v>52.519947052002003</c:v>
                </c:pt>
                <c:pt idx="817">
                  <c:v>52.509056091308601</c:v>
                </c:pt>
                <c:pt idx="818">
                  <c:v>52.4874076843262</c:v>
                </c:pt>
                <c:pt idx="819">
                  <c:v>52.905315399169901</c:v>
                </c:pt>
                <c:pt idx="820">
                  <c:v>52.583953857421903</c:v>
                </c:pt>
                <c:pt idx="821">
                  <c:v>52.663368225097699</c:v>
                </c:pt>
                <c:pt idx="822">
                  <c:v>52.7188110351563</c:v>
                </c:pt>
                <c:pt idx="823">
                  <c:v>52.678142547607401</c:v>
                </c:pt>
                <c:pt idx="824">
                  <c:v>52.6546630859375</c:v>
                </c:pt>
                <c:pt idx="825">
                  <c:v>52.581455230712898</c:v>
                </c:pt>
                <c:pt idx="826">
                  <c:v>52.683235168457003</c:v>
                </c:pt>
                <c:pt idx="827">
                  <c:v>52.605709075927699</c:v>
                </c:pt>
                <c:pt idx="828">
                  <c:v>52.723918914794901</c:v>
                </c:pt>
                <c:pt idx="829">
                  <c:v>52.643455505371101</c:v>
                </c:pt>
                <c:pt idx="830">
                  <c:v>52.611305236816399</c:v>
                </c:pt>
                <c:pt idx="831">
                  <c:v>52.5682563781738</c:v>
                </c:pt>
                <c:pt idx="832">
                  <c:v>52.475128173828097</c:v>
                </c:pt>
                <c:pt idx="833">
                  <c:v>52.506118774414098</c:v>
                </c:pt>
                <c:pt idx="834">
                  <c:v>52.4820365905762</c:v>
                </c:pt>
                <c:pt idx="835">
                  <c:v>52.575290679931598</c:v>
                </c:pt>
                <c:pt idx="836">
                  <c:v>52.614936828613303</c:v>
                </c:pt>
                <c:pt idx="837">
                  <c:v>52.620487213134801</c:v>
                </c:pt>
                <c:pt idx="838">
                  <c:v>52.607223510742202</c:v>
                </c:pt>
                <c:pt idx="839">
                  <c:v>52.695384979248097</c:v>
                </c:pt>
                <c:pt idx="840">
                  <c:v>52.591140747070298</c:v>
                </c:pt>
                <c:pt idx="841">
                  <c:v>52.617763519287102</c:v>
                </c:pt>
                <c:pt idx="842">
                  <c:v>52.520355224609403</c:v>
                </c:pt>
                <c:pt idx="843">
                  <c:v>52.569175720214801</c:v>
                </c:pt>
                <c:pt idx="844">
                  <c:v>52.652580261230497</c:v>
                </c:pt>
                <c:pt idx="845">
                  <c:v>52.641151428222699</c:v>
                </c:pt>
                <c:pt idx="846">
                  <c:v>52.645973205566399</c:v>
                </c:pt>
                <c:pt idx="847">
                  <c:v>52.840225219726598</c:v>
                </c:pt>
                <c:pt idx="848">
                  <c:v>52.611358642578097</c:v>
                </c:pt>
                <c:pt idx="849">
                  <c:v>52.611087799072301</c:v>
                </c:pt>
                <c:pt idx="850">
                  <c:v>52.498397827148402</c:v>
                </c:pt>
                <c:pt idx="851">
                  <c:v>52.548423767089801</c:v>
                </c:pt>
                <c:pt idx="852">
                  <c:v>52.583957672119098</c:v>
                </c:pt>
                <c:pt idx="853">
                  <c:v>52.623313903808601</c:v>
                </c:pt>
                <c:pt idx="854">
                  <c:v>52.6301078796387</c:v>
                </c:pt>
                <c:pt idx="855">
                  <c:v>52.640907287597699</c:v>
                </c:pt>
                <c:pt idx="856">
                  <c:v>52.645210266113303</c:v>
                </c:pt>
                <c:pt idx="857">
                  <c:v>52.667869567871101</c:v>
                </c:pt>
                <c:pt idx="858">
                  <c:v>52.650444030761697</c:v>
                </c:pt>
                <c:pt idx="859">
                  <c:v>52.645603179931598</c:v>
                </c:pt>
                <c:pt idx="860">
                  <c:v>52.636867523193402</c:v>
                </c:pt>
                <c:pt idx="861">
                  <c:v>52.599586486816399</c:v>
                </c:pt>
                <c:pt idx="862">
                  <c:v>52.567649841308601</c:v>
                </c:pt>
                <c:pt idx="863">
                  <c:v>52.585647583007798</c:v>
                </c:pt>
                <c:pt idx="864">
                  <c:v>52.579830169677699</c:v>
                </c:pt>
                <c:pt idx="865">
                  <c:v>52.638607025146499</c:v>
                </c:pt>
                <c:pt idx="866">
                  <c:v>52.863819122314503</c:v>
                </c:pt>
                <c:pt idx="867">
                  <c:v>52.758064270019503</c:v>
                </c:pt>
                <c:pt idx="868">
                  <c:v>52.689605712890597</c:v>
                </c:pt>
                <c:pt idx="869">
                  <c:v>52.616424560546903</c:v>
                </c:pt>
                <c:pt idx="870">
                  <c:v>52.585285186767599</c:v>
                </c:pt>
                <c:pt idx="871">
                  <c:v>52.574180603027301</c:v>
                </c:pt>
                <c:pt idx="872">
                  <c:v>52.590648651123097</c:v>
                </c:pt>
                <c:pt idx="873">
                  <c:v>52.652858734130902</c:v>
                </c:pt>
                <c:pt idx="874">
                  <c:v>52.653701782226598</c:v>
                </c:pt>
                <c:pt idx="875">
                  <c:v>52.635345458984403</c:v>
                </c:pt>
                <c:pt idx="876">
                  <c:v>52.605251312255902</c:v>
                </c:pt>
                <c:pt idx="877">
                  <c:v>52.588466644287102</c:v>
                </c:pt>
                <c:pt idx="878">
                  <c:v>52.462490081787102</c:v>
                </c:pt>
                <c:pt idx="879">
                  <c:v>52.529384613037102</c:v>
                </c:pt>
                <c:pt idx="880">
                  <c:v>52.639541625976598</c:v>
                </c:pt>
                <c:pt idx="881">
                  <c:v>52.462703704833999</c:v>
                </c:pt>
                <c:pt idx="882">
                  <c:v>52.569652557373097</c:v>
                </c:pt>
                <c:pt idx="883">
                  <c:v>52.589256286621101</c:v>
                </c:pt>
                <c:pt idx="884">
                  <c:v>52.507270812988303</c:v>
                </c:pt>
                <c:pt idx="885">
                  <c:v>52.419769287109403</c:v>
                </c:pt>
                <c:pt idx="886">
                  <c:v>52.502838134765597</c:v>
                </c:pt>
                <c:pt idx="887">
                  <c:v>52.419677734375</c:v>
                </c:pt>
                <c:pt idx="888">
                  <c:v>52.354846954345703</c:v>
                </c:pt>
                <c:pt idx="889">
                  <c:v>52.474185943603501</c:v>
                </c:pt>
                <c:pt idx="890">
                  <c:v>52.6571235656738</c:v>
                </c:pt>
                <c:pt idx="891">
                  <c:v>52.969150543212898</c:v>
                </c:pt>
                <c:pt idx="892">
                  <c:v>53.045425415039098</c:v>
                </c:pt>
                <c:pt idx="893">
                  <c:v>52.771244049072301</c:v>
                </c:pt>
                <c:pt idx="894">
                  <c:v>52.792396545410199</c:v>
                </c:pt>
                <c:pt idx="895">
                  <c:v>52.891555786132798</c:v>
                </c:pt>
                <c:pt idx="896">
                  <c:v>52.8917427062988</c:v>
                </c:pt>
                <c:pt idx="897">
                  <c:v>52.813346862792997</c:v>
                </c:pt>
                <c:pt idx="898">
                  <c:v>52.9661674499512</c:v>
                </c:pt>
                <c:pt idx="899">
                  <c:v>52.852378845214801</c:v>
                </c:pt>
                <c:pt idx="900">
                  <c:v>52.843631744384801</c:v>
                </c:pt>
                <c:pt idx="901">
                  <c:v>53.018375396728501</c:v>
                </c:pt>
                <c:pt idx="902">
                  <c:v>52.775989532470703</c:v>
                </c:pt>
                <c:pt idx="903">
                  <c:v>53.058158874511697</c:v>
                </c:pt>
                <c:pt idx="904">
                  <c:v>53.186439514160199</c:v>
                </c:pt>
                <c:pt idx="905">
                  <c:v>53.614223480224602</c:v>
                </c:pt>
                <c:pt idx="906">
                  <c:v>53.366401672363303</c:v>
                </c:pt>
                <c:pt idx="907">
                  <c:v>53.263195037841797</c:v>
                </c:pt>
                <c:pt idx="908">
                  <c:v>53.467086791992202</c:v>
                </c:pt>
                <c:pt idx="909">
                  <c:v>53.427532196044901</c:v>
                </c:pt>
                <c:pt idx="910">
                  <c:v>53.044013977050803</c:v>
                </c:pt>
                <c:pt idx="911">
                  <c:v>53.210521697998097</c:v>
                </c:pt>
                <c:pt idx="912">
                  <c:v>53.2411499023438</c:v>
                </c:pt>
                <c:pt idx="913">
                  <c:v>53.371086120605497</c:v>
                </c:pt>
                <c:pt idx="914">
                  <c:v>53.432186126708999</c:v>
                </c:pt>
                <c:pt idx="915">
                  <c:v>53.488849639892599</c:v>
                </c:pt>
                <c:pt idx="916">
                  <c:v>53.599822998046903</c:v>
                </c:pt>
                <c:pt idx="917">
                  <c:v>53.579143524169901</c:v>
                </c:pt>
                <c:pt idx="918">
                  <c:v>53.399822235107401</c:v>
                </c:pt>
                <c:pt idx="919">
                  <c:v>53.483844757080099</c:v>
                </c:pt>
                <c:pt idx="920">
                  <c:v>53.423458099365199</c:v>
                </c:pt>
                <c:pt idx="921">
                  <c:v>53.283424377441399</c:v>
                </c:pt>
                <c:pt idx="922">
                  <c:v>53.351764678955099</c:v>
                </c:pt>
                <c:pt idx="923">
                  <c:v>53.396686553955099</c:v>
                </c:pt>
                <c:pt idx="924">
                  <c:v>53.436229705810597</c:v>
                </c:pt>
                <c:pt idx="925">
                  <c:v>53.439540863037102</c:v>
                </c:pt>
                <c:pt idx="926">
                  <c:v>53.372001647949197</c:v>
                </c:pt>
                <c:pt idx="927">
                  <c:v>53.400325775146499</c:v>
                </c:pt>
                <c:pt idx="928">
                  <c:v>53.385982513427699</c:v>
                </c:pt>
                <c:pt idx="929">
                  <c:v>53.366485595703097</c:v>
                </c:pt>
                <c:pt idx="930">
                  <c:v>53.413814544677699</c:v>
                </c:pt>
                <c:pt idx="931">
                  <c:v>53.450550079345703</c:v>
                </c:pt>
                <c:pt idx="932">
                  <c:v>53.496646881103501</c:v>
                </c:pt>
                <c:pt idx="933">
                  <c:v>53.412818908691399</c:v>
                </c:pt>
                <c:pt idx="934">
                  <c:v>54.116813659667997</c:v>
                </c:pt>
                <c:pt idx="935">
                  <c:v>53.761451721191399</c:v>
                </c:pt>
                <c:pt idx="936">
                  <c:v>53.309085845947301</c:v>
                </c:pt>
                <c:pt idx="937">
                  <c:v>53.2753715515137</c:v>
                </c:pt>
                <c:pt idx="938">
                  <c:v>53.315685272216797</c:v>
                </c:pt>
                <c:pt idx="939">
                  <c:v>53.485649108886697</c:v>
                </c:pt>
                <c:pt idx="940">
                  <c:v>53.5200004577637</c:v>
                </c:pt>
                <c:pt idx="941">
                  <c:v>53.477390289306598</c:v>
                </c:pt>
                <c:pt idx="942">
                  <c:v>53.574722290039098</c:v>
                </c:pt>
                <c:pt idx="943">
                  <c:v>53.499919891357401</c:v>
                </c:pt>
                <c:pt idx="944">
                  <c:v>53.467498779296903</c:v>
                </c:pt>
                <c:pt idx="945">
                  <c:v>53.488452911377003</c:v>
                </c:pt>
                <c:pt idx="946">
                  <c:v>53.493412017822301</c:v>
                </c:pt>
                <c:pt idx="947">
                  <c:v>53.481288909912102</c:v>
                </c:pt>
                <c:pt idx="948">
                  <c:v>53.552600860595703</c:v>
                </c:pt>
                <c:pt idx="949">
                  <c:v>53.568752288818402</c:v>
                </c:pt>
                <c:pt idx="950">
                  <c:v>53.514816284179702</c:v>
                </c:pt>
                <c:pt idx="951">
                  <c:v>53.486499786377003</c:v>
                </c:pt>
                <c:pt idx="952">
                  <c:v>53.482551574707003</c:v>
                </c:pt>
                <c:pt idx="953">
                  <c:v>53.460453033447301</c:v>
                </c:pt>
                <c:pt idx="954">
                  <c:v>53.421188354492202</c:v>
                </c:pt>
                <c:pt idx="955">
                  <c:v>53.376846313476598</c:v>
                </c:pt>
                <c:pt idx="956">
                  <c:v>53.3672065734863</c:v>
                </c:pt>
                <c:pt idx="957">
                  <c:v>53.262981414794901</c:v>
                </c:pt>
                <c:pt idx="958">
                  <c:v>53.334873199462898</c:v>
                </c:pt>
                <c:pt idx="959">
                  <c:v>53.377025604248097</c:v>
                </c:pt>
                <c:pt idx="960">
                  <c:v>53.319358825683601</c:v>
                </c:pt>
                <c:pt idx="961">
                  <c:v>53.544441223144503</c:v>
                </c:pt>
                <c:pt idx="962">
                  <c:v>53.471340179443402</c:v>
                </c:pt>
                <c:pt idx="963">
                  <c:v>53.3648071289063</c:v>
                </c:pt>
                <c:pt idx="964">
                  <c:v>53.532798767089801</c:v>
                </c:pt>
                <c:pt idx="965">
                  <c:v>53.472164154052699</c:v>
                </c:pt>
                <c:pt idx="966">
                  <c:v>53.585948944091797</c:v>
                </c:pt>
                <c:pt idx="967">
                  <c:v>53.574924468994098</c:v>
                </c:pt>
                <c:pt idx="968">
                  <c:v>53.526416778564503</c:v>
                </c:pt>
                <c:pt idx="969">
                  <c:v>53.439910888671903</c:v>
                </c:pt>
                <c:pt idx="970">
                  <c:v>53.355613708496101</c:v>
                </c:pt>
                <c:pt idx="971">
                  <c:v>53.322925567627003</c:v>
                </c:pt>
                <c:pt idx="972">
                  <c:v>53.263225555419901</c:v>
                </c:pt>
                <c:pt idx="973">
                  <c:v>53.271862030029297</c:v>
                </c:pt>
                <c:pt idx="974">
                  <c:v>53.289405822753899</c:v>
                </c:pt>
                <c:pt idx="975">
                  <c:v>53.324085235595703</c:v>
                </c:pt>
                <c:pt idx="976">
                  <c:v>53.338172912597699</c:v>
                </c:pt>
                <c:pt idx="977">
                  <c:v>53.351711273193402</c:v>
                </c:pt>
                <c:pt idx="978">
                  <c:v>53.339733123779297</c:v>
                </c:pt>
                <c:pt idx="979">
                  <c:v>53.312965393066399</c:v>
                </c:pt>
                <c:pt idx="980">
                  <c:v>53.3237495422363</c:v>
                </c:pt>
                <c:pt idx="981">
                  <c:v>53.304119110107401</c:v>
                </c:pt>
                <c:pt idx="982">
                  <c:v>53.281318664550803</c:v>
                </c:pt>
                <c:pt idx="983">
                  <c:v>53.288032531738303</c:v>
                </c:pt>
                <c:pt idx="984">
                  <c:v>53.216747283935597</c:v>
                </c:pt>
                <c:pt idx="985">
                  <c:v>53.217235565185597</c:v>
                </c:pt>
                <c:pt idx="986">
                  <c:v>53.242664337158203</c:v>
                </c:pt>
                <c:pt idx="987">
                  <c:v>53.242713928222699</c:v>
                </c:pt>
                <c:pt idx="988">
                  <c:v>53.211101531982401</c:v>
                </c:pt>
                <c:pt idx="989">
                  <c:v>53.176929473877003</c:v>
                </c:pt>
                <c:pt idx="990">
                  <c:v>53.240135192871101</c:v>
                </c:pt>
                <c:pt idx="991">
                  <c:v>53.214744567871101</c:v>
                </c:pt>
                <c:pt idx="992">
                  <c:v>53.162849426269503</c:v>
                </c:pt>
                <c:pt idx="993">
                  <c:v>53.1935424804688</c:v>
                </c:pt>
                <c:pt idx="994">
                  <c:v>53.205574035644503</c:v>
                </c:pt>
                <c:pt idx="995">
                  <c:v>53.199142456054702</c:v>
                </c:pt>
                <c:pt idx="996">
                  <c:v>53.181327819824197</c:v>
                </c:pt>
                <c:pt idx="997">
                  <c:v>53.189762115478501</c:v>
                </c:pt>
                <c:pt idx="998">
                  <c:v>53.252712249755902</c:v>
                </c:pt>
                <c:pt idx="999">
                  <c:v>53.272098541259801</c:v>
                </c:pt>
                <c:pt idx="1000">
                  <c:v>52.999088287353501</c:v>
                </c:pt>
                <c:pt idx="1001">
                  <c:v>53.135162353515597</c:v>
                </c:pt>
                <c:pt idx="1002">
                  <c:v>53.293033599853501</c:v>
                </c:pt>
                <c:pt idx="1003">
                  <c:v>52.960975646972699</c:v>
                </c:pt>
                <c:pt idx="1004">
                  <c:v>52.899223327636697</c:v>
                </c:pt>
                <c:pt idx="1005">
                  <c:v>53.001415252685597</c:v>
                </c:pt>
                <c:pt idx="1006">
                  <c:v>53.117042541503899</c:v>
                </c:pt>
                <c:pt idx="1007">
                  <c:v>53.314308166503899</c:v>
                </c:pt>
                <c:pt idx="1008">
                  <c:v>53.140216827392599</c:v>
                </c:pt>
                <c:pt idx="1009">
                  <c:v>53.126087188720703</c:v>
                </c:pt>
                <c:pt idx="1010">
                  <c:v>53.2331733703613</c:v>
                </c:pt>
                <c:pt idx="1011">
                  <c:v>53.364982604980497</c:v>
                </c:pt>
                <c:pt idx="1012">
                  <c:v>53.3320922851563</c:v>
                </c:pt>
                <c:pt idx="1013">
                  <c:v>53.230010986328097</c:v>
                </c:pt>
                <c:pt idx="1014">
                  <c:v>53.253768920898402</c:v>
                </c:pt>
                <c:pt idx="1015">
                  <c:v>53.241481781005902</c:v>
                </c:pt>
                <c:pt idx="1016">
                  <c:v>53.267585754394503</c:v>
                </c:pt>
                <c:pt idx="1017">
                  <c:v>53.148582458496101</c:v>
                </c:pt>
                <c:pt idx="1018">
                  <c:v>53.057456970214801</c:v>
                </c:pt>
                <c:pt idx="1019">
                  <c:v>53.146827697753899</c:v>
                </c:pt>
                <c:pt idx="1020">
                  <c:v>53.212875366210902</c:v>
                </c:pt>
                <c:pt idx="1021">
                  <c:v>53.274089813232401</c:v>
                </c:pt>
                <c:pt idx="1022">
                  <c:v>53.216358184814503</c:v>
                </c:pt>
                <c:pt idx="1023">
                  <c:v>53.182647705078097</c:v>
                </c:pt>
                <c:pt idx="1024">
                  <c:v>53.192096710205099</c:v>
                </c:pt>
                <c:pt idx="1025">
                  <c:v>53.217121124267599</c:v>
                </c:pt>
                <c:pt idx="1026">
                  <c:v>53.2637939453125</c:v>
                </c:pt>
                <c:pt idx="1027">
                  <c:v>53.189441680908203</c:v>
                </c:pt>
                <c:pt idx="1028">
                  <c:v>53.129798889160199</c:v>
                </c:pt>
                <c:pt idx="1029">
                  <c:v>53.090995788574197</c:v>
                </c:pt>
                <c:pt idx="1030">
                  <c:v>53.1326713562012</c:v>
                </c:pt>
                <c:pt idx="1031">
                  <c:v>53.115077972412102</c:v>
                </c:pt>
                <c:pt idx="1032">
                  <c:v>53.114723205566399</c:v>
                </c:pt>
                <c:pt idx="1033">
                  <c:v>53.109474182128899</c:v>
                </c:pt>
                <c:pt idx="1034">
                  <c:v>53.107372283935597</c:v>
                </c:pt>
                <c:pt idx="1035">
                  <c:v>53.116077423095703</c:v>
                </c:pt>
                <c:pt idx="1036">
                  <c:v>53.027687072753899</c:v>
                </c:pt>
                <c:pt idx="1037">
                  <c:v>53.185237884521499</c:v>
                </c:pt>
                <c:pt idx="1038">
                  <c:v>53.193805694580099</c:v>
                </c:pt>
                <c:pt idx="1039">
                  <c:v>53.142864227294901</c:v>
                </c:pt>
                <c:pt idx="1040">
                  <c:v>53.0612602233887</c:v>
                </c:pt>
                <c:pt idx="1041">
                  <c:v>53.095848083496101</c:v>
                </c:pt>
                <c:pt idx="1042">
                  <c:v>53.146385192871101</c:v>
                </c:pt>
                <c:pt idx="1043">
                  <c:v>53.195671081542997</c:v>
                </c:pt>
                <c:pt idx="1044">
                  <c:v>53.174205780029297</c:v>
                </c:pt>
                <c:pt idx="1045">
                  <c:v>53.159656524658203</c:v>
                </c:pt>
                <c:pt idx="1046">
                  <c:v>53.117382049560597</c:v>
                </c:pt>
                <c:pt idx="1047">
                  <c:v>53.225303649902301</c:v>
                </c:pt>
                <c:pt idx="1048">
                  <c:v>53.182315826416001</c:v>
                </c:pt>
                <c:pt idx="1049">
                  <c:v>53.153755187988303</c:v>
                </c:pt>
                <c:pt idx="1050">
                  <c:v>53.2088623046875</c:v>
                </c:pt>
                <c:pt idx="1051">
                  <c:v>53.1334419250488</c:v>
                </c:pt>
                <c:pt idx="1052">
                  <c:v>52.965843200683601</c:v>
                </c:pt>
                <c:pt idx="1053">
                  <c:v>52.998786926269503</c:v>
                </c:pt>
                <c:pt idx="1054">
                  <c:v>53.010547637939503</c:v>
                </c:pt>
                <c:pt idx="1055">
                  <c:v>53.065177917480497</c:v>
                </c:pt>
                <c:pt idx="1056">
                  <c:v>53.041114807128899</c:v>
                </c:pt>
                <c:pt idx="1057">
                  <c:v>53.018692016601598</c:v>
                </c:pt>
                <c:pt idx="1058">
                  <c:v>53.0927925109863</c:v>
                </c:pt>
                <c:pt idx="1059">
                  <c:v>53.091457366943402</c:v>
                </c:pt>
                <c:pt idx="1060">
                  <c:v>53.134773254394503</c:v>
                </c:pt>
                <c:pt idx="1061">
                  <c:v>53.106449127197301</c:v>
                </c:pt>
                <c:pt idx="1062">
                  <c:v>53.112617492675803</c:v>
                </c:pt>
                <c:pt idx="1063">
                  <c:v>53.085136413574197</c:v>
                </c:pt>
                <c:pt idx="1064">
                  <c:v>53.12353515625</c:v>
                </c:pt>
                <c:pt idx="1065">
                  <c:v>53.0368461608887</c:v>
                </c:pt>
                <c:pt idx="1066">
                  <c:v>52.963245391845703</c:v>
                </c:pt>
                <c:pt idx="1067">
                  <c:v>53.016609191894503</c:v>
                </c:pt>
                <c:pt idx="1068">
                  <c:v>53.038936614990199</c:v>
                </c:pt>
                <c:pt idx="1069">
                  <c:v>53.050537109375</c:v>
                </c:pt>
                <c:pt idx="1070">
                  <c:v>53.068557739257798</c:v>
                </c:pt>
                <c:pt idx="1071">
                  <c:v>53.064582824707003</c:v>
                </c:pt>
                <c:pt idx="1072">
                  <c:v>53.058738708496101</c:v>
                </c:pt>
                <c:pt idx="1073">
                  <c:v>53.103916168212898</c:v>
                </c:pt>
                <c:pt idx="1074">
                  <c:v>53.049369812011697</c:v>
                </c:pt>
                <c:pt idx="1075">
                  <c:v>52.988918304443402</c:v>
                </c:pt>
                <c:pt idx="1076">
                  <c:v>52.978809356689503</c:v>
                </c:pt>
                <c:pt idx="1077">
                  <c:v>53.013172149658203</c:v>
                </c:pt>
                <c:pt idx="1078">
                  <c:v>53.016101837158203</c:v>
                </c:pt>
                <c:pt idx="1079">
                  <c:v>52.983833312988303</c:v>
                </c:pt>
                <c:pt idx="1080">
                  <c:v>53.017177581787102</c:v>
                </c:pt>
                <c:pt idx="1081">
                  <c:v>53.052196502685597</c:v>
                </c:pt>
                <c:pt idx="1082">
                  <c:v>53.039443969726598</c:v>
                </c:pt>
                <c:pt idx="1083">
                  <c:v>53.031223297119098</c:v>
                </c:pt>
                <c:pt idx="1084">
                  <c:v>53.026031494140597</c:v>
                </c:pt>
                <c:pt idx="1085">
                  <c:v>53.013629913330099</c:v>
                </c:pt>
                <c:pt idx="1086">
                  <c:v>53.021903991699197</c:v>
                </c:pt>
                <c:pt idx="1087">
                  <c:v>53.019989013671903</c:v>
                </c:pt>
                <c:pt idx="1088">
                  <c:v>52.985424041748097</c:v>
                </c:pt>
                <c:pt idx="1089">
                  <c:v>52.956920623779297</c:v>
                </c:pt>
                <c:pt idx="1090">
                  <c:v>52.966030120849602</c:v>
                </c:pt>
                <c:pt idx="1091">
                  <c:v>52.973052978515597</c:v>
                </c:pt>
                <c:pt idx="1092">
                  <c:v>52.98046875</c:v>
                </c:pt>
                <c:pt idx="1093">
                  <c:v>52.992218017578097</c:v>
                </c:pt>
                <c:pt idx="1094">
                  <c:v>52.930599212646499</c:v>
                </c:pt>
                <c:pt idx="1095">
                  <c:v>52.933109283447301</c:v>
                </c:pt>
                <c:pt idx="1096">
                  <c:v>53.019866943359403</c:v>
                </c:pt>
                <c:pt idx="1097">
                  <c:v>52.989585876464801</c:v>
                </c:pt>
                <c:pt idx="1098">
                  <c:v>52.936115264892599</c:v>
                </c:pt>
                <c:pt idx="1099">
                  <c:v>52.915378570556598</c:v>
                </c:pt>
                <c:pt idx="1100">
                  <c:v>52.9186401367188</c:v>
                </c:pt>
                <c:pt idx="1101">
                  <c:v>52.8456001281738</c:v>
                </c:pt>
                <c:pt idx="1102">
                  <c:v>52.860988616943402</c:v>
                </c:pt>
                <c:pt idx="1103">
                  <c:v>52.915554046630902</c:v>
                </c:pt>
                <c:pt idx="1104">
                  <c:v>52.9128608703613</c:v>
                </c:pt>
                <c:pt idx="1105">
                  <c:v>52.7925415039063</c:v>
                </c:pt>
                <c:pt idx="1106">
                  <c:v>52.753227233886697</c:v>
                </c:pt>
                <c:pt idx="1107">
                  <c:v>52.746292114257798</c:v>
                </c:pt>
                <c:pt idx="1108">
                  <c:v>52.761459350585902</c:v>
                </c:pt>
                <c:pt idx="1109">
                  <c:v>52.870979309082003</c:v>
                </c:pt>
                <c:pt idx="1110">
                  <c:v>52.947994232177699</c:v>
                </c:pt>
                <c:pt idx="1111">
                  <c:v>52.989784240722699</c:v>
                </c:pt>
                <c:pt idx="1112">
                  <c:v>53.027145385742202</c:v>
                </c:pt>
                <c:pt idx="1113">
                  <c:v>52.913787841796903</c:v>
                </c:pt>
                <c:pt idx="1114">
                  <c:v>52.882595062255902</c:v>
                </c:pt>
                <c:pt idx="1115">
                  <c:v>52.947563171386697</c:v>
                </c:pt>
                <c:pt idx="1116">
                  <c:v>52.828479766845703</c:v>
                </c:pt>
                <c:pt idx="1117">
                  <c:v>52.9097900390625</c:v>
                </c:pt>
                <c:pt idx="1118">
                  <c:v>52.802139282226598</c:v>
                </c:pt>
                <c:pt idx="1119">
                  <c:v>52.803909301757798</c:v>
                </c:pt>
                <c:pt idx="1120">
                  <c:v>52.8021850585938</c:v>
                </c:pt>
                <c:pt idx="1121">
                  <c:v>52.823413848877003</c:v>
                </c:pt>
                <c:pt idx="1122">
                  <c:v>52.853988647460902</c:v>
                </c:pt>
                <c:pt idx="1123">
                  <c:v>52.840133666992202</c:v>
                </c:pt>
                <c:pt idx="1124">
                  <c:v>52.839878082275398</c:v>
                </c:pt>
                <c:pt idx="1125">
                  <c:v>52.849208831787102</c:v>
                </c:pt>
                <c:pt idx="1126">
                  <c:v>52.8629150390625</c:v>
                </c:pt>
                <c:pt idx="1127">
                  <c:v>52.905769348144503</c:v>
                </c:pt>
                <c:pt idx="1128">
                  <c:v>52.932300567627003</c:v>
                </c:pt>
                <c:pt idx="1129">
                  <c:v>52.932769775390597</c:v>
                </c:pt>
                <c:pt idx="1130">
                  <c:v>52.924571990966797</c:v>
                </c:pt>
                <c:pt idx="1131">
                  <c:v>52.872642517089801</c:v>
                </c:pt>
                <c:pt idx="1132">
                  <c:v>52.857872009277301</c:v>
                </c:pt>
                <c:pt idx="1133">
                  <c:v>52.852836608886697</c:v>
                </c:pt>
                <c:pt idx="1134">
                  <c:v>52.807395935058601</c:v>
                </c:pt>
                <c:pt idx="1135">
                  <c:v>52.776679992675803</c:v>
                </c:pt>
                <c:pt idx="1136">
                  <c:v>52.750030517578097</c:v>
                </c:pt>
                <c:pt idx="1137">
                  <c:v>52.748447418212898</c:v>
                </c:pt>
                <c:pt idx="1138">
                  <c:v>52.763134002685597</c:v>
                </c:pt>
                <c:pt idx="1139">
                  <c:v>52.800472259521499</c:v>
                </c:pt>
                <c:pt idx="1140">
                  <c:v>52.894886016845703</c:v>
                </c:pt>
                <c:pt idx="1141">
                  <c:v>52.932243347167997</c:v>
                </c:pt>
                <c:pt idx="1142">
                  <c:v>52.846248626708999</c:v>
                </c:pt>
                <c:pt idx="1143">
                  <c:v>52.943405151367202</c:v>
                </c:pt>
                <c:pt idx="1144">
                  <c:v>53.068923950195298</c:v>
                </c:pt>
                <c:pt idx="1145">
                  <c:v>53.150554656982401</c:v>
                </c:pt>
                <c:pt idx="1146">
                  <c:v>53.178180694580099</c:v>
                </c:pt>
                <c:pt idx="1147">
                  <c:v>53.0283203125</c:v>
                </c:pt>
                <c:pt idx="1148">
                  <c:v>52.956367492675803</c:v>
                </c:pt>
                <c:pt idx="1149">
                  <c:v>52.986644744873097</c:v>
                </c:pt>
                <c:pt idx="1150">
                  <c:v>52.9818305969238</c:v>
                </c:pt>
                <c:pt idx="1151">
                  <c:v>52.648609161377003</c:v>
                </c:pt>
                <c:pt idx="1152">
                  <c:v>52.956024169921903</c:v>
                </c:pt>
                <c:pt idx="1153">
                  <c:v>52.984443664550803</c:v>
                </c:pt>
                <c:pt idx="1154">
                  <c:v>53.078449249267599</c:v>
                </c:pt>
                <c:pt idx="1155">
                  <c:v>53.177944183349602</c:v>
                </c:pt>
                <c:pt idx="1156">
                  <c:v>53.245418548583999</c:v>
                </c:pt>
                <c:pt idx="1157">
                  <c:v>53.356155395507798</c:v>
                </c:pt>
                <c:pt idx="1158">
                  <c:v>53.1846313476563</c:v>
                </c:pt>
                <c:pt idx="1159">
                  <c:v>53.347049713134801</c:v>
                </c:pt>
                <c:pt idx="1160">
                  <c:v>53.231502532958999</c:v>
                </c:pt>
                <c:pt idx="1161">
                  <c:v>53.2624702453613</c:v>
                </c:pt>
                <c:pt idx="1162">
                  <c:v>53.5715522766113</c:v>
                </c:pt>
                <c:pt idx="1163">
                  <c:v>53.750068664550803</c:v>
                </c:pt>
                <c:pt idx="1164">
                  <c:v>53.6128540039063</c:v>
                </c:pt>
                <c:pt idx="1165">
                  <c:v>53.617576599121101</c:v>
                </c:pt>
                <c:pt idx="1166">
                  <c:v>53.463413238525398</c:v>
                </c:pt>
                <c:pt idx="1167">
                  <c:v>53.574405670166001</c:v>
                </c:pt>
                <c:pt idx="1168">
                  <c:v>53.748073577880902</c:v>
                </c:pt>
                <c:pt idx="1169">
                  <c:v>53.9613227844238</c:v>
                </c:pt>
                <c:pt idx="1170">
                  <c:v>53.632900238037102</c:v>
                </c:pt>
                <c:pt idx="1171">
                  <c:v>53.894729614257798</c:v>
                </c:pt>
                <c:pt idx="1172">
                  <c:v>54.084186553955099</c:v>
                </c:pt>
                <c:pt idx="1173">
                  <c:v>54.2835884094238</c:v>
                </c:pt>
                <c:pt idx="1174">
                  <c:v>54.283336639404297</c:v>
                </c:pt>
                <c:pt idx="1175">
                  <c:v>54.293262481689503</c:v>
                </c:pt>
                <c:pt idx="1176">
                  <c:v>54.450157165527301</c:v>
                </c:pt>
                <c:pt idx="1177">
                  <c:v>54.467681884765597</c:v>
                </c:pt>
                <c:pt idx="1178">
                  <c:v>54.484603881835902</c:v>
                </c:pt>
                <c:pt idx="1179">
                  <c:v>54.368900299072301</c:v>
                </c:pt>
                <c:pt idx="1180">
                  <c:v>54.553127288818402</c:v>
                </c:pt>
                <c:pt idx="1181">
                  <c:v>54.613346099853501</c:v>
                </c:pt>
                <c:pt idx="1182">
                  <c:v>54.416831970214801</c:v>
                </c:pt>
                <c:pt idx="1183">
                  <c:v>54.487319946289098</c:v>
                </c:pt>
                <c:pt idx="1184">
                  <c:v>54.467662811279297</c:v>
                </c:pt>
                <c:pt idx="1185">
                  <c:v>54.438056945800803</c:v>
                </c:pt>
                <c:pt idx="1186">
                  <c:v>54.795444488525398</c:v>
                </c:pt>
                <c:pt idx="1187">
                  <c:v>54.916568756103501</c:v>
                </c:pt>
                <c:pt idx="1188">
                  <c:v>55.042476654052699</c:v>
                </c:pt>
                <c:pt idx="1189">
                  <c:v>54.968017578125</c:v>
                </c:pt>
                <c:pt idx="1190">
                  <c:v>55.0197143554688</c:v>
                </c:pt>
                <c:pt idx="1191">
                  <c:v>55.0543403625488</c:v>
                </c:pt>
                <c:pt idx="1192">
                  <c:v>55.0393676757813</c:v>
                </c:pt>
                <c:pt idx="1193">
                  <c:v>54.9932250976563</c:v>
                </c:pt>
                <c:pt idx="1194">
                  <c:v>55.013454437255902</c:v>
                </c:pt>
                <c:pt idx="1195">
                  <c:v>55.111083984375</c:v>
                </c:pt>
                <c:pt idx="1196">
                  <c:v>55.1810302734375</c:v>
                </c:pt>
                <c:pt idx="1197">
                  <c:v>55.282405853271499</c:v>
                </c:pt>
                <c:pt idx="1198">
                  <c:v>55.203952789306598</c:v>
                </c:pt>
                <c:pt idx="1199">
                  <c:v>55.328624725341797</c:v>
                </c:pt>
                <c:pt idx="1200">
                  <c:v>55.194931030273402</c:v>
                </c:pt>
                <c:pt idx="1201">
                  <c:v>55.188026428222699</c:v>
                </c:pt>
                <c:pt idx="1202">
                  <c:v>55.230312347412102</c:v>
                </c:pt>
                <c:pt idx="1203">
                  <c:v>55.2571411132813</c:v>
                </c:pt>
                <c:pt idx="1204">
                  <c:v>55.044399261474602</c:v>
                </c:pt>
                <c:pt idx="1205">
                  <c:v>55.5895385742188</c:v>
                </c:pt>
                <c:pt idx="1206">
                  <c:v>55.490993499755902</c:v>
                </c:pt>
                <c:pt idx="1207">
                  <c:v>55.497241973877003</c:v>
                </c:pt>
                <c:pt idx="1208">
                  <c:v>55.457328796386697</c:v>
                </c:pt>
                <c:pt idx="1209">
                  <c:v>55.520217895507798</c:v>
                </c:pt>
                <c:pt idx="1210">
                  <c:v>55.654647827148402</c:v>
                </c:pt>
                <c:pt idx="1211">
                  <c:v>55.894783020019503</c:v>
                </c:pt>
                <c:pt idx="1212">
                  <c:v>55.987266540527301</c:v>
                </c:pt>
                <c:pt idx="1213">
                  <c:v>55.740116119384801</c:v>
                </c:pt>
                <c:pt idx="1214">
                  <c:v>55.633792877197301</c:v>
                </c:pt>
                <c:pt idx="1215">
                  <c:v>55.735721588134801</c:v>
                </c:pt>
                <c:pt idx="1216">
                  <c:v>55.775875091552699</c:v>
                </c:pt>
                <c:pt idx="1217">
                  <c:v>55.891162872314503</c:v>
                </c:pt>
                <c:pt idx="1218">
                  <c:v>56.101329803466797</c:v>
                </c:pt>
                <c:pt idx="1219">
                  <c:v>56.030296325683601</c:v>
                </c:pt>
                <c:pt idx="1220">
                  <c:v>56.018642425537102</c:v>
                </c:pt>
                <c:pt idx="1221">
                  <c:v>56.121696472167997</c:v>
                </c:pt>
                <c:pt idx="1222">
                  <c:v>56.514259338378899</c:v>
                </c:pt>
                <c:pt idx="1223">
                  <c:v>56.128585815429702</c:v>
                </c:pt>
                <c:pt idx="1224">
                  <c:v>56.0551147460938</c:v>
                </c:pt>
                <c:pt idx="1225">
                  <c:v>56.305934906005902</c:v>
                </c:pt>
                <c:pt idx="1226">
                  <c:v>56.2586479187012</c:v>
                </c:pt>
                <c:pt idx="1227">
                  <c:v>55.961128234863303</c:v>
                </c:pt>
                <c:pt idx="1228">
                  <c:v>55.878150939941399</c:v>
                </c:pt>
                <c:pt idx="1229">
                  <c:v>55.872390747070298</c:v>
                </c:pt>
                <c:pt idx="1230">
                  <c:v>55.9044189453125</c:v>
                </c:pt>
                <c:pt idx="1231">
                  <c:v>56.2683296203613</c:v>
                </c:pt>
                <c:pt idx="1232">
                  <c:v>56.346767425537102</c:v>
                </c:pt>
                <c:pt idx="1233">
                  <c:v>56.402740478515597</c:v>
                </c:pt>
                <c:pt idx="1234">
                  <c:v>56.5073432922363</c:v>
                </c:pt>
                <c:pt idx="1235">
                  <c:v>56.709430694580099</c:v>
                </c:pt>
                <c:pt idx="1236">
                  <c:v>56.795085906982401</c:v>
                </c:pt>
                <c:pt idx="1237">
                  <c:v>56.6883735656738</c:v>
                </c:pt>
                <c:pt idx="1238">
                  <c:v>56.5579223632813</c:v>
                </c:pt>
                <c:pt idx="1239">
                  <c:v>56.631984710693402</c:v>
                </c:pt>
                <c:pt idx="1240">
                  <c:v>56.6802787780762</c:v>
                </c:pt>
                <c:pt idx="1241">
                  <c:v>56.935997009277301</c:v>
                </c:pt>
                <c:pt idx="1242">
                  <c:v>57.080108642578097</c:v>
                </c:pt>
                <c:pt idx="1243">
                  <c:v>57.018440246582003</c:v>
                </c:pt>
                <c:pt idx="1244">
                  <c:v>57.185691833496101</c:v>
                </c:pt>
                <c:pt idx="1245">
                  <c:v>57.269870758056598</c:v>
                </c:pt>
                <c:pt idx="1246">
                  <c:v>57.135997772216797</c:v>
                </c:pt>
                <c:pt idx="1247">
                  <c:v>57.250492095947301</c:v>
                </c:pt>
                <c:pt idx="1248">
                  <c:v>57.195079803466797</c:v>
                </c:pt>
                <c:pt idx="1249">
                  <c:v>57.122005462646499</c:v>
                </c:pt>
                <c:pt idx="1250">
                  <c:v>56.895175933837898</c:v>
                </c:pt>
                <c:pt idx="1251">
                  <c:v>57.071418762207003</c:v>
                </c:pt>
                <c:pt idx="1252">
                  <c:v>57.023876190185597</c:v>
                </c:pt>
                <c:pt idx="1253">
                  <c:v>57.1313667297363</c:v>
                </c:pt>
                <c:pt idx="1254">
                  <c:v>57.235694885253899</c:v>
                </c:pt>
                <c:pt idx="1255">
                  <c:v>57.498451232910199</c:v>
                </c:pt>
                <c:pt idx="1256">
                  <c:v>57.690292358398402</c:v>
                </c:pt>
                <c:pt idx="1257">
                  <c:v>57.708141326904297</c:v>
                </c:pt>
                <c:pt idx="1258">
                  <c:v>57.782764434814503</c:v>
                </c:pt>
                <c:pt idx="1259">
                  <c:v>57.897354125976598</c:v>
                </c:pt>
                <c:pt idx="1260">
                  <c:v>57.850467681884801</c:v>
                </c:pt>
                <c:pt idx="1261">
                  <c:v>57.950820922851598</c:v>
                </c:pt>
                <c:pt idx="1262">
                  <c:v>58.033500671386697</c:v>
                </c:pt>
                <c:pt idx="1263">
                  <c:v>58.075569152832003</c:v>
                </c:pt>
                <c:pt idx="1264">
                  <c:v>58.150455474853501</c:v>
                </c:pt>
                <c:pt idx="1265">
                  <c:v>58.178291320800803</c:v>
                </c:pt>
                <c:pt idx="1266">
                  <c:v>58.213939666748097</c:v>
                </c:pt>
                <c:pt idx="1267">
                  <c:v>58.279697418212898</c:v>
                </c:pt>
                <c:pt idx="1268">
                  <c:v>58.324310302734403</c:v>
                </c:pt>
                <c:pt idx="1269">
                  <c:v>58.712913513183601</c:v>
                </c:pt>
                <c:pt idx="1270">
                  <c:v>58.820110321044901</c:v>
                </c:pt>
                <c:pt idx="1271">
                  <c:v>58.466114044189503</c:v>
                </c:pt>
                <c:pt idx="1272">
                  <c:v>58.421398162841797</c:v>
                </c:pt>
                <c:pt idx="1273">
                  <c:v>58.337886810302699</c:v>
                </c:pt>
                <c:pt idx="1274">
                  <c:v>58.351943969726598</c:v>
                </c:pt>
                <c:pt idx="1275">
                  <c:v>58.504878997802699</c:v>
                </c:pt>
                <c:pt idx="1276">
                  <c:v>58.772171020507798</c:v>
                </c:pt>
                <c:pt idx="1277">
                  <c:v>58.603591918945298</c:v>
                </c:pt>
                <c:pt idx="1278">
                  <c:v>58.688381195068402</c:v>
                </c:pt>
                <c:pt idx="1279">
                  <c:v>58.746753692627003</c:v>
                </c:pt>
                <c:pt idx="1280">
                  <c:v>58.8364868164063</c:v>
                </c:pt>
                <c:pt idx="1281">
                  <c:v>58.517665863037102</c:v>
                </c:pt>
                <c:pt idx="1282">
                  <c:v>58.883804321289098</c:v>
                </c:pt>
                <c:pt idx="1283">
                  <c:v>58.908454895019503</c:v>
                </c:pt>
                <c:pt idx="1284">
                  <c:v>58.868255615234403</c:v>
                </c:pt>
                <c:pt idx="1285">
                  <c:v>58.527336120605497</c:v>
                </c:pt>
                <c:pt idx="1286">
                  <c:v>58.734813690185597</c:v>
                </c:pt>
                <c:pt idx="1287">
                  <c:v>58.884777069091797</c:v>
                </c:pt>
                <c:pt idx="1288">
                  <c:v>59.052577972412102</c:v>
                </c:pt>
                <c:pt idx="1289">
                  <c:v>59.056079864502003</c:v>
                </c:pt>
                <c:pt idx="1290">
                  <c:v>59.0003051757813</c:v>
                </c:pt>
                <c:pt idx="1291">
                  <c:v>58.977500915527301</c:v>
                </c:pt>
                <c:pt idx="1292">
                  <c:v>59.105865478515597</c:v>
                </c:pt>
                <c:pt idx="1293">
                  <c:v>59.114158630371101</c:v>
                </c:pt>
                <c:pt idx="1294">
                  <c:v>59.095813751220703</c:v>
                </c:pt>
                <c:pt idx="1295">
                  <c:v>59.3092231750488</c:v>
                </c:pt>
                <c:pt idx="1296">
                  <c:v>59.367649078369098</c:v>
                </c:pt>
                <c:pt idx="1297">
                  <c:v>59.337234497070298</c:v>
                </c:pt>
                <c:pt idx="1298">
                  <c:v>59.256416320800803</c:v>
                </c:pt>
                <c:pt idx="1299">
                  <c:v>59.269603729248097</c:v>
                </c:pt>
                <c:pt idx="1300">
                  <c:v>59.522064208984403</c:v>
                </c:pt>
                <c:pt idx="1301">
                  <c:v>59.525539398193402</c:v>
                </c:pt>
                <c:pt idx="1302">
                  <c:v>59.440723419189503</c:v>
                </c:pt>
                <c:pt idx="1303">
                  <c:v>59.279075622558601</c:v>
                </c:pt>
                <c:pt idx="1304">
                  <c:v>59.323844909667997</c:v>
                </c:pt>
                <c:pt idx="1305">
                  <c:v>59.321315765380902</c:v>
                </c:pt>
                <c:pt idx="1306">
                  <c:v>59.316005706787102</c:v>
                </c:pt>
                <c:pt idx="1307">
                  <c:v>59.413116455078097</c:v>
                </c:pt>
                <c:pt idx="1308">
                  <c:v>59.476406097412102</c:v>
                </c:pt>
                <c:pt idx="1309">
                  <c:v>59.408882141113303</c:v>
                </c:pt>
                <c:pt idx="1310">
                  <c:v>59.2258110046387</c:v>
                </c:pt>
                <c:pt idx="1311">
                  <c:v>59.275661468505902</c:v>
                </c:pt>
                <c:pt idx="1312">
                  <c:v>59.303699493408203</c:v>
                </c:pt>
                <c:pt idx="1313">
                  <c:v>59.6305961608887</c:v>
                </c:pt>
                <c:pt idx="1314">
                  <c:v>59.584938049316399</c:v>
                </c:pt>
                <c:pt idx="1315">
                  <c:v>59.536182403564503</c:v>
                </c:pt>
                <c:pt idx="1316">
                  <c:v>59.633579254150398</c:v>
                </c:pt>
                <c:pt idx="1317">
                  <c:v>59.901451110839801</c:v>
                </c:pt>
                <c:pt idx="1318">
                  <c:v>59.437469482421903</c:v>
                </c:pt>
                <c:pt idx="1319">
                  <c:v>59.217666625976598</c:v>
                </c:pt>
                <c:pt idx="1320">
                  <c:v>59.373050689697301</c:v>
                </c:pt>
                <c:pt idx="1321">
                  <c:v>59.877658843994098</c:v>
                </c:pt>
                <c:pt idx="1322">
                  <c:v>60.032745361328097</c:v>
                </c:pt>
                <c:pt idx="1323">
                  <c:v>59.946670532226598</c:v>
                </c:pt>
                <c:pt idx="1324">
                  <c:v>59.898757934570298</c:v>
                </c:pt>
                <c:pt idx="1325">
                  <c:v>60.0261039733887</c:v>
                </c:pt>
                <c:pt idx="1326">
                  <c:v>60.2028198242188</c:v>
                </c:pt>
                <c:pt idx="1327">
                  <c:v>60.512165069580099</c:v>
                </c:pt>
                <c:pt idx="1328">
                  <c:v>60.346519470214801</c:v>
                </c:pt>
                <c:pt idx="1329">
                  <c:v>60.315349578857401</c:v>
                </c:pt>
                <c:pt idx="1330">
                  <c:v>60.119358062744098</c:v>
                </c:pt>
                <c:pt idx="1331">
                  <c:v>60.181453704833999</c:v>
                </c:pt>
                <c:pt idx="1332">
                  <c:v>60.3163032531738</c:v>
                </c:pt>
                <c:pt idx="1333">
                  <c:v>60.4179878234863</c:v>
                </c:pt>
                <c:pt idx="1334">
                  <c:v>60.523555755615199</c:v>
                </c:pt>
                <c:pt idx="1335">
                  <c:v>60.637783050537102</c:v>
                </c:pt>
                <c:pt idx="1336">
                  <c:v>60.649097442627003</c:v>
                </c:pt>
                <c:pt idx="1337">
                  <c:v>60.689033508300803</c:v>
                </c:pt>
                <c:pt idx="1338">
                  <c:v>60.708850860595703</c:v>
                </c:pt>
                <c:pt idx="1339">
                  <c:v>60.4111938476563</c:v>
                </c:pt>
                <c:pt idx="1340">
                  <c:v>60.375232696533203</c:v>
                </c:pt>
                <c:pt idx="1341">
                  <c:v>60.577808380127003</c:v>
                </c:pt>
                <c:pt idx="1342">
                  <c:v>60.709228515625</c:v>
                </c:pt>
                <c:pt idx="1343">
                  <c:v>60.570896148681598</c:v>
                </c:pt>
                <c:pt idx="1344">
                  <c:v>60.492618560791001</c:v>
                </c:pt>
                <c:pt idx="1345">
                  <c:v>60.485538482666001</c:v>
                </c:pt>
                <c:pt idx="1346">
                  <c:v>60.725753784179702</c:v>
                </c:pt>
                <c:pt idx="1347">
                  <c:v>61.1640014648438</c:v>
                </c:pt>
                <c:pt idx="1348">
                  <c:v>61.811496734619098</c:v>
                </c:pt>
                <c:pt idx="1349">
                  <c:v>61.2698364257813</c:v>
                </c:pt>
                <c:pt idx="1350">
                  <c:v>61.705307006835902</c:v>
                </c:pt>
                <c:pt idx="1351">
                  <c:v>61.600582122802699</c:v>
                </c:pt>
                <c:pt idx="1352">
                  <c:v>61.689674377441399</c:v>
                </c:pt>
                <c:pt idx="1353">
                  <c:v>61.550212860107401</c:v>
                </c:pt>
                <c:pt idx="1354">
                  <c:v>61.6475830078125</c:v>
                </c:pt>
                <c:pt idx="1355">
                  <c:v>61.389400482177699</c:v>
                </c:pt>
                <c:pt idx="1356">
                  <c:v>61.101184844970703</c:v>
                </c:pt>
                <c:pt idx="1357">
                  <c:v>61.186481475830099</c:v>
                </c:pt>
                <c:pt idx="1358">
                  <c:v>61.386711120605497</c:v>
                </c:pt>
                <c:pt idx="1359">
                  <c:v>61.662174224853501</c:v>
                </c:pt>
                <c:pt idx="1360">
                  <c:v>61.857349395752003</c:v>
                </c:pt>
                <c:pt idx="1361">
                  <c:v>61.959690093994098</c:v>
                </c:pt>
                <c:pt idx="1362">
                  <c:v>61.851764678955099</c:v>
                </c:pt>
                <c:pt idx="1363">
                  <c:v>61.774681091308601</c:v>
                </c:pt>
                <c:pt idx="1364">
                  <c:v>61.648277282714801</c:v>
                </c:pt>
                <c:pt idx="1365">
                  <c:v>61.780429840087898</c:v>
                </c:pt>
                <c:pt idx="1366">
                  <c:v>61.886863708496101</c:v>
                </c:pt>
                <c:pt idx="1367">
                  <c:v>62.049602508544901</c:v>
                </c:pt>
                <c:pt idx="1368">
                  <c:v>62.089168548583999</c:v>
                </c:pt>
                <c:pt idx="1369">
                  <c:v>62.000942230224602</c:v>
                </c:pt>
                <c:pt idx="1370">
                  <c:v>62.023109436035199</c:v>
                </c:pt>
                <c:pt idx="1371">
                  <c:v>62.1557006835938</c:v>
                </c:pt>
                <c:pt idx="1372">
                  <c:v>62.129070281982401</c:v>
                </c:pt>
                <c:pt idx="1373">
                  <c:v>62.152305603027301</c:v>
                </c:pt>
                <c:pt idx="1374">
                  <c:v>61.992240905761697</c:v>
                </c:pt>
                <c:pt idx="1375">
                  <c:v>62.117294311523402</c:v>
                </c:pt>
                <c:pt idx="1376">
                  <c:v>62.079788208007798</c:v>
                </c:pt>
                <c:pt idx="1377">
                  <c:v>62.326736450195298</c:v>
                </c:pt>
                <c:pt idx="1378">
                  <c:v>62.271308898925803</c:v>
                </c:pt>
                <c:pt idx="1379">
                  <c:v>62.345409393310597</c:v>
                </c:pt>
                <c:pt idx="1380">
                  <c:v>62.125934600830099</c:v>
                </c:pt>
                <c:pt idx="1381">
                  <c:v>62.1771850585938</c:v>
                </c:pt>
                <c:pt idx="1382">
                  <c:v>62.305980682373097</c:v>
                </c:pt>
                <c:pt idx="1383">
                  <c:v>62.350543975830099</c:v>
                </c:pt>
                <c:pt idx="1384">
                  <c:v>62.601478576660199</c:v>
                </c:pt>
                <c:pt idx="1385">
                  <c:v>62.615428924560597</c:v>
                </c:pt>
                <c:pt idx="1386">
                  <c:v>62.558006286621101</c:v>
                </c:pt>
                <c:pt idx="1387">
                  <c:v>62.462699890136697</c:v>
                </c:pt>
                <c:pt idx="1388">
                  <c:v>62.477882385253899</c:v>
                </c:pt>
                <c:pt idx="1389">
                  <c:v>62.697147369384801</c:v>
                </c:pt>
                <c:pt idx="1390">
                  <c:v>62.443168640136697</c:v>
                </c:pt>
                <c:pt idx="1391">
                  <c:v>62.689033508300803</c:v>
                </c:pt>
                <c:pt idx="1392">
                  <c:v>62.6648979187012</c:v>
                </c:pt>
                <c:pt idx="1393">
                  <c:v>62.688430786132798</c:v>
                </c:pt>
                <c:pt idx="1394">
                  <c:v>62.952434539794901</c:v>
                </c:pt>
                <c:pt idx="1395">
                  <c:v>62.953910827636697</c:v>
                </c:pt>
                <c:pt idx="1396">
                  <c:v>62.9815483093262</c:v>
                </c:pt>
                <c:pt idx="1397">
                  <c:v>63.226776123046903</c:v>
                </c:pt>
                <c:pt idx="1398">
                  <c:v>62.994476318359403</c:v>
                </c:pt>
                <c:pt idx="1399">
                  <c:v>62.897491455078097</c:v>
                </c:pt>
                <c:pt idx="1400">
                  <c:v>63.430587768554702</c:v>
                </c:pt>
                <c:pt idx="1401">
                  <c:v>63.265510559082003</c:v>
                </c:pt>
                <c:pt idx="1402">
                  <c:v>63.047359466552699</c:v>
                </c:pt>
                <c:pt idx="1403">
                  <c:v>62.9151611328125</c:v>
                </c:pt>
                <c:pt idx="1404">
                  <c:v>62.830417633056598</c:v>
                </c:pt>
                <c:pt idx="1405">
                  <c:v>62.8809204101563</c:v>
                </c:pt>
                <c:pt idx="1406">
                  <c:v>62.904380798339801</c:v>
                </c:pt>
                <c:pt idx="1407">
                  <c:v>62.868595123291001</c:v>
                </c:pt>
                <c:pt idx="1408">
                  <c:v>62.387821197509801</c:v>
                </c:pt>
                <c:pt idx="1409">
                  <c:v>62.765983581542997</c:v>
                </c:pt>
                <c:pt idx="1410">
                  <c:v>63.247161865234403</c:v>
                </c:pt>
                <c:pt idx="1411">
                  <c:v>63.1843070983887</c:v>
                </c:pt>
                <c:pt idx="1412">
                  <c:v>63.2669677734375</c:v>
                </c:pt>
                <c:pt idx="1413">
                  <c:v>63.245071411132798</c:v>
                </c:pt>
                <c:pt idx="1414">
                  <c:v>64.289329528808594</c:v>
                </c:pt>
                <c:pt idx="1415">
                  <c:v>64.025581359863295</c:v>
                </c:pt>
                <c:pt idx="1416">
                  <c:v>63.572940826416001</c:v>
                </c:pt>
                <c:pt idx="1417">
                  <c:v>63.594684600830099</c:v>
                </c:pt>
                <c:pt idx="1418">
                  <c:v>63.529552459716797</c:v>
                </c:pt>
                <c:pt idx="1419">
                  <c:v>63.242992401123097</c:v>
                </c:pt>
                <c:pt idx="1420">
                  <c:v>63.2854614257813</c:v>
                </c:pt>
                <c:pt idx="1421">
                  <c:v>63.3265571594238</c:v>
                </c:pt>
                <c:pt idx="1422">
                  <c:v>63.556110382080099</c:v>
                </c:pt>
                <c:pt idx="1423">
                  <c:v>63.870891571044901</c:v>
                </c:pt>
                <c:pt idx="1424">
                  <c:v>64.4052734375</c:v>
                </c:pt>
                <c:pt idx="1425">
                  <c:v>63.932567596435597</c:v>
                </c:pt>
                <c:pt idx="1426">
                  <c:v>63.862834930419901</c:v>
                </c:pt>
                <c:pt idx="1427">
                  <c:v>63.921920776367202</c:v>
                </c:pt>
                <c:pt idx="1428">
                  <c:v>63.746292114257798</c:v>
                </c:pt>
                <c:pt idx="1429">
                  <c:v>63.499927520752003</c:v>
                </c:pt>
                <c:pt idx="1430">
                  <c:v>63.538242340087898</c:v>
                </c:pt>
                <c:pt idx="1431">
                  <c:v>63.775730133056598</c:v>
                </c:pt>
                <c:pt idx="1432">
                  <c:v>63.7554931640625</c:v>
                </c:pt>
                <c:pt idx="1433">
                  <c:v>63.908416748046903</c:v>
                </c:pt>
                <c:pt idx="1434">
                  <c:v>63.939971923828097</c:v>
                </c:pt>
                <c:pt idx="1435">
                  <c:v>63.864231109619098</c:v>
                </c:pt>
                <c:pt idx="1436">
                  <c:v>64.114807128906307</c:v>
                </c:pt>
                <c:pt idx="1437">
                  <c:v>63.978710174560597</c:v>
                </c:pt>
                <c:pt idx="1438">
                  <c:v>63.7107543945313</c:v>
                </c:pt>
                <c:pt idx="1439">
                  <c:v>63.703689575195298</c:v>
                </c:pt>
                <c:pt idx="1440">
                  <c:v>63.781455993652301</c:v>
                </c:pt>
                <c:pt idx="1441">
                  <c:v>63.702785491943402</c:v>
                </c:pt>
                <c:pt idx="1442">
                  <c:v>63.477901458740199</c:v>
                </c:pt>
                <c:pt idx="1443">
                  <c:v>63.712810516357401</c:v>
                </c:pt>
                <c:pt idx="1444">
                  <c:v>63.7412109375</c:v>
                </c:pt>
                <c:pt idx="1445">
                  <c:v>63.716110229492202</c:v>
                </c:pt>
                <c:pt idx="1446">
                  <c:v>63.748401641845703</c:v>
                </c:pt>
                <c:pt idx="1447">
                  <c:v>63.782421112060597</c:v>
                </c:pt>
                <c:pt idx="1448">
                  <c:v>63.989936828613303</c:v>
                </c:pt>
                <c:pt idx="1449">
                  <c:v>64.084655761718807</c:v>
                </c:pt>
                <c:pt idx="1450">
                  <c:v>63.996173858642599</c:v>
                </c:pt>
                <c:pt idx="1451">
                  <c:v>63.868209838867202</c:v>
                </c:pt>
                <c:pt idx="1452">
                  <c:v>63.977859497070298</c:v>
                </c:pt>
                <c:pt idx="1453">
                  <c:v>63.8978881835938</c:v>
                </c:pt>
                <c:pt idx="1454">
                  <c:v>63.6800727844238</c:v>
                </c:pt>
                <c:pt idx="1455">
                  <c:v>63.7833862304688</c:v>
                </c:pt>
                <c:pt idx="1456">
                  <c:v>63.876064300537102</c:v>
                </c:pt>
                <c:pt idx="1457">
                  <c:v>63.903530120849602</c:v>
                </c:pt>
                <c:pt idx="1458">
                  <c:v>63.989330291748097</c:v>
                </c:pt>
                <c:pt idx="1459">
                  <c:v>64.080711364746094</c:v>
                </c:pt>
                <c:pt idx="1460">
                  <c:v>63.991321563720703</c:v>
                </c:pt>
                <c:pt idx="1461">
                  <c:v>63.968734741210902</c:v>
                </c:pt>
                <c:pt idx="1462">
                  <c:v>63.898757934570298</c:v>
                </c:pt>
                <c:pt idx="1463">
                  <c:v>63.952693939208999</c:v>
                </c:pt>
                <c:pt idx="1464">
                  <c:v>63.959560394287102</c:v>
                </c:pt>
                <c:pt idx="1465">
                  <c:v>63.9473876953125</c:v>
                </c:pt>
                <c:pt idx="1466">
                  <c:v>63.946205139160199</c:v>
                </c:pt>
                <c:pt idx="1467">
                  <c:v>63.992191314697301</c:v>
                </c:pt>
                <c:pt idx="1468">
                  <c:v>63.993217468261697</c:v>
                </c:pt>
                <c:pt idx="1469">
                  <c:v>63.9295043945313</c:v>
                </c:pt>
                <c:pt idx="1470">
                  <c:v>63.958244323730497</c:v>
                </c:pt>
                <c:pt idx="1471">
                  <c:v>63.956172943115199</c:v>
                </c:pt>
                <c:pt idx="1472">
                  <c:v>63.910850524902301</c:v>
                </c:pt>
                <c:pt idx="1473">
                  <c:v>63.923542022705099</c:v>
                </c:pt>
                <c:pt idx="1474">
                  <c:v>63.886417388916001</c:v>
                </c:pt>
                <c:pt idx="1475">
                  <c:v>63.864215850830099</c:v>
                </c:pt>
                <c:pt idx="1476">
                  <c:v>63.891395568847699</c:v>
                </c:pt>
                <c:pt idx="1477">
                  <c:v>63.886627197265597</c:v>
                </c:pt>
                <c:pt idx="1478">
                  <c:v>63.8772163391113</c:v>
                </c:pt>
                <c:pt idx="1479">
                  <c:v>63.902576446533203</c:v>
                </c:pt>
                <c:pt idx="1480">
                  <c:v>63.825122833252003</c:v>
                </c:pt>
                <c:pt idx="1481">
                  <c:v>63.871009826660199</c:v>
                </c:pt>
                <c:pt idx="1482">
                  <c:v>63.909294128417997</c:v>
                </c:pt>
                <c:pt idx="1483">
                  <c:v>63.757335662841797</c:v>
                </c:pt>
                <c:pt idx="1484">
                  <c:v>63.670654296875</c:v>
                </c:pt>
                <c:pt idx="1485">
                  <c:v>64.014076232910199</c:v>
                </c:pt>
                <c:pt idx="1486">
                  <c:v>63.906787872314503</c:v>
                </c:pt>
                <c:pt idx="1487">
                  <c:v>64.0311279296875</c:v>
                </c:pt>
                <c:pt idx="1488">
                  <c:v>63.946144104003899</c:v>
                </c:pt>
                <c:pt idx="1489">
                  <c:v>64.519798278808594</c:v>
                </c:pt>
                <c:pt idx="1490">
                  <c:v>63.966640472412102</c:v>
                </c:pt>
                <c:pt idx="1491">
                  <c:v>63.751316070556598</c:v>
                </c:pt>
                <c:pt idx="1492">
                  <c:v>63.762474060058601</c:v>
                </c:pt>
                <c:pt idx="1493">
                  <c:v>63.890159606933601</c:v>
                </c:pt>
                <c:pt idx="1494">
                  <c:v>63.940273284912102</c:v>
                </c:pt>
                <c:pt idx="1495">
                  <c:v>64.021247863769503</c:v>
                </c:pt>
                <c:pt idx="1496">
                  <c:v>64.031639099121094</c:v>
                </c:pt>
                <c:pt idx="1497">
                  <c:v>64.068923950195298</c:v>
                </c:pt>
                <c:pt idx="1498">
                  <c:v>64.150337219238295</c:v>
                </c:pt>
                <c:pt idx="1499">
                  <c:v>64.058975219726605</c:v>
                </c:pt>
                <c:pt idx="1500">
                  <c:v>63.943042755127003</c:v>
                </c:pt>
                <c:pt idx="1501">
                  <c:v>64.028778076171903</c:v>
                </c:pt>
                <c:pt idx="1502">
                  <c:v>63.9099731445313</c:v>
                </c:pt>
                <c:pt idx="1503">
                  <c:v>64.100425720214801</c:v>
                </c:pt>
                <c:pt idx="1504">
                  <c:v>64.262977600097699</c:v>
                </c:pt>
                <c:pt idx="1505">
                  <c:v>64.184761047363295</c:v>
                </c:pt>
                <c:pt idx="1506">
                  <c:v>64.170471191406307</c:v>
                </c:pt>
                <c:pt idx="1507">
                  <c:v>64.229499816894503</c:v>
                </c:pt>
                <c:pt idx="1508">
                  <c:v>64.241661071777301</c:v>
                </c:pt>
                <c:pt idx="1509">
                  <c:v>64.137954711914105</c:v>
                </c:pt>
                <c:pt idx="1510">
                  <c:v>64.148651123046903</c:v>
                </c:pt>
                <c:pt idx="1511">
                  <c:v>64.1551513671875</c:v>
                </c:pt>
                <c:pt idx="1512">
                  <c:v>64.220809936523395</c:v>
                </c:pt>
                <c:pt idx="1513">
                  <c:v>64.193359375</c:v>
                </c:pt>
                <c:pt idx="1514">
                  <c:v>64.072586059570298</c:v>
                </c:pt>
                <c:pt idx="1515">
                  <c:v>64.259201049804702</c:v>
                </c:pt>
                <c:pt idx="1516">
                  <c:v>64.251953125</c:v>
                </c:pt>
                <c:pt idx="1517">
                  <c:v>64.008628845214801</c:v>
                </c:pt>
                <c:pt idx="1518">
                  <c:v>64.113502502441406</c:v>
                </c:pt>
                <c:pt idx="1519">
                  <c:v>64.169906616210895</c:v>
                </c:pt>
                <c:pt idx="1520">
                  <c:v>64.196983337402301</c:v>
                </c:pt>
                <c:pt idx="1521">
                  <c:v>64.192703247070298</c:v>
                </c:pt>
                <c:pt idx="1522">
                  <c:v>64.205749511718807</c:v>
                </c:pt>
                <c:pt idx="1523">
                  <c:v>64.264541625976605</c:v>
                </c:pt>
                <c:pt idx="1524">
                  <c:v>64.248207092285199</c:v>
                </c:pt>
                <c:pt idx="1525">
                  <c:v>64.324676513671903</c:v>
                </c:pt>
                <c:pt idx="1526">
                  <c:v>64.147239685058594</c:v>
                </c:pt>
                <c:pt idx="1527">
                  <c:v>64.213729858398395</c:v>
                </c:pt>
                <c:pt idx="1528">
                  <c:v>64.333518981933594</c:v>
                </c:pt>
                <c:pt idx="1529">
                  <c:v>64.604606628417997</c:v>
                </c:pt>
                <c:pt idx="1530">
                  <c:v>64.593498229980497</c:v>
                </c:pt>
                <c:pt idx="1531">
                  <c:v>64.697624206542997</c:v>
                </c:pt>
                <c:pt idx="1532">
                  <c:v>64.318519592285199</c:v>
                </c:pt>
                <c:pt idx="1533">
                  <c:v>64.255065917968807</c:v>
                </c:pt>
                <c:pt idx="1534">
                  <c:v>64.2489013671875</c:v>
                </c:pt>
                <c:pt idx="1535">
                  <c:v>64.415550231933594</c:v>
                </c:pt>
                <c:pt idx="1536">
                  <c:v>64.516738891601605</c:v>
                </c:pt>
                <c:pt idx="1537">
                  <c:v>64.420753479003906</c:v>
                </c:pt>
                <c:pt idx="1538">
                  <c:v>64.047279357910199</c:v>
                </c:pt>
                <c:pt idx="1539">
                  <c:v>64.307205200195298</c:v>
                </c:pt>
                <c:pt idx="1540">
                  <c:v>64.391410827636705</c:v>
                </c:pt>
                <c:pt idx="1541">
                  <c:v>64.435890197753906</c:v>
                </c:pt>
                <c:pt idx="1542">
                  <c:v>64.424476623535199</c:v>
                </c:pt>
                <c:pt idx="1543">
                  <c:v>64.873428344726605</c:v>
                </c:pt>
                <c:pt idx="1544">
                  <c:v>64.829666137695298</c:v>
                </c:pt>
                <c:pt idx="1545">
                  <c:v>64.685256958007798</c:v>
                </c:pt>
                <c:pt idx="1546">
                  <c:v>64.891120910644503</c:v>
                </c:pt>
                <c:pt idx="1547">
                  <c:v>64.797309875488295</c:v>
                </c:pt>
                <c:pt idx="1548">
                  <c:v>64.471717834472699</c:v>
                </c:pt>
                <c:pt idx="1549">
                  <c:v>64.790733337402301</c:v>
                </c:pt>
                <c:pt idx="1550">
                  <c:v>64.423156738281307</c:v>
                </c:pt>
                <c:pt idx="1551">
                  <c:v>64.963455200195298</c:v>
                </c:pt>
                <c:pt idx="1552">
                  <c:v>64.867980957031307</c:v>
                </c:pt>
                <c:pt idx="1553">
                  <c:v>64.746833801269503</c:v>
                </c:pt>
                <c:pt idx="1554">
                  <c:v>65.004379272460895</c:v>
                </c:pt>
                <c:pt idx="1555">
                  <c:v>64.991027832031307</c:v>
                </c:pt>
                <c:pt idx="1556">
                  <c:v>65.225425720214801</c:v>
                </c:pt>
                <c:pt idx="1557">
                  <c:v>65.040374755859403</c:v>
                </c:pt>
                <c:pt idx="1558">
                  <c:v>64.674850463867202</c:v>
                </c:pt>
                <c:pt idx="1559">
                  <c:v>64.896766662597699</c:v>
                </c:pt>
                <c:pt idx="1560">
                  <c:v>64.613983154296903</c:v>
                </c:pt>
                <c:pt idx="1561">
                  <c:v>64.491104125976605</c:v>
                </c:pt>
                <c:pt idx="1562">
                  <c:v>64.601234436035199</c:v>
                </c:pt>
                <c:pt idx="1563">
                  <c:v>65.047393798828097</c:v>
                </c:pt>
                <c:pt idx="1564">
                  <c:v>65.118011474609403</c:v>
                </c:pt>
                <c:pt idx="1565">
                  <c:v>65.554656982421903</c:v>
                </c:pt>
                <c:pt idx="1566">
                  <c:v>65.386756896972699</c:v>
                </c:pt>
                <c:pt idx="1567">
                  <c:v>64.995895385742202</c:v>
                </c:pt>
                <c:pt idx="1568">
                  <c:v>65.104583740234403</c:v>
                </c:pt>
                <c:pt idx="1569">
                  <c:v>65.257659912109403</c:v>
                </c:pt>
                <c:pt idx="1570">
                  <c:v>65.248573303222699</c:v>
                </c:pt>
                <c:pt idx="1571">
                  <c:v>65.414199829101605</c:v>
                </c:pt>
                <c:pt idx="1572">
                  <c:v>65.363853454589801</c:v>
                </c:pt>
                <c:pt idx="1573">
                  <c:v>65.327651977539105</c:v>
                </c:pt>
                <c:pt idx="1574">
                  <c:v>65.4510498046875</c:v>
                </c:pt>
                <c:pt idx="1575">
                  <c:v>65.718727111816406</c:v>
                </c:pt>
                <c:pt idx="1576">
                  <c:v>65.538887023925795</c:v>
                </c:pt>
                <c:pt idx="1577">
                  <c:v>65.657821655273395</c:v>
                </c:pt>
                <c:pt idx="1578">
                  <c:v>65.607025146484403</c:v>
                </c:pt>
                <c:pt idx="1579">
                  <c:v>65.540687561035199</c:v>
                </c:pt>
                <c:pt idx="1580">
                  <c:v>65.615257263183594</c:v>
                </c:pt>
                <c:pt idx="1581">
                  <c:v>65.621261596679702</c:v>
                </c:pt>
                <c:pt idx="1582">
                  <c:v>65.563529968261705</c:v>
                </c:pt>
                <c:pt idx="1583">
                  <c:v>65.604713439941406</c:v>
                </c:pt>
                <c:pt idx="1584">
                  <c:v>65.522979736328097</c:v>
                </c:pt>
                <c:pt idx="1585">
                  <c:v>65.522720336914105</c:v>
                </c:pt>
                <c:pt idx="1586">
                  <c:v>65.569328308105497</c:v>
                </c:pt>
                <c:pt idx="1587">
                  <c:v>65.527420043945298</c:v>
                </c:pt>
                <c:pt idx="1588">
                  <c:v>65.427581787109403</c:v>
                </c:pt>
                <c:pt idx="1589">
                  <c:v>65.536941528320298</c:v>
                </c:pt>
                <c:pt idx="1590">
                  <c:v>65.421501159667997</c:v>
                </c:pt>
                <c:pt idx="1591">
                  <c:v>65.390472412109403</c:v>
                </c:pt>
                <c:pt idx="1592">
                  <c:v>65.432823181152301</c:v>
                </c:pt>
                <c:pt idx="1593">
                  <c:v>65.308799743652301</c:v>
                </c:pt>
                <c:pt idx="1594">
                  <c:v>65.504631042480497</c:v>
                </c:pt>
                <c:pt idx="1595">
                  <c:v>65.689033508300795</c:v>
                </c:pt>
                <c:pt idx="1596">
                  <c:v>65.460800170898395</c:v>
                </c:pt>
                <c:pt idx="1597">
                  <c:v>65.480331420898395</c:v>
                </c:pt>
                <c:pt idx="1598">
                  <c:v>65.633155822753906</c:v>
                </c:pt>
                <c:pt idx="1599">
                  <c:v>65.250831604003906</c:v>
                </c:pt>
                <c:pt idx="1600">
                  <c:v>65.355812072753906</c:v>
                </c:pt>
                <c:pt idx="1601">
                  <c:v>65.503868103027301</c:v>
                </c:pt>
                <c:pt idx="1602">
                  <c:v>66.026893615722699</c:v>
                </c:pt>
                <c:pt idx="1603">
                  <c:v>65.925735473632798</c:v>
                </c:pt>
                <c:pt idx="1604">
                  <c:v>65.910324096679702</c:v>
                </c:pt>
                <c:pt idx="1605">
                  <c:v>65.977546691894503</c:v>
                </c:pt>
                <c:pt idx="1606">
                  <c:v>66.322731018066406</c:v>
                </c:pt>
                <c:pt idx="1607">
                  <c:v>66.081481933593807</c:v>
                </c:pt>
                <c:pt idx="1608">
                  <c:v>65.941062927246094</c:v>
                </c:pt>
                <c:pt idx="1609">
                  <c:v>66.284881591796903</c:v>
                </c:pt>
                <c:pt idx="1610">
                  <c:v>65.942726135253906</c:v>
                </c:pt>
                <c:pt idx="1611">
                  <c:v>65.955909729003906</c:v>
                </c:pt>
                <c:pt idx="1612">
                  <c:v>65.683242797851605</c:v>
                </c:pt>
                <c:pt idx="1613">
                  <c:v>65.56298828125</c:v>
                </c:pt>
                <c:pt idx="1614">
                  <c:v>66.101135253906307</c:v>
                </c:pt>
                <c:pt idx="1615">
                  <c:v>66.226478576660199</c:v>
                </c:pt>
                <c:pt idx="1616">
                  <c:v>66.3367919921875</c:v>
                </c:pt>
                <c:pt idx="1617">
                  <c:v>66.143302917480497</c:v>
                </c:pt>
                <c:pt idx="1618">
                  <c:v>65.930130004882798</c:v>
                </c:pt>
                <c:pt idx="1619">
                  <c:v>65.737960815429702</c:v>
                </c:pt>
                <c:pt idx="1620">
                  <c:v>65.787185668945298</c:v>
                </c:pt>
                <c:pt idx="1621">
                  <c:v>65.988136291503906</c:v>
                </c:pt>
                <c:pt idx="1622">
                  <c:v>65.965682983398395</c:v>
                </c:pt>
                <c:pt idx="1623">
                  <c:v>65.967681884765597</c:v>
                </c:pt>
                <c:pt idx="1624">
                  <c:v>66.109649658203097</c:v>
                </c:pt>
                <c:pt idx="1625">
                  <c:v>66.357177734375</c:v>
                </c:pt>
                <c:pt idx="1626">
                  <c:v>66.065002441406307</c:v>
                </c:pt>
                <c:pt idx="1627">
                  <c:v>65.662582397460895</c:v>
                </c:pt>
                <c:pt idx="1628">
                  <c:v>65.525573730468807</c:v>
                </c:pt>
                <c:pt idx="1629">
                  <c:v>65.789848327636705</c:v>
                </c:pt>
                <c:pt idx="1630">
                  <c:v>65.941680908203097</c:v>
                </c:pt>
                <c:pt idx="1631">
                  <c:v>65.821449279785199</c:v>
                </c:pt>
                <c:pt idx="1632">
                  <c:v>65.555419921875</c:v>
                </c:pt>
                <c:pt idx="1633">
                  <c:v>66.176246643066406</c:v>
                </c:pt>
                <c:pt idx="1634">
                  <c:v>66.388397216796903</c:v>
                </c:pt>
                <c:pt idx="1635">
                  <c:v>66.064193725585895</c:v>
                </c:pt>
                <c:pt idx="1636">
                  <c:v>66.160110473632798</c:v>
                </c:pt>
                <c:pt idx="1637">
                  <c:v>65.910377502441406</c:v>
                </c:pt>
                <c:pt idx="1638">
                  <c:v>65.871025085449205</c:v>
                </c:pt>
                <c:pt idx="1639">
                  <c:v>66.003730773925795</c:v>
                </c:pt>
                <c:pt idx="1640">
                  <c:v>66.305335998535199</c:v>
                </c:pt>
                <c:pt idx="1641">
                  <c:v>66.456855773925795</c:v>
                </c:pt>
                <c:pt idx="1642">
                  <c:v>66.565872192382798</c:v>
                </c:pt>
                <c:pt idx="1643">
                  <c:v>66.809875488281307</c:v>
                </c:pt>
                <c:pt idx="1644">
                  <c:v>66.819305419921903</c:v>
                </c:pt>
                <c:pt idx="1645">
                  <c:v>67.451301574707003</c:v>
                </c:pt>
                <c:pt idx="1646">
                  <c:v>67.771247863769503</c:v>
                </c:pt>
                <c:pt idx="1647">
                  <c:v>68.405479431152301</c:v>
                </c:pt>
                <c:pt idx="1648">
                  <c:v>67.8944091796875</c:v>
                </c:pt>
                <c:pt idx="1649">
                  <c:v>67.522911071777301</c:v>
                </c:pt>
                <c:pt idx="1650">
                  <c:v>67.332382202148395</c:v>
                </c:pt>
                <c:pt idx="1651">
                  <c:v>67.169448852539105</c:v>
                </c:pt>
                <c:pt idx="1652">
                  <c:v>67.132781982421903</c:v>
                </c:pt>
                <c:pt idx="1653">
                  <c:v>67.243934631347699</c:v>
                </c:pt>
                <c:pt idx="1654">
                  <c:v>67.147125244140597</c:v>
                </c:pt>
                <c:pt idx="1655">
                  <c:v>67.020759582519503</c:v>
                </c:pt>
                <c:pt idx="1656">
                  <c:v>66.811576843261705</c:v>
                </c:pt>
                <c:pt idx="1657">
                  <c:v>66.327590942382798</c:v>
                </c:pt>
                <c:pt idx="1658">
                  <c:v>66.743301391601605</c:v>
                </c:pt>
                <c:pt idx="1659">
                  <c:v>67.089752197265597</c:v>
                </c:pt>
                <c:pt idx="1660">
                  <c:v>67.115295410156307</c:v>
                </c:pt>
                <c:pt idx="1661">
                  <c:v>66.843788146972699</c:v>
                </c:pt>
                <c:pt idx="1662">
                  <c:v>66.834197998046903</c:v>
                </c:pt>
                <c:pt idx="1663">
                  <c:v>66.822364807128906</c:v>
                </c:pt>
                <c:pt idx="1664">
                  <c:v>66.842010498046903</c:v>
                </c:pt>
                <c:pt idx="1665">
                  <c:v>66.890464782714801</c:v>
                </c:pt>
                <c:pt idx="1666">
                  <c:v>67.081855773925795</c:v>
                </c:pt>
                <c:pt idx="1667">
                  <c:v>66.739730834960895</c:v>
                </c:pt>
                <c:pt idx="1668">
                  <c:v>66.717689514160199</c:v>
                </c:pt>
                <c:pt idx="1669">
                  <c:v>66.811386108398395</c:v>
                </c:pt>
                <c:pt idx="1670">
                  <c:v>66.762748718261705</c:v>
                </c:pt>
                <c:pt idx="1671">
                  <c:v>66.907081604003906</c:v>
                </c:pt>
                <c:pt idx="1672">
                  <c:v>66.884078979492202</c:v>
                </c:pt>
                <c:pt idx="1673">
                  <c:v>66.623527526855497</c:v>
                </c:pt>
                <c:pt idx="1674">
                  <c:v>66.703872680664105</c:v>
                </c:pt>
                <c:pt idx="1675">
                  <c:v>66.835174560546903</c:v>
                </c:pt>
                <c:pt idx="1676">
                  <c:v>66.774192810058594</c:v>
                </c:pt>
                <c:pt idx="1677">
                  <c:v>66.578231811523395</c:v>
                </c:pt>
                <c:pt idx="1678">
                  <c:v>66.785812377929702</c:v>
                </c:pt>
                <c:pt idx="1679">
                  <c:v>66.761367797851605</c:v>
                </c:pt>
                <c:pt idx="1680">
                  <c:v>66.863845825195298</c:v>
                </c:pt>
                <c:pt idx="1681">
                  <c:v>67.070198059082003</c:v>
                </c:pt>
                <c:pt idx="1682">
                  <c:v>67.329742431640597</c:v>
                </c:pt>
                <c:pt idx="1683">
                  <c:v>67.501274108886705</c:v>
                </c:pt>
                <c:pt idx="1684">
                  <c:v>67.209480285644503</c:v>
                </c:pt>
                <c:pt idx="1685">
                  <c:v>67.1861572265625</c:v>
                </c:pt>
                <c:pt idx="1686">
                  <c:v>67.188545227050795</c:v>
                </c:pt>
                <c:pt idx="1687">
                  <c:v>67.240119934082003</c:v>
                </c:pt>
                <c:pt idx="1688">
                  <c:v>67.260734558105497</c:v>
                </c:pt>
                <c:pt idx="1689">
                  <c:v>67.241340637207003</c:v>
                </c:pt>
                <c:pt idx="1690">
                  <c:v>67.213287353515597</c:v>
                </c:pt>
                <c:pt idx="1691">
                  <c:v>67.201332092285199</c:v>
                </c:pt>
                <c:pt idx="1692">
                  <c:v>67.293037414550795</c:v>
                </c:pt>
                <c:pt idx="1693">
                  <c:v>67.228080749511705</c:v>
                </c:pt>
                <c:pt idx="1694">
                  <c:v>66.933341979980497</c:v>
                </c:pt>
                <c:pt idx="1695">
                  <c:v>66.953865051269503</c:v>
                </c:pt>
                <c:pt idx="1696">
                  <c:v>66.982513427734403</c:v>
                </c:pt>
                <c:pt idx="1697">
                  <c:v>67.149749755859403</c:v>
                </c:pt>
                <c:pt idx="1698">
                  <c:v>67.397850036621094</c:v>
                </c:pt>
                <c:pt idx="1699">
                  <c:v>67.103378295898395</c:v>
                </c:pt>
                <c:pt idx="1700">
                  <c:v>67.557144165039105</c:v>
                </c:pt>
                <c:pt idx="1701">
                  <c:v>67.541877746582003</c:v>
                </c:pt>
                <c:pt idx="1702">
                  <c:v>67.220169067382798</c:v>
                </c:pt>
                <c:pt idx="1703">
                  <c:v>67.215469360351605</c:v>
                </c:pt>
                <c:pt idx="1704">
                  <c:v>67.266471862792997</c:v>
                </c:pt>
                <c:pt idx="1705">
                  <c:v>67.595977783203097</c:v>
                </c:pt>
                <c:pt idx="1706">
                  <c:v>67.780776977539105</c:v>
                </c:pt>
                <c:pt idx="1707">
                  <c:v>67.725814819335895</c:v>
                </c:pt>
                <c:pt idx="1708">
                  <c:v>67.654220581054702</c:v>
                </c:pt>
                <c:pt idx="1709">
                  <c:v>67.631202697753906</c:v>
                </c:pt>
                <c:pt idx="1710">
                  <c:v>67.569725036621094</c:v>
                </c:pt>
                <c:pt idx="1711">
                  <c:v>67.525009155273395</c:v>
                </c:pt>
                <c:pt idx="1712">
                  <c:v>67.549934387207003</c:v>
                </c:pt>
                <c:pt idx="1713">
                  <c:v>67.600486755371094</c:v>
                </c:pt>
                <c:pt idx="1714">
                  <c:v>67.598541259765597</c:v>
                </c:pt>
                <c:pt idx="1715">
                  <c:v>67.574333190917997</c:v>
                </c:pt>
                <c:pt idx="1716">
                  <c:v>67.541366577148395</c:v>
                </c:pt>
                <c:pt idx="1717">
                  <c:v>67.519187927246094</c:v>
                </c:pt>
                <c:pt idx="1718">
                  <c:v>67.380790710449205</c:v>
                </c:pt>
                <c:pt idx="1719">
                  <c:v>67.588653564453097</c:v>
                </c:pt>
                <c:pt idx="1720">
                  <c:v>67.703292846679702</c:v>
                </c:pt>
                <c:pt idx="1721">
                  <c:v>67.701751708984403</c:v>
                </c:pt>
                <c:pt idx="1722">
                  <c:v>67.507026672363295</c:v>
                </c:pt>
                <c:pt idx="1723">
                  <c:v>67.550651550292997</c:v>
                </c:pt>
                <c:pt idx="1724">
                  <c:v>67.571128845214801</c:v>
                </c:pt>
                <c:pt idx="1725">
                  <c:v>67.500526428222699</c:v>
                </c:pt>
                <c:pt idx="1726">
                  <c:v>67.5875244140625</c:v>
                </c:pt>
                <c:pt idx="1727">
                  <c:v>67.613510131835895</c:v>
                </c:pt>
                <c:pt idx="1728">
                  <c:v>67.657699584960895</c:v>
                </c:pt>
                <c:pt idx="1729">
                  <c:v>67.684906005859403</c:v>
                </c:pt>
                <c:pt idx="1730">
                  <c:v>67.683761596679702</c:v>
                </c:pt>
                <c:pt idx="1731">
                  <c:v>67.645317077636705</c:v>
                </c:pt>
                <c:pt idx="1732">
                  <c:v>67.693710327148395</c:v>
                </c:pt>
                <c:pt idx="1733">
                  <c:v>67.722793579101605</c:v>
                </c:pt>
                <c:pt idx="1734">
                  <c:v>67.721603393554702</c:v>
                </c:pt>
                <c:pt idx="1735">
                  <c:v>67.710929870605497</c:v>
                </c:pt>
                <c:pt idx="1736">
                  <c:v>67.712669372558594</c:v>
                </c:pt>
                <c:pt idx="1737">
                  <c:v>67.7083740234375</c:v>
                </c:pt>
                <c:pt idx="1738">
                  <c:v>67.717277526855497</c:v>
                </c:pt>
                <c:pt idx="1739">
                  <c:v>67.709983825683594</c:v>
                </c:pt>
                <c:pt idx="1740">
                  <c:v>67.755653381347699</c:v>
                </c:pt>
                <c:pt idx="1741">
                  <c:v>67.709335327148395</c:v>
                </c:pt>
                <c:pt idx="1742">
                  <c:v>67.682464599609403</c:v>
                </c:pt>
                <c:pt idx="1743">
                  <c:v>67.721122741699205</c:v>
                </c:pt>
                <c:pt idx="1744">
                  <c:v>67.652976989746094</c:v>
                </c:pt>
                <c:pt idx="1745">
                  <c:v>67.682342529296903</c:v>
                </c:pt>
                <c:pt idx="1746">
                  <c:v>67.717254638671903</c:v>
                </c:pt>
                <c:pt idx="1747">
                  <c:v>67.732826232910199</c:v>
                </c:pt>
                <c:pt idx="1748">
                  <c:v>67.722793579101605</c:v>
                </c:pt>
                <c:pt idx="1749">
                  <c:v>67.680900573730497</c:v>
                </c:pt>
                <c:pt idx="1750">
                  <c:v>67.704536437988295</c:v>
                </c:pt>
                <c:pt idx="1751">
                  <c:v>67.735572814941406</c:v>
                </c:pt>
                <c:pt idx="1752">
                  <c:v>67.738082885742202</c:v>
                </c:pt>
                <c:pt idx="1753">
                  <c:v>67.737297058105497</c:v>
                </c:pt>
                <c:pt idx="1754">
                  <c:v>67.773521423339801</c:v>
                </c:pt>
                <c:pt idx="1755">
                  <c:v>67.736129760742202</c:v>
                </c:pt>
                <c:pt idx="1756">
                  <c:v>67.711364746093807</c:v>
                </c:pt>
                <c:pt idx="1757">
                  <c:v>67.810615539550795</c:v>
                </c:pt>
                <c:pt idx="1758">
                  <c:v>67.837196350097699</c:v>
                </c:pt>
                <c:pt idx="1759">
                  <c:v>67.824478149414105</c:v>
                </c:pt>
                <c:pt idx="1760">
                  <c:v>67.815147399902301</c:v>
                </c:pt>
                <c:pt idx="1761">
                  <c:v>67.857635498046903</c:v>
                </c:pt>
                <c:pt idx="1762">
                  <c:v>67.858848571777301</c:v>
                </c:pt>
                <c:pt idx="1763">
                  <c:v>67.800338745117202</c:v>
                </c:pt>
                <c:pt idx="1764">
                  <c:v>67.831130981445298</c:v>
                </c:pt>
                <c:pt idx="1765">
                  <c:v>67.850746154785199</c:v>
                </c:pt>
                <c:pt idx="1766">
                  <c:v>67.854095458984403</c:v>
                </c:pt>
                <c:pt idx="1767">
                  <c:v>67.792549133300795</c:v>
                </c:pt>
                <c:pt idx="1768">
                  <c:v>67.800453186035199</c:v>
                </c:pt>
                <c:pt idx="1769">
                  <c:v>67.846626281738295</c:v>
                </c:pt>
                <c:pt idx="1770">
                  <c:v>67.820892333984403</c:v>
                </c:pt>
                <c:pt idx="1771">
                  <c:v>67.86572265625</c:v>
                </c:pt>
                <c:pt idx="1772">
                  <c:v>67.927467346191406</c:v>
                </c:pt>
                <c:pt idx="1773">
                  <c:v>67.908226013183594</c:v>
                </c:pt>
                <c:pt idx="1774">
                  <c:v>67.818672180175795</c:v>
                </c:pt>
                <c:pt idx="1775">
                  <c:v>67.833824157714801</c:v>
                </c:pt>
                <c:pt idx="1776">
                  <c:v>67.849220275878906</c:v>
                </c:pt>
                <c:pt idx="1777">
                  <c:v>67.796455383300795</c:v>
                </c:pt>
                <c:pt idx="1778">
                  <c:v>67.737472534179702</c:v>
                </c:pt>
                <c:pt idx="1779">
                  <c:v>67.749320983886705</c:v>
                </c:pt>
                <c:pt idx="1780">
                  <c:v>67.7806396484375</c:v>
                </c:pt>
                <c:pt idx="1781">
                  <c:v>67.801200866699205</c:v>
                </c:pt>
                <c:pt idx="1782">
                  <c:v>67.792831420898395</c:v>
                </c:pt>
                <c:pt idx="1783">
                  <c:v>67.733741760253906</c:v>
                </c:pt>
                <c:pt idx="1784">
                  <c:v>67.764709472656307</c:v>
                </c:pt>
                <c:pt idx="1785">
                  <c:v>67.790611267089801</c:v>
                </c:pt>
                <c:pt idx="1786">
                  <c:v>67.786193847656307</c:v>
                </c:pt>
                <c:pt idx="1787">
                  <c:v>67.776832580566406</c:v>
                </c:pt>
                <c:pt idx="1788">
                  <c:v>67.796134948730497</c:v>
                </c:pt>
                <c:pt idx="1789">
                  <c:v>67.786148071289105</c:v>
                </c:pt>
                <c:pt idx="1790">
                  <c:v>67.804870605468807</c:v>
                </c:pt>
                <c:pt idx="1791">
                  <c:v>67.783599853515597</c:v>
                </c:pt>
                <c:pt idx="1792">
                  <c:v>67.750038146972699</c:v>
                </c:pt>
                <c:pt idx="1793">
                  <c:v>67.728782653808594</c:v>
                </c:pt>
                <c:pt idx="1794">
                  <c:v>67.770271301269503</c:v>
                </c:pt>
                <c:pt idx="1795">
                  <c:v>67.713233947753906</c:v>
                </c:pt>
                <c:pt idx="1796">
                  <c:v>67.707382202148395</c:v>
                </c:pt>
                <c:pt idx="1797">
                  <c:v>67.730995178222699</c:v>
                </c:pt>
                <c:pt idx="1798">
                  <c:v>67.701301574707003</c:v>
                </c:pt>
                <c:pt idx="1799">
                  <c:v>67.744026184082003</c:v>
                </c:pt>
                <c:pt idx="1800">
                  <c:v>67.724182128906307</c:v>
                </c:pt>
                <c:pt idx="1801">
                  <c:v>67.696136474609403</c:v>
                </c:pt>
                <c:pt idx="1802">
                  <c:v>67.734550476074205</c:v>
                </c:pt>
                <c:pt idx="1803">
                  <c:v>67.734512329101605</c:v>
                </c:pt>
                <c:pt idx="1804">
                  <c:v>67.688812255859403</c:v>
                </c:pt>
                <c:pt idx="1805">
                  <c:v>67.707595825195298</c:v>
                </c:pt>
                <c:pt idx="1806">
                  <c:v>67.738479614257798</c:v>
                </c:pt>
                <c:pt idx="1807">
                  <c:v>67.753570556640597</c:v>
                </c:pt>
                <c:pt idx="1808">
                  <c:v>67.742950439453097</c:v>
                </c:pt>
                <c:pt idx="1809">
                  <c:v>67.726737976074205</c:v>
                </c:pt>
                <c:pt idx="1810">
                  <c:v>67.716346740722699</c:v>
                </c:pt>
                <c:pt idx="1811">
                  <c:v>67.733856201171903</c:v>
                </c:pt>
                <c:pt idx="1812">
                  <c:v>67.732719421386705</c:v>
                </c:pt>
                <c:pt idx="1813">
                  <c:v>67.686851501464801</c:v>
                </c:pt>
                <c:pt idx="1814">
                  <c:v>67.736434936523395</c:v>
                </c:pt>
                <c:pt idx="1815">
                  <c:v>67.922012329101605</c:v>
                </c:pt>
                <c:pt idx="1816">
                  <c:v>67.964378356933594</c:v>
                </c:pt>
                <c:pt idx="1817">
                  <c:v>67.930686950683594</c:v>
                </c:pt>
                <c:pt idx="1818">
                  <c:v>67.924575805664105</c:v>
                </c:pt>
                <c:pt idx="1819">
                  <c:v>67.894378662109403</c:v>
                </c:pt>
                <c:pt idx="1820">
                  <c:v>68.076896667480497</c:v>
                </c:pt>
                <c:pt idx="1821">
                  <c:v>67.680160522460895</c:v>
                </c:pt>
                <c:pt idx="1822">
                  <c:v>67.396453857421903</c:v>
                </c:pt>
                <c:pt idx="1823">
                  <c:v>67.386512756347699</c:v>
                </c:pt>
                <c:pt idx="1824">
                  <c:v>68.208213806152301</c:v>
                </c:pt>
                <c:pt idx="1825">
                  <c:v>68.246185302734403</c:v>
                </c:pt>
                <c:pt idx="1826">
                  <c:v>68.494216918945298</c:v>
                </c:pt>
                <c:pt idx="1827">
                  <c:v>68.153205871582003</c:v>
                </c:pt>
                <c:pt idx="1828">
                  <c:v>68.404861450195298</c:v>
                </c:pt>
                <c:pt idx="1829">
                  <c:v>68.077209472656307</c:v>
                </c:pt>
                <c:pt idx="1830">
                  <c:v>68.557388305664105</c:v>
                </c:pt>
                <c:pt idx="1831">
                  <c:v>68.685348510742202</c:v>
                </c:pt>
                <c:pt idx="1832">
                  <c:v>68.506164550781307</c:v>
                </c:pt>
                <c:pt idx="1833">
                  <c:v>68.395187377929702</c:v>
                </c:pt>
                <c:pt idx="1834">
                  <c:v>68.169563293457003</c:v>
                </c:pt>
                <c:pt idx="1835">
                  <c:v>67.955848693847699</c:v>
                </c:pt>
                <c:pt idx="1836">
                  <c:v>67.920913696289105</c:v>
                </c:pt>
                <c:pt idx="1837">
                  <c:v>68.222145080566406</c:v>
                </c:pt>
                <c:pt idx="1838">
                  <c:v>68.41015625</c:v>
                </c:pt>
                <c:pt idx="1839">
                  <c:v>68.936111450195298</c:v>
                </c:pt>
                <c:pt idx="1840">
                  <c:v>69.192687988281307</c:v>
                </c:pt>
                <c:pt idx="1841">
                  <c:v>68.9215087890625</c:v>
                </c:pt>
                <c:pt idx="1842">
                  <c:v>68.851531982421903</c:v>
                </c:pt>
                <c:pt idx="1843">
                  <c:v>68.829132080078097</c:v>
                </c:pt>
                <c:pt idx="1844">
                  <c:v>68.703781127929702</c:v>
                </c:pt>
                <c:pt idx="1845">
                  <c:v>68.812934875488295</c:v>
                </c:pt>
                <c:pt idx="1846">
                  <c:v>68.916358947753906</c:v>
                </c:pt>
                <c:pt idx="1847">
                  <c:v>68.770080566406307</c:v>
                </c:pt>
                <c:pt idx="1848">
                  <c:v>68.754806518554702</c:v>
                </c:pt>
                <c:pt idx="1849">
                  <c:v>68.758583068847699</c:v>
                </c:pt>
                <c:pt idx="1850">
                  <c:v>68.797256469726605</c:v>
                </c:pt>
                <c:pt idx="1851">
                  <c:v>68.844818115234403</c:v>
                </c:pt>
                <c:pt idx="1852">
                  <c:v>68.905982971191406</c:v>
                </c:pt>
                <c:pt idx="1853">
                  <c:v>68.776145935058594</c:v>
                </c:pt>
                <c:pt idx="1854">
                  <c:v>68.887504577636705</c:v>
                </c:pt>
                <c:pt idx="1855">
                  <c:v>68.887664794921903</c:v>
                </c:pt>
                <c:pt idx="1856">
                  <c:v>68.923263549804702</c:v>
                </c:pt>
                <c:pt idx="1857">
                  <c:v>68.891166687011705</c:v>
                </c:pt>
                <c:pt idx="1858">
                  <c:v>68.991889953613295</c:v>
                </c:pt>
                <c:pt idx="1859">
                  <c:v>68.797958374023395</c:v>
                </c:pt>
                <c:pt idx="1860">
                  <c:v>68.888328552246094</c:v>
                </c:pt>
                <c:pt idx="1861">
                  <c:v>68.971473693847699</c:v>
                </c:pt>
                <c:pt idx="1862">
                  <c:v>69.079895019531307</c:v>
                </c:pt>
                <c:pt idx="1863">
                  <c:v>69.134010314941406</c:v>
                </c:pt>
                <c:pt idx="1864">
                  <c:v>69.235343933105497</c:v>
                </c:pt>
                <c:pt idx="1865">
                  <c:v>69.236045837402301</c:v>
                </c:pt>
                <c:pt idx="1866">
                  <c:v>69.161949157714801</c:v>
                </c:pt>
                <c:pt idx="1867">
                  <c:v>69.215980529785199</c:v>
                </c:pt>
                <c:pt idx="1868">
                  <c:v>69.213691711425795</c:v>
                </c:pt>
                <c:pt idx="1869">
                  <c:v>69.5401611328125</c:v>
                </c:pt>
                <c:pt idx="1870">
                  <c:v>69.377853393554702</c:v>
                </c:pt>
                <c:pt idx="1871">
                  <c:v>69.327476501464801</c:v>
                </c:pt>
                <c:pt idx="1872">
                  <c:v>69.226478576660199</c:v>
                </c:pt>
                <c:pt idx="1873">
                  <c:v>69.193428039550795</c:v>
                </c:pt>
                <c:pt idx="1874">
                  <c:v>69.3399658203125</c:v>
                </c:pt>
                <c:pt idx="1875">
                  <c:v>69.302558898925795</c:v>
                </c:pt>
                <c:pt idx="1876">
                  <c:v>69.249412536621094</c:v>
                </c:pt>
                <c:pt idx="1877">
                  <c:v>69.4468994140625</c:v>
                </c:pt>
                <c:pt idx="1878">
                  <c:v>69.422348022460895</c:v>
                </c:pt>
                <c:pt idx="1879">
                  <c:v>69.257606506347699</c:v>
                </c:pt>
                <c:pt idx="1880">
                  <c:v>69.442184448242202</c:v>
                </c:pt>
                <c:pt idx="1881">
                  <c:v>69.650459289550795</c:v>
                </c:pt>
                <c:pt idx="1882">
                  <c:v>69.685363769531307</c:v>
                </c:pt>
                <c:pt idx="1883">
                  <c:v>70.004615783691406</c:v>
                </c:pt>
                <c:pt idx="1884">
                  <c:v>70.061584472656307</c:v>
                </c:pt>
                <c:pt idx="1885">
                  <c:v>69.800399780273395</c:v>
                </c:pt>
                <c:pt idx="1886">
                  <c:v>70.485687255859403</c:v>
                </c:pt>
                <c:pt idx="1887">
                  <c:v>70.110931396484403</c:v>
                </c:pt>
                <c:pt idx="1888">
                  <c:v>70.190994262695298</c:v>
                </c:pt>
                <c:pt idx="1889">
                  <c:v>70.106605529785199</c:v>
                </c:pt>
                <c:pt idx="1890">
                  <c:v>70.070404052734403</c:v>
                </c:pt>
                <c:pt idx="1891">
                  <c:v>70.012901306152301</c:v>
                </c:pt>
                <c:pt idx="1892">
                  <c:v>70.085136413574205</c:v>
                </c:pt>
                <c:pt idx="1893">
                  <c:v>70.3232421875</c:v>
                </c:pt>
                <c:pt idx="1894">
                  <c:v>70.500007629394503</c:v>
                </c:pt>
                <c:pt idx="1895">
                  <c:v>70.343551635742202</c:v>
                </c:pt>
                <c:pt idx="1896">
                  <c:v>70.598167419433594</c:v>
                </c:pt>
                <c:pt idx="1897">
                  <c:v>70.638648986816406</c:v>
                </c:pt>
                <c:pt idx="1898">
                  <c:v>70.4422607421875</c:v>
                </c:pt>
                <c:pt idx="1899">
                  <c:v>70.289260864257798</c:v>
                </c:pt>
                <c:pt idx="1900">
                  <c:v>70.484840393066406</c:v>
                </c:pt>
                <c:pt idx="1901">
                  <c:v>70.73583984375</c:v>
                </c:pt>
                <c:pt idx="1902">
                  <c:v>70.821296691894503</c:v>
                </c:pt>
                <c:pt idx="1903">
                  <c:v>70.985519409179702</c:v>
                </c:pt>
                <c:pt idx="1904">
                  <c:v>71.092811584472699</c:v>
                </c:pt>
                <c:pt idx="1905">
                  <c:v>71.121696472167997</c:v>
                </c:pt>
                <c:pt idx="1906">
                  <c:v>71.100837707519503</c:v>
                </c:pt>
                <c:pt idx="1907">
                  <c:v>71.171676635742202</c:v>
                </c:pt>
                <c:pt idx="1908">
                  <c:v>71.150566101074205</c:v>
                </c:pt>
                <c:pt idx="1909">
                  <c:v>71.258392333984403</c:v>
                </c:pt>
                <c:pt idx="1910">
                  <c:v>71.404914855957003</c:v>
                </c:pt>
                <c:pt idx="1911">
                  <c:v>71.536399841308594</c:v>
                </c:pt>
                <c:pt idx="1912">
                  <c:v>71.569519042968807</c:v>
                </c:pt>
                <c:pt idx="1913">
                  <c:v>71.474205017089801</c:v>
                </c:pt>
                <c:pt idx="1914">
                  <c:v>71.724967956542997</c:v>
                </c:pt>
                <c:pt idx="1915">
                  <c:v>71.435653686523395</c:v>
                </c:pt>
                <c:pt idx="1916">
                  <c:v>71.340423583984403</c:v>
                </c:pt>
                <c:pt idx="1917">
                  <c:v>71.434432983398395</c:v>
                </c:pt>
                <c:pt idx="1918">
                  <c:v>71.451286315917997</c:v>
                </c:pt>
                <c:pt idx="1919">
                  <c:v>71.610633850097699</c:v>
                </c:pt>
                <c:pt idx="1920">
                  <c:v>71.594856262207003</c:v>
                </c:pt>
                <c:pt idx="1921">
                  <c:v>71.6185302734375</c:v>
                </c:pt>
                <c:pt idx="1922">
                  <c:v>71.601310729980497</c:v>
                </c:pt>
                <c:pt idx="1923">
                  <c:v>71.574150085449205</c:v>
                </c:pt>
                <c:pt idx="1924">
                  <c:v>71.786788940429702</c:v>
                </c:pt>
                <c:pt idx="1925">
                  <c:v>71.840049743652301</c:v>
                </c:pt>
                <c:pt idx="1926">
                  <c:v>71.985290527343807</c:v>
                </c:pt>
                <c:pt idx="1927">
                  <c:v>72.051170349121094</c:v>
                </c:pt>
                <c:pt idx="1928">
                  <c:v>71.994689941406307</c:v>
                </c:pt>
                <c:pt idx="1929">
                  <c:v>71.950065612792997</c:v>
                </c:pt>
                <c:pt idx="1930">
                  <c:v>71.967048645019503</c:v>
                </c:pt>
                <c:pt idx="1931">
                  <c:v>72.008171081542997</c:v>
                </c:pt>
                <c:pt idx="1932">
                  <c:v>71.944671630859403</c:v>
                </c:pt>
                <c:pt idx="1933">
                  <c:v>71.660850524902301</c:v>
                </c:pt>
                <c:pt idx="1934">
                  <c:v>71.83740234375</c:v>
                </c:pt>
                <c:pt idx="1935">
                  <c:v>72.025611877441406</c:v>
                </c:pt>
                <c:pt idx="1936">
                  <c:v>72.149406433105497</c:v>
                </c:pt>
                <c:pt idx="1937">
                  <c:v>72.180549621582003</c:v>
                </c:pt>
                <c:pt idx="1938">
                  <c:v>72.226188659667997</c:v>
                </c:pt>
                <c:pt idx="1939">
                  <c:v>72.375144958496094</c:v>
                </c:pt>
                <c:pt idx="1940">
                  <c:v>72.568199157714801</c:v>
                </c:pt>
                <c:pt idx="1941">
                  <c:v>72.583229064941406</c:v>
                </c:pt>
                <c:pt idx="1942">
                  <c:v>72.718444824218807</c:v>
                </c:pt>
                <c:pt idx="1943">
                  <c:v>72.720809936523395</c:v>
                </c:pt>
                <c:pt idx="1944">
                  <c:v>72.592544555664105</c:v>
                </c:pt>
                <c:pt idx="1945">
                  <c:v>72.032600402832003</c:v>
                </c:pt>
                <c:pt idx="1946">
                  <c:v>71.973304748535199</c:v>
                </c:pt>
                <c:pt idx="1947">
                  <c:v>72.331848144531307</c:v>
                </c:pt>
                <c:pt idx="1948">
                  <c:v>72.146522521972699</c:v>
                </c:pt>
                <c:pt idx="1949">
                  <c:v>72.681991577148395</c:v>
                </c:pt>
                <c:pt idx="1950">
                  <c:v>73.087188720703097</c:v>
                </c:pt>
                <c:pt idx="1951">
                  <c:v>73.308898925781307</c:v>
                </c:pt>
                <c:pt idx="1952">
                  <c:v>73.762161254882798</c:v>
                </c:pt>
                <c:pt idx="1953">
                  <c:v>73.483421325683594</c:v>
                </c:pt>
                <c:pt idx="1954">
                  <c:v>73.509826660156307</c:v>
                </c:pt>
                <c:pt idx="1955">
                  <c:v>73.362701416015597</c:v>
                </c:pt>
                <c:pt idx="1956">
                  <c:v>73.3878173828125</c:v>
                </c:pt>
                <c:pt idx="1957">
                  <c:v>73.461051940917997</c:v>
                </c:pt>
                <c:pt idx="1958">
                  <c:v>73.507209777832003</c:v>
                </c:pt>
                <c:pt idx="1959">
                  <c:v>73.500434875488295</c:v>
                </c:pt>
                <c:pt idx="1960">
                  <c:v>73.163803100585895</c:v>
                </c:pt>
                <c:pt idx="1961">
                  <c:v>73.990608215332003</c:v>
                </c:pt>
                <c:pt idx="1962">
                  <c:v>73.909988403320298</c:v>
                </c:pt>
                <c:pt idx="1963">
                  <c:v>73.816947937011705</c:v>
                </c:pt>
                <c:pt idx="1964">
                  <c:v>73.980575561523395</c:v>
                </c:pt>
                <c:pt idx="1965">
                  <c:v>74.278556823730497</c:v>
                </c:pt>
                <c:pt idx="1966">
                  <c:v>74.494560241699205</c:v>
                </c:pt>
                <c:pt idx="1967">
                  <c:v>74.339286804199205</c:v>
                </c:pt>
                <c:pt idx="1968">
                  <c:v>74.244522094726605</c:v>
                </c:pt>
                <c:pt idx="1969">
                  <c:v>74.252143859863295</c:v>
                </c:pt>
                <c:pt idx="1970">
                  <c:v>74.019210815429702</c:v>
                </c:pt>
                <c:pt idx="1971">
                  <c:v>74.241371154785199</c:v>
                </c:pt>
                <c:pt idx="1972">
                  <c:v>74.493064880371094</c:v>
                </c:pt>
                <c:pt idx="1973">
                  <c:v>74.549934387207003</c:v>
                </c:pt>
                <c:pt idx="1974">
                  <c:v>74.537567138671903</c:v>
                </c:pt>
                <c:pt idx="1975">
                  <c:v>74.698341369628906</c:v>
                </c:pt>
                <c:pt idx="1976">
                  <c:v>74.868461608886705</c:v>
                </c:pt>
                <c:pt idx="1977">
                  <c:v>74.806365966796903</c:v>
                </c:pt>
                <c:pt idx="1978">
                  <c:v>74.989418029785199</c:v>
                </c:pt>
                <c:pt idx="1979">
                  <c:v>74.807426452636705</c:v>
                </c:pt>
                <c:pt idx="1980">
                  <c:v>75.150085449218807</c:v>
                </c:pt>
                <c:pt idx="1981">
                  <c:v>75.172431945800795</c:v>
                </c:pt>
                <c:pt idx="1982">
                  <c:v>75.153396606445298</c:v>
                </c:pt>
                <c:pt idx="1983">
                  <c:v>75.862663269042997</c:v>
                </c:pt>
                <c:pt idx="1984">
                  <c:v>75.484580993652301</c:v>
                </c:pt>
                <c:pt idx="1985">
                  <c:v>75.258689880371094</c:v>
                </c:pt>
                <c:pt idx="1986">
                  <c:v>75.3280029296875</c:v>
                </c:pt>
                <c:pt idx="1987">
                  <c:v>75.421241760253906</c:v>
                </c:pt>
                <c:pt idx="1988">
                  <c:v>75.455009460449205</c:v>
                </c:pt>
                <c:pt idx="1989">
                  <c:v>75.518600463867202</c:v>
                </c:pt>
                <c:pt idx="1990">
                  <c:v>75.548942565917997</c:v>
                </c:pt>
                <c:pt idx="1991">
                  <c:v>75.710990905761705</c:v>
                </c:pt>
                <c:pt idx="1992">
                  <c:v>75.810516357421903</c:v>
                </c:pt>
                <c:pt idx="1993">
                  <c:v>75.764869689941406</c:v>
                </c:pt>
                <c:pt idx="1994">
                  <c:v>75.718986511230497</c:v>
                </c:pt>
                <c:pt idx="1995">
                  <c:v>75.681785583496094</c:v>
                </c:pt>
                <c:pt idx="1996">
                  <c:v>74.927902221679702</c:v>
                </c:pt>
                <c:pt idx="1997">
                  <c:v>75.288337707519503</c:v>
                </c:pt>
                <c:pt idx="1998">
                  <c:v>75.479309082031307</c:v>
                </c:pt>
                <c:pt idx="1999">
                  <c:v>75.592872619628906</c:v>
                </c:pt>
                <c:pt idx="2000">
                  <c:v>75.639396667480497</c:v>
                </c:pt>
                <c:pt idx="2001">
                  <c:v>75.769378662109403</c:v>
                </c:pt>
                <c:pt idx="2002">
                  <c:v>76.084709167480497</c:v>
                </c:pt>
                <c:pt idx="2003">
                  <c:v>75.851097106933594</c:v>
                </c:pt>
                <c:pt idx="2004">
                  <c:v>75.782302856445298</c:v>
                </c:pt>
                <c:pt idx="2005">
                  <c:v>75.737983703613295</c:v>
                </c:pt>
                <c:pt idx="2006">
                  <c:v>75.677352905273395</c:v>
                </c:pt>
                <c:pt idx="2007">
                  <c:v>75.695564270019503</c:v>
                </c:pt>
                <c:pt idx="2008">
                  <c:v>75.856155395507798</c:v>
                </c:pt>
                <c:pt idx="2009">
                  <c:v>75.713279724121094</c:v>
                </c:pt>
                <c:pt idx="2010">
                  <c:v>75.292457580566406</c:v>
                </c:pt>
                <c:pt idx="2011">
                  <c:v>75.491401672363295</c:v>
                </c:pt>
                <c:pt idx="2012">
                  <c:v>75.2325439453125</c:v>
                </c:pt>
                <c:pt idx="2013">
                  <c:v>75.449752807617202</c:v>
                </c:pt>
                <c:pt idx="2014">
                  <c:v>75.685852050781307</c:v>
                </c:pt>
                <c:pt idx="2015">
                  <c:v>75.923957824707003</c:v>
                </c:pt>
                <c:pt idx="2016">
                  <c:v>75.895164489746094</c:v>
                </c:pt>
                <c:pt idx="2017">
                  <c:v>75.7501220703125</c:v>
                </c:pt>
                <c:pt idx="2018">
                  <c:v>75.728706359863295</c:v>
                </c:pt>
                <c:pt idx="2019">
                  <c:v>75.776191711425795</c:v>
                </c:pt>
                <c:pt idx="2020">
                  <c:v>75.843780517578097</c:v>
                </c:pt>
                <c:pt idx="2021">
                  <c:v>75.836723327636705</c:v>
                </c:pt>
                <c:pt idx="2022">
                  <c:v>75.779006958007798</c:v>
                </c:pt>
                <c:pt idx="2023">
                  <c:v>75.788520812988295</c:v>
                </c:pt>
                <c:pt idx="2024">
                  <c:v>75.793251037597699</c:v>
                </c:pt>
                <c:pt idx="2025">
                  <c:v>76.029541015625</c:v>
                </c:pt>
                <c:pt idx="2026">
                  <c:v>75.909309387207003</c:v>
                </c:pt>
                <c:pt idx="2027">
                  <c:v>76.118896484375</c:v>
                </c:pt>
                <c:pt idx="2028">
                  <c:v>75.784698486328097</c:v>
                </c:pt>
                <c:pt idx="2029">
                  <c:v>75.788902282714801</c:v>
                </c:pt>
                <c:pt idx="2030">
                  <c:v>75.871009826660199</c:v>
                </c:pt>
                <c:pt idx="2031">
                  <c:v>75.735374450683594</c:v>
                </c:pt>
                <c:pt idx="2032">
                  <c:v>75.980995178222699</c:v>
                </c:pt>
                <c:pt idx="2033">
                  <c:v>76.075569152832003</c:v>
                </c:pt>
                <c:pt idx="2034">
                  <c:v>76.068824768066406</c:v>
                </c:pt>
                <c:pt idx="2035">
                  <c:v>75.953529357910199</c:v>
                </c:pt>
                <c:pt idx="2036">
                  <c:v>75.890708923339801</c:v>
                </c:pt>
                <c:pt idx="2037">
                  <c:v>76.009513854980497</c:v>
                </c:pt>
                <c:pt idx="2038">
                  <c:v>76.061454772949205</c:v>
                </c:pt>
                <c:pt idx="2039">
                  <c:v>75.986213684082003</c:v>
                </c:pt>
                <c:pt idx="2040">
                  <c:v>76.064781188964801</c:v>
                </c:pt>
                <c:pt idx="2041">
                  <c:v>76.019592285156307</c:v>
                </c:pt>
                <c:pt idx="2042">
                  <c:v>76.011894226074205</c:v>
                </c:pt>
                <c:pt idx="2043">
                  <c:v>76.011245727539105</c:v>
                </c:pt>
                <c:pt idx="2044">
                  <c:v>76.244155883789105</c:v>
                </c:pt>
                <c:pt idx="2045">
                  <c:v>76.122444152832003</c:v>
                </c:pt>
                <c:pt idx="2046">
                  <c:v>76.168159484863295</c:v>
                </c:pt>
                <c:pt idx="2047">
                  <c:v>76.4093017578125</c:v>
                </c:pt>
                <c:pt idx="2048">
                  <c:v>76.229110717773395</c:v>
                </c:pt>
                <c:pt idx="2049">
                  <c:v>76.093444824218807</c:v>
                </c:pt>
                <c:pt idx="2050">
                  <c:v>76.045448303222699</c:v>
                </c:pt>
                <c:pt idx="2051">
                  <c:v>76.010185241699205</c:v>
                </c:pt>
                <c:pt idx="2052">
                  <c:v>76.024017333984403</c:v>
                </c:pt>
                <c:pt idx="2053">
                  <c:v>75.970886230468807</c:v>
                </c:pt>
                <c:pt idx="2054">
                  <c:v>76.042533874511705</c:v>
                </c:pt>
                <c:pt idx="2055">
                  <c:v>76.053337097167997</c:v>
                </c:pt>
                <c:pt idx="2056">
                  <c:v>76.074310302734403</c:v>
                </c:pt>
                <c:pt idx="2057">
                  <c:v>76.112068176269503</c:v>
                </c:pt>
                <c:pt idx="2058">
                  <c:v>76.275527954101605</c:v>
                </c:pt>
                <c:pt idx="2059">
                  <c:v>76.477256774902301</c:v>
                </c:pt>
                <c:pt idx="2060">
                  <c:v>76.214691162109403</c:v>
                </c:pt>
                <c:pt idx="2061">
                  <c:v>76.217529296875</c:v>
                </c:pt>
                <c:pt idx="2062">
                  <c:v>76.323677062988295</c:v>
                </c:pt>
                <c:pt idx="2063">
                  <c:v>76.086364746093807</c:v>
                </c:pt>
                <c:pt idx="2064">
                  <c:v>76.085830688476605</c:v>
                </c:pt>
                <c:pt idx="2065">
                  <c:v>76.077453613281307</c:v>
                </c:pt>
                <c:pt idx="2066">
                  <c:v>76.078254699707003</c:v>
                </c:pt>
                <c:pt idx="2067">
                  <c:v>76.105560302734403</c:v>
                </c:pt>
                <c:pt idx="2068">
                  <c:v>76.182685852050795</c:v>
                </c:pt>
                <c:pt idx="2069">
                  <c:v>76.100044250488295</c:v>
                </c:pt>
                <c:pt idx="2070">
                  <c:v>76.100036621093807</c:v>
                </c:pt>
                <c:pt idx="2071">
                  <c:v>76.012527465820298</c:v>
                </c:pt>
                <c:pt idx="2072">
                  <c:v>75.976509094238295</c:v>
                </c:pt>
                <c:pt idx="2073">
                  <c:v>76.245056152343807</c:v>
                </c:pt>
                <c:pt idx="2074">
                  <c:v>75.862083435058594</c:v>
                </c:pt>
                <c:pt idx="2075">
                  <c:v>75.910423278808594</c:v>
                </c:pt>
                <c:pt idx="2076">
                  <c:v>75.921379089355497</c:v>
                </c:pt>
                <c:pt idx="2077">
                  <c:v>75.982101440429702</c:v>
                </c:pt>
                <c:pt idx="2078">
                  <c:v>75.993194580078097</c:v>
                </c:pt>
                <c:pt idx="2079">
                  <c:v>75.989715576171903</c:v>
                </c:pt>
                <c:pt idx="2080">
                  <c:v>75.939765930175795</c:v>
                </c:pt>
                <c:pt idx="2081">
                  <c:v>75.988342285156307</c:v>
                </c:pt>
                <c:pt idx="2082">
                  <c:v>75.950889587402301</c:v>
                </c:pt>
                <c:pt idx="2083">
                  <c:v>75.884460449218807</c:v>
                </c:pt>
                <c:pt idx="2084">
                  <c:v>75.835121154785199</c:v>
                </c:pt>
                <c:pt idx="2085">
                  <c:v>75.837608337402301</c:v>
                </c:pt>
                <c:pt idx="2086">
                  <c:v>75.861740112304702</c:v>
                </c:pt>
                <c:pt idx="2087">
                  <c:v>75.792404174804702</c:v>
                </c:pt>
                <c:pt idx="2088">
                  <c:v>75.823707580566406</c:v>
                </c:pt>
                <c:pt idx="2089">
                  <c:v>76.128067016601605</c:v>
                </c:pt>
                <c:pt idx="2090">
                  <c:v>76.117774963378906</c:v>
                </c:pt>
                <c:pt idx="2091">
                  <c:v>75.998748779296903</c:v>
                </c:pt>
                <c:pt idx="2092">
                  <c:v>75.932624816894503</c:v>
                </c:pt>
                <c:pt idx="2093">
                  <c:v>76.136383056640597</c:v>
                </c:pt>
                <c:pt idx="2094">
                  <c:v>75.844749450683594</c:v>
                </c:pt>
                <c:pt idx="2095">
                  <c:v>75.705696105957003</c:v>
                </c:pt>
                <c:pt idx="2096">
                  <c:v>75.411117553710895</c:v>
                </c:pt>
                <c:pt idx="2097">
                  <c:v>75.633621215820298</c:v>
                </c:pt>
                <c:pt idx="2098">
                  <c:v>75.781501770019503</c:v>
                </c:pt>
                <c:pt idx="2099">
                  <c:v>75.802177429199205</c:v>
                </c:pt>
                <c:pt idx="2100">
                  <c:v>75.323150634765597</c:v>
                </c:pt>
                <c:pt idx="2101">
                  <c:v>75.662734985351605</c:v>
                </c:pt>
                <c:pt idx="2102">
                  <c:v>75.793762207031307</c:v>
                </c:pt>
                <c:pt idx="2103">
                  <c:v>75.938919067382798</c:v>
                </c:pt>
                <c:pt idx="2104">
                  <c:v>75.826774597167997</c:v>
                </c:pt>
                <c:pt idx="2105">
                  <c:v>75.918067932128906</c:v>
                </c:pt>
                <c:pt idx="2106">
                  <c:v>76.564682006835895</c:v>
                </c:pt>
                <c:pt idx="2107">
                  <c:v>76.400970458984403</c:v>
                </c:pt>
                <c:pt idx="2108">
                  <c:v>76.392333984375</c:v>
                </c:pt>
                <c:pt idx="2109">
                  <c:v>76.242172241210895</c:v>
                </c:pt>
                <c:pt idx="2110">
                  <c:v>76.263900756835895</c:v>
                </c:pt>
                <c:pt idx="2111">
                  <c:v>75.946525573730497</c:v>
                </c:pt>
                <c:pt idx="2112">
                  <c:v>75.696197509765597</c:v>
                </c:pt>
                <c:pt idx="2113">
                  <c:v>75.774940490722699</c:v>
                </c:pt>
                <c:pt idx="2114">
                  <c:v>75.758560180664105</c:v>
                </c:pt>
                <c:pt idx="2115">
                  <c:v>75.788337707519503</c:v>
                </c:pt>
                <c:pt idx="2116">
                  <c:v>75.790771484375</c:v>
                </c:pt>
                <c:pt idx="2117">
                  <c:v>75.649665832519503</c:v>
                </c:pt>
                <c:pt idx="2118">
                  <c:v>75.717826843261705</c:v>
                </c:pt>
                <c:pt idx="2119">
                  <c:v>75.684875488281307</c:v>
                </c:pt>
                <c:pt idx="2120">
                  <c:v>75.788642883300795</c:v>
                </c:pt>
                <c:pt idx="2121">
                  <c:v>75.870201110839801</c:v>
                </c:pt>
                <c:pt idx="2122">
                  <c:v>75.841735839843807</c:v>
                </c:pt>
                <c:pt idx="2123">
                  <c:v>75.906982421875</c:v>
                </c:pt>
                <c:pt idx="2124">
                  <c:v>75.8419189453125</c:v>
                </c:pt>
                <c:pt idx="2125">
                  <c:v>75.833427429199205</c:v>
                </c:pt>
                <c:pt idx="2126">
                  <c:v>75.873977661132798</c:v>
                </c:pt>
                <c:pt idx="2127">
                  <c:v>75.827690124511705</c:v>
                </c:pt>
                <c:pt idx="2128">
                  <c:v>75.923233032226605</c:v>
                </c:pt>
                <c:pt idx="2129">
                  <c:v>75.810348510742202</c:v>
                </c:pt>
                <c:pt idx="2130">
                  <c:v>75.630287170410199</c:v>
                </c:pt>
                <c:pt idx="2131">
                  <c:v>75.441719055175795</c:v>
                </c:pt>
                <c:pt idx="2132">
                  <c:v>75.352241516113295</c:v>
                </c:pt>
                <c:pt idx="2133">
                  <c:v>74.885551452636705</c:v>
                </c:pt>
                <c:pt idx="2134">
                  <c:v>75.0400390625</c:v>
                </c:pt>
                <c:pt idx="2135">
                  <c:v>76.3040771484375</c:v>
                </c:pt>
                <c:pt idx="2136">
                  <c:v>77.001976013183594</c:v>
                </c:pt>
                <c:pt idx="2137">
                  <c:v>76.149002075195298</c:v>
                </c:pt>
                <c:pt idx="2138">
                  <c:v>76.786643981933594</c:v>
                </c:pt>
                <c:pt idx="2139">
                  <c:v>76.579833984375</c:v>
                </c:pt>
                <c:pt idx="2140">
                  <c:v>75.748985290527301</c:v>
                </c:pt>
                <c:pt idx="2141">
                  <c:v>75.882308959960895</c:v>
                </c:pt>
                <c:pt idx="2142">
                  <c:v>76.300125122070298</c:v>
                </c:pt>
                <c:pt idx="2143">
                  <c:v>76.027679443359403</c:v>
                </c:pt>
                <c:pt idx="2144">
                  <c:v>76.100578308105497</c:v>
                </c:pt>
                <c:pt idx="2145">
                  <c:v>76.097969055175795</c:v>
                </c:pt>
                <c:pt idx="2146">
                  <c:v>76.512794494628906</c:v>
                </c:pt>
                <c:pt idx="2147">
                  <c:v>76.200332641601605</c:v>
                </c:pt>
                <c:pt idx="2148">
                  <c:v>76.422431945800795</c:v>
                </c:pt>
                <c:pt idx="2149">
                  <c:v>76.193313598632798</c:v>
                </c:pt>
                <c:pt idx="2150">
                  <c:v>76.235183715820298</c:v>
                </c:pt>
                <c:pt idx="2151">
                  <c:v>76.107688903808594</c:v>
                </c:pt>
                <c:pt idx="2152">
                  <c:v>75.934547424316406</c:v>
                </c:pt>
                <c:pt idx="2153">
                  <c:v>76.274581909179702</c:v>
                </c:pt>
                <c:pt idx="2154">
                  <c:v>76.583717346191406</c:v>
                </c:pt>
                <c:pt idx="2155">
                  <c:v>76.390068054199205</c:v>
                </c:pt>
                <c:pt idx="2156">
                  <c:v>76.262588500976605</c:v>
                </c:pt>
                <c:pt idx="2157">
                  <c:v>76.334129333496094</c:v>
                </c:pt>
                <c:pt idx="2158">
                  <c:v>76.040107727050795</c:v>
                </c:pt>
                <c:pt idx="2159">
                  <c:v>75.651679992675795</c:v>
                </c:pt>
                <c:pt idx="2160">
                  <c:v>75.696250915527301</c:v>
                </c:pt>
                <c:pt idx="2161">
                  <c:v>75.370887756347699</c:v>
                </c:pt>
                <c:pt idx="2162">
                  <c:v>75.739944458007798</c:v>
                </c:pt>
                <c:pt idx="2163">
                  <c:v>75.805206298828097</c:v>
                </c:pt>
                <c:pt idx="2164">
                  <c:v>75.977378845214801</c:v>
                </c:pt>
                <c:pt idx="2165">
                  <c:v>76.429351806640597</c:v>
                </c:pt>
                <c:pt idx="2166">
                  <c:v>76.10107421875</c:v>
                </c:pt>
                <c:pt idx="2167">
                  <c:v>76.158981323242202</c:v>
                </c:pt>
                <c:pt idx="2168">
                  <c:v>76.273002624511705</c:v>
                </c:pt>
                <c:pt idx="2169">
                  <c:v>76.176063537597699</c:v>
                </c:pt>
                <c:pt idx="2170">
                  <c:v>76.650520324707003</c:v>
                </c:pt>
                <c:pt idx="2171">
                  <c:v>78.120040893554702</c:v>
                </c:pt>
                <c:pt idx="2172">
                  <c:v>77.390518188476605</c:v>
                </c:pt>
                <c:pt idx="2173">
                  <c:v>76.744461059570298</c:v>
                </c:pt>
                <c:pt idx="2174">
                  <c:v>76.322845458984403</c:v>
                </c:pt>
                <c:pt idx="2175">
                  <c:v>76.344444274902301</c:v>
                </c:pt>
                <c:pt idx="2176">
                  <c:v>75.999908447265597</c:v>
                </c:pt>
                <c:pt idx="2177">
                  <c:v>75.893508911132798</c:v>
                </c:pt>
                <c:pt idx="2178">
                  <c:v>76.177154541015597</c:v>
                </c:pt>
                <c:pt idx="2179">
                  <c:v>76.6356201171875</c:v>
                </c:pt>
                <c:pt idx="2180">
                  <c:v>76.432777404785199</c:v>
                </c:pt>
                <c:pt idx="2181">
                  <c:v>77.155509948730497</c:v>
                </c:pt>
                <c:pt idx="2182">
                  <c:v>76.349464416503906</c:v>
                </c:pt>
                <c:pt idx="2183">
                  <c:v>76.227241516113295</c:v>
                </c:pt>
                <c:pt idx="2184">
                  <c:v>75.357620239257798</c:v>
                </c:pt>
                <c:pt idx="2185">
                  <c:v>76.039810180664105</c:v>
                </c:pt>
                <c:pt idx="2186">
                  <c:v>76.897071838378906</c:v>
                </c:pt>
                <c:pt idx="2187">
                  <c:v>76.639778137207003</c:v>
                </c:pt>
                <c:pt idx="2188">
                  <c:v>76.173713684082003</c:v>
                </c:pt>
                <c:pt idx="2189">
                  <c:v>76.205825805664105</c:v>
                </c:pt>
                <c:pt idx="2190">
                  <c:v>76.040298461914105</c:v>
                </c:pt>
                <c:pt idx="2191">
                  <c:v>76.105354309082003</c:v>
                </c:pt>
                <c:pt idx="2192">
                  <c:v>76.518646240234403</c:v>
                </c:pt>
                <c:pt idx="2193">
                  <c:v>76.393630981445298</c:v>
                </c:pt>
                <c:pt idx="2194">
                  <c:v>75.99267578125</c:v>
                </c:pt>
                <c:pt idx="2195">
                  <c:v>76.308639526367202</c:v>
                </c:pt>
                <c:pt idx="2196">
                  <c:v>76.333587646484403</c:v>
                </c:pt>
                <c:pt idx="2197">
                  <c:v>77.028846740722699</c:v>
                </c:pt>
                <c:pt idx="2198">
                  <c:v>77.064521789550795</c:v>
                </c:pt>
                <c:pt idx="2199">
                  <c:v>76.908676147460895</c:v>
                </c:pt>
                <c:pt idx="2200">
                  <c:v>76.669219970703097</c:v>
                </c:pt>
                <c:pt idx="2201">
                  <c:v>76.511932373046903</c:v>
                </c:pt>
                <c:pt idx="2202">
                  <c:v>76.425598144531307</c:v>
                </c:pt>
                <c:pt idx="2203">
                  <c:v>76.494003295898395</c:v>
                </c:pt>
                <c:pt idx="2204">
                  <c:v>76.752113342285199</c:v>
                </c:pt>
                <c:pt idx="2205">
                  <c:v>76.362854003906307</c:v>
                </c:pt>
                <c:pt idx="2206">
                  <c:v>76.4354248046875</c:v>
                </c:pt>
                <c:pt idx="2207">
                  <c:v>75.932884216308594</c:v>
                </c:pt>
                <c:pt idx="2208">
                  <c:v>76.176513671875</c:v>
                </c:pt>
                <c:pt idx="2209">
                  <c:v>76.369644165039105</c:v>
                </c:pt>
                <c:pt idx="2210">
                  <c:v>76.993583679199205</c:v>
                </c:pt>
                <c:pt idx="2211">
                  <c:v>76.971755981445298</c:v>
                </c:pt>
                <c:pt idx="2212">
                  <c:v>76.687194824218807</c:v>
                </c:pt>
                <c:pt idx="2213">
                  <c:v>76.416923522949205</c:v>
                </c:pt>
                <c:pt idx="2214">
                  <c:v>76.646667480468807</c:v>
                </c:pt>
                <c:pt idx="2215">
                  <c:v>76.989555358886705</c:v>
                </c:pt>
                <c:pt idx="2216">
                  <c:v>77.266532897949205</c:v>
                </c:pt>
                <c:pt idx="2217">
                  <c:v>76.770240783691406</c:v>
                </c:pt>
                <c:pt idx="2218">
                  <c:v>77.053123474121094</c:v>
                </c:pt>
                <c:pt idx="2219">
                  <c:v>77.698463439941406</c:v>
                </c:pt>
                <c:pt idx="2220">
                  <c:v>77.360740661621094</c:v>
                </c:pt>
                <c:pt idx="2221">
                  <c:v>76.839202880859403</c:v>
                </c:pt>
                <c:pt idx="2222">
                  <c:v>76.797264099121094</c:v>
                </c:pt>
                <c:pt idx="2223">
                  <c:v>77.078529357910199</c:v>
                </c:pt>
                <c:pt idx="2224">
                  <c:v>77.318626403808594</c:v>
                </c:pt>
                <c:pt idx="2225">
                  <c:v>76.770301818847699</c:v>
                </c:pt>
                <c:pt idx="2226">
                  <c:v>76.959053039550795</c:v>
                </c:pt>
                <c:pt idx="2227">
                  <c:v>76.143096923828097</c:v>
                </c:pt>
                <c:pt idx="2228">
                  <c:v>76.346420288085895</c:v>
                </c:pt>
                <c:pt idx="2229">
                  <c:v>77.113586425781307</c:v>
                </c:pt>
                <c:pt idx="2230">
                  <c:v>76.670204162597699</c:v>
                </c:pt>
                <c:pt idx="2231">
                  <c:v>76.913597106933594</c:v>
                </c:pt>
                <c:pt idx="2232">
                  <c:v>77.065727233886705</c:v>
                </c:pt>
                <c:pt idx="2233">
                  <c:v>75.900222778320298</c:v>
                </c:pt>
                <c:pt idx="2234">
                  <c:v>76.57275390625</c:v>
                </c:pt>
                <c:pt idx="2235">
                  <c:v>76.206329345703097</c:v>
                </c:pt>
                <c:pt idx="2236">
                  <c:v>76.341537475585895</c:v>
                </c:pt>
                <c:pt idx="2237">
                  <c:v>76.797386169433594</c:v>
                </c:pt>
                <c:pt idx="2238">
                  <c:v>77.045455932617202</c:v>
                </c:pt>
                <c:pt idx="2239">
                  <c:v>77.331642150878906</c:v>
                </c:pt>
                <c:pt idx="2240">
                  <c:v>77.542266845703097</c:v>
                </c:pt>
                <c:pt idx="2241">
                  <c:v>77.495437622070298</c:v>
                </c:pt>
                <c:pt idx="2242">
                  <c:v>77.868515014648395</c:v>
                </c:pt>
                <c:pt idx="2243">
                  <c:v>77.868820190429702</c:v>
                </c:pt>
                <c:pt idx="2244">
                  <c:v>77.570487976074205</c:v>
                </c:pt>
                <c:pt idx="2245">
                  <c:v>77.819160461425795</c:v>
                </c:pt>
                <c:pt idx="2246">
                  <c:v>77.573265075683594</c:v>
                </c:pt>
                <c:pt idx="2247">
                  <c:v>77.351646423339801</c:v>
                </c:pt>
                <c:pt idx="2248">
                  <c:v>77.510475158691406</c:v>
                </c:pt>
                <c:pt idx="2249">
                  <c:v>77.577033996582003</c:v>
                </c:pt>
                <c:pt idx="2250">
                  <c:v>77.584068298339801</c:v>
                </c:pt>
                <c:pt idx="2251">
                  <c:v>77.713302612304702</c:v>
                </c:pt>
                <c:pt idx="2252">
                  <c:v>77.592796325683594</c:v>
                </c:pt>
                <c:pt idx="2253">
                  <c:v>77.201400756835895</c:v>
                </c:pt>
                <c:pt idx="2254">
                  <c:v>77.165382385253906</c:v>
                </c:pt>
                <c:pt idx="2255">
                  <c:v>77.245780944824205</c:v>
                </c:pt>
                <c:pt idx="2256">
                  <c:v>77.2740478515625</c:v>
                </c:pt>
                <c:pt idx="2257">
                  <c:v>77.630294799804702</c:v>
                </c:pt>
                <c:pt idx="2258">
                  <c:v>77.597946166992202</c:v>
                </c:pt>
                <c:pt idx="2259">
                  <c:v>77.584609985351605</c:v>
                </c:pt>
                <c:pt idx="2260">
                  <c:v>77.692329406738295</c:v>
                </c:pt>
                <c:pt idx="2261">
                  <c:v>77.564590454101605</c:v>
                </c:pt>
                <c:pt idx="2262">
                  <c:v>77.7003173828125</c:v>
                </c:pt>
                <c:pt idx="2263">
                  <c:v>77.705863952636705</c:v>
                </c:pt>
                <c:pt idx="2264">
                  <c:v>77.712249755859403</c:v>
                </c:pt>
                <c:pt idx="2265">
                  <c:v>77.689498901367202</c:v>
                </c:pt>
                <c:pt idx="2266">
                  <c:v>77.749595642089801</c:v>
                </c:pt>
                <c:pt idx="2267">
                  <c:v>77.977958679199205</c:v>
                </c:pt>
                <c:pt idx="2268">
                  <c:v>77.682350158691406</c:v>
                </c:pt>
                <c:pt idx="2269">
                  <c:v>77.701774597167997</c:v>
                </c:pt>
                <c:pt idx="2270">
                  <c:v>78.017730712890597</c:v>
                </c:pt>
                <c:pt idx="2271">
                  <c:v>77.7100830078125</c:v>
                </c:pt>
                <c:pt idx="2272">
                  <c:v>77.776252746582003</c:v>
                </c:pt>
                <c:pt idx="2273">
                  <c:v>76.600151062011705</c:v>
                </c:pt>
                <c:pt idx="2274">
                  <c:v>77.234626770019503</c:v>
                </c:pt>
                <c:pt idx="2275">
                  <c:v>77.7470703125</c:v>
                </c:pt>
                <c:pt idx="2276">
                  <c:v>77.156921386718807</c:v>
                </c:pt>
                <c:pt idx="2277">
                  <c:v>77.416259765625</c:v>
                </c:pt>
                <c:pt idx="2278">
                  <c:v>77.604873657226605</c:v>
                </c:pt>
                <c:pt idx="2279">
                  <c:v>77.844841003417997</c:v>
                </c:pt>
                <c:pt idx="2280">
                  <c:v>77.843818664550795</c:v>
                </c:pt>
                <c:pt idx="2281">
                  <c:v>77.786636352539105</c:v>
                </c:pt>
                <c:pt idx="2282">
                  <c:v>78.0179443359375</c:v>
                </c:pt>
                <c:pt idx="2283">
                  <c:v>78.281898498535199</c:v>
                </c:pt>
                <c:pt idx="2284">
                  <c:v>78.004081726074205</c:v>
                </c:pt>
                <c:pt idx="2285">
                  <c:v>76.214408874511705</c:v>
                </c:pt>
                <c:pt idx="2286">
                  <c:v>77.204032897949205</c:v>
                </c:pt>
                <c:pt idx="2287">
                  <c:v>77.122535705566406</c:v>
                </c:pt>
                <c:pt idx="2288">
                  <c:v>77.264450073242202</c:v>
                </c:pt>
                <c:pt idx="2289">
                  <c:v>77.564254760742202</c:v>
                </c:pt>
                <c:pt idx="2290">
                  <c:v>77.524894714355497</c:v>
                </c:pt>
                <c:pt idx="2291">
                  <c:v>77.901763916015597</c:v>
                </c:pt>
                <c:pt idx="2292">
                  <c:v>77.381484985351605</c:v>
                </c:pt>
                <c:pt idx="2293">
                  <c:v>77.656425476074205</c:v>
                </c:pt>
                <c:pt idx="2294">
                  <c:v>77.788581848144503</c:v>
                </c:pt>
                <c:pt idx="2295">
                  <c:v>77.241401672363295</c:v>
                </c:pt>
                <c:pt idx="2296">
                  <c:v>77.619224548339801</c:v>
                </c:pt>
                <c:pt idx="2297">
                  <c:v>77.798385620117202</c:v>
                </c:pt>
                <c:pt idx="2298">
                  <c:v>77.936988830566406</c:v>
                </c:pt>
                <c:pt idx="2299">
                  <c:v>77.842117309570298</c:v>
                </c:pt>
                <c:pt idx="2300">
                  <c:v>77.652511596679702</c:v>
                </c:pt>
                <c:pt idx="2301">
                  <c:v>77.573867797851605</c:v>
                </c:pt>
                <c:pt idx="2302">
                  <c:v>77.615989685058594</c:v>
                </c:pt>
                <c:pt idx="2303">
                  <c:v>77.536827087402301</c:v>
                </c:pt>
                <c:pt idx="2304">
                  <c:v>77.745918273925795</c:v>
                </c:pt>
                <c:pt idx="2305">
                  <c:v>77.730018615722699</c:v>
                </c:pt>
                <c:pt idx="2306">
                  <c:v>77.863342285156307</c:v>
                </c:pt>
                <c:pt idx="2307">
                  <c:v>77.952400207519503</c:v>
                </c:pt>
                <c:pt idx="2308">
                  <c:v>77.796531677246094</c:v>
                </c:pt>
                <c:pt idx="2309">
                  <c:v>77.809738159179702</c:v>
                </c:pt>
                <c:pt idx="2310">
                  <c:v>77.790504455566406</c:v>
                </c:pt>
                <c:pt idx="2311">
                  <c:v>77.746490478515597</c:v>
                </c:pt>
                <c:pt idx="2312">
                  <c:v>77.714454650878906</c:v>
                </c:pt>
                <c:pt idx="2313">
                  <c:v>77.642425537109403</c:v>
                </c:pt>
                <c:pt idx="2314">
                  <c:v>77.511741638183594</c:v>
                </c:pt>
                <c:pt idx="2315">
                  <c:v>77.606285095214801</c:v>
                </c:pt>
                <c:pt idx="2316">
                  <c:v>77.9986572265625</c:v>
                </c:pt>
                <c:pt idx="2317">
                  <c:v>78.019393920898395</c:v>
                </c:pt>
                <c:pt idx="2318">
                  <c:v>77.471977233886705</c:v>
                </c:pt>
                <c:pt idx="2319">
                  <c:v>78.261894226074205</c:v>
                </c:pt>
                <c:pt idx="2320">
                  <c:v>78.123794555664105</c:v>
                </c:pt>
                <c:pt idx="2321">
                  <c:v>77.934494018554702</c:v>
                </c:pt>
                <c:pt idx="2322">
                  <c:v>77.907562255859403</c:v>
                </c:pt>
                <c:pt idx="2323">
                  <c:v>77.534004211425795</c:v>
                </c:pt>
                <c:pt idx="2324">
                  <c:v>77.847885131835895</c:v>
                </c:pt>
                <c:pt idx="2325">
                  <c:v>77.867424011230497</c:v>
                </c:pt>
                <c:pt idx="2326">
                  <c:v>77.459007263183594</c:v>
                </c:pt>
                <c:pt idx="2327">
                  <c:v>77.971900939941406</c:v>
                </c:pt>
                <c:pt idx="2328">
                  <c:v>77.876159667968807</c:v>
                </c:pt>
                <c:pt idx="2329">
                  <c:v>78.101036071777301</c:v>
                </c:pt>
                <c:pt idx="2330">
                  <c:v>78.005760192871094</c:v>
                </c:pt>
                <c:pt idx="2331">
                  <c:v>78.249298095703097</c:v>
                </c:pt>
                <c:pt idx="2332">
                  <c:v>78.570159912109403</c:v>
                </c:pt>
                <c:pt idx="2333">
                  <c:v>78.178215026855497</c:v>
                </c:pt>
                <c:pt idx="2334">
                  <c:v>77.793533325195298</c:v>
                </c:pt>
                <c:pt idx="2335">
                  <c:v>77.928276062011705</c:v>
                </c:pt>
                <c:pt idx="2336">
                  <c:v>78.086357116699205</c:v>
                </c:pt>
                <c:pt idx="2337">
                  <c:v>78.190216064453097</c:v>
                </c:pt>
                <c:pt idx="2338">
                  <c:v>78.049453735351605</c:v>
                </c:pt>
                <c:pt idx="2339">
                  <c:v>78.126739501953097</c:v>
                </c:pt>
                <c:pt idx="2340">
                  <c:v>77.531646728515597</c:v>
                </c:pt>
                <c:pt idx="2341">
                  <c:v>77.742294311523395</c:v>
                </c:pt>
                <c:pt idx="2342">
                  <c:v>77.735221862792997</c:v>
                </c:pt>
                <c:pt idx="2343">
                  <c:v>78.053596496582003</c:v>
                </c:pt>
                <c:pt idx="2344">
                  <c:v>77.930641174316406</c:v>
                </c:pt>
                <c:pt idx="2345">
                  <c:v>77.840614318847699</c:v>
                </c:pt>
                <c:pt idx="2346">
                  <c:v>78.112022399902301</c:v>
                </c:pt>
                <c:pt idx="2347">
                  <c:v>78.070266723632798</c:v>
                </c:pt>
                <c:pt idx="2348">
                  <c:v>78.112358093261705</c:v>
                </c:pt>
                <c:pt idx="2349">
                  <c:v>78.064041137695298</c:v>
                </c:pt>
                <c:pt idx="2350">
                  <c:v>77.723083496093807</c:v>
                </c:pt>
                <c:pt idx="2351">
                  <c:v>78.100975036621094</c:v>
                </c:pt>
                <c:pt idx="2352">
                  <c:v>78.001609802246094</c:v>
                </c:pt>
                <c:pt idx="2353">
                  <c:v>78.474357604980497</c:v>
                </c:pt>
                <c:pt idx="2354">
                  <c:v>78.497993469238295</c:v>
                </c:pt>
                <c:pt idx="2355">
                  <c:v>78.163490295410199</c:v>
                </c:pt>
                <c:pt idx="2356">
                  <c:v>78.171478271484403</c:v>
                </c:pt>
                <c:pt idx="2357">
                  <c:v>78.070831298828097</c:v>
                </c:pt>
                <c:pt idx="2358">
                  <c:v>78.346572875976605</c:v>
                </c:pt>
                <c:pt idx="2359">
                  <c:v>78.195388793945298</c:v>
                </c:pt>
                <c:pt idx="2360">
                  <c:v>78.221496582031307</c:v>
                </c:pt>
                <c:pt idx="2361">
                  <c:v>78.108291625976605</c:v>
                </c:pt>
                <c:pt idx="2362">
                  <c:v>78.202903747558594</c:v>
                </c:pt>
                <c:pt idx="2363">
                  <c:v>78.091316223144503</c:v>
                </c:pt>
                <c:pt idx="2364">
                  <c:v>78.0887451171875</c:v>
                </c:pt>
                <c:pt idx="2365">
                  <c:v>78.476791381835895</c:v>
                </c:pt>
                <c:pt idx="2366">
                  <c:v>78.351257324218807</c:v>
                </c:pt>
                <c:pt idx="2367">
                  <c:v>78.136634826660199</c:v>
                </c:pt>
                <c:pt idx="2368">
                  <c:v>78.456130981445298</c:v>
                </c:pt>
                <c:pt idx="2369">
                  <c:v>78.455978393554702</c:v>
                </c:pt>
                <c:pt idx="2370">
                  <c:v>78.073143005371094</c:v>
                </c:pt>
                <c:pt idx="2371">
                  <c:v>78.183212280273395</c:v>
                </c:pt>
                <c:pt idx="2372">
                  <c:v>78.123786926269503</c:v>
                </c:pt>
                <c:pt idx="2373">
                  <c:v>78.140563964843807</c:v>
                </c:pt>
                <c:pt idx="2374">
                  <c:v>78.041191101074205</c:v>
                </c:pt>
                <c:pt idx="2375">
                  <c:v>77.988433837890597</c:v>
                </c:pt>
                <c:pt idx="2376">
                  <c:v>78.012145996093807</c:v>
                </c:pt>
                <c:pt idx="2377">
                  <c:v>78.014305114746094</c:v>
                </c:pt>
                <c:pt idx="2378">
                  <c:v>77.998725891113295</c:v>
                </c:pt>
                <c:pt idx="2379">
                  <c:v>78.061065673828097</c:v>
                </c:pt>
                <c:pt idx="2380">
                  <c:v>78.061233520507798</c:v>
                </c:pt>
                <c:pt idx="2381">
                  <c:v>78.013206481933594</c:v>
                </c:pt>
                <c:pt idx="2382">
                  <c:v>77.967353820800795</c:v>
                </c:pt>
                <c:pt idx="2383">
                  <c:v>77.888526916503906</c:v>
                </c:pt>
                <c:pt idx="2384">
                  <c:v>77.927696228027301</c:v>
                </c:pt>
                <c:pt idx="2385">
                  <c:v>78.005966186523395</c:v>
                </c:pt>
                <c:pt idx="2386">
                  <c:v>78.102287292480497</c:v>
                </c:pt>
                <c:pt idx="2387">
                  <c:v>78.011054992675795</c:v>
                </c:pt>
                <c:pt idx="2388">
                  <c:v>77.916648864746094</c:v>
                </c:pt>
                <c:pt idx="2389">
                  <c:v>77.939270019531307</c:v>
                </c:pt>
                <c:pt idx="2390">
                  <c:v>77.943672180175795</c:v>
                </c:pt>
                <c:pt idx="2391">
                  <c:v>78.040580749511705</c:v>
                </c:pt>
                <c:pt idx="2392">
                  <c:v>77.812187194824205</c:v>
                </c:pt>
                <c:pt idx="2393">
                  <c:v>77.894882202148395</c:v>
                </c:pt>
                <c:pt idx="2394">
                  <c:v>77.767616271972699</c:v>
                </c:pt>
                <c:pt idx="2395">
                  <c:v>77.978927612304702</c:v>
                </c:pt>
                <c:pt idx="2396">
                  <c:v>77.899505615234403</c:v>
                </c:pt>
                <c:pt idx="2397">
                  <c:v>78.003494262695298</c:v>
                </c:pt>
                <c:pt idx="2398">
                  <c:v>77.980384826660199</c:v>
                </c:pt>
                <c:pt idx="2399">
                  <c:v>78.041183471679702</c:v>
                </c:pt>
                <c:pt idx="2400">
                  <c:v>77.850524902343807</c:v>
                </c:pt>
                <c:pt idx="2401">
                  <c:v>77.862014770507798</c:v>
                </c:pt>
                <c:pt idx="2402">
                  <c:v>78.084999084472699</c:v>
                </c:pt>
                <c:pt idx="2403">
                  <c:v>78.067810058593807</c:v>
                </c:pt>
                <c:pt idx="2404">
                  <c:v>77.99365234375</c:v>
                </c:pt>
                <c:pt idx="2405">
                  <c:v>78.124809265136705</c:v>
                </c:pt>
                <c:pt idx="2406">
                  <c:v>78.033943176269503</c:v>
                </c:pt>
                <c:pt idx="2407">
                  <c:v>77.884422302246094</c:v>
                </c:pt>
                <c:pt idx="2408">
                  <c:v>77.916007995605497</c:v>
                </c:pt>
                <c:pt idx="2409">
                  <c:v>77.898750305175795</c:v>
                </c:pt>
                <c:pt idx="2410">
                  <c:v>77.863006591796903</c:v>
                </c:pt>
                <c:pt idx="2411">
                  <c:v>77.82421875</c:v>
                </c:pt>
                <c:pt idx="2412">
                  <c:v>77.908508300781307</c:v>
                </c:pt>
                <c:pt idx="2413">
                  <c:v>77.930206298828097</c:v>
                </c:pt>
                <c:pt idx="2414">
                  <c:v>77.839164733886705</c:v>
                </c:pt>
                <c:pt idx="2415">
                  <c:v>77.840690612792997</c:v>
                </c:pt>
                <c:pt idx="2416">
                  <c:v>77.832611083984403</c:v>
                </c:pt>
                <c:pt idx="2417">
                  <c:v>77.54833984375</c:v>
                </c:pt>
                <c:pt idx="2418">
                  <c:v>77.6591796875</c:v>
                </c:pt>
                <c:pt idx="2419">
                  <c:v>77.776649475097699</c:v>
                </c:pt>
                <c:pt idx="2420">
                  <c:v>77.791885375976605</c:v>
                </c:pt>
                <c:pt idx="2421">
                  <c:v>77.854721069335895</c:v>
                </c:pt>
                <c:pt idx="2422">
                  <c:v>77.861419677734403</c:v>
                </c:pt>
                <c:pt idx="2423">
                  <c:v>77.885848999023395</c:v>
                </c:pt>
                <c:pt idx="2424">
                  <c:v>77.723388671875</c:v>
                </c:pt>
                <c:pt idx="2425">
                  <c:v>77.767402648925795</c:v>
                </c:pt>
                <c:pt idx="2426">
                  <c:v>77.807304382324205</c:v>
                </c:pt>
                <c:pt idx="2427">
                  <c:v>77.830604553222699</c:v>
                </c:pt>
                <c:pt idx="2428">
                  <c:v>77.819046020507798</c:v>
                </c:pt>
                <c:pt idx="2429">
                  <c:v>77.921478271484403</c:v>
                </c:pt>
                <c:pt idx="2430">
                  <c:v>77.899467468261705</c:v>
                </c:pt>
                <c:pt idx="2431">
                  <c:v>77.922035217285199</c:v>
                </c:pt>
                <c:pt idx="2432">
                  <c:v>77.670883178710895</c:v>
                </c:pt>
                <c:pt idx="2433">
                  <c:v>77.803131103515597</c:v>
                </c:pt>
                <c:pt idx="2434">
                  <c:v>77.897979736328097</c:v>
                </c:pt>
                <c:pt idx="2435">
                  <c:v>77.938423156738295</c:v>
                </c:pt>
                <c:pt idx="2436">
                  <c:v>77.957588195800795</c:v>
                </c:pt>
                <c:pt idx="2437">
                  <c:v>78.119163513183594</c:v>
                </c:pt>
                <c:pt idx="2438">
                  <c:v>78.101097106933594</c:v>
                </c:pt>
                <c:pt idx="2439">
                  <c:v>78.081024169921903</c:v>
                </c:pt>
                <c:pt idx="2440">
                  <c:v>78.082298278808594</c:v>
                </c:pt>
                <c:pt idx="2441">
                  <c:v>78.078857421875</c:v>
                </c:pt>
                <c:pt idx="2442">
                  <c:v>78.248947143554702</c:v>
                </c:pt>
                <c:pt idx="2443">
                  <c:v>78.193252563476605</c:v>
                </c:pt>
                <c:pt idx="2444">
                  <c:v>78.113265991210895</c:v>
                </c:pt>
                <c:pt idx="2445">
                  <c:v>78.101448059082003</c:v>
                </c:pt>
                <c:pt idx="2446">
                  <c:v>78.131179809570298</c:v>
                </c:pt>
                <c:pt idx="2447">
                  <c:v>78.127342224121094</c:v>
                </c:pt>
                <c:pt idx="2448">
                  <c:v>78.526840209960895</c:v>
                </c:pt>
                <c:pt idx="2449">
                  <c:v>78.613441467285199</c:v>
                </c:pt>
                <c:pt idx="2450">
                  <c:v>78.521270751953097</c:v>
                </c:pt>
                <c:pt idx="2451">
                  <c:v>78.336555480957003</c:v>
                </c:pt>
                <c:pt idx="2452">
                  <c:v>78.475982666015597</c:v>
                </c:pt>
                <c:pt idx="2453">
                  <c:v>78.398239135742202</c:v>
                </c:pt>
                <c:pt idx="2454">
                  <c:v>78.479698181152301</c:v>
                </c:pt>
                <c:pt idx="2455">
                  <c:v>78.473762512207003</c:v>
                </c:pt>
                <c:pt idx="2456">
                  <c:v>78.390975952148395</c:v>
                </c:pt>
                <c:pt idx="2457">
                  <c:v>78.191474914550795</c:v>
                </c:pt>
                <c:pt idx="2458">
                  <c:v>78.3323974609375</c:v>
                </c:pt>
                <c:pt idx="2459">
                  <c:v>78.297698974609403</c:v>
                </c:pt>
                <c:pt idx="2460">
                  <c:v>78.544876098632798</c:v>
                </c:pt>
                <c:pt idx="2461">
                  <c:v>78.663856506347699</c:v>
                </c:pt>
                <c:pt idx="2462">
                  <c:v>78.772216796875</c:v>
                </c:pt>
                <c:pt idx="2463">
                  <c:v>78.751037597656307</c:v>
                </c:pt>
                <c:pt idx="2464">
                  <c:v>78.766784667968807</c:v>
                </c:pt>
                <c:pt idx="2465">
                  <c:v>78.811592102050795</c:v>
                </c:pt>
                <c:pt idx="2466">
                  <c:v>78.8026123046875</c:v>
                </c:pt>
                <c:pt idx="2467">
                  <c:v>79.225730895996094</c:v>
                </c:pt>
                <c:pt idx="2468">
                  <c:v>79.321182250976605</c:v>
                </c:pt>
                <c:pt idx="2469">
                  <c:v>79.067146301269503</c:v>
                </c:pt>
                <c:pt idx="2470">
                  <c:v>79.056571960449205</c:v>
                </c:pt>
                <c:pt idx="2471">
                  <c:v>79.182884216308594</c:v>
                </c:pt>
                <c:pt idx="2472">
                  <c:v>79.196159362792997</c:v>
                </c:pt>
                <c:pt idx="2473">
                  <c:v>79.275917053222699</c:v>
                </c:pt>
                <c:pt idx="2474">
                  <c:v>79.277427673339801</c:v>
                </c:pt>
                <c:pt idx="2475">
                  <c:v>79.290931701660199</c:v>
                </c:pt>
                <c:pt idx="2476">
                  <c:v>79.2406005859375</c:v>
                </c:pt>
                <c:pt idx="2477">
                  <c:v>78.974205017089801</c:v>
                </c:pt>
                <c:pt idx="2478">
                  <c:v>79.110130310058594</c:v>
                </c:pt>
                <c:pt idx="2479">
                  <c:v>79.139701843261705</c:v>
                </c:pt>
                <c:pt idx="2480">
                  <c:v>79.160514831542997</c:v>
                </c:pt>
                <c:pt idx="2481">
                  <c:v>79.400871276855497</c:v>
                </c:pt>
                <c:pt idx="2482">
                  <c:v>79.506721496582003</c:v>
                </c:pt>
                <c:pt idx="2483">
                  <c:v>79.594459533691406</c:v>
                </c:pt>
                <c:pt idx="2484">
                  <c:v>79.591926574707003</c:v>
                </c:pt>
                <c:pt idx="2485">
                  <c:v>79.590278625488295</c:v>
                </c:pt>
                <c:pt idx="2486">
                  <c:v>79.647132873535199</c:v>
                </c:pt>
                <c:pt idx="2487">
                  <c:v>79.7342529296875</c:v>
                </c:pt>
                <c:pt idx="2488">
                  <c:v>79.765098571777301</c:v>
                </c:pt>
                <c:pt idx="2489">
                  <c:v>79.690521240234403</c:v>
                </c:pt>
                <c:pt idx="2490">
                  <c:v>79.699470520019503</c:v>
                </c:pt>
                <c:pt idx="2491">
                  <c:v>79.535972595214801</c:v>
                </c:pt>
                <c:pt idx="2492">
                  <c:v>79.667518615722699</c:v>
                </c:pt>
                <c:pt idx="2493">
                  <c:v>79.668884277343807</c:v>
                </c:pt>
                <c:pt idx="2494">
                  <c:v>79.611907958984403</c:v>
                </c:pt>
                <c:pt idx="2495">
                  <c:v>79.617637634277301</c:v>
                </c:pt>
                <c:pt idx="2496">
                  <c:v>79.714859008789105</c:v>
                </c:pt>
                <c:pt idx="2497">
                  <c:v>80.048538208007798</c:v>
                </c:pt>
                <c:pt idx="2498">
                  <c:v>79.989341735839801</c:v>
                </c:pt>
                <c:pt idx="2499">
                  <c:v>79.886039733886705</c:v>
                </c:pt>
                <c:pt idx="2500">
                  <c:v>79.402473449707003</c:v>
                </c:pt>
                <c:pt idx="2501">
                  <c:v>79.634292602539105</c:v>
                </c:pt>
                <c:pt idx="2502">
                  <c:v>79.698791503906307</c:v>
                </c:pt>
                <c:pt idx="2503">
                  <c:v>79.716644287109403</c:v>
                </c:pt>
                <c:pt idx="2504">
                  <c:v>79.693008422851605</c:v>
                </c:pt>
                <c:pt idx="2505">
                  <c:v>79.725303649902301</c:v>
                </c:pt>
                <c:pt idx="2506">
                  <c:v>79.749931335449205</c:v>
                </c:pt>
                <c:pt idx="2507">
                  <c:v>79.878356933593807</c:v>
                </c:pt>
                <c:pt idx="2508">
                  <c:v>80.181449890136705</c:v>
                </c:pt>
                <c:pt idx="2509">
                  <c:v>80.12744140625</c:v>
                </c:pt>
                <c:pt idx="2510">
                  <c:v>79.964271545410199</c:v>
                </c:pt>
                <c:pt idx="2511">
                  <c:v>79.901473999023395</c:v>
                </c:pt>
                <c:pt idx="2512">
                  <c:v>79.897483825683594</c:v>
                </c:pt>
                <c:pt idx="2513">
                  <c:v>79.8267822265625</c:v>
                </c:pt>
                <c:pt idx="2514">
                  <c:v>79.848526000976605</c:v>
                </c:pt>
                <c:pt idx="2515">
                  <c:v>79.858078002929702</c:v>
                </c:pt>
                <c:pt idx="2516">
                  <c:v>79.845680236816406</c:v>
                </c:pt>
                <c:pt idx="2517">
                  <c:v>79.573455810546903</c:v>
                </c:pt>
                <c:pt idx="2518">
                  <c:v>79.6729736328125</c:v>
                </c:pt>
                <c:pt idx="2519">
                  <c:v>79.393081665039105</c:v>
                </c:pt>
                <c:pt idx="2520">
                  <c:v>79.570999145507798</c:v>
                </c:pt>
                <c:pt idx="2521">
                  <c:v>79.6505126953125</c:v>
                </c:pt>
                <c:pt idx="2522">
                  <c:v>79.728744506835895</c:v>
                </c:pt>
                <c:pt idx="2523">
                  <c:v>79.811706542968807</c:v>
                </c:pt>
                <c:pt idx="2524">
                  <c:v>79.921058654785199</c:v>
                </c:pt>
                <c:pt idx="2525">
                  <c:v>79.921058654785199</c:v>
                </c:pt>
                <c:pt idx="2526">
                  <c:v>79.922683715820298</c:v>
                </c:pt>
                <c:pt idx="2527">
                  <c:v>79.577453613281307</c:v>
                </c:pt>
                <c:pt idx="2528">
                  <c:v>79.590934753417997</c:v>
                </c:pt>
                <c:pt idx="2529">
                  <c:v>80.471656799316406</c:v>
                </c:pt>
                <c:pt idx="2530">
                  <c:v>80.240669250488295</c:v>
                </c:pt>
                <c:pt idx="2531">
                  <c:v>79.992568969726605</c:v>
                </c:pt>
                <c:pt idx="2532">
                  <c:v>79.887435913085895</c:v>
                </c:pt>
                <c:pt idx="2533">
                  <c:v>79.812820434570298</c:v>
                </c:pt>
                <c:pt idx="2534">
                  <c:v>79.883644104003906</c:v>
                </c:pt>
                <c:pt idx="2535">
                  <c:v>79.959136962890597</c:v>
                </c:pt>
                <c:pt idx="2536">
                  <c:v>79.944923400878906</c:v>
                </c:pt>
                <c:pt idx="2537">
                  <c:v>80.017341613769503</c:v>
                </c:pt>
                <c:pt idx="2538">
                  <c:v>80.051223754882798</c:v>
                </c:pt>
                <c:pt idx="2539">
                  <c:v>80.153167724609403</c:v>
                </c:pt>
                <c:pt idx="2540">
                  <c:v>80.337150573730497</c:v>
                </c:pt>
                <c:pt idx="2541">
                  <c:v>80.462646484375</c:v>
                </c:pt>
                <c:pt idx="2542">
                  <c:v>80.351852416992202</c:v>
                </c:pt>
                <c:pt idx="2543">
                  <c:v>80.489967346191406</c:v>
                </c:pt>
                <c:pt idx="2544">
                  <c:v>80.3826904296875</c:v>
                </c:pt>
                <c:pt idx="2545">
                  <c:v>80.133125305175795</c:v>
                </c:pt>
                <c:pt idx="2546">
                  <c:v>80.648841857910199</c:v>
                </c:pt>
                <c:pt idx="2547">
                  <c:v>81.004112243652301</c:v>
                </c:pt>
                <c:pt idx="2548">
                  <c:v>80.887847900390597</c:v>
                </c:pt>
                <c:pt idx="2549">
                  <c:v>80.898254394531307</c:v>
                </c:pt>
                <c:pt idx="2550">
                  <c:v>80.815330505371094</c:v>
                </c:pt>
                <c:pt idx="2551">
                  <c:v>80.793792724609403</c:v>
                </c:pt>
                <c:pt idx="2552">
                  <c:v>81.4600830078125</c:v>
                </c:pt>
                <c:pt idx="2553">
                  <c:v>81.066543579101605</c:v>
                </c:pt>
                <c:pt idx="2554">
                  <c:v>81.133811950683594</c:v>
                </c:pt>
                <c:pt idx="2555">
                  <c:v>81.169258117675795</c:v>
                </c:pt>
                <c:pt idx="2556">
                  <c:v>81.188247680664105</c:v>
                </c:pt>
                <c:pt idx="2557">
                  <c:v>81.191375732421903</c:v>
                </c:pt>
                <c:pt idx="2558">
                  <c:v>81.246269226074205</c:v>
                </c:pt>
                <c:pt idx="2559">
                  <c:v>81.358741760253906</c:v>
                </c:pt>
                <c:pt idx="2560">
                  <c:v>81.555892944335895</c:v>
                </c:pt>
                <c:pt idx="2561">
                  <c:v>81.724601745605497</c:v>
                </c:pt>
                <c:pt idx="2562">
                  <c:v>81.682769775390597</c:v>
                </c:pt>
                <c:pt idx="2563">
                  <c:v>81.654106140136705</c:v>
                </c:pt>
                <c:pt idx="2564">
                  <c:v>82.081672668457003</c:v>
                </c:pt>
                <c:pt idx="2565">
                  <c:v>81.951606750488295</c:v>
                </c:pt>
                <c:pt idx="2566">
                  <c:v>81.907417297363295</c:v>
                </c:pt>
                <c:pt idx="2567">
                  <c:v>81.925666809082003</c:v>
                </c:pt>
                <c:pt idx="2568">
                  <c:v>81.925231933593807</c:v>
                </c:pt>
                <c:pt idx="2569">
                  <c:v>81.937370300292997</c:v>
                </c:pt>
                <c:pt idx="2570">
                  <c:v>81.894309997558594</c:v>
                </c:pt>
                <c:pt idx="2571">
                  <c:v>82.050628662109403</c:v>
                </c:pt>
                <c:pt idx="2572">
                  <c:v>82.020263671875</c:v>
                </c:pt>
                <c:pt idx="2573">
                  <c:v>82.572731018066406</c:v>
                </c:pt>
                <c:pt idx="2574">
                  <c:v>82.221343994140597</c:v>
                </c:pt>
                <c:pt idx="2575">
                  <c:v>81.764030456542997</c:v>
                </c:pt>
                <c:pt idx="2576">
                  <c:v>82.004814147949205</c:v>
                </c:pt>
                <c:pt idx="2577">
                  <c:v>81.793342590332003</c:v>
                </c:pt>
                <c:pt idx="2578">
                  <c:v>82.007537841796903</c:v>
                </c:pt>
                <c:pt idx="2579">
                  <c:v>82.099449157714801</c:v>
                </c:pt>
                <c:pt idx="2580">
                  <c:v>82.161880493164105</c:v>
                </c:pt>
                <c:pt idx="2581">
                  <c:v>81.881164550781307</c:v>
                </c:pt>
                <c:pt idx="2582">
                  <c:v>82.151481628417997</c:v>
                </c:pt>
                <c:pt idx="2583">
                  <c:v>82.277259826660199</c:v>
                </c:pt>
                <c:pt idx="2584">
                  <c:v>82.336555480957003</c:v>
                </c:pt>
                <c:pt idx="2585">
                  <c:v>82.348579406738295</c:v>
                </c:pt>
                <c:pt idx="2586">
                  <c:v>82.417869567871094</c:v>
                </c:pt>
                <c:pt idx="2587">
                  <c:v>82.541931152343807</c:v>
                </c:pt>
                <c:pt idx="2588">
                  <c:v>82.644477844238295</c:v>
                </c:pt>
                <c:pt idx="2589">
                  <c:v>82.465270996093807</c:v>
                </c:pt>
                <c:pt idx="2590">
                  <c:v>82.577232360839801</c:v>
                </c:pt>
                <c:pt idx="2591">
                  <c:v>82.596778869628906</c:v>
                </c:pt>
                <c:pt idx="2592">
                  <c:v>82.571052551269503</c:v>
                </c:pt>
                <c:pt idx="2593">
                  <c:v>82.433990478515597</c:v>
                </c:pt>
                <c:pt idx="2594">
                  <c:v>82.335464477539105</c:v>
                </c:pt>
                <c:pt idx="2595">
                  <c:v>82.462104797363295</c:v>
                </c:pt>
                <c:pt idx="2596">
                  <c:v>82.545753479003906</c:v>
                </c:pt>
                <c:pt idx="2597">
                  <c:v>82.595535278320298</c:v>
                </c:pt>
                <c:pt idx="2598">
                  <c:v>82.732887268066406</c:v>
                </c:pt>
                <c:pt idx="2599">
                  <c:v>82.798645019531307</c:v>
                </c:pt>
                <c:pt idx="2600">
                  <c:v>82.887054443359403</c:v>
                </c:pt>
                <c:pt idx="2601">
                  <c:v>82.893348693847699</c:v>
                </c:pt>
                <c:pt idx="2602">
                  <c:v>82.824844360351605</c:v>
                </c:pt>
                <c:pt idx="2603">
                  <c:v>82.886505126953097</c:v>
                </c:pt>
                <c:pt idx="2604">
                  <c:v>83.026741027832003</c:v>
                </c:pt>
                <c:pt idx="2605">
                  <c:v>83.012359619140597</c:v>
                </c:pt>
                <c:pt idx="2606">
                  <c:v>82.934410095214801</c:v>
                </c:pt>
                <c:pt idx="2607">
                  <c:v>83.170303344726605</c:v>
                </c:pt>
                <c:pt idx="2608">
                  <c:v>83.064659118652301</c:v>
                </c:pt>
                <c:pt idx="2609">
                  <c:v>83.128715515136705</c:v>
                </c:pt>
                <c:pt idx="2610">
                  <c:v>83.183395385742202</c:v>
                </c:pt>
                <c:pt idx="2611">
                  <c:v>83.168762207031307</c:v>
                </c:pt>
                <c:pt idx="2612">
                  <c:v>83.187179565429702</c:v>
                </c:pt>
                <c:pt idx="2613">
                  <c:v>82.616027832031307</c:v>
                </c:pt>
                <c:pt idx="2614">
                  <c:v>82.889671325683594</c:v>
                </c:pt>
                <c:pt idx="2615">
                  <c:v>83.090560913085895</c:v>
                </c:pt>
                <c:pt idx="2616">
                  <c:v>82.996963500976605</c:v>
                </c:pt>
                <c:pt idx="2617">
                  <c:v>83.149948120117202</c:v>
                </c:pt>
                <c:pt idx="2618">
                  <c:v>83.251968383789105</c:v>
                </c:pt>
                <c:pt idx="2619">
                  <c:v>83.275932312011705</c:v>
                </c:pt>
                <c:pt idx="2620">
                  <c:v>83.236930847167997</c:v>
                </c:pt>
                <c:pt idx="2621">
                  <c:v>83.393653869628906</c:v>
                </c:pt>
                <c:pt idx="2622">
                  <c:v>83.439537048339801</c:v>
                </c:pt>
                <c:pt idx="2623">
                  <c:v>83.497833251953097</c:v>
                </c:pt>
                <c:pt idx="2624">
                  <c:v>83.5357666015625</c:v>
                </c:pt>
                <c:pt idx="2625">
                  <c:v>83.575721740722699</c:v>
                </c:pt>
                <c:pt idx="2626">
                  <c:v>83.575508117675795</c:v>
                </c:pt>
                <c:pt idx="2627">
                  <c:v>83.730598449707003</c:v>
                </c:pt>
                <c:pt idx="2628">
                  <c:v>83.688919067382798</c:v>
                </c:pt>
                <c:pt idx="2629">
                  <c:v>83.738418579101605</c:v>
                </c:pt>
                <c:pt idx="2630">
                  <c:v>83.626121520996094</c:v>
                </c:pt>
                <c:pt idx="2631">
                  <c:v>83.535491943359403</c:v>
                </c:pt>
                <c:pt idx="2632">
                  <c:v>83.511001586914105</c:v>
                </c:pt>
                <c:pt idx="2633">
                  <c:v>83.582672119140597</c:v>
                </c:pt>
                <c:pt idx="2634">
                  <c:v>83.589111328125</c:v>
                </c:pt>
                <c:pt idx="2635">
                  <c:v>83.493995666503906</c:v>
                </c:pt>
                <c:pt idx="2636">
                  <c:v>83.4700927734375</c:v>
                </c:pt>
                <c:pt idx="2637">
                  <c:v>83.456504821777301</c:v>
                </c:pt>
                <c:pt idx="2638">
                  <c:v>83.4222412109375</c:v>
                </c:pt>
                <c:pt idx="2639">
                  <c:v>83.386665344238295</c:v>
                </c:pt>
                <c:pt idx="2640">
                  <c:v>83.403427124023395</c:v>
                </c:pt>
                <c:pt idx="2641">
                  <c:v>83.415626525878906</c:v>
                </c:pt>
                <c:pt idx="2642">
                  <c:v>83.436088562011705</c:v>
                </c:pt>
                <c:pt idx="2643">
                  <c:v>83.426376342773395</c:v>
                </c:pt>
                <c:pt idx="2644">
                  <c:v>83.415313720703097</c:v>
                </c:pt>
                <c:pt idx="2645">
                  <c:v>83.276191711425795</c:v>
                </c:pt>
                <c:pt idx="2646">
                  <c:v>83.542068481445298</c:v>
                </c:pt>
                <c:pt idx="2647">
                  <c:v>83.419059753417997</c:v>
                </c:pt>
                <c:pt idx="2648">
                  <c:v>83.328727722167997</c:v>
                </c:pt>
                <c:pt idx="2649">
                  <c:v>83.345573425292997</c:v>
                </c:pt>
                <c:pt idx="2650">
                  <c:v>83.313156127929702</c:v>
                </c:pt>
                <c:pt idx="2651">
                  <c:v>83.216278076171903</c:v>
                </c:pt>
                <c:pt idx="2652">
                  <c:v>83.244850158691406</c:v>
                </c:pt>
                <c:pt idx="2653">
                  <c:v>83.280975341796903</c:v>
                </c:pt>
                <c:pt idx="2654">
                  <c:v>83.305595397949205</c:v>
                </c:pt>
                <c:pt idx="2655">
                  <c:v>83.378555297851605</c:v>
                </c:pt>
                <c:pt idx="2656">
                  <c:v>83.424491882324205</c:v>
                </c:pt>
                <c:pt idx="2657">
                  <c:v>83.966629028320298</c:v>
                </c:pt>
                <c:pt idx="2658">
                  <c:v>83.425300598144503</c:v>
                </c:pt>
                <c:pt idx="2659">
                  <c:v>83.347236633300795</c:v>
                </c:pt>
                <c:pt idx="2660">
                  <c:v>83.258697509765597</c:v>
                </c:pt>
                <c:pt idx="2661">
                  <c:v>83.239723205566406</c:v>
                </c:pt>
                <c:pt idx="2662">
                  <c:v>82.992691040039105</c:v>
                </c:pt>
                <c:pt idx="2663">
                  <c:v>81.866462707519503</c:v>
                </c:pt>
                <c:pt idx="2664">
                  <c:v>82.336990356445298</c:v>
                </c:pt>
                <c:pt idx="2665">
                  <c:v>82.768684387207003</c:v>
                </c:pt>
                <c:pt idx="2666">
                  <c:v>83.592544555664105</c:v>
                </c:pt>
                <c:pt idx="2667">
                  <c:v>83.483825683593807</c:v>
                </c:pt>
                <c:pt idx="2668">
                  <c:v>83.325424194335895</c:v>
                </c:pt>
                <c:pt idx="2669">
                  <c:v>83.588569641113295</c:v>
                </c:pt>
                <c:pt idx="2670">
                  <c:v>83.719955444335895</c:v>
                </c:pt>
                <c:pt idx="2671">
                  <c:v>83.551910400390597</c:v>
                </c:pt>
                <c:pt idx="2672">
                  <c:v>83.470611572265597</c:v>
                </c:pt>
                <c:pt idx="2673">
                  <c:v>83.396553039550795</c:v>
                </c:pt>
                <c:pt idx="2674">
                  <c:v>83.274848937988295</c:v>
                </c:pt>
                <c:pt idx="2675">
                  <c:v>83.312019348144503</c:v>
                </c:pt>
                <c:pt idx="2676">
                  <c:v>83.347122192382798</c:v>
                </c:pt>
                <c:pt idx="2677">
                  <c:v>83.340316772460895</c:v>
                </c:pt>
                <c:pt idx="2678">
                  <c:v>83.414314270019503</c:v>
                </c:pt>
                <c:pt idx="2679">
                  <c:v>83.421607971191406</c:v>
                </c:pt>
                <c:pt idx="2680">
                  <c:v>83.460586547851605</c:v>
                </c:pt>
                <c:pt idx="2681">
                  <c:v>83.440322875976605</c:v>
                </c:pt>
                <c:pt idx="2682">
                  <c:v>83.505584716796903</c:v>
                </c:pt>
                <c:pt idx="2683">
                  <c:v>83.647476196289105</c:v>
                </c:pt>
                <c:pt idx="2684">
                  <c:v>83.484359741210895</c:v>
                </c:pt>
                <c:pt idx="2685">
                  <c:v>83.391334533691406</c:v>
                </c:pt>
                <c:pt idx="2686">
                  <c:v>83.444679260253906</c:v>
                </c:pt>
                <c:pt idx="2687">
                  <c:v>83.474853515625</c:v>
                </c:pt>
                <c:pt idx="2688">
                  <c:v>83.472747802734403</c:v>
                </c:pt>
                <c:pt idx="2689">
                  <c:v>83.566497802734403</c:v>
                </c:pt>
                <c:pt idx="2690">
                  <c:v>83.552848815917997</c:v>
                </c:pt>
                <c:pt idx="2691">
                  <c:v>83.592079162597699</c:v>
                </c:pt>
                <c:pt idx="2692">
                  <c:v>83.603591918945298</c:v>
                </c:pt>
                <c:pt idx="2693">
                  <c:v>83.634620666503906</c:v>
                </c:pt>
                <c:pt idx="2694">
                  <c:v>83.671371459960895</c:v>
                </c:pt>
                <c:pt idx="2695">
                  <c:v>83.652091979980497</c:v>
                </c:pt>
                <c:pt idx="2696">
                  <c:v>83.680427551269503</c:v>
                </c:pt>
                <c:pt idx="2697">
                  <c:v>83.611160278320298</c:v>
                </c:pt>
                <c:pt idx="2698">
                  <c:v>83.602729797363295</c:v>
                </c:pt>
                <c:pt idx="2699">
                  <c:v>83.672668457031307</c:v>
                </c:pt>
                <c:pt idx="2700">
                  <c:v>83.692428588867202</c:v>
                </c:pt>
                <c:pt idx="2701">
                  <c:v>83.698959350585895</c:v>
                </c:pt>
                <c:pt idx="2702">
                  <c:v>83.744110107421903</c:v>
                </c:pt>
                <c:pt idx="2703">
                  <c:v>83.730812072753906</c:v>
                </c:pt>
                <c:pt idx="2704">
                  <c:v>83.750213623046903</c:v>
                </c:pt>
                <c:pt idx="2705">
                  <c:v>83.742095947265597</c:v>
                </c:pt>
                <c:pt idx="2706">
                  <c:v>83.740272521972699</c:v>
                </c:pt>
                <c:pt idx="2707">
                  <c:v>83.819717407226605</c:v>
                </c:pt>
                <c:pt idx="2708">
                  <c:v>83.798988342285199</c:v>
                </c:pt>
                <c:pt idx="2709">
                  <c:v>83.818107604980497</c:v>
                </c:pt>
                <c:pt idx="2710">
                  <c:v>83.876258850097699</c:v>
                </c:pt>
                <c:pt idx="2711">
                  <c:v>84.030250549316406</c:v>
                </c:pt>
                <c:pt idx="2712">
                  <c:v>83.935630798339801</c:v>
                </c:pt>
                <c:pt idx="2713">
                  <c:v>83.98095703125</c:v>
                </c:pt>
                <c:pt idx="2714">
                  <c:v>83.898628234863295</c:v>
                </c:pt>
                <c:pt idx="2715">
                  <c:v>83.816856384277301</c:v>
                </c:pt>
                <c:pt idx="2716">
                  <c:v>83.815231323242202</c:v>
                </c:pt>
                <c:pt idx="2717">
                  <c:v>83.790817260742202</c:v>
                </c:pt>
                <c:pt idx="2718">
                  <c:v>83.763259887695298</c:v>
                </c:pt>
                <c:pt idx="2719">
                  <c:v>83.7481689453125</c:v>
                </c:pt>
                <c:pt idx="2720">
                  <c:v>83.728675842285199</c:v>
                </c:pt>
                <c:pt idx="2721">
                  <c:v>83.694854736328097</c:v>
                </c:pt>
                <c:pt idx="2722">
                  <c:v>83.646469116210895</c:v>
                </c:pt>
                <c:pt idx="2723">
                  <c:v>83.616638183593807</c:v>
                </c:pt>
                <c:pt idx="2724">
                  <c:v>83.581047058105497</c:v>
                </c:pt>
                <c:pt idx="2725">
                  <c:v>83.540351867675795</c:v>
                </c:pt>
                <c:pt idx="2726">
                  <c:v>83.508460998535199</c:v>
                </c:pt>
                <c:pt idx="2727">
                  <c:v>83.479652404785199</c:v>
                </c:pt>
                <c:pt idx="2728">
                  <c:v>83.461692810058594</c:v>
                </c:pt>
                <c:pt idx="2729">
                  <c:v>83.440254211425795</c:v>
                </c:pt>
                <c:pt idx="2730">
                  <c:v>83.400825500488295</c:v>
                </c:pt>
                <c:pt idx="2731">
                  <c:v>83.372138977050795</c:v>
                </c:pt>
                <c:pt idx="2732">
                  <c:v>83.359275817871094</c:v>
                </c:pt>
                <c:pt idx="2733">
                  <c:v>83.333572387695298</c:v>
                </c:pt>
                <c:pt idx="2734">
                  <c:v>83.305702209472699</c:v>
                </c:pt>
                <c:pt idx="2735">
                  <c:v>83.296058654785199</c:v>
                </c:pt>
                <c:pt idx="2736">
                  <c:v>83.271156311035199</c:v>
                </c:pt>
                <c:pt idx="2737">
                  <c:v>83.246864318847699</c:v>
                </c:pt>
                <c:pt idx="2738">
                  <c:v>83.224418640136705</c:v>
                </c:pt>
                <c:pt idx="2739">
                  <c:v>83.198036193847699</c:v>
                </c:pt>
                <c:pt idx="2740">
                  <c:v>83.186683654785199</c:v>
                </c:pt>
                <c:pt idx="2741">
                  <c:v>83.177780151367202</c:v>
                </c:pt>
                <c:pt idx="2742">
                  <c:v>83.164192199707003</c:v>
                </c:pt>
                <c:pt idx="2743">
                  <c:v>83.130958557128906</c:v>
                </c:pt>
                <c:pt idx="2744">
                  <c:v>83.11376953125</c:v>
                </c:pt>
                <c:pt idx="2745">
                  <c:v>83.102920532226605</c:v>
                </c:pt>
                <c:pt idx="2746">
                  <c:v>83.111076354980497</c:v>
                </c:pt>
                <c:pt idx="2747">
                  <c:v>83.099967956542997</c:v>
                </c:pt>
                <c:pt idx="2748">
                  <c:v>83.085784912109403</c:v>
                </c:pt>
                <c:pt idx="2749">
                  <c:v>83.079544067382798</c:v>
                </c:pt>
                <c:pt idx="2750">
                  <c:v>83.067047119140597</c:v>
                </c:pt>
                <c:pt idx="2751">
                  <c:v>83.056922912597699</c:v>
                </c:pt>
                <c:pt idx="2752">
                  <c:v>83.033828735351605</c:v>
                </c:pt>
                <c:pt idx="2753">
                  <c:v>83.009658813476605</c:v>
                </c:pt>
                <c:pt idx="2754">
                  <c:v>82.994201660156307</c:v>
                </c:pt>
                <c:pt idx="2755">
                  <c:v>82.988754272460895</c:v>
                </c:pt>
                <c:pt idx="2756">
                  <c:v>82.981163024902301</c:v>
                </c:pt>
                <c:pt idx="2757">
                  <c:v>82.976844787597699</c:v>
                </c:pt>
                <c:pt idx="2758">
                  <c:v>82.954017639160199</c:v>
                </c:pt>
                <c:pt idx="2759">
                  <c:v>82.935272216796903</c:v>
                </c:pt>
                <c:pt idx="2760">
                  <c:v>82.921241760253906</c:v>
                </c:pt>
                <c:pt idx="2761">
                  <c:v>82.926223754882798</c:v>
                </c:pt>
                <c:pt idx="2762">
                  <c:v>82.919380187988295</c:v>
                </c:pt>
                <c:pt idx="2763">
                  <c:v>82.907554626464801</c:v>
                </c:pt>
                <c:pt idx="2764">
                  <c:v>82.912834167480497</c:v>
                </c:pt>
                <c:pt idx="2765">
                  <c:v>82.890899658203097</c:v>
                </c:pt>
                <c:pt idx="2766">
                  <c:v>82.879959106445298</c:v>
                </c:pt>
                <c:pt idx="2767">
                  <c:v>82.873443603515597</c:v>
                </c:pt>
                <c:pt idx="2768">
                  <c:v>82.852508544921903</c:v>
                </c:pt>
                <c:pt idx="2769">
                  <c:v>82.83642578125</c:v>
                </c:pt>
                <c:pt idx="2770">
                  <c:v>82.827949523925795</c:v>
                </c:pt>
                <c:pt idx="2771">
                  <c:v>82.817855834960895</c:v>
                </c:pt>
                <c:pt idx="2772">
                  <c:v>82.814636230468807</c:v>
                </c:pt>
                <c:pt idx="2773">
                  <c:v>82.800018310546903</c:v>
                </c:pt>
                <c:pt idx="2774">
                  <c:v>82.783409118652301</c:v>
                </c:pt>
                <c:pt idx="2775">
                  <c:v>82.778045654296903</c:v>
                </c:pt>
                <c:pt idx="2776">
                  <c:v>82.757110595703097</c:v>
                </c:pt>
                <c:pt idx="2777">
                  <c:v>82.731307983398395</c:v>
                </c:pt>
                <c:pt idx="2778">
                  <c:v>82.726890563964801</c:v>
                </c:pt>
                <c:pt idx="2779">
                  <c:v>82.723197937011705</c:v>
                </c:pt>
                <c:pt idx="2780">
                  <c:v>82.702247619628906</c:v>
                </c:pt>
                <c:pt idx="2781">
                  <c:v>82.694252014160199</c:v>
                </c:pt>
                <c:pt idx="2782">
                  <c:v>82.696029663085895</c:v>
                </c:pt>
                <c:pt idx="2783">
                  <c:v>82.675010681152301</c:v>
                </c:pt>
                <c:pt idx="2784">
                  <c:v>82.661560058593807</c:v>
                </c:pt>
                <c:pt idx="2785">
                  <c:v>82.637184143066406</c:v>
                </c:pt>
                <c:pt idx="2786">
                  <c:v>82.639732360839801</c:v>
                </c:pt>
                <c:pt idx="2787">
                  <c:v>82.616859436035199</c:v>
                </c:pt>
                <c:pt idx="2788">
                  <c:v>82.615425109863295</c:v>
                </c:pt>
                <c:pt idx="2789">
                  <c:v>82.589309692382798</c:v>
                </c:pt>
                <c:pt idx="2790">
                  <c:v>82.571357727050795</c:v>
                </c:pt>
                <c:pt idx="2791">
                  <c:v>82.576026916503906</c:v>
                </c:pt>
                <c:pt idx="2792">
                  <c:v>82.550521850585895</c:v>
                </c:pt>
                <c:pt idx="2793">
                  <c:v>82.534202575683594</c:v>
                </c:pt>
                <c:pt idx="2794">
                  <c:v>82.532936096191406</c:v>
                </c:pt>
                <c:pt idx="2795">
                  <c:v>82.532691955566406</c:v>
                </c:pt>
                <c:pt idx="2796">
                  <c:v>82.519493103027301</c:v>
                </c:pt>
                <c:pt idx="2797">
                  <c:v>82.524185180664105</c:v>
                </c:pt>
                <c:pt idx="2798">
                  <c:v>82.523597717285199</c:v>
                </c:pt>
                <c:pt idx="2799">
                  <c:v>82.501594543457003</c:v>
                </c:pt>
                <c:pt idx="2800">
                  <c:v>82.484367370605497</c:v>
                </c:pt>
                <c:pt idx="2801">
                  <c:v>82.452217102050795</c:v>
                </c:pt>
                <c:pt idx="2802">
                  <c:v>82.413688659667997</c:v>
                </c:pt>
                <c:pt idx="2803">
                  <c:v>82.412910461425795</c:v>
                </c:pt>
                <c:pt idx="2804">
                  <c:v>82.390625</c:v>
                </c:pt>
                <c:pt idx="2805">
                  <c:v>82.380088806152301</c:v>
                </c:pt>
                <c:pt idx="2806">
                  <c:v>82.359283447265597</c:v>
                </c:pt>
                <c:pt idx="2807">
                  <c:v>82.353759765625</c:v>
                </c:pt>
                <c:pt idx="2808">
                  <c:v>82.349029541015597</c:v>
                </c:pt>
                <c:pt idx="2809">
                  <c:v>82.334854125976605</c:v>
                </c:pt>
                <c:pt idx="2810">
                  <c:v>82.300636291503906</c:v>
                </c:pt>
                <c:pt idx="2811">
                  <c:v>82.273628234863295</c:v>
                </c:pt>
                <c:pt idx="2812">
                  <c:v>82.267318725585895</c:v>
                </c:pt>
                <c:pt idx="2813">
                  <c:v>82.257904052734403</c:v>
                </c:pt>
                <c:pt idx="2814">
                  <c:v>82.231300354003906</c:v>
                </c:pt>
                <c:pt idx="2815">
                  <c:v>82.233337402343807</c:v>
                </c:pt>
                <c:pt idx="2816">
                  <c:v>82.223663330078097</c:v>
                </c:pt>
                <c:pt idx="2817">
                  <c:v>82.207336425781307</c:v>
                </c:pt>
                <c:pt idx="2818">
                  <c:v>82.205459594726605</c:v>
                </c:pt>
                <c:pt idx="2819">
                  <c:v>82.191360473632798</c:v>
                </c:pt>
                <c:pt idx="2820">
                  <c:v>82.160484313964801</c:v>
                </c:pt>
                <c:pt idx="2821">
                  <c:v>82.144584655761705</c:v>
                </c:pt>
                <c:pt idx="2822">
                  <c:v>82.132308959960895</c:v>
                </c:pt>
                <c:pt idx="2823">
                  <c:v>82.102516174316406</c:v>
                </c:pt>
                <c:pt idx="2824">
                  <c:v>82.079383850097699</c:v>
                </c:pt>
                <c:pt idx="2825">
                  <c:v>82.065994262695298</c:v>
                </c:pt>
                <c:pt idx="2826">
                  <c:v>82.062561035156307</c:v>
                </c:pt>
                <c:pt idx="2827">
                  <c:v>82.064720153808594</c:v>
                </c:pt>
                <c:pt idx="2828">
                  <c:v>82.045845031738295</c:v>
                </c:pt>
                <c:pt idx="2829">
                  <c:v>82.033065795898395</c:v>
                </c:pt>
                <c:pt idx="2830">
                  <c:v>82.024559020996094</c:v>
                </c:pt>
                <c:pt idx="2831">
                  <c:v>81.991622924804702</c:v>
                </c:pt>
                <c:pt idx="2832">
                  <c:v>81.968330383300795</c:v>
                </c:pt>
                <c:pt idx="2833">
                  <c:v>81.967666625976605</c:v>
                </c:pt>
                <c:pt idx="2834">
                  <c:v>81.943870544433594</c:v>
                </c:pt>
                <c:pt idx="2835">
                  <c:v>81.928756713867202</c:v>
                </c:pt>
                <c:pt idx="2836">
                  <c:v>81.898956298828097</c:v>
                </c:pt>
                <c:pt idx="2837">
                  <c:v>81.893745422363295</c:v>
                </c:pt>
                <c:pt idx="2838">
                  <c:v>81.888626098632798</c:v>
                </c:pt>
                <c:pt idx="2839">
                  <c:v>81.866371154785199</c:v>
                </c:pt>
                <c:pt idx="2840">
                  <c:v>81.849990844726605</c:v>
                </c:pt>
                <c:pt idx="2841">
                  <c:v>81.852073669433594</c:v>
                </c:pt>
                <c:pt idx="2842">
                  <c:v>81.854660034179702</c:v>
                </c:pt>
                <c:pt idx="2843">
                  <c:v>81.832847595214801</c:v>
                </c:pt>
                <c:pt idx="2844">
                  <c:v>81.813705444335895</c:v>
                </c:pt>
                <c:pt idx="2845">
                  <c:v>81.793449401855497</c:v>
                </c:pt>
                <c:pt idx="2846">
                  <c:v>81.765678405761705</c:v>
                </c:pt>
                <c:pt idx="2847">
                  <c:v>81.750907897949205</c:v>
                </c:pt>
                <c:pt idx="2848">
                  <c:v>81.739707946777301</c:v>
                </c:pt>
                <c:pt idx="2849">
                  <c:v>81.731155395507798</c:v>
                </c:pt>
                <c:pt idx="2850">
                  <c:v>81.724037170410199</c:v>
                </c:pt>
                <c:pt idx="2851">
                  <c:v>81.715057373046903</c:v>
                </c:pt>
                <c:pt idx="2852">
                  <c:v>81.687774658203097</c:v>
                </c:pt>
                <c:pt idx="2853">
                  <c:v>81.668853759765597</c:v>
                </c:pt>
                <c:pt idx="2854">
                  <c:v>81.649017333984403</c:v>
                </c:pt>
                <c:pt idx="2855">
                  <c:v>81.654235839843807</c:v>
                </c:pt>
                <c:pt idx="2856">
                  <c:v>81.632827758789105</c:v>
                </c:pt>
                <c:pt idx="2857">
                  <c:v>81.624382019042997</c:v>
                </c:pt>
                <c:pt idx="2858">
                  <c:v>81.621726989746094</c:v>
                </c:pt>
                <c:pt idx="2859">
                  <c:v>81.602867126464801</c:v>
                </c:pt>
                <c:pt idx="2860">
                  <c:v>81.578361511230497</c:v>
                </c:pt>
                <c:pt idx="2861">
                  <c:v>81.574729919433594</c:v>
                </c:pt>
                <c:pt idx="2862">
                  <c:v>81.550102233886705</c:v>
                </c:pt>
                <c:pt idx="2863">
                  <c:v>81.529319763183594</c:v>
                </c:pt>
                <c:pt idx="2864">
                  <c:v>81.532844543457003</c:v>
                </c:pt>
                <c:pt idx="2865">
                  <c:v>81.515304565429702</c:v>
                </c:pt>
                <c:pt idx="2866">
                  <c:v>81.481704711914105</c:v>
                </c:pt>
                <c:pt idx="2867">
                  <c:v>81.455024719238295</c:v>
                </c:pt>
                <c:pt idx="2868">
                  <c:v>81.433532714843807</c:v>
                </c:pt>
                <c:pt idx="2869">
                  <c:v>81.437126159667997</c:v>
                </c:pt>
                <c:pt idx="2870">
                  <c:v>81.4193115234375</c:v>
                </c:pt>
                <c:pt idx="2871">
                  <c:v>81.391365051269503</c:v>
                </c:pt>
                <c:pt idx="2872">
                  <c:v>81.402809143066406</c:v>
                </c:pt>
                <c:pt idx="2873">
                  <c:v>81.396415710449205</c:v>
                </c:pt>
                <c:pt idx="2874">
                  <c:v>81.375274658203097</c:v>
                </c:pt>
                <c:pt idx="2875">
                  <c:v>81.367012023925795</c:v>
                </c:pt>
                <c:pt idx="2876">
                  <c:v>81.349258422851605</c:v>
                </c:pt>
                <c:pt idx="2877">
                  <c:v>81.340789794921903</c:v>
                </c:pt>
                <c:pt idx="2878">
                  <c:v>81.326385498046903</c:v>
                </c:pt>
                <c:pt idx="2879">
                  <c:v>81.303810119628906</c:v>
                </c:pt>
                <c:pt idx="2880">
                  <c:v>81.281173706054702</c:v>
                </c:pt>
                <c:pt idx="2881">
                  <c:v>81.289558410644503</c:v>
                </c:pt>
                <c:pt idx="2882">
                  <c:v>81.274177551269503</c:v>
                </c:pt>
                <c:pt idx="2883">
                  <c:v>81.257591247558594</c:v>
                </c:pt>
                <c:pt idx="2884">
                  <c:v>81.266159057617202</c:v>
                </c:pt>
                <c:pt idx="2885">
                  <c:v>81.257026672363295</c:v>
                </c:pt>
                <c:pt idx="2886">
                  <c:v>81.248428344726605</c:v>
                </c:pt>
                <c:pt idx="2887">
                  <c:v>81.228713989257798</c:v>
                </c:pt>
                <c:pt idx="2888">
                  <c:v>81.205528259277301</c:v>
                </c:pt>
                <c:pt idx="2889">
                  <c:v>81.178390502929702</c:v>
                </c:pt>
                <c:pt idx="2890">
                  <c:v>81.165260314941406</c:v>
                </c:pt>
                <c:pt idx="2891">
                  <c:v>81.121849060058594</c:v>
                </c:pt>
                <c:pt idx="2892">
                  <c:v>81.106842041015597</c:v>
                </c:pt>
                <c:pt idx="2893">
                  <c:v>81.099678039550795</c:v>
                </c:pt>
                <c:pt idx="2894">
                  <c:v>81.101119995117202</c:v>
                </c:pt>
                <c:pt idx="2895">
                  <c:v>81.101028442382798</c:v>
                </c:pt>
                <c:pt idx="2896">
                  <c:v>81.094970703125</c:v>
                </c:pt>
                <c:pt idx="2897">
                  <c:v>81.063018798828097</c:v>
                </c:pt>
                <c:pt idx="2898">
                  <c:v>81.050956726074205</c:v>
                </c:pt>
                <c:pt idx="2899">
                  <c:v>81.032005310058594</c:v>
                </c:pt>
                <c:pt idx="2900">
                  <c:v>81.0185546875</c:v>
                </c:pt>
                <c:pt idx="2901">
                  <c:v>81.008796691894503</c:v>
                </c:pt>
                <c:pt idx="2902">
                  <c:v>80.998252868652301</c:v>
                </c:pt>
                <c:pt idx="2903">
                  <c:v>80.980438232421903</c:v>
                </c:pt>
                <c:pt idx="2904">
                  <c:v>80.964248657226605</c:v>
                </c:pt>
                <c:pt idx="2905">
                  <c:v>80.936843872070298</c:v>
                </c:pt>
                <c:pt idx="2906">
                  <c:v>80.940162658691406</c:v>
                </c:pt>
                <c:pt idx="2907">
                  <c:v>80.934646606445298</c:v>
                </c:pt>
                <c:pt idx="2908">
                  <c:v>80.923851013183594</c:v>
                </c:pt>
                <c:pt idx="2909">
                  <c:v>80.912017822265597</c:v>
                </c:pt>
                <c:pt idx="2910">
                  <c:v>80.882156372070298</c:v>
                </c:pt>
                <c:pt idx="2911">
                  <c:v>80.8848876953125</c:v>
                </c:pt>
                <c:pt idx="2912">
                  <c:v>80.861160278320298</c:v>
                </c:pt>
                <c:pt idx="2913">
                  <c:v>80.835617065429702</c:v>
                </c:pt>
                <c:pt idx="2914">
                  <c:v>80.838577270507798</c:v>
                </c:pt>
                <c:pt idx="2915">
                  <c:v>80.830833435058594</c:v>
                </c:pt>
                <c:pt idx="2916">
                  <c:v>80.816650390625</c:v>
                </c:pt>
                <c:pt idx="2917">
                  <c:v>80.780235290527301</c:v>
                </c:pt>
                <c:pt idx="2918">
                  <c:v>80.768203735351605</c:v>
                </c:pt>
                <c:pt idx="2919">
                  <c:v>80.756301879882798</c:v>
                </c:pt>
                <c:pt idx="2920">
                  <c:v>80.744987487792997</c:v>
                </c:pt>
                <c:pt idx="2921">
                  <c:v>80.736869812011705</c:v>
                </c:pt>
                <c:pt idx="2922">
                  <c:v>80.731643676757798</c:v>
                </c:pt>
                <c:pt idx="2923">
                  <c:v>80.717109680175795</c:v>
                </c:pt>
                <c:pt idx="2924">
                  <c:v>80.707374572753906</c:v>
                </c:pt>
                <c:pt idx="2925">
                  <c:v>80.678001403808594</c:v>
                </c:pt>
                <c:pt idx="2926">
                  <c:v>80.666893005371094</c:v>
                </c:pt>
                <c:pt idx="2927">
                  <c:v>80.639167785644503</c:v>
                </c:pt>
                <c:pt idx="2928">
                  <c:v>80.621528625488295</c:v>
                </c:pt>
                <c:pt idx="2929">
                  <c:v>80.604919433593807</c:v>
                </c:pt>
                <c:pt idx="2930">
                  <c:v>80.603630065917997</c:v>
                </c:pt>
                <c:pt idx="2931">
                  <c:v>80.604240417480497</c:v>
                </c:pt>
                <c:pt idx="2932">
                  <c:v>80.593032836914105</c:v>
                </c:pt>
                <c:pt idx="2933">
                  <c:v>80.573326110839801</c:v>
                </c:pt>
                <c:pt idx="2934">
                  <c:v>80.561080932617202</c:v>
                </c:pt>
                <c:pt idx="2935">
                  <c:v>80.558280944824205</c:v>
                </c:pt>
                <c:pt idx="2936">
                  <c:v>80.550369262695298</c:v>
                </c:pt>
                <c:pt idx="2937">
                  <c:v>80.516250610351605</c:v>
                </c:pt>
                <c:pt idx="2938">
                  <c:v>80.479507446289105</c:v>
                </c:pt>
                <c:pt idx="2939">
                  <c:v>80.472702026367202</c:v>
                </c:pt>
                <c:pt idx="2940">
                  <c:v>80.438751220703097</c:v>
                </c:pt>
                <c:pt idx="2941">
                  <c:v>80.433784484863295</c:v>
                </c:pt>
                <c:pt idx="2942">
                  <c:v>80.437965393066406</c:v>
                </c:pt>
                <c:pt idx="2943">
                  <c:v>80.422767639160199</c:v>
                </c:pt>
                <c:pt idx="2944">
                  <c:v>80.420135498046903</c:v>
                </c:pt>
                <c:pt idx="2945">
                  <c:v>80.385467529296903</c:v>
                </c:pt>
                <c:pt idx="2946">
                  <c:v>80.386451721191406</c:v>
                </c:pt>
                <c:pt idx="2947">
                  <c:v>80.372505187988295</c:v>
                </c:pt>
                <c:pt idx="2948">
                  <c:v>80.348815917968807</c:v>
                </c:pt>
                <c:pt idx="2949">
                  <c:v>80.344261169433594</c:v>
                </c:pt>
                <c:pt idx="2950">
                  <c:v>80.324531555175795</c:v>
                </c:pt>
                <c:pt idx="2951">
                  <c:v>80.300773620605497</c:v>
                </c:pt>
                <c:pt idx="2952">
                  <c:v>80.298225402832003</c:v>
                </c:pt>
                <c:pt idx="2953">
                  <c:v>80.289794921875</c:v>
                </c:pt>
                <c:pt idx="2954">
                  <c:v>80.277969360351605</c:v>
                </c:pt>
                <c:pt idx="2955">
                  <c:v>80.257835388183594</c:v>
                </c:pt>
                <c:pt idx="2956">
                  <c:v>80.240798950195298</c:v>
                </c:pt>
                <c:pt idx="2957">
                  <c:v>80.218864440917997</c:v>
                </c:pt>
                <c:pt idx="2958">
                  <c:v>80.211982727050795</c:v>
                </c:pt>
                <c:pt idx="2959">
                  <c:v>80.200798034667997</c:v>
                </c:pt>
                <c:pt idx="2960">
                  <c:v>80.203582763671903</c:v>
                </c:pt>
                <c:pt idx="2961">
                  <c:v>80.170654296875</c:v>
                </c:pt>
                <c:pt idx="2962">
                  <c:v>80.142921447753906</c:v>
                </c:pt>
                <c:pt idx="2963">
                  <c:v>80.101631164550795</c:v>
                </c:pt>
                <c:pt idx="2964">
                  <c:v>80.090682983398395</c:v>
                </c:pt>
                <c:pt idx="2965">
                  <c:v>80.087509155273395</c:v>
                </c:pt>
                <c:pt idx="2966">
                  <c:v>80.097106933593807</c:v>
                </c:pt>
                <c:pt idx="2967">
                  <c:v>80.078727722167997</c:v>
                </c:pt>
                <c:pt idx="2968">
                  <c:v>80.060211181640597</c:v>
                </c:pt>
                <c:pt idx="2969">
                  <c:v>80.047439575195298</c:v>
                </c:pt>
                <c:pt idx="2970">
                  <c:v>80.010276794433594</c:v>
                </c:pt>
                <c:pt idx="2971">
                  <c:v>79.991584777832003</c:v>
                </c:pt>
                <c:pt idx="2972">
                  <c:v>79.991416931152301</c:v>
                </c:pt>
                <c:pt idx="2973">
                  <c:v>79.998222351074205</c:v>
                </c:pt>
                <c:pt idx="2974">
                  <c:v>79.985443115234403</c:v>
                </c:pt>
                <c:pt idx="2975">
                  <c:v>79.9769287109375</c:v>
                </c:pt>
                <c:pt idx="2976">
                  <c:v>79.947952270507798</c:v>
                </c:pt>
                <c:pt idx="2977">
                  <c:v>79.927162170410199</c:v>
                </c:pt>
                <c:pt idx="2978">
                  <c:v>79.894378662109403</c:v>
                </c:pt>
                <c:pt idx="2979">
                  <c:v>79.883827209472699</c:v>
                </c:pt>
                <c:pt idx="2980">
                  <c:v>79.874191284179702</c:v>
                </c:pt>
                <c:pt idx="2981">
                  <c:v>79.854240417480497</c:v>
                </c:pt>
                <c:pt idx="2982">
                  <c:v>79.845863342285199</c:v>
                </c:pt>
                <c:pt idx="2983">
                  <c:v>79.831382751464801</c:v>
                </c:pt>
                <c:pt idx="2984">
                  <c:v>79.809303283691406</c:v>
                </c:pt>
                <c:pt idx="2985">
                  <c:v>79.804740905761705</c:v>
                </c:pt>
                <c:pt idx="2986">
                  <c:v>79.790206909179702</c:v>
                </c:pt>
                <c:pt idx="2987">
                  <c:v>79.780311584472699</c:v>
                </c:pt>
                <c:pt idx="2988">
                  <c:v>79.779243469238295</c:v>
                </c:pt>
                <c:pt idx="2989">
                  <c:v>79.750801086425795</c:v>
                </c:pt>
                <c:pt idx="2990">
                  <c:v>79.739608764648395</c:v>
                </c:pt>
                <c:pt idx="2991">
                  <c:v>79.727577209472699</c:v>
                </c:pt>
                <c:pt idx="2992">
                  <c:v>79.695480346679702</c:v>
                </c:pt>
                <c:pt idx="2993">
                  <c:v>79.681991577148395</c:v>
                </c:pt>
                <c:pt idx="2994">
                  <c:v>79.683113098144503</c:v>
                </c:pt>
                <c:pt idx="2995">
                  <c:v>79.673072814941406</c:v>
                </c:pt>
                <c:pt idx="2996">
                  <c:v>79.654075622558594</c:v>
                </c:pt>
                <c:pt idx="2997">
                  <c:v>79.649757385253906</c:v>
                </c:pt>
                <c:pt idx="2998">
                  <c:v>79.638198852539105</c:v>
                </c:pt>
                <c:pt idx="2999">
                  <c:v>79.610794067382798</c:v>
                </c:pt>
                <c:pt idx="3000">
                  <c:v>79.597190856933594</c:v>
                </c:pt>
                <c:pt idx="3001">
                  <c:v>79.579696655273395</c:v>
                </c:pt>
                <c:pt idx="3002">
                  <c:v>79.568138122558594</c:v>
                </c:pt>
                <c:pt idx="3003">
                  <c:v>79.570419311523395</c:v>
                </c:pt>
                <c:pt idx="3004">
                  <c:v>79.550109863281307</c:v>
                </c:pt>
                <c:pt idx="3005">
                  <c:v>79.535133361816406</c:v>
                </c:pt>
                <c:pt idx="3006">
                  <c:v>79.522155761718807</c:v>
                </c:pt>
                <c:pt idx="3007">
                  <c:v>79.497779846191406</c:v>
                </c:pt>
                <c:pt idx="3008">
                  <c:v>79.487785339355497</c:v>
                </c:pt>
                <c:pt idx="3009">
                  <c:v>79.481300354003906</c:v>
                </c:pt>
                <c:pt idx="3010">
                  <c:v>79.457321166992202</c:v>
                </c:pt>
                <c:pt idx="3011">
                  <c:v>79.438652038574205</c:v>
                </c:pt>
                <c:pt idx="3012">
                  <c:v>79.421394348144503</c:v>
                </c:pt>
                <c:pt idx="3013">
                  <c:v>79.406799316406307</c:v>
                </c:pt>
                <c:pt idx="3014">
                  <c:v>79.405700683593807</c:v>
                </c:pt>
                <c:pt idx="3015">
                  <c:v>79.382362365722699</c:v>
                </c:pt>
                <c:pt idx="3016">
                  <c:v>79.345458984375</c:v>
                </c:pt>
                <c:pt idx="3017">
                  <c:v>79.343116760253906</c:v>
                </c:pt>
                <c:pt idx="3018">
                  <c:v>79.327194213867202</c:v>
                </c:pt>
                <c:pt idx="3019">
                  <c:v>79.318008422851605</c:v>
                </c:pt>
                <c:pt idx="3020">
                  <c:v>79.313468933105497</c:v>
                </c:pt>
                <c:pt idx="3021">
                  <c:v>79.301460266113295</c:v>
                </c:pt>
                <c:pt idx="3022">
                  <c:v>79.288665771484403</c:v>
                </c:pt>
                <c:pt idx="3023">
                  <c:v>79.27587890625</c:v>
                </c:pt>
                <c:pt idx="3024">
                  <c:v>79.275070190429702</c:v>
                </c:pt>
                <c:pt idx="3025">
                  <c:v>79.252922058105497</c:v>
                </c:pt>
                <c:pt idx="3026">
                  <c:v>79.242614746093807</c:v>
                </c:pt>
                <c:pt idx="3027">
                  <c:v>79.227966308593807</c:v>
                </c:pt>
                <c:pt idx="3028">
                  <c:v>79.206779479980497</c:v>
                </c:pt>
                <c:pt idx="3029">
                  <c:v>79.199661254882798</c:v>
                </c:pt>
                <c:pt idx="3030">
                  <c:v>79.191726684570298</c:v>
                </c:pt>
                <c:pt idx="3031">
                  <c:v>79.1727294921875</c:v>
                </c:pt>
                <c:pt idx="3032">
                  <c:v>79.146186828613295</c:v>
                </c:pt>
                <c:pt idx="3033">
                  <c:v>79.143981933593807</c:v>
                </c:pt>
                <c:pt idx="3034">
                  <c:v>79.140907287597699</c:v>
                </c:pt>
                <c:pt idx="3035">
                  <c:v>79.135261535644503</c:v>
                </c:pt>
                <c:pt idx="3036">
                  <c:v>79.108299255371094</c:v>
                </c:pt>
                <c:pt idx="3037">
                  <c:v>79.084457397460895</c:v>
                </c:pt>
                <c:pt idx="3038">
                  <c:v>79.056655883789105</c:v>
                </c:pt>
                <c:pt idx="3039">
                  <c:v>79.039421081542997</c:v>
                </c:pt>
                <c:pt idx="3040">
                  <c:v>79.044326782226605</c:v>
                </c:pt>
                <c:pt idx="3041">
                  <c:v>79.026496887207003</c:v>
                </c:pt>
                <c:pt idx="3042">
                  <c:v>79.012886047363295</c:v>
                </c:pt>
                <c:pt idx="3043">
                  <c:v>79.008636474609403</c:v>
                </c:pt>
                <c:pt idx="3044">
                  <c:v>78.999107360839801</c:v>
                </c:pt>
                <c:pt idx="3045">
                  <c:v>78.976257324218807</c:v>
                </c:pt>
                <c:pt idx="3046">
                  <c:v>78.972007751464801</c:v>
                </c:pt>
                <c:pt idx="3047">
                  <c:v>78.968711853027301</c:v>
                </c:pt>
                <c:pt idx="3048">
                  <c:v>78.954383850097699</c:v>
                </c:pt>
                <c:pt idx="3049">
                  <c:v>78.945686340332003</c:v>
                </c:pt>
                <c:pt idx="3050">
                  <c:v>78.928123474121094</c:v>
                </c:pt>
                <c:pt idx="3051">
                  <c:v>78.901161193847699</c:v>
                </c:pt>
                <c:pt idx="3052">
                  <c:v>78.879127502441406</c:v>
                </c:pt>
                <c:pt idx="3053">
                  <c:v>78.874595642089801</c:v>
                </c:pt>
                <c:pt idx="3054">
                  <c:v>78.859977722167997</c:v>
                </c:pt>
                <c:pt idx="3055">
                  <c:v>78.849967956542997</c:v>
                </c:pt>
                <c:pt idx="3056">
                  <c:v>78.822059631347699</c:v>
                </c:pt>
                <c:pt idx="3057">
                  <c:v>78.808509826660199</c:v>
                </c:pt>
                <c:pt idx="3058">
                  <c:v>78.7867431640625</c:v>
                </c:pt>
                <c:pt idx="3059">
                  <c:v>78.757270812988295</c:v>
                </c:pt>
                <c:pt idx="3060">
                  <c:v>78.747329711914105</c:v>
                </c:pt>
                <c:pt idx="3061">
                  <c:v>78.745056152343807</c:v>
                </c:pt>
                <c:pt idx="3062">
                  <c:v>78.738716125488295</c:v>
                </c:pt>
                <c:pt idx="3063">
                  <c:v>78.734886169433594</c:v>
                </c:pt>
                <c:pt idx="3064">
                  <c:v>78.716094970703097</c:v>
                </c:pt>
                <c:pt idx="3065">
                  <c:v>78.696540832519503</c:v>
                </c:pt>
                <c:pt idx="3066">
                  <c:v>78.683151245117202</c:v>
                </c:pt>
                <c:pt idx="3067">
                  <c:v>78.671661376953097</c:v>
                </c:pt>
                <c:pt idx="3068">
                  <c:v>78.653785705566406</c:v>
                </c:pt>
                <c:pt idx="3069">
                  <c:v>78.654136657714801</c:v>
                </c:pt>
                <c:pt idx="3070">
                  <c:v>78.651451110839801</c:v>
                </c:pt>
                <c:pt idx="3071">
                  <c:v>78.644134521484403</c:v>
                </c:pt>
                <c:pt idx="3072">
                  <c:v>78.615379333496094</c:v>
                </c:pt>
                <c:pt idx="3073">
                  <c:v>78.591567993164105</c:v>
                </c:pt>
                <c:pt idx="3074">
                  <c:v>78.582946777343807</c:v>
                </c:pt>
                <c:pt idx="3075">
                  <c:v>78.570472717285199</c:v>
                </c:pt>
                <c:pt idx="3076">
                  <c:v>78.560493469238295</c:v>
                </c:pt>
                <c:pt idx="3077">
                  <c:v>78.538406372070298</c:v>
                </c:pt>
                <c:pt idx="3078">
                  <c:v>78.506927490234403</c:v>
                </c:pt>
                <c:pt idx="3079">
                  <c:v>78.518424987792997</c:v>
                </c:pt>
                <c:pt idx="3080">
                  <c:v>78.481307983398395</c:v>
                </c:pt>
                <c:pt idx="3081">
                  <c:v>78.470130920410199</c:v>
                </c:pt>
                <c:pt idx="3082">
                  <c:v>78.462417602539105</c:v>
                </c:pt>
                <c:pt idx="3083">
                  <c:v>78.478706359863295</c:v>
                </c:pt>
                <c:pt idx="3084">
                  <c:v>78.465065002441406</c:v>
                </c:pt>
                <c:pt idx="3085">
                  <c:v>78.457191467285199</c:v>
                </c:pt>
                <c:pt idx="3086">
                  <c:v>78.422477722167997</c:v>
                </c:pt>
                <c:pt idx="3087">
                  <c:v>78.393493652343807</c:v>
                </c:pt>
                <c:pt idx="3088">
                  <c:v>78.406921386718807</c:v>
                </c:pt>
                <c:pt idx="3089">
                  <c:v>78.414306640625</c:v>
                </c:pt>
                <c:pt idx="3090">
                  <c:v>78.390052795410199</c:v>
                </c:pt>
                <c:pt idx="3091">
                  <c:v>78.366058349609403</c:v>
                </c:pt>
                <c:pt idx="3092">
                  <c:v>78.357856750488295</c:v>
                </c:pt>
                <c:pt idx="3093">
                  <c:v>78.3397216796875</c:v>
                </c:pt>
                <c:pt idx="3094">
                  <c:v>78.304710388183594</c:v>
                </c:pt>
                <c:pt idx="3095">
                  <c:v>78.288879394531307</c:v>
                </c:pt>
                <c:pt idx="3096">
                  <c:v>78.271858215332003</c:v>
                </c:pt>
                <c:pt idx="3097">
                  <c:v>78.269805908203097</c:v>
                </c:pt>
                <c:pt idx="3098">
                  <c:v>78.259262084960895</c:v>
                </c:pt>
                <c:pt idx="3099">
                  <c:v>78.240165710449205</c:v>
                </c:pt>
                <c:pt idx="3100">
                  <c:v>78.218208312988295</c:v>
                </c:pt>
                <c:pt idx="3101">
                  <c:v>78.222831726074205</c:v>
                </c:pt>
                <c:pt idx="3102">
                  <c:v>78.193572998046903</c:v>
                </c:pt>
                <c:pt idx="3103">
                  <c:v>78.174110412597699</c:v>
                </c:pt>
                <c:pt idx="3104">
                  <c:v>78.177406311035199</c:v>
                </c:pt>
                <c:pt idx="3105">
                  <c:v>78.154838562011705</c:v>
                </c:pt>
                <c:pt idx="3106">
                  <c:v>78.151039123535199</c:v>
                </c:pt>
                <c:pt idx="3107">
                  <c:v>78.154136657714801</c:v>
                </c:pt>
                <c:pt idx="3108">
                  <c:v>78.155143737792997</c:v>
                </c:pt>
                <c:pt idx="3109">
                  <c:v>78.119712829589801</c:v>
                </c:pt>
                <c:pt idx="3110">
                  <c:v>78.130210876464801</c:v>
                </c:pt>
                <c:pt idx="3111">
                  <c:v>78.107048034667997</c:v>
                </c:pt>
                <c:pt idx="3112">
                  <c:v>78.073501586914105</c:v>
                </c:pt>
                <c:pt idx="3113">
                  <c:v>78.053016662597699</c:v>
                </c:pt>
                <c:pt idx="3114">
                  <c:v>78.019233703613295</c:v>
                </c:pt>
                <c:pt idx="3115">
                  <c:v>78.006256103515597</c:v>
                </c:pt>
                <c:pt idx="3116">
                  <c:v>77.984306335449205</c:v>
                </c:pt>
                <c:pt idx="3117">
                  <c:v>77.970634460449205</c:v>
                </c:pt>
                <c:pt idx="3118">
                  <c:v>77.969329833984403</c:v>
                </c:pt>
                <c:pt idx="3119">
                  <c:v>77.971351623535199</c:v>
                </c:pt>
                <c:pt idx="3120">
                  <c:v>77.979278564453097</c:v>
                </c:pt>
                <c:pt idx="3121">
                  <c:v>77.958824157714801</c:v>
                </c:pt>
                <c:pt idx="3122">
                  <c:v>77.940650939941406</c:v>
                </c:pt>
                <c:pt idx="3123">
                  <c:v>77.916297912597699</c:v>
                </c:pt>
                <c:pt idx="3124">
                  <c:v>77.886466979980497</c:v>
                </c:pt>
                <c:pt idx="3125">
                  <c:v>77.871917724609403</c:v>
                </c:pt>
                <c:pt idx="3126">
                  <c:v>77.868179321289105</c:v>
                </c:pt>
                <c:pt idx="3127">
                  <c:v>77.878257751464801</c:v>
                </c:pt>
                <c:pt idx="3128">
                  <c:v>77.862228393554702</c:v>
                </c:pt>
                <c:pt idx="3129">
                  <c:v>77.840667724609403</c:v>
                </c:pt>
                <c:pt idx="3130">
                  <c:v>77.834495544433594</c:v>
                </c:pt>
                <c:pt idx="3131">
                  <c:v>77.823188781738295</c:v>
                </c:pt>
                <c:pt idx="3132">
                  <c:v>77.809356689453097</c:v>
                </c:pt>
                <c:pt idx="3133">
                  <c:v>77.809020996093807</c:v>
                </c:pt>
                <c:pt idx="3134">
                  <c:v>77.787063598632798</c:v>
                </c:pt>
                <c:pt idx="3135">
                  <c:v>77.774177551269503</c:v>
                </c:pt>
                <c:pt idx="3136">
                  <c:v>77.753761291503906</c:v>
                </c:pt>
                <c:pt idx="3137">
                  <c:v>77.739562988281307</c:v>
                </c:pt>
                <c:pt idx="3138">
                  <c:v>77.722480773925795</c:v>
                </c:pt>
                <c:pt idx="3139">
                  <c:v>77.706153869628906</c:v>
                </c:pt>
                <c:pt idx="3140">
                  <c:v>77.684051513671903</c:v>
                </c:pt>
                <c:pt idx="3141">
                  <c:v>77.681579589843807</c:v>
                </c:pt>
                <c:pt idx="3142">
                  <c:v>77.668243408203097</c:v>
                </c:pt>
                <c:pt idx="3143">
                  <c:v>77.643821716308594</c:v>
                </c:pt>
                <c:pt idx="3144">
                  <c:v>77.635803222656307</c:v>
                </c:pt>
                <c:pt idx="3145">
                  <c:v>77.641921997070298</c:v>
                </c:pt>
                <c:pt idx="3146">
                  <c:v>77.631637573242202</c:v>
                </c:pt>
                <c:pt idx="3147">
                  <c:v>77.633071899414105</c:v>
                </c:pt>
                <c:pt idx="3148">
                  <c:v>77.614143371582003</c:v>
                </c:pt>
                <c:pt idx="3149">
                  <c:v>77.596008300781307</c:v>
                </c:pt>
                <c:pt idx="3150">
                  <c:v>77.582427978515597</c:v>
                </c:pt>
                <c:pt idx="3151">
                  <c:v>77.563285827636705</c:v>
                </c:pt>
                <c:pt idx="3152">
                  <c:v>77.541809082031307</c:v>
                </c:pt>
                <c:pt idx="3153">
                  <c:v>77.538803100585895</c:v>
                </c:pt>
                <c:pt idx="3154">
                  <c:v>77.527244567871094</c:v>
                </c:pt>
                <c:pt idx="3155">
                  <c:v>77.515823364257798</c:v>
                </c:pt>
                <c:pt idx="3156">
                  <c:v>77.500274658203097</c:v>
                </c:pt>
                <c:pt idx="3157">
                  <c:v>77.493171691894503</c:v>
                </c:pt>
                <c:pt idx="3158">
                  <c:v>77.480377197265597</c:v>
                </c:pt>
                <c:pt idx="3159">
                  <c:v>77.465263366699205</c:v>
                </c:pt>
                <c:pt idx="3160">
                  <c:v>77.457603454589801</c:v>
                </c:pt>
                <c:pt idx="3161">
                  <c:v>77.459808349609403</c:v>
                </c:pt>
                <c:pt idx="3162">
                  <c:v>77.448898315429702</c:v>
                </c:pt>
                <c:pt idx="3163">
                  <c:v>77.423988342285199</c:v>
                </c:pt>
                <c:pt idx="3164">
                  <c:v>77.396141052246094</c:v>
                </c:pt>
                <c:pt idx="3165">
                  <c:v>77.397003173828097</c:v>
                </c:pt>
                <c:pt idx="3166">
                  <c:v>77.39208984375</c:v>
                </c:pt>
                <c:pt idx="3167">
                  <c:v>77.382553100585895</c:v>
                </c:pt>
                <c:pt idx="3168">
                  <c:v>77.379142761230497</c:v>
                </c:pt>
                <c:pt idx="3169">
                  <c:v>77.373817443847699</c:v>
                </c:pt>
                <c:pt idx="3170">
                  <c:v>77.368896484375</c:v>
                </c:pt>
                <c:pt idx="3171">
                  <c:v>77.354675292968807</c:v>
                </c:pt>
                <c:pt idx="3172">
                  <c:v>77.316253662109403</c:v>
                </c:pt>
                <c:pt idx="3173">
                  <c:v>77.295593261718807</c:v>
                </c:pt>
                <c:pt idx="3174">
                  <c:v>77.293556213378906</c:v>
                </c:pt>
                <c:pt idx="3175">
                  <c:v>77.288291931152301</c:v>
                </c:pt>
                <c:pt idx="3176">
                  <c:v>77.275146484375</c:v>
                </c:pt>
                <c:pt idx="3177">
                  <c:v>77.254081726074205</c:v>
                </c:pt>
                <c:pt idx="3178">
                  <c:v>77.236495971679702</c:v>
                </c:pt>
                <c:pt idx="3179">
                  <c:v>77.225181579589801</c:v>
                </c:pt>
                <c:pt idx="3180">
                  <c:v>77.239494323730497</c:v>
                </c:pt>
                <c:pt idx="3181">
                  <c:v>77.238937377929702</c:v>
                </c:pt>
                <c:pt idx="3182">
                  <c:v>77.234268188476605</c:v>
                </c:pt>
                <c:pt idx="3183">
                  <c:v>77.220199584960895</c:v>
                </c:pt>
                <c:pt idx="3184">
                  <c:v>77.213424682617202</c:v>
                </c:pt>
                <c:pt idx="3185">
                  <c:v>77.211341857910199</c:v>
                </c:pt>
                <c:pt idx="3186">
                  <c:v>77.191787719726605</c:v>
                </c:pt>
                <c:pt idx="3187">
                  <c:v>77.160476684570298</c:v>
                </c:pt>
                <c:pt idx="3188">
                  <c:v>77.133636474609403</c:v>
                </c:pt>
                <c:pt idx="3189">
                  <c:v>77.119445800781307</c:v>
                </c:pt>
                <c:pt idx="3190">
                  <c:v>77.114814758300795</c:v>
                </c:pt>
                <c:pt idx="3191">
                  <c:v>77.100387573242202</c:v>
                </c:pt>
                <c:pt idx="3192">
                  <c:v>77.109405517578097</c:v>
                </c:pt>
                <c:pt idx="3193">
                  <c:v>77.098854064941406</c:v>
                </c:pt>
                <c:pt idx="3194">
                  <c:v>77.078147888183594</c:v>
                </c:pt>
                <c:pt idx="3195">
                  <c:v>77.074150085449205</c:v>
                </c:pt>
                <c:pt idx="3196">
                  <c:v>77.042755126953097</c:v>
                </c:pt>
                <c:pt idx="3197">
                  <c:v>77.022392272949205</c:v>
                </c:pt>
                <c:pt idx="3198">
                  <c:v>77.009086608886705</c:v>
                </c:pt>
                <c:pt idx="3199">
                  <c:v>77.015495300292997</c:v>
                </c:pt>
                <c:pt idx="3200">
                  <c:v>77.000633239746094</c:v>
                </c:pt>
                <c:pt idx="3201">
                  <c:v>76.988128662109403</c:v>
                </c:pt>
                <c:pt idx="3202">
                  <c:v>76.977867126464801</c:v>
                </c:pt>
                <c:pt idx="3203">
                  <c:v>76.958488464355497</c:v>
                </c:pt>
                <c:pt idx="3204">
                  <c:v>76.967788696289105</c:v>
                </c:pt>
                <c:pt idx="3205">
                  <c:v>76.961181640625</c:v>
                </c:pt>
                <c:pt idx="3206">
                  <c:v>76.941291809082003</c:v>
                </c:pt>
                <c:pt idx="3207">
                  <c:v>76.941795349121094</c:v>
                </c:pt>
                <c:pt idx="3208">
                  <c:v>76.928596496582003</c:v>
                </c:pt>
                <c:pt idx="3209">
                  <c:v>76.916824340820298</c:v>
                </c:pt>
                <c:pt idx="3210">
                  <c:v>76.899444580078097</c:v>
                </c:pt>
                <c:pt idx="3211">
                  <c:v>76.872398376464801</c:v>
                </c:pt>
                <c:pt idx="3212">
                  <c:v>76.858215332031307</c:v>
                </c:pt>
                <c:pt idx="3213">
                  <c:v>76.843284606933594</c:v>
                </c:pt>
                <c:pt idx="3214">
                  <c:v>76.839859008789105</c:v>
                </c:pt>
                <c:pt idx="3215">
                  <c:v>76.842689514160199</c:v>
                </c:pt>
                <c:pt idx="3216">
                  <c:v>76.830833435058594</c:v>
                </c:pt>
                <c:pt idx="3217">
                  <c:v>76.8214111328125</c:v>
                </c:pt>
                <c:pt idx="3218">
                  <c:v>76.823074340820298</c:v>
                </c:pt>
                <c:pt idx="3219">
                  <c:v>76.809745788574205</c:v>
                </c:pt>
                <c:pt idx="3220">
                  <c:v>76.788948059082003</c:v>
                </c:pt>
                <c:pt idx="3221">
                  <c:v>76.772201538085895</c:v>
                </c:pt>
                <c:pt idx="3222">
                  <c:v>76.751358032226605</c:v>
                </c:pt>
                <c:pt idx="3223">
                  <c:v>76.738121032714801</c:v>
                </c:pt>
                <c:pt idx="3224">
                  <c:v>76.730995178222699</c:v>
                </c:pt>
                <c:pt idx="3225">
                  <c:v>76.713188171386705</c:v>
                </c:pt>
                <c:pt idx="3226">
                  <c:v>76.698165893554702</c:v>
                </c:pt>
                <c:pt idx="3227">
                  <c:v>76.691734313964801</c:v>
                </c:pt>
                <c:pt idx="3228">
                  <c:v>76.684272766113295</c:v>
                </c:pt>
                <c:pt idx="3229">
                  <c:v>76.668907165527301</c:v>
                </c:pt>
                <c:pt idx="3230">
                  <c:v>76.658851623535199</c:v>
                </c:pt>
                <c:pt idx="3231">
                  <c:v>76.651718139648395</c:v>
                </c:pt>
                <c:pt idx="3232">
                  <c:v>76.641654968261705</c:v>
                </c:pt>
                <c:pt idx="3233">
                  <c:v>76.624504089355497</c:v>
                </c:pt>
                <c:pt idx="3234">
                  <c:v>76.617950439453097</c:v>
                </c:pt>
                <c:pt idx="3235">
                  <c:v>76.608749389648395</c:v>
                </c:pt>
                <c:pt idx="3236">
                  <c:v>76.600410461425795</c:v>
                </c:pt>
                <c:pt idx="3237">
                  <c:v>76.579994201660199</c:v>
                </c:pt>
                <c:pt idx="3238">
                  <c:v>76.580253601074205</c:v>
                </c:pt>
                <c:pt idx="3239">
                  <c:v>76.563545227050795</c:v>
                </c:pt>
                <c:pt idx="3240">
                  <c:v>76.552871704101605</c:v>
                </c:pt>
                <c:pt idx="3241">
                  <c:v>76.544258117675795</c:v>
                </c:pt>
                <c:pt idx="3242">
                  <c:v>76.525711059570298</c:v>
                </c:pt>
                <c:pt idx="3243">
                  <c:v>76.503105163574205</c:v>
                </c:pt>
                <c:pt idx="3244">
                  <c:v>76.489456176757798</c:v>
                </c:pt>
                <c:pt idx="3245">
                  <c:v>76.476913452148395</c:v>
                </c:pt>
                <c:pt idx="3246">
                  <c:v>76.471008300781307</c:v>
                </c:pt>
                <c:pt idx="3247">
                  <c:v>76.462379455566406</c:v>
                </c:pt>
                <c:pt idx="3248">
                  <c:v>76.453956604003906</c:v>
                </c:pt>
                <c:pt idx="3249">
                  <c:v>76.443778991699205</c:v>
                </c:pt>
                <c:pt idx="3250">
                  <c:v>76.426902770996094</c:v>
                </c:pt>
                <c:pt idx="3251">
                  <c:v>76.421005249023395</c:v>
                </c:pt>
                <c:pt idx="3252">
                  <c:v>76.403366088867202</c:v>
                </c:pt>
                <c:pt idx="3253">
                  <c:v>76.393341064453097</c:v>
                </c:pt>
                <c:pt idx="3254">
                  <c:v>76.383102416992202</c:v>
                </c:pt>
                <c:pt idx="3255">
                  <c:v>76.367927551269503</c:v>
                </c:pt>
                <c:pt idx="3256">
                  <c:v>76.354705810546903</c:v>
                </c:pt>
                <c:pt idx="3257">
                  <c:v>76.338218688964801</c:v>
                </c:pt>
                <c:pt idx="3258">
                  <c:v>76.335739135742202</c:v>
                </c:pt>
                <c:pt idx="3259">
                  <c:v>76.306076049804702</c:v>
                </c:pt>
                <c:pt idx="3260">
                  <c:v>76.302040100097699</c:v>
                </c:pt>
                <c:pt idx="3261">
                  <c:v>76.298690795898395</c:v>
                </c:pt>
                <c:pt idx="3262">
                  <c:v>76.298202514648395</c:v>
                </c:pt>
                <c:pt idx="3263">
                  <c:v>76.296096801757798</c:v>
                </c:pt>
                <c:pt idx="3264">
                  <c:v>76.283515930175795</c:v>
                </c:pt>
                <c:pt idx="3265">
                  <c:v>76.247306823730497</c:v>
                </c:pt>
                <c:pt idx="3266">
                  <c:v>76.231506347656307</c:v>
                </c:pt>
                <c:pt idx="3267">
                  <c:v>76.226287841796903</c:v>
                </c:pt>
                <c:pt idx="3268">
                  <c:v>76.217063903808594</c:v>
                </c:pt>
                <c:pt idx="3269">
                  <c:v>76.210105895996094</c:v>
                </c:pt>
                <c:pt idx="3270">
                  <c:v>76.198570251464801</c:v>
                </c:pt>
                <c:pt idx="3271">
                  <c:v>76.185539245605497</c:v>
                </c:pt>
                <c:pt idx="3272">
                  <c:v>76.152336120605497</c:v>
                </c:pt>
                <c:pt idx="3273">
                  <c:v>76.140098571777301</c:v>
                </c:pt>
                <c:pt idx="3274">
                  <c:v>76.143508911132798</c:v>
                </c:pt>
                <c:pt idx="3275">
                  <c:v>76.146965026855497</c:v>
                </c:pt>
                <c:pt idx="3276">
                  <c:v>76.142265319824205</c:v>
                </c:pt>
                <c:pt idx="3277">
                  <c:v>76.124427795410199</c:v>
                </c:pt>
                <c:pt idx="3278">
                  <c:v>76.125442504882798</c:v>
                </c:pt>
                <c:pt idx="3279">
                  <c:v>76.1082763671875</c:v>
                </c:pt>
                <c:pt idx="3280">
                  <c:v>76.082206726074205</c:v>
                </c:pt>
                <c:pt idx="3281">
                  <c:v>76.073768615722699</c:v>
                </c:pt>
                <c:pt idx="3282">
                  <c:v>76.055625915527301</c:v>
                </c:pt>
                <c:pt idx="3283">
                  <c:v>76.042823791503906</c:v>
                </c:pt>
                <c:pt idx="3284">
                  <c:v>76.028717041015597</c:v>
                </c:pt>
                <c:pt idx="3285">
                  <c:v>76.029396057128906</c:v>
                </c:pt>
                <c:pt idx="3286">
                  <c:v>76.012382507324205</c:v>
                </c:pt>
                <c:pt idx="3287">
                  <c:v>75.989639282226605</c:v>
                </c:pt>
                <c:pt idx="3288">
                  <c:v>75.972663879394503</c:v>
                </c:pt>
                <c:pt idx="3289">
                  <c:v>75.961265563964801</c:v>
                </c:pt>
                <c:pt idx="3290">
                  <c:v>75.958427429199205</c:v>
                </c:pt>
                <c:pt idx="3291">
                  <c:v>75.935394287109403</c:v>
                </c:pt>
                <c:pt idx="3292">
                  <c:v>75.911781311035199</c:v>
                </c:pt>
                <c:pt idx="3293">
                  <c:v>75.903572082519503</c:v>
                </c:pt>
                <c:pt idx="3294">
                  <c:v>75.914840698242202</c:v>
                </c:pt>
                <c:pt idx="3295">
                  <c:v>75.913192749023395</c:v>
                </c:pt>
                <c:pt idx="3296">
                  <c:v>75.904655456542997</c:v>
                </c:pt>
                <c:pt idx="3297">
                  <c:v>75.873123168945298</c:v>
                </c:pt>
                <c:pt idx="3298">
                  <c:v>75.876136779785199</c:v>
                </c:pt>
                <c:pt idx="3299">
                  <c:v>75.869956970214801</c:v>
                </c:pt>
                <c:pt idx="3300">
                  <c:v>75.851425170898395</c:v>
                </c:pt>
                <c:pt idx="3301">
                  <c:v>75.847450256347699</c:v>
                </c:pt>
                <c:pt idx="3302">
                  <c:v>75.847015380859403</c:v>
                </c:pt>
                <c:pt idx="3303">
                  <c:v>75.843025207519503</c:v>
                </c:pt>
                <c:pt idx="3304">
                  <c:v>75.819831848144503</c:v>
                </c:pt>
                <c:pt idx="3305">
                  <c:v>75.799003601074205</c:v>
                </c:pt>
                <c:pt idx="3306">
                  <c:v>75.784751892089801</c:v>
                </c:pt>
                <c:pt idx="3307">
                  <c:v>75.784355163574205</c:v>
                </c:pt>
                <c:pt idx="3308">
                  <c:v>75.764404296875</c:v>
                </c:pt>
                <c:pt idx="3309">
                  <c:v>75.759071350097699</c:v>
                </c:pt>
                <c:pt idx="3310">
                  <c:v>75.753112792968807</c:v>
                </c:pt>
                <c:pt idx="3311">
                  <c:v>75.733741760253906</c:v>
                </c:pt>
                <c:pt idx="3312">
                  <c:v>75.722991943359403</c:v>
                </c:pt>
                <c:pt idx="3313">
                  <c:v>75.707489013671903</c:v>
                </c:pt>
                <c:pt idx="3314">
                  <c:v>75.711738586425795</c:v>
                </c:pt>
                <c:pt idx="3315">
                  <c:v>75.708358764648395</c:v>
                </c:pt>
                <c:pt idx="3316">
                  <c:v>75.694404602050795</c:v>
                </c:pt>
                <c:pt idx="3317">
                  <c:v>75.671470642089801</c:v>
                </c:pt>
                <c:pt idx="3318">
                  <c:v>75.642005920410199</c:v>
                </c:pt>
                <c:pt idx="3319">
                  <c:v>75.640396118164105</c:v>
                </c:pt>
                <c:pt idx="3320">
                  <c:v>75.638488769531307</c:v>
                </c:pt>
                <c:pt idx="3321">
                  <c:v>75.623687744140597</c:v>
                </c:pt>
                <c:pt idx="3322">
                  <c:v>75.618888854980497</c:v>
                </c:pt>
                <c:pt idx="3323">
                  <c:v>75.606101989746094</c:v>
                </c:pt>
                <c:pt idx="3324">
                  <c:v>75.598274230957003</c:v>
                </c:pt>
                <c:pt idx="3325">
                  <c:v>75.577346801757798</c:v>
                </c:pt>
                <c:pt idx="3326">
                  <c:v>75.581092834472699</c:v>
                </c:pt>
                <c:pt idx="3327">
                  <c:v>75.575119018554702</c:v>
                </c:pt>
                <c:pt idx="3328">
                  <c:v>75.569023132324205</c:v>
                </c:pt>
                <c:pt idx="3329">
                  <c:v>75.566246032714801</c:v>
                </c:pt>
                <c:pt idx="3330">
                  <c:v>75.546562194824205</c:v>
                </c:pt>
                <c:pt idx="3331">
                  <c:v>75.521095275878906</c:v>
                </c:pt>
                <c:pt idx="3332">
                  <c:v>75.520553588867202</c:v>
                </c:pt>
                <c:pt idx="3333">
                  <c:v>75.506393432617202</c:v>
                </c:pt>
                <c:pt idx="3334">
                  <c:v>75.493728637695298</c:v>
                </c:pt>
                <c:pt idx="3335">
                  <c:v>75.464492797851605</c:v>
                </c:pt>
                <c:pt idx="3336">
                  <c:v>75.465225219726605</c:v>
                </c:pt>
                <c:pt idx="3337">
                  <c:v>75.456115722656307</c:v>
                </c:pt>
                <c:pt idx="3338">
                  <c:v>75.441734313964801</c:v>
                </c:pt>
                <c:pt idx="3339">
                  <c:v>75.432151794433594</c:v>
                </c:pt>
                <c:pt idx="3340">
                  <c:v>75.4051513671875</c:v>
                </c:pt>
                <c:pt idx="3341">
                  <c:v>75.392745971679702</c:v>
                </c:pt>
                <c:pt idx="3342">
                  <c:v>75.3843994140625</c:v>
                </c:pt>
                <c:pt idx="3343">
                  <c:v>75.3697509765625</c:v>
                </c:pt>
                <c:pt idx="3344">
                  <c:v>75.370124816894503</c:v>
                </c:pt>
                <c:pt idx="3345">
                  <c:v>75.353782653808594</c:v>
                </c:pt>
                <c:pt idx="3346">
                  <c:v>75.337509155273395</c:v>
                </c:pt>
                <c:pt idx="3347">
                  <c:v>75.325508117675795</c:v>
                </c:pt>
                <c:pt idx="3348">
                  <c:v>75.347976684570298</c:v>
                </c:pt>
                <c:pt idx="3349">
                  <c:v>75.346580505371094</c:v>
                </c:pt>
                <c:pt idx="3350">
                  <c:v>75.327308654785199</c:v>
                </c:pt>
                <c:pt idx="3351">
                  <c:v>75.334182739257798</c:v>
                </c:pt>
                <c:pt idx="3352">
                  <c:v>75.337684631347699</c:v>
                </c:pt>
                <c:pt idx="3353">
                  <c:v>75.311927795410199</c:v>
                </c:pt>
                <c:pt idx="3354">
                  <c:v>75.274002075195298</c:v>
                </c:pt>
                <c:pt idx="3355">
                  <c:v>75.252769470214801</c:v>
                </c:pt>
                <c:pt idx="3356">
                  <c:v>75.250381469726605</c:v>
                </c:pt>
                <c:pt idx="3357">
                  <c:v>75.231513977050795</c:v>
                </c:pt>
                <c:pt idx="3358">
                  <c:v>75.227455139160199</c:v>
                </c:pt>
                <c:pt idx="3359">
                  <c:v>75.2374267578125</c:v>
                </c:pt>
                <c:pt idx="3360">
                  <c:v>75.215850830078097</c:v>
                </c:pt>
                <c:pt idx="3361">
                  <c:v>75.169349670410199</c:v>
                </c:pt>
                <c:pt idx="3362">
                  <c:v>75.146499633789105</c:v>
                </c:pt>
                <c:pt idx="3363">
                  <c:v>75.125862121582003</c:v>
                </c:pt>
                <c:pt idx="3364">
                  <c:v>75.102340698242202</c:v>
                </c:pt>
                <c:pt idx="3365">
                  <c:v>75.096023559570298</c:v>
                </c:pt>
                <c:pt idx="3366">
                  <c:v>75.118011474609403</c:v>
                </c:pt>
                <c:pt idx="3367">
                  <c:v>75.130584716796903</c:v>
                </c:pt>
                <c:pt idx="3368">
                  <c:v>75.117042541503906</c:v>
                </c:pt>
                <c:pt idx="3369">
                  <c:v>75.099220275878906</c:v>
                </c:pt>
                <c:pt idx="3370">
                  <c:v>75.083175659179702</c:v>
                </c:pt>
                <c:pt idx="3371">
                  <c:v>75.098220825195298</c:v>
                </c:pt>
                <c:pt idx="3372">
                  <c:v>75.084701538085895</c:v>
                </c:pt>
                <c:pt idx="3373">
                  <c:v>75.075736999511705</c:v>
                </c:pt>
                <c:pt idx="3374">
                  <c:v>75.069129943847699</c:v>
                </c:pt>
                <c:pt idx="3375">
                  <c:v>75.048538208007798</c:v>
                </c:pt>
                <c:pt idx="3376">
                  <c:v>75.059371948242202</c:v>
                </c:pt>
                <c:pt idx="3377">
                  <c:v>75.063156127929702</c:v>
                </c:pt>
                <c:pt idx="3378">
                  <c:v>75.048370361328097</c:v>
                </c:pt>
                <c:pt idx="3379">
                  <c:v>75.017662048339801</c:v>
                </c:pt>
                <c:pt idx="3380">
                  <c:v>75.000137329101605</c:v>
                </c:pt>
                <c:pt idx="3381">
                  <c:v>74.998222351074205</c:v>
                </c:pt>
                <c:pt idx="3382">
                  <c:v>75.002189636230497</c:v>
                </c:pt>
                <c:pt idx="3383">
                  <c:v>74.971275329589801</c:v>
                </c:pt>
                <c:pt idx="3384">
                  <c:v>74.962272644042997</c:v>
                </c:pt>
                <c:pt idx="3385">
                  <c:v>74.972312927246094</c:v>
                </c:pt>
                <c:pt idx="3386">
                  <c:v>74.956489562988295</c:v>
                </c:pt>
                <c:pt idx="3387">
                  <c:v>74.938179016113295</c:v>
                </c:pt>
                <c:pt idx="3388">
                  <c:v>74.935478210449205</c:v>
                </c:pt>
                <c:pt idx="3389">
                  <c:v>74.914031982421903</c:v>
                </c:pt>
                <c:pt idx="3390">
                  <c:v>74.897636413574205</c:v>
                </c:pt>
                <c:pt idx="3391">
                  <c:v>74.884231567382798</c:v>
                </c:pt>
                <c:pt idx="3392">
                  <c:v>74.875663757324205</c:v>
                </c:pt>
                <c:pt idx="3393">
                  <c:v>74.860099792480497</c:v>
                </c:pt>
                <c:pt idx="3394">
                  <c:v>74.845146179199205</c:v>
                </c:pt>
                <c:pt idx="3395">
                  <c:v>74.827507019042997</c:v>
                </c:pt>
                <c:pt idx="3396">
                  <c:v>74.833473205566406</c:v>
                </c:pt>
                <c:pt idx="3397">
                  <c:v>74.824554443359403</c:v>
                </c:pt>
                <c:pt idx="3398">
                  <c:v>74.822547912597699</c:v>
                </c:pt>
                <c:pt idx="3399">
                  <c:v>74.808486938476605</c:v>
                </c:pt>
                <c:pt idx="3400">
                  <c:v>74.806961059570298</c:v>
                </c:pt>
                <c:pt idx="3401">
                  <c:v>74.799140930175795</c:v>
                </c:pt>
                <c:pt idx="3402">
                  <c:v>74.797691345214801</c:v>
                </c:pt>
                <c:pt idx="3403">
                  <c:v>74.789901733398395</c:v>
                </c:pt>
                <c:pt idx="3404">
                  <c:v>74.788375854492202</c:v>
                </c:pt>
                <c:pt idx="3405">
                  <c:v>74.777297973632798</c:v>
                </c:pt>
                <c:pt idx="3406">
                  <c:v>74.755165100097699</c:v>
                </c:pt>
                <c:pt idx="3407">
                  <c:v>74.755088806152301</c:v>
                </c:pt>
                <c:pt idx="3408">
                  <c:v>74.723899841308594</c:v>
                </c:pt>
                <c:pt idx="3409">
                  <c:v>74.730094909667997</c:v>
                </c:pt>
                <c:pt idx="3410">
                  <c:v>74.732360839843807</c:v>
                </c:pt>
                <c:pt idx="3411">
                  <c:v>74.709251403808594</c:v>
                </c:pt>
                <c:pt idx="3412">
                  <c:v>74.695220947265597</c:v>
                </c:pt>
                <c:pt idx="3413">
                  <c:v>74.671813964843807</c:v>
                </c:pt>
                <c:pt idx="3414">
                  <c:v>74.665596008300795</c:v>
                </c:pt>
                <c:pt idx="3415">
                  <c:v>74.663459777832003</c:v>
                </c:pt>
                <c:pt idx="3416">
                  <c:v>74.653228759765597</c:v>
                </c:pt>
                <c:pt idx="3417">
                  <c:v>74.646423339843807</c:v>
                </c:pt>
                <c:pt idx="3418">
                  <c:v>74.621604919433594</c:v>
                </c:pt>
                <c:pt idx="3419">
                  <c:v>74.604896545410199</c:v>
                </c:pt>
                <c:pt idx="3420">
                  <c:v>74.603431701660199</c:v>
                </c:pt>
                <c:pt idx="3421">
                  <c:v>74.586753845214801</c:v>
                </c:pt>
                <c:pt idx="3422">
                  <c:v>74.581558227539105</c:v>
                </c:pt>
                <c:pt idx="3423">
                  <c:v>74.575721740722699</c:v>
                </c:pt>
                <c:pt idx="3424">
                  <c:v>74.5828857421875</c:v>
                </c:pt>
                <c:pt idx="3425">
                  <c:v>74.569740295410199</c:v>
                </c:pt>
                <c:pt idx="3426">
                  <c:v>74.563926696777301</c:v>
                </c:pt>
                <c:pt idx="3427">
                  <c:v>74.557319641113295</c:v>
                </c:pt>
                <c:pt idx="3428">
                  <c:v>74.550621032714801</c:v>
                </c:pt>
                <c:pt idx="3429">
                  <c:v>74.540023803710895</c:v>
                </c:pt>
                <c:pt idx="3430">
                  <c:v>74.533264160156307</c:v>
                </c:pt>
                <c:pt idx="3431">
                  <c:v>74.515121459960895</c:v>
                </c:pt>
                <c:pt idx="3432">
                  <c:v>74.508529663085895</c:v>
                </c:pt>
                <c:pt idx="3433">
                  <c:v>74.507102966308594</c:v>
                </c:pt>
                <c:pt idx="3434">
                  <c:v>74.488418579101605</c:v>
                </c:pt>
                <c:pt idx="3435">
                  <c:v>74.474876403808594</c:v>
                </c:pt>
                <c:pt idx="3436">
                  <c:v>74.469940185546903</c:v>
                </c:pt>
                <c:pt idx="3437">
                  <c:v>74.453697204589801</c:v>
                </c:pt>
                <c:pt idx="3438">
                  <c:v>74.454055786132798</c:v>
                </c:pt>
                <c:pt idx="3439">
                  <c:v>74.450492858886705</c:v>
                </c:pt>
                <c:pt idx="3440">
                  <c:v>74.4500732421875</c:v>
                </c:pt>
                <c:pt idx="3441">
                  <c:v>74.414512634277301</c:v>
                </c:pt>
                <c:pt idx="3442">
                  <c:v>74.392761230468807</c:v>
                </c:pt>
                <c:pt idx="3443">
                  <c:v>74.377738952636705</c:v>
                </c:pt>
                <c:pt idx="3444">
                  <c:v>74.371047973632798</c:v>
                </c:pt>
                <c:pt idx="3445">
                  <c:v>74.3724365234375</c:v>
                </c:pt>
                <c:pt idx="3446">
                  <c:v>74.379081726074205</c:v>
                </c:pt>
                <c:pt idx="3447">
                  <c:v>74.381950378417997</c:v>
                </c:pt>
                <c:pt idx="3448">
                  <c:v>74.378013610839801</c:v>
                </c:pt>
                <c:pt idx="3449">
                  <c:v>74.366134643554702</c:v>
                </c:pt>
                <c:pt idx="3450">
                  <c:v>74.358741760253906</c:v>
                </c:pt>
                <c:pt idx="3451">
                  <c:v>74.345443725585895</c:v>
                </c:pt>
                <c:pt idx="3452">
                  <c:v>74.348136901855497</c:v>
                </c:pt>
                <c:pt idx="3453">
                  <c:v>74.3311767578125</c:v>
                </c:pt>
                <c:pt idx="3454">
                  <c:v>74.311912536621094</c:v>
                </c:pt>
                <c:pt idx="3455">
                  <c:v>74.297424316406307</c:v>
                </c:pt>
                <c:pt idx="3456">
                  <c:v>74.286354064941406</c:v>
                </c:pt>
                <c:pt idx="3457">
                  <c:v>74.280036926269503</c:v>
                </c:pt>
                <c:pt idx="3458">
                  <c:v>74.266906738281307</c:v>
                </c:pt>
                <c:pt idx="3459">
                  <c:v>74.259811401367202</c:v>
                </c:pt>
                <c:pt idx="3460">
                  <c:v>74.240310668945298</c:v>
                </c:pt>
                <c:pt idx="3461">
                  <c:v>74.230751037597699</c:v>
                </c:pt>
                <c:pt idx="3462">
                  <c:v>74.218299865722699</c:v>
                </c:pt>
                <c:pt idx="3463">
                  <c:v>74.205581665039105</c:v>
                </c:pt>
                <c:pt idx="3464">
                  <c:v>74.206680297851605</c:v>
                </c:pt>
                <c:pt idx="3465">
                  <c:v>74.191101074218807</c:v>
                </c:pt>
                <c:pt idx="3466">
                  <c:v>74.191825866699205</c:v>
                </c:pt>
                <c:pt idx="3467">
                  <c:v>74.186653137207003</c:v>
                </c:pt>
                <c:pt idx="3468">
                  <c:v>74.180603027343807</c:v>
                </c:pt>
                <c:pt idx="3469">
                  <c:v>74.178047180175795</c:v>
                </c:pt>
                <c:pt idx="3470">
                  <c:v>74.164978027343807</c:v>
                </c:pt>
                <c:pt idx="3471">
                  <c:v>74.147232055664105</c:v>
                </c:pt>
                <c:pt idx="3472">
                  <c:v>74.136947631835895</c:v>
                </c:pt>
                <c:pt idx="3473">
                  <c:v>74.136917114257798</c:v>
                </c:pt>
                <c:pt idx="3474">
                  <c:v>74.128120422363295</c:v>
                </c:pt>
                <c:pt idx="3475">
                  <c:v>74.098609924316406</c:v>
                </c:pt>
                <c:pt idx="3476">
                  <c:v>74.097473144531307</c:v>
                </c:pt>
                <c:pt idx="3477">
                  <c:v>74.098533630371094</c:v>
                </c:pt>
                <c:pt idx="3478">
                  <c:v>74.095680236816406</c:v>
                </c:pt>
                <c:pt idx="3479">
                  <c:v>74.085823059082003</c:v>
                </c:pt>
                <c:pt idx="3480">
                  <c:v>74.079193115234403</c:v>
                </c:pt>
                <c:pt idx="3481">
                  <c:v>74.069557189941406</c:v>
                </c:pt>
                <c:pt idx="3482">
                  <c:v>74.052276611328097</c:v>
                </c:pt>
                <c:pt idx="3483">
                  <c:v>74.041267395019503</c:v>
                </c:pt>
                <c:pt idx="3484">
                  <c:v>74.014541625976605</c:v>
                </c:pt>
                <c:pt idx="3485">
                  <c:v>74.011390686035199</c:v>
                </c:pt>
                <c:pt idx="3486">
                  <c:v>74.003700256347699</c:v>
                </c:pt>
                <c:pt idx="3487">
                  <c:v>73.993324279785199</c:v>
                </c:pt>
                <c:pt idx="3488">
                  <c:v>73.974182128906307</c:v>
                </c:pt>
                <c:pt idx="3489">
                  <c:v>73.962020874023395</c:v>
                </c:pt>
                <c:pt idx="3490">
                  <c:v>73.951492309570298</c:v>
                </c:pt>
                <c:pt idx="3491">
                  <c:v>73.936225891113295</c:v>
                </c:pt>
                <c:pt idx="3492">
                  <c:v>73.944557189941406</c:v>
                </c:pt>
                <c:pt idx="3493">
                  <c:v>73.937080383300795</c:v>
                </c:pt>
                <c:pt idx="3494">
                  <c:v>73.917251586914105</c:v>
                </c:pt>
                <c:pt idx="3495">
                  <c:v>73.912513732910199</c:v>
                </c:pt>
                <c:pt idx="3496">
                  <c:v>73.893630981445298</c:v>
                </c:pt>
                <c:pt idx="3497">
                  <c:v>73.882118225097699</c:v>
                </c:pt>
                <c:pt idx="3498">
                  <c:v>73.878074645996094</c:v>
                </c:pt>
                <c:pt idx="3499">
                  <c:v>73.873481750488295</c:v>
                </c:pt>
                <c:pt idx="3500">
                  <c:v>73.881843566894503</c:v>
                </c:pt>
                <c:pt idx="3501">
                  <c:v>73.868339538574205</c:v>
                </c:pt>
                <c:pt idx="3502">
                  <c:v>73.864494323730497</c:v>
                </c:pt>
                <c:pt idx="3503">
                  <c:v>73.853332519531307</c:v>
                </c:pt>
                <c:pt idx="3504">
                  <c:v>73.854331970214801</c:v>
                </c:pt>
                <c:pt idx="3505">
                  <c:v>73.842529296875</c:v>
                </c:pt>
                <c:pt idx="3506">
                  <c:v>73.818931579589801</c:v>
                </c:pt>
                <c:pt idx="3507">
                  <c:v>73.811248779296903</c:v>
                </c:pt>
                <c:pt idx="3508">
                  <c:v>73.804382324218807</c:v>
                </c:pt>
                <c:pt idx="3509">
                  <c:v>73.799781799316406</c:v>
                </c:pt>
                <c:pt idx="3510">
                  <c:v>73.796363830566406</c:v>
                </c:pt>
                <c:pt idx="3511">
                  <c:v>73.788101196289105</c:v>
                </c:pt>
                <c:pt idx="3512">
                  <c:v>73.755905151367202</c:v>
                </c:pt>
                <c:pt idx="3513">
                  <c:v>73.758270263671903</c:v>
                </c:pt>
                <c:pt idx="3514">
                  <c:v>73.745643615722699</c:v>
                </c:pt>
                <c:pt idx="3515">
                  <c:v>73.753425598144503</c:v>
                </c:pt>
                <c:pt idx="3516">
                  <c:v>73.718826293945298</c:v>
                </c:pt>
                <c:pt idx="3517">
                  <c:v>73.714202880859403</c:v>
                </c:pt>
                <c:pt idx="3518">
                  <c:v>73.724723815917997</c:v>
                </c:pt>
                <c:pt idx="3519">
                  <c:v>73.71484375</c:v>
                </c:pt>
                <c:pt idx="3520">
                  <c:v>73.707199096679702</c:v>
                </c:pt>
                <c:pt idx="3521">
                  <c:v>73.700942993164105</c:v>
                </c:pt>
                <c:pt idx="3522">
                  <c:v>73.686233520507798</c:v>
                </c:pt>
                <c:pt idx="3523">
                  <c:v>73.667930603027301</c:v>
                </c:pt>
                <c:pt idx="3524">
                  <c:v>73.686866760253906</c:v>
                </c:pt>
                <c:pt idx="3525">
                  <c:v>73.670433044433594</c:v>
                </c:pt>
                <c:pt idx="3526">
                  <c:v>73.672988891601605</c:v>
                </c:pt>
                <c:pt idx="3527">
                  <c:v>73.648605346679702</c:v>
                </c:pt>
                <c:pt idx="3528">
                  <c:v>73.631797790527301</c:v>
                </c:pt>
                <c:pt idx="3529">
                  <c:v>73.63427734375</c:v>
                </c:pt>
                <c:pt idx="3530">
                  <c:v>73.630798339843807</c:v>
                </c:pt>
                <c:pt idx="3531">
                  <c:v>73.635604858398395</c:v>
                </c:pt>
                <c:pt idx="3532">
                  <c:v>73.635101318359403</c:v>
                </c:pt>
                <c:pt idx="3533">
                  <c:v>73.616828918457003</c:v>
                </c:pt>
                <c:pt idx="3534">
                  <c:v>73.602478027343807</c:v>
                </c:pt>
                <c:pt idx="3535">
                  <c:v>73.603233337402301</c:v>
                </c:pt>
                <c:pt idx="3536">
                  <c:v>73.574432373046903</c:v>
                </c:pt>
                <c:pt idx="3537">
                  <c:v>73.558624267578097</c:v>
                </c:pt>
                <c:pt idx="3538">
                  <c:v>73.546577453613295</c:v>
                </c:pt>
                <c:pt idx="3539">
                  <c:v>73.545478820800795</c:v>
                </c:pt>
                <c:pt idx="3540">
                  <c:v>73.52783203125</c:v>
                </c:pt>
                <c:pt idx="3541">
                  <c:v>73.524200439453097</c:v>
                </c:pt>
                <c:pt idx="3542">
                  <c:v>73.501884460449205</c:v>
                </c:pt>
                <c:pt idx="3543">
                  <c:v>73.504722595214801</c:v>
                </c:pt>
                <c:pt idx="3544">
                  <c:v>73.511276245117202</c:v>
                </c:pt>
                <c:pt idx="3545">
                  <c:v>73.515686035156307</c:v>
                </c:pt>
                <c:pt idx="3546">
                  <c:v>73.518867492675795</c:v>
                </c:pt>
                <c:pt idx="3547">
                  <c:v>73.499694824218807</c:v>
                </c:pt>
                <c:pt idx="3548">
                  <c:v>73.485763549804702</c:v>
                </c:pt>
                <c:pt idx="3549">
                  <c:v>73.445259094238295</c:v>
                </c:pt>
                <c:pt idx="3550">
                  <c:v>73.442306518554702</c:v>
                </c:pt>
                <c:pt idx="3551">
                  <c:v>73.420166015625</c:v>
                </c:pt>
                <c:pt idx="3552">
                  <c:v>73.415191650390597</c:v>
                </c:pt>
                <c:pt idx="3553">
                  <c:v>73.428329467773395</c:v>
                </c:pt>
                <c:pt idx="3554">
                  <c:v>73.418029785156307</c:v>
                </c:pt>
                <c:pt idx="3555">
                  <c:v>73.405166625976605</c:v>
                </c:pt>
                <c:pt idx="3556">
                  <c:v>73.393272399902301</c:v>
                </c:pt>
                <c:pt idx="3557">
                  <c:v>73.376502990722699</c:v>
                </c:pt>
                <c:pt idx="3558">
                  <c:v>73.374977111816406</c:v>
                </c:pt>
                <c:pt idx="3559">
                  <c:v>73.379714965820298</c:v>
                </c:pt>
                <c:pt idx="3560">
                  <c:v>73.374107360839801</c:v>
                </c:pt>
                <c:pt idx="3561">
                  <c:v>73.358489990234403</c:v>
                </c:pt>
                <c:pt idx="3562">
                  <c:v>73.343124389648395</c:v>
                </c:pt>
                <c:pt idx="3563">
                  <c:v>73.340927124023395</c:v>
                </c:pt>
                <c:pt idx="3564">
                  <c:v>73.328910827636705</c:v>
                </c:pt>
                <c:pt idx="3565">
                  <c:v>73.304817199707003</c:v>
                </c:pt>
                <c:pt idx="3566">
                  <c:v>73.315101623535199</c:v>
                </c:pt>
                <c:pt idx="3567">
                  <c:v>73.322311401367202</c:v>
                </c:pt>
                <c:pt idx="3568">
                  <c:v>73.308135986328097</c:v>
                </c:pt>
                <c:pt idx="3569">
                  <c:v>73.290702819824205</c:v>
                </c:pt>
                <c:pt idx="3570">
                  <c:v>73.286148071289105</c:v>
                </c:pt>
                <c:pt idx="3571">
                  <c:v>73.261695861816406</c:v>
                </c:pt>
                <c:pt idx="3572">
                  <c:v>73.254119873046903</c:v>
                </c:pt>
                <c:pt idx="3573">
                  <c:v>73.245574951171903</c:v>
                </c:pt>
                <c:pt idx="3574">
                  <c:v>73.240081787109403</c:v>
                </c:pt>
                <c:pt idx="3575">
                  <c:v>73.247505187988295</c:v>
                </c:pt>
                <c:pt idx="3576">
                  <c:v>73.229499816894503</c:v>
                </c:pt>
                <c:pt idx="3577">
                  <c:v>73.230667114257798</c:v>
                </c:pt>
                <c:pt idx="3578">
                  <c:v>73.231109619140597</c:v>
                </c:pt>
                <c:pt idx="3579">
                  <c:v>73.213455200195298</c:v>
                </c:pt>
                <c:pt idx="3580">
                  <c:v>73.208892822265597</c:v>
                </c:pt>
                <c:pt idx="3581">
                  <c:v>73.188827514648395</c:v>
                </c:pt>
                <c:pt idx="3582">
                  <c:v>73.173149108886705</c:v>
                </c:pt>
                <c:pt idx="3583">
                  <c:v>73.156570434570298</c:v>
                </c:pt>
                <c:pt idx="3584">
                  <c:v>73.162620544433594</c:v>
                </c:pt>
                <c:pt idx="3585">
                  <c:v>73.179458618164105</c:v>
                </c:pt>
                <c:pt idx="3586">
                  <c:v>73.165184020996094</c:v>
                </c:pt>
                <c:pt idx="3587">
                  <c:v>73.157356262207003</c:v>
                </c:pt>
                <c:pt idx="3588">
                  <c:v>73.1287841796875</c:v>
                </c:pt>
                <c:pt idx="3589">
                  <c:v>73.126556396484403</c:v>
                </c:pt>
                <c:pt idx="3590">
                  <c:v>73.105087280273395</c:v>
                </c:pt>
                <c:pt idx="3591">
                  <c:v>73.104362487792997</c:v>
                </c:pt>
                <c:pt idx="3592">
                  <c:v>73.094169616699205</c:v>
                </c:pt>
                <c:pt idx="3593">
                  <c:v>73.096588134765597</c:v>
                </c:pt>
                <c:pt idx="3594">
                  <c:v>73.068603515625</c:v>
                </c:pt>
                <c:pt idx="3595">
                  <c:v>73.058944702148395</c:v>
                </c:pt>
                <c:pt idx="3596">
                  <c:v>73.0521240234375</c:v>
                </c:pt>
                <c:pt idx="3597">
                  <c:v>73.060760498046903</c:v>
                </c:pt>
                <c:pt idx="3598">
                  <c:v>73.039268493652301</c:v>
                </c:pt>
                <c:pt idx="3599">
                  <c:v>73.013648986816406</c:v>
                </c:pt>
                <c:pt idx="3600">
                  <c:v>72.995452880859403</c:v>
                </c:pt>
                <c:pt idx="3601">
                  <c:v>72.998001098632798</c:v>
                </c:pt>
                <c:pt idx="3602">
                  <c:v>73.011131286621094</c:v>
                </c:pt>
                <c:pt idx="3603">
                  <c:v>72.984474182128906</c:v>
                </c:pt>
                <c:pt idx="3604">
                  <c:v>72.985214233398395</c:v>
                </c:pt>
                <c:pt idx="3605">
                  <c:v>72.983650207519503</c:v>
                </c:pt>
                <c:pt idx="3606">
                  <c:v>72.975860595703097</c:v>
                </c:pt>
                <c:pt idx="3607">
                  <c:v>72.960403442382798</c:v>
                </c:pt>
                <c:pt idx="3608">
                  <c:v>72.941467285156307</c:v>
                </c:pt>
                <c:pt idx="3609">
                  <c:v>72.940017700195298</c:v>
                </c:pt>
                <c:pt idx="3610">
                  <c:v>72.934600830078097</c:v>
                </c:pt>
                <c:pt idx="3611">
                  <c:v>72.946922302246094</c:v>
                </c:pt>
                <c:pt idx="3612">
                  <c:v>72.942657470703097</c:v>
                </c:pt>
                <c:pt idx="3613">
                  <c:v>72.949394226074205</c:v>
                </c:pt>
                <c:pt idx="3614">
                  <c:v>72.932212829589801</c:v>
                </c:pt>
                <c:pt idx="3615">
                  <c:v>72.9136962890625</c:v>
                </c:pt>
                <c:pt idx="3616">
                  <c:v>72.921813964843807</c:v>
                </c:pt>
                <c:pt idx="3617">
                  <c:v>72.896232604980497</c:v>
                </c:pt>
                <c:pt idx="3618">
                  <c:v>72.880058288574205</c:v>
                </c:pt>
                <c:pt idx="3619">
                  <c:v>72.882369995117202</c:v>
                </c:pt>
                <c:pt idx="3620">
                  <c:v>72.880050659179702</c:v>
                </c:pt>
                <c:pt idx="3621">
                  <c:v>72.880027770996094</c:v>
                </c:pt>
                <c:pt idx="3622">
                  <c:v>72.852546691894503</c:v>
                </c:pt>
                <c:pt idx="3623">
                  <c:v>72.849075317382798</c:v>
                </c:pt>
                <c:pt idx="3624">
                  <c:v>72.834671020507798</c:v>
                </c:pt>
                <c:pt idx="3625">
                  <c:v>72.831398010253906</c:v>
                </c:pt>
                <c:pt idx="3626">
                  <c:v>72.805130004882798</c:v>
                </c:pt>
                <c:pt idx="3627">
                  <c:v>72.789649963378906</c:v>
                </c:pt>
                <c:pt idx="3628">
                  <c:v>72.769432067871094</c:v>
                </c:pt>
                <c:pt idx="3629">
                  <c:v>72.759132385253906</c:v>
                </c:pt>
                <c:pt idx="3630">
                  <c:v>72.770332336425795</c:v>
                </c:pt>
                <c:pt idx="3631">
                  <c:v>72.767990112304702</c:v>
                </c:pt>
                <c:pt idx="3632">
                  <c:v>72.760643005371094</c:v>
                </c:pt>
                <c:pt idx="3633">
                  <c:v>72.751121520996094</c:v>
                </c:pt>
                <c:pt idx="3634">
                  <c:v>72.748085021972699</c:v>
                </c:pt>
                <c:pt idx="3635">
                  <c:v>72.739303588867202</c:v>
                </c:pt>
                <c:pt idx="3636">
                  <c:v>72.717956542968807</c:v>
                </c:pt>
                <c:pt idx="3637">
                  <c:v>72.712257385253906</c:v>
                </c:pt>
                <c:pt idx="3638">
                  <c:v>72.711860656738295</c:v>
                </c:pt>
                <c:pt idx="3639">
                  <c:v>72.708335876464801</c:v>
                </c:pt>
                <c:pt idx="3640">
                  <c:v>72.703910827636705</c:v>
                </c:pt>
                <c:pt idx="3641">
                  <c:v>72.699050903320298</c:v>
                </c:pt>
                <c:pt idx="3642">
                  <c:v>72.691558837890597</c:v>
                </c:pt>
                <c:pt idx="3643">
                  <c:v>72.672988891601605</c:v>
                </c:pt>
                <c:pt idx="3644">
                  <c:v>72.644149780273395</c:v>
                </c:pt>
                <c:pt idx="3645">
                  <c:v>72.641998291015597</c:v>
                </c:pt>
                <c:pt idx="3646">
                  <c:v>72.651901245117202</c:v>
                </c:pt>
                <c:pt idx="3647">
                  <c:v>72.645606994628906</c:v>
                </c:pt>
                <c:pt idx="3648">
                  <c:v>72.637489318847699</c:v>
                </c:pt>
                <c:pt idx="3649">
                  <c:v>72.630752563476605</c:v>
                </c:pt>
                <c:pt idx="3650">
                  <c:v>72.618003845214801</c:v>
                </c:pt>
                <c:pt idx="3651">
                  <c:v>72.617095947265597</c:v>
                </c:pt>
                <c:pt idx="3652">
                  <c:v>72.611305236816406</c:v>
                </c:pt>
                <c:pt idx="3653">
                  <c:v>72.591545104980497</c:v>
                </c:pt>
                <c:pt idx="3654">
                  <c:v>72.581893920898395</c:v>
                </c:pt>
                <c:pt idx="3655">
                  <c:v>72.572273254394503</c:v>
                </c:pt>
                <c:pt idx="3656">
                  <c:v>72.558738708496094</c:v>
                </c:pt>
                <c:pt idx="3657">
                  <c:v>72.532951354980497</c:v>
                </c:pt>
                <c:pt idx="3658">
                  <c:v>72.527336120605497</c:v>
                </c:pt>
                <c:pt idx="3659">
                  <c:v>72.532127380371094</c:v>
                </c:pt>
                <c:pt idx="3660">
                  <c:v>72.524108886718807</c:v>
                </c:pt>
                <c:pt idx="3661">
                  <c:v>72.5347900390625</c:v>
                </c:pt>
                <c:pt idx="3662">
                  <c:v>72.522308349609403</c:v>
                </c:pt>
                <c:pt idx="3663">
                  <c:v>72.513420104980497</c:v>
                </c:pt>
                <c:pt idx="3664">
                  <c:v>72.485992431640597</c:v>
                </c:pt>
                <c:pt idx="3665">
                  <c:v>72.494781494140597</c:v>
                </c:pt>
                <c:pt idx="3666">
                  <c:v>72.496223449707003</c:v>
                </c:pt>
                <c:pt idx="3667">
                  <c:v>72.476943969726605</c:v>
                </c:pt>
                <c:pt idx="3668">
                  <c:v>72.458854675292997</c:v>
                </c:pt>
                <c:pt idx="3669">
                  <c:v>72.444877624511705</c:v>
                </c:pt>
                <c:pt idx="3670">
                  <c:v>72.453269958496094</c:v>
                </c:pt>
                <c:pt idx="3671">
                  <c:v>72.453018188476605</c:v>
                </c:pt>
                <c:pt idx="3672">
                  <c:v>72.443122863769503</c:v>
                </c:pt>
                <c:pt idx="3673">
                  <c:v>72.439682006835895</c:v>
                </c:pt>
                <c:pt idx="3674">
                  <c:v>72.415710449218807</c:v>
                </c:pt>
                <c:pt idx="3675">
                  <c:v>72.397087097167997</c:v>
                </c:pt>
                <c:pt idx="3676">
                  <c:v>72.402259826660199</c:v>
                </c:pt>
                <c:pt idx="3677">
                  <c:v>72.387123107910199</c:v>
                </c:pt>
                <c:pt idx="3678">
                  <c:v>72.383354187011705</c:v>
                </c:pt>
                <c:pt idx="3679">
                  <c:v>72.386116027832003</c:v>
                </c:pt>
                <c:pt idx="3680">
                  <c:v>72.380783081054702</c:v>
                </c:pt>
                <c:pt idx="3681">
                  <c:v>72.365615844726605</c:v>
                </c:pt>
                <c:pt idx="3682">
                  <c:v>72.348289489746094</c:v>
                </c:pt>
                <c:pt idx="3683">
                  <c:v>72.346015930175795</c:v>
                </c:pt>
                <c:pt idx="3684">
                  <c:v>72.353820800781307</c:v>
                </c:pt>
                <c:pt idx="3685">
                  <c:v>72.355545043945298</c:v>
                </c:pt>
                <c:pt idx="3686">
                  <c:v>72.325363159179702</c:v>
                </c:pt>
                <c:pt idx="3687">
                  <c:v>72.302192687988295</c:v>
                </c:pt>
                <c:pt idx="3688">
                  <c:v>72.301597595214801</c:v>
                </c:pt>
                <c:pt idx="3689">
                  <c:v>72.297592163085895</c:v>
                </c:pt>
                <c:pt idx="3690">
                  <c:v>72.289566040039105</c:v>
                </c:pt>
                <c:pt idx="3691">
                  <c:v>72.293045043945298</c:v>
                </c:pt>
                <c:pt idx="3692">
                  <c:v>72.296249389648395</c:v>
                </c:pt>
                <c:pt idx="3693">
                  <c:v>72.272758483886705</c:v>
                </c:pt>
                <c:pt idx="3694">
                  <c:v>72.280143737792997</c:v>
                </c:pt>
                <c:pt idx="3695">
                  <c:v>72.302696228027301</c:v>
                </c:pt>
                <c:pt idx="3696">
                  <c:v>72.322067260742202</c:v>
                </c:pt>
                <c:pt idx="3697">
                  <c:v>72.288825988769503</c:v>
                </c:pt>
                <c:pt idx="3698">
                  <c:v>72.267852783203097</c:v>
                </c:pt>
                <c:pt idx="3699">
                  <c:v>72.260475158691406</c:v>
                </c:pt>
                <c:pt idx="3700">
                  <c:v>72.244300842285199</c:v>
                </c:pt>
                <c:pt idx="3701">
                  <c:v>72.218498229980497</c:v>
                </c:pt>
                <c:pt idx="3702">
                  <c:v>72.202110290527301</c:v>
                </c:pt>
                <c:pt idx="3703">
                  <c:v>72.201141357421903</c:v>
                </c:pt>
                <c:pt idx="3704">
                  <c:v>72.176773071289105</c:v>
                </c:pt>
                <c:pt idx="3705">
                  <c:v>72.164382934570298</c:v>
                </c:pt>
                <c:pt idx="3706">
                  <c:v>72.172508239746094</c:v>
                </c:pt>
                <c:pt idx="3707">
                  <c:v>72.177253723144503</c:v>
                </c:pt>
                <c:pt idx="3708">
                  <c:v>72.176589965820298</c:v>
                </c:pt>
                <c:pt idx="3709">
                  <c:v>72.167770385742202</c:v>
                </c:pt>
                <c:pt idx="3710">
                  <c:v>72.165481567382798</c:v>
                </c:pt>
                <c:pt idx="3711">
                  <c:v>72.136375427246094</c:v>
                </c:pt>
                <c:pt idx="3712">
                  <c:v>72.123077392578097</c:v>
                </c:pt>
                <c:pt idx="3713">
                  <c:v>72.120956420898395</c:v>
                </c:pt>
                <c:pt idx="3714">
                  <c:v>72.121986389160199</c:v>
                </c:pt>
                <c:pt idx="3715">
                  <c:v>72.098861694335895</c:v>
                </c:pt>
                <c:pt idx="3716">
                  <c:v>72.0830078125</c:v>
                </c:pt>
                <c:pt idx="3717">
                  <c:v>72.070091247558594</c:v>
                </c:pt>
                <c:pt idx="3718">
                  <c:v>72.075241088867202</c:v>
                </c:pt>
                <c:pt idx="3719">
                  <c:v>72.065177917480497</c:v>
                </c:pt>
                <c:pt idx="3720">
                  <c:v>72.059089660644503</c:v>
                </c:pt>
                <c:pt idx="3721">
                  <c:v>72.038993835449205</c:v>
                </c:pt>
                <c:pt idx="3722">
                  <c:v>72.032989501953097</c:v>
                </c:pt>
                <c:pt idx="3723">
                  <c:v>72.025627136230497</c:v>
                </c:pt>
                <c:pt idx="3724">
                  <c:v>72.031112670898395</c:v>
                </c:pt>
                <c:pt idx="3725">
                  <c:v>72.021736145019503</c:v>
                </c:pt>
                <c:pt idx="3726">
                  <c:v>72.008361816406307</c:v>
                </c:pt>
                <c:pt idx="3727">
                  <c:v>71.991912841796903</c:v>
                </c:pt>
                <c:pt idx="3728">
                  <c:v>71.978279113769503</c:v>
                </c:pt>
                <c:pt idx="3729">
                  <c:v>71.982978820800795</c:v>
                </c:pt>
                <c:pt idx="3730">
                  <c:v>71.974761962890597</c:v>
                </c:pt>
                <c:pt idx="3731">
                  <c:v>71.968498229980497</c:v>
                </c:pt>
                <c:pt idx="3732">
                  <c:v>71.953605651855497</c:v>
                </c:pt>
                <c:pt idx="3733">
                  <c:v>71.945182800292997</c:v>
                </c:pt>
                <c:pt idx="3734">
                  <c:v>71.9354248046875</c:v>
                </c:pt>
                <c:pt idx="3735">
                  <c:v>71.9248046875</c:v>
                </c:pt>
                <c:pt idx="3736">
                  <c:v>71.9046630859375</c:v>
                </c:pt>
                <c:pt idx="3737">
                  <c:v>71.900520324707003</c:v>
                </c:pt>
                <c:pt idx="3738">
                  <c:v>71.891403198242202</c:v>
                </c:pt>
                <c:pt idx="3739">
                  <c:v>71.908180236816406</c:v>
                </c:pt>
                <c:pt idx="3740">
                  <c:v>71.911308288574205</c:v>
                </c:pt>
                <c:pt idx="3741">
                  <c:v>71.912254333496094</c:v>
                </c:pt>
                <c:pt idx="3742">
                  <c:v>71.892196655273395</c:v>
                </c:pt>
                <c:pt idx="3743">
                  <c:v>71.869827270507798</c:v>
                </c:pt>
                <c:pt idx="3744">
                  <c:v>71.879341125488295</c:v>
                </c:pt>
                <c:pt idx="3745">
                  <c:v>71.865669250488295</c:v>
                </c:pt>
                <c:pt idx="3746">
                  <c:v>71.852203369140597</c:v>
                </c:pt>
                <c:pt idx="3747">
                  <c:v>71.833091735839801</c:v>
                </c:pt>
                <c:pt idx="3748">
                  <c:v>71.832664489746094</c:v>
                </c:pt>
                <c:pt idx="3749">
                  <c:v>71.8232421875</c:v>
                </c:pt>
                <c:pt idx="3750">
                  <c:v>71.810729980468807</c:v>
                </c:pt>
                <c:pt idx="3751">
                  <c:v>71.797782897949205</c:v>
                </c:pt>
                <c:pt idx="3752">
                  <c:v>71.798820495605497</c:v>
                </c:pt>
                <c:pt idx="3753">
                  <c:v>71.777740478515597</c:v>
                </c:pt>
                <c:pt idx="3754">
                  <c:v>71.763725280761705</c:v>
                </c:pt>
                <c:pt idx="3755">
                  <c:v>71.759445190429702</c:v>
                </c:pt>
                <c:pt idx="3756">
                  <c:v>71.759208679199205</c:v>
                </c:pt>
                <c:pt idx="3757">
                  <c:v>71.758850097656307</c:v>
                </c:pt>
                <c:pt idx="3758">
                  <c:v>71.753654479980497</c:v>
                </c:pt>
                <c:pt idx="3759">
                  <c:v>71.746398925781307</c:v>
                </c:pt>
                <c:pt idx="3760">
                  <c:v>71.725997924804702</c:v>
                </c:pt>
                <c:pt idx="3761">
                  <c:v>71.706642150878906</c:v>
                </c:pt>
                <c:pt idx="3762">
                  <c:v>71.698745727539105</c:v>
                </c:pt>
                <c:pt idx="3763">
                  <c:v>71.685775756835895</c:v>
                </c:pt>
                <c:pt idx="3764">
                  <c:v>71.686874389648395</c:v>
                </c:pt>
                <c:pt idx="3765">
                  <c:v>71.663520812988295</c:v>
                </c:pt>
                <c:pt idx="3766">
                  <c:v>71.6600341796875</c:v>
                </c:pt>
                <c:pt idx="3767">
                  <c:v>71.653892517089801</c:v>
                </c:pt>
                <c:pt idx="3768">
                  <c:v>71.640243530273395</c:v>
                </c:pt>
                <c:pt idx="3769">
                  <c:v>71.630996704101605</c:v>
                </c:pt>
                <c:pt idx="3770">
                  <c:v>71.631889343261705</c:v>
                </c:pt>
                <c:pt idx="3771">
                  <c:v>71.637947082519503</c:v>
                </c:pt>
                <c:pt idx="3772">
                  <c:v>71.630523681640597</c:v>
                </c:pt>
                <c:pt idx="3773">
                  <c:v>71.599029541015597</c:v>
                </c:pt>
                <c:pt idx="3774">
                  <c:v>71.5909423828125</c:v>
                </c:pt>
                <c:pt idx="3775">
                  <c:v>71.578422546386705</c:v>
                </c:pt>
                <c:pt idx="3776">
                  <c:v>71.561935424804702</c:v>
                </c:pt>
                <c:pt idx="3777">
                  <c:v>71.544242858886705</c:v>
                </c:pt>
                <c:pt idx="3778">
                  <c:v>71.525871276855497</c:v>
                </c:pt>
                <c:pt idx="3779">
                  <c:v>71.534759521484403</c:v>
                </c:pt>
                <c:pt idx="3780">
                  <c:v>71.513008117675795</c:v>
                </c:pt>
                <c:pt idx="3781">
                  <c:v>71.497062683105497</c:v>
                </c:pt>
                <c:pt idx="3782">
                  <c:v>71.494735717773395</c:v>
                </c:pt>
                <c:pt idx="3783">
                  <c:v>71.480422973632798</c:v>
                </c:pt>
                <c:pt idx="3784">
                  <c:v>71.482963562011705</c:v>
                </c:pt>
                <c:pt idx="3785">
                  <c:v>71.473464965820298</c:v>
                </c:pt>
                <c:pt idx="3786">
                  <c:v>71.458969116210895</c:v>
                </c:pt>
                <c:pt idx="3787">
                  <c:v>71.452697753906307</c:v>
                </c:pt>
                <c:pt idx="3788">
                  <c:v>71.436599731445298</c:v>
                </c:pt>
                <c:pt idx="3789">
                  <c:v>71.436218261718807</c:v>
                </c:pt>
                <c:pt idx="3790">
                  <c:v>71.434959411621094</c:v>
                </c:pt>
                <c:pt idx="3791">
                  <c:v>71.424713134765597</c:v>
                </c:pt>
                <c:pt idx="3792">
                  <c:v>71.403007507324205</c:v>
                </c:pt>
                <c:pt idx="3793">
                  <c:v>71.396240234375</c:v>
                </c:pt>
                <c:pt idx="3794">
                  <c:v>71.397483825683594</c:v>
                </c:pt>
                <c:pt idx="3795">
                  <c:v>71.397781372070298</c:v>
                </c:pt>
                <c:pt idx="3796">
                  <c:v>71.367057800292997</c:v>
                </c:pt>
                <c:pt idx="3797">
                  <c:v>71.353157043457003</c:v>
                </c:pt>
                <c:pt idx="3798">
                  <c:v>71.349838256835895</c:v>
                </c:pt>
                <c:pt idx="3799">
                  <c:v>71.332832336425795</c:v>
                </c:pt>
                <c:pt idx="3800">
                  <c:v>71.311340332031307</c:v>
                </c:pt>
                <c:pt idx="3801">
                  <c:v>71.303146362304702</c:v>
                </c:pt>
                <c:pt idx="3802">
                  <c:v>71.290840148925795</c:v>
                </c:pt>
                <c:pt idx="3803">
                  <c:v>71.278579711914105</c:v>
                </c:pt>
                <c:pt idx="3804">
                  <c:v>71.283073425292997</c:v>
                </c:pt>
                <c:pt idx="3805">
                  <c:v>71.257919311523395</c:v>
                </c:pt>
                <c:pt idx="3806">
                  <c:v>71.241859436035199</c:v>
                </c:pt>
                <c:pt idx="3807">
                  <c:v>71.243446350097699</c:v>
                </c:pt>
                <c:pt idx="3808">
                  <c:v>71.226402282714801</c:v>
                </c:pt>
                <c:pt idx="3809">
                  <c:v>71.221839904785199</c:v>
                </c:pt>
                <c:pt idx="3810">
                  <c:v>71.224876403808594</c:v>
                </c:pt>
                <c:pt idx="3811">
                  <c:v>71.215911865234403</c:v>
                </c:pt>
                <c:pt idx="3812">
                  <c:v>71.203041076660199</c:v>
                </c:pt>
                <c:pt idx="3813">
                  <c:v>71.188438415527301</c:v>
                </c:pt>
                <c:pt idx="3814">
                  <c:v>71.158515930175795</c:v>
                </c:pt>
                <c:pt idx="3815">
                  <c:v>71.145172119140597</c:v>
                </c:pt>
                <c:pt idx="3816">
                  <c:v>71.152618408203097</c:v>
                </c:pt>
                <c:pt idx="3817">
                  <c:v>71.137237548828097</c:v>
                </c:pt>
                <c:pt idx="3818">
                  <c:v>71.123245239257798</c:v>
                </c:pt>
                <c:pt idx="3819">
                  <c:v>71.121604919433594</c:v>
                </c:pt>
                <c:pt idx="3820">
                  <c:v>71.100898742675795</c:v>
                </c:pt>
                <c:pt idx="3821">
                  <c:v>71.061248779296903</c:v>
                </c:pt>
                <c:pt idx="3822">
                  <c:v>71.049949645996094</c:v>
                </c:pt>
                <c:pt idx="3823">
                  <c:v>71.044227600097699</c:v>
                </c:pt>
                <c:pt idx="3824">
                  <c:v>71.031066894531307</c:v>
                </c:pt>
                <c:pt idx="3825">
                  <c:v>71.031379699707003</c:v>
                </c:pt>
                <c:pt idx="3826">
                  <c:v>71.037757873535199</c:v>
                </c:pt>
                <c:pt idx="3827">
                  <c:v>71.032859802246094</c:v>
                </c:pt>
                <c:pt idx="3828">
                  <c:v>71.004402160644503</c:v>
                </c:pt>
                <c:pt idx="3829">
                  <c:v>70.988479614257798</c:v>
                </c:pt>
                <c:pt idx="3830">
                  <c:v>70.963417053222699</c:v>
                </c:pt>
                <c:pt idx="3831">
                  <c:v>70.964065551757798</c:v>
                </c:pt>
                <c:pt idx="3832">
                  <c:v>70.949752807617202</c:v>
                </c:pt>
                <c:pt idx="3833">
                  <c:v>70.931205749511705</c:v>
                </c:pt>
                <c:pt idx="3834">
                  <c:v>70.923088073730497</c:v>
                </c:pt>
                <c:pt idx="3835">
                  <c:v>70.910827636718807</c:v>
                </c:pt>
                <c:pt idx="3836">
                  <c:v>70.881896972656307</c:v>
                </c:pt>
                <c:pt idx="3837">
                  <c:v>70.838417053222699</c:v>
                </c:pt>
                <c:pt idx="3838">
                  <c:v>70.838409423828097</c:v>
                </c:pt>
                <c:pt idx="3839">
                  <c:v>70.840423583984403</c:v>
                </c:pt>
                <c:pt idx="3840">
                  <c:v>70.834182739257798</c:v>
                </c:pt>
                <c:pt idx="3841">
                  <c:v>70.826499938964801</c:v>
                </c:pt>
                <c:pt idx="3842">
                  <c:v>70.820075988769503</c:v>
                </c:pt>
                <c:pt idx="3843">
                  <c:v>70.805389404296903</c:v>
                </c:pt>
                <c:pt idx="3844">
                  <c:v>70.779258728027301</c:v>
                </c:pt>
                <c:pt idx="3845">
                  <c:v>70.783561706542997</c:v>
                </c:pt>
                <c:pt idx="3846">
                  <c:v>70.76904296875</c:v>
                </c:pt>
                <c:pt idx="3847">
                  <c:v>70.761581420898395</c:v>
                </c:pt>
                <c:pt idx="3848">
                  <c:v>70.753471374511705</c:v>
                </c:pt>
                <c:pt idx="3849">
                  <c:v>70.732589721679702</c:v>
                </c:pt>
                <c:pt idx="3850">
                  <c:v>70.710273742675795</c:v>
                </c:pt>
                <c:pt idx="3851">
                  <c:v>70.693878173828097</c:v>
                </c:pt>
                <c:pt idx="3852">
                  <c:v>70.679588317871094</c:v>
                </c:pt>
                <c:pt idx="3853">
                  <c:v>70.668960571289105</c:v>
                </c:pt>
                <c:pt idx="3854">
                  <c:v>70.667236328125</c:v>
                </c:pt>
                <c:pt idx="3855">
                  <c:v>70.655944824218807</c:v>
                </c:pt>
                <c:pt idx="3856">
                  <c:v>70.653022766113295</c:v>
                </c:pt>
                <c:pt idx="3857">
                  <c:v>70.631988525390597</c:v>
                </c:pt>
                <c:pt idx="3858">
                  <c:v>70.6243896484375</c:v>
                </c:pt>
                <c:pt idx="3859">
                  <c:v>70.603660583496094</c:v>
                </c:pt>
                <c:pt idx="3860">
                  <c:v>70.588150024414105</c:v>
                </c:pt>
                <c:pt idx="3861">
                  <c:v>70.563171386718807</c:v>
                </c:pt>
                <c:pt idx="3862">
                  <c:v>70.548751831054702</c:v>
                </c:pt>
                <c:pt idx="3863">
                  <c:v>70.518745422363295</c:v>
                </c:pt>
                <c:pt idx="3864">
                  <c:v>70.502250671386705</c:v>
                </c:pt>
                <c:pt idx="3865">
                  <c:v>70.514884948730497</c:v>
                </c:pt>
                <c:pt idx="3866">
                  <c:v>70.508628845214801</c:v>
                </c:pt>
                <c:pt idx="3867">
                  <c:v>70.487312316894503</c:v>
                </c:pt>
                <c:pt idx="3868">
                  <c:v>70.474449157714801</c:v>
                </c:pt>
                <c:pt idx="3869">
                  <c:v>70.444023132324205</c:v>
                </c:pt>
                <c:pt idx="3870">
                  <c:v>70.433128356933594</c:v>
                </c:pt>
                <c:pt idx="3871">
                  <c:v>70.404846191406307</c:v>
                </c:pt>
                <c:pt idx="3872">
                  <c:v>70.402282714843807</c:v>
                </c:pt>
                <c:pt idx="3873">
                  <c:v>70.404067993164105</c:v>
                </c:pt>
                <c:pt idx="3874">
                  <c:v>70.394088745117202</c:v>
                </c:pt>
                <c:pt idx="3875">
                  <c:v>70.360031127929702</c:v>
                </c:pt>
                <c:pt idx="3876">
                  <c:v>70.344398498535199</c:v>
                </c:pt>
                <c:pt idx="3877">
                  <c:v>70.329162597656307</c:v>
                </c:pt>
                <c:pt idx="3878">
                  <c:v>70.316551208496094</c:v>
                </c:pt>
                <c:pt idx="3879">
                  <c:v>70.30810546875</c:v>
                </c:pt>
                <c:pt idx="3880">
                  <c:v>70.295562744140597</c:v>
                </c:pt>
                <c:pt idx="3881">
                  <c:v>70.278060913085895</c:v>
                </c:pt>
                <c:pt idx="3882">
                  <c:v>70.256301879882798</c:v>
                </c:pt>
                <c:pt idx="3883">
                  <c:v>70.236145019531307</c:v>
                </c:pt>
                <c:pt idx="3884">
                  <c:v>70.211105346679702</c:v>
                </c:pt>
                <c:pt idx="3885">
                  <c:v>70.212585449218807</c:v>
                </c:pt>
                <c:pt idx="3886">
                  <c:v>70.206726074218807</c:v>
                </c:pt>
                <c:pt idx="3887">
                  <c:v>70.209274291992202</c:v>
                </c:pt>
                <c:pt idx="3888">
                  <c:v>70.194015502929702</c:v>
                </c:pt>
                <c:pt idx="3889">
                  <c:v>70.168006896972699</c:v>
                </c:pt>
                <c:pt idx="3890">
                  <c:v>70.134124755859403</c:v>
                </c:pt>
                <c:pt idx="3891">
                  <c:v>70.118148803710895</c:v>
                </c:pt>
                <c:pt idx="3892">
                  <c:v>70.096244812011705</c:v>
                </c:pt>
                <c:pt idx="3893">
                  <c:v>70.079002380371094</c:v>
                </c:pt>
                <c:pt idx="3894">
                  <c:v>70.070655822753906</c:v>
                </c:pt>
                <c:pt idx="3895">
                  <c:v>70.06396484375</c:v>
                </c:pt>
                <c:pt idx="3896">
                  <c:v>70.045364379882798</c:v>
                </c:pt>
                <c:pt idx="3897">
                  <c:v>70.042930603027301</c:v>
                </c:pt>
                <c:pt idx="3898">
                  <c:v>70.026481628417997</c:v>
                </c:pt>
                <c:pt idx="3899">
                  <c:v>70.014587402343807</c:v>
                </c:pt>
                <c:pt idx="3900">
                  <c:v>70.007743835449205</c:v>
                </c:pt>
                <c:pt idx="3901">
                  <c:v>69.991989135742202</c:v>
                </c:pt>
                <c:pt idx="3902">
                  <c:v>69.971328735351605</c:v>
                </c:pt>
                <c:pt idx="3903">
                  <c:v>69.936599731445298</c:v>
                </c:pt>
                <c:pt idx="3904">
                  <c:v>69.922767639160199</c:v>
                </c:pt>
                <c:pt idx="3905">
                  <c:v>69.908180236816406</c:v>
                </c:pt>
                <c:pt idx="3906">
                  <c:v>69.899032592773395</c:v>
                </c:pt>
                <c:pt idx="3907">
                  <c:v>69.897071838378906</c:v>
                </c:pt>
                <c:pt idx="3908">
                  <c:v>69.883552551269503</c:v>
                </c:pt>
                <c:pt idx="3909">
                  <c:v>69.852851867675795</c:v>
                </c:pt>
                <c:pt idx="3910">
                  <c:v>69.825096130371094</c:v>
                </c:pt>
                <c:pt idx="3911">
                  <c:v>69.820358276367202</c:v>
                </c:pt>
                <c:pt idx="3912">
                  <c:v>69.826080322265597</c:v>
                </c:pt>
                <c:pt idx="3913">
                  <c:v>69.824073791503906</c:v>
                </c:pt>
                <c:pt idx="3914">
                  <c:v>69.790740966796903</c:v>
                </c:pt>
                <c:pt idx="3915">
                  <c:v>69.77294921875</c:v>
                </c:pt>
                <c:pt idx="3916">
                  <c:v>69.768585205078097</c:v>
                </c:pt>
                <c:pt idx="3917">
                  <c:v>69.752548217773395</c:v>
                </c:pt>
                <c:pt idx="3918">
                  <c:v>69.725845336914105</c:v>
                </c:pt>
                <c:pt idx="3919">
                  <c:v>69.705146789550795</c:v>
                </c:pt>
                <c:pt idx="3920">
                  <c:v>69.701583862304702</c:v>
                </c:pt>
                <c:pt idx="3921">
                  <c:v>69.682456970214801</c:v>
                </c:pt>
                <c:pt idx="3922">
                  <c:v>69.666458129882798</c:v>
                </c:pt>
                <c:pt idx="3923">
                  <c:v>69.661315917968807</c:v>
                </c:pt>
                <c:pt idx="3924">
                  <c:v>69.618499755859403</c:v>
                </c:pt>
                <c:pt idx="3925">
                  <c:v>69.605911254882798</c:v>
                </c:pt>
                <c:pt idx="3926">
                  <c:v>69.601852416992202</c:v>
                </c:pt>
                <c:pt idx="3927">
                  <c:v>69.608856201171903</c:v>
                </c:pt>
                <c:pt idx="3928">
                  <c:v>69.597518920898395</c:v>
                </c:pt>
                <c:pt idx="3929">
                  <c:v>69.592521667480497</c:v>
                </c:pt>
                <c:pt idx="3930">
                  <c:v>69.575347900390597</c:v>
                </c:pt>
                <c:pt idx="3931">
                  <c:v>69.556755065917997</c:v>
                </c:pt>
                <c:pt idx="3932">
                  <c:v>69.531646728515597</c:v>
                </c:pt>
                <c:pt idx="3933">
                  <c:v>69.502494812011705</c:v>
                </c:pt>
                <c:pt idx="3934">
                  <c:v>69.493179321289105</c:v>
                </c:pt>
                <c:pt idx="3935">
                  <c:v>69.482368469238295</c:v>
                </c:pt>
                <c:pt idx="3936">
                  <c:v>69.469657897949205</c:v>
                </c:pt>
                <c:pt idx="3937">
                  <c:v>69.448348999023395</c:v>
                </c:pt>
                <c:pt idx="3938">
                  <c:v>69.434295654296903</c:v>
                </c:pt>
                <c:pt idx="3939">
                  <c:v>69.434028625488295</c:v>
                </c:pt>
                <c:pt idx="3940">
                  <c:v>69.405548095703097</c:v>
                </c:pt>
                <c:pt idx="3941">
                  <c:v>69.377731323242202</c:v>
                </c:pt>
                <c:pt idx="3942">
                  <c:v>69.358802795410199</c:v>
                </c:pt>
                <c:pt idx="3943">
                  <c:v>69.348472595214801</c:v>
                </c:pt>
                <c:pt idx="3944">
                  <c:v>69.336799621582003</c:v>
                </c:pt>
                <c:pt idx="3945">
                  <c:v>69.319641113281307</c:v>
                </c:pt>
                <c:pt idx="3946">
                  <c:v>69.294517517089801</c:v>
                </c:pt>
                <c:pt idx="3947">
                  <c:v>69.300056457519503</c:v>
                </c:pt>
                <c:pt idx="3948">
                  <c:v>69.296424865722699</c:v>
                </c:pt>
                <c:pt idx="3949">
                  <c:v>69.263641357421903</c:v>
                </c:pt>
                <c:pt idx="3950">
                  <c:v>69.242446899414105</c:v>
                </c:pt>
                <c:pt idx="3951">
                  <c:v>69.230949401855497</c:v>
                </c:pt>
                <c:pt idx="3952">
                  <c:v>69.221015930175795</c:v>
                </c:pt>
                <c:pt idx="3953">
                  <c:v>69.194786071777301</c:v>
                </c:pt>
                <c:pt idx="3954">
                  <c:v>69.179206848144503</c:v>
                </c:pt>
                <c:pt idx="3955">
                  <c:v>69.181724548339801</c:v>
                </c:pt>
                <c:pt idx="3956">
                  <c:v>69.16259765625</c:v>
                </c:pt>
                <c:pt idx="3957">
                  <c:v>69.134819030761705</c:v>
                </c:pt>
                <c:pt idx="3958">
                  <c:v>69.118362426757798</c:v>
                </c:pt>
                <c:pt idx="3959">
                  <c:v>69.102973937988295</c:v>
                </c:pt>
                <c:pt idx="3960">
                  <c:v>69.092498779296903</c:v>
                </c:pt>
                <c:pt idx="3961">
                  <c:v>69.072700500488295</c:v>
                </c:pt>
                <c:pt idx="3962">
                  <c:v>69.050880432128906</c:v>
                </c:pt>
                <c:pt idx="3963">
                  <c:v>69.038040161132798</c:v>
                </c:pt>
                <c:pt idx="3964">
                  <c:v>69.025787353515597</c:v>
                </c:pt>
                <c:pt idx="3965">
                  <c:v>69.009925842285199</c:v>
                </c:pt>
                <c:pt idx="3966">
                  <c:v>68.998878479003906</c:v>
                </c:pt>
                <c:pt idx="3967">
                  <c:v>68.983306884765597</c:v>
                </c:pt>
                <c:pt idx="3968">
                  <c:v>68.956047058105497</c:v>
                </c:pt>
                <c:pt idx="3969">
                  <c:v>68.936149597167997</c:v>
                </c:pt>
                <c:pt idx="3970">
                  <c:v>68.898048400878906</c:v>
                </c:pt>
                <c:pt idx="3971">
                  <c:v>68.892318725585895</c:v>
                </c:pt>
                <c:pt idx="3972">
                  <c:v>68.888435363769503</c:v>
                </c:pt>
                <c:pt idx="3973">
                  <c:v>68.8685302734375</c:v>
                </c:pt>
                <c:pt idx="3974">
                  <c:v>68.835319519042997</c:v>
                </c:pt>
                <c:pt idx="3975">
                  <c:v>68.808944702148395</c:v>
                </c:pt>
                <c:pt idx="3976">
                  <c:v>68.794151306152301</c:v>
                </c:pt>
                <c:pt idx="3977">
                  <c:v>68.791549682617202</c:v>
                </c:pt>
                <c:pt idx="3978">
                  <c:v>68.7862548828125</c:v>
                </c:pt>
                <c:pt idx="3979">
                  <c:v>68.769004821777301</c:v>
                </c:pt>
                <c:pt idx="3980">
                  <c:v>68.752174377441406</c:v>
                </c:pt>
                <c:pt idx="3981">
                  <c:v>68.738265991210895</c:v>
                </c:pt>
                <c:pt idx="3982">
                  <c:v>68.716995239257798</c:v>
                </c:pt>
                <c:pt idx="3983">
                  <c:v>68.690757751464801</c:v>
                </c:pt>
                <c:pt idx="3984">
                  <c:v>68.669868469238295</c:v>
                </c:pt>
                <c:pt idx="3985">
                  <c:v>68.652305603027301</c:v>
                </c:pt>
                <c:pt idx="3986">
                  <c:v>68.639022827148395</c:v>
                </c:pt>
                <c:pt idx="3987">
                  <c:v>68.637031555175795</c:v>
                </c:pt>
                <c:pt idx="3988">
                  <c:v>68.625083923339801</c:v>
                </c:pt>
                <c:pt idx="3989">
                  <c:v>68.609725952148395</c:v>
                </c:pt>
                <c:pt idx="3990">
                  <c:v>68.587989807128906</c:v>
                </c:pt>
                <c:pt idx="3991">
                  <c:v>68.569442749023395</c:v>
                </c:pt>
                <c:pt idx="3992">
                  <c:v>68.550430297851605</c:v>
                </c:pt>
                <c:pt idx="3993">
                  <c:v>68.531776428222699</c:v>
                </c:pt>
                <c:pt idx="3994">
                  <c:v>68.510597229003906</c:v>
                </c:pt>
                <c:pt idx="3995">
                  <c:v>68.484916687011705</c:v>
                </c:pt>
                <c:pt idx="3996">
                  <c:v>68.470100402832003</c:v>
                </c:pt>
                <c:pt idx="3997">
                  <c:v>68.452583312988295</c:v>
                </c:pt>
                <c:pt idx="3998">
                  <c:v>68.433357238769503</c:v>
                </c:pt>
                <c:pt idx="3999">
                  <c:v>68.433311462402301</c:v>
                </c:pt>
                <c:pt idx="4000">
                  <c:v>68.425910949707003</c:v>
                </c:pt>
                <c:pt idx="4001">
                  <c:v>68.394035339355497</c:v>
                </c:pt>
                <c:pt idx="4002">
                  <c:v>68.371253967285199</c:v>
                </c:pt>
                <c:pt idx="4003">
                  <c:v>68.341522216796903</c:v>
                </c:pt>
                <c:pt idx="4004">
                  <c:v>68.335441589355497</c:v>
                </c:pt>
                <c:pt idx="4005">
                  <c:v>68.324371337890597</c:v>
                </c:pt>
                <c:pt idx="4006">
                  <c:v>68.292251586914105</c:v>
                </c:pt>
                <c:pt idx="4007">
                  <c:v>68.266654968261705</c:v>
                </c:pt>
                <c:pt idx="4008">
                  <c:v>68.248908996582003</c:v>
                </c:pt>
                <c:pt idx="4009">
                  <c:v>68.238136291503906</c:v>
                </c:pt>
                <c:pt idx="4010">
                  <c:v>68.216445922851605</c:v>
                </c:pt>
                <c:pt idx="4011">
                  <c:v>68.199050903320298</c:v>
                </c:pt>
                <c:pt idx="4012">
                  <c:v>68.174835205078097</c:v>
                </c:pt>
                <c:pt idx="4013">
                  <c:v>68.166694641113295</c:v>
                </c:pt>
                <c:pt idx="4014">
                  <c:v>68.165397644042997</c:v>
                </c:pt>
                <c:pt idx="4015">
                  <c:v>68.149497985839801</c:v>
                </c:pt>
                <c:pt idx="4016">
                  <c:v>68.125946044921903</c:v>
                </c:pt>
                <c:pt idx="4017">
                  <c:v>68.105644226074205</c:v>
                </c:pt>
                <c:pt idx="4018">
                  <c:v>68.091087341308594</c:v>
                </c:pt>
                <c:pt idx="4019">
                  <c:v>68.071342468261705</c:v>
                </c:pt>
                <c:pt idx="4020">
                  <c:v>68.054428100585895</c:v>
                </c:pt>
                <c:pt idx="4021">
                  <c:v>68.031097412109403</c:v>
                </c:pt>
                <c:pt idx="4022">
                  <c:v>68.002952575683594</c:v>
                </c:pt>
                <c:pt idx="4023">
                  <c:v>67.992889404296903</c:v>
                </c:pt>
                <c:pt idx="4024">
                  <c:v>67.971862792968807</c:v>
                </c:pt>
                <c:pt idx="4025">
                  <c:v>67.958488464355497</c:v>
                </c:pt>
                <c:pt idx="4026">
                  <c:v>67.938316345214801</c:v>
                </c:pt>
                <c:pt idx="4027">
                  <c:v>67.9017333984375</c:v>
                </c:pt>
                <c:pt idx="4028">
                  <c:v>67.893508911132798</c:v>
                </c:pt>
                <c:pt idx="4029">
                  <c:v>67.887237548828097</c:v>
                </c:pt>
                <c:pt idx="4030">
                  <c:v>67.861007690429702</c:v>
                </c:pt>
                <c:pt idx="4031">
                  <c:v>67.849044799804702</c:v>
                </c:pt>
                <c:pt idx="4032">
                  <c:v>67.818641662597699</c:v>
                </c:pt>
                <c:pt idx="4033">
                  <c:v>67.802749633789105</c:v>
                </c:pt>
                <c:pt idx="4034">
                  <c:v>67.779922485351605</c:v>
                </c:pt>
                <c:pt idx="4035">
                  <c:v>67.776359558105497</c:v>
                </c:pt>
                <c:pt idx="4036">
                  <c:v>67.763282775878906</c:v>
                </c:pt>
                <c:pt idx="4037">
                  <c:v>67.734535217285199</c:v>
                </c:pt>
                <c:pt idx="4038">
                  <c:v>67.723602294921903</c:v>
                </c:pt>
                <c:pt idx="4039">
                  <c:v>67.7059326171875</c:v>
                </c:pt>
                <c:pt idx="4040">
                  <c:v>67.687942504882798</c:v>
                </c:pt>
                <c:pt idx="4041">
                  <c:v>67.668235778808594</c:v>
                </c:pt>
                <c:pt idx="4042">
                  <c:v>67.642005920410199</c:v>
                </c:pt>
                <c:pt idx="4043">
                  <c:v>67.612457275390597</c:v>
                </c:pt>
                <c:pt idx="4044">
                  <c:v>67.594886779785199</c:v>
                </c:pt>
                <c:pt idx="4045">
                  <c:v>67.567947387695298</c:v>
                </c:pt>
                <c:pt idx="4046">
                  <c:v>67.554969787597699</c:v>
                </c:pt>
                <c:pt idx="4047">
                  <c:v>67.543067932128906</c:v>
                </c:pt>
                <c:pt idx="4048">
                  <c:v>67.546157836914105</c:v>
                </c:pt>
                <c:pt idx="4049">
                  <c:v>67.514465332031307</c:v>
                </c:pt>
                <c:pt idx="4050">
                  <c:v>67.498336791992202</c:v>
                </c:pt>
                <c:pt idx="4051">
                  <c:v>67.477149963378906</c:v>
                </c:pt>
                <c:pt idx="4052">
                  <c:v>67.463264465332003</c:v>
                </c:pt>
                <c:pt idx="4053">
                  <c:v>67.441116333007798</c:v>
                </c:pt>
                <c:pt idx="4054">
                  <c:v>67.431159973144503</c:v>
                </c:pt>
                <c:pt idx="4055">
                  <c:v>67.411529541015597</c:v>
                </c:pt>
                <c:pt idx="4056">
                  <c:v>67.394218444824205</c:v>
                </c:pt>
                <c:pt idx="4057">
                  <c:v>67.379631042480497</c:v>
                </c:pt>
                <c:pt idx="4058">
                  <c:v>67.376426696777301</c:v>
                </c:pt>
                <c:pt idx="4059">
                  <c:v>67.355888366699205</c:v>
                </c:pt>
                <c:pt idx="4060">
                  <c:v>67.338333129882798</c:v>
                </c:pt>
                <c:pt idx="4061">
                  <c:v>67.326301574707003</c:v>
                </c:pt>
                <c:pt idx="4062">
                  <c:v>67.292739868164105</c:v>
                </c:pt>
                <c:pt idx="4063">
                  <c:v>67.274444580078097</c:v>
                </c:pt>
                <c:pt idx="4064">
                  <c:v>67.262367248535199</c:v>
                </c:pt>
                <c:pt idx="4065">
                  <c:v>67.252380371093807</c:v>
                </c:pt>
                <c:pt idx="4066">
                  <c:v>67.242019653320298</c:v>
                </c:pt>
                <c:pt idx="4067">
                  <c:v>67.228660583496094</c:v>
                </c:pt>
                <c:pt idx="4068">
                  <c:v>67.195793151855497</c:v>
                </c:pt>
                <c:pt idx="4069">
                  <c:v>67.175704956054702</c:v>
                </c:pt>
                <c:pt idx="4070">
                  <c:v>67.167518615722699</c:v>
                </c:pt>
                <c:pt idx="4071">
                  <c:v>67.137870788574205</c:v>
                </c:pt>
                <c:pt idx="4072">
                  <c:v>67.134819030761705</c:v>
                </c:pt>
                <c:pt idx="4073">
                  <c:v>67.112335205078097</c:v>
                </c:pt>
                <c:pt idx="4074">
                  <c:v>67.089263916015597</c:v>
                </c:pt>
                <c:pt idx="4075">
                  <c:v>67.077201843261705</c:v>
                </c:pt>
                <c:pt idx="4076">
                  <c:v>67.054550170898395</c:v>
                </c:pt>
                <c:pt idx="4077">
                  <c:v>67.022857666015597</c:v>
                </c:pt>
                <c:pt idx="4078">
                  <c:v>67.016082763671903</c:v>
                </c:pt>
                <c:pt idx="4079">
                  <c:v>67.007720947265597</c:v>
                </c:pt>
                <c:pt idx="4080">
                  <c:v>66.988334655761705</c:v>
                </c:pt>
                <c:pt idx="4081">
                  <c:v>66.964454650878906</c:v>
                </c:pt>
                <c:pt idx="4082">
                  <c:v>66.954399108886705</c:v>
                </c:pt>
                <c:pt idx="4083">
                  <c:v>66.931663513183594</c:v>
                </c:pt>
                <c:pt idx="4084">
                  <c:v>66.922019958496094</c:v>
                </c:pt>
                <c:pt idx="4085">
                  <c:v>66.913635253906307</c:v>
                </c:pt>
                <c:pt idx="4086">
                  <c:v>66.899421691894503</c:v>
                </c:pt>
                <c:pt idx="4087">
                  <c:v>66.8868408203125</c:v>
                </c:pt>
                <c:pt idx="4088">
                  <c:v>66.864768981933594</c:v>
                </c:pt>
                <c:pt idx="4089">
                  <c:v>66.849884033203097</c:v>
                </c:pt>
                <c:pt idx="4090">
                  <c:v>66.822761535644503</c:v>
                </c:pt>
                <c:pt idx="4091">
                  <c:v>66.808723449707003</c:v>
                </c:pt>
                <c:pt idx="4092">
                  <c:v>66.803466796875</c:v>
                </c:pt>
                <c:pt idx="4093">
                  <c:v>66.792266845703097</c:v>
                </c:pt>
                <c:pt idx="4094">
                  <c:v>66.764747619628906</c:v>
                </c:pt>
                <c:pt idx="4095">
                  <c:v>66.742301940917997</c:v>
                </c:pt>
                <c:pt idx="4096">
                  <c:v>66.733901977539105</c:v>
                </c:pt>
                <c:pt idx="4097">
                  <c:v>66.7176513671875</c:v>
                </c:pt>
                <c:pt idx="4098">
                  <c:v>66.700798034667997</c:v>
                </c:pt>
                <c:pt idx="4099">
                  <c:v>66.697776794433594</c:v>
                </c:pt>
                <c:pt idx="4100">
                  <c:v>66.673454284667997</c:v>
                </c:pt>
                <c:pt idx="4101">
                  <c:v>66.655220031738295</c:v>
                </c:pt>
                <c:pt idx="4102">
                  <c:v>66.628700256347699</c:v>
                </c:pt>
                <c:pt idx="4103">
                  <c:v>66.607177734375</c:v>
                </c:pt>
                <c:pt idx="4104">
                  <c:v>66.592994689941406</c:v>
                </c:pt>
                <c:pt idx="4105">
                  <c:v>66.574325561523395</c:v>
                </c:pt>
                <c:pt idx="4106">
                  <c:v>66.558074951171903</c:v>
                </c:pt>
                <c:pt idx="4107">
                  <c:v>66.546859741210895</c:v>
                </c:pt>
                <c:pt idx="4108">
                  <c:v>66.528701782226605</c:v>
                </c:pt>
                <c:pt idx="4109">
                  <c:v>66.519096374511705</c:v>
                </c:pt>
                <c:pt idx="4110">
                  <c:v>66.507247924804702</c:v>
                </c:pt>
                <c:pt idx="4111">
                  <c:v>66.479545593261705</c:v>
                </c:pt>
                <c:pt idx="4112">
                  <c:v>66.444816589355497</c:v>
                </c:pt>
                <c:pt idx="4113">
                  <c:v>66.445976257324205</c:v>
                </c:pt>
                <c:pt idx="4114">
                  <c:v>66.425041198730497</c:v>
                </c:pt>
                <c:pt idx="4115">
                  <c:v>66.401763916015597</c:v>
                </c:pt>
                <c:pt idx="4116">
                  <c:v>66.383399963378906</c:v>
                </c:pt>
                <c:pt idx="4117">
                  <c:v>66.375732421875</c:v>
                </c:pt>
                <c:pt idx="4118">
                  <c:v>66.360336303710895</c:v>
                </c:pt>
                <c:pt idx="4119">
                  <c:v>66.350090026855497</c:v>
                </c:pt>
                <c:pt idx="4120">
                  <c:v>66.334869384765597</c:v>
                </c:pt>
                <c:pt idx="4121">
                  <c:v>66.318740844726605</c:v>
                </c:pt>
                <c:pt idx="4122">
                  <c:v>66.302993774414105</c:v>
                </c:pt>
                <c:pt idx="4123">
                  <c:v>66.276290893554702</c:v>
                </c:pt>
                <c:pt idx="4124">
                  <c:v>66.2572021484375</c:v>
                </c:pt>
                <c:pt idx="4125">
                  <c:v>66.228729248046903</c:v>
                </c:pt>
                <c:pt idx="4126">
                  <c:v>66.201881408691406</c:v>
                </c:pt>
                <c:pt idx="4127">
                  <c:v>66.193153381347699</c:v>
                </c:pt>
                <c:pt idx="4128">
                  <c:v>66.175689697265597</c:v>
                </c:pt>
                <c:pt idx="4129">
                  <c:v>66.169883728027301</c:v>
                </c:pt>
                <c:pt idx="4130">
                  <c:v>66.166343688964801</c:v>
                </c:pt>
                <c:pt idx="4131">
                  <c:v>66.138160705566406</c:v>
                </c:pt>
                <c:pt idx="4132">
                  <c:v>66.112579345703097</c:v>
                </c:pt>
                <c:pt idx="4133">
                  <c:v>66.090339660644503</c:v>
                </c:pt>
                <c:pt idx="4134">
                  <c:v>66.057876586914105</c:v>
                </c:pt>
                <c:pt idx="4135">
                  <c:v>66.031120300292997</c:v>
                </c:pt>
                <c:pt idx="4136">
                  <c:v>66.016532897949205</c:v>
                </c:pt>
                <c:pt idx="4137">
                  <c:v>66.008872985839801</c:v>
                </c:pt>
                <c:pt idx="4138">
                  <c:v>65.995010375976605</c:v>
                </c:pt>
                <c:pt idx="4139">
                  <c:v>65.993110656738295</c:v>
                </c:pt>
                <c:pt idx="4140">
                  <c:v>65.986495971679702</c:v>
                </c:pt>
                <c:pt idx="4141">
                  <c:v>65.970718383789105</c:v>
                </c:pt>
                <c:pt idx="4142">
                  <c:v>65.947540283203097</c:v>
                </c:pt>
                <c:pt idx="4143">
                  <c:v>65.919708251953097</c:v>
                </c:pt>
                <c:pt idx="4144">
                  <c:v>65.893295288085895</c:v>
                </c:pt>
                <c:pt idx="4145">
                  <c:v>65.870689392089801</c:v>
                </c:pt>
                <c:pt idx="4146">
                  <c:v>65.852218627929702</c:v>
                </c:pt>
                <c:pt idx="4147">
                  <c:v>65.836174011230497</c:v>
                </c:pt>
                <c:pt idx="4148">
                  <c:v>65.83154296875</c:v>
                </c:pt>
                <c:pt idx="4149">
                  <c:v>65.822212219238295</c:v>
                </c:pt>
                <c:pt idx="4150">
                  <c:v>65.801307678222699</c:v>
                </c:pt>
                <c:pt idx="4151">
                  <c:v>65.771614074707003</c:v>
                </c:pt>
                <c:pt idx="4152">
                  <c:v>65.751029968261705</c:v>
                </c:pt>
                <c:pt idx="4153">
                  <c:v>65.738273620605497</c:v>
                </c:pt>
                <c:pt idx="4154">
                  <c:v>65.725151062011705</c:v>
                </c:pt>
                <c:pt idx="4155">
                  <c:v>65.714195251464801</c:v>
                </c:pt>
                <c:pt idx="4156">
                  <c:v>65.707954406738295</c:v>
                </c:pt>
                <c:pt idx="4157">
                  <c:v>65.689559936523395</c:v>
                </c:pt>
                <c:pt idx="4158">
                  <c:v>65.674171447753906</c:v>
                </c:pt>
                <c:pt idx="4159">
                  <c:v>65.660224914550795</c:v>
                </c:pt>
                <c:pt idx="4160">
                  <c:v>65.627571105957003</c:v>
                </c:pt>
                <c:pt idx="4161">
                  <c:v>65.619140625</c:v>
                </c:pt>
                <c:pt idx="4162">
                  <c:v>65.623542785644503</c:v>
                </c:pt>
                <c:pt idx="4163">
                  <c:v>65.605033874511705</c:v>
                </c:pt>
                <c:pt idx="4164">
                  <c:v>65.594001770019503</c:v>
                </c:pt>
                <c:pt idx="4165">
                  <c:v>65.569770812988295</c:v>
                </c:pt>
                <c:pt idx="4166">
                  <c:v>65.521804809570298</c:v>
                </c:pt>
                <c:pt idx="4167">
                  <c:v>65.491661071777301</c:v>
                </c:pt>
                <c:pt idx="4168">
                  <c:v>65.485519409179702</c:v>
                </c:pt>
                <c:pt idx="4169">
                  <c:v>65.484039306640597</c:v>
                </c:pt>
                <c:pt idx="4170">
                  <c:v>65.466224670410199</c:v>
                </c:pt>
                <c:pt idx="4171">
                  <c:v>65.441413879394503</c:v>
                </c:pt>
                <c:pt idx="4172">
                  <c:v>65.426651000976605</c:v>
                </c:pt>
                <c:pt idx="4173">
                  <c:v>65.413192749023395</c:v>
                </c:pt>
                <c:pt idx="4174">
                  <c:v>65.390632629394503</c:v>
                </c:pt>
                <c:pt idx="4175">
                  <c:v>65.388504028320298</c:v>
                </c:pt>
                <c:pt idx="4176">
                  <c:v>65.381721496582003</c:v>
                </c:pt>
                <c:pt idx="4177">
                  <c:v>65.340576171875</c:v>
                </c:pt>
                <c:pt idx="4178">
                  <c:v>65.331520080566406</c:v>
                </c:pt>
                <c:pt idx="4179">
                  <c:v>65.313789367675795</c:v>
                </c:pt>
                <c:pt idx="4180">
                  <c:v>65.296974182128906</c:v>
                </c:pt>
                <c:pt idx="4181">
                  <c:v>65.286216735839801</c:v>
                </c:pt>
                <c:pt idx="4182">
                  <c:v>65.258369445800795</c:v>
                </c:pt>
                <c:pt idx="4183">
                  <c:v>65.243064880371094</c:v>
                </c:pt>
                <c:pt idx="4184">
                  <c:v>65.225685119628906</c:v>
                </c:pt>
                <c:pt idx="4185">
                  <c:v>65.194183349609403</c:v>
                </c:pt>
                <c:pt idx="4186">
                  <c:v>65.179122924804702</c:v>
                </c:pt>
                <c:pt idx="4187">
                  <c:v>65.190994262695298</c:v>
                </c:pt>
                <c:pt idx="4188">
                  <c:v>65.178466796875</c:v>
                </c:pt>
                <c:pt idx="4189">
                  <c:v>65.144790649414105</c:v>
                </c:pt>
                <c:pt idx="4190">
                  <c:v>65.103935241699205</c:v>
                </c:pt>
                <c:pt idx="4191">
                  <c:v>65.093971252441406</c:v>
                </c:pt>
                <c:pt idx="4192">
                  <c:v>65.103775024414105</c:v>
                </c:pt>
                <c:pt idx="4193">
                  <c:v>65.067466735839801</c:v>
                </c:pt>
                <c:pt idx="4194">
                  <c:v>65.058586120605497</c:v>
                </c:pt>
                <c:pt idx="4195">
                  <c:v>65.044197082519503</c:v>
                </c:pt>
                <c:pt idx="4196">
                  <c:v>65.025413513183594</c:v>
                </c:pt>
                <c:pt idx="4197">
                  <c:v>65.022476196289105</c:v>
                </c:pt>
                <c:pt idx="4198">
                  <c:v>65.008720397949205</c:v>
                </c:pt>
                <c:pt idx="4199">
                  <c:v>64.991676330566406</c:v>
                </c:pt>
                <c:pt idx="4200">
                  <c:v>64.964378356933594</c:v>
                </c:pt>
                <c:pt idx="4201">
                  <c:v>64.948989868164105</c:v>
                </c:pt>
                <c:pt idx="4202">
                  <c:v>64.923934936523395</c:v>
                </c:pt>
                <c:pt idx="4203">
                  <c:v>64.935035705566406</c:v>
                </c:pt>
                <c:pt idx="4204">
                  <c:v>64.916328430175795</c:v>
                </c:pt>
                <c:pt idx="4205">
                  <c:v>64.886344909667997</c:v>
                </c:pt>
                <c:pt idx="4206">
                  <c:v>64.866691589355497</c:v>
                </c:pt>
                <c:pt idx="4207">
                  <c:v>64.846031188964801</c:v>
                </c:pt>
                <c:pt idx="4208">
                  <c:v>64.831878662109403</c:v>
                </c:pt>
                <c:pt idx="4209">
                  <c:v>64.817657470703097</c:v>
                </c:pt>
                <c:pt idx="4210">
                  <c:v>64.807212829589801</c:v>
                </c:pt>
                <c:pt idx="4211">
                  <c:v>64.781669616699205</c:v>
                </c:pt>
                <c:pt idx="4212">
                  <c:v>64.774765014648395</c:v>
                </c:pt>
                <c:pt idx="4213">
                  <c:v>64.743934631347699</c:v>
                </c:pt>
                <c:pt idx="4214">
                  <c:v>64.715133666992202</c:v>
                </c:pt>
                <c:pt idx="4215">
                  <c:v>64.704910278320298</c:v>
                </c:pt>
                <c:pt idx="4216">
                  <c:v>64.685501098632798</c:v>
                </c:pt>
                <c:pt idx="4217">
                  <c:v>64.690078735351605</c:v>
                </c:pt>
                <c:pt idx="4218">
                  <c:v>64.662025451660199</c:v>
                </c:pt>
                <c:pt idx="4219">
                  <c:v>64.639755249023395</c:v>
                </c:pt>
                <c:pt idx="4220">
                  <c:v>64.608383178710895</c:v>
                </c:pt>
                <c:pt idx="4221">
                  <c:v>64.594833374023395</c:v>
                </c:pt>
                <c:pt idx="4222">
                  <c:v>64.578826904296903</c:v>
                </c:pt>
                <c:pt idx="4223">
                  <c:v>64.577133178710895</c:v>
                </c:pt>
                <c:pt idx="4224">
                  <c:v>64.561248779296903</c:v>
                </c:pt>
                <c:pt idx="4225">
                  <c:v>64.547546386718807</c:v>
                </c:pt>
                <c:pt idx="4226">
                  <c:v>64.523635864257798</c:v>
                </c:pt>
                <c:pt idx="4227">
                  <c:v>64.519683837890597</c:v>
                </c:pt>
                <c:pt idx="4228">
                  <c:v>64.501800537109403</c:v>
                </c:pt>
                <c:pt idx="4229">
                  <c:v>64.485671997070298</c:v>
                </c:pt>
                <c:pt idx="4230">
                  <c:v>64.475090026855497</c:v>
                </c:pt>
                <c:pt idx="4231">
                  <c:v>64.454772949218807</c:v>
                </c:pt>
                <c:pt idx="4232">
                  <c:v>64.444320678710895</c:v>
                </c:pt>
                <c:pt idx="4233">
                  <c:v>64.422172546386705</c:v>
                </c:pt>
                <c:pt idx="4234">
                  <c:v>64.395759582519503</c:v>
                </c:pt>
                <c:pt idx="4235">
                  <c:v>64.381790161132798</c:v>
                </c:pt>
                <c:pt idx="4236">
                  <c:v>64.377685546875</c:v>
                </c:pt>
                <c:pt idx="4237">
                  <c:v>64.349662780761705</c:v>
                </c:pt>
                <c:pt idx="4238">
                  <c:v>64.342819213867202</c:v>
                </c:pt>
                <c:pt idx="4239">
                  <c:v>64.315673828125</c:v>
                </c:pt>
                <c:pt idx="4240">
                  <c:v>64.307266235351605</c:v>
                </c:pt>
                <c:pt idx="4241">
                  <c:v>64.289489746093807</c:v>
                </c:pt>
                <c:pt idx="4242">
                  <c:v>64.271774291992202</c:v>
                </c:pt>
                <c:pt idx="4243">
                  <c:v>64.266288757324205</c:v>
                </c:pt>
                <c:pt idx="4244">
                  <c:v>64.253662109375</c:v>
                </c:pt>
                <c:pt idx="4245">
                  <c:v>64.226531982421903</c:v>
                </c:pt>
                <c:pt idx="4246">
                  <c:v>64.205192565917997</c:v>
                </c:pt>
                <c:pt idx="4247">
                  <c:v>64.183937072753906</c:v>
                </c:pt>
                <c:pt idx="4248">
                  <c:v>64.157127380371094</c:v>
                </c:pt>
                <c:pt idx="4249">
                  <c:v>64.138671875</c:v>
                </c:pt>
                <c:pt idx="4250">
                  <c:v>64.140541076660199</c:v>
                </c:pt>
                <c:pt idx="4251">
                  <c:v>64.125656127929702</c:v>
                </c:pt>
                <c:pt idx="4252">
                  <c:v>64.105331420898395</c:v>
                </c:pt>
                <c:pt idx="4253">
                  <c:v>64.092819213867202</c:v>
                </c:pt>
                <c:pt idx="4254">
                  <c:v>64.073532104492202</c:v>
                </c:pt>
                <c:pt idx="4255">
                  <c:v>64.037986755371094</c:v>
                </c:pt>
                <c:pt idx="4256">
                  <c:v>64.020202636718807</c:v>
                </c:pt>
                <c:pt idx="4257">
                  <c:v>64.022384643554702</c:v>
                </c:pt>
                <c:pt idx="4258">
                  <c:v>64.003776550292997</c:v>
                </c:pt>
                <c:pt idx="4259">
                  <c:v>63.9762573242188</c:v>
                </c:pt>
                <c:pt idx="4260">
                  <c:v>63.969661712646499</c:v>
                </c:pt>
                <c:pt idx="4261">
                  <c:v>63.9440727233887</c:v>
                </c:pt>
                <c:pt idx="4262">
                  <c:v>63.931884765625</c:v>
                </c:pt>
                <c:pt idx="4263">
                  <c:v>63.892948150634801</c:v>
                </c:pt>
                <c:pt idx="4264">
                  <c:v>63.892063140869098</c:v>
                </c:pt>
                <c:pt idx="4265">
                  <c:v>63.886997222900398</c:v>
                </c:pt>
                <c:pt idx="4266">
                  <c:v>63.857173919677699</c:v>
                </c:pt>
                <c:pt idx="4267">
                  <c:v>63.844852447509801</c:v>
                </c:pt>
                <c:pt idx="4268">
                  <c:v>63.830204010009801</c:v>
                </c:pt>
                <c:pt idx="4269">
                  <c:v>63.829998016357401</c:v>
                </c:pt>
                <c:pt idx="4270">
                  <c:v>63.815940856933601</c:v>
                </c:pt>
                <c:pt idx="4271">
                  <c:v>63.792446136474602</c:v>
                </c:pt>
                <c:pt idx="4272">
                  <c:v>63.789985656738303</c:v>
                </c:pt>
                <c:pt idx="4273">
                  <c:v>63.780277252197301</c:v>
                </c:pt>
                <c:pt idx="4274">
                  <c:v>63.755599975585902</c:v>
                </c:pt>
                <c:pt idx="4275">
                  <c:v>63.731956481933601</c:v>
                </c:pt>
                <c:pt idx="4276">
                  <c:v>63.720813751220703</c:v>
                </c:pt>
                <c:pt idx="4277">
                  <c:v>63.695117950439503</c:v>
                </c:pt>
                <c:pt idx="4278">
                  <c:v>63.676292419433601</c:v>
                </c:pt>
                <c:pt idx="4279">
                  <c:v>63.648365020752003</c:v>
                </c:pt>
                <c:pt idx="4280">
                  <c:v>63.638519287109403</c:v>
                </c:pt>
                <c:pt idx="4281">
                  <c:v>63.634780883789098</c:v>
                </c:pt>
                <c:pt idx="4282">
                  <c:v>63.609672546386697</c:v>
                </c:pt>
                <c:pt idx="4283">
                  <c:v>63.593673706054702</c:v>
                </c:pt>
                <c:pt idx="4284">
                  <c:v>63.589179992675803</c:v>
                </c:pt>
                <c:pt idx="4285">
                  <c:v>63.571113586425803</c:v>
                </c:pt>
                <c:pt idx="4286">
                  <c:v>63.563655853271499</c:v>
                </c:pt>
                <c:pt idx="4287">
                  <c:v>63.5422973632813</c:v>
                </c:pt>
                <c:pt idx="4288">
                  <c:v>63.524642944335902</c:v>
                </c:pt>
                <c:pt idx="4289">
                  <c:v>63.506309509277301</c:v>
                </c:pt>
                <c:pt idx="4290">
                  <c:v>63.502399444580099</c:v>
                </c:pt>
                <c:pt idx="4291">
                  <c:v>63.4668998718262</c:v>
                </c:pt>
                <c:pt idx="4292">
                  <c:v>63.433296203613303</c:v>
                </c:pt>
                <c:pt idx="4293">
                  <c:v>63.416736602783203</c:v>
                </c:pt>
                <c:pt idx="4294">
                  <c:v>63.4164848327637</c:v>
                </c:pt>
                <c:pt idx="4295">
                  <c:v>63.400749206542997</c:v>
                </c:pt>
                <c:pt idx="4296">
                  <c:v>63.375705718994098</c:v>
                </c:pt>
                <c:pt idx="4297">
                  <c:v>63.352027893066399</c:v>
                </c:pt>
                <c:pt idx="4298">
                  <c:v>63.336536407470703</c:v>
                </c:pt>
                <c:pt idx="4299">
                  <c:v>63.3173637390137</c:v>
                </c:pt>
                <c:pt idx="4300">
                  <c:v>63.289661407470703</c:v>
                </c:pt>
                <c:pt idx="4301">
                  <c:v>63.291526794433601</c:v>
                </c:pt>
                <c:pt idx="4302">
                  <c:v>63.282127380371101</c:v>
                </c:pt>
                <c:pt idx="4303">
                  <c:v>63.260154724121101</c:v>
                </c:pt>
                <c:pt idx="4304">
                  <c:v>63.252285003662102</c:v>
                </c:pt>
                <c:pt idx="4305">
                  <c:v>63.237056732177699</c:v>
                </c:pt>
                <c:pt idx="4306">
                  <c:v>63.224769592285199</c:v>
                </c:pt>
                <c:pt idx="4307">
                  <c:v>63.204666137695298</c:v>
                </c:pt>
                <c:pt idx="4308">
                  <c:v>63.201694488525398</c:v>
                </c:pt>
                <c:pt idx="4309">
                  <c:v>63.168972015380902</c:v>
                </c:pt>
                <c:pt idx="4310">
                  <c:v>63.1587524414063</c:v>
                </c:pt>
                <c:pt idx="4311">
                  <c:v>63.145542144775398</c:v>
                </c:pt>
                <c:pt idx="4312">
                  <c:v>63.114326477050803</c:v>
                </c:pt>
                <c:pt idx="4313">
                  <c:v>63.089469909667997</c:v>
                </c:pt>
                <c:pt idx="4314">
                  <c:v>63.0678520202637</c:v>
                </c:pt>
                <c:pt idx="4315">
                  <c:v>63.055461883544901</c:v>
                </c:pt>
                <c:pt idx="4316">
                  <c:v>63.032352447509801</c:v>
                </c:pt>
                <c:pt idx="4317">
                  <c:v>63.033134460449197</c:v>
                </c:pt>
                <c:pt idx="4318">
                  <c:v>63.007633209228501</c:v>
                </c:pt>
                <c:pt idx="4319">
                  <c:v>62.982498168945298</c:v>
                </c:pt>
                <c:pt idx="4320">
                  <c:v>62.975765228271499</c:v>
                </c:pt>
                <c:pt idx="4321">
                  <c:v>62.969062805175803</c:v>
                </c:pt>
                <c:pt idx="4322">
                  <c:v>62.975273132324197</c:v>
                </c:pt>
                <c:pt idx="4323">
                  <c:v>62.973949432373097</c:v>
                </c:pt>
                <c:pt idx="4324">
                  <c:v>62.962436676025398</c:v>
                </c:pt>
                <c:pt idx="4325">
                  <c:v>62.938419342041001</c:v>
                </c:pt>
                <c:pt idx="4326">
                  <c:v>62.913002014160199</c:v>
                </c:pt>
                <c:pt idx="4327">
                  <c:v>62.883460998535199</c:v>
                </c:pt>
                <c:pt idx="4328">
                  <c:v>62.861003875732401</c:v>
                </c:pt>
                <c:pt idx="4329">
                  <c:v>62.860683441162102</c:v>
                </c:pt>
                <c:pt idx="4330">
                  <c:v>62.859539031982401</c:v>
                </c:pt>
                <c:pt idx="4331">
                  <c:v>62.822639465332003</c:v>
                </c:pt>
                <c:pt idx="4332">
                  <c:v>62.8124389648438</c:v>
                </c:pt>
                <c:pt idx="4333">
                  <c:v>62.789825439453097</c:v>
                </c:pt>
                <c:pt idx="4334">
                  <c:v>62.789012908935597</c:v>
                </c:pt>
                <c:pt idx="4335">
                  <c:v>62.789546966552699</c:v>
                </c:pt>
                <c:pt idx="4336">
                  <c:v>62.784263610839801</c:v>
                </c:pt>
                <c:pt idx="4337">
                  <c:v>62.76171875</c:v>
                </c:pt>
                <c:pt idx="4338">
                  <c:v>62.7406616210938</c:v>
                </c:pt>
                <c:pt idx="4339">
                  <c:v>62.723636627197301</c:v>
                </c:pt>
                <c:pt idx="4340">
                  <c:v>62.699234008789098</c:v>
                </c:pt>
                <c:pt idx="4341">
                  <c:v>62.675643920898402</c:v>
                </c:pt>
                <c:pt idx="4342">
                  <c:v>62.654056549072301</c:v>
                </c:pt>
                <c:pt idx="4343">
                  <c:v>62.644477844238303</c:v>
                </c:pt>
                <c:pt idx="4344">
                  <c:v>62.6106567382813</c:v>
                </c:pt>
                <c:pt idx="4345">
                  <c:v>62.591171264648402</c:v>
                </c:pt>
                <c:pt idx="4346">
                  <c:v>62.566761016845703</c:v>
                </c:pt>
                <c:pt idx="4347">
                  <c:v>62.568141937255902</c:v>
                </c:pt>
                <c:pt idx="4348">
                  <c:v>62.562335968017599</c:v>
                </c:pt>
                <c:pt idx="4349">
                  <c:v>62.548233032226598</c:v>
                </c:pt>
                <c:pt idx="4350">
                  <c:v>62.520675659179702</c:v>
                </c:pt>
                <c:pt idx="4351">
                  <c:v>62.531291961669901</c:v>
                </c:pt>
                <c:pt idx="4352">
                  <c:v>62.495590209960902</c:v>
                </c:pt>
                <c:pt idx="4353">
                  <c:v>62.460319519042997</c:v>
                </c:pt>
                <c:pt idx="4354">
                  <c:v>62.431957244873097</c:v>
                </c:pt>
                <c:pt idx="4355">
                  <c:v>62.433212280273402</c:v>
                </c:pt>
                <c:pt idx="4356">
                  <c:v>62.426586151123097</c:v>
                </c:pt>
                <c:pt idx="4357">
                  <c:v>62.393196105957003</c:v>
                </c:pt>
                <c:pt idx="4358">
                  <c:v>62.3760986328125</c:v>
                </c:pt>
                <c:pt idx="4359">
                  <c:v>62.373580932617202</c:v>
                </c:pt>
                <c:pt idx="4360">
                  <c:v>62.3644409179688</c:v>
                </c:pt>
                <c:pt idx="4361">
                  <c:v>62.357723236083999</c:v>
                </c:pt>
                <c:pt idx="4362">
                  <c:v>62.341869354248097</c:v>
                </c:pt>
                <c:pt idx="4363">
                  <c:v>62.343635559082003</c:v>
                </c:pt>
                <c:pt idx="4364">
                  <c:v>62.3284912109375</c:v>
                </c:pt>
                <c:pt idx="4365">
                  <c:v>62.306007385253899</c:v>
                </c:pt>
                <c:pt idx="4366">
                  <c:v>62.273891448974602</c:v>
                </c:pt>
                <c:pt idx="4367">
                  <c:v>62.277210235595703</c:v>
                </c:pt>
                <c:pt idx="4368">
                  <c:v>62.256763458252003</c:v>
                </c:pt>
                <c:pt idx="4369">
                  <c:v>62.245635986328097</c:v>
                </c:pt>
                <c:pt idx="4370">
                  <c:v>62.238800048828097</c:v>
                </c:pt>
                <c:pt idx="4371">
                  <c:v>62.234607696533203</c:v>
                </c:pt>
                <c:pt idx="4372">
                  <c:v>62.223831176757798</c:v>
                </c:pt>
                <c:pt idx="4373">
                  <c:v>62.195114135742202</c:v>
                </c:pt>
                <c:pt idx="4374">
                  <c:v>62.193874359130902</c:v>
                </c:pt>
                <c:pt idx="4375">
                  <c:v>62.184310913085902</c:v>
                </c:pt>
                <c:pt idx="4376">
                  <c:v>62.159576416015597</c:v>
                </c:pt>
                <c:pt idx="4377">
                  <c:v>62.1333198547363</c:v>
                </c:pt>
                <c:pt idx="4378">
                  <c:v>62.107170104980497</c:v>
                </c:pt>
                <c:pt idx="4379">
                  <c:v>62.104248046875</c:v>
                </c:pt>
                <c:pt idx="4380">
                  <c:v>62.078323364257798</c:v>
                </c:pt>
                <c:pt idx="4381">
                  <c:v>62.0402641296387</c:v>
                </c:pt>
                <c:pt idx="4382">
                  <c:v>62.036918640136697</c:v>
                </c:pt>
                <c:pt idx="4383">
                  <c:v>62.009994506835902</c:v>
                </c:pt>
                <c:pt idx="4384">
                  <c:v>61.994136810302699</c:v>
                </c:pt>
                <c:pt idx="4385">
                  <c:v>61.975547790527301</c:v>
                </c:pt>
                <c:pt idx="4386">
                  <c:v>61.960281372070298</c:v>
                </c:pt>
                <c:pt idx="4387">
                  <c:v>61.949653625488303</c:v>
                </c:pt>
                <c:pt idx="4388">
                  <c:v>61.951377868652301</c:v>
                </c:pt>
                <c:pt idx="4389">
                  <c:v>61.946544647216797</c:v>
                </c:pt>
                <c:pt idx="4390">
                  <c:v>61.925334930419901</c:v>
                </c:pt>
                <c:pt idx="4391">
                  <c:v>61.912345886230497</c:v>
                </c:pt>
                <c:pt idx="4392">
                  <c:v>61.904491424560597</c:v>
                </c:pt>
                <c:pt idx="4393">
                  <c:v>61.8827514648438</c:v>
                </c:pt>
                <c:pt idx="4394">
                  <c:v>61.863826751708999</c:v>
                </c:pt>
                <c:pt idx="4395">
                  <c:v>61.856555938720703</c:v>
                </c:pt>
                <c:pt idx="4396">
                  <c:v>61.840522766113303</c:v>
                </c:pt>
                <c:pt idx="4397">
                  <c:v>61.832725524902301</c:v>
                </c:pt>
                <c:pt idx="4398">
                  <c:v>61.8016548156738</c:v>
                </c:pt>
                <c:pt idx="4399">
                  <c:v>61.770195007324197</c:v>
                </c:pt>
                <c:pt idx="4400">
                  <c:v>61.751995086669901</c:v>
                </c:pt>
                <c:pt idx="4401">
                  <c:v>61.727615356445298</c:v>
                </c:pt>
                <c:pt idx="4402">
                  <c:v>61.710865020752003</c:v>
                </c:pt>
                <c:pt idx="4403">
                  <c:v>61.719039916992202</c:v>
                </c:pt>
                <c:pt idx="4404">
                  <c:v>61.707595825195298</c:v>
                </c:pt>
                <c:pt idx="4405">
                  <c:v>61.685298919677699</c:v>
                </c:pt>
                <c:pt idx="4406">
                  <c:v>61.6550903320313</c:v>
                </c:pt>
                <c:pt idx="4407">
                  <c:v>61.638790130615199</c:v>
                </c:pt>
                <c:pt idx="4408">
                  <c:v>61.622596740722699</c:v>
                </c:pt>
                <c:pt idx="4409">
                  <c:v>61.619220733642599</c:v>
                </c:pt>
                <c:pt idx="4410">
                  <c:v>61.606159210205099</c:v>
                </c:pt>
                <c:pt idx="4411">
                  <c:v>61.594955444335902</c:v>
                </c:pt>
                <c:pt idx="4412">
                  <c:v>61.5760307312012</c:v>
                </c:pt>
                <c:pt idx="4413">
                  <c:v>61.552833557128899</c:v>
                </c:pt>
                <c:pt idx="4414">
                  <c:v>61.539665222167997</c:v>
                </c:pt>
                <c:pt idx="4415">
                  <c:v>61.527278900146499</c:v>
                </c:pt>
                <c:pt idx="4416">
                  <c:v>61.513355255127003</c:v>
                </c:pt>
                <c:pt idx="4417">
                  <c:v>61.498756408691399</c:v>
                </c:pt>
                <c:pt idx="4418">
                  <c:v>61.467655181884801</c:v>
                </c:pt>
                <c:pt idx="4419">
                  <c:v>61.464714050292997</c:v>
                </c:pt>
                <c:pt idx="4420">
                  <c:v>61.448776245117202</c:v>
                </c:pt>
                <c:pt idx="4421">
                  <c:v>61.404273986816399</c:v>
                </c:pt>
                <c:pt idx="4422">
                  <c:v>61.390613555908203</c:v>
                </c:pt>
                <c:pt idx="4423">
                  <c:v>61.37353515625</c:v>
                </c:pt>
                <c:pt idx="4424">
                  <c:v>61.357551574707003</c:v>
                </c:pt>
                <c:pt idx="4425">
                  <c:v>61.3580322265625</c:v>
                </c:pt>
                <c:pt idx="4426">
                  <c:v>61.334236145019503</c:v>
                </c:pt>
                <c:pt idx="4427">
                  <c:v>61.315208435058601</c:v>
                </c:pt>
                <c:pt idx="4428">
                  <c:v>61.284709930419901</c:v>
                </c:pt>
                <c:pt idx="4429">
                  <c:v>61.265411376953097</c:v>
                </c:pt>
                <c:pt idx="4430">
                  <c:v>61.255035400390597</c:v>
                </c:pt>
                <c:pt idx="4431">
                  <c:v>61.243320465087898</c:v>
                </c:pt>
                <c:pt idx="4432">
                  <c:v>61.232265472412102</c:v>
                </c:pt>
                <c:pt idx="4433">
                  <c:v>61.228603363037102</c:v>
                </c:pt>
                <c:pt idx="4434">
                  <c:v>61.214103698730497</c:v>
                </c:pt>
                <c:pt idx="4435">
                  <c:v>61.198554992675803</c:v>
                </c:pt>
                <c:pt idx="4436">
                  <c:v>61.172782897949197</c:v>
                </c:pt>
                <c:pt idx="4437">
                  <c:v>61.165885925292997</c:v>
                </c:pt>
                <c:pt idx="4438">
                  <c:v>61.147964477539098</c:v>
                </c:pt>
                <c:pt idx="4439">
                  <c:v>61.138736724853501</c:v>
                </c:pt>
                <c:pt idx="4440">
                  <c:v>61.119888305664098</c:v>
                </c:pt>
                <c:pt idx="4441">
                  <c:v>61.104312896728501</c:v>
                </c:pt>
                <c:pt idx="4442">
                  <c:v>61.093807220458999</c:v>
                </c:pt>
                <c:pt idx="4443">
                  <c:v>61.066806793212898</c:v>
                </c:pt>
                <c:pt idx="4444">
                  <c:v>61.039257049560597</c:v>
                </c:pt>
                <c:pt idx="4445">
                  <c:v>61.024440765380902</c:v>
                </c:pt>
                <c:pt idx="4446">
                  <c:v>61.027671813964801</c:v>
                </c:pt>
                <c:pt idx="4447">
                  <c:v>61.012241363525398</c:v>
                </c:pt>
                <c:pt idx="4448">
                  <c:v>60.994636535644503</c:v>
                </c:pt>
                <c:pt idx="4449">
                  <c:v>60.984397888183601</c:v>
                </c:pt>
                <c:pt idx="4450">
                  <c:v>60.966053009033203</c:v>
                </c:pt>
                <c:pt idx="4451">
                  <c:v>60.965541839599602</c:v>
                </c:pt>
                <c:pt idx="4452">
                  <c:v>60.950065612792997</c:v>
                </c:pt>
                <c:pt idx="4453">
                  <c:v>60.946628570556598</c:v>
                </c:pt>
                <c:pt idx="4454">
                  <c:v>60.9200248718262</c:v>
                </c:pt>
                <c:pt idx="4455">
                  <c:v>60.911216735839801</c:v>
                </c:pt>
                <c:pt idx="4456">
                  <c:v>60.894920349121101</c:v>
                </c:pt>
                <c:pt idx="4457">
                  <c:v>60.874977111816399</c:v>
                </c:pt>
                <c:pt idx="4458">
                  <c:v>60.851188659667997</c:v>
                </c:pt>
                <c:pt idx="4459">
                  <c:v>60.843448638916001</c:v>
                </c:pt>
                <c:pt idx="4460">
                  <c:v>60.827720642089801</c:v>
                </c:pt>
                <c:pt idx="4461">
                  <c:v>60.817058563232401</c:v>
                </c:pt>
                <c:pt idx="4462">
                  <c:v>60.802608489990199</c:v>
                </c:pt>
                <c:pt idx="4463">
                  <c:v>60.781803131103501</c:v>
                </c:pt>
                <c:pt idx="4464">
                  <c:v>60.791725158691399</c:v>
                </c:pt>
                <c:pt idx="4465">
                  <c:v>60.760288238525398</c:v>
                </c:pt>
                <c:pt idx="4466">
                  <c:v>60.763736724853501</c:v>
                </c:pt>
                <c:pt idx="4467">
                  <c:v>60.746826171875</c:v>
                </c:pt>
                <c:pt idx="4468">
                  <c:v>60.7242622375488</c:v>
                </c:pt>
                <c:pt idx="4469">
                  <c:v>60.703369140625</c:v>
                </c:pt>
                <c:pt idx="4470">
                  <c:v>60.700584411621101</c:v>
                </c:pt>
                <c:pt idx="4471">
                  <c:v>60.680389404296903</c:v>
                </c:pt>
                <c:pt idx="4472">
                  <c:v>60.674549102783203</c:v>
                </c:pt>
                <c:pt idx="4473">
                  <c:v>60.673534393310597</c:v>
                </c:pt>
                <c:pt idx="4474">
                  <c:v>60.665206909179702</c:v>
                </c:pt>
                <c:pt idx="4475">
                  <c:v>60.647903442382798</c:v>
                </c:pt>
                <c:pt idx="4476">
                  <c:v>60.627639770507798</c:v>
                </c:pt>
                <c:pt idx="4477">
                  <c:v>60.610271453857401</c:v>
                </c:pt>
                <c:pt idx="4478">
                  <c:v>60.595867156982401</c:v>
                </c:pt>
                <c:pt idx="4479">
                  <c:v>60.570140838623097</c:v>
                </c:pt>
                <c:pt idx="4480">
                  <c:v>60.553211212158203</c:v>
                </c:pt>
                <c:pt idx="4481">
                  <c:v>60.507534027099602</c:v>
                </c:pt>
                <c:pt idx="4482">
                  <c:v>60.432952880859403</c:v>
                </c:pt>
                <c:pt idx="4483">
                  <c:v>60.540359497070298</c:v>
                </c:pt>
                <c:pt idx="4484">
                  <c:v>60.5520210266113</c:v>
                </c:pt>
                <c:pt idx="4485">
                  <c:v>60.519031524658203</c:v>
                </c:pt>
                <c:pt idx="4486">
                  <c:v>60.089118957519503</c:v>
                </c:pt>
                <c:pt idx="4487">
                  <c:v>60.134620666503899</c:v>
                </c:pt>
                <c:pt idx="4488">
                  <c:v>60.359546661377003</c:v>
                </c:pt>
                <c:pt idx="4489">
                  <c:v>60.321773529052699</c:v>
                </c:pt>
                <c:pt idx="4490">
                  <c:v>60.314708709716797</c:v>
                </c:pt>
                <c:pt idx="4491">
                  <c:v>60.260360717773402</c:v>
                </c:pt>
                <c:pt idx="4492">
                  <c:v>60.245067596435597</c:v>
                </c:pt>
                <c:pt idx="4493">
                  <c:v>60.286903381347699</c:v>
                </c:pt>
                <c:pt idx="4494">
                  <c:v>60.225887298583999</c:v>
                </c:pt>
                <c:pt idx="4495">
                  <c:v>60.079395294189503</c:v>
                </c:pt>
                <c:pt idx="4496">
                  <c:v>60.106723785400398</c:v>
                </c:pt>
                <c:pt idx="4497">
                  <c:v>60.138954162597699</c:v>
                </c:pt>
                <c:pt idx="4498">
                  <c:v>60.115352630615199</c:v>
                </c:pt>
                <c:pt idx="4499">
                  <c:v>60.093948364257798</c:v>
                </c:pt>
                <c:pt idx="4500">
                  <c:v>60.077587127685597</c:v>
                </c:pt>
                <c:pt idx="4501">
                  <c:v>60.0559692382813</c:v>
                </c:pt>
                <c:pt idx="4502">
                  <c:v>60.076366424560597</c:v>
                </c:pt>
                <c:pt idx="4503">
                  <c:v>60.077823638916001</c:v>
                </c:pt>
                <c:pt idx="4504">
                  <c:v>60.075874328613303</c:v>
                </c:pt>
                <c:pt idx="4505">
                  <c:v>60.059597015380902</c:v>
                </c:pt>
                <c:pt idx="4506">
                  <c:v>60.012584686279297</c:v>
                </c:pt>
                <c:pt idx="4507">
                  <c:v>59.974075317382798</c:v>
                </c:pt>
                <c:pt idx="4508">
                  <c:v>59.973411560058601</c:v>
                </c:pt>
                <c:pt idx="4509">
                  <c:v>59.971263885498097</c:v>
                </c:pt>
                <c:pt idx="4510">
                  <c:v>59.964019775390597</c:v>
                </c:pt>
                <c:pt idx="4511">
                  <c:v>59.966964721679702</c:v>
                </c:pt>
                <c:pt idx="4512">
                  <c:v>59.946811676025398</c:v>
                </c:pt>
                <c:pt idx="4513">
                  <c:v>59.9336128234863</c:v>
                </c:pt>
                <c:pt idx="4514">
                  <c:v>59.9201469421387</c:v>
                </c:pt>
                <c:pt idx="4515">
                  <c:v>59.884605407714801</c:v>
                </c:pt>
                <c:pt idx="4516">
                  <c:v>59.887016296386697</c:v>
                </c:pt>
                <c:pt idx="4517">
                  <c:v>59.862232208252003</c:v>
                </c:pt>
                <c:pt idx="4518">
                  <c:v>59.848209381103501</c:v>
                </c:pt>
                <c:pt idx="4519">
                  <c:v>59.838233947753899</c:v>
                </c:pt>
                <c:pt idx="4520">
                  <c:v>59.812454223632798</c:v>
                </c:pt>
                <c:pt idx="4521">
                  <c:v>59.742431640625</c:v>
                </c:pt>
                <c:pt idx="4522">
                  <c:v>59.728874206542997</c:v>
                </c:pt>
                <c:pt idx="4523">
                  <c:v>59.707565307617202</c:v>
                </c:pt>
                <c:pt idx="4524">
                  <c:v>59.7252388000488</c:v>
                </c:pt>
                <c:pt idx="4525">
                  <c:v>59.714290618896499</c:v>
                </c:pt>
                <c:pt idx="4526">
                  <c:v>59.689174652099602</c:v>
                </c:pt>
                <c:pt idx="4527">
                  <c:v>59.633598327636697</c:v>
                </c:pt>
                <c:pt idx="4528">
                  <c:v>59.628669738769503</c:v>
                </c:pt>
                <c:pt idx="4529">
                  <c:v>59.6119194030762</c:v>
                </c:pt>
                <c:pt idx="4530">
                  <c:v>59.6564750671387</c:v>
                </c:pt>
                <c:pt idx="4531">
                  <c:v>59.576847076416001</c:v>
                </c:pt>
                <c:pt idx="4532">
                  <c:v>59.4857177734375</c:v>
                </c:pt>
                <c:pt idx="4533">
                  <c:v>59.435062408447301</c:v>
                </c:pt>
                <c:pt idx="4534">
                  <c:v>59.419605255127003</c:v>
                </c:pt>
                <c:pt idx="4535">
                  <c:v>59.415229797363303</c:v>
                </c:pt>
                <c:pt idx="4536">
                  <c:v>59.346340179443402</c:v>
                </c:pt>
                <c:pt idx="4537">
                  <c:v>59.560855865478501</c:v>
                </c:pt>
                <c:pt idx="4538">
                  <c:v>59.5388374328613</c:v>
                </c:pt>
                <c:pt idx="4539">
                  <c:v>59.4875679016113</c:v>
                </c:pt>
                <c:pt idx="4540">
                  <c:v>59.370227813720703</c:v>
                </c:pt>
                <c:pt idx="4541">
                  <c:v>59.3700561523438</c:v>
                </c:pt>
                <c:pt idx="4542">
                  <c:v>59.300849914550803</c:v>
                </c:pt>
                <c:pt idx="4543">
                  <c:v>59.268440246582003</c:v>
                </c:pt>
                <c:pt idx="4544">
                  <c:v>58.921195983886697</c:v>
                </c:pt>
                <c:pt idx="4545">
                  <c:v>58.970474243164098</c:v>
                </c:pt>
                <c:pt idx="4546">
                  <c:v>59.042938232421903</c:v>
                </c:pt>
                <c:pt idx="4547">
                  <c:v>59.086399078369098</c:v>
                </c:pt>
                <c:pt idx="4548">
                  <c:v>59.096023559570298</c:v>
                </c:pt>
                <c:pt idx="4549">
                  <c:v>59.076595306396499</c:v>
                </c:pt>
                <c:pt idx="4550">
                  <c:v>59.112682342529297</c:v>
                </c:pt>
                <c:pt idx="4551">
                  <c:v>59.0659790039063</c:v>
                </c:pt>
                <c:pt idx="4552">
                  <c:v>59.140876770019503</c:v>
                </c:pt>
                <c:pt idx="4553">
                  <c:v>59.103729248046903</c:v>
                </c:pt>
                <c:pt idx="4554">
                  <c:v>59.019161224365199</c:v>
                </c:pt>
                <c:pt idx="4555">
                  <c:v>58.870677947998097</c:v>
                </c:pt>
                <c:pt idx="4556">
                  <c:v>58.853492736816399</c:v>
                </c:pt>
                <c:pt idx="4557">
                  <c:v>58.619251251220703</c:v>
                </c:pt>
                <c:pt idx="4558">
                  <c:v>58.753780364990199</c:v>
                </c:pt>
                <c:pt idx="4559">
                  <c:v>58.560676574707003</c:v>
                </c:pt>
                <c:pt idx="4560">
                  <c:v>58.825878143310597</c:v>
                </c:pt>
                <c:pt idx="4561">
                  <c:v>58.947074890136697</c:v>
                </c:pt>
                <c:pt idx="4562">
                  <c:v>58.8383598327637</c:v>
                </c:pt>
                <c:pt idx="4563">
                  <c:v>58.738372802734403</c:v>
                </c:pt>
                <c:pt idx="4564">
                  <c:v>58.790225982666001</c:v>
                </c:pt>
                <c:pt idx="4565">
                  <c:v>58.808609008789098</c:v>
                </c:pt>
                <c:pt idx="4566">
                  <c:v>58.963199615478501</c:v>
                </c:pt>
                <c:pt idx="4567">
                  <c:v>58.8994750976563</c:v>
                </c:pt>
                <c:pt idx="4568">
                  <c:v>58.853157043457003</c:v>
                </c:pt>
                <c:pt idx="4569">
                  <c:v>58.317222595214801</c:v>
                </c:pt>
                <c:pt idx="4570">
                  <c:v>58.297607421875</c:v>
                </c:pt>
                <c:pt idx="4571">
                  <c:v>58.378746032714801</c:v>
                </c:pt>
                <c:pt idx="4572">
                  <c:v>58.5177192687988</c:v>
                </c:pt>
                <c:pt idx="4573">
                  <c:v>58.544002532958999</c:v>
                </c:pt>
                <c:pt idx="4574">
                  <c:v>58.501914978027301</c:v>
                </c:pt>
                <c:pt idx="4575">
                  <c:v>58.276683807373097</c:v>
                </c:pt>
                <c:pt idx="4576">
                  <c:v>58.139015197753899</c:v>
                </c:pt>
                <c:pt idx="4577">
                  <c:v>58.3914184570313</c:v>
                </c:pt>
                <c:pt idx="4578">
                  <c:v>58.431072235107401</c:v>
                </c:pt>
                <c:pt idx="4579">
                  <c:v>58.7190551757813</c:v>
                </c:pt>
                <c:pt idx="4580">
                  <c:v>58.699058532714801</c:v>
                </c:pt>
                <c:pt idx="4581">
                  <c:v>58.595157623291001</c:v>
                </c:pt>
                <c:pt idx="4582">
                  <c:v>58.5775337219238</c:v>
                </c:pt>
                <c:pt idx="4583">
                  <c:v>58.519096374511697</c:v>
                </c:pt>
                <c:pt idx="4584">
                  <c:v>58.583377838134801</c:v>
                </c:pt>
                <c:pt idx="4585">
                  <c:v>58.501956939697301</c:v>
                </c:pt>
                <c:pt idx="4586">
                  <c:v>58.445919036865199</c:v>
                </c:pt>
                <c:pt idx="4587">
                  <c:v>58.353527069091797</c:v>
                </c:pt>
                <c:pt idx="4588">
                  <c:v>58.299732208252003</c:v>
                </c:pt>
                <c:pt idx="4589">
                  <c:v>58.281764984130902</c:v>
                </c:pt>
                <c:pt idx="4590">
                  <c:v>58.315757751464801</c:v>
                </c:pt>
                <c:pt idx="4591">
                  <c:v>58.339023590087898</c:v>
                </c:pt>
                <c:pt idx="4592">
                  <c:v>58.284122467041001</c:v>
                </c:pt>
                <c:pt idx="4593">
                  <c:v>58.214015960693402</c:v>
                </c:pt>
                <c:pt idx="4594">
                  <c:v>58.184288024902301</c:v>
                </c:pt>
                <c:pt idx="4595">
                  <c:v>58.129241943359403</c:v>
                </c:pt>
                <c:pt idx="4596">
                  <c:v>58.048179626464801</c:v>
                </c:pt>
                <c:pt idx="4597">
                  <c:v>58.0242309570313</c:v>
                </c:pt>
                <c:pt idx="4598">
                  <c:v>57.952457427978501</c:v>
                </c:pt>
                <c:pt idx="4599">
                  <c:v>58.024486541748097</c:v>
                </c:pt>
                <c:pt idx="4600">
                  <c:v>57.7790336608887</c:v>
                </c:pt>
                <c:pt idx="4601">
                  <c:v>57.887245178222699</c:v>
                </c:pt>
                <c:pt idx="4602">
                  <c:v>57.931476593017599</c:v>
                </c:pt>
                <c:pt idx="4603">
                  <c:v>57.968849182128899</c:v>
                </c:pt>
                <c:pt idx="4604">
                  <c:v>58.012332916259801</c:v>
                </c:pt>
                <c:pt idx="4605">
                  <c:v>58.1034126281738</c:v>
                </c:pt>
                <c:pt idx="4606">
                  <c:v>57.981678009033203</c:v>
                </c:pt>
                <c:pt idx="4607">
                  <c:v>57.912883758544901</c:v>
                </c:pt>
                <c:pt idx="4608">
                  <c:v>57.800373077392599</c:v>
                </c:pt>
                <c:pt idx="4609">
                  <c:v>57.741714477539098</c:v>
                </c:pt>
                <c:pt idx="4610">
                  <c:v>57.680217742919901</c:v>
                </c:pt>
                <c:pt idx="4611">
                  <c:v>57.888710021972699</c:v>
                </c:pt>
                <c:pt idx="4612">
                  <c:v>57.870834350585902</c:v>
                </c:pt>
                <c:pt idx="4613">
                  <c:v>57.846714019775398</c:v>
                </c:pt>
                <c:pt idx="4614">
                  <c:v>57.839363098144503</c:v>
                </c:pt>
                <c:pt idx="4615">
                  <c:v>57.7740669250488</c:v>
                </c:pt>
                <c:pt idx="4616">
                  <c:v>57.858848571777301</c:v>
                </c:pt>
                <c:pt idx="4617">
                  <c:v>58.086585998535199</c:v>
                </c:pt>
                <c:pt idx="4618">
                  <c:v>58.161327362060597</c:v>
                </c:pt>
                <c:pt idx="4619">
                  <c:v>58.138637542724602</c:v>
                </c:pt>
                <c:pt idx="4620">
                  <c:v>57.831451416015597</c:v>
                </c:pt>
                <c:pt idx="4621">
                  <c:v>57.851287841796903</c:v>
                </c:pt>
                <c:pt idx="4622">
                  <c:v>57.947544097900398</c:v>
                </c:pt>
                <c:pt idx="4623">
                  <c:v>58.049118041992202</c:v>
                </c:pt>
                <c:pt idx="4624">
                  <c:v>57.630760192871101</c:v>
                </c:pt>
                <c:pt idx="4625">
                  <c:v>57.629043579101598</c:v>
                </c:pt>
                <c:pt idx="4626">
                  <c:v>57.848731994628899</c:v>
                </c:pt>
                <c:pt idx="4627">
                  <c:v>58.0305786132813</c:v>
                </c:pt>
                <c:pt idx="4628">
                  <c:v>57.849449157714801</c:v>
                </c:pt>
                <c:pt idx="4629">
                  <c:v>57.891239166259801</c:v>
                </c:pt>
                <c:pt idx="4630">
                  <c:v>58.206699371337898</c:v>
                </c:pt>
                <c:pt idx="4631">
                  <c:v>58.276527404785199</c:v>
                </c:pt>
                <c:pt idx="4632">
                  <c:v>58.366844177246101</c:v>
                </c:pt>
                <c:pt idx="4633">
                  <c:v>58.963729858398402</c:v>
                </c:pt>
                <c:pt idx="4634">
                  <c:v>58.697513580322301</c:v>
                </c:pt>
                <c:pt idx="4635">
                  <c:v>58.718074798583999</c:v>
                </c:pt>
                <c:pt idx="4636">
                  <c:v>58.725090026855497</c:v>
                </c:pt>
                <c:pt idx="4637">
                  <c:v>58.691738128662102</c:v>
                </c:pt>
                <c:pt idx="4638">
                  <c:v>58.644180297851598</c:v>
                </c:pt>
                <c:pt idx="4639">
                  <c:v>58.774551391601598</c:v>
                </c:pt>
                <c:pt idx="4640">
                  <c:v>58.620410919189503</c:v>
                </c:pt>
                <c:pt idx="4641">
                  <c:v>58.691047668457003</c:v>
                </c:pt>
                <c:pt idx="4642">
                  <c:v>59.216754913330099</c:v>
                </c:pt>
                <c:pt idx="4643">
                  <c:v>59.149074554443402</c:v>
                </c:pt>
                <c:pt idx="4644">
                  <c:v>59.152927398681598</c:v>
                </c:pt>
                <c:pt idx="4645">
                  <c:v>59.249233245849602</c:v>
                </c:pt>
                <c:pt idx="4646">
                  <c:v>59.370227813720703</c:v>
                </c:pt>
                <c:pt idx="4647">
                  <c:v>59.590549468994098</c:v>
                </c:pt>
                <c:pt idx="4648">
                  <c:v>59.6808052062988</c:v>
                </c:pt>
                <c:pt idx="4649">
                  <c:v>59.586341857910199</c:v>
                </c:pt>
                <c:pt idx="4650">
                  <c:v>59.584987640380902</c:v>
                </c:pt>
                <c:pt idx="4651">
                  <c:v>59.915802001953097</c:v>
                </c:pt>
                <c:pt idx="4652">
                  <c:v>59.757797241210902</c:v>
                </c:pt>
                <c:pt idx="4653">
                  <c:v>59.5889701843262</c:v>
                </c:pt>
                <c:pt idx="4654">
                  <c:v>59.653232574462898</c:v>
                </c:pt>
                <c:pt idx="4655">
                  <c:v>59.695247650146499</c:v>
                </c:pt>
                <c:pt idx="4656">
                  <c:v>59.5962944030762</c:v>
                </c:pt>
                <c:pt idx="4657">
                  <c:v>59.580215454101598</c:v>
                </c:pt>
                <c:pt idx="4658">
                  <c:v>59.712356567382798</c:v>
                </c:pt>
                <c:pt idx="4659">
                  <c:v>59.734275817871101</c:v>
                </c:pt>
                <c:pt idx="4660">
                  <c:v>59.773094177246101</c:v>
                </c:pt>
                <c:pt idx="4661">
                  <c:v>59.682460784912102</c:v>
                </c:pt>
                <c:pt idx="4662">
                  <c:v>59.609748840332003</c:v>
                </c:pt>
                <c:pt idx="4663">
                  <c:v>59.6927680969238</c:v>
                </c:pt>
                <c:pt idx="4664">
                  <c:v>59.670829772949197</c:v>
                </c:pt>
                <c:pt idx="4665">
                  <c:v>59.713638305664098</c:v>
                </c:pt>
                <c:pt idx="4666">
                  <c:v>59.856662750244098</c:v>
                </c:pt>
                <c:pt idx="4667">
                  <c:v>59.485794067382798</c:v>
                </c:pt>
                <c:pt idx="4668">
                  <c:v>59.612350463867202</c:v>
                </c:pt>
                <c:pt idx="4669">
                  <c:v>59.920791625976598</c:v>
                </c:pt>
                <c:pt idx="4670">
                  <c:v>59.8628540039063</c:v>
                </c:pt>
                <c:pt idx="4671">
                  <c:v>59.798274993896499</c:v>
                </c:pt>
                <c:pt idx="4672">
                  <c:v>59.799449920654297</c:v>
                </c:pt>
                <c:pt idx="4673">
                  <c:v>59.772987365722699</c:v>
                </c:pt>
                <c:pt idx="4674">
                  <c:v>59.552574157714801</c:v>
                </c:pt>
                <c:pt idx="4675">
                  <c:v>59.511898040771499</c:v>
                </c:pt>
                <c:pt idx="4676">
                  <c:v>59.545791625976598</c:v>
                </c:pt>
                <c:pt idx="4677">
                  <c:v>59.427379608154297</c:v>
                </c:pt>
                <c:pt idx="4678">
                  <c:v>59.423454284667997</c:v>
                </c:pt>
                <c:pt idx="4679">
                  <c:v>59.571311950683601</c:v>
                </c:pt>
                <c:pt idx="4680">
                  <c:v>59.523670196533203</c:v>
                </c:pt>
                <c:pt idx="4681">
                  <c:v>59.599807739257798</c:v>
                </c:pt>
                <c:pt idx="4682">
                  <c:v>59.6282348632813</c:v>
                </c:pt>
                <c:pt idx="4683">
                  <c:v>59.340560913085902</c:v>
                </c:pt>
                <c:pt idx="4684">
                  <c:v>60.243946075439503</c:v>
                </c:pt>
                <c:pt idx="4685">
                  <c:v>59.853324890136697</c:v>
                </c:pt>
                <c:pt idx="4686">
                  <c:v>60.301052093505902</c:v>
                </c:pt>
                <c:pt idx="4687">
                  <c:v>59.976219177246101</c:v>
                </c:pt>
                <c:pt idx="4688">
                  <c:v>59.935749053955099</c:v>
                </c:pt>
                <c:pt idx="4689">
                  <c:v>59.976474761962898</c:v>
                </c:pt>
                <c:pt idx="4690">
                  <c:v>59.983074188232401</c:v>
                </c:pt>
                <c:pt idx="4691">
                  <c:v>59.939670562744098</c:v>
                </c:pt>
                <c:pt idx="4692">
                  <c:v>59.825569152832003</c:v>
                </c:pt>
                <c:pt idx="4693">
                  <c:v>59.873329162597699</c:v>
                </c:pt>
                <c:pt idx="4694">
                  <c:v>60.025283813476598</c:v>
                </c:pt>
                <c:pt idx="4695">
                  <c:v>60.220466613769503</c:v>
                </c:pt>
                <c:pt idx="4696">
                  <c:v>60.147911071777301</c:v>
                </c:pt>
                <c:pt idx="4697">
                  <c:v>60.187042236328097</c:v>
                </c:pt>
                <c:pt idx="4698">
                  <c:v>60.178295135498097</c:v>
                </c:pt>
                <c:pt idx="4699">
                  <c:v>60.3846435546875</c:v>
                </c:pt>
                <c:pt idx="4700">
                  <c:v>60.160190582275398</c:v>
                </c:pt>
                <c:pt idx="4701">
                  <c:v>60.011936187744098</c:v>
                </c:pt>
                <c:pt idx="4702">
                  <c:v>60.148452758789098</c:v>
                </c:pt>
                <c:pt idx="4703">
                  <c:v>59.993873596191399</c:v>
                </c:pt>
                <c:pt idx="4704">
                  <c:v>59.935535430908203</c:v>
                </c:pt>
                <c:pt idx="4705">
                  <c:v>59.991703033447301</c:v>
                </c:pt>
                <c:pt idx="4706">
                  <c:v>60.041427612304702</c:v>
                </c:pt>
                <c:pt idx="4707">
                  <c:v>60.1218872070313</c:v>
                </c:pt>
                <c:pt idx="4708">
                  <c:v>60.140151977539098</c:v>
                </c:pt>
                <c:pt idx="4709">
                  <c:v>60.113719940185597</c:v>
                </c:pt>
                <c:pt idx="4710">
                  <c:v>60.125663757324197</c:v>
                </c:pt>
                <c:pt idx="4711">
                  <c:v>60.204124450683601</c:v>
                </c:pt>
                <c:pt idx="4712">
                  <c:v>60.165939331054702</c:v>
                </c:pt>
                <c:pt idx="4713">
                  <c:v>60.448554992675803</c:v>
                </c:pt>
                <c:pt idx="4714">
                  <c:v>60.445499420166001</c:v>
                </c:pt>
                <c:pt idx="4715">
                  <c:v>60.376964569091797</c:v>
                </c:pt>
                <c:pt idx="4716">
                  <c:v>60.2154731750488</c:v>
                </c:pt>
                <c:pt idx="4717">
                  <c:v>59.937171936035199</c:v>
                </c:pt>
                <c:pt idx="4718">
                  <c:v>59.856678009033203</c:v>
                </c:pt>
                <c:pt idx="4719">
                  <c:v>59.914989471435597</c:v>
                </c:pt>
                <c:pt idx="4720">
                  <c:v>60.092517852783203</c:v>
                </c:pt>
                <c:pt idx="4721">
                  <c:v>60.059181213378899</c:v>
                </c:pt>
                <c:pt idx="4722">
                  <c:v>60.036121368408203</c:v>
                </c:pt>
                <c:pt idx="4723">
                  <c:v>60.053180694580099</c:v>
                </c:pt>
                <c:pt idx="4724">
                  <c:v>60.032012939453097</c:v>
                </c:pt>
                <c:pt idx="4725">
                  <c:v>60.039604187011697</c:v>
                </c:pt>
                <c:pt idx="4726">
                  <c:v>60.113033294677699</c:v>
                </c:pt>
                <c:pt idx="4727">
                  <c:v>60.065998077392599</c:v>
                </c:pt>
                <c:pt idx="4728">
                  <c:v>59.967319488525398</c:v>
                </c:pt>
                <c:pt idx="4729">
                  <c:v>59.6225776672363</c:v>
                </c:pt>
                <c:pt idx="4730">
                  <c:v>59.813766479492202</c:v>
                </c:pt>
                <c:pt idx="4731">
                  <c:v>59.933151245117202</c:v>
                </c:pt>
                <c:pt idx="4732">
                  <c:v>60.183769226074197</c:v>
                </c:pt>
                <c:pt idx="4733">
                  <c:v>60.148712158203097</c:v>
                </c:pt>
                <c:pt idx="4734">
                  <c:v>60.024364471435597</c:v>
                </c:pt>
                <c:pt idx="4735">
                  <c:v>59.914318084716797</c:v>
                </c:pt>
                <c:pt idx="4736">
                  <c:v>59.692874908447301</c:v>
                </c:pt>
                <c:pt idx="4737">
                  <c:v>59.811122894287102</c:v>
                </c:pt>
                <c:pt idx="4738">
                  <c:v>59.738086700439503</c:v>
                </c:pt>
                <c:pt idx="4739">
                  <c:v>59.640602111816399</c:v>
                </c:pt>
                <c:pt idx="4740">
                  <c:v>59.663524627685597</c:v>
                </c:pt>
                <c:pt idx="4741">
                  <c:v>59.684799194335902</c:v>
                </c:pt>
                <c:pt idx="4742">
                  <c:v>59.774753570556598</c:v>
                </c:pt>
                <c:pt idx="4743">
                  <c:v>59.836738586425803</c:v>
                </c:pt>
                <c:pt idx="4744">
                  <c:v>59.708019256591797</c:v>
                </c:pt>
                <c:pt idx="4745">
                  <c:v>59.7007026672363</c:v>
                </c:pt>
                <c:pt idx="4746">
                  <c:v>59.516036987304702</c:v>
                </c:pt>
                <c:pt idx="4747">
                  <c:v>59.746604919433601</c:v>
                </c:pt>
                <c:pt idx="4748">
                  <c:v>59.668479919433601</c:v>
                </c:pt>
                <c:pt idx="4749">
                  <c:v>59.646755218505902</c:v>
                </c:pt>
                <c:pt idx="4750">
                  <c:v>59.593154907226598</c:v>
                </c:pt>
                <c:pt idx="4751">
                  <c:v>59.5320434570313</c:v>
                </c:pt>
                <c:pt idx="4752">
                  <c:v>60.094074249267599</c:v>
                </c:pt>
                <c:pt idx="4753">
                  <c:v>59.799129486083999</c:v>
                </c:pt>
                <c:pt idx="4754">
                  <c:v>59.696754455566399</c:v>
                </c:pt>
                <c:pt idx="4755">
                  <c:v>59.522407531738303</c:v>
                </c:pt>
                <c:pt idx="4756">
                  <c:v>59.4697875976563</c:v>
                </c:pt>
                <c:pt idx="4757">
                  <c:v>59.3758544921875</c:v>
                </c:pt>
                <c:pt idx="4758">
                  <c:v>59.556026458740199</c:v>
                </c:pt>
                <c:pt idx="4759">
                  <c:v>59.3970947265625</c:v>
                </c:pt>
                <c:pt idx="4760">
                  <c:v>59.400676727294901</c:v>
                </c:pt>
                <c:pt idx="4761">
                  <c:v>59.362701416015597</c:v>
                </c:pt>
                <c:pt idx="4762">
                  <c:v>59.065284729003899</c:v>
                </c:pt>
                <c:pt idx="4763">
                  <c:v>59.178264617919901</c:v>
                </c:pt>
                <c:pt idx="4764">
                  <c:v>59.552600860595703</c:v>
                </c:pt>
                <c:pt idx="4765">
                  <c:v>59.5502319335938</c:v>
                </c:pt>
                <c:pt idx="4766">
                  <c:v>59.966354370117202</c:v>
                </c:pt>
                <c:pt idx="4767">
                  <c:v>59.780139923095703</c:v>
                </c:pt>
                <c:pt idx="4768">
                  <c:v>59.564163208007798</c:v>
                </c:pt>
                <c:pt idx="4769">
                  <c:v>59.945110321044901</c:v>
                </c:pt>
                <c:pt idx="4770">
                  <c:v>59.8659858703613</c:v>
                </c:pt>
                <c:pt idx="4771">
                  <c:v>59.630710601806598</c:v>
                </c:pt>
                <c:pt idx="4772">
                  <c:v>59.513103485107401</c:v>
                </c:pt>
                <c:pt idx="4773">
                  <c:v>59.657199859619098</c:v>
                </c:pt>
                <c:pt idx="4774">
                  <c:v>59.541038513183601</c:v>
                </c:pt>
                <c:pt idx="4775">
                  <c:v>59.3917846679688</c:v>
                </c:pt>
                <c:pt idx="4776">
                  <c:v>59.636432647705099</c:v>
                </c:pt>
                <c:pt idx="4777">
                  <c:v>60.099369049072301</c:v>
                </c:pt>
                <c:pt idx="4778">
                  <c:v>60.098384857177699</c:v>
                </c:pt>
                <c:pt idx="4779">
                  <c:v>60.647468566894503</c:v>
                </c:pt>
                <c:pt idx="4780">
                  <c:v>60.154243469238303</c:v>
                </c:pt>
                <c:pt idx="4781">
                  <c:v>60.020004272460902</c:v>
                </c:pt>
                <c:pt idx="4782">
                  <c:v>60.048744201660199</c:v>
                </c:pt>
                <c:pt idx="4783">
                  <c:v>59.939571380615199</c:v>
                </c:pt>
                <c:pt idx="4784">
                  <c:v>60.101821899414098</c:v>
                </c:pt>
                <c:pt idx="4785">
                  <c:v>60.045478820800803</c:v>
                </c:pt>
                <c:pt idx="4786">
                  <c:v>59.909805297851598</c:v>
                </c:pt>
                <c:pt idx="4787">
                  <c:v>59.853603363037102</c:v>
                </c:pt>
                <c:pt idx="4788">
                  <c:v>59.811397552490199</c:v>
                </c:pt>
                <c:pt idx="4789">
                  <c:v>59.802722930908203</c:v>
                </c:pt>
                <c:pt idx="4790">
                  <c:v>59.860832214355497</c:v>
                </c:pt>
                <c:pt idx="4791">
                  <c:v>59.816089630127003</c:v>
                </c:pt>
                <c:pt idx="4792">
                  <c:v>59.828201293945298</c:v>
                </c:pt>
                <c:pt idx="4793">
                  <c:v>59.7855224609375</c:v>
                </c:pt>
                <c:pt idx="4794">
                  <c:v>59.776290893554702</c:v>
                </c:pt>
                <c:pt idx="4795">
                  <c:v>59.775074005127003</c:v>
                </c:pt>
                <c:pt idx="4796">
                  <c:v>59.799201965332003</c:v>
                </c:pt>
                <c:pt idx="4797">
                  <c:v>59.744834899902301</c:v>
                </c:pt>
                <c:pt idx="4798">
                  <c:v>59.745113372802699</c:v>
                </c:pt>
                <c:pt idx="4799">
                  <c:v>59.734561920166001</c:v>
                </c:pt>
                <c:pt idx="4800">
                  <c:v>59.6710014343262</c:v>
                </c:pt>
                <c:pt idx="4801">
                  <c:v>59.685665130615199</c:v>
                </c:pt>
                <c:pt idx="4802">
                  <c:v>59.717384338378899</c:v>
                </c:pt>
                <c:pt idx="4803">
                  <c:v>59.7036743164063</c:v>
                </c:pt>
                <c:pt idx="4804">
                  <c:v>59.684120178222699</c:v>
                </c:pt>
                <c:pt idx="4805">
                  <c:v>59.6305122375488</c:v>
                </c:pt>
                <c:pt idx="4806">
                  <c:v>59.647705078125</c:v>
                </c:pt>
                <c:pt idx="4807">
                  <c:v>59.541473388671903</c:v>
                </c:pt>
                <c:pt idx="4808">
                  <c:v>59.632320404052699</c:v>
                </c:pt>
                <c:pt idx="4809">
                  <c:v>59.612068176269503</c:v>
                </c:pt>
                <c:pt idx="4810">
                  <c:v>59.606395721435597</c:v>
                </c:pt>
                <c:pt idx="4811">
                  <c:v>59.548233032226598</c:v>
                </c:pt>
                <c:pt idx="4812">
                  <c:v>59.530483245849602</c:v>
                </c:pt>
                <c:pt idx="4813">
                  <c:v>59.287479400634801</c:v>
                </c:pt>
                <c:pt idx="4814">
                  <c:v>59.389640808105497</c:v>
                </c:pt>
                <c:pt idx="4815">
                  <c:v>59.4286079406738</c:v>
                </c:pt>
                <c:pt idx="4816">
                  <c:v>59.4549560546875</c:v>
                </c:pt>
                <c:pt idx="4817">
                  <c:v>59.458377838134801</c:v>
                </c:pt>
                <c:pt idx="4818">
                  <c:v>59.424678802490199</c:v>
                </c:pt>
                <c:pt idx="4819">
                  <c:v>59.408470153808601</c:v>
                </c:pt>
                <c:pt idx="4820">
                  <c:v>59.391273498535199</c:v>
                </c:pt>
                <c:pt idx="4821">
                  <c:v>59.361202239990199</c:v>
                </c:pt>
                <c:pt idx="4822">
                  <c:v>59.411701202392599</c:v>
                </c:pt>
                <c:pt idx="4823">
                  <c:v>59.385410308837898</c:v>
                </c:pt>
                <c:pt idx="4824">
                  <c:v>59.358741760253899</c:v>
                </c:pt>
                <c:pt idx="4825">
                  <c:v>59.285247802734403</c:v>
                </c:pt>
                <c:pt idx="4826">
                  <c:v>59.341007232666001</c:v>
                </c:pt>
                <c:pt idx="4827">
                  <c:v>59.288425445556598</c:v>
                </c:pt>
                <c:pt idx="4828">
                  <c:v>59.180629730224602</c:v>
                </c:pt>
                <c:pt idx="4829">
                  <c:v>59.000759124755902</c:v>
                </c:pt>
                <c:pt idx="4830">
                  <c:v>59.096126556396499</c:v>
                </c:pt>
                <c:pt idx="4831">
                  <c:v>59.084327697753899</c:v>
                </c:pt>
                <c:pt idx="4832">
                  <c:v>59.052722930908203</c:v>
                </c:pt>
                <c:pt idx="4833">
                  <c:v>59.1696586608887</c:v>
                </c:pt>
                <c:pt idx="4834">
                  <c:v>59.024017333984403</c:v>
                </c:pt>
                <c:pt idx="4835">
                  <c:v>59.089096069335902</c:v>
                </c:pt>
                <c:pt idx="4836">
                  <c:v>59.1652641296387</c:v>
                </c:pt>
                <c:pt idx="4837">
                  <c:v>59.1749267578125</c:v>
                </c:pt>
                <c:pt idx="4838">
                  <c:v>59.228038787841797</c:v>
                </c:pt>
                <c:pt idx="4839">
                  <c:v>59.715400695800803</c:v>
                </c:pt>
                <c:pt idx="4840">
                  <c:v>59.639934539794901</c:v>
                </c:pt>
                <c:pt idx="4841">
                  <c:v>59.689212799072301</c:v>
                </c:pt>
                <c:pt idx="4842">
                  <c:v>59.668052673339801</c:v>
                </c:pt>
                <c:pt idx="4843">
                  <c:v>59.166622161865199</c:v>
                </c:pt>
                <c:pt idx="4844">
                  <c:v>59.282749176025398</c:v>
                </c:pt>
                <c:pt idx="4845">
                  <c:v>59.386112213134801</c:v>
                </c:pt>
                <c:pt idx="4846">
                  <c:v>59.560890197753899</c:v>
                </c:pt>
                <c:pt idx="4847">
                  <c:v>59.734138488769503</c:v>
                </c:pt>
                <c:pt idx="4848">
                  <c:v>59.720909118652301</c:v>
                </c:pt>
                <c:pt idx="4849">
                  <c:v>60.146907806396499</c:v>
                </c:pt>
                <c:pt idx="4850">
                  <c:v>59.915565490722699</c:v>
                </c:pt>
                <c:pt idx="4851">
                  <c:v>59.943267822265597</c:v>
                </c:pt>
                <c:pt idx="4852">
                  <c:v>59.773216247558601</c:v>
                </c:pt>
                <c:pt idx="4853">
                  <c:v>59.884395599365199</c:v>
                </c:pt>
                <c:pt idx="4854">
                  <c:v>60.2714653015137</c:v>
                </c:pt>
                <c:pt idx="4855">
                  <c:v>60.3596000671387</c:v>
                </c:pt>
                <c:pt idx="4856">
                  <c:v>60.346851348877003</c:v>
                </c:pt>
                <c:pt idx="4857">
                  <c:v>60.299179077148402</c:v>
                </c:pt>
                <c:pt idx="4858">
                  <c:v>59.9415473937988</c:v>
                </c:pt>
                <c:pt idx="4859">
                  <c:v>59.809379577636697</c:v>
                </c:pt>
                <c:pt idx="4860">
                  <c:v>59.832328796386697</c:v>
                </c:pt>
                <c:pt idx="4861">
                  <c:v>59.846420288085902</c:v>
                </c:pt>
                <c:pt idx="4862">
                  <c:v>59.680641174316399</c:v>
                </c:pt>
                <c:pt idx="4863">
                  <c:v>59.726356506347699</c:v>
                </c:pt>
                <c:pt idx="4864">
                  <c:v>59.728363037109403</c:v>
                </c:pt>
                <c:pt idx="4865">
                  <c:v>59.3820991516113</c:v>
                </c:pt>
                <c:pt idx="4866">
                  <c:v>59.456882476806598</c:v>
                </c:pt>
                <c:pt idx="4867">
                  <c:v>59.565605163574197</c:v>
                </c:pt>
                <c:pt idx="4868">
                  <c:v>59.380844116210902</c:v>
                </c:pt>
                <c:pt idx="4869">
                  <c:v>59.723243713378899</c:v>
                </c:pt>
                <c:pt idx="4870">
                  <c:v>59.806678771972699</c:v>
                </c:pt>
                <c:pt idx="4871">
                  <c:v>59.861530303955099</c:v>
                </c:pt>
                <c:pt idx="4872">
                  <c:v>60.297908782958999</c:v>
                </c:pt>
                <c:pt idx="4873">
                  <c:v>60.339725494384801</c:v>
                </c:pt>
                <c:pt idx="4874">
                  <c:v>60.2292289733887</c:v>
                </c:pt>
                <c:pt idx="4875">
                  <c:v>60.307300567627003</c:v>
                </c:pt>
                <c:pt idx="4876">
                  <c:v>60.1513671875</c:v>
                </c:pt>
                <c:pt idx="4877">
                  <c:v>60.028434753417997</c:v>
                </c:pt>
                <c:pt idx="4878">
                  <c:v>60.118259429931598</c:v>
                </c:pt>
                <c:pt idx="4879">
                  <c:v>60.083168029785199</c:v>
                </c:pt>
                <c:pt idx="4880">
                  <c:v>60.050949096679702</c:v>
                </c:pt>
                <c:pt idx="4881">
                  <c:v>60.0164604187012</c:v>
                </c:pt>
                <c:pt idx="4882">
                  <c:v>60.437911987304702</c:v>
                </c:pt>
                <c:pt idx="4883">
                  <c:v>60.102577209472699</c:v>
                </c:pt>
                <c:pt idx="4884">
                  <c:v>59.885009765625</c:v>
                </c:pt>
                <c:pt idx="4885">
                  <c:v>59.735652923583999</c:v>
                </c:pt>
                <c:pt idx="4886">
                  <c:v>59.892822265625</c:v>
                </c:pt>
                <c:pt idx="4887">
                  <c:v>60.0145454406738</c:v>
                </c:pt>
                <c:pt idx="4888">
                  <c:v>59.902503967285199</c:v>
                </c:pt>
                <c:pt idx="4889">
                  <c:v>60.042415618896499</c:v>
                </c:pt>
                <c:pt idx="4890">
                  <c:v>60.071201324462898</c:v>
                </c:pt>
                <c:pt idx="4891">
                  <c:v>60.104679107666001</c:v>
                </c:pt>
                <c:pt idx="4892">
                  <c:v>60.130359649658203</c:v>
                </c:pt>
                <c:pt idx="4893">
                  <c:v>60.118900299072301</c:v>
                </c:pt>
                <c:pt idx="4894">
                  <c:v>60.185382843017599</c:v>
                </c:pt>
                <c:pt idx="4895">
                  <c:v>60.312675476074197</c:v>
                </c:pt>
                <c:pt idx="4896">
                  <c:v>60.089191436767599</c:v>
                </c:pt>
                <c:pt idx="4897">
                  <c:v>60.116542816162102</c:v>
                </c:pt>
                <c:pt idx="4898">
                  <c:v>59.812393188476598</c:v>
                </c:pt>
                <c:pt idx="4899">
                  <c:v>59.984500885009801</c:v>
                </c:pt>
                <c:pt idx="4900">
                  <c:v>60.143150329589801</c:v>
                </c:pt>
                <c:pt idx="4901">
                  <c:v>60.233879089355497</c:v>
                </c:pt>
                <c:pt idx="4902">
                  <c:v>60.523544311523402</c:v>
                </c:pt>
                <c:pt idx="4903">
                  <c:v>59.921920776367202</c:v>
                </c:pt>
                <c:pt idx="4904">
                  <c:v>60.247535705566399</c:v>
                </c:pt>
                <c:pt idx="4905">
                  <c:v>60.734401702880902</c:v>
                </c:pt>
                <c:pt idx="4906">
                  <c:v>60.373283386230497</c:v>
                </c:pt>
                <c:pt idx="4907">
                  <c:v>60.154594421386697</c:v>
                </c:pt>
                <c:pt idx="4908">
                  <c:v>60.280303955078097</c:v>
                </c:pt>
                <c:pt idx="4909">
                  <c:v>60.202682495117202</c:v>
                </c:pt>
                <c:pt idx="4910">
                  <c:v>60.340019226074197</c:v>
                </c:pt>
                <c:pt idx="4911">
                  <c:v>60.423126220703097</c:v>
                </c:pt>
                <c:pt idx="4912">
                  <c:v>60.497722625732401</c:v>
                </c:pt>
                <c:pt idx="4913">
                  <c:v>60.541957855224602</c:v>
                </c:pt>
                <c:pt idx="4914">
                  <c:v>60.469142913818402</c:v>
                </c:pt>
                <c:pt idx="4915">
                  <c:v>60.488677978515597</c:v>
                </c:pt>
                <c:pt idx="4916">
                  <c:v>60.4750366210938</c:v>
                </c:pt>
                <c:pt idx="4917">
                  <c:v>60.267715454101598</c:v>
                </c:pt>
                <c:pt idx="4918">
                  <c:v>60.294929504394503</c:v>
                </c:pt>
                <c:pt idx="4919">
                  <c:v>60.393512725830099</c:v>
                </c:pt>
                <c:pt idx="4920">
                  <c:v>60.331069946289098</c:v>
                </c:pt>
                <c:pt idx="4921">
                  <c:v>60.252330780029297</c:v>
                </c:pt>
                <c:pt idx="4922">
                  <c:v>60.396697998046903</c:v>
                </c:pt>
                <c:pt idx="4923">
                  <c:v>60.389663696289098</c:v>
                </c:pt>
                <c:pt idx="4924">
                  <c:v>60.642585754394503</c:v>
                </c:pt>
                <c:pt idx="4925">
                  <c:v>60.451786041259801</c:v>
                </c:pt>
                <c:pt idx="4926">
                  <c:v>60.390159606933601</c:v>
                </c:pt>
                <c:pt idx="4927">
                  <c:v>60.294887542724602</c:v>
                </c:pt>
                <c:pt idx="4928">
                  <c:v>60.250198364257798</c:v>
                </c:pt>
                <c:pt idx="4929">
                  <c:v>60.234996795654297</c:v>
                </c:pt>
                <c:pt idx="4930">
                  <c:v>60.254768371582003</c:v>
                </c:pt>
                <c:pt idx="4931">
                  <c:v>60.291431427002003</c:v>
                </c:pt>
                <c:pt idx="4932">
                  <c:v>60.278678894042997</c:v>
                </c:pt>
                <c:pt idx="4933">
                  <c:v>60.063632965087898</c:v>
                </c:pt>
                <c:pt idx="4934">
                  <c:v>60.136463165283203</c:v>
                </c:pt>
                <c:pt idx="4935">
                  <c:v>60.123207092285199</c:v>
                </c:pt>
                <c:pt idx="4936">
                  <c:v>60.121284484863303</c:v>
                </c:pt>
                <c:pt idx="4937">
                  <c:v>60.115596771240199</c:v>
                </c:pt>
                <c:pt idx="4938">
                  <c:v>59.961345672607401</c:v>
                </c:pt>
                <c:pt idx="4939">
                  <c:v>59.8629341125488</c:v>
                </c:pt>
                <c:pt idx="4940">
                  <c:v>60.235832214355497</c:v>
                </c:pt>
                <c:pt idx="4941">
                  <c:v>60.223636627197301</c:v>
                </c:pt>
                <c:pt idx="4942">
                  <c:v>59.827297210693402</c:v>
                </c:pt>
                <c:pt idx="4943">
                  <c:v>59.606986999511697</c:v>
                </c:pt>
                <c:pt idx="4944">
                  <c:v>59.794349670410199</c:v>
                </c:pt>
                <c:pt idx="4945">
                  <c:v>59.875350952148402</c:v>
                </c:pt>
                <c:pt idx="4946">
                  <c:v>60.0417671203613</c:v>
                </c:pt>
                <c:pt idx="4947">
                  <c:v>60.064952850341797</c:v>
                </c:pt>
                <c:pt idx="4948">
                  <c:v>60.135528564453097</c:v>
                </c:pt>
                <c:pt idx="4949">
                  <c:v>60.035888671875</c:v>
                </c:pt>
                <c:pt idx="4950">
                  <c:v>60.003704071044901</c:v>
                </c:pt>
                <c:pt idx="4951">
                  <c:v>59.580875396728501</c:v>
                </c:pt>
                <c:pt idx="4952">
                  <c:v>59.976673126220703</c:v>
                </c:pt>
                <c:pt idx="4953">
                  <c:v>59.781711578369098</c:v>
                </c:pt>
                <c:pt idx="4954">
                  <c:v>60.605991363525398</c:v>
                </c:pt>
                <c:pt idx="4955">
                  <c:v>60.520362854003899</c:v>
                </c:pt>
                <c:pt idx="4956">
                  <c:v>60.364601135253899</c:v>
                </c:pt>
                <c:pt idx="4957">
                  <c:v>60.505725860595703</c:v>
                </c:pt>
                <c:pt idx="4958">
                  <c:v>60.403156280517599</c:v>
                </c:pt>
                <c:pt idx="4959">
                  <c:v>59.918430328369098</c:v>
                </c:pt>
                <c:pt idx="4960">
                  <c:v>60.238842010498097</c:v>
                </c:pt>
                <c:pt idx="4961">
                  <c:v>60.483108520507798</c:v>
                </c:pt>
                <c:pt idx="4962">
                  <c:v>60.411624908447301</c:v>
                </c:pt>
                <c:pt idx="4963">
                  <c:v>60.376144409179702</c:v>
                </c:pt>
                <c:pt idx="4964">
                  <c:v>60.311779022216797</c:v>
                </c:pt>
                <c:pt idx="4965">
                  <c:v>60.333259582519503</c:v>
                </c:pt>
                <c:pt idx="4966">
                  <c:v>60.272434234619098</c:v>
                </c:pt>
                <c:pt idx="4967">
                  <c:v>60.317493438720703</c:v>
                </c:pt>
                <c:pt idx="4968">
                  <c:v>60.0982055664063</c:v>
                </c:pt>
                <c:pt idx="4969">
                  <c:v>60.181159973144503</c:v>
                </c:pt>
                <c:pt idx="4970">
                  <c:v>60.6137886047363</c:v>
                </c:pt>
                <c:pt idx="4971">
                  <c:v>60.449653625488303</c:v>
                </c:pt>
                <c:pt idx="4972">
                  <c:v>60.330375671386697</c:v>
                </c:pt>
                <c:pt idx="4973">
                  <c:v>60.275733947753899</c:v>
                </c:pt>
                <c:pt idx="4974">
                  <c:v>60.048492431640597</c:v>
                </c:pt>
                <c:pt idx="4975">
                  <c:v>60.330154418945298</c:v>
                </c:pt>
                <c:pt idx="4976">
                  <c:v>60.507686614990199</c:v>
                </c:pt>
                <c:pt idx="4977">
                  <c:v>60.536941528320298</c:v>
                </c:pt>
                <c:pt idx="4978">
                  <c:v>60.7441215515137</c:v>
                </c:pt>
                <c:pt idx="4979">
                  <c:v>60.520248413085902</c:v>
                </c:pt>
                <c:pt idx="4980">
                  <c:v>60.711185455322301</c:v>
                </c:pt>
                <c:pt idx="4981">
                  <c:v>60.582309722900398</c:v>
                </c:pt>
                <c:pt idx="4982">
                  <c:v>60.364341735839801</c:v>
                </c:pt>
                <c:pt idx="4983">
                  <c:v>60.260013580322301</c:v>
                </c:pt>
                <c:pt idx="4984">
                  <c:v>60.787345886230497</c:v>
                </c:pt>
                <c:pt idx="4985">
                  <c:v>60.948860168457003</c:v>
                </c:pt>
                <c:pt idx="4986">
                  <c:v>60.7367553710938</c:v>
                </c:pt>
                <c:pt idx="4987">
                  <c:v>60.759059906005902</c:v>
                </c:pt>
                <c:pt idx="4988">
                  <c:v>60.872764587402301</c:v>
                </c:pt>
                <c:pt idx="4989">
                  <c:v>60.435325622558601</c:v>
                </c:pt>
                <c:pt idx="4990">
                  <c:v>60.494380950927699</c:v>
                </c:pt>
                <c:pt idx="4991">
                  <c:v>60.57958984375</c:v>
                </c:pt>
                <c:pt idx="4992">
                  <c:v>60.311004638671903</c:v>
                </c:pt>
                <c:pt idx="4993">
                  <c:v>60.486740112304702</c:v>
                </c:pt>
                <c:pt idx="4994">
                  <c:v>60.653968811035199</c:v>
                </c:pt>
                <c:pt idx="4995">
                  <c:v>60.376506805419901</c:v>
                </c:pt>
                <c:pt idx="4996">
                  <c:v>60.634372711181598</c:v>
                </c:pt>
                <c:pt idx="4997">
                  <c:v>60.725044250488303</c:v>
                </c:pt>
                <c:pt idx="4998">
                  <c:v>60.832412719726598</c:v>
                </c:pt>
                <c:pt idx="4999">
                  <c:v>60.843425750732401</c:v>
                </c:pt>
                <c:pt idx="5000">
                  <c:v>60.8343315124512</c:v>
                </c:pt>
                <c:pt idx="5001">
                  <c:v>60.957973480224602</c:v>
                </c:pt>
                <c:pt idx="5002">
                  <c:v>60.8565673828125</c:v>
                </c:pt>
                <c:pt idx="5003">
                  <c:v>60.731601715087898</c:v>
                </c:pt>
                <c:pt idx="5004">
                  <c:v>60.670345306396499</c:v>
                </c:pt>
                <c:pt idx="5005">
                  <c:v>60.693859100341797</c:v>
                </c:pt>
                <c:pt idx="5006">
                  <c:v>60.883655548095703</c:v>
                </c:pt>
                <c:pt idx="5007">
                  <c:v>60.914718627929702</c:v>
                </c:pt>
                <c:pt idx="5008">
                  <c:v>60.656829833984403</c:v>
                </c:pt>
                <c:pt idx="5009">
                  <c:v>60.6882514953613</c:v>
                </c:pt>
                <c:pt idx="5010">
                  <c:v>60.425239562988303</c:v>
                </c:pt>
                <c:pt idx="5011">
                  <c:v>60.581394195556598</c:v>
                </c:pt>
                <c:pt idx="5012">
                  <c:v>60.906620025634801</c:v>
                </c:pt>
                <c:pt idx="5013">
                  <c:v>60.8464164733887</c:v>
                </c:pt>
                <c:pt idx="5014">
                  <c:v>60.7504272460938</c:v>
                </c:pt>
                <c:pt idx="5015">
                  <c:v>60.6458549499512</c:v>
                </c:pt>
                <c:pt idx="5016">
                  <c:v>62.118457794189503</c:v>
                </c:pt>
                <c:pt idx="5017">
                  <c:v>61.728351593017599</c:v>
                </c:pt>
                <c:pt idx="5018">
                  <c:v>61.870647430419901</c:v>
                </c:pt>
                <c:pt idx="5019">
                  <c:v>61.284641265869098</c:v>
                </c:pt>
                <c:pt idx="5020">
                  <c:v>61.431308746337898</c:v>
                </c:pt>
                <c:pt idx="5021">
                  <c:v>60.9313774108887</c:v>
                </c:pt>
                <c:pt idx="5022">
                  <c:v>61.106777191162102</c:v>
                </c:pt>
                <c:pt idx="5023">
                  <c:v>60.7037353515625</c:v>
                </c:pt>
                <c:pt idx="5024">
                  <c:v>60.7117309570313</c:v>
                </c:pt>
                <c:pt idx="5025">
                  <c:v>60.767112731933601</c:v>
                </c:pt>
                <c:pt idx="5026">
                  <c:v>60.777179718017599</c:v>
                </c:pt>
                <c:pt idx="5027">
                  <c:v>60.596435546875</c:v>
                </c:pt>
                <c:pt idx="5028">
                  <c:v>60.667655944824197</c:v>
                </c:pt>
                <c:pt idx="5029">
                  <c:v>60.435214996337898</c:v>
                </c:pt>
                <c:pt idx="5030">
                  <c:v>60.483791351318402</c:v>
                </c:pt>
                <c:pt idx="5031">
                  <c:v>60.449092864990199</c:v>
                </c:pt>
                <c:pt idx="5032">
                  <c:v>60.482547760009801</c:v>
                </c:pt>
                <c:pt idx="5033">
                  <c:v>60.311069488525398</c:v>
                </c:pt>
                <c:pt idx="5034">
                  <c:v>60.3372993469238</c:v>
                </c:pt>
                <c:pt idx="5035">
                  <c:v>60.316818237304702</c:v>
                </c:pt>
                <c:pt idx="5036">
                  <c:v>60.3814086914063</c:v>
                </c:pt>
                <c:pt idx="5037">
                  <c:v>60.480476379394503</c:v>
                </c:pt>
                <c:pt idx="5038">
                  <c:v>60.5147705078125</c:v>
                </c:pt>
                <c:pt idx="5039">
                  <c:v>60.522994995117202</c:v>
                </c:pt>
                <c:pt idx="5040">
                  <c:v>60.469646453857401</c:v>
                </c:pt>
                <c:pt idx="5041">
                  <c:v>60.487777709960902</c:v>
                </c:pt>
                <c:pt idx="5042">
                  <c:v>60.245918273925803</c:v>
                </c:pt>
                <c:pt idx="5043">
                  <c:v>60.299510955810597</c:v>
                </c:pt>
                <c:pt idx="5044">
                  <c:v>60.359203338623097</c:v>
                </c:pt>
                <c:pt idx="5045">
                  <c:v>60.453659057617202</c:v>
                </c:pt>
                <c:pt idx="5046">
                  <c:v>60.434116363525398</c:v>
                </c:pt>
                <c:pt idx="5047">
                  <c:v>60.372959136962898</c:v>
                </c:pt>
                <c:pt idx="5048">
                  <c:v>60.339622497558601</c:v>
                </c:pt>
                <c:pt idx="5049">
                  <c:v>60.338127136230497</c:v>
                </c:pt>
                <c:pt idx="5050">
                  <c:v>60.312000274658203</c:v>
                </c:pt>
                <c:pt idx="5051">
                  <c:v>60.283008575439503</c:v>
                </c:pt>
                <c:pt idx="5052">
                  <c:v>60.290756225585902</c:v>
                </c:pt>
                <c:pt idx="5053">
                  <c:v>60.250076293945298</c:v>
                </c:pt>
                <c:pt idx="5054">
                  <c:v>60.319545745849602</c:v>
                </c:pt>
                <c:pt idx="5055">
                  <c:v>60.266323089599602</c:v>
                </c:pt>
                <c:pt idx="5056">
                  <c:v>60.252494812011697</c:v>
                </c:pt>
                <c:pt idx="5057">
                  <c:v>60.213779449462898</c:v>
                </c:pt>
                <c:pt idx="5058">
                  <c:v>60.195396423339801</c:v>
                </c:pt>
                <c:pt idx="5059">
                  <c:v>60.167266845703097</c:v>
                </c:pt>
                <c:pt idx="5060">
                  <c:v>60.157951354980497</c:v>
                </c:pt>
                <c:pt idx="5061">
                  <c:v>60.172168731689503</c:v>
                </c:pt>
                <c:pt idx="5062">
                  <c:v>60.132850646972699</c:v>
                </c:pt>
                <c:pt idx="5063">
                  <c:v>60.106327056884801</c:v>
                </c:pt>
                <c:pt idx="5064">
                  <c:v>60.105136871337898</c:v>
                </c:pt>
                <c:pt idx="5065">
                  <c:v>60.054782867431598</c:v>
                </c:pt>
                <c:pt idx="5066">
                  <c:v>60.039199829101598</c:v>
                </c:pt>
                <c:pt idx="5067">
                  <c:v>60.004352569580099</c:v>
                </c:pt>
                <c:pt idx="5068">
                  <c:v>59.9791870117188</c:v>
                </c:pt>
                <c:pt idx="5069">
                  <c:v>59.971920013427699</c:v>
                </c:pt>
                <c:pt idx="5070">
                  <c:v>59.979736328125</c:v>
                </c:pt>
                <c:pt idx="5071">
                  <c:v>59.946693420410199</c:v>
                </c:pt>
                <c:pt idx="5072">
                  <c:v>59.994869232177699</c:v>
                </c:pt>
                <c:pt idx="5073">
                  <c:v>59.946575164794901</c:v>
                </c:pt>
                <c:pt idx="5074">
                  <c:v>59.934165954589801</c:v>
                </c:pt>
                <c:pt idx="5075">
                  <c:v>59.872161865234403</c:v>
                </c:pt>
                <c:pt idx="5076">
                  <c:v>59.859485626220703</c:v>
                </c:pt>
                <c:pt idx="5077">
                  <c:v>59.843307495117202</c:v>
                </c:pt>
                <c:pt idx="5078">
                  <c:v>59.877372741699197</c:v>
                </c:pt>
                <c:pt idx="5079">
                  <c:v>60.024227142333999</c:v>
                </c:pt>
                <c:pt idx="5080">
                  <c:v>59.886215209960902</c:v>
                </c:pt>
                <c:pt idx="5081">
                  <c:v>59.5390434265137</c:v>
                </c:pt>
                <c:pt idx="5082">
                  <c:v>59.677658081054702</c:v>
                </c:pt>
                <c:pt idx="5083">
                  <c:v>59.713722229003899</c:v>
                </c:pt>
                <c:pt idx="5084">
                  <c:v>58.837059020996101</c:v>
                </c:pt>
                <c:pt idx="5085">
                  <c:v>59.033340454101598</c:v>
                </c:pt>
                <c:pt idx="5086">
                  <c:v>59.864376068115199</c:v>
                </c:pt>
                <c:pt idx="5087">
                  <c:v>59.829910278320298</c:v>
                </c:pt>
                <c:pt idx="5088">
                  <c:v>59.883621215820298</c:v>
                </c:pt>
                <c:pt idx="5089">
                  <c:v>60.109420776367202</c:v>
                </c:pt>
                <c:pt idx="5090">
                  <c:v>60.028289794921903</c:v>
                </c:pt>
                <c:pt idx="5091">
                  <c:v>60.170181274414098</c:v>
                </c:pt>
                <c:pt idx="5092">
                  <c:v>59.961494445800803</c:v>
                </c:pt>
                <c:pt idx="5093">
                  <c:v>59.692378997802699</c:v>
                </c:pt>
                <c:pt idx="5094">
                  <c:v>59.776241302490199</c:v>
                </c:pt>
                <c:pt idx="5095">
                  <c:v>59.738166809082003</c:v>
                </c:pt>
                <c:pt idx="5096">
                  <c:v>59.774940490722699</c:v>
                </c:pt>
                <c:pt idx="5097">
                  <c:v>59.695156097412102</c:v>
                </c:pt>
                <c:pt idx="5098">
                  <c:v>59.708972930908203</c:v>
                </c:pt>
                <c:pt idx="5099">
                  <c:v>59.989933013916001</c:v>
                </c:pt>
                <c:pt idx="5100">
                  <c:v>59.927089691162102</c:v>
                </c:pt>
                <c:pt idx="5101">
                  <c:v>59.785209655761697</c:v>
                </c:pt>
                <c:pt idx="5102">
                  <c:v>59.647796630859403</c:v>
                </c:pt>
                <c:pt idx="5103">
                  <c:v>59.697700500488303</c:v>
                </c:pt>
                <c:pt idx="5104">
                  <c:v>59.722053527832003</c:v>
                </c:pt>
                <c:pt idx="5105">
                  <c:v>60.027580261230497</c:v>
                </c:pt>
                <c:pt idx="5106">
                  <c:v>59.569583892822301</c:v>
                </c:pt>
                <c:pt idx="5107">
                  <c:v>59.589206695556598</c:v>
                </c:pt>
                <c:pt idx="5108">
                  <c:v>59.631576538085902</c:v>
                </c:pt>
                <c:pt idx="5109">
                  <c:v>59.716579437255902</c:v>
                </c:pt>
                <c:pt idx="5110">
                  <c:v>59.748332977294901</c:v>
                </c:pt>
                <c:pt idx="5111">
                  <c:v>60.100143432617202</c:v>
                </c:pt>
                <c:pt idx="5112">
                  <c:v>60.228855133056598</c:v>
                </c:pt>
                <c:pt idx="5113">
                  <c:v>59.934619903564503</c:v>
                </c:pt>
                <c:pt idx="5114">
                  <c:v>59.554267883300803</c:v>
                </c:pt>
                <c:pt idx="5115">
                  <c:v>59.5190238952637</c:v>
                </c:pt>
                <c:pt idx="5116">
                  <c:v>59.6085815429688</c:v>
                </c:pt>
                <c:pt idx="5117">
                  <c:v>59.668308258056598</c:v>
                </c:pt>
                <c:pt idx="5118">
                  <c:v>59.637420654296903</c:v>
                </c:pt>
                <c:pt idx="5119">
                  <c:v>59.670219421386697</c:v>
                </c:pt>
                <c:pt idx="5120">
                  <c:v>59.660636901855497</c:v>
                </c:pt>
                <c:pt idx="5121">
                  <c:v>59.6233940124512</c:v>
                </c:pt>
                <c:pt idx="5122">
                  <c:v>59.644943237304702</c:v>
                </c:pt>
                <c:pt idx="5123">
                  <c:v>59.344524383544901</c:v>
                </c:pt>
                <c:pt idx="5124">
                  <c:v>59.458362579345703</c:v>
                </c:pt>
                <c:pt idx="5125">
                  <c:v>59.834442138671903</c:v>
                </c:pt>
                <c:pt idx="5126">
                  <c:v>59.715732574462898</c:v>
                </c:pt>
                <c:pt idx="5127">
                  <c:v>59.262916564941399</c:v>
                </c:pt>
                <c:pt idx="5128">
                  <c:v>59.393348693847699</c:v>
                </c:pt>
                <c:pt idx="5129">
                  <c:v>59.495281219482401</c:v>
                </c:pt>
                <c:pt idx="5130">
                  <c:v>59.566970825195298</c:v>
                </c:pt>
                <c:pt idx="5131">
                  <c:v>59.413063049316399</c:v>
                </c:pt>
                <c:pt idx="5132">
                  <c:v>59.309734344482401</c:v>
                </c:pt>
                <c:pt idx="5133">
                  <c:v>59.338298797607401</c:v>
                </c:pt>
                <c:pt idx="5134">
                  <c:v>59.417766571044901</c:v>
                </c:pt>
                <c:pt idx="5135">
                  <c:v>59.746288299560597</c:v>
                </c:pt>
                <c:pt idx="5136">
                  <c:v>59.8082885742188</c:v>
                </c:pt>
                <c:pt idx="5137">
                  <c:v>59.690547943115199</c:v>
                </c:pt>
                <c:pt idx="5138">
                  <c:v>59.606986999511697</c:v>
                </c:pt>
                <c:pt idx="5139">
                  <c:v>59.364265441894503</c:v>
                </c:pt>
                <c:pt idx="5140">
                  <c:v>59.406017303466797</c:v>
                </c:pt>
                <c:pt idx="5141">
                  <c:v>59.415245056152301</c:v>
                </c:pt>
                <c:pt idx="5142">
                  <c:v>59.567813873291001</c:v>
                </c:pt>
                <c:pt idx="5143">
                  <c:v>59.1613578796387</c:v>
                </c:pt>
                <c:pt idx="5144">
                  <c:v>58.749095916748097</c:v>
                </c:pt>
                <c:pt idx="5145">
                  <c:v>58.658939361572301</c:v>
                </c:pt>
                <c:pt idx="5146">
                  <c:v>59.273628234863303</c:v>
                </c:pt>
                <c:pt idx="5147">
                  <c:v>60.570545196533203</c:v>
                </c:pt>
                <c:pt idx="5148">
                  <c:v>60.342777252197301</c:v>
                </c:pt>
                <c:pt idx="5149">
                  <c:v>60.741157531738303</c:v>
                </c:pt>
                <c:pt idx="5150">
                  <c:v>60.120418548583999</c:v>
                </c:pt>
                <c:pt idx="5151">
                  <c:v>59.7668266296387</c:v>
                </c:pt>
                <c:pt idx="5152">
                  <c:v>59.6455078125</c:v>
                </c:pt>
                <c:pt idx="5153">
                  <c:v>59.519203186035199</c:v>
                </c:pt>
                <c:pt idx="5154">
                  <c:v>59.202301025390597</c:v>
                </c:pt>
                <c:pt idx="5155">
                  <c:v>59.3558959960938</c:v>
                </c:pt>
                <c:pt idx="5156">
                  <c:v>59.422355651855497</c:v>
                </c:pt>
                <c:pt idx="5157">
                  <c:v>59.476921081542997</c:v>
                </c:pt>
                <c:pt idx="5158">
                  <c:v>59.392730712890597</c:v>
                </c:pt>
                <c:pt idx="5159">
                  <c:v>59.4759330749512</c:v>
                </c:pt>
                <c:pt idx="5160">
                  <c:v>59.894680023193402</c:v>
                </c:pt>
                <c:pt idx="5161">
                  <c:v>59.461929321289098</c:v>
                </c:pt>
                <c:pt idx="5162">
                  <c:v>59.596588134765597</c:v>
                </c:pt>
                <c:pt idx="5163">
                  <c:v>59.7338676452637</c:v>
                </c:pt>
                <c:pt idx="5164">
                  <c:v>59.759403228759801</c:v>
                </c:pt>
                <c:pt idx="5165">
                  <c:v>59.689754486083999</c:v>
                </c:pt>
                <c:pt idx="5166">
                  <c:v>59.700428009033203</c:v>
                </c:pt>
                <c:pt idx="5167">
                  <c:v>59.758266448974602</c:v>
                </c:pt>
                <c:pt idx="5168">
                  <c:v>59.667854309082003</c:v>
                </c:pt>
                <c:pt idx="5169">
                  <c:v>59.633453369140597</c:v>
                </c:pt>
                <c:pt idx="5170">
                  <c:v>60.032508850097699</c:v>
                </c:pt>
                <c:pt idx="5171">
                  <c:v>59.175304412841797</c:v>
                </c:pt>
                <c:pt idx="5172">
                  <c:v>59.255237579345703</c:v>
                </c:pt>
                <c:pt idx="5173">
                  <c:v>59.544689178466797</c:v>
                </c:pt>
                <c:pt idx="5174">
                  <c:v>59.766361236572301</c:v>
                </c:pt>
                <c:pt idx="5175">
                  <c:v>59.613117218017599</c:v>
                </c:pt>
                <c:pt idx="5176">
                  <c:v>59.852195739746101</c:v>
                </c:pt>
                <c:pt idx="5177">
                  <c:v>59.749839782714801</c:v>
                </c:pt>
                <c:pt idx="5178">
                  <c:v>59.643115997314503</c:v>
                </c:pt>
                <c:pt idx="5179">
                  <c:v>59.524734497070298</c:v>
                </c:pt>
                <c:pt idx="5180">
                  <c:v>59.742530822753899</c:v>
                </c:pt>
                <c:pt idx="5181">
                  <c:v>59.6038627624512</c:v>
                </c:pt>
                <c:pt idx="5182">
                  <c:v>59.710662841796903</c:v>
                </c:pt>
                <c:pt idx="5183">
                  <c:v>59.771930694580099</c:v>
                </c:pt>
                <c:pt idx="5184">
                  <c:v>59.645576477050803</c:v>
                </c:pt>
                <c:pt idx="5185">
                  <c:v>59.429512023925803</c:v>
                </c:pt>
                <c:pt idx="5186">
                  <c:v>59.2922554016113</c:v>
                </c:pt>
                <c:pt idx="5187">
                  <c:v>59.301799774169901</c:v>
                </c:pt>
                <c:pt idx="5188">
                  <c:v>59.569953918457003</c:v>
                </c:pt>
                <c:pt idx="5189">
                  <c:v>59.400367736816399</c:v>
                </c:pt>
                <c:pt idx="5190">
                  <c:v>59.511619567871101</c:v>
                </c:pt>
                <c:pt idx="5191">
                  <c:v>60.110847473144503</c:v>
                </c:pt>
                <c:pt idx="5192">
                  <c:v>59.820640563964801</c:v>
                </c:pt>
                <c:pt idx="5193">
                  <c:v>60.055233001708999</c:v>
                </c:pt>
                <c:pt idx="5194">
                  <c:v>59.955307006835902</c:v>
                </c:pt>
                <c:pt idx="5195">
                  <c:v>59.854831695556598</c:v>
                </c:pt>
                <c:pt idx="5196">
                  <c:v>59.712387084960902</c:v>
                </c:pt>
                <c:pt idx="5197">
                  <c:v>59.923625946044901</c:v>
                </c:pt>
                <c:pt idx="5198">
                  <c:v>59.705402374267599</c:v>
                </c:pt>
                <c:pt idx="5199">
                  <c:v>59.699527740478501</c:v>
                </c:pt>
                <c:pt idx="5200">
                  <c:v>59.5859375</c:v>
                </c:pt>
                <c:pt idx="5201">
                  <c:v>59.6073608398438</c:v>
                </c:pt>
                <c:pt idx="5202">
                  <c:v>59.670825958252003</c:v>
                </c:pt>
                <c:pt idx="5203">
                  <c:v>59.6917114257813</c:v>
                </c:pt>
                <c:pt idx="5204">
                  <c:v>59.623134613037102</c:v>
                </c:pt>
                <c:pt idx="5205">
                  <c:v>59.532474517822301</c:v>
                </c:pt>
                <c:pt idx="5206">
                  <c:v>59.390712738037102</c:v>
                </c:pt>
                <c:pt idx="5207">
                  <c:v>59.527687072753899</c:v>
                </c:pt>
                <c:pt idx="5208">
                  <c:v>59.902885437011697</c:v>
                </c:pt>
                <c:pt idx="5209">
                  <c:v>59.831710815429702</c:v>
                </c:pt>
                <c:pt idx="5210">
                  <c:v>59.679702758789098</c:v>
                </c:pt>
                <c:pt idx="5211">
                  <c:v>59.384849548339801</c:v>
                </c:pt>
                <c:pt idx="5212">
                  <c:v>59.612346649169901</c:v>
                </c:pt>
                <c:pt idx="5213">
                  <c:v>59.600887298583999</c:v>
                </c:pt>
                <c:pt idx="5214">
                  <c:v>59.383098602294901</c:v>
                </c:pt>
                <c:pt idx="5215">
                  <c:v>59.528972625732401</c:v>
                </c:pt>
                <c:pt idx="5216">
                  <c:v>59.541893005371101</c:v>
                </c:pt>
                <c:pt idx="5217">
                  <c:v>59.5370903015137</c:v>
                </c:pt>
                <c:pt idx="5218">
                  <c:v>59.555461883544901</c:v>
                </c:pt>
                <c:pt idx="5219">
                  <c:v>59.624797821044901</c:v>
                </c:pt>
                <c:pt idx="5220">
                  <c:v>59.642086029052699</c:v>
                </c:pt>
                <c:pt idx="5221">
                  <c:v>59.483119964599602</c:v>
                </c:pt>
                <c:pt idx="5222">
                  <c:v>59.5699272155762</c:v>
                </c:pt>
                <c:pt idx="5223">
                  <c:v>59.639671325683601</c:v>
                </c:pt>
                <c:pt idx="5224">
                  <c:v>59.823646545410199</c:v>
                </c:pt>
                <c:pt idx="5225">
                  <c:v>59.510765075683601</c:v>
                </c:pt>
                <c:pt idx="5226">
                  <c:v>59.548534393310597</c:v>
                </c:pt>
                <c:pt idx="5227">
                  <c:v>59.587734222412102</c:v>
                </c:pt>
                <c:pt idx="5228">
                  <c:v>59.642093658447301</c:v>
                </c:pt>
                <c:pt idx="5229">
                  <c:v>59.641231536865199</c:v>
                </c:pt>
                <c:pt idx="5230">
                  <c:v>59.697769165039098</c:v>
                </c:pt>
                <c:pt idx="5231">
                  <c:v>59.704631805419901</c:v>
                </c:pt>
                <c:pt idx="5232">
                  <c:v>59.680850982666001</c:v>
                </c:pt>
                <c:pt idx="5233">
                  <c:v>59.627937316894503</c:v>
                </c:pt>
                <c:pt idx="5234">
                  <c:v>59.601398468017599</c:v>
                </c:pt>
                <c:pt idx="5235">
                  <c:v>59.550571441650398</c:v>
                </c:pt>
                <c:pt idx="5236">
                  <c:v>59.5428466796875</c:v>
                </c:pt>
                <c:pt idx="5237">
                  <c:v>59.533966064453097</c:v>
                </c:pt>
                <c:pt idx="5238">
                  <c:v>59.505153656005902</c:v>
                </c:pt>
                <c:pt idx="5239">
                  <c:v>59.496143341064503</c:v>
                </c:pt>
                <c:pt idx="5240">
                  <c:v>59.475307464599602</c:v>
                </c:pt>
                <c:pt idx="5241">
                  <c:v>59.480312347412102</c:v>
                </c:pt>
                <c:pt idx="5242">
                  <c:v>59.506786346435597</c:v>
                </c:pt>
                <c:pt idx="5243">
                  <c:v>59.4456176757813</c:v>
                </c:pt>
                <c:pt idx="5244">
                  <c:v>59.427223205566399</c:v>
                </c:pt>
                <c:pt idx="5245">
                  <c:v>59.387706756591797</c:v>
                </c:pt>
                <c:pt idx="5246">
                  <c:v>59.414989471435597</c:v>
                </c:pt>
                <c:pt idx="5247">
                  <c:v>59.412776947021499</c:v>
                </c:pt>
                <c:pt idx="5248">
                  <c:v>59.350711822509801</c:v>
                </c:pt>
                <c:pt idx="5249">
                  <c:v>59.327770233154297</c:v>
                </c:pt>
                <c:pt idx="5250">
                  <c:v>59.219181060791001</c:v>
                </c:pt>
                <c:pt idx="5251">
                  <c:v>59.235393524169901</c:v>
                </c:pt>
                <c:pt idx="5252">
                  <c:v>59.281734466552699</c:v>
                </c:pt>
                <c:pt idx="5253">
                  <c:v>59.266262054443402</c:v>
                </c:pt>
                <c:pt idx="5254">
                  <c:v>59.266147613525398</c:v>
                </c:pt>
                <c:pt idx="5255">
                  <c:v>59.217220306396499</c:v>
                </c:pt>
                <c:pt idx="5256">
                  <c:v>59.2220268249512</c:v>
                </c:pt>
                <c:pt idx="5257">
                  <c:v>59.228172302246101</c:v>
                </c:pt>
                <c:pt idx="5258">
                  <c:v>59.215259552002003</c:v>
                </c:pt>
                <c:pt idx="5259">
                  <c:v>59.1919555664063</c:v>
                </c:pt>
                <c:pt idx="5260">
                  <c:v>59.147998809814503</c:v>
                </c:pt>
                <c:pt idx="5261">
                  <c:v>59.164875030517599</c:v>
                </c:pt>
                <c:pt idx="5262">
                  <c:v>59.1649169921875</c:v>
                </c:pt>
                <c:pt idx="5263">
                  <c:v>59.129913330078097</c:v>
                </c:pt>
                <c:pt idx="5264">
                  <c:v>59.135177612304702</c:v>
                </c:pt>
                <c:pt idx="5265">
                  <c:v>59.115028381347699</c:v>
                </c:pt>
                <c:pt idx="5266">
                  <c:v>59.084278106689503</c:v>
                </c:pt>
                <c:pt idx="5267">
                  <c:v>59.010704040527301</c:v>
                </c:pt>
                <c:pt idx="5268">
                  <c:v>58.995929718017599</c:v>
                </c:pt>
                <c:pt idx="5269">
                  <c:v>59.056510925292997</c:v>
                </c:pt>
                <c:pt idx="5270">
                  <c:v>59.0863647460938</c:v>
                </c:pt>
                <c:pt idx="5271">
                  <c:v>59.168624877929702</c:v>
                </c:pt>
                <c:pt idx="5272">
                  <c:v>59.056827545166001</c:v>
                </c:pt>
                <c:pt idx="5273">
                  <c:v>58.949550628662102</c:v>
                </c:pt>
                <c:pt idx="5274">
                  <c:v>58.9444389343262</c:v>
                </c:pt>
                <c:pt idx="5275">
                  <c:v>58.925792694091797</c:v>
                </c:pt>
                <c:pt idx="5276">
                  <c:v>58.948665618896499</c:v>
                </c:pt>
                <c:pt idx="5277">
                  <c:v>58.914573669433601</c:v>
                </c:pt>
                <c:pt idx="5278">
                  <c:v>58.918205261230497</c:v>
                </c:pt>
                <c:pt idx="5279">
                  <c:v>58.867568969726598</c:v>
                </c:pt>
                <c:pt idx="5280">
                  <c:v>58.803665161132798</c:v>
                </c:pt>
                <c:pt idx="5281">
                  <c:v>58.805160522460902</c:v>
                </c:pt>
                <c:pt idx="5282">
                  <c:v>58.83642578125</c:v>
                </c:pt>
                <c:pt idx="5283">
                  <c:v>58.813003540039098</c:v>
                </c:pt>
                <c:pt idx="5284">
                  <c:v>58.8316841125488</c:v>
                </c:pt>
                <c:pt idx="5285">
                  <c:v>58.921482086181598</c:v>
                </c:pt>
                <c:pt idx="5286">
                  <c:v>58.861526489257798</c:v>
                </c:pt>
                <c:pt idx="5287">
                  <c:v>58.786296844482401</c:v>
                </c:pt>
                <c:pt idx="5288">
                  <c:v>58.791000366210902</c:v>
                </c:pt>
                <c:pt idx="5289">
                  <c:v>58.778007507324197</c:v>
                </c:pt>
                <c:pt idx="5290">
                  <c:v>58.714591979980497</c:v>
                </c:pt>
                <c:pt idx="5291">
                  <c:v>58.689224243164098</c:v>
                </c:pt>
                <c:pt idx="5292">
                  <c:v>58.694812774658203</c:v>
                </c:pt>
                <c:pt idx="5293">
                  <c:v>58.636512756347699</c:v>
                </c:pt>
                <c:pt idx="5294">
                  <c:v>58.638683319091797</c:v>
                </c:pt>
                <c:pt idx="5295">
                  <c:v>58.625709533691399</c:v>
                </c:pt>
                <c:pt idx="5296">
                  <c:v>58.605072021484403</c:v>
                </c:pt>
                <c:pt idx="5297">
                  <c:v>58.604560852050803</c:v>
                </c:pt>
                <c:pt idx="5298">
                  <c:v>58.556911468505902</c:v>
                </c:pt>
                <c:pt idx="5299">
                  <c:v>58.549514770507798</c:v>
                </c:pt>
                <c:pt idx="5300">
                  <c:v>58.620841979980497</c:v>
                </c:pt>
                <c:pt idx="5301">
                  <c:v>58.603096008300803</c:v>
                </c:pt>
                <c:pt idx="5302">
                  <c:v>58.647083282470703</c:v>
                </c:pt>
                <c:pt idx="5303">
                  <c:v>58.579925537109403</c:v>
                </c:pt>
                <c:pt idx="5304">
                  <c:v>58.482734680175803</c:v>
                </c:pt>
                <c:pt idx="5305">
                  <c:v>58.620250701904297</c:v>
                </c:pt>
                <c:pt idx="5306">
                  <c:v>58.517742156982401</c:v>
                </c:pt>
                <c:pt idx="5307">
                  <c:v>58.541015625</c:v>
                </c:pt>
                <c:pt idx="5308">
                  <c:v>58.409114837646499</c:v>
                </c:pt>
                <c:pt idx="5309">
                  <c:v>58.5524291992188</c:v>
                </c:pt>
                <c:pt idx="5310">
                  <c:v>58.625637054443402</c:v>
                </c:pt>
                <c:pt idx="5311">
                  <c:v>58.441856384277301</c:v>
                </c:pt>
                <c:pt idx="5312">
                  <c:v>58.427757263183601</c:v>
                </c:pt>
                <c:pt idx="5313">
                  <c:v>58.209922790527301</c:v>
                </c:pt>
                <c:pt idx="5314">
                  <c:v>58.277091979980497</c:v>
                </c:pt>
                <c:pt idx="5315">
                  <c:v>58.326446533203097</c:v>
                </c:pt>
                <c:pt idx="5316">
                  <c:v>58.376861572265597</c:v>
                </c:pt>
                <c:pt idx="5317">
                  <c:v>58.363624572753899</c:v>
                </c:pt>
                <c:pt idx="5318">
                  <c:v>58.255611419677699</c:v>
                </c:pt>
                <c:pt idx="5319">
                  <c:v>58.394596099853501</c:v>
                </c:pt>
                <c:pt idx="5320">
                  <c:v>58.484897613525398</c:v>
                </c:pt>
                <c:pt idx="5321">
                  <c:v>58.439956665039098</c:v>
                </c:pt>
                <c:pt idx="5322">
                  <c:v>58.407909393310597</c:v>
                </c:pt>
                <c:pt idx="5323">
                  <c:v>58.297946929931598</c:v>
                </c:pt>
                <c:pt idx="5324">
                  <c:v>58.315681457519503</c:v>
                </c:pt>
                <c:pt idx="5325">
                  <c:v>58.407634735107401</c:v>
                </c:pt>
                <c:pt idx="5326">
                  <c:v>58.416923522949197</c:v>
                </c:pt>
                <c:pt idx="5327">
                  <c:v>58.343494415283203</c:v>
                </c:pt>
                <c:pt idx="5328">
                  <c:v>58.483020782470703</c:v>
                </c:pt>
                <c:pt idx="5329">
                  <c:v>58.352939605712898</c:v>
                </c:pt>
                <c:pt idx="5330">
                  <c:v>58.323806762695298</c:v>
                </c:pt>
                <c:pt idx="5331">
                  <c:v>58.2584838867188</c:v>
                </c:pt>
                <c:pt idx="5332">
                  <c:v>58.1813354492188</c:v>
                </c:pt>
                <c:pt idx="5333">
                  <c:v>58.183120727539098</c:v>
                </c:pt>
                <c:pt idx="5334">
                  <c:v>58.293979644775398</c:v>
                </c:pt>
                <c:pt idx="5335">
                  <c:v>58.268356323242202</c:v>
                </c:pt>
                <c:pt idx="5336">
                  <c:v>58.415859222412102</c:v>
                </c:pt>
                <c:pt idx="5337">
                  <c:v>58.324134826660199</c:v>
                </c:pt>
                <c:pt idx="5338">
                  <c:v>58.261348724365199</c:v>
                </c:pt>
                <c:pt idx="5339">
                  <c:v>58.199489593505902</c:v>
                </c:pt>
                <c:pt idx="5340">
                  <c:v>58.143260955810597</c:v>
                </c:pt>
                <c:pt idx="5341">
                  <c:v>58.141090393066399</c:v>
                </c:pt>
                <c:pt idx="5342">
                  <c:v>58.124500274658203</c:v>
                </c:pt>
                <c:pt idx="5343">
                  <c:v>58.113353729248097</c:v>
                </c:pt>
                <c:pt idx="5344">
                  <c:v>58.102340698242202</c:v>
                </c:pt>
                <c:pt idx="5345">
                  <c:v>58.087860107421903</c:v>
                </c:pt>
                <c:pt idx="5346">
                  <c:v>58.100772857666001</c:v>
                </c:pt>
                <c:pt idx="5347">
                  <c:v>58.067638397216797</c:v>
                </c:pt>
                <c:pt idx="5348">
                  <c:v>58.071563720703097</c:v>
                </c:pt>
                <c:pt idx="5349">
                  <c:v>58.049575805664098</c:v>
                </c:pt>
                <c:pt idx="5350">
                  <c:v>58.048568725585902</c:v>
                </c:pt>
                <c:pt idx="5351">
                  <c:v>58.059703826904297</c:v>
                </c:pt>
                <c:pt idx="5352">
                  <c:v>57.908374786377003</c:v>
                </c:pt>
                <c:pt idx="5353">
                  <c:v>57.930660247802699</c:v>
                </c:pt>
                <c:pt idx="5354">
                  <c:v>57.9738578796387</c:v>
                </c:pt>
                <c:pt idx="5355">
                  <c:v>57.959056854248097</c:v>
                </c:pt>
                <c:pt idx="5356">
                  <c:v>57.915252685546903</c:v>
                </c:pt>
                <c:pt idx="5357">
                  <c:v>57.874378204345703</c:v>
                </c:pt>
                <c:pt idx="5358">
                  <c:v>57.858570098877003</c:v>
                </c:pt>
                <c:pt idx="5359">
                  <c:v>57.8463325500488</c:v>
                </c:pt>
                <c:pt idx="5360">
                  <c:v>57.812252044677699</c:v>
                </c:pt>
                <c:pt idx="5361">
                  <c:v>57.787460327148402</c:v>
                </c:pt>
                <c:pt idx="5362">
                  <c:v>57.7859916687012</c:v>
                </c:pt>
                <c:pt idx="5363">
                  <c:v>57.799182891845703</c:v>
                </c:pt>
                <c:pt idx="5364">
                  <c:v>57.700874328613303</c:v>
                </c:pt>
                <c:pt idx="5365">
                  <c:v>57.6550903320313</c:v>
                </c:pt>
                <c:pt idx="5366">
                  <c:v>57.6667671203613</c:v>
                </c:pt>
                <c:pt idx="5367">
                  <c:v>57.5987358093262</c:v>
                </c:pt>
                <c:pt idx="5368">
                  <c:v>57.6144409179688</c:v>
                </c:pt>
                <c:pt idx="5369">
                  <c:v>57.646739959716797</c:v>
                </c:pt>
                <c:pt idx="5370">
                  <c:v>57.636516571044901</c:v>
                </c:pt>
                <c:pt idx="5371">
                  <c:v>57.624931335449197</c:v>
                </c:pt>
                <c:pt idx="5372">
                  <c:v>57.634963989257798</c:v>
                </c:pt>
                <c:pt idx="5373">
                  <c:v>57.6218872070313</c:v>
                </c:pt>
                <c:pt idx="5374">
                  <c:v>57.780826568603501</c:v>
                </c:pt>
                <c:pt idx="5375">
                  <c:v>57.764968872070298</c:v>
                </c:pt>
                <c:pt idx="5376">
                  <c:v>57.685249328613303</c:v>
                </c:pt>
                <c:pt idx="5377">
                  <c:v>57.218917846679702</c:v>
                </c:pt>
                <c:pt idx="5378">
                  <c:v>57.215316772460902</c:v>
                </c:pt>
                <c:pt idx="5379">
                  <c:v>57.496875762939503</c:v>
                </c:pt>
                <c:pt idx="5380">
                  <c:v>57.663532257080099</c:v>
                </c:pt>
                <c:pt idx="5381">
                  <c:v>57.655158996582003</c:v>
                </c:pt>
                <c:pt idx="5382">
                  <c:v>57.484451293945298</c:v>
                </c:pt>
                <c:pt idx="5383">
                  <c:v>57.715572357177699</c:v>
                </c:pt>
                <c:pt idx="5384">
                  <c:v>57.802276611328097</c:v>
                </c:pt>
                <c:pt idx="5385">
                  <c:v>57.704971313476598</c:v>
                </c:pt>
                <c:pt idx="5386">
                  <c:v>57.648128509521499</c:v>
                </c:pt>
                <c:pt idx="5387">
                  <c:v>57.574146270752003</c:v>
                </c:pt>
                <c:pt idx="5388">
                  <c:v>57.735069274902301</c:v>
                </c:pt>
                <c:pt idx="5389">
                  <c:v>58.226806640625</c:v>
                </c:pt>
                <c:pt idx="5390">
                  <c:v>58.165687561035199</c:v>
                </c:pt>
                <c:pt idx="5391">
                  <c:v>57.897647857666001</c:v>
                </c:pt>
                <c:pt idx="5392">
                  <c:v>58.003810882568402</c:v>
                </c:pt>
                <c:pt idx="5393">
                  <c:v>57.502597808837898</c:v>
                </c:pt>
                <c:pt idx="5394">
                  <c:v>57.748092651367202</c:v>
                </c:pt>
                <c:pt idx="5395">
                  <c:v>57.9771919250488</c:v>
                </c:pt>
                <c:pt idx="5396">
                  <c:v>58.316158294677699</c:v>
                </c:pt>
                <c:pt idx="5397">
                  <c:v>58.399856567382798</c:v>
                </c:pt>
                <c:pt idx="5398">
                  <c:v>58.296844482421903</c:v>
                </c:pt>
                <c:pt idx="5399">
                  <c:v>58.201915740966797</c:v>
                </c:pt>
                <c:pt idx="5400">
                  <c:v>58.214023590087898</c:v>
                </c:pt>
                <c:pt idx="5401">
                  <c:v>58.152599334716797</c:v>
                </c:pt>
                <c:pt idx="5402">
                  <c:v>58.110591888427699</c:v>
                </c:pt>
                <c:pt idx="5403">
                  <c:v>58.065498352050803</c:v>
                </c:pt>
                <c:pt idx="5404">
                  <c:v>58.204776763916001</c:v>
                </c:pt>
                <c:pt idx="5405">
                  <c:v>58.140838623046903</c:v>
                </c:pt>
                <c:pt idx="5406">
                  <c:v>58.135425567627003</c:v>
                </c:pt>
                <c:pt idx="5407">
                  <c:v>58.373245239257798</c:v>
                </c:pt>
                <c:pt idx="5408">
                  <c:v>58.174106597900398</c:v>
                </c:pt>
                <c:pt idx="5409">
                  <c:v>58.1274604797363</c:v>
                </c:pt>
                <c:pt idx="5410">
                  <c:v>58.117256164550803</c:v>
                </c:pt>
                <c:pt idx="5411">
                  <c:v>58.064250946044901</c:v>
                </c:pt>
                <c:pt idx="5412">
                  <c:v>57.978286743164098</c:v>
                </c:pt>
                <c:pt idx="5413">
                  <c:v>58.026828765869098</c:v>
                </c:pt>
                <c:pt idx="5414">
                  <c:v>57.9953422546387</c:v>
                </c:pt>
                <c:pt idx="5415">
                  <c:v>57.973823547363303</c:v>
                </c:pt>
                <c:pt idx="5416">
                  <c:v>57.978645324707003</c:v>
                </c:pt>
                <c:pt idx="5417">
                  <c:v>57.967693328857401</c:v>
                </c:pt>
                <c:pt idx="5418">
                  <c:v>57.926456451416001</c:v>
                </c:pt>
                <c:pt idx="5419">
                  <c:v>57.958175659179702</c:v>
                </c:pt>
                <c:pt idx="5420">
                  <c:v>57.248729705810597</c:v>
                </c:pt>
                <c:pt idx="5421">
                  <c:v>57.5922660827637</c:v>
                </c:pt>
                <c:pt idx="5422">
                  <c:v>57.555332183837898</c:v>
                </c:pt>
                <c:pt idx="5423">
                  <c:v>57.847644805908203</c:v>
                </c:pt>
                <c:pt idx="5424">
                  <c:v>57.809604644775398</c:v>
                </c:pt>
                <c:pt idx="5425">
                  <c:v>57.778938293457003</c:v>
                </c:pt>
                <c:pt idx="5426">
                  <c:v>57.750236511230497</c:v>
                </c:pt>
                <c:pt idx="5427">
                  <c:v>57.763191223144503</c:v>
                </c:pt>
                <c:pt idx="5428">
                  <c:v>57.826179504394503</c:v>
                </c:pt>
                <c:pt idx="5429">
                  <c:v>57.809162139892599</c:v>
                </c:pt>
                <c:pt idx="5430">
                  <c:v>57.841705322265597</c:v>
                </c:pt>
                <c:pt idx="5431">
                  <c:v>57.816741943359403</c:v>
                </c:pt>
                <c:pt idx="5432">
                  <c:v>57.761260986328097</c:v>
                </c:pt>
                <c:pt idx="5433">
                  <c:v>57.7486572265625</c:v>
                </c:pt>
                <c:pt idx="5434">
                  <c:v>57.689407348632798</c:v>
                </c:pt>
                <c:pt idx="5435">
                  <c:v>57.601490020752003</c:v>
                </c:pt>
                <c:pt idx="5436">
                  <c:v>57.578361511230497</c:v>
                </c:pt>
                <c:pt idx="5437">
                  <c:v>57.5916938781738</c:v>
                </c:pt>
                <c:pt idx="5438">
                  <c:v>57.568702697753899</c:v>
                </c:pt>
                <c:pt idx="5439">
                  <c:v>57.546672821044901</c:v>
                </c:pt>
                <c:pt idx="5440">
                  <c:v>57.488815307617202</c:v>
                </c:pt>
                <c:pt idx="5441">
                  <c:v>57.519969940185597</c:v>
                </c:pt>
                <c:pt idx="5442">
                  <c:v>57.572196960449197</c:v>
                </c:pt>
                <c:pt idx="5443">
                  <c:v>57.387752532958999</c:v>
                </c:pt>
                <c:pt idx="5444">
                  <c:v>57.320144653320298</c:v>
                </c:pt>
                <c:pt idx="5445">
                  <c:v>57.381462097167997</c:v>
                </c:pt>
                <c:pt idx="5446">
                  <c:v>57.479354858398402</c:v>
                </c:pt>
                <c:pt idx="5447">
                  <c:v>57.327827453613303</c:v>
                </c:pt>
                <c:pt idx="5448">
                  <c:v>57.374557495117202</c:v>
                </c:pt>
                <c:pt idx="5449">
                  <c:v>57.328845977783203</c:v>
                </c:pt>
                <c:pt idx="5450">
                  <c:v>57.520378112792997</c:v>
                </c:pt>
                <c:pt idx="5451">
                  <c:v>57.407718658447301</c:v>
                </c:pt>
                <c:pt idx="5452">
                  <c:v>56.834335327148402</c:v>
                </c:pt>
                <c:pt idx="5453">
                  <c:v>57.138454437255902</c:v>
                </c:pt>
                <c:pt idx="5454">
                  <c:v>57.247684478759801</c:v>
                </c:pt>
                <c:pt idx="5455">
                  <c:v>57.277961730957003</c:v>
                </c:pt>
                <c:pt idx="5456">
                  <c:v>57.249912261962898</c:v>
                </c:pt>
                <c:pt idx="5457">
                  <c:v>57.3094673156738</c:v>
                </c:pt>
                <c:pt idx="5458">
                  <c:v>57.338035583496101</c:v>
                </c:pt>
                <c:pt idx="5459">
                  <c:v>57.350822448730497</c:v>
                </c:pt>
                <c:pt idx="5460">
                  <c:v>57.325817108154297</c:v>
                </c:pt>
                <c:pt idx="5461">
                  <c:v>57.2751274108887</c:v>
                </c:pt>
                <c:pt idx="5462">
                  <c:v>57.247814178466797</c:v>
                </c:pt>
                <c:pt idx="5463">
                  <c:v>57.224708557128899</c:v>
                </c:pt>
                <c:pt idx="5464">
                  <c:v>57.216495513916001</c:v>
                </c:pt>
                <c:pt idx="5465">
                  <c:v>57.177112579345703</c:v>
                </c:pt>
                <c:pt idx="5466">
                  <c:v>57.192615509033203</c:v>
                </c:pt>
                <c:pt idx="5467">
                  <c:v>57.189319610595703</c:v>
                </c:pt>
                <c:pt idx="5468">
                  <c:v>57.168468475341797</c:v>
                </c:pt>
                <c:pt idx="5469">
                  <c:v>57.137439727783203</c:v>
                </c:pt>
                <c:pt idx="5470">
                  <c:v>57.127964019775398</c:v>
                </c:pt>
                <c:pt idx="5471">
                  <c:v>57.115390777587898</c:v>
                </c:pt>
                <c:pt idx="5472">
                  <c:v>57.073440551757798</c:v>
                </c:pt>
                <c:pt idx="5473">
                  <c:v>57.0717964172363</c:v>
                </c:pt>
                <c:pt idx="5474">
                  <c:v>57.0715942382813</c:v>
                </c:pt>
                <c:pt idx="5475">
                  <c:v>57.055042266845703</c:v>
                </c:pt>
                <c:pt idx="5476">
                  <c:v>56.998973846435597</c:v>
                </c:pt>
                <c:pt idx="5477">
                  <c:v>56.9293212890625</c:v>
                </c:pt>
                <c:pt idx="5478">
                  <c:v>56.850948333740199</c:v>
                </c:pt>
                <c:pt idx="5479">
                  <c:v>56.917881011962898</c:v>
                </c:pt>
                <c:pt idx="5480">
                  <c:v>56.927745819091797</c:v>
                </c:pt>
                <c:pt idx="5481">
                  <c:v>56.892288208007798</c:v>
                </c:pt>
                <c:pt idx="5482">
                  <c:v>56.901966094970703</c:v>
                </c:pt>
                <c:pt idx="5483">
                  <c:v>56.890674591064503</c:v>
                </c:pt>
                <c:pt idx="5484">
                  <c:v>56.931388854980497</c:v>
                </c:pt>
                <c:pt idx="5485">
                  <c:v>56.861274719238303</c:v>
                </c:pt>
                <c:pt idx="5486">
                  <c:v>57.211818695068402</c:v>
                </c:pt>
                <c:pt idx="5487">
                  <c:v>57.0116157531738</c:v>
                </c:pt>
                <c:pt idx="5488">
                  <c:v>57.316783905029297</c:v>
                </c:pt>
                <c:pt idx="5489">
                  <c:v>57.097053527832003</c:v>
                </c:pt>
                <c:pt idx="5490">
                  <c:v>57.110443115234403</c:v>
                </c:pt>
                <c:pt idx="5491">
                  <c:v>57.138416290283203</c:v>
                </c:pt>
                <c:pt idx="5492">
                  <c:v>57.055423736572301</c:v>
                </c:pt>
                <c:pt idx="5493">
                  <c:v>57.124542236328097</c:v>
                </c:pt>
                <c:pt idx="5494">
                  <c:v>57.161510467529297</c:v>
                </c:pt>
                <c:pt idx="5495">
                  <c:v>57.558792114257798</c:v>
                </c:pt>
                <c:pt idx="5496">
                  <c:v>57.210041046142599</c:v>
                </c:pt>
                <c:pt idx="5497">
                  <c:v>56.691837310791001</c:v>
                </c:pt>
                <c:pt idx="5498">
                  <c:v>56.824047088623097</c:v>
                </c:pt>
                <c:pt idx="5499">
                  <c:v>56.6790161132813</c:v>
                </c:pt>
                <c:pt idx="5500">
                  <c:v>56.730621337890597</c:v>
                </c:pt>
                <c:pt idx="5501">
                  <c:v>56.729038238525398</c:v>
                </c:pt>
                <c:pt idx="5502">
                  <c:v>56.773952484130902</c:v>
                </c:pt>
                <c:pt idx="5503">
                  <c:v>56.789627075195298</c:v>
                </c:pt>
                <c:pt idx="5504">
                  <c:v>56.709430694580099</c:v>
                </c:pt>
                <c:pt idx="5505">
                  <c:v>56.798423767089801</c:v>
                </c:pt>
                <c:pt idx="5506">
                  <c:v>56.750030517578097</c:v>
                </c:pt>
                <c:pt idx="5507">
                  <c:v>56.879146575927699</c:v>
                </c:pt>
                <c:pt idx="5508">
                  <c:v>56.785472869873097</c:v>
                </c:pt>
                <c:pt idx="5509">
                  <c:v>56.678474426269503</c:v>
                </c:pt>
                <c:pt idx="5510">
                  <c:v>56.615612030029297</c:v>
                </c:pt>
                <c:pt idx="5511">
                  <c:v>56.559658050537102</c:v>
                </c:pt>
                <c:pt idx="5512">
                  <c:v>56.489822387695298</c:v>
                </c:pt>
                <c:pt idx="5513">
                  <c:v>56.541675567627003</c:v>
                </c:pt>
                <c:pt idx="5514">
                  <c:v>56.524688720703097</c:v>
                </c:pt>
                <c:pt idx="5515">
                  <c:v>56.431587219238303</c:v>
                </c:pt>
                <c:pt idx="5516">
                  <c:v>56.4090576171875</c:v>
                </c:pt>
                <c:pt idx="5517">
                  <c:v>56.403171539306598</c:v>
                </c:pt>
                <c:pt idx="5518">
                  <c:v>56.430454254150398</c:v>
                </c:pt>
                <c:pt idx="5519">
                  <c:v>56.4171142578125</c:v>
                </c:pt>
                <c:pt idx="5520">
                  <c:v>56.416908264160199</c:v>
                </c:pt>
                <c:pt idx="5521">
                  <c:v>56.512344360351598</c:v>
                </c:pt>
                <c:pt idx="5522">
                  <c:v>56.320350646972699</c:v>
                </c:pt>
                <c:pt idx="5523">
                  <c:v>56.344646453857401</c:v>
                </c:pt>
                <c:pt idx="5524">
                  <c:v>56.276828765869098</c:v>
                </c:pt>
                <c:pt idx="5525">
                  <c:v>56.273330688476598</c:v>
                </c:pt>
                <c:pt idx="5526">
                  <c:v>56.249187469482401</c:v>
                </c:pt>
                <c:pt idx="5527">
                  <c:v>56.247138977050803</c:v>
                </c:pt>
                <c:pt idx="5528">
                  <c:v>56.325714111328097</c:v>
                </c:pt>
                <c:pt idx="5529">
                  <c:v>56.255691528320298</c:v>
                </c:pt>
                <c:pt idx="5530">
                  <c:v>56.231884002685597</c:v>
                </c:pt>
                <c:pt idx="5531">
                  <c:v>56.245002746582003</c:v>
                </c:pt>
                <c:pt idx="5532">
                  <c:v>56.256790161132798</c:v>
                </c:pt>
                <c:pt idx="5533">
                  <c:v>56.067779541015597</c:v>
                </c:pt>
                <c:pt idx="5534">
                  <c:v>56.046268463134801</c:v>
                </c:pt>
                <c:pt idx="5535">
                  <c:v>56.149280548095703</c:v>
                </c:pt>
                <c:pt idx="5536">
                  <c:v>56.055313110351598</c:v>
                </c:pt>
                <c:pt idx="5537">
                  <c:v>56.099361419677699</c:v>
                </c:pt>
                <c:pt idx="5538">
                  <c:v>55.884956359863303</c:v>
                </c:pt>
                <c:pt idx="5539">
                  <c:v>56.064243316650398</c:v>
                </c:pt>
                <c:pt idx="5540">
                  <c:v>56.121620178222699</c:v>
                </c:pt>
                <c:pt idx="5541">
                  <c:v>56.112743377685597</c:v>
                </c:pt>
                <c:pt idx="5542">
                  <c:v>56.124378204345703</c:v>
                </c:pt>
                <c:pt idx="5543">
                  <c:v>56.122116088867202</c:v>
                </c:pt>
                <c:pt idx="5544">
                  <c:v>56.154891967773402</c:v>
                </c:pt>
                <c:pt idx="5545">
                  <c:v>56.161476135253899</c:v>
                </c:pt>
                <c:pt idx="5546">
                  <c:v>56.111095428466797</c:v>
                </c:pt>
                <c:pt idx="5547">
                  <c:v>56.07666015625</c:v>
                </c:pt>
                <c:pt idx="5548">
                  <c:v>56.177135467529297</c:v>
                </c:pt>
                <c:pt idx="5549">
                  <c:v>56.069168090820298</c:v>
                </c:pt>
                <c:pt idx="5550">
                  <c:v>56.072456359863303</c:v>
                </c:pt>
                <c:pt idx="5551">
                  <c:v>56.104068756103501</c:v>
                </c:pt>
                <c:pt idx="5552">
                  <c:v>56.108531951904297</c:v>
                </c:pt>
                <c:pt idx="5553">
                  <c:v>56.0581665039063</c:v>
                </c:pt>
                <c:pt idx="5554">
                  <c:v>55.987678527832003</c:v>
                </c:pt>
                <c:pt idx="5555">
                  <c:v>55.96826171875</c:v>
                </c:pt>
                <c:pt idx="5556">
                  <c:v>55.986625671386697</c:v>
                </c:pt>
                <c:pt idx="5557">
                  <c:v>55.972377777099602</c:v>
                </c:pt>
                <c:pt idx="5558">
                  <c:v>55.925811767578097</c:v>
                </c:pt>
                <c:pt idx="5559">
                  <c:v>55.941085815429702</c:v>
                </c:pt>
                <c:pt idx="5560">
                  <c:v>55.973289489746101</c:v>
                </c:pt>
                <c:pt idx="5561">
                  <c:v>55.909751892089801</c:v>
                </c:pt>
                <c:pt idx="5562">
                  <c:v>55.908790588378899</c:v>
                </c:pt>
                <c:pt idx="5563">
                  <c:v>55.875511169433601</c:v>
                </c:pt>
                <c:pt idx="5564">
                  <c:v>55.8069458007813</c:v>
                </c:pt>
                <c:pt idx="5565">
                  <c:v>55.780941009521499</c:v>
                </c:pt>
                <c:pt idx="5566">
                  <c:v>55.846179962158203</c:v>
                </c:pt>
                <c:pt idx="5567">
                  <c:v>55.795253753662102</c:v>
                </c:pt>
                <c:pt idx="5568">
                  <c:v>55.753322601318402</c:v>
                </c:pt>
                <c:pt idx="5569">
                  <c:v>55.737411499023402</c:v>
                </c:pt>
                <c:pt idx="5570">
                  <c:v>55.681461334228501</c:v>
                </c:pt>
                <c:pt idx="5571">
                  <c:v>55.693508148193402</c:v>
                </c:pt>
                <c:pt idx="5572">
                  <c:v>55.703426361083999</c:v>
                </c:pt>
                <c:pt idx="5573">
                  <c:v>55.670242309570298</c:v>
                </c:pt>
                <c:pt idx="5574">
                  <c:v>55.625492095947301</c:v>
                </c:pt>
                <c:pt idx="5575">
                  <c:v>55.589500427246101</c:v>
                </c:pt>
                <c:pt idx="5576">
                  <c:v>55.559261322021499</c:v>
                </c:pt>
                <c:pt idx="5577">
                  <c:v>55.463657379150398</c:v>
                </c:pt>
                <c:pt idx="5578">
                  <c:v>55.524738311767599</c:v>
                </c:pt>
                <c:pt idx="5579">
                  <c:v>55.511604309082003</c:v>
                </c:pt>
                <c:pt idx="5580">
                  <c:v>55.5211372375488</c:v>
                </c:pt>
                <c:pt idx="5581">
                  <c:v>55.478725433349602</c:v>
                </c:pt>
                <c:pt idx="5582">
                  <c:v>55.467056274414098</c:v>
                </c:pt>
                <c:pt idx="5583">
                  <c:v>55.472938537597699</c:v>
                </c:pt>
                <c:pt idx="5584">
                  <c:v>55.463851928710902</c:v>
                </c:pt>
                <c:pt idx="5585">
                  <c:v>55.443790435791001</c:v>
                </c:pt>
                <c:pt idx="5586">
                  <c:v>55.429485321044901</c:v>
                </c:pt>
                <c:pt idx="5587">
                  <c:v>55.437870025634801</c:v>
                </c:pt>
                <c:pt idx="5588">
                  <c:v>55.422641754150398</c:v>
                </c:pt>
                <c:pt idx="5589">
                  <c:v>55.417648315429702</c:v>
                </c:pt>
                <c:pt idx="5590">
                  <c:v>55.382270812988303</c:v>
                </c:pt>
                <c:pt idx="5591">
                  <c:v>55.430088043212898</c:v>
                </c:pt>
                <c:pt idx="5592">
                  <c:v>55.3161010742188</c:v>
                </c:pt>
                <c:pt idx="5593">
                  <c:v>55.336151123046903</c:v>
                </c:pt>
                <c:pt idx="5594">
                  <c:v>55.355442047119098</c:v>
                </c:pt>
                <c:pt idx="5595">
                  <c:v>55.335567474365199</c:v>
                </c:pt>
                <c:pt idx="5596">
                  <c:v>55.335403442382798</c:v>
                </c:pt>
                <c:pt idx="5597">
                  <c:v>55.345138549804702</c:v>
                </c:pt>
                <c:pt idx="5598">
                  <c:v>55.304672241210902</c:v>
                </c:pt>
                <c:pt idx="5599">
                  <c:v>55.261684417724602</c:v>
                </c:pt>
                <c:pt idx="5600">
                  <c:v>55.278961181640597</c:v>
                </c:pt>
                <c:pt idx="5601">
                  <c:v>55.301601409912102</c:v>
                </c:pt>
                <c:pt idx="5602">
                  <c:v>55.260787963867202</c:v>
                </c:pt>
                <c:pt idx="5603">
                  <c:v>55.288906097412102</c:v>
                </c:pt>
                <c:pt idx="5604">
                  <c:v>55.236324310302699</c:v>
                </c:pt>
                <c:pt idx="5605">
                  <c:v>55.192150115966797</c:v>
                </c:pt>
                <c:pt idx="5606">
                  <c:v>55.219905853271499</c:v>
                </c:pt>
                <c:pt idx="5607">
                  <c:v>55.202407836914098</c:v>
                </c:pt>
                <c:pt idx="5608">
                  <c:v>55.172824859619098</c:v>
                </c:pt>
                <c:pt idx="5609">
                  <c:v>55.130199432373097</c:v>
                </c:pt>
                <c:pt idx="5610">
                  <c:v>55.104721069335902</c:v>
                </c:pt>
                <c:pt idx="5611">
                  <c:v>55.075584411621101</c:v>
                </c:pt>
                <c:pt idx="5612">
                  <c:v>55.025012969970703</c:v>
                </c:pt>
                <c:pt idx="5613">
                  <c:v>55.055587768554702</c:v>
                </c:pt>
                <c:pt idx="5614">
                  <c:v>55.048404693603501</c:v>
                </c:pt>
                <c:pt idx="5615">
                  <c:v>55.038322448730497</c:v>
                </c:pt>
                <c:pt idx="5616">
                  <c:v>54.951774597167997</c:v>
                </c:pt>
                <c:pt idx="5617">
                  <c:v>54.971168518066399</c:v>
                </c:pt>
                <c:pt idx="5618">
                  <c:v>54.960113525390597</c:v>
                </c:pt>
                <c:pt idx="5619">
                  <c:v>54.938808441162102</c:v>
                </c:pt>
                <c:pt idx="5620">
                  <c:v>54.878101348877003</c:v>
                </c:pt>
                <c:pt idx="5621">
                  <c:v>54.7980346679688</c:v>
                </c:pt>
                <c:pt idx="5622">
                  <c:v>54.817058563232401</c:v>
                </c:pt>
                <c:pt idx="5623">
                  <c:v>54.8590278625488</c:v>
                </c:pt>
                <c:pt idx="5624">
                  <c:v>54.878486633300803</c:v>
                </c:pt>
                <c:pt idx="5625">
                  <c:v>54.866207122802699</c:v>
                </c:pt>
                <c:pt idx="5626">
                  <c:v>54.768821716308601</c:v>
                </c:pt>
                <c:pt idx="5627">
                  <c:v>54.758174896240199</c:v>
                </c:pt>
                <c:pt idx="5628">
                  <c:v>54.727180480957003</c:v>
                </c:pt>
                <c:pt idx="5629">
                  <c:v>54.718082427978501</c:v>
                </c:pt>
                <c:pt idx="5630">
                  <c:v>54.843410491943402</c:v>
                </c:pt>
                <c:pt idx="5631">
                  <c:v>54.701442718505902</c:v>
                </c:pt>
                <c:pt idx="5632">
                  <c:v>54.4859619140625</c:v>
                </c:pt>
                <c:pt idx="5633">
                  <c:v>54.578800201416001</c:v>
                </c:pt>
                <c:pt idx="5634">
                  <c:v>54.6055717468262</c:v>
                </c:pt>
                <c:pt idx="5635">
                  <c:v>54.740200042724602</c:v>
                </c:pt>
                <c:pt idx="5636">
                  <c:v>54.7393989562988</c:v>
                </c:pt>
                <c:pt idx="5637">
                  <c:v>54.664394378662102</c:v>
                </c:pt>
                <c:pt idx="5638">
                  <c:v>54.667346954345703</c:v>
                </c:pt>
                <c:pt idx="5639">
                  <c:v>54.820838928222699</c:v>
                </c:pt>
                <c:pt idx="5640">
                  <c:v>54.678237915039098</c:v>
                </c:pt>
                <c:pt idx="5641">
                  <c:v>54.902431488037102</c:v>
                </c:pt>
                <c:pt idx="5642">
                  <c:v>54.936187744140597</c:v>
                </c:pt>
                <c:pt idx="5643">
                  <c:v>55.221832275390597</c:v>
                </c:pt>
                <c:pt idx="5644">
                  <c:v>55.548713684082003</c:v>
                </c:pt>
                <c:pt idx="5645">
                  <c:v>55.547824859619098</c:v>
                </c:pt>
                <c:pt idx="5646">
                  <c:v>55.276935577392599</c:v>
                </c:pt>
                <c:pt idx="5647">
                  <c:v>55.078220367431598</c:v>
                </c:pt>
                <c:pt idx="5648">
                  <c:v>55.039379119873097</c:v>
                </c:pt>
                <c:pt idx="5649">
                  <c:v>55.205974578857401</c:v>
                </c:pt>
                <c:pt idx="5650">
                  <c:v>56.065746307373097</c:v>
                </c:pt>
                <c:pt idx="5651">
                  <c:v>55.863636016845703</c:v>
                </c:pt>
                <c:pt idx="5652">
                  <c:v>55.993114471435597</c:v>
                </c:pt>
                <c:pt idx="5653">
                  <c:v>55.801433563232401</c:v>
                </c:pt>
                <c:pt idx="5654">
                  <c:v>55.716300964355497</c:v>
                </c:pt>
                <c:pt idx="5655">
                  <c:v>55.6156616210938</c:v>
                </c:pt>
                <c:pt idx="5656">
                  <c:v>55.993507385253899</c:v>
                </c:pt>
                <c:pt idx="5657">
                  <c:v>55.9026908874512</c:v>
                </c:pt>
                <c:pt idx="5658">
                  <c:v>55.682624816894503</c:v>
                </c:pt>
                <c:pt idx="5659">
                  <c:v>55.475265502929702</c:v>
                </c:pt>
                <c:pt idx="5660">
                  <c:v>55.763156890869098</c:v>
                </c:pt>
                <c:pt idx="5661">
                  <c:v>55.8915824890137</c:v>
                </c:pt>
                <c:pt idx="5662">
                  <c:v>55.851856231689503</c:v>
                </c:pt>
                <c:pt idx="5663">
                  <c:v>56.046623229980497</c:v>
                </c:pt>
                <c:pt idx="5664">
                  <c:v>56.0168647766113</c:v>
                </c:pt>
                <c:pt idx="5665">
                  <c:v>56.171768188476598</c:v>
                </c:pt>
                <c:pt idx="5666">
                  <c:v>55.675876617431598</c:v>
                </c:pt>
                <c:pt idx="5667">
                  <c:v>55.861259460449197</c:v>
                </c:pt>
                <c:pt idx="5668">
                  <c:v>56.3035888671875</c:v>
                </c:pt>
                <c:pt idx="5669">
                  <c:v>56.290702819824197</c:v>
                </c:pt>
                <c:pt idx="5670">
                  <c:v>56.161186218261697</c:v>
                </c:pt>
                <c:pt idx="5671">
                  <c:v>56.366115570068402</c:v>
                </c:pt>
                <c:pt idx="5672">
                  <c:v>56.267288208007798</c:v>
                </c:pt>
                <c:pt idx="5673">
                  <c:v>56.238613128662102</c:v>
                </c:pt>
                <c:pt idx="5674">
                  <c:v>56.4207572937012</c:v>
                </c:pt>
                <c:pt idx="5675">
                  <c:v>56.3241577148438</c:v>
                </c:pt>
                <c:pt idx="5676">
                  <c:v>56.094924926757798</c:v>
                </c:pt>
                <c:pt idx="5677">
                  <c:v>56.139724731445298</c:v>
                </c:pt>
                <c:pt idx="5678">
                  <c:v>56.146396636962898</c:v>
                </c:pt>
                <c:pt idx="5679">
                  <c:v>56.202873229980497</c:v>
                </c:pt>
                <c:pt idx="5680">
                  <c:v>56.227027893066399</c:v>
                </c:pt>
                <c:pt idx="5681">
                  <c:v>56.120994567871101</c:v>
                </c:pt>
                <c:pt idx="5682">
                  <c:v>56.100151062011697</c:v>
                </c:pt>
                <c:pt idx="5683">
                  <c:v>56.023170471191399</c:v>
                </c:pt>
                <c:pt idx="5684">
                  <c:v>56.106185913085902</c:v>
                </c:pt>
                <c:pt idx="5685">
                  <c:v>56.338695526123097</c:v>
                </c:pt>
                <c:pt idx="5686">
                  <c:v>56.294143676757798</c:v>
                </c:pt>
                <c:pt idx="5687">
                  <c:v>56.2785835266113</c:v>
                </c:pt>
                <c:pt idx="5688">
                  <c:v>56.1733207702637</c:v>
                </c:pt>
                <c:pt idx="5689">
                  <c:v>56.357059478759801</c:v>
                </c:pt>
                <c:pt idx="5690">
                  <c:v>56.254989624023402</c:v>
                </c:pt>
                <c:pt idx="5691">
                  <c:v>56.037704467773402</c:v>
                </c:pt>
                <c:pt idx="5692">
                  <c:v>56.346218109130902</c:v>
                </c:pt>
                <c:pt idx="5693">
                  <c:v>56.1769828796387</c:v>
                </c:pt>
                <c:pt idx="5694">
                  <c:v>56.211837768554702</c:v>
                </c:pt>
                <c:pt idx="5695">
                  <c:v>56.339492797851598</c:v>
                </c:pt>
                <c:pt idx="5696">
                  <c:v>56.357460021972699</c:v>
                </c:pt>
                <c:pt idx="5697">
                  <c:v>56.615211486816399</c:v>
                </c:pt>
                <c:pt idx="5698">
                  <c:v>56.417400360107401</c:v>
                </c:pt>
                <c:pt idx="5699">
                  <c:v>56.267154693603501</c:v>
                </c:pt>
                <c:pt idx="5700">
                  <c:v>56.6049194335938</c:v>
                </c:pt>
                <c:pt idx="5701">
                  <c:v>56.480587005615199</c:v>
                </c:pt>
                <c:pt idx="5702">
                  <c:v>56.547035217285199</c:v>
                </c:pt>
                <c:pt idx="5703">
                  <c:v>56.498855590820298</c:v>
                </c:pt>
                <c:pt idx="5704">
                  <c:v>56.914890289306598</c:v>
                </c:pt>
                <c:pt idx="5705">
                  <c:v>56.581787109375</c:v>
                </c:pt>
                <c:pt idx="5706">
                  <c:v>56.628871917724602</c:v>
                </c:pt>
                <c:pt idx="5707">
                  <c:v>56.260173797607401</c:v>
                </c:pt>
                <c:pt idx="5708">
                  <c:v>56.9461059570313</c:v>
                </c:pt>
                <c:pt idx="5709">
                  <c:v>56.727371215820298</c:v>
                </c:pt>
                <c:pt idx="5710">
                  <c:v>56.539932250976598</c:v>
                </c:pt>
                <c:pt idx="5711">
                  <c:v>56.802932739257798</c:v>
                </c:pt>
                <c:pt idx="5712">
                  <c:v>56.447280883789098</c:v>
                </c:pt>
                <c:pt idx="5713">
                  <c:v>56.429756164550803</c:v>
                </c:pt>
                <c:pt idx="5714">
                  <c:v>56.524227142333999</c:v>
                </c:pt>
                <c:pt idx="5715">
                  <c:v>56.344940185546903</c:v>
                </c:pt>
                <c:pt idx="5716">
                  <c:v>56.426082611083999</c:v>
                </c:pt>
                <c:pt idx="5717">
                  <c:v>56.494106292724602</c:v>
                </c:pt>
                <c:pt idx="5718">
                  <c:v>56.664337158203097</c:v>
                </c:pt>
                <c:pt idx="5719">
                  <c:v>56.579265594482401</c:v>
                </c:pt>
                <c:pt idx="5720">
                  <c:v>56.707000732421903</c:v>
                </c:pt>
                <c:pt idx="5721">
                  <c:v>56.6481742858887</c:v>
                </c:pt>
                <c:pt idx="5722">
                  <c:v>56.752857208252003</c:v>
                </c:pt>
                <c:pt idx="5723">
                  <c:v>56.6938667297363</c:v>
                </c:pt>
                <c:pt idx="5724">
                  <c:v>56.920169830322301</c:v>
                </c:pt>
                <c:pt idx="5725">
                  <c:v>56.884761810302699</c:v>
                </c:pt>
                <c:pt idx="5726">
                  <c:v>56.920333862304702</c:v>
                </c:pt>
                <c:pt idx="5727">
                  <c:v>57.035289764404297</c:v>
                </c:pt>
                <c:pt idx="5728">
                  <c:v>57.1027641296387</c:v>
                </c:pt>
                <c:pt idx="5729">
                  <c:v>56.998031616210902</c:v>
                </c:pt>
                <c:pt idx="5730">
                  <c:v>56.969474792480497</c:v>
                </c:pt>
                <c:pt idx="5731">
                  <c:v>56.840511322021499</c:v>
                </c:pt>
                <c:pt idx="5732">
                  <c:v>56.958122253417997</c:v>
                </c:pt>
                <c:pt idx="5733">
                  <c:v>57.123321533203097</c:v>
                </c:pt>
                <c:pt idx="5734">
                  <c:v>57.072586059570298</c:v>
                </c:pt>
                <c:pt idx="5735">
                  <c:v>56.962078094482401</c:v>
                </c:pt>
                <c:pt idx="5736">
                  <c:v>56.7248344421387</c:v>
                </c:pt>
                <c:pt idx="5737">
                  <c:v>56.989749908447301</c:v>
                </c:pt>
                <c:pt idx="5738">
                  <c:v>57.123073577880902</c:v>
                </c:pt>
                <c:pt idx="5739">
                  <c:v>57.186538696289098</c:v>
                </c:pt>
                <c:pt idx="5740">
                  <c:v>57.364833831787102</c:v>
                </c:pt>
                <c:pt idx="5741">
                  <c:v>57.322917938232401</c:v>
                </c:pt>
                <c:pt idx="5742">
                  <c:v>57.613025665283203</c:v>
                </c:pt>
                <c:pt idx="5743">
                  <c:v>57.581821441650398</c:v>
                </c:pt>
                <c:pt idx="5744">
                  <c:v>57.522876739502003</c:v>
                </c:pt>
                <c:pt idx="5745">
                  <c:v>57.543079376220703</c:v>
                </c:pt>
                <c:pt idx="5746">
                  <c:v>57.773094177246101</c:v>
                </c:pt>
                <c:pt idx="5747">
                  <c:v>57.655643463134801</c:v>
                </c:pt>
                <c:pt idx="5748">
                  <c:v>57.413383483886697</c:v>
                </c:pt>
                <c:pt idx="5749">
                  <c:v>57.533828735351598</c:v>
                </c:pt>
                <c:pt idx="5750">
                  <c:v>57.6879692077637</c:v>
                </c:pt>
                <c:pt idx="5751">
                  <c:v>57.731857299804702</c:v>
                </c:pt>
                <c:pt idx="5752">
                  <c:v>57.679943084716797</c:v>
                </c:pt>
                <c:pt idx="5753">
                  <c:v>57.749103546142599</c:v>
                </c:pt>
                <c:pt idx="5754">
                  <c:v>57.785621643066399</c:v>
                </c:pt>
                <c:pt idx="5755">
                  <c:v>57.5537300109863</c:v>
                </c:pt>
                <c:pt idx="5756">
                  <c:v>57.867198944091797</c:v>
                </c:pt>
                <c:pt idx="5757">
                  <c:v>57.890533447265597</c:v>
                </c:pt>
                <c:pt idx="5758">
                  <c:v>57.906944274902301</c:v>
                </c:pt>
                <c:pt idx="5759">
                  <c:v>58.058391571044901</c:v>
                </c:pt>
                <c:pt idx="5760">
                  <c:v>57.989036560058601</c:v>
                </c:pt>
                <c:pt idx="5761">
                  <c:v>58.002670288085902</c:v>
                </c:pt>
                <c:pt idx="5762">
                  <c:v>57.831211090087898</c:v>
                </c:pt>
                <c:pt idx="5763">
                  <c:v>57.954265594482401</c:v>
                </c:pt>
                <c:pt idx="5764">
                  <c:v>57.859504699707003</c:v>
                </c:pt>
                <c:pt idx="5765">
                  <c:v>57.941909790039098</c:v>
                </c:pt>
                <c:pt idx="5766">
                  <c:v>57.923030853271499</c:v>
                </c:pt>
                <c:pt idx="5767">
                  <c:v>57.569984436035199</c:v>
                </c:pt>
                <c:pt idx="5768">
                  <c:v>57.539955139160199</c:v>
                </c:pt>
                <c:pt idx="5769">
                  <c:v>57.709011077880902</c:v>
                </c:pt>
                <c:pt idx="5770">
                  <c:v>57.907512664794901</c:v>
                </c:pt>
                <c:pt idx="5771">
                  <c:v>58.302574157714801</c:v>
                </c:pt>
                <c:pt idx="5772">
                  <c:v>58.149276733398402</c:v>
                </c:pt>
                <c:pt idx="5773">
                  <c:v>58.173854827880902</c:v>
                </c:pt>
                <c:pt idx="5774">
                  <c:v>58.123386383056598</c:v>
                </c:pt>
                <c:pt idx="5775">
                  <c:v>57.9915161132813</c:v>
                </c:pt>
                <c:pt idx="5776">
                  <c:v>57.955715179443402</c:v>
                </c:pt>
                <c:pt idx="5777">
                  <c:v>57.957248687744098</c:v>
                </c:pt>
                <c:pt idx="5778">
                  <c:v>58.008750915527301</c:v>
                </c:pt>
                <c:pt idx="5779">
                  <c:v>58.009208679199197</c:v>
                </c:pt>
                <c:pt idx="5780">
                  <c:v>58.134494781494098</c:v>
                </c:pt>
                <c:pt idx="5781">
                  <c:v>58.326187133789098</c:v>
                </c:pt>
                <c:pt idx="5782">
                  <c:v>58.184978485107401</c:v>
                </c:pt>
                <c:pt idx="5783">
                  <c:v>58.043960571289098</c:v>
                </c:pt>
                <c:pt idx="5784">
                  <c:v>57.8042182922363</c:v>
                </c:pt>
                <c:pt idx="5785">
                  <c:v>57.780330657958999</c:v>
                </c:pt>
                <c:pt idx="5786">
                  <c:v>58.131355285644503</c:v>
                </c:pt>
                <c:pt idx="5787">
                  <c:v>58.0546684265137</c:v>
                </c:pt>
                <c:pt idx="5788">
                  <c:v>58.346248626708999</c:v>
                </c:pt>
                <c:pt idx="5789">
                  <c:v>58.443870544433601</c:v>
                </c:pt>
                <c:pt idx="5790">
                  <c:v>58.185508728027301</c:v>
                </c:pt>
                <c:pt idx="5791">
                  <c:v>58.100341796875</c:v>
                </c:pt>
                <c:pt idx="5792">
                  <c:v>58.226470947265597</c:v>
                </c:pt>
                <c:pt idx="5793">
                  <c:v>58.0980224609375</c:v>
                </c:pt>
                <c:pt idx="5794">
                  <c:v>58.071277618408203</c:v>
                </c:pt>
                <c:pt idx="5795">
                  <c:v>57.989376068115199</c:v>
                </c:pt>
                <c:pt idx="5796">
                  <c:v>58.181747436523402</c:v>
                </c:pt>
                <c:pt idx="5797">
                  <c:v>58.115833282470703</c:v>
                </c:pt>
                <c:pt idx="5798">
                  <c:v>58.246623992919901</c:v>
                </c:pt>
                <c:pt idx="5799">
                  <c:v>58.405357360839801</c:v>
                </c:pt>
                <c:pt idx="5800">
                  <c:v>58.175132751464801</c:v>
                </c:pt>
                <c:pt idx="5801">
                  <c:v>57.961128234863303</c:v>
                </c:pt>
                <c:pt idx="5802">
                  <c:v>57.886024475097699</c:v>
                </c:pt>
                <c:pt idx="5803">
                  <c:v>58.134654998779297</c:v>
                </c:pt>
                <c:pt idx="5804">
                  <c:v>58.129146575927699</c:v>
                </c:pt>
                <c:pt idx="5805">
                  <c:v>57.928092956542997</c:v>
                </c:pt>
                <c:pt idx="5806">
                  <c:v>58.083408355712898</c:v>
                </c:pt>
                <c:pt idx="5807">
                  <c:v>58.306892395019503</c:v>
                </c:pt>
                <c:pt idx="5808">
                  <c:v>57.875747680664098</c:v>
                </c:pt>
                <c:pt idx="5809">
                  <c:v>57.733074188232401</c:v>
                </c:pt>
                <c:pt idx="5810">
                  <c:v>57.863128662109403</c:v>
                </c:pt>
                <c:pt idx="5811">
                  <c:v>57.700309753417997</c:v>
                </c:pt>
                <c:pt idx="5812">
                  <c:v>57.988731384277301</c:v>
                </c:pt>
                <c:pt idx="5813">
                  <c:v>58.257698059082003</c:v>
                </c:pt>
                <c:pt idx="5814">
                  <c:v>58.536628723144503</c:v>
                </c:pt>
                <c:pt idx="5815">
                  <c:v>58.177326202392599</c:v>
                </c:pt>
                <c:pt idx="5816">
                  <c:v>57.750400543212898</c:v>
                </c:pt>
                <c:pt idx="5817">
                  <c:v>57.983528137207003</c:v>
                </c:pt>
                <c:pt idx="5818">
                  <c:v>58.184272766113303</c:v>
                </c:pt>
                <c:pt idx="5819">
                  <c:v>58.302932739257798</c:v>
                </c:pt>
                <c:pt idx="5820">
                  <c:v>58.308063507080099</c:v>
                </c:pt>
                <c:pt idx="5821">
                  <c:v>58.115440368652301</c:v>
                </c:pt>
                <c:pt idx="5822">
                  <c:v>58.244178771972699</c:v>
                </c:pt>
                <c:pt idx="5823">
                  <c:v>58.340198516845703</c:v>
                </c:pt>
                <c:pt idx="5824">
                  <c:v>58.907779693603501</c:v>
                </c:pt>
                <c:pt idx="5825">
                  <c:v>58.950511932373097</c:v>
                </c:pt>
                <c:pt idx="5826">
                  <c:v>58.340522766113303</c:v>
                </c:pt>
                <c:pt idx="5827">
                  <c:v>58.4556884765625</c:v>
                </c:pt>
                <c:pt idx="5828">
                  <c:v>58.627388000488303</c:v>
                </c:pt>
                <c:pt idx="5829">
                  <c:v>58.569759368896499</c:v>
                </c:pt>
                <c:pt idx="5830">
                  <c:v>58.721923828125</c:v>
                </c:pt>
                <c:pt idx="5831">
                  <c:v>58.823524475097699</c:v>
                </c:pt>
                <c:pt idx="5832">
                  <c:v>58.569179534912102</c:v>
                </c:pt>
                <c:pt idx="5833">
                  <c:v>58.736534118652301</c:v>
                </c:pt>
                <c:pt idx="5834">
                  <c:v>59.110080718994098</c:v>
                </c:pt>
                <c:pt idx="5835">
                  <c:v>58.950065612792997</c:v>
                </c:pt>
                <c:pt idx="5836">
                  <c:v>59.152488708496101</c:v>
                </c:pt>
                <c:pt idx="5837">
                  <c:v>59.078765869140597</c:v>
                </c:pt>
                <c:pt idx="5838">
                  <c:v>59.0135307312012</c:v>
                </c:pt>
                <c:pt idx="5839">
                  <c:v>58.922542572021499</c:v>
                </c:pt>
                <c:pt idx="5840">
                  <c:v>59.020702362060597</c:v>
                </c:pt>
                <c:pt idx="5841">
                  <c:v>58.934333801269503</c:v>
                </c:pt>
                <c:pt idx="5842">
                  <c:v>58.306175231933601</c:v>
                </c:pt>
                <c:pt idx="5843">
                  <c:v>58.639549255371101</c:v>
                </c:pt>
                <c:pt idx="5844">
                  <c:v>58.607349395752003</c:v>
                </c:pt>
                <c:pt idx="5845">
                  <c:v>58.944297790527301</c:v>
                </c:pt>
                <c:pt idx="5846">
                  <c:v>59.231037139892599</c:v>
                </c:pt>
                <c:pt idx="5847">
                  <c:v>59.614059448242202</c:v>
                </c:pt>
                <c:pt idx="5848">
                  <c:v>59.717037200927699</c:v>
                </c:pt>
                <c:pt idx="5849">
                  <c:v>59.6485404968262</c:v>
                </c:pt>
                <c:pt idx="5850">
                  <c:v>59.586910247802699</c:v>
                </c:pt>
                <c:pt idx="5851">
                  <c:v>59.453651428222699</c:v>
                </c:pt>
                <c:pt idx="5852">
                  <c:v>59.350379943847699</c:v>
                </c:pt>
                <c:pt idx="5853">
                  <c:v>59.303997039794901</c:v>
                </c:pt>
                <c:pt idx="5854">
                  <c:v>59.318023681640597</c:v>
                </c:pt>
                <c:pt idx="5855">
                  <c:v>59.37255859375</c:v>
                </c:pt>
                <c:pt idx="5856">
                  <c:v>59.240638732910199</c:v>
                </c:pt>
                <c:pt idx="5857">
                  <c:v>59.2159423828125</c:v>
                </c:pt>
                <c:pt idx="5858">
                  <c:v>59.282600402832003</c:v>
                </c:pt>
                <c:pt idx="5859">
                  <c:v>59.326831817627003</c:v>
                </c:pt>
                <c:pt idx="5860">
                  <c:v>59.485225677490199</c:v>
                </c:pt>
                <c:pt idx="5861">
                  <c:v>59.385055541992202</c:v>
                </c:pt>
                <c:pt idx="5862">
                  <c:v>59.522300720214801</c:v>
                </c:pt>
                <c:pt idx="5863">
                  <c:v>59.531509399414098</c:v>
                </c:pt>
                <c:pt idx="5864">
                  <c:v>59.6587104797363</c:v>
                </c:pt>
                <c:pt idx="5865">
                  <c:v>59.435626983642599</c:v>
                </c:pt>
                <c:pt idx="5866">
                  <c:v>59.180950164794901</c:v>
                </c:pt>
                <c:pt idx="5867">
                  <c:v>59.450881958007798</c:v>
                </c:pt>
                <c:pt idx="5868">
                  <c:v>59.410182952880902</c:v>
                </c:pt>
                <c:pt idx="5869">
                  <c:v>59.566673278808601</c:v>
                </c:pt>
                <c:pt idx="5870">
                  <c:v>59.618316650390597</c:v>
                </c:pt>
                <c:pt idx="5871">
                  <c:v>59.455841064453097</c:v>
                </c:pt>
                <c:pt idx="5872">
                  <c:v>59.423877716064503</c:v>
                </c:pt>
                <c:pt idx="5873">
                  <c:v>59.181022644042997</c:v>
                </c:pt>
                <c:pt idx="5874">
                  <c:v>59.187145233154297</c:v>
                </c:pt>
                <c:pt idx="5875">
                  <c:v>59.186805725097699</c:v>
                </c:pt>
                <c:pt idx="5876">
                  <c:v>59.468952178955099</c:v>
                </c:pt>
                <c:pt idx="5877">
                  <c:v>59.203033447265597</c:v>
                </c:pt>
                <c:pt idx="5878">
                  <c:v>59.2671089172363</c:v>
                </c:pt>
                <c:pt idx="5879">
                  <c:v>59.168491363525398</c:v>
                </c:pt>
                <c:pt idx="5880">
                  <c:v>59.003566741943402</c:v>
                </c:pt>
                <c:pt idx="5881">
                  <c:v>59.273513793945298</c:v>
                </c:pt>
                <c:pt idx="5882">
                  <c:v>59.561618804931598</c:v>
                </c:pt>
                <c:pt idx="5883">
                  <c:v>59.826099395752003</c:v>
                </c:pt>
                <c:pt idx="5884">
                  <c:v>59.749385833740199</c:v>
                </c:pt>
                <c:pt idx="5885">
                  <c:v>59.718994140625</c:v>
                </c:pt>
                <c:pt idx="5886">
                  <c:v>60.759716033935597</c:v>
                </c:pt>
                <c:pt idx="5887">
                  <c:v>60.084396362304702</c:v>
                </c:pt>
                <c:pt idx="5888">
                  <c:v>59.728588104248097</c:v>
                </c:pt>
                <c:pt idx="5889">
                  <c:v>59.484432220458999</c:v>
                </c:pt>
                <c:pt idx="5890">
                  <c:v>59.531730651855497</c:v>
                </c:pt>
                <c:pt idx="5891">
                  <c:v>59.482387542724602</c:v>
                </c:pt>
                <c:pt idx="5892">
                  <c:v>59.631546020507798</c:v>
                </c:pt>
                <c:pt idx="5893">
                  <c:v>59.691951751708999</c:v>
                </c:pt>
                <c:pt idx="5894">
                  <c:v>59.437999725341797</c:v>
                </c:pt>
                <c:pt idx="5895">
                  <c:v>59.5076713562012</c:v>
                </c:pt>
                <c:pt idx="5896">
                  <c:v>59.124763488769503</c:v>
                </c:pt>
                <c:pt idx="5897">
                  <c:v>59.2490425109863</c:v>
                </c:pt>
                <c:pt idx="5898">
                  <c:v>59.444717407226598</c:v>
                </c:pt>
                <c:pt idx="5899">
                  <c:v>59.580902099609403</c:v>
                </c:pt>
                <c:pt idx="5900">
                  <c:v>59.484745025634801</c:v>
                </c:pt>
                <c:pt idx="5901">
                  <c:v>57.685382843017599</c:v>
                </c:pt>
                <c:pt idx="5902">
                  <c:v>58.545272827148402</c:v>
                </c:pt>
                <c:pt idx="5903">
                  <c:v>58.912242889404297</c:v>
                </c:pt>
                <c:pt idx="5904">
                  <c:v>59.496879577636697</c:v>
                </c:pt>
                <c:pt idx="5905">
                  <c:v>59.364707946777301</c:v>
                </c:pt>
                <c:pt idx="5906">
                  <c:v>59.463924407958999</c:v>
                </c:pt>
                <c:pt idx="5907">
                  <c:v>59.6504516601563</c:v>
                </c:pt>
                <c:pt idx="5908">
                  <c:v>59.540435791015597</c:v>
                </c:pt>
                <c:pt idx="5909">
                  <c:v>59.0678520202637</c:v>
                </c:pt>
                <c:pt idx="5910">
                  <c:v>59.7017822265625</c:v>
                </c:pt>
                <c:pt idx="5911">
                  <c:v>59.845260620117202</c:v>
                </c:pt>
                <c:pt idx="5912">
                  <c:v>59.632564544677699</c:v>
                </c:pt>
                <c:pt idx="5913">
                  <c:v>59.635467529296903</c:v>
                </c:pt>
                <c:pt idx="5914">
                  <c:v>59.6766967773438</c:v>
                </c:pt>
                <c:pt idx="5915">
                  <c:v>59.840980529785199</c:v>
                </c:pt>
                <c:pt idx="5916">
                  <c:v>59.975807189941399</c:v>
                </c:pt>
                <c:pt idx="5917">
                  <c:v>60.086185455322301</c:v>
                </c:pt>
                <c:pt idx="5918">
                  <c:v>60.0372314453125</c:v>
                </c:pt>
                <c:pt idx="5919">
                  <c:v>60.182788848877003</c:v>
                </c:pt>
                <c:pt idx="5920">
                  <c:v>60.045631408691399</c:v>
                </c:pt>
                <c:pt idx="5921">
                  <c:v>59.858180999755902</c:v>
                </c:pt>
                <c:pt idx="5922">
                  <c:v>60.168849945068402</c:v>
                </c:pt>
                <c:pt idx="5923">
                  <c:v>60.180618286132798</c:v>
                </c:pt>
                <c:pt idx="5924">
                  <c:v>60.008186340332003</c:v>
                </c:pt>
                <c:pt idx="5925">
                  <c:v>59.983863830566399</c:v>
                </c:pt>
                <c:pt idx="5926">
                  <c:v>59.3448486328125</c:v>
                </c:pt>
                <c:pt idx="5927">
                  <c:v>59.582695007324197</c:v>
                </c:pt>
                <c:pt idx="5928">
                  <c:v>59.7325439453125</c:v>
                </c:pt>
                <c:pt idx="5929">
                  <c:v>59.782543182373097</c:v>
                </c:pt>
                <c:pt idx="5930">
                  <c:v>59.913043975830099</c:v>
                </c:pt>
                <c:pt idx="5931">
                  <c:v>59.7929496765137</c:v>
                </c:pt>
                <c:pt idx="5932">
                  <c:v>59.872219085693402</c:v>
                </c:pt>
                <c:pt idx="5933">
                  <c:v>59.832611083984403</c:v>
                </c:pt>
                <c:pt idx="5934">
                  <c:v>59.573116302490199</c:v>
                </c:pt>
                <c:pt idx="5935">
                  <c:v>59.422828674316399</c:v>
                </c:pt>
                <c:pt idx="5936">
                  <c:v>59.4907035827637</c:v>
                </c:pt>
                <c:pt idx="5937">
                  <c:v>59.645717620849602</c:v>
                </c:pt>
                <c:pt idx="5938">
                  <c:v>59.704341888427699</c:v>
                </c:pt>
                <c:pt idx="5939">
                  <c:v>59.683620452880902</c:v>
                </c:pt>
                <c:pt idx="5940">
                  <c:v>59.7392387390137</c:v>
                </c:pt>
                <c:pt idx="5941">
                  <c:v>59.647953033447301</c:v>
                </c:pt>
                <c:pt idx="5942">
                  <c:v>59.620155334472699</c:v>
                </c:pt>
                <c:pt idx="5943">
                  <c:v>59.600193023681598</c:v>
                </c:pt>
                <c:pt idx="5944">
                  <c:v>59.587039947509801</c:v>
                </c:pt>
                <c:pt idx="5945">
                  <c:v>59.631500244140597</c:v>
                </c:pt>
                <c:pt idx="5946">
                  <c:v>59.559524536132798</c:v>
                </c:pt>
                <c:pt idx="5947">
                  <c:v>59.545295715332003</c:v>
                </c:pt>
                <c:pt idx="5948">
                  <c:v>59.6024780273438</c:v>
                </c:pt>
                <c:pt idx="5949">
                  <c:v>59.563865661621101</c:v>
                </c:pt>
                <c:pt idx="5950">
                  <c:v>59.493282318115199</c:v>
                </c:pt>
                <c:pt idx="5951">
                  <c:v>59.524345397949197</c:v>
                </c:pt>
                <c:pt idx="5952">
                  <c:v>59.460231781005902</c:v>
                </c:pt>
                <c:pt idx="5953">
                  <c:v>59.376800537109403</c:v>
                </c:pt>
                <c:pt idx="5954">
                  <c:v>59.393115997314503</c:v>
                </c:pt>
                <c:pt idx="5955">
                  <c:v>59.401931762695298</c:v>
                </c:pt>
                <c:pt idx="5956">
                  <c:v>59.437717437744098</c:v>
                </c:pt>
                <c:pt idx="5957">
                  <c:v>59.416927337646499</c:v>
                </c:pt>
                <c:pt idx="5958">
                  <c:v>59.355690002441399</c:v>
                </c:pt>
                <c:pt idx="5959">
                  <c:v>59.394649505615199</c:v>
                </c:pt>
                <c:pt idx="5960">
                  <c:v>59.383308410644503</c:v>
                </c:pt>
                <c:pt idx="5961">
                  <c:v>59.318241119384801</c:v>
                </c:pt>
                <c:pt idx="5962">
                  <c:v>59.273349761962898</c:v>
                </c:pt>
                <c:pt idx="5963">
                  <c:v>59.268867492675803</c:v>
                </c:pt>
                <c:pt idx="5964">
                  <c:v>59.258640289306598</c:v>
                </c:pt>
                <c:pt idx="5965">
                  <c:v>59.258701324462898</c:v>
                </c:pt>
                <c:pt idx="5966">
                  <c:v>59.158687591552699</c:v>
                </c:pt>
                <c:pt idx="5967">
                  <c:v>59.279403686523402</c:v>
                </c:pt>
                <c:pt idx="5968">
                  <c:v>59.2116088867188</c:v>
                </c:pt>
                <c:pt idx="5969">
                  <c:v>59.009483337402301</c:v>
                </c:pt>
                <c:pt idx="5970">
                  <c:v>59.207279205322301</c:v>
                </c:pt>
                <c:pt idx="5971">
                  <c:v>59.379486083984403</c:v>
                </c:pt>
                <c:pt idx="5972">
                  <c:v>59.3870658874512</c:v>
                </c:pt>
                <c:pt idx="5973">
                  <c:v>59.310855865478501</c:v>
                </c:pt>
                <c:pt idx="5974">
                  <c:v>59.156845092773402</c:v>
                </c:pt>
                <c:pt idx="5975">
                  <c:v>58.905803680419901</c:v>
                </c:pt>
                <c:pt idx="5976">
                  <c:v>58.791656494140597</c:v>
                </c:pt>
                <c:pt idx="5977">
                  <c:v>58.977916717529297</c:v>
                </c:pt>
                <c:pt idx="5978">
                  <c:v>59.120018005371101</c:v>
                </c:pt>
                <c:pt idx="5979">
                  <c:v>59.115249633789098</c:v>
                </c:pt>
                <c:pt idx="5980">
                  <c:v>59.366573333740199</c:v>
                </c:pt>
                <c:pt idx="5981">
                  <c:v>59.223117828369098</c:v>
                </c:pt>
                <c:pt idx="5982">
                  <c:v>59.115989685058601</c:v>
                </c:pt>
                <c:pt idx="5983">
                  <c:v>59.059497833252003</c:v>
                </c:pt>
                <c:pt idx="5984">
                  <c:v>59.090675354003899</c:v>
                </c:pt>
                <c:pt idx="5985">
                  <c:v>59.034996032714801</c:v>
                </c:pt>
                <c:pt idx="5986">
                  <c:v>59.295463562011697</c:v>
                </c:pt>
                <c:pt idx="5987">
                  <c:v>59.132038116455099</c:v>
                </c:pt>
                <c:pt idx="5988">
                  <c:v>59.130653381347699</c:v>
                </c:pt>
                <c:pt idx="5989">
                  <c:v>59.121921539306598</c:v>
                </c:pt>
                <c:pt idx="5990">
                  <c:v>59.098014831542997</c:v>
                </c:pt>
                <c:pt idx="5991">
                  <c:v>59.0226860046387</c:v>
                </c:pt>
                <c:pt idx="5992">
                  <c:v>58.893836975097699</c:v>
                </c:pt>
                <c:pt idx="5993">
                  <c:v>58.839210510253899</c:v>
                </c:pt>
                <c:pt idx="5994">
                  <c:v>58.863677978515597</c:v>
                </c:pt>
                <c:pt idx="5995">
                  <c:v>58.830348968505902</c:v>
                </c:pt>
                <c:pt idx="5996">
                  <c:v>58.757499694824197</c:v>
                </c:pt>
                <c:pt idx="5997">
                  <c:v>58.7034721374512</c:v>
                </c:pt>
                <c:pt idx="5998">
                  <c:v>58.7148246765137</c:v>
                </c:pt>
                <c:pt idx="5999">
                  <c:v>58.6228218078613</c:v>
                </c:pt>
                <c:pt idx="6000">
                  <c:v>58.625637054443402</c:v>
                </c:pt>
                <c:pt idx="6001">
                  <c:v>58.799678802490199</c:v>
                </c:pt>
                <c:pt idx="6002">
                  <c:v>58.692333221435597</c:v>
                </c:pt>
                <c:pt idx="6003">
                  <c:v>58.643375396728501</c:v>
                </c:pt>
                <c:pt idx="6004">
                  <c:v>58.571521759033203</c:v>
                </c:pt>
                <c:pt idx="6005">
                  <c:v>58.581344604492202</c:v>
                </c:pt>
                <c:pt idx="6006">
                  <c:v>58.594669342041001</c:v>
                </c:pt>
                <c:pt idx="6007">
                  <c:v>58.632888793945298</c:v>
                </c:pt>
                <c:pt idx="6008">
                  <c:v>58.640220642089801</c:v>
                </c:pt>
                <c:pt idx="6009">
                  <c:v>58.8276557922363</c:v>
                </c:pt>
                <c:pt idx="6010">
                  <c:v>58.700492858886697</c:v>
                </c:pt>
                <c:pt idx="6011">
                  <c:v>58.686973571777301</c:v>
                </c:pt>
                <c:pt idx="6012">
                  <c:v>58.786933898925803</c:v>
                </c:pt>
                <c:pt idx="6013">
                  <c:v>58.500389099121101</c:v>
                </c:pt>
                <c:pt idx="6014">
                  <c:v>58.467472076416001</c:v>
                </c:pt>
                <c:pt idx="6015">
                  <c:v>58.279720306396499</c:v>
                </c:pt>
                <c:pt idx="6016">
                  <c:v>58.523567199707003</c:v>
                </c:pt>
                <c:pt idx="6017">
                  <c:v>58.541610717773402</c:v>
                </c:pt>
                <c:pt idx="6018">
                  <c:v>58.464435577392599</c:v>
                </c:pt>
                <c:pt idx="6019">
                  <c:v>58.595703125</c:v>
                </c:pt>
                <c:pt idx="6020">
                  <c:v>58.651729583740199</c:v>
                </c:pt>
                <c:pt idx="6021">
                  <c:v>58.78515625</c:v>
                </c:pt>
                <c:pt idx="6022">
                  <c:v>58.707351684570298</c:v>
                </c:pt>
                <c:pt idx="6023">
                  <c:v>58.555965423583999</c:v>
                </c:pt>
                <c:pt idx="6024">
                  <c:v>58.979831695556598</c:v>
                </c:pt>
                <c:pt idx="6025">
                  <c:v>58.765754699707003</c:v>
                </c:pt>
                <c:pt idx="6026">
                  <c:v>58.691513061523402</c:v>
                </c:pt>
                <c:pt idx="6027">
                  <c:v>58.701633453369098</c:v>
                </c:pt>
                <c:pt idx="6028">
                  <c:v>58.5931396484375</c:v>
                </c:pt>
                <c:pt idx="6029">
                  <c:v>57.932262420654297</c:v>
                </c:pt>
                <c:pt idx="6030">
                  <c:v>58.103160858154297</c:v>
                </c:pt>
                <c:pt idx="6031">
                  <c:v>58.348526000976598</c:v>
                </c:pt>
                <c:pt idx="6032">
                  <c:v>58.714317321777301</c:v>
                </c:pt>
                <c:pt idx="6033">
                  <c:v>58.724086761474602</c:v>
                </c:pt>
                <c:pt idx="6034">
                  <c:v>58.689342498779297</c:v>
                </c:pt>
                <c:pt idx="6035">
                  <c:v>58.632808685302699</c:v>
                </c:pt>
                <c:pt idx="6036">
                  <c:v>58.324817657470703</c:v>
                </c:pt>
                <c:pt idx="6037">
                  <c:v>58.3132514953613</c:v>
                </c:pt>
                <c:pt idx="6038">
                  <c:v>58.591224670410199</c:v>
                </c:pt>
                <c:pt idx="6039">
                  <c:v>59.539768218994098</c:v>
                </c:pt>
                <c:pt idx="6040">
                  <c:v>58.994483947753899</c:v>
                </c:pt>
                <c:pt idx="6041">
                  <c:v>58.9832572937012</c:v>
                </c:pt>
                <c:pt idx="6042">
                  <c:v>59.314926147460902</c:v>
                </c:pt>
                <c:pt idx="6043">
                  <c:v>58.977260589599602</c:v>
                </c:pt>
                <c:pt idx="6044">
                  <c:v>58.784801483154297</c:v>
                </c:pt>
                <c:pt idx="6045">
                  <c:v>58.382045745849602</c:v>
                </c:pt>
                <c:pt idx="6046">
                  <c:v>58.939369201660199</c:v>
                </c:pt>
                <c:pt idx="6047">
                  <c:v>58.848812103271499</c:v>
                </c:pt>
                <c:pt idx="6048">
                  <c:v>59.316356658935597</c:v>
                </c:pt>
                <c:pt idx="6049">
                  <c:v>59.353084564208999</c:v>
                </c:pt>
                <c:pt idx="6050">
                  <c:v>59.229537963867202</c:v>
                </c:pt>
                <c:pt idx="6051">
                  <c:v>58.812889099121101</c:v>
                </c:pt>
                <c:pt idx="6052">
                  <c:v>58.947509765625</c:v>
                </c:pt>
                <c:pt idx="6053">
                  <c:v>59.098251342773402</c:v>
                </c:pt>
                <c:pt idx="6054">
                  <c:v>58.894298553466797</c:v>
                </c:pt>
                <c:pt idx="6055">
                  <c:v>58.868156433105497</c:v>
                </c:pt>
                <c:pt idx="6056">
                  <c:v>59.022647857666001</c:v>
                </c:pt>
                <c:pt idx="6057">
                  <c:v>59.12841796875</c:v>
                </c:pt>
                <c:pt idx="6058">
                  <c:v>58.8994750976563</c:v>
                </c:pt>
                <c:pt idx="6059">
                  <c:v>58.947574615478501</c:v>
                </c:pt>
                <c:pt idx="6060">
                  <c:v>58.879314422607401</c:v>
                </c:pt>
                <c:pt idx="6061">
                  <c:v>58.6494140625</c:v>
                </c:pt>
                <c:pt idx="6062">
                  <c:v>58.6362113952637</c:v>
                </c:pt>
                <c:pt idx="6063">
                  <c:v>58.854629516601598</c:v>
                </c:pt>
                <c:pt idx="6064">
                  <c:v>58.768989562988303</c:v>
                </c:pt>
                <c:pt idx="6065">
                  <c:v>58.835693359375</c:v>
                </c:pt>
                <c:pt idx="6066">
                  <c:v>58.713977813720703</c:v>
                </c:pt>
                <c:pt idx="6067">
                  <c:v>58.740520477294901</c:v>
                </c:pt>
                <c:pt idx="6068">
                  <c:v>58.627517700195298</c:v>
                </c:pt>
                <c:pt idx="6069">
                  <c:v>58.674659729003899</c:v>
                </c:pt>
                <c:pt idx="6070">
                  <c:v>58.806663513183601</c:v>
                </c:pt>
                <c:pt idx="6071">
                  <c:v>58.8143920898438</c:v>
                </c:pt>
                <c:pt idx="6072">
                  <c:v>58.857151031494098</c:v>
                </c:pt>
                <c:pt idx="6073">
                  <c:v>58.799015045166001</c:v>
                </c:pt>
                <c:pt idx="6074">
                  <c:v>58.742961883544901</c:v>
                </c:pt>
                <c:pt idx="6075">
                  <c:v>58.794242858886697</c:v>
                </c:pt>
                <c:pt idx="6076">
                  <c:v>58.787647247314503</c:v>
                </c:pt>
                <c:pt idx="6077">
                  <c:v>58.848209381103501</c:v>
                </c:pt>
                <c:pt idx="6078">
                  <c:v>59.154026031494098</c:v>
                </c:pt>
                <c:pt idx="6079">
                  <c:v>58.973159790039098</c:v>
                </c:pt>
                <c:pt idx="6080">
                  <c:v>59.066337585449197</c:v>
                </c:pt>
                <c:pt idx="6081">
                  <c:v>58.973953247070298</c:v>
                </c:pt>
                <c:pt idx="6082">
                  <c:v>58.702968597412102</c:v>
                </c:pt>
                <c:pt idx="6083">
                  <c:v>58.7615966796875</c:v>
                </c:pt>
                <c:pt idx="6084">
                  <c:v>58.817874908447301</c:v>
                </c:pt>
                <c:pt idx="6085">
                  <c:v>59.1860542297363</c:v>
                </c:pt>
                <c:pt idx="6086">
                  <c:v>59.261642456054702</c:v>
                </c:pt>
                <c:pt idx="6087">
                  <c:v>59.112194061279297</c:v>
                </c:pt>
                <c:pt idx="6088">
                  <c:v>58.6526069641113</c:v>
                </c:pt>
                <c:pt idx="6089">
                  <c:v>58.900520324707003</c:v>
                </c:pt>
                <c:pt idx="6090">
                  <c:v>58.772769927978501</c:v>
                </c:pt>
                <c:pt idx="6091">
                  <c:v>58.860832214355497</c:v>
                </c:pt>
                <c:pt idx="6092">
                  <c:v>59.302791595458999</c:v>
                </c:pt>
                <c:pt idx="6093">
                  <c:v>59.003467559814503</c:v>
                </c:pt>
                <c:pt idx="6094">
                  <c:v>59.599594116210902</c:v>
                </c:pt>
                <c:pt idx="6095">
                  <c:v>59.1325492858887</c:v>
                </c:pt>
                <c:pt idx="6096">
                  <c:v>58.639026641845703</c:v>
                </c:pt>
                <c:pt idx="6097">
                  <c:v>58.820343017578097</c:v>
                </c:pt>
                <c:pt idx="6098">
                  <c:v>58.665397644042997</c:v>
                </c:pt>
                <c:pt idx="6099">
                  <c:v>58.552070617675803</c:v>
                </c:pt>
                <c:pt idx="6100">
                  <c:v>58.178142547607401</c:v>
                </c:pt>
                <c:pt idx="6101">
                  <c:v>58.682830810546903</c:v>
                </c:pt>
                <c:pt idx="6102">
                  <c:v>58.764396667480497</c:v>
                </c:pt>
                <c:pt idx="6103">
                  <c:v>58.964935302734403</c:v>
                </c:pt>
                <c:pt idx="6104">
                  <c:v>59.207382202148402</c:v>
                </c:pt>
                <c:pt idx="6105">
                  <c:v>59.378574371337898</c:v>
                </c:pt>
                <c:pt idx="6106">
                  <c:v>59.090591430664098</c:v>
                </c:pt>
                <c:pt idx="6107">
                  <c:v>58.992427825927699</c:v>
                </c:pt>
                <c:pt idx="6108">
                  <c:v>59.295578002929702</c:v>
                </c:pt>
                <c:pt idx="6109">
                  <c:v>59.222225189208999</c:v>
                </c:pt>
                <c:pt idx="6110">
                  <c:v>59.332977294921903</c:v>
                </c:pt>
                <c:pt idx="6111">
                  <c:v>59.432106018066399</c:v>
                </c:pt>
                <c:pt idx="6112">
                  <c:v>59.359771728515597</c:v>
                </c:pt>
                <c:pt idx="6113">
                  <c:v>59.496955871582003</c:v>
                </c:pt>
                <c:pt idx="6114">
                  <c:v>59.574291229248097</c:v>
                </c:pt>
                <c:pt idx="6115">
                  <c:v>59.331241607666001</c:v>
                </c:pt>
                <c:pt idx="6116">
                  <c:v>59.190242767333999</c:v>
                </c:pt>
                <c:pt idx="6117">
                  <c:v>58.958980560302699</c:v>
                </c:pt>
                <c:pt idx="6118">
                  <c:v>59.026454925537102</c:v>
                </c:pt>
                <c:pt idx="6119">
                  <c:v>59.295707702636697</c:v>
                </c:pt>
                <c:pt idx="6120">
                  <c:v>59.176395416259801</c:v>
                </c:pt>
                <c:pt idx="6121">
                  <c:v>58.840087890625</c:v>
                </c:pt>
                <c:pt idx="6122">
                  <c:v>58.898891448974602</c:v>
                </c:pt>
                <c:pt idx="6123">
                  <c:v>58.2171821594238</c:v>
                </c:pt>
                <c:pt idx="6124">
                  <c:v>58.459884643554702</c:v>
                </c:pt>
                <c:pt idx="6125">
                  <c:v>58.7984428405762</c:v>
                </c:pt>
                <c:pt idx="6126">
                  <c:v>59.265663146972699</c:v>
                </c:pt>
                <c:pt idx="6127">
                  <c:v>58.912742614746101</c:v>
                </c:pt>
                <c:pt idx="6128">
                  <c:v>58.536373138427699</c:v>
                </c:pt>
                <c:pt idx="6129">
                  <c:v>58.433254241943402</c:v>
                </c:pt>
                <c:pt idx="6130">
                  <c:v>58.819873809814503</c:v>
                </c:pt>
                <c:pt idx="6131">
                  <c:v>58.878612518310597</c:v>
                </c:pt>
                <c:pt idx="6132">
                  <c:v>59.655494689941399</c:v>
                </c:pt>
                <c:pt idx="6133">
                  <c:v>60.039882659912102</c:v>
                </c:pt>
                <c:pt idx="6134">
                  <c:v>59.6955757141113</c:v>
                </c:pt>
                <c:pt idx="6135">
                  <c:v>58.387767791748097</c:v>
                </c:pt>
                <c:pt idx="6136">
                  <c:v>58.834415435791001</c:v>
                </c:pt>
                <c:pt idx="6137">
                  <c:v>58.9139595031738</c:v>
                </c:pt>
                <c:pt idx="6138">
                  <c:v>59.076206207275398</c:v>
                </c:pt>
                <c:pt idx="6139">
                  <c:v>59.527000427246101</c:v>
                </c:pt>
                <c:pt idx="6140">
                  <c:v>59.5473823547363</c:v>
                </c:pt>
                <c:pt idx="6141">
                  <c:v>59.414497375488303</c:v>
                </c:pt>
                <c:pt idx="6142">
                  <c:v>59.917274475097699</c:v>
                </c:pt>
                <c:pt idx="6143">
                  <c:v>59.745780944824197</c:v>
                </c:pt>
                <c:pt idx="6144">
                  <c:v>59.879673004150398</c:v>
                </c:pt>
                <c:pt idx="6145">
                  <c:v>59.935886383056598</c:v>
                </c:pt>
                <c:pt idx="6146">
                  <c:v>59.434108734130902</c:v>
                </c:pt>
                <c:pt idx="6147">
                  <c:v>59.340389251708999</c:v>
                </c:pt>
                <c:pt idx="6148">
                  <c:v>59.319896697998097</c:v>
                </c:pt>
                <c:pt idx="6149">
                  <c:v>59.418022155761697</c:v>
                </c:pt>
                <c:pt idx="6150">
                  <c:v>59.232734680175803</c:v>
                </c:pt>
                <c:pt idx="6151">
                  <c:v>59.007266998291001</c:v>
                </c:pt>
                <c:pt idx="6152">
                  <c:v>58.845523834228501</c:v>
                </c:pt>
                <c:pt idx="6153">
                  <c:v>58.9522514343262</c:v>
                </c:pt>
                <c:pt idx="6154">
                  <c:v>59.102024078369098</c:v>
                </c:pt>
                <c:pt idx="6155">
                  <c:v>59.085762023925803</c:v>
                </c:pt>
                <c:pt idx="6156">
                  <c:v>59.000316619873097</c:v>
                </c:pt>
                <c:pt idx="6157">
                  <c:v>59.195610046386697</c:v>
                </c:pt>
                <c:pt idx="6158">
                  <c:v>59.1371879577637</c:v>
                </c:pt>
                <c:pt idx="6159">
                  <c:v>59.1324462890625</c:v>
                </c:pt>
                <c:pt idx="6160">
                  <c:v>59.22998046875</c:v>
                </c:pt>
                <c:pt idx="6161">
                  <c:v>59.076808929443402</c:v>
                </c:pt>
                <c:pt idx="6162">
                  <c:v>59.157951354980497</c:v>
                </c:pt>
                <c:pt idx="6163">
                  <c:v>59.0306205749512</c:v>
                </c:pt>
                <c:pt idx="6164">
                  <c:v>59.2480278015137</c:v>
                </c:pt>
                <c:pt idx="6165">
                  <c:v>59.246761322021499</c:v>
                </c:pt>
                <c:pt idx="6166">
                  <c:v>59.120986938476598</c:v>
                </c:pt>
                <c:pt idx="6167">
                  <c:v>59.288749694824197</c:v>
                </c:pt>
                <c:pt idx="6168">
                  <c:v>59.394001007080099</c:v>
                </c:pt>
                <c:pt idx="6169">
                  <c:v>59.647941589355497</c:v>
                </c:pt>
                <c:pt idx="6170">
                  <c:v>59.388702392578097</c:v>
                </c:pt>
                <c:pt idx="6171">
                  <c:v>59.388015747070298</c:v>
                </c:pt>
                <c:pt idx="6172">
                  <c:v>59.415565490722699</c:v>
                </c:pt>
                <c:pt idx="6173">
                  <c:v>59.357147216796903</c:v>
                </c:pt>
                <c:pt idx="6174">
                  <c:v>59.317535400390597</c:v>
                </c:pt>
                <c:pt idx="6175">
                  <c:v>59.301216125488303</c:v>
                </c:pt>
                <c:pt idx="6176">
                  <c:v>59.285518646240199</c:v>
                </c:pt>
                <c:pt idx="6177">
                  <c:v>59.23779296875</c:v>
                </c:pt>
                <c:pt idx="6178">
                  <c:v>59.2684326171875</c:v>
                </c:pt>
                <c:pt idx="6179">
                  <c:v>59.299846649169901</c:v>
                </c:pt>
                <c:pt idx="6180">
                  <c:v>59.1573486328125</c:v>
                </c:pt>
                <c:pt idx="6181">
                  <c:v>59.169490814208999</c:v>
                </c:pt>
                <c:pt idx="6182">
                  <c:v>59.113105773925803</c:v>
                </c:pt>
                <c:pt idx="6183">
                  <c:v>59.267524719238303</c:v>
                </c:pt>
                <c:pt idx="6184">
                  <c:v>59.421546936035199</c:v>
                </c:pt>
                <c:pt idx="6185">
                  <c:v>59.744686126708999</c:v>
                </c:pt>
                <c:pt idx="6186">
                  <c:v>59.3567924499512</c:v>
                </c:pt>
                <c:pt idx="6187">
                  <c:v>59.3060111999512</c:v>
                </c:pt>
                <c:pt idx="6188">
                  <c:v>59.6211967468262</c:v>
                </c:pt>
                <c:pt idx="6189">
                  <c:v>59.549331665039098</c:v>
                </c:pt>
                <c:pt idx="6190">
                  <c:v>59.3445434570313</c:v>
                </c:pt>
                <c:pt idx="6191">
                  <c:v>59.392486572265597</c:v>
                </c:pt>
                <c:pt idx="6192">
                  <c:v>59.402072906494098</c:v>
                </c:pt>
                <c:pt idx="6193">
                  <c:v>59.4267578125</c:v>
                </c:pt>
                <c:pt idx="6194">
                  <c:v>59.349075317382798</c:v>
                </c:pt>
                <c:pt idx="6195">
                  <c:v>59.425304412841797</c:v>
                </c:pt>
                <c:pt idx="6196">
                  <c:v>59.399673461914098</c:v>
                </c:pt>
                <c:pt idx="6197">
                  <c:v>59.427352905273402</c:v>
                </c:pt>
                <c:pt idx="6198">
                  <c:v>59.385093688964801</c:v>
                </c:pt>
                <c:pt idx="6199">
                  <c:v>59.359954833984403</c:v>
                </c:pt>
                <c:pt idx="6200">
                  <c:v>59.275089263916001</c:v>
                </c:pt>
                <c:pt idx="6201">
                  <c:v>59.247482299804702</c:v>
                </c:pt>
                <c:pt idx="6202">
                  <c:v>59.270774841308601</c:v>
                </c:pt>
                <c:pt idx="6203">
                  <c:v>59.3574829101563</c:v>
                </c:pt>
                <c:pt idx="6204">
                  <c:v>59.466590881347699</c:v>
                </c:pt>
                <c:pt idx="6205">
                  <c:v>59.348834991455099</c:v>
                </c:pt>
                <c:pt idx="6206">
                  <c:v>59.216594696044901</c:v>
                </c:pt>
                <c:pt idx="6207">
                  <c:v>59.188720703125</c:v>
                </c:pt>
                <c:pt idx="6208">
                  <c:v>59.209136962890597</c:v>
                </c:pt>
                <c:pt idx="6209">
                  <c:v>59.233718872070298</c:v>
                </c:pt>
                <c:pt idx="6210">
                  <c:v>59.234317779541001</c:v>
                </c:pt>
                <c:pt idx="6211">
                  <c:v>59.325569152832003</c:v>
                </c:pt>
                <c:pt idx="6212">
                  <c:v>59.253128051757798</c:v>
                </c:pt>
                <c:pt idx="6213">
                  <c:v>59.237525939941399</c:v>
                </c:pt>
                <c:pt idx="6214">
                  <c:v>59.218574523925803</c:v>
                </c:pt>
                <c:pt idx="6215">
                  <c:v>59.290122985839801</c:v>
                </c:pt>
                <c:pt idx="6216">
                  <c:v>59.2379760742188</c:v>
                </c:pt>
                <c:pt idx="6217">
                  <c:v>59.198661804199197</c:v>
                </c:pt>
                <c:pt idx="6218">
                  <c:v>59.166664123535199</c:v>
                </c:pt>
                <c:pt idx="6219">
                  <c:v>59.106292724609403</c:v>
                </c:pt>
                <c:pt idx="6220">
                  <c:v>59.113296508789098</c:v>
                </c:pt>
                <c:pt idx="6221">
                  <c:v>59.138988494873097</c:v>
                </c:pt>
                <c:pt idx="6222">
                  <c:v>59.115142822265597</c:v>
                </c:pt>
                <c:pt idx="6223">
                  <c:v>59.099418640136697</c:v>
                </c:pt>
                <c:pt idx="6224">
                  <c:v>59.063568115234403</c:v>
                </c:pt>
                <c:pt idx="6225">
                  <c:v>59.052131652832003</c:v>
                </c:pt>
                <c:pt idx="6226">
                  <c:v>59.050651550292997</c:v>
                </c:pt>
                <c:pt idx="6227">
                  <c:v>59.056034088134801</c:v>
                </c:pt>
                <c:pt idx="6228">
                  <c:v>59.116928100585902</c:v>
                </c:pt>
                <c:pt idx="6229">
                  <c:v>59.034782409667997</c:v>
                </c:pt>
                <c:pt idx="6230">
                  <c:v>58.988948822021499</c:v>
                </c:pt>
                <c:pt idx="6231">
                  <c:v>58.964309692382798</c:v>
                </c:pt>
                <c:pt idx="6232">
                  <c:v>58.909591674804702</c:v>
                </c:pt>
                <c:pt idx="6233">
                  <c:v>58.912891387939503</c:v>
                </c:pt>
                <c:pt idx="6234">
                  <c:v>58.906654357910199</c:v>
                </c:pt>
                <c:pt idx="6235">
                  <c:v>58.844245910644503</c:v>
                </c:pt>
                <c:pt idx="6236">
                  <c:v>58.883354187011697</c:v>
                </c:pt>
                <c:pt idx="6237">
                  <c:v>58.850879669189503</c:v>
                </c:pt>
                <c:pt idx="6238">
                  <c:v>58.856578826904297</c:v>
                </c:pt>
                <c:pt idx="6239">
                  <c:v>58.817985534667997</c:v>
                </c:pt>
                <c:pt idx="6240">
                  <c:v>58.858963012695298</c:v>
                </c:pt>
                <c:pt idx="6241">
                  <c:v>58.782760620117202</c:v>
                </c:pt>
                <c:pt idx="6242">
                  <c:v>58.788291931152301</c:v>
                </c:pt>
                <c:pt idx="6243">
                  <c:v>58.899894714355497</c:v>
                </c:pt>
                <c:pt idx="6244">
                  <c:v>58.782474517822301</c:v>
                </c:pt>
                <c:pt idx="6245">
                  <c:v>58.717002868652301</c:v>
                </c:pt>
                <c:pt idx="6246">
                  <c:v>58.6652221679688</c:v>
                </c:pt>
                <c:pt idx="6247">
                  <c:v>58.701992034912102</c:v>
                </c:pt>
                <c:pt idx="6248">
                  <c:v>58.723834991455099</c:v>
                </c:pt>
                <c:pt idx="6249">
                  <c:v>58.703174591064503</c:v>
                </c:pt>
                <c:pt idx="6250">
                  <c:v>58.652652740478501</c:v>
                </c:pt>
                <c:pt idx="6251">
                  <c:v>58.543972015380902</c:v>
                </c:pt>
                <c:pt idx="6252">
                  <c:v>58.607452392578097</c:v>
                </c:pt>
                <c:pt idx="6253">
                  <c:v>58.580402374267599</c:v>
                </c:pt>
                <c:pt idx="6254">
                  <c:v>58.575740814208999</c:v>
                </c:pt>
                <c:pt idx="6255">
                  <c:v>58.486972808837898</c:v>
                </c:pt>
                <c:pt idx="6256">
                  <c:v>58.544761657714801</c:v>
                </c:pt>
                <c:pt idx="6257">
                  <c:v>58.589206695556598</c:v>
                </c:pt>
                <c:pt idx="6258">
                  <c:v>58.585933685302699</c:v>
                </c:pt>
                <c:pt idx="6259">
                  <c:v>58.603221893310597</c:v>
                </c:pt>
                <c:pt idx="6260">
                  <c:v>58.542301177978501</c:v>
                </c:pt>
                <c:pt idx="6261">
                  <c:v>58.5222358703613</c:v>
                </c:pt>
                <c:pt idx="6262">
                  <c:v>58.572917938232401</c:v>
                </c:pt>
                <c:pt idx="6263">
                  <c:v>58.484718322753899</c:v>
                </c:pt>
                <c:pt idx="6264">
                  <c:v>58.443801879882798</c:v>
                </c:pt>
                <c:pt idx="6265">
                  <c:v>58.473064422607401</c:v>
                </c:pt>
                <c:pt idx="6266">
                  <c:v>58.473991394042997</c:v>
                </c:pt>
                <c:pt idx="6267">
                  <c:v>58.488224029541001</c:v>
                </c:pt>
                <c:pt idx="6268">
                  <c:v>58.468193054199197</c:v>
                </c:pt>
                <c:pt idx="6269">
                  <c:v>58.518321990966797</c:v>
                </c:pt>
                <c:pt idx="6270">
                  <c:v>58.522769927978501</c:v>
                </c:pt>
                <c:pt idx="6271">
                  <c:v>58.473445892333999</c:v>
                </c:pt>
                <c:pt idx="6272">
                  <c:v>58.426971435546903</c:v>
                </c:pt>
                <c:pt idx="6273">
                  <c:v>58.341133117675803</c:v>
                </c:pt>
                <c:pt idx="6274">
                  <c:v>58.354831695556598</c:v>
                </c:pt>
                <c:pt idx="6275">
                  <c:v>58.352424621582003</c:v>
                </c:pt>
                <c:pt idx="6276">
                  <c:v>58.413196563720703</c:v>
                </c:pt>
                <c:pt idx="6277">
                  <c:v>58.3662109375</c:v>
                </c:pt>
                <c:pt idx="6278">
                  <c:v>58.345188140869098</c:v>
                </c:pt>
                <c:pt idx="6279">
                  <c:v>58.389404296875</c:v>
                </c:pt>
                <c:pt idx="6280">
                  <c:v>58.372383117675803</c:v>
                </c:pt>
                <c:pt idx="6281">
                  <c:v>58.325096130371101</c:v>
                </c:pt>
                <c:pt idx="6282">
                  <c:v>58.315170288085902</c:v>
                </c:pt>
                <c:pt idx="6283">
                  <c:v>58.241619110107401</c:v>
                </c:pt>
                <c:pt idx="6284">
                  <c:v>58.222644805908203</c:v>
                </c:pt>
                <c:pt idx="6285">
                  <c:v>58.278778076171903</c:v>
                </c:pt>
                <c:pt idx="6286">
                  <c:v>58.217479705810597</c:v>
                </c:pt>
                <c:pt idx="6287">
                  <c:v>58.2034301757813</c:v>
                </c:pt>
                <c:pt idx="6288">
                  <c:v>58.225460052490199</c:v>
                </c:pt>
                <c:pt idx="6289">
                  <c:v>58.217983245849602</c:v>
                </c:pt>
                <c:pt idx="6290">
                  <c:v>58.167697906494098</c:v>
                </c:pt>
                <c:pt idx="6291">
                  <c:v>58.165294647216797</c:v>
                </c:pt>
                <c:pt idx="6292">
                  <c:v>58.145317077636697</c:v>
                </c:pt>
                <c:pt idx="6293">
                  <c:v>58.141284942627003</c:v>
                </c:pt>
                <c:pt idx="6294">
                  <c:v>58.1533012390137</c:v>
                </c:pt>
                <c:pt idx="6295">
                  <c:v>58.130340576171903</c:v>
                </c:pt>
                <c:pt idx="6296">
                  <c:v>58.13720703125</c:v>
                </c:pt>
                <c:pt idx="6297">
                  <c:v>58.132274627685597</c:v>
                </c:pt>
                <c:pt idx="6298">
                  <c:v>58.112197875976598</c:v>
                </c:pt>
                <c:pt idx="6299">
                  <c:v>58.088615417480497</c:v>
                </c:pt>
                <c:pt idx="6300">
                  <c:v>58.2946166992188</c:v>
                </c:pt>
                <c:pt idx="6301">
                  <c:v>57.892757415771499</c:v>
                </c:pt>
                <c:pt idx="6302">
                  <c:v>57.978279113769503</c:v>
                </c:pt>
                <c:pt idx="6303">
                  <c:v>57.974990844726598</c:v>
                </c:pt>
                <c:pt idx="6304">
                  <c:v>58.165836334228501</c:v>
                </c:pt>
                <c:pt idx="6305">
                  <c:v>58.291461944580099</c:v>
                </c:pt>
                <c:pt idx="6306">
                  <c:v>58.651309967041001</c:v>
                </c:pt>
                <c:pt idx="6307">
                  <c:v>57.596122741699197</c:v>
                </c:pt>
                <c:pt idx="6308">
                  <c:v>58.198024749755902</c:v>
                </c:pt>
                <c:pt idx="6309">
                  <c:v>58.076854705810597</c:v>
                </c:pt>
                <c:pt idx="6310">
                  <c:v>58.786956787109403</c:v>
                </c:pt>
                <c:pt idx="6311">
                  <c:v>58.891128540039098</c:v>
                </c:pt>
                <c:pt idx="6312">
                  <c:v>59.251022338867202</c:v>
                </c:pt>
                <c:pt idx="6313">
                  <c:v>59.156448364257798</c:v>
                </c:pt>
                <c:pt idx="6314">
                  <c:v>59.539505004882798</c:v>
                </c:pt>
                <c:pt idx="6315">
                  <c:v>58.927391052246101</c:v>
                </c:pt>
                <c:pt idx="6316">
                  <c:v>58.4784965515137</c:v>
                </c:pt>
                <c:pt idx="6317">
                  <c:v>58.566555023193402</c:v>
                </c:pt>
                <c:pt idx="6318">
                  <c:v>59.229892730712898</c:v>
                </c:pt>
                <c:pt idx="6319">
                  <c:v>58.893569946289098</c:v>
                </c:pt>
                <c:pt idx="6320">
                  <c:v>58.873748779296903</c:v>
                </c:pt>
                <c:pt idx="6321">
                  <c:v>59.102878570556598</c:v>
                </c:pt>
                <c:pt idx="6322">
                  <c:v>59.214584350585902</c:v>
                </c:pt>
                <c:pt idx="6323">
                  <c:v>59.019596099853501</c:v>
                </c:pt>
                <c:pt idx="6324">
                  <c:v>58.8590087890625</c:v>
                </c:pt>
                <c:pt idx="6325">
                  <c:v>58.7431640625</c:v>
                </c:pt>
                <c:pt idx="6326">
                  <c:v>59.495571136474602</c:v>
                </c:pt>
                <c:pt idx="6327">
                  <c:v>59.655063629150398</c:v>
                </c:pt>
                <c:pt idx="6328">
                  <c:v>59.3214111328125</c:v>
                </c:pt>
                <c:pt idx="6329">
                  <c:v>59.133575439453097</c:v>
                </c:pt>
                <c:pt idx="6330">
                  <c:v>58.559898376464801</c:v>
                </c:pt>
                <c:pt idx="6331">
                  <c:v>58.8942680358887</c:v>
                </c:pt>
                <c:pt idx="6332">
                  <c:v>58.922279357910199</c:v>
                </c:pt>
                <c:pt idx="6333">
                  <c:v>58.833187103271499</c:v>
                </c:pt>
                <c:pt idx="6334">
                  <c:v>58.908424377441399</c:v>
                </c:pt>
                <c:pt idx="6335">
                  <c:v>58.859020233154297</c:v>
                </c:pt>
                <c:pt idx="6336">
                  <c:v>58.795520782470703</c:v>
                </c:pt>
                <c:pt idx="6337">
                  <c:v>58.864921569824197</c:v>
                </c:pt>
                <c:pt idx="6338">
                  <c:v>58.865795135498097</c:v>
                </c:pt>
                <c:pt idx="6339">
                  <c:v>59.041286468505902</c:v>
                </c:pt>
                <c:pt idx="6340">
                  <c:v>58.907299041748097</c:v>
                </c:pt>
                <c:pt idx="6341">
                  <c:v>58.9266967773438</c:v>
                </c:pt>
                <c:pt idx="6342">
                  <c:v>58.945632934570298</c:v>
                </c:pt>
                <c:pt idx="6343">
                  <c:v>58.900955200195298</c:v>
                </c:pt>
                <c:pt idx="6344">
                  <c:v>59.011501312255902</c:v>
                </c:pt>
                <c:pt idx="6345">
                  <c:v>59.211936950683601</c:v>
                </c:pt>
                <c:pt idx="6346">
                  <c:v>59.009956359863303</c:v>
                </c:pt>
                <c:pt idx="6347">
                  <c:v>58.970516204833999</c:v>
                </c:pt>
                <c:pt idx="6348">
                  <c:v>58.9719047546387</c:v>
                </c:pt>
                <c:pt idx="6349">
                  <c:v>58.943954467773402</c:v>
                </c:pt>
                <c:pt idx="6350">
                  <c:v>58.941555023193402</c:v>
                </c:pt>
                <c:pt idx="6351">
                  <c:v>59.008514404296903</c:v>
                </c:pt>
                <c:pt idx="6352">
                  <c:v>58.966636657714801</c:v>
                </c:pt>
                <c:pt idx="6353">
                  <c:v>58.955654144287102</c:v>
                </c:pt>
                <c:pt idx="6354">
                  <c:v>59.275684356689503</c:v>
                </c:pt>
                <c:pt idx="6355">
                  <c:v>59.261539459228501</c:v>
                </c:pt>
                <c:pt idx="6356">
                  <c:v>59.209804534912102</c:v>
                </c:pt>
                <c:pt idx="6357">
                  <c:v>59.105415344238303</c:v>
                </c:pt>
                <c:pt idx="6358">
                  <c:v>59.189582824707003</c:v>
                </c:pt>
                <c:pt idx="6359">
                  <c:v>58.893344879150398</c:v>
                </c:pt>
                <c:pt idx="6360">
                  <c:v>59.0797729492188</c:v>
                </c:pt>
                <c:pt idx="6361">
                  <c:v>59.154296875</c:v>
                </c:pt>
                <c:pt idx="6362">
                  <c:v>59.436008453369098</c:v>
                </c:pt>
                <c:pt idx="6363">
                  <c:v>59.232372283935597</c:v>
                </c:pt>
                <c:pt idx="6364">
                  <c:v>59.532402038574197</c:v>
                </c:pt>
                <c:pt idx="6365">
                  <c:v>59.623836517333999</c:v>
                </c:pt>
                <c:pt idx="6366">
                  <c:v>59.661056518554702</c:v>
                </c:pt>
                <c:pt idx="6367">
                  <c:v>59.6264457702637</c:v>
                </c:pt>
                <c:pt idx="6368">
                  <c:v>59.491668701171903</c:v>
                </c:pt>
                <c:pt idx="6369">
                  <c:v>59.583610534667997</c:v>
                </c:pt>
                <c:pt idx="6370">
                  <c:v>59.541496276855497</c:v>
                </c:pt>
                <c:pt idx="6371">
                  <c:v>59.645240783691399</c:v>
                </c:pt>
                <c:pt idx="6372">
                  <c:v>59.314666748046903</c:v>
                </c:pt>
                <c:pt idx="6373">
                  <c:v>59.938526153564503</c:v>
                </c:pt>
                <c:pt idx="6374">
                  <c:v>59.803897857666001</c:v>
                </c:pt>
                <c:pt idx="6375">
                  <c:v>59.677577972412102</c:v>
                </c:pt>
                <c:pt idx="6376">
                  <c:v>59.860862731933601</c:v>
                </c:pt>
                <c:pt idx="6377">
                  <c:v>60.557846069335902</c:v>
                </c:pt>
                <c:pt idx="6378">
                  <c:v>60.184852600097699</c:v>
                </c:pt>
                <c:pt idx="6379">
                  <c:v>59.590530395507798</c:v>
                </c:pt>
                <c:pt idx="6380">
                  <c:v>59.910648345947301</c:v>
                </c:pt>
                <c:pt idx="6381">
                  <c:v>60.117755889892599</c:v>
                </c:pt>
                <c:pt idx="6382">
                  <c:v>60.204257965087898</c:v>
                </c:pt>
                <c:pt idx="6383">
                  <c:v>60.282379150390597</c:v>
                </c:pt>
                <c:pt idx="6384">
                  <c:v>60.147655487060597</c:v>
                </c:pt>
                <c:pt idx="6385">
                  <c:v>60.873439788818402</c:v>
                </c:pt>
                <c:pt idx="6386">
                  <c:v>60.521728515625</c:v>
                </c:pt>
                <c:pt idx="6387">
                  <c:v>60.537349700927699</c:v>
                </c:pt>
                <c:pt idx="6388">
                  <c:v>60.583766937255902</c:v>
                </c:pt>
                <c:pt idx="6389">
                  <c:v>60.586971282958999</c:v>
                </c:pt>
                <c:pt idx="6390">
                  <c:v>60.4213256835938</c:v>
                </c:pt>
                <c:pt idx="6391">
                  <c:v>60.506858825683601</c:v>
                </c:pt>
                <c:pt idx="6392">
                  <c:v>60.642593383789098</c:v>
                </c:pt>
                <c:pt idx="6393">
                  <c:v>60.698394775390597</c:v>
                </c:pt>
                <c:pt idx="6394">
                  <c:v>60.726993560791001</c:v>
                </c:pt>
                <c:pt idx="6395">
                  <c:v>60.653842926025398</c:v>
                </c:pt>
                <c:pt idx="6396">
                  <c:v>60.655719757080099</c:v>
                </c:pt>
                <c:pt idx="6397">
                  <c:v>60.801849365234403</c:v>
                </c:pt>
                <c:pt idx="6398">
                  <c:v>60.691246032714801</c:v>
                </c:pt>
                <c:pt idx="6399">
                  <c:v>60.776039123535199</c:v>
                </c:pt>
                <c:pt idx="6400">
                  <c:v>60.951984405517599</c:v>
                </c:pt>
                <c:pt idx="6401">
                  <c:v>60.9935111999512</c:v>
                </c:pt>
                <c:pt idx="6402">
                  <c:v>60.809295654296903</c:v>
                </c:pt>
                <c:pt idx="6403">
                  <c:v>60.918136596679702</c:v>
                </c:pt>
                <c:pt idx="6404">
                  <c:v>61.081718444824197</c:v>
                </c:pt>
                <c:pt idx="6405">
                  <c:v>61.076160430908203</c:v>
                </c:pt>
                <c:pt idx="6406">
                  <c:v>61.063396453857401</c:v>
                </c:pt>
                <c:pt idx="6407">
                  <c:v>61.167243957519503</c:v>
                </c:pt>
                <c:pt idx="6408">
                  <c:v>61.376899719238303</c:v>
                </c:pt>
                <c:pt idx="6409">
                  <c:v>61.388225555419901</c:v>
                </c:pt>
                <c:pt idx="6410">
                  <c:v>61.361747741699197</c:v>
                </c:pt>
                <c:pt idx="6411">
                  <c:v>61.390232086181598</c:v>
                </c:pt>
                <c:pt idx="6412">
                  <c:v>61.420440673828097</c:v>
                </c:pt>
                <c:pt idx="6413">
                  <c:v>61.397346496582003</c:v>
                </c:pt>
                <c:pt idx="6414">
                  <c:v>61.374053955078097</c:v>
                </c:pt>
                <c:pt idx="6415">
                  <c:v>61.133842468261697</c:v>
                </c:pt>
                <c:pt idx="6416">
                  <c:v>61.240604400634801</c:v>
                </c:pt>
                <c:pt idx="6417">
                  <c:v>61.348133087158203</c:v>
                </c:pt>
                <c:pt idx="6418">
                  <c:v>61.375541687011697</c:v>
                </c:pt>
                <c:pt idx="6419">
                  <c:v>61.305507659912102</c:v>
                </c:pt>
                <c:pt idx="6420">
                  <c:v>61.456062316894503</c:v>
                </c:pt>
                <c:pt idx="6421">
                  <c:v>61.474727630615199</c:v>
                </c:pt>
                <c:pt idx="6422">
                  <c:v>61.659824371337898</c:v>
                </c:pt>
                <c:pt idx="6423">
                  <c:v>61.646705627441399</c:v>
                </c:pt>
                <c:pt idx="6424">
                  <c:v>61.790523529052699</c:v>
                </c:pt>
                <c:pt idx="6425">
                  <c:v>61.886512756347699</c:v>
                </c:pt>
                <c:pt idx="6426">
                  <c:v>62.254776000976598</c:v>
                </c:pt>
                <c:pt idx="6427">
                  <c:v>62.029788970947301</c:v>
                </c:pt>
                <c:pt idx="6428">
                  <c:v>61.892810821533203</c:v>
                </c:pt>
                <c:pt idx="6429">
                  <c:v>61.963981628417997</c:v>
                </c:pt>
                <c:pt idx="6430">
                  <c:v>62.148872375488303</c:v>
                </c:pt>
                <c:pt idx="6431">
                  <c:v>62.036285400390597</c:v>
                </c:pt>
                <c:pt idx="6432">
                  <c:v>62.504432678222699</c:v>
                </c:pt>
                <c:pt idx="6433">
                  <c:v>62.471435546875</c:v>
                </c:pt>
                <c:pt idx="6434">
                  <c:v>63.136909484863303</c:v>
                </c:pt>
                <c:pt idx="6435">
                  <c:v>63.021652221679702</c:v>
                </c:pt>
                <c:pt idx="6436">
                  <c:v>63.255985260009801</c:v>
                </c:pt>
                <c:pt idx="6437">
                  <c:v>63.137561798095703</c:v>
                </c:pt>
                <c:pt idx="6438">
                  <c:v>62.768943786621101</c:v>
                </c:pt>
                <c:pt idx="6439">
                  <c:v>62.751087188720703</c:v>
                </c:pt>
                <c:pt idx="6440">
                  <c:v>62.682010650634801</c:v>
                </c:pt>
                <c:pt idx="6441">
                  <c:v>62.699478149414098</c:v>
                </c:pt>
                <c:pt idx="6442">
                  <c:v>62.779483795166001</c:v>
                </c:pt>
                <c:pt idx="6443">
                  <c:v>62.948539733886697</c:v>
                </c:pt>
                <c:pt idx="6444">
                  <c:v>63.104099273681598</c:v>
                </c:pt>
                <c:pt idx="6445">
                  <c:v>63.097434997558601</c:v>
                </c:pt>
                <c:pt idx="6446">
                  <c:v>63.318679809570298</c:v>
                </c:pt>
                <c:pt idx="6447">
                  <c:v>62.950248718261697</c:v>
                </c:pt>
                <c:pt idx="6448">
                  <c:v>63.020515441894503</c:v>
                </c:pt>
                <c:pt idx="6449">
                  <c:v>63.283329010009801</c:v>
                </c:pt>
                <c:pt idx="6450">
                  <c:v>63.630340576171903</c:v>
                </c:pt>
                <c:pt idx="6451">
                  <c:v>63.362957000732401</c:v>
                </c:pt>
                <c:pt idx="6452">
                  <c:v>63.1709175109863</c:v>
                </c:pt>
                <c:pt idx="6453">
                  <c:v>63.515178680419901</c:v>
                </c:pt>
                <c:pt idx="6454">
                  <c:v>63.653358459472699</c:v>
                </c:pt>
                <c:pt idx="6455">
                  <c:v>63.8056030273438</c:v>
                </c:pt>
                <c:pt idx="6456">
                  <c:v>64.240196228027301</c:v>
                </c:pt>
                <c:pt idx="6457">
                  <c:v>64.208145141601605</c:v>
                </c:pt>
                <c:pt idx="6458">
                  <c:v>64.172958374023395</c:v>
                </c:pt>
                <c:pt idx="6459">
                  <c:v>64.267051696777301</c:v>
                </c:pt>
                <c:pt idx="6460">
                  <c:v>64.162361145019503</c:v>
                </c:pt>
                <c:pt idx="6461">
                  <c:v>64.160209655761705</c:v>
                </c:pt>
                <c:pt idx="6462">
                  <c:v>64.396064758300795</c:v>
                </c:pt>
                <c:pt idx="6463">
                  <c:v>64.433128356933594</c:v>
                </c:pt>
                <c:pt idx="6464">
                  <c:v>64.172286987304702</c:v>
                </c:pt>
                <c:pt idx="6465">
                  <c:v>64.691909790039105</c:v>
                </c:pt>
                <c:pt idx="6466">
                  <c:v>64.542716979980497</c:v>
                </c:pt>
                <c:pt idx="6467">
                  <c:v>64.604301452636705</c:v>
                </c:pt>
                <c:pt idx="6468">
                  <c:v>64.752464294433594</c:v>
                </c:pt>
                <c:pt idx="6469">
                  <c:v>64.738319396972699</c:v>
                </c:pt>
                <c:pt idx="6470">
                  <c:v>64.825881958007798</c:v>
                </c:pt>
                <c:pt idx="6471">
                  <c:v>65.341697692871094</c:v>
                </c:pt>
                <c:pt idx="6472">
                  <c:v>65.185600280761705</c:v>
                </c:pt>
                <c:pt idx="6473">
                  <c:v>65.124000549316406</c:v>
                </c:pt>
                <c:pt idx="6474">
                  <c:v>65.207664489746094</c:v>
                </c:pt>
                <c:pt idx="6475">
                  <c:v>65.211082458496094</c:v>
                </c:pt>
                <c:pt idx="6476">
                  <c:v>65.242530822753906</c:v>
                </c:pt>
                <c:pt idx="6477">
                  <c:v>65.297309875488295</c:v>
                </c:pt>
                <c:pt idx="6478">
                  <c:v>65.284454345703097</c:v>
                </c:pt>
                <c:pt idx="6479">
                  <c:v>65.344406127929702</c:v>
                </c:pt>
                <c:pt idx="6480">
                  <c:v>65.327423095703097</c:v>
                </c:pt>
                <c:pt idx="6481">
                  <c:v>65.677772521972699</c:v>
                </c:pt>
                <c:pt idx="6482">
                  <c:v>65.661857604980497</c:v>
                </c:pt>
                <c:pt idx="6483">
                  <c:v>65.558441162109403</c:v>
                </c:pt>
                <c:pt idx="6484">
                  <c:v>65.549423217773395</c:v>
                </c:pt>
                <c:pt idx="6485">
                  <c:v>65.521621704101605</c:v>
                </c:pt>
                <c:pt idx="6486">
                  <c:v>65.548233032226605</c:v>
                </c:pt>
                <c:pt idx="6487">
                  <c:v>65.506492614746094</c:v>
                </c:pt>
                <c:pt idx="6488">
                  <c:v>65.257057189941406</c:v>
                </c:pt>
                <c:pt idx="6489">
                  <c:v>65.346664428710895</c:v>
                </c:pt>
                <c:pt idx="6490">
                  <c:v>65.369277954101605</c:v>
                </c:pt>
                <c:pt idx="6491">
                  <c:v>65.466209411621094</c:v>
                </c:pt>
                <c:pt idx="6492">
                  <c:v>65.450126647949205</c:v>
                </c:pt>
                <c:pt idx="6493">
                  <c:v>65.533096313476605</c:v>
                </c:pt>
                <c:pt idx="6494">
                  <c:v>65.616867065429702</c:v>
                </c:pt>
                <c:pt idx="6495">
                  <c:v>65.590538024902301</c:v>
                </c:pt>
                <c:pt idx="6496">
                  <c:v>65.578353881835895</c:v>
                </c:pt>
                <c:pt idx="6497">
                  <c:v>65.519020080566406</c:v>
                </c:pt>
                <c:pt idx="6498">
                  <c:v>65.777069091796903</c:v>
                </c:pt>
                <c:pt idx="6499">
                  <c:v>65.619796752929702</c:v>
                </c:pt>
                <c:pt idx="6500">
                  <c:v>65.551765441894503</c:v>
                </c:pt>
                <c:pt idx="6501">
                  <c:v>65.914031982421903</c:v>
                </c:pt>
                <c:pt idx="6502">
                  <c:v>66.048553466796903</c:v>
                </c:pt>
                <c:pt idx="6503">
                  <c:v>66.224311828613295</c:v>
                </c:pt>
                <c:pt idx="6504">
                  <c:v>65.892646789550795</c:v>
                </c:pt>
                <c:pt idx="6505">
                  <c:v>65.799667358398395</c:v>
                </c:pt>
                <c:pt idx="6506">
                  <c:v>65.738258361816406</c:v>
                </c:pt>
                <c:pt idx="6507">
                  <c:v>65.739555358886705</c:v>
                </c:pt>
                <c:pt idx="6508">
                  <c:v>65.740875244140597</c:v>
                </c:pt>
                <c:pt idx="6509">
                  <c:v>65.599723815917997</c:v>
                </c:pt>
                <c:pt idx="6510">
                  <c:v>65.80859375</c:v>
                </c:pt>
                <c:pt idx="6511">
                  <c:v>65.962654113769503</c:v>
                </c:pt>
                <c:pt idx="6512">
                  <c:v>65.622001647949205</c:v>
                </c:pt>
                <c:pt idx="6513">
                  <c:v>65.775131225585895</c:v>
                </c:pt>
                <c:pt idx="6514">
                  <c:v>65.908622741699205</c:v>
                </c:pt>
                <c:pt idx="6515">
                  <c:v>65.9205322265625</c:v>
                </c:pt>
                <c:pt idx="6516">
                  <c:v>65.9337158203125</c:v>
                </c:pt>
                <c:pt idx="6517">
                  <c:v>65.782432556152301</c:v>
                </c:pt>
                <c:pt idx="6518">
                  <c:v>65.950202941894503</c:v>
                </c:pt>
                <c:pt idx="6519">
                  <c:v>65.773536682128906</c:v>
                </c:pt>
                <c:pt idx="6520">
                  <c:v>65.884788513183594</c:v>
                </c:pt>
                <c:pt idx="6521">
                  <c:v>65.8028564453125</c:v>
                </c:pt>
                <c:pt idx="6522">
                  <c:v>65.937942504882798</c:v>
                </c:pt>
                <c:pt idx="6523">
                  <c:v>66.032135009765597</c:v>
                </c:pt>
                <c:pt idx="6524">
                  <c:v>66.053665161132798</c:v>
                </c:pt>
                <c:pt idx="6525">
                  <c:v>66.041648864746094</c:v>
                </c:pt>
                <c:pt idx="6526">
                  <c:v>66.284011840820298</c:v>
                </c:pt>
                <c:pt idx="6527">
                  <c:v>66.153495788574205</c:v>
                </c:pt>
                <c:pt idx="6528">
                  <c:v>66.090118408203097</c:v>
                </c:pt>
                <c:pt idx="6529">
                  <c:v>66.051078796386705</c:v>
                </c:pt>
                <c:pt idx="6530">
                  <c:v>66.015007019042997</c:v>
                </c:pt>
                <c:pt idx="6531">
                  <c:v>66.064994812011705</c:v>
                </c:pt>
                <c:pt idx="6532">
                  <c:v>66.034004211425795</c:v>
                </c:pt>
                <c:pt idx="6533">
                  <c:v>65.964424133300795</c:v>
                </c:pt>
                <c:pt idx="6534">
                  <c:v>65.924972534179702</c:v>
                </c:pt>
                <c:pt idx="6535">
                  <c:v>65.989067077636705</c:v>
                </c:pt>
                <c:pt idx="6536">
                  <c:v>66.111656188964801</c:v>
                </c:pt>
                <c:pt idx="6537">
                  <c:v>66.136016845703097</c:v>
                </c:pt>
                <c:pt idx="6538">
                  <c:v>66.158935546875</c:v>
                </c:pt>
                <c:pt idx="6539">
                  <c:v>66.387916564941406</c:v>
                </c:pt>
                <c:pt idx="6540">
                  <c:v>66.370338439941406</c:v>
                </c:pt>
                <c:pt idx="6541">
                  <c:v>66.594253540039105</c:v>
                </c:pt>
                <c:pt idx="6542">
                  <c:v>66.337882995605497</c:v>
                </c:pt>
                <c:pt idx="6543">
                  <c:v>66.161346435546903</c:v>
                </c:pt>
                <c:pt idx="6544">
                  <c:v>65.7440185546875</c:v>
                </c:pt>
                <c:pt idx="6545">
                  <c:v>66.256332397460895</c:v>
                </c:pt>
                <c:pt idx="6546">
                  <c:v>66.114463806152301</c:v>
                </c:pt>
                <c:pt idx="6547">
                  <c:v>66.094291687011705</c:v>
                </c:pt>
                <c:pt idx="6548">
                  <c:v>66.418045043945298</c:v>
                </c:pt>
                <c:pt idx="6549">
                  <c:v>66.313629150390597</c:v>
                </c:pt>
                <c:pt idx="6550">
                  <c:v>66.350776672363295</c:v>
                </c:pt>
                <c:pt idx="6551">
                  <c:v>66.449638366699205</c:v>
                </c:pt>
                <c:pt idx="6552">
                  <c:v>66.307220458984403</c:v>
                </c:pt>
                <c:pt idx="6553">
                  <c:v>66.217086791992202</c:v>
                </c:pt>
                <c:pt idx="6554">
                  <c:v>66.148483276367202</c:v>
                </c:pt>
                <c:pt idx="6555">
                  <c:v>66.139030456542997</c:v>
                </c:pt>
                <c:pt idx="6556">
                  <c:v>66.162933349609403</c:v>
                </c:pt>
                <c:pt idx="6557">
                  <c:v>66.156242370605497</c:v>
                </c:pt>
                <c:pt idx="6558">
                  <c:v>66.184387207031307</c:v>
                </c:pt>
                <c:pt idx="6559">
                  <c:v>66.203430175781307</c:v>
                </c:pt>
                <c:pt idx="6560">
                  <c:v>66.354385375976605</c:v>
                </c:pt>
                <c:pt idx="6561">
                  <c:v>66.349281311035199</c:v>
                </c:pt>
                <c:pt idx="6562">
                  <c:v>66.312225341796903</c:v>
                </c:pt>
                <c:pt idx="6563">
                  <c:v>66.236579895019503</c:v>
                </c:pt>
                <c:pt idx="6564">
                  <c:v>66.184425354003906</c:v>
                </c:pt>
                <c:pt idx="6565">
                  <c:v>66.223037719726605</c:v>
                </c:pt>
                <c:pt idx="6566">
                  <c:v>66.221595764160199</c:v>
                </c:pt>
                <c:pt idx="6567">
                  <c:v>66.209007263183594</c:v>
                </c:pt>
                <c:pt idx="6568">
                  <c:v>66.207527160644503</c:v>
                </c:pt>
                <c:pt idx="6569">
                  <c:v>66.224304199218807</c:v>
                </c:pt>
                <c:pt idx="6570">
                  <c:v>66.2254638671875</c:v>
                </c:pt>
                <c:pt idx="6571">
                  <c:v>66.254119873046903</c:v>
                </c:pt>
                <c:pt idx="6572">
                  <c:v>66.261116027832003</c:v>
                </c:pt>
                <c:pt idx="6573">
                  <c:v>66.182479858398395</c:v>
                </c:pt>
                <c:pt idx="6574">
                  <c:v>66.117446899414105</c:v>
                </c:pt>
                <c:pt idx="6575">
                  <c:v>66.079109191894503</c:v>
                </c:pt>
                <c:pt idx="6576">
                  <c:v>66.157722473144503</c:v>
                </c:pt>
                <c:pt idx="6577">
                  <c:v>66.161964416503906</c:v>
                </c:pt>
                <c:pt idx="6578">
                  <c:v>66.229408264160199</c:v>
                </c:pt>
                <c:pt idx="6579">
                  <c:v>65.982856750488295</c:v>
                </c:pt>
                <c:pt idx="6580">
                  <c:v>66.045684814453097</c:v>
                </c:pt>
                <c:pt idx="6581">
                  <c:v>66.084579467773395</c:v>
                </c:pt>
                <c:pt idx="6582">
                  <c:v>66.190673828125</c:v>
                </c:pt>
                <c:pt idx="6583">
                  <c:v>65.916099548339801</c:v>
                </c:pt>
                <c:pt idx="6584">
                  <c:v>66.023696899414105</c:v>
                </c:pt>
                <c:pt idx="6585">
                  <c:v>66.144569396972699</c:v>
                </c:pt>
                <c:pt idx="6586">
                  <c:v>66.325019836425795</c:v>
                </c:pt>
                <c:pt idx="6587">
                  <c:v>66.050537109375</c:v>
                </c:pt>
                <c:pt idx="6588">
                  <c:v>66.1053466796875</c:v>
                </c:pt>
                <c:pt idx="6589">
                  <c:v>66.336845397949205</c:v>
                </c:pt>
                <c:pt idx="6590">
                  <c:v>66.298133850097699</c:v>
                </c:pt>
                <c:pt idx="6591">
                  <c:v>66.115829467773395</c:v>
                </c:pt>
                <c:pt idx="6592">
                  <c:v>66.906509399414105</c:v>
                </c:pt>
                <c:pt idx="6593">
                  <c:v>66.530372619628906</c:v>
                </c:pt>
                <c:pt idx="6594">
                  <c:v>65.648849487304702</c:v>
                </c:pt>
                <c:pt idx="6595">
                  <c:v>66.027145385742202</c:v>
                </c:pt>
                <c:pt idx="6596">
                  <c:v>66.296043395996094</c:v>
                </c:pt>
                <c:pt idx="6597">
                  <c:v>66.1072998046875</c:v>
                </c:pt>
                <c:pt idx="6598">
                  <c:v>66.018020629882798</c:v>
                </c:pt>
                <c:pt idx="6599">
                  <c:v>65.957145690917997</c:v>
                </c:pt>
                <c:pt idx="6600">
                  <c:v>66.133346557617202</c:v>
                </c:pt>
                <c:pt idx="6601">
                  <c:v>66.247947692871094</c:v>
                </c:pt>
                <c:pt idx="6602">
                  <c:v>66.298507690429702</c:v>
                </c:pt>
                <c:pt idx="6603">
                  <c:v>66.254150390625</c:v>
                </c:pt>
                <c:pt idx="6604">
                  <c:v>66.300476074218807</c:v>
                </c:pt>
                <c:pt idx="6605">
                  <c:v>66.442390441894503</c:v>
                </c:pt>
                <c:pt idx="6606">
                  <c:v>66.419250488281307</c:v>
                </c:pt>
                <c:pt idx="6607">
                  <c:v>66.408401489257798</c:v>
                </c:pt>
                <c:pt idx="6608">
                  <c:v>66.424407958984403</c:v>
                </c:pt>
                <c:pt idx="6609">
                  <c:v>66.303115844726605</c:v>
                </c:pt>
                <c:pt idx="6610">
                  <c:v>66.329353332519503</c:v>
                </c:pt>
                <c:pt idx="6611">
                  <c:v>66.372108459472699</c:v>
                </c:pt>
                <c:pt idx="6612">
                  <c:v>66.386489868164105</c:v>
                </c:pt>
                <c:pt idx="6613">
                  <c:v>66.427040100097699</c:v>
                </c:pt>
                <c:pt idx="6614">
                  <c:v>66.438957214355497</c:v>
                </c:pt>
                <c:pt idx="6615">
                  <c:v>66.473251342773395</c:v>
                </c:pt>
                <c:pt idx="6616">
                  <c:v>66.489311218261705</c:v>
                </c:pt>
                <c:pt idx="6617">
                  <c:v>66.800369262695298</c:v>
                </c:pt>
                <c:pt idx="6618">
                  <c:v>66.956733703613295</c:v>
                </c:pt>
                <c:pt idx="6619">
                  <c:v>66.510757446289105</c:v>
                </c:pt>
                <c:pt idx="6620">
                  <c:v>66.597488403320298</c:v>
                </c:pt>
                <c:pt idx="6621">
                  <c:v>67.194450378417997</c:v>
                </c:pt>
                <c:pt idx="6622">
                  <c:v>67.755577087402301</c:v>
                </c:pt>
                <c:pt idx="6623">
                  <c:v>66.712722778320298</c:v>
                </c:pt>
                <c:pt idx="6624">
                  <c:v>66.397621154785199</c:v>
                </c:pt>
                <c:pt idx="6625">
                  <c:v>66.495712280273395</c:v>
                </c:pt>
                <c:pt idx="6626">
                  <c:v>66.095054626464801</c:v>
                </c:pt>
                <c:pt idx="6627">
                  <c:v>66.244285583496094</c:v>
                </c:pt>
                <c:pt idx="6628">
                  <c:v>66.693611145019503</c:v>
                </c:pt>
                <c:pt idx="6629">
                  <c:v>66.379913330078097</c:v>
                </c:pt>
                <c:pt idx="6630">
                  <c:v>66.475479125976605</c:v>
                </c:pt>
                <c:pt idx="6631">
                  <c:v>66.574485778808594</c:v>
                </c:pt>
                <c:pt idx="6632">
                  <c:v>66.784324645996094</c:v>
                </c:pt>
                <c:pt idx="6633">
                  <c:v>66.805244445800795</c:v>
                </c:pt>
                <c:pt idx="6634">
                  <c:v>66.348312377929702</c:v>
                </c:pt>
                <c:pt idx="6635">
                  <c:v>66.506256103515597</c:v>
                </c:pt>
                <c:pt idx="6636">
                  <c:v>66.695907592773395</c:v>
                </c:pt>
                <c:pt idx="6637">
                  <c:v>66.613883972167997</c:v>
                </c:pt>
                <c:pt idx="6638">
                  <c:v>67.394577026367202</c:v>
                </c:pt>
                <c:pt idx="6639">
                  <c:v>67.294647216796903</c:v>
                </c:pt>
                <c:pt idx="6640">
                  <c:v>66.797691345214801</c:v>
                </c:pt>
                <c:pt idx="6641">
                  <c:v>66.6026611328125</c:v>
                </c:pt>
                <c:pt idx="6642">
                  <c:v>66.814529418945298</c:v>
                </c:pt>
                <c:pt idx="6643">
                  <c:v>67.169006347656307</c:v>
                </c:pt>
                <c:pt idx="6644">
                  <c:v>66.776908874511705</c:v>
                </c:pt>
                <c:pt idx="6645">
                  <c:v>66.908157348632798</c:v>
                </c:pt>
                <c:pt idx="6646">
                  <c:v>66.894706726074205</c:v>
                </c:pt>
                <c:pt idx="6647">
                  <c:v>66.844161987304702</c:v>
                </c:pt>
                <c:pt idx="6648">
                  <c:v>66.707870483398395</c:v>
                </c:pt>
                <c:pt idx="6649">
                  <c:v>66.538162231445298</c:v>
                </c:pt>
                <c:pt idx="6650">
                  <c:v>66.516349792480497</c:v>
                </c:pt>
                <c:pt idx="6651">
                  <c:v>66.437934875488295</c:v>
                </c:pt>
                <c:pt idx="6652">
                  <c:v>66.877845764160199</c:v>
                </c:pt>
                <c:pt idx="6653">
                  <c:v>67.004852294921903</c:v>
                </c:pt>
                <c:pt idx="6654">
                  <c:v>66.971405029296903</c:v>
                </c:pt>
                <c:pt idx="6655">
                  <c:v>67.120635986328097</c:v>
                </c:pt>
                <c:pt idx="6656">
                  <c:v>67.103279113769503</c:v>
                </c:pt>
                <c:pt idx="6657">
                  <c:v>67.334403991699205</c:v>
                </c:pt>
                <c:pt idx="6658">
                  <c:v>67.263008117675795</c:v>
                </c:pt>
                <c:pt idx="6659">
                  <c:v>67.287094116210895</c:v>
                </c:pt>
                <c:pt idx="6660">
                  <c:v>67.332626342773395</c:v>
                </c:pt>
                <c:pt idx="6661">
                  <c:v>67.150215148925795</c:v>
                </c:pt>
                <c:pt idx="6662">
                  <c:v>67.112373352050795</c:v>
                </c:pt>
                <c:pt idx="6663">
                  <c:v>67.193244934082003</c:v>
                </c:pt>
                <c:pt idx="6664">
                  <c:v>67.305030822753906</c:v>
                </c:pt>
                <c:pt idx="6665">
                  <c:v>67.861427307128906</c:v>
                </c:pt>
                <c:pt idx="6666">
                  <c:v>67.8192138671875</c:v>
                </c:pt>
                <c:pt idx="6667">
                  <c:v>68.172653198242202</c:v>
                </c:pt>
                <c:pt idx="6668">
                  <c:v>68.790267944335895</c:v>
                </c:pt>
                <c:pt idx="6669">
                  <c:v>68.553382873535199</c:v>
                </c:pt>
                <c:pt idx="6670">
                  <c:v>67.936195373535199</c:v>
                </c:pt>
                <c:pt idx="6671">
                  <c:v>67.726478576660199</c:v>
                </c:pt>
                <c:pt idx="6672">
                  <c:v>67.787017822265597</c:v>
                </c:pt>
                <c:pt idx="6673">
                  <c:v>67.609832763671903</c:v>
                </c:pt>
                <c:pt idx="6674">
                  <c:v>67.588584899902301</c:v>
                </c:pt>
                <c:pt idx="6675">
                  <c:v>67.703109741210895</c:v>
                </c:pt>
                <c:pt idx="6676">
                  <c:v>67.665946960449205</c:v>
                </c:pt>
                <c:pt idx="6677">
                  <c:v>67.166999816894503</c:v>
                </c:pt>
                <c:pt idx="6678">
                  <c:v>67.166877746582003</c:v>
                </c:pt>
                <c:pt idx="6679">
                  <c:v>67.870246887207003</c:v>
                </c:pt>
                <c:pt idx="6680">
                  <c:v>67.969123840332003</c:v>
                </c:pt>
                <c:pt idx="6681">
                  <c:v>68.188568115234403</c:v>
                </c:pt>
                <c:pt idx="6682">
                  <c:v>68.040412902832003</c:v>
                </c:pt>
                <c:pt idx="6683">
                  <c:v>68.155715942382798</c:v>
                </c:pt>
                <c:pt idx="6684">
                  <c:v>68.132881164550795</c:v>
                </c:pt>
                <c:pt idx="6685">
                  <c:v>67.904045104980497</c:v>
                </c:pt>
                <c:pt idx="6686">
                  <c:v>67.633331298828097</c:v>
                </c:pt>
                <c:pt idx="6687">
                  <c:v>67.852188110351605</c:v>
                </c:pt>
                <c:pt idx="6688">
                  <c:v>67.612602233886705</c:v>
                </c:pt>
                <c:pt idx="6689">
                  <c:v>67.579421997070298</c:v>
                </c:pt>
                <c:pt idx="6690">
                  <c:v>67.832763671875</c:v>
                </c:pt>
                <c:pt idx="6691">
                  <c:v>68.109046936035199</c:v>
                </c:pt>
                <c:pt idx="6692">
                  <c:v>68.329345703125</c:v>
                </c:pt>
                <c:pt idx="6693">
                  <c:v>68.238708496093807</c:v>
                </c:pt>
                <c:pt idx="6694">
                  <c:v>68.218688964843807</c:v>
                </c:pt>
                <c:pt idx="6695">
                  <c:v>66.547607421875</c:v>
                </c:pt>
                <c:pt idx="6696">
                  <c:v>67.019340515136705</c:v>
                </c:pt>
                <c:pt idx="6697">
                  <c:v>68.153518676757798</c:v>
                </c:pt>
                <c:pt idx="6698">
                  <c:v>67.903045654296903</c:v>
                </c:pt>
                <c:pt idx="6699">
                  <c:v>67.808876037597699</c:v>
                </c:pt>
                <c:pt idx="6700">
                  <c:v>67.730369567871094</c:v>
                </c:pt>
                <c:pt idx="6701">
                  <c:v>67.887069702148395</c:v>
                </c:pt>
                <c:pt idx="6702">
                  <c:v>68.240325927734403</c:v>
                </c:pt>
                <c:pt idx="6703">
                  <c:v>68.218490600585895</c:v>
                </c:pt>
                <c:pt idx="6704">
                  <c:v>67.971412658691406</c:v>
                </c:pt>
                <c:pt idx="6705">
                  <c:v>67.752113342285199</c:v>
                </c:pt>
                <c:pt idx="6706">
                  <c:v>67.569061279296903</c:v>
                </c:pt>
                <c:pt idx="6707">
                  <c:v>67.733146667480497</c:v>
                </c:pt>
                <c:pt idx="6708">
                  <c:v>67.910140991210895</c:v>
                </c:pt>
                <c:pt idx="6709">
                  <c:v>68.097511291503906</c:v>
                </c:pt>
                <c:pt idx="6710">
                  <c:v>68.188018798828097</c:v>
                </c:pt>
                <c:pt idx="6711">
                  <c:v>68.019134521484403</c:v>
                </c:pt>
                <c:pt idx="6712">
                  <c:v>68.218688964843807</c:v>
                </c:pt>
                <c:pt idx="6713">
                  <c:v>67.989913940429702</c:v>
                </c:pt>
                <c:pt idx="6714">
                  <c:v>68.150917053222699</c:v>
                </c:pt>
                <c:pt idx="6715">
                  <c:v>68.451904296875</c:v>
                </c:pt>
                <c:pt idx="6716">
                  <c:v>69.14501953125</c:v>
                </c:pt>
                <c:pt idx="6717">
                  <c:v>69.260093688964801</c:v>
                </c:pt>
                <c:pt idx="6718">
                  <c:v>68.999656677246094</c:v>
                </c:pt>
                <c:pt idx="6719">
                  <c:v>69.073928833007798</c:v>
                </c:pt>
                <c:pt idx="6720">
                  <c:v>68.711982727050795</c:v>
                </c:pt>
                <c:pt idx="6721">
                  <c:v>68.803649902343807</c:v>
                </c:pt>
                <c:pt idx="6722">
                  <c:v>68.939445495605497</c:v>
                </c:pt>
                <c:pt idx="6723">
                  <c:v>68.859786987304702</c:v>
                </c:pt>
                <c:pt idx="6724">
                  <c:v>69.074386596679702</c:v>
                </c:pt>
                <c:pt idx="6725">
                  <c:v>68.832595825195298</c:v>
                </c:pt>
                <c:pt idx="6726">
                  <c:v>68.605331420898395</c:v>
                </c:pt>
                <c:pt idx="6727">
                  <c:v>68.647109985351605</c:v>
                </c:pt>
                <c:pt idx="6728">
                  <c:v>68.737464904785199</c:v>
                </c:pt>
                <c:pt idx="6729">
                  <c:v>68.883949279785199</c:v>
                </c:pt>
                <c:pt idx="6730">
                  <c:v>68.927513122558594</c:v>
                </c:pt>
                <c:pt idx="6731">
                  <c:v>69.201843261718807</c:v>
                </c:pt>
                <c:pt idx="6732">
                  <c:v>68.926673889160199</c:v>
                </c:pt>
                <c:pt idx="6733">
                  <c:v>68.930740356445298</c:v>
                </c:pt>
                <c:pt idx="6734">
                  <c:v>68.969680786132798</c:v>
                </c:pt>
                <c:pt idx="6735">
                  <c:v>68.750320434570298</c:v>
                </c:pt>
                <c:pt idx="6736">
                  <c:v>68.973922729492202</c:v>
                </c:pt>
                <c:pt idx="6737">
                  <c:v>69.0418701171875</c:v>
                </c:pt>
                <c:pt idx="6738">
                  <c:v>68.945976257324205</c:v>
                </c:pt>
                <c:pt idx="6739">
                  <c:v>68.718078613281307</c:v>
                </c:pt>
                <c:pt idx="6740">
                  <c:v>68.800010681152301</c:v>
                </c:pt>
                <c:pt idx="6741">
                  <c:v>69.095184326171903</c:v>
                </c:pt>
                <c:pt idx="6742">
                  <c:v>69.123123168945298</c:v>
                </c:pt>
                <c:pt idx="6743">
                  <c:v>68.659141540527301</c:v>
                </c:pt>
                <c:pt idx="6744">
                  <c:v>68.975578308105497</c:v>
                </c:pt>
                <c:pt idx="6745">
                  <c:v>69.206222534179702</c:v>
                </c:pt>
                <c:pt idx="6746">
                  <c:v>69.444602966308594</c:v>
                </c:pt>
                <c:pt idx="6747">
                  <c:v>69.266021728515597</c:v>
                </c:pt>
                <c:pt idx="6748">
                  <c:v>68.916564941406307</c:v>
                </c:pt>
                <c:pt idx="6749">
                  <c:v>68.915863037109403</c:v>
                </c:pt>
                <c:pt idx="6750">
                  <c:v>68.930381774902301</c:v>
                </c:pt>
                <c:pt idx="6751">
                  <c:v>69.189598083496094</c:v>
                </c:pt>
                <c:pt idx="6752">
                  <c:v>69.193923950195298</c:v>
                </c:pt>
                <c:pt idx="6753">
                  <c:v>69.241317749023395</c:v>
                </c:pt>
                <c:pt idx="6754">
                  <c:v>69.3408203125</c:v>
                </c:pt>
                <c:pt idx="6755">
                  <c:v>69.427528381347699</c:v>
                </c:pt>
                <c:pt idx="6756">
                  <c:v>69.649154663085895</c:v>
                </c:pt>
                <c:pt idx="6757">
                  <c:v>69.671684265136705</c:v>
                </c:pt>
                <c:pt idx="6758">
                  <c:v>69.754470825195298</c:v>
                </c:pt>
                <c:pt idx="6759">
                  <c:v>69.618919372558594</c:v>
                </c:pt>
                <c:pt idx="6760">
                  <c:v>69.851097106933594</c:v>
                </c:pt>
                <c:pt idx="6761">
                  <c:v>69.508872985839801</c:v>
                </c:pt>
                <c:pt idx="6762">
                  <c:v>69.83935546875</c:v>
                </c:pt>
                <c:pt idx="6763">
                  <c:v>69.892631530761705</c:v>
                </c:pt>
                <c:pt idx="6764">
                  <c:v>69.618751525878906</c:v>
                </c:pt>
                <c:pt idx="6765">
                  <c:v>69.4293212890625</c:v>
                </c:pt>
                <c:pt idx="6766">
                  <c:v>69.413864135742202</c:v>
                </c:pt>
                <c:pt idx="6767">
                  <c:v>69.379753112792997</c:v>
                </c:pt>
                <c:pt idx="6768">
                  <c:v>69.449226379394503</c:v>
                </c:pt>
                <c:pt idx="6769">
                  <c:v>69.669715881347699</c:v>
                </c:pt>
                <c:pt idx="6770">
                  <c:v>69.619155883789105</c:v>
                </c:pt>
                <c:pt idx="6771">
                  <c:v>69.535163879394503</c:v>
                </c:pt>
                <c:pt idx="6772">
                  <c:v>69.325294494628906</c:v>
                </c:pt>
                <c:pt idx="6773">
                  <c:v>69.869201660156307</c:v>
                </c:pt>
                <c:pt idx="6774">
                  <c:v>69.699935913085895</c:v>
                </c:pt>
                <c:pt idx="6775">
                  <c:v>69.498771667480497</c:v>
                </c:pt>
                <c:pt idx="6776">
                  <c:v>69.383209228515597</c:v>
                </c:pt>
                <c:pt idx="6777">
                  <c:v>69.229049682617202</c:v>
                </c:pt>
                <c:pt idx="6778">
                  <c:v>68.990333557128906</c:v>
                </c:pt>
                <c:pt idx="6779">
                  <c:v>69.473327636718807</c:v>
                </c:pt>
                <c:pt idx="6780">
                  <c:v>69.562736511230497</c:v>
                </c:pt>
                <c:pt idx="6781">
                  <c:v>69.482284545898395</c:v>
                </c:pt>
                <c:pt idx="6782">
                  <c:v>69.834983825683594</c:v>
                </c:pt>
                <c:pt idx="6783">
                  <c:v>69.352394104003906</c:v>
                </c:pt>
                <c:pt idx="6784">
                  <c:v>69.485397338867202</c:v>
                </c:pt>
                <c:pt idx="6785">
                  <c:v>69.475242614746094</c:v>
                </c:pt>
                <c:pt idx="6786">
                  <c:v>69.711067199707003</c:v>
                </c:pt>
                <c:pt idx="6787">
                  <c:v>70.062286376953097</c:v>
                </c:pt>
                <c:pt idx="6788">
                  <c:v>70.100028991699205</c:v>
                </c:pt>
                <c:pt idx="6789">
                  <c:v>69.679908752441406</c:v>
                </c:pt>
                <c:pt idx="6790">
                  <c:v>69.532096862792997</c:v>
                </c:pt>
                <c:pt idx="6791">
                  <c:v>69.640953063964801</c:v>
                </c:pt>
                <c:pt idx="6792">
                  <c:v>69.649955749511705</c:v>
                </c:pt>
                <c:pt idx="6793">
                  <c:v>69.926170349121094</c:v>
                </c:pt>
                <c:pt idx="6794">
                  <c:v>69.868934631347699</c:v>
                </c:pt>
                <c:pt idx="6795">
                  <c:v>69.767372131347699</c:v>
                </c:pt>
                <c:pt idx="6796">
                  <c:v>69.694847106933594</c:v>
                </c:pt>
                <c:pt idx="6797">
                  <c:v>69.6319580078125</c:v>
                </c:pt>
                <c:pt idx="6798">
                  <c:v>69.615257263183594</c:v>
                </c:pt>
                <c:pt idx="6799">
                  <c:v>69.58984375</c:v>
                </c:pt>
                <c:pt idx="6800">
                  <c:v>69.325538635253906</c:v>
                </c:pt>
                <c:pt idx="6801">
                  <c:v>69.350242614746094</c:v>
                </c:pt>
                <c:pt idx="6802">
                  <c:v>69.366035461425795</c:v>
                </c:pt>
                <c:pt idx="6803">
                  <c:v>69.373771667480497</c:v>
                </c:pt>
                <c:pt idx="6804">
                  <c:v>70.308532714843807</c:v>
                </c:pt>
                <c:pt idx="6805">
                  <c:v>70.237136840820298</c:v>
                </c:pt>
                <c:pt idx="6806">
                  <c:v>69.897186279296903</c:v>
                </c:pt>
                <c:pt idx="6807">
                  <c:v>69.746841430664105</c:v>
                </c:pt>
                <c:pt idx="6808">
                  <c:v>69.723350524902301</c:v>
                </c:pt>
                <c:pt idx="6809">
                  <c:v>70.053558349609403</c:v>
                </c:pt>
                <c:pt idx="6810">
                  <c:v>70.226509094238295</c:v>
                </c:pt>
                <c:pt idx="6811">
                  <c:v>70.213279724121094</c:v>
                </c:pt>
                <c:pt idx="6812">
                  <c:v>70.657249450683594</c:v>
                </c:pt>
                <c:pt idx="6813">
                  <c:v>70.309944152832003</c:v>
                </c:pt>
                <c:pt idx="6814">
                  <c:v>69.918876647949205</c:v>
                </c:pt>
                <c:pt idx="6815">
                  <c:v>69.670127868652301</c:v>
                </c:pt>
                <c:pt idx="6816">
                  <c:v>70.1282958984375</c:v>
                </c:pt>
                <c:pt idx="6817">
                  <c:v>69.886619567871094</c:v>
                </c:pt>
                <c:pt idx="6818">
                  <c:v>69.500549316406307</c:v>
                </c:pt>
                <c:pt idx="6819">
                  <c:v>69.718925476074205</c:v>
                </c:pt>
                <c:pt idx="6820">
                  <c:v>69.575164794921903</c:v>
                </c:pt>
                <c:pt idx="6821">
                  <c:v>70.100776672363295</c:v>
                </c:pt>
                <c:pt idx="6822">
                  <c:v>70.408470153808594</c:v>
                </c:pt>
                <c:pt idx="6823">
                  <c:v>70.088630676269503</c:v>
                </c:pt>
                <c:pt idx="6824">
                  <c:v>70.099845886230497</c:v>
                </c:pt>
                <c:pt idx="6825">
                  <c:v>70.352981567382798</c:v>
                </c:pt>
                <c:pt idx="6826">
                  <c:v>70.352241516113295</c:v>
                </c:pt>
                <c:pt idx="6827">
                  <c:v>70.406898498535199</c:v>
                </c:pt>
                <c:pt idx="6828">
                  <c:v>69.870597839355497</c:v>
                </c:pt>
                <c:pt idx="6829">
                  <c:v>69.944618225097699</c:v>
                </c:pt>
                <c:pt idx="6830">
                  <c:v>70.194267272949205</c:v>
                </c:pt>
                <c:pt idx="6831">
                  <c:v>70.198837280273395</c:v>
                </c:pt>
                <c:pt idx="6832">
                  <c:v>70.124664306640597</c:v>
                </c:pt>
                <c:pt idx="6833">
                  <c:v>70.364486694335895</c:v>
                </c:pt>
                <c:pt idx="6834">
                  <c:v>70.1982421875</c:v>
                </c:pt>
                <c:pt idx="6835">
                  <c:v>69.943176269531307</c:v>
                </c:pt>
                <c:pt idx="6836">
                  <c:v>70.488098144531307</c:v>
                </c:pt>
                <c:pt idx="6837">
                  <c:v>70.475616455078097</c:v>
                </c:pt>
                <c:pt idx="6838">
                  <c:v>70.235633850097699</c:v>
                </c:pt>
                <c:pt idx="6839">
                  <c:v>70.278526306152301</c:v>
                </c:pt>
                <c:pt idx="6840">
                  <c:v>70.743415832519503</c:v>
                </c:pt>
                <c:pt idx="6841">
                  <c:v>71.026100158691406</c:v>
                </c:pt>
                <c:pt idx="6842">
                  <c:v>70.582626342773395</c:v>
                </c:pt>
                <c:pt idx="6843">
                  <c:v>70.339317321777301</c:v>
                </c:pt>
                <c:pt idx="6844">
                  <c:v>70.759933471679702</c:v>
                </c:pt>
                <c:pt idx="6845">
                  <c:v>70.514518737792997</c:v>
                </c:pt>
                <c:pt idx="6846">
                  <c:v>70.361305236816406</c:v>
                </c:pt>
                <c:pt idx="6847">
                  <c:v>70.444160461425795</c:v>
                </c:pt>
                <c:pt idx="6848">
                  <c:v>70.222808837890597</c:v>
                </c:pt>
                <c:pt idx="6849">
                  <c:v>70.111709594726605</c:v>
                </c:pt>
                <c:pt idx="6850">
                  <c:v>70.170761108398395</c:v>
                </c:pt>
                <c:pt idx="6851">
                  <c:v>70.426315307617202</c:v>
                </c:pt>
                <c:pt idx="6852">
                  <c:v>71.194984436035199</c:v>
                </c:pt>
                <c:pt idx="6853">
                  <c:v>70.699981689453097</c:v>
                </c:pt>
                <c:pt idx="6854">
                  <c:v>70.040206909179702</c:v>
                </c:pt>
                <c:pt idx="6855">
                  <c:v>70.211334228515597</c:v>
                </c:pt>
                <c:pt idx="6856">
                  <c:v>70.489990234375</c:v>
                </c:pt>
                <c:pt idx="6857">
                  <c:v>70.384597778320298</c:v>
                </c:pt>
                <c:pt idx="6858">
                  <c:v>70.293975830078097</c:v>
                </c:pt>
                <c:pt idx="6859">
                  <c:v>70.358108520507798</c:v>
                </c:pt>
                <c:pt idx="6860">
                  <c:v>70.296005249023395</c:v>
                </c:pt>
                <c:pt idx="6861">
                  <c:v>70.263557434082003</c:v>
                </c:pt>
                <c:pt idx="6862">
                  <c:v>70.220207214355497</c:v>
                </c:pt>
                <c:pt idx="6863">
                  <c:v>70.186454772949205</c:v>
                </c:pt>
                <c:pt idx="6864">
                  <c:v>70.206031799316406</c:v>
                </c:pt>
                <c:pt idx="6865">
                  <c:v>70.287948608398395</c:v>
                </c:pt>
                <c:pt idx="6866">
                  <c:v>70.272872924804702</c:v>
                </c:pt>
                <c:pt idx="6867">
                  <c:v>70.2564697265625</c:v>
                </c:pt>
                <c:pt idx="6868">
                  <c:v>70.248832702636705</c:v>
                </c:pt>
                <c:pt idx="6869">
                  <c:v>70.260215759277301</c:v>
                </c:pt>
                <c:pt idx="6870">
                  <c:v>70.246070861816406</c:v>
                </c:pt>
                <c:pt idx="6871">
                  <c:v>70.2440185546875</c:v>
                </c:pt>
                <c:pt idx="6872">
                  <c:v>70.300079345703097</c:v>
                </c:pt>
                <c:pt idx="6873">
                  <c:v>70.332015991210895</c:v>
                </c:pt>
                <c:pt idx="6874">
                  <c:v>70.282295227050795</c:v>
                </c:pt>
                <c:pt idx="6875">
                  <c:v>70.175468444824205</c:v>
                </c:pt>
                <c:pt idx="6876">
                  <c:v>70.261550903320298</c:v>
                </c:pt>
                <c:pt idx="6877">
                  <c:v>70.270339965820298</c:v>
                </c:pt>
                <c:pt idx="6878">
                  <c:v>70.356201171875</c:v>
                </c:pt>
                <c:pt idx="6879">
                  <c:v>70.277732849121094</c:v>
                </c:pt>
                <c:pt idx="6880">
                  <c:v>70.301017761230497</c:v>
                </c:pt>
                <c:pt idx="6881">
                  <c:v>70.309959411621094</c:v>
                </c:pt>
                <c:pt idx="6882">
                  <c:v>70.222015380859403</c:v>
                </c:pt>
                <c:pt idx="6883">
                  <c:v>70.246383666992202</c:v>
                </c:pt>
                <c:pt idx="6884">
                  <c:v>70.205375671386705</c:v>
                </c:pt>
                <c:pt idx="6885">
                  <c:v>70.179649353027301</c:v>
                </c:pt>
                <c:pt idx="6886">
                  <c:v>70.181663513183594</c:v>
                </c:pt>
                <c:pt idx="6887">
                  <c:v>70.298477172851605</c:v>
                </c:pt>
                <c:pt idx="6888">
                  <c:v>70.39208984375</c:v>
                </c:pt>
                <c:pt idx="6889">
                  <c:v>70.312339782714801</c:v>
                </c:pt>
                <c:pt idx="6890">
                  <c:v>70.262031555175795</c:v>
                </c:pt>
                <c:pt idx="6891">
                  <c:v>70.367210388183594</c:v>
                </c:pt>
                <c:pt idx="6892">
                  <c:v>70.338638305664105</c:v>
                </c:pt>
                <c:pt idx="6893">
                  <c:v>70.512054443359403</c:v>
                </c:pt>
                <c:pt idx="6894">
                  <c:v>70.425430297851605</c:v>
                </c:pt>
                <c:pt idx="6895">
                  <c:v>70.305648803710895</c:v>
                </c:pt>
                <c:pt idx="6896">
                  <c:v>70.219596862792997</c:v>
                </c:pt>
                <c:pt idx="6897">
                  <c:v>70.203056335449205</c:v>
                </c:pt>
                <c:pt idx="6898">
                  <c:v>70.202369689941406</c:v>
                </c:pt>
                <c:pt idx="6899">
                  <c:v>70.196067810058594</c:v>
                </c:pt>
                <c:pt idx="6900">
                  <c:v>70.220573425292997</c:v>
                </c:pt>
                <c:pt idx="6901">
                  <c:v>70.213897705078097</c:v>
                </c:pt>
                <c:pt idx="6902">
                  <c:v>70.291679382324205</c:v>
                </c:pt>
                <c:pt idx="6903">
                  <c:v>70.619987487792997</c:v>
                </c:pt>
                <c:pt idx="6904">
                  <c:v>70.527015686035199</c:v>
                </c:pt>
                <c:pt idx="6905">
                  <c:v>70.411071777343807</c:v>
                </c:pt>
                <c:pt idx="6906">
                  <c:v>70.324562072753906</c:v>
                </c:pt>
                <c:pt idx="6907">
                  <c:v>70.332458496093807</c:v>
                </c:pt>
                <c:pt idx="6908">
                  <c:v>70.299560546875</c:v>
                </c:pt>
                <c:pt idx="6909">
                  <c:v>70.212074279785199</c:v>
                </c:pt>
                <c:pt idx="6910">
                  <c:v>70.255599975585895</c:v>
                </c:pt>
                <c:pt idx="6911">
                  <c:v>70.312225341796903</c:v>
                </c:pt>
                <c:pt idx="6912">
                  <c:v>70.407241821289105</c:v>
                </c:pt>
                <c:pt idx="6913">
                  <c:v>70.451507568359403</c:v>
                </c:pt>
                <c:pt idx="6914">
                  <c:v>70.470687866210895</c:v>
                </c:pt>
                <c:pt idx="6915">
                  <c:v>70.498741149902301</c:v>
                </c:pt>
                <c:pt idx="6916">
                  <c:v>70.5255126953125</c:v>
                </c:pt>
                <c:pt idx="6917">
                  <c:v>70.516784667968807</c:v>
                </c:pt>
                <c:pt idx="6918">
                  <c:v>70.567703247070298</c:v>
                </c:pt>
                <c:pt idx="6919">
                  <c:v>70.709754943847699</c:v>
                </c:pt>
                <c:pt idx="6920">
                  <c:v>70.701644897460895</c:v>
                </c:pt>
                <c:pt idx="6921">
                  <c:v>70.852790832519503</c:v>
                </c:pt>
                <c:pt idx="6922">
                  <c:v>70.821762084960895</c:v>
                </c:pt>
                <c:pt idx="6923">
                  <c:v>70.938346862792997</c:v>
                </c:pt>
                <c:pt idx="6924">
                  <c:v>70.845535278320298</c:v>
                </c:pt>
                <c:pt idx="6925">
                  <c:v>70.815567016601605</c:v>
                </c:pt>
                <c:pt idx="6926">
                  <c:v>70.809722900390597</c:v>
                </c:pt>
                <c:pt idx="6927">
                  <c:v>70.809242248535199</c:v>
                </c:pt>
                <c:pt idx="6928">
                  <c:v>70.732429504394503</c:v>
                </c:pt>
                <c:pt idx="6929">
                  <c:v>70.854385375976605</c:v>
                </c:pt>
                <c:pt idx="6930">
                  <c:v>70.903266906738295</c:v>
                </c:pt>
                <c:pt idx="6931">
                  <c:v>70.885498046875</c:v>
                </c:pt>
                <c:pt idx="6932">
                  <c:v>70.943733215332003</c:v>
                </c:pt>
                <c:pt idx="6933">
                  <c:v>70.958305358886705</c:v>
                </c:pt>
                <c:pt idx="6934">
                  <c:v>71.197601318359403</c:v>
                </c:pt>
                <c:pt idx="6935">
                  <c:v>71.193420410156307</c:v>
                </c:pt>
                <c:pt idx="6936">
                  <c:v>71.091217041015597</c:v>
                </c:pt>
                <c:pt idx="6937">
                  <c:v>71.125465393066406</c:v>
                </c:pt>
                <c:pt idx="6938">
                  <c:v>71.404563903808594</c:v>
                </c:pt>
                <c:pt idx="6939">
                  <c:v>71.443344116210895</c:v>
                </c:pt>
                <c:pt idx="6940">
                  <c:v>71.392906188964801</c:v>
                </c:pt>
                <c:pt idx="6941">
                  <c:v>71.404228210449205</c:v>
                </c:pt>
                <c:pt idx="6942">
                  <c:v>71.382286071777301</c:v>
                </c:pt>
                <c:pt idx="6943">
                  <c:v>71.328887939453097</c:v>
                </c:pt>
                <c:pt idx="6944">
                  <c:v>71.387702941894503</c:v>
                </c:pt>
                <c:pt idx="6945">
                  <c:v>71.502273559570298</c:v>
                </c:pt>
                <c:pt idx="6946">
                  <c:v>71.643318176269503</c:v>
                </c:pt>
                <c:pt idx="6947">
                  <c:v>71.784271240234403</c:v>
                </c:pt>
                <c:pt idx="6948">
                  <c:v>71.786941528320298</c:v>
                </c:pt>
                <c:pt idx="6949">
                  <c:v>71.804023742675795</c:v>
                </c:pt>
                <c:pt idx="6950">
                  <c:v>71.967147827148395</c:v>
                </c:pt>
                <c:pt idx="6951">
                  <c:v>72.040176391601605</c:v>
                </c:pt>
                <c:pt idx="6952">
                  <c:v>72.071594238281307</c:v>
                </c:pt>
                <c:pt idx="6953">
                  <c:v>72.376777648925795</c:v>
                </c:pt>
                <c:pt idx="6954">
                  <c:v>72.090423583984403</c:v>
                </c:pt>
                <c:pt idx="6955">
                  <c:v>72.320564270019503</c:v>
                </c:pt>
                <c:pt idx="6956">
                  <c:v>72.756309509277301</c:v>
                </c:pt>
                <c:pt idx="6957">
                  <c:v>72.730064392089801</c:v>
                </c:pt>
                <c:pt idx="6958">
                  <c:v>72.654846191406307</c:v>
                </c:pt>
                <c:pt idx="6959">
                  <c:v>72.635795593261705</c:v>
                </c:pt>
                <c:pt idx="6960">
                  <c:v>72.743942260742202</c:v>
                </c:pt>
                <c:pt idx="6961">
                  <c:v>72.685226440429702</c:v>
                </c:pt>
                <c:pt idx="6962">
                  <c:v>72.765487670898395</c:v>
                </c:pt>
                <c:pt idx="6963">
                  <c:v>73.168670654296903</c:v>
                </c:pt>
                <c:pt idx="6964">
                  <c:v>73.219902038574205</c:v>
                </c:pt>
                <c:pt idx="6965">
                  <c:v>73.213272094726605</c:v>
                </c:pt>
                <c:pt idx="6966">
                  <c:v>73.056205749511705</c:v>
                </c:pt>
                <c:pt idx="6967">
                  <c:v>73.226943969726605</c:v>
                </c:pt>
                <c:pt idx="6968">
                  <c:v>73.171234130859403</c:v>
                </c:pt>
                <c:pt idx="6969">
                  <c:v>73.164131164550795</c:v>
                </c:pt>
                <c:pt idx="6970">
                  <c:v>73.1507568359375</c:v>
                </c:pt>
                <c:pt idx="6971">
                  <c:v>73.296966552734403</c:v>
                </c:pt>
                <c:pt idx="6972">
                  <c:v>73.1817626953125</c:v>
                </c:pt>
                <c:pt idx="6973">
                  <c:v>73.196571350097699</c:v>
                </c:pt>
                <c:pt idx="6974">
                  <c:v>73.315933227539105</c:v>
                </c:pt>
                <c:pt idx="6975">
                  <c:v>73.372215270996094</c:v>
                </c:pt>
                <c:pt idx="6976">
                  <c:v>73.348083496093807</c:v>
                </c:pt>
                <c:pt idx="6977">
                  <c:v>73.243591308593807</c:v>
                </c:pt>
                <c:pt idx="6978">
                  <c:v>74.085693359375</c:v>
                </c:pt>
                <c:pt idx="6979">
                  <c:v>73.775161743164105</c:v>
                </c:pt>
                <c:pt idx="6980">
                  <c:v>73.650985717773395</c:v>
                </c:pt>
                <c:pt idx="6981">
                  <c:v>73.685585021972699</c:v>
                </c:pt>
                <c:pt idx="6982">
                  <c:v>73.612068176269503</c:v>
                </c:pt>
                <c:pt idx="6983">
                  <c:v>73.692398071289105</c:v>
                </c:pt>
                <c:pt idx="6984">
                  <c:v>73.273811340332003</c:v>
                </c:pt>
                <c:pt idx="6985">
                  <c:v>73.513191223144503</c:v>
                </c:pt>
                <c:pt idx="6986">
                  <c:v>74.071716308593807</c:v>
                </c:pt>
                <c:pt idx="6987">
                  <c:v>73.952339172363295</c:v>
                </c:pt>
                <c:pt idx="6988">
                  <c:v>73.845161437988295</c:v>
                </c:pt>
                <c:pt idx="6989">
                  <c:v>73.936210632324205</c:v>
                </c:pt>
                <c:pt idx="6990">
                  <c:v>73.848800659179702</c:v>
                </c:pt>
                <c:pt idx="6991">
                  <c:v>73.811843872070298</c:v>
                </c:pt>
                <c:pt idx="6992">
                  <c:v>73.848869323730497</c:v>
                </c:pt>
                <c:pt idx="6993">
                  <c:v>73.855712890625</c:v>
                </c:pt>
                <c:pt idx="6994">
                  <c:v>73.878990173339801</c:v>
                </c:pt>
                <c:pt idx="6995">
                  <c:v>73.655647277832003</c:v>
                </c:pt>
                <c:pt idx="6996">
                  <c:v>73.832939147949205</c:v>
                </c:pt>
                <c:pt idx="6997">
                  <c:v>73.954162597656307</c:v>
                </c:pt>
                <c:pt idx="6998">
                  <c:v>73.964981079101605</c:v>
                </c:pt>
                <c:pt idx="6999">
                  <c:v>73.995513916015597</c:v>
                </c:pt>
                <c:pt idx="7000">
                  <c:v>74.123336791992202</c:v>
                </c:pt>
                <c:pt idx="7001">
                  <c:v>74.163467407226605</c:v>
                </c:pt>
                <c:pt idx="7002">
                  <c:v>74.181533813476605</c:v>
                </c:pt>
                <c:pt idx="7003">
                  <c:v>73.832054138183594</c:v>
                </c:pt>
                <c:pt idx="7004">
                  <c:v>73.955368041992202</c:v>
                </c:pt>
                <c:pt idx="7005">
                  <c:v>74.357482910156307</c:v>
                </c:pt>
                <c:pt idx="7006">
                  <c:v>74.306900024414105</c:v>
                </c:pt>
                <c:pt idx="7007">
                  <c:v>74.202049255371094</c:v>
                </c:pt>
                <c:pt idx="7008">
                  <c:v>74.350502014160199</c:v>
                </c:pt>
                <c:pt idx="7009">
                  <c:v>74.282737731933594</c:v>
                </c:pt>
                <c:pt idx="7010">
                  <c:v>74.357589721679702</c:v>
                </c:pt>
                <c:pt idx="7011">
                  <c:v>74.328018188476605</c:v>
                </c:pt>
                <c:pt idx="7012">
                  <c:v>74.395950317382798</c:v>
                </c:pt>
                <c:pt idx="7013">
                  <c:v>74.474388122558594</c:v>
                </c:pt>
                <c:pt idx="7014">
                  <c:v>74.515151977539105</c:v>
                </c:pt>
                <c:pt idx="7015">
                  <c:v>75.286857604980497</c:v>
                </c:pt>
                <c:pt idx="7016">
                  <c:v>74.750900268554702</c:v>
                </c:pt>
                <c:pt idx="7017">
                  <c:v>74.567726135253906</c:v>
                </c:pt>
                <c:pt idx="7018">
                  <c:v>74.424606323242202</c:v>
                </c:pt>
                <c:pt idx="7019">
                  <c:v>74.450675964355497</c:v>
                </c:pt>
                <c:pt idx="7020">
                  <c:v>74.420753479003906</c:v>
                </c:pt>
                <c:pt idx="7021">
                  <c:v>74.754905700683594</c:v>
                </c:pt>
                <c:pt idx="7022">
                  <c:v>74.766532897949205</c:v>
                </c:pt>
                <c:pt idx="7023">
                  <c:v>74.853202819824205</c:v>
                </c:pt>
                <c:pt idx="7024">
                  <c:v>74.805694580078097</c:v>
                </c:pt>
                <c:pt idx="7025">
                  <c:v>74.808753967285199</c:v>
                </c:pt>
                <c:pt idx="7026">
                  <c:v>74.622909545898395</c:v>
                </c:pt>
                <c:pt idx="7027">
                  <c:v>74.759628295898395</c:v>
                </c:pt>
                <c:pt idx="7028">
                  <c:v>75.078147888183594</c:v>
                </c:pt>
                <c:pt idx="7029">
                  <c:v>74.076347351074205</c:v>
                </c:pt>
                <c:pt idx="7030">
                  <c:v>74.694068908691406</c:v>
                </c:pt>
                <c:pt idx="7031">
                  <c:v>74.711715698242202</c:v>
                </c:pt>
                <c:pt idx="7032">
                  <c:v>74.8387451171875</c:v>
                </c:pt>
                <c:pt idx="7033">
                  <c:v>75.306365966796903</c:v>
                </c:pt>
                <c:pt idx="7034">
                  <c:v>75.330718994140597</c:v>
                </c:pt>
                <c:pt idx="7035">
                  <c:v>75.642585754394503</c:v>
                </c:pt>
                <c:pt idx="7036">
                  <c:v>75.770530700683594</c:v>
                </c:pt>
                <c:pt idx="7037">
                  <c:v>75.820106506347699</c:v>
                </c:pt>
                <c:pt idx="7038">
                  <c:v>75.857093811035199</c:v>
                </c:pt>
                <c:pt idx="7039">
                  <c:v>75.980827331542997</c:v>
                </c:pt>
                <c:pt idx="7040">
                  <c:v>76.062088012695298</c:v>
                </c:pt>
                <c:pt idx="7041">
                  <c:v>76.110061645507798</c:v>
                </c:pt>
                <c:pt idx="7042">
                  <c:v>76.239570617675795</c:v>
                </c:pt>
                <c:pt idx="7043">
                  <c:v>76.386795043945298</c:v>
                </c:pt>
                <c:pt idx="7044">
                  <c:v>76.416923522949205</c:v>
                </c:pt>
                <c:pt idx="7045">
                  <c:v>76.530822753906307</c:v>
                </c:pt>
                <c:pt idx="7046">
                  <c:v>76.569557189941406</c:v>
                </c:pt>
                <c:pt idx="7047">
                  <c:v>76.637680053710895</c:v>
                </c:pt>
                <c:pt idx="7048">
                  <c:v>76.803398132324205</c:v>
                </c:pt>
                <c:pt idx="7049">
                  <c:v>76.894119262695298</c:v>
                </c:pt>
                <c:pt idx="7050">
                  <c:v>76.787445068359403</c:v>
                </c:pt>
                <c:pt idx="7051">
                  <c:v>76.972869873046903</c:v>
                </c:pt>
                <c:pt idx="7052">
                  <c:v>77.111999511718807</c:v>
                </c:pt>
                <c:pt idx="7053">
                  <c:v>77.092399597167997</c:v>
                </c:pt>
                <c:pt idx="7054">
                  <c:v>77.225654602050795</c:v>
                </c:pt>
                <c:pt idx="7055">
                  <c:v>77.257232666015597</c:v>
                </c:pt>
                <c:pt idx="7056">
                  <c:v>77.206573486328097</c:v>
                </c:pt>
                <c:pt idx="7057">
                  <c:v>77.284851074218807</c:v>
                </c:pt>
                <c:pt idx="7058">
                  <c:v>78.610153198242202</c:v>
                </c:pt>
                <c:pt idx="7059">
                  <c:v>78.248992919921903</c:v>
                </c:pt>
                <c:pt idx="7060">
                  <c:v>77.929611206054702</c:v>
                </c:pt>
                <c:pt idx="7061">
                  <c:v>78.481704711914105</c:v>
                </c:pt>
                <c:pt idx="7062">
                  <c:v>78.194274902343807</c:v>
                </c:pt>
                <c:pt idx="7063">
                  <c:v>77.778953552246094</c:v>
                </c:pt>
                <c:pt idx="7064">
                  <c:v>77.855232238769503</c:v>
                </c:pt>
                <c:pt idx="7065">
                  <c:v>77.839988708496094</c:v>
                </c:pt>
                <c:pt idx="7066">
                  <c:v>77.922279357910199</c:v>
                </c:pt>
                <c:pt idx="7067">
                  <c:v>77.572654724121094</c:v>
                </c:pt>
                <c:pt idx="7068">
                  <c:v>77.787307739257798</c:v>
                </c:pt>
                <c:pt idx="7069">
                  <c:v>77.964172363281307</c:v>
                </c:pt>
                <c:pt idx="7070">
                  <c:v>78.091247558593807</c:v>
                </c:pt>
                <c:pt idx="7071">
                  <c:v>78.185638427734403</c:v>
                </c:pt>
                <c:pt idx="7072">
                  <c:v>78.341865539550795</c:v>
                </c:pt>
                <c:pt idx="7073">
                  <c:v>78.3011474609375</c:v>
                </c:pt>
                <c:pt idx="7074">
                  <c:v>78.244316101074205</c:v>
                </c:pt>
                <c:pt idx="7075">
                  <c:v>78.260551452636705</c:v>
                </c:pt>
                <c:pt idx="7076">
                  <c:v>78.318717956542997</c:v>
                </c:pt>
                <c:pt idx="7077">
                  <c:v>78.436943054199205</c:v>
                </c:pt>
                <c:pt idx="7078">
                  <c:v>78.435287475585895</c:v>
                </c:pt>
                <c:pt idx="7079">
                  <c:v>78.622085571289105</c:v>
                </c:pt>
                <c:pt idx="7080">
                  <c:v>78.576843261718807</c:v>
                </c:pt>
                <c:pt idx="7081">
                  <c:v>78.666351318359403</c:v>
                </c:pt>
                <c:pt idx="7082">
                  <c:v>78.7333984375</c:v>
                </c:pt>
                <c:pt idx="7083">
                  <c:v>78.719749450683594</c:v>
                </c:pt>
                <c:pt idx="7084">
                  <c:v>78.722908020019503</c:v>
                </c:pt>
                <c:pt idx="7085">
                  <c:v>78.770423889160199</c:v>
                </c:pt>
                <c:pt idx="7086">
                  <c:v>78.717628479003906</c:v>
                </c:pt>
                <c:pt idx="7087">
                  <c:v>78.802719116210895</c:v>
                </c:pt>
                <c:pt idx="7088">
                  <c:v>78.862144470214801</c:v>
                </c:pt>
                <c:pt idx="7089">
                  <c:v>78.896591186523395</c:v>
                </c:pt>
                <c:pt idx="7090">
                  <c:v>78.938224792480497</c:v>
                </c:pt>
                <c:pt idx="7091">
                  <c:v>78.992172241210895</c:v>
                </c:pt>
                <c:pt idx="7092">
                  <c:v>79.125930786132798</c:v>
                </c:pt>
                <c:pt idx="7093">
                  <c:v>78.988235473632798</c:v>
                </c:pt>
                <c:pt idx="7094">
                  <c:v>79.117355346679702</c:v>
                </c:pt>
                <c:pt idx="7095">
                  <c:v>79.306388854980497</c:v>
                </c:pt>
                <c:pt idx="7096">
                  <c:v>79.3966064453125</c:v>
                </c:pt>
                <c:pt idx="7097">
                  <c:v>79.413230895996094</c:v>
                </c:pt>
                <c:pt idx="7098">
                  <c:v>79.405342102050795</c:v>
                </c:pt>
                <c:pt idx="7099">
                  <c:v>78.996017456054702</c:v>
                </c:pt>
                <c:pt idx="7100">
                  <c:v>79.284507751464801</c:v>
                </c:pt>
                <c:pt idx="7101">
                  <c:v>79.498237609863295</c:v>
                </c:pt>
                <c:pt idx="7102">
                  <c:v>79.697418212890597</c:v>
                </c:pt>
                <c:pt idx="7103">
                  <c:v>79.825454711914105</c:v>
                </c:pt>
                <c:pt idx="7104">
                  <c:v>79.959892272949205</c:v>
                </c:pt>
                <c:pt idx="7105">
                  <c:v>80.038665771484403</c:v>
                </c:pt>
                <c:pt idx="7106">
                  <c:v>79.981384277343807</c:v>
                </c:pt>
                <c:pt idx="7107">
                  <c:v>79.760391235351605</c:v>
                </c:pt>
                <c:pt idx="7108">
                  <c:v>79.946060180664105</c:v>
                </c:pt>
                <c:pt idx="7109">
                  <c:v>80.102302551269503</c:v>
                </c:pt>
                <c:pt idx="7110">
                  <c:v>80.143943786621094</c:v>
                </c:pt>
                <c:pt idx="7111">
                  <c:v>80.277847290039105</c:v>
                </c:pt>
                <c:pt idx="7112">
                  <c:v>80.292701721191406</c:v>
                </c:pt>
                <c:pt idx="7113">
                  <c:v>80.5986328125</c:v>
                </c:pt>
                <c:pt idx="7114">
                  <c:v>80.427864074707003</c:v>
                </c:pt>
                <c:pt idx="7115">
                  <c:v>80.015357971191406</c:v>
                </c:pt>
                <c:pt idx="7116">
                  <c:v>80.062034606933594</c:v>
                </c:pt>
                <c:pt idx="7117">
                  <c:v>80.244338989257798</c:v>
                </c:pt>
                <c:pt idx="7118">
                  <c:v>80.234794616699205</c:v>
                </c:pt>
                <c:pt idx="7119">
                  <c:v>80.279029846191406</c:v>
                </c:pt>
                <c:pt idx="7120">
                  <c:v>80.274597167968807</c:v>
                </c:pt>
                <c:pt idx="7121">
                  <c:v>80.293952941894503</c:v>
                </c:pt>
                <c:pt idx="7122">
                  <c:v>80.3232421875</c:v>
                </c:pt>
                <c:pt idx="7123">
                  <c:v>80.342514038085895</c:v>
                </c:pt>
                <c:pt idx="7124">
                  <c:v>80.365165710449205</c:v>
                </c:pt>
                <c:pt idx="7125">
                  <c:v>80.337341308593807</c:v>
                </c:pt>
                <c:pt idx="7126">
                  <c:v>80.342636108398395</c:v>
                </c:pt>
                <c:pt idx="7127">
                  <c:v>80.348075866699205</c:v>
                </c:pt>
                <c:pt idx="7128">
                  <c:v>80.291564941406307</c:v>
                </c:pt>
                <c:pt idx="7129">
                  <c:v>80.346527099609403</c:v>
                </c:pt>
                <c:pt idx="7130">
                  <c:v>80.397727966308594</c:v>
                </c:pt>
                <c:pt idx="7131">
                  <c:v>80.259300231933594</c:v>
                </c:pt>
                <c:pt idx="7132">
                  <c:v>80.421821594238295</c:v>
                </c:pt>
                <c:pt idx="7133">
                  <c:v>80.436813354492202</c:v>
                </c:pt>
                <c:pt idx="7134">
                  <c:v>80.748771667480497</c:v>
                </c:pt>
                <c:pt idx="7135">
                  <c:v>80.623641967773395</c:v>
                </c:pt>
                <c:pt idx="7136">
                  <c:v>80.454010009765597</c:v>
                </c:pt>
                <c:pt idx="7137">
                  <c:v>80.439300537109403</c:v>
                </c:pt>
                <c:pt idx="7138">
                  <c:v>80.4024658203125</c:v>
                </c:pt>
                <c:pt idx="7139">
                  <c:v>80.413139343261705</c:v>
                </c:pt>
                <c:pt idx="7140">
                  <c:v>80.471656799316406</c:v>
                </c:pt>
                <c:pt idx="7141">
                  <c:v>80.464248657226605</c:v>
                </c:pt>
                <c:pt idx="7142">
                  <c:v>80.452430725097699</c:v>
                </c:pt>
                <c:pt idx="7143">
                  <c:v>80.084312438964801</c:v>
                </c:pt>
                <c:pt idx="7144">
                  <c:v>80.388847351074205</c:v>
                </c:pt>
                <c:pt idx="7145">
                  <c:v>80.512481689453097</c:v>
                </c:pt>
                <c:pt idx="7146">
                  <c:v>80.538436889648395</c:v>
                </c:pt>
                <c:pt idx="7147">
                  <c:v>80.588127136230497</c:v>
                </c:pt>
                <c:pt idx="7148">
                  <c:v>80.580963134765597</c:v>
                </c:pt>
                <c:pt idx="7149">
                  <c:v>80.3690185546875</c:v>
                </c:pt>
                <c:pt idx="7150">
                  <c:v>80.827316284179702</c:v>
                </c:pt>
                <c:pt idx="7151">
                  <c:v>80.714805603027301</c:v>
                </c:pt>
                <c:pt idx="7152">
                  <c:v>81.156890869140597</c:v>
                </c:pt>
                <c:pt idx="7153">
                  <c:v>81.060928344726605</c:v>
                </c:pt>
                <c:pt idx="7154">
                  <c:v>80.887275695800795</c:v>
                </c:pt>
                <c:pt idx="7155">
                  <c:v>80.850509643554702</c:v>
                </c:pt>
                <c:pt idx="7156">
                  <c:v>81.116683959960895</c:v>
                </c:pt>
                <c:pt idx="7157">
                  <c:v>81.011009216308594</c:v>
                </c:pt>
                <c:pt idx="7158">
                  <c:v>80.918281555175795</c:v>
                </c:pt>
                <c:pt idx="7159">
                  <c:v>80.889701843261705</c:v>
                </c:pt>
                <c:pt idx="7160">
                  <c:v>80.674140930175795</c:v>
                </c:pt>
                <c:pt idx="7161">
                  <c:v>80.745849609375</c:v>
                </c:pt>
                <c:pt idx="7162">
                  <c:v>80.660949707031307</c:v>
                </c:pt>
                <c:pt idx="7163">
                  <c:v>80.959854125976605</c:v>
                </c:pt>
                <c:pt idx="7164">
                  <c:v>81.043556213378906</c:v>
                </c:pt>
                <c:pt idx="7165">
                  <c:v>81.385688781738295</c:v>
                </c:pt>
                <c:pt idx="7166">
                  <c:v>81.374984741210895</c:v>
                </c:pt>
                <c:pt idx="7167">
                  <c:v>81.285781860351605</c:v>
                </c:pt>
                <c:pt idx="7168">
                  <c:v>81.300247192382798</c:v>
                </c:pt>
                <c:pt idx="7169">
                  <c:v>81.338325500488295</c:v>
                </c:pt>
                <c:pt idx="7170">
                  <c:v>81.366455078125</c:v>
                </c:pt>
                <c:pt idx="7171">
                  <c:v>81.011566162109403</c:v>
                </c:pt>
                <c:pt idx="7172">
                  <c:v>81.161277770996094</c:v>
                </c:pt>
                <c:pt idx="7173">
                  <c:v>81.259971618652301</c:v>
                </c:pt>
                <c:pt idx="7174">
                  <c:v>81.324943542480497</c:v>
                </c:pt>
                <c:pt idx="7175">
                  <c:v>81.298576354980497</c:v>
                </c:pt>
                <c:pt idx="7176">
                  <c:v>81.382011413574205</c:v>
                </c:pt>
                <c:pt idx="7177">
                  <c:v>81.311340332031307</c:v>
                </c:pt>
                <c:pt idx="7178">
                  <c:v>81.532608032226605</c:v>
                </c:pt>
                <c:pt idx="7179">
                  <c:v>81.490745544433594</c:v>
                </c:pt>
                <c:pt idx="7180">
                  <c:v>81.454948425292997</c:v>
                </c:pt>
                <c:pt idx="7181">
                  <c:v>81.543663024902301</c:v>
                </c:pt>
                <c:pt idx="7182">
                  <c:v>81.644004821777301</c:v>
                </c:pt>
                <c:pt idx="7183">
                  <c:v>81.646522521972699</c:v>
                </c:pt>
                <c:pt idx="7184">
                  <c:v>81.672653198242202</c:v>
                </c:pt>
                <c:pt idx="7185">
                  <c:v>81.730072021484403</c:v>
                </c:pt>
                <c:pt idx="7186">
                  <c:v>81.765083312988295</c:v>
                </c:pt>
                <c:pt idx="7187">
                  <c:v>81.7760009765625</c:v>
                </c:pt>
                <c:pt idx="7188">
                  <c:v>81.785919189453097</c:v>
                </c:pt>
                <c:pt idx="7189">
                  <c:v>81.765029907226605</c:v>
                </c:pt>
                <c:pt idx="7190">
                  <c:v>81.858818054199205</c:v>
                </c:pt>
                <c:pt idx="7191">
                  <c:v>81.814750671386705</c:v>
                </c:pt>
                <c:pt idx="7192">
                  <c:v>81.914588928222699</c:v>
                </c:pt>
                <c:pt idx="7193">
                  <c:v>81.871734619140597</c:v>
                </c:pt>
                <c:pt idx="7194">
                  <c:v>82.014244079589801</c:v>
                </c:pt>
                <c:pt idx="7195">
                  <c:v>81.962226867675795</c:v>
                </c:pt>
                <c:pt idx="7196">
                  <c:v>82.074371337890597</c:v>
                </c:pt>
                <c:pt idx="7197">
                  <c:v>82.056114196777301</c:v>
                </c:pt>
                <c:pt idx="7198">
                  <c:v>82.156547546386705</c:v>
                </c:pt>
                <c:pt idx="7199">
                  <c:v>82.211410522460895</c:v>
                </c:pt>
                <c:pt idx="7200">
                  <c:v>82.213409423828097</c:v>
                </c:pt>
                <c:pt idx="7201">
                  <c:v>82.324012756347699</c:v>
                </c:pt>
                <c:pt idx="7202">
                  <c:v>82.329200744628906</c:v>
                </c:pt>
                <c:pt idx="7203">
                  <c:v>82.420944213867202</c:v>
                </c:pt>
                <c:pt idx="7204">
                  <c:v>82.481956481933594</c:v>
                </c:pt>
                <c:pt idx="7205">
                  <c:v>82.470375061035199</c:v>
                </c:pt>
                <c:pt idx="7206">
                  <c:v>82.501548767089801</c:v>
                </c:pt>
                <c:pt idx="7207">
                  <c:v>82.610534667968807</c:v>
                </c:pt>
                <c:pt idx="7208">
                  <c:v>82.649551391601605</c:v>
                </c:pt>
                <c:pt idx="7209">
                  <c:v>82.659645080566406</c:v>
                </c:pt>
                <c:pt idx="7210">
                  <c:v>82.714782714843807</c:v>
                </c:pt>
                <c:pt idx="7211">
                  <c:v>82.804328918457003</c:v>
                </c:pt>
                <c:pt idx="7212">
                  <c:v>82.840866088867202</c:v>
                </c:pt>
                <c:pt idx="7213">
                  <c:v>82.838562011718807</c:v>
                </c:pt>
                <c:pt idx="7214">
                  <c:v>82.887268066406307</c:v>
                </c:pt>
                <c:pt idx="7215">
                  <c:v>82.927917480468807</c:v>
                </c:pt>
                <c:pt idx="7216">
                  <c:v>82.977973937988295</c:v>
                </c:pt>
                <c:pt idx="7217">
                  <c:v>83.028610229492202</c:v>
                </c:pt>
                <c:pt idx="7218">
                  <c:v>83.073875427246094</c:v>
                </c:pt>
                <c:pt idx="7219">
                  <c:v>83.123268127441406</c:v>
                </c:pt>
                <c:pt idx="7220">
                  <c:v>83.158035278320298</c:v>
                </c:pt>
                <c:pt idx="7221">
                  <c:v>83.203681945800795</c:v>
                </c:pt>
                <c:pt idx="7222">
                  <c:v>83.2587890625</c:v>
                </c:pt>
                <c:pt idx="7223">
                  <c:v>83.313529968261705</c:v>
                </c:pt>
                <c:pt idx="7224">
                  <c:v>83.350067138671903</c:v>
                </c:pt>
                <c:pt idx="7225">
                  <c:v>83.397224426269503</c:v>
                </c:pt>
                <c:pt idx="7226">
                  <c:v>83.445861816406307</c:v>
                </c:pt>
                <c:pt idx="7227">
                  <c:v>83.480735778808594</c:v>
                </c:pt>
                <c:pt idx="7228">
                  <c:v>83.547210693359403</c:v>
                </c:pt>
                <c:pt idx="7229">
                  <c:v>83.581787109375</c:v>
                </c:pt>
                <c:pt idx="7230">
                  <c:v>83.643424987792997</c:v>
                </c:pt>
                <c:pt idx="7231">
                  <c:v>83.653976440429702</c:v>
                </c:pt>
                <c:pt idx="7232">
                  <c:v>83.682434082031307</c:v>
                </c:pt>
                <c:pt idx="7233">
                  <c:v>83.716125488281307</c:v>
                </c:pt>
                <c:pt idx="7234">
                  <c:v>83.749649047851605</c:v>
                </c:pt>
                <c:pt idx="7235">
                  <c:v>83.828567504882798</c:v>
                </c:pt>
                <c:pt idx="7236">
                  <c:v>83.889656066894503</c:v>
                </c:pt>
                <c:pt idx="7237">
                  <c:v>83.923751831054702</c:v>
                </c:pt>
                <c:pt idx="7238">
                  <c:v>83.966209411621094</c:v>
                </c:pt>
                <c:pt idx="7239">
                  <c:v>84.0277099609375</c:v>
                </c:pt>
                <c:pt idx="7240">
                  <c:v>84.0869140625</c:v>
                </c:pt>
                <c:pt idx="7241">
                  <c:v>84.101692199707003</c:v>
                </c:pt>
                <c:pt idx="7242">
                  <c:v>84.130500793457003</c:v>
                </c:pt>
                <c:pt idx="7243">
                  <c:v>84.187591552734403</c:v>
                </c:pt>
                <c:pt idx="7244">
                  <c:v>84.211555480957003</c:v>
                </c:pt>
                <c:pt idx="7245">
                  <c:v>84.218803405761705</c:v>
                </c:pt>
                <c:pt idx="7246">
                  <c:v>84.294570922851605</c:v>
                </c:pt>
                <c:pt idx="7247">
                  <c:v>84.288978576660199</c:v>
                </c:pt>
                <c:pt idx="7248">
                  <c:v>84.312751770019503</c:v>
                </c:pt>
                <c:pt idx="7249">
                  <c:v>84.414474487304702</c:v>
                </c:pt>
                <c:pt idx="7250">
                  <c:v>84.389060974121094</c:v>
                </c:pt>
                <c:pt idx="7251">
                  <c:v>84.511405944824205</c:v>
                </c:pt>
                <c:pt idx="7252">
                  <c:v>84.498893737792997</c:v>
                </c:pt>
                <c:pt idx="7253">
                  <c:v>84.612762451171903</c:v>
                </c:pt>
                <c:pt idx="7254">
                  <c:v>84.631553649902301</c:v>
                </c:pt>
                <c:pt idx="7255">
                  <c:v>84.668060302734403</c:v>
                </c:pt>
                <c:pt idx="7256">
                  <c:v>84.678428649902301</c:v>
                </c:pt>
                <c:pt idx="7257">
                  <c:v>84.746940612792997</c:v>
                </c:pt>
                <c:pt idx="7258">
                  <c:v>84.753143310546903</c:v>
                </c:pt>
                <c:pt idx="7259">
                  <c:v>84.880348205566406</c:v>
                </c:pt>
                <c:pt idx="7260">
                  <c:v>84.846908569335895</c:v>
                </c:pt>
                <c:pt idx="7261">
                  <c:v>84.912185668945298</c:v>
                </c:pt>
                <c:pt idx="7262">
                  <c:v>84.929672241210895</c:v>
                </c:pt>
                <c:pt idx="7263">
                  <c:v>84.975700378417997</c:v>
                </c:pt>
                <c:pt idx="7264">
                  <c:v>85.062751770019503</c:v>
                </c:pt>
                <c:pt idx="7265">
                  <c:v>85.080284118652301</c:v>
                </c:pt>
                <c:pt idx="7266">
                  <c:v>85.111267089843807</c:v>
                </c:pt>
                <c:pt idx="7267">
                  <c:v>85.107971191406307</c:v>
                </c:pt>
                <c:pt idx="7268">
                  <c:v>85.112121582031307</c:v>
                </c:pt>
                <c:pt idx="7269">
                  <c:v>85.123886108398395</c:v>
                </c:pt>
                <c:pt idx="7270">
                  <c:v>85.100479125976605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39AD-47F2-B4DB-536D3878BB77}"/>
            </c:ext>
          </c:extLst>
        </c:ser>
        <c:ser>
          <c:idx val="4"/>
          <c:order val="4"/>
          <c:tx>
            <c:strRef>
              <c:f>'DL-Model'!$T$1</c:f>
              <c:strCache>
                <c:ptCount val="1"/>
                <c:pt idx="0">
                  <c:v>T_sw_pred</c:v>
                </c:pt>
              </c:strCache>
            </c:strRef>
          </c:tx>
          <c:spPr>
            <a:ln w="19050" cap="rnd">
              <a:solidFill>
                <a:schemeClr val="accent1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'DL-Model'!$T$2:$T$7272</c:f>
              <c:numCache>
                <c:formatCode>General</c:formatCode>
                <c:ptCount val="7271"/>
                <c:pt idx="0">
                  <c:v>39.216175</c:v>
                </c:pt>
                <c:pt idx="1">
                  <c:v>40.538074000000002</c:v>
                </c:pt>
                <c:pt idx="2">
                  <c:v>41.362656000000001</c:v>
                </c:pt>
                <c:pt idx="3">
                  <c:v>41.588389999999997</c:v>
                </c:pt>
                <c:pt idx="4">
                  <c:v>41.776985000000003</c:v>
                </c:pt>
                <c:pt idx="5">
                  <c:v>42.141795999999999</c:v>
                </c:pt>
                <c:pt idx="6">
                  <c:v>42.385478999999997</c:v>
                </c:pt>
                <c:pt idx="7">
                  <c:v>42.654488000000001</c:v>
                </c:pt>
                <c:pt idx="8">
                  <c:v>42.58614</c:v>
                </c:pt>
                <c:pt idx="9">
                  <c:v>42.199359999999999</c:v>
                </c:pt>
                <c:pt idx="10">
                  <c:v>41.500625999999997</c:v>
                </c:pt>
                <c:pt idx="11">
                  <c:v>40.576282999999997</c:v>
                </c:pt>
                <c:pt idx="12">
                  <c:v>39.523285000000001</c:v>
                </c:pt>
                <c:pt idx="13">
                  <c:v>38.518017</c:v>
                </c:pt>
                <c:pt idx="14">
                  <c:v>37.721577000000003</c:v>
                </c:pt>
                <c:pt idx="15">
                  <c:v>37.617344000000003</c:v>
                </c:pt>
                <c:pt idx="16">
                  <c:v>37.574447999999997</c:v>
                </c:pt>
                <c:pt idx="17">
                  <c:v>37.137774999999998</c:v>
                </c:pt>
                <c:pt idx="18">
                  <c:v>36.797736999999998</c:v>
                </c:pt>
                <c:pt idx="19">
                  <c:v>37.095379000000001</c:v>
                </c:pt>
                <c:pt idx="20">
                  <c:v>37.137264000000002</c:v>
                </c:pt>
                <c:pt idx="21">
                  <c:v>36.704376000000003</c:v>
                </c:pt>
                <c:pt idx="22">
                  <c:v>36.249896999999997</c:v>
                </c:pt>
                <c:pt idx="23">
                  <c:v>36.444794000000002</c:v>
                </c:pt>
                <c:pt idx="24">
                  <c:v>37.588196000000003</c:v>
                </c:pt>
                <c:pt idx="25">
                  <c:v>37.933258000000002</c:v>
                </c:pt>
                <c:pt idx="26">
                  <c:v>38.021599000000002</c:v>
                </c:pt>
                <c:pt idx="27">
                  <c:v>38.757449999999999</c:v>
                </c:pt>
                <c:pt idx="28">
                  <c:v>39.457146000000002</c:v>
                </c:pt>
                <c:pt idx="29">
                  <c:v>39.700744999999998</c:v>
                </c:pt>
                <c:pt idx="30">
                  <c:v>40.052849000000002</c:v>
                </c:pt>
                <c:pt idx="31">
                  <c:v>40.723404000000002</c:v>
                </c:pt>
                <c:pt idx="32">
                  <c:v>41.487572</c:v>
                </c:pt>
                <c:pt idx="33">
                  <c:v>42.115592999999997</c:v>
                </c:pt>
                <c:pt idx="34">
                  <c:v>42.569716999999997</c:v>
                </c:pt>
                <c:pt idx="35">
                  <c:v>42.889557000000003</c:v>
                </c:pt>
                <c:pt idx="36">
                  <c:v>42.837325999999997</c:v>
                </c:pt>
                <c:pt idx="37">
                  <c:v>42.237507000000001</c:v>
                </c:pt>
                <c:pt idx="38">
                  <c:v>41.652676</c:v>
                </c:pt>
                <c:pt idx="39">
                  <c:v>41.095654000000003</c:v>
                </c:pt>
                <c:pt idx="40">
                  <c:v>40.293014999999997</c:v>
                </c:pt>
                <c:pt idx="41">
                  <c:v>40.167155999999999</c:v>
                </c:pt>
                <c:pt idx="42">
                  <c:v>40.713965999999999</c:v>
                </c:pt>
                <c:pt idx="43">
                  <c:v>41.130394000000003</c:v>
                </c:pt>
                <c:pt idx="44">
                  <c:v>41.181621999999997</c:v>
                </c:pt>
                <c:pt idx="45">
                  <c:v>41.030552</c:v>
                </c:pt>
                <c:pt idx="46">
                  <c:v>40.915976999999998</c:v>
                </c:pt>
                <c:pt idx="47">
                  <c:v>40.664085</c:v>
                </c:pt>
                <c:pt idx="48">
                  <c:v>40.186225999999998</c:v>
                </c:pt>
                <c:pt idx="49">
                  <c:v>40.756095999999999</c:v>
                </c:pt>
                <c:pt idx="50">
                  <c:v>42.091895999999998</c:v>
                </c:pt>
                <c:pt idx="51">
                  <c:v>42.875655999999999</c:v>
                </c:pt>
                <c:pt idx="52">
                  <c:v>43.555042</c:v>
                </c:pt>
                <c:pt idx="53">
                  <c:v>44.095646000000002</c:v>
                </c:pt>
                <c:pt idx="54">
                  <c:v>44.488551999999999</c:v>
                </c:pt>
                <c:pt idx="55">
                  <c:v>44.761657999999997</c:v>
                </c:pt>
                <c:pt idx="56">
                  <c:v>44.574897999999997</c:v>
                </c:pt>
                <c:pt idx="57">
                  <c:v>44.054630000000003</c:v>
                </c:pt>
                <c:pt idx="58">
                  <c:v>43.394984999999998</c:v>
                </c:pt>
                <c:pt idx="59">
                  <c:v>42.652698999999998</c:v>
                </c:pt>
                <c:pt idx="60">
                  <c:v>41.916401</c:v>
                </c:pt>
                <c:pt idx="61">
                  <c:v>41.63467</c:v>
                </c:pt>
                <c:pt idx="62">
                  <c:v>41.530296</c:v>
                </c:pt>
                <c:pt idx="63">
                  <c:v>41.443192000000003</c:v>
                </c:pt>
                <c:pt idx="64">
                  <c:v>41.491272000000002</c:v>
                </c:pt>
                <c:pt idx="65">
                  <c:v>41.492603000000003</c:v>
                </c:pt>
                <c:pt idx="66">
                  <c:v>41.788474999999998</c:v>
                </c:pt>
                <c:pt idx="67">
                  <c:v>42.425204999999998</c:v>
                </c:pt>
                <c:pt idx="68">
                  <c:v>43.481411000000001</c:v>
                </c:pt>
                <c:pt idx="69">
                  <c:v>44.479255999999999</c:v>
                </c:pt>
                <c:pt idx="70">
                  <c:v>45.004944000000002</c:v>
                </c:pt>
                <c:pt idx="71">
                  <c:v>45.448295999999999</c:v>
                </c:pt>
                <c:pt idx="72">
                  <c:v>45.811610999999999</c:v>
                </c:pt>
                <c:pt idx="73">
                  <c:v>45.479880999999999</c:v>
                </c:pt>
                <c:pt idx="74">
                  <c:v>45.084702</c:v>
                </c:pt>
                <c:pt idx="75">
                  <c:v>45.030845999999997</c:v>
                </c:pt>
                <c:pt idx="76">
                  <c:v>45.072197000000003</c:v>
                </c:pt>
                <c:pt idx="77">
                  <c:v>44.842171</c:v>
                </c:pt>
                <c:pt idx="78">
                  <c:v>44.022297000000002</c:v>
                </c:pt>
                <c:pt idx="79">
                  <c:v>42.975033000000003</c:v>
                </c:pt>
                <c:pt idx="80">
                  <c:v>42.429779000000003</c:v>
                </c:pt>
                <c:pt idx="81">
                  <c:v>42.451194999999998</c:v>
                </c:pt>
                <c:pt idx="82">
                  <c:v>43.172203000000003</c:v>
                </c:pt>
                <c:pt idx="83">
                  <c:v>44.080123999999998</c:v>
                </c:pt>
                <c:pt idx="84">
                  <c:v>44.632103000000001</c:v>
                </c:pt>
                <c:pt idx="85">
                  <c:v>45.148651000000001</c:v>
                </c:pt>
                <c:pt idx="86">
                  <c:v>45.657702999999998</c:v>
                </c:pt>
                <c:pt idx="87">
                  <c:v>46.339565</c:v>
                </c:pt>
                <c:pt idx="88">
                  <c:v>47.043101999999998</c:v>
                </c:pt>
                <c:pt idx="89">
                  <c:v>47.120730999999999</c:v>
                </c:pt>
                <c:pt idx="90">
                  <c:v>46.829619999999998</c:v>
                </c:pt>
                <c:pt idx="91">
                  <c:v>46.467167000000003</c:v>
                </c:pt>
                <c:pt idx="92">
                  <c:v>45.844746000000001</c:v>
                </c:pt>
                <c:pt idx="93">
                  <c:v>45.536377000000002</c:v>
                </c:pt>
                <c:pt idx="94">
                  <c:v>45.532153999999998</c:v>
                </c:pt>
                <c:pt idx="95">
                  <c:v>45.266891000000001</c:v>
                </c:pt>
                <c:pt idx="96">
                  <c:v>44.795937000000002</c:v>
                </c:pt>
                <c:pt idx="97">
                  <c:v>44.627803999999998</c:v>
                </c:pt>
                <c:pt idx="98">
                  <c:v>44.493599000000003</c:v>
                </c:pt>
                <c:pt idx="99">
                  <c:v>44.361350999999999</c:v>
                </c:pt>
                <c:pt idx="100">
                  <c:v>44.228687000000001</c:v>
                </c:pt>
                <c:pt idx="101">
                  <c:v>44.466746999999998</c:v>
                </c:pt>
                <c:pt idx="102">
                  <c:v>45.135891000000001</c:v>
                </c:pt>
                <c:pt idx="103">
                  <c:v>45.997802999999998</c:v>
                </c:pt>
                <c:pt idx="104">
                  <c:v>46.448177000000001</c:v>
                </c:pt>
                <c:pt idx="105">
                  <c:v>46.292645</c:v>
                </c:pt>
                <c:pt idx="106">
                  <c:v>45.860199000000001</c:v>
                </c:pt>
                <c:pt idx="107">
                  <c:v>46.029944999999998</c:v>
                </c:pt>
                <c:pt idx="108">
                  <c:v>46.416775000000001</c:v>
                </c:pt>
                <c:pt idx="109">
                  <c:v>46.958297999999999</c:v>
                </c:pt>
                <c:pt idx="110">
                  <c:v>47.752105999999998</c:v>
                </c:pt>
                <c:pt idx="111">
                  <c:v>48.472450000000002</c:v>
                </c:pt>
                <c:pt idx="112">
                  <c:v>49.007668000000002</c:v>
                </c:pt>
                <c:pt idx="113">
                  <c:v>48.944527000000001</c:v>
                </c:pt>
                <c:pt idx="114">
                  <c:v>48.591090999999999</c:v>
                </c:pt>
                <c:pt idx="115">
                  <c:v>48.488121</c:v>
                </c:pt>
                <c:pt idx="116">
                  <c:v>48.774856999999997</c:v>
                </c:pt>
                <c:pt idx="117">
                  <c:v>48.990009000000001</c:v>
                </c:pt>
                <c:pt idx="118">
                  <c:v>48.891697000000001</c:v>
                </c:pt>
                <c:pt idx="119">
                  <c:v>48.839478</c:v>
                </c:pt>
                <c:pt idx="120">
                  <c:v>48.775364000000003</c:v>
                </c:pt>
                <c:pt idx="121">
                  <c:v>48.947178000000001</c:v>
                </c:pt>
                <c:pt idx="122">
                  <c:v>49.234622999999999</c:v>
                </c:pt>
                <c:pt idx="123">
                  <c:v>49.452663000000001</c:v>
                </c:pt>
                <c:pt idx="124">
                  <c:v>49.479438999999999</c:v>
                </c:pt>
                <c:pt idx="125">
                  <c:v>48.742911999999997</c:v>
                </c:pt>
                <c:pt idx="126">
                  <c:v>47.418018000000004</c:v>
                </c:pt>
                <c:pt idx="127">
                  <c:v>50.669567000000001</c:v>
                </c:pt>
                <c:pt idx="128">
                  <c:v>54.498584999999999</c:v>
                </c:pt>
                <c:pt idx="129">
                  <c:v>57.429146000000003</c:v>
                </c:pt>
                <c:pt idx="130">
                  <c:v>59.086661999999997</c:v>
                </c:pt>
                <c:pt idx="131">
                  <c:v>59.507739999999998</c:v>
                </c:pt>
                <c:pt idx="132">
                  <c:v>58.820464999999999</c:v>
                </c:pt>
                <c:pt idx="133">
                  <c:v>58.098412000000003</c:v>
                </c:pt>
                <c:pt idx="134">
                  <c:v>58.597065000000001</c:v>
                </c:pt>
                <c:pt idx="135">
                  <c:v>58.953837999999998</c:v>
                </c:pt>
                <c:pt idx="136">
                  <c:v>58.997172999999997</c:v>
                </c:pt>
                <c:pt idx="137">
                  <c:v>58.995421999999998</c:v>
                </c:pt>
                <c:pt idx="138">
                  <c:v>58.837260999999998</c:v>
                </c:pt>
                <c:pt idx="139">
                  <c:v>58.717644</c:v>
                </c:pt>
                <c:pt idx="140">
                  <c:v>58.530197000000001</c:v>
                </c:pt>
                <c:pt idx="141">
                  <c:v>58.377693000000001</c:v>
                </c:pt>
                <c:pt idx="142">
                  <c:v>58.448383</c:v>
                </c:pt>
                <c:pt idx="143">
                  <c:v>58.559474999999999</c:v>
                </c:pt>
                <c:pt idx="144">
                  <c:v>58.462166000000003</c:v>
                </c:pt>
                <c:pt idx="145">
                  <c:v>58.344296</c:v>
                </c:pt>
                <c:pt idx="146">
                  <c:v>58.137538999999997</c:v>
                </c:pt>
                <c:pt idx="147">
                  <c:v>57.546162000000002</c:v>
                </c:pt>
                <c:pt idx="148">
                  <c:v>57.397125000000003</c:v>
                </c:pt>
                <c:pt idx="149">
                  <c:v>57.718674</c:v>
                </c:pt>
                <c:pt idx="150">
                  <c:v>57.172913000000001</c:v>
                </c:pt>
                <c:pt idx="151">
                  <c:v>56.438170999999997</c:v>
                </c:pt>
                <c:pt idx="152">
                  <c:v>57.012183999999998</c:v>
                </c:pt>
                <c:pt idx="153">
                  <c:v>57.487679</c:v>
                </c:pt>
                <c:pt idx="154">
                  <c:v>57.899574000000001</c:v>
                </c:pt>
                <c:pt idx="155">
                  <c:v>57.790646000000002</c:v>
                </c:pt>
                <c:pt idx="156">
                  <c:v>56.734501000000002</c:v>
                </c:pt>
                <c:pt idx="157">
                  <c:v>55.706108</c:v>
                </c:pt>
                <c:pt idx="158">
                  <c:v>54.970771999999997</c:v>
                </c:pt>
                <c:pt idx="159">
                  <c:v>54.753407000000003</c:v>
                </c:pt>
                <c:pt idx="160">
                  <c:v>54.958697999999998</c:v>
                </c:pt>
                <c:pt idx="161">
                  <c:v>54.930588</c:v>
                </c:pt>
                <c:pt idx="162">
                  <c:v>54.716369999999998</c:v>
                </c:pt>
                <c:pt idx="163">
                  <c:v>54.739201000000001</c:v>
                </c:pt>
                <c:pt idx="164">
                  <c:v>54.686531000000002</c:v>
                </c:pt>
                <c:pt idx="165">
                  <c:v>54.554558</c:v>
                </c:pt>
                <c:pt idx="166">
                  <c:v>54.59301</c:v>
                </c:pt>
                <c:pt idx="167">
                  <c:v>54.781342000000002</c:v>
                </c:pt>
                <c:pt idx="168">
                  <c:v>55.241126999999999</c:v>
                </c:pt>
                <c:pt idx="169">
                  <c:v>55.698425</c:v>
                </c:pt>
                <c:pt idx="170">
                  <c:v>55.506633999999998</c:v>
                </c:pt>
                <c:pt idx="171">
                  <c:v>55.338436000000002</c:v>
                </c:pt>
                <c:pt idx="172">
                  <c:v>55.278385</c:v>
                </c:pt>
                <c:pt idx="173">
                  <c:v>55.365420999999998</c:v>
                </c:pt>
                <c:pt idx="174">
                  <c:v>55.432868999999997</c:v>
                </c:pt>
                <c:pt idx="175">
                  <c:v>55.428657999999999</c:v>
                </c:pt>
                <c:pt idx="176">
                  <c:v>55.402424000000003</c:v>
                </c:pt>
                <c:pt idx="177">
                  <c:v>55.382998999999998</c:v>
                </c:pt>
                <c:pt idx="178">
                  <c:v>55.400326</c:v>
                </c:pt>
                <c:pt idx="179">
                  <c:v>55.361201999999999</c:v>
                </c:pt>
                <c:pt idx="180">
                  <c:v>55.294373</c:v>
                </c:pt>
                <c:pt idx="181">
                  <c:v>55.293011</c:v>
                </c:pt>
                <c:pt idx="182">
                  <c:v>55.259338</c:v>
                </c:pt>
                <c:pt idx="183">
                  <c:v>55.689709000000001</c:v>
                </c:pt>
                <c:pt idx="184">
                  <c:v>55.768497000000004</c:v>
                </c:pt>
                <c:pt idx="185">
                  <c:v>55.277026999999997</c:v>
                </c:pt>
                <c:pt idx="186">
                  <c:v>54.962265000000002</c:v>
                </c:pt>
                <c:pt idx="187">
                  <c:v>54.811076999999997</c:v>
                </c:pt>
                <c:pt idx="188">
                  <c:v>54.923701999999999</c:v>
                </c:pt>
                <c:pt idx="189">
                  <c:v>55.328598</c:v>
                </c:pt>
                <c:pt idx="190">
                  <c:v>56.023560000000003</c:v>
                </c:pt>
                <c:pt idx="191">
                  <c:v>56.447971000000003</c:v>
                </c:pt>
                <c:pt idx="192">
                  <c:v>56.329948000000002</c:v>
                </c:pt>
                <c:pt idx="193">
                  <c:v>56.372638999999999</c:v>
                </c:pt>
                <c:pt idx="194">
                  <c:v>56.899830000000001</c:v>
                </c:pt>
                <c:pt idx="195">
                  <c:v>57.494956999999999</c:v>
                </c:pt>
                <c:pt idx="196">
                  <c:v>57.920665999999997</c:v>
                </c:pt>
                <c:pt idx="197">
                  <c:v>58.640343000000001</c:v>
                </c:pt>
                <c:pt idx="198">
                  <c:v>59.907088999999999</c:v>
                </c:pt>
                <c:pt idx="199">
                  <c:v>60.842331000000001</c:v>
                </c:pt>
                <c:pt idx="200">
                  <c:v>60.930328000000003</c:v>
                </c:pt>
                <c:pt idx="201">
                  <c:v>61.021866000000003</c:v>
                </c:pt>
                <c:pt idx="202">
                  <c:v>61.178592999999999</c:v>
                </c:pt>
                <c:pt idx="203">
                  <c:v>60.373116000000003</c:v>
                </c:pt>
                <c:pt idx="204">
                  <c:v>59.593052</c:v>
                </c:pt>
                <c:pt idx="205">
                  <c:v>59.627625000000002</c:v>
                </c:pt>
                <c:pt idx="206">
                  <c:v>59.811138</c:v>
                </c:pt>
                <c:pt idx="207">
                  <c:v>59.768245999999998</c:v>
                </c:pt>
                <c:pt idx="208">
                  <c:v>59.751590999999998</c:v>
                </c:pt>
                <c:pt idx="209">
                  <c:v>59.699066000000002</c:v>
                </c:pt>
                <c:pt idx="210">
                  <c:v>59.659424000000001</c:v>
                </c:pt>
                <c:pt idx="211">
                  <c:v>59.591427000000003</c:v>
                </c:pt>
                <c:pt idx="212">
                  <c:v>59.870891999999998</c:v>
                </c:pt>
                <c:pt idx="213">
                  <c:v>60.198154000000002</c:v>
                </c:pt>
                <c:pt idx="214">
                  <c:v>60.360351999999999</c:v>
                </c:pt>
                <c:pt idx="215">
                  <c:v>60.372463000000003</c:v>
                </c:pt>
                <c:pt idx="216">
                  <c:v>60.405594000000001</c:v>
                </c:pt>
                <c:pt idx="217">
                  <c:v>60.734917000000003</c:v>
                </c:pt>
                <c:pt idx="218">
                  <c:v>60.431621999999997</c:v>
                </c:pt>
                <c:pt idx="219">
                  <c:v>59.655422000000002</c:v>
                </c:pt>
                <c:pt idx="220">
                  <c:v>58.979584000000003</c:v>
                </c:pt>
                <c:pt idx="221">
                  <c:v>58.767391000000003</c:v>
                </c:pt>
                <c:pt idx="222">
                  <c:v>58.452652</c:v>
                </c:pt>
                <c:pt idx="223">
                  <c:v>57.579712000000001</c:v>
                </c:pt>
                <c:pt idx="224">
                  <c:v>57.384295999999999</c:v>
                </c:pt>
                <c:pt idx="225">
                  <c:v>57.544539999999998</c:v>
                </c:pt>
                <c:pt idx="226">
                  <c:v>57.757263000000002</c:v>
                </c:pt>
                <c:pt idx="227">
                  <c:v>57.629421000000001</c:v>
                </c:pt>
                <c:pt idx="228">
                  <c:v>57.526725999999996</c:v>
                </c:pt>
                <c:pt idx="229">
                  <c:v>57.522815999999999</c:v>
                </c:pt>
                <c:pt idx="230">
                  <c:v>57.505890000000001</c:v>
                </c:pt>
                <c:pt idx="231">
                  <c:v>57.631832000000003</c:v>
                </c:pt>
                <c:pt idx="232">
                  <c:v>57.947074999999998</c:v>
                </c:pt>
                <c:pt idx="233">
                  <c:v>57.875869999999999</c:v>
                </c:pt>
                <c:pt idx="234">
                  <c:v>57.691260999999997</c:v>
                </c:pt>
                <c:pt idx="235">
                  <c:v>58.143230000000003</c:v>
                </c:pt>
                <c:pt idx="236">
                  <c:v>58.619262999999997</c:v>
                </c:pt>
                <c:pt idx="237">
                  <c:v>58.842571</c:v>
                </c:pt>
                <c:pt idx="238">
                  <c:v>58.681499000000002</c:v>
                </c:pt>
                <c:pt idx="239">
                  <c:v>58.317946999999997</c:v>
                </c:pt>
                <c:pt idx="240">
                  <c:v>58.176918000000001</c:v>
                </c:pt>
                <c:pt idx="241">
                  <c:v>57.915607000000001</c:v>
                </c:pt>
                <c:pt idx="242">
                  <c:v>57.384636</c:v>
                </c:pt>
                <c:pt idx="243">
                  <c:v>57.262816999999998</c:v>
                </c:pt>
                <c:pt idx="244">
                  <c:v>57.386733999999997</c:v>
                </c:pt>
                <c:pt idx="245">
                  <c:v>58.066611999999999</c:v>
                </c:pt>
                <c:pt idx="246">
                  <c:v>59.051814999999998</c:v>
                </c:pt>
                <c:pt idx="247">
                  <c:v>59.044677999999998</c:v>
                </c:pt>
                <c:pt idx="248">
                  <c:v>58.323883000000002</c:v>
                </c:pt>
                <c:pt idx="249">
                  <c:v>58.093311</c:v>
                </c:pt>
                <c:pt idx="250">
                  <c:v>58.569847000000003</c:v>
                </c:pt>
                <c:pt idx="251">
                  <c:v>59.146633000000001</c:v>
                </c:pt>
                <c:pt idx="252">
                  <c:v>59.041504000000003</c:v>
                </c:pt>
                <c:pt idx="253">
                  <c:v>58.846209999999999</c:v>
                </c:pt>
                <c:pt idx="254">
                  <c:v>58.793427000000001</c:v>
                </c:pt>
                <c:pt idx="255">
                  <c:v>58.509022000000002</c:v>
                </c:pt>
                <c:pt idx="256">
                  <c:v>58.256847</c:v>
                </c:pt>
                <c:pt idx="257">
                  <c:v>58.121921999999998</c:v>
                </c:pt>
                <c:pt idx="258">
                  <c:v>58.341740000000001</c:v>
                </c:pt>
                <c:pt idx="259">
                  <c:v>58.376888000000001</c:v>
                </c:pt>
                <c:pt idx="260">
                  <c:v>58.148544000000001</c:v>
                </c:pt>
                <c:pt idx="261">
                  <c:v>57.956909000000003</c:v>
                </c:pt>
                <c:pt idx="262">
                  <c:v>58.076908000000003</c:v>
                </c:pt>
                <c:pt idx="263">
                  <c:v>58.208252000000002</c:v>
                </c:pt>
                <c:pt idx="264">
                  <c:v>58.623767999999998</c:v>
                </c:pt>
                <c:pt idx="265">
                  <c:v>59.326968999999998</c:v>
                </c:pt>
                <c:pt idx="266">
                  <c:v>59.992660999999998</c:v>
                </c:pt>
                <c:pt idx="267">
                  <c:v>60.566890999999998</c:v>
                </c:pt>
                <c:pt idx="268">
                  <c:v>60.772694000000001</c:v>
                </c:pt>
                <c:pt idx="269">
                  <c:v>60.908619000000002</c:v>
                </c:pt>
                <c:pt idx="270">
                  <c:v>61.157592999999999</c:v>
                </c:pt>
                <c:pt idx="271">
                  <c:v>61.534184000000003</c:v>
                </c:pt>
                <c:pt idx="272">
                  <c:v>61.653458000000001</c:v>
                </c:pt>
                <c:pt idx="273">
                  <c:v>61.368411999999999</c:v>
                </c:pt>
                <c:pt idx="274">
                  <c:v>61.283969999999997</c:v>
                </c:pt>
                <c:pt idx="275">
                  <c:v>61.583351</c:v>
                </c:pt>
                <c:pt idx="276">
                  <c:v>61.743487999999999</c:v>
                </c:pt>
                <c:pt idx="277">
                  <c:v>61.784782</c:v>
                </c:pt>
                <c:pt idx="278">
                  <c:v>62.223205999999998</c:v>
                </c:pt>
                <c:pt idx="279">
                  <c:v>62.942497000000003</c:v>
                </c:pt>
                <c:pt idx="280">
                  <c:v>63.371166000000002</c:v>
                </c:pt>
                <c:pt idx="281">
                  <c:v>63.352200000000003</c:v>
                </c:pt>
                <c:pt idx="282">
                  <c:v>63.723007000000003</c:v>
                </c:pt>
                <c:pt idx="283">
                  <c:v>64.698966999999996</c:v>
                </c:pt>
                <c:pt idx="284">
                  <c:v>65.293930000000003</c:v>
                </c:pt>
                <c:pt idx="285">
                  <c:v>65.704430000000002</c:v>
                </c:pt>
                <c:pt idx="286">
                  <c:v>66.298903999999993</c:v>
                </c:pt>
                <c:pt idx="287">
                  <c:v>67.092934</c:v>
                </c:pt>
                <c:pt idx="288">
                  <c:v>67.666054000000003</c:v>
                </c:pt>
                <c:pt idx="289">
                  <c:v>67.451683000000003</c:v>
                </c:pt>
                <c:pt idx="290">
                  <c:v>67.272537</c:v>
                </c:pt>
                <c:pt idx="291">
                  <c:v>67.499756000000005</c:v>
                </c:pt>
                <c:pt idx="292">
                  <c:v>68.124260000000007</c:v>
                </c:pt>
                <c:pt idx="293">
                  <c:v>68.386139</c:v>
                </c:pt>
                <c:pt idx="294">
                  <c:v>68.119225</c:v>
                </c:pt>
                <c:pt idx="295">
                  <c:v>67.295799000000002</c:v>
                </c:pt>
                <c:pt idx="296">
                  <c:v>66.346457999999998</c:v>
                </c:pt>
                <c:pt idx="297">
                  <c:v>65.793373000000003</c:v>
                </c:pt>
                <c:pt idx="298">
                  <c:v>65.358986000000002</c:v>
                </c:pt>
                <c:pt idx="299">
                  <c:v>64.430878000000007</c:v>
                </c:pt>
                <c:pt idx="300">
                  <c:v>63.333354999999997</c:v>
                </c:pt>
                <c:pt idx="301">
                  <c:v>62.873061999999997</c:v>
                </c:pt>
                <c:pt idx="302">
                  <c:v>62.732703999999998</c:v>
                </c:pt>
                <c:pt idx="303">
                  <c:v>62.310532000000002</c:v>
                </c:pt>
                <c:pt idx="304">
                  <c:v>61.993766999999998</c:v>
                </c:pt>
                <c:pt idx="305">
                  <c:v>61.705727000000003</c:v>
                </c:pt>
                <c:pt idx="306">
                  <c:v>62.023055999999997</c:v>
                </c:pt>
                <c:pt idx="307">
                  <c:v>62.408932</c:v>
                </c:pt>
                <c:pt idx="308">
                  <c:v>62.552813999999998</c:v>
                </c:pt>
                <c:pt idx="309">
                  <c:v>62.399512999999999</c:v>
                </c:pt>
                <c:pt idx="310">
                  <c:v>61.975475000000003</c:v>
                </c:pt>
                <c:pt idx="311">
                  <c:v>61.368183000000002</c:v>
                </c:pt>
                <c:pt idx="312">
                  <c:v>60.710934000000002</c:v>
                </c:pt>
                <c:pt idx="313">
                  <c:v>60.645355000000002</c:v>
                </c:pt>
                <c:pt idx="314">
                  <c:v>60.865971000000002</c:v>
                </c:pt>
                <c:pt idx="315">
                  <c:v>60.968246000000001</c:v>
                </c:pt>
                <c:pt idx="316">
                  <c:v>61.184879000000002</c:v>
                </c:pt>
                <c:pt idx="317">
                  <c:v>61.476146999999997</c:v>
                </c:pt>
                <c:pt idx="318">
                  <c:v>61.640372999999997</c:v>
                </c:pt>
                <c:pt idx="319">
                  <c:v>61.678257000000002</c:v>
                </c:pt>
                <c:pt idx="320">
                  <c:v>61.733437000000002</c:v>
                </c:pt>
                <c:pt idx="321">
                  <c:v>61.836188999999997</c:v>
                </c:pt>
                <c:pt idx="322">
                  <c:v>62.034202999999998</c:v>
                </c:pt>
                <c:pt idx="323">
                  <c:v>61.944915999999999</c:v>
                </c:pt>
                <c:pt idx="324">
                  <c:v>61.051242999999999</c:v>
                </c:pt>
                <c:pt idx="325">
                  <c:v>60.192852000000002</c:v>
                </c:pt>
                <c:pt idx="326">
                  <c:v>60.143813999999999</c:v>
                </c:pt>
                <c:pt idx="327">
                  <c:v>60.853996000000002</c:v>
                </c:pt>
                <c:pt idx="328">
                  <c:v>61.212761</c:v>
                </c:pt>
                <c:pt idx="329">
                  <c:v>60.802193000000003</c:v>
                </c:pt>
                <c:pt idx="330">
                  <c:v>59.808750000000003</c:v>
                </c:pt>
                <c:pt idx="331">
                  <c:v>58.655501999999998</c:v>
                </c:pt>
                <c:pt idx="332">
                  <c:v>58.803508999999998</c:v>
                </c:pt>
                <c:pt idx="333">
                  <c:v>59.619602</c:v>
                </c:pt>
                <c:pt idx="334">
                  <c:v>60.526730000000001</c:v>
                </c:pt>
                <c:pt idx="335">
                  <c:v>61.472267000000002</c:v>
                </c:pt>
                <c:pt idx="336">
                  <c:v>61.819752000000001</c:v>
                </c:pt>
                <c:pt idx="337">
                  <c:v>61.704773000000003</c:v>
                </c:pt>
                <c:pt idx="338">
                  <c:v>61.466372999999997</c:v>
                </c:pt>
                <c:pt idx="339">
                  <c:v>61.629458999999997</c:v>
                </c:pt>
                <c:pt idx="340">
                  <c:v>61.903880999999998</c:v>
                </c:pt>
                <c:pt idx="341">
                  <c:v>62.158366999999998</c:v>
                </c:pt>
                <c:pt idx="342">
                  <c:v>62.396576000000003</c:v>
                </c:pt>
                <c:pt idx="343">
                  <c:v>62.286610000000003</c:v>
                </c:pt>
                <c:pt idx="344">
                  <c:v>62.174048999999997</c:v>
                </c:pt>
                <c:pt idx="345">
                  <c:v>62.511276000000002</c:v>
                </c:pt>
                <c:pt idx="346">
                  <c:v>62.811667999999997</c:v>
                </c:pt>
                <c:pt idx="347">
                  <c:v>63.365336999999997</c:v>
                </c:pt>
                <c:pt idx="348">
                  <c:v>64.600853000000001</c:v>
                </c:pt>
                <c:pt idx="349">
                  <c:v>65.926636000000002</c:v>
                </c:pt>
                <c:pt idx="350">
                  <c:v>67.087044000000006</c:v>
                </c:pt>
                <c:pt idx="351">
                  <c:v>67.535629</c:v>
                </c:pt>
                <c:pt idx="352">
                  <c:v>67.866874999999993</c:v>
                </c:pt>
                <c:pt idx="353">
                  <c:v>68.201492000000002</c:v>
                </c:pt>
                <c:pt idx="354">
                  <c:v>67.90728</c:v>
                </c:pt>
                <c:pt idx="355">
                  <c:v>67.323677000000004</c:v>
                </c:pt>
                <c:pt idx="356">
                  <c:v>66.553207</c:v>
                </c:pt>
                <c:pt idx="357">
                  <c:v>65.573691999999994</c:v>
                </c:pt>
                <c:pt idx="358">
                  <c:v>65.226433</c:v>
                </c:pt>
                <c:pt idx="359">
                  <c:v>65.357490999999996</c:v>
                </c:pt>
                <c:pt idx="360">
                  <c:v>65.661811999999998</c:v>
                </c:pt>
                <c:pt idx="361">
                  <c:v>66.247864000000007</c:v>
                </c:pt>
                <c:pt idx="362">
                  <c:v>66.989768999999995</c:v>
                </c:pt>
                <c:pt idx="363">
                  <c:v>67.594406000000006</c:v>
                </c:pt>
                <c:pt idx="364">
                  <c:v>67.756766999999996</c:v>
                </c:pt>
                <c:pt idx="365">
                  <c:v>67.370148</c:v>
                </c:pt>
                <c:pt idx="366">
                  <c:v>67.342406999999994</c:v>
                </c:pt>
                <c:pt idx="367">
                  <c:v>68.263985000000005</c:v>
                </c:pt>
                <c:pt idx="368">
                  <c:v>69.385070999999996</c:v>
                </c:pt>
                <c:pt idx="369">
                  <c:v>70.106987000000004</c:v>
                </c:pt>
                <c:pt idx="370">
                  <c:v>70.353752</c:v>
                </c:pt>
                <c:pt idx="371">
                  <c:v>70.100098000000003</c:v>
                </c:pt>
                <c:pt idx="372">
                  <c:v>69.432816000000003</c:v>
                </c:pt>
                <c:pt idx="373">
                  <c:v>69.069450000000003</c:v>
                </c:pt>
                <c:pt idx="374">
                  <c:v>69.161201000000005</c:v>
                </c:pt>
                <c:pt idx="375">
                  <c:v>69.143341000000007</c:v>
                </c:pt>
                <c:pt idx="376">
                  <c:v>69.068909000000005</c:v>
                </c:pt>
                <c:pt idx="377">
                  <c:v>69.321883999999997</c:v>
                </c:pt>
                <c:pt idx="378">
                  <c:v>69.906554999999997</c:v>
                </c:pt>
                <c:pt idx="379">
                  <c:v>70.784981000000002</c:v>
                </c:pt>
                <c:pt idx="380">
                  <c:v>71.414321999999999</c:v>
                </c:pt>
                <c:pt idx="381">
                  <c:v>71.454239000000001</c:v>
                </c:pt>
                <c:pt idx="382">
                  <c:v>71.042098999999993</c:v>
                </c:pt>
                <c:pt idx="383">
                  <c:v>70.920074</c:v>
                </c:pt>
                <c:pt idx="384">
                  <c:v>71.289055000000005</c:v>
                </c:pt>
                <c:pt idx="385">
                  <c:v>71.46199</c:v>
                </c:pt>
                <c:pt idx="386">
                  <c:v>71.403267</c:v>
                </c:pt>
                <c:pt idx="387">
                  <c:v>70.751991000000004</c:v>
                </c:pt>
                <c:pt idx="388">
                  <c:v>70.028564000000003</c:v>
                </c:pt>
                <c:pt idx="389">
                  <c:v>70.115859999999998</c:v>
                </c:pt>
                <c:pt idx="390">
                  <c:v>70.620598000000001</c:v>
                </c:pt>
                <c:pt idx="391">
                  <c:v>70.673653000000002</c:v>
                </c:pt>
                <c:pt idx="392">
                  <c:v>70.370086999999998</c:v>
                </c:pt>
                <c:pt idx="393">
                  <c:v>69.993674999999996</c:v>
                </c:pt>
                <c:pt idx="394">
                  <c:v>69.975600999999997</c:v>
                </c:pt>
                <c:pt idx="395">
                  <c:v>70.352988999999994</c:v>
                </c:pt>
                <c:pt idx="396">
                  <c:v>70.715873999999999</c:v>
                </c:pt>
                <c:pt idx="397">
                  <c:v>71.528953999999999</c:v>
                </c:pt>
                <c:pt idx="398">
                  <c:v>72.080605000000006</c:v>
                </c:pt>
                <c:pt idx="399">
                  <c:v>71.958709999999996</c:v>
                </c:pt>
                <c:pt idx="400">
                  <c:v>71.513901000000004</c:v>
                </c:pt>
                <c:pt idx="401">
                  <c:v>70.971290999999994</c:v>
                </c:pt>
                <c:pt idx="402">
                  <c:v>70.689774</c:v>
                </c:pt>
                <c:pt idx="403">
                  <c:v>70.752082999999999</c:v>
                </c:pt>
                <c:pt idx="404">
                  <c:v>70.565787999999998</c:v>
                </c:pt>
                <c:pt idx="405">
                  <c:v>70.150886999999997</c:v>
                </c:pt>
                <c:pt idx="406">
                  <c:v>69.815048000000004</c:v>
                </c:pt>
                <c:pt idx="407">
                  <c:v>69.705803000000003</c:v>
                </c:pt>
                <c:pt idx="408">
                  <c:v>70.262000999999998</c:v>
                </c:pt>
                <c:pt idx="409">
                  <c:v>71.173530999999997</c:v>
                </c:pt>
                <c:pt idx="410">
                  <c:v>72.012833000000001</c:v>
                </c:pt>
                <c:pt idx="411">
                  <c:v>72.841781999999995</c:v>
                </c:pt>
                <c:pt idx="412">
                  <c:v>73.504822000000004</c:v>
                </c:pt>
                <c:pt idx="413">
                  <c:v>74.068825000000004</c:v>
                </c:pt>
                <c:pt idx="414">
                  <c:v>74.478279000000001</c:v>
                </c:pt>
                <c:pt idx="415">
                  <c:v>74.710571000000002</c:v>
                </c:pt>
                <c:pt idx="416">
                  <c:v>74.942977999999997</c:v>
                </c:pt>
                <c:pt idx="417">
                  <c:v>74.941353000000007</c:v>
                </c:pt>
                <c:pt idx="418">
                  <c:v>74.547752000000003</c:v>
                </c:pt>
                <c:pt idx="419">
                  <c:v>74.215309000000005</c:v>
                </c:pt>
                <c:pt idx="420">
                  <c:v>74.001884000000004</c:v>
                </c:pt>
                <c:pt idx="421">
                  <c:v>73.820137000000003</c:v>
                </c:pt>
                <c:pt idx="422">
                  <c:v>73.496917999999994</c:v>
                </c:pt>
                <c:pt idx="423">
                  <c:v>73.185417000000001</c:v>
                </c:pt>
                <c:pt idx="424">
                  <c:v>72.888694999999998</c:v>
                </c:pt>
                <c:pt idx="425">
                  <c:v>72.283676</c:v>
                </c:pt>
                <c:pt idx="426">
                  <c:v>71.529342999999997</c:v>
                </c:pt>
                <c:pt idx="427">
                  <c:v>71.021355</c:v>
                </c:pt>
                <c:pt idx="428">
                  <c:v>71.178130999999993</c:v>
                </c:pt>
                <c:pt idx="429">
                  <c:v>71.653853999999995</c:v>
                </c:pt>
                <c:pt idx="430">
                  <c:v>71.967331000000001</c:v>
                </c:pt>
                <c:pt idx="431">
                  <c:v>71.821365</c:v>
                </c:pt>
                <c:pt idx="432">
                  <c:v>71.454078999999993</c:v>
                </c:pt>
                <c:pt idx="433">
                  <c:v>71.316422000000003</c:v>
                </c:pt>
                <c:pt idx="434">
                  <c:v>71.452904000000004</c:v>
                </c:pt>
                <c:pt idx="435">
                  <c:v>71.719550999999996</c:v>
                </c:pt>
                <c:pt idx="436">
                  <c:v>72.120270000000005</c:v>
                </c:pt>
                <c:pt idx="437">
                  <c:v>72.715439000000003</c:v>
                </c:pt>
                <c:pt idx="438">
                  <c:v>72.779503000000005</c:v>
                </c:pt>
                <c:pt idx="439">
                  <c:v>71.947868</c:v>
                </c:pt>
                <c:pt idx="440">
                  <c:v>70.936165000000003</c:v>
                </c:pt>
                <c:pt idx="441">
                  <c:v>69.837547000000001</c:v>
                </c:pt>
                <c:pt idx="442">
                  <c:v>68.975975000000005</c:v>
                </c:pt>
                <c:pt idx="443">
                  <c:v>69.235504000000006</c:v>
                </c:pt>
                <c:pt idx="444">
                  <c:v>70.131905000000003</c:v>
                </c:pt>
                <c:pt idx="445">
                  <c:v>71.203720000000004</c:v>
                </c:pt>
                <c:pt idx="446">
                  <c:v>71.791756000000007</c:v>
                </c:pt>
                <c:pt idx="447">
                  <c:v>71.582176000000004</c:v>
                </c:pt>
                <c:pt idx="448">
                  <c:v>71.043296999999995</c:v>
                </c:pt>
                <c:pt idx="449">
                  <c:v>70.623756</c:v>
                </c:pt>
                <c:pt idx="450">
                  <c:v>70.276161000000002</c:v>
                </c:pt>
                <c:pt idx="451">
                  <c:v>70.110793999999999</c:v>
                </c:pt>
                <c:pt idx="452">
                  <c:v>70.104186999999996</c:v>
                </c:pt>
                <c:pt idx="453">
                  <c:v>70.409676000000005</c:v>
                </c:pt>
                <c:pt idx="454">
                  <c:v>70.811843999999994</c:v>
                </c:pt>
                <c:pt idx="455">
                  <c:v>71.422934999999995</c:v>
                </c:pt>
                <c:pt idx="456">
                  <c:v>72.180678999999998</c:v>
                </c:pt>
                <c:pt idx="457">
                  <c:v>72.647491000000002</c:v>
                </c:pt>
                <c:pt idx="458">
                  <c:v>72.888756000000001</c:v>
                </c:pt>
                <c:pt idx="459">
                  <c:v>72.743781999999996</c:v>
                </c:pt>
                <c:pt idx="460">
                  <c:v>72.474129000000005</c:v>
                </c:pt>
                <c:pt idx="461">
                  <c:v>72.361794000000003</c:v>
                </c:pt>
                <c:pt idx="462">
                  <c:v>72.474350000000001</c:v>
                </c:pt>
                <c:pt idx="463">
                  <c:v>72.914139000000006</c:v>
                </c:pt>
                <c:pt idx="464">
                  <c:v>73.506989000000004</c:v>
                </c:pt>
                <c:pt idx="465">
                  <c:v>74.074837000000002</c:v>
                </c:pt>
                <c:pt idx="466">
                  <c:v>74.471633999999995</c:v>
                </c:pt>
                <c:pt idx="467">
                  <c:v>74.708907999999994</c:v>
                </c:pt>
                <c:pt idx="468">
                  <c:v>74.461983000000004</c:v>
                </c:pt>
                <c:pt idx="469">
                  <c:v>74.264983999999998</c:v>
                </c:pt>
                <c:pt idx="470">
                  <c:v>74.400413999999998</c:v>
                </c:pt>
                <c:pt idx="471">
                  <c:v>74.416343999999995</c:v>
                </c:pt>
                <c:pt idx="472">
                  <c:v>74.183837999999994</c:v>
                </c:pt>
                <c:pt idx="473">
                  <c:v>73.604156000000003</c:v>
                </c:pt>
                <c:pt idx="474">
                  <c:v>72.770308999999997</c:v>
                </c:pt>
                <c:pt idx="475">
                  <c:v>71.709862000000001</c:v>
                </c:pt>
                <c:pt idx="476">
                  <c:v>71.112350000000006</c:v>
                </c:pt>
                <c:pt idx="477">
                  <c:v>71.011047000000005</c:v>
                </c:pt>
                <c:pt idx="478">
                  <c:v>71.057456999999999</c:v>
                </c:pt>
                <c:pt idx="479">
                  <c:v>71.192656999999997</c:v>
                </c:pt>
                <c:pt idx="480">
                  <c:v>71.361594999999994</c:v>
                </c:pt>
                <c:pt idx="481">
                  <c:v>71.497428999999997</c:v>
                </c:pt>
                <c:pt idx="482">
                  <c:v>71.688400000000001</c:v>
                </c:pt>
                <c:pt idx="483">
                  <c:v>72.609443999999996</c:v>
                </c:pt>
                <c:pt idx="484">
                  <c:v>73.499427999999995</c:v>
                </c:pt>
                <c:pt idx="485">
                  <c:v>74.128699999999995</c:v>
                </c:pt>
                <c:pt idx="486">
                  <c:v>74.729743999999997</c:v>
                </c:pt>
                <c:pt idx="487">
                  <c:v>75.313477000000006</c:v>
                </c:pt>
                <c:pt idx="488">
                  <c:v>75.687736999999998</c:v>
                </c:pt>
                <c:pt idx="489">
                  <c:v>75.662864999999996</c:v>
                </c:pt>
                <c:pt idx="490">
                  <c:v>75.701065</c:v>
                </c:pt>
                <c:pt idx="491">
                  <c:v>75.715209999999999</c:v>
                </c:pt>
                <c:pt idx="492">
                  <c:v>75.493979999999993</c:v>
                </c:pt>
                <c:pt idx="493">
                  <c:v>75.238945000000001</c:v>
                </c:pt>
                <c:pt idx="494">
                  <c:v>74.949837000000002</c:v>
                </c:pt>
                <c:pt idx="495">
                  <c:v>74.925490999999994</c:v>
                </c:pt>
                <c:pt idx="496">
                  <c:v>75.360443000000004</c:v>
                </c:pt>
                <c:pt idx="497">
                  <c:v>76.005898000000002</c:v>
                </c:pt>
                <c:pt idx="498">
                  <c:v>76.487328000000005</c:v>
                </c:pt>
                <c:pt idx="499">
                  <c:v>76.718040000000002</c:v>
                </c:pt>
                <c:pt idx="500">
                  <c:v>76.922363000000004</c:v>
                </c:pt>
                <c:pt idx="501">
                  <c:v>77.279494999999997</c:v>
                </c:pt>
                <c:pt idx="502">
                  <c:v>77.572708000000006</c:v>
                </c:pt>
                <c:pt idx="503">
                  <c:v>77.563621999999995</c:v>
                </c:pt>
                <c:pt idx="504">
                  <c:v>77.149642999999998</c:v>
                </c:pt>
                <c:pt idx="505">
                  <c:v>76.701721000000006</c:v>
                </c:pt>
                <c:pt idx="506">
                  <c:v>76.383910999999998</c:v>
                </c:pt>
                <c:pt idx="507">
                  <c:v>76.282471000000001</c:v>
                </c:pt>
                <c:pt idx="508">
                  <c:v>76.135825999999994</c:v>
                </c:pt>
                <c:pt idx="509">
                  <c:v>75.738799999999998</c:v>
                </c:pt>
                <c:pt idx="510">
                  <c:v>75.212913999999998</c:v>
                </c:pt>
                <c:pt idx="511">
                  <c:v>74.538887000000003</c:v>
                </c:pt>
                <c:pt idx="512">
                  <c:v>74.133979999999994</c:v>
                </c:pt>
                <c:pt idx="513">
                  <c:v>74.215675000000005</c:v>
                </c:pt>
                <c:pt idx="514">
                  <c:v>74.728927999999996</c:v>
                </c:pt>
                <c:pt idx="515">
                  <c:v>75.346541999999999</c:v>
                </c:pt>
                <c:pt idx="516">
                  <c:v>75.649947999999995</c:v>
                </c:pt>
                <c:pt idx="517">
                  <c:v>75.589187999999993</c:v>
                </c:pt>
                <c:pt idx="518">
                  <c:v>75.347640999999996</c:v>
                </c:pt>
                <c:pt idx="519">
                  <c:v>67.688254999999998</c:v>
                </c:pt>
                <c:pt idx="520">
                  <c:v>59.889481000000004</c:v>
                </c:pt>
                <c:pt idx="521">
                  <c:v>64.631812999999994</c:v>
                </c:pt>
                <c:pt idx="522">
                  <c:v>67.425835000000006</c:v>
                </c:pt>
                <c:pt idx="523">
                  <c:v>68.549132999999998</c:v>
                </c:pt>
                <c:pt idx="524">
                  <c:v>69.017120000000006</c:v>
                </c:pt>
                <c:pt idx="525">
                  <c:v>69.083175999999995</c:v>
                </c:pt>
                <c:pt idx="526">
                  <c:v>69.030913999999996</c:v>
                </c:pt>
                <c:pt idx="527">
                  <c:v>69.308814999999996</c:v>
                </c:pt>
                <c:pt idx="528">
                  <c:v>69.893150000000006</c:v>
                </c:pt>
                <c:pt idx="529">
                  <c:v>70.822226999999998</c:v>
                </c:pt>
                <c:pt idx="530">
                  <c:v>71.438293000000002</c:v>
                </c:pt>
                <c:pt idx="531">
                  <c:v>71.586960000000005</c:v>
                </c:pt>
                <c:pt idx="532">
                  <c:v>71.908935999999997</c:v>
                </c:pt>
                <c:pt idx="533">
                  <c:v>72.234313999999998</c:v>
                </c:pt>
                <c:pt idx="534">
                  <c:v>72.239188999999996</c:v>
                </c:pt>
                <c:pt idx="535">
                  <c:v>72.369568000000001</c:v>
                </c:pt>
                <c:pt idx="536">
                  <c:v>72.759369000000007</c:v>
                </c:pt>
                <c:pt idx="537">
                  <c:v>73.060799000000003</c:v>
                </c:pt>
                <c:pt idx="538">
                  <c:v>73.271270999999999</c:v>
                </c:pt>
                <c:pt idx="539">
                  <c:v>73.259940999999998</c:v>
                </c:pt>
                <c:pt idx="540">
                  <c:v>73.152762999999993</c:v>
                </c:pt>
                <c:pt idx="541">
                  <c:v>73.087249999999997</c:v>
                </c:pt>
                <c:pt idx="542">
                  <c:v>73.033378999999996</c:v>
                </c:pt>
                <c:pt idx="543">
                  <c:v>73.114754000000005</c:v>
                </c:pt>
                <c:pt idx="544">
                  <c:v>72.995773</c:v>
                </c:pt>
                <c:pt idx="545">
                  <c:v>72.740295000000003</c:v>
                </c:pt>
                <c:pt idx="546">
                  <c:v>72.352492999999996</c:v>
                </c:pt>
                <c:pt idx="547">
                  <c:v>72.395813000000004</c:v>
                </c:pt>
                <c:pt idx="548">
                  <c:v>72.910636999999994</c:v>
                </c:pt>
                <c:pt idx="549">
                  <c:v>73.573134999999994</c:v>
                </c:pt>
                <c:pt idx="550">
                  <c:v>74.142112999999995</c:v>
                </c:pt>
                <c:pt idx="551">
                  <c:v>74.123795000000001</c:v>
                </c:pt>
                <c:pt idx="552">
                  <c:v>73.422409000000002</c:v>
                </c:pt>
                <c:pt idx="553">
                  <c:v>72.520270999999994</c:v>
                </c:pt>
                <c:pt idx="554">
                  <c:v>71.475487000000001</c:v>
                </c:pt>
                <c:pt idx="555">
                  <c:v>70.681022999999996</c:v>
                </c:pt>
                <c:pt idx="556">
                  <c:v>70.454459999999997</c:v>
                </c:pt>
                <c:pt idx="557">
                  <c:v>70.106819000000002</c:v>
                </c:pt>
                <c:pt idx="558">
                  <c:v>69.545105000000007</c:v>
                </c:pt>
                <c:pt idx="559">
                  <c:v>69.076949999999997</c:v>
                </c:pt>
                <c:pt idx="560">
                  <c:v>68.323363999999998</c:v>
                </c:pt>
                <c:pt idx="561">
                  <c:v>67.963065999999998</c:v>
                </c:pt>
                <c:pt idx="562">
                  <c:v>67.894447</c:v>
                </c:pt>
                <c:pt idx="563">
                  <c:v>68.294853000000003</c:v>
                </c:pt>
                <c:pt idx="564">
                  <c:v>68.927948000000001</c:v>
                </c:pt>
                <c:pt idx="565">
                  <c:v>69.184310999999994</c:v>
                </c:pt>
                <c:pt idx="566">
                  <c:v>69.138908000000001</c:v>
                </c:pt>
                <c:pt idx="567">
                  <c:v>69.229752000000005</c:v>
                </c:pt>
                <c:pt idx="568">
                  <c:v>69.404503000000005</c:v>
                </c:pt>
                <c:pt idx="569">
                  <c:v>69.448211999999998</c:v>
                </c:pt>
                <c:pt idx="570">
                  <c:v>69.224236000000005</c:v>
                </c:pt>
                <c:pt idx="571">
                  <c:v>68.753570999999994</c:v>
                </c:pt>
                <c:pt idx="572">
                  <c:v>67.977294999999998</c:v>
                </c:pt>
                <c:pt idx="573">
                  <c:v>67.225455999999994</c:v>
                </c:pt>
                <c:pt idx="574">
                  <c:v>58.064715999999997</c:v>
                </c:pt>
                <c:pt idx="575">
                  <c:v>60.052750000000003</c:v>
                </c:pt>
                <c:pt idx="576">
                  <c:v>61.829833999999998</c:v>
                </c:pt>
                <c:pt idx="577">
                  <c:v>63.174435000000003</c:v>
                </c:pt>
                <c:pt idx="578">
                  <c:v>63.749988999999999</c:v>
                </c:pt>
                <c:pt idx="579">
                  <c:v>63.942680000000003</c:v>
                </c:pt>
                <c:pt idx="580">
                  <c:v>63.935046999999997</c:v>
                </c:pt>
                <c:pt idx="581">
                  <c:v>64.053130999999993</c:v>
                </c:pt>
                <c:pt idx="582">
                  <c:v>64.214934999999997</c:v>
                </c:pt>
                <c:pt idx="583">
                  <c:v>64.191901999999999</c:v>
                </c:pt>
                <c:pt idx="584">
                  <c:v>64.379317999999998</c:v>
                </c:pt>
                <c:pt idx="585">
                  <c:v>64.813713000000007</c:v>
                </c:pt>
                <c:pt idx="586">
                  <c:v>65.382071999999994</c:v>
                </c:pt>
                <c:pt idx="587">
                  <c:v>65.380568999999994</c:v>
                </c:pt>
                <c:pt idx="588">
                  <c:v>65.068129999999996</c:v>
                </c:pt>
                <c:pt idx="589">
                  <c:v>65.044098000000005</c:v>
                </c:pt>
                <c:pt idx="590">
                  <c:v>65.334205999999995</c:v>
                </c:pt>
                <c:pt idx="591">
                  <c:v>65.918785</c:v>
                </c:pt>
                <c:pt idx="592">
                  <c:v>66.972381999999996</c:v>
                </c:pt>
                <c:pt idx="593">
                  <c:v>67.949439999999996</c:v>
                </c:pt>
                <c:pt idx="594">
                  <c:v>68.361908</c:v>
                </c:pt>
                <c:pt idx="595">
                  <c:v>68.586769000000004</c:v>
                </c:pt>
                <c:pt idx="596">
                  <c:v>68.952347000000003</c:v>
                </c:pt>
                <c:pt idx="597">
                  <c:v>69.418602000000007</c:v>
                </c:pt>
                <c:pt idx="598">
                  <c:v>69.857192999999995</c:v>
                </c:pt>
                <c:pt idx="599">
                  <c:v>70.209739999999996</c:v>
                </c:pt>
                <c:pt idx="600">
                  <c:v>70.718636000000004</c:v>
                </c:pt>
                <c:pt idx="601">
                  <c:v>71.156043999999994</c:v>
                </c:pt>
                <c:pt idx="602">
                  <c:v>71.274878999999999</c:v>
                </c:pt>
                <c:pt idx="603">
                  <c:v>71.324912999999995</c:v>
                </c:pt>
                <c:pt idx="604">
                  <c:v>71.265816000000001</c:v>
                </c:pt>
                <c:pt idx="605">
                  <c:v>71.089484999999996</c:v>
                </c:pt>
                <c:pt idx="606">
                  <c:v>70.826583999999997</c:v>
                </c:pt>
                <c:pt idx="607">
                  <c:v>70.494308000000004</c:v>
                </c:pt>
                <c:pt idx="608">
                  <c:v>69.834075999999996</c:v>
                </c:pt>
                <c:pt idx="609">
                  <c:v>69.801682</c:v>
                </c:pt>
                <c:pt idx="610">
                  <c:v>70.480994999999993</c:v>
                </c:pt>
                <c:pt idx="611">
                  <c:v>71.380234000000002</c:v>
                </c:pt>
                <c:pt idx="612">
                  <c:v>71.815169999999995</c:v>
                </c:pt>
                <c:pt idx="613">
                  <c:v>72.123931999999996</c:v>
                </c:pt>
                <c:pt idx="614">
                  <c:v>72.402145000000004</c:v>
                </c:pt>
                <c:pt idx="615">
                  <c:v>72.661422999999999</c:v>
                </c:pt>
                <c:pt idx="616">
                  <c:v>72.996741999999998</c:v>
                </c:pt>
                <c:pt idx="617">
                  <c:v>73.296036000000001</c:v>
                </c:pt>
                <c:pt idx="618">
                  <c:v>73.547134</c:v>
                </c:pt>
                <c:pt idx="619">
                  <c:v>73.634559999999993</c:v>
                </c:pt>
                <c:pt idx="620">
                  <c:v>73.636414000000002</c:v>
                </c:pt>
                <c:pt idx="621">
                  <c:v>73.563736000000006</c:v>
                </c:pt>
                <c:pt idx="622">
                  <c:v>73.356285</c:v>
                </c:pt>
                <c:pt idx="623">
                  <c:v>73.241211000000007</c:v>
                </c:pt>
                <c:pt idx="624">
                  <c:v>73.269278999999997</c:v>
                </c:pt>
                <c:pt idx="625">
                  <c:v>73.289000999999999</c:v>
                </c:pt>
                <c:pt idx="626">
                  <c:v>73.068603999999993</c:v>
                </c:pt>
                <c:pt idx="627">
                  <c:v>72.648444999999995</c:v>
                </c:pt>
                <c:pt idx="628">
                  <c:v>72.357613000000001</c:v>
                </c:pt>
                <c:pt idx="629">
                  <c:v>72.439659000000006</c:v>
                </c:pt>
                <c:pt idx="630">
                  <c:v>72.694541999999998</c:v>
                </c:pt>
                <c:pt idx="631">
                  <c:v>73.028069000000002</c:v>
                </c:pt>
                <c:pt idx="632">
                  <c:v>73.412955999999994</c:v>
                </c:pt>
                <c:pt idx="633">
                  <c:v>73.616539000000003</c:v>
                </c:pt>
                <c:pt idx="634">
                  <c:v>73.932807999999994</c:v>
                </c:pt>
                <c:pt idx="635">
                  <c:v>74.278328000000002</c:v>
                </c:pt>
                <c:pt idx="636">
                  <c:v>74.622803000000005</c:v>
                </c:pt>
                <c:pt idx="637">
                  <c:v>74.975104999999999</c:v>
                </c:pt>
                <c:pt idx="638">
                  <c:v>75.033469999999994</c:v>
                </c:pt>
                <c:pt idx="639">
                  <c:v>74.814948999999999</c:v>
                </c:pt>
                <c:pt idx="640">
                  <c:v>74.664589000000007</c:v>
                </c:pt>
                <c:pt idx="641">
                  <c:v>74.491935999999995</c:v>
                </c:pt>
                <c:pt idx="642">
                  <c:v>74.272377000000006</c:v>
                </c:pt>
                <c:pt idx="643">
                  <c:v>74.046806000000004</c:v>
                </c:pt>
                <c:pt idx="644">
                  <c:v>74.070175000000006</c:v>
                </c:pt>
                <c:pt idx="645">
                  <c:v>74.284813</c:v>
                </c:pt>
                <c:pt idx="646">
                  <c:v>74.468070999999995</c:v>
                </c:pt>
                <c:pt idx="647">
                  <c:v>74.560424999999995</c:v>
                </c:pt>
                <c:pt idx="648">
                  <c:v>74.632369999999995</c:v>
                </c:pt>
                <c:pt idx="649">
                  <c:v>74.817711000000003</c:v>
                </c:pt>
                <c:pt idx="650">
                  <c:v>74.700546000000003</c:v>
                </c:pt>
                <c:pt idx="651">
                  <c:v>74.546004999999994</c:v>
                </c:pt>
                <c:pt idx="652">
                  <c:v>74.733765000000005</c:v>
                </c:pt>
                <c:pt idx="653">
                  <c:v>74.965789999999998</c:v>
                </c:pt>
                <c:pt idx="654">
                  <c:v>75.036879999999996</c:v>
                </c:pt>
                <c:pt idx="655">
                  <c:v>75.150115999999997</c:v>
                </c:pt>
                <c:pt idx="656">
                  <c:v>75.325530999999998</c:v>
                </c:pt>
                <c:pt idx="657">
                  <c:v>75.456078000000005</c:v>
                </c:pt>
                <c:pt idx="658">
                  <c:v>75.508835000000005</c:v>
                </c:pt>
                <c:pt idx="659">
                  <c:v>75.640808000000007</c:v>
                </c:pt>
                <c:pt idx="660">
                  <c:v>75.840637000000001</c:v>
                </c:pt>
                <c:pt idx="661">
                  <c:v>76.149146999999999</c:v>
                </c:pt>
                <c:pt idx="662">
                  <c:v>76.455864000000005</c:v>
                </c:pt>
                <c:pt idx="663">
                  <c:v>76.535797000000002</c:v>
                </c:pt>
                <c:pt idx="664">
                  <c:v>76.466239999999999</c:v>
                </c:pt>
                <c:pt idx="665">
                  <c:v>76.455078</c:v>
                </c:pt>
                <c:pt idx="666">
                  <c:v>76.605086999999997</c:v>
                </c:pt>
                <c:pt idx="667">
                  <c:v>76.870270000000005</c:v>
                </c:pt>
                <c:pt idx="668">
                  <c:v>76.990973999999994</c:v>
                </c:pt>
                <c:pt idx="669">
                  <c:v>77.089118999999997</c:v>
                </c:pt>
                <c:pt idx="670">
                  <c:v>77.202079999999995</c:v>
                </c:pt>
                <c:pt idx="671">
                  <c:v>77.282341000000002</c:v>
                </c:pt>
                <c:pt idx="672">
                  <c:v>77.392859999999999</c:v>
                </c:pt>
                <c:pt idx="673">
                  <c:v>77.448729999999998</c:v>
                </c:pt>
                <c:pt idx="674">
                  <c:v>77.370475999999996</c:v>
                </c:pt>
                <c:pt idx="675">
                  <c:v>77.414551000000003</c:v>
                </c:pt>
                <c:pt idx="676">
                  <c:v>77.554207000000005</c:v>
                </c:pt>
                <c:pt idx="677">
                  <c:v>77.571770000000001</c:v>
                </c:pt>
                <c:pt idx="678">
                  <c:v>77.539894000000004</c:v>
                </c:pt>
                <c:pt idx="679">
                  <c:v>77.442122999999995</c:v>
                </c:pt>
                <c:pt idx="680">
                  <c:v>77.190353000000002</c:v>
                </c:pt>
                <c:pt idx="681">
                  <c:v>77.058548000000002</c:v>
                </c:pt>
                <c:pt idx="682">
                  <c:v>77.051399000000004</c:v>
                </c:pt>
                <c:pt idx="683">
                  <c:v>76.975577999999999</c:v>
                </c:pt>
                <c:pt idx="684">
                  <c:v>76.963843999999995</c:v>
                </c:pt>
                <c:pt idx="685">
                  <c:v>76.914406</c:v>
                </c:pt>
                <c:pt idx="686">
                  <c:v>76.807204999999996</c:v>
                </c:pt>
                <c:pt idx="687">
                  <c:v>76.689223999999996</c:v>
                </c:pt>
                <c:pt idx="688">
                  <c:v>76.750832000000003</c:v>
                </c:pt>
                <c:pt idx="689">
                  <c:v>76.871727000000007</c:v>
                </c:pt>
                <c:pt idx="690">
                  <c:v>76.933907000000005</c:v>
                </c:pt>
                <c:pt idx="691">
                  <c:v>76.794037000000003</c:v>
                </c:pt>
                <c:pt idx="692">
                  <c:v>76.719466999999995</c:v>
                </c:pt>
                <c:pt idx="693">
                  <c:v>76.955910000000003</c:v>
                </c:pt>
                <c:pt idx="694">
                  <c:v>77.571631999999994</c:v>
                </c:pt>
                <c:pt idx="695">
                  <c:v>78.138283000000001</c:v>
                </c:pt>
                <c:pt idx="696">
                  <c:v>78.540085000000005</c:v>
                </c:pt>
                <c:pt idx="697">
                  <c:v>78.903152000000006</c:v>
                </c:pt>
                <c:pt idx="698">
                  <c:v>79.269981000000001</c:v>
                </c:pt>
                <c:pt idx="699">
                  <c:v>79.612762000000004</c:v>
                </c:pt>
                <c:pt idx="700">
                  <c:v>79.728531000000004</c:v>
                </c:pt>
                <c:pt idx="701">
                  <c:v>79.785019000000005</c:v>
                </c:pt>
                <c:pt idx="702">
                  <c:v>79.887955000000005</c:v>
                </c:pt>
                <c:pt idx="703">
                  <c:v>79.940926000000005</c:v>
                </c:pt>
                <c:pt idx="704">
                  <c:v>79.922393999999997</c:v>
                </c:pt>
                <c:pt idx="705">
                  <c:v>79.863288999999995</c:v>
                </c:pt>
                <c:pt idx="706">
                  <c:v>79.701949999999997</c:v>
                </c:pt>
                <c:pt idx="707">
                  <c:v>79.523810999999995</c:v>
                </c:pt>
                <c:pt idx="708">
                  <c:v>79.588158000000007</c:v>
                </c:pt>
                <c:pt idx="709">
                  <c:v>80.075828999999999</c:v>
                </c:pt>
                <c:pt idx="710">
                  <c:v>80.686408999999998</c:v>
                </c:pt>
                <c:pt idx="711">
                  <c:v>81.078734999999995</c:v>
                </c:pt>
                <c:pt idx="712">
                  <c:v>81.050278000000006</c:v>
                </c:pt>
                <c:pt idx="713">
                  <c:v>80.898208999999994</c:v>
                </c:pt>
                <c:pt idx="714">
                  <c:v>80.825622999999993</c:v>
                </c:pt>
                <c:pt idx="715">
                  <c:v>80.996521000000001</c:v>
                </c:pt>
                <c:pt idx="716">
                  <c:v>81.069405000000003</c:v>
                </c:pt>
                <c:pt idx="717">
                  <c:v>81.086128000000002</c:v>
                </c:pt>
                <c:pt idx="718">
                  <c:v>81.191742000000005</c:v>
                </c:pt>
                <c:pt idx="719">
                  <c:v>81.024078000000003</c:v>
                </c:pt>
                <c:pt idx="720">
                  <c:v>80.415458999999998</c:v>
                </c:pt>
                <c:pt idx="721">
                  <c:v>80.174721000000005</c:v>
                </c:pt>
                <c:pt idx="722">
                  <c:v>80.374206999999998</c:v>
                </c:pt>
                <c:pt idx="723">
                  <c:v>80.403480999999999</c:v>
                </c:pt>
                <c:pt idx="724">
                  <c:v>80.378349</c:v>
                </c:pt>
                <c:pt idx="725">
                  <c:v>80.310669000000004</c:v>
                </c:pt>
                <c:pt idx="726">
                  <c:v>80.386215000000007</c:v>
                </c:pt>
                <c:pt idx="727">
                  <c:v>80.519774999999996</c:v>
                </c:pt>
                <c:pt idx="728">
                  <c:v>80.512535</c:v>
                </c:pt>
                <c:pt idx="729">
                  <c:v>80.509711999999993</c:v>
                </c:pt>
                <c:pt idx="730">
                  <c:v>80.451920000000001</c:v>
                </c:pt>
                <c:pt idx="731">
                  <c:v>80.171974000000006</c:v>
                </c:pt>
                <c:pt idx="732">
                  <c:v>79.872009000000006</c:v>
                </c:pt>
                <c:pt idx="733">
                  <c:v>80.012383</c:v>
                </c:pt>
                <c:pt idx="734">
                  <c:v>80.637016000000003</c:v>
                </c:pt>
                <c:pt idx="735">
                  <c:v>81.428359999999998</c:v>
                </c:pt>
                <c:pt idx="736">
                  <c:v>81.878028999999998</c:v>
                </c:pt>
                <c:pt idx="737">
                  <c:v>81.993645000000001</c:v>
                </c:pt>
                <c:pt idx="738">
                  <c:v>81.993155999999999</c:v>
                </c:pt>
                <c:pt idx="739">
                  <c:v>82.006218000000004</c:v>
                </c:pt>
                <c:pt idx="740">
                  <c:v>81.991889999999998</c:v>
                </c:pt>
                <c:pt idx="741">
                  <c:v>81.974648000000002</c:v>
                </c:pt>
                <c:pt idx="742">
                  <c:v>81.853531000000004</c:v>
                </c:pt>
                <c:pt idx="743">
                  <c:v>81.313170999999997</c:v>
                </c:pt>
                <c:pt idx="744">
                  <c:v>80.526900999999995</c:v>
                </c:pt>
                <c:pt idx="745">
                  <c:v>80.130424000000005</c:v>
                </c:pt>
                <c:pt idx="746">
                  <c:v>79.826385000000002</c:v>
                </c:pt>
                <c:pt idx="747">
                  <c:v>79.383301000000003</c:v>
                </c:pt>
                <c:pt idx="748">
                  <c:v>79.248192000000003</c:v>
                </c:pt>
                <c:pt idx="749">
                  <c:v>78.799903999999998</c:v>
                </c:pt>
                <c:pt idx="750">
                  <c:v>77.973251000000005</c:v>
                </c:pt>
                <c:pt idx="751">
                  <c:v>77.377533</c:v>
                </c:pt>
                <c:pt idx="752">
                  <c:v>77.149651000000006</c:v>
                </c:pt>
                <c:pt idx="753">
                  <c:v>76.629890000000003</c:v>
                </c:pt>
                <c:pt idx="754">
                  <c:v>75.770225999999994</c:v>
                </c:pt>
                <c:pt idx="755">
                  <c:v>75.098892000000006</c:v>
                </c:pt>
                <c:pt idx="756">
                  <c:v>74.854927000000004</c:v>
                </c:pt>
                <c:pt idx="757">
                  <c:v>74.947136</c:v>
                </c:pt>
                <c:pt idx="758">
                  <c:v>74.917823999999996</c:v>
                </c:pt>
                <c:pt idx="759">
                  <c:v>74.644454999999994</c:v>
                </c:pt>
                <c:pt idx="760">
                  <c:v>74.492203000000003</c:v>
                </c:pt>
                <c:pt idx="761">
                  <c:v>74.680381999999994</c:v>
                </c:pt>
                <c:pt idx="762">
                  <c:v>75.206649999999996</c:v>
                </c:pt>
                <c:pt idx="763">
                  <c:v>75.527778999999995</c:v>
                </c:pt>
                <c:pt idx="764">
                  <c:v>75.222176000000005</c:v>
                </c:pt>
                <c:pt idx="765">
                  <c:v>74.551475999999994</c:v>
                </c:pt>
                <c:pt idx="766">
                  <c:v>74.207222000000002</c:v>
                </c:pt>
                <c:pt idx="767">
                  <c:v>73.703316000000001</c:v>
                </c:pt>
                <c:pt idx="768">
                  <c:v>72.922623000000002</c:v>
                </c:pt>
                <c:pt idx="769">
                  <c:v>72.330803000000003</c:v>
                </c:pt>
                <c:pt idx="770">
                  <c:v>71.943755999999993</c:v>
                </c:pt>
                <c:pt idx="771">
                  <c:v>72.32029</c:v>
                </c:pt>
                <c:pt idx="772">
                  <c:v>72.122353000000004</c:v>
                </c:pt>
                <c:pt idx="773">
                  <c:v>71.637191999999999</c:v>
                </c:pt>
                <c:pt idx="774">
                  <c:v>71.444434999999999</c:v>
                </c:pt>
                <c:pt idx="775">
                  <c:v>71.241150000000005</c:v>
                </c:pt>
                <c:pt idx="776">
                  <c:v>71.363502999999994</c:v>
                </c:pt>
                <c:pt idx="777">
                  <c:v>71.173737000000003</c:v>
                </c:pt>
                <c:pt idx="778">
                  <c:v>71.139763000000002</c:v>
                </c:pt>
                <c:pt idx="779">
                  <c:v>70.933616999999998</c:v>
                </c:pt>
                <c:pt idx="780">
                  <c:v>71.086455999999998</c:v>
                </c:pt>
                <c:pt idx="781">
                  <c:v>71.604636999999997</c:v>
                </c:pt>
                <c:pt idx="782">
                  <c:v>71.972770999999995</c:v>
                </c:pt>
                <c:pt idx="783">
                  <c:v>71.796738000000005</c:v>
                </c:pt>
                <c:pt idx="784">
                  <c:v>71.276161000000002</c:v>
                </c:pt>
                <c:pt idx="785">
                  <c:v>70.477965999999995</c:v>
                </c:pt>
                <c:pt idx="786">
                  <c:v>69.930770999999993</c:v>
                </c:pt>
                <c:pt idx="787">
                  <c:v>70.257866000000007</c:v>
                </c:pt>
                <c:pt idx="788">
                  <c:v>70.750343000000001</c:v>
                </c:pt>
                <c:pt idx="789">
                  <c:v>69.122375000000005</c:v>
                </c:pt>
                <c:pt idx="790">
                  <c:v>67.763274999999993</c:v>
                </c:pt>
                <c:pt idx="791">
                  <c:v>67.317100999999994</c:v>
                </c:pt>
                <c:pt idx="792">
                  <c:v>67.276649000000006</c:v>
                </c:pt>
                <c:pt idx="793">
                  <c:v>67.296859999999995</c:v>
                </c:pt>
                <c:pt idx="794">
                  <c:v>67.364784</c:v>
                </c:pt>
                <c:pt idx="795">
                  <c:v>67.878662000000006</c:v>
                </c:pt>
                <c:pt idx="796">
                  <c:v>68.732795999999993</c:v>
                </c:pt>
                <c:pt idx="797">
                  <c:v>69.287368999999998</c:v>
                </c:pt>
                <c:pt idx="798">
                  <c:v>69.664306999999994</c:v>
                </c:pt>
                <c:pt idx="799">
                  <c:v>69.792586999999997</c:v>
                </c:pt>
                <c:pt idx="800">
                  <c:v>69.344086000000004</c:v>
                </c:pt>
                <c:pt idx="801">
                  <c:v>68.836449000000002</c:v>
                </c:pt>
                <c:pt idx="802">
                  <c:v>68.126793000000006</c:v>
                </c:pt>
                <c:pt idx="803">
                  <c:v>67.561706999999998</c:v>
                </c:pt>
                <c:pt idx="804">
                  <c:v>66.885422000000005</c:v>
                </c:pt>
                <c:pt idx="805">
                  <c:v>66.503074999999995</c:v>
                </c:pt>
                <c:pt idx="806">
                  <c:v>66.426124999999999</c:v>
                </c:pt>
                <c:pt idx="807">
                  <c:v>66.448547000000005</c:v>
                </c:pt>
                <c:pt idx="808">
                  <c:v>66.347954000000001</c:v>
                </c:pt>
                <c:pt idx="809">
                  <c:v>65.888869999999997</c:v>
                </c:pt>
                <c:pt idx="810">
                  <c:v>65.791481000000005</c:v>
                </c:pt>
                <c:pt idx="811">
                  <c:v>66.017287999999994</c:v>
                </c:pt>
                <c:pt idx="812">
                  <c:v>66.606514000000004</c:v>
                </c:pt>
                <c:pt idx="813">
                  <c:v>66.695876999999996</c:v>
                </c:pt>
                <c:pt idx="814">
                  <c:v>66.286888000000005</c:v>
                </c:pt>
                <c:pt idx="815">
                  <c:v>66.306786000000002</c:v>
                </c:pt>
                <c:pt idx="816">
                  <c:v>66.685631000000001</c:v>
                </c:pt>
                <c:pt idx="817">
                  <c:v>67.200530999999998</c:v>
                </c:pt>
                <c:pt idx="818">
                  <c:v>67.661750999999995</c:v>
                </c:pt>
                <c:pt idx="819">
                  <c:v>68.132537999999997</c:v>
                </c:pt>
                <c:pt idx="820">
                  <c:v>68.657416999999995</c:v>
                </c:pt>
                <c:pt idx="821">
                  <c:v>68.786613000000003</c:v>
                </c:pt>
                <c:pt idx="822">
                  <c:v>69.055626000000004</c:v>
                </c:pt>
                <c:pt idx="823">
                  <c:v>69.576667999999998</c:v>
                </c:pt>
                <c:pt idx="824">
                  <c:v>69.809997999999993</c:v>
                </c:pt>
                <c:pt idx="825">
                  <c:v>69.825073000000003</c:v>
                </c:pt>
                <c:pt idx="826">
                  <c:v>69.726967000000002</c:v>
                </c:pt>
                <c:pt idx="827">
                  <c:v>69.342247</c:v>
                </c:pt>
                <c:pt idx="828">
                  <c:v>68.636229999999998</c:v>
                </c:pt>
                <c:pt idx="829">
                  <c:v>68.389702</c:v>
                </c:pt>
                <c:pt idx="830">
                  <c:v>68.691422000000003</c:v>
                </c:pt>
                <c:pt idx="831">
                  <c:v>68.993010999999996</c:v>
                </c:pt>
                <c:pt idx="832">
                  <c:v>68.996703999999994</c:v>
                </c:pt>
                <c:pt idx="833">
                  <c:v>68.618469000000005</c:v>
                </c:pt>
                <c:pt idx="834">
                  <c:v>67.939491000000004</c:v>
                </c:pt>
                <c:pt idx="835">
                  <c:v>67.738174000000001</c:v>
                </c:pt>
                <c:pt idx="836">
                  <c:v>67.871703999999994</c:v>
                </c:pt>
                <c:pt idx="837">
                  <c:v>67.807441999999995</c:v>
                </c:pt>
                <c:pt idx="838">
                  <c:v>67.819350999999997</c:v>
                </c:pt>
                <c:pt idx="839">
                  <c:v>67.786461000000003</c:v>
                </c:pt>
                <c:pt idx="840">
                  <c:v>67.408180000000002</c:v>
                </c:pt>
                <c:pt idx="841">
                  <c:v>67.264754999999994</c:v>
                </c:pt>
                <c:pt idx="842">
                  <c:v>67.691215999999997</c:v>
                </c:pt>
                <c:pt idx="843">
                  <c:v>68.162368999999998</c:v>
                </c:pt>
                <c:pt idx="844">
                  <c:v>68.416045999999994</c:v>
                </c:pt>
                <c:pt idx="845">
                  <c:v>68.584502999999998</c:v>
                </c:pt>
                <c:pt idx="846">
                  <c:v>68.505500999999995</c:v>
                </c:pt>
                <c:pt idx="847">
                  <c:v>68.350037</c:v>
                </c:pt>
                <c:pt idx="848">
                  <c:v>68.092567000000003</c:v>
                </c:pt>
                <c:pt idx="849">
                  <c:v>67.579673999999997</c:v>
                </c:pt>
                <c:pt idx="850">
                  <c:v>66.764442000000003</c:v>
                </c:pt>
                <c:pt idx="851">
                  <c:v>65.819626</c:v>
                </c:pt>
                <c:pt idx="852">
                  <c:v>65.252869000000004</c:v>
                </c:pt>
                <c:pt idx="853">
                  <c:v>65.389167999999998</c:v>
                </c:pt>
                <c:pt idx="854">
                  <c:v>65.28492</c:v>
                </c:pt>
                <c:pt idx="855">
                  <c:v>64.709845999999999</c:v>
                </c:pt>
                <c:pt idx="856">
                  <c:v>64.118401000000006</c:v>
                </c:pt>
                <c:pt idx="857">
                  <c:v>63.860171999999999</c:v>
                </c:pt>
                <c:pt idx="858">
                  <c:v>64.130973999999995</c:v>
                </c:pt>
                <c:pt idx="859">
                  <c:v>64.419944999999998</c:v>
                </c:pt>
                <c:pt idx="860">
                  <c:v>64.739265000000003</c:v>
                </c:pt>
                <c:pt idx="861">
                  <c:v>65.406768999999997</c:v>
                </c:pt>
                <c:pt idx="862">
                  <c:v>66.034317000000001</c:v>
                </c:pt>
                <c:pt idx="863">
                  <c:v>66.531363999999996</c:v>
                </c:pt>
                <c:pt idx="864">
                  <c:v>67.237121999999999</c:v>
                </c:pt>
                <c:pt idx="865">
                  <c:v>67.749184</c:v>
                </c:pt>
                <c:pt idx="866">
                  <c:v>67.748642000000004</c:v>
                </c:pt>
                <c:pt idx="867">
                  <c:v>67.415649000000002</c:v>
                </c:pt>
                <c:pt idx="868">
                  <c:v>66.688202000000004</c:v>
                </c:pt>
                <c:pt idx="869">
                  <c:v>65.262642</c:v>
                </c:pt>
                <c:pt idx="870">
                  <c:v>63.387385999999999</c:v>
                </c:pt>
                <c:pt idx="871">
                  <c:v>62.692402000000001</c:v>
                </c:pt>
                <c:pt idx="872">
                  <c:v>63.036217000000001</c:v>
                </c:pt>
                <c:pt idx="873">
                  <c:v>63.832675999999999</c:v>
                </c:pt>
                <c:pt idx="874">
                  <c:v>64.159233</c:v>
                </c:pt>
                <c:pt idx="875">
                  <c:v>63.739272999999997</c:v>
                </c:pt>
                <c:pt idx="876">
                  <c:v>63.409709999999997</c:v>
                </c:pt>
                <c:pt idx="877">
                  <c:v>63.923180000000002</c:v>
                </c:pt>
                <c:pt idx="878">
                  <c:v>65.1828</c:v>
                </c:pt>
                <c:pt idx="879">
                  <c:v>65.725966999999997</c:v>
                </c:pt>
                <c:pt idx="880">
                  <c:v>65.877930000000006</c:v>
                </c:pt>
                <c:pt idx="881">
                  <c:v>66.101851999999994</c:v>
                </c:pt>
                <c:pt idx="882">
                  <c:v>66.350594000000001</c:v>
                </c:pt>
                <c:pt idx="883">
                  <c:v>67.001250999999996</c:v>
                </c:pt>
                <c:pt idx="884">
                  <c:v>67.382698000000005</c:v>
                </c:pt>
                <c:pt idx="885">
                  <c:v>67.071503000000007</c:v>
                </c:pt>
                <c:pt idx="886">
                  <c:v>66.508499</c:v>
                </c:pt>
                <c:pt idx="887">
                  <c:v>66.117988999999994</c:v>
                </c:pt>
                <c:pt idx="888">
                  <c:v>65.961517000000001</c:v>
                </c:pt>
                <c:pt idx="889">
                  <c:v>66.107521000000006</c:v>
                </c:pt>
                <c:pt idx="890">
                  <c:v>66.287673999999996</c:v>
                </c:pt>
                <c:pt idx="891">
                  <c:v>66.161574999999999</c:v>
                </c:pt>
                <c:pt idx="892">
                  <c:v>66.237564000000006</c:v>
                </c:pt>
                <c:pt idx="893">
                  <c:v>66.712745999999996</c:v>
                </c:pt>
                <c:pt idx="894">
                  <c:v>67.179419999999993</c:v>
                </c:pt>
                <c:pt idx="895">
                  <c:v>67.314841999999999</c:v>
                </c:pt>
                <c:pt idx="896">
                  <c:v>67.300445999999994</c:v>
                </c:pt>
                <c:pt idx="897">
                  <c:v>67.612679</c:v>
                </c:pt>
                <c:pt idx="898">
                  <c:v>68.297141999999994</c:v>
                </c:pt>
                <c:pt idx="899">
                  <c:v>68.666015999999999</c:v>
                </c:pt>
                <c:pt idx="900">
                  <c:v>68.569632999999996</c:v>
                </c:pt>
                <c:pt idx="901">
                  <c:v>68.434662000000003</c:v>
                </c:pt>
                <c:pt idx="902">
                  <c:v>68.669876000000002</c:v>
                </c:pt>
                <c:pt idx="903">
                  <c:v>68.576324</c:v>
                </c:pt>
                <c:pt idx="904">
                  <c:v>68.506927000000005</c:v>
                </c:pt>
                <c:pt idx="905">
                  <c:v>68.488067999999998</c:v>
                </c:pt>
                <c:pt idx="906">
                  <c:v>68.067711000000003</c:v>
                </c:pt>
                <c:pt idx="907">
                  <c:v>67.825569000000002</c:v>
                </c:pt>
                <c:pt idx="908">
                  <c:v>67.692345000000003</c:v>
                </c:pt>
                <c:pt idx="909">
                  <c:v>67.675583000000003</c:v>
                </c:pt>
                <c:pt idx="910">
                  <c:v>68.007476999999994</c:v>
                </c:pt>
                <c:pt idx="911">
                  <c:v>68.071701000000004</c:v>
                </c:pt>
                <c:pt idx="912">
                  <c:v>67.533591999999999</c:v>
                </c:pt>
                <c:pt idx="913">
                  <c:v>66.714539000000002</c:v>
                </c:pt>
                <c:pt idx="914">
                  <c:v>65.941513</c:v>
                </c:pt>
                <c:pt idx="915">
                  <c:v>65.487685999999997</c:v>
                </c:pt>
                <c:pt idx="916">
                  <c:v>65.369033999999999</c:v>
                </c:pt>
                <c:pt idx="917">
                  <c:v>65.423232999999996</c:v>
                </c:pt>
                <c:pt idx="918">
                  <c:v>65.235564999999994</c:v>
                </c:pt>
                <c:pt idx="919">
                  <c:v>64.871437</c:v>
                </c:pt>
                <c:pt idx="920">
                  <c:v>64.711037000000005</c:v>
                </c:pt>
                <c:pt idx="921">
                  <c:v>64.709152000000003</c:v>
                </c:pt>
                <c:pt idx="922">
                  <c:v>64.942809999999994</c:v>
                </c:pt>
                <c:pt idx="923">
                  <c:v>65.108688000000001</c:v>
                </c:pt>
                <c:pt idx="924">
                  <c:v>64.904792999999998</c:v>
                </c:pt>
                <c:pt idx="925">
                  <c:v>65.006905000000003</c:v>
                </c:pt>
                <c:pt idx="926">
                  <c:v>65.440230999999997</c:v>
                </c:pt>
                <c:pt idx="927">
                  <c:v>66.184783999999993</c:v>
                </c:pt>
                <c:pt idx="928">
                  <c:v>67.178939999999997</c:v>
                </c:pt>
                <c:pt idx="929">
                  <c:v>67.576331999999994</c:v>
                </c:pt>
                <c:pt idx="930">
                  <c:v>67.352501000000004</c:v>
                </c:pt>
                <c:pt idx="931">
                  <c:v>67.000702000000004</c:v>
                </c:pt>
                <c:pt idx="932">
                  <c:v>66.859177000000003</c:v>
                </c:pt>
                <c:pt idx="933">
                  <c:v>66.862166999999999</c:v>
                </c:pt>
                <c:pt idx="934">
                  <c:v>66.900176999999999</c:v>
                </c:pt>
                <c:pt idx="935">
                  <c:v>66.610138000000006</c:v>
                </c:pt>
                <c:pt idx="936">
                  <c:v>66.130279999999999</c:v>
                </c:pt>
                <c:pt idx="937">
                  <c:v>65.466385000000002</c:v>
                </c:pt>
                <c:pt idx="938">
                  <c:v>64.848320000000001</c:v>
                </c:pt>
                <c:pt idx="939">
                  <c:v>64.396797000000007</c:v>
                </c:pt>
                <c:pt idx="940">
                  <c:v>64.453284999999994</c:v>
                </c:pt>
                <c:pt idx="941">
                  <c:v>64.694434999999999</c:v>
                </c:pt>
                <c:pt idx="942">
                  <c:v>64.827720999999997</c:v>
                </c:pt>
                <c:pt idx="943">
                  <c:v>64.519713999999993</c:v>
                </c:pt>
                <c:pt idx="944">
                  <c:v>63.182205000000003</c:v>
                </c:pt>
                <c:pt idx="945">
                  <c:v>63.33419</c:v>
                </c:pt>
                <c:pt idx="946">
                  <c:v>63.545051999999998</c:v>
                </c:pt>
                <c:pt idx="947">
                  <c:v>63.670020999999998</c:v>
                </c:pt>
                <c:pt idx="948">
                  <c:v>63.770907999999999</c:v>
                </c:pt>
                <c:pt idx="949">
                  <c:v>63.239567000000001</c:v>
                </c:pt>
                <c:pt idx="950">
                  <c:v>62.694243999999998</c:v>
                </c:pt>
                <c:pt idx="951">
                  <c:v>62.305042</c:v>
                </c:pt>
                <c:pt idx="952">
                  <c:v>61.866546999999997</c:v>
                </c:pt>
                <c:pt idx="953">
                  <c:v>61.638069000000002</c:v>
                </c:pt>
                <c:pt idx="954">
                  <c:v>61.658707</c:v>
                </c:pt>
                <c:pt idx="955">
                  <c:v>61.917740000000002</c:v>
                </c:pt>
                <c:pt idx="956">
                  <c:v>61.996403000000001</c:v>
                </c:pt>
                <c:pt idx="957">
                  <c:v>62.076228999999998</c:v>
                </c:pt>
                <c:pt idx="958">
                  <c:v>62.123184000000002</c:v>
                </c:pt>
                <c:pt idx="959">
                  <c:v>62.324706999999997</c:v>
                </c:pt>
                <c:pt idx="960">
                  <c:v>62.792313</c:v>
                </c:pt>
                <c:pt idx="961">
                  <c:v>63.118941999999997</c:v>
                </c:pt>
                <c:pt idx="962">
                  <c:v>63.277240999999997</c:v>
                </c:pt>
                <c:pt idx="963">
                  <c:v>63.319141000000002</c:v>
                </c:pt>
                <c:pt idx="964">
                  <c:v>63.450527000000001</c:v>
                </c:pt>
                <c:pt idx="965">
                  <c:v>63.886864000000003</c:v>
                </c:pt>
                <c:pt idx="966">
                  <c:v>64.495093999999995</c:v>
                </c:pt>
                <c:pt idx="967">
                  <c:v>64.561096000000006</c:v>
                </c:pt>
                <c:pt idx="968">
                  <c:v>64.215384999999998</c:v>
                </c:pt>
                <c:pt idx="969">
                  <c:v>63.509731000000002</c:v>
                </c:pt>
                <c:pt idx="970">
                  <c:v>63.04195</c:v>
                </c:pt>
                <c:pt idx="971">
                  <c:v>62.720936000000002</c:v>
                </c:pt>
                <c:pt idx="972">
                  <c:v>62.415793999999998</c:v>
                </c:pt>
                <c:pt idx="973">
                  <c:v>61.759033000000002</c:v>
                </c:pt>
                <c:pt idx="974">
                  <c:v>60.645927</c:v>
                </c:pt>
                <c:pt idx="975">
                  <c:v>59.369793000000001</c:v>
                </c:pt>
                <c:pt idx="976">
                  <c:v>58.726497999999999</c:v>
                </c:pt>
                <c:pt idx="977">
                  <c:v>58.719101000000002</c:v>
                </c:pt>
                <c:pt idx="978">
                  <c:v>58.724747000000001</c:v>
                </c:pt>
                <c:pt idx="979">
                  <c:v>59.107193000000002</c:v>
                </c:pt>
                <c:pt idx="980">
                  <c:v>59.441676999999999</c:v>
                </c:pt>
                <c:pt idx="981">
                  <c:v>59.129874999999998</c:v>
                </c:pt>
                <c:pt idx="982">
                  <c:v>58.790591999999997</c:v>
                </c:pt>
                <c:pt idx="983">
                  <c:v>58.943007999999999</c:v>
                </c:pt>
                <c:pt idx="984">
                  <c:v>59.235382000000001</c:v>
                </c:pt>
                <c:pt idx="985">
                  <c:v>59.242924000000002</c:v>
                </c:pt>
                <c:pt idx="986">
                  <c:v>59.330685000000003</c:v>
                </c:pt>
                <c:pt idx="987">
                  <c:v>59.961491000000002</c:v>
                </c:pt>
                <c:pt idx="988">
                  <c:v>60.128039999999999</c:v>
                </c:pt>
                <c:pt idx="989">
                  <c:v>59.480392000000002</c:v>
                </c:pt>
                <c:pt idx="990">
                  <c:v>58.806418999999998</c:v>
                </c:pt>
                <c:pt idx="991">
                  <c:v>58.445328000000003</c:v>
                </c:pt>
                <c:pt idx="992">
                  <c:v>57.698138999999998</c:v>
                </c:pt>
                <c:pt idx="993">
                  <c:v>56.934047999999997</c:v>
                </c:pt>
                <c:pt idx="994">
                  <c:v>56.71434</c:v>
                </c:pt>
                <c:pt idx="995">
                  <c:v>56.834060999999998</c:v>
                </c:pt>
                <c:pt idx="996">
                  <c:v>57.28389</c:v>
                </c:pt>
                <c:pt idx="997">
                  <c:v>58.013027000000001</c:v>
                </c:pt>
                <c:pt idx="998">
                  <c:v>59.108128000000001</c:v>
                </c:pt>
                <c:pt idx="999">
                  <c:v>60.224257999999999</c:v>
                </c:pt>
                <c:pt idx="1000">
                  <c:v>61.080928999999998</c:v>
                </c:pt>
                <c:pt idx="1001">
                  <c:v>61.612965000000003</c:v>
                </c:pt>
                <c:pt idx="1002">
                  <c:v>62.180439</c:v>
                </c:pt>
                <c:pt idx="1003">
                  <c:v>62.423676</c:v>
                </c:pt>
                <c:pt idx="1004">
                  <c:v>61.879204000000001</c:v>
                </c:pt>
                <c:pt idx="1005">
                  <c:v>60.831276000000003</c:v>
                </c:pt>
                <c:pt idx="1006">
                  <c:v>60.639747999999997</c:v>
                </c:pt>
                <c:pt idx="1007">
                  <c:v>61.082690999999997</c:v>
                </c:pt>
                <c:pt idx="1008">
                  <c:v>61.520404999999997</c:v>
                </c:pt>
                <c:pt idx="1009">
                  <c:v>61.715651999999999</c:v>
                </c:pt>
                <c:pt idx="1010">
                  <c:v>61.307330999999998</c:v>
                </c:pt>
                <c:pt idx="1011">
                  <c:v>60.317748999999999</c:v>
                </c:pt>
                <c:pt idx="1012">
                  <c:v>59.080536000000002</c:v>
                </c:pt>
                <c:pt idx="1013">
                  <c:v>58.318469999999998</c:v>
                </c:pt>
                <c:pt idx="1014">
                  <c:v>57.633533</c:v>
                </c:pt>
                <c:pt idx="1015">
                  <c:v>57.164200000000001</c:v>
                </c:pt>
                <c:pt idx="1016">
                  <c:v>56.892273000000003</c:v>
                </c:pt>
                <c:pt idx="1017">
                  <c:v>56.742702000000001</c:v>
                </c:pt>
                <c:pt idx="1018">
                  <c:v>56.869911000000002</c:v>
                </c:pt>
                <c:pt idx="1019">
                  <c:v>57.454044000000003</c:v>
                </c:pt>
                <c:pt idx="1020">
                  <c:v>58.074401999999999</c:v>
                </c:pt>
                <c:pt idx="1021">
                  <c:v>57.976379000000001</c:v>
                </c:pt>
                <c:pt idx="1022">
                  <c:v>57.582068999999997</c:v>
                </c:pt>
                <c:pt idx="1023">
                  <c:v>57.442169</c:v>
                </c:pt>
                <c:pt idx="1024">
                  <c:v>57.529961</c:v>
                </c:pt>
                <c:pt idx="1025">
                  <c:v>57.502754000000003</c:v>
                </c:pt>
                <c:pt idx="1026">
                  <c:v>57.075870999999999</c:v>
                </c:pt>
                <c:pt idx="1027">
                  <c:v>56.887034999999997</c:v>
                </c:pt>
                <c:pt idx="1028">
                  <c:v>57.037818999999999</c:v>
                </c:pt>
                <c:pt idx="1029">
                  <c:v>57.583710000000004</c:v>
                </c:pt>
                <c:pt idx="1030">
                  <c:v>58.375652000000002</c:v>
                </c:pt>
                <c:pt idx="1031">
                  <c:v>58.792557000000002</c:v>
                </c:pt>
                <c:pt idx="1032">
                  <c:v>58.872138999999997</c:v>
                </c:pt>
                <c:pt idx="1033">
                  <c:v>58.741005000000001</c:v>
                </c:pt>
                <c:pt idx="1034">
                  <c:v>58.912154999999998</c:v>
                </c:pt>
                <c:pt idx="1035">
                  <c:v>59.133118000000003</c:v>
                </c:pt>
                <c:pt idx="1036">
                  <c:v>59.068252999999999</c:v>
                </c:pt>
                <c:pt idx="1037">
                  <c:v>58.580123999999998</c:v>
                </c:pt>
                <c:pt idx="1038">
                  <c:v>57.908062000000001</c:v>
                </c:pt>
                <c:pt idx="1039">
                  <c:v>57.599196999999997</c:v>
                </c:pt>
                <c:pt idx="1040">
                  <c:v>57.552452000000002</c:v>
                </c:pt>
                <c:pt idx="1041">
                  <c:v>57.906520999999998</c:v>
                </c:pt>
                <c:pt idx="1042">
                  <c:v>58.004147000000003</c:v>
                </c:pt>
                <c:pt idx="1043">
                  <c:v>57.974536999999998</c:v>
                </c:pt>
                <c:pt idx="1044">
                  <c:v>58.085242999999998</c:v>
                </c:pt>
                <c:pt idx="1045">
                  <c:v>58.384830000000001</c:v>
                </c:pt>
                <c:pt idx="1046">
                  <c:v>58.846057999999999</c:v>
                </c:pt>
                <c:pt idx="1047">
                  <c:v>59.243988000000002</c:v>
                </c:pt>
                <c:pt idx="1048">
                  <c:v>59.723700999999998</c:v>
                </c:pt>
                <c:pt idx="1049">
                  <c:v>60.437804999999997</c:v>
                </c:pt>
                <c:pt idx="1050">
                  <c:v>61.409233</c:v>
                </c:pt>
                <c:pt idx="1051">
                  <c:v>62.372062999999997</c:v>
                </c:pt>
                <c:pt idx="1052">
                  <c:v>62.759270000000001</c:v>
                </c:pt>
                <c:pt idx="1053">
                  <c:v>62.775371999999997</c:v>
                </c:pt>
                <c:pt idx="1054">
                  <c:v>62.604548999999999</c:v>
                </c:pt>
                <c:pt idx="1055">
                  <c:v>62.310580999999999</c:v>
                </c:pt>
                <c:pt idx="1056">
                  <c:v>61.932926000000002</c:v>
                </c:pt>
                <c:pt idx="1057">
                  <c:v>61.752963999999999</c:v>
                </c:pt>
                <c:pt idx="1058">
                  <c:v>62.147162999999999</c:v>
                </c:pt>
                <c:pt idx="1059">
                  <c:v>62.510219999999997</c:v>
                </c:pt>
                <c:pt idx="1060">
                  <c:v>62.44614</c:v>
                </c:pt>
                <c:pt idx="1061">
                  <c:v>62.473838999999998</c:v>
                </c:pt>
                <c:pt idx="1062">
                  <c:v>62.546013000000002</c:v>
                </c:pt>
                <c:pt idx="1063">
                  <c:v>62.326884999999997</c:v>
                </c:pt>
                <c:pt idx="1064">
                  <c:v>62.061371000000001</c:v>
                </c:pt>
                <c:pt idx="1065">
                  <c:v>61.878796000000001</c:v>
                </c:pt>
                <c:pt idx="1066">
                  <c:v>61.622711000000002</c:v>
                </c:pt>
                <c:pt idx="1067">
                  <c:v>61.297122999999999</c:v>
                </c:pt>
                <c:pt idx="1068">
                  <c:v>60.727260999999999</c:v>
                </c:pt>
                <c:pt idx="1069">
                  <c:v>60.369598000000003</c:v>
                </c:pt>
                <c:pt idx="1070">
                  <c:v>59.989409999999999</c:v>
                </c:pt>
                <c:pt idx="1071">
                  <c:v>59.370018000000002</c:v>
                </c:pt>
                <c:pt idx="1072">
                  <c:v>59.470447999999998</c:v>
                </c:pt>
                <c:pt idx="1073">
                  <c:v>59.973995000000002</c:v>
                </c:pt>
                <c:pt idx="1074">
                  <c:v>60.263012000000003</c:v>
                </c:pt>
                <c:pt idx="1075">
                  <c:v>60.468654999999998</c:v>
                </c:pt>
                <c:pt idx="1076">
                  <c:v>60.396763</c:v>
                </c:pt>
                <c:pt idx="1077">
                  <c:v>60.241211</c:v>
                </c:pt>
                <c:pt idx="1078">
                  <c:v>60.382671000000002</c:v>
                </c:pt>
                <c:pt idx="1079">
                  <c:v>60.560982000000003</c:v>
                </c:pt>
                <c:pt idx="1080">
                  <c:v>60.590366000000003</c:v>
                </c:pt>
                <c:pt idx="1081">
                  <c:v>59.841202000000003</c:v>
                </c:pt>
                <c:pt idx="1082">
                  <c:v>59.946503</c:v>
                </c:pt>
                <c:pt idx="1083">
                  <c:v>60.130642000000002</c:v>
                </c:pt>
                <c:pt idx="1084">
                  <c:v>60.463450999999999</c:v>
                </c:pt>
                <c:pt idx="1085">
                  <c:v>61.093905999999997</c:v>
                </c:pt>
                <c:pt idx="1086">
                  <c:v>61.565925999999997</c:v>
                </c:pt>
                <c:pt idx="1087">
                  <c:v>61.507064999999997</c:v>
                </c:pt>
                <c:pt idx="1088">
                  <c:v>61.444645000000001</c:v>
                </c:pt>
                <c:pt idx="1089">
                  <c:v>61.576332000000001</c:v>
                </c:pt>
                <c:pt idx="1090">
                  <c:v>61.990223</c:v>
                </c:pt>
                <c:pt idx="1091">
                  <c:v>62.538474999999998</c:v>
                </c:pt>
                <c:pt idx="1092">
                  <c:v>63.034447</c:v>
                </c:pt>
                <c:pt idx="1093">
                  <c:v>63.341845999999997</c:v>
                </c:pt>
                <c:pt idx="1094">
                  <c:v>63.311625999999997</c:v>
                </c:pt>
                <c:pt idx="1095">
                  <c:v>63.181778000000001</c:v>
                </c:pt>
                <c:pt idx="1096">
                  <c:v>63.030628</c:v>
                </c:pt>
                <c:pt idx="1097">
                  <c:v>62.466988000000001</c:v>
                </c:pt>
                <c:pt idx="1098">
                  <c:v>62.260581999999999</c:v>
                </c:pt>
                <c:pt idx="1099">
                  <c:v>62.363083000000003</c:v>
                </c:pt>
                <c:pt idx="1100">
                  <c:v>62.701115000000001</c:v>
                </c:pt>
                <c:pt idx="1101">
                  <c:v>63.195923000000001</c:v>
                </c:pt>
                <c:pt idx="1102">
                  <c:v>63.805537999999999</c:v>
                </c:pt>
                <c:pt idx="1103">
                  <c:v>64.291222000000005</c:v>
                </c:pt>
                <c:pt idx="1104">
                  <c:v>64.555153000000004</c:v>
                </c:pt>
                <c:pt idx="1105">
                  <c:v>64.452858000000006</c:v>
                </c:pt>
                <c:pt idx="1106">
                  <c:v>64.043914999999998</c:v>
                </c:pt>
                <c:pt idx="1107">
                  <c:v>63.503737999999998</c:v>
                </c:pt>
                <c:pt idx="1108">
                  <c:v>62.766975000000002</c:v>
                </c:pt>
                <c:pt idx="1109">
                  <c:v>62.307513999999998</c:v>
                </c:pt>
                <c:pt idx="1110">
                  <c:v>62.156834000000003</c:v>
                </c:pt>
                <c:pt idx="1111">
                  <c:v>62.113334999999999</c:v>
                </c:pt>
                <c:pt idx="1112">
                  <c:v>62.206637999999998</c:v>
                </c:pt>
                <c:pt idx="1113">
                  <c:v>62.279915000000003</c:v>
                </c:pt>
                <c:pt idx="1114">
                  <c:v>62.561366999999997</c:v>
                </c:pt>
                <c:pt idx="1115">
                  <c:v>63.211368999999998</c:v>
                </c:pt>
                <c:pt idx="1116">
                  <c:v>64.239258000000007</c:v>
                </c:pt>
                <c:pt idx="1117">
                  <c:v>64.599807999999996</c:v>
                </c:pt>
                <c:pt idx="1118">
                  <c:v>64.300629000000001</c:v>
                </c:pt>
                <c:pt idx="1119">
                  <c:v>63.531536000000003</c:v>
                </c:pt>
                <c:pt idx="1120">
                  <c:v>63.104846999999999</c:v>
                </c:pt>
                <c:pt idx="1121">
                  <c:v>62.896877000000003</c:v>
                </c:pt>
                <c:pt idx="1122">
                  <c:v>62.774524999999997</c:v>
                </c:pt>
                <c:pt idx="1123">
                  <c:v>62.627952999999998</c:v>
                </c:pt>
                <c:pt idx="1124">
                  <c:v>62.261116000000001</c:v>
                </c:pt>
                <c:pt idx="1125">
                  <c:v>61.998610999999997</c:v>
                </c:pt>
                <c:pt idx="1126">
                  <c:v>62.278595000000003</c:v>
                </c:pt>
                <c:pt idx="1127">
                  <c:v>62.358437000000002</c:v>
                </c:pt>
                <c:pt idx="1128">
                  <c:v>62.276825000000002</c:v>
                </c:pt>
                <c:pt idx="1129">
                  <c:v>62.07394</c:v>
                </c:pt>
                <c:pt idx="1130">
                  <c:v>61.952525999999999</c:v>
                </c:pt>
                <c:pt idx="1131">
                  <c:v>61.909672</c:v>
                </c:pt>
                <c:pt idx="1132">
                  <c:v>62.121589999999998</c:v>
                </c:pt>
                <c:pt idx="1133">
                  <c:v>62.455105000000003</c:v>
                </c:pt>
                <c:pt idx="1134">
                  <c:v>62.705916999999999</c:v>
                </c:pt>
                <c:pt idx="1135">
                  <c:v>62.989601</c:v>
                </c:pt>
                <c:pt idx="1136">
                  <c:v>63.128410000000002</c:v>
                </c:pt>
                <c:pt idx="1137">
                  <c:v>63.172234000000003</c:v>
                </c:pt>
                <c:pt idx="1138">
                  <c:v>63.235469999999999</c:v>
                </c:pt>
                <c:pt idx="1139">
                  <c:v>63.440460000000002</c:v>
                </c:pt>
                <c:pt idx="1140">
                  <c:v>63.778759000000001</c:v>
                </c:pt>
                <c:pt idx="1141">
                  <c:v>64.158507999999998</c:v>
                </c:pt>
                <c:pt idx="1142">
                  <c:v>64.476287999999997</c:v>
                </c:pt>
                <c:pt idx="1143">
                  <c:v>64.747635000000002</c:v>
                </c:pt>
                <c:pt idx="1144">
                  <c:v>64.976356999999993</c:v>
                </c:pt>
                <c:pt idx="1145">
                  <c:v>65.227249</c:v>
                </c:pt>
                <c:pt idx="1146">
                  <c:v>65.670829999999995</c:v>
                </c:pt>
                <c:pt idx="1147">
                  <c:v>65.834952999999999</c:v>
                </c:pt>
                <c:pt idx="1148">
                  <c:v>65.746123999999995</c:v>
                </c:pt>
                <c:pt idx="1149">
                  <c:v>65.482735000000005</c:v>
                </c:pt>
                <c:pt idx="1150">
                  <c:v>65.296431999999996</c:v>
                </c:pt>
                <c:pt idx="1151">
                  <c:v>65.422332999999995</c:v>
                </c:pt>
                <c:pt idx="1152">
                  <c:v>65.782982000000004</c:v>
                </c:pt>
                <c:pt idx="1153">
                  <c:v>66.234367000000006</c:v>
                </c:pt>
                <c:pt idx="1154">
                  <c:v>66.390793000000002</c:v>
                </c:pt>
                <c:pt idx="1155">
                  <c:v>66.424025999999998</c:v>
                </c:pt>
                <c:pt idx="1156">
                  <c:v>66.361755000000002</c:v>
                </c:pt>
                <c:pt idx="1157">
                  <c:v>66.228233000000003</c:v>
                </c:pt>
                <c:pt idx="1158">
                  <c:v>66.148392000000001</c:v>
                </c:pt>
                <c:pt idx="1159">
                  <c:v>66.117797999999993</c:v>
                </c:pt>
                <c:pt idx="1160">
                  <c:v>66.305572999999995</c:v>
                </c:pt>
                <c:pt idx="1161">
                  <c:v>66.685196000000005</c:v>
                </c:pt>
                <c:pt idx="1162">
                  <c:v>67.038291999999998</c:v>
                </c:pt>
                <c:pt idx="1163">
                  <c:v>67.302825999999996</c:v>
                </c:pt>
                <c:pt idx="1164">
                  <c:v>67.532477999999998</c:v>
                </c:pt>
                <c:pt idx="1165">
                  <c:v>67.626227999999998</c:v>
                </c:pt>
                <c:pt idx="1166">
                  <c:v>67.625664</c:v>
                </c:pt>
                <c:pt idx="1167">
                  <c:v>67.644965999999997</c:v>
                </c:pt>
                <c:pt idx="1168">
                  <c:v>67.821280999999999</c:v>
                </c:pt>
                <c:pt idx="1169">
                  <c:v>68.352813999999995</c:v>
                </c:pt>
                <c:pt idx="1170">
                  <c:v>69.034492</c:v>
                </c:pt>
                <c:pt idx="1171">
                  <c:v>69.579032999999995</c:v>
                </c:pt>
                <c:pt idx="1172">
                  <c:v>70.009559999999993</c:v>
                </c:pt>
                <c:pt idx="1173">
                  <c:v>70.363929999999996</c:v>
                </c:pt>
                <c:pt idx="1174">
                  <c:v>70.136803</c:v>
                </c:pt>
                <c:pt idx="1175">
                  <c:v>69.976180999999997</c:v>
                </c:pt>
                <c:pt idx="1176">
                  <c:v>69.933745999999999</c:v>
                </c:pt>
                <c:pt idx="1177">
                  <c:v>69.998374999999996</c:v>
                </c:pt>
                <c:pt idx="1178">
                  <c:v>70.133041000000006</c:v>
                </c:pt>
                <c:pt idx="1179">
                  <c:v>70.376380999999995</c:v>
                </c:pt>
                <c:pt idx="1180">
                  <c:v>70.520149000000004</c:v>
                </c:pt>
                <c:pt idx="1181">
                  <c:v>70.503555000000006</c:v>
                </c:pt>
                <c:pt idx="1182">
                  <c:v>70.303451999999993</c:v>
                </c:pt>
                <c:pt idx="1183">
                  <c:v>70.048370000000006</c:v>
                </c:pt>
                <c:pt idx="1184">
                  <c:v>69.839432000000002</c:v>
                </c:pt>
                <c:pt idx="1185">
                  <c:v>69.656181000000004</c:v>
                </c:pt>
                <c:pt idx="1186">
                  <c:v>69.609679999999997</c:v>
                </c:pt>
                <c:pt idx="1187">
                  <c:v>69.703590000000005</c:v>
                </c:pt>
                <c:pt idx="1188">
                  <c:v>70.217956999999998</c:v>
                </c:pt>
                <c:pt idx="1189">
                  <c:v>70.860709999999997</c:v>
                </c:pt>
                <c:pt idx="1190">
                  <c:v>71.34272</c:v>
                </c:pt>
                <c:pt idx="1191">
                  <c:v>71.806381000000002</c:v>
                </c:pt>
                <c:pt idx="1192">
                  <c:v>72.256659999999997</c:v>
                </c:pt>
                <c:pt idx="1193">
                  <c:v>72.267966999999999</c:v>
                </c:pt>
                <c:pt idx="1194">
                  <c:v>71.990227000000004</c:v>
                </c:pt>
                <c:pt idx="1195">
                  <c:v>72.008751000000004</c:v>
                </c:pt>
                <c:pt idx="1196">
                  <c:v>72.198127999999997</c:v>
                </c:pt>
                <c:pt idx="1197">
                  <c:v>72.280959999999993</c:v>
                </c:pt>
                <c:pt idx="1198">
                  <c:v>72.330116000000004</c:v>
                </c:pt>
                <c:pt idx="1199">
                  <c:v>72.497787000000002</c:v>
                </c:pt>
                <c:pt idx="1200">
                  <c:v>72.740334000000004</c:v>
                </c:pt>
                <c:pt idx="1201">
                  <c:v>71.325691000000006</c:v>
                </c:pt>
                <c:pt idx="1202">
                  <c:v>71.336174</c:v>
                </c:pt>
                <c:pt idx="1203">
                  <c:v>71.550422999999995</c:v>
                </c:pt>
                <c:pt idx="1204">
                  <c:v>71.661285000000007</c:v>
                </c:pt>
                <c:pt idx="1205">
                  <c:v>71.485832000000002</c:v>
                </c:pt>
                <c:pt idx="1206">
                  <c:v>71.342772999999994</c:v>
                </c:pt>
                <c:pt idx="1207">
                  <c:v>73.436722000000003</c:v>
                </c:pt>
                <c:pt idx="1208">
                  <c:v>73.701233000000002</c:v>
                </c:pt>
                <c:pt idx="1209">
                  <c:v>71.342644000000007</c:v>
                </c:pt>
                <c:pt idx="1210">
                  <c:v>71.238517999999999</c:v>
                </c:pt>
                <c:pt idx="1211">
                  <c:v>71.174400000000006</c:v>
                </c:pt>
                <c:pt idx="1212">
                  <c:v>71.106468000000007</c:v>
                </c:pt>
                <c:pt idx="1213">
                  <c:v>71.192215000000004</c:v>
                </c:pt>
                <c:pt idx="1214">
                  <c:v>71.333907999999994</c:v>
                </c:pt>
                <c:pt idx="1215">
                  <c:v>71.553787</c:v>
                </c:pt>
                <c:pt idx="1216">
                  <c:v>71.793350000000004</c:v>
                </c:pt>
                <c:pt idx="1217">
                  <c:v>72.045554999999993</c:v>
                </c:pt>
                <c:pt idx="1218">
                  <c:v>72.246666000000005</c:v>
                </c:pt>
                <c:pt idx="1219">
                  <c:v>72.266159000000002</c:v>
                </c:pt>
                <c:pt idx="1220">
                  <c:v>72.222472999999994</c:v>
                </c:pt>
                <c:pt idx="1221">
                  <c:v>72.316344999999998</c:v>
                </c:pt>
                <c:pt idx="1222">
                  <c:v>72.503463999999994</c:v>
                </c:pt>
                <c:pt idx="1223">
                  <c:v>72.537841999999998</c:v>
                </c:pt>
                <c:pt idx="1224">
                  <c:v>72.631484999999998</c:v>
                </c:pt>
                <c:pt idx="1225">
                  <c:v>72.918175000000005</c:v>
                </c:pt>
                <c:pt idx="1226">
                  <c:v>73.079268999999996</c:v>
                </c:pt>
                <c:pt idx="1227">
                  <c:v>73.055199000000002</c:v>
                </c:pt>
                <c:pt idx="1228">
                  <c:v>73.01088</c:v>
                </c:pt>
                <c:pt idx="1229">
                  <c:v>72.897552000000005</c:v>
                </c:pt>
                <c:pt idx="1230">
                  <c:v>72.849914999999996</c:v>
                </c:pt>
                <c:pt idx="1231">
                  <c:v>73.006798000000003</c:v>
                </c:pt>
                <c:pt idx="1232">
                  <c:v>73.120811000000003</c:v>
                </c:pt>
                <c:pt idx="1233">
                  <c:v>73.111716999999999</c:v>
                </c:pt>
                <c:pt idx="1234">
                  <c:v>73.099982999999995</c:v>
                </c:pt>
                <c:pt idx="1235">
                  <c:v>73.226737999999997</c:v>
                </c:pt>
                <c:pt idx="1236">
                  <c:v>73.453293000000002</c:v>
                </c:pt>
                <c:pt idx="1237">
                  <c:v>73.734390000000005</c:v>
                </c:pt>
                <c:pt idx="1238">
                  <c:v>73.980614000000003</c:v>
                </c:pt>
                <c:pt idx="1239">
                  <c:v>74.241776000000002</c:v>
                </c:pt>
                <c:pt idx="1240">
                  <c:v>74.541916000000001</c:v>
                </c:pt>
                <c:pt idx="1241">
                  <c:v>74.695999</c:v>
                </c:pt>
                <c:pt idx="1242">
                  <c:v>74.722282000000007</c:v>
                </c:pt>
                <c:pt idx="1243">
                  <c:v>74.725204000000005</c:v>
                </c:pt>
                <c:pt idx="1244">
                  <c:v>74.797684000000004</c:v>
                </c:pt>
                <c:pt idx="1245">
                  <c:v>74.968658000000005</c:v>
                </c:pt>
                <c:pt idx="1246">
                  <c:v>75.136223000000001</c:v>
                </c:pt>
                <c:pt idx="1247">
                  <c:v>75.279617000000002</c:v>
                </c:pt>
                <c:pt idx="1248">
                  <c:v>75.448914000000002</c:v>
                </c:pt>
                <c:pt idx="1249">
                  <c:v>75.803528</c:v>
                </c:pt>
                <c:pt idx="1250">
                  <c:v>76.078979000000004</c:v>
                </c:pt>
                <c:pt idx="1251">
                  <c:v>76.310867000000002</c:v>
                </c:pt>
                <c:pt idx="1252">
                  <c:v>76.385513000000003</c:v>
                </c:pt>
                <c:pt idx="1253">
                  <c:v>76.339043000000004</c:v>
                </c:pt>
                <c:pt idx="1254">
                  <c:v>76.328811999999999</c:v>
                </c:pt>
                <c:pt idx="1255">
                  <c:v>76.453400000000002</c:v>
                </c:pt>
                <c:pt idx="1256">
                  <c:v>76.438805000000002</c:v>
                </c:pt>
                <c:pt idx="1257">
                  <c:v>76.339493000000004</c:v>
                </c:pt>
                <c:pt idx="1258">
                  <c:v>76.576629999999994</c:v>
                </c:pt>
                <c:pt idx="1259">
                  <c:v>76.881896999999995</c:v>
                </c:pt>
                <c:pt idx="1260">
                  <c:v>76.901961999999997</c:v>
                </c:pt>
                <c:pt idx="1261">
                  <c:v>76.862533999999997</c:v>
                </c:pt>
                <c:pt idx="1262">
                  <c:v>76.658118999999999</c:v>
                </c:pt>
                <c:pt idx="1263">
                  <c:v>76.557083000000006</c:v>
                </c:pt>
                <c:pt idx="1264">
                  <c:v>76.686256</c:v>
                </c:pt>
                <c:pt idx="1265">
                  <c:v>76.857346000000007</c:v>
                </c:pt>
                <c:pt idx="1266">
                  <c:v>73.901725999999996</c:v>
                </c:pt>
                <c:pt idx="1267">
                  <c:v>74.221489000000005</c:v>
                </c:pt>
                <c:pt idx="1268">
                  <c:v>74.328682000000001</c:v>
                </c:pt>
                <c:pt idx="1269">
                  <c:v>74.637801999999994</c:v>
                </c:pt>
                <c:pt idx="1270">
                  <c:v>75.050017999999994</c:v>
                </c:pt>
                <c:pt idx="1271">
                  <c:v>75.423598999999996</c:v>
                </c:pt>
                <c:pt idx="1272">
                  <c:v>75.970398000000003</c:v>
                </c:pt>
                <c:pt idx="1273">
                  <c:v>76.710387999999995</c:v>
                </c:pt>
                <c:pt idx="1274">
                  <c:v>77.248497</c:v>
                </c:pt>
                <c:pt idx="1275">
                  <c:v>77.376098999999996</c:v>
                </c:pt>
                <c:pt idx="1276">
                  <c:v>77.305969000000005</c:v>
                </c:pt>
                <c:pt idx="1277">
                  <c:v>77.228188000000003</c:v>
                </c:pt>
                <c:pt idx="1278">
                  <c:v>77.255981000000006</c:v>
                </c:pt>
                <c:pt idx="1279">
                  <c:v>77.442001000000005</c:v>
                </c:pt>
                <c:pt idx="1280">
                  <c:v>77.716048999999998</c:v>
                </c:pt>
                <c:pt idx="1281">
                  <c:v>78.025054999999995</c:v>
                </c:pt>
                <c:pt idx="1282">
                  <c:v>78.300765999999996</c:v>
                </c:pt>
                <c:pt idx="1283">
                  <c:v>78.570083999999994</c:v>
                </c:pt>
                <c:pt idx="1284">
                  <c:v>78.881461999999999</c:v>
                </c:pt>
                <c:pt idx="1285">
                  <c:v>79.090537999999995</c:v>
                </c:pt>
                <c:pt idx="1286">
                  <c:v>79.188338999999999</c:v>
                </c:pt>
                <c:pt idx="1287">
                  <c:v>79.300963999999993</c:v>
                </c:pt>
                <c:pt idx="1288">
                  <c:v>79.496262000000002</c:v>
                </c:pt>
                <c:pt idx="1289">
                  <c:v>79.630104000000003</c:v>
                </c:pt>
                <c:pt idx="1290">
                  <c:v>79.759215999999995</c:v>
                </c:pt>
                <c:pt idx="1291">
                  <c:v>79.908057999999997</c:v>
                </c:pt>
                <c:pt idx="1292">
                  <c:v>80.045417999999998</c:v>
                </c:pt>
                <c:pt idx="1293">
                  <c:v>80.226257000000004</c:v>
                </c:pt>
                <c:pt idx="1294">
                  <c:v>80.200333000000001</c:v>
                </c:pt>
                <c:pt idx="1295">
                  <c:v>79.908469999999994</c:v>
                </c:pt>
                <c:pt idx="1296">
                  <c:v>79.688057000000001</c:v>
                </c:pt>
                <c:pt idx="1297">
                  <c:v>79.655051999999998</c:v>
                </c:pt>
                <c:pt idx="1298">
                  <c:v>79.704704000000007</c:v>
                </c:pt>
                <c:pt idx="1299">
                  <c:v>79.771209999999996</c:v>
                </c:pt>
                <c:pt idx="1300">
                  <c:v>79.730643999999998</c:v>
                </c:pt>
                <c:pt idx="1301">
                  <c:v>79.719893999999996</c:v>
                </c:pt>
                <c:pt idx="1302">
                  <c:v>79.746161999999998</c:v>
                </c:pt>
                <c:pt idx="1303">
                  <c:v>79.859534999999994</c:v>
                </c:pt>
                <c:pt idx="1304">
                  <c:v>80.016777000000005</c:v>
                </c:pt>
                <c:pt idx="1305">
                  <c:v>80.116714000000002</c:v>
                </c:pt>
                <c:pt idx="1306">
                  <c:v>80.192558000000005</c:v>
                </c:pt>
                <c:pt idx="1307">
                  <c:v>80.217788999999996</c:v>
                </c:pt>
                <c:pt idx="1308">
                  <c:v>80.358337000000006</c:v>
                </c:pt>
                <c:pt idx="1309">
                  <c:v>80.364936999999998</c:v>
                </c:pt>
                <c:pt idx="1310">
                  <c:v>80.310928000000004</c:v>
                </c:pt>
                <c:pt idx="1311">
                  <c:v>80.477844000000005</c:v>
                </c:pt>
                <c:pt idx="1312">
                  <c:v>80.729400999999996</c:v>
                </c:pt>
                <c:pt idx="1313">
                  <c:v>80.904205000000005</c:v>
                </c:pt>
                <c:pt idx="1314">
                  <c:v>81.075339999999997</c:v>
                </c:pt>
                <c:pt idx="1315">
                  <c:v>81.351662000000005</c:v>
                </c:pt>
                <c:pt idx="1316">
                  <c:v>81.683159000000003</c:v>
                </c:pt>
                <c:pt idx="1317">
                  <c:v>81.894622999999996</c:v>
                </c:pt>
                <c:pt idx="1318">
                  <c:v>81.955551</c:v>
                </c:pt>
                <c:pt idx="1319">
                  <c:v>81.650040000000004</c:v>
                </c:pt>
                <c:pt idx="1320">
                  <c:v>81.260070999999996</c:v>
                </c:pt>
                <c:pt idx="1321">
                  <c:v>81.326767000000004</c:v>
                </c:pt>
                <c:pt idx="1322">
                  <c:v>81.435554999999994</c:v>
                </c:pt>
                <c:pt idx="1323">
                  <c:v>81.457183999999998</c:v>
                </c:pt>
                <c:pt idx="1324">
                  <c:v>81.630959000000004</c:v>
                </c:pt>
                <c:pt idx="1325">
                  <c:v>81.778023000000005</c:v>
                </c:pt>
                <c:pt idx="1326">
                  <c:v>81.867667999999995</c:v>
                </c:pt>
                <c:pt idx="1327">
                  <c:v>82.102958999999998</c:v>
                </c:pt>
                <c:pt idx="1328">
                  <c:v>82.474013999999997</c:v>
                </c:pt>
                <c:pt idx="1329">
                  <c:v>83.026252999999997</c:v>
                </c:pt>
                <c:pt idx="1330">
                  <c:v>83.558166999999997</c:v>
                </c:pt>
                <c:pt idx="1331">
                  <c:v>83.959923000000003</c:v>
                </c:pt>
                <c:pt idx="1332">
                  <c:v>84.253212000000005</c:v>
                </c:pt>
                <c:pt idx="1333">
                  <c:v>84.525841</c:v>
                </c:pt>
                <c:pt idx="1334">
                  <c:v>84.688231999999999</c:v>
                </c:pt>
                <c:pt idx="1335">
                  <c:v>84.805710000000005</c:v>
                </c:pt>
                <c:pt idx="1336">
                  <c:v>84.951401000000004</c:v>
                </c:pt>
                <c:pt idx="1337">
                  <c:v>85.211867999999996</c:v>
                </c:pt>
                <c:pt idx="1338">
                  <c:v>85.458641</c:v>
                </c:pt>
                <c:pt idx="1339">
                  <c:v>85.688972000000007</c:v>
                </c:pt>
                <c:pt idx="1340">
                  <c:v>85.995918000000003</c:v>
                </c:pt>
                <c:pt idx="1341">
                  <c:v>86.227333000000002</c:v>
                </c:pt>
                <c:pt idx="1342">
                  <c:v>86.476555000000005</c:v>
                </c:pt>
                <c:pt idx="1343">
                  <c:v>86.715134000000006</c:v>
                </c:pt>
                <c:pt idx="1344">
                  <c:v>87.019820999999993</c:v>
                </c:pt>
                <c:pt idx="1345">
                  <c:v>87.261229999999998</c:v>
                </c:pt>
                <c:pt idx="1346">
                  <c:v>87.465278999999995</c:v>
                </c:pt>
                <c:pt idx="1347">
                  <c:v>87.720603999999994</c:v>
                </c:pt>
                <c:pt idx="1348">
                  <c:v>87.933228</c:v>
                </c:pt>
                <c:pt idx="1349">
                  <c:v>87.980095000000006</c:v>
                </c:pt>
                <c:pt idx="1350">
                  <c:v>87.988074999999995</c:v>
                </c:pt>
                <c:pt idx="1351">
                  <c:v>88.156409999999994</c:v>
                </c:pt>
                <c:pt idx="1352">
                  <c:v>88.494736000000003</c:v>
                </c:pt>
                <c:pt idx="1353">
                  <c:v>88.822074999999998</c:v>
                </c:pt>
                <c:pt idx="1354">
                  <c:v>89.161429999999996</c:v>
                </c:pt>
                <c:pt idx="1355">
                  <c:v>89.419883999999996</c:v>
                </c:pt>
                <c:pt idx="1356">
                  <c:v>89.525467000000006</c:v>
                </c:pt>
                <c:pt idx="1357">
                  <c:v>89.766784999999999</c:v>
                </c:pt>
                <c:pt idx="1358">
                  <c:v>90.076735999999997</c:v>
                </c:pt>
                <c:pt idx="1359">
                  <c:v>90.159592000000004</c:v>
                </c:pt>
                <c:pt idx="1360">
                  <c:v>90.103485000000006</c:v>
                </c:pt>
                <c:pt idx="1361">
                  <c:v>90.084732000000002</c:v>
                </c:pt>
                <c:pt idx="1362">
                  <c:v>90.023231999999993</c:v>
                </c:pt>
                <c:pt idx="1363">
                  <c:v>89.947281000000004</c:v>
                </c:pt>
                <c:pt idx="1364">
                  <c:v>89.879538999999994</c:v>
                </c:pt>
                <c:pt idx="1365">
                  <c:v>89.754149999999996</c:v>
                </c:pt>
                <c:pt idx="1366">
                  <c:v>89.653403999999995</c:v>
                </c:pt>
                <c:pt idx="1367">
                  <c:v>89.672591999999995</c:v>
                </c:pt>
                <c:pt idx="1368">
                  <c:v>89.715652000000006</c:v>
                </c:pt>
                <c:pt idx="1369">
                  <c:v>89.757126</c:v>
                </c:pt>
                <c:pt idx="1370">
                  <c:v>89.908653000000001</c:v>
                </c:pt>
                <c:pt idx="1371">
                  <c:v>90.116553999999994</c:v>
                </c:pt>
                <c:pt idx="1372">
                  <c:v>90.281836999999996</c:v>
                </c:pt>
                <c:pt idx="1373">
                  <c:v>90.298469999999995</c:v>
                </c:pt>
                <c:pt idx="1374">
                  <c:v>90.153441999999998</c:v>
                </c:pt>
                <c:pt idx="1375">
                  <c:v>90.129631000000003</c:v>
                </c:pt>
                <c:pt idx="1376">
                  <c:v>90.189079000000007</c:v>
                </c:pt>
                <c:pt idx="1377">
                  <c:v>90.339843999999999</c:v>
                </c:pt>
                <c:pt idx="1378">
                  <c:v>90.715278999999995</c:v>
                </c:pt>
                <c:pt idx="1379">
                  <c:v>90.851112000000001</c:v>
                </c:pt>
                <c:pt idx="1380">
                  <c:v>90.593727000000001</c:v>
                </c:pt>
                <c:pt idx="1381">
                  <c:v>90.391182000000001</c:v>
                </c:pt>
                <c:pt idx="1382">
                  <c:v>90.179114999999996</c:v>
                </c:pt>
                <c:pt idx="1383">
                  <c:v>90.016250999999997</c:v>
                </c:pt>
                <c:pt idx="1384">
                  <c:v>89.972183000000001</c:v>
                </c:pt>
                <c:pt idx="1385">
                  <c:v>90.004638999999997</c:v>
                </c:pt>
                <c:pt idx="1386">
                  <c:v>89.986908</c:v>
                </c:pt>
                <c:pt idx="1387">
                  <c:v>89.957565000000002</c:v>
                </c:pt>
                <c:pt idx="1388">
                  <c:v>89.968124000000003</c:v>
                </c:pt>
                <c:pt idx="1389">
                  <c:v>90.046920999999998</c:v>
                </c:pt>
                <c:pt idx="1390">
                  <c:v>90.125191000000001</c:v>
                </c:pt>
                <c:pt idx="1391">
                  <c:v>90.144347999999994</c:v>
                </c:pt>
                <c:pt idx="1392">
                  <c:v>90.155258000000003</c:v>
                </c:pt>
                <c:pt idx="1393">
                  <c:v>90.145675999999995</c:v>
                </c:pt>
                <c:pt idx="1394">
                  <c:v>90.166206000000003</c:v>
                </c:pt>
                <c:pt idx="1395">
                  <c:v>90.297058000000007</c:v>
                </c:pt>
                <c:pt idx="1396">
                  <c:v>90.499656999999999</c:v>
                </c:pt>
                <c:pt idx="1397">
                  <c:v>90.643485999999996</c:v>
                </c:pt>
                <c:pt idx="1398">
                  <c:v>90.740402000000003</c:v>
                </c:pt>
                <c:pt idx="1399">
                  <c:v>90.798805000000002</c:v>
                </c:pt>
                <c:pt idx="1400">
                  <c:v>90.759749999999997</c:v>
                </c:pt>
                <c:pt idx="1401">
                  <c:v>90.788162</c:v>
                </c:pt>
                <c:pt idx="1402">
                  <c:v>90.887833000000001</c:v>
                </c:pt>
                <c:pt idx="1403">
                  <c:v>90.949020000000004</c:v>
                </c:pt>
                <c:pt idx="1404">
                  <c:v>91.059417999999994</c:v>
                </c:pt>
                <c:pt idx="1405">
                  <c:v>91.322051999999999</c:v>
                </c:pt>
                <c:pt idx="1406">
                  <c:v>91.574577000000005</c:v>
                </c:pt>
                <c:pt idx="1407">
                  <c:v>91.660263</c:v>
                </c:pt>
                <c:pt idx="1408">
                  <c:v>91.664321999999999</c:v>
                </c:pt>
                <c:pt idx="1409">
                  <c:v>91.789565999999994</c:v>
                </c:pt>
                <c:pt idx="1410">
                  <c:v>92.099236000000005</c:v>
                </c:pt>
                <c:pt idx="1411">
                  <c:v>92.472221000000005</c:v>
                </c:pt>
                <c:pt idx="1412">
                  <c:v>92.891143999999997</c:v>
                </c:pt>
                <c:pt idx="1413">
                  <c:v>93.209075999999996</c:v>
                </c:pt>
                <c:pt idx="1414">
                  <c:v>93.326911999999993</c:v>
                </c:pt>
                <c:pt idx="1415">
                  <c:v>93.448784000000003</c:v>
                </c:pt>
                <c:pt idx="1416">
                  <c:v>93.632110999999995</c:v>
                </c:pt>
                <c:pt idx="1417">
                  <c:v>93.912803999999994</c:v>
                </c:pt>
                <c:pt idx="1418">
                  <c:v>94.152198999999996</c:v>
                </c:pt>
                <c:pt idx="1419">
                  <c:v>94.257034000000004</c:v>
                </c:pt>
                <c:pt idx="1420">
                  <c:v>94.273467999999994</c:v>
                </c:pt>
                <c:pt idx="1421">
                  <c:v>94.284424000000001</c:v>
                </c:pt>
                <c:pt idx="1422">
                  <c:v>94.278487999999996</c:v>
                </c:pt>
                <c:pt idx="1423">
                  <c:v>94.261382999999995</c:v>
                </c:pt>
                <c:pt idx="1424">
                  <c:v>94.225395000000006</c:v>
                </c:pt>
                <c:pt idx="1425">
                  <c:v>94.170806999999996</c:v>
                </c:pt>
                <c:pt idx="1426">
                  <c:v>94.056358000000003</c:v>
                </c:pt>
                <c:pt idx="1427">
                  <c:v>93.876723999999996</c:v>
                </c:pt>
                <c:pt idx="1428">
                  <c:v>93.731819000000002</c:v>
                </c:pt>
                <c:pt idx="1429">
                  <c:v>93.630134999999996</c:v>
                </c:pt>
                <c:pt idx="1430">
                  <c:v>93.611937999999995</c:v>
                </c:pt>
                <c:pt idx="1431">
                  <c:v>93.643378999999996</c:v>
                </c:pt>
                <c:pt idx="1432">
                  <c:v>93.769195999999994</c:v>
                </c:pt>
                <c:pt idx="1433">
                  <c:v>93.939980000000006</c:v>
                </c:pt>
                <c:pt idx="1434">
                  <c:v>94.082588000000001</c:v>
                </c:pt>
                <c:pt idx="1435">
                  <c:v>94.257285999999993</c:v>
                </c:pt>
                <c:pt idx="1436">
                  <c:v>94.436492999999999</c:v>
                </c:pt>
                <c:pt idx="1437">
                  <c:v>94.512343999999999</c:v>
                </c:pt>
                <c:pt idx="1438">
                  <c:v>94.557609999999997</c:v>
                </c:pt>
                <c:pt idx="1439">
                  <c:v>94.545501999999999</c:v>
                </c:pt>
                <c:pt idx="1440">
                  <c:v>94.372710999999995</c:v>
                </c:pt>
                <c:pt idx="1441">
                  <c:v>94.174919000000003</c:v>
                </c:pt>
                <c:pt idx="1442">
                  <c:v>94.019301999999996</c:v>
                </c:pt>
                <c:pt idx="1443">
                  <c:v>93.911545000000004</c:v>
                </c:pt>
                <c:pt idx="1444">
                  <c:v>93.746887000000001</c:v>
                </c:pt>
                <c:pt idx="1445">
                  <c:v>93.527610999999993</c:v>
                </c:pt>
                <c:pt idx="1446">
                  <c:v>93.462577999999993</c:v>
                </c:pt>
                <c:pt idx="1447">
                  <c:v>93.455566000000005</c:v>
                </c:pt>
                <c:pt idx="1448">
                  <c:v>93.454871999999995</c:v>
                </c:pt>
                <c:pt idx="1449">
                  <c:v>93.414505000000005</c:v>
                </c:pt>
                <c:pt idx="1450">
                  <c:v>93.342322999999993</c:v>
                </c:pt>
                <c:pt idx="1451">
                  <c:v>93.311027999999993</c:v>
                </c:pt>
                <c:pt idx="1452">
                  <c:v>93.343177999999995</c:v>
                </c:pt>
                <c:pt idx="1453">
                  <c:v>93.488433999999998</c:v>
                </c:pt>
                <c:pt idx="1454">
                  <c:v>93.696655000000007</c:v>
                </c:pt>
                <c:pt idx="1455">
                  <c:v>93.861282000000003</c:v>
                </c:pt>
                <c:pt idx="1456">
                  <c:v>93.957549999999998</c:v>
                </c:pt>
                <c:pt idx="1457">
                  <c:v>94.037041000000002</c:v>
                </c:pt>
                <c:pt idx="1458">
                  <c:v>94.097649000000004</c:v>
                </c:pt>
                <c:pt idx="1459">
                  <c:v>94.095284000000007</c:v>
                </c:pt>
                <c:pt idx="1460">
                  <c:v>93.954200999999998</c:v>
                </c:pt>
                <c:pt idx="1461">
                  <c:v>93.579284999999999</c:v>
                </c:pt>
                <c:pt idx="1462">
                  <c:v>93.183395000000004</c:v>
                </c:pt>
                <c:pt idx="1463">
                  <c:v>92.986534000000006</c:v>
                </c:pt>
                <c:pt idx="1464">
                  <c:v>92.826881</c:v>
                </c:pt>
                <c:pt idx="1465">
                  <c:v>92.587485999999998</c:v>
                </c:pt>
                <c:pt idx="1466">
                  <c:v>92.334778</c:v>
                </c:pt>
                <c:pt idx="1467">
                  <c:v>92.206764000000007</c:v>
                </c:pt>
                <c:pt idx="1468">
                  <c:v>92.148842000000002</c:v>
                </c:pt>
                <c:pt idx="1469">
                  <c:v>92.106544</c:v>
                </c:pt>
                <c:pt idx="1470">
                  <c:v>92.019485000000003</c:v>
                </c:pt>
                <c:pt idx="1471">
                  <c:v>91.864845000000003</c:v>
                </c:pt>
                <c:pt idx="1472">
                  <c:v>91.761841000000004</c:v>
                </c:pt>
                <c:pt idx="1473">
                  <c:v>91.741164999999995</c:v>
                </c:pt>
                <c:pt idx="1474">
                  <c:v>91.922454999999999</c:v>
                </c:pt>
                <c:pt idx="1475">
                  <c:v>92.251411000000004</c:v>
                </c:pt>
                <c:pt idx="1476">
                  <c:v>92.585655000000003</c:v>
                </c:pt>
                <c:pt idx="1477">
                  <c:v>92.749061999999995</c:v>
                </c:pt>
                <c:pt idx="1478">
                  <c:v>92.801497999999995</c:v>
                </c:pt>
                <c:pt idx="1479">
                  <c:v>92.824416999999997</c:v>
                </c:pt>
                <c:pt idx="1480">
                  <c:v>92.774863999999994</c:v>
                </c:pt>
                <c:pt idx="1481">
                  <c:v>92.822327000000001</c:v>
                </c:pt>
                <c:pt idx="1482">
                  <c:v>92.981194000000002</c:v>
                </c:pt>
                <c:pt idx="1483">
                  <c:v>93.211105000000003</c:v>
                </c:pt>
                <c:pt idx="1484">
                  <c:v>93.472899999999996</c:v>
                </c:pt>
                <c:pt idx="1485">
                  <c:v>93.657889999999995</c:v>
                </c:pt>
                <c:pt idx="1486">
                  <c:v>93.585708999999994</c:v>
                </c:pt>
                <c:pt idx="1487">
                  <c:v>93.129661999999996</c:v>
                </c:pt>
                <c:pt idx="1488">
                  <c:v>92.566092999999995</c:v>
                </c:pt>
                <c:pt idx="1489">
                  <c:v>92.320449999999994</c:v>
                </c:pt>
                <c:pt idx="1490">
                  <c:v>92.236335999999994</c:v>
                </c:pt>
                <c:pt idx="1491">
                  <c:v>92.203331000000006</c:v>
                </c:pt>
                <c:pt idx="1492">
                  <c:v>92.188796999999994</c:v>
                </c:pt>
                <c:pt idx="1493">
                  <c:v>92.329032999999995</c:v>
                </c:pt>
                <c:pt idx="1494">
                  <c:v>92.369506999999999</c:v>
                </c:pt>
                <c:pt idx="1495">
                  <c:v>92.287368999999998</c:v>
                </c:pt>
                <c:pt idx="1496">
                  <c:v>92.123099999999994</c:v>
                </c:pt>
                <c:pt idx="1497">
                  <c:v>91.850341999999998</c:v>
                </c:pt>
                <c:pt idx="1498">
                  <c:v>91.656113000000005</c:v>
                </c:pt>
                <c:pt idx="1499">
                  <c:v>91.572815000000006</c:v>
                </c:pt>
                <c:pt idx="1500">
                  <c:v>91.521041999999994</c:v>
                </c:pt>
                <c:pt idx="1501">
                  <c:v>91.423980999999998</c:v>
                </c:pt>
                <c:pt idx="1502">
                  <c:v>91.299042</c:v>
                </c:pt>
                <c:pt idx="1503">
                  <c:v>91.211464000000007</c:v>
                </c:pt>
                <c:pt idx="1504">
                  <c:v>91.054123000000004</c:v>
                </c:pt>
                <c:pt idx="1505">
                  <c:v>91.005409</c:v>
                </c:pt>
                <c:pt idx="1506">
                  <c:v>90.877471999999997</c:v>
                </c:pt>
                <c:pt idx="1507">
                  <c:v>90.640906999999999</c:v>
                </c:pt>
                <c:pt idx="1508">
                  <c:v>90.357376000000002</c:v>
                </c:pt>
                <c:pt idx="1509">
                  <c:v>90.190903000000006</c:v>
                </c:pt>
                <c:pt idx="1510">
                  <c:v>90.089584000000002</c:v>
                </c:pt>
                <c:pt idx="1511">
                  <c:v>90.044739000000007</c:v>
                </c:pt>
                <c:pt idx="1512">
                  <c:v>89.976142999999993</c:v>
                </c:pt>
                <c:pt idx="1513">
                  <c:v>89.874602999999993</c:v>
                </c:pt>
                <c:pt idx="1514">
                  <c:v>89.845923999999997</c:v>
                </c:pt>
                <c:pt idx="1515">
                  <c:v>89.974959999999996</c:v>
                </c:pt>
                <c:pt idx="1516">
                  <c:v>90.008567999999997</c:v>
                </c:pt>
                <c:pt idx="1517">
                  <c:v>89.862007000000006</c:v>
                </c:pt>
                <c:pt idx="1518">
                  <c:v>89.818664999999996</c:v>
                </c:pt>
                <c:pt idx="1519">
                  <c:v>89.892341999999999</c:v>
                </c:pt>
                <c:pt idx="1520">
                  <c:v>90.025108000000003</c:v>
                </c:pt>
                <c:pt idx="1521">
                  <c:v>90.222435000000004</c:v>
                </c:pt>
                <c:pt idx="1522">
                  <c:v>90.355559999999997</c:v>
                </c:pt>
                <c:pt idx="1523">
                  <c:v>90.398903000000004</c:v>
                </c:pt>
                <c:pt idx="1524">
                  <c:v>90.416511999999997</c:v>
                </c:pt>
                <c:pt idx="1525">
                  <c:v>90.317543000000001</c:v>
                </c:pt>
                <c:pt idx="1526">
                  <c:v>90.186431999999996</c:v>
                </c:pt>
                <c:pt idx="1527">
                  <c:v>90.035385000000005</c:v>
                </c:pt>
                <c:pt idx="1528">
                  <c:v>90.018105000000006</c:v>
                </c:pt>
                <c:pt idx="1529">
                  <c:v>90.136634999999998</c:v>
                </c:pt>
                <c:pt idx="1530">
                  <c:v>90.110832000000002</c:v>
                </c:pt>
                <c:pt idx="1531">
                  <c:v>89.959830999999994</c:v>
                </c:pt>
                <c:pt idx="1532">
                  <c:v>89.705337999999998</c:v>
                </c:pt>
                <c:pt idx="1533">
                  <c:v>89.495697000000007</c:v>
                </c:pt>
                <c:pt idx="1534">
                  <c:v>89.508933999999996</c:v>
                </c:pt>
                <c:pt idx="1535">
                  <c:v>89.686179999999993</c:v>
                </c:pt>
                <c:pt idx="1536">
                  <c:v>89.911750999999995</c:v>
                </c:pt>
                <c:pt idx="1537">
                  <c:v>90.079361000000006</c:v>
                </c:pt>
                <c:pt idx="1538">
                  <c:v>90.181526000000005</c:v>
                </c:pt>
                <c:pt idx="1539">
                  <c:v>90.272598000000002</c:v>
                </c:pt>
                <c:pt idx="1540">
                  <c:v>90.434380000000004</c:v>
                </c:pt>
                <c:pt idx="1541">
                  <c:v>90.646659999999997</c:v>
                </c:pt>
                <c:pt idx="1542">
                  <c:v>90.943068999999994</c:v>
                </c:pt>
                <c:pt idx="1543">
                  <c:v>91.178702999999999</c:v>
                </c:pt>
                <c:pt idx="1544">
                  <c:v>91.283576999999994</c:v>
                </c:pt>
                <c:pt idx="1545">
                  <c:v>91.353317000000004</c:v>
                </c:pt>
                <c:pt idx="1546">
                  <c:v>91.471480999999997</c:v>
                </c:pt>
                <c:pt idx="1547">
                  <c:v>91.697258000000005</c:v>
                </c:pt>
                <c:pt idx="1548">
                  <c:v>91.925017999999994</c:v>
                </c:pt>
                <c:pt idx="1549">
                  <c:v>92.131553999999994</c:v>
                </c:pt>
                <c:pt idx="1550">
                  <c:v>92.406242000000006</c:v>
                </c:pt>
                <c:pt idx="1551">
                  <c:v>92.758574999999993</c:v>
                </c:pt>
                <c:pt idx="1552">
                  <c:v>93.142189000000002</c:v>
                </c:pt>
                <c:pt idx="1553">
                  <c:v>93.421477999999993</c:v>
                </c:pt>
                <c:pt idx="1554">
                  <c:v>93.725098000000003</c:v>
                </c:pt>
                <c:pt idx="1555">
                  <c:v>93.968451999999999</c:v>
                </c:pt>
                <c:pt idx="1556">
                  <c:v>94.208038000000002</c:v>
                </c:pt>
                <c:pt idx="1557">
                  <c:v>94.429077000000007</c:v>
                </c:pt>
                <c:pt idx="1558">
                  <c:v>94.536247000000003</c:v>
                </c:pt>
                <c:pt idx="1559">
                  <c:v>94.656234999999995</c:v>
                </c:pt>
                <c:pt idx="1560">
                  <c:v>94.793907000000004</c:v>
                </c:pt>
                <c:pt idx="1561">
                  <c:v>95.131973000000002</c:v>
                </c:pt>
                <c:pt idx="1562">
                  <c:v>95.385963000000004</c:v>
                </c:pt>
                <c:pt idx="1563">
                  <c:v>95.609840000000005</c:v>
                </c:pt>
                <c:pt idx="1564">
                  <c:v>95.679771000000002</c:v>
                </c:pt>
                <c:pt idx="1565">
                  <c:v>95.583213999999998</c:v>
                </c:pt>
                <c:pt idx="1566">
                  <c:v>95.414276000000001</c:v>
                </c:pt>
                <c:pt idx="1567">
                  <c:v>95.198562999999993</c:v>
                </c:pt>
                <c:pt idx="1568">
                  <c:v>95.069800999999998</c:v>
                </c:pt>
                <c:pt idx="1569">
                  <c:v>95.031302999999994</c:v>
                </c:pt>
                <c:pt idx="1570">
                  <c:v>95.066733999999997</c:v>
                </c:pt>
                <c:pt idx="1571">
                  <c:v>95.278389000000004</c:v>
                </c:pt>
                <c:pt idx="1572">
                  <c:v>95.595528000000002</c:v>
                </c:pt>
                <c:pt idx="1573">
                  <c:v>95.812468999999993</c:v>
                </c:pt>
                <c:pt idx="1574">
                  <c:v>95.955642999999995</c:v>
                </c:pt>
                <c:pt idx="1575">
                  <c:v>96.038719</c:v>
                </c:pt>
                <c:pt idx="1576">
                  <c:v>96.037300000000002</c:v>
                </c:pt>
                <c:pt idx="1577">
                  <c:v>95.995711999999997</c:v>
                </c:pt>
                <c:pt idx="1578">
                  <c:v>95.992821000000006</c:v>
                </c:pt>
                <c:pt idx="1579">
                  <c:v>96.082397</c:v>
                </c:pt>
                <c:pt idx="1580">
                  <c:v>96.192931999999999</c:v>
                </c:pt>
                <c:pt idx="1581">
                  <c:v>96.216080000000005</c:v>
                </c:pt>
                <c:pt idx="1582">
                  <c:v>96.179298000000003</c:v>
                </c:pt>
                <c:pt idx="1583">
                  <c:v>96.062943000000004</c:v>
                </c:pt>
                <c:pt idx="1584">
                  <c:v>95.893974</c:v>
                </c:pt>
                <c:pt idx="1585">
                  <c:v>95.675369000000003</c:v>
                </c:pt>
                <c:pt idx="1586">
                  <c:v>95.528625000000005</c:v>
                </c:pt>
                <c:pt idx="1587">
                  <c:v>95.587447999999995</c:v>
                </c:pt>
                <c:pt idx="1588">
                  <c:v>95.791283000000007</c:v>
                </c:pt>
                <c:pt idx="1589">
                  <c:v>96.072044000000005</c:v>
                </c:pt>
                <c:pt idx="1590">
                  <c:v>96.374167999999997</c:v>
                </c:pt>
                <c:pt idx="1591">
                  <c:v>96.719429000000005</c:v>
                </c:pt>
                <c:pt idx="1592">
                  <c:v>96.998977999999994</c:v>
                </c:pt>
                <c:pt idx="1593">
                  <c:v>97.182891999999995</c:v>
                </c:pt>
                <c:pt idx="1594">
                  <c:v>97.290145999999993</c:v>
                </c:pt>
                <c:pt idx="1595">
                  <c:v>97.382796999999997</c:v>
                </c:pt>
                <c:pt idx="1596">
                  <c:v>97.470946999999995</c:v>
                </c:pt>
                <c:pt idx="1597">
                  <c:v>97.484809999999996</c:v>
                </c:pt>
                <c:pt idx="1598">
                  <c:v>97.488487000000006</c:v>
                </c:pt>
                <c:pt idx="1599">
                  <c:v>97.565772999999993</c:v>
                </c:pt>
                <c:pt idx="1600">
                  <c:v>97.755852000000004</c:v>
                </c:pt>
                <c:pt idx="1601">
                  <c:v>97.965179000000006</c:v>
                </c:pt>
                <c:pt idx="1602">
                  <c:v>98.131873999999996</c:v>
                </c:pt>
                <c:pt idx="1603">
                  <c:v>98.198524000000006</c:v>
                </c:pt>
                <c:pt idx="1604">
                  <c:v>98.221123000000006</c:v>
                </c:pt>
                <c:pt idx="1605">
                  <c:v>98.211333999999994</c:v>
                </c:pt>
                <c:pt idx="1606">
                  <c:v>98.234566000000001</c:v>
                </c:pt>
                <c:pt idx="1607">
                  <c:v>98.344871999999995</c:v>
                </c:pt>
                <c:pt idx="1608">
                  <c:v>98.558143999999999</c:v>
                </c:pt>
                <c:pt idx="1609">
                  <c:v>98.852310000000003</c:v>
                </c:pt>
                <c:pt idx="1610">
                  <c:v>99.157166000000004</c:v>
                </c:pt>
                <c:pt idx="1611">
                  <c:v>99.399344999999997</c:v>
                </c:pt>
                <c:pt idx="1612">
                  <c:v>99.616127000000006</c:v>
                </c:pt>
                <c:pt idx="1613">
                  <c:v>99.815781000000001</c:v>
                </c:pt>
                <c:pt idx="1614">
                  <c:v>99.991355999999996</c:v>
                </c:pt>
                <c:pt idx="1615">
                  <c:v>100.16512</c:v>
                </c:pt>
                <c:pt idx="1616">
                  <c:v>100.26703999999999</c:v>
                </c:pt>
                <c:pt idx="1617">
                  <c:v>100.35087</c:v>
                </c:pt>
                <c:pt idx="1618">
                  <c:v>100.49449</c:v>
                </c:pt>
                <c:pt idx="1619">
                  <c:v>100.71214000000001</c:v>
                </c:pt>
                <c:pt idx="1620">
                  <c:v>100.90464</c:v>
                </c:pt>
                <c:pt idx="1621">
                  <c:v>101.02661000000001</c:v>
                </c:pt>
                <c:pt idx="1622">
                  <c:v>101.16591</c:v>
                </c:pt>
                <c:pt idx="1623">
                  <c:v>101.33938999999999</c:v>
                </c:pt>
                <c:pt idx="1624">
                  <c:v>101.49364</c:v>
                </c:pt>
                <c:pt idx="1625">
                  <c:v>101.64684</c:v>
                </c:pt>
                <c:pt idx="1626">
                  <c:v>101.81892999999999</c:v>
                </c:pt>
                <c:pt idx="1627">
                  <c:v>101.98949</c:v>
                </c:pt>
                <c:pt idx="1628">
                  <c:v>102.17798999999999</c:v>
                </c:pt>
                <c:pt idx="1629">
                  <c:v>102.38281000000001</c:v>
                </c:pt>
                <c:pt idx="1630">
                  <c:v>102.59623999999999</c:v>
                </c:pt>
                <c:pt idx="1631">
                  <c:v>102.79704</c:v>
                </c:pt>
                <c:pt idx="1632">
                  <c:v>102.96986</c:v>
                </c:pt>
                <c:pt idx="1633">
                  <c:v>103.12226</c:v>
                </c:pt>
                <c:pt idx="1634">
                  <c:v>103.31780999999999</c:v>
                </c:pt>
                <c:pt idx="1635">
                  <c:v>103.58337</c:v>
                </c:pt>
                <c:pt idx="1636">
                  <c:v>103.90588</c:v>
                </c:pt>
                <c:pt idx="1637">
                  <c:v>104.21628</c:v>
                </c:pt>
                <c:pt idx="1638">
                  <c:v>104.54454</c:v>
                </c:pt>
                <c:pt idx="1639">
                  <c:v>104.91567000000001</c:v>
                </c:pt>
                <c:pt idx="1640">
                  <c:v>105.23151</c:v>
                </c:pt>
                <c:pt idx="1641">
                  <c:v>105.40421000000001</c:v>
                </c:pt>
                <c:pt idx="1642">
                  <c:v>105.81958</c:v>
                </c:pt>
                <c:pt idx="1643">
                  <c:v>106.15536</c:v>
                </c:pt>
                <c:pt idx="1644">
                  <c:v>106.51669</c:v>
                </c:pt>
                <c:pt idx="1645">
                  <c:v>107.01824000000001</c:v>
                </c:pt>
                <c:pt idx="1646">
                  <c:v>107.45966</c:v>
                </c:pt>
                <c:pt idx="1647">
                  <c:v>107.84589</c:v>
                </c:pt>
                <c:pt idx="1648">
                  <c:v>108.13737</c:v>
                </c:pt>
                <c:pt idx="1649">
                  <c:v>108.27919</c:v>
                </c:pt>
                <c:pt idx="1650">
                  <c:v>108.31393</c:v>
                </c:pt>
                <c:pt idx="1651">
                  <c:v>108.33744</c:v>
                </c:pt>
                <c:pt idx="1652">
                  <c:v>108.32080000000001</c:v>
                </c:pt>
                <c:pt idx="1653">
                  <c:v>108.25311000000001</c:v>
                </c:pt>
                <c:pt idx="1654">
                  <c:v>108.23045999999999</c:v>
                </c:pt>
                <c:pt idx="1655">
                  <c:v>108.24403</c:v>
                </c:pt>
                <c:pt idx="1656">
                  <c:v>108.25883</c:v>
                </c:pt>
                <c:pt idx="1657">
                  <c:v>108.25971</c:v>
                </c:pt>
                <c:pt idx="1658">
                  <c:v>108.25803000000001</c:v>
                </c:pt>
                <c:pt idx="1659">
                  <c:v>108.2034</c:v>
                </c:pt>
                <c:pt idx="1660">
                  <c:v>108.08311</c:v>
                </c:pt>
                <c:pt idx="1661">
                  <c:v>107.93665</c:v>
                </c:pt>
                <c:pt idx="1662">
                  <c:v>107.81843000000001</c:v>
                </c:pt>
                <c:pt idx="1663">
                  <c:v>107.79438</c:v>
                </c:pt>
                <c:pt idx="1664">
                  <c:v>107.85885</c:v>
                </c:pt>
                <c:pt idx="1665">
                  <c:v>107.97084</c:v>
                </c:pt>
                <c:pt idx="1666">
                  <c:v>108.1367</c:v>
                </c:pt>
                <c:pt idx="1667">
                  <c:v>108.32606</c:v>
                </c:pt>
                <c:pt idx="1668">
                  <c:v>108.4747</c:v>
                </c:pt>
                <c:pt idx="1669">
                  <c:v>108.57874</c:v>
                </c:pt>
                <c:pt idx="1670">
                  <c:v>108.59721999999999</c:v>
                </c:pt>
                <c:pt idx="1671">
                  <c:v>108.50694</c:v>
                </c:pt>
                <c:pt idx="1672">
                  <c:v>108.40219999999999</c:v>
                </c:pt>
                <c:pt idx="1673">
                  <c:v>108.4361</c:v>
                </c:pt>
                <c:pt idx="1674">
                  <c:v>108.58346</c:v>
                </c:pt>
                <c:pt idx="1675">
                  <c:v>108.78489</c:v>
                </c:pt>
                <c:pt idx="1676">
                  <c:v>109.00242</c:v>
                </c:pt>
                <c:pt idx="1677">
                  <c:v>109.22454999999999</c:v>
                </c:pt>
                <c:pt idx="1678">
                  <c:v>109.48099999999999</c:v>
                </c:pt>
                <c:pt idx="1679">
                  <c:v>109.66352000000001</c:v>
                </c:pt>
                <c:pt idx="1680">
                  <c:v>109.79203</c:v>
                </c:pt>
                <c:pt idx="1681">
                  <c:v>109.96075</c:v>
                </c:pt>
                <c:pt idx="1682">
                  <c:v>110.0569</c:v>
                </c:pt>
                <c:pt idx="1683">
                  <c:v>110.10841000000001</c:v>
                </c:pt>
                <c:pt idx="1684">
                  <c:v>110.14836</c:v>
                </c:pt>
                <c:pt idx="1685">
                  <c:v>110.08125</c:v>
                </c:pt>
                <c:pt idx="1686">
                  <c:v>109.8456</c:v>
                </c:pt>
                <c:pt idx="1687">
                  <c:v>109.54371999999999</c:v>
                </c:pt>
                <c:pt idx="1688">
                  <c:v>109.12622</c:v>
                </c:pt>
                <c:pt idx="1689">
                  <c:v>108.69822000000001</c:v>
                </c:pt>
                <c:pt idx="1690">
                  <c:v>108.43288</c:v>
                </c:pt>
                <c:pt idx="1691">
                  <c:v>108.35004000000001</c:v>
                </c:pt>
                <c:pt idx="1692">
                  <c:v>108.47365000000001</c:v>
                </c:pt>
                <c:pt idx="1693">
                  <c:v>108.74223000000001</c:v>
                </c:pt>
                <c:pt idx="1694">
                  <c:v>109.09856000000001</c:v>
                </c:pt>
                <c:pt idx="1695">
                  <c:v>109.54647</c:v>
                </c:pt>
                <c:pt idx="1696">
                  <c:v>110.01739999999999</c:v>
                </c:pt>
                <c:pt idx="1697">
                  <c:v>110.44253999999999</c:v>
                </c:pt>
                <c:pt idx="1698">
                  <c:v>110.7272</c:v>
                </c:pt>
                <c:pt idx="1699">
                  <c:v>109.90228</c:v>
                </c:pt>
                <c:pt idx="1700">
                  <c:v>109.70174</c:v>
                </c:pt>
                <c:pt idx="1701">
                  <c:v>109.44138</c:v>
                </c:pt>
                <c:pt idx="1702">
                  <c:v>109.301</c:v>
                </c:pt>
                <c:pt idx="1703">
                  <c:v>109.31704999999999</c:v>
                </c:pt>
                <c:pt idx="1704">
                  <c:v>109.45444999999999</c:v>
                </c:pt>
                <c:pt idx="1705">
                  <c:v>109.62259</c:v>
                </c:pt>
                <c:pt idx="1706">
                  <c:v>109.74815</c:v>
                </c:pt>
                <c:pt idx="1707">
                  <c:v>109.82265</c:v>
                </c:pt>
                <c:pt idx="1708">
                  <c:v>109.83176</c:v>
                </c:pt>
                <c:pt idx="1709">
                  <c:v>109.80786000000001</c:v>
                </c:pt>
                <c:pt idx="1710">
                  <c:v>109.82304000000001</c:v>
                </c:pt>
                <c:pt idx="1711">
                  <c:v>109.92271</c:v>
                </c:pt>
                <c:pt idx="1712">
                  <c:v>109.95226</c:v>
                </c:pt>
                <c:pt idx="1713">
                  <c:v>109.98974</c:v>
                </c:pt>
                <c:pt idx="1714">
                  <c:v>110.08747</c:v>
                </c:pt>
                <c:pt idx="1715">
                  <c:v>110.20161</c:v>
                </c:pt>
                <c:pt idx="1716">
                  <c:v>110.20254</c:v>
                </c:pt>
                <c:pt idx="1717">
                  <c:v>110.1101</c:v>
                </c:pt>
                <c:pt idx="1718">
                  <c:v>110.06372</c:v>
                </c:pt>
                <c:pt idx="1719">
                  <c:v>109.99221</c:v>
                </c:pt>
                <c:pt idx="1720">
                  <c:v>109.91251</c:v>
                </c:pt>
                <c:pt idx="1721">
                  <c:v>109.83934000000001</c:v>
                </c:pt>
                <c:pt idx="1722">
                  <c:v>109.73367</c:v>
                </c:pt>
                <c:pt idx="1723">
                  <c:v>109.67258</c:v>
                </c:pt>
                <c:pt idx="1724">
                  <c:v>109.61450000000001</c:v>
                </c:pt>
                <c:pt idx="1725">
                  <c:v>109.46487</c:v>
                </c:pt>
                <c:pt idx="1726">
                  <c:v>109.34538000000001</c:v>
                </c:pt>
                <c:pt idx="1727">
                  <c:v>109.31349</c:v>
                </c:pt>
                <c:pt idx="1728">
                  <c:v>109.32178</c:v>
                </c:pt>
                <c:pt idx="1729">
                  <c:v>109.28022</c:v>
                </c:pt>
                <c:pt idx="1730">
                  <c:v>109.32433</c:v>
                </c:pt>
                <c:pt idx="1731">
                  <c:v>109.32968</c:v>
                </c:pt>
                <c:pt idx="1732">
                  <c:v>109.18854</c:v>
                </c:pt>
                <c:pt idx="1733">
                  <c:v>109.00557000000001</c:v>
                </c:pt>
                <c:pt idx="1734">
                  <c:v>108.85484</c:v>
                </c:pt>
                <c:pt idx="1735">
                  <c:v>108.78982000000001</c:v>
                </c:pt>
                <c:pt idx="1736">
                  <c:v>108.76504</c:v>
                </c:pt>
                <c:pt idx="1737">
                  <c:v>108.64691999999999</c:v>
                </c:pt>
                <c:pt idx="1738">
                  <c:v>108.5012</c:v>
                </c:pt>
                <c:pt idx="1739">
                  <c:v>108.60966999999999</c:v>
                </c:pt>
                <c:pt idx="1740">
                  <c:v>108.81435</c:v>
                </c:pt>
                <c:pt idx="1741">
                  <c:v>109.05682</c:v>
                </c:pt>
                <c:pt idx="1742">
                  <c:v>109.17375</c:v>
                </c:pt>
                <c:pt idx="1743">
                  <c:v>109.13442000000001</c:v>
                </c:pt>
                <c:pt idx="1744">
                  <c:v>109.04192</c:v>
                </c:pt>
                <c:pt idx="1745">
                  <c:v>108.92814</c:v>
                </c:pt>
                <c:pt idx="1746">
                  <c:v>108.74315</c:v>
                </c:pt>
                <c:pt idx="1747">
                  <c:v>108.56836</c:v>
                </c:pt>
                <c:pt idx="1748">
                  <c:v>108.42231</c:v>
                </c:pt>
                <c:pt idx="1749">
                  <c:v>108.20289</c:v>
                </c:pt>
                <c:pt idx="1750">
                  <c:v>107.86669999999999</c:v>
                </c:pt>
                <c:pt idx="1751">
                  <c:v>107.623</c:v>
                </c:pt>
                <c:pt idx="1752">
                  <c:v>107.55612000000001</c:v>
                </c:pt>
                <c:pt idx="1753">
                  <c:v>107.41679000000001</c:v>
                </c:pt>
                <c:pt idx="1754">
                  <c:v>107.30659</c:v>
                </c:pt>
                <c:pt idx="1755">
                  <c:v>107.25439</c:v>
                </c:pt>
                <c:pt idx="1756">
                  <c:v>107.29574</c:v>
                </c:pt>
                <c:pt idx="1757">
                  <c:v>107.31216999999999</c:v>
                </c:pt>
                <c:pt idx="1758">
                  <c:v>107.2997</c:v>
                </c:pt>
                <c:pt idx="1759">
                  <c:v>107.26909000000001</c:v>
                </c:pt>
                <c:pt idx="1760">
                  <c:v>107.09988</c:v>
                </c:pt>
                <c:pt idx="1761">
                  <c:v>106.70831</c:v>
                </c:pt>
                <c:pt idx="1762">
                  <c:v>106.29588</c:v>
                </c:pt>
                <c:pt idx="1763">
                  <c:v>105.99477</c:v>
                </c:pt>
                <c:pt idx="1764">
                  <c:v>105.79555999999999</c:v>
                </c:pt>
                <c:pt idx="1765">
                  <c:v>105.60472</c:v>
                </c:pt>
                <c:pt idx="1766">
                  <c:v>105.45583000000001</c:v>
                </c:pt>
                <c:pt idx="1767">
                  <c:v>105.4492</c:v>
                </c:pt>
                <c:pt idx="1768">
                  <c:v>105.46646</c:v>
                </c:pt>
                <c:pt idx="1769">
                  <c:v>105.39516</c:v>
                </c:pt>
                <c:pt idx="1770">
                  <c:v>105.26294</c:v>
                </c:pt>
                <c:pt idx="1771">
                  <c:v>105.05878</c:v>
                </c:pt>
                <c:pt idx="1772">
                  <c:v>104.88803</c:v>
                </c:pt>
                <c:pt idx="1773">
                  <c:v>104.73690000000001</c:v>
                </c:pt>
                <c:pt idx="1774">
                  <c:v>104.52412</c:v>
                </c:pt>
                <c:pt idx="1775">
                  <c:v>104.25489</c:v>
                </c:pt>
                <c:pt idx="1776">
                  <c:v>104.03439</c:v>
                </c:pt>
                <c:pt idx="1777">
                  <c:v>103.86975</c:v>
                </c:pt>
                <c:pt idx="1778">
                  <c:v>103.63814000000001</c:v>
                </c:pt>
                <c:pt idx="1779">
                  <c:v>103.45912</c:v>
                </c:pt>
                <c:pt idx="1780">
                  <c:v>103.32832000000001</c:v>
                </c:pt>
                <c:pt idx="1781">
                  <c:v>103.20251</c:v>
                </c:pt>
                <c:pt idx="1782">
                  <c:v>103.16245000000001</c:v>
                </c:pt>
                <c:pt idx="1783">
                  <c:v>103.05732999999999</c:v>
                </c:pt>
                <c:pt idx="1784">
                  <c:v>102.99052</c:v>
                </c:pt>
                <c:pt idx="1785">
                  <c:v>102.91526</c:v>
                </c:pt>
                <c:pt idx="1786">
                  <c:v>102.75559</c:v>
                </c:pt>
                <c:pt idx="1787">
                  <c:v>102.53749000000001</c:v>
                </c:pt>
                <c:pt idx="1788">
                  <c:v>102.2056</c:v>
                </c:pt>
                <c:pt idx="1789">
                  <c:v>101.98235</c:v>
                </c:pt>
                <c:pt idx="1790">
                  <c:v>101.87027999999999</c:v>
                </c:pt>
                <c:pt idx="1791">
                  <c:v>101.88955</c:v>
                </c:pt>
                <c:pt idx="1792">
                  <c:v>102.09314999999999</c:v>
                </c:pt>
                <c:pt idx="1793">
                  <c:v>102.30137000000001</c:v>
                </c:pt>
                <c:pt idx="1794">
                  <c:v>102.41578</c:v>
                </c:pt>
                <c:pt idx="1795">
                  <c:v>102.59007</c:v>
                </c:pt>
                <c:pt idx="1796">
                  <c:v>102.82043</c:v>
                </c:pt>
                <c:pt idx="1797">
                  <c:v>102.94620999999999</c:v>
                </c:pt>
                <c:pt idx="1798">
                  <c:v>102.97790000000001</c:v>
                </c:pt>
                <c:pt idx="1799">
                  <c:v>102.88863000000001</c:v>
                </c:pt>
                <c:pt idx="1800">
                  <c:v>102.63978</c:v>
                </c:pt>
                <c:pt idx="1801">
                  <c:v>102.21638</c:v>
                </c:pt>
                <c:pt idx="1802">
                  <c:v>101.78932</c:v>
                </c:pt>
                <c:pt idx="1803">
                  <c:v>101.47020999999999</c:v>
                </c:pt>
                <c:pt idx="1804">
                  <c:v>101.20725</c:v>
                </c:pt>
                <c:pt idx="1805">
                  <c:v>100.95158000000001</c:v>
                </c:pt>
                <c:pt idx="1806">
                  <c:v>100.81596</c:v>
                </c:pt>
                <c:pt idx="1807">
                  <c:v>100.66829</c:v>
                </c:pt>
                <c:pt idx="1808">
                  <c:v>100.5393</c:v>
                </c:pt>
                <c:pt idx="1809">
                  <c:v>100.51524999999999</c:v>
                </c:pt>
                <c:pt idx="1810">
                  <c:v>100.61862000000001</c:v>
                </c:pt>
                <c:pt idx="1811">
                  <c:v>100.62614000000001</c:v>
                </c:pt>
                <c:pt idx="1812">
                  <c:v>100.59052</c:v>
                </c:pt>
                <c:pt idx="1813">
                  <c:v>101.27473000000001</c:v>
                </c:pt>
                <c:pt idx="1814">
                  <c:v>102.09462000000001</c:v>
                </c:pt>
                <c:pt idx="1815">
                  <c:v>102.71125000000001</c:v>
                </c:pt>
                <c:pt idx="1816">
                  <c:v>103.26900000000001</c:v>
                </c:pt>
                <c:pt idx="1817">
                  <c:v>103.75375</c:v>
                </c:pt>
                <c:pt idx="1818">
                  <c:v>104.0421</c:v>
                </c:pt>
                <c:pt idx="1819">
                  <c:v>104.28147</c:v>
                </c:pt>
                <c:pt idx="1820">
                  <c:v>104.58031</c:v>
                </c:pt>
                <c:pt idx="1821">
                  <c:v>104.69166</c:v>
                </c:pt>
                <c:pt idx="1822">
                  <c:v>104.77157</c:v>
                </c:pt>
                <c:pt idx="1823">
                  <c:v>104.69399</c:v>
                </c:pt>
                <c:pt idx="1824">
                  <c:v>104.60758</c:v>
                </c:pt>
                <c:pt idx="1825">
                  <c:v>104.64529</c:v>
                </c:pt>
                <c:pt idx="1826">
                  <c:v>104.61453</c:v>
                </c:pt>
                <c:pt idx="1827">
                  <c:v>104.71566</c:v>
                </c:pt>
                <c:pt idx="1828">
                  <c:v>104.85912</c:v>
                </c:pt>
                <c:pt idx="1829">
                  <c:v>104.89391000000001</c:v>
                </c:pt>
                <c:pt idx="1830">
                  <c:v>105.0377</c:v>
                </c:pt>
                <c:pt idx="1831">
                  <c:v>105.1357</c:v>
                </c:pt>
                <c:pt idx="1832">
                  <c:v>105.21929</c:v>
                </c:pt>
                <c:pt idx="1833">
                  <c:v>105.23335</c:v>
                </c:pt>
                <c:pt idx="1834">
                  <c:v>105.29285</c:v>
                </c:pt>
                <c:pt idx="1835">
                  <c:v>105.39368</c:v>
                </c:pt>
                <c:pt idx="1836">
                  <c:v>105.4836</c:v>
                </c:pt>
                <c:pt idx="1837">
                  <c:v>105.51791</c:v>
                </c:pt>
                <c:pt idx="1838">
                  <c:v>105.49590999999999</c:v>
                </c:pt>
                <c:pt idx="1839">
                  <c:v>105.53922</c:v>
                </c:pt>
                <c:pt idx="1840">
                  <c:v>105.67632</c:v>
                </c:pt>
                <c:pt idx="1841">
                  <c:v>105.85672</c:v>
                </c:pt>
                <c:pt idx="1842">
                  <c:v>106.05486999999999</c:v>
                </c:pt>
                <c:pt idx="1843">
                  <c:v>106.28131</c:v>
                </c:pt>
                <c:pt idx="1844">
                  <c:v>106.50033999999999</c:v>
                </c:pt>
                <c:pt idx="1845">
                  <c:v>106.5899</c:v>
                </c:pt>
                <c:pt idx="1846">
                  <c:v>106.49952</c:v>
                </c:pt>
                <c:pt idx="1847">
                  <c:v>106.24348999999999</c:v>
                </c:pt>
                <c:pt idx="1848">
                  <c:v>105.90582999999999</c:v>
                </c:pt>
                <c:pt idx="1849">
                  <c:v>105.63754</c:v>
                </c:pt>
                <c:pt idx="1850">
                  <c:v>105.46738999999999</c:v>
                </c:pt>
                <c:pt idx="1851">
                  <c:v>105.39386</c:v>
                </c:pt>
                <c:pt idx="1852">
                  <c:v>105.40687</c:v>
                </c:pt>
                <c:pt idx="1853">
                  <c:v>105.57951</c:v>
                </c:pt>
                <c:pt idx="1854">
                  <c:v>105.79266</c:v>
                </c:pt>
                <c:pt idx="1855">
                  <c:v>105.93591000000001</c:v>
                </c:pt>
                <c:pt idx="1856">
                  <c:v>106.01281</c:v>
                </c:pt>
                <c:pt idx="1857">
                  <c:v>105.99187999999999</c:v>
                </c:pt>
                <c:pt idx="1858">
                  <c:v>105.96786</c:v>
                </c:pt>
                <c:pt idx="1859">
                  <c:v>105.90563</c:v>
                </c:pt>
                <c:pt idx="1860">
                  <c:v>105.91422</c:v>
                </c:pt>
                <c:pt idx="1861">
                  <c:v>106.16018</c:v>
                </c:pt>
                <c:pt idx="1862">
                  <c:v>106.54443999999999</c:v>
                </c:pt>
                <c:pt idx="1863">
                  <c:v>107.03793</c:v>
                </c:pt>
                <c:pt idx="1864">
                  <c:v>107.52631</c:v>
                </c:pt>
                <c:pt idx="1865">
                  <c:v>107.79693</c:v>
                </c:pt>
                <c:pt idx="1866">
                  <c:v>106.83411</c:v>
                </c:pt>
                <c:pt idx="1867">
                  <c:v>106.23348</c:v>
                </c:pt>
                <c:pt idx="1868">
                  <c:v>105.97394</c:v>
                </c:pt>
                <c:pt idx="1869">
                  <c:v>105.78861000000001</c:v>
                </c:pt>
                <c:pt idx="1870">
                  <c:v>105.53310999999999</c:v>
                </c:pt>
                <c:pt idx="1871">
                  <c:v>105.31435999999999</c:v>
                </c:pt>
                <c:pt idx="1872">
                  <c:v>105.24885999999999</c:v>
                </c:pt>
                <c:pt idx="1873">
                  <c:v>105.37144000000001</c:v>
                </c:pt>
                <c:pt idx="1874">
                  <c:v>105.57595999999999</c:v>
                </c:pt>
                <c:pt idx="1875">
                  <c:v>105.74539</c:v>
                </c:pt>
                <c:pt idx="1876">
                  <c:v>105.93819000000001</c:v>
                </c:pt>
                <c:pt idx="1877">
                  <c:v>106.16061000000001</c:v>
                </c:pt>
                <c:pt idx="1878">
                  <c:v>106.42231</c:v>
                </c:pt>
                <c:pt idx="1879">
                  <c:v>106.61806</c:v>
                </c:pt>
                <c:pt idx="1880">
                  <c:v>106.77589999999999</c:v>
                </c:pt>
                <c:pt idx="1881">
                  <c:v>106.9742</c:v>
                </c:pt>
                <c:pt idx="1882">
                  <c:v>107.15770999999999</c:v>
                </c:pt>
                <c:pt idx="1883">
                  <c:v>107.35516</c:v>
                </c:pt>
                <c:pt idx="1884">
                  <c:v>107.48453000000001</c:v>
                </c:pt>
                <c:pt idx="1885">
                  <c:v>107.60657</c:v>
                </c:pt>
                <c:pt idx="1886">
                  <c:v>107.7179</c:v>
                </c:pt>
                <c:pt idx="1887">
                  <c:v>107.75570999999999</c:v>
                </c:pt>
                <c:pt idx="1888">
                  <c:v>107.64743</c:v>
                </c:pt>
                <c:pt idx="1889">
                  <c:v>107.48546</c:v>
                </c:pt>
                <c:pt idx="1890">
                  <c:v>107.36253000000001</c:v>
                </c:pt>
                <c:pt idx="1891">
                  <c:v>107.38223000000001</c:v>
                </c:pt>
                <c:pt idx="1892">
                  <c:v>107.59623999999999</c:v>
                </c:pt>
                <c:pt idx="1893">
                  <c:v>107.79765</c:v>
                </c:pt>
                <c:pt idx="1894">
                  <c:v>107.94286</c:v>
                </c:pt>
                <c:pt idx="1895">
                  <c:v>108.04353</c:v>
                </c:pt>
                <c:pt idx="1896">
                  <c:v>108.16799</c:v>
                </c:pt>
                <c:pt idx="1897">
                  <c:v>108.23007</c:v>
                </c:pt>
                <c:pt idx="1898">
                  <c:v>108.29871</c:v>
                </c:pt>
                <c:pt idx="1899">
                  <c:v>108.32008</c:v>
                </c:pt>
                <c:pt idx="1900">
                  <c:v>108.20714</c:v>
                </c:pt>
                <c:pt idx="1901">
                  <c:v>108.00117</c:v>
                </c:pt>
                <c:pt idx="1902">
                  <c:v>107.77894000000001</c:v>
                </c:pt>
                <c:pt idx="1903">
                  <c:v>107.6341</c:v>
                </c:pt>
                <c:pt idx="1904">
                  <c:v>107.58853000000001</c:v>
                </c:pt>
                <c:pt idx="1905">
                  <c:v>107.63361</c:v>
                </c:pt>
                <c:pt idx="1906">
                  <c:v>107.73455</c:v>
                </c:pt>
                <c:pt idx="1907">
                  <c:v>107.88602</c:v>
                </c:pt>
                <c:pt idx="1908">
                  <c:v>108.09408999999999</c:v>
                </c:pt>
                <c:pt idx="1909">
                  <c:v>108.26403999999999</c:v>
                </c:pt>
                <c:pt idx="1910">
                  <c:v>108.35272000000001</c:v>
                </c:pt>
                <c:pt idx="1911">
                  <c:v>108.39055999999999</c:v>
                </c:pt>
                <c:pt idx="1912">
                  <c:v>108.36917</c:v>
                </c:pt>
                <c:pt idx="1913">
                  <c:v>108.28673000000001</c:v>
                </c:pt>
                <c:pt idx="1914">
                  <c:v>108.20177</c:v>
                </c:pt>
                <c:pt idx="1915">
                  <c:v>108.21561</c:v>
                </c:pt>
                <c:pt idx="1916">
                  <c:v>108.22413</c:v>
                </c:pt>
                <c:pt idx="1917">
                  <c:v>108.23369</c:v>
                </c:pt>
                <c:pt idx="1918">
                  <c:v>108.23074</c:v>
                </c:pt>
                <c:pt idx="1919">
                  <c:v>108.09765</c:v>
                </c:pt>
                <c:pt idx="1920">
                  <c:v>107.93967000000001</c:v>
                </c:pt>
                <c:pt idx="1921">
                  <c:v>107.8883</c:v>
                </c:pt>
                <c:pt idx="1922">
                  <c:v>107.91034999999999</c:v>
                </c:pt>
                <c:pt idx="1923">
                  <c:v>107.84618</c:v>
                </c:pt>
                <c:pt idx="1924">
                  <c:v>107.72020999999999</c:v>
                </c:pt>
                <c:pt idx="1925">
                  <c:v>107.60535</c:v>
                </c:pt>
                <c:pt idx="1926">
                  <c:v>107.46061</c:v>
                </c:pt>
                <c:pt idx="1927">
                  <c:v>107.29675</c:v>
                </c:pt>
                <c:pt idx="1928">
                  <c:v>107.11915999999999</c:v>
                </c:pt>
                <c:pt idx="1929">
                  <c:v>107.00801</c:v>
                </c:pt>
                <c:pt idx="1930">
                  <c:v>107.02695</c:v>
                </c:pt>
                <c:pt idx="1931">
                  <c:v>107.11321</c:v>
                </c:pt>
                <c:pt idx="1932">
                  <c:v>107.22682</c:v>
                </c:pt>
                <c:pt idx="1933">
                  <c:v>107.46569</c:v>
                </c:pt>
                <c:pt idx="1934">
                  <c:v>107.78126</c:v>
                </c:pt>
                <c:pt idx="1935">
                  <c:v>107.93223999999999</c:v>
                </c:pt>
                <c:pt idx="1936">
                  <c:v>107.94229</c:v>
                </c:pt>
                <c:pt idx="1937">
                  <c:v>107.82822</c:v>
                </c:pt>
                <c:pt idx="1938">
                  <c:v>107.69880999999999</c:v>
                </c:pt>
                <c:pt idx="1939">
                  <c:v>107.65306</c:v>
                </c:pt>
                <c:pt idx="1940">
                  <c:v>107.69953</c:v>
                </c:pt>
                <c:pt idx="1941">
                  <c:v>107.75778</c:v>
                </c:pt>
                <c:pt idx="1942">
                  <c:v>107.78642000000001</c:v>
                </c:pt>
                <c:pt idx="1943">
                  <c:v>107.80486000000001</c:v>
                </c:pt>
                <c:pt idx="1944">
                  <c:v>107.8916</c:v>
                </c:pt>
                <c:pt idx="1945">
                  <c:v>108.00351999999999</c:v>
                </c:pt>
                <c:pt idx="1946">
                  <c:v>108.06349</c:v>
                </c:pt>
                <c:pt idx="1947">
                  <c:v>108.14713</c:v>
                </c:pt>
                <c:pt idx="1948">
                  <c:v>108.26756</c:v>
                </c:pt>
                <c:pt idx="1949">
                  <c:v>108.37860999999999</c:v>
                </c:pt>
                <c:pt idx="1950">
                  <c:v>108.44624</c:v>
                </c:pt>
                <c:pt idx="1951">
                  <c:v>108.48611</c:v>
                </c:pt>
                <c:pt idx="1952">
                  <c:v>108.56870000000001</c:v>
                </c:pt>
                <c:pt idx="1953">
                  <c:v>108.60548</c:v>
                </c:pt>
                <c:pt idx="1954">
                  <c:v>108.57631000000001</c:v>
                </c:pt>
                <c:pt idx="1955">
                  <c:v>108.5921</c:v>
                </c:pt>
                <c:pt idx="1956">
                  <c:v>108.5829</c:v>
                </c:pt>
                <c:pt idx="1957">
                  <c:v>108.46433</c:v>
                </c:pt>
                <c:pt idx="1958">
                  <c:v>108.35256</c:v>
                </c:pt>
                <c:pt idx="1959">
                  <c:v>108.18655</c:v>
                </c:pt>
                <c:pt idx="1960">
                  <c:v>107.97817000000001</c:v>
                </c:pt>
                <c:pt idx="1961">
                  <c:v>107.89</c:v>
                </c:pt>
                <c:pt idx="1962">
                  <c:v>108.01926</c:v>
                </c:pt>
                <c:pt idx="1963">
                  <c:v>108.25415</c:v>
                </c:pt>
                <c:pt idx="1964">
                  <c:v>108.45847999999999</c:v>
                </c:pt>
                <c:pt idx="1965">
                  <c:v>108.62547000000001</c:v>
                </c:pt>
                <c:pt idx="1966">
                  <c:v>108.79208</c:v>
                </c:pt>
                <c:pt idx="1967">
                  <c:v>108.89684</c:v>
                </c:pt>
                <c:pt idx="1968">
                  <c:v>109.00431</c:v>
                </c:pt>
                <c:pt idx="1969">
                  <c:v>109.08744</c:v>
                </c:pt>
                <c:pt idx="1970">
                  <c:v>109.14946999999999</c:v>
                </c:pt>
                <c:pt idx="1971">
                  <c:v>109.2062</c:v>
                </c:pt>
                <c:pt idx="1972">
                  <c:v>109.30148</c:v>
                </c:pt>
                <c:pt idx="1973">
                  <c:v>109.33183</c:v>
                </c:pt>
                <c:pt idx="1974">
                  <c:v>109.31823</c:v>
                </c:pt>
                <c:pt idx="1975">
                  <c:v>109.33972</c:v>
                </c:pt>
                <c:pt idx="1976">
                  <c:v>109.29998999999999</c:v>
                </c:pt>
                <c:pt idx="1977">
                  <c:v>109.20636</c:v>
                </c:pt>
                <c:pt idx="1978">
                  <c:v>109.12063999999999</c:v>
                </c:pt>
                <c:pt idx="1979">
                  <c:v>109.2161</c:v>
                </c:pt>
                <c:pt idx="1980">
                  <c:v>109.35621999999999</c:v>
                </c:pt>
                <c:pt idx="1981">
                  <c:v>109.47282</c:v>
                </c:pt>
                <c:pt idx="1982">
                  <c:v>109.59399000000001</c:v>
                </c:pt>
                <c:pt idx="1983">
                  <c:v>109.73558</c:v>
                </c:pt>
                <c:pt idx="1984">
                  <c:v>109.74290000000001</c:v>
                </c:pt>
                <c:pt idx="1985">
                  <c:v>109.65891999999999</c:v>
                </c:pt>
                <c:pt idx="1986">
                  <c:v>109.54873000000001</c:v>
                </c:pt>
                <c:pt idx="1987">
                  <c:v>109.46374</c:v>
                </c:pt>
                <c:pt idx="1988">
                  <c:v>109.39931</c:v>
                </c:pt>
                <c:pt idx="1989">
                  <c:v>109.36156</c:v>
                </c:pt>
                <c:pt idx="1990">
                  <c:v>109.3792</c:v>
                </c:pt>
                <c:pt idx="1991">
                  <c:v>109.48573</c:v>
                </c:pt>
                <c:pt idx="1992">
                  <c:v>109.65779000000001</c:v>
                </c:pt>
                <c:pt idx="1993">
                  <c:v>109.76745</c:v>
                </c:pt>
                <c:pt idx="1994">
                  <c:v>109.82662999999999</c:v>
                </c:pt>
                <c:pt idx="1995">
                  <c:v>109.82377</c:v>
                </c:pt>
                <c:pt idx="1996">
                  <c:v>109.70158000000001</c:v>
                </c:pt>
                <c:pt idx="1997">
                  <c:v>109.47481000000001</c:v>
                </c:pt>
                <c:pt idx="1998">
                  <c:v>109.1738</c:v>
                </c:pt>
                <c:pt idx="1999">
                  <c:v>108.89827</c:v>
                </c:pt>
                <c:pt idx="2000">
                  <c:v>108.69996999999999</c:v>
                </c:pt>
                <c:pt idx="2001">
                  <c:v>108.55607999999999</c:v>
                </c:pt>
                <c:pt idx="2002">
                  <c:v>108.49027</c:v>
                </c:pt>
                <c:pt idx="2003">
                  <c:v>108.46687</c:v>
                </c:pt>
                <c:pt idx="2004">
                  <c:v>108.51054000000001</c:v>
                </c:pt>
                <c:pt idx="2005">
                  <c:v>108.51894</c:v>
                </c:pt>
                <c:pt idx="2006">
                  <c:v>108.50172999999999</c:v>
                </c:pt>
                <c:pt idx="2007">
                  <c:v>108.49279</c:v>
                </c:pt>
                <c:pt idx="2008">
                  <c:v>108.42729</c:v>
                </c:pt>
                <c:pt idx="2009">
                  <c:v>108.36542</c:v>
                </c:pt>
                <c:pt idx="2010">
                  <c:v>108.36461</c:v>
                </c:pt>
                <c:pt idx="2011">
                  <c:v>108.34782</c:v>
                </c:pt>
                <c:pt idx="2012">
                  <c:v>108.33604</c:v>
                </c:pt>
                <c:pt idx="2013">
                  <c:v>108.33992000000001</c:v>
                </c:pt>
                <c:pt idx="2014">
                  <c:v>108.22279</c:v>
                </c:pt>
                <c:pt idx="2015">
                  <c:v>107.93593</c:v>
                </c:pt>
                <c:pt idx="2016">
                  <c:v>107.67886</c:v>
                </c:pt>
                <c:pt idx="2017">
                  <c:v>107.48719</c:v>
                </c:pt>
                <c:pt idx="2018">
                  <c:v>107.30501</c:v>
                </c:pt>
                <c:pt idx="2019">
                  <c:v>107.18297</c:v>
                </c:pt>
                <c:pt idx="2020">
                  <c:v>107.10271</c:v>
                </c:pt>
                <c:pt idx="2021">
                  <c:v>107.09808</c:v>
                </c:pt>
                <c:pt idx="2022">
                  <c:v>107.16616</c:v>
                </c:pt>
                <c:pt idx="2023">
                  <c:v>107.27117</c:v>
                </c:pt>
                <c:pt idx="2024">
                  <c:v>107.41161</c:v>
                </c:pt>
                <c:pt idx="2025">
                  <c:v>107.59294</c:v>
                </c:pt>
                <c:pt idx="2026">
                  <c:v>107.73502000000001</c:v>
                </c:pt>
                <c:pt idx="2027">
                  <c:v>107.78999</c:v>
                </c:pt>
                <c:pt idx="2028">
                  <c:v>107.7587</c:v>
                </c:pt>
                <c:pt idx="2029">
                  <c:v>107.67538999999999</c:v>
                </c:pt>
                <c:pt idx="2030">
                  <c:v>107.48238000000001</c:v>
                </c:pt>
                <c:pt idx="2031">
                  <c:v>107.28809</c:v>
                </c:pt>
                <c:pt idx="2032">
                  <c:v>107.11532</c:v>
                </c:pt>
                <c:pt idx="2033">
                  <c:v>106.874</c:v>
                </c:pt>
                <c:pt idx="2034">
                  <c:v>106.60629</c:v>
                </c:pt>
                <c:pt idx="2035">
                  <c:v>106.32803</c:v>
                </c:pt>
                <c:pt idx="2036">
                  <c:v>106.12142</c:v>
                </c:pt>
                <c:pt idx="2037">
                  <c:v>106.02164</c:v>
                </c:pt>
                <c:pt idx="2038">
                  <c:v>105.98303</c:v>
                </c:pt>
                <c:pt idx="2039">
                  <c:v>105.92901000000001</c:v>
                </c:pt>
                <c:pt idx="2040">
                  <c:v>105.86029000000001</c:v>
                </c:pt>
                <c:pt idx="2041">
                  <c:v>105.85378</c:v>
                </c:pt>
                <c:pt idx="2042">
                  <c:v>105.83848999999999</c:v>
                </c:pt>
                <c:pt idx="2043">
                  <c:v>105.77124000000001</c:v>
                </c:pt>
                <c:pt idx="2044">
                  <c:v>105.66977</c:v>
                </c:pt>
                <c:pt idx="2045">
                  <c:v>105.64476999999999</c:v>
                </c:pt>
                <c:pt idx="2046">
                  <c:v>105.72709999999999</c:v>
                </c:pt>
                <c:pt idx="2047">
                  <c:v>105.86483</c:v>
                </c:pt>
                <c:pt idx="2048">
                  <c:v>105.89039</c:v>
                </c:pt>
                <c:pt idx="2049">
                  <c:v>105.83054</c:v>
                </c:pt>
                <c:pt idx="2050">
                  <c:v>105.7334</c:v>
                </c:pt>
                <c:pt idx="2051">
                  <c:v>105.64794000000001</c:v>
                </c:pt>
                <c:pt idx="2052">
                  <c:v>105.59659000000001</c:v>
                </c:pt>
                <c:pt idx="2053">
                  <c:v>105.55153</c:v>
                </c:pt>
                <c:pt idx="2054">
                  <c:v>105.50608</c:v>
                </c:pt>
                <c:pt idx="2055">
                  <c:v>105.45576</c:v>
                </c:pt>
                <c:pt idx="2056">
                  <c:v>105.41718</c:v>
                </c:pt>
                <c:pt idx="2057">
                  <c:v>105.33971</c:v>
                </c:pt>
                <c:pt idx="2058">
                  <c:v>105.17677</c:v>
                </c:pt>
                <c:pt idx="2059">
                  <c:v>104.97501</c:v>
                </c:pt>
                <c:pt idx="2060">
                  <c:v>104.80367</c:v>
                </c:pt>
                <c:pt idx="2061">
                  <c:v>104.61282</c:v>
                </c:pt>
                <c:pt idx="2062">
                  <c:v>104.47798</c:v>
                </c:pt>
                <c:pt idx="2063">
                  <c:v>104.40663000000001</c:v>
                </c:pt>
                <c:pt idx="2064">
                  <c:v>104.36117</c:v>
                </c:pt>
                <c:pt idx="2065">
                  <c:v>104.32037</c:v>
                </c:pt>
                <c:pt idx="2066">
                  <c:v>104.28572</c:v>
                </c:pt>
                <c:pt idx="2067">
                  <c:v>104.22154999999999</c:v>
                </c:pt>
                <c:pt idx="2068">
                  <c:v>104.13667</c:v>
                </c:pt>
                <c:pt idx="2069">
                  <c:v>104.08498</c:v>
                </c:pt>
                <c:pt idx="2070">
                  <c:v>104.06171999999999</c:v>
                </c:pt>
                <c:pt idx="2071">
                  <c:v>104.05025000000001</c:v>
                </c:pt>
                <c:pt idx="2072">
                  <c:v>104.02817</c:v>
                </c:pt>
                <c:pt idx="2073">
                  <c:v>104.07669</c:v>
                </c:pt>
                <c:pt idx="2074">
                  <c:v>104.11912</c:v>
                </c:pt>
                <c:pt idx="2075">
                  <c:v>104.15609000000001</c:v>
                </c:pt>
                <c:pt idx="2076">
                  <c:v>104.22696000000001</c:v>
                </c:pt>
                <c:pt idx="2077">
                  <c:v>104.28475</c:v>
                </c:pt>
                <c:pt idx="2078">
                  <c:v>104.38778000000001</c:v>
                </c:pt>
                <c:pt idx="2079">
                  <c:v>104.47578</c:v>
                </c:pt>
                <c:pt idx="2080">
                  <c:v>104.45719</c:v>
                </c:pt>
                <c:pt idx="2081">
                  <c:v>104.30034999999999</c:v>
                </c:pt>
                <c:pt idx="2082">
                  <c:v>104.03157</c:v>
                </c:pt>
                <c:pt idx="2083">
                  <c:v>103.80562</c:v>
                </c:pt>
                <c:pt idx="2084">
                  <c:v>103.75569</c:v>
                </c:pt>
                <c:pt idx="2085">
                  <c:v>103.79065</c:v>
                </c:pt>
                <c:pt idx="2086">
                  <c:v>103.84507000000001</c:v>
                </c:pt>
                <c:pt idx="2087">
                  <c:v>103.94788</c:v>
                </c:pt>
                <c:pt idx="2088">
                  <c:v>104.05971</c:v>
                </c:pt>
                <c:pt idx="2089">
                  <c:v>104.13094</c:v>
                </c:pt>
                <c:pt idx="2090">
                  <c:v>104.15176</c:v>
                </c:pt>
                <c:pt idx="2091">
                  <c:v>104.10975999999999</c:v>
                </c:pt>
                <c:pt idx="2092">
                  <c:v>104.03016</c:v>
                </c:pt>
                <c:pt idx="2093">
                  <c:v>104.03587</c:v>
                </c:pt>
                <c:pt idx="2094">
                  <c:v>104.13151999999999</c:v>
                </c:pt>
                <c:pt idx="2095">
                  <c:v>104.24572000000001</c:v>
                </c:pt>
                <c:pt idx="2096">
                  <c:v>104.27763</c:v>
                </c:pt>
                <c:pt idx="2097">
                  <c:v>104.18822</c:v>
                </c:pt>
                <c:pt idx="2098">
                  <c:v>104.09302</c:v>
                </c:pt>
                <c:pt idx="2099">
                  <c:v>104.05782000000001</c:v>
                </c:pt>
                <c:pt idx="2100">
                  <c:v>104.03658</c:v>
                </c:pt>
                <c:pt idx="2101">
                  <c:v>103.97637</c:v>
                </c:pt>
                <c:pt idx="2102">
                  <c:v>103.95298</c:v>
                </c:pt>
                <c:pt idx="2103">
                  <c:v>104.02309</c:v>
                </c:pt>
                <c:pt idx="2104">
                  <c:v>104.16502</c:v>
                </c:pt>
                <c:pt idx="2105">
                  <c:v>104.30062</c:v>
                </c:pt>
                <c:pt idx="2106">
                  <c:v>104.39243</c:v>
                </c:pt>
                <c:pt idx="2107">
                  <c:v>104.422</c:v>
                </c:pt>
                <c:pt idx="2108">
                  <c:v>104.41856</c:v>
                </c:pt>
                <c:pt idx="2109">
                  <c:v>104.46268000000001</c:v>
                </c:pt>
                <c:pt idx="2110">
                  <c:v>104.53957</c:v>
                </c:pt>
                <c:pt idx="2111">
                  <c:v>104.55458</c:v>
                </c:pt>
                <c:pt idx="2112">
                  <c:v>104.495</c:v>
                </c:pt>
                <c:pt idx="2113">
                  <c:v>104.44289000000001</c:v>
                </c:pt>
                <c:pt idx="2114">
                  <c:v>104.41151000000001</c:v>
                </c:pt>
                <c:pt idx="2115">
                  <c:v>104.3895</c:v>
                </c:pt>
                <c:pt idx="2116">
                  <c:v>104.37725</c:v>
                </c:pt>
                <c:pt idx="2117">
                  <c:v>104.41752</c:v>
                </c:pt>
                <c:pt idx="2118">
                  <c:v>104.42023</c:v>
                </c:pt>
                <c:pt idx="2119">
                  <c:v>104.45962</c:v>
                </c:pt>
                <c:pt idx="2120">
                  <c:v>104.62178</c:v>
                </c:pt>
                <c:pt idx="2121">
                  <c:v>104.73523</c:v>
                </c:pt>
                <c:pt idx="2122">
                  <c:v>104.74988999999999</c:v>
                </c:pt>
                <c:pt idx="2123">
                  <c:v>104.77291</c:v>
                </c:pt>
                <c:pt idx="2124">
                  <c:v>104.76604</c:v>
                </c:pt>
                <c:pt idx="2125">
                  <c:v>104.70045</c:v>
                </c:pt>
                <c:pt idx="2126">
                  <c:v>104.5934</c:v>
                </c:pt>
                <c:pt idx="2127">
                  <c:v>104.51147</c:v>
                </c:pt>
                <c:pt idx="2128">
                  <c:v>104.51105</c:v>
                </c:pt>
                <c:pt idx="2129">
                  <c:v>104.65863</c:v>
                </c:pt>
                <c:pt idx="2130">
                  <c:v>104.89888000000001</c:v>
                </c:pt>
                <c:pt idx="2131">
                  <c:v>105.16573</c:v>
                </c:pt>
                <c:pt idx="2132">
                  <c:v>105.37687</c:v>
                </c:pt>
                <c:pt idx="2133">
                  <c:v>105.46604000000001</c:v>
                </c:pt>
                <c:pt idx="2134">
                  <c:v>105.46693</c:v>
                </c:pt>
                <c:pt idx="2135">
                  <c:v>105.50511</c:v>
                </c:pt>
                <c:pt idx="2136">
                  <c:v>105.64596</c:v>
                </c:pt>
                <c:pt idx="2137">
                  <c:v>105.83211</c:v>
                </c:pt>
                <c:pt idx="2138">
                  <c:v>106.02724000000001</c:v>
                </c:pt>
                <c:pt idx="2139">
                  <c:v>106.15517</c:v>
                </c:pt>
                <c:pt idx="2140">
                  <c:v>106.22114999999999</c:v>
                </c:pt>
                <c:pt idx="2141">
                  <c:v>106.26315</c:v>
                </c:pt>
                <c:pt idx="2142">
                  <c:v>106.34678</c:v>
                </c:pt>
                <c:pt idx="2143">
                  <c:v>106.42265</c:v>
                </c:pt>
                <c:pt idx="2144">
                  <c:v>106.39879999999999</c:v>
                </c:pt>
                <c:pt idx="2145">
                  <c:v>106.34967</c:v>
                </c:pt>
                <c:pt idx="2146">
                  <c:v>106.33286</c:v>
                </c:pt>
                <c:pt idx="2147">
                  <c:v>106.29664</c:v>
                </c:pt>
                <c:pt idx="2148">
                  <c:v>106.23092</c:v>
                </c:pt>
                <c:pt idx="2149">
                  <c:v>106.16244</c:v>
                </c:pt>
                <c:pt idx="2150">
                  <c:v>106.13142999999999</c:v>
                </c:pt>
                <c:pt idx="2151">
                  <c:v>106.11158</c:v>
                </c:pt>
                <c:pt idx="2152">
                  <c:v>106.15092</c:v>
                </c:pt>
                <c:pt idx="2153">
                  <c:v>106.20027</c:v>
                </c:pt>
                <c:pt idx="2154">
                  <c:v>106.20233</c:v>
                </c:pt>
                <c:pt idx="2155">
                  <c:v>106.16034000000001</c:v>
                </c:pt>
                <c:pt idx="2156">
                  <c:v>106.12988</c:v>
                </c:pt>
                <c:pt idx="2157">
                  <c:v>106.09455</c:v>
                </c:pt>
                <c:pt idx="2158">
                  <c:v>106.01082</c:v>
                </c:pt>
                <c:pt idx="2159">
                  <c:v>105.90573999999999</c:v>
                </c:pt>
                <c:pt idx="2160">
                  <c:v>105.83150000000001</c:v>
                </c:pt>
                <c:pt idx="2161">
                  <c:v>105.83334000000001</c:v>
                </c:pt>
                <c:pt idx="2162">
                  <c:v>105.94383000000001</c:v>
                </c:pt>
                <c:pt idx="2163">
                  <c:v>106.19952000000001</c:v>
                </c:pt>
                <c:pt idx="2164">
                  <c:v>106.46272</c:v>
                </c:pt>
                <c:pt idx="2165">
                  <c:v>106.7011</c:v>
                </c:pt>
                <c:pt idx="2166">
                  <c:v>106.94811</c:v>
                </c:pt>
                <c:pt idx="2167">
                  <c:v>107.1416</c:v>
                </c:pt>
                <c:pt idx="2168">
                  <c:v>107.26040999999999</c:v>
                </c:pt>
                <c:pt idx="2169">
                  <c:v>107.31535</c:v>
                </c:pt>
                <c:pt idx="2170">
                  <c:v>107.35281999999999</c:v>
                </c:pt>
                <c:pt idx="2171">
                  <c:v>107.39124</c:v>
                </c:pt>
                <c:pt idx="2172">
                  <c:v>107.39614</c:v>
                </c:pt>
                <c:pt idx="2173">
                  <c:v>107.41539</c:v>
                </c:pt>
                <c:pt idx="2174">
                  <c:v>107.49395</c:v>
                </c:pt>
                <c:pt idx="2175">
                  <c:v>107.58444</c:v>
                </c:pt>
                <c:pt idx="2176">
                  <c:v>107.72696999999999</c:v>
                </c:pt>
                <c:pt idx="2177">
                  <c:v>107.96098000000001</c:v>
                </c:pt>
                <c:pt idx="2178">
                  <c:v>108.21992</c:v>
                </c:pt>
                <c:pt idx="2179">
                  <c:v>108.5005</c:v>
                </c:pt>
                <c:pt idx="2180">
                  <c:v>108.82351</c:v>
                </c:pt>
                <c:pt idx="2181">
                  <c:v>109.21006</c:v>
                </c:pt>
                <c:pt idx="2182">
                  <c:v>109.64068</c:v>
                </c:pt>
                <c:pt idx="2183">
                  <c:v>110.01985000000001</c:v>
                </c:pt>
                <c:pt idx="2184">
                  <c:v>110.32111</c:v>
                </c:pt>
                <c:pt idx="2185">
                  <c:v>110.55437000000001</c:v>
                </c:pt>
                <c:pt idx="2186">
                  <c:v>110.73842</c:v>
                </c:pt>
                <c:pt idx="2187">
                  <c:v>110.89878</c:v>
                </c:pt>
                <c:pt idx="2188">
                  <c:v>110.991</c:v>
                </c:pt>
                <c:pt idx="2189">
                  <c:v>111.07875</c:v>
                </c:pt>
                <c:pt idx="2190">
                  <c:v>111.15655</c:v>
                </c:pt>
                <c:pt idx="2191">
                  <c:v>111.23262</c:v>
                </c:pt>
                <c:pt idx="2192">
                  <c:v>111.31079</c:v>
                </c:pt>
                <c:pt idx="2193">
                  <c:v>111.40904</c:v>
                </c:pt>
                <c:pt idx="2194">
                  <c:v>111.56522</c:v>
                </c:pt>
                <c:pt idx="2195">
                  <c:v>111.78745000000001</c:v>
                </c:pt>
                <c:pt idx="2196">
                  <c:v>112.07617999999999</c:v>
                </c:pt>
                <c:pt idx="2197">
                  <c:v>112.2193</c:v>
                </c:pt>
                <c:pt idx="2198">
                  <c:v>112.1135</c:v>
                </c:pt>
                <c:pt idx="2199">
                  <c:v>111.90555999999999</c:v>
                </c:pt>
                <c:pt idx="2200">
                  <c:v>111.71505999999999</c:v>
                </c:pt>
                <c:pt idx="2201">
                  <c:v>111.58777000000001</c:v>
                </c:pt>
                <c:pt idx="2202">
                  <c:v>111.4984</c:v>
                </c:pt>
                <c:pt idx="2203">
                  <c:v>111.42419</c:v>
                </c:pt>
                <c:pt idx="2204">
                  <c:v>111.42667</c:v>
                </c:pt>
                <c:pt idx="2205">
                  <c:v>111.4447</c:v>
                </c:pt>
                <c:pt idx="2206">
                  <c:v>111.4509</c:v>
                </c:pt>
                <c:pt idx="2207">
                  <c:v>111.59146</c:v>
                </c:pt>
                <c:pt idx="2208">
                  <c:v>111.83052000000001</c:v>
                </c:pt>
                <c:pt idx="2209">
                  <c:v>112.00237</c:v>
                </c:pt>
                <c:pt idx="2210">
                  <c:v>112.12899</c:v>
                </c:pt>
                <c:pt idx="2211">
                  <c:v>112.18987</c:v>
                </c:pt>
                <c:pt idx="2212">
                  <c:v>112.24618</c:v>
                </c:pt>
                <c:pt idx="2213">
                  <c:v>112.27751000000001</c:v>
                </c:pt>
                <c:pt idx="2214">
                  <c:v>112.21091</c:v>
                </c:pt>
                <c:pt idx="2215">
                  <c:v>112.24675000000001</c:v>
                </c:pt>
                <c:pt idx="2216">
                  <c:v>112.38127</c:v>
                </c:pt>
                <c:pt idx="2217">
                  <c:v>112.43266</c:v>
                </c:pt>
                <c:pt idx="2218">
                  <c:v>112.44672</c:v>
                </c:pt>
                <c:pt idx="2219">
                  <c:v>112.45456</c:v>
                </c:pt>
                <c:pt idx="2220">
                  <c:v>112.47726</c:v>
                </c:pt>
                <c:pt idx="2221">
                  <c:v>112.50893000000001</c:v>
                </c:pt>
                <c:pt idx="2222">
                  <c:v>112.59983</c:v>
                </c:pt>
                <c:pt idx="2223">
                  <c:v>112.72799999999999</c:v>
                </c:pt>
                <c:pt idx="2224">
                  <c:v>112.86678999999999</c:v>
                </c:pt>
                <c:pt idx="2225">
                  <c:v>113.02412</c:v>
                </c:pt>
                <c:pt idx="2226">
                  <c:v>113.21083</c:v>
                </c:pt>
                <c:pt idx="2227">
                  <c:v>113.39648</c:v>
                </c:pt>
                <c:pt idx="2228">
                  <c:v>113.54094000000001</c:v>
                </c:pt>
                <c:pt idx="2229">
                  <c:v>113.61908</c:v>
                </c:pt>
                <c:pt idx="2230">
                  <c:v>113.69344</c:v>
                </c:pt>
                <c:pt idx="2231">
                  <c:v>113.69224</c:v>
                </c:pt>
                <c:pt idx="2232">
                  <c:v>113.70621</c:v>
                </c:pt>
                <c:pt idx="2233">
                  <c:v>113.75561</c:v>
                </c:pt>
                <c:pt idx="2234">
                  <c:v>113.76291999999999</c:v>
                </c:pt>
                <c:pt idx="2235">
                  <c:v>113.77001</c:v>
                </c:pt>
                <c:pt idx="2236">
                  <c:v>113.76907</c:v>
                </c:pt>
                <c:pt idx="2237">
                  <c:v>113.76848</c:v>
                </c:pt>
                <c:pt idx="2238">
                  <c:v>113.73917</c:v>
                </c:pt>
                <c:pt idx="2239">
                  <c:v>113.69826999999999</c:v>
                </c:pt>
                <c:pt idx="2240">
                  <c:v>113.65195</c:v>
                </c:pt>
                <c:pt idx="2241">
                  <c:v>113.57552</c:v>
                </c:pt>
                <c:pt idx="2242">
                  <c:v>113.53748</c:v>
                </c:pt>
                <c:pt idx="2243">
                  <c:v>113.49673</c:v>
                </c:pt>
                <c:pt idx="2244">
                  <c:v>113.43879</c:v>
                </c:pt>
                <c:pt idx="2245">
                  <c:v>113.3588</c:v>
                </c:pt>
                <c:pt idx="2246">
                  <c:v>113.29443000000001</c:v>
                </c:pt>
                <c:pt idx="2247">
                  <c:v>113.24155</c:v>
                </c:pt>
                <c:pt idx="2248">
                  <c:v>113.19002999999999</c:v>
                </c:pt>
                <c:pt idx="2249">
                  <c:v>113.18326999999999</c:v>
                </c:pt>
                <c:pt idx="2250">
                  <c:v>113.18774000000001</c:v>
                </c:pt>
                <c:pt idx="2251">
                  <c:v>113.14491</c:v>
                </c:pt>
                <c:pt idx="2252">
                  <c:v>113.12376999999999</c:v>
                </c:pt>
                <c:pt idx="2253">
                  <c:v>113.17498999999999</c:v>
                </c:pt>
                <c:pt idx="2254">
                  <c:v>113.27907999999999</c:v>
                </c:pt>
                <c:pt idx="2255">
                  <c:v>113.37492</c:v>
                </c:pt>
                <c:pt idx="2256">
                  <c:v>113.48350000000001</c:v>
                </c:pt>
                <c:pt idx="2257">
                  <c:v>113.60172</c:v>
                </c:pt>
                <c:pt idx="2258">
                  <c:v>113.71037</c:v>
                </c:pt>
                <c:pt idx="2259">
                  <c:v>113.79353</c:v>
                </c:pt>
                <c:pt idx="2260">
                  <c:v>113.86618</c:v>
                </c:pt>
                <c:pt idx="2261">
                  <c:v>113.94122</c:v>
                </c:pt>
                <c:pt idx="2262">
                  <c:v>113.97718999999999</c:v>
                </c:pt>
                <c:pt idx="2263">
                  <c:v>114.00653</c:v>
                </c:pt>
                <c:pt idx="2264">
                  <c:v>114.06086000000001</c:v>
                </c:pt>
                <c:pt idx="2265">
                  <c:v>114.15766000000001</c:v>
                </c:pt>
                <c:pt idx="2266">
                  <c:v>114.26889</c:v>
                </c:pt>
                <c:pt idx="2267">
                  <c:v>114.34705</c:v>
                </c:pt>
                <c:pt idx="2268">
                  <c:v>114.42361</c:v>
                </c:pt>
                <c:pt idx="2269">
                  <c:v>114.56413000000001</c:v>
                </c:pt>
                <c:pt idx="2270">
                  <c:v>114.72242</c:v>
                </c:pt>
                <c:pt idx="2271">
                  <c:v>114.83812</c:v>
                </c:pt>
                <c:pt idx="2272">
                  <c:v>114.88051</c:v>
                </c:pt>
                <c:pt idx="2273">
                  <c:v>114.91692</c:v>
                </c:pt>
                <c:pt idx="2274">
                  <c:v>115.00729</c:v>
                </c:pt>
                <c:pt idx="2275">
                  <c:v>115.06717</c:v>
                </c:pt>
                <c:pt idx="2276">
                  <c:v>115.07178</c:v>
                </c:pt>
                <c:pt idx="2277">
                  <c:v>115.02491999999999</c:v>
                </c:pt>
                <c:pt idx="2278">
                  <c:v>114.93998999999999</c:v>
                </c:pt>
                <c:pt idx="2279">
                  <c:v>114.77467</c:v>
                </c:pt>
                <c:pt idx="2280">
                  <c:v>114.5611</c:v>
                </c:pt>
                <c:pt idx="2281">
                  <c:v>114.37868</c:v>
                </c:pt>
                <c:pt idx="2282">
                  <c:v>114.25715</c:v>
                </c:pt>
                <c:pt idx="2283">
                  <c:v>114.26434</c:v>
                </c:pt>
                <c:pt idx="2284">
                  <c:v>114.43474999999999</c:v>
                </c:pt>
                <c:pt idx="2285">
                  <c:v>114.66374999999999</c:v>
                </c:pt>
                <c:pt idx="2286">
                  <c:v>114.90517</c:v>
                </c:pt>
                <c:pt idx="2287">
                  <c:v>115.19292</c:v>
                </c:pt>
                <c:pt idx="2288">
                  <c:v>115.52342</c:v>
                </c:pt>
                <c:pt idx="2289">
                  <c:v>115.85247</c:v>
                </c:pt>
                <c:pt idx="2290">
                  <c:v>116.12625</c:v>
                </c:pt>
                <c:pt idx="2291">
                  <c:v>116.35533</c:v>
                </c:pt>
                <c:pt idx="2292">
                  <c:v>116.53828</c:v>
                </c:pt>
                <c:pt idx="2293">
                  <c:v>116.64668</c:v>
                </c:pt>
                <c:pt idx="2294">
                  <c:v>116.75294</c:v>
                </c:pt>
                <c:pt idx="2295">
                  <c:v>116.93365</c:v>
                </c:pt>
                <c:pt idx="2296">
                  <c:v>117.14782</c:v>
                </c:pt>
                <c:pt idx="2297">
                  <c:v>117.39078000000001</c:v>
                </c:pt>
                <c:pt idx="2298">
                  <c:v>117.6332</c:v>
                </c:pt>
                <c:pt idx="2299">
                  <c:v>117.02982</c:v>
                </c:pt>
                <c:pt idx="2300">
                  <c:v>116.72807</c:v>
                </c:pt>
                <c:pt idx="2301">
                  <c:v>116.58427</c:v>
                </c:pt>
                <c:pt idx="2302">
                  <c:v>116.55058</c:v>
                </c:pt>
                <c:pt idx="2303">
                  <c:v>116.55379000000001</c:v>
                </c:pt>
                <c:pt idx="2304">
                  <c:v>116.50957</c:v>
                </c:pt>
                <c:pt idx="2305">
                  <c:v>116.38196000000001</c:v>
                </c:pt>
                <c:pt idx="2306">
                  <c:v>116.25054</c:v>
                </c:pt>
                <c:pt idx="2307">
                  <c:v>116.14748</c:v>
                </c:pt>
                <c:pt idx="2308">
                  <c:v>116.08671</c:v>
                </c:pt>
                <c:pt idx="2309">
                  <c:v>116.03992</c:v>
                </c:pt>
                <c:pt idx="2310">
                  <c:v>115.97077</c:v>
                </c:pt>
                <c:pt idx="2311">
                  <c:v>115.92787</c:v>
                </c:pt>
                <c:pt idx="2312">
                  <c:v>115.97575999999999</c:v>
                </c:pt>
                <c:pt idx="2313">
                  <c:v>116.10538</c:v>
                </c:pt>
                <c:pt idx="2314">
                  <c:v>116.21227</c:v>
                </c:pt>
                <c:pt idx="2315">
                  <c:v>116.29149</c:v>
                </c:pt>
                <c:pt idx="2316">
                  <c:v>116.39412</c:v>
                </c:pt>
                <c:pt idx="2317">
                  <c:v>116.51354000000001</c:v>
                </c:pt>
                <c:pt idx="2318">
                  <c:v>116.61086</c:v>
                </c:pt>
                <c:pt idx="2319">
                  <c:v>116.67632999999999</c:v>
                </c:pt>
                <c:pt idx="2320">
                  <c:v>116.7319</c:v>
                </c:pt>
                <c:pt idx="2321">
                  <c:v>116.73296000000001</c:v>
                </c:pt>
                <c:pt idx="2322">
                  <c:v>116.6955</c:v>
                </c:pt>
                <c:pt idx="2323">
                  <c:v>116.71337</c:v>
                </c:pt>
                <c:pt idx="2324">
                  <c:v>116.81242</c:v>
                </c:pt>
                <c:pt idx="2325">
                  <c:v>116.97364</c:v>
                </c:pt>
                <c:pt idx="2326">
                  <c:v>117.1319</c:v>
                </c:pt>
                <c:pt idx="2327">
                  <c:v>117.24778000000001</c:v>
                </c:pt>
                <c:pt idx="2328">
                  <c:v>117.35493</c:v>
                </c:pt>
                <c:pt idx="2329">
                  <c:v>117.48184000000001</c:v>
                </c:pt>
                <c:pt idx="2330">
                  <c:v>117.62161999999999</c:v>
                </c:pt>
                <c:pt idx="2331">
                  <c:v>117.73967</c:v>
                </c:pt>
                <c:pt idx="2332">
                  <c:v>117.86096999999999</c:v>
                </c:pt>
                <c:pt idx="2333">
                  <c:v>117.99518999999999</c:v>
                </c:pt>
                <c:pt idx="2334">
                  <c:v>118.13078</c:v>
                </c:pt>
                <c:pt idx="2335">
                  <c:v>118.23181</c:v>
                </c:pt>
                <c:pt idx="2336">
                  <c:v>118.28712</c:v>
                </c:pt>
                <c:pt idx="2337">
                  <c:v>118.30746000000001</c:v>
                </c:pt>
                <c:pt idx="2338">
                  <c:v>118.29900000000001</c:v>
                </c:pt>
                <c:pt idx="2339">
                  <c:v>118.27983999999999</c:v>
                </c:pt>
                <c:pt idx="2340">
                  <c:v>118.23423</c:v>
                </c:pt>
                <c:pt idx="2341">
                  <c:v>118.16844</c:v>
                </c:pt>
                <c:pt idx="2342">
                  <c:v>118.09599</c:v>
                </c:pt>
                <c:pt idx="2343">
                  <c:v>118.09492</c:v>
                </c:pt>
                <c:pt idx="2344">
                  <c:v>118.15894</c:v>
                </c:pt>
                <c:pt idx="2345">
                  <c:v>118.2589</c:v>
                </c:pt>
                <c:pt idx="2346">
                  <c:v>118.33557</c:v>
                </c:pt>
                <c:pt idx="2347">
                  <c:v>118.33001</c:v>
                </c:pt>
                <c:pt idx="2348">
                  <c:v>118.30486999999999</c:v>
                </c:pt>
                <c:pt idx="2349">
                  <c:v>118.28319</c:v>
                </c:pt>
                <c:pt idx="2350">
                  <c:v>118.21719</c:v>
                </c:pt>
                <c:pt idx="2351">
                  <c:v>118.13641</c:v>
                </c:pt>
                <c:pt idx="2352">
                  <c:v>118.06067</c:v>
                </c:pt>
                <c:pt idx="2353">
                  <c:v>117.98587000000001</c:v>
                </c:pt>
                <c:pt idx="2354">
                  <c:v>117.88682</c:v>
                </c:pt>
                <c:pt idx="2355">
                  <c:v>117.73036999999999</c:v>
                </c:pt>
                <c:pt idx="2356">
                  <c:v>117.55282</c:v>
                </c:pt>
                <c:pt idx="2357">
                  <c:v>117.37195</c:v>
                </c:pt>
                <c:pt idx="2358">
                  <c:v>117.2456</c:v>
                </c:pt>
                <c:pt idx="2359">
                  <c:v>117.18648</c:v>
                </c:pt>
                <c:pt idx="2360">
                  <c:v>117.20446</c:v>
                </c:pt>
                <c:pt idx="2361">
                  <c:v>117.28303</c:v>
                </c:pt>
                <c:pt idx="2362">
                  <c:v>117.39779</c:v>
                </c:pt>
                <c:pt idx="2363">
                  <c:v>117.51871</c:v>
                </c:pt>
                <c:pt idx="2364">
                  <c:v>117.62109</c:v>
                </c:pt>
                <c:pt idx="2365">
                  <c:v>117.70816000000001</c:v>
                </c:pt>
                <c:pt idx="2366">
                  <c:v>117.75436000000001</c:v>
                </c:pt>
                <c:pt idx="2367">
                  <c:v>117.72508000000001</c:v>
                </c:pt>
                <c:pt idx="2368">
                  <c:v>117.63927</c:v>
                </c:pt>
                <c:pt idx="2369">
                  <c:v>117.52028</c:v>
                </c:pt>
                <c:pt idx="2370">
                  <c:v>117.35065</c:v>
                </c:pt>
                <c:pt idx="2371">
                  <c:v>117.17607</c:v>
                </c:pt>
                <c:pt idx="2372">
                  <c:v>116.97289000000001</c:v>
                </c:pt>
                <c:pt idx="2373">
                  <c:v>116.70334</c:v>
                </c:pt>
                <c:pt idx="2374">
                  <c:v>116.39566000000001</c:v>
                </c:pt>
                <c:pt idx="2375">
                  <c:v>116.09684</c:v>
                </c:pt>
                <c:pt idx="2376">
                  <c:v>115.82816</c:v>
                </c:pt>
                <c:pt idx="2377">
                  <c:v>115.67646999999999</c:v>
                </c:pt>
                <c:pt idx="2378">
                  <c:v>115.67700000000001</c:v>
                </c:pt>
                <c:pt idx="2379">
                  <c:v>115.69931</c:v>
                </c:pt>
                <c:pt idx="2380">
                  <c:v>115.64962</c:v>
                </c:pt>
                <c:pt idx="2381">
                  <c:v>115.54121000000001</c:v>
                </c:pt>
                <c:pt idx="2382">
                  <c:v>111.55305</c:v>
                </c:pt>
                <c:pt idx="2383">
                  <c:v>112.83765</c:v>
                </c:pt>
                <c:pt idx="2384">
                  <c:v>113.12644</c:v>
                </c:pt>
                <c:pt idx="2385">
                  <c:v>113.36124</c:v>
                </c:pt>
                <c:pt idx="2386">
                  <c:v>113.57651</c:v>
                </c:pt>
                <c:pt idx="2387">
                  <c:v>113.78361</c:v>
                </c:pt>
                <c:pt idx="2388">
                  <c:v>113.98</c:v>
                </c:pt>
                <c:pt idx="2389">
                  <c:v>114.18266</c:v>
                </c:pt>
                <c:pt idx="2390">
                  <c:v>114.47237</c:v>
                </c:pt>
                <c:pt idx="2391">
                  <c:v>114.83618</c:v>
                </c:pt>
                <c:pt idx="2392">
                  <c:v>115.17818</c:v>
                </c:pt>
                <c:pt idx="2393">
                  <c:v>115.41428000000001</c:v>
                </c:pt>
                <c:pt idx="2394">
                  <c:v>115.5095</c:v>
                </c:pt>
                <c:pt idx="2395">
                  <c:v>115.45368999999999</c:v>
                </c:pt>
                <c:pt idx="2396">
                  <c:v>115.30466</c:v>
                </c:pt>
                <c:pt idx="2397">
                  <c:v>115.15300000000001</c:v>
                </c:pt>
                <c:pt idx="2398">
                  <c:v>115.03391000000001</c:v>
                </c:pt>
                <c:pt idx="2399">
                  <c:v>114.92726</c:v>
                </c:pt>
                <c:pt idx="2400">
                  <c:v>114.82411</c:v>
                </c:pt>
                <c:pt idx="2401">
                  <c:v>114.73414</c:v>
                </c:pt>
                <c:pt idx="2402">
                  <c:v>114.65764</c:v>
                </c:pt>
                <c:pt idx="2403">
                  <c:v>114.62336000000001</c:v>
                </c:pt>
                <c:pt idx="2404">
                  <c:v>114.72577</c:v>
                </c:pt>
                <c:pt idx="2405">
                  <c:v>114.92236</c:v>
                </c:pt>
                <c:pt idx="2406">
                  <c:v>115.12519</c:v>
                </c:pt>
                <c:pt idx="2407">
                  <c:v>115.39163000000001</c:v>
                </c:pt>
                <c:pt idx="2408">
                  <c:v>115.73465</c:v>
                </c:pt>
                <c:pt idx="2409">
                  <c:v>116.0886</c:v>
                </c:pt>
                <c:pt idx="2410">
                  <c:v>116.40298</c:v>
                </c:pt>
                <c:pt idx="2411">
                  <c:v>116.66918</c:v>
                </c:pt>
                <c:pt idx="2412">
                  <c:v>116.92371</c:v>
                </c:pt>
                <c:pt idx="2413">
                  <c:v>117.11268</c:v>
                </c:pt>
                <c:pt idx="2414">
                  <c:v>117.10184</c:v>
                </c:pt>
                <c:pt idx="2415">
                  <c:v>117.062</c:v>
                </c:pt>
                <c:pt idx="2416">
                  <c:v>117.10189</c:v>
                </c:pt>
                <c:pt idx="2417">
                  <c:v>116.78598</c:v>
                </c:pt>
                <c:pt idx="2418">
                  <c:v>116.11131</c:v>
                </c:pt>
                <c:pt idx="2419">
                  <c:v>115.69118</c:v>
                </c:pt>
                <c:pt idx="2420">
                  <c:v>115.51313</c:v>
                </c:pt>
                <c:pt idx="2421">
                  <c:v>115.52534</c:v>
                </c:pt>
                <c:pt idx="2422">
                  <c:v>115.68926</c:v>
                </c:pt>
                <c:pt idx="2423">
                  <c:v>115.92122999999999</c:v>
                </c:pt>
                <c:pt idx="2424">
                  <c:v>116.09725</c:v>
                </c:pt>
                <c:pt idx="2425">
                  <c:v>116.2385</c:v>
                </c:pt>
                <c:pt idx="2426">
                  <c:v>116.28619999999999</c:v>
                </c:pt>
                <c:pt idx="2427">
                  <c:v>116.29906</c:v>
                </c:pt>
                <c:pt idx="2428">
                  <c:v>116.32634</c:v>
                </c:pt>
                <c:pt idx="2429">
                  <c:v>116.33557999999999</c:v>
                </c:pt>
                <c:pt idx="2430">
                  <c:v>116.33411</c:v>
                </c:pt>
                <c:pt idx="2431">
                  <c:v>116.32492000000001</c:v>
                </c:pt>
                <c:pt idx="2432">
                  <c:v>116.25646</c:v>
                </c:pt>
                <c:pt idx="2433">
                  <c:v>116.13436</c:v>
                </c:pt>
                <c:pt idx="2434">
                  <c:v>116.0294</c:v>
                </c:pt>
                <c:pt idx="2435">
                  <c:v>115.95831</c:v>
                </c:pt>
                <c:pt idx="2436">
                  <c:v>115.84944</c:v>
                </c:pt>
                <c:pt idx="2437">
                  <c:v>115.70412</c:v>
                </c:pt>
                <c:pt idx="2438">
                  <c:v>115.52482000000001</c:v>
                </c:pt>
                <c:pt idx="2439">
                  <c:v>115.30601</c:v>
                </c:pt>
                <c:pt idx="2440">
                  <c:v>115.07567</c:v>
                </c:pt>
                <c:pt idx="2441">
                  <c:v>114.82841000000001</c:v>
                </c:pt>
                <c:pt idx="2442">
                  <c:v>114.60129000000001</c:v>
                </c:pt>
                <c:pt idx="2443">
                  <c:v>114.48521</c:v>
                </c:pt>
                <c:pt idx="2444">
                  <c:v>114.52032</c:v>
                </c:pt>
                <c:pt idx="2445">
                  <c:v>114.60831</c:v>
                </c:pt>
                <c:pt idx="2446">
                  <c:v>114.69938999999999</c:v>
                </c:pt>
                <c:pt idx="2447">
                  <c:v>114.70274000000001</c:v>
                </c:pt>
                <c:pt idx="2448">
                  <c:v>114.67592</c:v>
                </c:pt>
                <c:pt idx="2449">
                  <c:v>114.71624</c:v>
                </c:pt>
                <c:pt idx="2450">
                  <c:v>114.80618</c:v>
                </c:pt>
                <c:pt idx="2451">
                  <c:v>114.90755</c:v>
                </c:pt>
                <c:pt idx="2452">
                  <c:v>115.02846</c:v>
                </c:pt>
                <c:pt idx="2453">
                  <c:v>115.16476</c:v>
                </c:pt>
                <c:pt idx="2454">
                  <c:v>115.25620000000001</c:v>
                </c:pt>
                <c:pt idx="2455">
                  <c:v>115.30542</c:v>
                </c:pt>
                <c:pt idx="2456">
                  <c:v>115.36530999999999</c:v>
                </c:pt>
                <c:pt idx="2457">
                  <c:v>115.37649999999999</c:v>
                </c:pt>
                <c:pt idx="2458">
                  <c:v>115.40145</c:v>
                </c:pt>
                <c:pt idx="2459">
                  <c:v>115.42212000000001</c:v>
                </c:pt>
                <c:pt idx="2460">
                  <c:v>115.42085</c:v>
                </c:pt>
                <c:pt idx="2461">
                  <c:v>115.38486</c:v>
                </c:pt>
                <c:pt idx="2462">
                  <c:v>115.31779</c:v>
                </c:pt>
                <c:pt idx="2463">
                  <c:v>115.26064</c:v>
                </c:pt>
                <c:pt idx="2464">
                  <c:v>115.2587</c:v>
                </c:pt>
                <c:pt idx="2465">
                  <c:v>115.36761</c:v>
                </c:pt>
                <c:pt idx="2466">
                  <c:v>115.51633</c:v>
                </c:pt>
                <c:pt idx="2467">
                  <c:v>115.67484</c:v>
                </c:pt>
                <c:pt idx="2468">
                  <c:v>115.75618</c:v>
                </c:pt>
                <c:pt idx="2469">
                  <c:v>115.71554</c:v>
                </c:pt>
                <c:pt idx="2470">
                  <c:v>115.61099</c:v>
                </c:pt>
                <c:pt idx="2471">
                  <c:v>115.48963000000001</c:v>
                </c:pt>
                <c:pt idx="2472">
                  <c:v>115.30641</c:v>
                </c:pt>
                <c:pt idx="2473">
                  <c:v>115.13039000000001</c:v>
                </c:pt>
                <c:pt idx="2474">
                  <c:v>114.98703</c:v>
                </c:pt>
                <c:pt idx="2475">
                  <c:v>114.80213000000001</c:v>
                </c:pt>
                <c:pt idx="2476">
                  <c:v>114.57742</c:v>
                </c:pt>
                <c:pt idx="2477">
                  <c:v>114.37984</c:v>
                </c:pt>
                <c:pt idx="2478">
                  <c:v>114.26546999999999</c:v>
                </c:pt>
                <c:pt idx="2479">
                  <c:v>114.14867</c:v>
                </c:pt>
                <c:pt idx="2480">
                  <c:v>114.04397</c:v>
                </c:pt>
                <c:pt idx="2481">
                  <c:v>113.93934</c:v>
                </c:pt>
                <c:pt idx="2482">
                  <c:v>113.81610999999999</c:v>
                </c:pt>
                <c:pt idx="2483">
                  <c:v>113.74831</c:v>
                </c:pt>
                <c:pt idx="2484">
                  <c:v>113.68232</c:v>
                </c:pt>
                <c:pt idx="2485">
                  <c:v>113.63995</c:v>
                </c:pt>
                <c:pt idx="2486">
                  <c:v>113.65891000000001</c:v>
                </c:pt>
                <c:pt idx="2487">
                  <c:v>113.6407</c:v>
                </c:pt>
                <c:pt idx="2488">
                  <c:v>113.59068000000001</c:v>
                </c:pt>
                <c:pt idx="2489">
                  <c:v>113.48488</c:v>
                </c:pt>
                <c:pt idx="2490">
                  <c:v>113.31004</c:v>
                </c:pt>
                <c:pt idx="2491">
                  <c:v>113.1356</c:v>
                </c:pt>
                <c:pt idx="2492">
                  <c:v>113.00857999999999</c:v>
                </c:pt>
                <c:pt idx="2493">
                  <c:v>112.84076</c:v>
                </c:pt>
                <c:pt idx="2494">
                  <c:v>112.65145</c:v>
                </c:pt>
                <c:pt idx="2495">
                  <c:v>112.50879</c:v>
                </c:pt>
                <c:pt idx="2496">
                  <c:v>112.45256000000001</c:v>
                </c:pt>
                <c:pt idx="2497">
                  <c:v>112.38527000000001</c:v>
                </c:pt>
                <c:pt idx="2498">
                  <c:v>112.2907</c:v>
                </c:pt>
                <c:pt idx="2499">
                  <c:v>112.15689</c:v>
                </c:pt>
                <c:pt idx="2500">
                  <c:v>111.98602</c:v>
                </c:pt>
                <c:pt idx="2501">
                  <c:v>111.84805</c:v>
                </c:pt>
                <c:pt idx="2502">
                  <c:v>111.7756</c:v>
                </c:pt>
                <c:pt idx="2503">
                  <c:v>111.77522</c:v>
                </c:pt>
                <c:pt idx="2504">
                  <c:v>111.75667</c:v>
                </c:pt>
                <c:pt idx="2505">
                  <c:v>111.69044</c:v>
                </c:pt>
                <c:pt idx="2506">
                  <c:v>111.56316</c:v>
                </c:pt>
                <c:pt idx="2507">
                  <c:v>111.46125000000001</c:v>
                </c:pt>
                <c:pt idx="2508">
                  <c:v>111.39695</c:v>
                </c:pt>
                <c:pt idx="2509">
                  <c:v>111.31992</c:v>
                </c:pt>
                <c:pt idx="2510">
                  <c:v>111.24722</c:v>
                </c:pt>
                <c:pt idx="2511">
                  <c:v>111.19054</c:v>
                </c:pt>
                <c:pt idx="2512">
                  <c:v>111.13097</c:v>
                </c:pt>
                <c:pt idx="2513">
                  <c:v>111.03667</c:v>
                </c:pt>
                <c:pt idx="2514">
                  <c:v>110.90671</c:v>
                </c:pt>
                <c:pt idx="2515">
                  <c:v>110.77641</c:v>
                </c:pt>
                <c:pt idx="2516">
                  <c:v>110.64494000000001</c:v>
                </c:pt>
                <c:pt idx="2517">
                  <c:v>110.51575</c:v>
                </c:pt>
                <c:pt idx="2518">
                  <c:v>110.40506000000001</c:v>
                </c:pt>
                <c:pt idx="2519">
                  <c:v>110.32162</c:v>
                </c:pt>
                <c:pt idx="2520">
                  <c:v>110.23672999999999</c:v>
                </c:pt>
                <c:pt idx="2521">
                  <c:v>110.14407</c:v>
                </c:pt>
                <c:pt idx="2522">
                  <c:v>110.07632</c:v>
                </c:pt>
                <c:pt idx="2523">
                  <c:v>110.06896</c:v>
                </c:pt>
                <c:pt idx="2524">
                  <c:v>110.07111</c:v>
                </c:pt>
                <c:pt idx="2525">
                  <c:v>110.12975</c:v>
                </c:pt>
                <c:pt idx="2526">
                  <c:v>110.25566999999999</c:v>
                </c:pt>
                <c:pt idx="2527">
                  <c:v>110.36275000000001</c:v>
                </c:pt>
                <c:pt idx="2528">
                  <c:v>110.48133</c:v>
                </c:pt>
                <c:pt idx="2529">
                  <c:v>110.64323</c:v>
                </c:pt>
                <c:pt idx="2530">
                  <c:v>110.74159</c:v>
                </c:pt>
                <c:pt idx="2531">
                  <c:v>110.73656</c:v>
                </c:pt>
                <c:pt idx="2532">
                  <c:v>110.67753999999999</c:v>
                </c:pt>
                <c:pt idx="2533">
                  <c:v>110.70173</c:v>
                </c:pt>
                <c:pt idx="2534">
                  <c:v>110.94147</c:v>
                </c:pt>
                <c:pt idx="2535">
                  <c:v>111.13755</c:v>
                </c:pt>
                <c:pt idx="2536">
                  <c:v>111.26997</c:v>
                </c:pt>
                <c:pt idx="2537">
                  <c:v>111.3728</c:v>
                </c:pt>
                <c:pt idx="2538">
                  <c:v>111.40378</c:v>
                </c:pt>
                <c:pt idx="2539">
                  <c:v>111.40734999999999</c:v>
                </c:pt>
                <c:pt idx="2540">
                  <c:v>111.42543999999999</c:v>
                </c:pt>
                <c:pt idx="2541">
                  <c:v>111.45147</c:v>
                </c:pt>
                <c:pt idx="2542">
                  <c:v>111.47659</c:v>
                </c:pt>
                <c:pt idx="2543">
                  <c:v>111.49648000000001</c:v>
                </c:pt>
                <c:pt idx="2544">
                  <c:v>111.51803</c:v>
                </c:pt>
                <c:pt idx="2545">
                  <c:v>111.48778</c:v>
                </c:pt>
                <c:pt idx="2546">
                  <c:v>111.39682999999999</c:v>
                </c:pt>
                <c:pt idx="2547">
                  <c:v>111.43674</c:v>
                </c:pt>
                <c:pt idx="2548">
                  <c:v>111.54916</c:v>
                </c:pt>
                <c:pt idx="2549">
                  <c:v>111.62376</c:v>
                </c:pt>
                <c:pt idx="2550">
                  <c:v>111.66753</c:v>
                </c:pt>
                <c:pt idx="2551">
                  <c:v>111.70829000000001</c:v>
                </c:pt>
                <c:pt idx="2552">
                  <c:v>111.74335000000001</c:v>
                </c:pt>
                <c:pt idx="2553">
                  <c:v>111.77943999999999</c:v>
                </c:pt>
                <c:pt idx="2554">
                  <c:v>111.81916</c:v>
                </c:pt>
                <c:pt idx="2555">
                  <c:v>111.83781</c:v>
                </c:pt>
                <c:pt idx="2556">
                  <c:v>111.76006</c:v>
                </c:pt>
                <c:pt idx="2557">
                  <c:v>111.71735</c:v>
                </c:pt>
                <c:pt idx="2558">
                  <c:v>111.7672</c:v>
                </c:pt>
                <c:pt idx="2559">
                  <c:v>111.91536000000001</c:v>
                </c:pt>
                <c:pt idx="2560">
                  <c:v>111.94941</c:v>
                </c:pt>
                <c:pt idx="2561">
                  <c:v>111.79566</c:v>
                </c:pt>
                <c:pt idx="2562">
                  <c:v>111.65009000000001</c:v>
                </c:pt>
                <c:pt idx="2563">
                  <c:v>111.57392</c:v>
                </c:pt>
                <c:pt idx="2564">
                  <c:v>111.50660999999999</c:v>
                </c:pt>
                <c:pt idx="2565">
                  <c:v>111.4212</c:v>
                </c:pt>
                <c:pt idx="2566">
                  <c:v>111.37744000000001</c:v>
                </c:pt>
                <c:pt idx="2567">
                  <c:v>111.35241000000001</c:v>
                </c:pt>
                <c:pt idx="2568">
                  <c:v>111.32907</c:v>
                </c:pt>
                <c:pt idx="2569">
                  <c:v>111.36533</c:v>
                </c:pt>
                <c:pt idx="2570">
                  <c:v>111.51090000000001</c:v>
                </c:pt>
                <c:pt idx="2571">
                  <c:v>111.77266</c:v>
                </c:pt>
                <c:pt idx="2572">
                  <c:v>112.09499</c:v>
                </c:pt>
                <c:pt idx="2573">
                  <c:v>112.37119</c:v>
                </c:pt>
                <c:pt idx="2574">
                  <c:v>112.52405</c:v>
                </c:pt>
                <c:pt idx="2575">
                  <c:v>112.52401999999999</c:v>
                </c:pt>
                <c:pt idx="2576">
                  <c:v>112.40403000000001</c:v>
                </c:pt>
                <c:pt idx="2577">
                  <c:v>112.21409</c:v>
                </c:pt>
                <c:pt idx="2578">
                  <c:v>112.00488</c:v>
                </c:pt>
                <c:pt idx="2579">
                  <c:v>111.85641</c:v>
                </c:pt>
                <c:pt idx="2580">
                  <c:v>111.76393</c:v>
                </c:pt>
                <c:pt idx="2581">
                  <c:v>111.67986000000001</c:v>
                </c:pt>
                <c:pt idx="2582">
                  <c:v>111.63982</c:v>
                </c:pt>
                <c:pt idx="2583">
                  <c:v>111.54706</c:v>
                </c:pt>
                <c:pt idx="2584">
                  <c:v>111.38633</c:v>
                </c:pt>
                <c:pt idx="2585">
                  <c:v>111.18798</c:v>
                </c:pt>
                <c:pt idx="2586">
                  <c:v>110.93899999999999</c:v>
                </c:pt>
                <c:pt idx="2587">
                  <c:v>110.72815</c:v>
                </c:pt>
                <c:pt idx="2588">
                  <c:v>110.57713</c:v>
                </c:pt>
                <c:pt idx="2589">
                  <c:v>110.49014</c:v>
                </c:pt>
                <c:pt idx="2590">
                  <c:v>110.48738</c:v>
                </c:pt>
                <c:pt idx="2591">
                  <c:v>110.60625</c:v>
                </c:pt>
                <c:pt idx="2592">
                  <c:v>110.84413000000001</c:v>
                </c:pt>
                <c:pt idx="2593">
                  <c:v>110.97853000000001</c:v>
                </c:pt>
                <c:pt idx="2594">
                  <c:v>110.9391</c:v>
                </c:pt>
                <c:pt idx="2595">
                  <c:v>110.85417</c:v>
                </c:pt>
                <c:pt idx="2596">
                  <c:v>110.8083</c:v>
                </c:pt>
                <c:pt idx="2597">
                  <c:v>110.77427</c:v>
                </c:pt>
                <c:pt idx="2598">
                  <c:v>110.71793</c:v>
                </c:pt>
                <c:pt idx="2599">
                  <c:v>110.64182</c:v>
                </c:pt>
                <c:pt idx="2600">
                  <c:v>110.56075</c:v>
                </c:pt>
                <c:pt idx="2601">
                  <c:v>110.51633</c:v>
                </c:pt>
                <c:pt idx="2602">
                  <c:v>110.5347</c:v>
                </c:pt>
                <c:pt idx="2603">
                  <c:v>110.58864</c:v>
                </c:pt>
                <c:pt idx="2604">
                  <c:v>110.66434</c:v>
                </c:pt>
                <c:pt idx="2605">
                  <c:v>110.63223000000001</c:v>
                </c:pt>
                <c:pt idx="2606">
                  <c:v>110.6627</c:v>
                </c:pt>
                <c:pt idx="2607">
                  <c:v>110.62381000000001</c:v>
                </c:pt>
                <c:pt idx="2608">
                  <c:v>110.45685</c:v>
                </c:pt>
                <c:pt idx="2609">
                  <c:v>110.30941</c:v>
                </c:pt>
                <c:pt idx="2610">
                  <c:v>110.19592</c:v>
                </c:pt>
                <c:pt idx="2611">
                  <c:v>110.12492</c:v>
                </c:pt>
                <c:pt idx="2612">
                  <c:v>110.26076999999999</c:v>
                </c:pt>
                <c:pt idx="2613">
                  <c:v>110.38656</c:v>
                </c:pt>
                <c:pt idx="2614">
                  <c:v>110.52262</c:v>
                </c:pt>
                <c:pt idx="2615">
                  <c:v>110.5885</c:v>
                </c:pt>
                <c:pt idx="2616">
                  <c:v>110.64527</c:v>
                </c:pt>
                <c:pt idx="2617">
                  <c:v>110.84972</c:v>
                </c:pt>
                <c:pt idx="2618">
                  <c:v>111.06197</c:v>
                </c:pt>
                <c:pt idx="2619">
                  <c:v>111.21261</c:v>
                </c:pt>
                <c:pt idx="2620">
                  <c:v>111.26466000000001</c:v>
                </c:pt>
                <c:pt idx="2621">
                  <c:v>111.23962</c:v>
                </c:pt>
                <c:pt idx="2622">
                  <c:v>111.16038</c:v>
                </c:pt>
                <c:pt idx="2623">
                  <c:v>111.05369</c:v>
                </c:pt>
                <c:pt idx="2624">
                  <c:v>110.95424</c:v>
                </c:pt>
                <c:pt idx="2625">
                  <c:v>110.87838000000001</c:v>
                </c:pt>
                <c:pt idx="2626">
                  <c:v>110.83672</c:v>
                </c:pt>
                <c:pt idx="2627">
                  <c:v>110.76364</c:v>
                </c:pt>
                <c:pt idx="2628">
                  <c:v>110.65929</c:v>
                </c:pt>
                <c:pt idx="2629">
                  <c:v>110.55848</c:v>
                </c:pt>
                <c:pt idx="2630">
                  <c:v>110.48299</c:v>
                </c:pt>
                <c:pt idx="2631">
                  <c:v>110.39666</c:v>
                </c:pt>
                <c:pt idx="2632">
                  <c:v>110.31388</c:v>
                </c:pt>
                <c:pt idx="2633">
                  <c:v>110.24869</c:v>
                </c:pt>
                <c:pt idx="2634">
                  <c:v>110.1865</c:v>
                </c:pt>
                <c:pt idx="2635">
                  <c:v>110.08315</c:v>
                </c:pt>
                <c:pt idx="2636">
                  <c:v>109.95363</c:v>
                </c:pt>
                <c:pt idx="2637">
                  <c:v>109.84144999999999</c:v>
                </c:pt>
                <c:pt idx="2638">
                  <c:v>109.73622</c:v>
                </c:pt>
                <c:pt idx="2639">
                  <c:v>109.6039</c:v>
                </c:pt>
                <c:pt idx="2640">
                  <c:v>109.44884</c:v>
                </c:pt>
                <c:pt idx="2641">
                  <c:v>109.30049</c:v>
                </c:pt>
                <c:pt idx="2642">
                  <c:v>109.15557</c:v>
                </c:pt>
                <c:pt idx="2643">
                  <c:v>109.00063</c:v>
                </c:pt>
                <c:pt idx="2644">
                  <c:v>108.80423999999999</c:v>
                </c:pt>
                <c:pt idx="2645">
                  <c:v>108.63934999999999</c:v>
                </c:pt>
                <c:pt idx="2646">
                  <c:v>108.49827999999999</c:v>
                </c:pt>
                <c:pt idx="2647">
                  <c:v>108.36368</c:v>
                </c:pt>
                <c:pt idx="2648">
                  <c:v>108.26168</c:v>
                </c:pt>
                <c:pt idx="2649">
                  <c:v>108.19746000000001</c:v>
                </c:pt>
                <c:pt idx="2650">
                  <c:v>108.16676</c:v>
                </c:pt>
                <c:pt idx="2651">
                  <c:v>108.04235</c:v>
                </c:pt>
                <c:pt idx="2652">
                  <c:v>107.79</c:v>
                </c:pt>
                <c:pt idx="2653">
                  <c:v>107.52005</c:v>
                </c:pt>
                <c:pt idx="2654">
                  <c:v>107.34603</c:v>
                </c:pt>
                <c:pt idx="2655">
                  <c:v>107.25620000000001</c:v>
                </c:pt>
                <c:pt idx="2656">
                  <c:v>107.09787</c:v>
                </c:pt>
                <c:pt idx="2657">
                  <c:v>106.81487</c:v>
                </c:pt>
                <c:pt idx="2658">
                  <c:v>106.59004</c:v>
                </c:pt>
                <c:pt idx="2659">
                  <c:v>106.45377000000001</c:v>
                </c:pt>
                <c:pt idx="2660">
                  <c:v>106.2272</c:v>
                </c:pt>
                <c:pt idx="2661">
                  <c:v>105.95993</c:v>
                </c:pt>
                <c:pt idx="2662">
                  <c:v>105.79639</c:v>
                </c:pt>
                <c:pt idx="2663">
                  <c:v>105.73255</c:v>
                </c:pt>
                <c:pt idx="2664">
                  <c:v>105.68326</c:v>
                </c:pt>
                <c:pt idx="2665">
                  <c:v>105.67950999999999</c:v>
                </c:pt>
                <c:pt idx="2666">
                  <c:v>105.69765</c:v>
                </c:pt>
                <c:pt idx="2667">
                  <c:v>105.63673</c:v>
                </c:pt>
                <c:pt idx="2668">
                  <c:v>105.60151</c:v>
                </c:pt>
                <c:pt idx="2669">
                  <c:v>105.72007000000001</c:v>
                </c:pt>
                <c:pt idx="2670">
                  <c:v>105.77576000000001</c:v>
                </c:pt>
                <c:pt idx="2671">
                  <c:v>105.73012</c:v>
                </c:pt>
                <c:pt idx="2672">
                  <c:v>105.71022000000001</c:v>
                </c:pt>
                <c:pt idx="2673">
                  <c:v>105.75658</c:v>
                </c:pt>
                <c:pt idx="2674">
                  <c:v>105.82669</c:v>
                </c:pt>
                <c:pt idx="2675">
                  <c:v>105.82243</c:v>
                </c:pt>
                <c:pt idx="2676">
                  <c:v>105.88815</c:v>
                </c:pt>
                <c:pt idx="2677">
                  <c:v>105.91301</c:v>
                </c:pt>
                <c:pt idx="2678">
                  <c:v>105.79742</c:v>
                </c:pt>
                <c:pt idx="2679">
                  <c:v>105.65872</c:v>
                </c:pt>
                <c:pt idx="2680">
                  <c:v>105.65402</c:v>
                </c:pt>
                <c:pt idx="2681">
                  <c:v>105.95689</c:v>
                </c:pt>
                <c:pt idx="2682">
                  <c:v>106.19463</c:v>
                </c:pt>
                <c:pt idx="2683">
                  <c:v>106.30161</c:v>
                </c:pt>
                <c:pt idx="2684">
                  <c:v>106.32165999999999</c:v>
                </c:pt>
                <c:pt idx="2685">
                  <c:v>106.26597</c:v>
                </c:pt>
                <c:pt idx="2686">
                  <c:v>106.28193</c:v>
                </c:pt>
                <c:pt idx="2687">
                  <c:v>106.36246</c:v>
                </c:pt>
                <c:pt idx="2688">
                  <c:v>106.36604</c:v>
                </c:pt>
                <c:pt idx="2689">
                  <c:v>106.29096</c:v>
                </c:pt>
                <c:pt idx="2690">
                  <c:v>106.26669</c:v>
                </c:pt>
                <c:pt idx="2691">
                  <c:v>106.27616999999999</c:v>
                </c:pt>
                <c:pt idx="2692">
                  <c:v>106.29792</c:v>
                </c:pt>
                <c:pt idx="2693">
                  <c:v>106.28899</c:v>
                </c:pt>
                <c:pt idx="2694">
                  <c:v>106.24370999999999</c:v>
                </c:pt>
                <c:pt idx="2695">
                  <c:v>106.29724</c:v>
                </c:pt>
                <c:pt idx="2696">
                  <c:v>106.45231</c:v>
                </c:pt>
                <c:pt idx="2697">
                  <c:v>106.71655</c:v>
                </c:pt>
                <c:pt idx="2698">
                  <c:v>106.99433999999999</c:v>
                </c:pt>
                <c:pt idx="2699">
                  <c:v>107.21535</c:v>
                </c:pt>
                <c:pt idx="2700">
                  <c:v>107.42277</c:v>
                </c:pt>
                <c:pt idx="2701">
                  <c:v>107.58902999999999</c:v>
                </c:pt>
                <c:pt idx="2702">
                  <c:v>107.66312000000001</c:v>
                </c:pt>
                <c:pt idx="2703">
                  <c:v>107.6865</c:v>
                </c:pt>
                <c:pt idx="2704">
                  <c:v>107.69</c:v>
                </c:pt>
                <c:pt idx="2705">
                  <c:v>107.67888000000001</c:v>
                </c:pt>
                <c:pt idx="2706">
                  <c:v>107.65145</c:v>
                </c:pt>
                <c:pt idx="2707">
                  <c:v>107.60554</c:v>
                </c:pt>
                <c:pt idx="2708">
                  <c:v>107.51317</c:v>
                </c:pt>
                <c:pt idx="2709">
                  <c:v>107.10502</c:v>
                </c:pt>
                <c:pt idx="2710">
                  <c:v>106.75089</c:v>
                </c:pt>
                <c:pt idx="2711">
                  <c:v>106.41401999999999</c:v>
                </c:pt>
                <c:pt idx="2712">
                  <c:v>106.08205</c:v>
                </c:pt>
                <c:pt idx="2713">
                  <c:v>105.68503</c:v>
                </c:pt>
                <c:pt idx="2714">
                  <c:v>105.21571</c:v>
                </c:pt>
                <c:pt idx="2715">
                  <c:v>104.74798</c:v>
                </c:pt>
                <c:pt idx="2716">
                  <c:v>104.31489000000001</c:v>
                </c:pt>
                <c:pt idx="2717">
                  <c:v>103.91322</c:v>
                </c:pt>
                <c:pt idx="2718">
                  <c:v>103.48909999999999</c:v>
                </c:pt>
                <c:pt idx="2719">
                  <c:v>103.05627</c:v>
                </c:pt>
                <c:pt idx="2720">
                  <c:v>102.63928</c:v>
                </c:pt>
                <c:pt idx="2721">
                  <c:v>102.36263</c:v>
                </c:pt>
                <c:pt idx="2722">
                  <c:v>102.24583</c:v>
                </c:pt>
                <c:pt idx="2723">
                  <c:v>102.26373</c:v>
                </c:pt>
                <c:pt idx="2724">
                  <c:v>102.3608</c:v>
                </c:pt>
                <c:pt idx="2725">
                  <c:v>102.50462</c:v>
                </c:pt>
                <c:pt idx="2726">
                  <c:v>102.66225</c:v>
                </c:pt>
                <c:pt idx="2727">
                  <c:v>102.77030000000001</c:v>
                </c:pt>
                <c:pt idx="2728">
                  <c:v>102.78496</c:v>
                </c:pt>
                <c:pt idx="2729">
                  <c:v>102.73918999999999</c:v>
                </c:pt>
                <c:pt idx="2730">
                  <c:v>102.66495999999999</c:v>
                </c:pt>
                <c:pt idx="2731">
                  <c:v>102.57546000000001</c:v>
                </c:pt>
                <c:pt idx="2732">
                  <c:v>102.48272</c:v>
                </c:pt>
                <c:pt idx="2733">
                  <c:v>102.34780000000001</c:v>
                </c:pt>
                <c:pt idx="2734">
                  <c:v>102.15693</c:v>
                </c:pt>
                <c:pt idx="2735">
                  <c:v>101.91567000000001</c:v>
                </c:pt>
                <c:pt idx="2736">
                  <c:v>101.63861</c:v>
                </c:pt>
                <c:pt idx="2737">
                  <c:v>101.3523</c:v>
                </c:pt>
                <c:pt idx="2738">
                  <c:v>101.08132000000001</c:v>
                </c:pt>
                <c:pt idx="2739">
                  <c:v>100.83192</c:v>
                </c:pt>
                <c:pt idx="2740">
                  <c:v>100.60287</c:v>
                </c:pt>
                <c:pt idx="2741">
                  <c:v>100.40492999999999</c:v>
                </c:pt>
                <c:pt idx="2742">
                  <c:v>100.24648000000001</c:v>
                </c:pt>
                <c:pt idx="2743">
                  <c:v>100.12724</c:v>
                </c:pt>
                <c:pt idx="2744">
                  <c:v>100.01982</c:v>
                </c:pt>
                <c:pt idx="2745">
                  <c:v>99.928084999999996</c:v>
                </c:pt>
                <c:pt idx="2746">
                  <c:v>99.872780000000006</c:v>
                </c:pt>
                <c:pt idx="2747">
                  <c:v>99.799225000000007</c:v>
                </c:pt>
                <c:pt idx="2748">
                  <c:v>99.719116</c:v>
                </c:pt>
                <c:pt idx="2749">
                  <c:v>99.620795999999999</c:v>
                </c:pt>
                <c:pt idx="2750">
                  <c:v>99.521614</c:v>
                </c:pt>
                <c:pt idx="2751">
                  <c:v>99.462699999999998</c:v>
                </c:pt>
                <c:pt idx="2752">
                  <c:v>99.405006</c:v>
                </c:pt>
                <c:pt idx="2753">
                  <c:v>99.329964000000004</c:v>
                </c:pt>
                <c:pt idx="2754">
                  <c:v>99.281936999999999</c:v>
                </c:pt>
                <c:pt idx="2755">
                  <c:v>99.246841000000003</c:v>
                </c:pt>
                <c:pt idx="2756">
                  <c:v>99.198966999999996</c:v>
                </c:pt>
                <c:pt idx="2757">
                  <c:v>99.124283000000005</c:v>
                </c:pt>
                <c:pt idx="2758">
                  <c:v>99.020325</c:v>
                </c:pt>
                <c:pt idx="2759">
                  <c:v>98.898087000000004</c:v>
                </c:pt>
                <c:pt idx="2760">
                  <c:v>98.808402999999998</c:v>
                </c:pt>
                <c:pt idx="2761">
                  <c:v>98.686774999999997</c:v>
                </c:pt>
                <c:pt idx="2762">
                  <c:v>98.623642000000004</c:v>
                </c:pt>
                <c:pt idx="2763">
                  <c:v>98.554253000000003</c:v>
                </c:pt>
                <c:pt idx="2764">
                  <c:v>98.457306000000003</c:v>
                </c:pt>
                <c:pt idx="2765">
                  <c:v>98.381523000000001</c:v>
                </c:pt>
                <c:pt idx="2766">
                  <c:v>98.302811000000005</c:v>
                </c:pt>
                <c:pt idx="2767">
                  <c:v>98.203506000000004</c:v>
                </c:pt>
                <c:pt idx="2768">
                  <c:v>98.137787000000003</c:v>
                </c:pt>
                <c:pt idx="2769">
                  <c:v>98.104279000000005</c:v>
                </c:pt>
                <c:pt idx="2770">
                  <c:v>98.080817999999994</c:v>
                </c:pt>
                <c:pt idx="2771">
                  <c:v>98.079147000000006</c:v>
                </c:pt>
                <c:pt idx="2772">
                  <c:v>98.113358000000005</c:v>
                </c:pt>
                <c:pt idx="2773">
                  <c:v>98.158157000000003</c:v>
                </c:pt>
                <c:pt idx="2774">
                  <c:v>98.161545000000004</c:v>
                </c:pt>
                <c:pt idx="2775">
                  <c:v>98.145660000000007</c:v>
                </c:pt>
                <c:pt idx="2776">
                  <c:v>98.144180000000006</c:v>
                </c:pt>
                <c:pt idx="2777">
                  <c:v>98.117064999999997</c:v>
                </c:pt>
                <c:pt idx="2778">
                  <c:v>98.022530000000003</c:v>
                </c:pt>
                <c:pt idx="2779">
                  <c:v>97.921417000000005</c:v>
                </c:pt>
                <c:pt idx="2780">
                  <c:v>97.815224000000001</c:v>
                </c:pt>
                <c:pt idx="2781">
                  <c:v>97.700042999999994</c:v>
                </c:pt>
                <c:pt idx="2782">
                  <c:v>97.593902999999997</c:v>
                </c:pt>
                <c:pt idx="2783">
                  <c:v>97.508499</c:v>
                </c:pt>
                <c:pt idx="2784">
                  <c:v>97.399367999999996</c:v>
                </c:pt>
                <c:pt idx="2785">
                  <c:v>97.269699000000003</c:v>
                </c:pt>
                <c:pt idx="2786">
                  <c:v>97.135070999999996</c:v>
                </c:pt>
                <c:pt idx="2787">
                  <c:v>97.006766999999996</c:v>
                </c:pt>
                <c:pt idx="2788">
                  <c:v>96.888099999999994</c:v>
                </c:pt>
                <c:pt idx="2789">
                  <c:v>96.815689000000006</c:v>
                </c:pt>
                <c:pt idx="2790">
                  <c:v>96.722060999999997</c:v>
                </c:pt>
                <c:pt idx="2791">
                  <c:v>96.594939999999994</c:v>
                </c:pt>
                <c:pt idx="2792">
                  <c:v>96.437775000000002</c:v>
                </c:pt>
                <c:pt idx="2793">
                  <c:v>96.274742000000003</c:v>
                </c:pt>
                <c:pt idx="2794">
                  <c:v>96.136925000000005</c:v>
                </c:pt>
                <c:pt idx="2795">
                  <c:v>96.089911999999998</c:v>
                </c:pt>
                <c:pt idx="2796">
                  <c:v>96.149024999999995</c:v>
                </c:pt>
                <c:pt idx="2797">
                  <c:v>96.190414000000004</c:v>
                </c:pt>
                <c:pt idx="2798">
                  <c:v>96.194038000000006</c:v>
                </c:pt>
                <c:pt idx="2799">
                  <c:v>96.194755999999998</c:v>
                </c:pt>
                <c:pt idx="2800">
                  <c:v>96.231339000000006</c:v>
                </c:pt>
                <c:pt idx="2801">
                  <c:v>96.230277999999998</c:v>
                </c:pt>
                <c:pt idx="2802">
                  <c:v>96.190017999999995</c:v>
                </c:pt>
                <c:pt idx="2803">
                  <c:v>96.104691000000003</c:v>
                </c:pt>
                <c:pt idx="2804">
                  <c:v>95.977172999999993</c:v>
                </c:pt>
                <c:pt idx="2805">
                  <c:v>95.761887000000002</c:v>
                </c:pt>
                <c:pt idx="2806">
                  <c:v>95.503737999999998</c:v>
                </c:pt>
                <c:pt idx="2807">
                  <c:v>95.277366999999998</c:v>
                </c:pt>
                <c:pt idx="2808">
                  <c:v>95.101356999999993</c:v>
                </c:pt>
                <c:pt idx="2809">
                  <c:v>94.975853000000001</c:v>
                </c:pt>
                <c:pt idx="2810">
                  <c:v>94.885070999999996</c:v>
                </c:pt>
                <c:pt idx="2811">
                  <c:v>94.786422999999999</c:v>
                </c:pt>
                <c:pt idx="2812">
                  <c:v>94.701888999999994</c:v>
                </c:pt>
                <c:pt idx="2813">
                  <c:v>94.604102999999995</c:v>
                </c:pt>
                <c:pt idx="2814">
                  <c:v>94.482039999999998</c:v>
                </c:pt>
                <c:pt idx="2815">
                  <c:v>94.419623999999999</c:v>
                </c:pt>
                <c:pt idx="2816">
                  <c:v>94.403931</c:v>
                </c:pt>
                <c:pt idx="2817">
                  <c:v>94.401199000000005</c:v>
                </c:pt>
                <c:pt idx="2818">
                  <c:v>94.391318999999996</c:v>
                </c:pt>
                <c:pt idx="2819">
                  <c:v>94.363502999999994</c:v>
                </c:pt>
                <c:pt idx="2820">
                  <c:v>94.268615999999994</c:v>
                </c:pt>
                <c:pt idx="2821">
                  <c:v>94.144012000000004</c:v>
                </c:pt>
                <c:pt idx="2822">
                  <c:v>93.972649000000004</c:v>
                </c:pt>
                <c:pt idx="2823">
                  <c:v>93.747512999999998</c:v>
                </c:pt>
                <c:pt idx="2824">
                  <c:v>93.505279999999999</c:v>
                </c:pt>
                <c:pt idx="2825">
                  <c:v>93.270279000000002</c:v>
                </c:pt>
                <c:pt idx="2826">
                  <c:v>93.049994999999996</c:v>
                </c:pt>
                <c:pt idx="2827">
                  <c:v>92.858413999999996</c:v>
                </c:pt>
                <c:pt idx="2828">
                  <c:v>92.671172999999996</c:v>
                </c:pt>
                <c:pt idx="2829">
                  <c:v>92.529647999999995</c:v>
                </c:pt>
                <c:pt idx="2830">
                  <c:v>92.377960000000002</c:v>
                </c:pt>
                <c:pt idx="2831">
                  <c:v>92.196983000000003</c:v>
                </c:pt>
                <c:pt idx="2832">
                  <c:v>91.992812999999998</c:v>
                </c:pt>
                <c:pt idx="2833">
                  <c:v>91.838561999999996</c:v>
                </c:pt>
                <c:pt idx="2834">
                  <c:v>91.700683999999995</c:v>
                </c:pt>
                <c:pt idx="2835">
                  <c:v>91.578368999999995</c:v>
                </c:pt>
                <c:pt idx="2836">
                  <c:v>91.463904999999997</c:v>
                </c:pt>
                <c:pt idx="2837">
                  <c:v>91.368606999999997</c:v>
                </c:pt>
                <c:pt idx="2838">
                  <c:v>91.253035999999994</c:v>
                </c:pt>
                <c:pt idx="2839">
                  <c:v>91.148430000000005</c:v>
                </c:pt>
                <c:pt idx="2840">
                  <c:v>91.013076999999996</c:v>
                </c:pt>
                <c:pt idx="2841">
                  <c:v>90.881148999999994</c:v>
                </c:pt>
                <c:pt idx="2842">
                  <c:v>90.716324</c:v>
                </c:pt>
                <c:pt idx="2843">
                  <c:v>90.562347000000003</c:v>
                </c:pt>
                <c:pt idx="2844">
                  <c:v>90.409546000000006</c:v>
                </c:pt>
                <c:pt idx="2845">
                  <c:v>90.266434000000004</c:v>
                </c:pt>
                <c:pt idx="2846">
                  <c:v>90.100334000000004</c:v>
                </c:pt>
                <c:pt idx="2847">
                  <c:v>89.917090999999999</c:v>
                </c:pt>
                <c:pt idx="2848">
                  <c:v>89.793045000000006</c:v>
                </c:pt>
                <c:pt idx="2849">
                  <c:v>89.665619000000007</c:v>
                </c:pt>
                <c:pt idx="2850">
                  <c:v>89.523842000000002</c:v>
                </c:pt>
                <c:pt idx="2851">
                  <c:v>89.397514000000001</c:v>
                </c:pt>
                <c:pt idx="2852">
                  <c:v>89.301238999999995</c:v>
                </c:pt>
                <c:pt idx="2853">
                  <c:v>89.222588000000002</c:v>
                </c:pt>
                <c:pt idx="2854">
                  <c:v>89.108452</c:v>
                </c:pt>
                <c:pt idx="2855">
                  <c:v>88.996834000000007</c:v>
                </c:pt>
                <c:pt idx="2856">
                  <c:v>88.880927999999997</c:v>
                </c:pt>
                <c:pt idx="2857">
                  <c:v>88.776854999999998</c:v>
                </c:pt>
                <c:pt idx="2858">
                  <c:v>88.687126000000006</c:v>
                </c:pt>
                <c:pt idx="2859">
                  <c:v>88.597710000000006</c:v>
                </c:pt>
                <c:pt idx="2860">
                  <c:v>88.563789</c:v>
                </c:pt>
                <c:pt idx="2861">
                  <c:v>88.575462000000002</c:v>
                </c:pt>
                <c:pt idx="2862">
                  <c:v>88.588729999999998</c:v>
                </c:pt>
                <c:pt idx="2863">
                  <c:v>88.622459000000006</c:v>
                </c:pt>
                <c:pt idx="2864">
                  <c:v>88.686004999999994</c:v>
                </c:pt>
                <c:pt idx="2865">
                  <c:v>88.724800000000002</c:v>
                </c:pt>
                <c:pt idx="2866">
                  <c:v>88.783600000000007</c:v>
                </c:pt>
                <c:pt idx="2867">
                  <c:v>88.803780000000003</c:v>
                </c:pt>
                <c:pt idx="2868">
                  <c:v>88.758430000000004</c:v>
                </c:pt>
                <c:pt idx="2869">
                  <c:v>88.687331999999998</c:v>
                </c:pt>
                <c:pt idx="2870">
                  <c:v>88.594359999999995</c:v>
                </c:pt>
                <c:pt idx="2871">
                  <c:v>88.430817000000005</c:v>
                </c:pt>
                <c:pt idx="2872">
                  <c:v>88.215194999999994</c:v>
                </c:pt>
                <c:pt idx="2873">
                  <c:v>87.961105000000003</c:v>
                </c:pt>
                <c:pt idx="2874">
                  <c:v>87.725532999999999</c:v>
                </c:pt>
                <c:pt idx="2875">
                  <c:v>87.463645999999997</c:v>
                </c:pt>
                <c:pt idx="2876">
                  <c:v>87.159935000000004</c:v>
                </c:pt>
                <c:pt idx="2877">
                  <c:v>86.842986999999994</c:v>
                </c:pt>
                <c:pt idx="2878">
                  <c:v>86.557036999999994</c:v>
                </c:pt>
                <c:pt idx="2879">
                  <c:v>86.315535999999994</c:v>
                </c:pt>
                <c:pt idx="2880">
                  <c:v>86.116057999999995</c:v>
                </c:pt>
                <c:pt idx="2881">
                  <c:v>85.937370000000001</c:v>
                </c:pt>
                <c:pt idx="2882">
                  <c:v>85.776291000000001</c:v>
                </c:pt>
                <c:pt idx="2883">
                  <c:v>85.625015000000005</c:v>
                </c:pt>
                <c:pt idx="2884">
                  <c:v>85.491455000000002</c:v>
                </c:pt>
                <c:pt idx="2885">
                  <c:v>85.356171000000003</c:v>
                </c:pt>
                <c:pt idx="2886">
                  <c:v>85.240143000000003</c:v>
                </c:pt>
                <c:pt idx="2887">
                  <c:v>85.124640999999997</c:v>
                </c:pt>
                <c:pt idx="2888">
                  <c:v>85.018562000000003</c:v>
                </c:pt>
                <c:pt idx="2889">
                  <c:v>84.911392000000006</c:v>
                </c:pt>
                <c:pt idx="2890">
                  <c:v>84.828079000000002</c:v>
                </c:pt>
                <c:pt idx="2891">
                  <c:v>84.736389000000003</c:v>
                </c:pt>
                <c:pt idx="2892">
                  <c:v>84.689521999999997</c:v>
                </c:pt>
                <c:pt idx="2893">
                  <c:v>84.667702000000006</c:v>
                </c:pt>
                <c:pt idx="2894">
                  <c:v>84.581481999999994</c:v>
                </c:pt>
                <c:pt idx="2895">
                  <c:v>84.464873999999995</c:v>
                </c:pt>
                <c:pt idx="2896">
                  <c:v>84.332404999999994</c:v>
                </c:pt>
                <c:pt idx="2897">
                  <c:v>84.197265999999999</c:v>
                </c:pt>
                <c:pt idx="2898">
                  <c:v>84.072624000000005</c:v>
                </c:pt>
                <c:pt idx="2899">
                  <c:v>83.937492000000006</c:v>
                </c:pt>
                <c:pt idx="2900">
                  <c:v>83.797127000000003</c:v>
                </c:pt>
                <c:pt idx="2901">
                  <c:v>83.643456</c:v>
                </c:pt>
                <c:pt idx="2902">
                  <c:v>83.550506999999996</c:v>
                </c:pt>
                <c:pt idx="2903">
                  <c:v>83.478210000000004</c:v>
                </c:pt>
                <c:pt idx="2904">
                  <c:v>83.449248999999995</c:v>
                </c:pt>
                <c:pt idx="2905">
                  <c:v>83.368851000000006</c:v>
                </c:pt>
                <c:pt idx="2906">
                  <c:v>83.311333000000005</c:v>
                </c:pt>
                <c:pt idx="2907">
                  <c:v>83.236534000000006</c:v>
                </c:pt>
                <c:pt idx="2908">
                  <c:v>83.174103000000002</c:v>
                </c:pt>
                <c:pt idx="2909">
                  <c:v>83.137955000000005</c:v>
                </c:pt>
                <c:pt idx="2910">
                  <c:v>83.101067</c:v>
                </c:pt>
                <c:pt idx="2911">
                  <c:v>83.053878999999995</c:v>
                </c:pt>
                <c:pt idx="2912">
                  <c:v>83.036957000000001</c:v>
                </c:pt>
                <c:pt idx="2913">
                  <c:v>83.033867000000001</c:v>
                </c:pt>
                <c:pt idx="2914">
                  <c:v>83.029235999999997</c:v>
                </c:pt>
                <c:pt idx="2915">
                  <c:v>83.034865999999994</c:v>
                </c:pt>
                <c:pt idx="2916">
                  <c:v>83.070205999999999</c:v>
                </c:pt>
                <c:pt idx="2917">
                  <c:v>83.104202000000001</c:v>
                </c:pt>
                <c:pt idx="2918">
                  <c:v>83.139381</c:v>
                </c:pt>
                <c:pt idx="2919">
                  <c:v>83.189239999999998</c:v>
                </c:pt>
                <c:pt idx="2920">
                  <c:v>83.232330000000005</c:v>
                </c:pt>
                <c:pt idx="2921">
                  <c:v>83.305983999999995</c:v>
                </c:pt>
                <c:pt idx="2922">
                  <c:v>83.326583999999997</c:v>
                </c:pt>
                <c:pt idx="2923">
                  <c:v>83.304130999999998</c:v>
                </c:pt>
                <c:pt idx="2924">
                  <c:v>83.238784999999993</c:v>
                </c:pt>
                <c:pt idx="2925">
                  <c:v>83.160758999999999</c:v>
                </c:pt>
                <c:pt idx="2926">
                  <c:v>83.073905999999994</c:v>
                </c:pt>
                <c:pt idx="2927">
                  <c:v>82.940033</c:v>
                </c:pt>
                <c:pt idx="2928">
                  <c:v>82.766700999999998</c:v>
                </c:pt>
                <c:pt idx="2929">
                  <c:v>82.632416000000006</c:v>
                </c:pt>
                <c:pt idx="2930">
                  <c:v>82.494888000000003</c:v>
                </c:pt>
                <c:pt idx="2931">
                  <c:v>82.377853000000002</c:v>
                </c:pt>
                <c:pt idx="2932">
                  <c:v>82.238181999999995</c:v>
                </c:pt>
                <c:pt idx="2933">
                  <c:v>82.180374</c:v>
                </c:pt>
                <c:pt idx="2934">
                  <c:v>82.119231999999997</c:v>
                </c:pt>
                <c:pt idx="2935">
                  <c:v>82.078247000000005</c:v>
                </c:pt>
                <c:pt idx="2936">
                  <c:v>82.013390000000001</c:v>
                </c:pt>
                <c:pt idx="2937">
                  <c:v>81.949348000000001</c:v>
                </c:pt>
                <c:pt idx="2938">
                  <c:v>81.915344000000005</c:v>
                </c:pt>
                <c:pt idx="2939">
                  <c:v>81.845337000000001</c:v>
                </c:pt>
                <c:pt idx="2940">
                  <c:v>81.759147999999996</c:v>
                </c:pt>
                <c:pt idx="2941">
                  <c:v>81.614372000000003</c:v>
                </c:pt>
                <c:pt idx="2942">
                  <c:v>81.416595000000001</c:v>
                </c:pt>
                <c:pt idx="2943">
                  <c:v>81.200844000000004</c:v>
                </c:pt>
                <c:pt idx="2944">
                  <c:v>80.988906999999998</c:v>
                </c:pt>
                <c:pt idx="2945">
                  <c:v>80.827247999999997</c:v>
                </c:pt>
                <c:pt idx="2946">
                  <c:v>80.682952999999998</c:v>
                </c:pt>
                <c:pt idx="2947">
                  <c:v>80.564460999999994</c:v>
                </c:pt>
                <c:pt idx="2948">
                  <c:v>80.449409000000003</c:v>
                </c:pt>
                <c:pt idx="2949">
                  <c:v>80.350273000000001</c:v>
                </c:pt>
                <c:pt idx="2950">
                  <c:v>80.282936000000007</c:v>
                </c:pt>
                <c:pt idx="2951">
                  <c:v>80.254020999999995</c:v>
                </c:pt>
                <c:pt idx="2952">
                  <c:v>80.231041000000005</c:v>
                </c:pt>
                <c:pt idx="2953">
                  <c:v>80.206008999999995</c:v>
                </c:pt>
                <c:pt idx="2954">
                  <c:v>80.197997999999998</c:v>
                </c:pt>
                <c:pt idx="2955">
                  <c:v>80.203361999999998</c:v>
                </c:pt>
                <c:pt idx="2956">
                  <c:v>80.172272000000007</c:v>
                </c:pt>
                <c:pt idx="2957">
                  <c:v>80.123581000000001</c:v>
                </c:pt>
                <c:pt idx="2958">
                  <c:v>80.063582999999994</c:v>
                </c:pt>
                <c:pt idx="2959">
                  <c:v>79.986839000000003</c:v>
                </c:pt>
                <c:pt idx="2960">
                  <c:v>79.894103999999999</c:v>
                </c:pt>
                <c:pt idx="2961">
                  <c:v>79.774330000000006</c:v>
                </c:pt>
                <c:pt idx="2962">
                  <c:v>79.612121999999999</c:v>
                </c:pt>
                <c:pt idx="2963">
                  <c:v>79.445366000000007</c:v>
                </c:pt>
                <c:pt idx="2964">
                  <c:v>79.281265000000005</c:v>
                </c:pt>
                <c:pt idx="2965">
                  <c:v>79.133872999999994</c:v>
                </c:pt>
                <c:pt idx="2966">
                  <c:v>78.956199999999995</c:v>
                </c:pt>
                <c:pt idx="2967">
                  <c:v>78.768265</c:v>
                </c:pt>
                <c:pt idx="2968">
                  <c:v>78.571738999999994</c:v>
                </c:pt>
                <c:pt idx="2969">
                  <c:v>78.378760999999997</c:v>
                </c:pt>
                <c:pt idx="2970">
                  <c:v>78.250968999999998</c:v>
                </c:pt>
                <c:pt idx="2971">
                  <c:v>78.180992000000003</c:v>
                </c:pt>
                <c:pt idx="2972">
                  <c:v>78.143828999999997</c:v>
                </c:pt>
                <c:pt idx="2973">
                  <c:v>78.116866999999999</c:v>
                </c:pt>
                <c:pt idx="2974">
                  <c:v>78.137360000000001</c:v>
                </c:pt>
                <c:pt idx="2975">
                  <c:v>78.303177000000005</c:v>
                </c:pt>
                <c:pt idx="2976">
                  <c:v>78.838538999999997</c:v>
                </c:pt>
                <c:pt idx="2977">
                  <c:v>80.039237999999997</c:v>
                </c:pt>
                <c:pt idx="2978">
                  <c:v>81.749397000000002</c:v>
                </c:pt>
                <c:pt idx="2979">
                  <c:v>83.326438999999993</c:v>
                </c:pt>
                <c:pt idx="2980">
                  <c:v>84.131989000000004</c:v>
                </c:pt>
                <c:pt idx="2981">
                  <c:v>83.958160000000007</c:v>
                </c:pt>
                <c:pt idx="2982">
                  <c:v>81.549537999999998</c:v>
                </c:pt>
                <c:pt idx="2983">
                  <c:v>79.758499</c:v>
                </c:pt>
                <c:pt idx="2984">
                  <c:v>78.779410999999996</c:v>
                </c:pt>
                <c:pt idx="2985">
                  <c:v>78.293807999999999</c:v>
                </c:pt>
                <c:pt idx="2986">
                  <c:v>78.075462000000002</c:v>
                </c:pt>
                <c:pt idx="2987">
                  <c:v>77.953888000000006</c:v>
                </c:pt>
                <c:pt idx="2988">
                  <c:v>77.827186999999995</c:v>
                </c:pt>
                <c:pt idx="2989">
                  <c:v>77.663360999999995</c:v>
                </c:pt>
                <c:pt idx="2990">
                  <c:v>77.461922000000001</c:v>
                </c:pt>
                <c:pt idx="2991">
                  <c:v>77.236762999999996</c:v>
                </c:pt>
                <c:pt idx="2992">
                  <c:v>77.028830999999997</c:v>
                </c:pt>
                <c:pt idx="2993">
                  <c:v>76.843124000000003</c:v>
                </c:pt>
                <c:pt idx="2994">
                  <c:v>76.682548999999995</c:v>
                </c:pt>
                <c:pt idx="2995">
                  <c:v>76.543700999999999</c:v>
                </c:pt>
                <c:pt idx="2996">
                  <c:v>76.404601999999997</c:v>
                </c:pt>
                <c:pt idx="2997">
                  <c:v>76.308075000000002</c:v>
                </c:pt>
                <c:pt idx="2998">
                  <c:v>76.245521999999994</c:v>
                </c:pt>
                <c:pt idx="2999">
                  <c:v>76.225348999999994</c:v>
                </c:pt>
                <c:pt idx="3000">
                  <c:v>76.204719999999995</c:v>
                </c:pt>
                <c:pt idx="3001">
                  <c:v>76.188118000000003</c:v>
                </c:pt>
                <c:pt idx="3002">
                  <c:v>76.180260000000004</c:v>
                </c:pt>
                <c:pt idx="3003">
                  <c:v>76.138846999999998</c:v>
                </c:pt>
                <c:pt idx="3004">
                  <c:v>76.080451999999994</c:v>
                </c:pt>
                <c:pt idx="3005">
                  <c:v>76.010177999999996</c:v>
                </c:pt>
                <c:pt idx="3006">
                  <c:v>75.924132999999998</c:v>
                </c:pt>
                <c:pt idx="3007">
                  <c:v>75.825232999999997</c:v>
                </c:pt>
                <c:pt idx="3008">
                  <c:v>75.774483000000004</c:v>
                </c:pt>
                <c:pt idx="3009">
                  <c:v>75.788673000000003</c:v>
                </c:pt>
                <c:pt idx="3010">
                  <c:v>75.856155000000001</c:v>
                </c:pt>
                <c:pt idx="3011">
                  <c:v>75.916327999999993</c:v>
                </c:pt>
                <c:pt idx="3012">
                  <c:v>75.916374000000005</c:v>
                </c:pt>
                <c:pt idx="3013">
                  <c:v>75.868324000000001</c:v>
                </c:pt>
                <c:pt idx="3014">
                  <c:v>75.853386</c:v>
                </c:pt>
                <c:pt idx="3015">
                  <c:v>75.957779000000002</c:v>
                </c:pt>
                <c:pt idx="3016">
                  <c:v>76.193916000000002</c:v>
                </c:pt>
                <c:pt idx="3017">
                  <c:v>76.429648999999998</c:v>
                </c:pt>
                <c:pt idx="3018">
                  <c:v>76.608788000000004</c:v>
                </c:pt>
                <c:pt idx="3019">
                  <c:v>76.782875000000004</c:v>
                </c:pt>
                <c:pt idx="3020">
                  <c:v>76.946167000000003</c:v>
                </c:pt>
                <c:pt idx="3021">
                  <c:v>77.078277999999997</c:v>
                </c:pt>
                <c:pt idx="3022">
                  <c:v>77.183700999999999</c:v>
                </c:pt>
                <c:pt idx="3023">
                  <c:v>77.283057999999997</c:v>
                </c:pt>
                <c:pt idx="3024">
                  <c:v>77.377791999999999</c:v>
                </c:pt>
                <c:pt idx="3025">
                  <c:v>77.464332999999996</c:v>
                </c:pt>
                <c:pt idx="3026">
                  <c:v>77.520568999999995</c:v>
                </c:pt>
                <c:pt idx="3027">
                  <c:v>77.548546000000002</c:v>
                </c:pt>
                <c:pt idx="3028">
                  <c:v>77.558837999999994</c:v>
                </c:pt>
                <c:pt idx="3029">
                  <c:v>77.556624999999997</c:v>
                </c:pt>
                <c:pt idx="3030">
                  <c:v>77.545113000000001</c:v>
                </c:pt>
                <c:pt idx="3031">
                  <c:v>77.526184000000001</c:v>
                </c:pt>
                <c:pt idx="3032">
                  <c:v>77.497932000000006</c:v>
                </c:pt>
                <c:pt idx="3033">
                  <c:v>77.466362000000004</c:v>
                </c:pt>
                <c:pt idx="3034">
                  <c:v>77.446793</c:v>
                </c:pt>
                <c:pt idx="3035">
                  <c:v>77.458633000000006</c:v>
                </c:pt>
                <c:pt idx="3036">
                  <c:v>77.512016000000003</c:v>
                </c:pt>
                <c:pt idx="3037">
                  <c:v>77.623688000000001</c:v>
                </c:pt>
                <c:pt idx="3038">
                  <c:v>77.799010999999993</c:v>
                </c:pt>
                <c:pt idx="3039">
                  <c:v>77.999938999999998</c:v>
                </c:pt>
                <c:pt idx="3040">
                  <c:v>78.196280999999999</c:v>
                </c:pt>
                <c:pt idx="3041">
                  <c:v>78.346558000000002</c:v>
                </c:pt>
                <c:pt idx="3042">
                  <c:v>78.437447000000006</c:v>
                </c:pt>
                <c:pt idx="3043">
                  <c:v>78.492553999999998</c:v>
                </c:pt>
                <c:pt idx="3044">
                  <c:v>78.554848000000007</c:v>
                </c:pt>
                <c:pt idx="3045">
                  <c:v>78.653182999999999</c:v>
                </c:pt>
                <c:pt idx="3046">
                  <c:v>78.784767000000002</c:v>
                </c:pt>
                <c:pt idx="3047">
                  <c:v>78.924544999999995</c:v>
                </c:pt>
                <c:pt idx="3048">
                  <c:v>79.016548</c:v>
                </c:pt>
                <c:pt idx="3049">
                  <c:v>79.039046999999997</c:v>
                </c:pt>
                <c:pt idx="3050">
                  <c:v>78.969009</c:v>
                </c:pt>
                <c:pt idx="3051">
                  <c:v>78.816811000000001</c:v>
                </c:pt>
                <c:pt idx="3052">
                  <c:v>78.627990999999994</c:v>
                </c:pt>
                <c:pt idx="3053">
                  <c:v>78.460762000000003</c:v>
                </c:pt>
                <c:pt idx="3054">
                  <c:v>78.333870000000005</c:v>
                </c:pt>
                <c:pt idx="3055">
                  <c:v>78.234031999999999</c:v>
                </c:pt>
                <c:pt idx="3056">
                  <c:v>78.179207000000005</c:v>
                </c:pt>
                <c:pt idx="3057">
                  <c:v>78.121216000000004</c:v>
                </c:pt>
                <c:pt idx="3058">
                  <c:v>78.104515000000006</c:v>
                </c:pt>
                <c:pt idx="3059">
                  <c:v>78.090027000000006</c:v>
                </c:pt>
                <c:pt idx="3060">
                  <c:v>78.072868</c:v>
                </c:pt>
                <c:pt idx="3061">
                  <c:v>78.017380000000003</c:v>
                </c:pt>
                <c:pt idx="3062">
                  <c:v>77.887207000000004</c:v>
                </c:pt>
                <c:pt idx="3063">
                  <c:v>77.686278999999999</c:v>
                </c:pt>
                <c:pt idx="3064">
                  <c:v>77.452231999999995</c:v>
                </c:pt>
                <c:pt idx="3065">
                  <c:v>77.256720999999999</c:v>
                </c:pt>
                <c:pt idx="3066">
                  <c:v>77.108497999999997</c:v>
                </c:pt>
                <c:pt idx="3067">
                  <c:v>76.992485000000002</c:v>
                </c:pt>
                <c:pt idx="3068">
                  <c:v>76.874206999999998</c:v>
                </c:pt>
                <c:pt idx="3069">
                  <c:v>76.739975000000001</c:v>
                </c:pt>
                <c:pt idx="3070">
                  <c:v>76.609261000000004</c:v>
                </c:pt>
                <c:pt idx="3071">
                  <c:v>76.479523</c:v>
                </c:pt>
                <c:pt idx="3072">
                  <c:v>76.370711999999997</c:v>
                </c:pt>
                <c:pt idx="3073">
                  <c:v>76.289306999999994</c:v>
                </c:pt>
                <c:pt idx="3074">
                  <c:v>76.230575999999999</c:v>
                </c:pt>
                <c:pt idx="3075">
                  <c:v>76.174080000000004</c:v>
                </c:pt>
                <c:pt idx="3076">
                  <c:v>76.108474999999999</c:v>
                </c:pt>
                <c:pt idx="3077">
                  <c:v>76.028380999999996</c:v>
                </c:pt>
                <c:pt idx="3078">
                  <c:v>75.940230999999997</c:v>
                </c:pt>
                <c:pt idx="3079">
                  <c:v>75.856719999999996</c:v>
                </c:pt>
                <c:pt idx="3080">
                  <c:v>75.783553999999995</c:v>
                </c:pt>
                <c:pt idx="3081">
                  <c:v>75.741767999999993</c:v>
                </c:pt>
                <c:pt idx="3082">
                  <c:v>75.715018999999998</c:v>
                </c:pt>
                <c:pt idx="3083">
                  <c:v>75.704102000000006</c:v>
                </c:pt>
                <c:pt idx="3084">
                  <c:v>75.699096999999995</c:v>
                </c:pt>
                <c:pt idx="3085">
                  <c:v>75.702979999999997</c:v>
                </c:pt>
                <c:pt idx="3086">
                  <c:v>75.808197000000007</c:v>
                </c:pt>
                <c:pt idx="3087">
                  <c:v>75.874397000000002</c:v>
                </c:pt>
                <c:pt idx="3088">
                  <c:v>75.920997999999997</c:v>
                </c:pt>
                <c:pt idx="3089">
                  <c:v>75.956847999999994</c:v>
                </c:pt>
                <c:pt idx="3090">
                  <c:v>75.976546999999997</c:v>
                </c:pt>
                <c:pt idx="3091">
                  <c:v>75.969077999999996</c:v>
                </c:pt>
                <c:pt idx="3092">
                  <c:v>75.928741000000002</c:v>
                </c:pt>
                <c:pt idx="3093">
                  <c:v>75.848472999999998</c:v>
                </c:pt>
                <c:pt idx="3094">
                  <c:v>75.734215000000006</c:v>
                </c:pt>
                <c:pt idx="3095">
                  <c:v>75.618553000000006</c:v>
                </c:pt>
                <c:pt idx="3096">
                  <c:v>75.534058000000002</c:v>
                </c:pt>
                <c:pt idx="3097">
                  <c:v>75.486282000000003</c:v>
                </c:pt>
                <c:pt idx="3098">
                  <c:v>75.466087000000002</c:v>
                </c:pt>
                <c:pt idx="3099">
                  <c:v>75.451256000000001</c:v>
                </c:pt>
                <c:pt idx="3100">
                  <c:v>75.416267000000005</c:v>
                </c:pt>
                <c:pt idx="3101">
                  <c:v>75.351616000000007</c:v>
                </c:pt>
                <c:pt idx="3102">
                  <c:v>75.268944000000005</c:v>
                </c:pt>
                <c:pt idx="3103">
                  <c:v>75.186629999999994</c:v>
                </c:pt>
                <c:pt idx="3104">
                  <c:v>75.113388</c:v>
                </c:pt>
                <c:pt idx="3105">
                  <c:v>75.043282000000005</c:v>
                </c:pt>
                <c:pt idx="3106">
                  <c:v>74.981369000000001</c:v>
                </c:pt>
                <c:pt idx="3107">
                  <c:v>74.923828</c:v>
                </c:pt>
                <c:pt idx="3108">
                  <c:v>74.868651999999997</c:v>
                </c:pt>
                <c:pt idx="3109">
                  <c:v>74.810112000000004</c:v>
                </c:pt>
                <c:pt idx="3110">
                  <c:v>74.748795000000001</c:v>
                </c:pt>
                <c:pt idx="3111">
                  <c:v>74.690551999999997</c:v>
                </c:pt>
                <c:pt idx="3112">
                  <c:v>74.646361999999996</c:v>
                </c:pt>
                <c:pt idx="3113">
                  <c:v>74.619575999999995</c:v>
                </c:pt>
                <c:pt idx="3114">
                  <c:v>74.609734000000003</c:v>
                </c:pt>
                <c:pt idx="3115">
                  <c:v>74.615264999999994</c:v>
                </c:pt>
                <c:pt idx="3116">
                  <c:v>74.631584000000004</c:v>
                </c:pt>
                <c:pt idx="3117">
                  <c:v>74.664710999999997</c:v>
                </c:pt>
                <c:pt idx="3118">
                  <c:v>74.718895000000003</c:v>
                </c:pt>
                <c:pt idx="3119">
                  <c:v>74.791283000000007</c:v>
                </c:pt>
                <c:pt idx="3120">
                  <c:v>74.887282999999996</c:v>
                </c:pt>
                <c:pt idx="3121">
                  <c:v>75.002510000000001</c:v>
                </c:pt>
                <c:pt idx="3122">
                  <c:v>75.137687999999997</c:v>
                </c:pt>
                <c:pt idx="3123">
                  <c:v>75.289299</c:v>
                </c:pt>
                <c:pt idx="3124">
                  <c:v>75.448577999999998</c:v>
                </c:pt>
                <c:pt idx="3125">
                  <c:v>75.613051999999996</c:v>
                </c:pt>
                <c:pt idx="3126">
                  <c:v>75.780174000000002</c:v>
                </c:pt>
                <c:pt idx="3127">
                  <c:v>75.954155</c:v>
                </c:pt>
                <c:pt idx="3128">
                  <c:v>76.140929999999997</c:v>
                </c:pt>
                <c:pt idx="3129">
                  <c:v>76.340041999999997</c:v>
                </c:pt>
                <c:pt idx="3130">
                  <c:v>76.492042999999995</c:v>
                </c:pt>
                <c:pt idx="3131">
                  <c:v>76.534576000000001</c:v>
                </c:pt>
                <c:pt idx="3132">
                  <c:v>76.460335000000001</c:v>
                </c:pt>
                <c:pt idx="3133">
                  <c:v>76.287209000000004</c:v>
                </c:pt>
                <c:pt idx="3134">
                  <c:v>76.144951000000006</c:v>
                </c:pt>
                <c:pt idx="3135">
                  <c:v>76.007987999999997</c:v>
                </c:pt>
                <c:pt idx="3136">
                  <c:v>75.874602999999993</c:v>
                </c:pt>
                <c:pt idx="3137">
                  <c:v>75.774192999999997</c:v>
                </c:pt>
                <c:pt idx="3138">
                  <c:v>75.684853000000004</c:v>
                </c:pt>
                <c:pt idx="3139">
                  <c:v>75.607544000000004</c:v>
                </c:pt>
                <c:pt idx="3140">
                  <c:v>75.562920000000005</c:v>
                </c:pt>
                <c:pt idx="3141">
                  <c:v>75.555733000000004</c:v>
                </c:pt>
                <c:pt idx="3142">
                  <c:v>75.580521000000005</c:v>
                </c:pt>
                <c:pt idx="3143">
                  <c:v>75.613395999999995</c:v>
                </c:pt>
                <c:pt idx="3144">
                  <c:v>75.623039000000006</c:v>
                </c:pt>
                <c:pt idx="3145">
                  <c:v>75.550246999999999</c:v>
                </c:pt>
                <c:pt idx="3146">
                  <c:v>75.370834000000002</c:v>
                </c:pt>
                <c:pt idx="3147">
                  <c:v>75.195014999999998</c:v>
                </c:pt>
                <c:pt idx="3148">
                  <c:v>75.065887000000004</c:v>
                </c:pt>
                <c:pt idx="3149">
                  <c:v>74.943634000000003</c:v>
                </c:pt>
                <c:pt idx="3150">
                  <c:v>74.826713999999996</c:v>
                </c:pt>
                <c:pt idx="3151">
                  <c:v>74.745804000000007</c:v>
                </c:pt>
                <c:pt idx="3152">
                  <c:v>74.697722999999996</c:v>
                </c:pt>
                <c:pt idx="3153">
                  <c:v>74.694785999999993</c:v>
                </c:pt>
                <c:pt idx="3154">
                  <c:v>74.720862999999994</c:v>
                </c:pt>
                <c:pt idx="3155">
                  <c:v>74.711449000000002</c:v>
                </c:pt>
                <c:pt idx="3156">
                  <c:v>74.615539999999996</c:v>
                </c:pt>
                <c:pt idx="3157">
                  <c:v>74.471596000000005</c:v>
                </c:pt>
                <c:pt idx="3158">
                  <c:v>74.350776999999994</c:v>
                </c:pt>
                <c:pt idx="3159">
                  <c:v>74.313064999999995</c:v>
                </c:pt>
                <c:pt idx="3160">
                  <c:v>74.294669999999996</c:v>
                </c:pt>
                <c:pt idx="3161">
                  <c:v>74.239638999999997</c:v>
                </c:pt>
                <c:pt idx="3162">
                  <c:v>74.158996999999999</c:v>
                </c:pt>
                <c:pt idx="3163">
                  <c:v>74.071197999999995</c:v>
                </c:pt>
                <c:pt idx="3164">
                  <c:v>73.943268000000003</c:v>
                </c:pt>
                <c:pt idx="3165">
                  <c:v>73.710448999999997</c:v>
                </c:pt>
                <c:pt idx="3166">
                  <c:v>73.363975999999994</c:v>
                </c:pt>
                <c:pt idx="3167">
                  <c:v>72.877785000000003</c:v>
                </c:pt>
                <c:pt idx="3168">
                  <c:v>72.248786999999993</c:v>
                </c:pt>
                <c:pt idx="3169">
                  <c:v>71.533325000000005</c:v>
                </c:pt>
                <c:pt idx="3170">
                  <c:v>71.012939000000003</c:v>
                </c:pt>
                <c:pt idx="3171">
                  <c:v>70.666397000000003</c:v>
                </c:pt>
                <c:pt idx="3172">
                  <c:v>70.533562000000003</c:v>
                </c:pt>
                <c:pt idx="3173">
                  <c:v>70.680176000000003</c:v>
                </c:pt>
                <c:pt idx="3174">
                  <c:v>71.052916999999994</c:v>
                </c:pt>
                <c:pt idx="3175">
                  <c:v>71.600089999999994</c:v>
                </c:pt>
                <c:pt idx="3176">
                  <c:v>72.197722999999996</c:v>
                </c:pt>
                <c:pt idx="3177">
                  <c:v>72.466605999999999</c:v>
                </c:pt>
                <c:pt idx="3178">
                  <c:v>72.482353000000003</c:v>
                </c:pt>
                <c:pt idx="3179">
                  <c:v>72.309546999999995</c:v>
                </c:pt>
                <c:pt idx="3180">
                  <c:v>72.112549000000001</c:v>
                </c:pt>
                <c:pt idx="3181">
                  <c:v>71.906715000000005</c:v>
                </c:pt>
                <c:pt idx="3182">
                  <c:v>71.742690999999994</c:v>
                </c:pt>
                <c:pt idx="3183">
                  <c:v>71.593627999999995</c:v>
                </c:pt>
                <c:pt idx="3184">
                  <c:v>71.463004999999995</c:v>
                </c:pt>
                <c:pt idx="3185">
                  <c:v>71.381507999999997</c:v>
                </c:pt>
                <c:pt idx="3186">
                  <c:v>71.141174000000007</c:v>
                </c:pt>
                <c:pt idx="3187">
                  <c:v>70.760506000000007</c:v>
                </c:pt>
                <c:pt idx="3188">
                  <c:v>70.239379999999997</c:v>
                </c:pt>
                <c:pt idx="3189">
                  <c:v>69.741371000000001</c:v>
                </c:pt>
                <c:pt idx="3190">
                  <c:v>69.412009999999995</c:v>
                </c:pt>
                <c:pt idx="3191">
                  <c:v>69.447486999999995</c:v>
                </c:pt>
                <c:pt idx="3192">
                  <c:v>69.915244999999999</c:v>
                </c:pt>
                <c:pt idx="3193">
                  <c:v>70.474784999999997</c:v>
                </c:pt>
                <c:pt idx="3194">
                  <c:v>71.039253000000002</c:v>
                </c:pt>
                <c:pt idx="3195">
                  <c:v>71.59845</c:v>
                </c:pt>
                <c:pt idx="3196">
                  <c:v>72.075721999999999</c:v>
                </c:pt>
                <c:pt idx="3197">
                  <c:v>72.386123999999995</c:v>
                </c:pt>
                <c:pt idx="3198">
                  <c:v>72.591269999999994</c:v>
                </c:pt>
                <c:pt idx="3199">
                  <c:v>72.668021999999993</c:v>
                </c:pt>
                <c:pt idx="3200">
                  <c:v>72.624236999999994</c:v>
                </c:pt>
                <c:pt idx="3201">
                  <c:v>72.553657999999999</c:v>
                </c:pt>
                <c:pt idx="3202">
                  <c:v>72.490798999999996</c:v>
                </c:pt>
                <c:pt idx="3203">
                  <c:v>72.419433999999995</c:v>
                </c:pt>
                <c:pt idx="3204">
                  <c:v>72.326774999999998</c:v>
                </c:pt>
                <c:pt idx="3205">
                  <c:v>72.268744999999996</c:v>
                </c:pt>
                <c:pt idx="3206">
                  <c:v>72.285460999999998</c:v>
                </c:pt>
                <c:pt idx="3207">
                  <c:v>72.336594000000005</c:v>
                </c:pt>
                <c:pt idx="3208">
                  <c:v>72.417236000000003</c:v>
                </c:pt>
                <c:pt idx="3209">
                  <c:v>72.495643999999999</c:v>
                </c:pt>
                <c:pt idx="3210">
                  <c:v>72.619797000000005</c:v>
                </c:pt>
                <c:pt idx="3211">
                  <c:v>72.606560000000002</c:v>
                </c:pt>
                <c:pt idx="3212">
                  <c:v>72.505211000000003</c:v>
                </c:pt>
                <c:pt idx="3213">
                  <c:v>72.201424000000003</c:v>
                </c:pt>
                <c:pt idx="3214">
                  <c:v>71.676163000000003</c:v>
                </c:pt>
                <c:pt idx="3215">
                  <c:v>70.890197999999998</c:v>
                </c:pt>
                <c:pt idx="3216">
                  <c:v>69.894119000000003</c:v>
                </c:pt>
                <c:pt idx="3217">
                  <c:v>68.918114000000003</c:v>
                </c:pt>
                <c:pt idx="3218">
                  <c:v>68.117644999999996</c:v>
                </c:pt>
                <c:pt idx="3219">
                  <c:v>67.507423000000003</c:v>
                </c:pt>
                <c:pt idx="3220">
                  <c:v>67.041306000000006</c:v>
                </c:pt>
                <c:pt idx="3221">
                  <c:v>66.846519000000001</c:v>
                </c:pt>
                <c:pt idx="3222">
                  <c:v>66.791602999999995</c:v>
                </c:pt>
                <c:pt idx="3223">
                  <c:v>66.727478000000005</c:v>
                </c:pt>
                <c:pt idx="3224">
                  <c:v>66.677734000000001</c:v>
                </c:pt>
                <c:pt idx="3225">
                  <c:v>66.643119999999996</c:v>
                </c:pt>
                <c:pt idx="3226">
                  <c:v>66.636032</c:v>
                </c:pt>
                <c:pt idx="3227">
                  <c:v>66.647628999999995</c:v>
                </c:pt>
                <c:pt idx="3228">
                  <c:v>66.678696000000002</c:v>
                </c:pt>
                <c:pt idx="3229">
                  <c:v>66.726676999999995</c:v>
                </c:pt>
                <c:pt idx="3230">
                  <c:v>66.782454999999999</c:v>
                </c:pt>
                <c:pt idx="3231">
                  <c:v>66.838736999999995</c:v>
                </c:pt>
                <c:pt idx="3232">
                  <c:v>66.919212000000002</c:v>
                </c:pt>
                <c:pt idx="3233">
                  <c:v>67.237403999999998</c:v>
                </c:pt>
                <c:pt idx="3234">
                  <c:v>67.514579999999995</c:v>
                </c:pt>
                <c:pt idx="3235">
                  <c:v>67.848526000000007</c:v>
                </c:pt>
                <c:pt idx="3236">
                  <c:v>68.283714000000003</c:v>
                </c:pt>
                <c:pt idx="3237">
                  <c:v>68.763260000000002</c:v>
                </c:pt>
                <c:pt idx="3238">
                  <c:v>69.306183000000004</c:v>
                </c:pt>
                <c:pt idx="3239">
                  <c:v>69.619727999999995</c:v>
                </c:pt>
                <c:pt idx="3240">
                  <c:v>69.793007000000003</c:v>
                </c:pt>
                <c:pt idx="3241">
                  <c:v>69.924515</c:v>
                </c:pt>
                <c:pt idx="3242">
                  <c:v>70.097960999999998</c:v>
                </c:pt>
                <c:pt idx="3243">
                  <c:v>70.308327000000006</c:v>
                </c:pt>
                <c:pt idx="3244">
                  <c:v>70.493697999999995</c:v>
                </c:pt>
                <c:pt idx="3245">
                  <c:v>70.659903999999997</c:v>
                </c:pt>
                <c:pt idx="3246">
                  <c:v>70.808837999999994</c:v>
                </c:pt>
                <c:pt idx="3247">
                  <c:v>70.923850999999999</c:v>
                </c:pt>
                <c:pt idx="3248">
                  <c:v>71.037696999999994</c:v>
                </c:pt>
                <c:pt idx="3249">
                  <c:v>71.143837000000005</c:v>
                </c:pt>
                <c:pt idx="3250">
                  <c:v>71.235534999999999</c:v>
                </c:pt>
                <c:pt idx="3251">
                  <c:v>71.275069999999999</c:v>
                </c:pt>
                <c:pt idx="3252">
                  <c:v>71.238326999999998</c:v>
                </c:pt>
                <c:pt idx="3253">
                  <c:v>71.134972000000005</c:v>
                </c:pt>
                <c:pt idx="3254">
                  <c:v>71.007874000000001</c:v>
                </c:pt>
                <c:pt idx="3255">
                  <c:v>70.907677000000007</c:v>
                </c:pt>
                <c:pt idx="3256">
                  <c:v>70.845680000000002</c:v>
                </c:pt>
                <c:pt idx="3257">
                  <c:v>70.834571999999994</c:v>
                </c:pt>
                <c:pt idx="3258">
                  <c:v>70.892700000000005</c:v>
                </c:pt>
                <c:pt idx="3259">
                  <c:v>71.003310999999997</c:v>
                </c:pt>
                <c:pt idx="3260">
                  <c:v>71.141930000000002</c:v>
                </c:pt>
                <c:pt idx="3261">
                  <c:v>71.270690999999999</c:v>
                </c:pt>
                <c:pt idx="3262">
                  <c:v>71.386475000000004</c:v>
                </c:pt>
                <c:pt idx="3263">
                  <c:v>71.493949999999998</c:v>
                </c:pt>
                <c:pt idx="3264">
                  <c:v>71.590477000000007</c:v>
                </c:pt>
                <c:pt idx="3265">
                  <c:v>71.678307000000004</c:v>
                </c:pt>
                <c:pt idx="3266">
                  <c:v>71.748238000000001</c:v>
                </c:pt>
                <c:pt idx="3267">
                  <c:v>71.803909000000004</c:v>
                </c:pt>
                <c:pt idx="3268">
                  <c:v>71.855880999999997</c:v>
                </c:pt>
                <c:pt idx="3269">
                  <c:v>71.918884000000006</c:v>
                </c:pt>
                <c:pt idx="3270">
                  <c:v>71.948646999999994</c:v>
                </c:pt>
                <c:pt idx="3271">
                  <c:v>71.902191000000002</c:v>
                </c:pt>
                <c:pt idx="3272">
                  <c:v>71.777518999999998</c:v>
                </c:pt>
                <c:pt idx="3273">
                  <c:v>71.626534000000007</c:v>
                </c:pt>
                <c:pt idx="3274">
                  <c:v>71.508208999999994</c:v>
                </c:pt>
                <c:pt idx="3275">
                  <c:v>71.442573999999993</c:v>
                </c:pt>
                <c:pt idx="3276">
                  <c:v>71.469695999999999</c:v>
                </c:pt>
                <c:pt idx="3277">
                  <c:v>71.514838999999995</c:v>
                </c:pt>
                <c:pt idx="3278">
                  <c:v>71.466560000000001</c:v>
                </c:pt>
                <c:pt idx="3279">
                  <c:v>71.331451000000001</c:v>
                </c:pt>
                <c:pt idx="3280">
                  <c:v>71.138405000000006</c:v>
                </c:pt>
                <c:pt idx="3281">
                  <c:v>71.079505999999995</c:v>
                </c:pt>
                <c:pt idx="3282">
                  <c:v>71.041420000000002</c:v>
                </c:pt>
                <c:pt idx="3283">
                  <c:v>70.965912000000003</c:v>
                </c:pt>
                <c:pt idx="3284">
                  <c:v>70.863106000000002</c:v>
                </c:pt>
                <c:pt idx="3285">
                  <c:v>70.728790000000004</c:v>
                </c:pt>
                <c:pt idx="3286">
                  <c:v>70.514122</c:v>
                </c:pt>
                <c:pt idx="3287">
                  <c:v>70.209969000000001</c:v>
                </c:pt>
                <c:pt idx="3288">
                  <c:v>69.731926000000001</c:v>
                </c:pt>
                <c:pt idx="3289">
                  <c:v>69.052788000000007</c:v>
                </c:pt>
                <c:pt idx="3290">
                  <c:v>68.290199000000001</c:v>
                </c:pt>
                <c:pt idx="3291">
                  <c:v>67.494713000000004</c:v>
                </c:pt>
                <c:pt idx="3292">
                  <c:v>67.050803999999999</c:v>
                </c:pt>
                <c:pt idx="3293">
                  <c:v>66.887237999999996</c:v>
                </c:pt>
                <c:pt idx="3294">
                  <c:v>66.851851999999994</c:v>
                </c:pt>
                <c:pt idx="3295">
                  <c:v>66.844795000000005</c:v>
                </c:pt>
                <c:pt idx="3296">
                  <c:v>66.854896999999994</c:v>
                </c:pt>
                <c:pt idx="3297">
                  <c:v>66.872780000000006</c:v>
                </c:pt>
                <c:pt idx="3298">
                  <c:v>66.897530000000003</c:v>
                </c:pt>
                <c:pt idx="3299">
                  <c:v>66.907173</c:v>
                </c:pt>
                <c:pt idx="3300">
                  <c:v>66.906470999999996</c:v>
                </c:pt>
                <c:pt idx="3301">
                  <c:v>66.902564999999996</c:v>
                </c:pt>
                <c:pt idx="3302">
                  <c:v>66.825385999999995</c:v>
                </c:pt>
                <c:pt idx="3303">
                  <c:v>66.761650000000003</c:v>
                </c:pt>
                <c:pt idx="3304">
                  <c:v>66.702583000000004</c:v>
                </c:pt>
                <c:pt idx="3305">
                  <c:v>66.636489999999995</c:v>
                </c:pt>
                <c:pt idx="3306">
                  <c:v>66.574218999999999</c:v>
                </c:pt>
                <c:pt idx="3307">
                  <c:v>66.522018000000003</c:v>
                </c:pt>
                <c:pt idx="3308">
                  <c:v>66.453841999999995</c:v>
                </c:pt>
                <c:pt idx="3309">
                  <c:v>66.371444999999994</c:v>
                </c:pt>
                <c:pt idx="3310">
                  <c:v>66.264342999999997</c:v>
                </c:pt>
                <c:pt idx="3311">
                  <c:v>66.166060999999999</c:v>
                </c:pt>
                <c:pt idx="3312">
                  <c:v>66.100418000000005</c:v>
                </c:pt>
                <c:pt idx="3313">
                  <c:v>66.089966000000004</c:v>
                </c:pt>
                <c:pt idx="3314">
                  <c:v>66.107285000000005</c:v>
                </c:pt>
                <c:pt idx="3315">
                  <c:v>66.160178999999999</c:v>
                </c:pt>
                <c:pt idx="3316">
                  <c:v>66.231987000000004</c:v>
                </c:pt>
                <c:pt idx="3317">
                  <c:v>66.312683000000007</c:v>
                </c:pt>
                <c:pt idx="3318">
                  <c:v>66.383492000000004</c:v>
                </c:pt>
                <c:pt idx="3319">
                  <c:v>66.428970000000007</c:v>
                </c:pt>
                <c:pt idx="3320">
                  <c:v>66.452950000000001</c:v>
                </c:pt>
                <c:pt idx="3321">
                  <c:v>66.446449000000001</c:v>
                </c:pt>
                <c:pt idx="3322">
                  <c:v>66.427986000000004</c:v>
                </c:pt>
                <c:pt idx="3323">
                  <c:v>66.407677000000007</c:v>
                </c:pt>
                <c:pt idx="3324">
                  <c:v>66.404526000000004</c:v>
                </c:pt>
                <c:pt idx="3325">
                  <c:v>66.415442999999996</c:v>
                </c:pt>
                <c:pt idx="3326">
                  <c:v>66.428641999999996</c:v>
                </c:pt>
                <c:pt idx="3327">
                  <c:v>66.447601000000006</c:v>
                </c:pt>
                <c:pt idx="3328">
                  <c:v>66.465873999999999</c:v>
                </c:pt>
                <c:pt idx="3329">
                  <c:v>66.473067999999998</c:v>
                </c:pt>
                <c:pt idx="3330">
                  <c:v>66.476639000000006</c:v>
                </c:pt>
                <c:pt idx="3331">
                  <c:v>66.476799</c:v>
                </c:pt>
                <c:pt idx="3332">
                  <c:v>66.490027999999995</c:v>
                </c:pt>
                <c:pt idx="3333">
                  <c:v>66.485427999999999</c:v>
                </c:pt>
                <c:pt idx="3334">
                  <c:v>66.490409999999997</c:v>
                </c:pt>
                <c:pt idx="3335">
                  <c:v>66.484436000000002</c:v>
                </c:pt>
                <c:pt idx="3336">
                  <c:v>66.474602000000004</c:v>
                </c:pt>
                <c:pt idx="3337">
                  <c:v>66.465477000000007</c:v>
                </c:pt>
                <c:pt idx="3338">
                  <c:v>66.469429000000005</c:v>
                </c:pt>
                <c:pt idx="3339">
                  <c:v>66.454200999999998</c:v>
                </c:pt>
                <c:pt idx="3340">
                  <c:v>66.433136000000005</c:v>
                </c:pt>
                <c:pt idx="3341">
                  <c:v>66.407760999999994</c:v>
                </c:pt>
                <c:pt idx="3342">
                  <c:v>66.411063999999996</c:v>
                </c:pt>
                <c:pt idx="3343">
                  <c:v>66.366507999999996</c:v>
                </c:pt>
                <c:pt idx="3344">
                  <c:v>66.321563999999995</c:v>
                </c:pt>
                <c:pt idx="3345">
                  <c:v>66.276070000000004</c:v>
                </c:pt>
                <c:pt idx="3346">
                  <c:v>66.250838999999999</c:v>
                </c:pt>
                <c:pt idx="3347">
                  <c:v>66.236214000000004</c:v>
                </c:pt>
                <c:pt idx="3348">
                  <c:v>66.234009</c:v>
                </c:pt>
                <c:pt idx="3349">
                  <c:v>66.249236999999994</c:v>
                </c:pt>
                <c:pt idx="3350">
                  <c:v>66.252831</c:v>
                </c:pt>
                <c:pt idx="3351">
                  <c:v>66.269690999999995</c:v>
                </c:pt>
                <c:pt idx="3352">
                  <c:v>66.267928999999995</c:v>
                </c:pt>
                <c:pt idx="3353">
                  <c:v>66.249611000000002</c:v>
                </c:pt>
                <c:pt idx="3354">
                  <c:v>66.230498999999995</c:v>
                </c:pt>
                <c:pt idx="3355">
                  <c:v>66.2547</c:v>
                </c:pt>
                <c:pt idx="3356">
                  <c:v>66.297623000000002</c:v>
                </c:pt>
                <c:pt idx="3357">
                  <c:v>66.325142</c:v>
                </c:pt>
                <c:pt idx="3358">
                  <c:v>66.315933000000001</c:v>
                </c:pt>
                <c:pt idx="3359">
                  <c:v>66.312798000000001</c:v>
                </c:pt>
                <c:pt idx="3360">
                  <c:v>66.330665999999994</c:v>
                </c:pt>
                <c:pt idx="3361">
                  <c:v>66.309746000000004</c:v>
                </c:pt>
                <c:pt idx="3362">
                  <c:v>66.296204000000003</c:v>
                </c:pt>
                <c:pt idx="3363">
                  <c:v>66.309021000000001</c:v>
                </c:pt>
                <c:pt idx="3364">
                  <c:v>66.334136999999998</c:v>
                </c:pt>
                <c:pt idx="3365">
                  <c:v>66.368804999999995</c:v>
                </c:pt>
                <c:pt idx="3366">
                  <c:v>66.373322000000002</c:v>
                </c:pt>
                <c:pt idx="3367">
                  <c:v>66.361084000000005</c:v>
                </c:pt>
                <c:pt idx="3368">
                  <c:v>66.373962000000006</c:v>
                </c:pt>
                <c:pt idx="3369">
                  <c:v>66.378226999999995</c:v>
                </c:pt>
                <c:pt idx="3370">
                  <c:v>66.364791999999994</c:v>
                </c:pt>
                <c:pt idx="3371">
                  <c:v>66.338729999999998</c:v>
                </c:pt>
                <c:pt idx="3372">
                  <c:v>66.318038999999999</c:v>
                </c:pt>
                <c:pt idx="3373">
                  <c:v>66.300872999999996</c:v>
                </c:pt>
                <c:pt idx="3374">
                  <c:v>66.289176999999995</c:v>
                </c:pt>
                <c:pt idx="3375">
                  <c:v>66.260390999999998</c:v>
                </c:pt>
                <c:pt idx="3376">
                  <c:v>66.285858000000005</c:v>
                </c:pt>
                <c:pt idx="3377">
                  <c:v>66.288169999999994</c:v>
                </c:pt>
                <c:pt idx="3378">
                  <c:v>66.280144000000007</c:v>
                </c:pt>
                <c:pt idx="3379">
                  <c:v>66.278008</c:v>
                </c:pt>
                <c:pt idx="3380">
                  <c:v>66.320037999999997</c:v>
                </c:pt>
                <c:pt idx="3381">
                  <c:v>66.327927000000003</c:v>
                </c:pt>
                <c:pt idx="3382">
                  <c:v>66.348243999999994</c:v>
                </c:pt>
                <c:pt idx="3383">
                  <c:v>66.371109000000004</c:v>
                </c:pt>
                <c:pt idx="3384">
                  <c:v>66.415627000000001</c:v>
                </c:pt>
                <c:pt idx="3385">
                  <c:v>66.427886999999998</c:v>
                </c:pt>
                <c:pt idx="3386">
                  <c:v>66.414223000000007</c:v>
                </c:pt>
                <c:pt idx="3387">
                  <c:v>66.385468000000003</c:v>
                </c:pt>
                <c:pt idx="3388">
                  <c:v>66.393981999999994</c:v>
                </c:pt>
                <c:pt idx="3389">
                  <c:v>66.397957000000005</c:v>
                </c:pt>
                <c:pt idx="3390">
                  <c:v>66.415047000000001</c:v>
                </c:pt>
                <c:pt idx="3391">
                  <c:v>66.389313000000001</c:v>
                </c:pt>
                <c:pt idx="3392">
                  <c:v>66.363761999999994</c:v>
                </c:pt>
                <c:pt idx="3393">
                  <c:v>66.347733000000005</c:v>
                </c:pt>
                <c:pt idx="3394">
                  <c:v>66.333588000000006</c:v>
                </c:pt>
                <c:pt idx="3395">
                  <c:v>66.322006000000002</c:v>
                </c:pt>
                <c:pt idx="3396">
                  <c:v>66.313323999999994</c:v>
                </c:pt>
                <c:pt idx="3397">
                  <c:v>66.311729</c:v>
                </c:pt>
                <c:pt idx="3398">
                  <c:v>66.290619000000007</c:v>
                </c:pt>
                <c:pt idx="3399">
                  <c:v>66.271797000000007</c:v>
                </c:pt>
                <c:pt idx="3400">
                  <c:v>66.275634999999994</c:v>
                </c:pt>
                <c:pt idx="3401">
                  <c:v>66.287743000000006</c:v>
                </c:pt>
                <c:pt idx="3402">
                  <c:v>66.301993999999993</c:v>
                </c:pt>
                <c:pt idx="3403">
                  <c:v>66.328316000000001</c:v>
                </c:pt>
                <c:pt idx="3404">
                  <c:v>66.358849000000006</c:v>
                </c:pt>
                <c:pt idx="3405">
                  <c:v>66.370482999999993</c:v>
                </c:pt>
                <c:pt idx="3406">
                  <c:v>66.372237999999996</c:v>
                </c:pt>
                <c:pt idx="3407">
                  <c:v>66.348922999999999</c:v>
                </c:pt>
                <c:pt idx="3408">
                  <c:v>66.315421999999998</c:v>
                </c:pt>
                <c:pt idx="3409">
                  <c:v>66.284285999999994</c:v>
                </c:pt>
                <c:pt idx="3410">
                  <c:v>66.262649999999994</c:v>
                </c:pt>
                <c:pt idx="3411">
                  <c:v>66.249495999999994</c:v>
                </c:pt>
                <c:pt idx="3412">
                  <c:v>66.243538000000001</c:v>
                </c:pt>
                <c:pt idx="3413">
                  <c:v>66.240416999999994</c:v>
                </c:pt>
                <c:pt idx="3414">
                  <c:v>66.239486999999997</c:v>
                </c:pt>
                <c:pt idx="3415">
                  <c:v>66.254615999999999</c:v>
                </c:pt>
                <c:pt idx="3416">
                  <c:v>66.264838999999995</c:v>
                </c:pt>
                <c:pt idx="3417">
                  <c:v>66.274719000000005</c:v>
                </c:pt>
                <c:pt idx="3418">
                  <c:v>66.286186000000001</c:v>
                </c:pt>
                <c:pt idx="3419">
                  <c:v>66.303794999999994</c:v>
                </c:pt>
                <c:pt idx="3420">
                  <c:v>66.308975000000004</c:v>
                </c:pt>
                <c:pt idx="3421">
                  <c:v>66.305205999999998</c:v>
                </c:pt>
                <c:pt idx="3422">
                  <c:v>66.317383000000007</c:v>
                </c:pt>
                <c:pt idx="3423">
                  <c:v>66.294715999999994</c:v>
                </c:pt>
                <c:pt idx="3424">
                  <c:v>66.271416000000002</c:v>
                </c:pt>
                <c:pt idx="3425">
                  <c:v>66.260795999999999</c:v>
                </c:pt>
                <c:pt idx="3426">
                  <c:v>66.254227</c:v>
                </c:pt>
                <c:pt idx="3427">
                  <c:v>61.059108999999999</c:v>
                </c:pt>
                <c:pt idx="3428">
                  <c:v>61.241363999999997</c:v>
                </c:pt>
                <c:pt idx="3429">
                  <c:v>62.801022000000003</c:v>
                </c:pt>
                <c:pt idx="3430">
                  <c:v>63.558036999999999</c:v>
                </c:pt>
                <c:pt idx="3431">
                  <c:v>64.036124999999998</c:v>
                </c:pt>
                <c:pt idx="3432">
                  <c:v>64.448288000000005</c:v>
                </c:pt>
                <c:pt idx="3433">
                  <c:v>64.764358999999999</c:v>
                </c:pt>
                <c:pt idx="3434">
                  <c:v>65.022896000000003</c:v>
                </c:pt>
                <c:pt idx="3435">
                  <c:v>65.234970000000004</c:v>
                </c:pt>
                <c:pt idx="3436">
                  <c:v>65.406433000000007</c:v>
                </c:pt>
                <c:pt idx="3437">
                  <c:v>65.549210000000002</c:v>
                </c:pt>
                <c:pt idx="3438">
                  <c:v>65.657523999999995</c:v>
                </c:pt>
                <c:pt idx="3439">
                  <c:v>65.749336</c:v>
                </c:pt>
                <c:pt idx="3440">
                  <c:v>65.819275000000005</c:v>
                </c:pt>
                <c:pt idx="3441">
                  <c:v>65.877380000000002</c:v>
                </c:pt>
                <c:pt idx="3442">
                  <c:v>65.911865000000006</c:v>
                </c:pt>
                <c:pt idx="3443">
                  <c:v>65.928757000000004</c:v>
                </c:pt>
                <c:pt idx="3444">
                  <c:v>65.944068999999999</c:v>
                </c:pt>
                <c:pt idx="3445">
                  <c:v>65.971114999999998</c:v>
                </c:pt>
                <c:pt idx="3446">
                  <c:v>65.991889999999998</c:v>
                </c:pt>
                <c:pt idx="3447">
                  <c:v>65.990836999999999</c:v>
                </c:pt>
                <c:pt idx="3448">
                  <c:v>66.008469000000005</c:v>
                </c:pt>
                <c:pt idx="3449">
                  <c:v>66.028755000000004</c:v>
                </c:pt>
                <c:pt idx="3450">
                  <c:v>66.032570000000007</c:v>
                </c:pt>
                <c:pt idx="3451">
                  <c:v>66.040633999999997</c:v>
                </c:pt>
                <c:pt idx="3452">
                  <c:v>66.072258000000005</c:v>
                </c:pt>
                <c:pt idx="3453">
                  <c:v>66.122673000000006</c:v>
                </c:pt>
                <c:pt idx="3454">
                  <c:v>66.158409000000006</c:v>
                </c:pt>
                <c:pt idx="3455">
                  <c:v>66.180519000000004</c:v>
                </c:pt>
                <c:pt idx="3456">
                  <c:v>66.185089000000005</c:v>
                </c:pt>
                <c:pt idx="3457">
                  <c:v>66.175003000000004</c:v>
                </c:pt>
                <c:pt idx="3458">
                  <c:v>66.155013999999994</c:v>
                </c:pt>
                <c:pt idx="3459">
                  <c:v>66.128264999999999</c:v>
                </c:pt>
                <c:pt idx="3460">
                  <c:v>66.107628000000005</c:v>
                </c:pt>
                <c:pt idx="3461">
                  <c:v>66.094977999999998</c:v>
                </c:pt>
                <c:pt idx="3462">
                  <c:v>66.08963</c:v>
                </c:pt>
                <c:pt idx="3463">
                  <c:v>66.093970999999996</c:v>
                </c:pt>
                <c:pt idx="3464">
                  <c:v>66.113524999999996</c:v>
                </c:pt>
                <c:pt idx="3465">
                  <c:v>66.132050000000007</c:v>
                </c:pt>
                <c:pt idx="3466">
                  <c:v>66.156441000000001</c:v>
                </c:pt>
                <c:pt idx="3467">
                  <c:v>66.186058000000003</c:v>
                </c:pt>
                <c:pt idx="3468">
                  <c:v>66.214164999999994</c:v>
                </c:pt>
                <c:pt idx="3469">
                  <c:v>66.244956999999999</c:v>
                </c:pt>
                <c:pt idx="3470">
                  <c:v>66.276741000000001</c:v>
                </c:pt>
                <c:pt idx="3471">
                  <c:v>66.294228000000004</c:v>
                </c:pt>
                <c:pt idx="3472">
                  <c:v>66.304146000000003</c:v>
                </c:pt>
                <c:pt idx="3473">
                  <c:v>66.309287999999995</c:v>
                </c:pt>
                <c:pt idx="3474">
                  <c:v>66.311256</c:v>
                </c:pt>
                <c:pt idx="3475">
                  <c:v>66.323279999999997</c:v>
                </c:pt>
                <c:pt idx="3476">
                  <c:v>66.316710999999998</c:v>
                </c:pt>
                <c:pt idx="3477">
                  <c:v>66.312813000000006</c:v>
                </c:pt>
                <c:pt idx="3478">
                  <c:v>66.304359000000005</c:v>
                </c:pt>
                <c:pt idx="3479">
                  <c:v>66.289351999999994</c:v>
                </c:pt>
                <c:pt idx="3480">
                  <c:v>66.273544000000001</c:v>
                </c:pt>
                <c:pt idx="3481">
                  <c:v>66.250823999999994</c:v>
                </c:pt>
                <c:pt idx="3482">
                  <c:v>66.221267999999995</c:v>
                </c:pt>
                <c:pt idx="3483">
                  <c:v>66.193969999999993</c:v>
                </c:pt>
                <c:pt idx="3484">
                  <c:v>66.164589000000007</c:v>
                </c:pt>
                <c:pt idx="3485">
                  <c:v>66.135627999999997</c:v>
                </c:pt>
                <c:pt idx="3486">
                  <c:v>66.113144000000005</c:v>
                </c:pt>
                <c:pt idx="3487">
                  <c:v>66.095398000000003</c:v>
                </c:pt>
                <c:pt idx="3488">
                  <c:v>66.092819000000006</c:v>
                </c:pt>
                <c:pt idx="3489">
                  <c:v>66.103081000000003</c:v>
                </c:pt>
                <c:pt idx="3490">
                  <c:v>66.130249000000006</c:v>
                </c:pt>
                <c:pt idx="3491">
                  <c:v>66.156875999999997</c:v>
                </c:pt>
                <c:pt idx="3492">
                  <c:v>66.186356000000004</c:v>
                </c:pt>
                <c:pt idx="3493">
                  <c:v>66.215819999999994</c:v>
                </c:pt>
                <c:pt idx="3494">
                  <c:v>66.222426999999996</c:v>
                </c:pt>
                <c:pt idx="3495">
                  <c:v>66.213820999999996</c:v>
                </c:pt>
                <c:pt idx="3496">
                  <c:v>66.196899000000002</c:v>
                </c:pt>
                <c:pt idx="3497">
                  <c:v>66.182686000000004</c:v>
                </c:pt>
                <c:pt idx="3498">
                  <c:v>66.171242000000007</c:v>
                </c:pt>
                <c:pt idx="3499">
                  <c:v>66.157088999999999</c:v>
                </c:pt>
                <c:pt idx="3500">
                  <c:v>66.142899</c:v>
                </c:pt>
                <c:pt idx="3501">
                  <c:v>66.126998999999998</c:v>
                </c:pt>
                <c:pt idx="3502">
                  <c:v>66.118301000000002</c:v>
                </c:pt>
                <c:pt idx="3503">
                  <c:v>66.108245999999994</c:v>
                </c:pt>
                <c:pt idx="3504">
                  <c:v>66.105536999999998</c:v>
                </c:pt>
                <c:pt idx="3505">
                  <c:v>66.101027999999999</c:v>
                </c:pt>
                <c:pt idx="3506">
                  <c:v>66.107033000000001</c:v>
                </c:pt>
                <c:pt idx="3507">
                  <c:v>66.113311999999993</c:v>
                </c:pt>
                <c:pt idx="3508">
                  <c:v>66.118149000000003</c:v>
                </c:pt>
                <c:pt idx="3509">
                  <c:v>66.121566999999999</c:v>
                </c:pt>
                <c:pt idx="3510">
                  <c:v>66.123604</c:v>
                </c:pt>
                <c:pt idx="3511">
                  <c:v>66.120979000000005</c:v>
                </c:pt>
                <c:pt idx="3512">
                  <c:v>66.123671999999999</c:v>
                </c:pt>
                <c:pt idx="3513">
                  <c:v>66.123183999999995</c:v>
                </c:pt>
                <c:pt idx="3514">
                  <c:v>66.120604999999998</c:v>
                </c:pt>
                <c:pt idx="3515">
                  <c:v>66.122757000000007</c:v>
                </c:pt>
                <c:pt idx="3516">
                  <c:v>66.134208999999998</c:v>
                </c:pt>
                <c:pt idx="3517">
                  <c:v>66.153091000000003</c:v>
                </c:pt>
                <c:pt idx="3518">
                  <c:v>66.172600000000003</c:v>
                </c:pt>
                <c:pt idx="3519">
                  <c:v>66.191024999999996</c:v>
                </c:pt>
                <c:pt idx="3520">
                  <c:v>66.209236000000004</c:v>
                </c:pt>
                <c:pt idx="3521">
                  <c:v>66.240432999999996</c:v>
                </c:pt>
                <c:pt idx="3522">
                  <c:v>66.268889999999999</c:v>
                </c:pt>
                <c:pt idx="3523">
                  <c:v>66.287375999999995</c:v>
                </c:pt>
                <c:pt idx="3524">
                  <c:v>66.291756000000007</c:v>
                </c:pt>
                <c:pt idx="3525">
                  <c:v>66.286781000000005</c:v>
                </c:pt>
                <c:pt idx="3526">
                  <c:v>66.281441000000001</c:v>
                </c:pt>
                <c:pt idx="3527">
                  <c:v>66.272530000000003</c:v>
                </c:pt>
                <c:pt idx="3528">
                  <c:v>66.258255000000005</c:v>
                </c:pt>
                <c:pt idx="3529">
                  <c:v>66.247039999999998</c:v>
                </c:pt>
                <c:pt idx="3530">
                  <c:v>66.230759000000006</c:v>
                </c:pt>
                <c:pt idx="3531">
                  <c:v>66.213859999999997</c:v>
                </c:pt>
                <c:pt idx="3532">
                  <c:v>66.185539000000006</c:v>
                </c:pt>
                <c:pt idx="3533">
                  <c:v>66.176872000000003</c:v>
                </c:pt>
                <c:pt idx="3534">
                  <c:v>66.174118000000007</c:v>
                </c:pt>
                <c:pt idx="3535">
                  <c:v>66.183173999999994</c:v>
                </c:pt>
                <c:pt idx="3536">
                  <c:v>66.191840999999997</c:v>
                </c:pt>
                <c:pt idx="3537">
                  <c:v>66.196113999999994</c:v>
                </c:pt>
                <c:pt idx="3538">
                  <c:v>66.201355000000007</c:v>
                </c:pt>
                <c:pt idx="3539">
                  <c:v>66.182784999999996</c:v>
                </c:pt>
                <c:pt idx="3540">
                  <c:v>66.160172000000003</c:v>
                </c:pt>
                <c:pt idx="3541">
                  <c:v>66.138298000000006</c:v>
                </c:pt>
                <c:pt idx="3542">
                  <c:v>66.122512999999998</c:v>
                </c:pt>
                <c:pt idx="3543">
                  <c:v>66.116553999999994</c:v>
                </c:pt>
                <c:pt idx="3544">
                  <c:v>66.115088999999998</c:v>
                </c:pt>
                <c:pt idx="3545">
                  <c:v>66.121207999999996</c:v>
                </c:pt>
                <c:pt idx="3546">
                  <c:v>66.122780000000006</c:v>
                </c:pt>
                <c:pt idx="3547">
                  <c:v>66.126700999999997</c:v>
                </c:pt>
                <c:pt idx="3548">
                  <c:v>66.133728000000005</c:v>
                </c:pt>
                <c:pt idx="3549">
                  <c:v>66.140677999999994</c:v>
                </c:pt>
                <c:pt idx="3550">
                  <c:v>66.150047000000001</c:v>
                </c:pt>
                <c:pt idx="3551">
                  <c:v>66.160506999999996</c:v>
                </c:pt>
                <c:pt idx="3552">
                  <c:v>66.169319000000002</c:v>
                </c:pt>
                <c:pt idx="3553">
                  <c:v>66.177788000000007</c:v>
                </c:pt>
                <c:pt idx="3554">
                  <c:v>66.182029999999997</c:v>
                </c:pt>
                <c:pt idx="3555">
                  <c:v>66.183700999999999</c:v>
                </c:pt>
                <c:pt idx="3556">
                  <c:v>66.179916000000006</c:v>
                </c:pt>
                <c:pt idx="3557">
                  <c:v>66.170586</c:v>
                </c:pt>
                <c:pt idx="3558">
                  <c:v>66.167465000000007</c:v>
                </c:pt>
                <c:pt idx="3559">
                  <c:v>66.168960999999996</c:v>
                </c:pt>
                <c:pt idx="3560">
                  <c:v>66.170463999999996</c:v>
                </c:pt>
                <c:pt idx="3561">
                  <c:v>66.174484000000007</c:v>
                </c:pt>
                <c:pt idx="3562">
                  <c:v>66.178100999999998</c:v>
                </c:pt>
                <c:pt idx="3563">
                  <c:v>66.191360000000003</c:v>
                </c:pt>
                <c:pt idx="3564">
                  <c:v>66.217299999999994</c:v>
                </c:pt>
                <c:pt idx="3565">
                  <c:v>66.254242000000005</c:v>
                </c:pt>
                <c:pt idx="3566">
                  <c:v>66.291077000000001</c:v>
                </c:pt>
                <c:pt idx="3567">
                  <c:v>66.324089000000001</c:v>
                </c:pt>
                <c:pt idx="3568">
                  <c:v>66.348113999999995</c:v>
                </c:pt>
                <c:pt idx="3569">
                  <c:v>66.361403999999993</c:v>
                </c:pt>
                <c:pt idx="3570">
                  <c:v>66.37088</c:v>
                </c:pt>
                <c:pt idx="3571">
                  <c:v>66.378296000000006</c:v>
                </c:pt>
                <c:pt idx="3572">
                  <c:v>66.382026999999994</c:v>
                </c:pt>
                <c:pt idx="3573">
                  <c:v>66.384521000000007</c:v>
                </c:pt>
                <c:pt idx="3574">
                  <c:v>66.385932999999994</c:v>
                </c:pt>
                <c:pt idx="3575">
                  <c:v>66.387176999999994</c:v>
                </c:pt>
                <c:pt idx="3576">
                  <c:v>66.387032000000005</c:v>
                </c:pt>
                <c:pt idx="3577">
                  <c:v>66.388176000000001</c:v>
                </c:pt>
                <c:pt idx="3578">
                  <c:v>66.387473999999997</c:v>
                </c:pt>
                <c:pt idx="3579">
                  <c:v>66.387611000000007</c:v>
                </c:pt>
                <c:pt idx="3580">
                  <c:v>66.388808999999995</c:v>
                </c:pt>
                <c:pt idx="3581">
                  <c:v>66.389893000000001</c:v>
                </c:pt>
                <c:pt idx="3582">
                  <c:v>66.389922999999996</c:v>
                </c:pt>
                <c:pt idx="3583">
                  <c:v>66.388114999999999</c:v>
                </c:pt>
                <c:pt idx="3584">
                  <c:v>66.389724999999999</c:v>
                </c:pt>
                <c:pt idx="3585">
                  <c:v>66.390701000000007</c:v>
                </c:pt>
                <c:pt idx="3586">
                  <c:v>66.391257999999993</c:v>
                </c:pt>
                <c:pt idx="3587">
                  <c:v>66.390602000000001</c:v>
                </c:pt>
                <c:pt idx="3588">
                  <c:v>66.392394999999993</c:v>
                </c:pt>
                <c:pt idx="3589">
                  <c:v>66.392753999999996</c:v>
                </c:pt>
                <c:pt idx="3590">
                  <c:v>66.392371999999995</c:v>
                </c:pt>
                <c:pt idx="3591">
                  <c:v>66.392685</c:v>
                </c:pt>
                <c:pt idx="3592">
                  <c:v>66.391791999999995</c:v>
                </c:pt>
                <c:pt idx="3593">
                  <c:v>66.391356999999999</c:v>
                </c:pt>
                <c:pt idx="3594">
                  <c:v>66.391068000000004</c:v>
                </c:pt>
                <c:pt idx="3595">
                  <c:v>66.389319999999998</c:v>
                </c:pt>
                <c:pt idx="3596">
                  <c:v>66.388947000000002</c:v>
                </c:pt>
                <c:pt idx="3597">
                  <c:v>66.389381</c:v>
                </c:pt>
                <c:pt idx="3598">
                  <c:v>66.388144999999994</c:v>
                </c:pt>
                <c:pt idx="3599">
                  <c:v>66.392814999999999</c:v>
                </c:pt>
                <c:pt idx="3600">
                  <c:v>66.394790999999998</c:v>
                </c:pt>
                <c:pt idx="3601">
                  <c:v>66.395522999999997</c:v>
                </c:pt>
                <c:pt idx="3602">
                  <c:v>66.395331999999996</c:v>
                </c:pt>
                <c:pt idx="3603">
                  <c:v>66.396248</c:v>
                </c:pt>
                <c:pt idx="3604">
                  <c:v>66.394806000000003</c:v>
                </c:pt>
                <c:pt idx="3605">
                  <c:v>66.394683999999998</c:v>
                </c:pt>
                <c:pt idx="3606">
                  <c:v>66.392532000000003</c:v>
                </c:pt>
                <c:pt idx="3607">
                  <c:v>66.392525000000006</c:v>
                </c:pt>
                <c:pt idx="3608">
                  <c:v>66.390891999999994</c:v>
                </c:pt>
                <c:pt idx="3609">
                  <c:v>66.389465000000001</c:v>
                </c:pt>
                <c:pt idx="3610">
                  <c:v>66.392021</c:v>
                </c:pt>
                <c:pt idx="3611">
                  <c:v>66.391921999999994</c:v>
                </c:pt>
                <c:pt idx="3612">
                  <c:v>66.392120000000006</c:v>
                </c:pt>
                <c:pt idx="3613">
                  <c:v>66.391311999999999</c:v>
                </c:pt>
                <c:pt idx="3614">
                  <c:v>66.390533000000005</c:v>
                </c:pt>
                <c:pt idx="3615">
                  <c:v>66.393127000000007</c:v>
                </c:pt>
                <c:pt idx="3616">
                  <c:v>66.394737000000006</c:v>
                </c:pt>
                <c:pt idx="3617">
                  <c:v>66.395195000000001</c:v>
                </c:pt>
                <c:pt idx="3618">
                  <c:v>66.397163000000006</c:v>
                </c:pt>
                <c:pt idx="3619">
                  <c:v>66.396491999999995</c:v>
                </c:pt>
                <c:pt idx="3620">
                  <c:v>66.396477000000004</c:v>
                </c:pt>
                <c:pt idx="3621">
                  <c:v>66.396407999999994</c:v>
                </c:pt>
                <c:pt idx="3622">
                  <c:v>66.396987999999993</c:v>
                </c:pt>
                <c:pt idx="3623">
                  <c:v>66.397278</c:v>
                </c:pt>
                <c:pt idx="3624">
                  <c:v>66.399062999999998</c:v>
                </c:pt>
                <c:pt idx="3625">
                  <c:v>66.400574000000006</c:v>
                </c:pt>
                <c:pt idx="3626">
                  <c:v>66.400786999999994</c:v>
                </c:pt>
                <c:pt idx="3627">
                  <c:v>66.400658000000007</c:v>
                </c:pt>
                <c:pt idx="3628">
                  <c:v>66.400351999999998</c:v>
                </c:pt>
                <c:pt idx="3629">
                  <c:v>66.398353999999998</c:v>
                </c:pt>
                <c:pt idx="3630">
                  <c:v>66.397079000000005</c:v>
                </c:pt>
                <c:pt idx="3631">
                  <c:v>66.395477</c:v>
                </c:pt>
                <c:pt idx="3632">
                  <c:v>66.391884000000005</c:v>
                </c:pt>
                <c:pt idx="3633">
                  <c:v>66.388390000000001</c:v>
                </c:pt>
                <c:pt idx="3634">
                  <c:v>66.386191999999994</c:v>
                </c:pt>
                <c:pt idx="3635">
                  <c:v>66.385131999999999</c:v>
                </c:pt>
                <c:pt idx="3636">
                  <c:v>66.384178000000006</c:v>
                </c:pt>
                <c:pt idx="3637">
                  <c:v>66.386757000000003</c:v>
                </c:pt>
                <c:pt idx="3638">
                  <c:v>66.392662000000001</c:v>
                </c:pt>
                <c:pt idx="3639">
                  <c:v>66.391921999999994</c:v>
                </c:pt>
                <c:pt idx="3640">
                  <c:v>66.393676999999997</c:v>
                </c:pt>
                <c:pt idx="3641">
                  <c:v>66.393646000000004</c:v>
                </c:pt>
                <c:pt idx="3642">
                  <c:v>66.392555000000002</c:v>
                </c:pt>
                <c:pt idx="3643">
                  <c:v>66.395804999999996</c:v>
                </c:pt>
                <c:pt idx="3644">
                  <c:v>66.396133000000006</c:v>
                </c:pt>
                <c:pt idx="3645">
                  <c:v>66.397178999999994</c:v>
                </c:pt>
                <c:pt idx="3646">
                  <c:v>66.397675000000007</c:v>
                </c:pt>
                <c:pt idx="3647">
                  <c:v>66.402184000000005</c:v>
                </c:pt>
                <c:pt idx="3648">
                  <c:v>66.398201</c:v>
                </c:pt>
                <c:pt idx="3649">
                  <c:v>66.397887999999995</c:v>
                </c:pt>
                <c:pt idx="3650">
                  <c:v>66.399185000000003</c:v>
                </c:pt>
                <c:pt idx="3651">
                  <c:v>66.399833999999998</c:v>
                </c:pt>
                <c:pt idx="3652">
                  <c:v>66.398208999999994</c:v>
                </c:pt>
                <c:pt idx="3653">
                  <c:v>66.397757999999996</c:v>
                </c:pt>
                <c:pt idx="3654">
                  <c:v>66.395615000000006</c:v>
                </c:pt>
                <c:pt idx="3655">
                  <c:v>66.396996000000001</c:v>
                </c:pt>
                <c:pt idx="3656">
                  <c:v>66.398621000000006</c:v>
                </c:pt>
                <c:pt idx="3657">
                  <c:v>66.397232000000002</c:v>
                </c:pt>
                <c:pt idx="3658">
                  <c:v>66.401984999999996</c:v>
                </c:pt>
                <c:pt idx="3659">
                  <c:v>66.405411000000001</c:v>
                </c:pt>
                <c:pt idx="3660">
                  <c:v>66.407021</c:v>
                </c:pt>
                <c:pt idx="3661">
                  <c:v>66.407082000000003</c:v>
                </c:pt>
                <c:pt idx="3662">
                  <c:v>66.406470999999996</c:v>
                </c:pt>
                <c:pt idx="3663">
                  <c:v>66.404731999999996</c:v>
                </c:pt>
                <c:pt idx="3664">
                  <c:v>66.406479000000004</c:v>
                </c:pt>
                <c:pt idx="3665">
                  <c:v>66.406593000000001</c:v>
                </c:pt>
                <c:pt idx="3666">
                  <c:v>66.405411000000001</c:v>
                </c:pt>
                <c:pt idx="3667">
                  <c:v>66.405212000000006</c:v>
                </c:pt>
                <c:pt idx="3668">
                  <c:v>66.405868999999996</c:v>
                </c:pt>
                <c:pt idx="3669">
                  <c:v>66.404921999999999</c:v>
                </c:pt>
                <c:pt idx="3670">
                  <c:v>66.407036000000005</c:v>
                </c:pt>
                <c:pt idx="3671">
                  <c:v>66.408423999999997</c:v>
                </c:pt>
                <c:pt idx="3672">
                  <c:v>66.409469999999999</c:v>
                </c:pt>
                <c:pt idx="3673">
                  <c:v>66.410149000000004</c:v>
                </c:pt>
                <c:pt idx="3674">
                  <c:v>66.409903999999997</c:v>
                </c:pt>
                <c:pt idx="3675">
                  <c:v>66.40992</c:v>
                </c:pt>
                <c:pt idx="3676">
                  <c:v>66.409508000000002</c:v>
                </c:pt>
                <c:pt idx="3677">
                  <c:v>66.408966000000007</c:v>
                </c:pt>
                <c:pt idx="3678">
                  <c:v>66.409706</c:v>
                </c:pt>
                <c:pt idx="3679">
                  <c:v>66.410445999999993</c:v>
                </c:pt>
                <c:pt idx="3680">
                  <c:v>66.411804000000004</c:v>
                </c:pt>
                <c:pt idx="3681">
                  <c:v>66.413284000000004</c:v>
                </c:pt>
                <c:pt idx="3682">
                  <c:v>66.412993999999998</c:v>
                </c:pt>
                <c:pt idx="3683">
                  <c:v>66.411666999999994</c:v>
                </c:pt>
                <c:pt idx="3684">
                  <c:v>66.407227000000006</c:v>
                </c:pt>
                <c:pt idx="3685">
                  <c:v>66.349365000000006</c:v>
                </c:pt>
                <c:pt idx="3686">
                  <c:v>66.235198999999994</c:v>
                </c:pt>
                <c:pt idx="3687">
                  <c:v>66.146682999999996</c:v>
                </c:pt>
                <c:pt idx="3688">
                  <c:v>66.091385000000002</c:v>
                </c:pt>
                <c:pt idx="3689">
                  <c:v>66.076530000000005</c:v>
                </c:pt>
                <c:pt idx="3690">
                  <c:v>66.086776999999998</c:v>
                </c:pt>
                <c:pt idx="3691">
                  <c:v>66.116378999999995</c:v>
                </c:pt>
                <c:pt idx="3692">
                  <c:v>66.159774999999996</c:v>
                </c:pt>
                <c:pt idx="3693">
                  <c:v>66.211394999999996</c:v>
                </c:pt>
                <c:pt idx="3694">
                  <c:v>66.223549000000006</c:v>
                </c:pt>
                <c:pt idx="3695">
                  <c:v>66.196929999999995</c:v>
                </c:pt>
                <c:pt idx="3696">
                  <c:v>65.945892000000001</c:v>
                </c:pt>
                <c:pt idx="3697">
                  <c:v>65.574791000000005</c:v>
                </c:pt>
                <c:pt idx="3698">
                  <c:v>65.101371999999998</c:v>
                </c:pt>
                <c:pt idx="3699">
                  <c:v>64.564034000000007</c:v>
                </c:pt>
                <c:pt idx="3700">
                  <c:v>64.033859000000007</c:v>
                </c:pt>
                <c:pt idx="3701">
                  <c:v>63.416854999999998</c:v>
                </c:pt>
                <c:pt idx="3702">
                  <c:v>62.814597999999997</c:v>
                </c:pt>
                <c:pt idx="3703">
                  <c:v>62.251292999999997</c:v>
                </c:pt>
                <c:pt idx="3704">
                  <c:v>61.753242</c:v>
                </c:pt>
                <c:pt idx="3705">
                  <c:v>61.300907000000002</c:v>
                </c:pt>
                <c:pt idx="3706">
                  <c:v>60.922581000000001</c:v>
                </c:pt>
                <c:pt idx="3707">
                  <c:v>60.561726</c:v>
                </c:pt>
                <c:pt idx="3708">
                  <c:v>60.188789</c:v>
                </c:pt>
                <c:pt idx="3709">
                  <c:v>60.202545000000001</c:v>
                </c:pt>
                <c:pt idx="3710">
                  <c:v>60.383259000000002</c:v>
                </c:pt>
                <c:pt idx="3711">
                  <c:v>60.699508999999999</c:v>
                </c:pt>
                <c:pt idx="3712">
                  <c:v>61.108325999999998</c:v>
                </c:pt>
                <c:pt idx="3713">
                  <c:v>61.683914000000001</c:v>
                </c:pt>
                <c:pt idx="3714">
                  <c:v>62.152217999999998</c:v>
                </c:pt>
                <c:pt idx="3715">
                  <c:v>62.418014999999997</c:v>
                </c:pt>
                <c:pt idx="3716">
                  <c:v>62.513668000000003</c:v>
                </c:pt>
                <c:pt idx="3717">
                  <c:v>62.379992999999999</c:v>
                </c:pt>
                <c:pt idx="3718">
                  <c:v>62.071055999999999</c:v>
                </c:pt>
                <c:pt idx="3719">
                  <c:v>61.705429000000002</c:v>
                </c:pt>
                <c:pt idx="3720">
                  <c:v>61.317225999999998</c:v>
                </c:pt>
                <c:pt idx="3721">
                  <c:v>61.104782</c:v>
                </c:pt>
                <c:pt idx="3722">
                  <c:v>61.075020000000002</c:v>
                </c:pt>
                <c:pt idx="3723">
                  <c:v>61.192799000000001</c:v>
                </c:pt>
                <c:pt idx="3724">
                  <c:v>61.395198999999998</c:v>
                </c:pt>
                <c:pt idx="3725">
                  <c:v>61.539082000000001</c:v>
                </c:pt>
                <c:pt idx="3726">
                  <c:v>61.569290000000002</c:v>
                </c:pt>
                <c:pt idx="3727">
                  <c:v>61.385936999999998</c:v>
                </c:pt>
                <c:pt idx="3728">
                  <c:v>61.126838999999997</c:v>
                </c:pt>
                <c:pt idx="3729">
                  <c:v>60.846024</c:v>
                </c:pt>
                <c:pt idx="3730">
                  <c:v>60.656506</c:v>
                </c:pt>
                <c:pt idx="3731">
                  <c:v>60.625785999999998</c:v>
                </c:pt>
                <c:pt idx="3732">
                  <c:v>60.802349</c:v>
                </c:pt>
                <c:pt idx="3733">
                  <c:v>61.030417999999997</c:v>
                </c:pt>
                <c:pt idx="3734">
                  <c:v>61.300837999999999</c:v>
                </c:pt>
                <c:pt idx="3735">
                  <c:v>61.422877999999997</c:v>
                </c:pt>
                <c:pt idx="3736">
                  <c:v>61.349991000000003</c:v>
                </c:pt>
                <c:pt idx="3737">
                  <c:v>61.177489999999999</c:v>
                </c:pt>
                <c:pt idx="3738">
                  <c:v>61.015991</c:v>
                </c:pt>
                <c:pt idx="3739">
                  <c:v>60.576923000000001</c:v>
                </c:pt>
                <c:pt idx="3740">
                  <c:v>60.072978999999997</c:v>
                </c:pt>
                <c:pt idx="3741">
                  <c:v>59.766047999999998</c:v>
                </c:pt>
                <c:pt idx="3742">
                  <c:v>59.753478999999999</c:v>
                </c:pt>
                <c:pt idx="3743">
                  <c:v>59.890545000000003</c:v>
                </c:pt>
                <c:pt idx="3744">
                  <c:v>60.109164999999997</c:v>
                </c:pt>
                <c:pt idx="3745">
                  <c:v>60.212944</c:v>
                </c:pt>
                <c:pt idx="3746">
                  <c:v>60.161560000000001</c:v>
                </c:pt>
                <c:pt idx="3747">
                  <c:v>59.944870000000002</c:v>
                </c:pt>
                <c:pt idx="3748">
                  <c:v>59.658256999999999</c:v>
                </c:pt>
                <c:pt idx="3749">
                  <c:v>59.473736000000002</c:v>
                </c:pt>
                <c:pt idx="3750">
                  <c:v>59.430264000000001</c:v>
                </c:pt>
                <c:pt idx="3751">
                  <c:v>59.620902999999998</c:v>
                </c:pt>
                <c:pt idx="3752">
                  <c:v>59.892265000000002</c:v>
                </c:pt>
                <c:pt idx="3753">
                  <c:v>60.194183000000002</c:v>
                </c:pt>
                <c:pt idx="3754">
                  <c:v>60.385638999999998</c:v>
                </c:pt>
                <c:pt idx="3755">
                  <c:v>60.468159</c:v>
                </c:pt>
                <c:pt idx="3756">
                  <c:v>60.341754999999999</c:v>
                </c:pt>
                <c:pt idx="3757">
                  <c:v>59.944592</c:v>
                </c:pt>
                <c:pt idx="3758">
                  <c:v>59.518256999999998</c:v>
                </c:pt>
                <c:pt idx="3759">
                  <c:v>59.127541000000001</c:v>
                </c:pt>
                <c:pt idx="3760">
                  <c:v>58.736789999999999</c:v>
                </c:pt>
                <c:pt idx="3761">
                  <c:v>58.364742</c:v>
                </c:pt>
                <c:pt idx="3762">
                  <c:v>58.154552000000002</c:v>
                </c:pt>
                <c:pt idx="3763">
                  <c:v>58.133625000000002</c:v>
                </c:pt>
                <c:pt idx="3764">
                  <c:v>58.178139000000002</c:v>
                </c:pt>
                <c:pt idx="3765">
                  <c:v>58.225754000000002</c:v>
                </c:pt>
                <c:pt idx="3766">
                  <c:v>58.210402999999999</c:v>
                </c:pt>
                <c:pt idx="3767">
                  <c:v>58.053738000000003</c:v>
                </c:pt>
                <c:pt idx="3768">
                  <c:v>57.84198</c:v>
                </c:pt>
                <c:pt idx="3769">
                  <c:v>57.713073999999999</c:v>
                </c:pt>
                <c:pt idx="3770">
                  <c:v>57.638961999999999</c:v>
                </c:pt>
                <c:pt idx="3771">
                  <c:v>57.735813</c:v>
                </c:pt>
                <c:pt idx="3772">
                  <c:v>57.96772</c:v>
                </c:pt>
                <c:pt idx="3773">
                  <c:v>58.225082</c:v>
                </c:pt>
                <c:pt idx="3774">
                  <c:v>58.418072000000002</c:v>
                </c:pt>
                <c:pt idx="3775">
                  <c:v>58.492072999999998</c:v>
                </c:pt>
                <c:pt idx="3776">
                  <c:v>58.415852000000001</c:v>
                </c:pt>
                <c:pt idx="3777">
                  <c:v>58.258167</c:v>
                </c:pt>
                <c:pt idx="3778">
                  <c:v>57.920540000000003</c:v>
                </c:pt>
                <c:pt idx="3779">
                  <c:v>57.678043000000002</c:v>
                </c:pt>
                <c:pt idx="3780">
                  <c:v>57.489372000000003</c:v>
                </c:pt>
                <c:pt idx="3781">
                  <c:v>57.398262000000003</c:v>
                </c:pt>
                <c:pt idx="3782">
                  <c:v>57.365879</c:v>
                </c:pt>
                <c:pt idx="3783">
                  <c:v>57.492092</c:v>
                </c:pt>
                <c:pt idx="3784">
                  <c:v>57.668221000000003</c:v>
                </c:pt>
                <c:pt idx="3785">
                  <c:v>57.754967000000001</c:v>
                </c:pt>
                <c:pt idx="3786">
                  <c:v>57.645572999999999</c:v>
                </c:pt>
                <c:pt idx="3787">
                  <c:v>57.489857000000001</c:v>
                </c:pt>
                <c:pt idx="3788">
                  <c:v>57.301281000000003</c:v>
                </c:pt>
                <c:pt idx="3789">
                  <c:v>57.118614000000001</c:v>
                </c:pt>
                <c:pt idx="3790">
                  <c:v>56.939307999999997</c:v>
                </c:pt>
                <c:pt idx="3791">
                  <c:v>56.860076999999997</c:v>
                </c:pt>
                <c:pt idx="3792">
                  <c:v>56.873745</c:v>
                </c:pt>
                <c:pt idx="3793">
                  <c:v>56.935397999999999</c:v>
                </c:pt>
                <c:pt idx="3794">
                  <c:v>56.983234000000003</c:v>
                </c:pt>
                <c:pt idx="3795">
                  <c:v>56.976807000000001</c:v>
                </c:pt>
                <c:pt idx="3796">
                  <c:v>56.889628999999999</c:v>
                </c:pt>
                <c:pt idx="3797">
                  <c:v>56.673023000000001</c:v>
                </c:pt>
                <c:pt idx="3798">
                  <c:v>56.311717999999999</c:v>
                </c:pt>
                <c:pt idx="3799">
                  <c:v>55.851391</c:v>
                </c:pt>
                <c:pt idx="3800">
                  <c:v>55.304192</c:v>
                </c:pt>
                <c:pt idx="3801">
                  <c:v>54.565773</c:v>
                </c:pt>
                <c:pt idx="3802">
                  <c:v>53.663730999999999</c:v>
                </c:pt>
                <c:pt idx="3803">
                  <c:v>52.566017000000002</c:v>
                </c:pt>
                <c:pt idx="3804">
                  <c:v>50.917487999999999</c:v>
                </c:pt>
                <c:pt idx="3805">
                  <c:v>48.614761000000001</c:v>
                </c:pt>
                <c:pt idx="3806">
                  <c:v>45.753535999999997</c:v>
                </c:pt>
                <c:pt idx="3807">
                  <c:v>42.084808000000002</c:v>
                </c:pt>
                <c:pt idx="3808">
                  <c:v>38.236548999999997</c:v>
                </c:pt>
                <c:pt idx="3809">
                  <c:v>36.913589000000002</c:v>
                </c:pt>
                <c:pt idx="3810">
                  <c:v>37.022334999999998</c:v>
                </c:pt>
                <c:pt idx="3811">
                  <c:v>37.481155000000001</c:v>
                </c:pt>
                <c:pt idx="3812">
                  <c:v>39.563682999999997</c:v>
                </c:pt>
                <c:pt idx="3813">
                  <c:v>41.819191000000004</c:v>
                </c:pt>
                <c:pt idx="3814">
                  <c:v>43.995491000000001</c:v>
                </c:pt>
                <c:pt idx="3815">
                  <c:v>45.864761000000001</c:v>
                </c:pt>
                <c:pt idx="3816">
                  <c:v>47.321243000000003</c:v>
                </c:pt>
                <c:pt idx="3817">
                  <c:v>48.352817999999999</c:v>
                </c:pt>
                <c:pt idx="3818">
                  <c:v>49.051647000000003</c:v>
                </c:pt>
                <c:pt idx="3819">
                  <c:v>49.521324</c:v>
                </c:pt>
                <c:pt idx="3820">
                  <c:v>49.848880999999999</c:v>
                </c:pt>
                <c:pt idx="3821">
                  <c:v>50.105946000000003</c:v>
                </c:pt>
                <c:pt idx="3822">
                  <c:v>50.344849000000004</c:v>
                </c:pt>
                <c:pt idx="3823">
                  <c:v>50.617435</c:v>
                </c:pt>
                <c:pt idx="3824">
                  <c:v>50.848624999999998</c:v>
                </c:pt>
                <c:pt idx="3825">
                  <c:v>50.995353999999999</c:v>
                </c:pt>
                <c:pt idx="3826">
                  <c:v>51.021908000000003</c:v>
                </c:pt>
                <c:pt idx="3827">
                  <c:v>50.945610000000002</c:v>
                </c:pt>
                <c:pt idx="3828">
                  <c:v>50.78463</c:v>
                </c:pt>
                <c:pt idx="3829">
                  <c:v>50.621367999999997</c:v>
                </c:pt>
                <c:pt idx="3830">
                  <c:v>50.471260000000001</c:v>
                </c:pt>
                <c:pt idx="3831">
                  <c:v>50.346325</c:v>
                </c:pt>
                <c:pt idx="3832">
                  <c:v>50.278281999999997</c:v>
                </c:pt>
                <c:pt idx="3833">
                  <c:v>50.306454000000002</c:v>
                </c:pt>
                <c:pt idx="3834">
                  <c:v>50.349445000000003</c:v>
                </c:pt>
                <c:pt idx="3835">
                  <c:v>50.365577999999999</c:v>
                </c:pt>
                <c:pt idx="3836">
                  <c:v>50.317126999999999</c:v>
                </c:pt>
                <c:pt idx="3837">
                  <c:v>50.208995999999999</c:v>
                </c:pt>
                <c:pt idx="3838">
                  <c:v>50.06926</c:v>
                </c:pt>
                <c:pt idx="3839">
                  <c:v>49.912951999999997</c:v>
                </c:pt>
                <c:pt idx="3840">
                  <c:v>49.796126999999998</c:v>
                </c:pt>
                <c:pt idx="3841">
                  <c:v>49.713017000000001</c:v>
                </c:pt>
                <c:pt idx="3842">
                  <c:v>49.657027999999997</c:v>
                </c:pt>
                <c:pt idx="3843">
                  <c:v>49.647167000000003</c:v>
                </c:pt>
                <c:pt idx="3844">
                  <c:v>49.675617000000003</c:v>
                </c:pt>
                <c:pt idx="3845">
                  <c:v>49.685805999999999</c:v>
                </c:pt>
                <c:pt idx="3846">
                  <c:v>49.654254999999999</c:v>
                </c:pt>
                <c:pt idx="3847">
                  <c:v>49.577559999999998</c:v>
                </c:pt>
                <c:pt idx="3848">
                  <c:v>49.476402</c:v>
                </c:pt>
                <c:pt idx="3849">
                  <c:v>49.335785000000001</c:v>
                </c:pt>
                <c:pt idx="3850">
                  <c:v>49.212311</c:v>
                </c:pt>
                <c:pt idx="3851">
                  <c:v>49.122394999999997</c:v>
                </c:pt>
                <c:pt idx="3852">
                  <c:v>49.132812999999999</c:v>
                </c:pt>
                <c:pt idx="3853">
                  <c:v>49.171863999999999</c:v>
                </c:pt>
                <c:pt idx="3854">
                  <c:v>49.219481999999999</c:v>
                </c:pt>
                <c:pt idx="3855">
                  <c:v>49.245967999999998</c:v>
                </c:pt>
                <c:pt idx="3856">
                  <c:v>49.198425</c:v>
                </c:pt>
                <c:pt idx="3857">
                  <c:v>49.125523000000001</c:v>
                </c:pt>
                <c:pt idx="3858">
                  <c:v>49.008609999999997</c:v>
                </c:pt>
                <c:pt idx="3859">
                  <c:v>48.881176000000004</c:v>
                </c:pt>
                <c:pt idx="3860">
                  <c:v>48.774864000000001</c:v>
                </c:pt>
                <c:pt idx="3861">
                  <c:v>48.724376999999997</c:v>
                </c:pt>
                <c:pt idx="3862">
                  <c:v>48.722510999999997</c:v>
                </c:pt>
                <c:pt idx="3863">
                  <c:v>48.794105999999999</c:v>
                </c:pt>
                <c:pt idx="3864">
                  <c:v>48.862141000000001</c:v>
                </c:pt>
                <c:pt idx="3865">
                  <c:v>48.884731000000002</c:v>
                </c:pt>
                <c:pt idx="3866">
                  <c:v>48.867415999999999</c:v>
                </c:pt>
                <c:pt idx="3867">
                  <c:v>48.780116999999997</c:v>
                </c:pt>
                <c:pt idx="3868">
                  <c:v>48.659519000000003</c:v>
                </c:pt>
                <c:pt idx="3869">
                  <c:v>48.546581000000003</c:v>
                </c:pt>
                <c:pt idx="3870">
                  <c:v>48.460814999999997</c:v>
                </c:pt>
                <c:pt idx="3871">
                  <c:v>48.426830000000002</c:v>
                </c:pt>
                <c:pt idx="3872">
                  <c:v>48.447524999999999</c:v>
                </c:pt>
                <c:pt idx="3873">
                  <c:v>48.503300000000003</c:v>
                </c:pt>
                <c:pt idx="3874">
                  <c:v>48.557307999999999</c:v>
                </c:pt>
                <c:pt idx="3875">
                  <c:v>48.584442000000003</c:v>
                </c:pt>
                <c:pt idx="3876">
                  <c:v>48.559798999999998</c:v>
                </c:pt>
                <c:pt idx="3877">
                  <c:v>48.477848000000002</c:v>
                </c:pt>
                <c:pt idx="3878">
                  <c:v>48.375655999999999</c:v>
                </c:pt>
                <c:pt idx="3879">
                  <c:v>48.278075999999999</c:v>
                </c:pt>
                <c:pt idx="3880">
                  <c:v>48.208809000000002</c:v>
                </c:pt>
                <c:pt idx="3881">
                  <c:v>48.191307000000002</c:v>
                </c:pt>
                <c:pt idx="3882">
                  <c:v>48.218162999999997</c:v>
                </c:pt>
                <c:pt idx="3883">
                  <c:v>48.272773999999998</c:v>
                </c:pt>
                <c:pt idx="3884">
                  <c:v>48.357033000000001</c:v>
                </c:pt>
                <c:pt idx="3885">
                  <c:v>48.361496000000002</c:v>
                </c:pt>
                <c:pt idx="3886">
                  <c:v>48.304962000000003</c:v>
                </c:pt>
                <c:pt idx="3887">
                  <c:v>48.216819999999998</c:v>
                </c:pt>
                <c:pt idx="3888">
                  <c:v>48.149540000000002</c:v>
                </c:pt>
                <c:pt idx="3889">
                  <c:v>48.051594000000001</c:v>
                </c:pt>
                <c:pt idx="3890">
                  <c:v>48.007820000000002</c:v>
                </c:pt>
                <c:pt idx="3891">
                  <c:v>48.035313000000002</c:v>
                </c:pt>
                <c:pt idx="3892">
                  <c:v>48.057792999999997</c:v>
                </c:pt>
                <c:pt idx="3893">
                  <c:v>48.119788999999997</c:v>
                </c:pt>
                <c:pt idx="3894">
                  <c:v>48.145870000000002</c:v>
                </c:pt>
                <c:pt idx="3895">
                  <c:v>48.155140000000003</c:v>
                </c:pt>
                <c:pt idx="3896">
                  <c:v>48.104087999999997</c:v>
                </c:pt>
                <c:pt idx="3897">
                  <c:v>48.025002000000001</c:v>
                </c:pt>
                <c:pt idx="3898">
                  <c:v>47.948264999999999</c:v>
                </c:pt>
                <c:pt idx="3899">
                  <c:v>47.858505000000001</c:v>
                </c:pt>
                <c:pt idx="3900">
                  <c:v>47.821648000000003</c:v>
                </c:pt>
                <c:pt idx="3901">
                  <c:v>47.850819000000001</c:v>
                </c:pt>
                <c:pt idx="3902">
                  <c:v>47.903132999999997</c:v>
                </c:pt>
                <c:pt idx="3903">
                  <c:v>47.967426000000003</c:v>
                </c:pt>
                <c:pt idx="3904">
                  <c:v>48.016483000000001</c:v>
                </c:pt>
                <c:pt idx="3905">
                  <c:v>48.011971000000003</c:v>
                </c:pt>
                <c:pt idx="3906">
                  <c:v>47.966385000000002</c:v>
                </c:pt>
                <c:pt idx="3907">
                  <c:v>47.880051000000002</c:v>
                </c:pt>
                <c:pt idx="3908">
                  <c:v>47.780380000000001</c:v>
                </c:pt>
                <c:pt idx="3909">
                  <c:v>47.71949</c:v>
                </c:pt>
                <c:pt idx="3910">
                  <c:v>47.684905999999998</c:v>
                </c:pt>
                <c:pt idx="3911">
                  <c:v>47.696434000000004</c:v>
                </c:pt>
                <c:pt idx="3912">
                  <c:v>47.731949</c:v>
                </c:pt>
                <c:pt idx="3913">
                  <c:v>47.7864</c:v>
                </c:pt>
                <c:pt idx="3914">
                  <c:v>47.815627999999997</c:v>
                </c:pt>
                <c:pt idx="3915">
                  <c:v>47.814636</c:v>
                </c:pt>
                <c:pt idx="3916">
                  <c:v>47.767574000000003</c:v>
                </c:pt>
                <c:pt idx="3917">
                  <c:v>47.683810999999999</c:v>
                </c:pt>
                <c:pt idx="3918">
                  <c:v>47.599865000000001</c:v>
                </c:pt>
                <c:pt idx="3919">
                  <c:v>47.549782</c:v>
                </c:pt>
                <c:pt idx="3920">
                  <c:v>47.538333999999999</c:v>
                </c:pt>
                <c:pt idx="3921">
                  <c:v>47.556018999999999</c:v>
                </c:pt>
                <c:pt idx="3922">
                  <c:v>47.590546000000003</c:v>
                </c:pt>
                <c:pt idx="3923">
                  <c:v>47.610591999999997</c:v>
                </c:pt>
                <c:pt idx="3924">
                  <c:v>47.634548000000002</c:v>
                </c:pt>
                <c:pt idx="3925">
                  <c:v>47.625694000000003</c:v>
                </c:pt>
                <c:pt idx="3926">
                  <c:v>47.589042999999997</c:v>
                </c:pt>
                <c:pt idx="3927">
                  <c:v>47.506019999999999</c:v>
                </c:pt>
                <c:pt idx="3928">
                  <c:v>47.420043999999997</c:v>
                </c:pt>
                <c:pt idx="3929">
                  <c:v>47.358265000000003</c:v>
                </c:pt>
                <c:pt idx="3930">
                  <c:v>47.313648000000001</c:v>
                </c:pt>
                <c:pt idx="3931">
                  <c:v>47.345149999999997</c:v>
                </c:pt>
                <c:pt idx="3932">
                  <c:v>47.405406999999997</c:v>
                </c:pt>
                <c:pt idx="3933">
                  <c:v>47.448073999999998</c:v>
                </c:pt>
                <c:pt idx="3934">
                  <c:v>47.472465999999997</c:v>
                </c:pt>
                <c:pt idx="3935">
                  <c:v>47.449081</c:v>
                </c:pt>
                <c:pt idx="3936">
                  <c:v>47.357723</c:v>
                </c:pt>
                <c:pt idx="3937">
                  <c:v>47.245719999999999</c:v>
                </c:pt>
                <c:pt idx="3938">
                  <c:v>47.150123999999998</c:v>
                </c:pt>
                <c:pt idx="3939">
                  <c:v>47.107449000000003</c:v>
                </c:pt>
                <c:pt idx="3940">
                  <c:v>47.105601999999998</c:v>
                </c:pt>
                <c:pt idx="3941">
                  <c:v>47.121979000000003</c:v>
                </c:pt>
                <c:pt idx="3942">
                  <c:v>47.180267000000001</c:v>
                </c:pt>
                <c:pt idx="3943">
                  <c:v>47.223030000000001</c:v>
                </c:pt>
                <c:pt idx="3944">
                  <c:v>47.225738999999997</c:v>
                </c:pt>
                <c:pt idx="3945">
                  <c:v>47.177967000000002</c:v>
                </c:pt>
                <c:pt idx="3946">
                  <c:v>47.101658</c:v>
                </c:pt>
                <c:pt idx="3947">
                  <c:v>47.008110000000002</c:v>
                </c:pt>
                <c:pt idx="3948">
                  <c:v>46.937930999999999</c:v>
                </c:pt>
                <c:pt idx="3949">
                  <c:v>46.901646</c:v>
                </c:pt>
                <c:pt idx="3950">
                  <c:v>46.903087999999997</c:v>
                </c:pt>
                <c:pt idx="3951">
                  <c:v>46.927146999999998</c:v>
                </c:pt>
                <c:pt idx="3952">
                  <c:v>46.938557000000003</c:v>
                </c:pt>
                <c:pt idx="3953">
                  <c:v>46.940350000000002</c:v>
                </c:pt>
                <c:pt idx="3954">
                  <c:v>46.9133</c:v>
                </c:pt>
                <c:pt idx="3955">
                  <c:v>46.862492000000003</c:v>
                </c:pt>
                <c:pt idx="3956">
                  <c:v>46.803131</c:v>
                </c:pt>
                <c:pt idx="3957">
                  <c:v>46.759673999999997</c:v>
                </c:pt>
                <c:pt idx="3958">
                  <c:v>46.715294</c:v>
                </c:pt>
                <c:pt idx="3959">
                  <c:v>46.678722</c:v>
                </c:pt>
                <c:pt idx="3960">
                  <c:v>46.677906</c:v>
                </c:pt>
                <c:pt idx="3961">
                  <c:v>46.693001000000002</c:v>
                </c:pt>
                <c:pt idx="3962">
                  <c:v>46.703968000000003</c:v>
                </c:pt>
                <c:pt idx="3963">
                  <c:v>46.707138</c:v>
                </c:pt>
                <c:pt idx="3964">
                  <c:v>46.695613999999999</c:v>
                </c:pt>
                <c:pt idx="3965">
                  <c:v>46.673222000000003</c:v>
                </c:pt>
                <c:pt idx="3966">
                  <c:v>46.602252999999997</c:v>
                </c:pt>
                <c:pt idx="3967">
                  <c:v>46.532608000000003</c:v>
                </c:pt>
                <c:pt idx="3968">
                  <c:v>46.486415999999998</c:v>
                </c:pt>
                <c:pt idx="3969">
                  <c:v>46.477618999999997</c:v>
                </c:pt>
                <c:pt idx="3970">
                  <c:v>46.481482999999997</c:v>
                </c:pt>
                <c:pt idx="3971">
                  <c:v>46.490147</c:v>
                </c:pt>
                <c:pt idx="3972">
                  <c:v>46.499695000000003</c:v>
                </c:pt>
                <c:pt idx="3973">
                  <c:v>46.494694000000003</c:v>
                </c:pt>
                <c:pt idx="3974">
                  <c:v>46.470309999999998</c:v>
                </c:pt>
                <c:pt idx="3975">
                  <c:v>46.413516999999999</c:v>
                </c:pt>
                <c:pt idx="3976">
                  <c:v>46.335326999999999</c:v>
                </c:pt>
                <c:pt idx="3977">
                  <c:v>46.271403999999997</c:v>
                </c:pt>
                <c:pt idx="3978">
                  <c:v>46.223475999999998</c:v>
                </c:pt>
                <c:pt idx="3979">
                  <c:v>46.184528</c:v>
                </c:pt>
                <c:pt idx="3980">
                  <c:v>46.171936000000002</c:v>
                </c:pt>
                <c:pt idx="3981">
                  <c:v>46.148636000000003</c:v>
                </c:pt>
                <c:pt idx="3982">
                  <c:v>46.125892999999998</c:v>
                </c:pt>
                <c:pt idx="3983">
                  <c:v>46.098038000000003</c:v>
                </c:pt>
                <c:pt idx="3984">
                  <c:v>46.074359999999999</c:v>
                </c:pt>
                <c:pt idx="3985">
                  <c:v>46.041355000000003</c:v>
                </c:pt>
                <c:pt idx="3986">
                  <c:v>46.007801000000001</c:v>
                </c:pt>
                <c:pt idx="3987">
                  <c:v>45.982261999999999</c:v>
                </c:pt>
                <c:pt idx="3988">
                  <c:v>45.991238000000003</c:v>
                </c:pt>
                <c:pt idx="3989">
                  <c:v>46.008414999999999</c:v>
                </c:pt>
                <c:pt idx="3990">
                  <c:v>46.040497000000002</c:v>
                </c:pt>
                <c:pt idx="3991">
                  <c:v>46.057198</c:v>
                </c:pt>
                <c:pt idx="3992">
                  <c:v>46.064827000000001</c:v>
                </c:pt>
                <c:pt idx="3993">
                  <c:v>46.058388000000001</c:v>
                </c:pt>
                <c:pt idx="3994">
                  <c:v>46.022480000000002</c:v>
                </c:pt>
                <c:pt idx="3995">
                  <c:v>45.969574000000001</c:v>
                </c:pt>
                <c:pt idx="3996">
                  <c:v>45.916331999999997</c:v>
                </c:pt>
                <c:pt idx="3997">
                  <c:v>45.878520999999999</c:v>
                </c:pt>
                <c:pt idx="3998">
                  <c:v>45.850974999999998</c:v>
                </c:pt>
                <c:pt idx="3999">
                  <c:v>45.828952999999998</c:v>
                </c:pt>
                <c:pt idx="4000">
                  <c:v>45.809212000000002</c:v>
                </c:pt>
                <c:pt idx="4001">
                  <c:v>45.807094999999997</c:v>
                </c:pt>
                <c:pt idx="4002">
                  <c:v>45.803978000000001</c:v>
                </c:pt>
                <c:pt idx="4003">
                  <c:v>45.793869000000001</c:v>
                </c:pt>
                <c:pt idx="4004">
                  <c:v>45.748016</c:v>
                </c:pt>
                <c:pt idx="4005">
                  <c:v>45.699168999999998</c:v>
                </c:pt>
                <c:pt idx="4006">
                  <c:v>45.652931000000002</c:v>
                </c:pt>
                <c:pt idx="4007">
                  <c:v>45.612476000000001</c:v>
                </c:pt>
                <c:pt idx="4008">
                  <c:v>45.584656000000003</c:v>
                </c:pt>
                <c:pt idx="4009">
                  <c:v>45.566291999999997</c:v>
                </c:pt>
                <c:pt idx="4010">
                  <c:v>45.558750000000003</c:v>
                </c:pt>
                <c:pt idx="4011">
                  <c:v>45.547080999999999</c:v>
                </c:pt>
                <c:pt idx="4012">
                  <c:v>45.539425000000001</c:v>
                </c:pt>
                <c:pt idx="4013">
                  <c:v>45.518433000000002</c:v>
                </c:pt>
                <c:pt idx="4014">
                  <c:v>45.480389000000002</c:v>
                </c:pt>
                <c:pt idx="4015">
                  <c:v>45.428882999999999</c:v>
                </c:pt>
                <c:pt idx="4016">
                  <c:v>45.390689999999999</c:v>
                </c:pt>
                <c:pt idx="4017">
                  <c:v>45.403419</c:v>
                </c:pt>
                <c:pt idx="4018">
                  <c:v>45.488045</c:v>
                </c:pt>
                <c:pt idx="4019">
                  <c:v>45.661963999999998</c:v>
                </c:pt>
                <c:pt idx="4020">
                  <c:v>45.969593000000003</c:v>
                </c:pt>
                <c:pt idx="4021">
                  <c:v>46.434826000000001</c:v>
                </c:pt>
                <c:pt idx="4022">
                  <c:v>47.015369</c:v>
                </c:pt>
                <c:pt idx="4023">
                  <c:v>47.581679999999999</c:v>
                </c:pt>
                <c:pt idx="4024">
                  <c:v>47.997681</c:v>
                </c:pt>
                <c:pt idx="4025">
                  <c:v>48.211655</c:v>
                </c:pt>
                <c:pt idx="4026">
                  <c:v>48.230637000000002</c:v>
                </c:pt>
                <c:pt idx="4027">
                  <c:v>47.275100999999999</c:v>
                </c:pt>
                <c:pt idx="4028">
                  <c:v>46.322249999999997</c:v>
                </c:pt>
                <c:pt idx="4029">
                  <c:v>45.743716999999997</c:v>
                </c:pt>
                <c:pt idx="4030">
                  <c:v>45.433501999999997</c:v>
                </c:pt>
                <c:pt idx="4031">
                  <c:v>45.279575000000001</c:v>
                </c:pt>
                <c:pt idx="4032">
                  <c:v>45.196582999999997</c:v>
                </c:pt>
                <c:pt idx="4033">
                  <c:v>45.137797999999997</c:v>
                </c:pt>
                <c:pt idx="4034">
                  <c:v>45.083824</c:v>
                </c:pt>
                <c:pt idx="4035">
                  <c:v>45.022049000000003</c:v>
                </c:pt>
                <c:pt idx="4036">
                  <c:v>44.967917999999997</c:v>
                </c:pt>
                <c:pt idx="4037">
                  <c:v>44.907310000000003</c:v>
                </c:pt>
                <c:pt idx="4038">
                  <c:v>44.876373000000001</c:v>
                </c:pt>
                <c:pt idx="4039">
                  <c:v>44.861832</c:v>
                </c:pt>
                <c:pt idx="4040">
                  <c:v>44.855446000000001</c:v>
                </c:pt>
                <c:pt idx="4041">
                  <c:v>44.842674000000002</c:v>
                </c:pt>
                <c:pt idx="4042">
                  <c:v>44.821486999999998</c:v>
                </c:pt>
                <c:pt idx="4043">
                  <c:v>44.797103999999997</c:v>
                </c:pt>
                <c:pt idx="4044">
                  <c:v>44.769736999999999</c:v>
                </c:pt>
                <c:pt idx="4045">
                  <c:v>44.740349000000002</c:v>
                </c:pt>
                <c:pt idx="4046">
                  <c:v>44.707492999999999</c:v>
                </c:pt>
                <c:pt idx="4047">
                  <c:v>44.666634000000002</c:v>
                </c:pt>
                <c:pt idx="4048">
                  <c:v>44.629002</c:v>
                </c:pt>
                <c:pt idx="4049">
                  <c:v>44.595097000000003</c:v>
                </c:pt>
                <c:pt idx="4050">
                  <c:v>44.561424000000002</c:v>
                </c:pt>
                <c:pt idx="4051">
                  <c:v>44.530926000000001</c:v>
                </c:pt>
                <c:pt idx="4052">
                  <c:v>44.499008000000003</c:v>
                </c:pt>
                <c:pt idx="4053">
                  <c:v>44.466358</c:v>
                </c:pt>
                <c:pt idx="4054">
                  <c:v>44.432720000000003</c:v>
                </c:pt>
                <c:pt idx="4055">
                  <c:v>44.403404000000002</c:v>
                </c:pt>
                <c:pt idx="4056">
                  <c:v>44.371791999999999</c:v>
                </c:pt>
                <c:pt idx="4057">
                  <c:v>44.340313000000002</c:v>
                </c:pt>
                <c:pt idx="4058">
                  <c:v>44.306736000000001</c:v>
                </c:pt>
                <c:pt idx="4059">
                  <c:v>44.282791000000003</c:v>
                </c:pt>
                <c:pt idx="4060">
                  <c:v>44.255629999999996</c:v>
                </c:pt>
                <c:pt idx="4061">
                  <c:v>44.229846999999999</c:v>
                </c:pt>
                <c:pt idx="4062">
                  <c:v>44.204932999999997</c:v>
                </c:pt>
                <c:pt idx="4063">
                  <c:v>44.180613999999998</c:v>
                </c:pt>
                <c:pt idx="4064">
                  <c:v>44.14716</c:v>
                </c:pt>
                <c:pt idx="4065">
                  <c:v>44.113830999999998</c:v>
                </c:pt>
                <c:pt idx="4066">
                  <c:v>44.080455999999998</c:v>
                </c:pt>
                <c:pt idx="4067">
                  <c:v>44.046771999999997</c:v>
                </c:pt>
                <c:pt idx="4068">
                  <c:v>44.020710000000001</c:v>
                </c:pt>
                <c:pt idx="4069">
                  <c:v>44.000031</c:v>
                </c:pt>
                <c:pt idx="4070">
                  <c:v>43.979069000000003</c:v>
                </c:pt>
                <c:pt idx="4071">
                  <c:v>43.956595999999998</c:v>
                </c:pt>
                <c:pt idx="4072">
                  <c:v>43.932307999999999</c:v>
                </c:pt>
                <c:pt idx="4073">
                  <c:v>43.900700000000001</c:v>
                </c:pt>
                <c:pt idx="4074">
                  <c:v>43.868122</c:v>
                </c:pt>
                <c:pt idx="4075">
                  <c:v>43.833275</c:v>
                </c:pt>
                <c:pt idx="4076">
                  <c:v>43.798935</c:v>
                </c:pt>
                <c:pt idx="4077">
                  <c:v>43.760967000000001</c:v>
                </c:pt>
                <c:pt idx="4078">
                  <c:v>43.736426999999999</c:v>
                </c:pt>
                <c:pt idx="4079">
                  <c:v>43.717002999999998</c:v>
                </c:pt>
                <c:pt idx="4080">
                  <c:v>43.700828999999999</c:v>
                </c:pt>
                <c:pt idx="4081">
                  <c:v>43.684921000000003</c:v>
                </c:pt>
                <c:pt idx="4082">
                  <c:v>43.667243999999997</c:v>
                </c:pt>
                <c:pt idx="4083">
                  <c:v>43.642409999999998</c:v>
                </c:pt>
                <c:pt idx="4084">
                  <c:v>43.603920000000002</c:v>
                </c:pt>
                <c:pt idx="4085">
                  <c:v>43.563662999999998</c:v>
                </c:pt>
                <c:pt idx="4086">
                  <c:v>43.527709999999999</c:v>
                </c:pt>
                <c:pt idx="4087">
                  <c:v>43.489821999999997</c:v>
                </c:pt>
                <c:pt idx="4088">
                  <c:v>43.462947999999997</c:v>
                </c:pt>
                <c:pt idx="4089">
                  <c:v>43.441051000000002</c:v>
                </c:pt>
                <c:pt idx="4090">
                  <c:v>43.430809000000004</c:v>
                </c:pt>
                <c:pt idx="4091">
                  <c:v>43.419364999999999</c:v>
                </c:pt>
                <c:pt idx="4092">
                  <c:v>43.398991000000002</c:v>
                </c:pt>
                <c:pt idx="4093">
                  <c:v>43.372272000000002</c:v>
                </c:pt>
                <c:pt idx="4094">
                  <c:v>43.333053999999997</c:v>
                </c:pt>
                <c:pt idx="4095">
                  <c:v>43.293072000000002</c:v>
                </c:pt>
                <c:pt idx="4096">
                  <c:v>43.253428999999997</c:v>
                </c:pt>
                <c:pt idx="4097">
                  <c:v>43.219681000000001</c:v>
                </c:pt>
                <c:pt idx="4098">
                  <c:v>43.198174000000002</c:v>
                </c:pt>
                <c:pt idx="4099">
                  <c:v>43.177238000000003</c:v>
                </c:pt>
                <c:pt idx="4100">
                  <c:v>43.158878000000001</c:v>
                </c:pt>
                <c:pt idx="4101">
                  <c:v>43.142547999999998</c:v>
                </c:pt>
                <c:pt idx="4102">
                  <c:v>43.117485000000002</c:v>
                </c:pt>
                <c:pt idx="4103">
                  <c:v>43.092300000000002</c:v>
                </c:pt>
                <c:pt idx="4104">
                  <c:v>43.051623999999997</c:v>
                </c:pt>
                <c:pt idx="4105">
                  <c:v>42.999080999999997</c:v>
                </c:pt>
                <c:pt idx="4106">
                  <c:v>42.953601999999997</c:v>
                </c:pt>
                <c:pt idx="4107">
                  <c:v>42.918937999999997</c:v>
                </c:pt>
                <c:pt idx="4108">
                  <c:v>42.897925999999998</c:v>
                </c:pt>
                <c:pt idx="4109">
                  <c:v>42.880530999999998</c:v>
                </c:pt>
                <c:pt idx="4110">
                  <c:v>42.861618</c:v>
                </c:pt>
                <c:pt idx="4111">
                  <c:v>42.843268999999999</c:v>
                </c:pt>
                <c:pt idx="4112">
                  <c:v>42.827461</c:v>
                </c:pt>
                <c:pt idx="4113">
                  <c:v>42.800026000000003</c:v>
                </c:pt>
                <c:pt idx="4114">
                  <c:v>42.755580999999999</c:v>
                </c:pt>
                <c:pt idx="4115">
                  <c:v>42.702469000000001</c:v>
                </c:pt>
                <c:pt idx="4116">
                  <c:v>42.657375000000002</c:v>
                </c:pt>
                <c:pt idx="4117">
                  <c:v>42.631207000000003</c:v>
                </c:pt>
                <c:pt idx="4118">
                  <c:v>42.602612000000001</c:v>
                </c:pt>
                <c:pt idx="4119">
                  <c:v>42.579338</c:v>
                </c:pt>
                <c:pt idx="4120">
                  <c:v>42.560783000000001</c:v>
                </c:pt>
                <c:pt idx="4121">
                  <c:v>42.547291000000001</c:v>
                </c:pt>
                <c:pt idx="4122">
                  <c:v>42.528488000000003</c:v>
                </c:pt>
                <c:pt idx="4123">
                  <c:v>42.504500999999998</c:v>
                </c:pt>
                <c:pt idx="4124">
                  <c:v>42.466461000000002</c:v>
                </c:pt>
                <c:pt idx="4125">
                  <c:v>42.425624999999997</c:v>
                </c:pt>
                <c:pt idx="4126">
                  <c:v>42.389206000000001</c:v>
                </c:pt>
                <c:pt idx="4127">
                  <c:v>42.352843999999997</c:v>
                </c:pt>
                <c:pt idx="4128">
                  <c:v>42.325099999999999</c:v>
                </c:pt>
                <c:pt idx="4129">
                  <c:v>42.303925</c:v>
                </c:pt>
                <c:pt idx="4130">
                  <c:v>42.288657999999998</c:v>
                </c:pt>
                <c:pt idx="4131">
                  <c:v>42.276268000000002</c:v>
                </c:pt>
                <c:pt idx="4132">
                  <c:v>42.262614999999997</c:v>
                </c:pt>
                <c:pt idx="4133">
                  <c:v>42.231704999999998</c:v>
                </c:pt>
                <c:pt idx="4134">
                  <c:v>42.191913999999997</c:v>
                </c:pt>
                <c:pt idx="4135">
                  <c:v>42.147224000000001</c:v>
                </c:pt>
                <c:pt idx="4136">
                  <c:v>42.105293000000003</c:v>
                </c:pt>
                <c:pt idx="4137">
                  <c:v>42.062835999999997</c:v>
                </c:pt>
                <c:pt idx="4138">
                  <c:v>42.033240999999997</c:v>
                </c:pt>
                <c:pt idx="4139">
                  <c:v>42.008865</c:v>
                </c:pt>
                <c:pt idx="4140">
                  <c:v>41.986401000000001</c:v>
                </c:pt>
                <c:pt idx="4141">
                  <c:v>41.972087999999999</c:v>
                </c:pt>
                <c:pt idx="4142">
                  <c:v>41.957400999999997</c:v>
                </c:pt>
                <c:pt idx="4143">
                  <c:v>41.929020000000001</c:v>
                </c:pt>
                <c:pt idx="4144">
                  <c:v>41.887062</c:v>
                </c:pt>
                <c:pt idx="4145">
                  <c:v>41.835116999999997</c:v>
                </c:pt>
                <c:pt idx="4146">
                  <c:v>41.788944000000001</c:v>
                </c:pt>
                <c:pt idx="4147">
                  <c:v>41.745013999999998</c:v>
                </c:pt>
                <c:pt idx="4148">
                  <c:v>41.709167000000001</c:v>
                </c:pt>
                <c:pt idx="4149">
                  <c:v>41.690086000000001</c:v>
                </c:pt>
                <c:pt idx="4150">
                  <c:v>41.676310999999998</c:v>
                </c:pt>
                <c:pt idx="4151">
                  <c:v>41.662993999999998</c:v>
                </c:pt>
                <c:pt idx="4152">
                  <c:v>41.652335999999998</c:v>
                </c:pt>
                <c:pt idx="4153">
                  <c:v>41.626137</c:v>
                </c:pt>
                <c:pt idx="4154">
                  <c:v>41.585197000000001</c:v>
                </c:pt>
                <c:pt idx="4155">
                  <c:v>41.526694999999997</c:v>
                </c:pt>
                <c:pt idx="4156">
                  <c:v>41.471415999999998</c:v>
                </c:pt>
                <c:pt idx="4157">
                  <c:v>41.431725</c:v>
                </c:pt>
                <c:pt idx="4158">
                  <c:v>41.405811</c:v>
                </c:pt>
                <c:pt idx="4159">
                  <c:v>41.389763000000002</c:v>
                </c:pt>
                <c:pt idx="4160">
                  <c:v>41.375118000000001</c:v>
                </c:pt>
                <c:pt idx="4161">
                  <c:v>41.363990999999999</c:v>
                </c:pt>
                <c:pt idx="4162">
                  <c:v>41.349705</c:v>
                </c:pt>
                <c:pt idx="4163">
                  <c:v>41.320968999999998</c:v>
                </c:pt>
                <c:pt idx="4164">
                  <c:v>41.272919000000002</c:v>
                </c:pt>
                <c:pt idx="4165">
                  <c:v>41.213504999999998</c:v>
                </c:pt>
                <c:pt idx="4166">
                  <c:v>41.158245000000001</c:v>
                </c:pt>
                <c:pt idx="4167">
                  <c:v>41.124442999999999</c:v>
                </c:pt>
                <c:pt idx="4168">
                  <c:v>41.100338000000001</c:v>
                </c:pt>
                <c:pt idx="4169">
                  <c:v>41.083672</c:v>
                </c:pt>
                <c:pt idx="4170">
                  <c:v>41.069972999999997</c:v>
                </c:pt>
                <c:pt idx="4171">
                  <c:v>41.057220000000001</c:v>
                </c:pt>
                <c:pt idx="4172">
                  <c:v>41.041012000000002</c:v>
                </c:pt>
                <c:pt idx="4173">
                  <c:v>41.008811999999999</c:v>
                </c:pt>
                <c:pt idx="4174">
                  <c:v>40.963805999999998</c:v>
                </c:pt>
                <c:pt idx="4175">
                  <c:v>40.907879000000001</c:v>
                </c:pt>
                <c:pt idx="4176">
                  <c:v>40.849083</c:v>
                </c:pt>
                <c:pt idx="4177">
                  <c:v>40.811748999999999</c:v>
                </c:pt>
                <c:pt idx="4178">
                  <c:v>40.785828000000002</c:v>
                </c:pt>
                <c:pt idx="4179">
                  <c:v>40.767265000000002</c:v>
                </c:pt>
                <c:pt idx="4180">
                  <c:v>40.751575000000003</c:v>
                </c:pt>
                <c:pt idx="4181">
                  <c:v>40.737487999999999</c:v>
                </c:pt>
                <c:pt idx="4182">
                  <c:v>40.720267999999997</c:v>
                </c:pt>
                <c:pt idx="4183">
                  <c:v>40.690437000000003</c:v>
                </c:pt>
                <c:pt idx="4184">
                  <c:v>40.637203</c:v>
                </c:pt>
                <c:pt idx="4185">
                  <c:v>40.574776</c:v>
                </c:pt>
                <c:pt idx="4186">
                  <c:v>40.512039000000001</c:v>
                </c:pt>
                <c:pt idx="4187">
                  <c:v>40.471443000000001</c:v>
                </c:pt>
                <c:pt idx="4188">
                  <c:v>40.445819999999998</c:v>
                </c:pt>
                <c:pt idx="4189">
                  <c:v>40.424048999999997</c:v>
                </c:pt>
                <c:pt idx="4190">
                  <c:v>40.409587999999999</c:v>
                </c:pt>
                <c:pt idx="4191">
                  <c:v>40.401249</c:v>
                </c:pt>
                <c:pt idx="4192">
                  <c:v>40.384265999999997</c:v>
                </c:pt>
                <c:pt idx="4193">
                  <c:v>40.349227999999997</c:v>
                </c:pt>
                <c:pt idx="4194">
                  <c:v>40.299090999999997</c:v>
                </c:pt>
                <c:pt idx="4195">
                  <c:v>40.224850000000004</c:v>
                </c:pt>
                <c:pt idx="4196">
                  <c:v>40.165184000000004</c:v>
                </c:pt>
                <c:pt idx="4197">
                  <c:v>40.119526</c:v>
                </c:pt>
                <c:pt idx="4198">
                  <c:v>40.088360000000002</c:v>
                </c:pt>
                <c:pt idx="4199">
                  <c:v>40.077843000000001</c:v>
                </c:pt>
                <c:pt idx="4200">
                  <c:v>40.062888999999998</c:v>
                </c:pt>
                <c:pt idx="4201">
                  <c:v>40.051578999999997</c:v>
                </c:pt>
                <c:pt idx="4202">
                  <c:v>40.037360999999997</c:v>
                </c:pt>
                <c:pt idx="4203">
                  <c:v>40.007477000000002</c:v>
                </c:pt>
                <c:pt idx="4204">
                  <c:v>39.949097000000002</c:v>
                </c:pt>
                <c:pt idx="4205">
                  <c:v>39.877457</c:v>
                </c:pt>
                <c:pt idx="4206">
                  <c:v>39.812201999999999</c:v>
                </c:pt>
                <c:pt idx="4207">
                  <c:v>39.758628999999999</c:v>
                </c:pt>
                <c:pt idx="4208">
                  <c:v>39.720196000000001</c:v>
                </c:pt>
                <c:pt idx="4209">
                  <c:v>39.698188999999999</c:v>
                </c:pt>
                <c:pt idx="4210">
                  <c:v>39.682468</c:v>
                </c:pt>
                <c:pt idx="4211">
                  <c:v>39.671371000000001</c:v>
                </c:pt>
                <c:pt idx="4212">
                  <c:v>39.658164999999997</c:v>
                </c:pt>
                <c:pt idx="4213">
                  <c:v>39.631168000000002</c:v>
                </c:pt>
                <c:pt idx="4214">
                  <c:v>39.567307</c:v>
                </c:pt>
                <c:pt idx="4215">
                  <c:v>39.494613999999999</c:v>
                </c:pt>
                <c:pt idx="4216">
                  <c:v>39.424537999999998</c:v>
                </c:pt>
                <c:pt idx="4217">
                  <c:v>39.374428000000002</c:v>
                </c:pt>
                <c:pt idx="4218">
                  <c:v>39.336903</c:v>
                </c:pt>
                <c:pt idx="4219">
                  <c:v>39.313170999999997</c:v>
                </c:pt>
                <c:pt idx="4220">
                  <c:v>39.298794000000001</c:v>
                </c:pt>
                <c:pt idx="4221">
                  <c:v>39.287159000000003</c:v>
                </c:pt>
                <c:pt idx="4222">
                  <c:v>39.272208999999997</c:v>
                </c:pt>
                <c:pt idx="4223">
                  <c:v>39.227767999999998</c:v>
                </c:pt>
                <c:pt idx="4224">
                  <c:v>39.166981</c:v>
                </c:pt>
                <c:pt idx="4225">
                  <c:v>39.091518000000001</c:v>
                </c:pt>
                <c:pt idx="4226">
                  <c:v>39.018523999999999</c:v>
                </c:pt>
                <c:pt idx="4227">
                  <c:v>38.962981999999997</c:v>
                </c:pt>
                <c:pt idx="4228">
                  <c:v>38.925949000000003</c:v>
                </c:pt>
                <c:pt idx="4229">
                  <c:v>38.901569000000002</c:v>
                </c:pt>
                <c:pt idx="4230">
                  <c:v>38.882896000000002</c:v>
                </c:pt>
                <c:pt idx="4231">
                  <c:v>38.868983999999998</c:v>
                </c:pt>
                <c:pt idx="4232">
                  <c:v>38.849632</c:v>
                </c:pt>
                <c:pt idx="4233">
                  <c:v>38.813868999999997</c:v>
                </c:pt>
                <c:pt idx="4234">
                  <c:v>38.757679000000003</c:v>
                </c:pt>
                <c:pt idx="4235">
                  <c:v>38.681854000000001</c:v>
                </c:pt>
                <c:pt idx="4236">
                  <c:v>38.612586999999998</c:v>
                </c:pt>
                <c:pt idx="4237">
                  <c:v>38.564551999999999</c:v>
                </c:pt>
                <c:pt idx="4238">
                  <c:v>38.529952999999999</c:v>
                </c:pt>
                <c:pt idx="4239">
                  <c:v>38.507201999999999</c:v>
                </c:pt>
                <c:pt idx="4240">
                  <c:v>38.489635</c:v>
                </c:pt>
                <c:pt idx="4241">
                  <c:v>38.471271999999999</c:v>
                </c:pt>
                <c:pt idx="4242">
                  <c:v>38.444412</c:v>
                </c:pt>
                <c:pt idx="4243">
                  <c:v>38.400902000000002</c:v>
                </c:pt>
                <c:pt idx="4244">
                  <c:v>38.332577000000001</c:v>
                </c:pt>
                <c:pt idx="4245">
                  <c:v>38.263556999999999</c:v>
                </c:pt>
                <c:pt idx="4246">
                  <c:v>38.195267000000001</c:v>
                </c:pt>
                <c:pt idx="4247">
                  <c:v>38.146178999999997</c:v>
                </c:pt>
                <c:pt idx="4248">
                  <c:v>38.107773000000002</c:v>
                </c:pt>
                <c:pt idx="4249">
                  <c:v>38.087811000000002</c:v>
                </c:pt>
                <c:pt idx="4250">
                  <c:v>38.075817000000001</c:v>
                </c:pt>
                <c:pt idx="4251">
                  <c:v>38.060733999999997</c:v>
                </c:pt>
                <c:pt idx="4252">
                  <c:v>38.034275000000001</c:v>
                </c:pt>
                <c:pt idx="4253">
                  <c:v>37.996296000000001</c:v>
                </c:pt>
                <c:pt idx="4254">
                  <c:v>37.929825000000001</c:v>
                </c:pt>
                <c:pt idx="4255">
                  <c:v>37.856631999999998</c:v>
                </c:pt>
                <c:pt idx="4256">
                  <c:v>37.793605999999997</c:v>
                </c:pt>
                <c:pt idx="4257">
                  <c:v>37.746532000000002</c:v>
                </c:pt>
                <c:pt idx="4258">
                  <c:v>37.711021000000002</c:v>
                </c:pt>
                <c:pt idx="4259">
                  <c:v>37.695735999999997</c:v>
                </c:pt>
                <c:pt idx="4260">
                  <c:v>37.682124999999999</c:v>
                </c:pt>
                <c:pt idx="4261">
                  <c:v>37.670048000000001</c:v>
                </c:pt>
                <c:pt idx="4262">
                  <c:v>37.651527000000002</c:v>
                </c:pt>
                <c:pt idx="4263">
                  <c:v>37.607182000000002</c:v>
                </c:pt>
                <c:pt idx="4264">
                  <c:v>37.538733999999998</c:v>
                </c:pt>
                <c:pt idx="4265">
                  <c:v>37.471232999999998</c:v>
                </c:pt>
                <c:pt idx="4266">
                  <c:v>37.410663999999997</c:v>
                </c:pt>
                <c:pt idx="4267">
                  <c:v>37.363509999999998</c:v>
                </c:pt>
                <c:pt idx="4268">
                  <c:v>37.330582</c:v>
                </c:pt>
                <c:pt idx="4269">
                  <c:v>37.317008999999999</c:v>
                </c:pt>
                <c:pt idx="4270">
                  <c:v>37.308273</c:v>
                </c:pt>
                <c:pt idx="4271">
                  <c:v>37.298003999999999</c:v>
                </c:pt>
                <c:pt idx="4272">
                  <c:v>37.277683000000003</c:v>
                </c:pt>
                <c:pt idx="4273">
                  <c:v>37.236519000000001</c:v>
                </c:pt>
                <c:pt idx="4274">
                  <c:v>37.170898000000001</c:v>
                </c:pt>
                <c:pt idx="4275">
                  <c:v>37.098602</c:v>
                </c:pt>
                <c:pt idx="4276">
                  <c:v>37.024590000000003</c:v>
                </c:pt>
                <c:pt idx="4277">
                  <c:v>36.962231000000003</c:v>
                </c:pt>
                <c:pt idx="4278">
                  <c:v>36.906013000000002</c:v>
                </c:pt>
                <c:pt idx="4279">
                  <c:v>36.856636000000002</c:v>
                </c:pt>
                <c:pt idx="4280">
                  <c:v>36.801983</c:v>
                </c:pt>
                <c:pt idx="4281">
                  <c:v>36.738174000000001</c:v>
                </c:pt>
                <c:pt idx="4282">
                  <c:v>36.662909999999997</c:v>
                </c:pt>
                <c:pt idx="4283">
                  <c:v>36.558205000000001</c:v>
                </c:pt>
                <c:pt idx="4284">
                  <c:v>36.423659999999998</c:v>
                </c:pt>
                <c:pt idx="4285">
                  <c:v>36.284554</c:v>
                </c:pt>
                <c:pt idx="4286">
                  <c:v>36.168770000000002</c:v>
                </c:pt>
                <c:pt idx="4287">
                  <c:v>36.066158000000001</c:v>
                </c:pt>
                <c:pt idx="4288">
                  <c:v>35.963245000000001</c:v>
                </c:pt>
                <c:pt idx="4289">
                  <c:v>35.849055999999997</c:v>
                </c:pt>
                <c:pt idx="4290">
                  <c:v>35.687218000000001</c:v>
                </c:pt>
                <c:pt idx="4291">
                  <c:v>35.459339</c:v>
                </c:pt>
                <c:pt idx="4292">
                  <c:v>35.132747999999999</c:v>
                </c:pt>
                <c:pt idx="4293">
                  <c:v>34.748717999999997</c:v>
                </c:pt>
                <c:pt idx="4294">
                  <c:v>34.257488000000002</c:v>
                </c:pt>
                <c:pt idx="4295">
                  <c:v>33.694854999999997</c:v>
                </c:pt>
                <c:pt idx="4296">
                  <c:v>33.135975000000002</c:v>
                </c:pt>
                <c:pt idx="4297">
                  <c:v>32.635838</c:v>
                </c:pt>
                <c:pt idx="4298">
                  <c:v>32.219284000000002</c:v>
                </c:pt>
                <c:pt idx="4299">
                  <c:v>31.890846</c:v>
                </c:pt>
                <c:pt idx="4300">
                  <c:v>31.643695999999998</c:v>
                </c:pt>
                <c:pt idx="4301">
                  <c:v>31.468328</c:v>
                </c:pt>
                <c:pt idx="4302">
                  <c:v>31.351429</c:v>
                </c:pt>
                <c:pt idx="4303">
                  <c:v>31.273304</c:v>
                </c:pt>
                <c:pt idx="4304">
                  <c:v>31.218389999999999</c:v>
                </c:pt>
                <c:pt idx="4305">
                  <c:v>31.204514</c:v>
                </c:pt>
                <c:pt idx="4306">
                  <c:v>31.240238000000002</c:v>
                </c:pt>
                <c:pt idx="4307">
                  <c:v>31.328233999999998</c:v>
                </c:pt>
                <c:pt idx="4308">
                  <c:v>31.456524000000002</c:v>
                </c:pt>
                <c:pt idx="4309">
                  <c:v>31.607357</c:v>
                </c:pt>
                <c:pt idx="4310">
                  <c:v>31.749825999999999</c:v>
                </c:pt>
                <c:pt idx="4311">
                  <c:v>31.852232000000001</c:v>
                </c:pt>
                <c:pt idx="4312">
                  <c:v>31.895237000000002</c:v>
                </c:pt>
                <c:pt idx="4313">
                  <c:v>31.859242999999999</c:v>
                </c:pt>
                <c:pt idx="4314">
                  <c:v>31.748531</c:v>
                </c:pt>
                <c:pt idx="4315">
                  <c:v>31.612401999999999</c:v>
                </c:pt>
                <c:pt idx="4316">
                  <c:v>31.4998</c:v>
                </c:pt>
                <c:pt idx="4317">
                  <c:v>31.425642</c:v>
                </c:pt>
                <c:pt idx="4318">
                  <c:v>31.394698999999999</c:v>
                </c:pt>
                <c:pt idx="4319">
                  <c:v>31.399363000000001</c:v>
                </c:pt>
                <c:pt idx="4320">
                  <c:v>31.424413999999999</c:v>
                </c:pt>
                <c:pt idx="4321">
                  <c:v>31.445765000000002</c:v>
                </c:pt>
                <c:pt idx="4322">
                  <c:v>31.444931</c:v>
                </c:pt>
                <c:pt idx="4323">
                  <c:v>31.408290999999998</c:v>
                </c:pt>
                <c:pt idx="4324">
                  <c:v>31.334896000000001</c:v>
                </c:pt>
                <c:pt idx="4325">
                  <c:v>31.258980000000001</c:v>
                </c:pt>
                <c:pt idx="4326">
                  <c:v>31.205328000000002</c:v>
                </c:pt>
                <c:pt idx="4327">
                  <c:v>31.18573</c:v>
                </c:pt>
                <c:pt idx="4328">
                  <c:v>31.205525999999999</c:v>
                </c:pt>
                <c:pt idx="4329">
                  <c:v>31.245215999999999</c:v>
                </c:pt>
                <c:pt idx="4330">
                  <c:v>31.290468000000001</c:v>
                </c:pt>
                <c:pt idx="4331">
                  <c:v>31.309567999999999</c:v>
                </c:pt>
                <c:pt idx="4332">
                  <c:v>31.285408</c:v>
                </c:pt>
                <c:pt idx="4333">
                  <c:v>31.207041</c:v>
                </c:pt>
                <c:pt idx="4334">
                  <c:v>31.085920000000002</c:v>
                </c:pt>
                <c:pt idx="4335">
                  <c:v>30.953175000000002</c:v>
                </c:pt>
                <c:pt idx="4336">
                  <c:v>30.840081999999999</c:v>
                </c:pt>
                <c:pt idx="4337">
                  <c:v>30.774532000000001</c:v>
                </c:pt>
                <c:pt idx="4338">
                  <c:v>30.745059999999999</c:v>
                </c:pt>
                <c:pt idx="4339">
                  <c:v>30.745032999999999</c:v>
                </c:pt>
                <c:pt idx="4340">
                  <c:v>30.768042000000001</c:v>
                </c:pt>
                <c:pt idx="4341">
                  <c:v>30.789131000000001</c:v>
                </c:pt>
                <c:pt idx="4342">
                  <c:v>30.788771000000001</c:v>
                </c:pt>
                <c:pt idx="4343">
                  <c:v>30.766196999999998</c:v>
                </c:pt>
                <c:pt idx="4344">
                  <c:v>30.724475999999999</c:v>
                </c:pt>
                <c:pt idx="4345">
                  <c:v>30.686147999999999</c:v>
                </c:pt>
                <c:pt idx="4346">
                  <c:v>30.672464000000002</c:v>
                </c:pt>
                <c:pt idx="4347">
                  <c:v>30.688687999999999</c:v>
                </c:pt>
                <c:pt idx="4348">
                  <c:v>30.733871000000001</c:v>
                </c:pt>
                <c:pt idx="4349">
                  <c:v>30.787844</c:v>
                </c:pt>
                <c:pt idx="4350">
                  <c:v>30.822652999999999</c:v>
                </c:pt>
                <c:pt idx="4351">
                  <c:v>30.819095999999998</c:v>
                </c:pt>
                <c:pt idx="4352">
                  <c:v>30.769129</c:v>
                </c:pt>
                <c:pt idx="4353">
                  <c:v>30.674007</c:v>
                </c:pt>
                <c:pt idx="4354">
                  <c:v>30.540241000000002</c:v>
                </c:pt>
                <c:pt idx="4355">
                  <c:v>30.404914999999999</c:v>
                </c:pt>
                <c:pt idx="4356">
                  <c:v>30.299612</c:v>
                </c:pt>
                <c:pt idx="4357">
                  <c:v>30.223700999999998</c:v>
                </c:pt>
                <c:pt idx="4358">
                  <c:v>30.179617</c:v>
                </c:pt>
                <c:pt idx="4359">
                  <c:v>30.163540000000001</c:v>
                </c:pt>
                <c:pt idx="4360">
                  <c:v>30.157734000000001</c:v>
                </c:pt>
                <c:pt idx="4361">
                  <c:v>30.154657</c:v>
                </c:pt>
                <c:pt idx="4362">
                  <c:v>30.144082999999998</c:v>
                </c:pt>
                <c:pt idx="4363">
                  <c:v>30.118261</c:v>
                </c:pt>
                <c:pt idx="4364">
                  <c:v>30.076910000000002</c:v>
                </c:pt>
                <c:pt idx="4365">
                  <c:v>30.0441</c:v>
                </c:pt>
                <c:pt idx="4366">
                  <c:v>30.028257</c:v>
                </c:pt>
                <c:pt idx="4367">
                  <c:v>30.039923000000002</c:v>
                </c:pt>
                <c:pt idx="4368">
                  <c:v>30.074300999999998</c:v>
                </c:pt>
                <c:pt idx="4369">
                  <c:v>30.118525999999999</c:v>
                </c:pt>
                <c:pt idx="4370">
                  <c:v>30.156763000000002</c:v>
                </c:pt>
                <c:pt idx="4371">
                  <c:v>30.173490999999999</c:v>
                </c:pt>
                <c:pt idx="4372">
                  <c:v>30.163252</c:v>
                </c:pt>
                <c:pt idx="4373">
                  <c:v>30.116163</c:v>
                </c:pt>
                <c:pt idx="4374">
                  <c:v>30.051292</c:v>
                </c:pt>
                <c:pt idx="4375">
                  <c:v>29.991026000000002</c:v>
                </c:pt>
                <c:pt idx="4376">
                  <c:v>29.949407999999998</c:v>
                </c:pt>
                <c:pt idx="4377">
                  <c:v>29.923082000000001</c:v>
                </c:pt>
                <c:pt idx="4378">
                  <c:v>29.928963</c:v>
                </c:pt>
                <c:pt idx="4379">
                  <c:v>29.945421</c:v>
                </c:pt>
                <c:pt idx="4380">
                  <c:v>29.957681999999998</c:v>
                </c:pt>
                <c:pt idx="4381">
                  <c:v>29.966336999999999</c:v>
                </c:pt>
                <c:pt idx="4382">
                  <c:v>29.963923999999999</c:v>
                </c:pt>
                <c:pt idx="4383">
                  <c:v>29.930723</c:v>
                </c:pt>
                <c:pt idx="4384">
                  <c:v>29.879159999999999</c:v>
                </c:pt>
                <c:pt idx="4385">
                  <c:v>29.835042999999999</c:v>
                </c:pt>
                <c:pt idx="4386">
                  <c:v>29.805651000000001</c:v>
                </c:pt>
                <c:pt idx="4387">
                  <c:v>29.789434</c:v>
                </c:pt>
                <c:pt idx="4388">
                  <c:v>29.795884999999998</c:v>
                </c:pt>
                <c:pt idx="4389">
                  <c:v>29.809538</c:v>
                </c:pt>
                <c:pt idx="4390">
                  <c:v>29.830832000000001</c:v>
                </c:pt>
                <c:pt idx="4391">
                  <c:v>29.838643999999999</c:v>
                </c:pt>
                <c:pt idx="4392">
                  <c:v>29.833386999999998</c:v>
                </c:pt>
                <c:pt idx="4393">
                  <c:v>29.807611000000001</c:v>
                </c:pt>
                <c:pt idx="4394">
                  <c:v>29.775338999999999</c:v>
                </c:pt>
                <c:pt idx="4395">
                  <c:v>29.729837</c:v>
                </c:pt>
                <c:pt idx="4396">
                  <c:v>29.696396</c:v>
                </c:pt>
                <c:pt idx="4397">
                  <c:v>29.681231</c:v>
                </c:pt>
                <c:pt idx="4398">
                  <c:v>29.694341999999999</c:v>
                </c:pt>
                <c:pt idx="4399">
                  <c:v>29.707632</c:v>
                </c:pt>
                <c:pt idx="4400">
                  <c:v>29.728113</c:v>
                </c:pt>
                <c:pt idx="4401">
                  <c:v>29.739262</c:v>
                </c:pt>
                <c:pt idx="4402">
                  <c:v>29.735406999999999</c:v>
                </c:pt>
                <c:pt idx="4403">
                  <c:v>29.706506999999998</c:v>
                </c:pt>
                <c:pt idx="4404">
                  <c:v>29.660305000000001</c:v>
                </c:pt>
                <c:pt idx="4405">
                  <c:v>29.622613999999999</c:v>
                </c:pt>
                <c:pt idx="4406">
                  <c:v>29.594576</c:v>
                </c:pt>
                <c:pt idx="4407">
                  <c:v>29.555758000000001</c:v>
                </c:pt>
                <c:pt idx="4408">
                  <c:v>29.497129000000001</c:v>
                </c:pt>
                <c:pt idx="4409">
                  <c:v>29.524612000000001</c:v>
                </c:pt>
                <c:pt idx="4410">
                  <c:v>29.537410999999999</c:v>
                </c:pt>
                <c:pt idx="4411">
                  <c:v>29.538381999999999</c:v>
                </c:pt>
                <c:pt idx="4412">
                  <c:v>29.520039000000001</c:v>
                </c:pt>
                <c:pt idx="4413">
                  <c:v>29.505877000000002</c:v>
                </c:pt>
                <c:pt idx="4414">
                  <c:v>29.465665999999999</c:v>
                </c:pt>
                <c:pt idx="4415">
                  <c:v>29.436131</c:v>
                </c:pt>
                <c:pt idx="4416">
                  <c:v>29.393736000000001</c:v>
                </c:pt>
                <c:pt idx="4417">
                  <c:v>29.390378999999999</c:v>
                </c:pt>
                <c:pt idx="4418">
                  <c:v>29.399729000000001</c:v>
                </c:pt>
                <c:pt idx="4419">
                  <c:v>29.417587000000001</c:v>
                </c:pt>
                <c:pt idx="4420">
                  <c:v>29.474181999999999</c:v>
                </c:pt>
                <c:pt idx="4421">
                  <c:v>29.506640999999998</c:v>
                </c:pt>
                <c:pt idx="4422">
                  <c:v>29.520686999999999</c:v>
                </c:pt>
                <c:pt idx="4423">
                  <c:v>29.508310000000002</c:v>
                </c:pt>
                <c:pt idx="4424">
                  <c:v>29.466881000000001</c:v>
                </c:pt>
                <c:pt idx="4425">
                  <c:v>29.438683000000001</c:v>
                </c:pt>
                <c:pt idx="4426">
                  <c:v>29.419767</c:v>
                </c:pt>
                <c:pt idx="4427">
                  <c:v>29.411573000000001</c:v>
                </c:pt>
                <c:pt idx="4428">
                  <c:v>29.417338999999998</c:v>
                </c:pt>
                <c:pt idx="4429">
                  <c:v>29.444210000000002</c:v>
                </c:pt>
                <c:pt idx="4430">
                  <c:v>29.469190999999999</c:v>
                </c:pt>
                <c:pt idx="4431">
                  <c:v>29.485904999999999</c:v>
                </c:pt>
                <c:pt idx="4432">
                  <c:v>29.491789000000001</c:v>
                </c:pt>
                <c:pt idx="4433">
                  <c:v>29.480211000000001</c:v>
                </c:pt>
                <c:pt idx="4434">
                  <c:v>29.447710000000001</c:v>
                </c:pt>
                <c:pt idx="4435">
                  <c:v>29.420494000000001</c:v>
                </c:pt>
                <c:pt idx="4436">
                  <c:v>29.402647000000002</c:v>
                </c:pt>
                <c:pt idx="4437">
                  <c:v>29.400068000000001</c:v>
                </c:pt>
                <c:pt idx="4438">
                  <c:v>29.41188</c:v>
                </c:pt>
                <c:pt idx="4439">
                  <c:v>29.424064999999999</c:v>
                </c:pt>
                <c:pt idx="4440">
                  <c:v>29.427161999999999</c:v>
                </c:pt>
                <c:pt idx="4441">
                  <c:v>29.444208</c:v>
                </c:pt>
                <c:pt idx="4442">
                  <c:v>29.446418999999999</c:v>
                </c:pt>
                <c:pt idx="4443">
                  <c:v>29.428984</c:v>
                </c:pt>
                <c:pt idx="4444">
                  <c:v>29.395256</c:v>
                </c:pt>
                <c:pt idx="4445">
                  <c:v>29.368939999999998</c:v>
                </c:pt>
                <c:pt idx="4446">
                  <c:v>29.356307999999999</c:v>
                </c:pt>
                <c:pt idx="4447">
                  <c:v>29.353952</c:v>
                </c:pt>
                <c:pt idx="4448">
                  <c:v>29.365739999999999</c:v>
                </c:pt>
                <c:pt idx="4449">
                  <c:v>29.385342000000001</c:v>
                </c:pt>
                <c:pt idx="4450">
                  <c:v>29.40774</c:v>
                </c:pt>
                <c:pt idx="4451">
                  <c:v>29.419108999999999</c:v>
                </c:pt>
                <c:pt idx="4452">
                  <c:v>29.418602</c:v>
                </c:pt>
                <c:pt idx="4453">
                  <c:v>29.391179999999999</c:v>
                </c:pt>
                <c:pt idx="4454">
                  <c:v>29.352599999999999</c:v>
                </c:pt>
                <c:pt idx="4455">
                  <c:v>29.317844000000001</c:v>
                </c:pt>
                <c:pt idx="4456">
                  <c:v>29.307162999999999</c:v>
                </c:pt>
                <c:pt idx="4457">
                  <c:v>29.315918</c:v>
                </c:pt>
                <c:pt idx="4458">
                  <c:v>29.333577999999999</c:v>
                </c:pt>
                <c:pt idx="4459">
                  <c:v>29.356365</c:v>
                </c:pt>
                <c:pt idx="4460">
                  <c:v>29.379073999999999</c:v>
                </c:pt>
                <c:pt idx="4461">
                  <c:v>29.400848</c:v>
                </c:pt>
                <c:pt idx="4462">
                  <c:v>29.405806999999999</c:v>
                </c:pt>
                <c:pt idx="4463">
                  <c:v>29.39884</c:v>
                </c:pt>
                <c:pt idx="4464">
                  <c:v>29.374234999999999</c:v>
                </c:pt>
                <c:pt idx="4465">
                  <c:v>29.352938000000002</c:v>
                </c:pt>
                <c:pt idx="4466">
                  <c:v>29.337713000000001</c:v>
                </c:pt>
                <c:pt idx="4467">
                  <c:v>29.334790999999999</c:v>
                </c:pt>
                <c:pt idx="4468">
                  <c:v>29.351434999999999</c:v>
                </c:pt>
                <c:pt idx="4469">
                  <c:v>29.374098</c:v>
                </c:pt>
                <c:pt idx="4470">
                  <c:v>29.395557</c:v>
                </c:pt>
                <c:pt idx="4471">
                  <c:v>29.411277999999999</c:v>
                </c:pt>
                <c:pt idx="4472">
                  <c:v>29.415358000000001</c:v>
                </c:pt>
                <c:pt idx="4473">
                  <c:v>29.396035999999999</c:v>
                </c:pt>
                <c:pt idx="4474">
                  <c:v>29.364484999999998</c:v>
                </c:pt>
                <c:pt idx="4475">
                  <c:v>29.337976000000001</c:v>
                </c:pt>
                <c:pt idx="4476">
                  <c:v>29.324247</c:v>
                </c:pt>
                <c:pt idx="4477">
                  <c:v>29.325018</c:v>
                </c:pt>
                <c:pt idx="4478">
                  <c:v>29.330683000000001</c:v>
                </c:pt>
                <c:pt idx="4479">
                  <c:v>30.448004000000001</c:v>
                </c:pt>
                <c:pt idx="4480">
                  <c:v>31.799526</c:v>
                </c:pt>
                <c:pt idx="4481">
                  <c:v>32.706778999999997</c:v>
                </c:pt>
                <c:pt idx="4482">
                  <c:v>33.214283000000002</c:v>
                </c:pt>
                <c:pt idx="4483">
                  <c:v>33.630138000000002</c:v>
                </c:pt>
                <c:pt idx="4484">
                  <c:v>34.044941000000001</c:v>
                </c:pt>
                <c:pt idx="4485">
                  <c:v>34.256134000000003</c:v>
                </c:pt>
                <c:pt idx="4486">
                  <c:v>34.609569999999998</c:v>
                </c:pt>
                <c:pt idx="4487">
                  <c:v>34.431697999999997</c:v>
                </c:pt>
                <c:pt idx="4488">
                  <c:v>33.620361000000003</c:v>
                </c:pt>
                <c:pt idx="4489">
                  <c:v>32.432541000000001</c:v>
                </c:pt>
                <c:pt idx="4490">
                  <c:v>31.575686000000001</c:v>
                </c:pt>
                <c:pt idx="4491">
                  <c:v>31.307547</c:v>
                </c:pt>
                <c:pt idx="4492">
                  <c:v>31.382436999999999</c:v>
                </c:pt>
                <c:pt idx="4493">
                  <c:v>31.575977000000002</c:v>
                </c:pt>
                <c:pt idx="4494">
                  <c:v>31.797134</c:v>
                </c:pt>
                <c:pt idx="4495">
                  <c:v>31.875997999999999</c:v>
                </c:pt>
                <c:pt idx="4496">
                  <c:v>31.872765000000001</c:v>
                </c:pt>
                <c:pt idx="4497">
                  <c:v>31.677074000000001</c:v>
                </c:pt>
                <c:pt idx="4498">
                  <c:v>31.339205</c:v>
                </c:pt>
                <c:pt idx="4499">
                  <c:v>30.942226000000002</c:v>
                </c:pt>
                <c:pt idx="4500">
                  <c:v>30.640383</c:v>
                </c:pt>
                <c:pt idx="4501">
                  <c:v>30.634388000000001</c:v>
                </c:pt>
                <c:pt idx="4502">
                  <c:v>30.650390999999999</c:v>
                </c:pt>
                <c:pt idx="4503">
                  <c:v>30.315975000000002</c:v>
                </c:pt>
                <c:pt idx="4504">
                  <c:v>29.969647999999999</c:v>
                </c:pt>
                <c:pt idx="4505">
                  <c:v>30.040907000000001</c:v>
                </c:pt>
                <c:pt idx="4506">
                  <c:v>29.953289000000002</c:v>
                </c:pt>
                <c:pt idx="4507">
                  <c:v>29.353846000000001</c:v>
                </c:pt>
                <c:pt idx="4508">
                  <c:v>28.680536</c:v>
                </c:pt>
                <c:pt idx="4509">
                  <c:v>28.442225000000001</c:v>
                </c:pt>
                <c:pt idx="4510">
                  <c:v>28.927904000000002</c:v>
                </c:pt>
                <c:pt idx="4511">
                  <c:v>28.907454000000001</c:v>
                </c:pt>
                <c:pt idx="4512">
                  <c:v>28.750112999999999</c:v>
                </c:pt>
                <c:pt idx="4513">
                  <c:v>29.025725999999999</c:v>
                </c:pt>
                <c:pt idx="4514">
                  <c:v>29.394355999999998</c:v>
                </c:pt>
                <c:pt idx="4515">
                  <c:v>29.514123999999999</c:v>
                </c:pt>
                <c:pt idx="4516">
                  <c:v>29.782558000000002</c:v>
                </c:pt>
                <c:pt idx="4517">
                  <c:v>30.307963999999998</c:v>
                </c:pt>
                <c:pt idx="4518">
                  <c:v>31.013646999999999</c:v>
                </c:pt>
                <c:pt idx="4519">
                  <c:v>31.673893</c:v>
                </c:pt>
                <c:pt idx="4520">
                  <c:v>32.249405000000003</c:v>
                </c:pt>
                <c:pt idx="4521">
                  <c:v>32.726261000000001</c:v>
                </c:pt>
                <c:pt idx="4522">
                  <c:v>32.899487000000001</c:v>
                </c:pt>
                <c:pt idx="4523">
                  <c:v>32.615420999999998</c:v>
                </c:pt>
                <c:pt idx="4524">
                  <c:v>32.346401</c:v>
                </c:pt>
                <c:pt idx="4525">
                  <c:v>32.122996999999998</c:v>
                </c:pt>
                <c:pt idx="4526">
                  <c:v>31.604800999999998</c:v>
                </c:pt>
                <c:pt idx="4527">
                  <c:v>31.499680999999999</c:v>
                </c:pt>
                <c:pt idx="4528">
                  <c:v>31.913162</c:v>
                </c:pt>
                <c:pt idx="4529">
                  <c:v>32.176769</c:v>
                </c:pt>
                <c:pt idx="4530">
                  <c:v>32.135933000000001</c:v>
                </c:pt>
                <c:pt idx="4531">
                  <c:v>31.864820000000002</c:v>
                </c:pt>
                <c:pt idx="4532">
                  <c:v>31.564119000000002</c:v>
                </c:pt>
                <c:pt idx="4533">
                  <c:v>31.101496000000001</c:v>
                </c:pt>
                <c:pt idx="4534">
                  <c:v>30.394031999999999</c:v>
                </c:pt>
                <c:pt idx="4535">
                  <c:v>30.571047</c:v>
                </c:pt>
                <c:pt idx="4536">
                  <c:v>31.443165</c:v>
                </c:pt>
                <c:pt idx="4537">
                  <c:v>31.995245000000001</c:v>
                </c:pt>
                <c:pt idx="4538">
                  <c:v>32.546844</c:v>
                </c:pt>
                <c:pt idx="4539">
                  <c:v>33.179561999999997</c:v>
                </c:pt>
                <c:pt idx="4540">
                  <c:v>33.601196000000002</c:v>
                </c:pt>
                <c:pt idx="4541">
                  <c:v>34.088698999999998</c:v>
                </c:pt>
                <c:pt idx="4542">
                  <c:v>34.122421000000003</c:v>
                </c:pt>
                <c:pt idx="4543">
                  <c:v>33.891136000000003</c:v>
                </c:pt>
                <c:pt idx="4544">
                  <c:v>33.515869000000002</c:v>
                </c:pt>
                <c:pt idx="4545">
                  <c:v>33.033726000000001</c:v>
                </c:pt>
                <c:pt idx="4546">
                  <c:v>32.523086999999997</c:v>
                </c:pt>
                <c:pt idx="4547">
                  <c:v>32.333015000000003</c:v>
                </c:pt>
                <c:pt idx="4548">
                  <c:v>32.174365999999999</c:v>
                </c:pt>
                <c:pt idx="4549">
                  <c:v>31.946933999999999</c:v>
                </c:pt>
                <c:pt idx="4550">
                  <c:v>31.800508000000001</c:v>
                </c:pt>
                <c:pt idx="4551">
                  <c:v>31.613878</c:v>
                </c:pt>
                <c:pt idx="4552">
                  <c:v>31.546206000000002</c:v>
                </c:pt>
                <c:pt idx="4553">
                  <c:v>31.811398000000001</c:v>
                </c:pt>
                <c:pt idx="4554">
                  <c:v>32.528767000000002</c:v>
                </c:pt>
                <c:pt idx="4555">
                  <c:v>33.400554999999997</c:v>
                </c:pt>
                <c:pt idx="4556">
                  <c:v>33.971989000000001</c:v>
                </c:pt>
                <c:pt idx="4557">
                  <c:v>34.445377000000001</c:v>
                </c:pt>
                <c:pt idx="4558">
                  <c:v>34.908442999999998</c:v>
                </c:pt>
                <c:pt idx="4559">
                  <c:v>34.862301000000002</c:v>
                </c:pt>
                <c:pt idx="4560">
                  <c:v>34.753734999999999</c:v>
                </c:pt>
                <c:pt idx="4561">
                  <c:v>34.949069999999999</c:v>
                </c:pt>
                <c:pt idx="4562">
                  <c:v>35.164051000000001</c:v>
                </c:pt>
                <c:pt idx="4563">
                  <c:v>35.094189</c:v>
                </c:pt>
                <c:pt idx="4564">
                  <c:v>34.443038999999999</c:v>
                </c:pt>
                <c:pt idx="4565">
                  <c:v>33.535727999999999</c:v>
                </c:pt>
                <c:pt idx="4566">
                  <c:v>33.003807000000002</c:v>
                </c:pt>
                <c:pt idx="4567">
                  <c:v>32.969025000000002</c:v>
                </c:pt>
                <c:pt idx="4568">
                  <c:v>33.390476</c:v>
                </c:pt>
                <c:pt idx="4569">
                  <c:v>34.011459000000002</c:v>
                </c:pt>
                <c:pt idx="4570">
                  <c:v>34.329326999999999</c:v>
                </c:pt>
                <c:pt idx="4571">
                  <c:v>34.657944000000001</c:v>
                </c:pt>
                <c:pt idx="4572">
                  <c:v>35.049156000000004</c:v>
                </c:pt>
                <c:pt idx="4573">
                  <c:v>35.617668000000002</c:v>
                </c:pt>
                <c:pt idx="4574">
                  <c:v>36.389617999999999</c:v>
                </c:pt>
                <c:pt idx="4575">
                  <c:v>36.729880999999999</c:v>
                </c:pt>
                <c:pt idx="4576">
                  <c:v>36.608905999999998</c:v>
                </c:pt>
                <c:pt idx="4577">
                  <c:v>36.409382000000001</c:v>
                </c:pt>
                <c:pt idx="4578">
                  <c:v>35.834713000000001</c:v>
                </c:pt>
                <c:pt idx="4579">
                  <c:v>35.516036999999997</c:v>
                </c:pt>
                <c:pt idx="4580">
                  <c:v>35.570067999999999</c:v>
                </c:pt>
                <c:pt idx="4581">
                  <c:v>35.259917999999999</c:v>
                </c:pt>
                <c:pt idx="4582">
                  <c:v>34.659500000000001</c:v>
                </c:pt>
                <c:pt idx="4583">
                  <c:v>34.356189999999998</c:v>
                </c:pt>
                <c:pt idx="4584">
                  <c:v>34.088481999999999</c:v>
                </c:pt>
                <c:pt idx="4585">
                  <c:v>33.716388999999999</c:v>
                </c:pt>
                <c:pt idx="4586">
                  <c:v>33.275314000000002</c:v>
                </c:pt>
                <c:pt idx="4587">
                  <c:v>33.091194000000002</c:v>
                </c:pt>
                <c:pt idx="4588">
                  <c:v>33.423335999999999</c:v>
                </c:pt>
                <c:pt idx="4589">
                  <c:v>34.261733999999997</c:v>
                </c:pt>
                <c:pt idx="4590">
                  <c:v>34.830092999999998</c:v>
                </c:pt>
                <c:pt idx="4591">
                  <c:v>34.778824</c:v>
                </c:pt>
                <c:pt idx="4592">
                  <c:v>34.353439000000002</c:v>
                </c:pt>
                <c:pt idx="4593">
                  <c:v>34.452964999999999</c:v>
                </c:pt>
                <c:pt idx="4594">
                  <c:v>34.848540999999997</c:v>
                </c:pt>
                <c:pt idx="4595">
                  <c:v>35.380710999999998</c:v>
                </c:pt>
                <c:pt idx="4596">
                  <c:v>36.208945999999997</c:v>
                </c:pt>
                <c:pt idx="4597">
                  <c:v>37.051029</c:v>
                </c:pt>
                <c:pt idx="4598">
                  <c:v>37.402954000000001</c:v>
                </c:pt>
                <c:pt idx="4599">
                  <c:v>37.206772000000001</c:v>
                </c:pt>
                <c:pt idx="4600">
                  <c:v>36.811709999999998</c:v>
                </c:pt>
                <c:pt idx="4601">
                  <c:v>36.659129999999998</c:v>
                </c:pt>
                <c:pt idx="4602">
                  <c:v>36.877949000000001</c:v>
                </c:pt>
                <c:pt idx="4603">
                  <c:v>37.035595000000001</c:v>
                </c:pt>
                <c:pt idx="4604">
                  <c:v>36.784153000000003</c:v>
                </c:pt>
                <c:pt idx="4605">
                  <c:v>36.606361</c:v>
                </c:pt>
                <c:pt idx="4606">
                  <c:v>36.541977000000003</c:v>
                </c:pt>
                <c:pt idx="4607">
                  <c:v>36.944083999999997</c:v>
                </c:pt>
                <c:pt idx="4608">
                  <c:v>37.724243000000001</c:v>
                </c:pt>
                <c:pt idx="4609">
                  <c:v>38.542037999999998</c:v>
                </c:pt>
                <c:pt idx="4610">
                  <c:v>39.441513</c:v>
                </c:pt>
                <c:pt idx="4611">
                  <c:v>39.844329999999999</c:v>
                </c:pt>
                <c:pt idx="4612">
                  <c:v>40.206012999999999</c:v>
                </c:pt>
                <c:pt idx="4613">
                  <c:v>39.901909000000003</c:v>
                </c:pt>
                <c:pt idx="4614">
                  <c:v>38.920814999999997</c:v>
                </c:pt>
                <c:pt idx="4615">
                  <c:v>38.63496</c:v>
                </c:pt>
                <c:pt idx="4616">
                  <c:v>38.896259000000001</c:v>
                </c:pt>
                <c:pt idx="4617">
                  <c:v>39.025894000000001</c:v>
                </c:pt>
                <c:pt idx="4618">
                  <c:v>38.592018000000003</c:v>
                </c:pt>
                <c:pt idx="4619">
                  <c:v>38.381385999999999</c:v>
                </c:pt>
                <c:pt idx="4620">
                  <c:v>39.540958000000003</c:v>
                </c:pt>
                <c:pt idx="4621">
                  <c:v>40.770389999999999</c:v>
                </c:pt>
                <c:pt idx="4622">
                  <c:v>41.470371</c:v>
                </c:pt>
                <c:pt idx="4623">
                  <c:v>42.035567999999998</c:v>
                </c:pt>
                <c:pt idx="4624">
                  <c:v>42.288212000000001</c:v>
                </c:pt>
                <c:pt idx="4625">
                  <c:v>42.395699</c:v>
                </c:pt>
                <c:pt idx="4626">
                  <c:v>42.368369999999999</c:v>
                </c:pt>
                <c:pt idx="4627">
                  <c:v>42.361645000000003</c:v>
                </c:pt>
                <c:pt idx="4628">
                  <c:v>42.531230999999998</c:v>
                </c:pt>
                <c:pt idx="4629">
                  <c:v>42.649459999999998</c:v>
                </c:pt>
                <c:pt idx="4630">
                  <c:v>42.590302000000001</c:v>
                </c:pt>
                <c:pt idx="4631">
                  <c:v>42.541645000000003</c:v>
                </c:pt>
                <c:pt idx="4632">
                  <c:v>42.364212000000002</c:v>
                </c:pt>
                <c:pt idx="4633">
                  <c:v>41.824908999999998</c:v>
                </c:pt>
                <c:pt idx="4634">
                  <c:v>41.661472000000003</c:v>
                </c:pt>
                <c:pt idx="4635">
                  <c:v>41.941502</c:v>
                </c:pt>
                <c:pt idx="4636">
                  <c:v>41.464011999999997</c:v>
                </c:pt>
                <c:pt idx="4637">
                  <c:v>40.658417</c:v>
                </c:pt>
                <c:pt idx="4638">
                  <c:v>41.264457999999998</c:v>
                </c:pt>
                <c:pt idx="4639">
                  <c:v>41.908648999999997</c:v>
                </c:pt>
                <c:pt idx="4640">
                  <c:v>42.484650000000002</c:v>
                </c:pt>
                <c:pt idx="4641">
                  <c:v>42.564064000000002</c:v>
                </c:pt>
                <c:pt idx="4642">
                  <c:v>41.420811</c:v>
                </c:pt>
                <c:pt idx="4643">
                  <c:v>40.225586</c:v>
                </c:pt>
                <c:pt idx="4644">
                  <c:v>39.327140999999997</c:v>
                </c:pt>
                <c:pt idx="4645">
                  <c:v>38.994101999999998</c:v>
                </c:pt>
                <c:pt idx="4646">
                  <c:v>39.197226999999998</c:v>
                </c:pt>
                <c:pt idx="4647">
                  <c:v>39.737301000000002</c:v>
                </c:pt>
                <c:pt idx="4648">
                  <c:v>40.159945999999998</c:v>
                </c:pt>
                <c:pt idx="4649">
                  <c:v>40.702613999999997</c:v>
                </c:pt>
                <c:pt idx="4650">
                  <c:v>41.195186999999997</c:v>
                </c:pt>
                <c:pt idx="4651">
                  <c:v>41.666179999999997</c:v>
                </c:pt>
                <c:pt idx="4652">
                  <c:v>42.156379999999999</c:v>
                </c:pt>
                <c:pt idx="4653">
                  <c:v>42.704113</c:v>
                </c:pt>
                <c:pt idx="4654">
                  <c:v>43.522255000000001</c:v>
                </c:pt>
                <c:pt idx="4655">
                  <c:v>44.155208999999999</c:v>
                </c:pt>
                <c:pt idx="4656">
                  <c:v>44.035812</c:v>
                </c:pt>
                <c:pt idx="4657">
                  <c:v>43.789603999999997</c:v>
                </c:pt>
                <c:pt idx="4658">
                  <c:v>43.682785000000003</c:v>
                </c:pt>
                <c:pt idx="4659">
                  <c:v>43.768585000000002</c:v>
                </c:pt>
                <c:pt idx="4660">
                  <c:v>43.860850999999997</c:v>
                </c:pt>
                <c:pt idx="4661">
                  <c:v>43.901989</c:v>
                </c:pt>
                <c:pt idx="4662">
                  <c:v>43.877150999999998</c:v>
                </c:pt>
                <c:pt idx="4663">
                  <c:v>43.877499</c:v>
                </c:pt>
                <c:pt idx="4664">
                  <c:v>43.945861999999998</c:v>
                </c:pt>
                <c:pt idx="4665">
                  <c:v>43.966911000000003</c:v>
                </c:pt>
                <c:pt idx="4666">
                  <c:v>44.043221000000003</c:v>
                </c:pt>
                <c:pt idx="4667">
                  <c:v>44.186481000000001</c:v>
                </c:pt>
                <c:pt idx="4668">
                  <c:v>44.347712999999999</c:v>
                </c:pt>
                <c:pt idx="4669">
                  <c:v>45.016468000000003</c:v>
                </c:pt>
                <c:pt idx="4670">
                  <c:v>45.361736000000001</c:v>
                </c:pt>
                <c:pt idx="4671">
                  <c:v>44.918751</c:v>
                </c:pt>
                <c:pt idx="4672">
                  <c:v>44.508223999999998</c:v>
                </c:pt>
                <c:pt idx="4673">
                  <c:v>44.295647000000002</c:v>
                </c:pt>
                <c:pt idx="4674">
                  <c:v>44.446517999999998</c:v>
                </c:pt>
                <c:pt idx="4675">
                  <c:v>45.036754999999999</c:v>
                </c:pt>
                <c:pt idx="4676">
                  <c:v>46.035685999999998</c:v>
                </c:pt>
                <c:pt idx="4677">
                  <c:v>46.627892000000003</c:v>
                </c:pt>
                <c:pt idx="4678">
                  <c:v>46.539078000000003</c:v>
                </c:pt>
                <c:pt idx="4679">
                  <c:v>46.515506999999999</c:v>
                </c:pt>
                <c:pt idx="4680">
                  <c:v>47.085147999999997</c:v>
                </c:pt>
                <c:pt idx="4681">
                  <c:v>47.865932000000001</c:v>
                </c:pt>
                <c:pt idx="4682">
                  <c:v>48.269210999999999</c:v>
                </c:pt>
                <c:pt idx="4683">
                  <c:v>48.928573999999998</c:v>
                </c:pt>
                <c:pt idx="4684">
                  <c:v>50.058784000000003</c:v>
                </c:pt>
                <c:pt idx="4685">
                  <c:v>50.871414000000001</c:v>
                </c:pt>
                <c:pt idx="4686">
                  <c:v>50.729660000000003</c:v>
                </c:pt>
                <c:pt idx="4687">
                  <c:v>50.331626999999997</c:v>
                </c:pt>
                <c:pt idx="4688">
                  <c:v>49.678688000000001</c:v>
                </c:pt>
                <c:pt idx="4689">
                  <c:v>47.620669999999997</c:v>
                </c:pt>
                <c:pt idx="4690">
                  <c:v>47.476418000000002</c:v>
                </c:pt>
                <c:pt idx="4691">
                  <c:v>53.065474999999999</c:v>
                </c:pt>
                <c:pt idx="4692">
                  <c:v>57.669772999999999</c:v>
                </c:pt>
                <c:pt idx="4693">
                  <c:v>60.280330999999997</c:v>
                </c:pt>
                <c:pt idx="4694">
                  <c:v>61.706809999999997</c:v>
                </c:pt>
                <c:pt idx="4695">
                  <c:v>62.275981999999999</c:v>
                </c:pt>
                <c:pt idx="4696">
                  <c:v>62.381946999999997</c:v>
                </c:pt>
                <c:pt idx="4697">
                  <c:v>62.258659000000002</c:v>
                </c:pt>
                <c:pt idx="4698">
                  <c:v>62.461384000000002</c:v>
                </c:pt>
                <c:pt idx="4699">
                  <c:v>62.754997000000003</c:v>
                </c:pt>
                <c:pt idx="4700">
                  <c:v>62.749592</c:v>
                </c:pt>
                <c:pt idx="4701">
                  <c:v>62.618606999999997</c:v>
                </c:pt>
                <c:pt idx="4702">
                  <c:v>62.428275999999997</c:v>
                </c:pt>
                <c:pt idx="4703">
                  <c:v>62.567577</c:v>
                </c:pt>
                <c:pt idx="4704">
                  <c:v>61.810828999999998</c:v>
                </c:pt>
                <c:pt idx="4705">
                  <c:v>60.482128000000003</c:v>
                </c:pt>
                <c:pt idx="4706">
                  <c:v>59.296287999999997</c:v>
                </c:pt>
                <c:pt idx="4707">
                  <c:v>58.606102</c:v>
                </c:pt>
                <c:pt idx="4708">
                  <c:v>57.813071999999998</c:v>
                </c:pt>
                <c:pt idx="4709">
                  <c:v>56.450958</c:v>
                </c:pt>
                <c:pt idx="4710">
                  <c:v>55.893130999999997</c:v>
                </c:pt>
                <c:pt idx="4711">
                  <c:v>55.660159999999998</c:v>
                </c:pt>
                <c:pt idx="4712">
                  <c:v>55.401634000000001</c:v>
                </c:pt>
                <c:pt idx="4713">
                  <c:v>54.820476999999997</c:v>
                </c:pt>
                <c:pt idx="4714">
                  <c:v>54.191616000000003</c:v>
                </c:pt>
                <c:pt idx="4715">
                  <c:v>53.776665000000001</c:v>
                </c:pt>
                <c:pt idx="4716">
                  <c:v>53.408442999999998</c:v>
                </c:pt>
                <c:pt idx="4717">
                  <c:v>53.223526</c:v>
                </c:pt>
                <c:pt idx="4718">
                  <c:v>53.320796999999999</c:v>
                </c:pt>
                <c:pt idx="4719">
                  <c:v>53.046531999999999</c:v>
                </c:pt>
                <c:pt idx="4720">
                  <c:v>52.818519999999999</c:v>
                </c:pt>
                <c:pt idx="4721">
                  <c:v>53.024990000000003</c:v>
                </c:pt>
                <c:pt idx="4722">
                  <c:v>53.196835</c:v>
                </c:pt>
                <c:pt idx="4723">
                  <c:v>53.232779999999998</c:v>
                </c:pt>
                <c:pt idx="4724">
                  <c:v>52.952469000000001</c:v>
                </c:pt>
                <c:pt idx="4725">
                  <c:v>52.533821000000003</c:v>
                </c:pt>
                <c:pt idx="4726">
                  <c:v>52.416221999999998</c:v>
                </c:pt>
                <c:pt idx="4727">
                  <c:v>52.233615999999998</c:v>
                </c:pt>
                <c:pt idx="4728">
                  <c:v>51.851227000000002</c:v>
                </c:pt>
                <c:pt idx="4729">
                  <c:v>51.667782000000003</c:v>
                </c:pt>
                <c:pt idx="4730">
                  <c:v>51.767113000000002</c:v>
                </c:pt>
                <c:pt idx="4731">
                  <c:v>52.385390999999998</c:v>
                </c:pt>
                <c:pt idx="4732">
                  <c:v>53.06926</c:v>
                </c:pt>
                <c:pt idx="4733">
                  <c:v>52.880028000000003</c:v>
                </c:pt>
                <c:pt idx="4734">
                  <c:v>52.117621999999997</c:v>
                </c:pt>
                <c:pt idx="4735">
                  <c:v>51.946125000000002</c:v>
                </c:pt>
                <c:pt idx="4736">
                  <c:v>52.399459999999998</c:v>
                </c:pt>
                <c:pt idx="4737">
                  <c:v>52.865952</c:v>
                </c:pt>
                <c:pt idx="4738">
                  <c:v>52.729092000000001</c:v>
                </c:pt>
                <c:pt idx="4739">
                  <c:v>52.564678000000001</c:v>
                </c:pt>
                <c:pt idx="4740">
                  <c:v>52.538563000000003</c:v>
                </c:pt>
                <c:pt idx="4741">
                  <c:v>52.322392000000001</c:v>
                </c:pt>
                <c:pt idx="4742">
                  <c:v>52.154761999999998</c:v>
                </c:pt>
                <c:pt idx="4743">
                  <c:v>52.074818</c:v>
                </c:pt>
                <c:pt idx="4744">
                  <c:v>52.206668999999998</c:v>
                </c:pt>
                <c:pt idx="4745">
                  <c:v>52.201777999999997</c:v>
                </c:pt>
                <c:pt idx="4746">
                  <c:v>52.018265</c:v>
                </c:pt>
                <c:pt idx="4747">
                  <c:v>51.938194000000003</c:v>
                </c:pt>
                <c:pt idx="4748">
                  <c:v>52.028571999999997</c:v>
                </c:pt>
                <c:pt idx="4749">
                  <c:v>52.115788000000002</c:v>
                </c:pt>
                <c:pt idx="4750">
                  <c:v>52.373699000000002</c:v>
                </c:pt>
                <c:pt idx="4751">
                  <c:v>52.876052999999999</c:v>
                </c:pt>
                <c:pt idx="4752">
                  <c:v>53.30254</c:v>
                </c:pt>
                <c:pt idx="4753">
                  <c:v>53.647053</c:v>
                </c:pt>
                <c:pt idx="4754">
                  <c:v>53.612327999999998</c:v>
                </c:pt>
                <c:pt idx="4755">
                  <c:v>53.572823</c:v>
                </c:pt>
                <c:pt idx="4756">
                  <c:v>53.769691000000002</c:v>
                </c:pt>
                <c:pt idx="4757">
                  <c:v>54.196266000000001</c:v>
                </c:pt>
                <c:pt idx="4758">
                  <c:v>54.315510000000003</c:v>
                </c:pt>
                <c:pt idx="4759">
                  <c:v>54.031612000000003</c:v>
                </c:pt>
                <c:pt idx="4760">
                  <c:v>54.042487999999999</c:v>
                </c:pt>
                <c:pt idx="4761">
                  <c:v>54.495471999999999</c:v>
                </c:pt>
                <c:pt idx="4762">
                  <c:v>54.728622000000001</c:v>
                </c:pt>
                <c:pt idx="4763">
                  <c:v>54.695782000000001</c:v>
                </c:pt>
                <c:pt idx="4764">
                  <c:v>55.117702000000001</c:v>
                </c:pt>
                <c:pt idx="4765">
                  <c:v>55.900886999999997</c:v>
                </c:pt>
                <c:pt idx="4766">
                  <c:v>56.240929000000001</c:v>
                </c:pt>
                <c:pt idx="4767">
                  <c:v>56.103698999999999</c:v>
                </c:pt>
                <c:pt idx="4768">
                  <c:v>56.502322999999997</c:v>
                </c:pt>
                <c:pt idx="4769">
                  <c:v>57.533481999999999</c:v>
                </c:pt>
                <c:pt idx="4770">
                  <c:v>58.047885999999998</c:v>
                </c:pt>
                <c:pt idx="4771">
                  <c:v>58.255924</c:v>
                </c:pt>
                <c:pt idx="4772">
                  <c:v>58.724544999999999</c:v>
                </c:pt>
                <c:pt idx="4773">
                  <c:v>59.223339000000003</c:v>
                </c:pt>
                <c:pt idx="4774">
                  <c:v>59.704360999999999</c:v>
                </c:pt>
                <c:pt idx="4775">
                  <c:v>58.98489</c:v>
                </c:pt>
                <c:pt idx="4776">
                  <c:v>58.312691000000001</c:v>
                </c:pt>
                <c:pt idx="4777">
                  <c:v>58.408504000000001</c:v>
                </c:pt>
                <c:pt idx="4778">
                  <c:v>59.103198999999996</c:v>
                </c:pt>
                <c:pt idx="4779">
                  <c:v>59.310982000000003</c:v>
                </c:pt>
                <c:pt idx="4780">
                  <c:v>58.663680999999997</c:v>
                </c:pt>
                <c:pt idx="4781">
                  <c:v>57.346778999999998</c:v>
                </c:pt>
                <c:pt idx="4782">
                  <c:v>56.055725000000002</c:v>
                </c:pt>
                <c:pt idx="4783">
                  <c:v>55.399459999999998</c:v>
                </c:pt>
                <c:pt idx="4784">
                  <c:v>54.952148000000001</c:v>
                </c:pt>
                <c:pt idx="4785">
                  <c:v>54.144215000000003</c:v>
                </c:pt>
                <c:pt idx="4786">
                  <c:v>53.231583000000001</c:v>
                </c:pt>
                <c:pt idx="4787">
                  <c:v>52.897995000000002</c:v>
                </c:pt>
                <c:pt idx="4788">
                  <c:v>53.007786000000003</c:v>
                </c:pt>
                <c:pt idx="4789">
                  <c:v>52.871654999999997</c:v>
                </c:pt>
                <c:pt idx="4790">
                  <c:v>52.782505</c:v>
                </c:pt>
                <c:pt idx="4791">
                  <c:v>52.701805</c:v>
                </c:pt>
                <c:pt idx="4792">
                  <c:v>52.882987999999997</c:v>
                </c:pt>
                <c:pt idx="4793">
                  <c:v>53.141002999999998</c:v>
                </c:pt>
                <c:pt idx="4794">
                  <c:v>53.132393</c:v>
                </c:pt>
                <c:pt idx="4795">
                  <c:v>52.991855999999999</c:v>
                </c:pt>
                <c:pt idx="4796">
                  <c:v>52.672741000000002</c:v>
                </c:pt>
                <c:pt idx="4797">
                  <c:v>52.363373000000003</c:v>
                </c:pt>
                <c:pt idx="4798">
                  <c:v>51.931488000000002</c:v>
                </c:pt>
                <c:pt idx="4799">
                  <c:v>51.989212000000002</c:v>
                </c:pt>
                <c:pt idx="4800">
                  <c:v>52.294272999999997</c:v>
                </c:pt>
                <c:pt idx="4801">
                  <c:v>52.426833999999999</c:v>
                </c:pt>
                <c:pt idx="4802">
                  <c:v>52.532435999999997</c:v>
                </c:pt>
                <c:pt idx="4803">
                  <c:v>52.654761999999998</c:v>
                </c:pt>
                <c:pt idx="4804">
                  <c:v>52.676456000000002</c:v>
                </c:pt>
                <c:pt idx="4805">
                  <c:v>52.550632</c:v>
                </c:pt>
                <c:pt idx="4806">
                  <c:v>52.558174000000001</c:v>
                </c:pt>
                <c:pt idx="4807">
                  <c:v>52.624310000000001</c:v>
                </c:pt>
                <c:pt idx="4808">
                  <c:v>52.802692</c:v>
                </c:pt>
                <c:pt idx="4809">
                  <c:v>52.813384999999997</c:v>
                </c:pt>
                <c:pt idx="4810">
                  <c:v>52.266865000000003</c:v>
                </c:pt>
                <c:pt idx="4811">
                  <c:v>51.684134999999998</c:v>
                </c:pt>
                <c:pt idx="4812">
                  <c:v>51.666271000000002</c:v>
                </c:pt>
                <c:pt idx="4813">
                  <c:v>52.174312999999998</c:v>
                </c:pt>
                <c:pt idx="4814">
                  <c:v>52.335712000000001</c:v>
                </c:pt>
                <c:pt idx="4815">
                  <c:v>51.879047</c:v>
                </c:pt>
                <c:pt idx="4816">
                  <c:v>51.229526999999997</c:v>
                </c:pt>
                <c:pt idx="4817">
                  <c:v>50.675552000000003</c:v>
                </c:pt>
                <c:pt idx="4818">
                  <c:v>50.961903</c:v>
                </c:pt>
                <c:pt idx="4819">
                  <c:v>51.775706999999997</c:v>
                </c:pt>
                <c:pt idx="4820">
                  <c:v>52.474471999999999</c:v>
                </c:pt>
                <c:pt idx="4821">
                  <c:v>53.159477000000003</c:v>
                </c:pt>
                <c:pt idx="4822">
                  <c:v>53.420071</c:v>
                </c:pt>
                <c:pt idx="4823">
                  <c:v>53.333260000000003</c:v>
                </c:pt>
                <c:pt idx="4824">
                  <c:v>53.193047</c:v>
                </c:pt>
                <c:pt idx="4825">
                  <c:v>53.392479000000002</c:v>
                </c:pt>
                <c:pt idx="4826">
                  <c:v>53.658591999999999</c:v>
                </c:pt>
                <c:pt idx="4827">
                  <c:v>53.880875000000003</c:v>
                </c:pt>
                <c:pt idx="4828">
                  <c:v>54.073044000000003</c:v>
                </c:pt>
                <c:pt idx="4829">
                  <c:v>53.963234</c:v>
                </c:pt>
                <c:pt idx="4830">
                  <c:v>53.908546000000001</c:v>
                </c:pt>
                <c:pt idx="4831">
                  <c:v>54.251713000000002</c:v>
                </c:pt>
                <c:pt idx="4832">
                  <c:v>54.561408999999998</c:v>
                </c:pt>
                <c:pt idx="4833">
                  <c:v>54.949340999999997</c:v>
                </c:pt>
                <c:pt idx="4834">
                  <c:v>56.182098000000003</c:v>
                </c:pt>
                <c:pt idx="4835">
                  <c:v>57.663235</c:v>
                </c:pt>
                <c:pt idx="4836">
                  <c:v>58.851745999999999</c:v>
                </c:pt>
                <c:pt idx="4837">
                  <c:v>59.417427000000004</c:v>
                </c:pt>
                <c:pt idx="4838">
                  <c:v>59.652335999999998</c:v>
                </c:pt>
                <c:pt idx="4839">
                  <c:v>60.175654999999999</c:v>
                </c:pt>
                <c:pt idx="4840">
                  <c:v>59.713695999999999</c:v>
                </c:pt>
                <c:pt idx="4841">
                  <c:v>58.831271999999998</c:v>
                </c:pt>
                <c:pt idx="4842">
                  <c:v>57.735809000000003</c:v>
                </c:pt>
                <c:pt idx="4843">
                  <c:v>56.511226999999998</c:v>
                </c:pt>
                <c:pt idx="4844">
                  <c:v>56.090178999999999</c:v>
                </c:pt>
                <c:pt idx="4845">
                  <c:v>56.335884</c:v>
                </c:pt>
                <c:pt idx="4846">
                  <c:v>56.735118999999997</c:v>
                </c:pt>
                <c:pt idx="4847">
                  <c:v>57.437041999999998</c:v>
                </c:pt>
                <c:pt idx="4848">
                  <c:v>58.362456999999999</c:v>
                </c:pt>
                <c:pt idx="4849">
                  <c:v>59.161532999999999</c:v>
                </c:pt>
                <c:pt idx="4850">
                  <c:v>59.434376</c:v>
                </c:pt>
                <c:pt idx="4851">
                  <c:v>58.935088999999998</c:v>
                </c:pt>
                <c:pt idx="4852">
                  <c:v>58.885219999999997</c:v>
                </c:pt>
                <c:pt idx="4853">
                  <c:v>60.087814000000002</c:v>
                </c:pt>
                <c:pt idx="4854">
                  <c:v>61.547249000000001</c:v>
                </c:pt>
                <c:pt idx="4855">
                  <c:v>62.524509000000002</c:v>
                </c:pt>
                <c:pt idx="4856">
                  <c:v>62.934963000000003</c:v>
                </c:pt>
                <c:pt idx="4857">
                  <c:v>62.479393000000002</c:v>
                </c:pt>
                <c:pt idx="4858">
                  <c:v>61.473166999999997</c:v>
                </c:pt>
                <c:pt idx="4859">
                  <c:v>60.944920000000003</c:v>
                </c:pt>
                <c:pt idx="4860">
                  <c:v>61.071049000000002</c:v>
                </c:pt>
                <c:pt idx="4861">
                  <c:v>61.062007999999999</c:v>
                </c:pt>
                <c:pt idx="4862">
                  <c:v>60.952824</c:v>
                </c:pt>
                <c:pt idx="4863">
                  <c:v>61.290667999999997</c:v>
                </c:pt>
                <c:pt idx="4864">
                  <c:v>62.002110000000002</c:v>
                </c:pt>
                <c:pt idx="4865">
                  <c:v>63.222808999999998</c:v>
                </c:pt>
                <c:pt idx="4866">
                  <c:v>64.104729000000006</c:v>
                </c:pt>
                <c:pt idx="4867">
                  <c:v>63.936970000000002</c:v>
                </c:pt>
                <c:pt idx="4868">
                  <c:v>63.205531999999998</c:v>
                </c:pt>
                <c:pt idx="4869">
                  <c:v>62.922646</c:v>
                </c:pt>
                <c:pt idx="4870">
                  <c:v>63.413124000000003</c:v>
                </c:pt>
                <c:pt idx="4871">
                  <c:v>63.694896999999997</c:v>
                </c:pt>
                <c:pt idx="4872">
                  <c:v>63.380851999999997</c:v>
                </c:pt>
                <c:pt idx="4873">
                  <c:v>62.206642000000002</c:v>
                </c:pt>
                <c:pt idx="4874">
                  <c:v>61.019936000000001</c:v>
                </c:pt>
                <c:pt idx="4875">
                  <c:v>61.064030000000002</c:v>
                </c:pt>
                <c:pt idx="4876">
                  <c:v>61.683692999999998</c:v>
                </c:pt>
                <c:pt idx="4877">
                  <c:v>61.653216999999998</c:v>
                </c:pt>
                <c:pt idx="4878">
                  <c:v>61.10463</c:v>
                </c:pt>
                <c:pt idx="4879">
                  <c:v>60.491928000000001</c:v>
                </c:pt>
                <c:pt idx="4880">
                  <c:v>60.433086000000003</c:v>
                </c:pt>
                <c:pt idx="4881">
                  <c:v>60.858128000000001</c:v>
                </c:pt>
                <c:pt idx="4882">
                  <c:v>61.260975000000002</c:v>
                </c:pt>
                <c:pt idx="4883">
                  <c:v>62.288150999999999</c:v>
                </c:pt>
                <c:pt idx="4884">
                  <c:v>63.019001000000003</c:v>
                </c:pt>
                <c:pt idx="4885">
                  <c:v>62.654972000000001</c:v>
                </c:pt>
                <c:pt idx="4886">
                  <c:v>61.882590999999998</c:v>
                </c:pt>
                <c:pt idx="4887">
                  <c:v>61.094475000000003</c:v>
                </c:pt>
                <c:pt idx="4888">
                  <c:v>60.705021000000002</c:v>
                </c:pt>
                <c:pt idx="4889">
                  <c:v>60.851672999999998</c:v>
                </c:pt>
                <c:pt idx="4890">
                  <c:v>60.687244</c:v>
                </c:pt>
                <c:pt idx="4891">
                  <c:v>60.163857</c:v>
                </c:pt>
                <c:pt idx="4892">
                  <c:v>59.747115999999998</c:v>
                </c:pt>
                <c:pt idx="4893">
                  <c:v>59.563034000000002</c:v>
                </c:pt>
                <c:pt idx="4894">
                  <c:v>60.100025000000002</c:v>
                </c:pt>
                <c:pt idx="4895">
                  <c:v>61.301189000000001</c:v>
                </c:pt>
                <c:pt idx="4896">
                  <c:v>62.586399</c:v>
                </c:pt>
                <c:pt idx="4897">
                  <c:v>63.880687999999999</c:v>
                </c:pt>
                <c:pt idx="4898">
                  <c:v>64.895522999999997</c:v>
                </c:pt>
                <c:pt idx="4899">
                  <c:v>65.771773999999994</c:v>
                </c:pt>
                <c:pt idx="4900">
                  <c:v>66.309486000000007</c:v>
                </c:pt>
                <c:pt idx="4901">
                  <c:v>66.689316000000005</c:v>
                </c:pt>
                <c:pt idx="4902">
                  <c:v>67.028075999999999</c:v>
                </c:pt>
                <c:pt idx="4903">
                  <c:v>66.918036999999998</c:v>
                </c:pt>
                <c:pt idx="4904">
                  <c:v>66.025940000000006</c:v>
                </c:pt>
                <c:pt idx="4905">
                  <c:v>65.293243000000004</c:v>
                </c:pt>
                <c:pt idx="4906">
                  <c:v>64.825089000000006</c:v>
                </c:pt>
                <c:pt idx="4907">
                  <c:v>64.447120999999996</c:v>
                </c:pt>
                <c:pt idx="4908">
                  <c:v>63.885590000000001</c:v>
                </c:pt>
                <c:pt idx="4909">
                  <c:v>63.358051000000003</c:v>
                </c:pt>
                <c:pt idx="4910">
                  <c:v>62.886951000000003</c:v>
                </c:pt>
                <c:pt idx="4911">
                  <c:v>61.983989999999999</c:v>
                </c:pt>
                <c:pt idx="4912">
                  <c:v>60.770297999999997</c:v>
                </c:pt>
                <c:pt idx="4913">
                  <c:v>59.608997000000002</c:v>
                </c:pt>
                <c:pt idx="4914">
                  <c:v>59.258437999999998</c:v>
                </c:pt>
                <c:pt idx="4915">
                  <c:v>59.495815</c:v>
                </c:pt>
                <c:pt idx="4916">
                  <c:v>59.611980000000003</c:v>
                </c:pt>
                <c:pt idx="4917">
                  <c:v>59.242485000000002</c:v>
                </c:pt>
                <c:pt idx="4918">
                  <c:v>58.676872000000003</c:v>
                </c:pt>
                <c:pt idx="4919">
                  <c:v>58.527287000000001</c:v>
                </c:pt>
                <c:pt idx="4920">
                  <c:v>58.692486000000002</c:v>
                </c:pt>
                <c:pt idx="4921">
                  <c:v>58.973835000000001</c:v>
                </c:pt>
                <c:pt idx="4922">
                  <c:v>59.392173999999997</c:v>
                </c:pt>
                <c:pt idx="4923">
                  <c:v>60.309986000000002</c:v>
                </c:pt>
                <c:pt idx="4924">
                  <c:v>60.692776000000002</c:v>
                </c:pt>
                <c:pt idx="4925">
                  <c:v>59.905144</c:v>
                </c:pt>
                <c:pt idx="4926">
                  <c:v>58.840733</c:v>
                </c:pt>
                <c:pt idx="4927">
                  <c:v>57.816955999999998</c:v>
                </c:pt>
                <c:pt idx="4928">
                  <c:v>57.165599999999998</c:v>
                </c:pt>
                <c:pt idx="4929">
                  <c:v>57.536343000000002</c:v>
                </c:pt>
                <c:pt idx="4930">
                  <c:v>58.532814000000002</c:v>
                </c:pt>
                <c:pt idx="4931">
                  <c:v>59.674747000000004</c:v>
                </c:pt>
                <c:pt idx="4932">
                  <c:v>60.664417</c:v>
                </c:pt>
                <c:pt idx="4933">
                  <c:v>60.732765000000001</c:v>
                </c:pt>
                <c:pt idx="4934">
                  <c:v>60.315185999999997</c:v>
                </c:pt>
                <c:pt idx="4935">
                  <c:v>59.931533999999999</c:v>
                </c:pt>
                <c:pt idx="4936">
                  <c:v>59.650570000000002</c:v>
                </c:pt>
                <c:pt idx="4937">
                  <c:v>59.576427000000002</c:v>
                </c:pt>
                <c:pt idx="4938">
                  <c:v>59.634864999999998</c:v>
                </c:pt>
                <c:pt idx="4939">
                  <c:v>60.055430999999999</c:v>
                </c:pt>
                <c:pt idx="4940">
                  <c:v>60.770820999999998</c:v>
                </c:pt>
                <c:pt idx="4941">
                  <c:v>61.729667999999997</c:v>
                </c:pt>
                <c:pt idx="4942">
                  <c:v>62.850662</c:v>
                </c:pt>
                <c:pt idx="4943">
                  <c:v>63.539154000000003</c:v>
                </c:pt>
                <c:pt idx="4944">
                  <c:v>63.917529999999999</c:v>
                </c:pt>
                <c:pt idx="4945">
                  <c:v>63.634754000000001</c:v>
                </c:pt>
                <c:pt idx="4946">
                  <c:v>63.088355999999997</c:v>
                </c:pt>
                <c:pt idx="4947">
                  <c:v>62.793568</c:v>
                </c:pt>
                <c:pt idx="4948">
                  <c:v>62.927253999999998</c:v>
                </c:pt>
                <c:pt idx="4949">
                  <c:v>63.569159999999997</c:v>
                </c:pt>
                <c:pt idx="4950">
                  <c:v>64.550101999999995</c:v>
                </c:pt>
                <c:pt idx="4951">
                  <c:v>65.450660999999997</c:v>
                </c:pt>
                <c:pt idx="4952">
                  <c:v>65.977180000000004</c:v>
                </c:pt>
                <c:pt idx="4953">
                  <c:v>66.279860999999997</c:v>
                </c:pt>
                <c:pt idx="4954">
                  <c:v>65.693984999999998</c:v>
                </c:pt>
                <c:pt idx="4955">
                  <c:v>65.233779999999996</c:v>
                </c:pt>
                <c:pt idx="4956">
                  <c:v>65.352631000000002</c:v>
                </c:pt>
                <c:pt idx="4957">
                  <c:v>65.309753000000001</c:v>
                </c:pt>
                <c:pt idx="4958">
                  <c:v>64.889885000000007</c:v>
                </c:pt>
                <c:pt idx="4959">
                  <c:v>63.924621999999999</c:v>
                </c:pt>
                <c:pt idx="4960">
                  <c:v>62.613331000000002</c:v>
                </c:pt>
                <c:pt idx="4961">
                  <c:v>61.096710000000002</c:v>
                </c:pt>
                <c:pt idx="4962">
                  <c:v>60.084975999999997</c:v>
                </c:pt>
                <c:pt idx="4963">
                  <c:v>59.452019</c:v>
                </c:pt>
                <c:pt idx="4964">
                  <c:v>59.116173000000003</c:v>
                </c:pt>
                <c:pt idx="4965">
                  <c:v>58.928905</c:v>
                </c:pt>
                <c:pt idx="4966">
                  <c:v>58.886001999999998</c:v>
                </c:pt>
                <c:pt idx="4967">
                  <c:v>58.946773999999998</c:v>
                </c:pt>
                <c:pt idx="4968">
                  <c:v>59.177925000000002</c:v>
                </c:pt>
                <c:pt idx="4969">
                  <c:v>60.421852000000001</c:v>
                </c:pt>
                <c:pt idx="4970">
                  <c:v>61.871471</c:v>
                </c:pt>
                <c:pt idx="4971">
                  <c:v>63.035800999999999</c:v>
                </c:pt>
                <c:pt idx="4972">
                  <c:v>64.297889999999995</c:v>
                </c:pt>
                <c:pt idx="4973">
                  <c:v>65.673484999999999</c:v>
                </c:pt>
                <c:pt idx="4974">
                  <c:v>66.678154000000006</c:v>
                </c:pt>
                <c:pt idx="4975">
                  <c:v>66.903960999999995</c:v>
                </c:pt>
                <c:pt idx="4976">
                  <c:v>67.118294000000006</c:v>
                </c:pt>
                <c:pt idx="4977">
                  <c:v>67.016677999999999</c:v>
                </c:pt>
                <c:pt idx="4978">
                  <c:v>66.408691000000005</c:v>
                </c:pt>
                <c:pt idx="4979">
                  <c:v>65.851410000000001</c:v>
                </c:pt>
                <c:pt idx="4980">
                  <c:v>65.182357999999994</c:v>
                </c:pt>
                <c:pt idx="4981">
                  <c:v>64.824127000000004</c:v>
                </c:pt>
                <c:pt idx="4982">
                  <c:v>65.082183999999998</c:v>
                </c:pt>
                <c:pt idx="4983">
                  <c:v>65.808646999999993</c:v>
                </c:pt>
                <c:pt idx="4984">
                  <c:v>66.356903000000003</c:v>
                </c:pt>
                <c:pt idx="4985">
                  <c:v>66.512077000000005</c:v>
                </c:pt>
                <c:pt idx="4986">
                  <c:v>66.665520000000001</c:v>
                </c:pt>
                <c:pt idx="4987">
                  <c:v>67.131202999999999</c:v>
                </c:pt>
                <c:pt idx="4988">
                  <c:v>67.652045999999999</c:v>
                </c:pt>
                <c:pt idx="4989">
                  <c:v>67.524788000000001</c:v>
                </c:pt>
                <c:pt idx="4990">
                  <c:v>66.602538999999993</c:v>
                </c:pt>
                <c:pt idx="4991">
                  <c:v>65.607117000000002</c:v>
                </c:pt>
                <c:pt idx="4992">
                  <c:v>64.788155000000003</c:v>
                </c:pt>
                <c:pt idx="4993">
                  <c:v>64.313254999999998</c:v>
                </c:pt>
                <c:pt idx="4994">
                  <c:v>63.842368999999998</c:v>
                </c:pt>
                <c:pt idx="4995">
                  <c:v>63.017238999999996</c:v>
                </c:pt>
                <c:pt idx="4996">
                  <c:v>62.064438000000003</c:v>
                </c:pt>
                <c:pt idx="4997">
                  <c:v>61.002097999999997</c:v>
                </c:pt>
                <c:pt idx="4998">
                  <c:v>60.325786999999998</c:v>
                </c:pt>
                <c:pt idx="4999">
                  <c:v>60.249428000000002</c:v>
                </c:pt>
                <c:pt idx="5000">
                  <c:v>60.786113999999998</c:v>
                </c:pt>
                <c:pt idx="5001">
                  <c:v>61.836410999999998</c:v>
                </c:pt>
                <c:pt idx="5002">
                  <c:v>62.530566999999998</c:v>
                </c:pt>
                <c:pt idx="5003">
                  <c:v>62.674968999999997</c:v>
                </c:pt>
                <c:pt idx="5004">
                  <c:v>62.467765999999997</c:v>
                </c:pt>
                <c:pt idx="5005">
                  <c:v>62.583781999999999</c:v>
                </c:pt>
                <c:pt idx="5006">
                  <c:v>62.708157</c:v>
                </c:pt>
                <c:pt idx="5007">
                  <c:v>62.916260000000001</c:v>
                </c:pt>
                <c:pt idx="5008">
                  <c:v>62.992401000000001</c:v>
                </c:pt>
                <c:pt idx="5009">
                  <c:v>62.828594000000002</c:v>
                </c:pt>
                <c:pt idx="5010">
                  <c:v>62.787959999999998</c:v>
                </c:pt>
                <c:pt idx="5011">
                  <c:v>62.494723999999998</c:v>
                </c:pt>
                <c:pt idx="5012">
                  <c:v>61.997363999999997</c:v>
                </c:pt>
                <c:pt idx="5013">
                  <c:v>61.826714000000003</c:v>
                </c:pt>
                <c:pt idx="5014">
                  <c:v>62.096221999999997</c:v>
                </c:pt>
                <c:pt idx="5015">
                  <c:v>62.749287000000002</c:v>
                </c:pt>
                <c:pt idx="5016">
                  <c:v>63.181068000000003</c:v>
                </c:pt>
                <c:pt idx="5017">
                  <c:v>63.001251000000003</c:v>
                </c:pt>
                <c:pt idx="5018">
                  <c:v>62.937522999999999</c:v>
                </c:pt>
                <c:pt idx="5019">
                  <c:v>63.017848999999998</c:v>
                </c:pt>
                <c:pt idx="5020">
                  <c:v>62.702334999999998</c:v>
                </c:pt>
                <c:pt idx="5021">
                  <c:v>62.577209000000003</c:v>
                </c:pt>
                <c:pt idx="5022">
                  <c:v>62.689506999999999</c:v>
                </c:pt>
                <c:pt idx="5023">
                  <c:v>62.488979</c:v>
                </c:pt>
                <c:pt idx="5024">
                  <c:v>62.180115000000001</c:v>
                </c:pt>
                <c:pt idx="5025">
                  <c:v>61.720275999999998</c:v>
                </c:pt>
                <c:pt idx="5026">
                  <c:v>61.111542</c:v>
                </c:pt>
                <c:pt idx="5027">
                  <c:v>60.703465000000001</c:v>
                </c:pt>
                <c:pt idx="5028">
                  <c:v>60.381419999999999</c:v>
                </c:pt>
                <c:pt idx="5029">
                  <c:v>60.357731000000001</c:v>
                </c:pt>
                <c:pt idx="5030">
                  <c:v>60.210087000000001</c:v>
                </c:pt>
                <c:pt idx="5031">
                  <c:v>59.896458000000003</c:v>
                </c:pt>
                <c:pt idx="5032">
                  <c:v>59.447659000000002</c:v>
                </c:pt>
                <c:pt idx="5033">
                  <c:v>59.363574999999997</c:v>
                </c:pt>
                <c:pt idx="5034">
                  <c:v>60.060153999999997</c:v>
                </c:pt>
                <c:pt idx="5035">
                  <c:v>61.054065999999999</c:v>
                </c:pt>
                <c:pt idx="5036">
                  <c:v>62.166344000000002</c:v>
                </c:pt>
                <c:pt idx="5037">
                  <c:v>62.540168999999999</c:v>
                </c:pt>
                <c:pt idx="5038">
                  <c:v>61.942138999999997</c:v>
                </c:pt>
                <c:pt idx="5039">
                  <c:v>61.063408000000003</c:v>
                </c:pt>
                <c:pt idx="5040">
                  <c:v>59.964897000000001</c:v>
                </c:pt>
                <c:pt idx="5041">
                  <c:v>59.141232000000002</c:v>
                </c:pt>
                <c:pt idx="5042">
                  <c:v>58.838196000000003</c:v>
                </c:pt>
                <c:pt idx="5043">
                  <c:v>58.467990999999998</c:v>
                </c:pt>
                <c:pt idx="5044">
                  <c:v>57.849978999999998</c:v>
                </c:pt>
                <c:pt idx="5045">
                  <c:v>57.473190000000002</c:v>
                </c:pt>
                <c:pt idx="5046">
                  <c:v>56.929779000000003</c:v>
                </c:pt>
                <c:pt idx="5047">
                  <c:v>56.684643000000001</c:v>
                </c:pt>
                <c:pt idx="5048">
                  <c:v>56.737048999999999</c:v>
                </c:pt>
                <c:pt idx="5049">
                  <c:v>57.138877999999998</c:v>
                </c:pt>
                <c:pt idx="5050">
                  <c:v>57.924919000000003</c:v>
                </c:pt>
                <c:pt idx="5051">
                  <c:v>58.343159</c:v>
                </c:pt>
                <c:pt idx="5052">
                  <c:v>58.630702999999997</c:v>
                </c:pt>
                <c:pt idx="5053">
                  <c:v>58.842911000000001</c:v>
                </c:pt>
                <c:pt idx="5054">
                  <c:v>59.028129999999997</c:v>
                </c:pt>
                <c:pt idx="5055">
                  <c:v>59.174408</c:v>
                </c:pt>
                <c:pt idx="5056">
                  <c:v>59.049540999999998</c:v>
                </c:pt>
                <c:pt idx="5057">
                  <c:v>58.623210999999998</c:v>
                </c:pt>
                <c:pt idx="5058">
                  <c:v>57.779133000000002</c:v>
                </c:pt>
                <c:pt idx="5059">
                  <c:v>57.010795999999999</c:v>
                </c:pt>
                <c:pt idx="5060">
                  <c:v>56.383369000000002</c:v>
                </c:pt>
                <c:pt idx="5061">
                  <c:v>56.089264</c:v>
                </c:pt>
                <c:pt idx="5062">
                  <c:v>56.338509000000002</c:v>
                </c:pt>
                <c:pt idx="5063">
                  <c:v>56.885792000000002</c:v>
                </c:pt>
                <c:pt idx="5064">
                  <c:v>57.071925999999998</c:v>
                </c:pt>
                <c:pt idx="5065">
                  <c:v>57.052444000000001</c:v>
                </c:pt>
                <c:pt idx="5066">
                  <c:v>56.923026999999998</c:v>
                </c:pt>
                <c:pt idx="5067">
                  <c:v>56.925697</c:v>
                </c:pt>
                <c:pt idx="5068">
                  <c:v>56.990631</c:v>
                </c:pt>
                <c:pt idx="5069">
                  <c:v>56.874130000000001</c:v>
                </c:pt>
                <c:pt idx="5070">
                  <c:v>56.919704000000003</c:v>
                </c:pt>
                <c:pt idx="5071">
                  <c:v>57.189464999999998</c:v>
                </c:pt>
                <c:pt idx="5072">
                  <c:v>57.626956999999997</c:v>
                </c:pt>
                <c:pt idx="5073">
                  <c:v>57.587550999999998</c:v>
                </c:pt>
                <c:pt idx="5074">
                  <c:v>57.253860000000003</c:v>
                </c:pt>
                <c:pt idx="5075">
                  <c:v>57.183703999999999</c:v>
                </c:pt>
                <c:pt idx="5076">
                  <c:v>57.380802000000003</c:v>
                </c:pt>
                <c:pt idx="5077">
                  <c:v>57.934387000000001</c:v>
                </c:pt>
                <c:pt idx="5078">
                  <c:v>58.996986</c:v>
                </c:pt>
                <c:pt idx="5079">
                  <c:v>60.158648999999997</c:v>
                </c:pt>
                <c:pt idx="5080">
                  <c:v>60.646510999999997</c:v>
                </c:pt>
                <c:pt idx="5081">
                  <c:v>60.825180000000003</c:v>
                </c:pt>
                <c:pt idx="5082">
                  <c:v>61.175091000000002</c:v>
                </c:pt>
                <c:pt idx="5083">
                  <c:v>61.723602</c:v>
                </c:pt>
                <c:pt idx="5084">
                  <c:v>62.206490000000002</c:v>
                </c:pt>
                <c:pt idx="5085">
                  <c:v>62.701129999999999</c:v>
                </c:pt>
                <c:pt idx="5086">
                  <c:v>63.503886999999999</c:v>
                </c:pt>
                <c:pt idx="5087">
                  <c:v>64.209975999999997</c:v>
                </c:pt>
                <c:pt idx="5088">
                  <c:v>64.399376000000004</c:v>
                </c:pt>
                <c:pt idx="5089">
                  <c:v>64.467262000000005</c:v>
                </c:pt>
                <c:pt idx="5090">
                  <c:v>64.412841999999998</c:v>
                </c:pt>
                <c:pt idx="5091">
                  <c:v>64.273285000000001</c:v>
                </c:pt>
                <c:pt idx="5092">
                  <c:v>63.957206999999997</c:v>
                </c:pt>
                <c:pt idx="5093">
                  <c:v>63.228682999999997</c:v>
                </c:pt>
                <c:pt idx="5094">
                  <c:v>62.106471999999997</c:v>
                </c:pt>
                <c:pt idx="5095">
                  <c:v>61.485419999999998</c:v>
                </c:pt>
                <c:pt idx="5096">
                  <c:v>61.854416000000001</c:v>
                </c:pt>
                <c:pt idx="5097">
                  <c:v>62.838332999999999</c:v>
                </c:pt>
                <c:pt idx="5098">
                  <c:v>63.458995999999999</c:v>
                </c:pt>
                <c:pt idx="5099">
                  <c:v>63.834259000000003</c:v>
                </c:pt>
                <c:pt idx="5100">
                  <c:v>64.295852999999994</c:v>
                </c:pt>
                <c:pt idx="5101">
                  <c:v>64.581222999999994</c:v>
                </c:pt>
                <c:pt idx="5102">
                  <c:v>64.916245000000004</c:v>
                </c:pt>
                <c:pt idx="5103">
                  <c:v>65.133178999999998</c:v>
                </c:pt>
                <c:pt idx="5104">
                  <c:v>65.204659000000007</c:v>
                </c:pt>
                <c:pt idx="5105">
                  <c:v>65.180176000000003</c:v>
                </c:pt>
                <c:pt idx="5106">
                  <c:v>65.216132999999999</c:v>
                </c:pt>
                <c:pt idx="5107">
                  <c:v>65.155547999999996</c:v>
                </c:pt>
                <c:pt idx="5108">
                  <c:v>64.732803000000004</c:v>
                </c:pt>
                <c:pt idx="5109">
                  <c:v>64.379227</c:v>
                </c:pt>
                <c:pt idx="5110">
                  <c:v>64.249427999999995</c:v>
                </c:pt>
                <c:pt idx="5111">
                  <c:v>64.089523</c:v>
                </c:pt>
                <c:pt idx="5112">
                  <c:v>63.586033</c:v>
                </c:pt>
                <c:pt idx="5113">
                  <c:v>62.695545000000003</c:v>
                </c:pt>
                <c:pt idx="5114">
                  <c:v>61.886093000000002</c:v>
                </c:pt>
                <c:pt idx="5115">
                  <c:v>61.582157000000002</c:v>
                </c:pt>
                <c:pt idx="5116">
                  <c:v>61.511420999999999</c:v>
                </c:pt>
                <c:pt idx="5117">
                  <c:v>61.771403999999997</c:v>
                </c:pt>
                <c:pt idx="5118">
                  <c:v>62.305824000000001</c:v>
                </c:pt>
                <c:pt idx="5119">
                  <c:v>62.580264999999997</c:v>
                </c:pt>
                <c:pt idx="5120">
                  <c:v>62.988491000000003</c:v>
                </c:pt>
                <c:pt idx="5121">
                  <c:v>63.460766</c:v>
                </c:pt>
                <c:pt idx="5122">
                  <c:v>63.780994</c:v>
                </c:pt>
                <c:pt idx="5123">
                  <c:v>64.225655000000003</c:v>
                </c:pt>
                <c:pt idx="5124">
                  <c:v>64.129005000000006</c:v>
                </c:pt>
                <c:pt idx="5125">
                  <c:v>63.454124</c:v>
                </c:pt>
                <c:pt idx="5126">
                  <c:v>63.065483</c:v>
                </c:pt>
                <c:pt idx="5127">
                  <c:v>62.742725</c:v>
                </c:pt>
                <c:pt idx="5128">
                  <c:v>62.217818999999999</c:v>
                </c:pt>
                <c:pt idx="5129">
                  <c:v>61.645789999999998</c:v>
                </c:pt>
                <c:pt idx="5130">
                  <c:v>61.403931</c:v>
                </c:pt>
                <c:pt idx="5131">
                  <c:v>61.421024000000003</c:v>
                </c:pt>
                <c:pt idx="5132">
                  <c:v>61.438141000000002</c:v>
                </c:pt>
                <c:pt idx="5133">
                  <c:v>61.207129999999999</c:v>
                </c:pt>
                <c:pt idx="5134">
                  <c:v>61.056319999999999</c:v>
                </c:pt>
                <c:pt idx="5135">
                  <c:v>61.396872999999999</c:v>
                </c:pt>
                <c:pt idx="5136">
                  <c:v>61.396988</c:v>
                </c:pt>
                <c:pt idx="5137">
                  <c:v>61.244888000000003</c:v>
                </c:pt>
                <c:pt idx="5138">
                  <c:v>61.707714000000003</c:v>
                </c:pt>
                <c:pt idx="5139">
                  <c:v>62.435226</c:v>
                </c:pt>
                <c:pt idx="5140">
                  <c:v>62.904705</c:v>
                </c:pt>
                <c:pt idx="5141">
                  <c:v>63.271560999999998</c:v>
                </c:pt>
                <c:pt idx="5142">
                  <c:v>56.581490000000002</c:v>
                </c:pt>
                <c:pt idx="5143">
                  <c:v>59.25338</c:v>
                </c:pt>
                <c:pt idx="5144">
                  <c:v>60.394874999999999</c:v>
                </c:pt>
                <c:pt idx="5145">
                  <c:v>61.099339000000001</c:v>
                </c:pt>
                <c:pt idx="5146">
                  <c:v>61.742851000000002</c:v>
                </c:pt>
                <c:pt idx="5147">
                  <c:v>62.281714999999998</c:v>
                </c:pt>
                <c:pt idx="5148">
                  <c:v>62.693176000000001</c:v>
                </c:pt>
                <c:pt idx="5149">
                  <c:v>62.687553000000001</c:v>
                </c:pt>
                <c:pt idx="5150">
                  <c:v>62.459412</c:v>
                </c:pt>
                <c:pt idx="5151">
                  <c:v>62.374012</c:v>
                </c:pt>
                <c:pt idx="5152">
                  <c:v>62.595084999999997</c:v>
                </c:pt>
                <c:pt idx="5153">
                  <c:v>63.047176</c:v>
                </c:pt>
                <c:pt idx="5154">
                  <c:v>63.222346999999999</c:v>
                </c:pt>
                <c:pt idx="5155">
                  <c:v>63.463146000000002</c:v>
                </c:pt>
                <c:pt idx="5156">
                  <c:v>63.982669999999999</c:v>
                </c:pt>
                <c:pt idx="5157">
                  <c:v>64.479613999999998</c:v>
                </c:pt>
                <c:pt idx="5158">
                  <c:v>64.889206000000001</c:v>
                </c:pt>
                <c:pt idx="5159">
                  <c:v>65.230812</c:v>
                </c:pt>
                <c:pt idx="5160">
                  <c:v>65.346260000000001</c:v>
                </c:pt>
                <c:pt idx="5161">
                  <c:v>65.483802999999995</c:v>
                </c:pt>
                <c:pt idx="5162">
                  <c:v>65.781799000000007</c:v>
                </c:pt>
                <c:pt idx="5163">
                  <c:v>65.808250000000001</c:v>
                </c:pt>
                <c:pt idx="5164">
                  <c:v>65.725364999999996</c:v>
                </c:pt>
                <c:pt idx="5165">
                  <c:v>65.682175000000001</c:v>
                </c:pt>
                <c:pt idx="5166">
                  <c:v>65.359009</c:v>
                </c:pt>
                <c:pt idx="5167">
                  <c:v>65.069648999999998</c:v>
                </c:pt>
                <c:pt idx="5168">
                  <c:v>65.093497999999997</c:v>
                </c:pt>
                <c:pt idx="5169">
                  <c:v>64.990348999999995</c:v>
                </c:pt>
                <c:pt idx="5170">
                  <c:v>64.956314000000006</c:v>
                </c:pt>
                <c:pt idx="5171">
                  <c:v>64.830948000000006</c:v>
                </c:pt>
                <c:pt idx="5172">
                  <c:v>64.495215999999999</c:v>
                </c:pt>
                <c:pt idx="5173">
                  <c:v>64.178635</c:v>
                </c:pt>
                <c:pt idx="5174">
                  <c:v>64.036124999999998</c:v>
                </c:pt>
                <c:pt idx="5175">
                  <c:v>64.041893000000002</c:v>
                </c:pt>
                <c:pt idx="5176">
                  <c:v>64.008101999999994</c:v>
                </c:pt>
                <c:pt idx="5177">
                  <c:v>63.602615</c:v>
                </c:pt>
                <c:pt idx="5178">
                  <c:v>63.257961000000002</c:v>
                </c:pt>
                <c:pt idx="5179">
                  <c:v>63.498412999999999</c:v>
                </c:pt>
                <c:pt idx="5180">
                  <c:v>64.136948000000004</c:v>
                </c:pt>
                <c:pt idx="5181">
                  <c:v>64.479263000000003</c:v>
                </c:pt>
                <c:pt idx="5182">
                  <c:v>64.552124000000006</c:v>
                </c:pt>
                <c:pt idx="5183">
                  <c:v>64.745864999999995</c:v>
                </c:pt>
                <c:pt idx="5184">
                  <c:v>65.057120999999995</c:v>
                </c:pt>
                <c:pt idx="5185">
                  <c:v>65.600952000000007</c:v>
                </c:pt>
                <c:pt idx="5186">
                  <c:v>65.935080999999997</c:v>
                </c:pt>
                <c:pt idx="5187">
                  <c:v>66.159317000000001</c:v>
                </c:pt>
                <c:pt idx="5188">
                  <c:v>66.403473000000005</c:v>
                </c:pt>
                <c:pt idx="5189">
                  <c:v>66.432236000000003</c:v>
                </c:pt>
                <c:pt idx="5190">
                  <c:v>66.193207000000001</c:v>
                </c:pt>
                <c:pt idx="5191">
                  <c:v>65.816772</c:v>
                </c:pt>
                <c:pt idx="5192">
                  <c:v>65.185760000000002</c:v>
                </c:pt>
                <c:pt idx="5193">
                  <c:v>64.399795999999995</c:v>
                </c:pt>
                <c:pt idx="5194">
                  <c:v>64.035110000000003</c:v>
                </c:pt>
                <c:pt idx="5195">
                  <c:v>64.443382</c:v>
                </c:pt>
                <c:pt idx="5196">
                  <c:v>65.224853999999993</c:v>
                </c:pt>
                <c:pt idx="5197">
                  <c:v>65.709320000000005</c:v>
                </c:pt>
                <c:pt idx="5198">
                  <c:v>65.465569000000002</c:v>
                </c:pt>
                <c:pt idx="5199">
                  <c:v>65.005898000000002</c:v>
                </c:pt>
                <c:pt idx="5200">
                  <c:v>64.813796999999994</c:v>
                </c:pt>
                <c:pt idx="5201">
                  <c:v>65.040015999999994</c:v>
                </c:pt>
                <c:pt idx="5202">
                  <c:v>65.389786000000001</c:v>
                </c:pt>
                <c:pt idx="5203">
                  <c:v>65.65992</c:v>
                </c:pt>
                <c:pt idx="5204">
                  <c:v>66.146111000000005</c:v>
                </c:pt>
                <c:pt idx="5205">
                  <c:v>65.557129000000003</c:v>
                </c:pt>
                <c:pt idx="5206">
                  <c:v>65.752617000000001</c:v>
                </c:pt>
                <c:pt idx="5207">
                  <c:v>66.775413999999998</c:v>
                </c:pt>
                <c:pt idx="5208">
                  <c:v>67.687393</c:v>
                </c:pt>
                <c:pt idx="5209">
                  <c:v>68.148658999999995</c:v>
                </c:pt>
                <c:pt idx="5210">
                  <c:v>68.414794999999998</c:v>
                </c:pt>
                <c:pt idx="5211">
                  <c:v>68.520599000000004</c:v>
                </c:pt>
                <c:pt idx="5212">
                  <c:v>68.790954999999997</c:v>
                </c:pt>
                <c:pt idx="5213">
                  <c:v>69.059425000000005</c:v>
                </c:pt>
                <c:pt idx="5214">
                  <c:v>68.928184999999999</c:v>
                </c:pt>
                <c:pt idx="5215">
                  <c:v>68.777923999999999</c:v>
                </c:pt>
                <c:pt idx="5216">
                  <c:v>68.654854</c:v>
                </c:pt>
                <c:pt idx="5217">
                  <c:v>68.213074000000006</c:v>
                </c:pt>
                <c:pt idx="5218">
                  <c:v>67.638244999999998</c:v>
                </c:pt>
                <c:pt idx="5219">
                  <c:v>67.562599000000006</c:v>
                </c:pt>
                <c:pt idx="5220">
                  <c:v>68.033844000000002</c:v>
                </c:pt>
                <c:pt idx="5221">
                  <c:v>68.657150000000001</c:v>
                </c:pt>
                <c:pt idx="5222">
                  <c:v>68.971260000000001</c:v>
                </c:pt>
                <c:pt idx="5223">
                  <c:v>68.967376999999999</c:v>
                </c:pt>
                <c:pt idx="5224">
                  <c:v>68.820541000000006</c:v>
                </c:pt>
                <c:pt idx="5225">
                  <c:v>68.824973999999997</c:v>
                </c:pt>
                <c:pt idx="5226">
                  <c:v>68.863585999999998</c:v>
                </c:pt>
                <c:pt idx="5227">
                  <c:v>68.956573000000006</c:v>
                </c:pt>
                <c:pt idx="5228">
                  <c:v>68.920280000000005</c:v>
                </c:pt>
                <c:pt idx="5229">
                  <c:v>68.176215999999997</c:v>
                </c:pt>
                <c:pt idx="5230">
                  <c:v>67.046745000000001</c:v>
                </c:pt>
                <c:pt idx="5231">
                  <c:v>66.381180000000001</c:v>
                </c:pt>
                <c:pt idx="5232">
                  <c:v>65.898185999999995</c:v>
                </c:pt>
                <c:pt idx="5233">
                  <c:v>65.253867999999997</c:v>
                </c:pt>
                <c:pt idx="5234">
                  <c:v>65.046242000000007</c:v>
                </c:pt>
                <c:pt idx="5235">
                  <c:v>64.682548999999995</c:v>
                </c:pt>
                <c:pt idx="5236">
                  <c:v>63.759341999999997</c:v>
                </c:pt>
                <c:pt idx="5237">
                  <c:v>63.088057999999997</c:v>
                </c:pt>
                <c:pt idx="5238">
                  <c:v>62.936900999999999</c:v>
                </c:pt>
                <c:pt idx="5239">
                  <c:v>62.446716000000002</c:v>
                </c:pt>
                <c:pt idx="5240">
                  <c:v>61.592606000000004</c:v>
                </c:pt>
                <c:pt idx="5241">
                  <c:v>61.147106000000001</c:v>
                </c:pt>
                <c:pt idx="5242">
                  <c:v>60.994357999999998</c:v>
                </c:pt>
                <c:pt idx="5243">
                  <c:v>61.121597000000001</c:v>
                </c:pt>
                <c:pt idx="5244">
                  <c:v>61.080635000000001</c:v>
                </c:pt>
                <c:pt idx="5245">
                  <c:v>60.725422000000002</c:v>
                </c:pt>
                <c:pt idx="5246">
                  <c:v>60.563175000000001</c:v>
                </c:pt>
                <c:pt idx="5247">
                  <c:v>60.779499000000001</c:v>
                </c:pt>
                <c:pt idx="5248">
                  <c:v>61.341000000000001</c:v>
                </c:pt>
                <c:pt idx="5249">
                  <c:v>61.818469999999998</c:v>
                </c:pt>
                <c:pt idx="5250">
                  <c:v>61.628647000000001</c:v>
                </c:pt>
                <c:pt idx="5251">
                  <c:v>60.981597999999998</c:v>
                </c:pt>
                <c:pt idx="5252">
                  <c:v>60.696274000000003</c:v>
                </c:pt>
                <c:pt idx="5253">
                  <c:v>60.350524999999998</c:v>
                </c:pt>
                <c:pt idx="5254">
                  <c:v>59.708145000000002</c:v>
                </c:pt>
                <c:pt idx="5255">
                  <c:v>59.206867000000003</c:v>
                </c:pt>
                <c:pt idx="5256">
                  <c:v>58.837527999999999</c:v>
                </c:pt>
                <c:pt idx="5257">
                  <c:v>59.182434000000001</c:v>
                </c:pt>
                <c:pt idx="5258">
                  <c:v>59.061267999999998</c:v>
                </c:pt>
                <c:pt idx="5259">
                  <c:v>58.576794</c:v>
                </c:pt>
                <c:pt idx="5260">
                  <c:v>58.423794000000001</c:v>
                </c:pt>
                <c:pt idx="5261">
                  <c:v>58.325763999999999</c:v>
                </c:pt>
                <c:pt idx="5262">
                  <c:v>58.495392000000002</c:v>
                </c:pt>
                <c:pt idx="5263">
                  <c:v>58.364578000000002</c:v>
                </c:pt>
                <c:pt idx="5264">
                  <c:v>58.405228000000001</c:v>
                </c:pt>
                <c:pt idx="5265">
                  <c:v>58.308708000000003</c:v>
                </c:pt>
                <c:pt idx="5266">
                  <c:v>58.633400000000002</c:v>
                </c:pt>
                <c:pt idx="5267">
                  <c:v>59.343941000000001</c:v>
                </c:pt>
                <c:pt idx="5268">
                  <c:v>60.022804000000001</c:v>
                </c:pt>
                <c:pt idx="5269">
                  <c:v>60.068207000000001</c:v>
                </c:pt>
                <c:pt idx="5270">
                  <c:v>59.750225</c:v>
                </c:pt>
                <c:pt idx="5271">
                  <c:v>59.148178000000001</c:v>
                </c:pt>
                <c:pt idx="5272">
                  <c:v>58.730308999999998</c:v>
                </c:pt>
                <c:pt idx="5273">
                  <c:v>59.005363000000003</c:v>
                </c:pt>
                <c:pt idx="5274">
                  <c:v>59.413338000000003</c:v>
                </c:pt>
                <c:pt idx="5275">
                  <c:v>58.792923000000002</c:v>
                </c:pt>
                <c:pt idx="5276">
                  <c:v>58.277729000000001</c:v>
                </c:pt>
                <c:pt idx="5277">
                  <c:v>57.966213000000003</c:v>
                </c:pt>
                <c:pt idx="5278">
                  <c:v>58.056946000000003</c:v>
                </c:pt>
                <c:pt idx="5279">
                  <c:v>58.129116000000003</c:v>
                </c:pt>
                <c:pt idx="5280">
                  <c:v>58.195396000000002</c:v>
                </c:pt>
                <c:pt idx="5281">
                  <c:v>58.359833000000002</c:v>
                </c:pt>
                <c:pt idx="5282">
                  <c:v>58.385818</c:v>
                </c:pt>
                <c:pt idx="5283">
                  <c:v>58.452441999999998</c:v>
                </c:pt>
                <c:pt idx="5284">
                  <c:v>58.964928</c:v>
                </c:pt>
                <c:pt idx="5285">
                  <c:v>59.298327999999998</c:v>
                </c:pt>
                <c:pt idx="5286">
                  <c:v>58.926417999999998</c:v>
                </c:pt>
                <c:pt idx="5287">
                  <c:v>58.524245999999998</c:v>
                </c:pt>
                <c:pt idx="5288">
                  <c:v>58.146351000000003</c:v>
                </c:pt>
                <c:pt idx="5289">
                  <c:v>57.778961000000002</c:v>
                </c:pt>
                <c:pt idx="5290">
                  <c:v>57.300358000000003</c:v>
                </c:pt>
                <c:pt idx="5291">
                  <c:v>57.008381</c:v>
                </c:pt>
                <c:pt idx="5292">
                  <c:v>56.982402999999998</c:v>
                </c:pt>
                <c:pt idx="5293">
                  <c:v>57.006542000000003</c:v>
                </c:pt>
                <c:pt idx="5294">
                  <c:v>56.887340999999999</c:v>
                </c:pt>
                <c:pt idx="5295">
                  <c:v>56.466163999999999</c:v>
                </c:pt>
                <c:pt idx="5296">
                  <c:v>56.339801999999999</c:v>
                </c:pt>
                <c:pt idx="5297">
                  <c:v>56.622185000000002</c:v>
                </c:pt>
                <c:pt idx="5298">
                  <c:v>57.258156</c:v>
                </c:pt>
                <c:pt idx="5299">
                  <c:v>57.620944999999999</c:v>
                </c:pt>
                <c:pt idx="5300">
                  <c:v>57.391232000000002</c:v>
                </c:pt>
                <c:pt idx="5301">
                  <c:v>57.425938000000002</c:v>
                </c:pt>
                <c:pt idx="5302">
                  <c:v>57.774726999999999</c:v>
                </c:pt>
                <c:pt idx="5303">
                  <c:v>58.339171999999998</c:v>
                </c:pt>
                <c:pt idx="5304">
                  <c:v>58.883175000000001</c:v>
                </c:pt>
                <c:pt idx="5305">
                  <c:v>59.457526999999999</c:v>
                </c:pt>
                <c:pt idx="5306">
                  <c:v>60.119171000000001</c:v>
                </c:pt>
                <c:pt idx="5307">
                  <c:v>60.234862999999997</c:v>
                </c:pt>
                <c:pt idx="5308">
                  <c:v>60.507210000000001</c:v>
                </c:pt>
                <c:pt idx="5309">
                  <c:v>61.191814000000001</c:v>
                </c:pt>
                <c:pt idx="5310">
                  <c:v>61.478541999999997</c:v>
                </c:pt>
                <c:pt idx="5311">
                  <c:v>61.395744000000001</c:v>
                </c:pt>
                <c:pt idx="5312">
                  <c:v>61.137768000000001</c:v>
                </c:pt>
                <c:pt idx="5313">
                  <c:v>60.401234000000002</c:v>
                </c:pt>
                <c:pt idx="5314">
                  <c:v>59.175193999999998</c:v>
                </c:pt>
                <c:pt idx="5315">
                  <c:v>58.568427999999997</c:v>
                </c:pt>
                <c:pt idx="5316">
                  <c:v>58.848323999999998</c:v>
                </c:pt>
                <c:pt idx="5317">
                  <c:v>59.204509999999999</c:v>
                </c:pt>
                <c:pt idx="5318">
                  <c:v>59.276833000000003</c:v>
                </c:pt>
                <c:pt idx="5319">
                  <c:v>58.925021999999998</c:v>
                </c:pt>
                <c:pt idx="5320">
                  <c:v>58.184330000000003</c:v>
                </c:pt>
                <c:pt idx="5321">
                  <c:v>57.992134</c:v>
                </c:pt>
                <c:pt idx="5322">
                  <c:v>58.199767999999999</c:v>
                </c:pt>
                <c:pt idx="5323">
                  <c:v>58.085289000000003</c:v>
                </c:pt>
                <c:pt idx="5324">
                  <c:v>58.088031999999998</c:v>
                </c:pt>
                <c:pt idx="5325">
                  <c:v>58.057743000000002</c:v>
                </c:pt>
                <c:pt idx="5326">
                  <c:v>57.609589</c:v>
                </c:pt>
                <c:pt idx="5327">
                  <c:v>57.488548000000002</c:v>
                </c:pt>
                <c:pt idx="5328">
                  <c:v>58.038235</c:v>
                </c:pt>
                <c:pt idx="5329">
                  <c:v>58.726151000000002</c:v>
                </c:pt>
                <c:pt idx="5330">
                  <c:v>59.073517000000002</c:v>
                </c:pt>
                <c:pt idx="5331">
                  <c:v>59.265796999999999</c:v>
                </c:pt>
                <c:pt idx="5332">
                  <c:v>59.108521000000003</c:v>
                </c:pt>
                <c:pt idx="5333">
                  <c:v>58.848652000000001</c:v>
                </c:pt>
                <c:pt idx="5334">
                  <c:v>58.535927000000001</c:v>
                </c:pt>
                <c:pt idx="5335">
                  <c:v>57.891891000000001</c:v>
                </c:pt>
                <c:pt idx="5336">
                  <c:v>56.837420999999999</c:v>
                </c:pt>
                <c:pt idx="5337">
                  <c:v>55.788432999999998</c:v>
                </c:pt>
                <c:pt idx="5338">
                  <c:v>55.313262999999999</c:v>
                </c:pt>
                <c:pt idx="5339">
                  <c:v>55.467384000000003</c:v>
                </c:pt>
                <c:pt idx="5340">
                  <c:v>55.430408</c:v>
                </c:pt>
                <c:pt idx="5341">
                  <c:v>54.966652000000003</c:v>
                </c:pt>
                <c:pt idx="5342">
                  <c:v>54.495659000000003</c:v>
                </c:pt>
                <c:pt idx="5343">
                  <c:v>54.290649000000002</c:v>
                </c:pt>
                <c:pt idx="5344">
                  <c:v>54.3568</c:v>
                </c:pt>
                <c:pt idx="5345">
                  <c:v>54.512324999999997</c:v>
                </c:pt>
                <c:pt idx="5346">
                  <c:v>54.717255000000002</c:v>
                </c:pt>
                <c:pt idx="5347">
                  <c:v>55.304465999999998</c:v>
                </c:pt>
                <c:pt idx="5348">
                  <c:v>55.970042999999997</c:v>
                </c:pt>
                <c:pt idx="5349">
                  <c:v>56.573521</c:v>
                </c:pt>
                <c:pt idx="5350">
                  <c:v>57.429873999999998</c:v>
                </c:pt>
                <c:pt idx="5351">
                  <c:v>58.060715000000002</c:v>
                </c:pt>
                <c:pt idx="5352">
                  <c:v>58.258170999999997</c:v>
                </c:pt>
                <c:pt idx="5353">
                  <c:v>58.073669000000002</c:v>
                </c:pt>
                <c:pt idx="5354">
                  <c:v>57.070189999999997</c:v>
                </c:pt>
                <c:pt idx="5355">
                  <c:v>55.664177000000002</c:v>
                </c:pt>
                <c:pt idx="5356">
                  <c:v>54.699150000000003</c:v>
                </c:pt>
                <c:pt idx="5357">
                  <c:v>54.357692999999998</c:v>
                </c:pt>
                <c:pt idx="5358">
                  <c:v>54.765208999999999</c:v>
                </c:pt>
                <c:pt idx="5359">
                  <c:v>55.456412999999998</c:v>
                </c:pt>
                <c:pt idx="5360">
                  <c:v>55.694710000000001</c:v>
                </c:pt>
                <c:pt idx="5361">
                  <c:v>55.116978000000003</c:v>
                </c:pt>
                <c:pt idx="5362">
                  <c:v>54.565010000000001</c:v>
                </c:pt>
                <c:pt idx="5363">
                  <c:v>54.590431000000002</c:v>
                </c:pt>
                <c:pt idx="5364">
                  <c:v>55.171348999999999</c:v>
                </c:pt>
                <c:pt idx="5365">
                  <c:v>55.660088000000002</c:v>
                </c:pt>
                <c:pt idx="5366">
                  <c:v>56.015498999999998</c:v>
                </c:pt>
                <c:pt idx="5367">
                  <c:v>56.619605999999997</c:v>
                </c:pt>
                <c:pt idx="5368">
                  <c:v>57.216312000000002</c:v>
                </c:pt>
                <c:pt idx="5369">
                  <c:v>58.005943000000002</c:v>
                </c:pt>
                <c:pt idx="5370">
                  <c:v>58.726348999999999</c:v>
                </c:pt>
                <c:pt idx="5371">
                  <c:v>58.439297000000003</c:v>
                </c:pt>
                <c:pt idx="5372">
                  <c:v>57.738796000000001</c:v>
                </c:pt>
                <c:pt idx="5373">
                  <c:v>57.270695000000003</c:v>
                </c:pt>
                <c:pt idx="5374">
                  <c:v>57.103966</c:v>
                </c:pt>
                <c:pt idx="5375">
                  <c:v>57.280307999999998</c:v>
                </c:pt>
                <c:pt idx="5376">
                  <c:v>57.483459000000003</c:v>
                </c:pt>
                <c:pt idx="5377">
                  <c:v>57.288196999999997</c:v>
                </c:pt>
                <c:pt idx="5378">
                  <c:v>57.415207000000002</c:v>
                </c:pt>
                <c:pt idx="5379">
                  <c:v>58.122250000000001</c:v>
                </c:pt>
                <c:pt idx="5380">
                  <c:v>58.719284000000002</c:v>
                </c:pt>
                <c:pt idx="5381">
                  <c:v>58.893799000000001</c:v>
                </c:pt>
                <c:pt idx="5382">
                  <c:v>58.840781999999997</c:v>
                </c:pt>
                <c:pt idx="5383">
                  <c:v>59.307377000000002</c:v>
                </c:pt>
                <c:pt idx="5384">
                  <c:v>60.428058999999998</c:v>
                </c:pt>
                <c:pt idx="5385">
                  <c:v>61.092480000000002</c:v>
                </c:pt>
                <c:pt idx="5386">
                  <c:v>60.982841000000001</c:v>
                </c:pt>
                <c:pt idx="5387">
                  <c:v>60.83934</c:v>
                </c:pt>
                <c:pt idx="5388">
                  <c:v>61.246948000000003</c:v>
                </c:pt>
                <c:pt idx="5389">
                  <c:v>61.222599000000002</c:v>
                </c:pt>
                <c:pt idx="5390">
                  <c:v>61.137782999999999</c:v>
                </c:pt>
                <c:pt idx="5391">
                  <c:v>61.172694999999997</c:v>
                </c:pt>
                <c:pt idx="5392">
                  <c:v>60.452880999999998</c:v>
                </c:pt>
                <c:pt idx="5393">
                  <c:v>59.906756999999999</c:v>
                </c:pt>
                <c:pt idx="5394">
                  <c:v>59.582881999999998</c:v>
                </c:pt>
                <c:pt idx="5395">
                  <c:v>59.464419999999997</c:v>
                </c:pt>
                <c:pt idx="5396">
                  <c:v>59.906345000000002</c:v>
                </c:pt>
                <c:pt idx="5397">
                  <c:v>60.006813000000001</c:v>
                </c:pt>
                <c:pt idx="5398">
                  <c:v>59.269382</c:v>
                </c:pt>
                <c:pt idx="5399">
                  <c:v>58.198849000000003</c:v>
                </c:pt>
                <c:pt idx="5400">
                  <c:v>57.144035000000002</c:v>
                </c:pt>
                <c:pt idx="5401">
                  <c:v>56.487343000000003</c:v>
                </c:pt>
                <c:pt idx="5402">
                  <c:v>56.380702999999997</c:v>
                </c:pt>
                <c:pt idx="5403">
                  <c:v>56.466194000000002</c:v>
                </c:pt>
                <c:pt idx="5404">
                  <c:v>56.296131000000003</c:v>
                </c:pt>
                <c:pt idx="5405">
                  <c:v>55.951785999999998</c:v>
                </c:pt>
                <c:pt idx="5406">
                  <c:v>55.829422000000001</c:v>
                </c:pt>
                <c:pt idx="5407">
                  <c:v>55.851685000000003</c:v>
                </c:pt>
                <c:pt idx="5408">
                  <c:v>56.109260999999996</c:v>
                </c:pt>
                <c:pt idx="5409">
                  <c:v>56.292343000000002</c:v>
                </c:pt>
                <c:pt idx="5410">
                  <c:v>56.039512999999999</c:v>
                </c:pt>
                <c:pt idx="5411">
                  <c:v>56.053665000000002</c:v>
                </c:pt>
                <c:pt idx="5412">
                  <c:v>56.336823000000003</c:v>
                </c:pt>
                <c:pt idx="5413">
                  <c:v>56.890510999999996</c:v>
                </c:pt>
                <c:pt idx="5414">
                  <c:v>57.878368000000002</c:v>
                </c:pt>
                <c:pt idx="5415">
                  <c:v>58.396239999999999</c:v>
                </c:pt>
                <c:pt idx="5416">
                  <c:v>58.115437</c:v>
                </c:pt>
                <c:pt idx="5417">
                  <c:v>57.811526999999998</c:v>
                </c:pt>
                <c:pt idx="5418">
                  <c:v>57.747795000000004</c:v>
                </c:pt>
                <c:pt idx="5419">
                  <c:v>57.911171000000003</c:v>
                </c:pt>
                <c:pt idx="5420">
                  <c:v>58.030673999999998</c:v>
                </c:pt>
                <c:pt idx="5421">
                  <c:v>57.679394000000002</c:v>
                </c:pt>
                <c:pt idx="5422">
                  <c:v>57.000031</c:v>
                </c:pt>
                <c:pt idx="5423">
                  <c:v>56.287841999999998</c:v>
                </c:pt>
                <c:pt idx="5424">
                  <c:v>55.757469</c:v>
                </c:pt>
                <c:pt idx="5425">
                  <c:v>55.425387999999998</c:v>
                </c:pt>
                <c:pt idx="5426">
                  <c:v>55.474128999999998</c:v>
                </c:pt>
                <c:pt idx="5427">
                  <c:v>55.754593</c:v>
                </c:pt>
                <c:pt idx="5428">
                  <c:v>55.906695999999997</c:v>
                </c:pt>
                <c:pt idx="5429">
                  <c:v>54.428390999999998</c:v>
                </c:pt>
                <c:pt idx="5430">
                  <c:v>54.427489999999999</c:v>
                </c:pt>
                <c:pt idx="5431">
                  <c:v>54.539650000000002</c:v>
                </c:pt>
                <c:pt idx="5432">
                  <c:v>54.732081999999998</c:v>
                </c:pt>
                <c:pt idx="5433">
                  <c:v>54.884898999999997</c:v>
                </c:pt>
                <c:pt idx="5434">
                  <c:v>54.947032999999998</c:v>
                </c:pt>
                <c:pt idx="5435">
                  <c:v>54.548050000000003</c:v>
                </c:pt>
                <c:pt idx="5436">
                  <c:v>54.139198</c:v>
                </c:pt>
                <c:pt idx="5437">
                  <c:v>53.949908999999998</c:v>
                </c:pt>
                <c:pt idx="5438">
                  <c:v>53.660392999999999</c:v>
                </c:pt>
                <c:pt idx="5439">
                  <c:v>53.579265999999997</c:v>
                </c:pt>
                <c:pt idx="5440">
                  <c:v>53.662483000000002</c:v>
                </c:pt>
                <c:pt idx="5441">
                  <c:v>53.974986999999999</c:v>
                </c:pt>
                <c:pt idx="5442">
                  <c:v>54.085059999999999</c:v>
                </c:pt>
                <c:pt idx="5443">
                  <c:v>54.155045000000001</c:v>
                </c:pt>
                <c:pt idx="5444">
                  <c:v>54.256934999999999</c:v>
                </c:pt>
                <c:pt idx="5445">
                  <c:v>54.460526000000002</c:v>
                </c:pt>
                <c:pt idx="5446">
                  <c:v>54.878044000000003</c:v>
                </c:pt>
                <c:pt idx="5447">
                  <c:v>55.148502000000001</c:v>
                </c:pt>
                <c:pt idx="5448">
                  <c:v>55.147339000000002</c:v>
                </c:pt>
                <c:pt idx="5449">
                  <c:v>55.126739999999998</c:v>
                </c:pt>
                <c:pt idx="5450">
                  <c:v>55.260863999999998</c:v>
                </c:pt>
                <c:pt idx="5451">
                  <c:v>55.381985</c:v>
                </c:pt>
                <c:pt idx="5452">
                  <c:v>55.346474000000001</c:v>
                </c:pt>
                <c:pt idx="5453">
                  <c:v>55.211810999999997</c:v>
                </c:pt>
                <c:pt idx="5454">
                  <c:v>54.986023000000003</c:v>
                </c:pt>
                <c:pt idx="5455">
                  <c:v>54.631866000000002</c:v>
                </c:pt>
                <c:pt idx="5456">
                  <c:v>54.585917999999999</c:v>
                </c:pt>
                <c:pt idx="5457">
                  <c:v>54.614494000000001</c:v>
                </c:pt>
                <c:pt idx="5458">
                  <c:v>54.411372999999998</c:v>
                </c:pt>
                <c:pt idx="5459">
                  <c:v>53.854103000000002</c:v>
                </c:pt>
                <c:pt idx="5460">
                  <c:v>52.904803999999999</c:v>
                </c:pt>
                <c:pt idx="5461">
                  <c:v>51.963630999999999</c:v>
                </c:pt>
                <c:pt idx="5462">
                  <c:v>52.121563000000002</c:v>
                </c:pt>
                <c:pt idx="5463">
                  <c:v>52.058886999999999</c:v>
                </c:pt>
                <c:pt idx="5464">
                  <c:v>52.107773000000002</c:v>
                </c:pt>
                <c:pt idx="5465">
                  <c:v>52.404204999999997</c:v>
                </c:pt>
                <c:pt idx="5466">
                  <c:v>52.758918999999999</c:v>
                </c:pt>
                <c:pt idx="5467">
                  <c:v>52.489086</c:v>
                </c:pt>
                <c:pt idx="5468">
                  <c:v>52.140366</c:v>
                </c:pt>
                <c:pt idx="5469">
                  <c:v>52.157879000000001</c:v>
                </c:pt>
                <c:pt idx="5470">
                  <c:v>52.328079000000002</c:v>
                </c:pt>
                <c:pt idx="5471">
                  <c:v>52.340885</c:v>
                </c:pt>
                <c:pt idx="5472">
                  <c:v>52.399028999999999</c:v>
                </c:pt>
                <c:pt idx="5473">
                  <c:v>52.937869999999997</c:v>
                </c:pt>
                <c:pt idx="5474">
                  <c:v>53.200329000000004</c:v>
                </c:pt>
                <c:pt idx="5475">
                  <c:v>52.769596</c:v>
                </c:pt>
                <c:pt idx="5476">
                  <c:v>52.300438</c:v>
                </c:pt>
                <c:pt idx="5477">
                  <c:v>52.092269999999999</c:v>
                </c:pt>
                <c:pt idx="5478">
                  <c:v>51.629596999999997</c:v>
                </c:pt>
                <c:pt idx="5479">
                  <c:v>50.985610999999999</c:v>
                </c:pt>
                <c:pt idx="5480">
                  <c:v>50.728507999999998</c:v>
                </c:pt>
                <c:pt idx="5481">
                  <c:v>50.730362</c:v>
                </c:pt>
                <c:pt idx="5482">
                  <c:v>50.948368000000002</c:v>
                </c:pt>
                <c:pt idx="5483">
                  <c:v>51.298274999999997</c:v>
                </c:pt>
                <c:pt idx="5484">
                  <c:v>52.101398000000003</c:v>
                </c:pt>
                <c:pt idx="5485">
                  <c:v>53.131335999999997</c:v>
                </c:pt>
                <c:pt idx="5486">
                  <c:v>54.077347000000003</c:v>
                </c:pt>
                <c:pt idx="5487">
                  <c:v>54.517952000000001</c:v>
                </c:pt>
                <c:pt idx="5488">
                  <c:v>54.883144000000001</c:v>
                </c:pt>
                <c:pt idx="5489">
                  <c:v>55.126514</c:v>
                </c:pt>
                <c:pt idx="5490">
                  <c:v>54.905434</c:v>
                </c:pt>
                <c:pt idx="5491">
                  <c:v>54.544277000000001</c:v>
                </c:pt>
                <c:pt idx="5492">
                  <c:v>54.582419999999999</c:v>
                </c:pt>
                <c:pt idx="5493">
                  <c:v>55.05827</c:v>
                </c:pt>
                <c:pt idx="5494">
                  <c:v>55.492759999999997</c:v>
                </c:pt>
                <c:pt idx="5495">
                  <c:v>55.357689000000001</c:v>
                </c:pt>
                <c:pt idx="5496">
                  <c:v>54.830696000000003</c:v>
                </c:pt>
                <c:pt idx="5497">
                  <c:v>54.027023</c:v>
                </c:pt>
                <c:pt idx="5498">
                  <c:v>53.229897000000001</c:v>
                </c:pt>
                <c:pt idx="5499">
                  <c:v>52.926456000000002</c:v>
                </c:pt>
                <c:pt idx="5500">
                  <c:v>52.622565999999999</c:v>
                </c:pt>
                <c:pt idx="5501">
                  <c:v>52.255558000000001</c:v>
                </c:pt>
                <c:pt idx="5502">
                  <c:v>51.998359999999998</c:v>
                </c:pt>
                <c:pt idx="5503">
                  <c:v>51.862495000000003</c:v>
                </c:pt>
                <c:pt idx="5504">
                  <c:v>51.930115000000001</c:v>
                </c:pt>
                <c:pt idx="5505">
                  <c:v>52.367561000000002</c:v>
                </c:pt>
                <c:pt idx="5506">
                  <c:v>52.893374999999999</c:v>
                </c:pt>
                <c:pt idx="5507">
                  <c:v>52.80735</c:v>
                </c:pt>
                <c:pt idx="5508">
                  <c:v>52.442005000000002</c:v>
                </c:pt>
                <c:pt idx="5509">
                  <c:v>52.262172999999997</c:v>
                </c:pt>
                <c:pt idx="5510">
                  <c:v>52.262756000000003</c:v>
                </c:pt>
                <c:pt idx="5511">
                  <c:v>52.161282</c:v>
                </c:pt>
                <c:pt idx="5512">
                  <c:v>51.745246999999999</c:v>
                </c:pt>
                <c:pt idx="5513">
                  <c:v>51.465355000000002</c:v>
                </c:pt>
                <c:pt idx="5514">
                  <c:v>51.512047000000003</c:v>
                </c:pt>
                <c:pt idx="5515">
                  <c:v>51.889397000000002</c:v>
                </c:pt>
                <c:pt idx="5516">
                  <c:v>52.451613999999999</c:v>
                </c:pt>
                <c:pt idx="5517">
                  <c:v>52.708668000000003</c:v>
                </c:pt>
                <c:pt idx="5518">
                  <c:v>52.672210999999997</c:v>
                </c:pt>
                <c:pt idx="5519">
                  <c:v>52.557602000000003</c:v>
                </c:pt>
                <c:pt idx="5520">
                  <c:v>52.695805</c:v>
                </c:pt>
                <c:pt idx="5521">
                  <c:v>52.787318999999997</c:v>
                </c:pt>
                <c:pt idx="5522">
                  <c:v>52.616973999999999</c:v>
                </c:pt>
                <c:pt idx="5523">
                  <c:v>52.167011000000002</c:v>
                </c:pt>
                <c:pt idx="5524">
                  <c:v>51.493675000000003</c:v>
                </c:pt>
                <c:pt idx="5525">
                  <c:v>51.147156000000003</c:v>
                </c:pt>
                <c:pt idx="5526">
                  <c:v>51.019962</c:v>
                </c:pt>
                <c:pt idx="5527">
                  <c:v>51.289265</c:v>
                </c:pt>
                <c:pt idx="5528">
                  <c:v>51.407913000000001</c:v>
                </c:pt>
                <c:pt idx="5529">
                  <c:v>51.335228000000001</c:v>
                </c:pt>
                <c:pt idx="5530">
                  <c:v>51.329208000000001</c:v>
                </c:pt>
                <c:pt idx="5531">
                  <c:v>51.47728</c:v>
                </c:pt>
                <c:pt idx="5532">
                  <c:v>51.773113000000002</c:v>
                </c:pt>
                <c:pt idx="5533">
                  <c:v>51.991314000000003</c:v>
                </c:pt>
                <c:pt idx="5534">
                  <c:v>52.333488000000003</c:v>
                </c:pt>
                <c:pt idx="5535">
                  <c:v>52.808098000000001</c:v>
                </c:pt>
                <c:pt idx="5536">
                  <c:v>53.509448999999996</c:v>
                </c:pt>
                <c:pt idx="5537">
                  <c:v>54.356186000000001</c:v>
                </c:pt>
                <c:pt idx="5538">
                  <c:v>54.741253</c:v>
                </c:pt>
                <c:pt idx="5539">
                  <c:v>54.695568000000002</c:v>
                </c:pt>
                <c:pt idx="5540">
                  <c:v>54.480789000000001</c:v>
                </c:pt>
                <c:pt idx="5541">
                  <c:v>54.101756999999999</c:v>
                </c:pt>
                <c:pt idx="5542">
                  <c:v>53.625979999999998</c:v>
                </c:pt>
                <c:pt idx="5543">
                  <c:v>53.308796000000001</c:v>
                </c:pt>
                <c:pt idx="5544">
                  <c:v>53.628318999999998</c:v>
                </c:pt>
                <c:pt idx="5545">
                  <c:v>54.050842000000003</c:v>
                </c:pt>
                <c:pt idx="5546">
                  <c:v>54.001240000000003</c:v>
                </c:pt>
                <c:pt idx="5547">
                  <c:v>54.046996999999998</c:v>
                </c:pt>
                <c:pt idx="5548">
                  <c:v>54.187297999999998</c:v>
                </c:pt>
                <c:pt idx="5549">
                  <c:v>53.902633999999999</c:v>
                </c:pt>
                <c:pt idx="5550">
                  <c:v>53.582484999999998</c:v>
                </c:pt>
                <c:pt idx="5551">
                  <c:v>53.313381</c:v>
                </c:pt>
                <c:pt idx="5552">
                  <c:v>52.998916999999999</c:v>
                </c:pt>
                <c:pt idx="5553">
                  <c:v>52.594242000000001</c:v>
                </c:pt>
                <c:pt idx="5554">
                  <c:v>52.087929000000003</c:v>
                </c:pt>
                <c:pt idx="5555">
                  <c:v>51.781128000000002</c:v>
                </c:pt>
                <c:pt idx="5556">
                  <c:v>51.343273000000003</c:v>
                </c:pt>
                <c:pt idx="5557">
                  <c:v>50.810665</c:v>
                </c:pt>
                <c:pt idx="5558">
                  <c:v>50.904060000000001</c:v>
                </c:pt>
                <c:pt idx="5559">
                  <c:v>51.315658999999997</c:v>
                </c:pt>
                <c:pt idx="5560">
                  <c:v>51.419746000000004</c:v>
                </c:pt>
                <c:pt idx="5561">
                  <c:v>51.464775000000003</c:v>
                </c:pt>
                <c:pt idx="5562">
                  <c:v>51.249248999999999</c:v>
                </c:pt>
                <c:pt idx="5563">
                  <c:v>50.928635</c:v>
                </c:pt>
                <c:pt idx="5564">
                  <c:v>50.847569</c:v>
                </c:pt>
                <c:pt idx="5565">
                  <c:v>50.766925999999998</c:v>
                </c:pt>
                <c:pt idx="5566">
                  <c:v>50.708885000000002</c:v>
                </c:pt>
                <c:pt idx="5567">
                  <c:v>50.181807999999997</c:v>
                </c:pt>
                <c:pt idx="5568">
                  <c:v>50.033070000000002</c:v>
                </c:pt>
                <c:pt idx="5569">
                  <c:v>49.986705999999998</c:v>
                </c:pt>
                <c:pt idx="5570">
                  <c:v>49.968024999999997</c:v>
                </c:pt>
                <c:pt idx="5571">
                  <c:v>50.328476000000002</c:v>
                </c:pt>
                <c:pt idx="5572">
                  <c:v>50.745144000000003</c:v>
                </c:pt>
                <c:pt idx="5573">
                  <c:v>50.658946999999998</c:v>
                </c:pt>
                <c:pt idx="5574">
                  <c:v>50.484668999999997</c:v>
                </c:pt>
                <c:pt idx="5575">
                  <c:v>50.558070999999998</c:v>
                </c:pt>
                <c:pt idx="5576">
                  <c:v>50.892997999999999</c:v>
                </c:pt>
                <c:pt idx="5577">
                  <c:v>51.372208000000001</c:v>
                </c:pt>
                <c:pt idx="5578">
                  <c:v>51.739254000000003</c:v>
                </c:pt>
                <c:pt idx="5579">
                  <c:v>51.834282000000002</c:v>
                </c:pt>
                <c:pt idx="5580">
                  <c:v>51.578868999999997</c:v>
                </c:pt>
                <c:pt idx="5581">
                  <c:v>51.282798999999997</c:v>
                </c:pt>
                <c:pt idx="5582">
                  <c:v>50.972683000000004</c:v>
                </c:pt>
                <c:pt idx="5583">
                  <c:v>50.051098000000003</c:v>
                </c:pt>
                <c:pt idx="5584">
                  <c:v>48.977009000000002</c:v>
                </c:pt>
                <c:pt idx="5585">
                  <c:v>47.513694999999998</c:v>
                </c:pt>
                <c:pt idx="5586">
                  <c:v>45.015788999999998</c:v>
                </c:pt>
                <c:pt idx="5587">
                  <c:v>41.055264000000001</c:v>
                </c:pt>
                <c:pt idx="5588">
                  <c:v>36.843975</c:v>
                </c:pt>
                <c:pt idx="5589">
                  <c:v>35.139538000000002</c:v>
                </c:pt>
                <c:pt idx="5590">
                  <c:v>36.084620999999999</c:v>
                </c:pt>
                <c:pt idx="5591">
                  <c:v>37.699027999999998</c:v>
                </c:pt>
                <c:pt idx="5592">
                  <c:v>38.967075000000001</c:v>
                </c:pt>
                <c:pt idx="5593">
                  <c:v>40.645454000000001</c:v>
                </c:pt>
                <c:pt idx="5594">
                  <c:v>42.229103000000002</c:v>
                </c:pt>
                <c:pt idx="5595">
                  <c:v>43.669471999999999</c:v>
                </c:pt>
                <c:pt idx="5596">
                  <c:v>44.830879000000003</c:v>
                </c:pt>
                <c:pt idx="5597">
                  <c:v>45.320926999999998</c:v>
                </c:pt>
                <c:pt idx="5598">
                  <c:v>45.081660999999997</c:v>
                </c:pt>
                <c:pt idx="5599">
                  <c:v>43.639023000000002</c:v>
                </c:pt>
                <c:pt idx="5600">
                  <c:v>41.205886999999997</c:v>
                </c:pt>
                <c:pt idx="5601">
                  <c:v>39.456921000000001</c:v>
                </c:pt>
                <c:pt idx="5602">
                  <c:v>39.162731000000001</c:v>
                </c:pt>
                <c:pt idx="5603">
                  <c:v>38.407288000000001</c:v>
                </c:pt>
                <c:pt idx="5604">
                  <c:v>35.320388999999999</c:v>
                </c:pt>
                <c:pt idx="5605">
                  <c:v>31.994577</c:v>
                </c:pt>
                <c:pt idx="5606">
                  <c:v>32.213752999999997</c:v>
                </c:pt>
                <c:pt idx="5607">
                  <c:v>32.474167000000001</c:v>
                </c:pt>
                <c:pt idx="5608">
                  <c:v>32.609985000000002</c:v>
                </c:pt>
                <c:pt idx="5609">
                  <c:v>32.664969999999997</c:v>
                </c:pt>
                <c:pt idx="5610">
                  <c:v>32.340786000000001</c:v>
                </c:pt>
                <c:pt idx="5611">
                  <c:v>32.515822999999997</c:v>
                </c:pt>
                <c:pt idx="5612">
                  <c:v>38.585869000000002</c:v>
                </c:pt>
                <c:pt idx="5613">
                  <c:v>43.923980999999998</c:v>
                </c:pt>
                <c:pt idx="5614">
                  <c:v>45.410778000000001</c:v>
                </c:pt>
                <c:pt idx="5615">
                  <c:v>45.596325</c:v>
                </c:pt>
                <c:pt idx="5616">
                  <c:v>45.729801000000002</c:v>
                </c:pt>
                <c:pt idx="5617">
                  <c:v>45.897624999999998</c:v>
                </c:pt>
                <c:pt idx="5618">
                  <c:v>46.424854000000003</c:v>
                </c:pt>
                <c:pt idx="5619">
                  <c:v>47.054637999999997</c:v>
                </c:pt>
                <c:pt idx="5620">
                  <c:v>47.505093000000002</c:v>
                </c:pt>
                <c:pt idx="5621">
                  <c:v>47.808200999999997</c:v>
                </c:pt>
                <c:pt idx="5622">
                  <c:v>47.786816000000002</c:v>
                </c:pt>
                <c:pt idx="5623">
                  <c:v>47.562728999999997</c:v>
                </c:pt>
                <c:pt idx="5624">
                  <c:v>47.451220999999997</c:v>
                </c:pt>
                <c:pt idx="5625">
                  <c:v>47.536960999999998</c:v>
                </c:pt>
                <c:pt idx="5626">
                  <c:v>47.849617000000002</c:v>
                </c:pt>
                <c:pt idx="5627">
                  <c:v>48.276890000000002</c:v>
                </c:pt>
                <c:pt idx="5628">
                  <c:v>48.673794000000001</c:v>
                </c:pt>
                <c:pt idx="5629">
                  <c:v>49.136142999999997</c:v>
                </c:pt>
                <c:pt idx="5630">
                  <c:v>49.544224</c:v>
                </c:pt>
                <c:pt idx="5631">
                  <c:v>49.877693000000001</c:v>
                </c:pt>
                <c:pt idx="5632">
                  <c:v>50.358809999999998</c:v>
                </c:pt>
                <c:pt idx="5633">
                  <c:v>50.279857999999997</c:v>
                </c:pt>
                <c:pt idx="5634">
                  <c:v>49.671143000000001</c:v>
                </c:pt>
                <c:pt idx="5635">
                  <c:v>48.766396</c:v>
                </c:pt>
                <c:pt idx="5636">
                  <c:v>47.963630999999999</c:v>
                </c:pt>
                <c:pt idx="5637">
                  <c:v>48.050755000000002</c:v>
                </c:pt>
                <c:pt idx="5638">
                  <c:v>48.828319999999998</c:v>
                </c:pt>
                <c:pt idx="5639">
                  <c:v>49.786205000000002</c:v>
                </c:pt>
                <c:pt idx="5640">
                  <c:v>50.306922999999998</c:v>
                </c:pt>
                <c:pt idx="5641">
                  <c:v>50.452396</c:v>
                </c:pt>
                <c:pt idx="5642">
                  <c:v>49.887073999999998</c:v>
                </c:pt>
                <c:pt idx="5643">
                  <c:v>49.099865000000001</c:v>
                </c:pt>
                <c:pt idx="5644">
                  <c:v>48.167503000000004</c:v>
                </c:pt>
                <c:pt idx="5645">
                  <c:v>47.866672999999999</c:v>
                </c:pt>
                <c:pt idx="5646">
                  <c:v>55.758918999999999</c:v>
                </c:pt>
                <c:pt idx="5647">
                  <c:v>62.967396000000001</c:v>
                </c:pt>
                <c:pt idx="5648">
                  <c:v>65.921920999999998</c:v>
                </c:pt>
                <c:pt idx="5649">
                  <c:v>66.840034000000003</c:v>
                </c:pt>
                <c:pt idx="5650">
                  <c:v>67.326430999999999</c:v>
                </c:pt>
                <c:pt idx="5651">
                  <c:v>67.075714000000005</c:v>
                </c:pt>
                <c:pt idx="5652">
                  <c:v>66.348984000000002</c:v>
                </c:pt>
                <c:pt idx="5653">
                  <c:v>65.498947000000001</c:v>
                </c:pt>
                <c:pt idx="5654">
                  <c:v>64.766425999999996</c:v>
                </c:pt>
                <c:pt idx="5655">
                  <c:v>64.591446000000005</c:v>
                </c:pt>
                <c:pt idx="5656">
                  <c:v>64.699471000000003</c:v>
                </c:pt>
                <c:pt idx="5657">
                  <c:v>64.780769000000006</c:v>
                </c:pt>
                <c:pt idx="5658">
                  <c:v>65.110718000000006</c:v>
                </c:pt>
                <c:pt idx="5659">
                  <c:v>65.780128000000005</c:v>
                </c:pt>
                <c:pt idx="5660">
                  <c:v>66.365875000000003</c:v>
                </c:pt>
                <c:pt idx="5661">
                  <c:v>66.322249999999997</c:v>
                </c:pt>
                <c:pt idx="5662">
                  <c:v>66.387412999999995</c:v>
                </c:pt>
                <c:pt idx="5663">
                  <c:v>66.330039999999997</c:v>
                </c:pt>
                <c:pt idx="5664">
                  <c:v>66.240250000000003</c:v>
                </c:pt>
                <c:pt idx="5665">
                  <c:v>66.453948999999994</c:v>
                </c:pt>
                <c:pt idx="5666">
                  <c:v>66.303177000000005</c:v>
                </c:pt>
                <c:pt idx="5667">
                  <c:v>65.498992999999999</c:v>
                </c:pt>
                <c:pt idx="5668">
                  <c:v>63.965243999999998</c:v>
                </c:pt>
                <c:pt idx="5669">
                  <c:v>62.430031</c:v>
                </c:pt>
                <c:pt idx="5670">
                  <c:v>61.221148999999997</c:v>
                </c:pt>
                <c:pt idx="5671">
                  <c:v>59.854922999999999</c:v>
                </c:pt>
                <c:pt idx="5672">
                  <c:v>58.744292999999999</c:v>
                </c:pt>
                <c:pt idx="5673">
                  <c:v>58.047493000000003</c:v>
                </c:pt>
                <c:pt idx="5674">
                  <c:v>57.729607000000001</c:v>
                </c:pt>
                <c:pt idx="5675">
                  <c:v>57.655791999999998</c:v>
                </c:pt>
                <c:pt idx="5676">
                  <c:v>57.276791000000003</c:v>
                </c:pt>
                <c:pt idx="5677">
                  <c:v>56.738894999999999</c:v>
                </c:pt>
                <c:pt idx="5678">
                  <c:v>56.605246999999999</c:v>
                </c:pt>
                <c:pt idx="5679">
                  <c:v>58.141517999999998</c:v>
                </c:pt>
                <c:pt idx="5680">
                  <c:v>57.918674000000003</c:v>
                </c:pt>
                <c:pt idx="5681">
                  <c:v>57.565201000000002</c:v>
                </c:pt>
                <c:pt idx="5682">
                  <c:v>57.448836999999997</c:v>
                </c:pt>
                <c:pt idx="5683">
                  <c:v>57.202061</c:v>
                </c:pt>
                <c:pt idx="5684">
                  <c:v>57.103447000000003</c:v>
                </c:pt>
                <c:pt idx="5685">
                  <c:v>57.545025000000003</c:v>
                </c:pt>
                <c:pt idx="5686">
                  <c:v>57.872428999999997</c:v>
                </c:pt>
                <c:pt idx="5687">
                  <c:v>57.774543999999999</c:v>
                </c:pt>
                <c:pt idx="5688">
                  <c:v>58.246406999999998</c:v>
                </c:pt>
                <c:pt idx="5689">
                  <c:v>59.482093999999996</c:v>
                </c:pt>
                <c:pt idx="5690">
                  <c:v>60.332748000000002</c:v>
                </c:pt>
                <c:pt idx="5691">
                  <c:v>59.874930999999997</c:v>
                </c:pt>
                <c:pt idx="5692">
                  <c:v>59.001308000000002</c:v>
                </c:pt>
                <c:pt idx="5693">
                  <c:v>58.268101000000001</c:v>
                </c:pt>
                <c:pt idx="5694">
                  <c:v>58.206020000000002</c:v>
                </c:pt>
                <c:pt idx="5695">
                  <c:v>58.160831000000002</c:v>
                </c:pt>
                <c:pt idx="5696">
                  <c:v>57.604492</c:v>
                </c:pt>
                <c:pt idx="5697">
                  <c:v>56.963298999999999</c:v>
                </c:pt>
                <c:pt idx="5698">
                  <c:v>56.203772999999998</c:v>
                </c:pt>
                <c:pt idx="5699">
                  <c:v>55.779736</c:v>
                </c:pt>
                <c:pt idx="5700">
                  <c:v>55.523792</c:v>
                </c:pt>
                <c:pt idx="5701">
                  <c:v>55.463099999999997</c:v>
                </c:pt>
                <c:pt idx="5702">
                  <c:v>55.55574</c:v>
                </c:pt>
                <c:pt idx="5703">
                  <c:v>55.929091999999997</c:v>
                </c:pt>
                <c:pt idx="5704">
                  <c:v>56.432121000000002</c:v>
                </c:pt>
                <c:pt idx="5705">
                  <c:v>56.462490000000003</c:v>
                </c:pt>
                <c:pt idx="5706">
                  <c:v>56.181373999999998</c:v>
                </c:pt>
                <c:pt idx="5707">
                  <c:v>56.439059999999998</c:v>
                </c:pt>
                <c:pt idx="5708">
                  <c:v>57.216431</c:v>
                </c:pt>
                <c:pt idx="5709">
                  <c:v>57.569274999999998</c:v>
                </c:pt>
                <c:pt idx="5710">
                  <c:v>58.032043000000002</c:v>
                </c:pt>
                <c:pt idx="5711">
                  <c:v>59.446064</c:v>
                </c:pt>
                <c:pt idx="5712">
                  <c:v>60.589703</c:v>
                </c:pt>
                <c:pt idx="5713">
                  <c:v>60.894272000000001</c:v>
                </c:pt>
                <c:pt idx="5714">
                  <c:v>61.146141</c:v>
                </c:pt>
                <c:pt idx="5715">
                  <c:v>60.889789999999998</c:v>
                </c:pt>
                <c:pt idx="5716">
                  <c:v>60.666671999999998</c:v>
                </c:pt>
                <c:pt idx="5717">
                  <c:v>60.907420999999999</c:v>
                </c:pt>
                <c:pt idx="5718">
                  <c:v>60.564610000000002</c:v>
                </c:pt>
                <c:pt idx="5719">
                  <c:v>59.425102000000003</c:v>
                </c:pt>
                <c:pt idx="5720">
                  <c:v>58.089225999999996</c:v>
                </c:pt>
                <c:pt idx="5721">
                  <c:v>57.372494000000003</c:v>
                </c:pt>
                <c:pt idx="5722">
                  <c:v>57.042243999999997</c:v>
                </c:pt>
                <c:pt idx="5723">
                  <c:v>56.965763000000003</c:v>
                </c:pt>
                <c:pt idx="5724">
                  <c:v>56.929538999999998</c:v>
                </c:pt>
                <c:pt idx="5725">
                  <c:v>57.059654000000002</c:v>
                </c:pt>
                <c:pt idx="5726">
                  <c:v>57.499073000000003</c:v>
                </c:pt>
                <c:pt idx="5727">
                  <c:v>57.588459</c:v>
                </c:pt>
                <c:pt idx="5728">
                  <c:v>57.229095000000001</c:v>
                </c:pt>
                <c:pt idx="5729">
                  <c:v>56.747906</c:v>
                </c:pt>
                <c:pt idx="5730">
                  <c:v>56.450935000000001</c:v>
                </c:pt>
                <c:pt idx="5731">
                  <c:v>56.468384</c:v>
                </c:pt>
                <c:pt idx="5732">
                  <c:v>56.568165</c:v>
                </c:pt>
                <c:pt idx="5733">
                  <c:v>56.641559999999998</c:v>
                </c:pt>
                <c:pt idx="5734">
                  <c:v>56.886825999999999</c:v>
                </c:pt>
                <c:pt idx="5735">
                  <c:v>57.999175999999999</c:v>
                </c:pt>
                <c:pt idx="5736">
                  <c:v>59.116726</c:v>
                </c:pt>
                <c:pt idx="5737">
                  <c:v>59.846024</c:v>
                </c:pt>
                <c:pt idx="5738">
                  <c:v>59.877944999999997</c:v>
                </c:pt>
                <c:pt idx="5739">
                  <c:v>59.360675999999998</c:v>
                </c:pt>
                <c:pt idx="5740">
                  <c:v>59.015079</c:v>
                </c:pt>
                <c:pt idx="5741">
                  <c:v>59.127552000000001</c:v>
                </c:pt>
                <c:pt idx="5742">
                  <c:v>58.741356000000003</c:v>
                </c:pt>
                <c:pt idx="5743">
                  <c:v>58.039391000000002</c:v>
                </c:pt>
                <c:pt idx="5744">
                  <c:v>58.596367000000001</c:v>
                </c:pt>
                <c:pt idx="5745">
                  <c:v>59.589728999999998</c:v>
                </c:pt>
                <c:pt idx="5746">
                  <c:v>59.448708000000003</c:v>
                </c:pt>
                <c:pt idx="5747">
                  <c:v>59.009518</c:v>
                </c:pt>
                <c:pt idx="5748">
                  <c:v>57.820694000000003</c:v>
                </c:pt>
                <c:pt idx="5749">
                  <c:v>56.908295000000003</c:v>
                </c:pt>
                <c:pt idx="5750">
                  <c:v>56.716614</c:v>
                </c:pt>
                <c:pt idx="5751">
                  <c:v>56.544468000000002</c:v>
                </c:pt>
                <c:pt idx="5752">
                  <c:v>56.401020000000003</c:v>
                </c:pt>
                <c:pt idx="5753">
                  <c:v>56.339401000000002</c:v>
                </c:pt>
                <c:pt idx="5754">
                  <c:v>56.334674999999997</c:v>
                </c:pt>
                <c:pt idx="5755">
                  <c:v>56.550773999999997</c:v>
                </c:pt>
                <c:pt idx="5756">
                  <c:v>56.714466000000002</c:v>
                </c:pt>
                <c:pt idx="5757">
                  <c:v>56.505875000000003</c:v>
                </c:pt>
                <c:pt idx="5758">
                  <c:v>56.880839999999999</c:v>
                </c:pt>
                <c:pt idx="5759">
                  <c:v>58.205269000000001</c:v>
                </c:pt>
                <c:pt idx="5760">
                  <c:v>59.532077999999998</c:v>
                </c:pt>
                <c:pt idx="5761">
                  <c:v>59.372860000000003</c:v>
                </c:pt>
                <c:pt idx="5762">
                  <c:v>58.467723999999997</c:v>
                </c:pt>
                <c:pt idx="5763">
                  <c:v>57.337147000000002</c:v>
                </c:pt>
                <c:pt idx="5764">
                  <c:v>56.430121999999997</c:v>
                </c:pt>
                <c:pt idx="5765">
                  <c:v>56.001911</c:v>
                </c:pt>
                <c:pt idx="5766">
                  <c:v>55.771892999999999</c:v>
                </c:pt>
                <c:pt idx="5767">
                  <c:v>55.693908999999998</c:v>
                </c:pt>
                <c:pt idx="5768">
                  <c:v>55.706237999999999</c:v>
                </c:pt>
                <c:pt idx="5769">
                  <c:v>55.788654000000001</c:v>
                </c:pt>
                <c:pt idx="5770">
                  <c:v>56.213585000000002</c:v>
                </c:pt>
                <c:pt idx="5771">
                  <c:v>56.503754000000001</c:v>
                </c:pt>
                <c:pt idx="5772">
                  <c:v>56.404269999999997</c:v>
                </c:pt>
                <c:pt idx="5773">
                  <c:v>56.375678999999998</c:v>
                </c:pt>
                <c:pt idx="5774">
                  <c:v>56.667572</c:v>
                </c:pt>
                <c:pt idx="5775">
                  <c:v>56.787998000000002</c:v>
                </c:pt>
                <c:pt idx="5776">
                  <c:v>56.976219</c:v>
                </c:pt>
                <c:pt idx="5777">
                  <c:v>57.232723</c:v>
                </c:pt>
                <c:pt idx="5778">
                  <c:v>57.393528000000003</c:v>
                </c:pt>
                <c:pt idx="5779">
                  <c:v>57.867103999999998</c:v>
                </c:pt>
                <c:pt idx="5780">
                  <c:v>57.804603999999998</c:v>
                </c:pt>
                <c:pt idx="5781">
                  <c:v>56.695903999999999</c:v>
                </c:pt>
                <c:pt idx="5782">
                  <c:v>55.812179999999998</c:v>
                </c:pt>
                <c:pt idx="5783">
                  <c:v>55.634689000000002</c:v>
                </c:pt>
                <c:pt idx="5784">
                  <c:v>55.680351000000002</c:v>
                </c:pt>
                <c:pt idx="5785">
                  <c:v>55.904392000000001</c:v>
                </c:pt>
                <c:pt idx="5786">
                  <c:v>55.749454</c:v>
                </c:pt>
                <c:pt idx="5787">
                  <c:v>55.584910999999998</c:v>
                </c:pt>
                <c:pt idx="5788">
                  <c:v>55.448211999999998</c:v>
                </c:pt>
                <c:pt idx="5789">
                  <c:v>55.468159</c:v>
                </c:pt>
                <c:pt idx="5790">
                  <c:v>55.864758000000002</c:v>
                </c:pt>
                <c:pt idx="5791">
                  <c:v>55.860004000000004</c:v>
                </c:pt>
                <c:pt idx="5792">
                  <c:v>55.784908000000001</c:v>
                </c:pt>
                <c:pt idx="5793">
                  <c:v>55.755032</c:v>
                </c:pt>
                <c:pt idx="5794">
                  <c:v>56.137042999999998</c:v>
                </c:pt>
                <c:pt idx="5795">
                  <c:v>56.209724000000001</c:v>
                </c:pt>
                <c:pt idx="5796">
                  <c:v>56.036746999999998</c:v>
                </c:pt>
                <c:pt idx="5797">
                  <c:v>56.585197000000001</c:v>
                </c:pt>
                <c:pt idx="5798">
                  <c:v>57.564857000000003</c:v>
                </c:pt>
                <c:pt idx="5799">
                  <c:v>58.297241</c:v>
                </c:pt>
                <c:pt idx="5800">
                  <c:v>59.033344</c:v>
                </c:pt>
                <c:pt idx="5801">
                  <c:v>60.207191000000002</c:v>
                </c:pt>
                <c:pt idx="5802">
                  <c:v>61.699818</c:v>
                </c:pt>
                <c:pt idx="5803">
                  <c:v>62.659595000000003</c:v>
                </c:pt>
                <c:pt idx="5804">
                  <c:v>62.544922</c:v>
                </c:pt>
                <c:pt idx="5805">
                  <c:v>62.608668999999999</c:v>
                </c:pt>
                <c:pt idx="5806">
                  <c:v>62.508643999999997</c:v>
                </c:pt>
                <c:pt idx="5807">
                  <c:v>63.106915000000001</c:v>
                </c:pt>
                <c:pt idx="5808">
                  <c:v>63.137042999999998</c:v>
                </c:pt>
                <c:pt idx="5809">
                  <c:v>62.561008000000001</c:v>
                </c:pt>
                <c:pt idx="5810">
                  <c:v>62.666030999999997</c:v>
                </c:pt>
                <c:pt idx="5811">
                  <c:v>62.502102000000001</c:v>
                </c:pt>
                <c:pt idx="5812">
                  <c:v>61.886603999999998</c:v>
                </c:pt>
                <c:pt idx="5813">
                  <c:v>61.642859999999999</c:v>
                </c:pt>
                <c:pt idx="5814">
                  <c:v>61.798842999999998</c:v>
                </c:pt>
                <c:pt idx="5815">
                  <c:v>62.481689000000003</c:v>
                </c:pt>
                <c:pt idx="5816">
                  <c:v>63.054046999999997</c:v>
                </c:pt>
                <c:pt idx="5817">
                  <c:v>63.393695999999998</c:v>
                </c:pt>
                <c:pt idx="5818">
                  <c:v>63.785465000000002</c:v>
                </c:pt>
                <c:pt idx="5819">
                  <c:v>64.230652000000006</c:v>
                </c:pt>
                <c:pt idx="5820">
                  <c:v>64.137962000000002</c:v>
                </c:pt>
                <c:pt idx="5821">
                  <c:v>63.746704000000001</c:v>
                </c:pt>
                <c:pt idx="5822">
                  <c:v>63.474074999999999</c:v>
                </c:pt>
                <c:pt idx="5823">
                  <c:v>63.808177999999998</c:v>
                </c:pt>
                <c:pt idx="5824">
                  <c:v>64.173903999999993</c:v>
                </c:pt>
                <c:pt idx="5825">
                  <c:v>64.373619000000005</c:v>
                </c:pt>
                <c:pt idx="5826">
                  <c:v>64.945480000000003</c:v>
                </c:pt>
                <c:pt idx="5827">
                  <c:v>65.108947999999998</c:v>
                </c:pt>
                <c:pt idx="5828">
                  <c:v>65.164451999999997</c:v>
                </c:pt>
                <c:pt idx="5829">
                  <c:v>65.185692000000003</c:v>
                </c:pt>
                <c:pt idx="5830">
                  <c:v>65.504058999999998</c:v>
                </c:pt>
                <c:pt idx="5831">
                  <c:v>65.559546999999995</c:v>
                </c:pt>
                <c:pt idx="5832">
                  <c:v>65.402420000000006</c:v>
                </c:pt>
                <c:pt idx="5833">
                  <c:v>65.503249999999994</c:v>
                </c:pt>
                <c:pt idx="5834">
                  <c:v>65.291122000000001</c:v>
                </c:pt>
                <c:pt idx="5835">
                  <c:v>64.361251999999993</c:v>
                </c:pt>
                <c:pt idx="5836">
                  <c:v>63.496093999999999</c:v>
                </c:pt>
                <c:pt idx="5837">
                  <c:v>63.372570000000003</c:v>
                </c:pt>
                <c:pt idx="5838">
                  <c:v>63.701476999999997</c:v>
                </c:pt>
                <c:pt idx="5839">
                  <c:v>63.851120000000002</c:v>
                </c:pt>
                <c:pt idx="5840">
                  <c:v>64.117537999999996</c:v>
                </c:pt>
                <c:pt idx="5841">
                  <c:v>64.107642999999996</c:v>
                </c:pt>
                <c:pt idx="5842">
                  <c:v>63.578747</c:v>
                </c:pt>
                <c:pt idx="5843">
                  <c:v>63.810977999999999</c:v>
                </c:pt>
                <c:pt idx="5844">
                  <c:v>64.480475999999996</c:v>
                </c:pt>
                <c:pt idx="5845">
                  <c:v>64.271141</c:v>
                </c:pt>
                <c:pt idx="5846">
                  <c:v>63.714225999999996</c:v>
                </c:pt>
                <c:pt idx="5847">
                  <c:v>63.417636999999999</c:v>
                </c:pt>
                <c:pt idx="5848">
                  <c:v>62.801025000000003</c:v>
                </c:pt>
                <c:pt idx="5849">
                  <c:v>62.025489999999998</c:v>
                </c:pt>
                <c:pt idx="5850">
                  <c:v>61.258865</c:v>
                </c:pt>
                <c:pt idx="5851">
                  <c:v>60.300732000000004</c:v>
                </c:pt>
                <c:pt idx="5852">
                  <c:v>59.473613999999998</c:v>
                </c:pt>
                <c:pt idx="5853">
                  <c:v>59.066237999999998</c:v>
                </c:pt>
                <c:pt idx="5854">
                  <c:v>58.837631000000002</c:v>
                </c:pt>
                <c:pt idx="5855">
                  <c:v>58.735816999999997</c:v>
                </c:pt>
                <c:pt idx="5856">
                  <c:v>59.054554000000003</c:v>
                </c:pt>
                <c:pt idx="5857">
                  <c:v>59.629989999999999</c:v>
                </c:pt>
                <c:pt idx="5858">
                  <c:v>60.080002</c:v>
                </c:pt>
                <c:pt idx="5859">
                  <c:v>60.060904999999998</c:v>
                </c:pt>
                <c:pt idx="5860">
                  <c:v>59.411490999999998</c:v>
                </c:pt>
                <c:pt idx="5861">
                  <c:v>59.158321000000001</c:v>
                </c:pt>
                <c:pt idx="5862">
                  <c:v>59.210738999999997</c:v>
                </c:pt>
                <c:pt idx="5863">
                  <c:v>59.739082000000003</c:v>
                </c:pt>
                <c:pt idx="5864">
                  <c:v>61.329028999999998</c:v>
                </c:pt>
                <c:pt idx="5865">
                  <c:v>62.526080999999998</c:v>
                </c:pt>
                <c:pt idx="5866">
                  <c:v>62.116962000000001</c:v>
                </c:pt>
                <c:pt idx="5867">
                  <c:v>61.794060000000002</c:v>
                </c:pt>
                <c:pt idx="5868">
                  <c:v>61.222529999999999</c:v>
                </c:pt>
                <c:pt idx="5869">
                  <c:v>60.606921999999997</c:v>
                </c:pt>
                <c:pt idx="5870">
                  <c:v>60.393692000000001</c:v>
                </c:pt>
                <c:pt idx="5871">
                  <c:v>60.435326000000003</c:v>
                </c:pt>
                <c:pt idx="5872">
                  <c:v>60.342804000000001</c:v>
                </c:pt>
                <c:pt idx="5873">
                  <c:v>60.052672999999999</c:v>
                </c:pt>
                <c:pt idx="5874">
                  <c:v>59.851542999999999</c:v>
                </c:pt>
                <c:pt idx="5875">
                  <c:v>59.877215999999997</c:v>
                </c:pt>
                <c:pt idx="5876">
                  <c:v>59.980324000000003</c:v>
                </c:pt>
                <c:pt idx="5877">
                  <c:v>59.952720999999997</c:v>
                </c:pt>
                <c:pt idx="5878">
                  <c:v>59.928288000000002</c:v>
                </c:pt>
                <c:pt idx="5879">
                  <c:v>59.936484999999998</c:v>
                </c:pt>
                <c:pt idx="5880">
                  <c:v>60.177467</c:v>
                </c:pt>
                <c:pt idx="5881">
                  <c:v>61.049866000000002</c:v>
                </c:pt>
                <c:pt idx="5882">
                  <c:v>62.473129</c:v>
                </c:pt>
                <c:pt idx="5883">
                  <c:v>63.865558999999998</c:v>
                </c:pt>
                <c:pt idx="5884">
                  <c:v>65.002799999999993</c:v>
                </c:pt>
                <c:pt idx="5885">
                  <c:v>65.779838999999996</c:v>
                </c:pt>
                <c:pt idx="5886">
                  <c:v>65.935074</c:v>
                </c:pt>
                <c:pt idx="5887">
                  <c:v>66.193520000000007</c:v>
                </c:pt>
                <c:pt idx="5888">
                  <c:v>66.523842000000002</c:v>
                </c:pt>
                <c:pt idx="5889">
                  <c:v>66.331207000000006</c:v>
                </c:pt>
                <c:pt idx="5890">
                  <c:v>66.167389</c:v>
                </c:pt>
                <c:pt idx="5891">
                  <c:v>66.412270000000007</c:v>
                </c:pt>
                <c:pt idx="5892">
                  <c:v>66.368301000000002</c:v>
                </c:pt>
                <c:pt idx="5893">
                  <c:v>65.550460999999999</c:v>
                </c:pt>
                <c:pt idx="5894">
                  <c:v>64.579445000000007</c:v>
                </c:pt>
                <c:pt idx="5895">
                  <c:v>64.341385000000002</c:v>
                </c:pt>
                <c:pt idx="5896">
                  <c:v>64.756027000000003</c:v>
                </c:pt>
                <c:pt idx="5897">
                  <c:v>65.288146999999995</c:v>
                </c:pt>
                <c:pt idx="5898">
                  <c:v>65.872223000000005</c:v>
                </c:pt>
                <c:pt idx="5899">
                  <c:v>66.085875999999999</c:v>
                </c:pt>
                <c:pt idx="5900">
                  <c:v>65.585915</c:v>
                </c:pt>
                <c:pt idx="5901">
                  <c:v>65.306479999999993</c:v>
                </c:pt>
                <c:pt idx="5902">
                  <c:v>65.452042000000006</c:v>
                </c:pt>
                <c:pt idx="5903">
                  <c:v>66.154503000000005</c:v>
                </c:pt>
                <c:pt idx="5904">
                  <c:v>66.820526000000001</c:v>
                </c:pt>
                <c:pt idx="5905">
                  <c:v>66.955673000000004</c:v>
                </c:pt>
                <c:pt idx="5906">
                  <c:v>66.738045</c:v>
                </c:pt>
                <c:pt idx="5907">
                  <c:v>66.688927000000007</c:v>
                </c:pt>
                <c:pt idx="5908">
                  <c:v>66.572768999999994</c:v>
                </c:pt>
                <c:pt idx="5909">
                  <c:v>66.093688999999998</c:v>
                </c:pt>
                <c:pt idx="5910">
                  <c:v>65.418571</c:v>
                </c:pt>
                <c:pt idx="5911">
                  <c:v>64.711913999999993</c:v>
                </c:pt>
                <c:pt idx="5912">
                  <c:v>64.040053999999998</c:v>
                </c:pt>
                <c:pt idx="5913">
                  <c:v>63.400523999999997</c:v>
                </c:pt>
                <c:pt idx="5914">
                  <c:v>63.369621000000002</c:v>
                </c:pt>
                <c:pt idx="5915">
                  <c:v>63.560451999999998</c:v>
                </c:pt>
                <c:pt idx="5916">
                  <c:v>63.918964000000003</c:v>
                </c:pt>
                <c:pt idx="5917">
                  <c:v>64.217644000000007</c:v>
                </c:pt>
                <c:pt idx="5918">
                  <c:v>64.693000999999995</c:v>
                </c:pt>
                <c:pt idx="5919">
                  <c:v>65.295958999999996</c:v>
                </c:pt>
                <c:pt idx="5920">
                  <c:v>65.595718000000005</c:v>
                </c:pt>
                <c:pt idx="5921">
                  <c:v>65.633101999999994</c:v>
                </c:pt>
                <c:pt idx="5922">
                  <c:v>65.297447000000005</c:v>
                </c:pt>
                <c:pt idx="5923">
                  <c:v>64.528617999999994</c:v>
                </c:pt>
                <c:pt idx="5924">
                  <c:v>64.089478</c:v>
                </c:pt>
                <c:pt idx="5925">
                  <c:v>63.781475</c:v>
                </c:pt>
                <c:pt idx="5926">
                  <c:v>63.089042999999997</c:v>
                </c:pt>
                <c:pt idx="5927">
                  <c:v>62.553753</c:v>
                </c:pt>
                <c:pt idx="5928">
                  <c:v>62.269649999999999</c:v>
                </c:pt>
                <c:pt idx="5929">
                  <c:v>62.030403</c:v>
                </c:pt>
                <c:pt idx="5930">
                  <c:v>61.480057000000002</c:v>
                </c:pt>
                <c:pt idx="5931">
                  <c:v>60.719935999999997</c:v>
                </c:pt>
                <c:pt idx="5932">
                  <c:v>60.561382000000002</c:v>
                </c:pt>
                <c:pt idx="5933">
                  <c:v>60.600765000000003</c:v>
                </c:pt>
                <c:pt idx="5934">
                  <c:v>60.527458000000003</c:v>
                </c:pt>
                <c:pt idx="5935">
                  <c:v>60.217865000000003</c:v>
                </c:pt>
                <c:pt idx="5936">
                  <c:v>59.808028999999998</c:v>
                </c:pt>
                <c:pt idx="5937">
                  <c:v>59.663780000000003</c:v>
                </c:pt>
                <c:pt idx="5938">
                  <c:v>59.730697999999997</c:v>
                </c:pt>
                <c:pt idx="5939">
                  <c:v>59.954619999999998</c:v>
                </c:pt>
                <c:pt idx="5940">
                  <c:v>60.220084999999997</c:v>
                </c:pt>
                <c:pt idx="5941">
                  <c:v>60.336787999999999</c:v>
                </c:pt>
                <c:pt idx="5942">
                  <c:v>60.322571000000003</c:v>
                </c:pt>
                <c:pt idx="5943">
                  <c:v>60.429451</c:v>
                </c:pt>
                <c:pt idx="5944">
                  <c:v>60.602943000000003</c:v>
                </c:pt>
                <c:pt idx="5945">
                  <c:v>60.716576000000003</c:v>
                </c:pt>
                <c:pt idx="5946">
                  <c:v>60.684601000000001</c:v>
                </c:pt>
                <c:pt idx="5947">
                  <c:v>60.135570999999999</c:v>
                </c:pt>
                <c:pt idx="5948">
                  <c:v>59.678471000000002</c:v>
                </c:pt>
                <c:pt idx="5949">
                  <c:v>59.983589000000002</c:v>
                </c:pt>
                <c:pt idx="5950">
                  <c:v>60.3508</c:v>
                </c:pt>
                <c:pt idx="5951">
                  <c:v>60.137977999999997</c:v>
                </c:pt>
                <c:pt idx="5952">
                  <c:v>59.732093999999996</c:v>
                </c:pt>
                <c:pt idx="5953">
                  <c:v>59.601165999999999</c:v>
                </c:pt>
                <c:pt idx="5954">
                  <c:v>59.598075999999999</c:v>
                </c:pt>
                <c:pt idx="5955">
                  <c:v>59.633709000000003</c:v>
                </c:pt>
                <c:pt idx="5956">
                  <c:v>59.558917999999998</c:v>
                </c:pt>
                <c:pt idx="5957">
                  <c:v>59.138474000000002</c:v>
                </c:pt>
                <c:pt idx="5958">
                  <c:v>58.658977999999998</c:v>
                </c:pt>
                <c:pt idx="5959">
                  <c:v>58.233615999999998</c:v>
                </c:pt>
                <c:pt idx="5960">
                  <c:v>58.298157000000003</c:v>
                </c:pt>
                <c:pt idx="5961">
                  <c:v>58.844546999999999</c:v>
                </c:pt>
                <c:pt idx="5962">
                  <c:v>59.408290999999998</c:v>
                </c:pt>
                <c:pt idx="5963">
                  <c:v>59.513492999999997</c:v>
                </c:pt>
                <c:pt idx="5964">
                  <c:v>59.412449000000002</c:v>
                </c:pt>
                <c:pt idx="5965">
                  <c:v>59.465457999999998</c:v>
                </c:pt>
                <c:pt idx="5966">
                  <c:v>59.409343999999997</c:v>
                </c:pt>
                <c:pt idx="5967">
                  <c:v>59.634509999999999</c:v>
                </c:pt>
                <c:pt idx="5968">
                  <c:v>60.127513999999998</c:v>
                </c:pt>
                <c:pt idx="5969">
                  <c:v>60.646832000000003</c:v>
                </c:pt>
                <c:pt idx="5970">
                  <c:v>61.202415000000002</c:v>
                </c:pt>
                <c:pt idx="5971">
                  <c:v>61.580399</c:v>
                </c:pt>
                <c:pt idx="5972">
                  <c:v>61.451286000000003</c:v>
                </c:pt>
                <c:pt idx="5973">
                  <c:v>60.631278999999999</c:v>
                </c:pt>
                <c:pt idx="5974">
                  <c:v>59.915039</c:v>
                </c:pt>
                <c:pt idx="5975">
                  <c:v>59.475360999999999</c:v>
                </c:pt>
                <c:pt idx="5976">
                  <c:v>59.360160999999998</c:v>
                </c:pt>
                <c:pt idx="5977">
                  <c:v>59.380901000000001</c:v>
                </c:pt>
                <c:pt idx="5978">
                  <c:v>59.353423999999997</c:v>
                </c:pt>
                <c:pt idx="5979">
                  <c:v>59.826714000000003</c:v>
                </c:pt>
                <c:pt idx="5980">
                  <c:v>59.981731000000003</c:v>
                </c:pt>
                <c:pt idx="5981">
                  <c:v>59.716766</c:v>
                </c:pt>
                <c:pt idx="5982">
                  <c:v>59.240912999999999</c:v>
                </c:pt>
                <c:pt idx="5983">
                  <c:v>58.419117</c:v>
                </c:pt>
                <c:pt idx="5984">
                  <c:v>57.962139000000001</c:v>
                </c:pt>
                <c:pt idx="5985">
                  <c:v>57.936461999999999</c:v>
                </c:pt>
                <c:pt idx="5986">
                  <c:v>58.002853000000002</c:v>
                </c:pt>
                <c:pt idx="5987">
                  <c:v>57.986339999999998</c:v>
                </c:pt>
                <c:pt idx="5988">
                  <c:v>57.970222</c:v>
                </c:pt>
                <c:pt idx="5989">
                  <c:v>58.080765</c:v>
                </c:pt>
                <c:pt idx="5990">
                  <c:v>57.970852000000001</c:v>
                </c:pt>
                <c:pt idx="5991">
                  <c:v>58.102595999999998</c:v>
                </c:pt>
                <c:pt idx="5992">
                  <c:v>58.140422999999998</c:v>
                </c:pt>
                <c:pt idx="5993">
                  <c:v>57.946342000000001</c:v>
                </c:pt>
                <c:pt idx="5994">
                  <c:v>57.725150999999997</c:v>
                </c:pt>
                <c:pt idx="5995">
                  <c:v>57.819598999999997</c:v>
                </c:pt>
                <c:pt idx="5996">
                  <c:v>57.961590000000001</c:v>
                </c:pt>
                <c:pt idx="5997">
                  <c:v>58.090499999999999</c:v>
                </c:pt>
                <c:pt idx="5998">
                  <c:v>58.118938</c:v>
                </c:pt>
                <c:pt idx="5999">
                  <c:v>58.062736999999998</c:v>
                </c:pt>
                <c:pt idx="6000">
                  <c:v>58.235168000000002</c:v>
                </c:pt>
                <c:pt idx="6001">
                  <c:v>58.917484000000002</c:v>
                </c:pt>
                <c:pt idx="6002">
                  <c:v>59.374583999999999</c:v>
                </c:pt>
                <c:pt idx="6003">
                  <c:v>59.084212999999998</c:v>
                </c:pt>
                <c:pt idx="6004">
                  <c:v>59.116821000000002</c:v>
                </c:pt>
                <c:pt idx="6005">
                  <c:v>59.570751000000001</c:v>
                </c:pt>
                <c:pt idx="6006">
                  <c:v>60.152279</c:v>
                </c:pt>
                <c:pt idx="6007">
                  <c:v>60.911945000000003</c:v>
                </c:pt>
                <c:pt idx="6008">
                  <c:v>61.452171</c:v>
                </c:pt>
                <c:pt idx="6009">
                  <c:v>61.717117000000002</c:v>
                </c:pt>
                <c:pt idx="6010">
                  <c:v>62.116137999999999</c:v>
                </c:pt>
                <c:pt idx="6011">
                  <c:v>62.164935999999997</c:v>
                </c:pt>
                <c:pt idx="6012">
                  <c:v>62.138454000000003</c:v>
                </c:pt>
                <c:pt idx="6013">
                  <c:v>61.965752000000002</c:v>
                </c:pt>
                <c:pt idx="6014">
                  <c:v>62.146667000000001</c:v>
                </c:pt>
                <c:pt idx="6015">
                  <c:v>62.950951000000003</c:v>
                </c:pt>
                <c:pt idx="6016">
                  <c:v>63.314064000000002</c:v>
                </c:pt>
                <c:pt idx="6017">
                  <c:v>63.222915999999998</c:v>
                </c:pt>
                <c:pt idx="6018">
                  <c:v>62.574562</c:v>
                </c:pt>
                <c:pt idx="6019">
                  <c:v>61.816788000000003</c:v>
                </c:pt>
                <c:pt idx="6020">
                  <c:v>61.795605000000002</c:v>
                </c:pt>
                <c:pt idx="6021">
                  <c:v>62.247489999999999</c:v>
                </c:pt>
                <c:pt idx="6022">
                  <c:v>62.760722999999999</c:v>
                </c:pt>
                <c:pt idx="6023">
                  <c:v>63.064380999999997</c:v>
                </c:pt>
                <c:pt idx="6024">
                  <c:v>63.075676000000001</c:v>
                </c:pt>
                <c:pt idx="6025">
                  <c:v>62.953147999999999</c:v>
                </c:pt>
                <c:pt idx="6026">
                  <c:v>63.160046000000001</c:v>
                </c:pt>
                <c:pt idx="6027">
                  <c:v>63.663662000000002</c:v>
                </c:pt>
                <c:pt idx="6028">
                  <c:v>64.588898</c:v>
                </c:pt>
                <c:pt idx="6029">
                  <c:v>65.283562000000003</c:v>
                </c:pt>
                <c:pt idx="6030">
                  <c:v>65.386382999999995</c:v>
                </c:pt>
                <c:pt idx="6031">
                  <c:v>65.240455999999995</c:v>
                </c:pt>
                <c:pt idx="6032">
                  <c:v>65.150406000000004</c:v>
                </c:pt>
                <c:pt idx="6033">
                  <c:v>65.372551000000001</c:v>
                </c:pt>
                <c:pt idx="6034">
                  <c:v>65.313721000000001</c:v>
                </c:pt>
                <c:pt idx="6035">
                  <c:v>65.104774000000006</c:v>
                </c:pt>
                <c:pt idx="6036">
                  <c:v>65.293616999999998</c:v>
                </c:pt>
                <c:pt idx="6037">
                  <c:v>65.829329999999999</c:v>
                </c:pt>
                <c:pt idx="6038">
                  <c:v>66.479065000000006</c:v>
                </c:pt>
                <c:pt idx="6039">
                  <c:v>66.638985000000005</c:v>
                </c:pt>
                <c:pt idx="6040">
                  <c:v>66.883414999999999</c:v>
                </c:pt>
                <c:pt idx="6041">
                  <c:v>66.867355000000003</c:v>
                </c:pt>
                <c:pt idx="6042">
                  <c:v>66.867042999999995</c:v>
                </c:pt>
                <c:pt idx="6043">
                  <c:v>66.912459999999996</c:v>
                </c:pt>
                <c:pt idx="6044">
                  <c:v>66.574912999999995</c:v>
                </c:pt>
                <c:pt idx="6045">
                  <c:v>66.410713000000001</c:v>
                </c:pt>
                <c:pt idx="6046">
                  <c:v>66.376616999999996</c:v>
                </c:pt>
                <c:pt idx="6047">
                  <c:v>67.218338000000003</c:v>
                </c:pt>
                <c:pt idx="6048">
                  <c:v>67.669372999999993</c:v>
                </c:pt>
                <c:pt idx="6049">
                  <c:v>68.000647999999998</c:v>
                </c:pt>
                <c:pt idx="6050">
                  <c:v>67.824364000000003</c:v>
                </c:pt>
                <c:pt idx="6051">
                  <c:v>66.989791999999994</c:v>
                </c:pt>
                <c:pt idx="6052">
                  <c:v>66.080794999999995</c:v>
                </c:pt>
                <c:pt idx="6053">
                  <c:v>65.148139999999998</c:v>
                </c:pt>
                <c:pt idx="6054">
                  <c:v>64.741905000000003</c:v>
                </c:pt>
                <c:pt idx="6055">
                  <c:v>64.681601999999998</c:v>
                </c:pt>
                <c:pt idx="6056">
                  <c:v>64.559753000000001</c:v>
                </c:pt>
                <c:pt idx="6057">
                  <c:v>64.742110999999994</c:v>
                </c:pt>
                <c:pt idx="6058">
                  <c:v>65.061783000000005</c:v>
                </c:pt>
                <c:pt idx="6059">
                  <c:v>64.820853999999997</c:v>
                </c:pt>
                <c:pt idx="6060">
                  <c:v>64.425078999999997</c:v>
                </c:pt>
                <c:pt idx="6061">
                  <c:v>64.238174000000001</c:v>
                </c:pt>
                <c:pt idx="6062">
                  <c:v>63.872718999999996</c:v>
                </c:pt>
                <c:pt idx="6063">
                  <c:v>63.302925000000002</c:v>
                </c:pt>
                <c:pt idx="6064">
                  <c:v>62.974068000000003</c:v>
                </c:pt>
                <c:pt idx="6065">
                  <c:v>63.127372999999999</c:v>
                </c:pt>
                <c:pt idx="6066">
                  <c:v>63.497504999999997</c:v>
                </c:pt>
                <c:pt idx="6067">
                  <c:v>63.681086999999998</c:v>
                </c:pt>
                <c:pt idx="6068">
                  <c:v>63.830432999999999</c:v>
                </c:pt>
                <c:pt idx="6069">
                  <c:v>63.669609000000001</c:v>
                </c:pt>
                <c:pt idx="6070">
                  <c:v>63.235942999999999</c:v>
                </c:pt>
                <c:pt idx="6071">
                  <c:v>62.638072999999999</c:v>
                </c:pt>
                <c:pt idx="6072">
                  <c:v>62.325485</c:v>
                </c:pt>
                <c:pt idx="6073">
                  <c:v>62.596474000000001</c:v>
                </c:pt>
                <c:pt idx="6074">
                  <c:v>63.187686999999997</c:v>
                </c:pt>
                <c:pt idx="6075">
                  <c:v>63.882537999999997</c:v>
                </c:pt>
                <c:pt idx="6076">
                  <c:v>64.431045999999995</c:v>
                </c:pt>
                <c:pt idx="6077">
                  <c:v>64.959091000000001</c:v>
                </c:pt>
                <c:pt idx="6078">
                  <c:v>65.180565000000001</c:v>
                </c:pt>
                <c:pt idx="6079">
                  <c:v>65.265961000000004</c:v>
                </c:pt>
                <c:pt idx="6080">
                  <c:v>65.515677999999994</c:v>
                </c:pt>
                <c:pt idx="6081">
                  <c:v>65.551772999999997</c:v>
                </c:pt>
                <c:pt idx="6082">
                  <c:v>65.527122000000006</c:v>
                </c:pt>
                <c:pt idx="6083">
                  <c:v>65.439682000000005</c:v>
                </c:pt>
                <c:pt idx="6084">
                  <c:v>65.412270000000007</c:v>
                </c:pt>
                <c:pt idx="6085">
                  <c:v>65.724411000000003</c:v>
                </c:pt>
                <c:pt idx="6086">
                  <c:v>66.351180999999997</c:v>
                </c:pt>
                <c:pt idx="6087">
                  <c:v>66.964591999999996</c:v>
                </c:pt>
                <c:pt idx="6088">
                  <c:v>67.473388999999997</c:v>
                </c:pt>
                <c:pt idx="6089">
                  <c:v>67.602890000000002</c:v>
                </c:pt>
                <c:pt idx="6090">
                  <c:v>67.865539999999996</c:v>
                </c:pt>
                <c:pt idx="6091">
                  <c:v>68.185410000000005</c:v>
                </c:pt>
                <c:pt idx="6092">
                  <c:v>68.474463999999998</c:v>
                </c:pt>
                <c:pt idx="6093">
                  <c:v>68.728347999999997</c:v>
                </c:pt>
                <c:pt idx="6094">
                  <c:v>69.334511000000006</c:v>
                </c:pt>
                <c:pt idx="6095">
                  <c:v>69.878501999999997</c:v>
                </c:pt>
                <c:pt idx="6096">
                  <c:v>70.211021000000002</c:v>
                </c:pt>
                <c:pt idx="6097">
                  <c:v>70.164078000000003</c:v>
                </c:pt>
                <c:pt idx="6098">
                  <c:v>70.036445999999998</c:v>
                </c:pt>
                <c:pt idx="6099">
                  <c:v>70.036529999999999</c:v>
                </c:pt>
                <c:pt idx="6100">
                  <c:v>70.131309999999999</c:v>
                </c:pt>
                <c:pt idx="6101">
                  <c:v>70.184441000000007</c:v>
                </c:pt>
                <c:pt idx="6102">
                  <c:v>69.85154</c:v>
                </c:pt>
                <c:pt idx="6103">
                  <c:v>69.530624000000003</c:v>
                </c:pt>
                <c:pt idx="6104">
                  <c:v>69.661727999999997</c:v>
                </c:pt>
                <c:pt idx="6105">
                  <c:v>70.013412000000002</c:v>
                </c:pt>
                <c:pt idx="6106">
                  <c:v>70.099236000000005</c:v>
                </c:pt>
                <c:pt idx="6107">
                  <c:v>70.134483000000003</c:v>
                </c:pt>
                <c:pt idx="6108">
                  <c:v>70.261748999999995</c:v>
                </c:pt>
                <c:pt idx="6109">
                  <c:v>70.418892</c:v>
                </c:pt>
                <c:pt idx="6110">
                  <c:v>70.4953</c:v>
                </c:pt>
                <c:pt idx="6111">
                  <c:v>70.582061999999993</c:v>
                </c:pt>
                <c:pt idx="6112">
                  <c:v>70.775741999999994</c:v>
                </c:pt>
                <c:pt idx="6113">
                  <c:v>70.899010000000004</c:v>
                </c:pt>
                <c:pt idx="6114">
                  <c:v>70.885581999999999</c:v>
                </c:pt>
                <c:pt idx="6115">
                  <c:v>71.010918000000004</c:v>
                </c:pt>
                <c:pt idx="6116">
                  <c:v>71.354659999999996</c:v>
                </c:pt>
                <c:pt idx="6117">
                  <c:v>71.741928000000001</c:v>
                </c:pt>
                <c:pt idx="6118">
                  <c:v>71.708716999999993</c:v>
                </c:pt>
                <c:pt idx="6119">
                  <c:v>71.597365999999994</c:v>
                </c:pt>
                <c:pt idx="6120">
                  <c:v>71.453795999999997</c:v>
                </c:pt>
                <c:pt idx="6121">
                  <c:v>71.263283000000001</c:v>
                </c:pt>
                <c:pt idx="6122">
                  <c:v>71.347572</c:v>
                </c:pt>
                <c:pt idx="6123">
                  <c:v>71.484343999999993</c:v>
                </c:pt>
                <c:pt idx="6124">
                  <c:v>71.656020999999996</c:v>
                </c:pt>
                <c:pt idx="6125">
                  <c:v>71.973701000000005</c:v>
                </c:pt>
                <c:pt idx="6126">
                  <c:v>72.065826000000001</c:v>
                </c:pt>
                <c:pt idx="6127">
                  <c:v>71.745857000000001</c:v>
                </c:pt>
                <c:pt idx="6128">
                  <c:v>72.527694999999994</c:v>
                </c:pt>
                <c:pt idx="6129">
                  <c:v>72.873626999999999</c:v>
                </c:pt>
                <c:pt idx="6130">
                  <c:v>73.172211000000004</c:v>
                </c:pt>
                <c:pt idx="6131">
                  <c:v>74.342865000000003</c:v>
                </c:pt>
                <c:pt idx="6132">
                  <c:v>74.942345000000003</c:v>
                </c:pt>
                <c:pt idx="6133">
                  <c:v>75.273880000000005</c:v>
                </c:pt>
                <c:pt idx="6134">
                  <c:v>75.233520999999996</c:v>
                </c:pt>
                <c:pt idx="6135">
                  <c:v>74.842545000000001</c:v>
                </c:pt>
                <c:pt idx="6136">
                  <c:v>74.483756999999997</c:v>
                </c:pt>
                <c:pt idx="6137">
                  <c:v>74.282539</c:v>
                </c:pt>
                <c:pt idx="6138">
                  <c:v>73.861243999999999</c:v>
                </c:pt>
                <c:pt idx="6139">
                  <c:v>73.423569000000001</c:v>
                </c:pt>
                <c:pt idx="6140">
                  <c:v>73.635254000000003</c:v>
                </c:pt>
                <c:pt idx="6141">
                  <c:v>74.025681000000006</c:v>
                </c:pt>
                <c:pt idx="6142">
                  <c:v>74.034026999999995</c:v>
                </c:pt>
                <c:pt idx="6143">
                  <c:v>73.743195</c:v>
                </c:pt>
                <c:pt idx="6144">
                  <c:v>73.202636999999996</c:v>
                </c:pt>
                <c:pt idx="6145">
                  <c:v>72.52816</c:v>
                </c:pt>
                <c:pt idx="6146">
                  <c:v>72.081008999999995</c:v>
                </c:pt>
                <c:pt idx="6147">
                  <c:v>71.681411999999995</c:v>
                </c:pt>
                <c:pt idx="6148">
                  <c:v>71.422225999999995</c:v>
                </c:pt>
                <c:pt idx="6149">
                  <c:v>71.585220000000007</c:v>
                </c:pt>
                <c:pt idx="6150">
                  <c:v>71.882285999999993</c:v>
                </c:pt>
                <c:pt idx="6151">
                  <c:v>72.014122</c:v>
                </c:pt>
                <c:pt idx="6152">
                  <c:v>71.950806</c:v>
                </c:pt>
                <c:pt idx="6153">
                  <c:v>71.784751999999997</c:v>
                </c:pt>
                <c:pt idx="6154">
                  <c:v>71.523246999999998</c:v>
                </c:pt>
                <c:pt idx="6155">
                  <c:v>71.409599</c:v>
                </c:pt>
                <c:pt idx="6156">
                  <c:v>71.239502000000002</c:v>
                </c:pt>
                <c:pt idx="6157">
                  <c:v>70.966742999999994</c:v>
                </c:pt>
                <c:pt idx="6158">
                  <c:v>70.513771000000006</c:v>
                </c:pt>
                <c:pt idx="6159">
                  <c:v>70.328873000000002</c:v>
                </c:pt>
                <c:pt idx="6160">
                  <c:v>70.436561999999995</c:v>
                </c:pt>
                <c:pt idx="6161">
                  <c:v>70.718909999999994</c:v>
                </c:pt>
                <c:pt idx="6162">
                  <c:v>71.013351</c:v>
                </c:pt>
                <c:pt idx="6163">
                  <c:v>71.337753000000006</c:v>
                </c:pt>
                <c:pt idx="6164">
                  <c:v>71.940871999999999</c:v>
                </c:pt>
                <c:pt idx="6165">
                  <c:v>72.373992999999999</c:v>
                </c:pt>
                <c:pt idx="6166">
                  <c:v>72.751007000000001</c:v>
                </c:pt>
                <c:pt idx="6167">
                  <c:v>73.456383000000002</c:v>
                </c:pt>
                <c:pt idx="6168">
                  <c:v>73.776657</c:v>
                </c:pt>
                <c:pt idx="6169">
                  <c:v>73.784721000000005</c:v>
                </c:pt>
                <c:pt idx="6170">
                  <c:v>73.842040999999995</c:v>
                </c:pt>
                <c:pt idx="6171">
                  <c:v>73.662909999999997</c:v>
                </c:pt>
                <c:pt idx="6172">
                  <c:v>73.189605999999998</c:v>
                </c:pt>
                <c:pt idx="6173">
                  <c:v>72.924582999999998</c:v>
                </c:pt>
                <c:pt idx="6174">
                  <c:v>72.717872999999997</c:v>
                </c:pt>
                <c:pt idx="6175">
                  <c:v>72.751907000000003</c:v>
                </c:pt>
                <c:pt idx="6176">
                  <c:v>73.259688999999995</c:v>
                </c:pt>
                <c:pt idx="6177">
                  <c:v>73.903976</c:v>
                </c:pt>
                <c:pt idx="6178">
                  <c:v>74.663353000000001</c:v>
                </c:pt>
                <c:pt idx="6179">
                  <c:v>75.330589000000003</c:v>
                </c:pt>
                <c:pt idx="6180">
                  <c:v>75.751373000000001</c:v>
                </c:pt>
                <c:pt idx="6181">
                  <c:v>76.226585</c:v>
                </c:pt>
                <c:pt idx="6182">
                  <c:v>76.568184000000002</c:v>
                </c:pt>
                <c:pt idx="6183">
                  <c:v>76.922318000000004</c:v>
                </c:pt>
                <c:pt idx="6184">
                  <c:v>76.858870999999994</c:v>
                </c:pt>
                <c:pt idx="6185">
                  <c:v>76.514060999999998</c:v>
                </c:pt>
                <c:pt idx="6186">
                  <c:v>76.211342000000002</c:v>
                </c:pt>
                <c:pt idx="6187">
                  <c:v>75.869193999999993</c:v>
                </c:pt>
                <c:pt idx="6188">
                  <c:v>75.500397000000007</c:v>
                </c:pt>
                <c:pt idx="6189">
                  <c:v>75.180817000000005</c:v>
                </c:pt>
                <c:pt idx="6190">
                  <c:v>74.852447999999995</c:v>
                </c:pt>
                <c:pt idx="6191">
                  <c:v>74.531402999999997</c:v>
                </c:pt>
                <c:pt idx="6192">
                  <c:v>74.107056</c:v>
                </c:pt>
                <c:pt idx="6193">
                  <c:v>73.590500000000006</c:v>
                </c:pt>
                <c:pt idx="6194">
                  <c:v>73.295745999999994</c:v>
                </c:pt>
                <c:pt idx="6195">
                  <c:v>73.160385000000005</c:v>
                </c:pt>
                <c:pt idx="6196">
                  <c:v>73.104163999999997</c:v>
                </c:pt>
                <c:pt idx="6197">
                  <c:v>73.353935000000007</c:v>
                </c:pt>
                <c:pt idx="6198">
                  <c:v>73.258942000000005</c:v>
                </c:pt>
                <c:pt idx="6199">
                  <c:v>73.221564999999998</c:v>
                </c:pt>
                <c:pt idx="6200">
                  <c:v>73.425751000000005</c:v>
                </c:pt>
                <c:pt idx="6201">
                  <c:v>73.699698999999995</c:v>
                </c:pt>
                <c:pt idx="6202">
                  <c:v>73.674294000000003</c:v>
                </c:pt>
                <c:pt idx="6203">
                  <c:v>73.555510999999996</c:v>
                </c:pt>
                <c:pt idx="6204">
                  <c:v>73.933082999999996</c:v>
                </c:pt>
                <c:pt idx="6205">
                  <c:v>74.168120999999999</c:v>
                </c:pt>
                <c:pt idx="6206">
                  <c:v>74.260918000000004</c:v>
                </c:pt>
                <c:pt idx="6207">
                  <c:v>74.109466999999995</c:v>
                </c:pt>
                <c:pt idx="6208">
                  <c:v>73.604065000000006</c:v>
                </c:pt>
                <c:pt idx="6209">
                  <c:v>73.314468000000005</c:v>
                </c:pt>
                <c:pt idx="6210">
                  <c:v>73.205803000000003</c:v>
                </c:pt>
                <c:pt idx="6211">
                  <c:v>72.831397999999993</c:v>
                </c:pt>
                <c:pt idx="6212">
                  <c:v>72.403503000000001</c:v>
                </c:pt>
                <c:pt idx="6213">
                  <c:v>72.169853000000003</c:v>
                </c:pt>
                <c:pt idx="6214">
                  <c:v>72.054169000000002</c:v>
                </c:pt>
                <c:pt idx="6215">
                  <c:v>71.864151000000007</c:v>
                </c:pt>
                <c:pt idx="6216">
                  <c:v>72.056549000000004</c:v>
                </c:pt>
                <c:pt idx="6217">
                  <c:v>72.189376999999993</c:v>
                </c:pt>
                <c:pt idx="6218">
                  <c:v>71.905799999999999</c:v>
                </c:pt>
                <c:pt idx="6219">
                  <c:v>71.526176000000007</c:v>
                </c:pt>
                <c:pt idx="6220">
                  <c:v>71.270308999999997</c:v>
                </c:pt>
                <c:pt idx="6221">
                  <c:v>71.305808999999996</c:v>
                </c:pt>
                <c:pt idx="6222">
                  <c:v>71.545638999999994</c:v>
                </c:pt>
                <c:pt idx="6223">
                  <c:v>71.584496000000001</c:v>
                </c:pt>
                <c:pt idx="6224">
                  <c:v>71.573989999999995</c:v>
                </c:pt>
                <c:pt idx="6225">
                  <c:v>72.427245999999997</c:v>
                </c:pt>
                <c:pt idx="6226">
                  <c:v>73.512787000000003</c:v>
                </c:pt>
                <c:pt idx="6227">
                  <c:v>74.804169000000002</c:v>
                </c:pt>
                <c:pt idx="6228">
                  <c:v>72.653785999999997</c:v>
                </c:pt>
                <c:pt idx="6229">
                  <c:v>72.548057999999997</c:v>
                </c:pt>
                <c:pt idx="6230">
                  <c:v>72.144088999999994</c:v>
                </c:pt>
                <c:pt idx="6231">
                  <c:v>71.807654999999997</c:v>
                </c:pt>
                <c:pt idx="6232">
                  <c:v>71.446433999999996</c:v>
                </c:pt>
                <c:pt idx="6233">
                  <c:v>71.145499999999998</c:v>
                </c:pt>
                <c:pt idx="6234">
                  <c:v>71.000953999999993</c:v>
                </c:pt>
                <c:pt idx="6235">
                  <c:v>70.839271999999994</c:v>
                </c:pt>
                <c:pt idx="6236">
                  <c:v>70.404694000000006</c:v>
                </c:pt>
                <c:pt idx="6237">
                  <c:v>70.274215999999996</c:v>
                </c:pt>
                <c:pt idx="6238">
                  <c:v>70.574027999999998</c:v>
                </c:pt>
                <c:pt idx="6239">
                  <c:v>70.473472999999998</c:v>
                </c:pt>
                <c:pt idx="6240">
                  <c:v>70.400085000000004</c:v>
                </c:pt>
                <c:pt idx="6241">
                  <c:v>70.451042000000001</c:v>
                </c:pt>
                <c:pt idx="6242">
                  <c:v>70.812995999999998</c:v>
                </c:pt>
                <c:pt idx="6243">
                  <c:v>71.254081999999997</c:v>
                </c:pt>
                <c:pt idx="6244">
                  <c:v>71.657996999999995</c:v>
                </c:pt>
                <c:pt idx="6245">
                  <c:v>72.116951</c:v>
                </c:pt>
                <c:pt idx="6246">
                  <c:v>72.215012000000002</c:v>
                </c:pt>
                <c:pt idx="6247">
                  <c:v>71.635254000000003</c:v>
                </c:pt>
                <c:pt idx="6248">
                  <c:v>70.927170000000004</c:v>
                </c:pt>
                <c:pt idx="6249">
                  <c:v>70.427207999999993</c:v>
                </c:pt>
                <c:pt idx="6250">
                  <c:v>69.971710000000002</c:v>
                </c:pt>
                <c:pt idx="6251">
                  <c:v>69.570899999999995</c:v>
                </c:pt>
                <c:pt idx="6252">
                  <c:v>69.370193</c:v>
                </c:pt>
                <c:pt idx="6253">
                  <c:v>69.849311999999998</c:v>
                </c:pt>
                <c:pt idx="6254">
                  <c:v>70.476958999999994</c:v>
                </c:pt>
                <c:pt idx="6255">
                  <c:v>70.854950000000002</c:v>
                </c:pt>
                <c:pt idx="6256">
                  <c:v>70.936492999999999</c:v>
                </c:pt>
                <c:pt idx="6257">
                  <c:v>70.710159000000004</c:v>
                </c:pt>
                <c:pt idx="6258">
                  <c:v>70.578299999999999</c:v>
                </c:pt>
                <c:pt idx="6259">
                  <c:v>70.441063</c:v>
                </c:pt>
                <c:pt idx="6260">
                  <c:v>69.988831000000005</c:v>
                </c:pt>
                <c:pt idx="6261">
                  <c:v>69.471778999999998</c:v>
                </c:pt>
                <c:pt idx="6262">
                  <c:v>69.118347</c:v>
                </c:pt>
                <c:pt idx="6263">
                  <c:v>68.728058000000004</c:v>
                </c:pt>
                <c:pt idx="6264">
                  <c:v>67.976021000000003</c:v>
                </c:pt>
                <c:pt idx="6265">
                  <c:v>67.210257999999996</c:v>
                </c:pt>
                <c:pt idx="6266">
                  <c:v>66.859650000000002</c:v>
                </c:pt>
                <c:pt idx="6267">
                  <c:v>66.810112000000004</c:v>
                </c:pt>
                <c:pt idx="6268">
                  <c:v>67.087081999999995</c:v>
                </c:pt>
                <c:pt idx="6269">
                  <c:v>67.150902000000002</c:v>
                </c:pt>
                <c:pt idx="6270">
                  <c:v>67.331183999999993</c:v>
                </c:pt>
                <c:pt idx="6271">
                  <c:v>67.473540999999997</c:v>
                </c:pt>
                <c:pt idx="6272">
                  <c:v>67.337090000000003</c:v>
                </c:pt>
                <c:pt idx="6273">
                  <c:v>67.184036000000006</c:v>
                </c:pt>
                <c:pt idx="6274">
                  <c:v>67.020781999999997</c:v>
                </c:pt>
                <c:pt idx="6275">
                  <c:v>67.131209999999996</c:v>
                </c:pt>
                <c:pt idx="6276">
                  <c:v>67.328522000000007</c:v>
                </c:pt>
                <c:pt idx="6277">
                  <c:v>67.584273999999994</c:v>
                </c:pt>
                <c:pt idx="6278">
                  <c:v>68.109451000000007</c:v>
                </c:pt>
                <c:pt idx="6279">
                  <c:v>68.528792999999993</c:v>
                </c:pt>
                <c:pt idx="6280">
                  <c:v>68.781227000000001</c:v>
                </c:pt>
                <c:pt idx="6281">
                  <c:v>69.188079999999999</c:v>
                </c:pt>
                <c:pt idx="6282">
                  <c:v>69.714691000000002</c:v>
                </c:pt>
                <c:pt idx="6283">
                  <c:v>69.953911000000005</c:v>
                </c:pt>
                <c:pt idx="6284">
                  <c:v>70.024673000000007</c:v>
                </c:pt>
                <c:pt idx="6285">
                  <c:v>69.934134999999998</c:v>
                </c:pt>
                <c:pt idx="6286">
                  <c:v>69.532814000000002</c:v>
                </c:pt>
                <c:pt idx="6287">
                  <c:v>68.760520999999997</c:v>
                </c:pt>
                <c:pt idx="6288">
                  <c:v>68.033034999999998</c:v>
                </c:pt>
                <c:pt idx="6289">
                  <c:v>67.598763000000005</c:v>
                </c:pt>
                <c:pt idx="6290">
                  <c:v>67.245307999999994</c:v>
                </c:pt>
                <c:pt idx="6291">
                  <c:v>66.806815999999998</c:v>
                </c:pt>
                <c:pt idx="6292">
                  <c:v>66.614936999999998</c:v>
                </c:pt>
                <c:pt idx="6293">
                  <c:v>66.424408</c:v>
                </c:pt>
                <c:pt idx="6294">
                  <c:v>66.255470000000003</c:v>
                </c:pt>
                <c:pt idx="6295">
                  <c:v>66.458625999999995</c:v>
                </c:pt>
                <c:pt idx="6296">
                  <c:v>66.998085000000003</c:v>
                </c:pt>
                <c:pt idx="6297">
                  <c:v>67.219504999999998</c:v>
                </c:pt>
                <c:pt idx="6298">
                  <c:v>67.224334999999996</c:v>
                </c:pt>
                <c:pt idx="6299">
                  <c:v>68.631530999999995</c:v>
                </c:pt>
                <c:pt idx="6300">
                  <c:v>70.096642000000003</c:v>
                </c:pt>
                <c:pt idx="6301">
                  <c:v>71.051933000000005</c:v>
                </c:pt>
                <c:pt idx="6302">
                  <c:v>71.972931000000003</c:v>
                </c:pt>
                <c:pt idx="6303">
                  <c:v>72.632812999999999</c:v>
                </c:pt>
                <c:pt idx="6304">
                  <c:v>72.905379999999994</c:v>
                </c:pt>
                <c:pt idx="6305">
                  <c:v>73.137039000000001</c:v>
                </c:pt>
                <c:pt idx="6306">
                  <c:v>73.527634000000006</c:v>
                </c:pt>
                <c:pt idx="6307">
                  <c:v>73.559287999999995</c:v>
                </c:pt>
                <c:pt idx="6308">
                  <c:v>73.631989000000004</c:v>
                </c:pt>
                <c:pt idx="6309">
                  <c:v>73.526070000000004</c:v>
                </c:pt>
                <c:pt idx="6310">
                  <c:v>73.429107999999999</c:v>
                </c:pt>
                <c:pt idx="6311">
                  <c:v>73.375725000000003</c:v>
                </c:pt>
                <c:pt idx="6312">
                  <c:v>73.079825999999997</c:v>
                </c:pt>
                <c:pt idx="6313">
                  <c:v>73.066811000000001</c:v>
                </c:pt>
                <c:pt idx="6314">
                  <c:v>73.092010000000002</c:v>
                </c:pt>
                <c:pt idx="6315">
                  <c:v>72.921310000000005</c:v>
                </c:pt>
                <c:pt idx="6316">
                  <c:v>72.998276000000004</c:v>
                </c:pt>
                <c:pt idx="6317">
                  <c:v>73.004836999999995</c:v>
                </c:pt>
                <c:pt idx="6318">
                  <c:v>73.067588999999998</c:v>
                </c:pt>
                <c:pt idx="6319">
                  <c:v>73.041427999999996</c:v>
                </c:pt>
                <c:pt idx="6320">
                  <c:v>73.075362999999996</c:v>
                </c:pt>
                <c:pt idx="6321">
                  <c:v>73.187088000000003</c:v>
                </c:pt>
                <c:pt idx="6322">
                  <c:v>73.277457999999996</c:v>
                </c:pt>
                <c:pt idx="6323">
                  <c:v>73.297684000000004</c:v>
                </c:pt>
                <c:pt idx="6324">
                  <c:v>73.262383</c:v>
                </c:pt>
                <c:pt idx="6325">
                  <c:v>73.367615000000001</c:v>
                </c:pt>
                <c:pt idx="6326">
                  <c:v>73.625015000000005</c:v>
                </c:pt>
                <c:pt idx="6327">
                  <c:v>74.101569999999995</c:v>
                </c:pt>
                <c:pt idx="6328">
                  <c:v>74.626373000000001</c:v>
                </c:pt>
                <c:pt idx="6329">
                  <c:v>75.068900999999997</c:v>
                </c:pt>
                <c:pt idx="6330">
                  <c:v>75.337699999999998</c:v>
                </c:pt>
                <c:pt idx="6331">
                  <c:v>75.315749999999994</c:v>
                </c:pt>
                <c:pt idx="6332">
                  <c:v>75.071037000000004</c:v>
                </c:pt>
                <c:pt idx="6333">
                  <c:v>74.709952999999999</c:v>
                </c:pt>
                <c:pt idx="6334">
                  <c:v>74.358756999999997</c:v>
                </c:pt>
                <c:pt idx="6335">
                  <c:v>74.158141999999998</c:v>
                </c:pt>
                <c:pt idx="6336">
                  <c:v>74.082451000000006</c:v>
                </c:pt>
                <c:pt idx="6337">
                  <c:v>74.144172999999995</c:v>
                </c:pt>
                <c:pt idx="6338">
                  <c:v>74.392844999999994</c:v>
                </c:pt>
                <c:pt idx="6339">
                  <c:v>74.922393999999997</c:v>
                </c:pt>
                <c:pt idx="6340">
                  <c:v>75.476050999999998</c:v>
                </c:pt>
                <c:pt idx="6341">
                  <c:v>75.860100000000003</c:v>
                </c:pt>
                <c:pt idx="6342">
                  <c:v>76.069648999999998</c:v>
                </c:pt>
                <c:pt idx="6343">
                  <c:v>76.007300999999998</c:v>
                </c:pt>
                <c:pt idx="6344">
                  <c:v>75.876480000000001</c:v>
                </c:pt>
                <c:pt idx="6345">
                  <c:v>75.634040999999996</c:v>
                </c:pt>
                <c:pt idx="6346">
                  <c:v>75.461685000000003</c:v>
                </c:pt>
                <c:pt idx="6347">
                  <c:v>75.604384999999994</c:v>
                </c:pt>
                <c:pt idx="6348">
                  <c:v>75.735123000000002</c:v>
                </c:pt>
                <c:pt idx="6349">
                  <c:v>75.859191999999993</c:v>
                </c:pt>
                <c:pt idx="6350">
                  <c:v>76.142212000000001</c:v>
                </c:pt>
                <c:pt idx="6351">
                  <c:v>76.410736</c:v>
                </c:pt>
                <c:pt idx="6352">
                  <c:v>76.602417000000003</c:v>
                </c:pt>
                <c:pt idx="6353">
                  <c:v>76.675392000000002</c:v>
                </c:pt>
                <c:pt idx="6354">
                  <c:v>76.797295000000005</c:v>
                </c:pt>
                <c:pt idx="6355">
                  <c:v>76.795731000000004</c:v>
                </c:pt>
                <c:pt idx="6356">
                  <c:v>76.587317999999996</c:v>
                </c:pt>
                <c:pt idx="6357">
                  <c:v>76.394553999999999</c:v>
                </c:pt>
                <c:pt idx="6358">
                  <c:v>76.431861999999995</c:v>
                </c:pt>
                <c:pt idx="6359">
                  <c:v>76.691040000000001</c:v>
                </c:pt>
                <c:pt idx="6360">
                  <c:v>77.045188999999993</c:v>
                </c:pt>
                <c:pt idx="6361">
                  <c:v>77.284255999999999</c:v>
                </c:pt>
                <c:pt idx="6362">
                  <c:v>77.522582999999997</c:v>
                </c:pt>
                <c:pt idx="6363">
                  <c:v>77.725098000000003</c:v>
                </c:pt>
                <c:pt idx="6364">
                  <c:v>77.881645000000006</c:v>
                </c:pt>
                <c:pt idx="6365">
                  <c:v>77.956183999999993</c:v>
                </c:pt>
                <c:pt idx="6366">
                  <c:v>77.970741000000004</c:v>
                </c:pt>
                <c:pt idx="6367">
                  <c:v>78.091003000000001</c:v>
                </c:pt>
                <c:pt idx="6368">
                  <c:v>78.179405000000003</c:v>
                </c:pt>
                <c:pt idx="6369">
                  <c:v>78.269362999999998</c:v>
                </c:pt>
                <c:pt idx="6370">
                  <c:v>78.275146000000007</c:v>
                </c:pt>
                <c:pt idx="6371">
                  <c:v>78.332404999999994</c:v>
                </c:pt>
                <c:pt idx="6372">
                  <c:v>78.389374000000004</c:v>
                </c:pt>
                <c:pt idx="6373">
                  <c:v>78.355148</c:v>
                </c:pt>
                <c:pt idx="6374">
                  <c:v>78.225470999999999</c:v>
                </c:pt>
                <c:pt idx="6375">
                  <c:v>78.152596000000003</c:v>
                </c:pt>
                <c:pt idx="6376">
                  <c:v>78.262550000000005</c:v>
                </c:pt>
                <c:pt idx="6377">
                  <c:v>78.622864000000007</c:v>
                </c:pt>
                <c:pt idx="6378">
                  <c:v>79.197281000000004</c:v>
                </c:pt>
                <c:pt idx="6379">
                  <c:v>79.647598000000002</c:v>
                </c:pt>
                <c:pt idx="6380">
                  <c:v>79.997314000000003</c:v>
                </c:pt>
                <c:pt idx="6381">
                  <c:v>80.197372000000001</c:v>
                </c:pt>
                <c:pt idx="6382">
                  <c:v>80.381653</c:v>
                </c:pt>
                <c:pt idx="6383">
                  <c:v>80.505202999999995</c:v>
                </c:pt>
                <c:pt idx="6384">
                  <c:v>80.646918999999997</c:v>
                </c:pt>
                <c:pt idx="6385">
                  <c:v>80.773467999999994</c:v>
                </c:pt>
                <c:pt idx="6386">
                  <c:v>80.793250999999998</c:v>
                </c:pt>
                <c:pt idx="6387">
                  <c:v>80.797561999999999</c:v>
                </c:pt>
                <c:pt idx="6388">
                  <c:v>80.861816000000005</c:v>
                </c:pt>
                <c:pt idx="6389">
                  <c:v>81.095664999999997</c:v>
                </c:pt>
                <c:pt idx="6390">
                  <c:v>81.482322999999994</c:v>
                </c:pt>
                <c:pt idx="6391">
                  <c:v>82.027855000000002</c:v>
                </c:pt>
                <c:pt idx="6392">
                  <c:v>82.735313000000005</c:v>
                </c:pt>
                <c:pt idx="6393">
                  <c:v>81.637489000000002</c:v>
                </c:pt>
                <c:pt idx="6394">
                  <c:v>82.129356000000001</c:v>
                </c:pt>
                <c:pt idx="6395">
                  <c:v>82.348365999999999</c:v>
                </c:pt>
                <c:pt idx="6396">
                  <c:v>82.456969999999998</c:v>
                </c:pt>
                <c:pt idx="6397">
                  <c:v>82.518035999999995</c:v>
                </c:pt>
                <c:pt idx="6398">
                  <c:v>82.534897000000001</c:v>
                </c:pt>
                <c:pt idx="6399">
                  <c:v>82.502762000000004</c:v>
                </c:pt>
                <c:pt idx="6400">
                  <c:v>82.475891000000004</c:v>
                </c:pt>
                <c:pt idx="6401">
                  <c:v>82.559982000000005</c:v>
                </c:pt>
                <c:pt idx="6402">
                  <c:v>82.607094000000004</c:v>
                </c:pt>
                <c:pt idx="6403">
                  <c:v>82.619636999999997</c:v>
                </c:pt>
                <c:pt idx="6404">
                  <c:v>82.599288999999999</c:v>
                </c:pt>
                <c:pt idx="6405">
                  <c:v>82.448104999999998</c:v>
                </c:pt>
                <c:pt idx="6406">
                  <c:v>82.334686000000005</c:v>
                </c:pt>
                <c:pt idx="6407">
                  <c:v>82.339363000000006</c:v>
                </c:pt>
                <c:pt idx="6408">
                  <c:v>82.453468000000001</c:v>
                </c:pt>
                <c:pt idx="6409">
                  <c:v>82.464957999999996</c:v>
                </c:pt>
                <c:pt idx="6410">
                  <c:v>82.390343000000001</c:v>
                </c:pt>
                <c:pt idx="6411">
                  <c:v>82.355804000000006</c:v>
                </c:pt>
                <c:pt idx="6412">
                  <c:v>82.313866000000004</c:v>
                </c:pt>
                <c:pt idx="6413">
                  <c:v>82.259925999999993</c:v>
                </c:pt>
                <c:pt idx="6414">
                  <c:v>82.208267000000006</c:v>
                </c:pt>
                <c:pt idx="6415">
                  <c:v>82.233902</c:v>
                </c:pt>
                <c:pt idx="6416">
                  <c:v>82.414824999999993</c:v>
                </c:pt>
                <c:pt idx="6417">
                  <c:v>82.656470999999996</c:v>
                </c:pt>
                <c:pt idx="6418">
                  <c:v>82.877609000000007</c:v>
                </c:pt>
                <c:pt idx="6419">
                  <c:v>83.146507</c:v>
                </c:pt>
                <c:pt idx="6420">
                  <c:v>83.472449999999995</c:v>
                </c:pt>
                <c:pt idx="6421">
                  <c:v>83.667259000000001</c:v>
                </c:pt>
                <c:pt idx="6422">
                  <c:v>83.824027999999998</c:v>
                </c:pt>
                <c:pt idx="6423">
                  <c:v>83.871116999999998</c:v>
                </c:pt>
                <c:pt idx="6424">
                  <c:v>83.928284000000005</c:v>
                </c:pt>
                <c:pt idx="6425">
                  <c:v>84.144195999999994</c:v>
                </c:pt>
                <c:pt idx="6426">
                  <c:v>84.315169999999995</c:v>
                </c:pt>
                <c:pt idx="6427">
                  <c:v>84.457672000000002</c:v>
                </c:pt>
                <c:pt idx="6428">
                  <c:v>84.541031000000004</c:v>
                </c:pt>
                <c:pt idx="6429">
                  <c:v>84.604736000000003</c:v>
                </c:pt>
                <c:pt idx="6430">
                  <c:v>84.600982999999999</c:v>
                </c:pt>
                <c:pt idx="6431">
                  <c:v>84.537300000000002</c:v>
                </c:pt>
                <c:pt idx="6432">
                  <c:v>84.321960000000004</c:v>
                </c:pt>
                <c:pt idx="6433">
                  <c:v>84.034401000000003</c:v>
                </c:pt>
                <c:pt idx="6434">
                  <c:v>83.837913999999998</c:v>
                </c:pt>
                <c:pt idx="6435">
                  <c:v>83.809212000000002</c:v>
                </c:pt>
                <c:pt idx="6436">
                  <c:v>83.786017999999999</c:v>
                </c:pt>
                <c:pt idx="6437">
                  <c:v>83.723267000000007</c:v>
                </c:pt>
                <c:pt idx="6438">
                  <c:v>83.674835000000002</c:v>
                </c:pt>
                <c:pt idx="6439">
                  <c:v>83.581542999999996</c:v>
                </c:pt>
                <c:pt idx="6440">
                  <c:v>83.440421999999998</c:v>
                </c:pt>
                <c:pt idx="6441">
                  <c:v>83.416092000000006</c:v>
                </c:pt>
                <c:pt idx="6442">
                  <c:v>83.388412000000002</c:v>
                </c:pt>
                <c:pt idx="6443">
                  <c:v>83.254470999999995</c:v>
                </c:pt>
                <c:pt idx="6444">
                  <c:v>83.199982000000006</c:v>
                </c:pt>
                <c:pt idx="6445">
                  <c:v>83.156929000000005</c:v>
                </c:pt>
                <c:pt idx="6446">
                  <c:v>83.111778000000001</c:v>
                </c:pt>
                <c:pt idx="6447">
                  <c:v>83.245582999999996</c:v>
                </c:pt>
                <c:pt idx="6448">
                  <c:v>83.582404999999994</c:v>
                </c:pt>
                <c:pt idx="6449">
                  <c:v>83.956085000000002</c:v>
                </c:pt>
                <c:pt idx="6450">
                  <c:v>84.312263000000002</c:v>
                </c:pt>
                <c:pt idx="6451">
                  <c:v>84.594954999999999</c:v>
                </c:pt>
                <c:pt idx="6452">
                  <c:v>84.871612999999996</c:v>
                </c:pt>
                <c:pt idx="6453">
                  <c:v>85.063972000000007</c:v>
                </c:pt>
                <c:pt idx="6454">
                  <c:v>85.256782999999999</c:v>
                </c:pt>
                <c:pt idx="6455">
                  <c:v>85.455582000000007</c:v>
                </c:pt>
                <c:pt idx="6456">
                  <c:v>85.667786000000007</c:v>
                </c:pt>
                <c:pt idx="6457">
                  <c:v>85.927681000000007</c:v>
                </c:pt>
                <c:pt idx="6458">
                  <c:v>86.247314000000003</c:v>
                </c:pt>
                <c:pt idx="6459">
                  <c:v>86.487319999999997</c:v>
                </c:pt>
                <c:pt idx="6460">
                  <c:v>86.610984999999999</c:v>
                </c:pt>
                <c:pt idx="6461">
                  <c:v>86.752044999999995</c:v>
                </c:pt>
                <c:pt idx="6462">
                  <c:v>86.815132000000006</c:v>
                </c:pt>
                <c:pt idx="6463">
                  <c:v>86.821167000000003</c:v>
                </c:pt>
                <c:pt idx="6464">
                  <c:v>86.851912999999996</c:v>
                </c:pt>
                <c:pt idx="6465">
                  <c:v>87.129990000000006</c:v>
                </c:pt>
                <c:pt idx="6466">
                  <c:v>87.416327999999993</c:v>
                </c:pt>
                <c:pt idx="6467">
                  <c:v>87.659439000000006</c:v>
                </c:pt>
                <c:pt idx="6468">
                  <c:v>87.893478000000002</c:v>
                </c:pt>
                <c:pt idx="6469">
                  <c:v>88.136795000000006</c:v>
                </c:pt>
                <c:pt idx="6470">
                  <c:v>88.246314999999996</c:v>
                </c:pt>
                <c:pt idx="6471">
                  <c:v>88.288734000000005</c:v>
                </c:pt>
                <c:pt idx="6472">
                  <c:v>88.366164999999995</c:v>
                </c:pt>
                <c:pt idx="6473">
                  <c:v>88.538550999999998</c:v>
                </c:pt>
                <c:pt idx="6474">
                  <c:v>88.813689999999994</c:v>
                </c:pt>
                <c:pt idx="6475">
                  <c:v>89.211357000000007</c:v>
                </c:pt>
                <c:pt idx="6476">
                  <c:v>87.488647</c:v>
                </c:pt>
                <c:pt idx="6477">
                  <c:v>87.467429999999993</c:v>
                </c:pt>
                <c:pt idx="6478">
                  <c:v>87.837874999999997</c:v>
                </c:pt>
                <c:pt idx="6479">
                  <c:v>88.120956000000007</c:v>
                </c:pt>
                <c:pt idx="6480">
                  <c:v>88.353866999999994</c:v>
                </c:pt>
                <c:pt idx="6481">
                  <c:v>88.522362000000001</c:v>
                </c:pt>
                <c:pt idx="6482">
                  <c:v>88.540015999999994</c:v>
                </c:pt>
                <c:pt idx="6483">
                  <c:v>88.437049999999999</c:v>
                </c:pt>
                <c:pt idx="6484">
                  <c:v>88.252975000000006</c:v>
                </c:pt>
                <c:pt idx="6485">
                  <c:v>88.100998000000004</c:v>
                </c:pt>
                <c:pt idx="6486">
                  <c:v>88.068252999999999</c:v>
                </c:pt>
                <c:pt idx="6487">
                  <c:v>88.074966000000003</c:v>
                </c:pt>
                <c:pt idx="6488">
                  <c:v>88.117958000000002</c:v>
                </c:pt>
                <c:pt idx="6489">
                  <c:v>88.168526</c:v>
                </c:pt>
                <c:pt idx="6490">
                  <c:v>88.243561</c:v>
                </c:pt>
                <c:pt idx="6491">
                  <c:v>88.210701</c:v>
                </c:pt>
                <c:pt idx="6492">
                  <c:v>88.146361999999996</c:v>
                </c:pt>
                <c:pt idx="6493">
                  <c:v>88.185355999999999</c:v>
                </c:pt>
                <c:pt idx="6494">
                  <c:v>88.250557000000001</c:v>
                </c:pt>
                <c:pt idx="6495">
                  <c:v>88.352683999999996</c:v>
                </c:pt>
                <c:pt idx="6496">
                  <c:v>88.506782999999999</c:v>
                </c:pt>
                <c:pt idx="6497">
                  <c:v>88.612183000000002</c:v>
                </c:pt>
                <c:pt idx="6498">
                  <c:v>88.676452999999995</c:v>
                </c:pt>
                <c:pt idx="6499">
                  <c:v>88.751746999999995</c:v>
                </c:pt>
                <c:pt idx="6500">
                  <c:v>88.765738999999996</c:v>
                </c:pt>
                <c:pt idx="6501">
                  <c:v>88.658637999999996</c:v>
                </c:pt>
                <c:pt idx="6502">
                  <c:v>88.630402000000004</c:v>
                </c:pt>
                <c:pt idx="6503">
                  <c:v>88.633353999999997</c:v>
                </c:pt>
                <c:pt idx="6504">
                  <c:v>88.560294999999996</c:v>
                </c:pt>
                <c:pt idx="6505">
                  <c:v>88.538314999999997</c:v>
                </c:pt>
                <c:pt idx="6506">
                  <c:v>88.556128999999999</c:v>
                </c:pt>
                <c:pt idx="6507">
                  <c:v>88.600288000000006</c:v>
                </c:pt>
                <c:pt idx="6508">
                  <c:v>88.672721999999993</c:v>
                </c:pt>
                <c:pt idx="6509">
                  <c:v>88.770897000000005</c:v>
                </c:pt>
                <c:pt idx="6510">
                  <c:v>88.921745000000001</c:v>
                </c:pt>
                <c:pt idx="6511">
                  <c:v>89.149185000000003</c:v>
                </c:pt>
                <c:pt idx="6512">
                  <c:v>89.346076999999994</c:v>
                </c:pt>
                <c:pt idx="6513">
                  <c:v>89.412955999999994</c:v>
                </c:pt>
                <c:pt idx="6514">
                  <c:v>89.424698000000006</c:v>
                </c:pt>
                <c:pt idx="6515">
                  <c:v>89.432395999999997</c:v>
                </c:pt>
                <c:pt idx="6516">
                  <c:v>89.360191</c:v>
                </c:pt>
                <c:pt idx="6517">
                  <c:v>89.296379000000002</c:v>
                </c:pt>
                <c:pt idx="6518">
                  <c:v>89.251998999999998</c:v>
                </c:pt>
                <c:pt idx="6519">
                  <c:v>89.128426000000005</c:v>
                </c:pt>
                <c:pt idx="6520">
                  <c:v>89.008301000000003</c:v>
                </c:pt>
                <c:pt idx="6521">
                  <c:v>88.919974999999994</c:v>
                </c:pt>
                <c:pt idx="6522">
                  <c:v>88.927620000000005</c:v>
                </c:pt>
                <c:pt idx="6523">
                  <c:v>89.005058000000005</c:v>
                </c:pt>
                <c:pt idx="6524">
                  <c:v>89.108665000000002</c:v>
                </c:pt>
                <c:pt idx="6525">
                  <c:v>89.186492999999999</c:v>
                </c:pt>
                <c:pt idx="6526">
                  <c:v>89.214539000000002</c:v>
                </c:pt>
                <c:pt idx="6527">
                  <c:v>89.272452999999999</c:v>
                </c:pt>
                <c:pt idx="6528">
                  <c:v>89.311546000000007</c:v>
                </c:pt>
                <c:pt idx="6529">
                  <c:v>89.301513999999997</c:v>
                </c:pt>
                <c:pt idx="6530">
                  <c:v>89.246841000000003</c:v>
                </c:pt>
                <c:pt idx="6531">
                  <c:v>89.252617000000001</c:v>
                </c:pt>
                <c:pt idx="6532">
                  <c:v>89.379966999999994</c:v>
                </c:pt>
                <c:pt idx="6533">
                  <c:v>89.569823999999997</c:v>
                </c:pt>
                <c:pt idx="6534">
                  <c:v>89.643035999999995</c:v>
                </c:pt>
                <c:pt idx="6535">
                  <c:v>89.611037999999994</c:v>
                </c:pt>
                <c:pt idx="6536">
                  <c:v>89.532837000000001</c:v>
                </c:pt>
                <c:pt idx="6537">
                  <c:v>89.486846999999997</c:v>
                </c:pt>
                <c:pt idx="6538">
                  <c:v>89.536034000000001</c:v>
                </c:pt>
                <c:pt idx="6539">
                  <c:v>89.633010999999996</c:v>
                </c:pt>
                <c:pt idx="6540">
                  <c:v>89.744408000000007</c:v>
                </c:pt>
                <c:pt idx="6541">
                  <c:v>89.857276999999996</c:v>
                </c:pt>
                <c:pt idx="6542">
                  <c:v>89.984054999999998</c:v>
                </c:pt>
                <c:pt idx="6543">
                  <c:v>90.076415999999995</c:v>
                </c:pt>
                <c:pt idx="6544">
                  <c:v>90.056274000000002</c:v>
                </c:pt>
                <c:pt idx="6545">
                  <c:v>89.961928999999998</c:v>
                </c:pt>
                <c:pt idx="6546">
                  <c:v>89.904724000000002</c:v>
                </c:pt>
                <c:pt idx="6547">
                  <c:v>89.831833000000003</c:v>
                </c:pt>
                <c:pt idx="6548">
                  <c:v>89.798775000000006</c:v>
                </c:pt>
                <c:pt idx="6549">
                  <c:v>89.823975000000004</c:v>
                </c:pt>
                <c:pt idx="6550">
                  <c:v>89.852149999999995</c:v>
                </c:pt>
                <c:pt idx="6551">
                  <c:v>89.859099999999998</c:v>
                </c:pt>
                <c:pt idx="6552">
                  <c:v>89.828177999999994</c:v>
                </c:pt>
                <c:pt idx="6553">
                  <c:v>89.735213999999999</c:v>
                </c:pt>
                <c:pt idx="6554">
                  <c:v>89.595733999999993</c:v>
                </c:pt>
                <c:pt idx="6555">
                  <c:v>89.482117000000002</c:v>
                </c:pt>
                <c:pt idx="6556">
                  <c:v>89.422150000000002</c:v>
                </c:pt>
                <c:pt idx="6557">
                  <c:v>89.391411000000005</c:v>
                </c:pt>
                <c:pt idx="6558">
                  <c:v>89.341308999999995</c:v>
                </c:pt>
                <c:pt idx="6559">
                  <c:v>89.332817000000006</c:v>
                </c:pt>
                <c:pt idx="6560">
                  <c:v>89.293137000000002</c:v>
                </c:pt>
                <c:pt idx="6561">
                  <c:v>89.251975999999999</c:v>
                </c:pt>
                <c:pt idx="6562">
                  <c:v>89.285126000000005</c:v>
                </c:pt>
                <c:pt idx="6563">
                  <c:v>89.315917999999996</c:v>
                </c:pt>
                <c:pt idx="6564">
                  <c:v>89.375953999999993</c:v>
                </c:pt>
                <c:pt idx="6565">
                  <c:v>89.363174000000001</c:v>
                </c:pt>
                <c:pt idx="6566">
                  <c:v>89.166297999999998</c:v>
                </c:pt>
                <c:pt idx="6567">
                  <c:v>88.816574000000003</c:v>
                </c:pt>
                <c:pt idx="6568">
                  <c:v>88.437011999999996</c:v>
                </c:pt>
                <c:pt idx="6569">
                  <c:v>88.207633999999999</c:v>
                </c:pt>
                <c:pt idx="6570">
                  <c:v>88.226478999999998</c:v>
                </c:pt>
                <c:pt idx="6571">
                  <c:v>88.354934999999998</c:v>
                </c:pt>
                <c:pt idx="6572">
                  <c:v>88.490066999999996</c:v>
                </c:pt>
                <c:pt idx="6573">
                  <c:v>88.638244999999998</c:v>
                </c:pt>
                <c:pt idx="6574">
                  <c:v>88.761864000000003</c:v>
                </c:pt>
                <c:pt idx="6575">
                  <c:v>88.821563999999995</c:v>
                </c:pt>
                <c:pt idx="6576">
                  <c:v>88.823920999999999</c:v>
                </c:pt>
                <c:pt idx="6577">
                  <c:v>88.782753</c:v>
                </c:pt>
                <c:pt idx="6578">
                  <c:v>88.719329999999999</c:v>
                </c:pt>
                <c:pt idx="6579">
                  <c:v>88.785544999999999</c:v>
                </c:pt>
                <c:pt idx="6580">
                  <c:v>88.955817999999994</c:v>
                </c:pt>
                <c:pt idx="6581">
                  <c:v>89.133529999999993</c:v>
                </c:pt>
                <c:pt idx="6582">
                  <c:v>89.212547000000001</c:v>
                </c:pt>
                <c:pt idx="6583">
                  <c:v>89.148612999999997</c:v>
                </c:pt>
                <c:pt idx="6584">
                  <c:v>89.089027000000002</c:v>
                </c:pt>
                <c:pt idx="6585">
                  <c:v>89.112983999999997</c:v>
                </c:pt>
                <c:pt idx="6586">
                  <c:v>89.152428</c:v>
                </c:pt>
                <c:pt idx="6587">
                  <c:v>89.139022999999995</c:v>
                </c:pt>
                <c:pt idx="6588">
                  <c:v>89.166945999999996</c:v>
                </c:pt>
                <c:pt idx="6589">
                  <c:v>89.301590000000004</c:v>
                </c:pt>
                <c:pt idx="6590">
                  <c:v>89.495307999999994</c:v>
                </c:pt>
                <c:pt idx="6591">
                  <c:v>89.673614999999998</c:v>
                </c:pt>
                <c:pt idx="6592">
                  <c:v>89.809783999999993</c:v>
                </c:pt>
                <c:pt idx="6593">
                  <c:v>89.890938000000006</c:v>
                </c:pt>
                <c:pt idx="6594">
                  <c:v>89.944153</c:v>
                </c:pt>
                <c:pt idx="6595">
                  <c:v>90.086601000000002</c:v>
                </c:pt>
                <c:pt idx="6596">
                  <c:v>90.241744999999995</c:v>
                </c:pt>
                <c:pt idx="6597">
                  <c:v>90.348526000000007</c:v>
                </c:pt>
                <c:pt idx="6598">
                  <c:v>90.383858000000004</c:v>
                </c:pt>
                <c:pt idx="6599">
                  <c:v>90.444999999999993</c:v>
                </c:pt>
                <c:pt idx="6600">
                  <c:v>90.530731000000003</c:v>
                </c:pt>
                <c:pt idx="6601">
                  <c:v>90.625313000000006</c:v>
                </c:pt>
                <c:pt idx="6602">
                  <c:v>90.710425999999998</c:v>
                </c:pt>
                <c:pt idx="6603">
                  <c:v>90.822021000000007</c:v>
                </c:pt>
                <c:pt idx="6604">
                  <c:v>90.891266000000002</c:v>
                </c:pt>
                <c:pt idx="6605">
                  <c:v>91.012214999999998</c:v>
                </c:pt>
                <c:pt idx="6606">
                  <c:v>91.292191000000003</c:v>
                </c:pt>
                <c:pt idx="6607">
                  <c:v>91.524840999999995</c:v>
                </c:pt>
                <c:pt idx="6608">
                  <c:v>91.613472000000002</c:v>
                </c:pt>
                <c:pt idx="6609">
                  <c:v>88.895447000000004</c:v>
                </c:pt>
                <c:pt idx="6610">
                  <c:v>88.906006000000005</c:v>
                </c:pt>
                <c:pt idx="6611">
                  <c:v>88.884559999999993</c:v>
                </c:pt>
                <c:pt idx="6612">
                  <c:v>88.889465000000001</c:v>
                </c:pt>
                <c:pt idx="6613">
                  <c:v>88.954323000000002</c:v>
                </c:pt>
                <c:pt idx="6614">
                  <c:v>89.105773999999997</c:v>
                </c:pt>
                <c:pt idx="6615">
                  <c:v>89.372878999999998</c:v>
                </c:pt>
                <c:pt idx="6616">
                  <c:v>89.686440000000005</c:v>
                </c:pt>
                <c:pt idx="6617">
                  <c:v>89.958648999999994</c:v>
                </c:pt>
                <c:pt idx="6618">
                  <c:v>90.161231999999998</c:v>
                </c:pt>
                <c:pt idx="6619">
                  <c:v>90.232596999999998</c:v>
                </c:pt>
                <c:pt idx="6620">
                  <c:v>90.192550999999995</c:v>
                </c:pt>
                <c:pt idx="6621">
                  <c:v>90.162627999999998</c:v>
                </c:pt>
                <c:pt idx="6622">
                  <c:v>90.227637999999999</c:v>
                </c:pt>
                <c:pt idx="6623">
                  <c:v>90.357849000000002</c:v>
                </c:pt>
                <c:pt idx="6624">
                  <c:v>90.526000999999994</c:v>
                </c:pt>
                <c:pt idx="6625">
                  <c:v>90.639060999999998</c:v>
                </c:pt>
                <c:pt idx="6626">
                  <c:v>90.698134999999994</c:v>
                </c:pt>
                <c:pt idx="6627">
                  <c:v>90.757401000000002</c:v>
                </c:pt>
                <c:pt idx="6628">
                  <c:v>90.838813999999999</c:v>
                </c:pt>
                <c:pt idx="6629">
                  <c:v>90.885634999999994</c:v>
                </c:pt>
                <c:pt idx="6630">
                  <c:v>90.823295999999999</c:v>
                </c:pt>
                <c:pt idx="6631">
                  <c:v>90.750068999999996</c:v>
                </c:pt>
                <c:pt idx="6632">
                  <c:v>90.756576999999993</c:v>
                </c:pt>
                <c:pt idx="6633">
                  <c:v>90.770591999999994</c:v>
                </c:pt>
                <c:pt idx="6634">
                  <c:v>90.798552999999998</c:v>
                </c:pt>
                <c:pt idx="6635">
                  <c:v>90.855109999999996</c:v>
                </c:pt>
                <c:pt idx="6636">
                  <c:v>90.956100000000006</c:v>
                </c:pt>
                <c:pt idx="6637">
                  <c:v>91.053595999999999</c:v>
                </c:pt>
                <c:pt idx="6638">
                  <c:v>91.185669000000004</c:v>
                </c:pt>
                <c:pt idx="6639">
                  <c:v>91.359084999999993</c:v>
                </c:pt>
                <c:pt idx="6640">
                  <c:v>91.531326000000007</c:v>
                </c:pt>
                <c:pt idx="6641">
                  <c:v>91.722008000000002</c:v>
                </c:pt>
                <c:pt idx="6642">
                  <c:v>91.973381000000003</c:v>
                </c:pt>
                <c:pt idx="6643">
                  <c:v>92.256859000000006</c:v>
                </c:pt>
                <c:pt idx="6644">
                  <c:v>92.539863999999994</c:v>
                </c:pt>
                <c:pt idx="6645">
                  <c:v>95.873123000000007</c:v>
                </c:pt>
                <c:pt idx="6646">
                  <c:v>95.666229000000001</c:v>
                </c:pt>
                <c:pt idx="6647">
                  <c:v>95.717231999999996</c:v>
                </c:pt>
                <c:pt idx="6648">
                  <c:v>95.711806999999993</c:v>
                </c:pt>
                <c:pt idx="6649">
                  <c:v>95.656456000000006</c:v>
                </c:pt>
                <c:pt idx="6650">
                  <c:v>95.617142000000001</c:v>
                </c:pt>
                <c:pt idx="6651">
                  <c:v>95.693641999999997</c:v>
                </c:pt>
                <c:pt idx="6652">
                  <c:v>95.915336999999994</c:v>
                </c:pt>
                <c:pt idx="6653">
                  <c:v>96.176163000000003</c:v>
                </c:pt>
                <c:pt idx="6654">
                  <c:v>96.414749</c:v>
                </c:pt>
                <c:pt idx="6655">
                  <c:v>96.615241999999995</c:v>
                </c:pt>
                <c:pt idx="6656">
                  <c:v>96.813300999999996</c:v>
                </c:pt>
                <c:pt idx="6657">
                  <c:v>96.994063999999995</c:v>
                </c:pt>
                <c:pt idx="6658">
                  <c:v>97.117012000000003</c:v>
                </c:pt>
                <c:pt idx="6659">
                  <c:v>97.239006000000003</c:v>
                </c:pt>
                <c:pt idx="6660">
                  <c:v>97.381011999999998</c:v>
                </c:pt>
                <c:pt idx="6661">
                  <c:v>97.540656999999996</c:v>
                </c:pt>
                <c:pt idx="6662">
                  <c:v>97.768707000000006</c:v>
                </c:pt>
                <c:pt idx="6663">
                  <c:v>98.094397999999998</c:v>
                </c:pt>
                <c:pt idx="6664">
                  <c:v>98.455596999999997</c:v>
                </c:pt>
                <c:pt idx="6665">
                  <c:v>98.834609999999998</c:v>
                </c:pt>
                <c:pt idx="6666">
                  <c:v>99.268257000000006</c:v>
                </c:pt>
                <c:pt idx="6667">
                  <c:v>99.773392000000001</c:v>
                </c:pt>
                <c:pt idx="6668">
                  <c:v>100.34199</c:v>
                </c:pt>
                <c:pt idx="6669">
                  <c:v>100.91614</c:v>
                </c:pt>
                <c:pt idx="6670">
                  <c:v>101.65338</c:v>
                </c:pt>
                <c:pt idx="6671">
                  <c:v>99.736785999999995</c:v>
                </c:pt>
                <c:pt idx="6672">
                  <c:v>99.988181999999995</c:v>
                </c:pt>
                <c:pt idx="6673">
                  <c:v>100.23061</c:v>
                </c:pt>
                <c:pt idx="6674">
                  <c:v>100.44159999999999</c:v>
                </c:pt>
                <c:pt idx="6675">
                  <c:v>100.64879999999999</c:v>
                </c:pt>
                <c:pt idx="6676">
                  <c:v>100.85054</c:v>
                </c:pt>
                <c:pt idx="6677">
                  <c:v>101.0291</c:v>
                </c:pt>
                <c:pt idx="6678">
                  <c:v>101.18118</c:v>
                </c:pt>
                <c:pt idx="6679">
                  <c:v>101.32452000000001</c:v>
                </c:pt>
                <c:pt idx="6680">
                  <c:v>101.51994000000001</c:v>
                </c:pt>
                <c:pt idx="6681">
                  <c:v>101.77278</c:v>
                </c:pt>
                <c:pt idx="6682">
                  <c:v>102.06350999999999</c:v>
                </c:pt>
                <c:pt idx="6683">
                  <c:v>102.2067</c:v>
                </c:pt>
                <c:pt idx="6684">
                  <c:v>102.12976999999999</c:v>
                </c:pt>
                <c:pt idx="6685">
                  <c:v>102.01047</c:v>
                </c:pt>
                <c:pt idx="6686">
                  <c:v>101.96243</c:v>
                </c:pt>
                <c:pt idx="6687">
                  <c:v>101.97812</c:v>
                </c:pt>
                <c:pt idx="6688">
                  <c:v>102.00626</c:v>
                </c:pt>
                <c:pt idx="6689">
                  <c:v>102.0093</c:v>
                </c:pt>
                <c:pt idx="6690">
                  <c:v>102.06919000000001</c:v>
                </c:pt>
                <c:pt idx="6691">
                  <c:v>102.12309999999999</c:v>
                </c:pt>
                <c:pt idx="6692">
                  <c:v>102.14111</c:v>
                </c:pt>
                <c:pt idx="6693">
                  <c:v>102.27061</c:v>
                </c:pt>
                <c:pt idx="6694">
                  <c:v>102.49345</c:v>
                </c:pt>
                <c:pt idx="6695">
                  <c:v>102.62260000000001</c:v>
                </c:pt>
                <c:pt idx="6696">
                  <c:v>102.70135999999999</c:v>
                </c:pt>
                <c:pt idx="6697">
                  <c:v>102.73972999999999</c:v>
                </c:pt>
                <c:pt idx="6698">
                  <c:v>102.76730000000001</c:v>
                </c:pt>
                <c:pt idx="6699">
                  <c:v>102.78466</c:v>
                </c:pt>
                <c:pt idx="6700">
                  <c:v>102.72189</c:v>
                </c:pt>
                <c:pt idx="6701">
                  <c:v>102.77776</c:v>
                </c:pt>
                <c:pt idx="6702">
                  <c:v>102.95071</c:v>
                </c:pt>
                <c:pt idx="6703">
                  <c:v>102.99652</c:v>
                </c:pt>
                <c:pt idx="6704">
                  <c:v>102.96601</c:v>
                </c:pt>
                <c:pt idx="6705">
                  <c:v>102.91464999999999</c:v>
                </c:pt>
                <c:pt idx="6706">
                  <c:v>102.85406999999999</c:v>
                </c:pt>
                <c:pt idx="6707">
                  <c:v>102.81271</c:v>
                </c:pt>
                <c:pt idx="6708">
                  <c:v>102.84061</c:v>
                </c:pt>
                <c:pt idx="6709">
                  <c:v>102.90466000000001</c:v>
                </c:pt>
                <c:pt idx="6710">
                  <c:v>102.9881</c:v>
                </c:pt>
                <c:pt idx="6711">
                  <c:v>103.11745000000001</c:v>
                </c:pt>
                <c:pt idx="6712">
                  <c:v>103.30331</c:v>
                </c:pt>
                <c:pt idx="6713">
                  <c:v>103.52791999999999</c:v>
                </c:pt>
                <c:pt idx="6714">
                  <c:v>103.72906</c:v>
                </c:pt>
                <c:pt idx="6715">
                  <c:v>103.87584</c:v>
                </c:pt>
                <c:pt idx="6716">
                  <c:v>104.01181</c:v>
                </c:pt>
                <c:pt idx="6717">
                  <c:v>104.05206</c:v>
                </c:pt>
                <c:pt idx="6718">
                  <c:v>104.09053</c:v>
                </c:pt>
                <c:pt idx="6719">
                  <c:v>104.19624</c:v>
                </c:pt>
                <c:pt idx="6720">
                  <c:v>104.28066</c:v>
                </c:pt>
                <c:pt idx="6721">
                  <c:v>104.37985</c:v>
                </c:pt>
                <c:pt idx="6722">
                  <c:v>104.48227</c:v>
                </c:pt>
                <c:pt idx="6723">
                  <c:v>104.64754000000001</c:v>
                </c:pt>
                <c:pt idx="6724">
                  <c:v>104.81589</c:v>
                </c:pt>
                <c:pt idx="6725">
                  <c:v>104.998</c:v>
                </c:pt>
                <c:pt idx="6726">
                  <c:v>105.20019000000001</c:v>
                </c:pt>
                <c:pt idx="6727">
                  <c:v>105.38432</c:v>
                </c:pt>
                <c:pt idx="6728">
                  <c:v>105.59052</c:v>
                </c:pt>
                <c:pt idx="6729">
                  <c:v>105.79452999999999</c:v>
                </c:pt>
                <c:pt idx="6730">
                  <c:v>105.96442</c:v>
                </c:pt>
                <c:pt idx="6731">
                  <c:v>106.11414000000001</c:v>
                </c:pt>
                <c:pt idx="6732">
                  <c:v>106.26708000000001</c:v>
                </c:pt>
                <c:pt idx="6733">
                  <c:v>106.41615</c:v>
                </c:pt>
                <c:pt idx="6734">
                  <c:v>106.53369000000001</c:v>
                </c:pt>
                <c:pt idx="6735">
                  <c:v>106.67097</c:v>
                </c:pt>
                <c:pt idx="6736">
                  <c:v>106.81712</c:v>
                </c:pt>
                <c:pt idx="6737">
                  <c:v>106.91624</c:v>
                </c:pt>
                <c:pt idx="6738">
                  <c:v>107.01665</c:v>
                </c:pt>
                <c:pt idx="6739">
                  <c:v>107.15362</c:v>
                </c:pt>
                <c:pt idx="6740">
                  <c:v>107.33093</c:v>
                </c:pt>
                <c:pt idx="6741">
                  <c:v>107.49054</c:v>
                </c:pt>
                <c:pt idx="6742">
                  <c:v>107.65434</c:v>
                </c:pt>
                <c:pt idx="6743">
                  <c:v>107.81792</c:v>
                </c:pt>
                <c:pt idx="6744">
                  <c:v>107.94405</c:v>
                </c:pt>
                <c:pt idx="6745">
                  <c:v>108.01882999999999</c:v>
                </c:pt>
                <c:pt idx="6746">
                  <c:v>108.08668</c:v>
                </c:pt>
                <c:pt idx="6747">
                  <c:v>108.16725</c:v>
                </c:pt>
                <c:pt idx="6748">
                  <c:v>108.22098</c:v>
                </c:pt>
                <c:pt idx="6749">
                  <c:v>108.26926</c:v>
                </c:pt>
                <c:pt idx="6750">
                  <c:v>108.33284</c:v>
                </c:pt>
                <c:pt idx="6751">
                  <c:v>108.42944</c:v>
                </c:pt>
                <c:pt idx="6752">
                  <c:v>108.50767999999999</c:v>
                </c:pt>
                <c:pt idx="6753">
                  <c:v>108.51501</c:v>
                </c:pt>
                <c:pt idx="6754">
                  <c:v>108.48045999999999</c:v>
                </c:pt>
                <c:pt idx="6755">
                  <c:v>108.49679999999999</c:v>
                </c:pt>
                <c:pt idx="6756">
                  <c:v>108.58217</c:v>
                </c:pt>
                <c:pt idx="6757">
                  <c:v>108.70558</c:v>
                </c:pt>
                <c:pt idx="6758">
                  <c:v>108.8408</c:v>
                </c:pt>
                <c:pt idx="6759">
                  <c:v>109.00225</c:v>
                </c:pt>
                <c:pt idx="6760">
                  <c:v>109.22622</c:v>
                </c:pt>
                <c:pt idx="6761">
                  <c:v>109.42385</c:v>
                </c:pt>
                <c:pt idx="6762">
                  <c:v>109.55692000000001</c:v>
                </c:pt>
                <c:pt idx="6763">
                  <c:v>109.62717000000001</c:v>
                </c:pt>
                <c:pt idx="6764">
                  <c:v>109.65642</c:v>
                </c:pt>
                <c:pt idx="6765">
                  <c:v>109.616</c:v>
                </c:pt>
                <c:pt idx="6766">
                  <c:v>109.52338</c:v>
                </c:pt>
                <c:pt idx="6767">
                  <c:v>109.44195000000001</c:v>
                </c:pt>
                <c:pt idx="6768">
                  <c:v>109.40255999999999</c:v>
                </c:pt>
                <c:pt idx="6769">
                  <c:v>109.43874</c:v>
                </c:pt>
                <c:pt idx="6770">
                  <c:v>109.54250999999999</c:v>
                </c:pt>
                <c:pt idx="6771">
                  <c:v>109.65598</c:v>
                </c:pt>
                <c:pt idx="6772">
                  <c:v>109.77437999999999</c:v>
                </c:pt>
                <c:pt idx="6773">
                  <c:v>109.93619</c:v>
                </c:pt>
                <c:pt idx="6774">
                  <c:v>110.16473000000001</c:v>
                </c:pt>
                <c:pt idx="6775">
                  <c:v>110.42046999999999</c:v>
                </c:pt>
                <c:pt idx="6776">
                  <c:v>110.66399</c:v>
                </c:pt>
                <c:pt idx="6777">
                  <c:v>111.00848000000001</c:v>
                </c:pt>
                <c:pt idx="6778">
                  <c:v>111.39448</c:v>
                </c:pt>
                <c:pt idx="6779">
                  <c:v>111.53434</c:v>
                </c:pt>
                <c:pt idx="6780">
                  <c:v>111.47672</c:v>
                </c:pt>
                <c:pt idx="6781">
                  <c:v>111.35798</c:v>
                </c:pt>
                <c:pt idx="6782">
                  <c:v>111.22512999999999</c:v>
                </c:pt>
                <c:pt idx="6783">
                  <c:v>111.10342</c:v>
                </c:pt>
                <c:pt idx="6784">
                  <c:v>111.06793999999999</c:v>
                </c:pt>
                <c:pt idx="6785">
                  <c:v>111.06986000000001</c:v>
                </c:pt>
                <c:pt idx="6786">
                  <c:v>110.99916</c:v>
                </c:pt>
                <c:pt idx="6787">
                  <c:v>110.86284999999999</c:v>
                </c:pt>
                <c:pt idx="6788">
                  <c:v>110.74947</c:v>
                </c:pt>
                <c:pt idx="6789">
                  <c:v>110.67773</c:v>
                </c:pt>
                <c:pt idx="6790">
                  <c:v>110.60097</c:v>
                </c:pt>
                <c:pt idx="6791">
                  <c:v>110.48215999999999</c:v>
                </c:pt>
                <c:pt idx="6792">
                  <c:v>110.3783</c:v>
                </c:pt>
                <c:pt idx="6793">
                  <c:v>110.27454</c:v>
                </c:pt>
                <c:pt idx="6794">
                  <c:v>110.18938</c:v>
                </c:pt>
                <c:pt idx="6795">
                  <c:v>110.11592</c:v>
                </c:pt>
                <c:pt idx="6796">
                  <c:v>110.01096</c:v>
                </c:pt>
                <c:pt idx="6797">
                  <c:v>109.95565999999999</c:v>
                </c:pt>
                <c:pt idx="6798">
                  <c:v>109.98773</c:v>
                </c:pt>
                <c:pt idx="6799">
                  <c:v>110.09661</c:v>
                </c:pt>
                <c:pt idx="6800">
                  <c:v>110.1944</c:v>
                </c:pt>
                <c:pt idx="6801">
                  <c:v>110.27045</c:v>
                </c:pt>
                <c:pt idx="6802">
                  <c:v>110.33298000000001</c:v>
                </c:pt>
                <c:pt idx="6803">
                  <c:v>110.37121</c:v>
                </c:pt>
                <c:pt idx="6804">
                  <c:v>110.40716999999999</c:v>
                </c:pt>
                <c:pt idx="6805">
                  <c:v>110.4299</c:v>
                </c:pt>
                <c:pt idx="6806">
                  <c:v>110.46745</c:v>
                </c:pt>
                <c:pt idx="6807">
                  <c:v>110.4845</c:v>
                </c:pt>
                <c:pt idx="6808">
                  <c:v>110.458</c:v>
                </c:pt>
                <c:pt idx="6809">
                  <c:v>110.48761</c:v>
                </c:pt>
                <c:pt idx="6810">
                  <c:v>110.61042</c:v>
                </c:pt>
                <c:pt idx="6811">
                  <c:v>110.792</c:v>
                </c:pt>
                <c:pt idx="6812">
                  <c:v>110.96854</c:v>
                </c:pt>
                <c:pt idx="6813">
                  <c:v>111.08385</c:v>
                </c:pt>
                <c:pt idx="6814">
                  <c:v>111.16356</c:v>
                </c:pt>
                <c:pt idx="6815">
                  <c:v>111.22941</c:v>
                </c:pt>
                <c:pt idx="6816">
                  <c:v>111.27184</c:v>
                </c:pt>
                <c:pt idx="6817">
                  <c:v>111.26315</c:v>
                </c:pt>
                <c:pt idx="6818">
                  <c:v>111.24329</c:v>
                </c:pt>
                <c:pt idx="6819">
                  <c:v>111.23734</c:v>
                </c:pt>
                <c:pt idx="6820">
                  <c:v>111.22732000000001</c:v>
                </c:pt>
                <c:pt idx="6821">
                  <c:v>111.17324000000001</c:v>
                </c:pt>
                <c:pt idx="6822">
                  <c:v>111.10504</c:v>
                </c:pt>
                <c:pt idx="6823">
                  <c:v>111.03661</c:v>
                </c:pt>
                <c:pt idx="6824">
                  <c:v>110.98990000000001</c:v>
                </c:pt>
                <c:pt idx="6825">
                  <c:v>111.01582000000001</c:v>
                </c:pt>
                <c:pt idx="6826">
                  <c:v>111.08898000000001</c:v>
                </c:pt>
                <c:pt idx="6827">
                  <c:v>111.17913</c:v>
                </c:pt>
                <c:pt idx="6828">
                  <c:v>111.30355</c:v>
                </c:pt>
                <c:pt idx="6829">
                  <c:v>111.47535000000001</c:v>
                </c:pt>
                <c:pt idx="6830">
                  <c:v>111.66712</c:v>
                </c:pt>
                <c:pt idx="6831">
                  <c:v>111.85120999999999</c:v>
                </c:pt>
                <c:pt idx="6832">
                  <c:v>111.98277</c:v>
                </c:pt>
                <c:pt idx="6833">
                  <c:v>112.0172</c:v>
                </c:pt>
                <c:pt idx="6834">
                  <c:v>112.04447999999999</c:v>
                </c:pt>
                <c:pt idx="6835">
                  <c:v>112.13042</c:v>
                </c:pt>
                <c:pt idx="6836">
                  <c:v>112.26958</c:v>
                </c:pt>
                <c:pt idx="6837">
                  <c:v>112.38968</c:v>
                </c:pt>
                <c:pt idx="6838">
                  <c:v>112.44974000000001</c:v>
                </c:pt>
                <c:pt idx="6839">
                  <c:v>112.48144000000001</c:v>
                </c:pt>
                <c:pt idx="6840">
                  <c:v>112.43519999999999</c:v>
                </c:pt>
                <c:pt idx="6841">
                  <c:v>112.26064</c:v>
                </c:pt>
                <c:pt idx="6842">
                  <c:v>112.00149</c:v>
                </c:pt>
                <c:pt idx="6843">
                  <c:v>111.73694999999999</c:v>
                </c:pt>
                <c:pt idx="6844">
                  <c:v>111.53805</c:v>
                </c:pt>
                <c:pt idx="6845">
                  <c:v>111.4374</c:v>
                </c:pt>
                <c:pt idx="6846">
                  <c:v>111.4016</c:v>
                </c:pt>
                <c:pt idx="6847">
                  <c:v>111.42045</c:v>
                </c:pt>
                <c:pt idx="6848">
                  <c:v>111.48763</c:v>
                </c:pt>
                <c:pt idx="6849">
                  <c:v>111.57264000000001</c:v>
                </c:pt>
                <c:pt idx="6850">
                  <c:v>111.76082</c:v>
                </c:pt>
                <c:pt idx="6851">
                  <c:v>111.92366</c:v>
                </c:pt>
                <c:pt idx="6852">
                  <c:v>111.98685</c:v>
                </c:pt>
                <c:pt idx="6853">
                  <c:v>111.99126</c:v>
                </c:pt>
                <c:pt idx="6854">
                  <c:v>111.95650000000001</c:v>
                </c:pt>
                <c:pt idx="6855">
                  <c:v>111.90024</c:v>
                </c:pt>
                <c:pt idx="6856">
                  <c:v>111.78116</c:v>
                </c:pt>
                <c:pt idx="6857">
                  <c:v>111.59892000000001</c:v>
                </c:pt>
                <c:pt idx="6858">
                  <c:v>111.35638</c:v>
                </c:pt>
                <c:pt idx="6859">
                  <c:v>111.08828</c:v>
                </c:pt>
                <c:pt idx="6860">
                  <c:v>110.79677</c:v>
                </c:pt>
                <c:pt idx="6861">
                  <c:v>110.5341</c:v>
                </c:pt>
                <c:pt idx="6862">
                  <c:v>110.31735999999999</c:v>
                </c:pt>
                <c:pt idx="6863">
                  <c:v>110.20959000000001</c:v>
                </c:pt>
                <c:pt idx="6864">
                  <c:v>110.24009</c:v>
                </c:pt>
                <c:pt idx="6865">
                  <c:v>110.27782000000001</c:v>
                </c:pt>
                <c:pt idx="6866">
                  <c:v>110.23217</c:v>
                </c:pt>
                <c:pt idx="6867">
                  <c:v>110.12918999999999</c:v>
                </c:pt>
                <c:pt idx="6868">
                  <c:v>110.04561</c:v>
                </c:pt>
                <c:pt idx="6869">
                  <c:v>110.07415</c:v>
                </c:pt>
                <c:pt idx="6870">
                  <c:v>110.18176</c:v>
                </c:pt>
                <c:pt idx="6871">
                  <c:v>110.37314000000001</c:v>
                </c:pt>
                <c:pt idx="6872">
                  <c:v>110.49065</c:v>
                </c:pt>
                <c:pt idx="6873">
                  <c:v>110.51691</c:v>
                </c:pt>
                <c:pt idx="6874">
                  <c:v>110.49791</c:v>
                </c:pt>
                <c:pt idx="6875">
                  <c:v>110.47769</c:v>
                </c:pt>
                <c:pt idx="6876">
                  <c:v>110.55517999999999</c:v>
                </c:pt>
                <c:pt idx="6877">
                  <c:v>110.74627</c:v>
                </c:pt>
                <c:pt idx="6878">
                  <c:v>110.96209</c:v>
                </c:pt>
                <c:pt idx="6879">
                  <c:v>111.10247</c:v>
                </c:pt>
                <c:pt idx="6880">
                  <c:v>111.11100999999999</c:v>
                </c:pt>
                <c:pt idx="6881">
                  <c:v>110.98442</c:v>
                </c:pt>
                <c:pt idx="6882">
                  <c:v>110.80259</c:v>
                </c:pt>
                <c:pt idx="6883">
                  <c:v>110.62838000000001</c:v>
                </c:pt>
                <c:pt idx="6884">
                  <c:v>110.49630000000001</c:v>
                </c:pt>
                <c:pt idx="6885">
                  <c:v>110.39516</c:v>
                </c:pt>
                <c:pt idx="6886">
                  <c:v>110.31603</c:v>
                </c:pt>
                <c:pt idx="6887">
                  <c:v>110.24836000000001</c:v>
                </c:pt>
                <c:pt idx="6888">
                  <c:v>110.17335</c:v>
                </c:pt>
                <c:pt idx="6889">
                  <c:v>110.1198</c:v>
                </c:pt>
                <c:pt idx="6890">
                  <c:v>110.18913000000001</c:v>
                </c:pt>
                <c:pt idx="6891">
                  <c:v>110.35433</c:v>
                </c:pt>
                <c:pt idx="6892">
                  <c:v>110.5397</c:v>
                </c:pt>
                <c:pt idx="6893">
                  <c:v>110.82375</c:v>
                </c:pt>
                <c:pt idx="6894">
                  <c:v>111.22750000000001</c:v>
                </c:pt>
                <c:pt idx="6895">
                  <c:v>111.67523</c:v>
                </c:pt>
                <c:pt idx="6896">
                  <c:v>112.11771</c:v>
                </c:pt>
                <c:pt idx="6897">
                  <c:v>112.53822</c:v>
                </c:pt>
                <c:pt idx="6898">
                  <c:v>112.27097000000001</c:v>
                </c:pt>
                <c:pt idx="6899">
                  <c:v>112.41186999999999</c:v>
                </c:pt>
                <c:pt idx="6900">
                  <c:v>112.5634</c:v>
                </c:pt>
                <c:pt idx="6901">
                  <c:v>112.69692000000001</c:v>
                </c:pt>
                <c:pt idx="6902">
                  <c:v>112.85908000000001</c:v>
                </c:pt>
                <c:pt idx="6903">
                  <c:v>112.66240000000001</c:v>
                </c:pt>
                <c:pt idx="6904">
                  <c:v>112.11932</c:v>
                </c:pt>
                <c:pt idx="6905">
                  <c:v>111.78702</c:v>
                </c:pt>
                <c:pt idx="6906">
                  <c:v>111.63934999999999</c:v>
                </c:pt>
                <c:pt idx="6907">
                  <c:v>111.67909</c:v>
                </c:pt>
                <c:pt idx="6908">
                  <c:v>111.827</c:v>
                </c:pt>
                <c:pt idx="6909">
                  <c:v>112.07053000000001</c:v>
                </c:pt>
                <c:pt idx="6910">
                  <c:v>112.28108</c:v>
                </c:pt>
                <c:pt idx="6911">
                  <c:v>112.44727</c:v>
                </c:pt>
                <c:pt idx="6912">
                  <c:v>112.57532999999999</c:v>
                </c:pt>
                <c:pt idx="6913">
                  <c:v>112.65607</c:v>
                </c:pt>
                <c:pt idx="6914">
                  <c:v>112.72054</c:v>
                </c:pt>
                <c:pt idx="6915">
                  <c:v>112.77744</c:v>
                </c:pt>
                <c:pt idx="6916">
                  <c:v>112.80763</c:v>
                </c:pt>
                <c:pt idx="6917">
                  <c:v>112.84178</c:v>
                </c:pt>
                <c:pt idx="6918">
                  <c:v>112.84142</c:v>
                </c:pt>
                <c:pt idx="6919">
                  <c:v>112.80582</c:v>
                </c:pt>
                <c:pt idx="6920">
                  <c:v>112.7812</c:v>
                </c:pt>
                <c:pt idx="6921">
                  <c:v>112.77839</c:v>
                </c:pt>
                <c:pt idx="6922">
                  <c:v>112.74397</c:v>
                </c:pt>
                <c:pt idx="6923">
                  <c:v>112.67574999999999</c:v>
                </c:pt>
                <c:pt idx="6924">
                  <c:v>112.5718</c:v>
                </c:pt>
                <c:pt idx="6925">
                  <c:v>112.42431000000001</c:v>
                </c:pt>
                <c:pt idx="6926">
                  <c:v>112.26345000000001</c:v>
                </c:pt>
                <c:pt idx="6927">
                  <c:v>112.09264</c:v>
                </c:pt>
                <c:pt idx="6928">
                  <c:v>111.94192</c:v>
                </c:pt>
                <c:pt idx="6929">
                  <c:v>111.89124</c:v>
                </c:pt>
                <c:pt idx="6930">
                  <c:v>111.99462</c:v>
                </c:pt>
                <c:pt idx="6931">
                  <c:v>112.16799</c:v>
                </c:pt>
                <c:pt idx="6932">
                  <c:v>112.34742</c:v>
                </c:pt>
                <c:pt idx="6933">
                  <c:v>112.45023999999999</c:v>
                </c:pt>
                <c:pt idx="6934">
                  <c:v>112.51291000000001</c:v>
                </c:pt>
                <c:pt idx="6935">
                  <c:v>112.62221</c:v>
                </c:pt>
                <c:pt idx="6936">
                  <c:v>112.75697</c:v>
                </c:pt>
                <c:pt idx="6937">
                  <c:v>112.87273999999999</c:v>
                </c:pt>
                <c:pt idx="6938">
                  <c:v>112.9669</c:v>
                </c:pt>
                <c:pt idx="6939">
                  <c:v>113.06023</c:v>
                </c:pt>
                <c:pt idx="6940">
                  <c:v>113.15957</c:v>
                </c:pt>
                <c:pt idx="6941">
                  <c:v>113.23975</c:v>
                </c:pt>
                <c:pt idx="6942">
                  <c:v>113.33674999999999</c:v>
                </c:pt>
                <c:pt idx="6943">
                  <c:v>113.40225</c:v>
                </c:pt>
                <c:pt idx="6944">
                  <c:v>113.49016</c:v>
                </c:pt>
                <c:pt idx="6945">
                  <c:v>113.57888</c:v>
                </c:pt>
                <c:pt idx="6946">
                  <c:v>113.64076</c:v>
                </c:pt>
                <c:pt idx="6947">
                  <c:v>113.67729</c:v>
                </c:pt>
                <c:pt idx="6948">
                  <c:v>113.6859</c:v>
                </c:pt>
                <c:pt idx="6949">
                  <c:v>113.70934</c:v>
                </c:pt>
                <c:pt idx="6950">
                  <c:v>113.78745000000001</c:v>
                </c:pt>
                <c:pt idx="6951">
                  <c:v>113.96581</c:v>
                </c:pt>
                <c:pt idx="6952">
                  <c:v>114.17522</c:v>
                </c:pt>
                <c:pt idx="6953">
                  <c:v>114.35464</c:v>
                </c:pt>
                <c:pt idx="6954">
                  <c:v>114.43546000000001</c:v>
                </c:pt>
                <c:pt idx="6955">
                  <c:v>114.38799</c:v>
                </c:pt>
                <c:pt idx="6956">
                  <c:v>114.26636999999999</c:v>
                </c:pt>
                <c:pt idx="6957">
                  <c:v>114.1955</c:v>
                </c:pt>
                <c:pt idx="6958">
                  <c:v>114.13754</c:v>
                </c:pt>
                <c:pt idx="6959">
                  <c:v>114.10079</c:v>
                </c:pt>
                <c:pt idx="6960">
                  <c:v>114.08974000000001</c:v>
                </c:pt>
                <c:pt idx="6961">
                  <c:v>114.0397</c:v>
                </c:pt>
                <c:pt idx="6962">
                  <c:v>113.94002999999999</c:v>
                </c:pt>
                <c:pt idx="6963">
                  <c:v>113.85118</c:v>
                </c:pt>
                <c:pt idx="6964">
                  <c:v>113.82713</c:v>
                </c:pt>
                <c:pt idx="6965">
                  <c:v>113.81536</c:v>
                </c:pt>
                <c:pt idx="6966">
                  <c:v>113.80831999999999</c:v>
                </c:pt>
                <c:pt idx="6967">
                  <c:v>113.78660000000001</c:v>
                </c:pt>
                <c:pt idx="6968">
                  <c:v>113.73421</c:v>
                </c:pt>
                <c:pt idx="6969">
                  <c:v>113.71442</c:v>
                </c:pt>
                <c:pt idx="6970">
                  <c:v>113.70711</c:v>
                </c:pt>
                <c:pt idx="6971">
                  <c:v>113.7252</c:v>
                </c:pt>
                <c:pt idx="6972">
                  <c:v>113.79292</c:v>
                </c:pt>
                <c:pt idx="6973">
                  <c:v>113.86623</c:v>
                </c:pt>
                <c:pt idx="6974">
                  <c:v>113.92576</c:v>
                </c:pt>
                <c:pt idx="6975">
                  <c:v>113.94667</c:v>
                </c:pt>
                <c:pt idx="6976">
                  <c:v>113.91381</c:v>
                </c:pt>
                <c:pt idx="6977">
                  <c:v>113.87305000000001</c:v>
                </c:pt>
                <c:pt idx="6978">
                  <c:v>113.85387</c:v>
                </c:pt>
                <c:pt idx="6979">
                  <c:v>113.78694</c:v>
                </c:pt>
                <c:pt idx="6980">
                  <c:v>113.68729999999999</c:v>
                </c:pt>
                <c:pt idx="6981">
                  <c:v>113.60854999999999</c:v>
                </c:pt>
                <c:pt idx="6982">
                  <c:v>113.59553</c:v>
                </c:pt>
                <c:pt idx="6983">
                  <c:v>113.58925000000001</c:v>
                </c:pt>
                <c:pt idx="6984">
                  <c:v>113.58392000000001</c:v>
                </c:pt>
                <c:pt idx="6985">
                  <c:v>113.57607</c:v>
                </c:pt>
                <c:pt idx="6986">
                  <c:v>113.54519999999999</c:v>
                </c:pt>
                <c:pt idx="6987">
                  <c:v>113.53319999999999</c:v>
                </c:pt>
                <c:pt idx="6988">
                  <c:v>113.56301999999999</c:v>
                </c:pt>
                <c:pt idx="6989">
                  <c:v>113.6427</c:v>
                </c:pt>
                <c:pt idx="6990">
                  <c:v>113.71120999999999</c:v>
                </c:pt>
                <c:pt idx="6991">
                  <c:v>113.74121</c:v>
                </c:pt>
                <c:pt idx="6992">
                  <c:v>113.72559</c:v>
                </c:pt>
                <c:pt idx="6993">
                  <c:v>113.72601</c:v>
                </c:pt>
                <c:pt idx="6994">
                  <c:v>113.76121999999999</c:v>
                </c:pt>
                <c:pt idx="6995">
                  <c:v>113.78413</c:v>
                </c:pt>
                <c:pt idx="6996">
                  <c:v>113.80279</c:v>
                </c:pt>
                <c:pt idx="6997">
                  <c:v>113.82046</c:v>
                </c:pt>
                <c:pt idx="6998">
                  <c:v>113.82837000000001</c:v>
                </c:pt>
                <c:pt idx="6999">
                  <c:v>113.80341</c:v>
                </c:pt>
                <c:pt idx="7000">
                  <c:v>113.75116</c:v>
                </c:pt>
                <c:pt idx="7001">
                  <c:v>113.71244</c:v>
                </c:pt>
                <c:pt idx="7002">
                  <c:v>113.69042</c:v>
                </c:pt>
                <c:pt idx="7003">
                  <c:v>113.68188000000001</c:v>
                </c:pt>
                <c:pt idx="7004">
                  <c:v>113.69396999999999</c:v>
                </c:pt>
                <c:pt idx="7005">
                  <c:v>113.72093</c:v>
                </c:pt>
                <c:pt idx="7006">
                  <c:v>113.74473</c:v>
                </c:pt>
                <c:pt idx="7007">
                  <c:v>113.7561</c:v>
                </c:pt>
                <c:pt idx="7008">
                  <c:v>113.78234</c:v>
                </c:pt>
                <c:pt idx="7009">
                  <c:v>113.85106</c:v>
                </c:pt>
                <c:pt idx="7010">
                  <c:v>113.93086</c:v>
                </c:pt>
                <c:pt idx="7011">
                  <c:v>114.04752999999999</c:v>
                </c:pt>
                <c:pt idx="7012">
                  <c:v>114.21836</c:v>
                </c:pt>
                <c:pt idx="7013">
                  <c:v>114.3738</c:v>
                </c:pt>
                <c:pt idx="7014">
                  <c:v>114.52649</c:v>
                </c:pt>
                <c:pt idx="7015">
                  <c:v>114.70138</c:v>
                </c:pt>
                <c:pt idx="7016">
                  <c:v>114.81931</c:v>
                </c:pt>
                <c:pt idx="7017">
                  <c:v>114.84875</c:v>
                </c:pt>
                <c:pt idx="7018">
                  <c:v>114.8336</c:v>
                </c:pt>
                <c:pt idx="7019">
                  <c:v>114.87884</c:v>
                </c:pt>
                <c:pt idx="7020">
                  <c:v>115.0878</c:v>
                </c:pt>
                <c:pt idx="7021">
                  <c:v>115.28048</c:v>
                </c:pt>
                <c:pt idx="7022">
                  <c:v>115.44532</c:v>
                </c:pt>
                <c:pt idx="7023">
                  <c:v>115.60762</c:v>
                </c:pt>
                <c:pt idx="7024">
                  <c:v>115.69925000000001</c:v>
                </c:pt>
                <c:pt idx="7025">
                  <c:v>115.75861</c:v>
                </c:pt>
                <c:pt idx="7026">
                  <c:v>115.80042</c:v>
                </c:pt>
                <c:pt idx="7027">
                  <c:v>115.84475999999999</c:v>
                </c:pt>
                <c:pt idx="7028">
                  <c:v>115.89309</c:v>
                </c:pt>
                <c:pt idx="7029">
                  <c:v>115.94286</c:v>
                </c:pt>
                <c:pt idx="7030">
                  <c:v>115.97638000000001</c:v>
                </c:pt>
                <c:pt idx="7031">
                  <c:v>115.96823000000001</c:v>
                </c:pt>
                <c:pt idx="7032">
                  <c:v>115.90582000000001</c:v>
                </c:pt>
                <c:pt idx="7033">
                  <c:v>115.95764</c:v>
                </c:pt>
                <c:pt idx="7034">
                  <c:v>116.08411</c:v>
                </c:pt>
                <c:pt idx="7035">
                  <c:v>116.18853</c:v>
                </c:pt>
                <c:pt idx="7036">
                  <c:v>116.25884000000001</c:v>
                </c:pt>
                <c:pt idx="7037">
                  <c:v>116.34441</c:v>
                </c:pt>
                <c:pt idx="7038">
                  <c:v>116.41638</c:v>
                </c:pt>
                <c:pt idx="7039">
                  <c:v>116.48116</c:v>
                </c:pt>
                <c:pt idx="7040">
                  <c:v>116.55315</c:v>
                </c:pt>
                <c:pt idx="7041">
                  <c:v>116.58642999999999</c:v>
                </c:pt>
                <c:pt idx="7042">
                  <c:v>116.51697</c:v>
                </c:pt>
                <c:pt idx="7043">
                  <c:v>116.47884000000001</c:v>
                </c:pt>
                <c:pt idx="7044">
                  <c:v>116.52969</c:v>
                </c:pt>
                <c:pt idx="7045">
                  <c:v>116.69582</c:v>
                </c:pt>
                <c:pt idx="7046">
                  <c:v>116.77493</c:v>
                </c:pt>
                <c:pt idx="7047">
                  <c:v>116.67825000000001</c:v>
                </c:pt>
                <c:pt idx="7048">
                  <c:v>116.5834</c:v>
                </c:pt>
                <c:pt idx="7049">
                  <c:v>116.54826</c:v>
                </c:pt>
                <c:pt idx="7050">
                  <c:v>116.52453</c:v>
                </c:pt>
                <c:pt idx="7051">
                  <c:v>116.47722</c:v>
                </c:pt>
                <c:pt idx="7052">
                  <c:v>116.46082</c:v>
                </c:pt>
                <c:pt idx="7053">
                  <c:v>116.46337</c:v>
                </c:pt>
                <c:pt idx="7054">
                  <c:v>116.4614</c:v>
                </c:pt>
                <c:pt idx="7055">
                  <c:v>116.50505</c:v>
                </c:pt>
                <c:pt idx="7056">
                  <c:v>116.59636999999999</c:v>
                </c:pt>
                <c:pt idx="7057">
                  <c:v>116.7587</c:v>
                </c:pt>
                <c:pt idx="7058">
                  <c:v>116.96872999999999</c:v>
                </c:pt>
                <c:pt idx="7059">
                  <c:v>117.12358</c:v>
                </c:pt>
                <c:pt idx="7060">
                  <c:v>117.16019</c:v>
                </c:pt>
                <c:pt idx="7061">
                  <c:v>117.06641999999999</c:v>
                </c:pt>
                <c:pt idx="7062">
                  <c:v>116.87166999999999</c:v>
                </c:pt>
                <c:pt idx="7063">
                  <c:v>116.68339</c:v>
                </c:pt>
                <c:pt idx="7064">
                  <c:v>116.53597000000001</c:v>
                </c:pt>
                <c:pt idx="7065">
                  <c:v>116.48183</c:v>
                </c:pt>
                <c:pt idx="7066">
                  <c:v>116.491</c:v>
                </c:pt>
                <c:pt idx="7067">
                  <c:v>116.52466</c:v>
                </c:pt>
                <c:pt idx="7068">
                  <c:v>116.59256000000001</c:v>
                </c:pt>
                <c:pt idx="7069">
                  <c:v>116.62151</c:v>
                </c:pt>
                <c:pt idx="7070">
                  <c:v>116.5838</c:v>
                </c:pt>
                <c:pt idx="7071">
                  <c:v>116.49778000000001</c:v>
                </c:pt>
                <c:pt idx="7072">
                  <c:v>116.37244</c:v>
                </c:pt>
                <c:pt idx="7073">
                  <c:v>116.2794</c:v>
                </c:pt>
                <c:pt idx="7074">
                  <c:v>116.24091</c:v>
                </c:pt>
                <c:pt idx="7075">
                  <c:v>116.22775</c:v>
                </c:pt>
                <c:pt idx="7076">
                  <c:v>116.23546</c:v>
                </c:pt>
                <c:pt idx="7077">
                  <c:v>116.28757</c:v>
                </c:pt>
                <c:pt idx="7078">
                  <c:v>116.41961999999999</c:v>
                </c:pt>
                <c:pt idx="7079">
                  <c:v>116.50483</c:v>
                </c:pt>
                <c:pt idx="7080">
                  <c:v>116.45740000000001</c:v>
                </c:pt>
                <c:pt idx="7081">
                  <c:v>116.38133999999999</c:v>
                </c:pt>
                <c:pt idx="7082">
                  <c:v>116.36069000000001</c:v>
                </c:pt>
                <c:pt idx="7083">
                  <c:v>116.38303000000001</c:v>
                </c:pt>
                <c:pt idx="7084">
                  <c:v>116.40938</c:v>
                </c:pt>
                <c:pt idx="7085">
                  <c:v>116.43723</c:v>
                </c:pt>
                <c:pt idx="7086">
                  <c:v>116.4708</c:v>
                </c:pt>
                <c:pt idx="7087">
                  <c:v>116.52645</c:v>
                </c:pt>
                <c:pt idx="7088">
                  <c:v>116.62157000000001</c:v>
                </c:pt>
                <c:pt idx="7089">
                  <c:v>116.73824999999999</c:v>
                </c:pt>
                <c:pt idx="7090">
                  <c:v>116.8644</c:v>
                </c:pt>
                <c:pt idx="7091">
                  <c:v>116.89675</c:v>
                </c:pt>
                <c:pt idx="7092">
                  <c:v>116.95873</c:v>
                </c:pt>
                <c:pt idx="7093">
                  <c:v>116.97865</c:v>
                </c:pt>
                <c:pt idx="7094">
                  <c:v>116.88667</c:v>
                </c:pt>
                <c:pt idx="7095">
                  <c:v>116.81031</c:v>
                </c:pt>
                <c:pt idx="7096">
                  <c:v>116.75184</c:v>
                </c:pt>
                <c:pt idx="7097">
                  <c:v>116.73095000000001</c:v>
                </c:pt>
                <c:pt idx="7098">
                  <c:v>116.84387</c:v>
                </c:pt>
                <c:pt idx="7099">
                  <c:v>116.97412</c:v>
                </c:pt>
                <c:pt idx="7100">
                  <c:v>117.10204</c:v>
                </c:pt>
                <c:pt idx="7101">
                  <c:v>117.18777</c:v>
                </c:pt>
                <c:pt idx="7102">
                  <c:v>117.24850000000001</c:v>
                </c:pt>
                <c:pt idx="7103">
                  <c:v>117.42019000000001</c:v>
                </c:pt>
                <c:pt idx="7104">
                  <c:v>117.57046</c:v>
                </c:pt>
                <c:pt idx="7105">
                  <c:v>117.64715</c:v>
                </c:pt>
                <c:pt idx="7106">
                  <c:v>117.61313</c:v>
                </c:pt>
                <c:pt idx="7107">
                  <c:v>117.50003</c:v>
                </c:pt>
                <c:pt idx="7108">
                  <c:v>117.29823</c:v>
                </c:pt>
                <c:pt idx="7109">
                  <c:v>117.05592</c:v>
                </c:pt>
                <c:pt idx="7110">
                  <c:v>116.81171999999999</c:v>
                </c:pt>
                <c:pt idx="7111">
                  <c:v>116.60275</c:v>
                </c:pt>
                <c:pt idx="7112">
                  <c:v>116.46217</c:v>
                </c:pt>
                <c:pt idx="7113">
                  <c:v>116.32886000000001</c:v>
                </c:pt>
                <c:pt idx="7114">
                  <c:v>116.19280000000001</c:v>
                </c:pt>
                <c:pt idx="7115">
                  <c:v>116.08187</c:v>
                </c:pt>
                <c:pt idx="7116">
                  <c:v>116.01804</c:v>
                </c:pt>
                <c:pt idx="7117">
                  <c:v>115.97986</c:v>
                </c:pt>
                <c:pt idx="7118">
                  <c:v>115.95721</c:v>
                </c:pt>
                <c:pt idx="7119">
                  <c:v>115.96998000000001</c:v>
                </c:pt>
                <c:pt idx="7120">
                  <c:v>116.00583</c:v>
                </c:pt>
                <c:pt idx="7121">
                  <c:v>116.02898</c:v>
                </c:pt>
                <c:pt idx="7122">
                  <c:v>116.03431999999999</c:v>
                </c:pt>
                <c:pt idx="7123">
                  <c:v>116.06236</c:v>
                </c:pt>
                <c:pt idx="7124">
                  <c:v>116.0939</c:v>
                </c:pt>
                <c:pt idx="7125">
                  <c:v>116.14014</c:v>
                </c:pt>
                <c:pt idx="7126">
                  <c:v>116.20104000000001</c:v>
                </c:pt>
                <c:pt idx="7127">
                  <c:v>116.28225999999999</c:v>
                </c:pt>
                <c:pt idx="7128">
                  <c:v>116.37736</c:v>
                </c:pt>
                <c:pt idx="7129">
                  <c:v>116.46117</c:v>
                </c:pt>
                <c:pt idx="7130">
                  <c:v>116.50793</c:v>
                </c:pt>
                <c:pt idx="7131">
                  <c:v>116.55822999999999</c:v>
                </c:pt>
                <c:pt idx="7132">
                  <c:v>116.61487</c:v>
                </c:pt>
                <c:pt idx="7133">
                  <c:v>116.67162999999999</c:v>
                </c:pt>
                <c:pt idx="7134">
                  <c:v>116.73953</c:v>
                </c:pt>
                <c:pt idx="7135">
                  <c:v>116.82323</c:v>
                </c:pt>
                <c:pt idx="7136">
                  <c:v>116.91598</c:v>
                </c:pt>
                <c:pt idx="7137">
                  <c:v>116.93723</c:v>
                </c:pt>
                <c:pt idx="7138">
                  <c:v>116.85478999999999</c:v>
                </c:pt>
                <c:pt idx="7139">
                  <c:v>116.74781</c:v>
                </c:pt>
                <c:pt idx="7140">
                  <c:v>116.70131000000001</c:v>
                </c:pt>
                <c:pt idx="7141">
                  <c:v>116.71987</c:v>
                </c:pt>
                <c:pt idx="7142">
                  <c:v>116.69846</c:v>
                </c:pt>
                <c:pt idx="7143">
                  <c:v>116.57427</c:v>
                </c:pt>
                <c:pt idx="7144">
                  <c:v>116.46567</c:v>
                </c:pt>
                <c:pt idx="7145">
                  <c:v>116.41673</c:v>
                </c:pt>
                <c:pt idx="7146">
                  <c:v>116.30965</c:v>
                </c:pt>
                <c:pt idx="7147">
                  <c:v>116.16567999999999</c:v>
                </c:pt>
                <c:pt idx="7148">
                  <c:v>116.092</c:v>
                </c:pt>
                <c:pt idx="7149">
                  <c:v>116.09304</c:v>
                </c:pt>
                <c:pt idx="7150">
                  <c:v>116.10876</c:v>
                </c:pt>
                <c:pt idx="7151">
                  <c:v>116.15044</c:v>
                </c:pt>
                <c:pt idx="7152">
                  <c:v>116.20944</c:v>
                </c:pt>
                <c:pt idx="7153">
                  <c:v>116.21465999999999</c:v>
                </c:pt>
                <c:pt idx="7154">
                  <c:v>116.22598000000001</c:v>
                </c:pt>
                <c:pt idx="7155">
                  <c:v>116.3297</c:v>
                </c:pt>
                <c:pt idx="7156">
                  <c:v>116.40561</c:v>
                </c:pt>
                <c:pt idx="7157">
                  <c:v>116.40725999999999</c:v>
                </c:pt>
                <c:pt idx="7158">
                  <c:v>116.42632</c:v>
                </c:pt>
                <c:pt idx="7159">
                  <c:v>116.49897</c:v>
                </c:pt>
                <c:pt idx="7160">
                  <c:v>116.59263</c:v>
                </c:pt>
                <c:pt idx="7161">
                  <c:v>116.63594999999999</c:v>
                </c:pt>
                <c:pt idx="7162">
                  <c:v>116.70695000000001</c:v>
                </c:pt>
                <c:pt idx="7163">
                  <c:v>116.74957000000001</c:v>
                </c:pt>
                <c:pt idx="7164">
                  <c:v>116.67252000000001</c:v>
                </c:pt>
                <c:pt idx="7165">
                  <c:v>116.56091000000001</c:v>
                </c:pt>
                <c:pt idx="7166">
                  <c:v>116.5356</c:v>
                </c:pt>
                <c:pt idx="7167">
                  <c:v>116.71317000000001</c:v>
                </c:pt>
                <c:pt idx="7168">
                  <c:v>116.88914</c:v>
                </c:pt>
                <c:pt idx="7169">
                  <c:v>116.98298</c:v>
                </c:pt>
                <c:pt idx="7170">
                  <c:v>117.02316999999999</c:v>
                </c:pt>
                <c:pt idx="7171">
                  <c:v>117.00315999999999</c:v>
                </c:pt>
                <c:pt idx="7172">
                  <c:v>117.03216999999999</c:v>
                </c:pt>
                <c:pt idx="7173">
                  <c:v>117.10982</c:v>
                </c:pt>
                <c:pt idx="7174">
                  <c:v>117.14155</c:v>
                </c:pt>
                <c:pt idx="7175">
                  <c:v>117.11360000000001</c:v>
                </c:pt>
                <c:pt idx="7176">
                  <c:v>117.11369000000001</c:v>
                </c:pt>
                <c:pt idx="7177">
                  <c:v>117.14006000000001</c:v>
                </c:pt>
                <c:pt idx="7178">
                  <c:v>117.14089</c:v>
                </c:pt>
                <c:pt idx="7179">
                  <c:v>117.09083</c:v>
                </c:pt>
                <c:pt idx="7180">
                  <c:v>116.97345</c:v>
                </c:pt>
                <c:pt idx="7181">
                  <c:v>116.89015999999999</c:v>
                </c:pt>
                <c:pt idx="7182">
                  <c:v>116.87092</c:v>
                </c:pt>
                <c:pt idx="7183">
                  <c:v>116.92845</c:v>
                </c:pt>
                <c:pt idx="7184">
                  <c:v>117.01147</c:v>
                </c:pt>
                <c:pt idx="7185">
                  <c:v>117.06701</c:v>
                </c:pt>
                <c:pt idx="7186">
                  <c:v>117.13679</c:v>
                </c:pt>
                <c:pt idx="7187">
                  <c:v>117.20482</c:v>
                </c:pt>
                <c:pt idx="7188">
                  <c:v>117.23036999999999</c:v>
                </c:pt>
                <c:pt idx="7189">
                  <c:v>117.22375</c:v>
                </c:pt>
                <c:pt idx="7190">
                  <c:v>117.20004</c:v>
                </c:pt>
                <c:pt idx="7191">
                  <c:v>117.1648</c:v>
                </c:pt>
                <c:pt idx="7192">
                  <c:v>117.12231</c:v>
                </c:pt>
                <c:pt idx="7193">
                  <c:v>117.07122</c:v>
                </c:pt>
                <c:pt idx="7194">
                  <c:v>117.01295</c:v>
                </c:pt>
                <c:pt idx="7195">
                  <c:v>116.98557</c:v>
                </c:pt>
                <c:pt idx="7196">
                  <c:v>116.96588</c:v>
                </c:pt>
                <c:pt idx="7197">
                  <c:v>116.9734</c:v>
                </c:pt>
                <c:pt idx="7198">
                  <c:v>116.99644000000001</c:v>
                </c:pt>
                <c:pt idx="7199">
                  <c:v>117.03010999999999</c:v>
                </c:pt>
                <c:pt idx="7200">
                  <c:v>117.08087999999999</c:v>
                </c:pt>
                <c:pt idx="7201">
                  <c:v>117.1507</c:v>
                </c:pt>
                <c:pt idx="7202">
                  <c:v>117.21465999999999</c:v>
                </c:pt>
                <c:pt idx="7203">
                  <c:v>117.26233999999999</c:v>
                </c:pt>
                <c:pt idx="7204">
                  <c:v>117.29558</c:v>
                </c:pt>
                <c:pt idx="7205">
                  <c:v>117.31641999999999</c:v>
                </c:pt>
                <c:pt idx="7206">
                  <c:v>117.33411</c:v>
                </c:pt>
                <c:pt idx="7207">
                  <c:v>117.36642000000001</c:v>
                </c:pt>
                <c:pt idx="7208">
                  <c:v>117.41322</c:v>
                </c:pt>
                <c:pt idx="7209">
                  <c:v>117.47554</c:v>
                </c:pt>
                <c:pt idx="7210">
                  <c:v>117.55484</c:v>
                </c:pt>
                <c:pt idx="7211">
                  <c:v>117.642</c:v>
                </c:pt>
                <c:pt idx="7212">
                  <c:v>117.75503</c:v>
                </c:pt>
                <c:pt idx="7213">
                  <c:v>117.85078</c:v>
                </c:pt>
                <c:pt idx="7214">
                  <c:v>117.93485</c:v>
                </c:pt>
                <c:pt idx="7215">
                  <c:v>118.02030999999999</c:v>
                </c:pt>
                <c:pt idx="7216">
                  <c:v>118.09994</c:v>
                </c:pt>
                <c:pt idx="7217">
                  <c:v>118.1451</c:v>
                </c:pt>
                <c:pt idx="7218">
                  <c:v>118.20518</c:v>
                </c:pt>
                <c:pt idx="7219">
                  <c:v>118.26639</c:v>
                </c:pt>
                <c:pt idx="7220">
                  <c:v>118.27921000000001</c:v>
                </c:pt>
                <c:pt idx="7221">
                  <c:v>118.24155</c:v>
                </c:pt>
                <c:pt idx="7222">
                  <c:v>118.17635</c:v>
                </c:pt>
                <c:pt idx="7223">
                  <c:v>118.10439</c:v>
                </c:pt>
                <c:pt idx="7224">
                  <c:v>118.04273000000001</c:v>
                </c:pt>
                <c:pt idx="7225">
                  <c:v>117.98639</c:v>
                </c:pt>
                <c:pt idx="7226">
                  <c:v>117.93652</c:v>
                </c:pt>
                <c:pt idx="7227">
                  <c:v>117.89543</c:v>
                </c:pt>
                <c:pt idx="7228">
                  <c:v>117.87227</c:v>
                </c:pt>
                <c:pt idx="7229">
                  <c:v>117.85597</c:v>
                </c:pt>
                <c:pt idx="7230">
                  <c:v>117.83083999999999</c:v>
                </c:pt>
                <c:pt idx="7231">
                  <c:v>117.80474</c:v>
                </c:pt>
                <c:pt idx="7232">
                  <c:v>117.78323</c:v>
                </c:pt>
                <c:pt idx="7233">
                  <c:v>117.7501</c:v>
                </c:pt>
                <c:pt idx="7234">
                  <c:v>117.69241</c:v>
                </c:pt>
                <c:pt idx="7235">
                  <c:v>117.62173</c:v>
                </c:pt>
                <c:pt idx="7236">
                  <c:v>117.54729</c:v>
                </c:pt>
                <c:pt idx="7237">
                  <c:v>117.47243</c:v>
                </c:pt>
                <c:pt idx="7238">
                  <c:v>117.41114</c:v>
                </c:pt>
                <c:pt idx="7239">
                  <c:v>117.37442</c:v>
                </c:pt>
                <c:pt idx="7240">
                  <c:v>117.37746</c:v>
                </c:pt>
                <c:pt idx="7241">
                  <c:v>117.41358</c:v>
                </c:pt>
                <c:pt idx="7242">
                  <c:v>117.48851999999999</c:v>
                </c:pt>
                <c:pt idx="7243">
                  <c:v>117.60526</c:v>
                </c:pt>
                <c:pt idx="7244">
                  <c:v>117.74651</c:v>
                </c:pt>
                <c:pt idx="7245">
                  <c:v>117.88789</c:v>
                </c:pt>
                <c:pt idx="7246">
                  <c:v>118.00501</c:v>
                </c:pt>
                <c:pt idx="7247">
                  <c:v>118.0904</c:v>
                </c:pt>
                <c:pt idx="7248">
                  <c:v>118.14626</c:v>
                </c:pt>
                <c:pt idx="7249">
                  <c:v>118.17552999999999</c:v>
                </c:pt>
                <c:pt idx="7250">
                  <c:v>118.20197</c:v>
                </c:pt>
                <c:pt idx="7251">
                  <c:v>118.23112</c:v>
                </c:pt>
                <c:pt idx="7252">
                  <c:v>118.25573</c:v>
                </c:pt>
                <c:pt idx="7253">
                  <c:v>118.28001</c:v>
                </c:pt>
                <c:pt idx="7254">
                  <c:v>118.31010000000001</c:v>
                </c:pt>
                <c:pt idx="7255">
                  <c:v>118.35380000000001</c:v>
                </c:pt>
                <c:pt idx="7256">
                  <c:v>118.40582000000001</c:v>
                </c:pt>
                <c:pt idx="7257">
                  <c:v>118.46062000000001</c:v>
                </c:pt>
                <c:pt idx="7258">
                  <c:v>118.52637</c:v>
                </c:pt>
                <c:pt idx="7259">
                  <c:v>118.58942999999999</c:v>
                </c:pt>
                <c:pt idx="7260">
                  <c:v>118.63683</c:v>
                </c:pt>
                <c:pt idx="7261">
                  <c:v>118.6841</c:v>
                </c:pt>
                <c:pt idx="7262">
                  <c:v>118.7225</c:v>
                </c:pt>
                <c:pt idx="7263">
                  <c:v>118.75648</c:v>
                </c:pt>
                <c:pt idx="7264">
                  <c:v>118.78004</c:v>
                </c:pt>
                <c:pt idx="7265">
                  <c:v>118.54794</c:v>
                </c:pt>
                <c:pt idx="7266">
                  <c:v>118.33541</c:v>
                </c:pt>
                <c:pt idx="7267">
                  <c:v>118.18922999999999</c:v>
                </c:pt>
                <c:pt idx="7268">
                  <c:v>118.10959</c:v>
                </c:pt>
                <c:pt idx="7269">
                  <c:v>118.04773</c:v>
                </c:pt>
                <c:pt idx="7270">
                  <c:v>117.95972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39AD-47F2-B4DB-536D3878BB77}"/>
            </c:ext>
          </c:extLst>
        </c:ser>
        <c:ser>
          <c:idx val="5"/>
          <c:order val="5"/>
          <c:tx>
            <c:strRef>
              <c:f>'DL-Model'!$U$1</c:f>
              <c:strCache>
                <c:ptCount val="1"/>
                <c:pt idx="0">
                  <c:v>T_st_pred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'DL-Model'!$U$2:$U$7272</c:f>
              <c:numCache>
                <c:formatCode>General</c:formatCode>
                <c:ptCount val="7271"/>
                <c:pt idx="0">
                  <c:v>38.840156999999998</c:v>
                </c:pt>
                <c:pt idx="1">
                  <c:v>39.837406000000001</c:v>
                </c:pt>
                <c:pt idx="2">
                  <c:v>40.155006</c:v>
                </c:pt>
                <c:pt idx="3">
                  <c:v>40.005383000000002</c:v>
                </c:pt>
                <c:pt idx="4">
                  <c:v>40.152023</c:v>
                </c:pt>
                <c:pt idx="5">
                  <c:v>40.451458000000002</c:v>
                </c:pt>
                <c:pt idx="6">
                  <c:v>40.595573000000002</c:v>
                </c:pt>
                <c:pt idx="7">
                  <c:v>40.374336</c:v>
                </c:pt>
                <c:pt idx="8">
                  <c:v>39.891173999999999</c:v>
                </c:pt>
                <c:pt idx="9">
                  <c:v>39.293349999999997</c:v>
                </c:pt>
                <c:pt idx="10">
                  <c:v>38.582787000000003</c:v>
                </c:pt>
                <c:pt idx="11">
                  <c:v>37.817722000000003</c:v>
                </c:pt>
                <c:pt idx="12">
                  <c:v>37.063704999999999</c:v>
                </c:pt>
                <c:pt idx="13">
                  <c:v>36.438374000000003</c:v>
                </c:pt>
                <c:pt idx="14">
                  <c:v>35.986462000000003</c:v>
                </c:pt>
                <c:pt idx="15">
                  <c:v>36.164313999999997</c:v>
                </c:pt>
                <c:pt idx="16">
                  <c:v>36.178764000000001</c:v>
                </c:pt>
                <c:pt idx="17">
                  <c:v>36.054523000000003</c:v>
                </c:pt>
                <c:pt idx="18">
                  <c:v>36.163012999999999</c:v>
                </c:pt>
                <c:pt idx="19">
                  <c:v>36.643497000000004</c:v>
                </c:pt>
                <c:pt idx="20">
                  <c:v>36.862296999999998</c:v>
                </c:pt>
                <c:pt idx="21">
                  <c:v>36.464267999999997</c:v>
                </c:pt>
                <c:pt idx="22">
                  <c:v>36.018020999999997</c:v>
                </c:pt>
                <c:pt idx="23">
                  <c:v>36.100127999999998</c:v>
                </c:pt>
                <c:pt idx="24">
                  <c:v>36.976494000000002</c:v>
                </c:pt>
                <c:pt idx="25">
                  <c:v>37.208613999999997</c:v>
                </c:pt>
                <c:pt idx="26">
                  <c:v>37.415320999999999</c:v>
                </c:pt>
                <c:pt idx="27">
                  <c:v>38.178058999999998</c:v>
                </c:pt>
                <c:pt idx="28">
                  <c:v>38.767215999999998</c:v>
                </c:pt>
                <c:pt idx="29">
                  <c:v>38.857070999999998</c:v>
                </c:pt>
                <c:pt idx="30">
                  <c:v>38.988838000000001</c:v>
                </c:pt>
                <c:pt idx="31">
                  <c:v>39.382812999999999</c:v>
                </c:pt>
                <c:pt idx="32">
                  <c:v>40.008223999999998</c:v>
                </c:pt>
                <c:pt idx="33">
                  <c:v>40.531322000000003</c:v>
                </c:pt>
                <c:pt idx="34">
                  <c:v>40.699798999999999</c:v>
                </c:pt>
                <c:pt idx="35">
                  <c:v>40.595790999999998</c:v>
                </c:pt>
                <c:pt idx="36">
                  <c:v>40.322861000000003</c:v>
                </c:pt>
                <c:pt idx="37">
                  <c:v>39.861572000000002</c:v>
                </c:pt>
                <c:pt idx="38">
                  <c:v>39.555714000000002</c:v>
                </c:pt>
                <c:pt idx="39">
                  <c:v>39.294037000000003</c:v>
                </c:pt>
                <c:pt idx="40">
                  <c:v>38.89658</c:v>
                </c:pt>
                <c:pt idx="41">
                  <c:v>38.984622999999999</c:v>
                </c:pt>
                <c:pt idx="42">
                  <c:v>39.439414999999997</c:v>
                </c:pt>
                <c:pt idx="43">
                  <c:v>39.734245000000001</c:v>
                </c:pt>
                <c:pt idx="44">
                  <c:v>39.816974999999999</c:v>
                </c:pt>
                <c:pt idx="45">
                  <c:v>39.660969000000001</c:v>
                </c:pt>
                <c:pt idx="46">
                  <c:v>39.523040999999999</c:v>
                </c:pt>
                <c:pt idx="47">
                  <c:v>39.25967</c:v>
                </c:pt>
                <c:pt idx="48">
                  <c:v>38.799511000000003</c:v>
                </c:pt>
                <c:pt idx="49">
                  <c:v>39.208754999999996</c:v>
                </c:pt>
                <c:pt idx="50">
                  <c:v>40.269741000000003</c:v>
                </c:pt>
                <c:pt idx="51">
                  <c:v>40.896766999999997</c:v>
                </c:pt>
                <c:pt idx="52">
                  <c:v>41.458035000000002</c:v>
                </c:pt>
                <c:pt idx="53">
                  <c:v>41.924286000000002</c:v>
                </c:pt>
                <c:pt idx="54">
                  <c:v>42.003399000000002</c:v>
                </c:pt>
                <c:pt idx="55">
                  <c:v>41.931736000000001</c:v>
                </c:pt>
                <c:pt idx="56">
                  <c:v>41.638336000000002</c:v>
                </c:pt>
                <c:pt idx="57">
                  <c:v>41.229984000000002</c:v>
                </c:pt>
                <c:pt idx="58">
                  <c:v>40.810142999999997</c:v>
                </c:pt>
                <c:pt idx="59">
                  <c:v>40.410423000000002</c:v>
                </c:pt>
                <c:pt idx="60">
                  <c:v>40.080356999999999</c:v>
                </c:pt>
                <c:pt idx="61">
                  <c:v>40.075302000000001</c:v>
                </c:pt>
                <c:pt idx="62">
                  <c:v>40.037838000000001</c:v>
                </c:pt>
                <c:pt idx="63">
                  <c:v>39.936236999999998</c:v>
                </c:pt>
                <c:pt idx="64">
                  <c:v>39.937843000000001</c:v>
                </c:pt>
                <c:pt idx="65">
                  <c:v>39.894753000000001</c:v>
                </c:pt>
                <c:pt idx="66">
                  <c:v>40.092219999999998</c:v>
                </c:pt>
                <c:pt idx="67">
                  <c:v>40.576369999999997</c:v>
                </c:pt>
                <c:pt idx="68">
                  <c:v>41.422835999999997</c:v>
                </c:pt>
                <c:pt idx="69">
                  <c:v>42.243847000000002</c:v>
                </c:pt>
                <c:pt idx="70">
                  <c:v>42.552154999999999</c:v>
                </c:pt>
                <c:pt idx="71">
                  <c:v>42.583820000000003</c:v>
                </c:pt>
                <c:pt idx="72">
                  <c:v>42.583584000000002</c:v>
                </c:pt>
                <c:pt idx="73">
                  <c:v>42.202522000000002</c:v>
                </c:pt>
                <c:pt idx="74">
                  <c:v>41.866504999999997</c:v>
                </c:pt>
                <c:pt idx="75">
                  <c:v>41.791401</c:v>
                </c:pt>
                <c:pt idx="76">
                  <c:v>41.775162000000002</c:v>
                </c:pt>
                <c:pt idx="77">
                  <c:v>41.603394000000002</c:v>
                </c:pt>
                <c:pt idx="78">
                  <c:v>41.130184</c:v>
                </c:pt>
                <c:pt idx="79">
                  <c:v>40.647098999999997</c:v>
                </c:pt>
                <c:pt idx="80">
                  <c:v>40.573948000000001</c:v>
                </c:pt>
                <c:pt idx="81">
                  <c:v>40.825705999999997</c:v>
                </c:pt>
                <c:pt idx="82">
                  <c:v>41.389800999999999</c:v>
                </c:pt>
                <c:pt idx="83">
                  <c:v>41.990402000000003</c:v>
                </c:pt>
                <c:pt idx="84">
                  <c:v>42.268783999999997</c:v>
                </c:pt>
                <c:pt idx="85">
                  <c:v>42.501423000000003</c:v>
                </c:pt>
                <c:pt idx="86">
                  <c:v>42.698974999999997</c:v>
                </c:pt>
                <c:pt idx="87">
                  <c:v>42.967449000000002</c:v>
                </c:pt>
                <c:pt idx="88">
                  <c:v>43.189323000000002</c:v>
                </c:pt>
                <c:pt idx="89">
                  <c:v>43.041710000000002</c:v>
                </c:pt>
                <c:pt idx="90">
                  <c:v>42.756926999999997</c:v>
                </c:pt>
                <c:pt idx="91">
                  <c:v>42.505119000000001</c:v>
                </c:pt>
                <c:pt idx="92">
                  <c:v>42.156185000000001</c:v>
                </c:pt>
                <c:pt idx="93">
                  <c:v>42.057453000000002</c:v>
                </c:pt>
                <c:pt idx="94">
                  <c:v>42.154305000000001</c:v>
                </c:pt>
                <c:pt idx="95">
                  <c:v>42.104548999999999</c:v>
                </c:pt>
                <c:pt idx="96">
                  <c:v>41.974688999999998</c:v>
                </c:pt>
                <c:pt idx="97">
                  <c:v>42.072166000000003</c:v>
                </c:pt>
                <c:pt idx="98">
                  <c:v>42.180706000000001</c:v>
                </c:pt>
                <c:pt idx="99">
                  <c:v>42.300808000000004</c:v>
                </c:pt>
                <c:pt idx="100">
                  <c:v>42.254607999999998</c:v>
                </c:pt>
                <c:pt idx="101">
                  <c:v>42.374447000000004</c:v>
                </c:pt>
                <c:pt idx="102">
                  <c:v>42.856327</c:v>
                </c:pt>
                <c:pt idx="103">
                  <c:v>43.511825999999999</c:v>
                </c:pt>
                <c:pt idx="104">
                  <c:v>43.839843999999999</c:v>
                </c:pt>
                <c:pt idx="105">
                  <c:v>43.671894000000002</c:v>
                </c:pt>
                <c:pt idx="106">
                  <c:v>43.272629000000002</c:v>
                </c:pt>
                <c:pt idx="107">
                  <c:v>43.366917000000001</c:v>
                </c:pt>
                <c:pt idx="108">
                  <c:v>43.642356999999997</c:v>
                </c:pt>
                <c:pt idx="109">
                  <c:v>44.053066000000001</c:v>
                </c:pt>
                <c:pt idx="110">
                  <c:v>44.686157000000001</c:v>
                </c:pt>
                <c:pt idx="111">
                  <c:v>45.276969999999999</c:v>
                </c:pt>
                <c:pt idx="112">
                  <c:v>45.380668999999997</c:v>
                </c:pt>
                <c:pt idx="113">
                  <c:v>45.139468999999998</c:v>
                </c:pt>
                <c:pt idx="114">
                  <c:v>44.792149000000002</c:v>
                </c:pt>
                <c:pt idx="115">
                  <c:v>44.664921</c:v>
                </c:pt>
                <c:pt idx="116">
                  <c:v>44.754921000000003</c:v>
                </c:pt>
                <c:pt idx="117">
                  <c:v>44.747233999999999</c:v>
                </c:pt>
                <c:pt idx="118">
                  <c:v>44.559288000000002</c:v>
                </c:pt>
                <c:pt idx="119">
                  <c:v>44.436881999999997</c:v>
                </c:pt>
                <c:pt idx="120">
                  <c:v>44.311095999999999</c:v>
                </c:pt>
                <c:pt idx="121">
                  <c:v>44.310295000000004</c:v>
                </c:pt>
                <c:pt idx="122">
                  <c:v>44.343231000000003</c:v>
                </c:pt>
                <c:pt idx="123">
                  <c:v>44.280659</c:v>
                </c:pt>
                <c:pt idx="124">
                  <c:v>44.051071</c:v>
                </c:pt>
                <c:pt idx="125">
                  <c:v>43.308650999999998</c:v>
                </c:pt>
                <c:pt idx="126">
                  <c:v>42.143245999999998</c:v>
                </c:pt>
                <c:pt idx="127">
                  <c:v>44.694716999999997</c:v>
                </c:pt>
                <c:pt idx="128">
                  <c:v>47.783852000000003</c:v>
                </c:pt>
                <c:pt idx="129">
                  <c:v>50.185172999999999</c:v>
                </c:pt>
                <c:pt idx="130">
                  <c:v>51.563991999999999</c:v>
                </c:pt>
                <c:pt idx="131">
                  <c:v>51.993724999999998</c:v>
                </c:pt>
                <c:pt idx="132">
                  <c:v>51.658175999999997</c:v>
                </c:pt>
                <c:pt idx="133">
                  <c:v>51.290877999999999</c:v>
                </c:pt>
                <c:pt idx="134">
                  <c:v>51.524909999999998</c:v>
                </c:pt>
                <c:pt idx="135">
                  <c:v>51.555328000000003</c:v>
                </c:pt>
                <c:pt idx="136">
                  <c:v>51.371386999999999</c:v>
                </c:pt>
                <c:pt idx="137">
                  <c:v>51.183242999999997</c:v>
                </c:pt>
                <c:pt idx="138">
                  <c:v>50.992840000000001</c:v>
                </c:pt>
                <c:pt idx="139">
                  <c:v>50.889408000000003</c:v>
                </c:pt>
                <c:pt idx="140">
                  <c:v>50.777785999999999</c:v>
                </c:pt>
                <c:pt idx="141">
                  <c:v>50.708976999999997</c:v>
                </c:pt>
                <c:pt idx="142">
                  <c:v>50.768250000000002</c:v>
                </c:pt>
                <c:pt idx="143">
                  <c:v>50.832939000000003</c:v>
                </c:pt>
                <c:pt idx="144">
                  <c:v>50.771317000000003</c:v>
                </c:pt>
                <c:pt idx="145">
                  <c:v>50.716186999999998</c:v>
                </c:pt>
                <c:pt idx="146">
                  <c:v>50.624538000000001</c:v>
                </c:pt>
                <c:pt idx="147">
                  <c:v>50.326416000000002</c:v>
                </c:pt>
                <c:pt idx="148">
                  <c:v>50.335194000000001</c:v>
                </c:pt>
                <c:pt idx="149">
                  <c:v>50.557445999999999</c:v>
                </c:pt>
                <c:pt idx="150">
                  <c:v>50.259219999999999</c:v>
                </c:pt>
                <c:pt idx="151">
                  <c:v>49.977817999999999</c:v>
                </c:pt>
                <c:pt idx="152">
                  <c:v>50.453876000000001</c:v>
                </c:pt>
                <c:pt idx="153">
                  <c:v>50.733649999999997</c:v>
                </c:pt>
                <c:pt idx="154">
                  <c:v>50.920226999999997</c:v>
                </c:pt>
                <c:pt idx="155">
                  <c:v>50.811363</c:v>
                </c:pt>
                <c:pt idx="156">
                  <c:v>50.255034999999999</c:v>
                </c:pt>
                <c:pt idx="157">
                  <c:v>49.888312999999997</c:v>
                </c:pt>
                <c:pt idx="158">
                  <c:v>49.776318000000003</c:v>
                </c:pt>
                <c:pt idx="159">
                  <c:v>49.986832</c:v>
                </c:pt>
                <c:pt idx="160">
                  <c:v>50.350079000000001</c:v>
                </c:pt>
                <c:pt idx="161">
                  <c:v>50.454104999999998</c:v>
                </c:pt>
                <c:pt idx="162">
                  <c:v>50.422339999999998</c:v>
                </c:pt>
                <c:pt idx="163">
                  <c:v>50.571007000000002</c:v>
                </c:pt>
                <c:pt idx="164">
                  <c:v>50.629738000000003</c:v>
                </c:pt>
                <c:pt idx="165">
                  <c:v>50.584339</c:v>
                </c:pt>
                <c:pt idx="166">
                  <c:v>50.634028999999998</c:v>
                </c:pt>
                <c:pt idx="167">
                  <c:v>50.751201999999999</c:v>
                </c:pt>
                <c:pt idx="168">
                  <c:v>50.928429000000001</c:v>
                </c:pt>
                <c:pt idx="169">
                  <c:v>51.103081000000003</c:v>
                </c:pt>
                <c:pt idx="170">
                  <c:v>50.915371</c:v>
                </c:pt>
                <c:pt idx="171">
                  <c:v>50.850417999999998</c:v>
                </c:pt>
                <c:pt idx="172">
                  <c:v>50.863827000000001</c:v>
                </c:pt>
                <c:pt idx="173">
                  <c:v>50.983283999999998</c:v>
                </c:pt>
                <c:pt idx="174">
                  <c:v>51.101410000000001</c:v>
                </c:pt>
                <c:pt idx="175">
                  <c:v>51.183743</c:v>
                </c:pt>
                <c:pt idx="176">
                  <c:v>51.259968000000001</c:v>
                </c:pt>
                <c:pt idx="177">
                  <c:v>51.339806000000003</c:v>
                </c:pt>
                <c:pt idx="178">
                  <c:v>51.423831999999997</c:v>
                </c:pt>
                <c:pt idx="179">
                  <c:v>51.413414000000003</c:v>
                </c:pt>
                <c:pt idx="180">
                  <c:v>51.376595000000002</c:v>
                </c:pt>
                <c:pt idx="181">
                  <c:v>51.390006999999997</c:v>
                </c:pt>
                <c:pt idx="182">
                  <c:v>51.374668</c:v>
                </c:pt>
                <c:pt idx="183">
                  <c:v>51.715473000000003</c:v>
                </c:pt>
                <c:pt idx="184">
                  <c:v>51.704020999999997</c:v>
                </c:pt>
                <c:pt idx="185">
                  <c:v>51.384300000000003</c:v>
                </c:pt>
                <c:pt idx="186">
                  <c:v>51.159401000000003</c:v>
                </c:pt>
                <c:pt idx="187">
                  <c:v>51.068103999999998</c:v>
                </c:pt>
                <c:pt idx="188">
                  <c:v>51.178283999999998</c:v>
                </c:pt>
                <c:pt idx="189">
                  <c:v>51.506247999999999</c:v>
                </c:pt>
                <c:pt idx="190">
                  <c:v>52.043166999999997</c:v>
                </c:pt>
                <c:pt idx="191">
                  <c:v>52.242503999999997</c:v>
                </c:pt>
                <c:pt idx="192">
                  <c:v>52.061588</c:v>
                </c:pt>
                <c:pt idx="193">
                  <c:v>52.055118999999998</c:v>
                </c:pt>
                <c:pt idx="194">
                  <c:v>52.299435000000003</c:v>
                </c:pt>
                <c:pt idx="195">
                  <c:v>52.442715</c:v>
                </c:pt>
                <c:pt idx="196">
                  <c:v>52.506027000000003</c:v>
                </c:pt>
                <c:pt idx="197">
                  <c:v>52.692492999999999</c:v>
                </c:pt>
                <c:pt idx="198">
                  <c:v>53.058726999999998</c:v>
                </c:pt>
                <c:pt idx="199">
                  <c:v>53.171574</c:v>
                </c:pt>
                <c:pt idx="200">
                  <c:v>52.902782000000002</c:v>
                </c:pt>
                <c:pt idx="201">
                  <c:v>52.805411999999997</c:v>
                </c:pt>
                <c:pt idx="202">
                  <c:v>52.806663999999998</c:v>
                </c:pt>
                <c:pt idx="203">
                  <c:v>52.329334000000003</c:v>
                </c:pt>
                <c:pt idx="204">
                  <c:v>52.031063000000003</c:v>
                </c:pt>
                <c:pt idx="205">
                  <c:v>52.216965000000002</c:v>
                </c:pt>
                <c:pt idx="206">
                  <c:v>52.394089000000001</c:v>
                </c:pt>
                <c:pt idx="207">
                  <c:v>52.415427999999999</c:v>
                </c:pt>
                <c:pt idx="208">
                  <c:v>52.464474000000003</c:v>
                </c:pt>
                <c:pt idx="209">
                  <c:v>52.488517999999999</c:v>
                </c:pt>
                <c:pt idx="210">
                  <c:v>52.52713</c:v>
                </c:pt>
                <c:pt idx="211">
                  <c:v>52.553843999999998</c:v>
                </c:pt>
                <c:pt idx="212">
                  <c:v>52.739105000000002</c:v>
                </c:pt>
                <c:pt idx="213">
                  <c:v>52.889046</c:v>
                </c:pt>
                <c:pt idx="214">
                  <c:v>52.91328</c:v>
                </c:pt>
                <c:pt idx="215">
                  <c:v>52.86956</c:v>
                </c:pt>
                <c:pt idx="216">
                  <c:v>52.875945999999999</c:v>
                </c:pt>
                <c:pt idx="217">
                  <c:v>53.016314999999999</c:v>
                </c:pt>
                <c:pt idx="218">
                  <c:v>52.861362</c:v>
                </c:pt>
                <c:pt idx="219">
                  <c:v>52.576134000000003</c:v>
                </c:pt>
                <c:pt idx="220">
                  <c:v>52.487499</c:v>
                </c:pt>
                <c:pt idx="221">
                  <c:v>52.705092999999998</c:v>
                </c:pt>
                <c:pt idx="222">
                  <c:v>52.827266999999999</c:v>
                </c:pt>
                <c:pt idx="223">
                  <c:v>52.591602000000002</c:v>
                </c:pt>
                <c:pt idx="224">
                  <c:v>52.748745</c:v>
                </c:pt>
                <c:pt idx="225">
                  <c:v>53.031188999999998</c:v>
                </c:pt>
                <c:pt idx="226">
                  <c:v>53.238770000000002</c:v>
                </c:pt>
                <c:pt idx="227">
                  <c:v>53.187576</c:v>
                </c:pt>
                <c:pt idx="228">
                  <c:v>53.193919999999999</c:v>
                </c:pt>
                <c:pt idx="229">
                  <c:v>53.257297999999999</c:v>
                </c:pt>
                <c:pt idx="230">
                  <c:v>53.282398000000001</c:v>
                </c:pt>
                <c:pt idx="231">
                  <c:v>53.370522000000001</c:v>
                </c:pt>
                <c:pt idx="232">
                  <c:v>53.531211999999996</c:v>
                </c:pt>
                <c:pt idx="233">
                  <c:v>53.483615999999998</c:v>
                </c:pt>
                <c:pt idx="234">
                  <c:v>53.382412000000002</c:v>
                </c:pt>
                <c:pt idx="235">
                  <c:v>53.696629000000001</c:v>
                </c:pt>
                <c:pt idx="236">
                  <c:v>53.963729999999998</c:v>
                </c:pt>
                <c:pt idx="237">
                  <c:v>54.002274</c:v>
                </c:pt>
                <c:pt idx="238">
                  <c:v>53.821204999999999</c:v>
                </c:pt>
                <c:pt idx="239">
                  <c:v>53.581429</c:v>
                </c:pt>
                <c:pt idx="240">
                  <c:v>53.524261000000003</c:v>
                </c:pt>
                <c:pt idx="241">
                  <c:v>53.409877999999999</c:v>
                </c:pt>
                <c:pt idx="242">
                  <c:v>53.154651999999999</c:v>
                </c:pt>
                <c:pt idx="243">
                  <c:v>53.188727999999998</c:v>
                </c:pt>
                <c:pt idx="244">
                  <c:v>53.302543999999997</c:v>
                </c:pt>
                <c:pt idx="245">
                  <c:v>53.768805999999998</c:v>
                </c:pt>
                <c:pt idx="246">
                  <c:v>54.175536999999998</c:v>
                </c:pt>
                <c:pt idx="247">
                  <c:v>53.970314000000002</c:v>
                </c:pt>
                <c:pt idx="248">
                  <c:v>53.485954</c:v>
                </c:pt>
                <c:pt idx="249">
                  <c:v>53.422066000000001</c:v>
                </c:pt>
                <c:pt idx="250">
                  <c:v>53.723747000000003</c:v>
                </c:pt>
                <c:pt idx="251">
                  <c:v>53.984489000000004</c:v>
                </c:pt>
                <c:pt idx="252">
                  <c:v>53.815261999999997</c:v>
                </c:pt>
                <c:pt idx="253">
                  <c:v>53.657001000000001</c:v>
                </c:pt>
                <c:pt idx="254">
                  <c:v>53.639995999999996</c:v>
                </c:pt>
                <c:pt idx="255">
                  <c:v>53.511806</c:v>
                </c:pt>
                <c:pt idx="256">
                  <c:v>53.434780000000003</c:v>
                </c:pt>
                <c:pt idx="257">
                  <c:v>53.428092999999997</c:v>
                </c:pt>
                <c:pt idx="258">
                  <c:v>53.610725000000002</c:v>
                </c:pt>
                <c:pt idx="259">
                  <c:v>53.636592999999998</c:v>
                </c:pt>
                <c:pt idx="260">
                  <c:v>53.513545999999998</c:v>
                </c:pt>
                <c:pt idx="261">
                  <c:v>53.442062</c:v>
                </c:pt>
                <c:pt idx="262">
                  <c:v>53.573535999999997</c:v>
                </c:pt>
                <c:pt idx="263">
                  <c:v>53.691853000000002</c:v>
                </c:pt>
                <c:pt idx="264">
                  <c:v>53.979359000000002</c:v>
                </c:pt>
                <c:pt idx="265">
                  <c:v>54.354205999999998</c:v>
                </c:pt>
                <c:pt idx="266">
                  <c:v>54.612994999999998</c:v>
                </c:pt>
                <c:pt idx="267">
                  <c:v>54.794643000000001</c:v>
                </c:pt>
                <c:pt idx="268">
                  <c:v>54.781872</c:v>
                </c:pt>
                <c:pt idx="269">
                  <c:v>54.777500000000003</c:v>
                </c:pt>
                <c:pt idx="270">
                  <c:v>54.850932999999998</c:v>
                </c:pt>
                <c:pt idx="271">
                  <c:v>54.980407999999997</c:v>
                </c:pt>
                <c:pt idx="272">
                  <c:v>54.963988999999998</c:v>
                </c:pt>
                <c:pt idx="273">
                  <c:v>54.760406000000003</c:v>
                </c:pt>
                <c:pt idx="274">
                  <c:v>54.696700999999997</c:v>
                </c:pt>
                <c:pt idx="275">
                  <c:v>54.815638999999997</c:v>
                </c:pt>
                <c:pt idx="276">
                  <c:v>54.804336999999997</c:v>
                </c:pt>
                <c:pt idx="277">
                  <c:v>54.760188999999997</c:v>
                </c:pt>
                <c:pt idx="278">
                  <c:v>54.955708000000001</c:v>
                </c:pt>
                <c:pt idx="279">
                  <c:v>55.254818</c:v>
                </c:pt>
                <c:pt idx="280">
                  <c:v>55.356952999999997</c:v>
                </c:pt>
                <c:pt idx="281">
                  <c:v>55.250450000000001</c:v>
                </c:pt>
                <c:pt idx="282">
                  <c:v>55.412154999999998</c:v>
                </c:pt>
                <c:pt idx="283">
                  <c:v>55.870345999999998</c:v>
                </c:pt>
                <c:pt idx="284">
                  <c:v>56.105502999999999</c:v>
                </c:pt>
                <c:pt idx="285">
                  <c:v>56.281021000000003</c:v>
                </c:pt>
                <c:pt idx="286">
                  <c:v>56.574387000000002</c:v>
                </c:pt>
                <c:pt idx="287">
                  <c:v>56.943492999999997</c:v>
                </c:pt>
                <c:pt idx="288">
                  <c:v>57.187049999999999</c:v>
                </c:pt>
                <c:pt idx="289">
                  <c:v>57.068367000000002</c:v>
                </c:pt>
                <c:pt idx="290">
                  <c:v>57.063277999999997</c:v>
                </c:pt>
                <c:pt idx="291">
                  <c:v>57.283768000000002</c:v>
                </c:pt>
                <c:pt idx="292">
                  <c:v>57.655849000000003</c:v>
                </c:pt>
                <c:pt idx="293">
                  <c:v>57.760742</c:v>
                </c:pt>
                <c:pt idx="294">
                  <c:v>57.633128999999997</c:v>
                </c:pt>
                <c:pt idx="295">
                  <c:v>57.279998999999997</c:v>
                </c:pt>
                <c:pt idx="296">
                  <c:v>56.950862999999998</c:v>
                </c:pt>
                <c:pt idx="297">
                  <c:v>56.905124999999998</c:v>
                </c:pt>
                <c:pt idx="298">
                  <c:v>56.932884000000001</c:v>
                </c:pt>
                <c:pt idx="299">
                  <c:v>56.634143999999999</c:v>
                </c:pt>
                <c:pt idx="300">
                  <c:v>56.260612000000002</c:v>
                </c:pt>
                <c:pt idx="301">
                  <c:v>56.336559000000001</c:v>
                </c:pt>
                <c:pt idx="302">
                  <c:v>56.565586000000003</c:v>
                </c:pt>
                <c:pt idx="303">
                  <c:v>56.539768000000002</c:v>
                </c:pt>
                <c:pt idx="304">
                  <c:v>56.529559999999996</c:v>
                </c:pt>
                <c:pt idx="305">
                  <c:v>56.470092999999999</c:v>
                </c:pt>
                <c:pt idx="306">
                  <c:v>56.776558000000001</c:v>
                </c:pt>
                <c:pt idx="307">
                  <c:v>57.043731999999999</c:v>
                </c:pt>
                <c:pt idx="308">
                  <c:v>57.099528999999997</c:v>
                </c:pt>
                <c:pt idx="309">
                  <c:v>56.965789999999998</c:v>
                </c:pt>
                <c:pt idx="310">
                  <c:v>56.690036999999997</c:v>
                </c:pt>
                <c:pt idx="311">
                  <c:v>56.339900999999998</c:v>
                </c:pt>
                <c:pt idx="312">
                  <c:v>55.848007000000003</c:v>
                </c:pt>
                <c:pt idx="313">
                  <c:v>55.805954</c:v>
                </c:pt>
                <c:pt idx="314">
                  <c:v>55.994183</c:v>
                </c:pt>
                <c:pt idx="315">
                  <c:v>56.082287000000001</c:v>
                </c:pt>
                <c:pt idx="316">
                  <c:v>56.227328999999997</c:v>
                </c:pt>
                <c:pt idx="317">
                  <c:v>56.288226999999999</c:v>
                </c:pt>
                <c:pt idx="318">
                  <c:v>56.208035000000002</c:v>
                </c:pt>
                <c:pt idx="319">
                  <c:v>56.097434999999997</c:v>
                </c:pt>
                <c:pt idx="320">
                  <c:v>56.027560999999999</c:v>
                </c:pt>
                <c:pt idx="321">
                  <c:v>56.007731999999997</c:v>
                </c:pt>
                <c:pt idx="322">
                  <c:v>56.066654</c:v>
                </c:pt>
                <c:pt idx="323">
                  <c:v>55.949531999999998</c:v>
                </c:pt>
                <c:pt idx="324">
                  <c:v>55.351424999999999</c:v>
                </c:pt>
                <c:pt idx="325">
                  <c:v>54.862910999999997</c:v>
                </c:pt>
                <c:pt idx="326">
                  <c:v>54.887028000000001</c:v>
                </c:pt>
                <c:pt idx="327">
                  <c:v>55.296474000000003</c:v>
                </c:pt>
                <c:pt idx="328">
                  <c:v>55.413513000000002</c:v>
                </c:pt>
                <c:pt idx="329">
                  <c:v>55.125523000000001</c:v>
                </c:pt>
                <c:pt idx="330">
                  <c:v>54.595730000000003</c:v>
                </c:pt>
                <c:pt idx="331">
                  <c:v>54.081173</c:v>
                </c:pt>
                <c:pt idx="332">
                  <c:v>54.365825999999998</c:v>
                </c:pt>
                <c:pt idx="333">
                  <c:v>55.040557999999997</c:v>
                </c:pt>
                <c:pt idx="334">
                  <c:v>55.546726</c:v>
                </c:pt>
                <c:pt idx="335">
                  <c:v>55.980060999999999</c:v>
                </c:pt>
                <c:pt idx="336">
                  <c:v>56.019485000000003</c:v>
                </c:pt>
                <c:pt idx="337">
                  <c:v>55.855518000000004</c:v>
                </c:pt>
                <c:pt idx="338">
                  <c:v>55.717716000000003</c:v>
                </c:pt>
                <c:pt idx="339">
                  <c:v>55.828831000000001</c:v>
                </c:pt>
                <c:pt idx="340">
                  <c:v>55.977221999999998</c:v>
                </c:pt>
                <c:pt idx="341">
                  <c:v>56.089675999999997</c:v>
                </c:pt>
                <c:pt idx="342">
                  <c:v>56.183593999999999</c:v>
                </c:pt>
                <c:pt idx="343">
                  <c:v>56.079414</c:v>
                </c:pt>
                <c:pt idx="344">
                  <c:v>55.996738000000001</c:v>
                </c:pt>
                <c:pt idx="345">
                  <c:v>56.163150999999999</c:v>
                </c:pt>
                <c:pt idx="346">
                  <c:v>56.256374000000001</c:v>
                </c:pt>
                <c:pt idx="347">
                  <c:v>56.454802999999998</c:v>
                </c:pt>
                <c:pt idx="348">
                  <c:v>56.970005</c:v>
                </c:pt>
                <c:pt idx="349">
                  <c:v>57.448483000000003</c:v>
                </c:pt>
                <c:pt idx="350">
                  <c:v>57.809958999999999</c:v>
                </c:pt>
                <c:pt idx="351">
                  <c:v>57.824390000000001</c:v>
                </c:pt>
                <c:pt idx="352">
                  <c:v>57.844695999999999</c:v>
                </c:pt>
                <c:pt idx="353">
                  <c:v>57.923957999999999</c:v>
                </c:pt>
                <c:pt idx="354">
                  <c:v>57.689770000000003</c:v>
                </c:pt>
                <c:pt idx="355">
                  <c:v>57.408264000000003</c:v>
                </c:pt>
                <c:pt idx="356">
                  <c:v>57.134464000000001</c:v>
                </c:pt>
                <c:pt idx="357">
                  <c:v>56.822780999999999</c:v>
                </c:pt>
                <c:pt idx="358">
                  <c:v>56.931316000000002</c:v>
                </c:pt>
                <c:pt idx="359">
                  <c:v>57.222267000000002</c:v>
                </c:pt>
                <c:pt idx="360">
                  <c:v>57.506706000000001</c:v>
                </c:pt>
                <c:pt idx="361">
                  <c:v>57.863658999999998</c:v>
                </c:pt>
                <c:pt idx="362">
                  <c:v>58.212840999999997</c:v>
                </c:pt>
                <c:pt idx="363">
                  <c:v>58.442421000000003</c:v>
                </c:pt>
                <c:pt idx="364">
                  <c:v>58.430962000000001</c:v>
                </c:pt>
                <c:pt idx="365">
                  <c:v>58.178336999999999</c:v>
                </c:pt>
                <c:pt idx="366">
                  <c:v>58.180129999999998</c:v>
                </c:pt>
                <c:pt idx="367">
                  <c:v>58.679324999999999</c:v>
                </c:pt>
                <c:pt idx="368">
                  <c:v>59.158447000000002</c:v>
                </c:pt>
                <c:pt idx="369">
                  <c:v>59.364432999999998</c:v>
                </c:pt>
                <c:pt idx="370">
                  <c:v>59.364964000000001</c:v>
                </c:pt>
                <c:pt idx="371">
                  <c:v>59.180843000000003</c:v>
                </c:pt>
                <c:pt idx="372">
                  <c:v>58.880611000000002</c:v>
                </c:pt>
                <c:pt idx="373">
                  <c:v>58.846969999999999</c:v>
                </c:pt>
                <c:pt idx="374">
                  <c:v>59.057026</c:v>
                </c:pt>
                <c:pt idx="375">
                  <c:v>59.153576000000001</c:v>
                </c:pt>
                <c:pt idx="376">
                  <c:v>59.195717000000002</c:v>
                </c:pt>
                <c:pt idx="377">
                  <c:v>59.415688000000003</c:v>
                </c:pt>
                <c:pt idx="378">
                  <c:v>59.754902000000001</c:v>
                </c:pt>
                <c:pt idx="379">
                  <c:v>60.158417</c:v>
                </c:pt>
                <c:pt idx="380">
                  <c:v>60.368102999999998</c:v>
                </c:pt>
                <c:pt idx="381">
                  <c:v>60.298957999999999</c:v>
                </c:pt>
                <c:pt idx="382">
                  <c:v>60.082832000000003</c:v>
                </c:pt>
                <c:pt idx="383">
                  <c:v>60.121943999999999</c:v>
                </c:pt>
                <c:pt idx="384">
                  <c:v>60.392307000000002</c:v>
                </c:pt>
                <c:pt idx="385">
                  <c:v>60.502304000000002</c:v>
                </c:pt>
                <c:pt idx="386">
                  <c:v>60.51437</c:v>
                </c:pt>
                <c:pt idx="387">
                  <c:v>60.266350000000003</c:v>
                </c:pt>
                <c:pt idx="388">
                  <c:v>60.083526999999997</c:v>
                </c:pt>
                <c:pt idx="389">
                  <c:v>60.388255999999998</c:v>
                </c:pt>
                <c:pt idx="390">
                  <c:v>60.810020000000002</c:v>
                </c:pt>
                <c:pt idx="391">
                  <c:v>60.895347999999998</c:v>
                </c:pt>
                <c:pt idx="392">
                  <c:v>60.790694999999999</c:v>
                </c:pt>
                <c:pt idx="393">
                  <c:v>60.688983999999998</c:v>
                </c:pt>
                <c:pt idx="394">
                  <c:v>60.803733999999999</c:v>
                </c:pt>
                <c:pt idx="395">
                  <c:v>61.086123999999998</c:v>
                </c:pt>
                <c:pt idx="396">
                  <c:v>61.294764999999998</c:v>
                </c:pt>
                <c:pt idx="397">
                  <c:v>61.677475000000001</c:v>
                </c:pt>
                <c:pt idx="398">
                  <c:v>61.857449000000003</c:v>
                </c:pt>
                <c:pt idx="399">
                  <c:v>61.690486999999997</c:v>
                </c:pt>
                <c:pt idx="400">
                  <c:v>61.436089000000003</c:v>
                </c:pt>
                <c:pt idx="401">
                  <c:v>61.204323000000002</c:v>
                </c:pt>
                <c:pt idx="402">
                  <c:v>61.16592</c:v>
                </c:pt>
                <c:pt idx="403">
                  <c:v>61.284447</c:v>
                </c:pt>
                <c:pt idx="404">
                  <c:v>61.201000000000001</c:v>
                </c:pt>
                <c:pt idx="405">
                  <c:v>61.005671999999997</c:v>
                </c:pt>
                <c:pt idx="406">
                  <c:v>60.893124</c:v>
                </c:pt>
                <c:pt idx="407">
                  <c:v>60.915301999999997</c:v>
                </c:pt>
                <c:pt idx="408">
                  <c:v>61.303069999999998</c:v>
                </c:pt>
                <c:pt idx="409">
                  <c:v>61.764392999999998</c:v>
                </c:pt>
                <c:pt idx="410">
                  <c:v>62.049568000000001</c:v>
                </c:pt>
                <c:pt idx="411">
                  <c:v>62.309944000000002</c:v>
                </c:pt>
                <c:pt idx="412">
                  <c:v>62.485225999999997</c:v>
                </c:pt>
                <c:pt idx="413">
                  <c:v>62.617660999999998</c:v>
                </c:pt>
                <c:pt idx="414">
                  <c:v>62.674156000000004</c:v>
                </c:pt>
                <c:pt idx="415">
                  <c:v>62.657246000000001</c:v>
                </c:pt>
                <c:pt idx="416">
                  <c:v>62.668315999999997</c:v>
                </c:pt>
                <c:pt idx="417">
                  <c:v>62.601021000000003</c:v>
                </c:pt>
                <c:pt idx="418">
                  <c:v>62.399391000000001</c:v>
                </c:pt>
                <c:pt idx="419">
                  <c:v>62.315249999999999</c:v>
                </c:pt>
                <c:pt idx="420">
                  <c:v>62.323891000000003</c:v>
                </c:pt>
                <c:pt idx="421">
                  <c:v>62.353546000000001</c:v>
                </c:pt>
                <c:pt idx="422">
                  <c:v>62.300761999999999</c:v>
                </c:pt>
                <c:pt idx="423">
                  <c:v>62.269485000000003</c:v>
                </c:pt>
                <c:pt idx="424">
                  <c:v>62.242249000000001</c:v>
                </c:pt>
                <c:pt idx="425">
                  <c:v>62.044083000000001</c:v>
                </c:pt>
                <c:pt idx="426">
                  <c:v>61.819130000000001</c:v>
                </c:pt>
                <c:pt idx="427">
                  <c:v>61.829037</c:v>
                </c:pt>
                <c:pt idx="428">
                  <c:v>62.237682</c:v>
                </c:pt>
                <c:pt idx="429">
                  <c:v>62.722202000000003</c:v>
                </c:pt>
                <c:pt idx="430">
                  <c:v>63.008567999999997</c:v>
                </c:pt>
                <c:pt idx="431">
                  <c:v>62.996856999999999</c:v>
                </c:pt>
                <c:pt idx="432">
                  <c:v>62.87397</c:v>
                </c:pt>
                <c:pt idx="433">
                  <c:v>62.900658</c:v>
                </c:pt>
                <c:pt idx="434">
                  <c:v>63.051867999999999</c:v>
                </c:pt>
                <c:pt idx="435">
                  <c:v>63.209499000000001</c:v>
                </c:pt>
                <c:pt idx="436">
                  <c:v>63.374744</c:v>
                </c:pt>
                <c:pt idx="437">
                  <c:v>63.562095999999997</c:v>
                </c:pt>
                <c:pt idx="438">
                  <c:v>63.397841999999997</c:v>
                </c:pt>
                <c:pt idx="439">
                  <c:v>62.780051999999998</c:v>
                </c:pt>
                <c:pt idx="440">
                  <c:v>62.200091999999998</c:v>
                </c:pt>
                <c:pt idx="441">
                  <c:v>61.670780000000001</c:v>
                </c:pt>
                <c:pt idx="442">
                  <c:v>61.359394000000002</c:v>
                </c:pt>
                <c:pt idx="443">
                  <c:v>61.698977999999997</c:v>
                </c:pt>
                <c:pt idx="444">
                  <c:v>62.218631999999999</c:v>
                </c:pt>
                <c:pt idx="445">
                  <c:v>62.652714000000003</c:v>
                </c:pt>
                <c:pt idx="446">
                  <c:v>62.708362999999999</c:v>
                </c:pt>
                <c:pt idx="447">
                  <c:v>62.330933000000002</c:v>
                </c:pt>
                <c:pt idx="448">
                  <c:v>61.887264000000002</c:v>
                </c:pt>
                <c:pt idx="449">
                  <c:v>61.637363000000001</c:v>
                </c:pt>
                <c:pt idx="450">
                  <c:v>61.475749999999998</c:v>
                </c:pt>
                <c:pt idx="451">
                  <c:v>61.420639000000001</c:v>
                </c:pt>
                <c:pt idx="452">
                  <c:v>61.435932000000001</c:v>
                </c:pt>
                <c:pt idx="453">
                  <c:v>61.603687000000001</c:v>
                </c:pt>
                <c:pt idx="454">
                  <c:v>61.723250999999998</c:v>
                </c:pt>
                <c:pt idx="455">
                  <c:v>61.911095000000003</c:v>
                </c:pt>
                <c:pt idx="456">
                  <c:v>62.171214999999997</c:v>
                </c:pt>
                <c:pt idx="457">
                  <c:v>62.240749000000001</c:v>
                </c:pt>
                <c:pt idx="458">
                  <c:v>62.218468000000001</c:v>
                </c:pt>
                <c:pt idx="459">
                  <c:v>62.051803999999997</c:v>
                </c:pt>
                <c:pt idx="460">
                  <c:v>61.923186999999999</c:v>
                </c:pt>
                <c:pt idx="461">
                  <c:v>61.942909</c:v>
                </c:pt>
                <c:pt idx="462">
                  <c:v>62.081260999999998</c:v>
                </c:pt>
                <c:pt idx="463">
                  <c:v>62.351261000000001</c:v>
                </c:pt>
                <c:pt idx="464">
                  <c:v>62.614555000000003</c:v>
                </c:pt>
                <c:pt idx="465">
                  <c:v>62.794674000000001</c:v>
                </c:pt>
                <c:pt idx="466">
                  <c:v>62.882351</c:v>
                </c:pt>
                <c:pt idx="467">
                  <c:v>62.911087000000002</c:v>
                </c:pt>
                <c:pt idx="468">
                  <c:v>62.716293</c:v>
                </c:pt>
                <c:pt idx="469">
                  <c:v>62.637096</c:v>
                </c:pt>
                <c:pt idx="470">
                  <c:v>62.789188000000003</c:v>
                </c:pt>
                <c:pt idx="471">
                  <c:v>62.845821000000001</c:v>
                </c:pt>
                <c:pt idx="472">
                  <c:v>62.751316000000003</c:v>
                </c:pt>
                <c:pt idx="473">
                  <c:v>62.489333999999999</c:v>
                </c:pt>
                <c:pt idx="474">
                  <c:v>62.143177000000001</c:v>
                </c:pt>
                <c:pt idx="475">
                  <c:v>61.715034000000003</c:v>
                </c:pt>
                <c:pt idx="476">
                  <c:v>61.671714999999999</c:v>
                </c:pt>
                <c:pt idx="477">
                  <c:v>61.945613999999999</c:v>
                </c:pt>
                <c:pt idx="478">
                  <c:v>62.237614000000001</c:v>
                </c:pt>
                <c:pt idx="479">
                  <c:v>62.523232</c:v>
                </c:pt>
                <c:pt idx="480">
                  <c:v>62.749572999999998</c:v>
                </c:pt>
                <c:pt idx="481">
                  <c:v>62.910983999999999</c:v>
                </c:pt>
                <c:pt idx="482">
                  <c:v>63.014183000000003</c:v>
                </c:pt>
                <c:pt idx="483">
                  <c:v>63.429530999999997</c:v>
                </c:pt>
                <c:pt idx="484">
                  <c:v>63.716124999999998</c:v>
                </c:pt>
                <c:pt idx="485">
                  <c:v>63.817214999999997</c:v>
                </c:pt>
                <c:pt idx="486">
                  <c:v>63.90099</c:v>
                </c:pt>
                <c:pt idx="487">
                  <c:v>63.963875000000002</c:v>
                </c:pt>
                <c:pt idx="488">
                  <c:v>63.903911999999998</c:v>
                </c:pt>
                <c:pt idx="489">
                  <c:v>63.679771000000002</c:v>
                </c:pt>
                <c:pt idx="490">
                  <c:v>63.560665</c:v>
                </c:pt>
                <c:pt idx="491">
                  <c:v>63.513702000000002</c:v>
                </c:pt>
                <c:pt idx="492">
                  <c:v>63.419272999999997</c:v>
                </c:pt>
                <c:pt idx="493">
                  <c:v>63.361396999999997</c:v>
                </c:pt>
                <c:pt idx="494">
                  <c:v>63.331035999999997</c:v>
                </c:pt>
                <c:pt idx="495">
                  <c:v>63.491467</c:v>
                </c:pt>
                <c:pt idx="496">
                  <c:v>63.879364000000002</c:v>
                </c:pt>
                <c:pt idx="497">
                  <c:v>64.264922999999996</c:v>
                </c:pt>
                <c:pt idx="498">
                  <c:v>64.487044999999995</c:v>
                </c:pt>
                <c:pt idx="499">
                  <c:v>64.557250999999994</c:v>
                </c:pt>
                <c:pt idx="500">
                  <c:v>64.624686999999994</c:v>
                </c:pt>
                <c:pt idx="501">
                  <c:v>64.763985000000005</c:v>
                </c:pt>
                <c:pt idx="502">
                  <c:v>64.843329999999995</c:v>
                </c:pt>
                <c:pt idx="503">
                  <c:v>64.782287999999994</c:v>
                </c:pt>
                <c:pt idx="504">
                  <c:v>64.551734999999994</c:v>
                </c:pt>
                <c:pt idx="505">
                  <c:v>64.364722999999998</c:v>
                </c:pt>
                <c:pt idx="506">
                  <c:v>64.299644000000001</c:v>
                </c:pt>
                <c:pt idx="507">
                  <c:v>64.376884000000004</c:v>
                </c:pt>
                <c:pt idx="508">
                  <c:v>64.387962000000002</c:v>
                </c:pt>
                <c:pt idx="509">
                  <c:v>64.197677999999996</c:v>
                </c:pt>
                <c:pt idx="510">
                  <c:v>63.922328999999998</c:v>
                </c:pt>
                <c:pt idx="511">
                  <c:v>63.565170000000002</c:v>
                </c:pt>
                <c:pt idx="512">
                  <c:v>63.377544</c:v>
                </c:pt>
                <c:pt idx="513">
                  <c:v>63.716797</c:v>
                </c:pt>
                <c:pt idx="514">
                  <c:v>64.173325000000006</c:v>
                </c:pt>
                <c:pt idx="515">
                  <c:v>64.343299999999999</c:v>
                </c:pt>
                <c:pt idx="516">
                  <c:v>64.312531000000007</c:v>
                </c:pt>
                <c:pt idx="517">
                  <c:v>64.147293000000005</c:v>
                </c:pt>
                <c:pt idx="518">
                  <c:v>63.881027000000003</c:v>
                </c:pt>
                <c:pt idx="519">
                  <c:v>56.505543000000003</c:v>
                </c:pt>
                <c:pt idx="520">
                  <c:v>49.032364000000001</c:v>
                </c:pt>
                <c:pt idx="521">
                  <c:v>52.737090999999999</c:v>
                </c:pt>
                <c:pt idx="522">
                  <c:v>55.272357999999997</c:v>
                </c:pt>
                <c:pt idx="523">
                  <c:v>56.727263999999998</c:v>
                </c:pt>
                <c:pt idx="524">
                  <c:v>57.734779000000003</c:v>
                </c:pt>
                <c:pt idx="525">
                  <c:v>58.408149999999999</c:v>
                </c:pt>
                <c:pt idx="526">
                  <c:v>58.960425999999998</c:v>
                </c:pt>
                <c:pt idx="527">
                  <c:v>59.651318000000003</c:v>
                </c:pt>
                <c:pt idx="528">
                  <c:v>60.341403999999997</c:v>
                </c:pt>
                <c:pt idx="529">
                  <c:v>61.081341000000002</c:v>
                </c:pt>
                <c:pt idx="530">
                  <c:v>61.517578</c:v>
                </c:pt>
                <c:pt idx="531">
                  <c:v>61.630310000000001</c:v>
                </c:pt>
                <c:pt idx="532">
                  <c:v>61.93544</c:v>
                </c:pt>
                <c:pt idx="533">
                  <c:v>62.270046000000001</c:v>
                </c:pt>
                <c:pt idx="534">
                  <c:v>62.383636000000003</c:v>
                </c:pt>
                <c:pt idx="535">
                  <c:v>62.578246999999998</c:v>
                </c:pt>
                <c:pt idx="536">
                  <c:v>62.913150999999999</c:v>
                </c:pt>
                <c:pt idx="537">
                  <c:v>63.181843000000001</c:v>
                </c:pt>
                <c:pt idx="538">
                  <c:v>63.356636000000002</c:v>
                </c:pt>
                <c:pt idx="539">
                  <c:v>63.343761000000001</c:v>
                </c:pt>
                <c:pt idx="540">
                  <c:v>63.327168</c:v>
                </c:pt>
                <c:pt idx="541">
                  <c:v>63.349415</c:v>
                </c:pt>
                <c:pt idx="542">
                  <c:v>63.386519999999997</c:v>
                </c:pt>
                <c:pt idx="543">
                  <c:v>63.506408999999998</c:v>
                </c:pt>
                <c:pt idx="544">
                  <c:v>63.451363000000001</c:v>
                </c:pt>
                <c:pt idx="545">
                  <c:v>63.26437</c:v>
                </c:pt>
                <c:pt idx="546">
                  <c:v>62.974570999999997</c:v>
                </c:pt>
                <c:pt idx="547">
                  <c:v>63.022713000000003</c:v>
                </c:pt>
                <c:pt idx="548">
                  <c:v>63.314304</c:v>
                </c:pt>
                <c:pt idx="549">
                  <c:v>63.639488</c:v>
                </c:pt>
                <c:pt idx="550">
                  <c:v>63.843665999999999</c:v>
                </c:pt>
                <c:pt idx="551">
                  <c:v>63.644154</c:v>
                </c:pt>
                <c:pt idx="552">
                  <c:v>63.049416000000001</c:v>
                </c:pt>
                <c:pt idx="553">
                  <c:v>62.438808000000002</c:v>
                </c:pt>
                <c:pt idx="554">
                  <c:v>61.812919999999998</c:v>
                </c:pt>
                <c:pt idx="555">
                  <c:v>61.400948</c:v>
                </c:pt>
                <c:pt idx="556">
                  <c:v>61.384864999999998</c:v>
                </c:pt>
                <c:pt idx="557">
                  <c:v>61.251109999999997</c:v>
                </c:pt>
                <c:pt idx="558">
                  <c:v>60.967682000000003</c:v>
                </c:pt>
                <c:pt idx="559">
                  <c:v>60.758651999999998</c:v>
                </c:pt>
                <c:pt idx="560">
                  <c:v>60.356808000000001</c:v>
                </c:pt>
                <c:pt idx="561">
                  <c:v>60.218150999999999</c:v>
                </c:pt>
                <c:pt idx="562">
                  <c:v>60.225582000000003</c:v>
                </c:pt>
                <c:pt idx="563">
                  <c:v>60.498283000000001</c:v>
                </c:pt>
                <c:pt idx="564">
                  <c:v>60.762206999999997</c:v>
                </c:pt>
                <c:pt idx="565">
                  <c:v>60.707214</c:v>
                </c:pt>
                <c:pt idx="566">
                  <c:v>60.413894999999997</c:v>
                </c:pt>
                <c:pt idx="567">
                  <c:v>60.288586000000002</c:v>
                </c:pt>
                <c:pt idx="568">
                  <c:v>60.322861000000003</c:v>
                </c:pt>
                <c:pt idx="569">
                  <c:v>60.195656</c:v>
                </c:pt>
                <c:pt idx="570">
                  <c:v>59.962662000000002</c:v>
                </c:pt>
                <c:pt idx="571">
                  <c:v>59.610405</c:v>
                </c:pt>
                <c:pt idx="572">
                  <c:v>59.17989</c:v>
                </c:pt>
                <c:pt idx="573">
                  <c:v>58.873955000000002</c:v>
                </c:pt>
                <c:pt idx="574">
                  <c:v>50.041992</c:v>
                </c:pt>
                <c:pt idx="575">
                  <c:v>51.679034999999999</c:v>
                </c:pt>
                <c:pt idx="576">
                  <c:v>53.554543000000002</c:v>
                </c:pt>
                <c:pt idx="577">
                  <c:v>55.119517999999999</c:v>
                </c:pt>
                <c:pt idx="578">
                  <c:v>56.044021999999998</c:v>
                </c:pt>
                <c:pt idx="579">
                  <c:v>56.607315</c:v>
                </c:pt>
                <c:pt idx="580">
                  <c:v>56.95966</c:v>
                </c:pt>
                <c:pt idx="581">
                  <c:v>57.285136999999999</c:v>
                </c:pt>
                <c:pt idx="582">
                  <c:v>57.543807999999999</c:v>
                </c:pt>
                <c:pt idx="583">
                  <c:v>57.608189000000003</c:v>
                </c:pt>
                <c:pt idx="584">
                  <c:v>57.762444000000002</c:v>
                </c:pt>
                <c:pt idx="585">
                  <c:v>58.047545999999997</c:v>
                </c:pt>
                <c:pt idx="586">
                  <c:v>58.379944000000002</c:v>
                </c:pt>
                <c:pt idx="587">
                  <c:v>58.303406000000003</c:v>
                </c:pt>
                <c:pt idx="588">
                  <c:v>58.054073000000002</c:v>
                </c:pt>
                <c:pt idx="589">
                  <c:v>58.012512000000001</c:v>
                </c:pt>
                <c:pt idx="590">
                  <c:v>58.139491999999997</c:v>
                </c:pt>
                <c:pt idx="591">
                  <c:v>58.377476000000001</c:v>
                </c:pt>
                <c:pt idx="592">
                  <c:v>58.861984</c:v>
                </c:pt>
                <c:pt idx="593">
                  <c:v>59.302658000000001</c:v>
                </c:pt>
                <c:pt idx="594">
                  <c:v>59.428986000000002</c:v>
                </c:pt>
                <c:pt idx="595">
                  <c:v>59.505172999999999</c:v>
                </c:pt>
                <c:pt idx="596">
                  <c:v>59.68779</c:v>
                </c:pt>
                <c:pt idx="597">
                  <c:v>59.894505000000002</c:v>
                </c:pt>
                <c:pt idx="598">
                  <c:v>60.100628</c:v>
                </c:pt>
                <c:pt idx="599">
                  <c:v>60.227702999999998</c:v>
                </c:pt>
                <c:pt idx="600">
                  <c:v>60.438167999999997</c:v>
                </c:pt>
                <c:pt idx="601">
                  <c:v>60.603377999999999</c:v>
                </c:pt>
                <c:pt idx="602">
                  <c:v>60.614052000000001</c:v>
                </c:pt>
                <c:pt idx="603">
                  <c:v>60.629123999999997</c:v>
                </c:pt>
                <c:pt idx="604">
                  <c:v>60.606628000000001</c:v>
                </c:pt>
                <c:pt idx="605">
                  <c:v>60.453197000000003</c:v>
                </c:pt>
                <c:pt idx="606">
                  <c:v>60.145724999999999</c:v>
                </c:pt>
                <c:pt idx="607">
                  <c:v>59.791229000000001</c:v>
                </c:pt>
                <c:pt idx="608">
                  <c:v>59.194946000000002</c:v>
                </c:pt>
                <c:pt idx="609">
                  <c:v>59.429394000000002</c:v>
                </c:pt>
                <c:pt idx="610">
                  <c:v>60.357551999999998</c:v>
                </c:pt>
                <c:pt idx="611">
                  <c:v>61.044910000000002</c:v>
                </c:pt>
                <c:pt idx="612">
                  <c:v>61.285183000000004</c:v>
                </c:pt>
                <c:pt idx="613">
                  <c:v>61.363014</c:v>
                </c:pt>
                <c:pt idx="614">
                  <c:v>61.389277999999997</c:v>
                </c:pt>
                <c:pt idx="615">
                  <c:v>61.459518000000003</c:v>
                </c:pt>
                <c:pt idx="616">
                  <c:v>61.576453999999998</c:v>
                </c:pt>
                <c:pt idx="617">
                  <c:v>61.71508</c:v>
                </c:pt>
                <c:pt idx="618">
                  <c:v>61.713085</c:v>
                </c:pt>
                <c:pt idx="619">
                  <c:v>61.424706</c:v>
                </c:pt>
                <c:pt idx="620">
                  <c:v>60.955562999999998</c:v>
                </c:pt>
                <c:pt idx="621">
                  <c:v>60.555816999999998</c:v>
                </c:pt>
                <c:pt idx="622">
                  <c:v>60.257781999999999</c:v>
                </c:pt>
                <c:pt idx="623">
                  <c:v>60.123955000000002</c:v>
                </c:pt>
                <c:pt idx="624">
                  <c:v>60.121513</c:v>
                </c:pt>
                <c:pt idx="625">
                  <c:v>60.171107999999997</c:v>
                </c:pt>
                <c:pt idx="626">
                  <c:v>60.059452</c:v>
                </c:pt>
                <c:pt idx="627">
                  <c:v>59.855103</c:v>
                </c:pt>
                <c:pt idx="628">
                  <c:v>60.031094000000003</c:v>
                </c:pt>
                <c:pt idx="629">
                  <c:v>60.604877000000002</c:v>
                </c:pt>
                <c:pt idx="630">
                  <c:v>61.242320999999997</c:v>
                </c:pt>
                <c:pt idx="631">
                  <c:v>61.692740999999998</c:v>
                </c:pt>
                <c:pt idx="632">
                  <c:v>62.027534000000003</c:v>
                </c:pt>
                <c:pt idx="633">
                  <c:v>62.191462999999999</c:v>
                </c:pt>
                <c:pt idx="634">
                  <c:v>62.327956999999998</c:v>
                </c:pt>
                <c:pt idx="635">
                  <c:v>62.459826999999997</c:v>
                </c:pt>
                <c:pt idx="636">
                  <c:v>62.542293999999998</c:v>
                </c:pt>
                <c:pt idx="637">
                  <c:v>62.486404</c:v>
                </c:pt>
                <c:pt idx="638">
                  <c:v>62.321770000000001</c:v>
                </c:pt>
                <c:pt idx="639">
                  <c:v>62.090546000000003</c:v>
                </c:pt>
                <c:pt idx="640">
                  <c:v>61.887383</c:v>
                </c:pt>
                <c:pt idx="641">
                  <c:v>61.746765000000003</c:v>
                </c:pt>
                <c:pt idx="642">
                  <c:v>61.693699000000002</c:v>
                </c:pt>
                <c:pt idx="643">
                  <c:v>61.611172000000003</c:v>
                </c:pt>
                <c:pt idx="644">
                  <c:v>61.687130000000003</c:v>
                </c:pt>
                <c:pt idx="645">
                  <c:v>61.855251000000003</c:v>
                </c:pt>
                <c:pt idx="646">
                  <c:v>62.030006</c:v>
                </c:pt>
                <c:pt idx="647">
                  <c:v>62.264183000000003</c:v>
                </c:pt>
                <c:pt idx="648">
                  <c:v>62.411361999999997</c:v>
                </c:pt>
                <c:pt idx="649">
                  <c:v>62.446159000000002</c:v>
                </c:pt>
                <c:pt idx="650">
                  <c:v>62.257393</c:v>
                </c:pt>
                <c:pt idx="651">
                  <c:v>62.154311999999997</c:v>
                </c:pt>
                <c:pt idx="652">
                  <c:v>62.240501000000002</c:v>
                </c:pt>
                <c:pt idx="653">
                  <c:v>62.167636999999999</c:v>
                </c:pt>
                <c:pt idx="654">
                  <c:v>61.914912999999999</c:v>
                </c:pt>
                <c:pt idx="655">
                  <c:v>61.746398999999997</c:v>
                </c:pt>
                <c:pt idx="656">
                  <c:v>61.538184999999999</c:v>
                </c:pt>
                <c:pt idx="657">
                  <c:v>61.426594000000001</c:v>
                </c:pt>
                <c:pt idx="658">
                  <c:v>61.467449000000002</c:v>
                </c:pt>
                <c:pt idx="659">
                  <c:v>61.461112999999997</c:v>
                </c:pt>
                <c:pt idx="660">
                  <c:v>61.497559000000003</c:v>
                </c:pt>
                <c:pt idx="661">
                  <c:v>61.714691000000002</c:v>
                </c:pt>
                <c:pt idx="662">
                  <c:v>61.929115000000003</c:v>
                </c:pt>
                <c:pt idx="663">
                  <c:v>61.921805999999997</c:v>
                </c:pt>
                <c:pt idx="664">
                  <c:v>61.973548999999998</c:v>
                </c:pt>
                <c:pt idx="665">
                  <c:v>62.126820000000002</c:v>
                </c:pt>
                <c:pt idx="666">
                  <c:v>62.407425000000003</c:v>
                </c:pt>
                <c:pt idx="667">
                  <c:v>62.780849000000003</c:v>
                </c:pt>
                <c:pt idx="668">
                  <c:v>63.081595999999998</c:v>
                </c:pt>
                <c:pt idx="669">
                  <c:v>63.207332999999998</c:v>
                </c:pt>
                <c:pt idx="670">
                  <c:v>63.207259999999998</c:v>
                </c:pt>
                <c:pt idx="671">
                  <c:v>63.175919</c:v>
                </c:pt>
                <c:pt idx="672">
                  <c:v>63.270851</c:v>
                </c:pt>
                <c:pt idx="673">
                  <c:v>63.238415000000003</c:v>
                </c:pt>
                <c:pt idx="674">
                  <c:v>63.057999000000002</c:v>
                </c:pt>
                <c:pt idx="675">
                  <c:v>63.088757000000001</c:v>
                </c:pt>
                <c:pt idx="676">
                  <c:v>63.103682999999997</c:v>
                </c:pt>
                <c:pt idx="677">
                  <c:v>63.081425000000003</c:v>
                </c:pt>
                <c:pt idx="678">
                  <c:v>62.975333999999997</c:v>
                </c:pt>
                <c:pt idx="679">
                  <c:v>62.697586000000001</c:v>
                </c:pt>
                <c:pt idx="680">
                  <c:v>62.363453</c:v>
                </c:pt>
                <c:pt idx="681">
                  <c:v>62.348927000000003</c:v>
                </c:pt>
                <c:pt idx="682">
                  <c:v>62.361679000000002</c:v>
                </c:pt>
                <c:pt idx="683">
                  <c:v>62.384216000000002</c:v>
                </c:pt>
                <c:pt idx="684">
                  <c:v>62.449801999999998</c:v>
                </c:pt>
                <c:pt idx="685">
                  <c:v>62.526352000000003</c:v>
                </c:pt>
                <c:pt idx="686">
                  <c:v>62.633685999999997</c:v>
                </c:pt>
                <c:pt idx="687">
                  <c:v>62.711539999999999</c:v>
                </c:pt>
                <c:pt idx="688">
                  <c:v>62.916347999999999</c:v>
                </c:pt>
                <c:pt idx="689">
                  <c:v>63.148090000000003</c:v>
                </c:pt>
                <c:pt idx="690">
                  <c:v>63.358809999999998</c:v>
                </c:pt>
                <c:pt idx="691">
                  <c:v>63.432667000000002</c:v>
                </c:pt>
                <c:pt idx="692">
                  <c:v>63.503253999999998</c:v>
                </c:pt>
                <c:pt idx="693">
                  <c:v>63.726619999999997</c:v>
                </c:pt>
                <c:pt idx="694">
                  <c:v>64.161850000000001</c:v>
                </c:pt>
                <c:pt idx="695">
                  <c:v>64.561813000000001</c:v>
                </c:pt>
                <c:pt idx="696">
                  <c:v>64.852058</c:v>
                </c:pt>
                <c:pt idx="697">
                  <c:v>65.116034999999997</c:v>
                </c:pt>
                <c:pt idx="698">
                  <c:v>65.597435000000004</c:v>
                </c:pt>
                <c:pt idx="699">
                  <c:v>65.958388999999997</c:v>
                </c:pt>
                <c:pt idx="700">
                  <c:v>66.098281999999998</c:v>
                </c:pt>
                <c:pt idx="701">
                  <c:v>66.220817999999994</c:v>
                </c:pt>
                <c:pt idx="702">
                  <c:v>66.304030999999995</c:v>
                </c:pt>
                <c:pt idx="703">
                  <c:v>66.294585999999995</c:v>
                </c:pt>
                <c:pt idx="704">
                  <c:v>66.252624999999995</c:v>
                </c:pt>
                <c:pt idx="705">
                  <c:v>66.148696999999999</c:v>
                </c:pt>
                <c:pt idx="706">
                  <c:v>66.044257999999999</c:v>
                </c:pt>
                <c:pt idx="707">
                  <c:v>65.998856000000004</c:v>
                </c:pt>
                <c:pt idx="708">
                  <c:v>66.241539000000003</c:v>
                </c:pt>
                <c:pt idx="709">
                  <c:v>66.771347000000006</c:v>
                </c:pt>
                <c:pt idx="710">
                  <c:v>67.354568</c:v>
                </c:pt>
                <c:pt idx="711">
                  <c:v>67.698470999999998</c:v>
                </c:pt>
                <c:pt idx="712">
                  <c:v>67.842254999999994</c:v>
                </c:pt>
                <c:pt idx="713">
                  <c:v>67.865050999999994</c:v>
                </c:pt>
                <c:pt idx="714">
                  <c:v>67.911240000000006</c:v>
                </c:pt>
                <c:pt idx="715">
                  <c:v>68.099677999999997</c:v>
                </c:pt>
                <c:pt idx="716">
                  <c:v>68.215621999999996</c:v>
                </c:pt>
                <c:pt idx="717">
                  <c:v>68.373840000000001</c:v>
                </c:pt>
                <c:pt idx="718">
                  <c:v>68.632262999999995</c:v>
                </c:pt>
                <c:pt idx="719">
                  <c:v>68.660201999999998</c:v>
                </c:pt>
                <c:pt idx="720">
                  <c:v>68.216590999999994</c:v>
                </c:pt>
                <c:pt idx="721">
                  <c:v>67.867064999999997</c:v>
                </c:pt>
                <c:pt idx="722">
                  <c:v>67.717567000000003</c:v>
                </c:pt>
                <c:pt idx="723">
                  <c:v>67.442893999999995</c:v>
                </c:pt>
                <c:pt idx="724">
                  <c:v>67.119110000000006</c:v>
                </c:pt>
                <c:pt idx="725">
                  <c:v>66.821113999999994</c:v>
                </c:pt>
                <c:pt idx="726">
                  <c:v>66.670524999999998</c:v>
                </c:pt>
                <c:pt idx="727">
                  <c:v>66.702751000000006</c:v>
                </c:pt>
                <c:pt idx="728">
                  <c:v>66.751244</c:v>
                </c:pt>
                <c:pt idx="729">
                  <c:v>66.811736999999994</c:v>
                </c:pt>
                <c:pt idx="730">
                  <c:v>66.754913000000002</c:v>
                </c:pt>
                <c:pt idx="731">
                  <c:v>66.617699000000002</c:v>
                </c:pt>
                <c:pt idx="732">
                  <c:v>66.518646000000004</c:v>
                </c:pt>
                <c:pt idx="733">
                  <c:v>66.824730000000002</c:v>
                </c:pt>
                <c:pt idx="734">
                  <c:v>67.420829999999995</c:v>
                </c:pt>
                <c:pt idx="735">
                  <c:v>68.054642000000001</c:v>
                </c:pt>
                <c:pt idx="736">
                  <c:v>68.368567999999996</c:v>
                </c:pt>
                <c:pt idx="737">
                  <c:v>68.453811999999999</c:v>
                </c:pt>
                <c:pt idx="738">
                  <c:v>68.544189000000003</c:v>
                </c:pt>
                <c:pt idx="739">
                  <c:v>68.687201999999999</c:v>
                </c:pt>
                <c:pt idx="740">
                  <c:v>68.807158999999999</c:v>
                </c:pt>
                <c:pt idx="741">
                  <c:v>68.886405999999994</c:v>
                </c:pt>
                <c:pt idx="742">
                  <c:v>68.881844000000001</c:v>
                </c:pt>
                <c:pt idx="743">
                  <c:v>68.599152000000004</c:v>
                </c:pt>
                <c:pt idx="744">
                  <c:v>68.160438999999997</c:v>
                </c:pt>
                <c:pt idx="745">
                  <c:v>68.013901000000004</c:v>
                </c:pt>
                <c:pt idx="746">
                  <c:v>67.946083000000002</c:v>
                </c:pt>
                <c:pt idx="747">
                  <c:v>67.772452999999999</c:v>
                </c:pt>
                <c:pt idx="748">
                  <c:v>67.805205999999998</c:v>
                </c:pt>
                <c:pt idx="749">
                  <c:v>67.558723000000001</c:v>
                </c:pt>
                <c:pt idx="750">
                  <c:v>67.089943000000005</c:v>
                </c:pt>
                <c:pt idx="751">
                  <c:v>66.826141000000007</c:v>
                </c:pt>
                <c:pt idx="752">
                  <c:v>66.764388999999994</c:v>
                </c:pt>
                <c:pt idx="753">
                  <c:v>66.469566</c:v>
                </c:pt>
                <c:pt idx="754">
                  <c:v>65.997719000000004</c:v>
                </c:pt>
                <c:pt idx="755">
                  <c:v>65.633003000000002</c:v>
                </c:pt>
                <c:pt idx="756">
                  <c:v>65.545860000000005</c:v>
                </c:pt>
                <c:pt idx="757">
                  <c:v>65.628829999999994</c:v>
                </c:pt>
                <c:pt idx="758">
                  <c:v>65.596862999999999</c:v>
                </c:pt>
                <c:pt idx="759">
                  <c:v>65.464088000000004</c:v>
                </c:pt>
                <c:pt idx="760">
                  <c:v>65.460578999999996</c:v>
                </c:pt>
                <c:pt idx="761">
                  <c:v>65.653717</c:v>
                </c:pt>
                <c:pt idx="762">
                  <c:v>66.009476000000006</c:v>
                </c:pt>
                <c:pt idx="763">
                  <c:v>66.095061999999999</c:v>
                </c:pt>
                <c:pt idx="764">
                  <c:v>65.720412999999994</c:v>
                </c:pt>
                <c:pt idx="765">
                  <c:v>65.214943000000005</c:v>
                </c:pt>
                <c:pt idx="766">
                  <c:v>65.032248999999993</c:v>
                </c:pt>
                <c:pt idx="767">
                  <c:v>64.775634999999994</c:v>
                </c:pt>
                <c:pt idx="768">
                  <c:v>64.358909999999995</c:v>
                </c:pt>
                <c:pt idx="769">
                  <c:v>64.085678000000001</c:v>
                </c:pt>
                <c:pt idx="770">
                  <c:v>63.936351999999999</c:v>
                </c:pt>
                <c:pt idx="771">
                  <c:v>64.236603000000002</c:v>
                </c:pt>
                <c:pt idx="772">
                  <c:v>64.032714999999996</c:v>
                </c:pt>
                <c:pt idx="773">
                  <c:v>63.663696000000002</c:v>
                </c:pt>
                <c:pt idx="774">
                  <c:v>63.539833000000002</c:v>
                </c:pt>
                <c:pt idx="775">
                  <c:v>63.427197</c:v>
                </c:pt>
                <c:pt idx="776">
                  <c:v>63.514755000000001</c:v>
                </c:pt>
                <c:pt idx="777">
                  <c:v>63.396090999999998</c:v>
                </c:pt>
                <c:pt idx="778">
                  <c:v>63.389259000000003</c:v>
                </c:pt>
                <c:pt idx="779">
                  <c:v>63.256962000000001</c:v>
                </c:pt>
                <c:pt idx="780">
                  <c:v>63.317394</c:v>
                </c:pt>
                <c:pt idx="781">
                  <c:v>63.506165000000003</c:v>
                </c:pt>
                <c:pt idx="782">
                  <c:v>63.518898</c:v>
                </c:pt>
                <c:pt idx="783">
                  <c:v>63.229461999999998</c:v>
                </c:pt>
                <c:pt idx="784">
                  <c:v>62.803660999999998</c:v>
                </c:pt>
                <c:pt idx="785">
                  <c:v>62.281753999999999</c:v>
                </c:pt>
                <c:pt idx="786">
                  <c:v>61.993546000000002</c:v>
                </c:pt>
                <c:pt idx="787">
                  <c:v>62.293025999999998</c:v>
                </c:pt>
                <c:pt idx="788">
                  <c:v>62.606312000000003</c:v>
                </c:pt>
                <c:pt idx="789">
                  <c:v>61.442836999999997</c:v>
                </c:pt>
                <c:pt idx="790">
                  <c:v>60.502819000000002</c:v>
                </c:pt>
                <c:pt idx="791">
                  <c:v>60.224434000000002</c:v>
                </c:pt>
                <c:pt idx="792">
                  <c:v>60.171562000000002</c:v>
                </c:pt>
                <c:pt idx="793">
                  <c:v>60.142085999999999</c:v>
                </c:pt>
                <c:pt idx="794">
                  <c:v>60.107002000000001</c:v>
                </c:pt>
                <c:pt idx="795">
                  <c:v>60.318432000000001</c:v>
                </c:pt>
                <c:pt idx="796">
                  <c:v>60.717094000000003</c:v>
                </c:pt>
                <c:pt idx="797">
                  <c:v>60.934134999999998</c:v>
                </c:pt>
                <c:pt idx="798">
                  <c:v>61.061870999999996</c:v>
                </c:pt>
                <c:pt idx="799">
                  <c:v>61.087513000000001</c:v>
                </c:pt>
                <c:pt idx="800">
                  <c:v>60.837054999999999</c:v>
                </c:pt>
                <c:pt idx="801">
                  <c:v>60.655284999999999</c:v>
                </c:pt>
                <c:pt idx="802">
                  <c:v>60.314231999999997</c:v>
                </c:pt>
                <c:pt idx="803">
                  <c:v>60.108851999999999</c:v>
                </c:pt>
                <c:pt idx="804">
                  <c:v>59.867626000000001</c:v>
                </c:pt>
                <c:pt idx="805">
                  <c:v>59.812645000000003</c:v>
                </c:pt>
                <c:pt idx="806">
                  <c:v>59.878520999999999</c:v>
                </c:pt>
                <c:pt idx="807">
                  <c:v>59.980946000000003</c:v>
                </c:pt>
                <c:pt idx="808">
                  <c:v>59.953594000000002</c:v>
                </c:pt>
                <c:pt idx="809">
                  <c:v>59.679462000000001</c:v>
                </c:pt>
                <c:pt idx="810">
                  <c:v>59.668545000000002</c:v>
                </c:pt>
                <c:pt idx="811">
                  <c:v>59.798855000000003</c:v>
                </c:pt>
                <c:pt idx="812">
                  <c:v>60.097228999999999</c:v>
                </c:pt>
                <c:pt idx="813">
                  <c:v>60.008643999999997</c:v>
                </c:pt>
                <c:pt idx="814">
                  <c:v>59.60915</c:v>
                </c:pt>
                <c:pt idx="815">
                  <c:v>59.544215999999999</c:v>
                </c:pt>
                <c:pt idx="816">
                  <c:v>59.714328999999999</c:v>
                </c:pt>
                <c:pt idx="817">
                  <c:v>59.923439000000002</c:v>
                </c:pt>
                <c:pt idx="818">
                  <c:v>60.046351999999999</c:v>
                </c:pt>
                <c:pt idx="819">
                  <c:v>60.169960000000003</c:v>
                </c:pt>
                <c:pt idx="820">
                  <c:v>60.340549000000003</c:v>
                </c:pt>
                <c:pt idx="821">
                  <c:v>60.283271999999997</c:v>
                </c:pt>
                <c:pt idx="822">
                  <c:v>60.382632999999998</c:v>
                </c:pt>
                <c:pt idx="823">
                  <c:v>60.639499999999998</c:v>
                </c:pt>
                <c:pt idx="824">
                  <c:v>60.693973999999997</c:v>
                </c:pt>
                <c:pt idx="825">
                  <c:v>60.653694000000002</c:v>
                </c:pt>
                <c:pt idx="826">
                  <c:v>60.551907</c:v>
                </c:pt>
                <c:pt idx="827">
                  <c:v>60.273521000000002</c:v>
                </c:pt>
                <c:pt idx="828">
                  <c:v>59.837829999999997</c:v>
                </c:pt>
                <c:pt idx="829">
                  <c:v>59.778362000000001</c:v>
                </c:pt>
                <c:pt idx="830">
                  <c:v>60.014876999999998</c:v>
                </c:pt>
                <c:pt idx="831">
                  <c:v>60.211193000000002</c:v>
                </c:pt>
                <c:pt idx="832">
                  <c:v>60.242007999999998</c:v>
                </c:pt>
                <c:pt idx="833">
                  <c:v>60.088557999999999</c:v>
                </c:pt>
                <c:pt idx="834">
                  <c:v>59.811287</c:v>
                </c:pt>
                <c:pt idx="835">
                  <c:v>59.861485000000002</c:v>
                </c:pt>
                <c:pt idx="836">
                  <c:v>60.047054000000003</c:v>
                </c:pt>
                <c:pt idx="837">
                  <c:v>60.094150999999997</c:v>
                </c:pt>
                <c:pt idx="838">
                  <c:v>60.180618000000003</c:v>
                </c:pt>
                <c:pt idx="839">
                  <c:v>60.210884</c:v>
                </c:pt>
                <c:pt idx="840">
                  <c:v>60.048347</c:v>
                </c:pt>
                <c:pt idx="841">
                  <c:v>60.038119999999999</c:v>
                </c:pt>
                <c:pt idx="842">
                  <c:v>60.315845000000003</c:v>
                </c:pt>
                <c:pt idx="843">
                  <c:v>60.508750999999997</c:v>
                </c:pt>
                <c:pt idx="844">
                  <c:v>60.544331</c:v>
                </c:pt>
                <c:pt idx="845">
                  <c:v>60.554237000000001</c:v>
                </c:pt>
                <c:pt idx="846">
                  <c:v>60.458117999999999</c:v>
                </c:pt>
                <c:pt idx="847">
                  <c:v>60.366717999999999</c:v>
                </c:pt>
                <c:pt idx="848">
                  <c:v>60.214225999999996</c:v>
                </c:pt>
                <c:pt idx="849">
                  <c:v>59.894207000000002</c:v>
                </c:pt>
                <c:pt idx="850">
                  <c:v>59.412478999999998</c:v>
                </c:pt>
                <c:pt idx="851">
                  <c:v>58.942771999999998</c:v>
                </c:pt>
                <c:pt idx="852">
                  <c:v>58.775889999999997</c:v>
                </c:pt>
                <c:pt idx="853">
                  <c:v>59.061081000000001</c:v>
                </c:pt>
                <c:pt idx="854">
                  <c:v>59.146732</c:v>
                </c:pt>
                <c:pt idx="855">
                  <c:v>58.933872000000001</c:v>
                </c:pt>
                <c:pt idx="856">
                  <c:v>58.728104000000002</c:v>
                </c:pt>
                <c:pt idx="857">
                  <c:v>58.682139999999997</c:v>
                </c:pt>
                <c:pt idx="858">
                  <c:v>58.810001</c:v>
                </c:pt>
                <c:pt idx="859">
                  <c:v>58.971203000000003</c:v>
                </c:pt>
                <c:pt idx="860">
                  <c:v>59.067646000000003</c:v>
                </c:pt>
                <c:pt idx="861">
                  <c:v>59.346905</c:v>
                </c:pt>
                <c:pt idx="862">
                  <c:v>59.551456000000002</c:v>
                </c:pt>
                <c:pt idx="863">
                  <c:v>59.653587000000002</c:v>
                </c:pt>
                <c:pt idx="864">
                  <c:v>59.865845</c:v>
                </c:pt>
                <c:pt idx="865">
                  <c:v>60.007877000000001</c:v>
                </c:pt>
                <c:pt idx="866">
                  <c:v>59.866692</c:v>
                </c:pt>
                <c:pt idx="867">
                  <c:v>59.610408999999997</c:v>
                </c:pt>
                <c:pt idx="868">
                  <c:v>59.233100999999998</c:v>
                </c:pt>
                <c:pt idx="869">
                  <c:v>58.561295000000001</c:v>
                </c:pt>
                <c:pt idx="870">
                  <c:v>57.652977</c:v>
                </c:pt>
                <c:pt idx="871">
                  <c:v>57.481915000000001</c:v>
                </c:pt>
                <c:pt idx="872">
                  <c:v>57.826949999999997</c:v>
                </c:pt>
                <c:pt idx="873">
                  <c:v>58.275050999999998</c:v>
                </c:pt>
                <c:pt idx="874">
                  <c:v>58.345669000000001</c:v>
                </c:pt>
                <c:pt idx="875">
                  <c:v>58.008831000000001</c:v>
                </c:pt>
                <c:pt idx="876">
                  <c:v>57.840449999999997</c:v>
                </c:pt>
                <c:pt idx="877">
                  <c:v>58.226844999999997</c:v>
                </c:pt>
                <c:pt idx="878">
                  <c:v>59.013229000000003</c:v>
                </c:pt>
                <c:pt idx="879">
                  <c:v>59.287472000000001</c:v>
                </c:pt>
                <c:pt idx="880">
                  <c:v>59.318989000000002</c:v>
                </c:pt>
                <c:pt idx="881">
                  <c:v>59.395629999999997</c:v>
                </c:pt>
                <c:pt idx="882">
                  <c:v>59.456997000000001</c:v>
                </c:pt>
                <c:pt idx="883">
                  <c:v>59.660881000000003</c:v>
                </c:pt>
                <c:pt idx="884">
                  <c:v>59.667717000000003</c:v>
                </c:pt>
                <c:pt idx="885">
                  <c:v>59.322533</c:v>
                </c:pt>
                <c:pt idx="886">
                  <c:v>58.948627000000002</c:v>
                </c:pt>
                <c:pt idx="887">
                  <c:v>58.734375</c:v>
                </c:pt>
                <c:pt idx="888">
                  <c:v>58.651161000000002</c:v>
                </c:pt>
                <c:pt idx="889">
                  <c:v>58.711219999999997</c:v>
                </c:pt>
                <c:pt idx="890">
                  <c:v>58.752907</c:v>
                </c:pt>
                <c:pt idx="891">
                  <c:v>58.610508000000003</c:v>
                </c:pt>
                <c:pt idx="892">
                  <c:v>58.600861000000002</c:v>
                </c:pt>
                <c:pt idx="893">
                  <c:v>58.792740000000002</c:v>
                </c:pt>
                <c:pt idx="894">
                  <c:v>58.955562999999998</c:v>
                </c:pt>
                <c:pt idx="895">
                  <c:v>58.932403999999998</c:v>
                </c:pt>
                <c:pt idx="896">
                  <c:v>58.882607</c:v>
                </c:pt>
                <c:pt idx="897">
                  <c:v>59.026176</c:v>
                </c:pt>
                <c:pt idx="898">
                  <c:v>59.319878000000003</c:v>
                </c:pt>
                <c:pt idx="899">
                  <c:v>59.411911000000003</c:v>
                </c:pt>
                <c:pt idx="900">
                  <c:v>59.299683000000002</c:v>
                </c:pt>
                <c:pt idx="901">
                  <c:v>59.232525000000003</c:v>
                </c:pt>
                <c:pt idx="902">
                  <c:v>59.379620000000003</c:v>
                </c:pt>
                <c:pt idx="903">
                  <c:v>59.334311999999997</c:v>
                </c:pt>
                <c:pt idx="904">
                  <c:v>59.316806999999997</c:v>
                </c:pt>
                <c:pt idx="905">
                  <c:v>59.336154999999998</c:v>
                </c:pt>
                <c:pt idx="906">
                  <c:v>59.160930999999998</c:v>
                </c:pt>
                <c:pt idx="907">
                  <c:v>59.148345999999997</c:v>
                </c:pt>
                <c:pt idx="908">
                  <c:v>59.216206</c:v>
                </c:pt>
                <c:pt idx="909">
                  <c:v>59.324883</c:v>
                </c:pt>
                <c:pt idx="910">
                  <c:v>59.574916999999999</c:v>
                </c:pt>
                <c:pt idx="911">
                  <c:v>59.629944000000002</c:v>
                </c:pt>
                <c:pt idx="912">
                  <c:v>59.363669999999999</c:v>
                </c:pt>
                <c:pt idx="913">
                  <c:v>59.022278</c:v>
                </c:pt>
                <c:pt idx="914">
                  <c:v>58.80106</c:v>
                </c:pt>
                <c:pt idx="915">
                  <c:v>58.798015999999997</c:v>
                </c:pt>
                <c:pt idx="916">
                  <c:v>58.936225999999998</c:v>
                </c:pt>
                <c:pt idx="917">
                  <c:v>59.090781999999997</c:v>
                </c:pt>
                <c:pt idx="918">
                  <c:v>59.035697999999996</c:v>
                </c:pt>
                <c:pt idx="919">
                  <c:v>58.863968</c:v>
                </c:pt>
                <c:pt idx="920">
                  <c:v>58.823428999999997</c:v>
                </c:pt>
                <c:pt idx="921">
                  <c:v>58.855415000000001</c:v>
                </c:pt>
                <c:pt idx="922">
                  <c:v>58.975467999999999</c:v>
                </c:pt>
                <c:pt idx="923">
                  <c:v>59.013966000000003</c:v>
                </c:pt>
                <c:pt idx="924">
                  <c:v>58.840297999999997</c:v>
                </c:pt>
                <c:pt idx="925">
                  <c:v>58.862858000000003</c:v>
                </c:pt>
                <c:pt idx="926">
                  <c:v>59.056004000000001</c:v>
                </c:pt>
                <c:pt idx="927">
                  <c:v>59.385685000000002</c:v>
                </c:pt>
                <c:pt idx="928">
                  <c:v>59.806023000000003</c:v>
                </c:pt>
                <c:pt idx="929">
                  <c:v>59.877952999999998</c:v>
                </c:pt>
                <c:pt idx="930">
                  <c:v>59.659610999999998</c:v>
                </c:pt>
                <c:pt idx="931">
                  <c:v>59.450760000000002</c:v>
                </c:pt>
                <c:pt idx="932">
                  <c:v>59.395705999999997</c:v>
                </c:pt>
                <c:pt idx="933">
                  <c:v>59.384524999999996</c:v>
                </c:pt>
                <c:pt idx="934">
                  <c:v>59.386325999999997</c:v>
                </c:pt>
                <c:pt idx="935">
                  <c:v>59.211567000000002</c:v>
                </c:pt>
                <c:pt idx="936">
                  <c:v>58.991942999999999</c:v>
                </c:pt>
                <c:pt idx="937">
                  <c:v>58.689045</c:v>
                </c:pt>
                <c:pt idx="938">
                  <c:v>58.482402999999998</c:v>
                </c:pt>
                <c:pt idx="939">
                  <c:v>58.416972999999999</c:v>
                </c:pt>
                <c:pt idx="940">
                  <c:v>58.626914999999997</c:v>
                </c:pt>
                <c:pt idx="941">
                  <c:v>58.860396999999999</c:v>
                </c:pt>
                <c:pt idx="942">
                  <c:v>59.008437999999998</c:v>
                </c:pt>
                <c:pt idx="943">
                  <c:v>58.855170999999999</c:v>
                </c:pt>
                <c:pt idx="944">
                  <c:v>58.013092</c:v>
                </c:pt>
                <c:pt idx="945">
                  <c:v>58.080936000000001</c:v>
                </c:pt>
                <c:pt idx="946">
                  <c:v>58.132823999999999</c:v>
                </c:pt>
                <c:pt idx="947">
                  <c:v>58.075767999999997</c:v>
                </c:pt>
                <c:pt idx="948">
                  <c:v>58.027282999999997</c:v>
                </c:pt>
                <c:pt idx="949">
                  <c:v>57.604621999999999</c:v>
                </c:pt>
                <c:pt idx="950">
                  <c:v>57.246532000000002</c:v>
                </c:pt>
                <c:pt idx="951">
                  <c:v>57.022731999999998</c:v>
                </c:pt>
                <c:pt idx="952">
                  <c:v>56.761325999999997</c:v>
                </c:pt>
                <c:pt idx="953">
                  <c:v>56.647663000000001</c:v>
                </c:pt>
                <c:pt idx="954">
                  <c:v>56.671214999999997</c:v>
                </c:pt>
                <c:pt idx="955">
                  <c:v>56.786217000000001</c:v>
                </c:pt>
                <c:pt idx="956">
                  <c:v>56.761764999999997</c:v>
                </c:pt>
                <c:pt idx="957">
                  <c:v>56.739418000000001</c:v>
                </c:pt>
                <c:pt idx="958">
                  <c:v>56.701335999999998</c:v>
                </c:pt>
                <c:pt idx="959">
                  <c:v>56.779026000000002</c:v>
                </c:pt>
                <c:pt idx="960">
                  <c:v>56.958801000000001</c:v>
                </c:pt>
                <c:pt idx="961">
                  <c:v>56.970118999999997</c:v>
                </c:pt>
                <c:pt idx="962">
                  <c:v>56.907162</c:v>
                </c:pt>
                <c:pt idx="963">
                  <c:v>56.853583999999998</c:v>
                </c:pt>
                <c:pt idx="964">
                  <c:v>56.917763000000001</c:v>
                </c:pt>
                <c:pt idx="965">
                  <c:v>57.16666</c:v>
                </c:pt>
                <c:pt idx="966">
                  <c:v>57.534618000000002</c:v>
                </c:pt>
                <c:pt idx="967">
                  <c:v>57.563918999999999</c:v>
                </c:pt>
                <c:pt idx="968">
                  <c:v>57.361172000000003</c:v>
                </c:pt>
                <c:pt idx="969">
                  <c:v>56.980614000000003</c:v>
                </c:pt>
                <c:pt idx="970">
                  <c:v>56.768444000000002</c:v>
                </c:pt>
                <c:pt idx="971">
                  <c:v>56.620358000000003</c:v>
                </c:pt>
                <c:pt idx="972">
                  <c:v>56.489265000000003</c:v>
                </c:pt>
                <c:pt idx="973">
                  <c:v>56.134082999999997</c:v>
                </c:pt>
                <c:pt idx="974">
                  <c:v>55.56044</c:v>
                </c:pt>
                <c:pt idx="975">
                  <c:v>54.991588999999998</c:v>
                </c:pt>
                <c:pt idx="976">
                  <c:v>54.539391000000002</c:v>
                </c:pt>
                <c:pt idx="977">
                  <c:v>54.554569000000001</c:v>
                </c:pt>
                <c:pt idx="978">
                  <c:v>54.575676000000001</c:v>
                </c:pt>
                <c:pt idx="979">
                  <c:v>54.849144000000003</c:v>
                </c:pt>
                <c:pt idx="980">
                  <c:v>55.111834999999999</c:v>
                </c:pt>
                <c:pt idx="981">
                  <c:v>54.843207999999997</c:v>
                </c:pt>
                <c:pt idx="982">
                  <c:v>54.551352999999999</c:v>
                </c:pt>
                <c:pt idx="983">
                  <c:v>54.677536000000003</c:v>
                </c:pt>
                <c:pt idx="984">
                  <c:v>54.931987999999997</c:v>
                </c:pt>
                <c:pt idx="985">
                  <c:v>54.904251000000002</c:v>
                </c:pt>
                <c:pt idx="986">
                  <c:v>54.861626000000001</c:v>
                </c:pt>
                <c:pt idx="987">
                  <c:v>55.186839999999997</c:v>
                </c:pt>
                <c:pt idx="988">
                  <c:v>55.183135999999998</c:v>
                </c:pt>
                <c:pt idx="989">
                  <c:v>54.681725</c:v>
                </c:pt>
                <c:pt idx="990">
                  <c:v>54.258091</c:v>
                </c:pt>
                <c:pt idx="991">
                  <c:v>54.099567</c:v>
                </c:pt>
                <c:pt idx="992">
                  <c:v>53.691006000000002</c:v>
                </c:pt>
                <c:pt idx="993">
                  <c:v>53.115161999999998</c:v>
                </c:pt>
                <c:pt idx="994">
                  <c:v>52.903210000000001</c:v>
                </c:pt>
                <c:pt idx="995">
                  <c:v>52.984177000000003</c:v>
                </c:pt>
                <c:pt idx="996">
                  <c:v>53.35812</c:v>
                </c:pt>
                <c:pt idx="997">
                  <c:v>53.978439000000002</c:v>
                </c:pt>
                <c:pt idx="998">
                  <c:v>54.921886000000001</c:v>
                </c:pt>
                <c:pt idx="999">
                  <c:v>55.535438999999997</c:v>
                </c:pt>
                <c:pt idx="1000">
                  <c:v>55.841231999999998</c:v>
                </c:pt>
                <c:pt idx="1001">
                  <c:v>55.885044000000001</c:v>
                </c:pt>
                <c:pt idx="1002">
                  <c:v>56.036628999999998</c:v>
                </c:pt>
                <c:pt idx="1003">
                  <c:v>56.002186000000002</c:v>
                </c:pt>
                <c:pt idx="1004">
                  <c:v>55.528495999999997</c:v>
                </c:pt>
                <c:pt idx="1005">
                  <c:v>54.813727999999998</c:v>
                </c:pt>
                <c:pt idx="1006">
                  <c:v>54.700954000000003</c:v>
                </c:pt>
                <c:pt idx="1007">
                  <c:v>54.941307000000002</c:v>
                </c:pt>
                <c:pt idx="1008">
                  <c:v>55.158447000000002</c:v>
                </c:pt>
                <c:pt idx="1009">
                  <c:v>55.289355999999998</c:v>
                </c:pt>
                <c:pt idx="1010">
                  <c:v>55.110610999999999</c:v>
                </c:pt>
                <c:pt idx="1011">
                  <c:v>54.650897999999998</c:v>
                </c:pt>
                <c:pt idx="1012">
                  <c:v>54.094073999999999</c:v>
                </c:pt>
                <c:pt idx="1013">
                  <c:v>53.888882000000002</c:v>
                </c:pt>
                <c:pt idx="1014">
                  <c:v>53.678001000000002</c:v>
                </c:pt>
                <c:pt idx="1015">
                  <c:v>53.414524</c:v>
                </c:pt>
                <c:pt idx="1016">
                  <c:v>53.191563000000002</c:v>
                </c:pt>
                <c:pt idx="1017">
                  <c:v>53.067562000000002</c:v>
                </c:pt>
                <c:pt idx="1018">
                  <c:v>53.167667000000002</c:v>
                </c:pt>
                <c:pt idx="1019">
                  <c:v>53.636391000000003</c:v>
                </c:pt>
                <c:pt idx="1020">
                  <c:v>54.130870999999999</c:v>
                </c:pt>
                <c:pt idx="1021">
                  <c:v>54.043278000000001</c:v>
                </c:pt>
                <c:pt idx="1022">
                  <c:v>53.720199999999998</c:v>
                </c:pt>
                <c:pt idx="1023">
                  <c:v>53.609375</c:v>
                </c:pt>
                <c:pt idx="1024">
                  <c:v>53.685558</c:v>
                </c:pt>
                <c:pt idx="1025">
                  <c:v>53.667675000000003</c:v>
                </c:pt>
                <c:pt idx="1026">
                  <c:v>53.325096000000002</c:v>
                </c:pt>
                <c:pt idx="1027">
                  <c:v>53.179893</c:v>
                </c:pt>
                <c:pt idx="1028">
                  <c:v>53.312592000000002</c:v>
                </c:pt>
                <c:pt idx="1029">
                  <c:v>53.761581</c:v>
                </c:pt>
                <c:pt idx="1030">
                  <c:v>54.409840000000003</c:v>
                </c:pt>
                <c:pt idx="1031">
                  <c:v>54.750568000000001</c:v>
                </c:pt>
                <c:pt idx="1032">
                  <c:v>54.762486000000003</c:v>
                </c:pt>
                <c:pt idx="1033">
                  <c:v>54.641350000000003</c:v>
                </c:pt>
                <c:pt idx="1034">
                  <c:v>54.719634999999997</c:v>
                </c:pt>
                <c:pt idx="1035">
                  <c:v>54.833599</c:v>
                </c:pt>
                <c:pt idx="1036">
                  <c:v>54.774540000000002</c:v>
                </c:pt>
                <c:pt idx="1037">
                  <c:v>54.503151000000003</c:v>
                </c:pt>
                <c:pt idx="1038">
                  <c:v>54.055931000000001</c:v>
                </c:pt>
                <c:pt idx="1039">
                  <c:v>53.834538000000002</c:v>
                </c:pt>
                <c:pt idx="1040">
                  <c:v>53.818893000000003</c:v>
                </c:pt>
                <c:pt idx="1041">
                  <c:v>54.117752000000003</c:v>
                </c:pt>
                <c:pt idx="1042">
                  <c:v>54.198535999999997</c:v>
                </c:pt>
                <c:pt idx="1043">
                  <c:v>54.178772000000002</c:v>
                </c:pt>
                <c:pt idx="1044">
                  <c:v>54.273162999999997</c:v>
                </c:pt>
                <c:pt idx="1045">
                  <c:v>54.520637999999998</c:v>
                </c:pt>
                <c:pt idx="1046">
                  <c:v>54.897857999999999</c:v>
                </c:pt>
                <c:pt idx="1047">
                  <c:v>55.233055</c:v>
                </c:pt>
                <c:pt idx="1048">
                  <c:v>55.637099999999997</c:v>
                </c:pt>
                <c:pt idx="1049">
                  <c:v>56.003501999999997</c:v>
                </c:pt>
                <c:pt idx="1050">
                  <c:v>56.439774</c:v>
                </c:pt>
                <c:pt idx="1051">
                  <c:v>56.813254999999998</c:v>
                </c:pt>
                <c:pt idx="1052">
                  <c:v>56.850673999999998</c:v>
                </c:pt>
                <c:pt idx="1053">
                  <c:v>56.729252000000002</c:v>
                </c:pt>
                <c:pt idx="1054">
                  <c:v>56.595795000000003</c:v>
                </c:pt>
                <c:pt idx="1055">
                  <c:v>56.455173000000002</c:v>
                </c:pt>
                <c:pt idx="1056">
                  <c:v>56.265194000000001</c:v>
                </c:pt>
                <c:pt idx="1057">
                  <c:v>56.209076000000003</c:v>
                </c:pt>
                <c:pt idx="1058">
                  <c:v>56.517727000000001</c:v>
                </c:pt>
                <c:pt idx="1059">
                  <c:v>56.758876999999998</c:v>
                </c:pt>
                <c:pt idx="1060">
                  <c:v>56.73695</c:v>
                </c:pt>
                <c:pt idx="1061">
                  <c:v>56.818634000000003</c:v>
                </c:pt>
                <c:pt idx="1062">
                  <c:v>56.896160000000002</c:v>
                </c:pt>
                <c:pt idx="1063">
                  <c:v>56.836494000000002</c:v>
                </c:pt>
                <c:pt idx="1064">
                  <c:v>56.782241999999997</c:v>
                </c:pt>
                <c:pt idx="1065">
                  <c:v>56.803500999999997</c:v>
                </c:pt>
                <c:pt idx="1066">
                  <c:v>56.751469</c:v>
                </c:pt>
                <c:pt idx="1067">
                  <c:v>56.703330999999999</c:v>
                </c:pt>
                <c:pt idx="1068">
                  <c:v>56.513461999999997</c:v>
                </c:pt>
                <c:pt idx="1069">
                  <c:v>56.343124000000003</c:v>
                </c:pt>
                <c:pt idx="1070">
                  <c:v>56.045425000000002</c:v>
                </c:pt>
                <c:pt idx="1071">
                  <c:v>55.550930000000001</c:v>
                </c:pt>
                <c:pt idx="1072">
                  <c:v>55.642803000000001</c:v>
                </c:pt>
                <c:pt idx="1073">
                  <c:v>56.063338999999999</c:v>
                </c:pt>
                <c:pt idx="1074">
                  <c:v>56.309170000000002</c:v>
                </c:pt>
                <c:pt idx="1075">
                  <c:v>56.487822999999999</c:v>
                </c:pt>
                <c:pt idx="1076">
                  <c:v>56.442565999999999</c:v>
                </c:pt>
                <c:pt idx="1077">
                  <c:v>56.333786000000003</c:v>
                </c:pt>
                <c:pt idx="1078">
                  <c:v>56.470939999999999</c:v>
                </c:pt>
                <c:pt idx="1079">
                  <c:v>56.639327999999999</c:v>
                </c:pt>
                <c:pt idx="1080">
                  <c:v>56.681846999999998</c:v>
                </c:pt>
                <c:pt idx="1081">
                  <c:v>56.022461</c:v>
                </c:pt>
                <c:pt idx="1082">
                  <c:v>56.108006000000003</c:v>
                </c:pt>
                <c:pt idx="1083">
                  <c:v>56.269984999999998</c:v>
                </c:pt>
                <c:pt idx="1084">
                  <c:v>56.554465999999998</c:v>
                </c:pt>
                <c:pt idx="1085">
                  <c:v>57.081856000000002</c:v>
                </c:pt>
                <c:pt idx="1086">
                  <c:v>57.479934999999998</c:v>
                </c:pt>
                <c:pt idx="1087">
                  <c:v>57.443981000000001</c:v>
                </c:pt>
                <c:pt idx="1088">
                  <c:v>57.405434</c:v>
                </c:pt>
                <c:pt idx="1089">
                  <c:v>57.525512999999997</c:v>
                </c:pt>
                <c:pt idx="1090">
                  <c:v>57.874476999999999</c:v>
                </c:pt>
                <c:pt idx="1091">
                  <c:v>58.332633999999999</c:v>
                </c:pt>
                <c:pt idx="1092">
                  <c:v>58.61739</c:v>
                </c:pt>
                <c:pt idx="1093">
                  <c:v>58.675857999999998</c:v>
                </c:pt>
                <c:pt idx="1094">
                  <c:v>58.618400999999999</c:v>
                </c:pt>
                <c:pt idx="1095">
                  <c:v>58.563290000000002</c:v>
                </c:pt>
                <c:pt idx="1096">
                  <c:v>58.519351999999998</c:v>
                </c:pt>
                <c:pt idx="1097">
                  <c:v>58.225966999999997</c:v>
                </c:pt>
                <c:pt idx="1098">
                  <c:v>58.308402999999998</c:v>
                </c:pt>
                <c:pt idx="1099">
                  <c:v>58.480750999999998</c:v>
                </c:pt>
                <c:pt idx="1100">
                  <c:v>58.584311999999997</c:v>
                </c:pt>
                <c:pt idx="1101">
                  <c:v>58.708407999999999</c:v>
                </c:pt>
                <c:pt idx="1102">
                  <c:v>58.853298000000002</c:v>
                </c:pt>
                <c:pt idx="1103">
                  <c:v>58.945914999999999</c:v>
                </c:pt>
                <c:pt idx="1104">
                  <c:v>58.956909000000003</c:v>
                </c:pt>
                <c:pt idx="1105">
                  <c:v>58.817272000000003</c:v>
                </c:pt>
                <c:pt idx="1106">
                  <c:v>58.589526999999997</c:v>
                </c:pt>
                <c:pt idx="1107">
                  <c:v>58.365532000000002</c:v>
                </c:pt>
                <c:pt idx="1108">
                  <c:v>58.081017000000003</c:v>
                </c:pt>
                <c:pt idx="1109">
                  <c:v>57.992783000000003</c:v>
                </c:pt>
                <c:pt idx="1110">
                  <c:v>58.056801</c:v>
                </c:pt>
                <c:pt idx="1111">
                  <c:v>58.123966000000003</c:v>
                </c:pt>
                <c:pt idx="1112">
                  <c:v>58.223854000000003</c:v>
                </c:pt>
                <c:pt idx="1113">
                  <c:v>58.285418999999997</c:v>
                </c:pt>
                <c:pt idx="1114">
                  <c:v>58.492156999999999</c:v>
                </c:pt>
                <c:pt idx="1115">
                  <c:v>59.003264999999999</c:v>
                </c:pt>
                <c:pt idx="1116">
                  <c:v>59.679744999999997</c:v>
                </c:pt>
                <c:pt idx="1117">
                  <c:v>59.862884999999999</c:v>
                </c:pt>
                <c:pt idx="1118">
                  <c:v>59.618735999999998</c:v>
                </c:pt>
                <c:pt idx="1119">
                  <c:v>59.118496</c:v>
                </c:pt>
                <c:pt idx="1120">
                  <c:v>58.840324000000003</c:v>
                </c:pt>
                <c:pt idx="1121">
                  <c:v>58.790889999999997</c:v>
                </c:pt>
                <c:pt idx="1122">
                  <c:v>58.839764000000002</c:v>
                </c:pt>
                <c:pt idx="1123">
                  <c:v>58.880737000000003</c:v>
                </c:pt>
                <c:pt idx="1124">
                  <c:v>58.767302999999998</c:v>
                </c:pt>
                <c:pt idx="1125">
                  <c:v>58.710701</c:v>
                </c:pt>
                <c:pt idx="1126">
                  <c:v>59.032127000000003</c:v>
                </c:pt>
                <c:pt idx="1127">
                  <c:v>59.233581999999998</c:v>
                </c:pt>
                <c:pt idx="1128">
                  <c:v>59.213611999999998</c:v>
                </c:pt>
                <c:pt idx="1129">
                  <c:v>58.994484</c:v>
                </c:pt>
                <c:pt idx="1130">
                  <c:v>58.858680999999997</c:v>
                </c:pt>
                <c:pt idx="1131">
                  <c:v>58.826571999999999</c:v>
                </c:pt>
                <c:pt idx="1132">
                  <c:v>58.972026999999997</c:v>
                </c:pt>
                <c:pt idx="1133">
                  <c:v>59.201794</c:v>
                </c:pt>
                <c:pt idx="1134">
                  <c:v>59.413494</c:v>
                </c:pt>
                <c:pt idx="1135">
                  <c:v>59.686356000000004</c:v>
                </c:pt>
                <c:pt idx="1136">
                  <c:v>59.862354000000003</c:v>
                </c:pt>
                <c:pt idx="1137">
                  <c:v>59.967117000000002</c:v>
                </c:pt>
                <c:pt idx="1138">
                  <c:v>60.084769999999999</c:v>
                </c:pt>
                <c:pt idx="1139">
                  <c:v>60.268222999999999</c:v>
                </c:pt>
                <c:pt idx="1140">
                  <c:v>60.476531999999999</c:v>
                </c:pt>
                <c:pt idx="1141">
                  <c:v>60.653174999999997</c:v>
                </c:pt>
                <c:pt idx="1142">
                  <c:v>60.739471000000002</c:v>
                </c:pt>
                <c:pt idx="1143">
                  <c:v>60.790081000000001</c:v>
                </c:pt>
                <c:pt idx="1144">
                  <c:v>60.828335000000003</c:v>
                </c:pt>
                <c:pt idx="1145">
                  <c:v>60.865428999999999</c:v>
                </c:pt>
                <c:pt idx="1146">
                  <c:v>60.980803999999999</c:v>
                </c:pt>
                <c:pt idx="1147">
                  <c:v>60.886566000000002</c:v>
                </c:pt>
                <c:pt idx="1148">
                  <c:v>60.679133999999998</c:v>
                </c:pt>
                <c:pt idx="1149">
                  <c:v>60.428097000000001</c:v>
                </c:pt>
                <c:pt idx="1150">
                  <c:v>60.317497000000003</c:v>
                </c:pt>
                <c:pt idx="1151">
                  <c:v>60.389358999999999</c:v>
                </c:pt>
                <c:pt idx="1152">
                  <c:v>60.523803999999998</c:v>
                </c:pt>
                <c:pt idx="1153">
                  <c:v>60.604819999999997</c:v>
                </c:pt>
                <c:pt idx="1154">
                  <c:v>60.433762000000002</c:v>
                </c:pt>
                <c:pt idx="1155">
                  <c:v>60.197440999999998</c:v>
                </c:pt>
                <c:pt idx="1156">
                  <c:v>60.017769000000001</c:v>
                </c:pt>
                <c:pt idx="1157">
                  <c:v>59.915714000000001</c:v>
                </c:pt>
                <c:pt idx="1158">
                  <c:v>59.920245999999999</c:v>
                </c:pt>
                <c:pt idx="1159">
                  <c:v>59.976101</c:v>
                </c:pt>
                <c:pt idx="1160">
                  <c:v>60.148533</c:v>
                </c:pt>
                <c:pt idx="1161">
                  <c:v>60.357666000000002</c:v>
                </c:pt>
                <c:pt idx="1162">
                  <c:v>60.509300000000003</c:v>
                </c:pt>
                <c:pt idx="1163">
                  <c:v>60.614792000000001</c:v>
                </c:pt>
                <c:pt idx="1164">
                  <c:v>60.704475000000002</c:v>
                </c:pt>
                <c:pt idx="1165">
                  <c:v>60.837231000000003</c:v>
                </c:pt>
                <c:pt idx="1166">
                  <c:v>61.022781000000002</c:v>
                </c:pt>
                <c:pt idx="1167">
                  <c:v>61.305950000000003</c:v>
                </c:pt>
                <c:pt idx="1168">
                  <c:v>61.728344</c:v>
                </c:pt>
                <c:pt idx="1169">
                  <c:v>62.332934999999999</c:v>
                </c:pt>
                <c:pt idx="1170">
                  <c:v>62.948768999999999</c:v>
                </c:pt>
                <c:pt idx="1171">
                  <c:v>63.418880000000001</c:v>
                </c:pt>
                <c:pt idx="1172">
                  <c:v>63.711094000000003</c:v>
                </c:pt>
                <c:pt idx="1173">
                  <c:v>63.842421999999999</c:v>
                </c:pt>
                <c:pt idx="1174">
                  <c:v>63.529567999999998</c:v>
                </c:pt>
                <c:pt idx="1175">
                  <c:v>63.284328000000002</c:v>
                </c:pt>
                <c:pt idx="1176">
                  <c:v>63.179237000000001</c:v>
                </c:pt>
                <c:pt idx="1177">
                  <c:v>63.217941000000003</c:v>
                </c:pt>
                <c:pt idx="1178">
                  <c:v>63.325802000000003</c:v>
                </c:pt>
                <c:pt idx="1179">
                  <c:v>63.454430000000002</c:v>
                </c:pt>
                <c:pt idx="1180">
                  <c:v>63.556914999999996</c:v>
                </c:pt>
                <c:pt idx="1181">
                  <c:v>63.694912000000002</c:v>
                </c:pt>
                <c:pt idx="1182">
                  <c:v>63.946606000000003</c:v>
                </c:pt>
                <c:pt idx="1183">
                  <c:v>64.251289</c:v>
                </c:pt>
                <c:pt idx="1184">
                  <c:v>64.584564</c:v>
                </c:pt>
                <c:pt idx="1185">
                  <c:v>64.932372999999998</c:v>
                </c:pt>
                <c:pt idx="1186">
                  <c:v>65.325248999999999</c:v>
                </c:pt>
                <c:pt idx="1187">
                  <c:v>65.723656000000005</c:v>
                </c:pt>
                <c:pt idx="1188">
                  <c:v>66.336326999999997</c:v>
                </c:pt>
                <c:pt idx="1189">
                  <c:v>66.935126999999994</c:v>
                </c:pt>
                <c:pt idx="1190">
                  <c:v>67.381737000000001</c:v>
                </c:pt>
                <c:pt idx="1191">
                  <c:v>67.827506999999997</c:v>
                </c:pt>
                <c:pt idx="1192">
                  <c:v>68.215309000000005</c:v>
                </c:pt>
                <c:pt idx="1193">
                  <c:v>68.268433000000002</c:v>
                </c:pt>
                <c:pt idx="1194">
                  <c:v>68.106521999999998</c:v>
                </c:pt>
                <c:pt idx="1195">
                  <c:v>68.183700999999999</c:v>
                </c:pt>
                <c:pt idx="1196">
                  <c:v>68.339484999999996</c:v>
                </c:pt>
                <c:pt idx="1197">
                  <c:v>68.423835999999994</c:v>
                </c:pt>
                <c:pt idx="1198">
                  <c:v>68.475005999999993</c:v>
                </c:pt>
                <c:pt idx="1199">
                  <c:v>68.530281000000002</c:v>
                </c:pt>
                <c:pt idx="1200">
                  <c:v>68.605666999999997</c:v>
                </c:pt>
                <c:pt idx="1201">
                  <c:v>67.557388000000003</c:v>
                </c:pt>
                <c:pt idx="1202">
                  <c:v>67.470703</c:v>
                </c:pt>
                <c:pt idx="1203">
                  <c:v>67.407982000000004</c:v>
                </c:pt>
                <c:pt idx="1204">
                  <c:v>67.262671999999995</c:v>
                </c:pt>
                <c:pt idx="1205">
                  <c:v>67.113106000000002</c:v>
                </c:pt>
                <c:pt idx="1206">
                  <c:v>67.136993000000004</c:v>
                </c:pt>
                <c:pt idx="1207">
                  <c:v>68.780670000000001</c:v>
                </c:pt>
                <c:pt idx="1208">
                  <c:v>69.082725999999994</c:v>
                </c:pt>
                <c:pt idx="1209">
                  <c:v>67.489486999999997</c:v>
                </c:pt>
                <c:pt idx="1210">
                  <c:v>67.502234999999999</c:v>
                </c:pt>
                <c:pt idx="1211">
                  <c:v>67.577393000000001</c:v>
                </c:pt>
                <c:pt idx="1212">
                  <c:v>67.677779999999998</c:v>
                </c:pt>
                <c:pt idx="1213">
                  <c:v>67.848220999999995</c:v>
                </c:pt>
                <c:pt idx="1214">
                  <c:v>68.033112000000003</c:v>
                </c:pt>
                <c:pt idx="1215">
                  <c:v>68.223495</c:v>
                </c:pt>
                <c:pt idx="1216">
                  <c:v>68.389397000000002</c:v>
                </c:pt>
                <c:pt idx="1217">
                  <c:v>68.502823000000006</c:v>
                </c:pt>
                <c:pt idx="1218">
                  <c:v>68.532416999999995</c:v>
                </c:pt>
                <c:pt idx="1219">
                  <c:v>68.484924000000007</c:v>
                </c:pt>
                <c:pt idx="1220">
                  <c:v>68.467087000000006</c:v>
                </c:pt>
                <c:pt idx="1221">
                  <c:v>68.484009</c:v>
                </c:pt>
                <c:pt idx="1222">
                  <c:v>68.479218000000003</c:v>
                </c:pt>
                <c:pt idx="1223">
                  <c:v>68.390366</c:v>
                </c:pt>
                <c:pt idx="1224">
                  <c:v>68.343108999999998</c:v>
                </c:pt>
                <c:pt idx="1225">
                  <c:v>68.312629999999999</c:v>
                </c:pt>
                <c:pt idx="1226">
                  <c:v>68.174651999999995</c:v>
                </c:pt>
                <c:pt idx="1227">
                  <c:v>68.004112000000006</c:v>
                </c:pt>
                <c:pt idx="1228">
                  <c:v>67.883872999999994</c:v>
                </c:pt>
                <c:pt idx="1229">
                  <c:v>67.823532</c:v>
                </c:pt>
                <c:pt idx="1230">
                  <c:v>67.860946999999996</c:v>
                </c:pt>
                <c:pt idx="1231">
                  <c:v>68.008621000000005</c:v>
                </c:pt>
                <c:pt idx="1232">
                  <c:v>68.214928</c:v>
                </c:pt>
                <c:pt idx="1233">
                  <c:v>68.489326000000005</c:v>
                </c:pt>
                <c:pt idx="1234">
                  <c:v>68.855864999999994</c:v>
                </c:pt>
                <c:pt idx="1235">
                  <c:v>69.230545000000006</c:v>
                </c:pt>
                <c:pt idx="1236">
                  <c:v>69.571235999999999</c:v>
                </c:pt>
                <c:pt idx="1237">
                  <c:v>69.870911000000007</c:v>
                </c:pt>
                <c:pt idx="1238">
                  <c:v>70.097504000000001</c:v>
                </c:pt>
                <c:pt idx="1239">
                  <c:v>70.288512999999995</c:v>
                </c:pt>
                <c:pt idx="1240">
                  <c:v>70.447708000000006</c:v>
                </c:pt>
                <c:pt idx="1241">
                  <c:v>70.535149000000004</c:v>
                </c:pt>
                <c:pt idx="1242">
                  <c:v>70.610962000000001</c:v>
                </c:pt>
                <c:pt idx="1243">
                  <c:v>70.722037999999998</c:v>
                </c:pt>
                <c:pt idx="1244">
                  <c:v>70.865814</c:v>
                </c:pt>
                <c:pt idx="1245">
                  <c:v>71.018158</c:v>
                </c:pt>
                <c:pt idx="1246">
                  <c:v>71.132796999999997</c:v>
                </c:pt>
                <c:pt idx="1247">
                  <c:v>71.220214999999996</c:v>
                </c:pt>
                <c:pt idx="1248">
                  <c:v>71.303023999999994</c:v>
                </c:pt>
                <c:pt idx="1249">
                  <c:v>71.385857000000001</c:v>
                </c:pt>
                <c:pt idx="1250">
                  <c:v>71.361641000000006</c:v>
                </c:pt>
                <c:pt idx="1251">
                  <c:v>71.332320999999993</c:v>
                </c:pt>
                <c:pt idx="1252">
                  <c:v>71.316940000000002</c:v>
                </c:pt>
                <c:pt idx="1253">
                  <c:v>71.322838000000004</c:v>
                </c:pt>
                <c:pt idx="1254">
                  <c:v>71.378082000000006</c:v>
                </c:pt>
                <c:pt idx="1255">
                  <c:v>71.477333000000002</c:v>
                </c:pt>
                <c:pt idx="1256">
                  <c:v>71.554114999999996</c:v>
                </c:pt>
                <c:pt idx="1257">
                  <c:v>71.642570000000006</c:v>
                </c:pt>
                <c:pt idx="1258">
                  <c:v>71.821967999999998</c:v>
                </c:pt>
                <c:pt idx="1259">
                  <c:v>71.928107999999995</c:v>
                </c:pt>
                <c:pt idx="1260">
                  <c:v>71.929077000000007</c:v>
                </c:pt>
                <c:pt idx="1261">
                  <c:v>71.986168000000006</c:v>
                </c:pt>
                <c:pt idx="1262">
                  <c:v>72.082313999999997</c:v>
                </c:pt>
                <c:pt idx="1263">
                  <c:v>72.269408999999996</c:v>
                </c:pt>
                <c:pt idx="1264">
                  <c:v>72.499206999999998</c:v>
                </c:pt>
                <c:pt idx="1265">
                  <c:v>72.699493000000004</c:v>
                </c:pt>
                <c:pt idx="1266">
                  <c:v>68.893990000000002</c:v>
                </c:pt>
                <c:pt idx="1267">
                  <c:v>69.087349000000003</c:v>
                </c:pt>
                <c:pt idx="1268">
                  <c:v>69.593811000000002</c:v>
                </c:pt>
                <c:pt idx="1269">
                  <c:v>70.27552</c:v>
                </c:pt>
                <c:pt idx="1270">
                  <c:v>70.930396999999999</c:v>
                </c:pt>
                <c:pt idx="1271">
                  <c:v>71.510909999999996</c:v>
                </c:pt>
                <c:pt idx="1272">
                  <c:v>72.047882000000001</c:v>
                </c:pt>
                <c:pt idx="1273">
                  <c:v>72.453299999999999</c:v>
                </c:pt>
                <c:pt idx="1274">
                  <c:v>72.604973000000001</c:v>
                </c:pt>
                <c:pt idx="1275">
                  <c:v>72.637671999999995</c:v>
                </c:pt>
                <c:pt idx="1276">
                  <c:v>72.705307000000005</c:v>
                </c:pt>
                <c:pt idx="1277">
                  <c:v>72.881386000000006</c:v>
                </c:pt>
                <c:pt idx="1278">
                  <c:v>73.146568000000002</c:v>
                </c:pt>
                <c:pt idx="1279">
                  <c:v>73.447174000000004</c:v>
                </c:pt>
                <c:pt idx="1280">
                  <c:v>73.737099000000001</c:v>
                </c:pt>
                <c:pt idx="1281">
                  <c:v>73.993835000000004</c:v>
                </c:pt>
                <c:pt idx="1282">
                  <c:v>74.190078999999997</c:v>
                </c:pt>
                <c:pt idx="1283">
                  <c:v>74.356269999999995</c:v>
                </c:pt>
                <c:pt idx="1284">
                  <c:v>74.489311000000001</c:v>
                </c:pt>
                <c:pt idx="1285">
                  <c:v>74.548630000000003</c:v>
                </c:pt>
                <c:pt idx="1286">
                  <c:v>74.579864999999998</c:v>
                </c:pt>
                <c:pt idx="1287">
                  <c:v>74.635154999999997</c:v>
                </c:pt>
                <c:pt idx="1288">
                  <c:v>74.713622999999998</c:v>
                </c:pt>
                <c:pt idx="1289">
                  <c:v>74.762542999999994</c:v>
                </c:pt>
                <c:pt idx="1290">
                  <c:v>74.795860000000005</c:v>
                </c:pt>
                <c:pt idx="1291">
                  <c:v>74.828925999999996</c:v>
                </c:pt>
                <c:pt idx="1292">
                  <c:v>74.864624000000006</c:v>
                </c:pt>
                <c:pt idx="1293">
                  <c:v>74.895966000000001</c:v>
                </c:pt>
                <c:pt idx="1294">
                  <c:v>74.852180000000004</c:v>
                </c:pt>
                <c:pt idx="1295">
                  <c:v>74.793739000000002</c:v>
                </c:pt>
                <c:pt idx="1296">
                  <c:v>74.832320999999993</c:v>
                </c:pt>
                <c:pt idx="1297">
                  <c:v>74.905333999999996</c:v>
                </c:pt>
                <c:pt idx="1298">
                  <c:v>74.972290000000001</c:v>
                </c:pt>
                <c:pt idx="1299">
                  <c:v>75.006966000000006</c:v>
                </c:pt>
                <c:pt idx="1300">
                  <c:v>74.999367000000007</c:v>
                </c:pt>
                <c:pt idx="1301">
                  <c:v>75.019126999999997</c:v>
                </c:pt>
                <c:pt idx="1302">
                  <c:v>75.063018999999997</c:v>
                </c:pt>
                <c:pt idx="1303">
                  <c:v>75.147751</c:v>
                </c:pt>
                <c:pt idx="1304">
                  <c:v>75.251923000000005</c:v>
                </c:pt>
                <c:pt idx="1305">
                  <c:v>75.330665999999994</c:v>
                </c:pt>
                <c:pt idx="1306">
                  <c:v>75.394447</c:v>
                </c:pt>
                <c:pt idx="1307">
                  <c:v>75.412757999999997</c:v>
                </c:pt>
                <c:pt idx="1308">
                  <c:v>75.440162999999998</c:v>
                </c:pt>
                <c:pt idx="1309">
                  <c:v>75.387009000000006</c:v>
                </c:pt>
                <c:pt idx="1310">
                  <c:v>75.336226999999994</c:v>
                </c:pt>
                <c:pt idx="1311">
                  <c:v>75.367958000000002</c:v>
                </c:pt>
                <c:pt idx="1312">
                  <c:v>75.366928000000001</c:v>
                </c:pt>
                <c:pt idx="1313">
                  <c:v>75.310035999999997</c:v>
                </c:pt>
                <c:pt idx="1314">
                  <c:v>75.248610999999997</c:v>
                </c:pt>
                <c:pt idx="1315">
                  <c:v>75.214432000000002</c:v>
                </c:pt>
                <c:pt idx="1316">
                  <c:v>75.170906000000002</c:v>
                </c:pt>
                <c:pt idx="1317">
                  <c:v>75.090591000000003</c:v>
                </c:pt>
                <c:pt idx="1318">
                  <c:v>74.969397999999998</c:v>
                </c:pt>
                <c:pt idx="1319">
                  <c:v>74.643805999999998</c:v>
                </c:pt>
                <c:pt idx="1320">
                  <c:v>74.351990000000001</c:v>
                </c:pt>
                <c:pt idx="1321">
                  <c:v>74.321274000000003</c:v>
                </c:pt>
                <c:pt idx="1322">
                  <c:v>74.377205000000004</c:v>
                </c:pt>
                <c:pt idx="1323">
                  <c:v>74.491951</c:v>
                </c:pt>
                <c:pt idx="1324">
                  <c:v>74.666740000000004</c:v>
                </c:pt>
                <c:pt idx="1325">
                  <c:v>74.858046999999999</c:v>
                </c:pt>
                <c:pt idx="1326">
                  <c:v>75.092360999999997</c:v>
                </c:pt>
                <c:pt idx="1327">
                  <c:v>75.423964999999995</c:v>
                </c:pt>
                <c:pt idx="1328">
                  <c:v>75.792732000000001</c:v>
                </c:pt>
                <c:pt idx="1329">
                  <c:v>76.173882000000006</c:v>
                </c:pt>
                <c:pt idx="1330">
                  <c:v>76.501175000000003</c:v>
                </c:pt>
                <c:pt idx="1331">
                  <c:v>76.743561</c:v>
                </c:pt>
                <c:pt idx="1332">
                  <c:v>76.892241999999996</c:v>
                </c:pt>
                <c:pt idx="1333">
                  <c:v>76.988892000000007</c:v>
                </c:pt>
                <c:pt idx="1334">
                  <c:v>77.080939999999998</c:v>
                </c:pt>
                <c:pt idx="1335">
                  <c:v>77.227103999999997</c:v>
                </c:pt>
                <c:pt idx="1336">
                  <c:v>77.412682000000004</c:v>
                </c:pt>
                <c:pt idx="1337">
                  <c:v>77.591042000000002</c:v>
                </c:pt>
                <c:pt idx="1338">
                  <c:v>77.715880999999996</c:v>
                </c:pt>
                <c:pt idx="1339">
                  <c:v>77.819687000000002</c:v>
                </c:pt>
                <c:pt idx="1340">
                  <c:v>77.925087000000005</c:v>
                </c:pt>
                <c:pt idx="1341">
                  <c:v>78.033676</c:v>
                </c:pt>
                <c:pt idx="1342">
                  <c:v>78.183516999999995</c:v>
                </c:pt>
                <c:pt idx="1343">
                  <c:v>78.343376000000006</c:v>
                </c:pt>
                <c:pt idx="1344">
                  <c:v>78.485305999999994</c:v>
                </c:pt>
                <c:pt idx="1345">
                  <c:v>78.611343000000005</c:v>
                </c:pt>
                <c:pt idx="1346">
                  <c:v>78.760611999999995</c:v>
                </c:pt>
                <c:pt idx="1347">
                  <c:v>78.924919000000003</c:v>
                </c:pt>
                <c:pt idx="1348">
                  <c:v>79.118354999999994</c:v>
                </c:pt>
                <c:pt idx="1349">
                  <c:v>79.362899999999996</c:v>
                </c:pt>
                <c:pt idx="1350">
                  <c:v>79.649039999999999</c:v>
                </c:pt>
                <c:pt idx="1351">
                  <c:v>79.953170999999998</c:v>
                </c:pt>
                <c:pt idx="1352">
                  <c:v>80.249199000000004</c:v>
                </c:pt>
                <c:pt idx="1353">
                  <c:v>80.511161999999999</c:v>
                </c:pt>
                <c:pt idx="1354">
                  <c:v>80.748519999999999</c:v>
                </c:pt>
                <c:pt idx="1355">
                  <c:v>80.953445000000002</c:v>
                </c:pt>
                <c:pt idx="1356">
                  <c:v>81.145538000000002</c:v>
                </c:pt>
                <c:pt idx="1357">
                  <c:v>81.353256000000002</c:v>
                </c:pt>
                <c:pt idx="1358">
                  <c:v>81.505981000000006</c:v>
                </c:pt>
                <c:pt idx="1359">
                  <c:v>81.581412999999998</c:v>
                </c:pt>
                <c:pt idx="1360">
                  <c:v>81.641982999999996</c:v>
                </c:pt>
                <c:pt idx="1361">
                  <c:v>81.723297000000002</c:v>
                </c:pt>
                <c:pt idx="1362">
                  <c:v>81.826149000000001</c:v>
                </c:pt>
                <c:pt idx="1363">
                  <c:v>81.966262999999998</c:v>
                </c:pt>
                <c:pt idx="1364">
                  <c:v>82.123458999999997</c:v>
                </c:pt>
                <c:pt idx="1365">
                  <c:v>82.263587999999999</c:v>
                </c:pt>
                <c:pt idx="1366">
                  <c:v>82.421386999999996</c:v>
                </c:pt>
                <c:pt idx="1367">
                  <c:v>82.593597000000003</c:v>
                </c:pt>
                <c:pt idx="1368">
                  <c:v>82.737328000000005</c:v>
                </c:pt>
                <c:pt idx="1369">
                  <c:v>82.835205000000002</c:v>
                </c:pt>
                <c:pt idx="1370">
                  <c:v>82.916015999999999</c:v>
                </c:pt>
                <c:pt idx="1371">
                  <c:v>82.960762000000003</c:v>
                </c:pt>
                <c:pt idx="1372">
                  <c:v>82.962485999999998</c:v>
                </c:pt>
                <c:pt idx="1373">
                  <c:v>82.921394000000006</c:v>
                </c:pt>
                <c:pt idx="1374">
                  <c:v>82.878967000000003</c:v>
                </c:pt>
                <c:pt idx="1375">
                  <c:v>82.906188999999998</c:v>
                </c:pt>
                <c:pt idx="1376">
                  <c:v>82.942702999999995</c:v>
                </c:pt>
                <c:pt idx="1377">
                  <c:v>82.953804000000005</c:v>
                </c:pt>
                <c:pt idx="1378">
                  <c:v>82.907859999999999</c:v>
                </c:pt>
                <c:pt idx="1379">
                  <c:v>82.708648999999994</c:v>
                </c:pt>
                <c:pt idx="1380">
                  <c:v>82.459778</c:v>
                </c:pt>
                <c:pt idx="1381">
                  <c:v>82.324112</c:v>
                </c:pt>
                <c:pt idx="1382">
                  <c:v>82.260361000000003</c:v>
                </c:pt>
                <c:pt idx="1383">
                  <c:v>82.261284000000003</c:v>
                </c:pt>
                <c:pt idx="1384">
                  <c:v>82.299103000000002</c:v>
                </c:pt>
                <c:pt idx="1385">
                  <c:v>82.331314000000006</c:v>
                </c:pt>
                <c:pt idx="1386">
                  <c:v>82.331542999999996</c:v>
                </c:pt>
                <c:pt idx="1387">
                  <c:v>82.352440000000001</c:v>
                </c:pt>
                <c:pt idx="1388">
                  <c:v>82.407677000000007</c:v>
                </c:pt>
                <c:pt idx="1389">
                  <c:v>82.478699000000006</c:v>
                </c:pt>
                <c:pt idx="1390">
                  <c:v>82.527259999999998</c:v>
                </c:pt>
                <c:pt idx="1391">
                  <c:v>82.546028000000007</c:v>
                </c:pt>
                <c:pt idx="1392">
                  <c:v>82.557274000000007</c:v>
                </c:pt>
                <c:pt idx="1393">
                  <c:v>82.546394000000006</c:v>
                </c:pt>
                <c:pt idx="1394">
                  <c:v>82.508330999999998</c:v>
                </c:pt>
                <c:pt idx="1395">
                  <c:v>82.423644999999993</c:v>
                </c:pt>
                <c:pt idx="1396">
                  <c:v>82.269737000000006</c:v>
                </c:pt>
                <c:pt idx="1397">
                  <c:v>82.038628000000003</c:v>
                </c:pt>
                <c:pt idx="1398">
                  <c:v>81.791542000000007</c:v>
                </c:pt>
                <c:pt idx="1399">
                  <c:v>81.582252999999994</c:v>
                </c:pt>
                <c:pt idx="1400">
                  <c:v>81.421463000000003</c:v>
                </c:pt>
                <c:pt idx="1401">
                  <c:v>81.348395999999994</c:v>
                </c:pt>
                <c:pt idx="1402">
                  <c:v>81.319275000000005</c:v>
                </c:pt>
                <c:pt idx="1403">
                  <c:v>81.343010000000007</c:v>
                </c:pt>
                <c:pt idx="1404">
                  <c:v>81.444962000000004</c:v>
                </c:pt>
                <c:pt idx="1405">
                  <c:v>81.602371000000005</c:v>
                </c:pt>
                <c:pt idx="1406">
                  <c:v>81.773696999999999</c:v>
                </c:pt>
                <c:pt idx="1407">
                  <c:v>81.981125000000006</c:v>
                </c:pt>
                <c:pt idx="1408">
                  <c:v>82.226310999999995</c:v>
                </c:pt>
                <c:pt idx="1409">
                  <c:v>82.491416999999998</c:v>
                </c:pt>
                <c:pt idx="1410">
                  <c:v>82.757285999999993</c:v>
                </c:pt>
                <c:pt idx="1411">
                  <c:v>82.985893000000004</c:v>
                </c:pt>
                <c:pt idx="1412">
                  <c:v>83.194962000000004</c:v>
                </c:pt>
                <c:pt idx="1413">
                  <c:v>83.365691999999996</c:v>
                </c:pt>
                <c:pt idx="1414">
                  <c:v>83.515816000000001</c:v>
                </c:pt>
                <c:pt idx="1415">
                  <c:v>83.678223000000003</c:v>
                </c:pt>
                <c:pt idx="1416">
                  <c:v>83.832419999999999</c:v>
                </c:pt>
                <c:pt idx="1417">
                  <c:v>83.943886000000006</c:v>
                </c:pt>
                <c:pt idx="1418">
                  <c:v>83.976944000000003</c:v>
                </c:pt>
                <c:pt idx="1419">
                  <c:v>83.964034999999996</c:v>
                </c:pt>
                <c:pt idx="1420">
                  <c:v>83.973892000000006</c:v>
                </c:pt>
                <c:pt idx="1421">
                  <c:v>83.992812999999998</c:v>
                </c:pt>
                <c:pt idx="1422">
                  <c:v>84.027100000000004</c:v>
                </c:pt>
                <c:pt idx="1423">
                  <c:v>84.118628999999999</c:v>
                </c:pt>
                <c:pt idx="1424">
                  <c:v>84.239745999999997</c:v>
                </c:pt>
                <c:pt idx="1425">
                  <c:v>84.33963</c:v>
                </c:pt>
                <c:pt idx="1426">
                  <c:v>84.356575000000007</c:v>
                </c:pt>
                <c:pt idx="1427">
                  <c:v>84.280738999999997</c:v>
                </c:pt>
                <c:pt idx="1428">
                  <c:v>84.181419000000005</c:v>
                </c:pt>
                <c:pt idx="1429">
                  <c:v>84.055862000000005</c:v>
                </c:pt>
                <c:pt idx="1430">
                  <c:v>83.976685000000003</c:v>
                </c:pt>
                <c:pt idx="1431">
                  <c:v>83.938796999999994</c:v>
                </c:pt>
                <c:pt idx="1432">
                  <c:v>83.951988</c:v>
                </c:pt>
                <c:pt idx="1433">
                  <c:v>84.004517000000007</c:v>
                </c:pt>
                <c:pt idx="1434">
                  <c:v>84.071404000000001</c:v>
                </c:pt>
                <c:pt idx="1435">
                  <c:v>84.195151999999993</c:v>
                </c:pt>
                <c:pt idx="1436">
                  <c:v>84.382080000000002</c:v>
                </c:pt>
                <c:pt idx="1437">
                  <c:v>84.558846000000003</c:v>
                </c:pt>
                <c:pt idx="1438">
                  <c:v>84.695992000000004</c:v>
                </c:pt>
                <c:pt idx="1439">
                  <c:v>84.794349999999994</c:v>
                </c:pt>
                <c:pt idx="1440">
                  <c:v>84.832595999999995</c:v>
                </c:pt>
                <c:pt idx="1441">
                  <c:v>84.850623999999996</c:v>
                </c:pt>
                <c:pt idx="1442">
                  <c:v>84.878310999999997</c:v>
                </c:pt>
                <c:pt idx="1443">
                  <c:v>84.916054000000003</c:v>
                </c:pt>
                <c:pt idx="1444">
                  <c:v>84.926925999999995</c:v>
                </c:pt>
                <c:pt idx="1445">
                  <c:v>84.924094999999994</c:v>
                </c:pt>
                <c:pt idx="1446">
                  <c:v>84.969887</c:v>
                </c:pt>
                <c:pt idx="1447">
                  <c:v>85.026015999999998</c:v>
                </c:pt>
                <c:pt idx="1448">
                  <c:v>85.09272</c:v>
                </c:pt>
                <c:pt idx="1449">
                  <c:v>85.149223000000006</c:v>
                </c:pt>
                <c:pt idx="1450">
                  <c:v>85.196747000000002</c:v>
                </c:pt>
                <c:pt idx="1451">
                  <c:v>85.252234999999999</c:v>
                </c:pt>
                <c:pt idx="1452">
                  <c:v>85.320549</c:v>
                </c:pt>
                <c:pt idx="1453">
                  <c:v>85.411415000000005</c:v>
                </c:pt>
                <c:pt idx="1454">
                  <c:v>85.501480000000001</c:v>
                </c:pt>
                <c:pt idx="1455">
                  <c:v>85.556572000000003</c:v>
                </c:pt>
                <c:pt idx="1456">
                  <c:v>85.578391999999994</c:v>
                </c:pt>
                <c:pt idx="1457">
                  <c:v>85.582313999999997</c:v>
                </c:pt>
                <c:pt idx="1458">
                  <c:v>85.549674999999993</c:v>
                </c:pt>
                <c:pt idx="1459">
                  <c:v>85.442909</c:v>
                </c:pt>
                <c:pt idx="1460">
                  <c:v>85.265006999999997</c:v>
                </c:pt>
                <c:pt idx="1461">
                  <c:v>85.009026000000006</c:v>
                </c:pt>
                <c:pt idx="1462">
                  <c:v>84.738624999999999</c:v>
                </c:pt>
                <c:pt idx="1463">
                  <c:v>84.508399999999995</c:v>
                </c:pt>
                <c:pt idx="1464">
                  <c:v>84.257194999999996</c:v>
                </c:pt>
                <c:pt idx="1465">
                  <c:v>83.988151999999999</c:v>
                </c:pt>
                <c:pt idx="1466">
                  <c:v>83.759253999999999</c:v>
                </c:pt>
                <c:pt idx="1467">
                  <c:v>83.650940000000006</c:v>
                </c:pt>
                <c:pt idx="1468">
                  <c:v>83.594818000000004</c:v>
                </c:pt>
                <c:pt idx="1469">
                  <c:v>83.559853000000004</c:v>
                </c:pt>
                <c:pt idx="1470">
                  <c:v>83.551682</c:v>
                </c:pt>
                <c:pt idx="1471">
                  <c:v>83.552231000000006</c:v>
                </c:pt>
                <c:pt idx="1472">
                  <c:v>83.593781000000007</c:v>
                </c:pt>
                <c:pt idx="1473">
                  <c:v>83.677245999999997</c:v>
                </c:pt>
                <c:pt idx="1474">
                  <c:v>83.848663000000002</c:v>
                </c:pt>
                <c:pt idx="1475">
                  <c:v>84.062393</c:v>
                </c:pt>
                <c:pt idx="1476">
                  <c:v>84.222556999999995</c:v>
                </c:pt>
                <c:pt idx="1477">
                  <c:v>84.287109000000001</c:v>
                </c:pt>
                <c:pt idx="1478">
                  <c:v>84.319939000000005</c:v>
                </c:pt>
                <c:pt idx="1479">
                  <c:v>84.339218000000002</c:v>
                </c:pt>
                <c:pt idx="1480">
                  <c:v>84.349875999999995</c:v>
                </c:pt>
                <c:pt idx="1481">
                  <c:v>84.407332999999994</c:v>
                </c:pt>
                <c:pt idx="1482">
                  <c:v>84.497817999999995</c:v>
                </c:pt>
                <c:pt idx="1483">
                  <c:v>84.581062000000003</c:v>
                </c:pt>
                <c:pt idx="1484">
                  <c:v>84.647728000000001</c:v>
                </c:pt>
                <c:pt idx="1485">
                  <c:v>84.679030999999995</c:v>
                </c:pt>
                <c:pt idx="1486">
                  <c:v>84.619247000000001</c:v>
                </c:pt>
                <c:pt idx="1487">
                  <c:v>84.418616999999998</c:v>
                </c:pt>
                <c:pt idx="1488">
                  <c:v>84.165237000000005</c:v>
                </c:pt>
                <c:pt idx="1489">
                  <c:v>84.120964000000001</c:v>
                </c:pt>
                <c:pt idx="1490">
                  <c:v>84.152641000000003</c:v>
                </c:pt>
                <c:pt idx="1491">
                  <c:v>84.187920000000005</c:v>
                </c:pt>
                <c:pt idx="1492">
                  <c:v>84.223815999999999</c:v>
                </c:pt>
                <c:pt idx="1493">
                  <c:v>84.272232000000002</c:v>
                </c:pt>
                <c:pt idx="1494">
                  <c:v>84.252167</c:v>
                </c:pt>
                <c:pt idx="1495">
                  <c:v>84.200096000000002</c:v>
                </c:pt>
                <c:pt idx="1496">
                  <c:v>84.150199999999998</c:v>
                </c:pt>
                <c:pt idx="1497">
                  <c:v>84.098136999999994</c:v>
                </c:pt>
                <c:pt idx="1498">
                  <c:v>84.082344000000006</c:v>
                </c:pt>
                <c:pt idx="1499">
                  <c:v>84.075478000000004</c:v>
                </c:pt>
                <c:pt idx="1500">
                  <c:v>84.040038999999993</c:v>
                </c:pt>
                <c:pt idx="1501">
                  <c:v>83.960678000000001</c:v>
                </c:pt>
                <c:pt idx="1502">
                  <c:v>83.859748999999994</c:v>
                </c:pt>
                <c:pt idx="1503">
                  <c:v>83.758476000000002</c:v>
                </c:pt>
                <c:pt idx="1504">
                  <c:v>83.633583000000002</c:v>
                </c:pt>
                <c:pt idx="1505">
                  <c:v>83.547089</c:v>
                </c:pt>
                <c:pt idx="1506">
                  <c:v>83.415115</c:v>
                </c:pt>
                <c:pt idx="1507">
                  <c:v>83.247603999999995</c:v>
                </c:pt>
                <c:pt idx="1508">
                  <c:v>83.078911000000005</c:v>
                </c:pt>
                <c:pt idx="1509">
                  <c:v>82.947449000000006</c:v>
                </c:pt>
                <c:pt idx="1510">
                  <c:v>82.835175000000007</c:v>
                </c:pt>
                <c:pt idx="1511">
                  <c:v>82.747955000000005</c:v>
                </c:pt>
                <c:pt idx="1512">
                  <c:v>82.653251999999995</c:v>
                </c:pt>
                <c:pt idx="1513">
                  <c:v>82.551659000000001</c:v>
                </c:pt>
                <c:pt idx="1514">
                  <c:v>82.465591000000003</c:v>
                </c:pt>
                <c:pt idx="1515">
                  <c:v>82.399169999999998</c:v>
                </c:pt>
                <c:pt idx="1516">
                  <c:v>82.284148999999999</c:v>
                </c:pt>
                <c:pt idx="1517">
                  <c:v>82.160338999999993</c:v>
                </c:pt>
                <c:pt idx="1518">
                  <c:v>82.112076000000002</c:v>
                </c:pt>
                <c:pt idx="1519">
                  <c:v>82.092499000000004</c:v>
                </c:pt>
                <c:pt idx="1520">
                  <c:v>82.076363000000001</c:v>
                </c:pt>
                <c:pt idx="1521">
                  <c:v>82.05986</c:v>
                </c:pt>
                <c:pt idx="1522">
                  <c:v>82.016716000000002</c:v>
                </c:pt>
                <c:pt idx="1523">
                  <c:v>81.950965999999994</c:v>
                </c:pt>
                <c:pt idx="1524">
                  <c:v>81.859695000000002</c:v>
                </c:pt>
                <c:pt idx="1525">
                  <c:v>81.733429000000001</c:v>
                </c:pt>
                <c:pt idx="1526">
                  <c:v>81.614670000000004</c:v>
                </c:pt>
                <c:pt idx="1527">
                  <c:v>81.514213999999996</c:v>
                </c:pt>
                <c:pt idx="1528">
                  <c:v>81.471671999999998</c:v>
                </c:pt>
                <c:pt idx="1529">
                  <c:v>81.435187999999997</c:v>
                </c:pt>
                <c:pt idx="1530">
                  <c:v>81.325119000000001</c:v>
                </c:pt>
                <c:pt idx="1531">
                  <c:v>81.194229000000007</c:v>
                </c:pt>
                <c:pt idx="1532">
                  <c:v>81.096480999999997</c:v>
                </c:pt>
                <c:pt idx="1533">
                  <c:v>81.088470000000001</c:v>
                </c:pt>
                <c:pt idx="1534">
                  <c:v>81.153214000000006</c:v>
                </c:pt>
                <c:pt idx="1535">
                  <c:v>81.242050000000006</c:v>
                </c:pt>
                <c:pt idx="1536">
                  <c:v>81.313300999999996</c:v>
                </c:pt>
                <c:pt idx="1537">
                  <c:v>81.344322000000005</c:v>
                </c:pt>
                <c:pt idx="1538">
                  <c:v>81.397323999999998</c:v>
                </c:pt>
                <c:pt idx="1539">
                  <c:v>81.490500999999995</c:v>
                </c:pt>
                <c:pt idx="1540">
                  <c:v>81.599982999999995</c:v>
                </c:pt>
                <c:pt idx="1541">
                  <c:v>81.675606000000002</c:v>
                </c:pt>
                <c:pt idx="1542">
                  <c:v>81.734656999999999</c:v>
                </c:pt>
                <c:pt idx="1543">
                  <c:v>81.746887000000001</c:v>
                </c:pt>
                <c:pt idx="1544">
                  <c:v>81.745247000000006</c:v>
                </c:pt>
                <c:pt idx="1545">
                  <c:v>81.784569000000005</c:v>
                </c:pt>
                <c:pt idx="1546">
                  <c:v>81.883651999999998</c:v>
                </c:pt>
                <c:pt idx="1547">
                  <c:v>82.036345999999995</c:v>
                </c:pt>
                <c:pt idx="1548">
                  <c:v>82.221451000000002</c:v>
                </c:pt>
                <c:pt idx="1549">
                  <c:v>82.422561999999999</c:v>
                </c:pt>
                <c:pt idx="1550">
                  <c:v>82.637032000000005</c:v>
                </c:pt>
                <c:pt idx="1551">
                  <c:v>82.841414999999998</c:v>
                </c:pt>
                <c:pt idx="1552">
                  <c:v>83.013915999999995</c:v>
                </c:pt>
                <c:pt idx="1553">
                  <c:v>83.157555000000002</c:v>
                </c:pt>
                <c:pt idx="1554">
                  <c:v>83.305938999999995</c:v>
                </c:pt>
                <c:pt idx="1555">
                  <c:v>83.453827000000004</c:v>
                </c:pt>
                <c:pt idx="1556">
                  <c:v>83.609511999999995</c:v>
                </c:pt>
                <c:pt idx="1557">
                  <c:v>83.761313999999999</c:v>
                </c:pt>
                <c:pt idx="1558">
                  <c:v>83.908660999999995</c:v>
                </c:pt>
                <c:pt idx="1559">
                  <c:v>84.067420999999996</c:v>
                </c:pt>
                <c:pt idx="1560">
                  <c:v>84.220650000000006</c:v>
                </c:pt>
                <c:pt idx="1561">
                  <c:v>84.365775999999997</c:v>
                </c:pt>
                <c:pt idx="1562">
                  <c:v>84.437004000000002</c:v>
                </c:pt>
                <c:pt idx="1563">
                  <c:v>84.477164999999999</c:v>
                </c:pt>
                <c:pt idx="1564">
                  <c:v>84.512237999999996</c:v>
                </c:pt>
                <c:pt idx="1565">
                  <c:v>84.579414</c:v>
                </c:pt>
                <c:pt idx="1566">
                  <c:v>84.673575999999997</c:v>
                </c:pt>
                <c:pt idx="1567">
                  <c:v>84.785004000000001</c:v>
                </c:pt>
                <c:pt idx="1568">
                  <c:v>84.887718000000007</c:v>
                </c:pt>
                <c:pt idx="1569">
                  <c:v>84.975669999999994</c:v>
                </c:pt>
                <c:pt idx="1570">
                  <c:v>85.0886</c:v>
                </c:pt>
                <c:pt idx="1571">
                  <c:v>85.276923999999994</c:v>
                </c:pt>
                <c:pt idx="1572">
                  <c:v>85.497719000000004</c:v>
                </c:pt>
                <c:pt idx="1573">
                  <c:v>85.706039000000004</c:v>
                </c:pt>
                <c:pt idx="1574">
                  <c:v>85.893471000000005</c:v>
                </c:pt>
                <c:pt idx="1575">
                  <c:v>86.020499999999998</c:v>
                </c:pt>
                <c:pt idx="1576">
                  <c:v>86.116577000000007</c:v>
                </c:pt>
                <c:pt idx="1577">
                  <c:v>86.215926999999994</c:v>
                </c:pt>
                <c:pt idx="1578">
                  <c:v>86.287482999999995</c:v>
                </c:pt>
                <c:pt idx="1579">
                  <c:v>86.322929000000002</c:v>
                </c:pt>
                <c:pt idx="1580">
                  <c:v>86.328995000000006</c:v>
                </c:pt>
                <c:pt idx="1581">
                  <c:v>86.299126000000001</c:v>
                </c:pt>
                <c:pt idx="1582">
                  <c:v>86.256698999999998</c:v>
                </c:pt>
                <c:pt idx="1583">
                  <c:v>86.206612000000007</c:v>
                </c:pt>
                <c:pt idx="1584">
                  <c:v>86.166190999999998</c:v>
                </c:pt>
                <c:pt idx="1585">
                  <c:v>86.135932999999994</c:v>
                </c:pt>
                <c:pt idx="1586">
                  <c:v>86.126311999999999</c:v>
                </c:pt>
                <c:pt idx="1587">
                  <c:v>86.164565999999994</c:v>
                </c:pt>
                <c:pt idx="1588">
                  <c:v>86.222649000000004</c:v>
                </c:pt>
                <c:pt idx="1589">
                  <c:v>86.294464000000005</c:v>
                </c:pt>
                <c:pt idx="1590">
                  <c:v>86.387107999999998</c:v>
                </c:pt>
                <c:pt idx="1591">
                  <c:v>86.513053999999997</c:v>
                </c:pt>
                <c:pt idx="1592">
                  <c:v>86.632034000000004</c:v>
                </c:pt>
                <c:pt idx="1593">
                  <c:v>86.733170000000001</c:v>
                </c:pt>
                <c:pt idx="1594">
                  <c:v>86.827399999999997</c:v>
                </c:pt>
                <c:pt idx="1595">
                  <c:v>86.929230000000004</c:v>
                </c:pt>
                <c:pt idx="1596">
                  <c:v>86.996582000000004</c:v>
                </c:pt>
                <c:pt idx="1597">
                  <c:v>86.996932999999999</c:v>
                </c:pt>
                <c:pt idx="1598">
                  <c:v>86.979705999999993</c:v>
                </c:pt>
                <c:pt idx="1599">
                  <c:v>86.981353999999996</c:v>
                </c:pt>
                <c:pt idx="1600">
                  <c:v>87.016861000000006</c:v>
                </c:pt>
                <c:pt idx="1601">
                  <c:v>87.040915999999996</c:v>
                </c:pt>
                <c:pt idx="1602">
                  <c:v>87.035126000000005</c:v>
                </c:pt>
                <c:pt idx="1603">
                  <c:v>87.006225999999998</c:v>
                </c:pt>
                <c:pt idx="1604">
                  <c:v>86.937019000000006</c:v>
                </c:pt>
                <c:pt idx="1605">
                  <c:v>86.831612000000007</c:v>
                </c:pt>
                <c:pt idx="1606">
                  <c:v>86.742165</c:v>
                </c:pt>
                <c:pt idx="1607">
                  <c:v>86.722938999999997</c:v>
                </c:pt>
                <c:pt idx="1608">
                  <c:v>86.727385999999996</c:v>
                </c:pt>
                <c:pt idx="1609">
                  <c:v>86.793625000000006</c:v>
                </c:pt>
                <c:pt idx="1610">
                  <c:v>86.885261999999997</c:v>
                </c:pt>
                <c:pt idx="1611">
                  <c:v>87.020911999999996</c:v>
                </c:pt>
                <c:pt idx="1612">
                  <c:v>87.183989999999994</c:v>
                </c:pt>
                <c:pt idx="1613">
                  <c:v>87.347977</c:v>
                </c:pt>
                <c:pt idx="1614">
                  <c:v>87.485725000000002</c:v>
                </c:pt>
                <c:pt idx="1615">
                  <c:v>87.648940999999994</c:v>
                </c:pt>
                <c:pt idx="1616">
                  <c:v>87.850646999999995</c:v>
                </c:pt>
                <c:pt idx="1617">
                  <c:v>88.063507000000001</c:v>
                </c:pt>
                <c:pt idx="1618">
                  <c:v>88.226760999999996</c:v>
                </c:pt>
                <c:pt idx="1619">
                  <c:v>88.350905999999995</c:v>
                </c:pt>
                <c:pt idx="1620">
                  <c:v>88.438537999999994</c:v>
                </c:pt>
                <c:pt idx="1621">
                  <c:v>88.490425000000002</c:v>
                </c:pt>
                <c:pt idx="1622">
                  <c:v>88.545151000000004</c:v>
                </c:pt>
                <c:pt idx="1623">
                  <c:v>88.612740000000002</c:v>
                </c:pt>
                <c:pt idx="1624">
                  <c:v>88.707108000000005</c:v>
                </c:pt>
                <c:pt idx="1625">
                  <c:v>88.836151000000001</c:v>
                </c:pt>
                <c:pt idx="1626">
                  <c:v>88.980339000000001</c:v>
                </c:pt>
                <c:pt idx="1627">
                  <c:v>89.132317</c:v>
                </c:pt>
                <c:pt idx="1628">
                  <c:v>89.296470999999997</c:v>
                </c:pt>
                <c:pt idx="1629">
                  <c:v>89.423462000000001</c:v>
                </c:pt>
                <c:pt idx="1630">
                  <c:v>89.502341999999999</c:v>
                </c:pt>
                <c:pt idx="1631">
                  <c:v>89.541511999999997</c:v>
                </c:pt>
                <c:pt idx="1632">
                  <c:v>89.603431999999998</c:v>
                </c:pt>
                <c:pt idx="1633">
                  <c:v>89.688598999999996</c:v>
                </c:pt>
                <c:pt idx="1634">
                  <c:v>89.854172000000005</c:v>
                </c:pt>
                <c:pt idx="1635">
                  <c:v>90.124968999999993</c:v>
                </c:pt>
                <c:pt idx="1636">
                  <c:v>90.420029</c:v>
                </c:pt>
                <c:pt idx="1637">
                  <c:v>90.710976000000002</c:v>
                </c:pt>
                <c:pt idx="1638">
                  <c:v>91.018951000000001</c:v>
                </c:pt>
                <c:pt idx="1639">
                  <c:v>91.332534999999993</c:v>
                </c:pt>
                <c:pt idx="1640">
                  <c:v>91.645843999999997</c:v>
                </c:pt>
                <c:pt idx="1641">
                  <c:v>91.970366999999996</c:v>
                </c:pt>
                <c:pt idx="1642">
                  <c:v>92.285529999999994</c:v>
                </c:pt>
                <c:pt idx="1643">
                  <c:v>92.563102999999998</c:v>
                </c:pt>
                <c:pt idx="1644">
                  <c:v>92.840912000000003</c:v>
                </c:pt>
                <c:pt idx="1645">
                  <c:v>93.030434</c:v>
                </c:pt>
                <c:pt idx="1646">
                  <c:v>93.171700000000001</c:v>
                </c:pt>
                <c:pt idx="1647">
                  <c:v>93.266746999999995</c:v>
                </c:pt>
                <c:pt idx="1648">
                  <c:v>93.323982000000001</c:v>
                </c:pt>
                <c:pt idx="1649">
                  <c:v>93.330253999999996</c:v>
                </c:pt>
                <c:pt idx="1650">
                  <c:v>93.286193999999995</c:v>
                </c:pt>
                <c:pt idx="1651">
                  <c:v>93.241684000000006</c:v>
                </c:pt>
                <c:pt idx="1652">
                  <c:v>93.204796000000002</c:v>
                </c:pt>
                <c:pt idx="1653">
                  <c:v>93.127364999999998</c:v>
                </c:pt>
                <c:pt idx="1654">
                  <c:v>93.034813</c:v>
                </c:pt>
                <c:pt idx="1655">
                  <c:v>92.979561000000004</c:v>
                </c:pt>
                <c:pt idx="1656">
                  <c:v>92.990684999999999</c:v>
                </c:pt>
                <c:pt idx="1657">
                  <c:v>93.068565000000007</c:v>
                </c:pt>
                <c:pt idx="1658">
                  <c:v>93.205771999999996</c:v>
                </c:pt>
                <c:pt idx="1659">
                  <c:v>93.334479999999999</c:v>
                </c:pt>
                <c:pt idx="1660">
                  <c:v>93.415588</c:v>
                </c:pt>
                <c:pt idx="1661">
                  <c:v>93.464896999999993</c:v>
                </c:pt>
                <c:pt idx="1662">
                  <c:v>93.497681</c:v>
                </c:pt>
                <c:pt idx="1663">
                  <c:v>93.535019000000005</c:v>
                </c:pt>
                <c:pt idx="1664">
                  <c:v>93.596312999999995</c:v>
                </c:pt>
                <c:pt idx="1665">
                  <c:v>93.717063999999993</c:v>
                </c:pt>
                <c:pt idx="1666">
                  <c:v>93.902687</c:v>
                </c:pt>
                <c:pt idx="1667">
                  <c:v>94.133574999999993</c:v>
                </c:pt>
                <c:pt idx="1668">
                  <c:v>94.352669000000006</c:v>
                </c:pt>
                <c:pt idx="1669">
                  <c:v>94.534142000000003</c:v>
                </c:pt>
                <c:pt idx="1670">
                  <c:v>94.675926000000004</c:v>
                </c:pt>
                <c:pt idx="1671">
                  <c:v>94.771552999999997</c:v>
                </c:pt>
                <c:pt idx="1672">
                  <c:v>94.889510999999999</c:v>
                </c:pt>
                <c:pt idx="1673">
                  <c:v>95.078902999999997</c:v>
                </c:pt>
                <c:pt idx="1674">
                  <c:v>95.294089999999997</c:v>
                </c:pt>
                <c:pt idx="1675">
                  <c:v>95.506371000000001</c:v>
                </c:pt>
                <c:pt idx="1676">
                  <c:v>95.699348000000001</c:v>
                </c:pt>
                <c:pt idx="1677">
                  <c:v>95.871498000000003</c:v>
                </c:pt>
                <c:pt idx="1678">
                  <c:v>96.027366999999998</c:v>
                </c:pt>
                <c:pt idx="1679">
                  <c:v>96.157050999999996</c:v>
                </c:pt>
                <c:pt idx="1680">
                  <c:v>96.248642000000004</c:v>
                </c:pt>
                <c:pt idx="1681">
                  <c:v>96.294708</c:v>
                </c:pt>
                <c:pt idx="1682">
                  <c:v>96.315453000000005</c:v>
                </c:pt>
                <c:pt idx="1683">
                  <c:v>96.342453000000006</c:v>
                </c:pt>
                <c:pt idx="1684">
                  <c:v>96.345664999999997</c:v>
                </c:pt>
                <c:pt idx="1685">
                  <c:v>96.287384000000003</c:v>
                </c:pt>
                <c:pt idx="1686">
                  <c:v>96.116782999999998</c:v>
                </c:pt>
                <c:pt idx="1687">
                  <c:v>95.807404000000005</c:v>
                </c:pt>
                <c:pt idx="1688">
                  <c:v>95.381362999999993</c:v>
                </c:pt>
                <c:pt idx="1689">
                  <c:v>94.961617000000004</c:v>
                </c:pt>
                <c:pt idx="1690">
                  <c:v>94.672882000000001</c:v>
                </c:pt>
                <c:pt idx="1691">
                  <c:v>94.551322999999996</c:v>
                </c:pt>
                <c:pt idx="1692">
                  <c:v>94.593451999999999</c:v>
                </c:pt>
                <c:pt idx="1693">
                  <c:v>94.756621999999993</c:v>
                </c:pt>
                <c:pt idx="1694">
                  <c:v>94.984688000000006</c:v>
                </c:pt>
                <c:pt idx="1695">
                  <c:v>95.249931000000004</c:v>
                </c:pt>
                <c:pt idx="1696">
                  <c:v>95.491501</c:v>
                </c:pt>
                <c:pt idx="1697">
                  <c:v>95.675635999999997</c:v>
                </c:pt>
                <c:pt idx="1698">
                  <c:v>95.784499999999994</c:v>
                </c:pt>
                <c:pt idx="1699">
                  <c:v>94.224097999999998</c:v>
                </c:pt>
                <c:pt idx="1700">
                  <c:v>94.016647000000006</c:v>
                </c:pt>
                <c:pt idx="1701">
                  <c:v>94.044455999999997</c:v>
                </c:pt>
                <c:pt idx="1702">
                  <c:v>94.258553000000006</c:v>
                </c:pt>
                <c:pt idx="1703">
                  <c:v>94.604934999999998</c:v>
                </c:pt>
                <c:pt idx="1704">
                  <c:v>95.039055000000005</c:v>
                </c:pt>
                <c:pt idx="1705">
                  <c:v>95.490928999999994</c:v>
                </c:pt>
                <c:pt idx="1706">
                  <c:v>95.924835000000002</c:v>
                </c:pt>
                <c:pt idx="1707">
                  <c:v>96.298225000000002</c:v>
                </c:pt>
                <c:pt idx="1708">
                  <c:v>96.582504</c:v>
                </c:pt>
                <c:pt idx="1709">
                  <c:v>96.819678999999994</c:v>
                </c:pt>
                <c:pt idx="1710">
                  <c:v>97.047272000000007</c:v>
                </c:pt>
                <c:pt idx="1711">
                  <c:v>97.268119999999996</c:v>
                </c:pt>
                <c:pt idx="1712">
                  <c:v>97.426772999999997</c:v>
                </c:pt>
                <c:pt idx="1713">
                  <c:v>97.540290999999996</c:v>
                </c:pt>
                <c:pt idx="1714">
                  <c:v>97.585280999999995</c:v>
                </c:pt>
                <c:pt idx="1715">
                  <c:v>97.554123000000004</c:v>
                </c:pt>
                <c:pt idx="1716">
                  <c:v>97.446929999999995</c:v>
                </c:pt>
                <c:pt idx="1717">
                  <c:v>97.305465999999996</c:v>
                </c:pt>
                <c:pt idx="1718">
                  <c:v>97.183487</c:v>
                </c:pt>
                <c:pt idx="1719">
                  <c:v>97.069564999999997</c:v>
                </c:pt>
                <c:pt idx="1720">
                  <c:v>97.000122000000005</c:v>
                </c:pt>
                <c:pt idx="1721">
                  <c:v>96.972510999999997</c:v>
                </c:pt>
                <c:pt idx="1722">
                  <c:v>96.955612000000002</c:v>
                </c:pt>
                <c:pt idx="1723">
                  <c:v>96.945221000000004</c:v>
                </c:pt>
                <c:pt idx="1724">
                  <c:v>96.943680000000001</c:v>
                </c:pt>
                <c:pt idx="1725">
                  <c:v>96.953011000000004</c:v>
                </c:pt>
                <c:pt idx="1726">
                  <c:v>97.038657999999998</c:v>
                </c:pt>
                <c:pt idx="1727">
                  <c:v>97.189673999999997</c:v>
                </c:pt>
                <c:pt idx="1728">
                  <c:v>97.343001999999998</c:v>
                </c:pt>
                <c:pt idx="1729">
                  <c:v>97.443984999999998</c:v>
                </c:pt>
                <c:pt idx="1730">
                  <c:v>97.514472999999995</c:v>
                </c:pt>
                <c:pt idx="1731">
                  <c:v>97.519569000000004</c:v>
                </c:pt>
                <c:pt idx="1732">
                  <c:v>97.471053999999995</c:v>
                </c:pt>
                <c:pt idx="1733">
                  <c:v>97.421752999999995</c:v>
                </c:pt>
                <c:pt idx="1734">
                  <c:v>97.383606</c:v>
                </c:pt>
                <c:pt idx="1735">
                  <c:v>97.377510000000001</c:v>
                </c:pt>
                <c:pt idx="1736">
                  <c:v>97.384452999999993</c:v>
                </c:pt>
                <c:pt idx="1737">
                  <c:v>97.373894000000007</c:v>
                </c:pt>
                <c:pt idx="1738">
                  <c:v>97.365523999999994</c:v>
                </c:pt>
                <c:pt idx="1739">
                  <c:v>97.448325999999994</c:v>
                </c:pt>
                <c:pt idx="1740">
                  <c:v>97.515677999999994</c:v>
                </c:pt>
                <c:pt idx="1741">
                  <c:v>97.530608999999998</c:v>
                </c:pt>
                <c:pt idx="1742">
                  <c:v>97.460075000000003</c:v>
                </c:pt>
                <c:pt idx="1743">
                  <c:v>97.330298999999997</c:v>
                </c:pt>
                <c:pt idx="1744">
                  <c:v>97.184196</c:v>
                </c:pt>
                <c:pt idx="1745">
                  <c:v>97.060958999999997</c:v>
                </c:pt>
                <c:pt idx="1746">
                  <c:v>96.959602000000004</c:v>
                </c:pt>
                <c:pt idx="1747">
                  <c:v>96.887023999999997</c:v>
                </c:pt>
                <c:pt idx="1748">
                  <c:v>96.807259000000002</c:v>
                </c:pt>
                <c:pt idx="1749">
                  <c:v>96.682320000000004</c:v>
                </c:pt>
                <c:pt idx="1750">
                  <c:v>96.510765000000006</c:v>
                </c:pt>
                <c:pt idx="1751">
                  <c:v>96.364838000000006</c:v>
                </c:pt>
                <c:pt idx="1752">
                  <c:v>96.25206</c:v>
                </c:pt>
                <c:pt idx="1753">
                  <c:v>96.124161000000001</c:v>
                </c:pt>
                <c:pt idx="1754">
                  <c:v>96.017914000000005</c:v>
                </c:pt>
                <c:pt idx="1755">
                  <c:v>95.926177999999993</c:v>
                </c:pt>
                <c:pt idx="1756">
                  <c:v>95.828400000000002</c:v>
                </c:pt>
                <c:pt idx="1757">
                  <c:v>95.679625999999999</c:v>
                </c:pt>
                <c:pt idx="1758">
                  <c:v>95.502930000000006</c:v>
                </c:pt>
                <c:pt idx="1759">
                  <c:v>95.303268000000003</c:v>
                </c:pt>
                <c:pt idx="1760">
                  <c:v>95.080596999999997</c:v>
                </c:pt>
                <c:pt idx="1761">
                  <c:v>94.864806999999999</c:v>
                </c:pt>
                <c:pt idx="1762">
                  <c:v>94.719666000000004</c:v>
                </c:pt>
                <c:pt idx="1763">
                  <c:v>94.638053999999997</c:v>
                </c:pt>
                <c:pt idx="1764">
                  <c:v>94.56662</c:v>
                </c:pt>
                <c:pt idx="1765">
                  <c:v>94.498665000000003</c:v>
                </c:pt>
                <c:pt idx="1766">
                  <c:v>94.434471000000002</c:v>
                </c:pt>
                <c:pt idx="1767">
                  <c:v>94.357146999999998</c:v>
                </c:pt>
                <c:pt idx="1768">
                  <c:v>94.214889999999997</c:v>
                </c:pt>
                <c:pt idx="1769">
                  <c:v>94.038002000000006</c:v>
                </c:pt>
                <c:pt idx="1770">
                  <c:v>93.849350000000001</c:v>
                </c:pt>
                <c:pt idx="1771">
                  <c:v>93.630852000000004</c:v>
                </c:pt>
                <c:pt idx="1772">
                  <c:v>93.444901000000002</c:v>
                </c:pt>
                <c:pt idx="1773">
                  <c:v>93.259986999999995</c:v>
                </c:pt>
                <c:pt idx="1774">
                  <c:v>93.046576999999999</c:v>
                </c:pt>
                <c:pt idx="1775">
                  <c:v>92.833365999999998</c:v>
                </c:pt>
                <c:pt idx="1776">
                  <c:v>92.657912999999994</c:v>
                </c:pt>
                <c:pt idx="1777">
                  <c:v>92.507628999999994</c:v>
                </c:pt>
                <c:pt idx="1778">
                  <c:v>92.371132000000003</c:v>
                </c:pt>
                <c:pt idx="1779">
                  <c:v>92.316627999999994</c:v>
                </c:pt>
                <c:pt idx="1780">
                  <c:v>92.296691999999993</c:v>
                </c:pt>
                <c:pt idx="1781">
                  <c:v>92.240607999999995</c:v>
                </c:pt>
                <c:pt idx="1782">
                  <c:v>92.166404999999997</c:v>
                </c:pt>
                <c:pt idx="1783">
                  <c:v>92.048598999999996</c:v>
                </c:pt>
                <c:pt idx="1784">
                  <c:v>91.949402000000006</c:v>
                </c:pt>
                <c:pt idx="1785">
                  <c:v>91.835273999999998</c:v>
                </c:pt>
                <c:pt idx="1786">
                  <c:v>91.663162</c:v>
                </c:pt>
                <c:pt idx="1787">
                  <c:v>91.439284999999998</c:v>
                </c:pt>
                <c:pt idx="1788">
                  <c:v>91.173835999999994</c:v>
                </c:pt>
                <c:pt idx="1789">
                  <c:v>91.019608000000005</c:v>
                </c:pt>
                <c:pt idx="1790">
                  <c:v>90.971046000000001</c:v>
                </c:pt>
                <c:pt idx="1791">
                  <c:v>90.986908</c:v>
                </c:pt>
                <c:pt idx="1792">
                  <c:v>91.062545999999998</c:v>
                </c:pt>
                <c:pt idx="1793">
                  <c:v>91.074050999999997</c:v>
                </c:pt>
                <c:pt idx="1794">
                  <c:v>91.025131000000002</c:v>
                </c:pt>
                <c:pt idx="1795">
                  <c:v>91.034301999999997</c:v>
                </c:pt>
                <c:pt idx="1796">
                  <c:v>91.051772999999997</c:v>
                </c:pt>
                <c:pt idx="1797">
                  <c:v>90.994468999999995</c:v>
                </c:pt>
                <c:pt idx="1798">
                  <c:v>90.908271999999997</c:v>
                </c:pt>
                <c:pt idx="1799">
                  <c:v>90.821631999999994</c:v>
                </c:pt>
                <c:pt idx="1800">
                  <c:v>90.722556999999995</c:v>
                </c:pt>
                <c:pt idx="1801">
                  <c:v>90.593384</c:v>
                </c:pt>
                <c:pt idx="1802">
                  <c:v>90.483626999999998</c:v>
                </c:pt>
                <c:pt idx="1803">
                  <c:v>90.433464000000001</c:v>
                </c:pt>
                <c:pt idx="1804">
                  <c:v>90.442886000000001</c:v>
                </c:pt>
                <c:pt idx="1805">
                  <c:v>90.458511000000001</c:v>
                </c:pt>
                <c:pt idx="1806">
                  <c:v>90.493483999999995</c:v>
                </c:pt>
                <c:pt idx="1807">
                  <c:v>90.480072000000007</c:v>
                </c:pt>
                <c:pt idx="1808">
                  <c:v>90.458716999999993</c:v>
                </c:pt>
                <c:pt idx="1809">
                  <c:v>90.422156999999999</c:v>
                </c:pt>
                <c:pt idx="1810">
                  <c:v>90.405449000000004</c:v>
                </c:pt>
                <c:pt idx="1811">
                  <c:v>90.375664</c:v>
                </c:pt>
                <c:pt idx="1812">
                  <c:v>90.407691999999997</c:v>
                </c:pt>
                <c:pt idx="1813">
                  <c:v>90.654610000000005</c:v>
                </c:pt>
                <c:pt idx="1814">
                  <c:v>90.775718999999995</c:v>
                </c:pt>
                <c:pt idx="1815">
                  <c:v>90.711205000000007</c:v>
                </c:pt>
                <c:pt idx="1816">
                  <c:v>90.622642999999997</c:v>
                </c:pt>
                <c:pt idx="1817">
                  <c:v>90.567702999999995</c:v>
                </c:pt>
                <c:pt idx="1818">
                  <c:v>90.553627000000006</c:v>
                </c:pt>
                <c:pt idx="1819">
                  <c:v>90.594620000000006</c:v>
                </c:pt>
                <c:pt idx="1820">
                  <c:v>90.663719</c:v>
                </c:pt>
                <c:pt idx="1821">
                  <c:v>90.689148000000003</c:v>
                </c:pt>
                <c:pt idx="1822">
                  <c:v>90.702147999999994</c:v>
                </c:pt>
                <c:pt idx="1823">
                  <c:v>90.687286</c:v>
                </c:pt>
                <c:pt idx="1824">
                  <c:v>90.674362000000002</c:v>
                </c:pt>
                <c:pt idx="1825">
                  <c:v>90.720344999999995</c:v>
                </c:pt>
                <c:pt idx="1826">
                  <c:v>90.820999</c:v>
                </c:pt>
                <c:pt idx="1827">
                  <c:v>90.930724999999995</c:v>
                </c:pt>
                <c:pt idx="1828">
                  <c:v>91.035094999999998</c:v>
                </c:pt>
                <c:pt idx="1829">
                  <c:v>91.134879999999995</c:v>
                </c:pt>
                <c:pt idx="1830">
                  <c:v>91.256698999999998</c:v>
                </c:pt>
                <c:pt idx="1831">
                  <c:v>91.395790000000005</c:v>
                </c:pt>
                <c:pt idx="1832">
                  <c:v>91.561699000000004</c:v>
                </c:pt>
                <c:pt idx="1833">
                  <c:v>91.739341999999994</c:v>
                </c:pt>
                <c:pt idx="1834">
                  <c:v>91.928375000000003</c:v>
                </c:pt>
                <c:pt idx="1835">
                  <c:v>92.094521</c:v>
                </c:pt>
                <c:pt idx="1836">
                  <c:v>92.227881999999994</c:v>
                </c:pt>
                <c:pt idx="1837">
                  <c:v>92.339652999999998</c:v>
                </c:pt>
                <c:pt idx="1838">
                  <c:v>92.440314999999998</c:v>
                </c:pt>
                <c:pt idx="1839">
                  <c:v>92.547470000000004</c:v>
                </c:pt>
                <c:pt idx="1840">
                  <c:v>92.663901999999993</c:v>
                </c:pt>
                <c:pt idx="1841">
                  <c:v>92.780204999999995</c:v>
                </c:pt>
                <c:pt idx="1842">
                  <c:v>92.900634999999994</c:v>
                </c:pt>
                <c:pt idx="1843">
                  <c:v>93.029662999999999</c:v>
                </c:pt>
                <c:pt idx="1844">
                  <c:v>93.155510000000007</c:v>
                </c:pt>
                <c:pt idx="1845">
                  <c:v>93.262748999999999</c:v>
                </c:pt>
                <c:pt idx="1846">
                  <c:v>93.341881000000001</c:v>
                </c:pt>
                <c:pt idx="1847">
                  <c:v>93.392212000000001</c:v>
                </c:pt>
                <c:pt idx="1848">
                  <c:v>93.433059999999998</c:v>
                </c:pt>
                <c:pt idx="1849">
                  <c:v>93.509925999999993</c:v>
                </c:pt>
                <c:pt idx="1850">
                  <c:v>93.613906999999998</c:v>
                </c:pt>
                <c:pt idx="1851">
                  <c:v>93.726867999999996</c:v>
                </c:pt>
                <c:pt idx="1852">
                  <c:v>93.819694999999996</c:v>
                </c:pt>
                <c:pt idx="1853">
                  <c:v>93.868972999999997</c:v>
                </c:pt>
                <c:pt idx="1854">
                  <c:v>93.827477000000002</c:v>
                </c:pt>
                <c:pt idx="1855">
                  <c:v>93.709816000000004</c:v>
                </c:pt>
                <c:pt idx="1856">
                  <c:v>93.552681000000007</c:v>
                </c:pt>
                <c:pt idx="1857">
                  <c:v>93.384299999999996</c:v>
                </c:pt>
                <c:pt idx="1858">
                  <c:v>93.275756999999999</c:v>
                </c:pt>
                <c:pt idx="1859">
                  <c:v>93.260788000000005</c:v>
                </c:pt>
                <c:pt idx="1860">
                  <c:v>93.355964999999998</c:v>
                </c:pt>
                <c:pt idx="1861">
                  <c:v>93.570312999999999</c:v>
                </c:pt>
                <c:pt idx="1862">
                  <c:v>93.863952999999995</c:v>
                </c:pt>
                <c:pt idx="1863">
                  <c:v>94.215621999999996</c:v>
                </c:pt>
                <c:pt idx="1864">
                  <c:v>94.512291000000005</c:v>
                </c:pt>
                <c:pt idx="1865">
                  <c:v>94.643196000000003</c:v>
                </c:pt>
                <c:pt idx="1866">
                  <c:v>93.930854999999994</c:v>
                </c:pt>
                <c:pt idx="1867">
                  <c:v>93.509506000000002</c:v>
                </c:pt>
                <c:pt idx="1868">
                  <c:v>93.288498000000004</c:v>
                </c:pt>
                <c:pt idx="1869">
                  <c:v>93.128013999999993</c:v>
                </c:pt>
                <c:pt idx="1870">
                  <c:v>92.977645999999993</c:v>
                </c:pt>
                <c:pt idx="1871">
                  <c:v>92.837395000000001</c:v>
                </c:pt>
                <c:pt idx="1872">
                  <c:v>92.712135000000004</c:v>
                </c:pt>
                <c:pt idx="1873">
                  <c:v>92.618827999999993</c:v>
                </c:pt>
                <c:pt idx="1874">
                  <c:v>92.540374999999997</c:v>
                </c:pt>
                <c:pt idx="1875">
                  <c:v>92.483283999999998</c:v>
                </c:pt>
                <c:pt idx="1876">
                  <c:v>92.470352000000005</c:v>
                </c:pt>
                <c:pt idx="1877">
                  <c:v>92.493538000000001</c:v>
                </c:pt>
                <c:pt idx="1878">
                  <c:v>92.546042999999997</c:v>
                </c:pt>
                <c:pt idx="1879">
                  <c:v>92.619979999999998</c:v>
                </c:pt>
                <c:pt idx="1880">
                  <c:v>92.710487000000001</c:v>
                </c:pt>
                <c:pt idx="1881">
                  <c:v>92.798546000000002</c:v>
                </c:pt>
                <c:pt idx="1882">
                  <c:v>92.878189000000006</c:v>
                </c:pt>
                <c:pt idx="1883">
                  <c:v>92.970016000000001</c:v>
                </c:pt>
                <c:pt idx="1884">
                  <c:v>93.085341999999997</c:v>
                </c:pt>
                <c:pt idx="1885">
                  <c:v>93.220046999999994</c:v>
                </c:pt>
                <c:pt idx="1886">
                  <c:v>93.358406000000002</c:v>
                </c:pt>
                <c:pt idx="1887">
                  <c:v>93.496573999999995</c:v>
                </c:pt>
                <c:pt idx="1888">
                  <c:v>93.629470999999995</c:v>
                </c:pt>
                <c:pt idx="1889">
                  <c:v>93.743308999999996</c:v>
                </c:pt>
                <c:pt idx="1890">
                  <c:v>93.833579999999998</c:v>
                </c:pt>
                <c:pt idx="1891">
                  <c:v>93.903412000000003</c:v>
                </c:pt>
                <c:pt idx="1892">
                  <c:v>93.949027999999998</c:v>
                </c:pt>
                <c:pt idx="1893">
                  <c:v>93.972358999999997</c:v>
                </c:pt>
                <c:pt idx="1894">
                  <c:v>93.998451000000003</c:v>
                </c:pt>
                <c:pt idx="1895">
                  <c:v>94.036049000000006</c:v>
                </c:pt>
                <c:pt idx="1896">
                  <c:v>94.092354</c:v>
                </c:pt>
                <c:pt idx="1897">
                  <c:v>94.144073000000006</c:v>
                </c:pt>
                <c:pt idx="1898">
                  <c:v>94.209816000000004</c:v>
                </c:pt>
                <c:pt idx="1899">
                  <c:v>94.290863000000002</c:v>
                </c:pt>
                <c:pt idx="1900">
                  <c:v>94.380508000000006</c:v>
                </c:pt>
                <c:pt idx="1901">
                  <c:v>94.479186999999996</c:v>
                </c:pt>
                <c:pt idx="1902">
                  <c:v>94.571442000000005</c:v>
                </c:pt>
                <c:pt idx="1903">
                  <c:v>94.675826999999998</c:v>
                </c:pt>
                <c:pt idx="1904">
                  <c:v>94.789878999999999</c:v>
                </c:pt>
                <c:pt idx="1905">
                  <c:v>94.900276000000005</c:v>
                </c:pt>
                <c:pt idx="1906">
                  <c:v>95.007712999999995</c:v>
                </c:pt>
                <c:pt idx="1907">
                  <c:v>95.120627999999996</c:v>
                </c:pt>
                <c:pt idx="1908">
                  <c:v>95.245941000000002</c:v>
                </c:pt>
                <c:pt idx="1909">
                  <c:v>95.349945000000005</c:v>
                </c:pt>
                <c:pt idx="1910">
                  <c:v>95.427093999999997</c:v>
                </c:pt>
                <c:pt idx="1911">
                  <c:v>95.482635000000002</c:v>
                </c:pt>
                <c:pt idx="1912">
                  <c:v>95.494956999999999</c:v>
                </c:pt>
                <c:pt idx="1913">
                  <c:v>95.460753999999994</c:v>
                </c:pt>
                <c:pt idx="1914">
                  <c:v>95.386336999999997</c:v>
                </c:pt>
                <c:pt idx="1915">
                  <c:v>95.302383000000006</c:v>
                </c:pt>
                <c:pt idx="1916">
                  <c:v>95.218613000000005</c:v>
                </c:pt>
                <c:pt idx="1917">
                  <c:v>95.156684999999996</c:v>
                </c:pt>
                <c:pt idx="1918">
                  <c:v>95.117896999999999</c:v>
                </c:pt>
                <c:pt idx="1919">
                  <c:v>95.068061999999998</c:v>
                </c:pt>
                <c:pt idx="1920">
                  <c:v>95.017036000000004</c:v>
                </c:pt>
                <c:pt idx="1921">
                  <c:v>95.002540999999994</c:v>
                </c:pt>
                <c:pt idx="1922">
                  <c:v>94.974547999999999</c:v>
                </c:pt>
                <c:pt idx="1923">
                  <c:v>94.906548000000001</c:v>
                </c:pt>
                <c:pt idx="1924">
                  <c:v>94.840560999999994</c:v>
                </c:pt>
                <c:pt idx="1925">
                  <c:v>94.784592000000004</c:v>
                </c:pt>
                <c:pt idx="1926">
                  <c:v>94.711151000000001</c:v>
                </c:pt>
                <c:pt idx="1927">
                  <c:v>94.631439</c:v>
                </c:pt>
                <c:pt idx="1928">
                  <c:v>94.548241000000004</c:v>
                </c:pt>
                <c:pt idx="1929">
                  <c:v>94.490097000000006</c:v>
                </c:pt>
                <c:pt idx="1930">
                  <c:v>94.446251000000004</c:v>
                </c:pt>
                <c:pt idx="1931">
                  <c:v>94.392532000000003</c:v>
                </c:pt>
                <c:pt idx="1932">
                  <c:v>94.338561999999996</c:v>
                </c:pt>
                <c:pt idx="1933">
                  <c:v>94.302527999999995</c:v>
                </c:pt>
                <c:pt idx="1934">
                  <c:v>94.246819000000002</c:v>
                </c:pt>
                <c:pt idx="1935">
                  <c:v>94.150856000000005</c:v>
                </c:pt>
                <c:pt idx="1936">
                  <c:v>94.055580000000006</c:v>
                </c:pt>
                <c:pt idx="1937">
                  <c:v>93.986641000000006</c:v>
                </c:pt>
                <c:pt idx="1938">
                  <c:v>93.945723999999998</c:v>
                </c:pt>
                <c:pt idx="1939">
                  <c:v>93.922034999999994</c:v>
                </c:pt>
                <c:pt idx="1940">
                  <c:v>93.913917999999995</c:v>
                </c:pt>
                <c:pt idx="1941">
                  <c:v>93.894142000000002</c:v>
                </c:pt>
                <c:pt idx="1942">
                  <c:v>93.868019000000004</c:v>
                </c:pt>
                <c:pt idx="1943">
                  <c:v>93.848067999999998</c:v>
                </c:pt>
                <c:pt idx="1944">
                  <c:v>93.863479999999996</c:v>
                </c:pt>
                <c:pt idx="1945">
                  <c:v>93.901015999999998</c:v>
                </c:pt>
                <c:pt idx="1946">
                  <c:v>93.965553</c:v>
                </c:pt>
                <c:pt idx="1947">
                  <c:v>94.077338999999995</c:v>
                </c:pt>
                <c:pt idx="1948">
                  <c:v>94.197021000000007</c:v>
                </c:pt>
                <c:pt idx="1949">
                  <c:v>94.278084000000007</c:v>
                </c:pt>
                <c:pt idx="1950">
                  <c:v>94.321586999999994</c:v>
                </c:pt>
                <c:pt idx="1951">
                  <c:v>94.357940999999997</c:v>
                </c:pt>
                <c:pt idx="1952">
                  <c:v>94.405022000000002</c:v>
                </c:pt>
                <c:pt idx="1953">
                  <c:v>94.448822000000007</c:v>
                </c:pt>
                <c:pt idx="1954">
                  <c:v>94.497176999999994</c:v>
                </c:pt>
                <c:pt idx="1955">
                  <c:v>94.530968000000001</c:v>
                </c:pt>
                <c:pt idx="1956">
                  <c:v>94.517005999999995</c:v>
                </c:pt>
                <c:pt idx="1957">
                  <c:v>94.495261999999997</c:v>
                </c:pt>
                <c:pt idx="1958">
                  <c:v>94.494675000000001</c:v>
                </c:pt>
                <c:pt idx="1959">
                  <c:v>94.480766000000003</c:v>
                </c:pt>
                <c:pt idx="1960">
                  <c:v>94.464782999999997</c:v>
                </c:pt>
                <c:pt idx="1961">
                  <c:v>94.471457999999998</c:v>
                </c:pt>
                <c:pt idx="1962">
                  <c:v>94.499106999999995</c:v>
                </c:pt>
                <c:pt idx="1963">
                  <c:v>94.525536000000002</c:v>
                </c:pt>
                <c:pt idx="1964">
                  <c:v>94.555153000000004</c:v>
                </c:pt>
                <c:pt idx="1965">
                  <c:v>94.597496000000007</c:v>
                </c:pt>
                <c:pt idx="1966">
                  <c:v>94.65258</c:v>
                </c:pt>
                <c:pt idx="1967">
                  <c:v>94.706931999999995</c:v>
                </c:pt>
                <c:pt idx="1968">
                  <c:v>94.767593000000005</c:v>
                </c:pt>
                <c:pt idx="1969">
                  <c:v>94.833495999999997</c:v>
                </c:pt>
                <c:pt idx="1970">
                  <c:v>94.922707000000003</c:v>
                </c:pt>
                <c:pt idx="1971">
                  <c:v>95.042502999999996</c:v>
                </c:pt>
                <c:pt idx="1972">
                  <c:v>95.182822999999999</c:v>
                </c:pt>
                <c:pt idx="1973">
                  <c:v>95.314910999999995</c:v>
                </c:pt>
                <c:pt idx="1974">
                  <c:v>95.421249000000003</c:v>
                </c:pt>
                <c:pt idx="1975">
                  <c:v>95.483215000000001</c:v>
                </c:pt>
                <c:pt idx="1976">
                  <c:v>95.487755000000007</c:v>
                </c:pt>
                <c:pt idx="1977">
                  <c:v>95.471442999999994</c:v>
                </c:pt>
                <c:pt idx="1978">
                  <c:v>95.476264999999998</c:v>
                </c:pt>
                <c:pt idx="1979">
                  <c:v>95.499756000000005</c:v>
                </c:pt>
                <c:pt idx="1980">
                  <c:v>95.500236999999998</c:v>
                </c:pt>
                <c:pt idx="1981">
                  <c:v>95.491104000000007</c:v>
                </c:pt>
                <c:pt idx="1982">
                  <c:v>95.487206</c:v>
                </c:pt>
                <c:pt idx="1983">
                  <c:v>95.489990000000006</c:v>
                </c:pt>
                <c:pt idx="1984">
                  <c:v>95.506118999999998</c:v>
                </c:pt>
                <c:pt idx="1985">
                  <c:v>95.555840000000003</c:v>
                </c:pt>
                <c:pt idx="1986">
                  <c:v>95.629997000000003</c:v>
                </c:pt>
                <c:pt idx="1987">
                  <c:v>95.726142999999993</c:v>
                </c:pt>
                <c:pt idx="1988">
                  <c:v>95.848206000000005</c:v>
                </c:pt>
                <c:pt idx="1989">
                  <c:v>95.998360000000005</c:v>
                </c:pt>
                <c:pt idx="1990">
                  <c:v>96.174155999999996</c:v>
                </c:pt>
                <c:pt idx="1991">
                  <c:v>96.357910000000004</c:v>
                </c:pt>
                <c:pt idx="1992">
                  <c:v>96.518234000000007</c:v>
                </c:pt>
                <c:pt idx="1993">
                  <c:v>96.620636000000005</c:v>
                </c:pt>
                <c:pt idx="1994">
                  <c:v>96.657996999999995</c:v>
                </c:pt>
                <c:pt idx="1995">
                  <c:v>96.619986999999995</c:v>
                </c:pt>
                <c:pt idx="1996">
                  <c:v>96.538025000000005</c:v>
                </c:pt>
                <c:pt idx="1997">
                  <c:v>96.449814000000003</c:v>
                </c:pt>
                <c:pt idx="1998">
                  <c:v>96.373504999999994</c:v>
                </c:pt>
                <c:pt idx="1999">
                  <c:v>96.322845000000001</c:v>
                </c:pt>
                <c:pt idx="2000">
                  <c:v>96.271912</c:v>
                </c:pt>
                <c:pt idx="2001">
                  <c:v>96.216682000000006</c:v>
                </c:pt>
                <c:pt idx="2002">
                  <c:v>96.167518999999999</c:v>
                </c:pt>
                <c:pt idx="2003">
                  <c:v>96.110671999999994</c:v>
                </c:pt>
                <c:pt idx="2004">
                  <c:v>96.066956000000005</c:v>
                </c:pt>
                <c:pt idx="2005">
                  <c:v>96.030602000000002</c:v>
                </c:pt>
                <c:pt idx="2006">
                  <c:v>95.992667999999995</c:v>
                </c:pt>
                <c:pt idx="2007">
                  <c:v>95.928955000000002</c:v>
                </c:pt>
                <c:pt idx="2008">
                  <c:v>95.823195999999996</c:v>
                </c:pt>
                <c:pt idx="2009">
                  <c:v>95.698029000000005</c:v>
                </c:pt>
                <c:pt idx="2010">
                  <c:v>95.576065</c:v>
                </c:pt>
                <c:pt idx="2011">
                  <c:v>95.453750999999997</c:v>
                </c:pt>
                <c:pt idx="2012">
                  <c:v>95.344573999999994</c:v>
                </c:pt>
                <c:pt idx="2013">
                  <c:v>95.231528999999995</c:v>
                </c:pt>
                <c:pt idx="2014">
                  <c:v>95.081657000000007</c:v>
                </c:pt>
                <c:pt idx="2015">
                  <c:v>94.901711000000006</c:v>
                </c:pt>
                <c:pt idx="2016">
                  <c:v>94.728493</c:v>
                </c:pt>
                <c:pt idx="2017">
                  <c:v>94.565498000000005</c:v>
                </c:pt>
                <c:pt idx="2018">
                  <c:v>94.413567</c:v>
                </c:pt>
                <c:pt idx="2019">
                  <c:v>94.269820999999993</c:v>
                </c:pt>
                <c:pt idx="2020">
                  <c:v>94.126625000000004</c:v>
                </c:pt>
                <c:pt idx="2021">
                  <c:v>94.005936000000005</c:v>
                </c:pt>
                <c:pt idx="2022">
                  <c:v>93.915503999999999</c:v>
                </c:pt>
                <c:pt idx="2023">
                  <c:v>93.854149000000007</c:v>
                </c:pt>
                <c:pt idx="2024">
                  <c:v>93.829352999999998</c:v>
                </c:pt>
                <c:pt idx="2025">
                  <c:v>93.841721000000007</c:v>
                </c:pt>
                <c:pt idx="2026">
                  <c:v>93.871132000000003</c:v>
                </c:pt>
                <c:pt idx="2027">
                  <c:v>93.929237000000001</c:v>
                </c:pt>
                <c:pt idx="2028">
                  <c:v>93.998169000000004</c:v>
                </c:pt>
                <c:pt idx="2029">
                  <c:v>94.059402000000006</c:v>
                </c:pt>
                <c:pt idx="2030">
                  <c:v>94.092369000000005</c:v>
                </c:pt>
                <c:pt idx="2031">
                  <c:v>94.109634</c:v>
                </c:pt>
                <c:pt idx="2032">
                  <c:v>94.118094999999997</c:v>
                </c:pt>
                <c:pt idx="2033">
                  <c:v>94.116020000000006</c:v>
                </c:pt>
                <c:pt idx="2034">
                  <c:v>94.118126000000004</c:v>
                </c:pt>
                <c:pt idx="2035">
                  <c:v>94.128494000000003</c:v>
                </c:pt>
                <c:pt idx="2036">
                  <c:v>94.152878000000001</c:v>
                </c:pt>
                <c:pt idx="2037">
                  <c:v>94.179955000000007</c:v>
                </c:pt>
                <c:pt idx="2038">
                  <c:v>94.189293000000006</c:v>
                </c:pt>
                <c:pt idx="2039">
                  <c:v>94.170501999999999</c:v>
                </c:pt>
                <c:pt idx="2040">
                  <c:v>94.112472999999994</c:v>
                </c:pt>
                <c:pt idx="2041">
                  <c:v>94.053925000000007</c:v>
                </c:pt>
                <c:pt idx="2042">
                  <c:v>93.968315000000004</c:v>
                </c:pt>
                <c:pt idx="2043">
                  <c:v>93.866355999999996</c:v>
                </c:pt>
                <c:pt idx="2044">
                  <c:v>93.764633000000003</c:v>
                </c:pt>
                <c:pt idx="2045">
                  <c:v>93.679671999999997</c:v>
                </c:pt>
                <c:pt idx="2046">
                  <c:v>93.603020000000001</c:v>
                </c:pt>
                <c:pt idx="2047">
                  <c:v>93.524994000000007</c:v>
                </c:pt>
                <c:pt idx="2048">
                  <c:v>93.427009999999996</c:v>
                </c:pt>
                <c:pt idx="2049">
                  <c:v>93.338806000000005</c:v>
                </c:pt>
                <c:pt idx="2050">
                  <c:v>93.264754999999994</c:v>
                </c:pt>
                <c:pt idx="2051">
                  <c:v>93.198318</c:v>
                </c:pt>
                <c:pt idx="2052">
                  <c:v>93.124908000000005</c:v>
                </c:pt>
                <c:pt idx="2053">
                  <c:v>93.038741999999999</c:v>
                </c:pt>
                <c:pt idx="2054">
                  <c:v>92.947922000000005</c:v>
                </c:pt>
                <c:pt idx="2055">
                  <c:v>92.857979</c:v>
                </c:pt>
                <c:pt idx="2056">
                  <c:v>92.777221999999995</c:v>
                </c:pt>
                <c:pt idx="2057">
                  <c:v>92.706299000000001</c:v>
                </c:pt>
                <c:pt idx="2058">
                  <c:v>92.656563000000006</c:v>
                </c:pt>
                <c:pt idx="2059">
                  <c:v>92.644142000000002</c:v>
                </c:pt>
                <c:pt idx="2060">
                  <c:v>92.656318999999996</c:v>
                </c:pt>
                <c:pt idx="2061">
                  <c:v>92.664908999999994</c:v>
                </c:pt>
                <c:pt idx="2062">
                  <c:v>92.682945000000004</c:v>
                </c:pt>
                <c:pt idx="2063">
                  <c:v>92.694969</c:v>
                </c:pt>
                <c:pt idx="2064">
                  <c:v>92.677436999999998</c:v>
                </c:pt>
                <c:pt idx="2065">
                  <c:v>92.626671000000002</c:v>
                </c:pt>
                <c:pt idx="2066">
                  <c:v>92.548782000000003</c:v>
                </c:pt>
                <c:pt idx="2067">
                  <c:v>92.448348999999993</c:v>
                </c:pt>
                <c:pt idx="2068">
                  <c:v>92.351035999999993</c:v>
                </c:pt>
                <c:pt idx="2069">
                  <c:v>92.271034</c:v>
                </c:pt>
                <c:pt idx="2070">
                  <c:v>92.210357999999999</c:v>
                </c:pt>
                <c:pt idx="2071">
                  <c:v>92.161797000000007</c:v>
                </c:pt>
                <c:pt idx="2072">
                  <c:v>92.110252000000003</c:v>
                </c:pt>
                <c:pt idx="2073">
                  <c:v>92.089691000000002</c:v>
                </c:pt>
                <c:pt idx="2074">
                  <c:v>92.066483000000005</c:v>
                </c:pt>
                <c:pt idx="2075">
                  <c:v>92.036659</c:v>
                </c:pt>
                <c:pt idx="2076">
                  <c:v>92.018303000000003</c:v>
                </c:pt>
                <c:pt idx="2077">
                  <c:v>91.999001000000007</c:v>
                </c:pt>
                <c:pt idx="2078">
                  <c:v>91.991264000000001</c:v>
                </c:pt>
                <c:pt idx="2079">
                  <c:v>91.972945999999993</c:v>
                </c:pt>
                <c:pt idx="2080">
                  <c:v>91.934875000000005</c:v>
                </c:pt>
                <c:pt idx="2081">
                  <c:v>91.858170000000001</c:v>
                </c:pt>
                <c:pt idx="2082">
                  <c:v>91.776473999999993</c:v>
                </c:pt>
                <c:pt idx="2083">
                  <c:v>91.727767999999998</c:v>
                </c:pt>
                <c:pt idx="2084">
                  <c:v>91.709784999999997</c:v>
                </c:pt>
                <c:pt idx="2085">
                  <c:v>91.691520999999995</c:v>
                </c:pt>
                <c:pt idx="2086">
                  <c:v>91.670012999999997</c:v>
                </c:pt>
                <c:pt idx="2087">
                  <c:v>91.664299</c:v>
                </c:pt>
                <c:pt idx="2088">
                  <c:v>91.642426</c:v>
                </c:pt>
                <c:pt idx="2089">
                  <c:v>91.609558000000007</c:v>
                </c:pt>
                <c:pt idx="2090">
                  <c:v>91.563430999999994</c:v>
                </c:pt>
                <c:pt idx="2091">
                  <c:v>91.506432000000004</c:v>
                </c:pt>
                <c:pt idx="2092">
                  <c:v>91.458054000000004</c:v>
                </c:pt>
                <c:pt idx="2093">
                  <c:v>91.451256000000001</c:v>
                </c:pt>
                <c:pt idx="2094">
                  <c:v>91.46875</c:v>
                </c:pt>
                <c:pt idx="2095">
                  <c:v>91.497726</c:v>
                </c:pt>
                <c:pt idx="2096">
                  <c:v>91.530036999999993</c:v>
                </c:pt>
                <c:pt idx="2097">
                  <c:v>91.555710000000005</c:v>
                </c:pt>
                <c:pt idx="2098">
                  <c:v>91.580635000000001</c:v>
                </c:pt>
                <c:pt idx="2099">
                  <c:v>91.603943000000001</c:v>
                </c:pt>
                <c:pt idx="2100">
                  <c:v>91.617783000000003</c:v>
                </c:pt>
                <c:pt idx="2101">
                  <c:v>91.612679</c:v>
                </c:pt>
                <c:pt idx="2102">
                  <c:v>91.610588000000007</c:v>
                </c:pt>
                <c:pt idx="2103">
                  <c:v>91.611243999999999</c:v>
                </c:pt>
                <c:pt idx="2104">
                  <c:v>91.614159000000001</c:v>
                </c:pt>
                <c:pt idx="2105">
                  <c:v>91.626571999999996</c:v>
                </c:pt>
                <c:pt idx="2106">
                  <c:v>91.656936999999999</c:v>
                </c:pt>
                <c:pt idx="2107">
                  <c:v>91.702529999999996</c:v>
                </c:pt>
                <c:pt idx="2108">
                  <c:v>91.771957</c:v>
                </c:pt>
                <c:pt idx="2109">
                  <c:v>91.862953000000005</c:v>
                </c:pt>
                <c:pt idx="2110">
                  <c:v>91.976203999999996</c:v>
                </c:pt>
                <c:pt idx="2111">
                  <c:v>92.071860999999998</c:v>
                </c:pt>
                <c:pt idx="2112">
                  <c:v>92.142478999999994</c:v>
                </c:pt>
                <c:pt idx="2113">
                  <c:v>92.214645000000004</c:v>
                </c:pt>
                <c:pt idx="2114">
                  <c:v>92.278366000000005</c:v>
                </c:pt>
                <c:pt idx="2115">
                  <c:v>92.348151999999999</c:v>
                </c:pt>
                <c:pt idx="2116">
                  <c:v>92.411788999999999</c:v>
                </c:pt>
                <c:pt idx="2117">
                  <c:v>92.499167999999997</c:v>
                </c:pt>
                <c:pt idx="2118">
                  <c:v>92.572868</c:v>
                </c:pt>
                <c:pt idx="2119">
                  <c:v>92.632651999999993</c:v>
                </c:pt>
                <c:pt idx="2120">
                  <c:v>92.676674000000006</c:v>
                </c:pt>
                <c:pt idx="2121">
                  <c:v>92.666213999999997</c:v>
                </c:pt>
                <c:pt idx="2122">
                  <c:v>92.623299000000003</c:v>
                </c:pt>
                <c:pt idx="2123">
                  <c:v>92.606009999999998</c:v>
                </c:pt>
                <c:pt idx="2124">
                  <c:v>92.576881</c:v>
                </c:pt>
                <c:pt idx="2125">
                  <c:v>92.522071999999994</c:v>
                </c:pt>
                <c:pt idx="2126">
                  <c:v>92.451133999999996</c:v>
                </c:pt>
                <c:pt idx="2127">
                  <c:v>92.392394999999993</c:v>
                </c:pt>
                <c:pt idx="2128">
                  <c:v>92.348770000000002</c:v>
                </c:pt>
                <c:pt idx="2129">
                  <c:v>92.348602</c:v>
                </c:pt>
                <c:pt idx="2130">
                  <c:v>92.354752000000005</c:v>
                </c:pt>
                <c:pt idx="2131">
                  <c:v>92.356482999999997</c:v>
                </c:pt>
                <c:pt idx="2132">
                  <c:v>92.347198000000006</c:v>
                </c:pt>
                <c:pt idx="2133">
                  <c:v>92.350082</c:v>
                </c:pt>
                <c:pt idx="2134">
                  <c:v>92.382210000000001</c:v>
                </c:pt>
                <c:pt idx="2135">
                  <c:v>92.453674000000007</c:v>
                </c:pt>
                <c:pt idx="2136">
                  <c:v>92.546272000000002</c:v>
                </c:pt>
                <c:pt idx="2137">
                  <c:v>92.619934000000001</c:v>
                </c:pt>
                <c:pt idx="2138">
                  <c:v>92.663719</c:v>
                </c:pt>
                <c:pt idx="2139">
                  <c:v>92.691474999999997</c:v>
                </c:pt>
                <c:pt idx="2140">
                  <c:v>92.718520999999996</c:v>
                </c:pt>
                <c:pt idx="2141">
                  <c:v>92.745673999999994</c:v>
                </c:pt>
                <c:pt idx="2142">
                  <c:v>92.798088000000007</c:v>
                </c:pt>
                <c:pt idx="2143">
                  <c:v>92.846146000000005</c:v>
                </c:pt>
                <c:pt idx="2144">
                  <c:v>92.857688999999993</c:v>
                </c:pt>
                <c:pt idx="2145">
                  <c:v>92.839821000000001</c:v>
                </c:pt>
                <c:pt idx="2146">
                  <c:v>92.807961000000006</c:v>
                </c:pt>
                <c:pt idx="2147">
                  <c:v>92.759911000000002</c:v>
                </c:pt>
                <c:pt idx="2148">
                  <c:v>92.673370000000006</c:v>
                </c:pt>
                <c:pt idx="2149">
                  <c:v>92.548766999999998</c:v>
                </c:pt>
                <c:pt idx="2150">
                  <c:v>92.422340000000005</c:v>
                </c:pt>
                <c:pt idx="2151">
                  <c:v>92.306113999999994</c:v>
                </c:pt>
                <c:pt idx="2152">
                  <c:v>92.243651999999997</c:v>
                </c:pt>
                <c:pt idx="2153">
                  <c:v>92.221878000000004</c:v>
                </c:pt>
                <c:pt idx="2154">
                  <c:v>92.237060999999997</c:v>
                </c:pt>
                <c:pt idx="2155">
                  <c:v>92.269019999999998</c:v>
                </c:pt>
                <c:pt idx="2156">
                  <c:v>92.315674000000001</c:v>
                </c:pt>
                <c:pt idx="2157">
                  <c:v>92.348099000000005</c:v>
                </c:pt>
                <c:pt idx="2158">
                  <c:v>92.316474999999997</c:v>
                </c:pt>
                <c:pt idx="2159">
                  <c:v>92.225876</c:v>
                </c:pt>
                <c:pt idx="2160">
                  <c:v>92.112853999999999</c:v>
                </c:pt>
                <c:pt idx="2161">
                  <c:v>92.038239000000004</c:v>
                </c:pt>
                <c:pt idx="2162">
                  <c:v>92.035781999999998</c:v>
                </c:pt>
                <c:pt idx="2163">
                  <c:v>92.127173999999997</c:v>
                </c:pt>
                <c:pt idx="2164">
                  <c:v>92.261062999999993</c:v>
                </c:pt>
                <c:pt idx="2165">
                  <c:v>92.397873000000004</c:v>
                </c:pt>
                <c:pt idx="2166">
                  <c:v>92.513183999999995</c:v>
                </c:pt>
                <c:pt idx="2167">
                  <c:v>92.607872</c:v>
                </c:pt>
                <c:pt idx="2168">
                  <c:v>92.695671000000004</c:v>
                </c:pt>
                <c:pt idx="2169">
                  <c:v>92.768401999999995</c:v>
                </c:pt>
                <c:pt idx="2170">
                  <c:v>92.802666000000002</c:v>
                </c:pt>
                <c:pt idx="2171">
                  <c:v>92.828109999999995</c:v>
                </c:pt>
                <c:pt idx="2172">
                  <c:v>92.85463</c:v>
                </c:pt>
                <c:pt idx="2173">
                  <c:v>92.885216</c:v>
                </c:pt>
                <c:pt idx="2174">
                  <c:v>92.950264000000004</c:v>
                </c:pt>
                <c:pt idx="2175">
                  <c:v>93.050094999999999</c:v>
                </c:pt>
                <c:pt idx="2176">
                  <c:v>93.188591000000002</c:v>
                </c:pt>
                <c:pt idx="2177">
                  <c:v>93.346603000000002</c:v>
                </c:pt>
                <c:pt idx="2178">
                  <c:v>93.513953999999998</c:v>
                </c:pt>
                <c:pt idx="2179">
                  <c:v>93.700882000000007</c:v>
                </c:pt>
                <c:pt idx="2180">
                  <c:v>93.908439999999999</c:v>
                </c:pt>
                <c:pt idx="2181">
                  <c:v>94.121391000000003</c:v>
                </c:pt>
                <c:pt idx="2182">
                  <c:v>94.376045000000005</c:v>
                </c:pt>
                <c:pt idx="2183">
                  <c:v>94.627052000000006</c:v>
                </c:pt>
                <c:pt idx="2184">
                  <c:v>94.890320000000003</c:v>
                </c:pt>
                <c:pt idx="2185">
                  <c:v>95.179146000000003</c:v>
                </c:pt>
                <c:pt idx="2186">
                  <c:v>95.455528000000001</c:v>
                </c:pt>
                <c:pt idx="2187">
                  <c:v>95.664696000000006</c:v>
                </c:pt>
                <c:pt idx="2188">
                  <c:v>95.789612000000005</c:v>
                </c:pt>
                <c:pt idx="2189">
                  <c:v>95.895820999999998</c:v>
                </c:pt>
                <c:pt idx="2190">
                  <c:v>95.985755999999995</c:v>
                </c:pt>
                <c:pt idx="2191">
                  <c:v>96.117996000000005</c:v>
                </c:pt>
                <c:pt idx="2192">
                  <c:v>96.293334999999999</c:v>
                </c:pt>
                <c:pt idx="2193">
                  <c:v>96.481621000000004</c:v>
                </c:pt>
                <c:pt idx="2194">
                  <c:v>96.654533000000001</c:v>
                </c:pt>
                <c:pt idx="2195">
                  <c:v>96.800064000000006</c:v>
                </c:pt>
                <c:pt idx="2196">
                  <c:v>96.933036999999999</c:v>
                </c:pt>
                <c:pt idx="2197">
                  <c:v>97.056533999999999</c:v>
                </c:pt>
                <c:pt idx="2198">
                  <c:v>97.174644000000001</c:v>
                </c:pt>
                <c:pt idx="2199">
                  <c:v>97.266930000000002</c:v>
                </c:pt>
                <c:pt idx="2200">
                  <c:v>97.335052000000005</c:v>
                </c:pt>
                <c:pt idx="2201">
                  <c:v>97.383895999999993</c:v>
                </c:pt>
                <c:pt idx="2202">
                  <c:v>97.406066999999993</c:v>
                </c:pt>
                <c:pt idx="2203">
                  <c:v>97.401313999999999</c:v>
                </c:pt>
                <c:pt idx="2204">
                  <c:v>97.371773000000005</c:v>
                </c:pt>
                <c:pt idx="2205">
                  <c:v>97.308411000000007</c:v>
                </c:pt>
                <c:pt idx="2206">
                  <c:v>97.248572999999993</c:v>
                </c:pt>
                <c:pt idx="2207">
                  <c:v>97.198768999999999</c:v>
                </c:pt>
                <c:pt idx="2208">
                  <c:v>97.137198999999995</c:v>
                </c:pt>
                <c:pt idx="2209">
                  <c:v>97.093436999999994</c:v>
                </c:pt>
                <c:pt idx="2210">
                  <c:v>97.080841000000007</c:v>
                </c:pt>
                <c:pt idx="2211">
                  <c:v>97.092551999999998</c:v>
                </c:pt>
                <c:pt idx="2212">
                  <c:v>97.123878000000005</c:v>
                </c:pt>
                <c:pt idx="2213">
                  <c:v>97.160827999999995</c:v>
                </c:pt>
                <c:pt idx="2214">
                  <c:v>97.197181999999998</c:v>
                </c:pt>
                <c:pt idx="2215">
                  <c:v>97.231361000000007</c:v>
                </c:pt>
                <c:pt idx="2216">
                  <c:v>97.240761000000006</c:v>
                </c:pt>
                <c:pt idx="2217">
                  <c:v>97.264144999999999</c:v>
                </c:pt>
                <c:pt idx="2218">
                  <c:v>97.325005000000004</c:v>
                </c:pt>
                <c:pt idx="2219">
                  <c:v>97.412796</c:v>
                </c:pt>
                <c:pt idx="2220">
                  <c:v>97.527923999999999</c:v>
                </c:pt>
                <c:pt idx="2221">
                  <c:v>97.639824000000004</c:v>
                </c:pt>
                <c:pt idx="2222">
                  <c:v>97.747497999999993</c:v>
                </c:pt>
                <c:pt idx="2223">
                  <c:v>97.839377999999996</c:v>
                </c:pt>
                <c:pt idx="2224">
                  <c:v>97.925918999999993</c:v>
                </c:pt>
                <c:pt idx="2225">
                  <c:v>97.982140000000001</c:v>
                </c:pt>
                <c:pt idx="2226">
                  <c:v>98.022530000000003</c:v>
                </c:pt>
                <c:pt idx="2227">
                  <c:v>98.038696000000002</c:v>
                </c:pt>
                <c:pt idx="2228">
                  <c:v>98.037575000000004</c:v>
                </c:pt>
                <c:pt idx="2229">
                  <c:v>98.039505000000005</c:v>
                </c:pt>
                <c:pt idx="2230">
                  <c:v>98.057297000000005</c:v>
                </c:pt>
                <c:pt idx="2231">
                  <c:v>98.113433999999998</c:v>
                </c:pt>
                <c:pt idx="2232">
                  <c:v>98.193245000000005</c:v>
                </c:pt>
                <c:pt idx="2233">
                  <c:v>98.249770999999996</c:v>
                </c:pt>
                <c:pt idx="2234">
                  <c:v>98.290870999999996</c:v>
                </c:pt>
                <c:pt idx="2235">
                  <c:v>98.341385000000002</c:v>
                </c:pt>
                <c:pt idx="2236">
                  <c:v>98.378524999999996</c:v>
                </c:pt>
                <c:pt idx="2237">
                  <c:v>98.368538000000001</c:v>
                </c:pt>
                <c:pt idx="2238">
                  <c:v>98.320708999999994</c:v>
                </c:pt>
                <c:pt idx="2239">
                  <c:v>98.254135000000005</c:v>
                </c:pt>
                <c:pt idx="2240">
                  <c:v>98.186226000000005</c:v>
                </c:pt>
                <c:pt idx="2241">
                  <c:v>98.114990000000006</c:v>
                </c:pt>
                <c:pt idx="2242">
                  <c:v>98.060080999999997</c:v>
                </c:pt>
                <c:pt idx="2243">
                  <c:v>98.012360000000001</c:v>
                </c:pt>
                <c:pt idx="2244">
                  <c:v>97.974586000000002</c:v>
                </c:pt>
                <c:pt idx="2245">
                  <c:v>97.947486999999995</c:v>
                </c:pt>
                <c:pt idx="2246">
                  <c:v>97.942024000000004</c:v>
                </c:pt>
                <c:pt idx="2247">
                  <c:v>97.935699</c:v>
                </c:pt>
                <c:pt idx="2248">
                  <c:v>97.916816999999995</c:v>
                </c:pt>
                <c:pt idx="2249">
                  <c:v>97.875564999999995</c:v>
                </c:pt>
                <c:pt idx="2250">
                  <c:v>97.806952999999993</c:v>
                </c:pt>
                <c:pt idx="2251">
                  <c:v>97.721496999999999</c:v>
                </c:pt>
                <c:pt idx="2252">
                  <c:v>97.661285000000007</c:v>
                </c:pt>
                <c:pt idx="2253">
                  <c:v>97.637839999999997</c:v>
                </c:pt>
                <c:pt idx="2254">
                  <c:v>97.635009999999994</c:v>
                </c:pt>
                <c:pt idx="2255">
                  <c:v>97.651381999999998</c:v>
                </c:pt>
                <c:pt idx="2256">
                  <c:v>97.695580000000007</c:v>
                </c:pt>
                <c:pt idx="2257">
                  <c:v>97.760116999999994</c:v>
                </c:pt>
                <c:pt idx="2258">
                  <c:v>97.843299999999999</c:v>
                </c:pt>
                <c:pt idx="2259">
                  <c:v>97.942336999999995</c:v>
                </c:pt>
                <c:pt idx="2260">
                  <c:v>98.029105999999999</c:v>
                </c:pt>
                <c:pt idx="2261">
                  <c:v>98.111136999999999</c:v>
                </c:pt>
                <c:pt idx="2262">
                  <c:v>98.201415999999995</c:v>
                </c:pt>
                <c:pt idx="2263">
                  <c:v>98.310524000000001</c:v>
                </c:pt>
                <c:pt idx="2264">
                  <c:v>98.433075000000002</c:v>
                </c:pt>
                <c:pt idx="2265">
                  <c:v>98.546256999999997</c:v>
                </c:pt>
                <c:pt idx="2266">
                  <c:v>98.643051</c:v>
                </c:pt>
                <c:pt idx="2267">
                  <c:v>98.736587999999998</c:v>
                </c:pt>
                <c:pt idx="2268">
                  <c:v>98.837729999999993</c:v>
                </c:pt>
                <c:pt idx="2269">
                  <c:v>98.950142</c:v>
                </c:pt>
                <c:pt idx="2270">
                  <c:v>99.057236000000003</c:v>
                </c:pt>
                <c:pt idx="2271">
                  <c:v>99.154731999999996</c:v>
                </c:pt>
                <c:pt idx="2272">
                  <c:v>99.241416999999998</c:v>
                </c:pt>
                <c:pt idx="2273">
                  <c:v>99.332290999999998</c:v>
                </c:pt>
                <c:pt idx="2274">
                  <c:v>99.411034000000001</c:v>
                </c:pt>
                <c:pt idx="2275">
                  <c:v>99.438621999999995</c:v>
                </c:pt>
                <c:pt idx="2276">
                  <c:v>99.421302999999995</c:v>
                </c:pt>
                <c:pt idx="2277">
                  <c:v>99.356803999999997</c:v>
                </c:pt>
                <c:pt idx="2278">
                  <c:v>99.24588</c:v>
                </c:pt>
                <c:pt idx="2279">
                  <c:v>99.093673999999993</c:v>
                </c:pt>
                <c:pt idx="2280">
                  <c:v>98.923728999999994</c:v>
                </c:pt>
                <c:pt idx="2281">
                  <c:v>98.786422999999999</c:v>
                </c:pt>
                <c:pt idx="2282">
                  <c:v>98.717949000000004</c:v>
                </c:pt>
                <c:pt idx="2283">
                  <c:v>98.729232999999994</c:v>
                </c:pt>
                <c:pt idx="2284">
                  <c:v>98.821251000000004</c:v>
                </c:pt>
                <c:pt idx="2285">
                  <c:v>98.929564999999997</c:v>
                </c:pt>
                <c:pt idx="2286">
                  <c:v>99.032814000000002</c:v>
                </c:pt>
                <c:pt idx="2287">
                  <c:v>99.143105000000006</c:v>
                </c:pt>
                <c:pt idx="2288">
                  <c:v>99.244240000000005</c:v>
                </c:pt>
                <c:pt idx="2289">
                  <c:v>99.349602000000004</c:v>
                </c:pt>
                <c:pt idx="2290">
                  <c:v>99.442977999999997</c:v>
                </c:pt>
                <c:pt idx="2291">
                  <c:v>99.493492000000003</c:v>
                </c:pt>
                <c:pt idx="2292">
                  <c:v>99.502739000000005</c:v>
                </c:pt>
                <c:pt idx="2293">
                  <c:v>99.504524000000004</c:v>
                </c:pt>
                <c:pt idx="2294">
                  <c:v>99.558509999999998</c:v>
                </c:pt>
                <c:pt idx="2295">
                  <c:v>99.690276999999995</c:v>
                </c:pt>
                <c:pt idx="2296">
                  <c:v>99.872932000000006</c:v>
                </c:pt>
                <c:pt idx="2297">
                  <c:v>100.08360999999999</c:v>
                </c:pt>
                <c:pt idx="2298">
                  <c:v>100.27772</c:v>
                </c:pt>
                <c:pt idx="2299">
                  <c:v>99.883185999999995</c:v>
                </c:pt>
                <c:pt idx="2300">
                  <c:v>99.732940999999997</c:v>
                </c:pt>
                <c:pt idx="2301">
                  <c:v>99.689162999999994</c:v>
                </c:pt>
                <c:pt idx="2302">
                  <c:v>99.684959000000006</c:v>
                </c:pt>
                <c:pt idx="2303">
                  <c:v>99.680663999999993</c:v>
                </c:pt>
                <c:pt idx="2304">
                  <c:v>99.649460000000005</c:v>
                </c:pt>
                <c:pt idx="2305">
                  <c:v>99.596985000000004</c:v>
                </c:pt>
                <c:pt idx="2306">
                  <c:v>99.550499000000002</c:v>
                </c:pt>
                <c:pt idx="2307">
                  <c:v>99.505263999999997</c:v>
                </c:pt>
                <c:pt idx="2308">
                  <c:v>99.457526999999999</c:v>
                </c:pt>
                <c:pt idx="2309">
                  <c:v>99.397307999999995</c:v>
                </c:pt>
                <c:pt idx="2310">
                  <c:v>99.327804999999998</c:v>
                </c:pt>
                <c:pt idx="2311">
                  <c:v>99.293503000000001</c:v>
                </c:pt>
                <c:pt idx="2312">
                  <c:v>99.309882999999999</c:v>
                </c:pt>
                <c:pt idx="2313">
                  <c:v>99.370979000000005</c:v>
                </c:pt>
                <c:pt idx="2314">
                  <c:v>99.436019999999999</c:v>
                </c:pt>
                <c:pt idx="2315">
                  <c:v>99.496093999999999</c:v>
                </c:pt>
                <c:pt idx="2316">
                  <c:v>99.585937999999999</c:v>
                </c:pt>
                <c:pt idx="2317">
                  <c:v>99.700278999999995</c:v>
                </c:pt>
                <c:pt idx="2318">
                  <c:v>99.821303999999998</c:v>
                </c:pt>
                <c:pt idx="2319">
                  <c:v>99.912970999999999</c:v>
                </c:pt>
                <c:pt idx="2320">
                  <c:v>99.977233999999996</c:v>
                </c:pt>
                <c:pt idx="2321">
                  <c:v>100.01563</c:v>
                </c:pt>
                <c:pt idx="2322">
                  <c:v>100.05125</c:v>
                </c:pt>
                <c:pt idx="2323">
                  <c:v>100.10835</c:v>
                </c:pt>
                <c:pt idx="2324">
                  <c:v>100.18273000000001</c:v>
                </c:pt>
                <c:pt idx="2325">
                  <c:v>100.26533999999999</c:v>
                </c:pt>
                <c:pt idx="2326">
                  <c:v>100.35272999999999</c:v>
                </c:pt>
                <c:pt idx="2327">
                  <c:v>100.45206</c:v>
                </c:pt>
                <c:pt idx="2328">
                  <c:v>100.56219</c:v>
                </c:pt>
                <c:pt idx="2329">
                  <c:v>100.67519</c:v>
                </c:pt>
                <c:pt idx="2330">
                  <c:v>100.78839000000001</c:v>
                </c:pt>
                <c:pt idx="2331">
                  <c:v>100.90576</c:v>
                </c:pt>
                <c:pt idx="2332">
                  <c:v>101.02912999999999</c:v>
                </c:pt>
                <c:pt idx="2333">
                  <c:v>101.17749000000001</c:v>
                </c:pt>
                <c:pt idx="2334">
                  <c:v>101.34079</c:v>
                </c:pt>
                <c:pt idx="2335">
                  <c:v>101.48734</c:v>
                </c:pt>
                <c:pt idx="2336">
                  <c:v>101.56586</c:v>
                </c:pt>
                <c:pt idx="2337">
                  <c:v>101.57764</c:v>
                </c:pt>
                <c:pt idx="2338">
                  <c:v>101.54036000000001</c:v>
                </c:pt>
                <c:pt idx="2339">
                  <c:v>101.49321999999999</c:v>
                </c:pt>
                <c:pt idx="2340">
                  <c:v>101.46201000000001</c:v>
                </c:pt>
                <c:pt idx="2341">
                  <c:v>101.47896</c:v>
                </c:pt>
                <c:pt idx="2342">
                  <c:v>101.54018000000001</c:v>
                </c:pt>
                <c:pt idx="2343">
                  <c:v>101.64433</c:v>
                </c:pt>
                <c:pt idx="2344">
                  <c:v>101.76246999999999</c:v>
                </c:pt>
                <c:pt idx="2345">
                  <c:v>101.85693000000001</c:v>
                </c:pt>
                <c:pt idx="2346">
                  <c:v>101.90363000000001</c:v>
                </c:pt>
                <c:pt idx="2347">
                  <c:v>101.89143</c:v>
                </c:pt>
                <c:pt idx="2348">
                  <c:v>101.85986</c:v>
                </c:pt>
                <c:pt idx="2349">
                  <c:v>101.80717</c:v>
                </c:pt>
                <c:pt idx="2350">
                  <c:v>101.71547</c:v>
                </c:pt>
                <c:pt idx="2351">
                  <c:v>101.60969</c:v>
                </c:pt>
                <c:pt idx="2352">
                  <c:v>101.51801</c:v>
                </c:pt>
                <c:pt idx="2353">
                  <c:v>101.45231</c:v>
                </c:pt>
                <c:pt idx="2354">
                  <c:v>101.38293</c:v>
                </c:pt>
                <c:pt idx="2355">
                  <c:v>101.27177</c:v>
                </c:pt>
                <c:pt idx="2356">
                  <c:v>101.16195</c:v>
                </c:pt>
                <c:pt idx="2357">
                  <c:v>101.05991</c:v>
                </c:pt>
                <c:pt idx="2358">
                  <c:v>101.0005</c:v>
                </c:pt>
                <c:pt idx="2359">
                  <c:v>100.98795</c:v>
                </c:pt>
                <c:pt idx="2360">
                  <c:v>101.03112</c:v>
                </c:pt>
                <c:pt idx="2361">
                  <c:v>101.12351</c:v>
                </c:pt>
                <c:pt idx="2362">
                  <c:v>101.24009</c:v>
                </c:pt>
                <c:pt idx="2363">
                  <c:v>101.36105000000001</c:v>
                </c:pt>
                <c:pt idx="2364">
                  <c:v>101.46437</c:v>
                </c:pt>
                <c:pt idx="2365">
                  <c:v>101.56116</c:v>
                </c:pt>
                <c:pt idx="2366">
                  <c:v>101.61637</c:v>
                </c:pt>
                <c:pt idx="2367">
                  <c:v>101.5984</c:v>
                </c:pt>
                <c:pt idx="2368">
                  <c:v>101.52128</c:v>
                </c:pt>
                <c:pt idx="2369">
                  <c:v>101.41849000000001</c:v>
                </c:pt>
                <c:pt idx="2370">
                  <c:v>101.27553</c:v>
                </c:pt>
                <c:pt idx="2371">
                  <c:v>101.13694</c:v>
                </c:pt>
                <c:pt idx="2372">
                  <c:v>100.98922</c:v>
                </c:pt>
                <c:pt idx="2373">
                  <c:v>100.84408000000001</c:v>
                </c:pt>
                <c:pt idx="2374">
                  <c:v>100.70792</c:v>
                </c:pt>
                <c:pt idx="2375">
                  <c:v>100.62048</c:v>
                </c:pt>
                <c:pt idx="2376">
                  <c:v>100.56932999999999</c:v>
                </c:pt>
                <c:pt idx="2377">
                  <c:v>100.54583</c:v>
                </c:pt>
                <c:pt idx="2378">
                  <c:v>100.5509</c:v>
                </c:pt>
                <c:pt idx="2379">
                  <c:v>100.55087</c:v>
                </c:pt>
                <c:pt idx="2380">
                  <c:v>100.51652</c:v>
                </c:pt>
                <c:pt idx="2381">
                  <c:v>100.47880000000001</c:v>
                </c:pt>
                <c:pt idx="2382">
                  <c:v>95.846412999999998</c:v>
                </c:pt>
                <c:pt idx="2383">
                  <c:v>96.795058999999995</c:v>
                </c:pt>
                <c:pt idx="2384">
                  <c:v>97.316208000000003</c:v>
                </c:pt>
                <c:pt idx="2385">
                  <c:v>97.847908000000004</c:v>
                </c:pt>
                <c:pt idx="2386">
                  <c:v>98.318969999999993</c:v>
                </c:pt>
                <c:pt idx="2387">
                  <c:v>98.735870000000006</c:v>
                </c:pt>
                <c:pt idx="2388">
                  <c:v>99.110541999999995</c:v>
                </c:pt>
                <c:pt idx="2389">
                  <c:v>99.438911000000004</c:v>
                </c:pt>
                <c:pt idx="2390">
                  <c:v>99.742125999999999</c:v>
                </c:pt>
                <c:pt idx="2391">
                  <c:v>99.998894000000007</c:v>
                </c:pt>
                <c:pt idx="2392">
                  <c:v>100.14509</c:v>
                </c:pt>
                <c:pt idx="2393">
                  <c:v>100.17571</c:v>
                </c:pt>
                <c:pt idx="2394">
                  <c:v>100.10097</c:v>
                </c:pt>
                <c:pt idx="2395">
                  <c:v>99.934898000000004</c:v>
                </c:pt>
                <c:pt idx="2396">
                  <c:v>99.739922000000007</c:v>
                </c:pt>
                <c:pt idx="2397">
                  <c:v>99.538901999999993</c:v>
                </c:pt>
                <c:pt idx="2398">
                  <c:v>99.378219999999999</c:v>
                </c:pt>
                <c:pt idx="2399">
                  <c:v>99.252419000000003</c:v>
                </c:pt>
                <c:pt idx="2400">
                  <c:v>99.170319000000006</c:v>
                </c:pt>
                <c:pt idx="2401">
                  <c:v>99.123390000000001</c:v>
                </c:pt>
                <c:pt idx="2402">
                  <c:v>99.108458999999996</c:v>
                </c:pt>
                <c:pt idx="2403">
                  <c:v>99.147118000000006</c:v>
                </c:pt>
                <c:pt idx="2404">
                  <c:v>99.257651999999993</c:v>
                </c:pt>
                <c:pt idx="2405">
                  <c:v>99.389304999999993</c:v>
                </c:pt>
                <c:pt idx="2406">
                  <c:v>99.525902000000002</c:v>
                </c:pt>
                <c:pt idx="2407">
                  <c:v>99.716628999999998</c:v>
                </c:pt>
                <c:pt idx="2408">
                  <c:v>99.924544999999995</c:v>
                </c:pt>
                <c:pt idx="2409">
                  <c:v>100.12222</c:v>
                </c:pt>
                <c:pt idx="2410">
                  <c:v>100.31695999999999</c:v>
                </c:pt>
                <c:pt idx="2411">
                  <c:v>100.51716999999999</c:v>
                </c:pt>
                <c:pt idx="2412">
                  <c:v>100.73975</c:v>
                </c:pt>
                <c:pt idx="2413">
                  <c:v>100.89763000000001</c:v>
                </c:pt>
                <c:pt idx="2414">
                  <c:v>100.8593</c:v>
                </c:pt>
                <c:pt idx="2415">
                  <c:v>100.74893</c:v>
                </c:pt>
                <c:pt idx="2416">
                  <c:v>100.68146</c:v>
                </c:pt>
                <c:pt idx="2417">
                  <c:v>100.58763</c:v>
                </c:pt>
                <c:pt idx="2418">
                  <c:v>100.53081</c:v>
                </c:pt>
                <c:pt idx="2419">
                  <c:v>100.76904</c:v>
                </c:pt>
                <c:pt idx="2420">
                  <c:v>101.21114</c:v>
                </c:pt>
                <c:pt idx="2421">
                  <c:v>101.741</c:v>
                </c:pt>
                <c:pt idx="2422">
                  <c:v>102.24332</c:v>
                </c:pt>
                <c:pt idx="2423">
                  <c:v>102.62602</c:v>
                </c:pt>
                <c:pt idx="2424">
                  <c:v>102.87197999999999</c:v>
                </c:pt>
                <c:pt idx="2425">
                  <c:v>103.01958</c:v>
                </c:pt>
                <c:pt idx="2426">
                  <c:v>103.05381</c:v>
                </c:pt>
                <c:pt idx="2427">
                  <c:v>103.0376</c:v>
                </c:pt>
                <c:pt idx="2428">
                  <c:v>102.99661999999999</c:v>
                </c:pt>
                <c:pt idx="2429">
                  <c:v>102.91978</c:v>
                </c:pt>
                <c:pt idx="2430">
                  <c:v>102.84173</c:v>
                </c:pt>
                <c:pt idx="2431">
                  <c:v>102.75008</c:v>
                </c:pt>
                <c:pt idx="2432">
                  <c:v>102.64536</c:v>
                </c:pt>
                <c:pt idx="2433">
                  <c:v>102.53079</c:v>
                </c:pt>
                <c:pt idx="2434">
                  <c:v>102.42189</c:v>
                </c:pt>
                <c:pt idx="2435">
                  <c:v>102.31869</c:v>
                </c:pt>
                <c:pt idx="2436">
                  <c:v>102.20941999999999</c:v>
                </c:pt>
                <c:pt idx="2437">
                  <c:v>102.09171000000001</c:v>
                </c:pt>
                <c:pt idx="2438">
                  <c:v>101.95023</c:v>
                </c:pt>
                <c:pt idx="2439">
                  <c:v>101.78504</c:v>
                </c:pt>
                <c:pt idx="2440">
                  <c:v>101.61044</c:v>
                </c:pt>
                <c:pt idx="2441">
                  <c:v>101.42931</c:v>
                </c:pt>
                <c:pt idx="2442">
                  <c:v>101.24983</c:v>
                </c:pt>
                <c:pt idx="2443">
                  <c:v>101.08291</c:v>
                </c:pt>
                <c:pt idx="2444">
                  <c:v>100.92218</c:v>
                </c:pt>
                <c:pt idx="2445">
                  <c:v>100.76031</c:v>
                </c:pt>
                <c:pt idx="2446">
                  <c:v>100.62033</c:v>
                </c:pt>
                <c:pt idx="2447">
                  <c:v>100.52227999999999</c:v>
                </c:pt>
                <c:pt idx="2448">
                  <c:v>100.48182</c:v>
                </c:pt>
                <c:pt idx="2449">
                  <c:v>100.48587000000001</c:v>
                </c:pt>
                <c:pt idx="2450">
                  <c:v>100.49827999999999</c:v>
                </c:pt>
                <c:pt idx="2451">
                  <c:v>100.49442000000001</c:v>
                </c:pt>
                <c:pt idx="2452">
                  <c:v>100.45985</c:v>
                </c:pt>
                <c:pt idx="2453">
                  <c:v>100.38934</c:v>
                </c:pt>
                <c:pt idx="2454">
                  <c:v>100.30482000000001</c:v>
                </c:pt>
                <c:pt idx="2455">
                  <c:v>100.22765</c:v>
                </c:pt>
                <c:pt idx="2456">
                  <c:v>100.18321</c:v>
                </c:pt>
                <c:pt idx="2457">
                  <c:v>100.16762</c:v>
                </c:pt>
                <c:pt idx="2458">
                  <c:v>100.17827</c:v>
                </c:pt>
                <c:pt idx="2459">
                  <c:v>100.20251</c:v>
                </c:pt>
                <c:pt idx="2460">
                  <c:v>100.23304</c:v>
                </c:pt>
                <c:pt idx="2461">
                  <c:v>100.26746</c:v>
                </c:pt>
                <c:pt idx="2462">
                  <c:v>100.30726</c:v>
                </c:pt>
                <c:pt idx="2463">
                  <c:v>100.3527</c:v>
                </c:pt>
                <c:pt idx="2464">
                  <c:v>100.40309999999999</c:v>
                </c:pt>
                <c:pt idx="2465">
                  <c:v>100.45554</c:v>
                </c:pt>
                <c:pt idx="2466">
                  <c:v>100.50796</c:v>
                </c:pt>
                <c:pt idx="2467">
                  <c:v>100.57031000000001</c:v>
                </c:pt>
                <c:pt idx="2468">
                  <c:v>100.63997000000001</c:v>
                </c:pt>
                <c:pt idx="2469">
                  <c:v>100.70904</c:v>
                </c:pt>
                <c:pt idx="2470">
                  <c:v>100.759</c:v>
                </c:pt>
                <c:pt idx="2471">
                  <c:v>100.76076</c:v>
                </c:pt>
                <c:pt idx="2472">
                  <c:v>100.72179</c:v>
                </c:pt>
                <c:pt idx="2473">
                  <c:v>100.67706</c:v>
                </c:pt>
                <c:pt idx="2474">
                  <c:v>100.63556</c:v>
                </c:pt>
                <c:pt idx="2475">
                  <c:v>100.58286</c:v>
                </c:pt>
                <c:pt idx="2476">
                  <c:v>100.53022</c:v>
                </c:pt>
                <c:pt idx="2477">
                  <c:v>100.48257</c:v>
                </c:pt>
                <c:pt idx="2478">
                  <c:v>100.43406</c:v>
                </c:pt>
                <c:pt idx="2479">
                  <c:v>100.35876</c:v>
                </c:pt>
                <c:pt idx="2480">
                  <c:v>100.26555999999999</c:v>
                </c:pt>
                <c:pt idx="2481">
                  <c:v>100.18033</c:v>
                </c:pt>
                <c:pt idx="2482">
                  <c:v>100.10760999999999</c:v>
                </c:pt>
                <c:pt idx="2483">
                  <c:v>100.06932999999999</c:v>
                </c:pt>
                <c:pt idx="2484">
                  <c:v>100.03695999999999</c:v>
                </c:pt>
                <c:pt idx="2485">
                  <c:v>100.02374</c:v>
                </c:pt>
                <c:pt idx="2486">
                  <c:v>100.05978</c:v>
                </c:pt>
                <c:pt idx="2487">
                  <c:v>100.04866</c:v>
                </c:pt>
                <c:pt idx="2488">
                  <c:v>99.995399000000006</c:v>
                </c:pt>
                <c:pt idx="2489">
                  <c:v>99.895058000000006</c:v>
                </c:pt>
                <c:pt idx="2490">
                  <c:v>99.748610999999997</c:v>
                </c:pt>
                <c:pt idx="2491">
                  <c:v>99.579384000000005</c:v>
                </c:pt>
                <c:pt idx="2492">
                  <c:v>99.421431999999996</c:v>
                </c:pt>
                <c:pt idx="2493">
                  <c:v>99.264472999999995</c:v>
                </c:pt>
                <c:pt idx="2494">
                  <c:v>99.117774999999995</c:v>
                </c:pt>
                <c:pt idx="2495">
                  <c:v>98.986877000000007</c:v>
                </c:pt>
                <c:pt idx="2496">
                  <c:v>98.880065999999999</c:v>
                </c:pt>
                <c:pt idx="2497">
                  <c:v>98.778091000000003</c:v>
                </c:pt>
                <c:pt idx="2498">
                  <c:v>98.693047000000007</c:v>
                </c:pt>
                <c:pt idx="2499">
                  <c:v>98.621651</c:v>
                </c:pt>
                <c:pt idx="2500">
                  <c:v>98.560706999999994</c:v>
                </c:pt>
                <c:pt idx="2501">
                  <c:v>98.519408999999996</c:v>
                </c:pt>
                <c:pt idx="2502">
                  <c:v>98.486984000000007</c:v>
                </c:pt>
                <c:pt idx="2503">
                  <c:v>98.447067000000004</c:v>
                </c:pt>
                <c:pt idx="2504">
                  <c:v>98.387459000000007</c:v>
                </c:pt>
                <c:pt idx="2505">
                  <c:v>98.319412</c:v>
                </c:pt>
                <c:pt idx="2506">
                  <c:v>98.251441999999997</c:v>
                </c:pt>
                <c:pt idx="2507">
                  <c:v>98.201408000000001</c:v>
                </c:pt>
                <c:pt idx="2508">
                  <c:v>98.162598000000003</c:v>
                </c:pt>
                <c:pt idx="2509">
                  <c:v>98.127441000000005</c:v>
                </c:pt>
                <c:pt idx="2510">
                  <c:v>98.096656999999993</c:v>
                </c:pt>
                <c:pt idx="2511">
                  <c:v>98.064353999999994</c:v>
                </c:pt>
                <c:pt idx="2512">
                  <c:v>98.015488000000005</c:v>
                </c:pt>
                <c:pt idx="2513">
                  <c:v>97.945357999999999</c:v>
                </c:pt>
                <c:pt idx="2514">
                  <c:v>97.865868000000006</c:v>
                </c:pt>
                <c:pt idx="2515">
                  <c:v>97.792914999999994</c:v>
                </c:pt>
                <c:pt idx="2516">
                  <c:v>97.725464000000002</c:v>
                </c:pt>
                <c:pt idx="2517">
                  <c:v>97.662025</c:v>
                </c:pt>
                <c:pt idx="2518">
                  <c:v>97.599297000000007</c:v>
                </c:pt>
                <c:pt idx="2519">
                  <c:v>97.53434</c:v>
                </c:pt>
                <c:pt idx="2520">
                  <c:v>97.459434999999999</c:v>
                </c:pt>
                <c:pt idx="2521">
                  <c:v>97.388328999999999</c:v>
                </c:pt>
                <c:pt idx="2522">
                  <c:v>97.332572999999996</c:v>
                </c:pt>
                <c:pt idx="2523">
                  <c:v>97.291450999999995</c:v>
                </c:pt>
                <c:pt idx="2524">
                  <c:v>97.260986000000003</c:v>
                </c:pt>
                <c:pt idx="2525">
                  <c:v>97.255111999999997</c:v>
                </c:pt>
                <c:pt idx="2526">
                  <c:v>97.265404000000004</c:v>
                </c:pt>
                <c:pt idx="2527">
                  <c:v>97.273453000000003</c:v>
                </c:pt>
                <c:pt idx="2528">
                  <c:v>97.278244000000001</c:v>
                </c:pt>
                <c:pt idx="2529">
                  <c:v>97.267928999999995</c:v>
                </c:pt>
                <c:pt idx="2530">
                  <c:v>97.212433000000004</c:v>
                </c:pt>
                <c:pt idx="2531">
                  <c:v>97.117264000000006</c:v>
                </c:pt>
                <c:pt idx="2532">
                  <c:v>97.015761999999995</c:v>
                </c:pt>
                <c:pt idx="2533">
                  <c:v>96.935187999999997</c:v>
                </c:pt>
                <c:pt idx="2534">
                  <c:v>96.892112999999995</c:v>
                </c:pt>
                <c:pt idx="2535">
                  <c:v>96.844100999999995</c:v>
                </c:pt>
                <c:pt idx="2536">
                  <c:v>96.806229000000002</c:v>
                </c:pt>
                <c:pt idx="2537">
                  <c:v>96.767014000000003</c:v>
                </c:pt>
                <c:pt idx="2538">
                  <c:v>96.720757000000006</c:v>
                </c:pt>
                <c:pt idx="2539">
                  <c:v>96.686408999999998</c:v>
                </c:pt>
                <c:pt idx="2540">
                  <c:v>96.672882000000001</c:v>
                </c:pt>
                <c:pt idx="2541">
                  <c:v>96.677718999999996</c:v>
                </c:pt>
                <c:pt idx="2542">
                  <c:v>96.693932000000004</c:v>
                </c:pt>
                <c:pt idx="2543">
                  <c:v>96.721855000000005</c:v>
                </c:pt>
                <c:pt idx="2544">
                  <c:v>96.768951000000001</c:v>
                </c:pt>
                <c:pt idx="2545">
                  <c:v>96.830985999999996</c:v>
                </c:pt>
                <c:pt idx="2546">
                  <c:v>96.886238000000006</c:v>
                </c:pt>
                <c:pt idx="2547">
                  <c:v>96.926772999999997</c:v>
                </c:pt>
                <c:pt idx="2548">
                  <c:v>96.938193999999996</c:v>
                </c:pt>
                <c:pt idx="2549">
                  <c:v>96.942856000000006</c:v>
                </c:pt>
                <c:pt idx="2550">
                  <c:v>96.957168999999993</c:v>
                </c:pt>
                <c:pt idx="2551">
                  <c:v>96.979027000000002</c:v>
                </c:pt>
                <c:pt idx="2552">
                  <c:v>97.016174000000007</c:v>
                </c:pt>
                <c:pt idx="2553">
                  <c:v>97.059775999999999</c:v>
                </c:pt>
                <c:pt idx="2554">
                  <c:v>97.105118000000004</c:v>
                </c:pt>
                <c:pt idx="2555">
                  <c:v>97.177566999999996</c:v>
                </c:pt>
                <c:pt idx="2556">
                  <c:v>97.274390999999994</c:v>
                </c:pt>
                <c:pt idx="2557">
                  <c:v>97.373085000000003</c:v>
                </c:pt>
                <c:pt idx="2558">
                  <c:v>97.450371000000004</c:v>
                </c:pt>
                <c:pt idx="2559">
                  <c:v>97.486030999999997</c:v>
                </c:pt>
                <c:pt idx="2560">
                  <c:v>97.459678999999994</c:v>
                </c:pt>
                <c:pt idx="2561">
                  <c:v>97.405449000000004</c:v>
                </c:pt>
                <c:pt idx="2562">
                  <c:v>97.370529000000005</c:v>
                </c:pt>
                <c:pt idx="2563">
                  <c:v>97.354445999999996</c:v>
                </c:pt>
                <c:pt idx="2564">
                  <c:v>97.334182999999996</c:v>
                </c:pt>
                <c:pt idx="2565">
                  <c:v>97.312065000000004</c:v>
                </c:pt>
                <c:pt idx="2566">
                  <c:v>97.303261000000006</c:v>
                </c:pt>
                <c:pt idx="2567">
                  <c:v>97.296265000000005</c:v>
                </c:pt>
                <c:pt idx="2568">
                  <c:v>97.314339000000004</c:v>
                </c:pt>
                <c:pt idx="2569">
                  <c:v>97.354095000000001</c:v>
                </c:pt>
                <c:pt idx="2570">
                  <c:v>97.508185999999995</c:v>
                </c:pt>
                <c:pt idx="2571">
                  <c:v>97.663605000000004</c:v>
                </c:pt>
                <c:pt idx="2572">
                  <c:v>97.788405999999995</c:v>
                </c:pt>
                <c:pt idx="2573">
                  <c:v>97.911659</c:v>
                </c:pt>
                <c:pt idx="2574">
                  <c:v>98.041222000000005</c:v>
                </c:pt>
                <c:pt idx="2575">
                  <c:v>98.184334000000007</c:v>
                </c:pt>
                <c:pt idx="2576">
                  <c:v>98.295638999999994</c:v>
                </c:pt>
                <c:pt idx="2577">
                  <c:v>98.266762</c:v>
                </c:pt>
                <c:pt idx="2578">
                  <c:v>98.146659999999997</c:v>
                </c:pt>
                <c:pt idx="2579">
                  <c:v>97.982269000000002</c:v>
                </c:pt>
                <c:pt idx="2580">
                  <c:v>97.830085999999994</c:v>
                </c:pt>
                <c:pt idx="2581">
                  <c:v>97.680458000000002</c:v>
                </c:pt>
                <c:pt idx="2582">
                  <c:v>97.563132999999993</c:v>
                </c:pt>
                <c:pt idx="2583">
                  <c:v>97.467354</c:v>
                </c:pt>
                <c:pt idx="2584">
                  <c:v>97.385329999999996</c:v>
                </c:pt>
                <c:pt idx="2585">
                  <c:v>97.344977999999998</c:v>
                </c:pt>
                <c:pt idx="2586">
                  <c:v>97.284133999999995</c:v>
                </c:pt>
                <c:pt idx="2587">
                  <c:v>97.243385000000004</c:v>
                </c:pt>
                <c:pt idx="2588">
                  <c:v>97.213691999999995</c:v>
                </c:pt>
                <c:pt idx="2589">
                  <c:v>97.228806000000006</c:v>
                </c:pt>
                <c:pt idx="2590">
                  <c:v>97.290474000000003</c:v>
                </c:pt>
                <c:pt idx="2591">
                  <c:v>97.396332000000001</c:v>
                </c:pt>
                <c:pt idx="2592">
                  <c:v>97.482033000000001</c:v>
                </c:pt>
                <c:pt idx="2593">
                  <c:v>97.465530000000001</c:v>
                </c:pt>
                <c:pt idx="2594">
                  <c:v>97.418098000000001</c:v>
                </c:pt>
                <c:pt idx="2595">
                  <c:v>97.379294999999999</c:v>
                </c:pt>
                <c:pt idx="2596">
                  <c:v>97.323761000000005</c:v>
                </c:pt>
                <c:pt idx="2597">
                  <c:v>97.233238</c:v>
                </c:pt>
                <c:pt idx="2598">
                  <c:v>97.141227999999998</c:v>
                </c:pt>
                <c:pt idx="2599">
                  <c:v>97.047225999999995</c:v>
                </c:pt>
                <c:pt idx="2600">
                  <c:v>96.958198999999993</c:v>
                </c:pt>
                <c:pt idx="2601">
                  <c:v>96.903380999999996</c:v>
                </c:pt>
                <c:pt idx="2602">
                  <c:v>96.868590999999995</c:v>
                </c:pt>
                <c:pt idx="2603">
                  <c:v>96.836433</c:v>
                </c:pt>
                <c:pt idx="2604">
                  <c:v>96.804237000000001</c:v>
                </c:pt>
                <c:pt idx="2605">
                  <c:v>96.772041000000002</c:v>
                </c:pt>
                <c:pt idx="2606">
                  <c:v>96.755889999999994</c:v>
                </c:pt>
                <c:pt idx="2607">
                  <c:v>96.724304000000004</c:v>
                </c:pt>
                <c:pt idx="2608">
                  <c:v>96.685721999999998</c:v>
                </c:pt>
                <c:pt idx="2609">
                  <c:v>96.673805000000002</c:v>
                </c:pt>
                <c:pt idx="2610">
                  <c:v>96.692100999999994</c:v>
                </c:pt>
                <c:pt idx="2611">
                  <c:v>96.704329999999999</c:v>
                </c:pt>
                <c:pt idx="2612">
                  <c:v>96.725646999999995</c:v>
                </c:pt>
                <c:pt idx="2613">
                  <c:v>96.716781999999995</c:v>
                </c:pt>
                <c:pt idx="2614">
                  <c:v>96.703322999999997</c:v>
                </c:pt>
                <c:pt idx="2615">
                  <c:v>96.691436999999993</c:v>
                </c:pt>
                <c:pt idx="2616">
                  <c:v>96.700896999999998</c:v>
                </c:pt>
                <c:pt idx="2617">
                  <c:v>96.725821999999994</c:v>
                </c:pt>
                <c:pt idx="2618">
                  <c:v>96.790474000000003</c:v>
                </c:pt>
                <c:pt idx="2619">
                  <c:v>96.901893999999999</c:v>
                </c:pt>
                <c:pt idx="2620">
                  <c:v>96.986373999999998</c:v>
                </c:pt>
                <c:pt idx="2621">
                  <c:v>97.040085000000005</c:v>
                </c:pt>
                <c:pt idx="2622">
                  <c:v>97.183059999999998</c:v>
                </c:pt>
                <c:pt idx="2623">
                  <c:v>97.346335999999994</c:v>
                </c:pt>
                <c:pt idx="2624">
                  <c:v>97.513962000000006</c:v>
                </c:pt>
                <c:pt idx="2625">
                  <c:v>97.696251000000004</c:v>
                </c:pt>
                <c:pt idx="2626">
                  <c:v>97.875388999999998</c:v>
                </c:pt>
                <c:pt idx="2627">
                  <c:v>97.999450999999993</c:v>
                </c:pt>
                <c:pt idx="2628">
                  <c:v>98.073241999999993</c:v>
                </c:pt>
                <c:pt idx="2629">
                  <c:v>98.092087000000006</c:v>
                </c:pt>
                <c:pt idx="2630">
                  <c:v>98.045722999999995</c:v>
                </c:pt>
                <c:pt idx="2631">
                  <c:v>97.962142999999998</c:v>
                </c:pt>
                <c:pt idx="2632">
                  <c:v>97.891082999999995</c:v>
                </c:pt>
                <c:pt idx="2633">
                  <c:v>97.793091000000004</c:v>
                </c:pt>
                <c:pt idx="2634">
                  <c:v>97.661011000000002</c:v>
                </c:pt>
                <c:pt idx="2635">
                  <c:v>97.510840999999999</c:v>
                </c:pt>
                <c:pt idx="2636">
                  <c:v>97.378189000000006</c:v>
                </c:pt>
                <c:pt idx="2637">
                  <c:v>97.239852999999997</c:v>
                </c:pt>
                <c:pt idx="2638">
                  <c:v>97.117119000000002</c:v>
                </c:pt>
                <c:pt idx="2639">
                  <c:v>96.939087000000001</c:v>
                </c:pt>
                <c:pt idx="2640">
                  <c:v>96.753456</c:v>
                </c:pt>
                <c:pt idx="2641">
                  <c:v>96.593338000000003</c:v>
                </c:pt>
                <c:pt idx="2642">
                  <c:v>96.463706999999999</c:v>
                </c:pt>
                <c:pt idx="2643">
                  <c:v>96.342788999999996</c:v>
                </c:pt>
                <c:pt idx="2644">
                  <c:v>96.205085999999994</c:v>
                </c:pt>
                <c:pt idx="2645">
                  <c:v>96.065360999999996</c:v>
                </c:pt>
                <c:pt idx="2646">
                  <c:v>95.936081000000001</c:v>
                </c:pt>
                <c:pt idx="2647">
                  <c:v>95.815574999999995</c:v>
                </c:pt>
                <c:pt idx="2648">
                  <c:v>95.708106999999998</c:v>
                </c:pt>
                <c:pt idx="2649">
                  <c:v>95.591971999999998</c:v>
                </c:pt>
                <c:pt idx="2650">
                  <c:v>95.457335999999998</c:v>
                </c:pt>
                <c:pt idx="2651">
                  <c:v>95.289435999999995</c:v>
                </c:pt>
                <c:pt idx="2652">
                  <c:v>95.102149999999995</c:v>
                </c:pt>
                <c:pt idx="2653">
                  <c:v>94.917998999999995</c:v>
                </c:pt>
                <c:pt idx="2654">
                  <c:v>94.743308999999996</c:v>
                </c:pt>
                <c:pt idx="2655">
                  <c:v>94.563957000000002</c:v>
                </c:pt>
                <c:pt idx="2656">
                  <c:v>94.378990000000002</c:v>
                </c:pt>
                <c:pt idx="2657">
                  <c:v>94.210776999999993</c:v>
                </c:pt>
                <c:pt idx="2658">
                  <c:v>94.085357999999999</c:v>
                </c:pt>
                <c:pt idx="2659">
                  <c:v>93.985084999999998</c:v>
                </c:pt>
                <c:pt idx="2660">
                  <c:v>93.878876000000005</c:v>
                </c:pt>
                <c:pt idx="2661">
                  <c:v>93.788749999999993</c:v>
                </c:pt>
                <c:pt idx="2662">
                  <c:v>93.725371999999993</c:v>
                </c:pt>
                <c:pt idx="2663">
                  <c:v>93.664719000000005</c:v>
                </c:pt>
                <c:pt idx="2664">
                  <c:v>93.596275000000006</c:v>
                </c:pt>
                <c:pt idx="2665">
                  <c:v>93.531470999999996</c:v>
                </c:pt>
                <c:pt idx="2666">
                  <c:v>93.468406999999999</c:v>
                </c:pt>
                <c:pt idx="2667">
                  <c:v>93.402679000000006</c:v>
                </c:pt>
                <c:pt idx="2668">
                  <c:v>93.353217999999998</c:v>
                </c:pt>
                <c:pt idx="2669">
                  <c:v>93.326674999999994</c:v>
                </c:pt>
                <c:pt idx="2670">
                  <c:v>93.277457999999996</c:v>
                </c:pt>
                <c:pt idx="2671">
                  <c:v>93.232299999999995</c:v>
                </c:pt>
                <c:pt idx="2672">
                  <c:v>93.214111000000003</c:v>
                </c:pt>
                <c:pt idx="2673">
                  <c:v>93.201224999999994</c:v>
                </c:pt>
                <c:pt idx="2674">
                  <c:v>93.172400999999994</c:v>
                </c:pt>
                <c:pt idx="2675">
                  <c:v>93.126037999999994</c:v>
                </c:pt>
                <c:pt idx="2676">
                  <c:v>93.091453999999999</c:v>
                </c:pt>
                <c:pt idx="2677">
                  <c:v>93.054412999999997</c:v>
                </c:pt>
                <c:pt idx="2678">
                  <c:v>93.035445999999993</c:v>
                </c:pt>
                <c:pt idx="2679">
                  <c:v>93.068398000000002</c:v>
                </c:pt>
                <c:pt idx="2680">
                  <c:v>93.148544000000001</c:v>
                </c:pt>
                <c:pt idx="2681">
                  <c:v>93.271439000000001</c:v>
                </c:pt>
                <c:pt idx="2682">
                  <c:v>93.335373000000004</c:v>
                </c:pt>
                <c:pt idx="2683">
                  <c:v>93.379020999999995</c:v>
                </c:pt>
                <c:pt idx="2684">
                  <c:v>93.431381000000002</c:v>
                </c:pt>
                <c:pt idx="2685">
                  <c:v>93.499686999999994</c:v>
                </c:pt>
                <c:pt idx="2686">
                  <c:v>93.576248000000007</c:v>
                </c:pt>
                <c:pt idx="2687">
                  <c:v>93.642478999999994</c:v>
                </c:pt>
                <c:pt idx="2688">
                  <c:v>93.672020000000003</c:v>
                </c:pt>
                <c:pt idx="2689">
                  <c:v>93.680412000000004</c:v>
                </c:pt>
                <c:pt idx="2690">
                  <c:v>93.683280999999994</c:v>
                </c:pt>
                <c:pt idx="2691">
                  <c:v>93.657905999999997</c:v>
                </c:pt>
                <c:pt idx="2692">
                  <c:v>93.693259999999995</c:v>
                </c:pt>
                <c:pt idx="2693">
                  <c:v>93.775756999999999</c:v>
                </c:pt>
                <c:pt idx="2694">
                  <c:v>93.927306999999999</c:v>
                </c:pt>
                <c:pt idx="2695">
                  <c:v>94.147316000000004</c:v>
                </c:pt>
                <c:pt idx="2696">
                  <c:v>94.367904999999993</c:v>
                </c:pt>
                <c:pt idx="2697">
                  <c:v>94.545303000000004</c:v>
                </c:pt>
                <c:pt idx="2698">
                  <c:v>94.683036999999999</c:v>
                </c:pt>
                <c:pt idx="2699">
                  <c:v>94.784782000000007</c:v>
                </c:pt>
                <c:pt idx="2700">
                  <c:v>94.801452999999995</c:v>
                </c:pt>
                <c:pt idx="2701">
                  <c:v>94.755188000000004</c:v>
                </c:pt>
                <c:pt idx="2702">
                  <c:v>94.665512000000007</c:v>
                </c:pt>
                <c:pt idx="2703">
                  <c:v>94.603202999999993</c:v>
                </c:pt>
                <c:pt idx="2704">
                  <c:v>94.572945000000004</c:v>
                </c:pt>
                <c:pt idx="2705">
                  <c:v>94.554580999999999</c:v>
                </c:pt>
                <c:pt idx="2706">
                  <c:v>94.534981000000002</c:v>
                </c:pt>
                <c:pt idx="2707">
                  <c:v>94.494124999999997</c:v>
                </c:pt>
                <c:pt idx="2708">
                  <c:v>94.411445999999998</c:v>
                </c:pt>
                <c:pt idx="2709">
                  <c:v>94.265548999999993</c:v>
                </c:pt>
                <c:pt idx="2710">
                  <c:v>94.152878000000001</c:v>
                </c:pt>
                <c:pt idx="2711">
                  <c:v>94.059974999999994</c:v>
                </c:pt>
                <c:pt idx="2712">
                  <c:v>93.998726000000005</c:v>
                </c:pt>
                <c:pt idx="2713">
                  <c:v>93.916573</c:v>
                </c:pt>
                <c:pt idx="2714">
                  <c:v>93.856009999999998</c:v>
                </c:pt>
                <c:pt idx="2715">
                  <c:v>93.803336999999999</c:v>
                </c:pt>
                <c:pt idx="2716">
                  <c:v>93.729347000000004</c:v>
                </c:pt>
                <c:pt idx="2717">
                  <c:v>93.615928999999994</c:v>
                </c:pt>
                <c:pt idx="2718">
                  <c:v>93.398124999999993</c:v>
                </c:pt>
                <c:pt idx="2719">
                  <c:v>93.09948</c:v>
                </c:pt>
                <c:pt idx="2720">
                  <c:v>92.754517000000007</c:v>
                </c:pt>
                <c:pt idx="2721">
                  <c:v>92.480461000000005</c:v>
                </c:pt>
                <c:pt idx="2722">
                  <c:v>92.309203999999994</c:v>
                </c:pt>
                <c:pt idx="2723">
                  <c:v>92.240311000000005</c:v>
                </c:pt>
                <c:pt idx="2724">
                  <c:v>92.234679999999997</c:v>
                </c:pt>
                <c:pt idx="2725">
                  <c:v>92.272316000000004</c:v>
                </c:pt>
                <c:pt idx="2726">
                  <c:v>92.346176</c:v>
                </c:pt>
                <c:pt idx="2727">
                  <c:v>92.404182000000006</c:v>
                </c:pt>
                <c:pt idx="2728">
                  <c:v>92.373717999999997</c:v>
                </c:pt>
                <c:pt idx="2729">
                  <c:v>92.284972999999994</c:v>
                </c:pt>
                <c:pt idx="2730">
                  <c:v>92.178284000000005</c:v>
                </c:pt>
                <c:pt idx="2731">
                  <c:v>92.063964999999996</c:v>
                </c:pt>
                <c:pt idx="2732">
                  <c:v>91.959145000000007</c:v>
                </c:pt>
                <c:pt idx="2733">
                  <c:v>91.829369</c:v>
                </c:pt>
                <c:pt idx="2734">
                  <c:v>91.667739999999995</c:v>
                </c:pt>
                <c:pt idx="2735">
                  <c:v>91.478415999999996</c:v>
                </c:pt>
                <c:pt idx="2736">
                  <c:v>91.270072999999996</c:v>
                </c:pt>
                <c:pt idx="2737">
                  <c:v>91.057143999999994</c:v>
                </c:pt>
                <c:pt idx="2738">
                  <c:v>90.854408000000006</c:v>
                </c:pt>
                <c:pt idx="2739">
                  <c:v>90.668030000000002</c:v>
                </c:pt>
                <c:pt idx="2740">
                  <c:v>90.497185000000002</c:v>
                </c:pt>
                <c:pt idx="2741">
                  <c:v>90.349861000000004</c:v>
                </c:pt>
                <c:pt idx="2742">
                  <c:v>90.230827000000005</c:v>
                </c:pt>
                <c:pt idx="2743">
                  <c:v>90.144088999999994</c:v>
                </c:pt>
                <c:pt idx="2744">
                  <c:v>90.070374000000001</c:v>
                </c:pt>
                <c:pt idx="2745">
                  <c:v>90.010208000000006</c:v>
                </c:pt>
                <c:pt idx="2746">
                  <c:v>90.006477000000004</c:v>
                </c:pt>
                <c:pt idx="2747">
                  <c:v>89.994286000000002</c:v>
                </c:pt>
                <c:pt idx="2748">
                  <c:v>89.976134999999999</c:v>
                </c:pt>
                <c:pt idx="2749">
                  <c:v>89.924521999999996</c:v>
                </c:pt>
                <c:pt idx="2750">
                  <c:v>89.856453000000002</c:v>
                </c:pt>
                <c:pt idx="2751">
                  <c:v>89.830391000000006</c:v>
                </c:pt>
                <c:pt idx="2752">
                  <c:v>89.784615000000002</c:v>
                </c:pt>
                <c:pt idx="2753">
                  <c:v>89.693793999999997</c:v>
                </c:pt>
                <c:pt idx="2754">
                  <c:v>89.635551000000007</c:v>
                </c:pt>
                <c:pt idx="2755">
                  <c:v>89.604079999999996</c:v>
                </c:pt>
                <c:pt idx="2756">
                  <c:v>89.576340000000002</c:v>
                </c:pt>
                <c:pt idx="2757">
                  <c:v>89.527434999999997</c:v>
                </c:pt>
                <c:pt idx="2758">
                  <c:v>89.451340000000002</c:v>
                </c:pt>
                <c:pt idx="2759">
                  <c:v>89.361960999999994</c:v>
                </c:pt>
                <c:pt idx="2760">
                  <c:v>89.297684000000004</c:v>
                </c:pt>
                <c:pt idx="2761">
                  <c:v>89.156081999999998</c:v>
                </c:pt>
                <c:pt idx="2762">
                  <c:v>89.089698999999996</c:v>
                </c:pt>
                <c:pt idx="2763">
                  <c:v>89.044394999999994</c:v>
                </c:pt>
                <c:pt idx="2764">
                  <c:v>88.975357000000002</c:v>
                </c:pt>
                <c:pt idx="2765">
                  <c:v>88.924712999999997</c:v>
                </c:pt>
                <c:pt idx="2766">
                  <c:v>88.868713</c:v>
                </c:pt>
                <c:pt idx="2767">
                  <c:v>88.772644</c:v>
                </c:pt>
                <c:pt idx="2768">
                  <c:v>88.706810000000004</c:v>
                </c:pt>
                <c:pt idx="2769">
                  <c:v>88.667793000000003</c:v>
                </c:pt>
                <c:pt idx="2770">
                  <c:v>88.631705999999994</c:v>
                </c:pt>
                <c:pt idx="2771">
                  <c:v>88.621245999999999</c:v>
                </c:pt>
                <c:pt idx="2772">
                  <c:v>88.649071000000006</c:v>
                </c:pt>
                <c:pt idx="2773">
                  <c:v>88.690475000000006</c:v>
                </c:pt>
                <c:pt idx="2774">
                  <c:v>88.681442000000004</c:v>
                </c:pt>
                <c:pt idx="2775">
                  <c:v>88.658919999999995</c:v>
                </c:pt>
                <c:pt idx="2776">
                  <c:v>88.681297000000001</c:v>
                </c:pt>
                <c:pt idx="2777">
                  <c:v>88.693129999999996</c:v>
                </c:pt>
                <c:pt idx="2778">
                  <c:v>88.617722000000001</c:v>
                </c:pt>
                <c:pt idx="2779">
                  <c:v>88.538284000000004</c:v>
                </c:pt>
                <c:pt idx="2780">
                  <c:v>88.465980999999999</c:v>
                </c:pt>
                <c:pt idx="2781">
                  <c:v>88.388855000000007</c:v>
                </c:pt>
                <c:pt idx="2782">
                  <c:v>88.304848000000007</c:v>
                </c:pt>
                <c:pt idx="2783">
                  <c:v>88.239777000000004</c:v>
                </c:pt>
                <c:pt idx="2784">
                  <c:v>88.141991000000004</c:v>
                </c:pt>
                <c:pt idx="2785">
                  <c:v>88.019424000000001</c:v>
                </c:pt>
                <c:pt idx="2786">
                  <c:v>87.898742999999996</c:v>
                </c:pt>
                <c:pt idx="2787">
                  <c:v>87.788864000000004</c:v>
                </c:pt>
                <c:pt idx="2788">
                  <c:v>87.702659999999995</c:v>
                </c:pt>
                <c:pt idx="2789">
                  <c:v>87.684691999999998</c:v>
                </c:pt>
                <c:pt idx="2790">
                  <c:v>87.643203999999997</c:v>
                </c:pt>
                <c:pt idx="2791">
                  <c:v>87.556656000000004</c:v>
                </c:pt>
                <c:pt idx="2792">
                  <c:v>87.442688000000004</c:v>
                </c:pt>
                <c:pt idx="2793">
                  <c:v>87.332961999999995</c:v>
                </c:pt>
                <c:pt idx="2794">
                  <c:v>87.231864999999999</c:v>
                </c:pt>
                <c:pt idx="2795">
                  <c:v>87.194694999999996</c:v>
                </c:pt>
                <c:pt idx="2796">
                  <c:v>87.237549000000001</c:v>
                </c:pt>
                <c:pt idx="2797">
                  <c:v>87.252044999999995</c:v>
                </c:pt>
                <c:pt idx="2798">
                  <c:v>87.233870999999994</c:v>
                </c:pt>
                <c:pt idx="2799">
                  <c:v>87.218566999999993</c:v>
                </c:pt>
                <c:pt idx="2800">
                  <c:v>87.263205999999997</c:v>
                </c:pt>
                <c:pt idx="2801">
                  <c:v>87.269760000000005</c:v>
                </c:pt>
                <c:pt idx="2802">
                  <c:v>87.241759999999999</c:v>
                </c:pt>
                <c:pt idx="2803">
                  <c:v>87.190216000000007</c:v>
                </c:pt>
                <c:pt idx="2804">
                  <c:v>87.108825999999993</c:v>
                </c:pt>
                <c:pt idx="2805">
                  <c:v>86.930785999999998</c:v>
                </c:pt>
                <c:pt idx="2806">
                  <c:v>86.704620000000006</c:v>
                </c:pt>
                <c:pt idx="2807">
                  <c:v>86.510468000000003</c:v>
                </c:pt>
                <c:pt idx="2808">
                  <c:v>86.354102999999995</c:v>
                </c:pt>
                <c:pt idx="2809">
                  <c:v>86.260979000000006</c:v>
                </c:pt>
                <c:pt idx="2810">
                  <c:v>86.218018000000001</c:v>
                </c:pt>
                <c:pt idx="2811">
                  <c:v>86.171013000000002</c:v>
                </c:pt>
                <c:pt idx="2812">
                  <c:v>86.137894000000003</c:v>
                </c:pt>
                <c:pt idx="2813">
                  <c:v>86.085837999999995</c:v>
                </c:pt>
                <c:pt idx="2814">
                  <c:v>86.013878000000005</c:v>
                </c:pt>
                <c:pt idx="2815">
                  <c:v>85.993599000000003</c:v>
                </c:pt>
                <c:pt idx="2816">
                  <c:v>85.979857999999993</c:v>
                </c:pt>
                <c:pt idx="2817">
                  <c:v>85.968163000000004</c:v>
                </c:pt>
                <c:pt idx="2818">
                  <c:v>85.955894000000001</c:v>
                </c:pt>
                <c:pt idx="2819">
                  <c:v>85.939223999999996</c:v>
                </c:pt>
                <c:pt idx="2820">
                  <c:v>85.848006999999996</c:v>
                </c:pt>
                <c:pt idx="2821">
                  <c:v>85.740013000000005</c:v>
                </c:pt>
                <c:pt idx="2822">
                  <c:v>85.600921999999997</c:v>
                </c:pt>
                <c:pt idx="2823">
                  <c:v>85.423278999999994</c:v>
                </c:pt>
                <c:pt idx="2824">
                  <c:v>85.247382999999999</c:v>
                </c:pt>
                <c:pt idx="2825">
                  <c:v>85.102417000000003</c:v>
                </c:pt>
                <c:pt idx="2826">
                  <c:v>84.969352999999998</c:v>
                </c:pt>
                <c:pt idx="2827">
                  <c:v>84.852348000000006</c:v>
                </c:pt>
                <c:pt idx="2828">
                  <c:v>84.718513000000002</c:v>
                </c:pt>
                <c:pt idx="2829">
                  <c:v>84.640540999999999</c:v>
                </c:pt>
                <c:pt idx="2830">
                  <c:v>84.537552000000005</c:v>
                </c:pt>
                <c:pt idx="2831">
                  <c:v>84.402564999999996</c:v>
                </c:pt>
                <c:pt idx="2832">
                  <c:v>84.234650000000002</c:v>
                </c:pt>
                <c:pt idx="2833">
                  <c:v>84.124634</c:v>
                </c:pt>
                <c:pt idx="2834">
                  <c:v>84.048469999999995</c:v>
                </c:pt>
                <c:pt idx="2835">
                  <c:v>83.988365000000002</c:v>
                </c:pt>
                <c:pt idx="2836">
                  <c:v>83.924926999999997</c:v>
                </c:pt>
                <c:pt idx="2837">
                  <c:v>83.870682000000002</c:v>
                </c:pt>
                <c:pt idx="2838">
                  <c:v>83.783180000000002</c:v>
                </c:pt>
                <c:pt idx="2839">
                  <c:v>83.713356000000005</c:v>
                </c:pt>
                <c:pt idx="2840">
                  <c:v>83.605941999999999</c:v>
                </c:pt>
                <c:pt idx="2841">
                  <c:v>83.508492000000004</c:v>
                </c:pt>
                <c:pt idx="2842">
                  <c:v>83.365622999999999</c:v>
                </c:pt>
                <c:pt idx="2843">
                  <c:v>83.230896000000001</c:v>
                </c:pt>
                <c:pt idx="2844">
                  <c:v>83.115111999999996</c:v>
                </c:pt>
                <c:pt idx="2845">
                  <c:v>83.037330999999995</c:v>
                </c:pt>
                <c:pt idx="2846">
                  <c:v>82.930251999999996</c:v>
                </c:pt>
                <c:pt idx="2847">
                  <c:v>82.787002999999999</c:v>
                </c:pt>
                <c:pt idx="2848">
                  <c:v>82.712601000000006</c:v>
                </c:pt>
                <c:pt idx="2849">
                  <c:v>82.626686000000007</c:v>
                </c:pt>
                <c:pt idx="2850">
                  <c:v>82.500977000000006</c:v>
                </c:pt>
                <c:pt idx="2851">
                  <c:v>82.399338</c:v>
                </c:pt>
                <c:pt idx="2852">
                  <c:v>82.355559999999997</c:v>
                </c:pt>
                <c:pt idx="2853">
                  <c:v>82.335915</c:v>
                </c:pt>
                <c:pt idx="2854">
                  <c:v>82.249718000000001</c:v>
                </c:pt>
                <c:pt idx="2855">
                  <c:v>82.143737999999999</c:v>
                </c:pt>
                <c:pt idx="2856">
                  <c:v>82.028701999999996</c:v>
                </c:pt>
                <c:pt idx="2857">
                  <c:v>81.919594000000004</c:v>
                </c:pt>
                <c:pt idx="2858">
                  <c:v>81.830085999999994</c:v>
                </c:pt>
                <c:pt idx="2859">
                  <c:v>81.750618000000003</c:v>
                </c:pt>
                <c:pt idx="2860">
                  <c:v>81.733924999999999</c:v>
                </c:pt>
                <c:pt idx="2861">
                  <c:v>81.765831000000006</c:v>
                </c:pt>
                <c:pt idx="2862">
                  <c:v>81.798584000000005</c:v>
                </c:pt>
                <c:pt idx="2863">
                  <c:v>81.849129000000005</c:v>
                </c:pt>
                <c:pt idx="2864">
                  <c:v>81.928344999999993</c:v>
                </c:pt>
                <c:pt idx="2865">
                  <c:v>81.959334999999996</c:v>
                </c:pt>
                <c:pt idx="2866">
                  <c:v>82.002387999999996</c:v>
                </c:pt>
                <c:pt idx="2867">
                  <c:v>82.014319999999998</c:v>
                </c:pt>
                <c:pt idx="2868">
                  <c:v>81.964545999999999</c:v>
                </c:pt>
                <c:pt idx="2869">
                  <c:v>81.900833000000006</c:v>
                </c:pt>
                <c:pt idx="2870">
                  <c:v>81.825890000000001</c:v>
                </c:pt>
                <c:pt idx="2871">
                  <c:v>81.678557999999995</c:v>
                </c:pt>
                <c:pt idx="2872">
                  <c:v>81.498276000000004</c:v>
                </c:pt>
                <c:pt idx="2873">
                  <c:v>81.295715000000001</c:v>
                </c:pt>
                <c:pt idx="2874">
                  <c:v>81.114547999999999</c:v>
                </c:pt>
                <c:pt idx="2875">
                  <c:v>80.923393000000004</c:v>
                </c:pt>
                <c:pt idx="2876">
                  <c:v>80.710571000000002</c:v>
                </c:pt>
                <c:pt idx="2877">
                  <c:v>80.497046999999995</c:v>
                </c:pt>
                <c:pt idx="2878">
                  <c:v>80.302848999999995</c:v>
                </c:pt>
                <c:pt idx="2879">
                  <c:v>80.139381</c:v>
                </c:pt>
                <c:pt idx="2880">
                  <c:v>80.008667000000003</c:v>
                </c:pt>
                <c:pt idx="2881">
                  <c:v>79.887580999999997</c:v>
                </c:pt>
                <c:pt idx="2882">
                  <c:v>79.780631999999997</c:v>
                </c:pt>
                <c:pt idx="2883">
                  <c:v>79.689414999999997</c:v>
                </c:pt>
                <c:pt idx="2884">
                  <c:v>79.612433999999993</c:v>
                </c:pt>
                <c:pt idx="2885">
                  <c:v>79.533691000000005</c:v>
                </c:pt>
                <c:pt idx="2886">
                  <c:v>79.476837000000003</c:v>
                </c:pt>
                <c:pt idx="2887">
                  <c:v>79.414833000000002</c:v>
                </c:pt>
                <c:pt idx="2888">
                  <c:v>79.371414000000001</c:v>
                </c:pt>
                <c:pt idx="2889">
                  <c:v>79.326301999999998</c:v>
                </c:pt>
                <c:pt idx="2890">
                  <c:v>79.299025999999998</c:v>
                </c:pt>
                <c:pt idx="2891">
                  <c:v>79.238876000000005</c:v>
                </c:pt>
                <c:pt idx="2892">
                  <c:v>79.203711999999996</c:v>
                </c:pt>
                <c:pt idx="2893">
                  <c:v>79.179184000000006</c:v>
                </c:pt>
                <c:pt idx="2894">
                  <c:v>79.071601999999999</c:v>
                </c:pt>
                <c:pt idx="2895">
                  <c:v>78.940521000000004</c:v>
                </c:pt>
                <c:pt idx="2896">
                  <c:v>78.812798000000001</c:v>
                </c:pt>
                <c:pt idx="2897">
                  <c:v>78.711830000000006</c:v>
                </c:pt>
                <c:pt idx="2898">
                  <c:v>78.631621999999993</c:v>
                </c:pt>
                <c:pt idx="2899">
                  <c:v>78.542145000000005</c:v>
                </c:pt>
                <c:pt idx="2900">
                  <c:v>78.454391000000001</c:v>
                </c:pt>
                <c:pt idx="2901">
                  <c:v>78.352553999999998</c:v>
                </c:pt>
                <c:pt idx="2902">
                  <c:v>78.309937000000005</c:v>
                </c:pt>
                <c:pt idx="2903">
                  <c:v>78.265877000000003</c:v>
                </c:pt>
                <c:pt idx="2904">
                  <c:v>78.263679999999994</c:v>
                </c:pt>
                <c:pt idx="2905">
                  <c:v>78.207656999999998</c:v>
                </c:pt>
                <c:pt idx="2906">
                  <c:v>78.188170999999997</c:v>
                </c:pt>
                <c:pt idx="2907">
                  <c:v>78.142311000000007</c:v>
                </c:pt>
                <c:pt idx="2908">
                  <c:v>78.096396999999996</c:v>
                </c:pt>
                <c:pt idx="2909">
                  <c:v>78.064971999999997</c:v>
                </c:pt>
                <c:pt idx="2910">
                  <c:v>78.031165999999999</c:v>
                </c:pt>
                <c:pt idx="2911">
                  <c:v>77.992324999999994</c:v>
                </c:pt>
                <c:pt idx="2912">
                  <c:v>77.980987999999996</c:v>
                </c:pt>
                <c:pt idx="2913">
                  <c:v>77.970748999999998</c:v>
                </c:pt>
                <c:pt idx="2914">
                  <c:v>77.957504</c:v>
                </c:pt>
                <c:pt idx="2915">
                  <c:v>77.960091000000006</c:v>
                </c:pt>
                <c:pt idx="2916">
                  <c:v>77.994986999999995</c:v>
                </c:pt>
                <c:pt idx="2917">
                  <c:v>78.025161999999995</c:v>
                </c:pt>
                <c:pt idx="2918">
                  <c:v>78.045021000000006</c:v>
                </c:pt>
                <c:pt idx="2919">
                  <c:v>78.071983000000003</c:v>
                </c:pt>
                <c:pt idx="2920">
                  <c:v>78.080062999999996</c:v>
                </c:pt>
                <c:pt idx="2921">
                  <c:v>78.134842000000006</c:v>
                </c:pt>
                <c:pt idx="2922">
                  <c:v>78.139099000000002</c:v>
                </c:pt>
                <c:pt idx="2923">
                  <c:v>78.101318000000006</c:v>
                </c:pt>
                <c:pt idx="2924">
                  <c:v>78.016777000000005</c:v>
                </c:pt>
                <c:pt idx="2925">
                  <c:v>77.931061</c:v>
                </c:pt>
                <c:pt idx="2926">
                  <c:v>77.860443000000004</c:v>
                </c:pt>
                <c:pt idx="2927">
                  <c:v>77.763373999999999</c:v>
                </c:pt>
                <c:pt idx="2928">
                  <c:v>77.634795999999994</c:v>
                </c:pt>
                <c:pt idx="2929">
                  <c:v>77.553162</c:v>
                </c:pt>
                <c:pt idx="2930">
                  <c:v>77.461951999999997</c:v>
                </c:pt>
                <c:pt idx="2931">
                  <c:v>77.391754000000006</c:v>
                </c:pt>
                <c:pt idx="2932">
                  <c:v>77.291290000000004</c:v>
                </c:pt>
                <c:pt idx="2933">
                  <c:v>77.282341000000002</c:v>
                </c:pt>
                <c:pt idx="2934">
                  <c:v>77.264702</c:v>
                </c:pt>
                <c:pt idx="2935">
                  <c:v>77.267128</c:v>
                </c:pt>
                <c:pt idx="2936">
                  <c:v>77.229286000000002</c:v>
                </c:pt>
                <c:pt idx="2937">
                  <c:v>77.183548000000002</c:v>
                </c:pt>
                <c:pt idx="2938">
                  <c:v>77.163818000000006</c:v>
                </c:pt>
                <c:pt idx="2939">
                  <c:v>77.089866999999998</c:v>
                </c:pt>
                <c:pt idx="2940">
                  <c:v>77.007499999999993</c:v>
                </c:pt>
                <c:pt idx="2941">
                  <c:v>76.897255000000001</c:v>
                </c:pt>
                <c:pt idx="2942">
                  <c:v>76.778785999999997</c:v>
                </c:pt>
                <c:pt idx="2943">
                  <c:v>76.655524999999997</c:v>
                </c:pt>
                <c:pt idx="2944">
                  <c:v>76.524918</c:v>
                </c:pt>
                <c:pt idx="2945">
                  <c:v>76.434837000000002</c:v>
                </c:pt>
                <c:pt idx="2946">
                  <c:v>76.340401</c:v>
                </c:pt>
                <c:pt idx="2947">
                  <c:v>76.260406000000003</c:v>
                </c:pt>
                <c:pt idx="2948">
                  <c:v>76.179007999999996</c:v>
                </c:pt>
                <c:pt idx="2949">
                  <c:v>76.103286999999995</c:v>
                </c:pt>
                <c:pt idx="2950">
                  <c:v>76.057381000000007</c:v>
                </c:pt>
                <c:pt idx="2951">
                  <c:v>76.035308999999998</c:v>
                </c:pt>
                <c:pt idx="2952">
                  <c:v>76.009285000000006</c:v>
                </c:pt>
                <c:pt idx="2953">
                  <c:v>75.982758000000004</c:v>
                </c:pt>
                <c:pt idx="2954">
                  <c:v>75.966224999999994</c:v>
                </c:pt>
                <c:pt idx="2955">
                  <c:v>75.961037000000005</c:v>
                </c:pt>
                <c:pt idx="2956">
                  <c:v>75.924842999999996</c:v>
                </c:pt>
                <c:pt idx="2957">
                  <c:v>75.878608999999997</c:v>
                </c:pt>
                <c:pt idx="2958">
                  <c:v>75.842101999999997</c:v>
                </c:pt>
                <c:pt idx="2959">
                  <c:v>75.799446000000003</c:v>
                </c:pt>
                <c:pt idx="2960">
                  <c:v>75.742874</c:v>
                </c:pt>
                <c:pt idx="2961">
                  <c:v>75.662848999999994</c:v>
                </c:pt>
                <c:pt idx="2962">
                  <c:v>75.546829000000002</c:v>
                </c:pt>
                <c:pt idx="2963">
                  <c:v>75.441215999999997</c:v>
                </c:pt>
                <c:pt idx="2964">
                  <c:v>75.340812999999997</c:v>
                </c:pt>
                <c:pt idx="2965">
                  <c:v>75.251579000000007</c:v>
                </c:pt>
                <c:pt idx="2966">
                  <c:v>75.125854000000004</c:v>
                </c:pt>
                <c:pt idx="2967">
                  <c:v>74.979004000000003</c:v>
                </c:pt>
                <c:pt idx="2968">
                  <c:v>74.814048999999997</c:v>
                </c:pt>
                <c:pt idx="2969">
                  <c:v>74.644913000000003</c:v>
                </c:pt>
                <c:pt idx="2970">
                  <c:v>74.530663000000004</c:v>
                </c:pt>
                <c:pt idx="2971">
                  <c:v>74.468215999999998</c:v>
                </c:pt>
                <c:pt idx="2972">
                  <c:v>74.429550000000006</c:v>
                </c:pt>
                <c:pt idx="2973">
                  <c:v>74.402443000000005</c:v>
                </c:pt>
                <c:pt idx="2974">
                  <c:v>74.412086000000002</c:v>
                </c:pt>
                <c:pt idx="2975">
                  <c:v>74.524483000000004</c:v>
                </c:pt>
                <c:pt idx="2976">
                  <c:v>74.892212000000001</c:v>
                </c:pt>
                <c:pt idx="2977">
                  <c:v>75.714789999999994</c:v>
                </c:pt>
                <c:pt idx="2978">
                  <c:v>76.884697000000003</c:v>
                </c:pt>
                <c:pt idx="2979">
                  <c:v>77.962569999999999</c:v>
                </c:pt>
                <c:pt idx="2980">
                  <c:v>78.513580000000005</c:v>
                </c:pt>
                <c:pt idx="2981">
                  <c:v>78.396102999999997</c:v>
                </c:pt>
                <c:pt idx="2982">
                  <c:v>76.757346999999996</c:v>
                </c:pt>
                <c:pt idx="2983">
                  <c:v>75.537163000000007</c:v>
                </c:pt>
                <c:pt idx="2984">
                  <c:v>74.869964999999993</c:v>
                </c:pt>
                <c:pt idx="2985">
                  <c:v>74.539214999999999</c:v>
                </c:pt>
                <c:pt idx="2986">
                  <c:v>74.390793000000002</c:v>
                </c:pt>
                <c:pt idx="2987">
                  <c:v>74.307922000000005</c:v>
                </c:pt>
                <c:pt idx="2988">
                  <c:v>74.221442999999994</c:v>
                </c:pt>
                <c:pt idx="2989">
                  <c:v>74.109795000000005</c:v>
                </c:pt>
                <c:pt idx="2990">
                  <c:v>73.972519000000005</c:v>
                </c:pt>
                <c:pt idx="2991">
                  <c:v>73.818175999999994</c:v>
                </c:pt>
                <c:pt idx="2992">
                  <c:v>73.675774000000004</c:v>
                </c:pt>
                <c:pt idx="2993">
                  <c:v>73.548598999999996</c:v>
                </c:pt>
                <c:pt idx="2994">
                  <c:v>73.438995000000006</c:v>
                </c:pt>
                <c:pt idx="2995">
                  <c:v>73.344002000000003</c:v>
                </c:pt>
                <c:pt idx="2996">
                  <c:v>73.248679999999993</c:v>
                </c:pt>
                <c:pt idx="2997">
                  <c:v>73.182747000000006</c:v>
                </c:pt>
                <c:pt idx="2998">
                  <c:v>73.139640999999997</c:v>
                </c:pt>
                <c:pt idx="2999">
                  <c:v>73.129790999999997</c:v>
                </c:pt>
                <c:pt idx="3000">
                  <c:v>73.114425999999995</c:v>
                </c:pt>
                <c:pt idx="3001">
                  <c:v>73.100868000000006</c:v>
                </c:pt>
                <c:pt idx="3002">
                  <c:v>73.093604999999997</c:v>
                </c:pt>
                <c:pt idx="3003">
                  <c:v>73.063727999999998</c:v>
                </c:pt>
                <c:pt idx="3004">
                  <c:v>73.022232000000002</c:v>
                </c:pt>
                <c:pt idx="3005">
                  <c:v>72.972358999999997</c:v>
                </c:pt>
                <c:pt idx="3006">
                  <c:v>72.912330999999995</c:v>
                </c:pt>
                <c:pt idx="3007">
                  <c:v>72.844177000000002</c:v>
                </c:pt>
                <c:pt idx="3008">
                  <c:v>72.808289000000002</c:v>
                </c:pt>
                <c:pt idx="3009">
                  <c:v>72.815910000000002</c:v>
                </c:pt>
                <c:pt idx="3010">
                  <c:v>72.864365000000006</c:v>
                </c:pt>
                <c:pt idx="3011">
                  <c:v>72.903908000000001</c:v>
                </c:pt>
                <c:pt idx="3012">
                  <c:v>72.901756000000006</c:v>
                </c:pt>
                <c:pt idx="3013">
                  <c:v>72.866591999999997</c:v>
                </c:pt>
                <c:pt idx="3014">
                  <c:v>72.854232999999994</c:v>
                </c:pt>
                <c:pt idx="3015">
                  <c:v>72.927734000000001</c:v>
                </c:pt>
                <c:pt idx="3016">
                  <c:v>73.086517000000001</c:v>
                </c:pt>
                <c:pt idx="3017">
                  <c:v>73.244133000000005</c:v>
                </c:pt>
                <c:pt idx="3018">
                  <c:v>73.363358000000005</c:v>
                </c:pt>
                <c:pt idx="3019">
                  <c:v>73.479575999999994</c:v>
                </c:pt>
                <c:pt idx="3020">
                  <c:v>73.588881999999998</c:v>
                </c:pt>
                <c:pt idx="3021">
                  <c:v>73.677322000000004</c:v>
                </c:pt>
                <c:pt idx="3022">
                  <c:v>73.747901999999996</c:v>
                </c:pt>
                <c:pt idx="3023">
                  <c:v>73.814635999999993</c:v>
                </c:pt>
                <c:pt idx="3024">
                  <c:v>73.878722999999994</c:v>
                </c:pt>
                <c:pt idx="3025">
                  <c:v>73.937163999999996</c:v>
                </c:pt>
                <c:pt idx="3026">
                  <c:v>73.974997999999999</c:v>
                </c:pt>
                <c:pt idx="3027">
                  <c:v>73.993308999999996</c:v>
                </c:pt>
                <c:pt idx="3028">
                  <c:v>73.999413000000004</c:v>
                </c:pt>
                <c:pt idx="3029">
                  <c:v>73.997032000000004</c:v>
                </c:pt>
                <c:pt idx="3030">
                  <c:v>73.988617000000005</c:v>
                </c:pt>
                <c:pt idx="3031">
                  <c:v>73.975082</c:v>
                </c:pt>
                <c:pt idx="3032">
                  <c:v>73.955237999999994</c:v>
                </c:pt>
                <c:pt idx="3033">
                  <c:v>73.933220000000006</c:v>
                </c:pt>
                <c:pt idx="3034">
                  <c:v>73.919478999999995</c:v>
                </c:pt>
                <c:pt idx="3035">
                  <c:v>73.929314000000005</c:v>
                </c:pt>
                <c:pt idx="3036">
                  <c:v>73.966697999999994</c:v>
                </c:pt>
                <c:pt idx="3037">
                  <c:v>74.043976000000001</c:v>
                </c:pt>
                <c:pt idx="3038">
                  <c:v>74.168364999999994</c:v>
                </c:pt>
                <c:pt idx="3039">
                  <c:v>74.302620000000005</c:v>
                </c:pt>
                <c:pt idx="3040">
                  <c:v>74.432411000000002</c:v>
                </c:pt>
                <c:pt idx="3041">
                  <c:v>74.531120000000001</c:v>
                </c:pt>
                <c:pt idx="3042">
                  <c:v>74.590057000000002</c:v>
                </c:pt>
                <c:pt idx="3043">
                  <c:v>74.625625999999997</c:v>
                </c:pt>
                <c:pt idx="3044">
                  <c:v>74.666167999999999</c:v>
                </c:pt>
                <c:pt idx="3045">
                  <c:v>74.731826999999996</c:v>
                </c:pt>
                <c:pt idx="3046">
                  <c:v>74.821158999999994</c:v>
                </c:pt>
                <c:pt idx="3047">
                  <c:v>74.920845</c:v>
                </c:pt>
                <c:pt idx="3048">
                  <c:v>74.982285000000005</c:v>
                </c:pt>
                <c:pt idx="3049">
                  <c:v>74.996178</c:v>
                </c:pt>
                <c:pt idx="3050">
                  <c:v>74.946860999999998</c:v>
                </c:pt>
                <c:pt idx="3051">
                  <c:v>74.842590000000001</c:v>
                </c:pt>
                <c:pt idx="3052">
                  <c:v>74.713920999999999</c:v>
                </c:pt>
                <c:pt idx="3053">
                  <c:v>74.600014000000002</c:v>
                </c:pt>
                <c:pt idx="3054">
                  <c:v>74.513221999999999</c:v>
                </c:pt>
                <c:pt idx="3055">
                  <c:v>74.447783999999999</c:v>
                </c:pt>
                <c:pt idx="3056">
                  <c:v>74.413025000000005</c:v>
                </c:pt>
                <c:pt idx="3057">
                  <c:v>74.373497</c:v>
                </c:pt>
                <c:pt idx="3058">
                  <c:v>74.370215999999999</c:v>
                </c:pt>
                <c:pt idx="3059">
                  <c:v>74.358749000000003</c:v>
                </c:pt>
                <c:pt idx="3060">
                  <c:v>74.343918000000002</c:v>
                </c:pt>
                <c:pt idx="3061">
                  <c:v>74.303566000000004</c:v>
                </c:pt>
                <c:pt idx="3062">
                  <c:v>74.212646000000007</c:v>
                </c:pt>
                <c:pt idx="3063">
                  <c:v>74.074485999999993</c:v>
                </c:pt>
                <c:pt idx="3064">
                  <c:v>73.914398000000006</c:v>
                </c:pt>
                <c:pt idx="3065">
                  <c:v>73.780906999999999</c:v>
                </c:pt>
                <c:pt idx="3066">
                  <c:v>73.679885999999996</c:v>
                </c:pt>
                <c:pt idx="3067">
                  <c:v>73.600266000000005</c:v>
                </c:pt>
                <c:pt idx="3068">
                  <c:v>73.518889999999999</c:v>
                </c:pt>
                <c:pt idx="3069">
                  <c:v>73.427299000000005</c:v>
                </c:pt>
                <c:pt idx="3070">
                  <c:v>73.343376000000006</c:v>
                </c:pt>
                <c:pt idx="3071">
                  <c:v>73.254752999999994</c:v>
                </c:pt>
                <c:pt idx="3072">
                  <c:v>73.179007999999996</c:v>
                </c:pt>
                <c:pt idx="3073">
                  <c:v>73.121291999999997</c:v>
                </c:pt>
                <c:pt idx="3074">
                  <c:v>73.079352999999998</c:v>
                </c:pt>
                <c:pt idx="3075">
                  <c:v>73.038787999999997</c:v>
                </c:pt>
                <c:pt idx="3076">
                  <c:v>72.992728999999997</c:v>
                </c:pt>
                <c:pt idx="3077">
                  <c:v>72.937691000000001</c:v>
                </c:pt>
                <c:pt idx="3078">
                  <c:v>72.876723999999996</c:v>
                </c:pt>
                <c:pt idx="3079">
                  <c:v>72.819046</c:v>
                </c:pt>
                <c:pt idx="3080">
                  <c:v>72.768051</c:v>
                </c:pt>
                <c:pt idx="3081">
                  <c:v>72.738815000000002</c:v>
                </c:pt>
                <c:pt idx="3082">
                  <c:v>72.720519999999993</c:v>
                </c:pt>
                <c:pt idx="3083">
                  <c:v>72.712524000000002</c:v>
                </c:pt>
                <c:pt idx="3084">
                  <c:v>72.708672000000007</c:v>
                </c:pt>
                <c:pt idx="3085">
                  <c:v>72.710808</c:v>
                </c:pt>
                <c:pt idx="3086">
                  <c:v>72.781715000000005</c:v>
                </c:pt>
                <c:pt idx="3087">
                  <c:v>72.825928000000005</c:v>
                </c:pt>
                <c:pt idx="3088">
                  <c:v>72.857201000000003</c:v>
                </c:pt>
                <c:pt idx="3089">
                  <c:v>72.881270999999998</c:v>
                </c:pt>
                <c:pt idx="3090">
                  <c:v>72.894371000000007</c:v>
                </c:pt>
                <c:pt idx="3091">
                  <c:v>72.888855000000007</c:v>
                </c:pt>
                <c:pt idx="3092">
                  <c:v>72.860703000000001</c:v>
                </c:pt>
                <c:pt idx="3093">
                  <c:v>72.805610999999999</c:v>
                </c:pt>
                <c:pt idx="3094">
                  <c:v>72.727233999999996</c:v>
                </c:pt>
                <c:pt idx="3095">
                  <c:v>72.648231999999993</c:v>
                </c:pt>
                <c:pt idx="3096">
                  <c:v>72.590637000000001</c:v>
                </c:pt>
                <c:pt idx="3097">
                  <c:v>72.557793000000004</c:v>
                </c:pt>
                <c:pt idx="3098">
                  <c:v>72.543198000000004</c:v>
                </c:pt>
                <c:pt idx="3099">
                  <c:v>72.532409999999999</c:v>
                </c:pt>
                <c:pt idx="3100">
                  <c:v>72.508087000000003</c:v>
                </c:pt>
                <c:pt idx="3101">
                  <c:v>72.463982000000001</c:v>
                </c:pt>
                <c:pt idx="3102">
                  <c:v>72.407737999999995</c:v>
                </c:pt>
                <c:pt idx="3103">
                  <c:v>72.351378999999994</c:v>
                </c:pt>
                <c:pt idx="3104">
                  <c:v>72.301422000000002</c:v>
                </c:pt>
                <c:pt idx="3105">
                  <c:v>72.252944999999997</c:v>
                </c:pt>
                <c:pt idx="3106">
                  <c:v>72.210350000000005</c:v>
                </c:pt>
                <c:pt idx="3107">
                  <c:v>72.171074000000004</c:v>
                </c:pt>
                <c:pt idx="3108">
                  <c:v>72.133201999999997</c:v>
                </c:pt>
                <c:pt idx="3109">
                  <c:v>72.093261999999996</c:v>
                </c:pt>
                <c:pt idx="3110">
                  <c:v>72.051429999999996</c:v>
                </c:pt>
                <c:pt idx="3111">
                  <c:v>72.011604000000005</c:v>
                </c:pt>
                <c:pt idx="3112">
                  <c:v>71.981421999999995</c:v>
                </c:pt>
                <c:pt idx="3113">
                  <c:v>71.963172999999998</c:v>
                </c:pt>
                <c:pt idx="3114">
                  <c:v>71.956512000000004</c:v>
                </c:pt>
                <c:pt idx="3115">
                  <c:v>71.960220000000007</c:v>
                </c:pt>
                <c:pt idx="3116">
                  <c:v>71.970618999999999</c:v>
                </c:pt>
                <c:pt idx="3117">
                  <c:v>71.992699000000002</c:v>
                </c:pt>
                <c:pt idx="3118">
                  <c:v>72.029578999999998</c:v>
                </c:pt>
                <c:pt idx="3119">
                  <c:v>72.078475999999995</c:v>
                </c:pt>
                <c:pt idx="3120">
                  <c:v>72.143456</c:v>
                </c:pt>
                <c:pt idx="3121">
                  <c:v>72.221474000000001</c:v>
                </c:pt>
                <c:pt idx="3122">
                  <c:v>72.313209999999998</c:v>
                </c:pt>
                <c:pt idx="3123">
                  <c:v>72.416145</c:v>
                </c:pt>
                <c:pt idx="3124">
                  <c:v>72.524047999999993</c:v>
                </c:pt>
                <c:pt idx="3125">
                  <c:v>72.635627999999997</c:v>
                </c:pt>
                <c:pt idx="3126">
                  <c:v>72.748726000000005</c:v>
                </c:pt>
                <c:pt idx="3127">
                  <c:v>72.866225999999997</c:v>
                </c:pt>
                <c:pt idx="3128">
                  <c:v>72.992683</c:v>
                </c:pt>
                <c:pt idx="3129">
                  <c:v>73.127617000000001</c:v>
                </c:pt>
                <c:pt idx="3130">
                  <c:v>73.230559999999997</c:v>
                </c:pt>
                <c:pt idx="3131">
                  <c:v>73.259108999999995</c:v>
                </c:pt>
                <c:pt idx="3132">
                  <c:v>73.208160000000007</c:v>
                </c:pt>
                <c:pt idx="3133">
                  <c:v>73.089744999999994</c:v>
                </c:pt>
                <c:pt idx="3134">
                  <c:v>72.992660999999998</c:v>
                </c:pt>
                <c:pt idx="3135">
                  <c:v>72.899199999999993</c:v>
                </c:pt>
                <c:pt idx="3136">
                  <c:v>72.808257999999995</c:v>
                </c:pt>
                <c:pt idx="3137">
                  <c:v>72.739540000000005</c:v>
                </c:pt>
                <c:pt idx="3138">
                  <c:v>72.678901999999994</c:v>
                </c:pt>
                <c:pt idx="3139">
                  <c:v>72.626311999999999</c:v>
                </c:pt>
                <c:pt idx="3140">
                  <c:v>72.595466999999999</c:v>
                </c:pt>
                <c:pt idx="3141">
                  <c:v>72.590316999999999</c:v>
                </c:pt>
                <c:pt idx="3142">
                  <c:v>72.606955999999997</c:v>
                </c:pt>
                <c:pt idx="3143">
                  <c:v>72.628647000000001</c:v>
                </c:pt>
                <c:pt idx="3144">
                  <c:v>72.634963999999997</c:v>
                </c:pt>
                <c:pt idx="3145">
                  <c:v>72.585151999999994</c:v>
                </c:pt>
                <c:pt idx="3146">
                  <c:v>72.462699999999998</c:v>
                </c:pt>
                <c:pt idx="3147">
                  <c:v>72.342819000000006</c:v>
                </c:pt>
                <c:pt idx="3148">
                  <c:v>72.254547000000002</c:v>
                </c:pt>
                <c:pt idx="3149">
                  <c:v>72.171242000000007</c:v>
                </c:pt>
                <c:pt idx="3150">
                  <c:v>72.091712999999999</c:v>
                </c:pt>
                <c:pt idx="3151">
                  <c:v>72.037277000000003</c:v>
                </c:pt>
                <c:pt idx="3152">
                  <c:v>72.004317999999998</c:v>
                </c:pt>
                <c:pt idx="3153">
                  <c:v>72.001793000000006</c:v>
                </c:pt>
                <c:pt idx="3154">
                  <c:v>72.019233999999997</c:v>
                </c:pt>
                <c:pt idx="3155">
                  <c:v>72.012917000000002</c:v>
                </c:pt>
                <c:pt idx="3156">
                  <c:v>71.947722999999996</c:v>
                </c:pt>
                <c:pt idx="3157">
                  <c:v>71.849723999999995</c:v>
                </c:pt>
                <c:pt idx="3158">
                  <c:v>71.767608999999993</c:v>
                </c:pt>
                <c:pt idx="3159">
                  <c:v>71.741919999999993</c:v>
                </c:pt>
                <c:pt idx="3160">
                  <c:v>71.729065000000006</c:v>
                </c:pt>
                <c:pt idx="3161">
                  <c:v>71.691246000000007</c:v>
                </c:pt>
                <c:pt idx="3162">
                  <c:v>71.635788000000005</c:v>
                </c:pt>
                <c:pt idx="3163">
                  <c:v>71.581795</c:v>
                </c:pt>
                <c:pt idx="3164">
                  <c:v>71.501846</c:v>
                </c:pt>
                <c:pt idx="3165">
                  <c:v>71.340819999999994</c:v>
                </c:pt>
                <c:pt idx="3166">
                  <c:v>71.100646999999995</c:v>
                </c:pt>
                <c:pt idx="3167">
                  <c:v>70.765868999999995</c:v>
                </c:pt>
                <c:pt idx="3168">
                  <c:v>70.334418999999997</c:v>
                </c:pt>
                <c:pt idx="3169">
                  <c:v>69.845146</c:v>
                </c:pt>
                <c:pt idx="3170">
                  <c:v>69.489563000000004</c:v>
                </c:pt>
                <c:pt idx="3171">
                  <c:v>69.252746999999999</c:v>
                </c:pt>
                <c:pt idx="3172">
                  <c:v>69.161895999999999</c:v>
                </c:pt>
                <c:pt idx="3173">
                  <c:v>69.261741999999998</c:v>
                </c:pt>
                <c:pt idx="3174">
                  <c:v>69.515938000000006</c:v>
                </c:pt>
                <c:pt idx="3175">
                  <c:v>69.888762999999997</c:v>
                </c:pt>
                <c:pt idx="3176">
                  <c:v>70.296325999999993</c:v>
                </c:pt>
                <c:pt idx="3177">
                  <c:v>70.479743999999997</c:v>
                </c:pt>
                <c:pt idx="3178">
                  <c:v>70.490516999999997</c:v>
                </c:pt>
                <c:pt idx="3179">
                  <c:v>70.372649999999993</c:v>
                </c:pt>
                <c:pt idx="3180">
                  <c:v>70.238410999999999</c:v>
                </c:pt>
                <c:pt idx="3181">
                  <c:v>70.098404000000002</c:v>
                </c:pt>
                <c:pt idx="3182">
                  <c:v>69.986739999999998</c:v>
                </c:pt>
                <c:pt idx="3183">
                  <c:v>69.885581999999999</c:v>
                </c:pt>
                <c:pt idx="3184">
                  <c:v>69.796852000000001</c:v>
                </c:pt>
                <c:pt idx="3185">
                  <c:v>69.741112000000001</c:v>
                </c:pt>
                <c:pt idx="3186">
                  <c:v>69.576537999999999</c:v>
                </c:pt>
                <c:pt idx="3187">
                  <c:v>69.316727</c:v>
                </c:pt>
                <c:pt idx="3188">
                  <c:v>68.960853999999998</c:v>
                </c:pt>
                <c:pt idx="3189">
                  <c:v>68.621155000000002</c:v>
                </c:pt>
                <c:pt idx="3190">
                  <c:v>68.396514999999994</c:v>
                </c:pt>
                <c:pt idx="3191">
                  <c:v>68.420531999999994</c:v>
                </c:pt>
                <c:pt idx="3192">
                  <c:v>68.739188999999996</c:v>
                </c:pt>
                <c:pt idx="3193">
                  <c:v>69.120789000000002</c:v>
                </c:pt>
                <c:pt idx="3194">
                  <c:v>69.505652999999995</c:v>
                </c:pt>
                <c:pt idx="3195">
                  <c:v>69.886786999999998</c:v>
                </c:pt>
                <c:pt idx="3196">
                  <c:v>70.212020999999993</c:v>
                </c:pt>
                <c:pt idx="3197">
                  <c:v>70.423278999999994</c:v>
                </c:pt>
                <c:pt idx="3198">
                  <c:v>70.562781999999999</c:v>
                </c:pt>
                <c:pt idx="3199">
                  <c:v>70.616219000000001</c:v>
                </c:pt>
                <c:pt idx="3200">
                  <c:v>70.588813999999999</c:v>
                </c:pt>
                <c:pt idx="3201">
                  <c:v>70.540076999999997</c:v>
                </c:pt>
                <c:pt idx="3202">
                  <c:v>70.502257999999998</c:v>
                </c:pt>
                <c:pt idx="3203">
                  <c:v>70.459641000000005</c:v>
                </c:pt>
                <c:pt idx="3204">
                  <c:v>70.392944</c:v>
                </c:pt>
                <c:pt idx="3205">
                  <c:v>70.351273000000006</c:v>
                </c:pt>
                <c:pt idx="3206">
                  <c:v>70.364554999999996</c:v>
                </c:pt>
                <c:pt idx="3207">
                  <c:v>70.396759000000003</c:v>
                </c:pt>
                <c:pt idx="3208">
                  <c:v>70.456565999999995</c:v>
                </c:pt>
                <c:pt idx="3209">
                  <c:v>70.509590000000003</c:v>
                </c:pt>
                <c:pt idx="3210">
                  <c:v>70.598716999999994</c:v>
                </c:pt>
                <c:pt idx="3211">
                  <c:v>70.583740000000006</c:v>
                </c:pt>
                <c:pt idx="3212">
                  <c:v>70.508537000000004</c:v>
                </c:pt>
                <c:pt idx="3213">
                  <c:v>70.296188000000001</c:v>
                </c:pt>
                <c:pt idx="3214">
                  <c:v>69.934578000000002</c:v>
                </c:pt>
                <c:pt idx="3215">
                  <c:v>69.396750999999995</c:v>
                </c:pt>
                <c:pt idx="3216">
                  <c:v>68.716567999999995</c:v>
                </c:pt>
                <c:pt idx="3217">
                  <c:v>68.050811999999993</c:v>
                </c:pt>
                <c:pt idx="3218">
                  <c:v>67.505225999999993</c:v>
                </c:pt>
                <c:pt idx="3219">
                  <c:v>67.091025999999999</c:v>
                </c:pt>
                <c:pt idx="3220">
                  <c:v>66.785201999999998</c:v>
                </c:pt>
                <c:pt idx="3221">
                  <c:v>66.667015000000006</c:v>
                </c:pt>
                <c:pt idx="3222">
                  <c:v>66.643790999999993</c:v>
                </c:pt>
                <c:pt idx="3223">
                  <c:v>66.601310999999995</c:v>
                </c:pt>
                <c:pt idx="3224">
                  <c:v>66.566788000000003</c:v>
                </c:pt>
                <c:pt idx="3225">
                  <c:v>66.541656000000003</c:v>
                </c:pt>
                <c:pt idx="3226">
                  <c:v>66.535094999999998</c:v>
                </c:pt>
                <c:pt idx="3227">
                  <c:v>66.540656999999996</c:v>
                </c:pt>
                <c:pt idx="3228">
                  <c:v>66.558800000000005</c:v>
                </c:pt>
                <c:pt idx="3229">
                  <c:v>66.587813999999995</c:v>
                </c:pt>
                <c:pt idx="3230">
                  <c:v>66.622269000000003</c:v>
                </c:pt>
                <c:pt idx="3231">
                  <c:v>66.656981999999999</c:v>
                </c:pt>
                <c:pt idx="3232">
                  <c:v>66.706908999999996</c:v>
                </c:pt>
                <c:pt idx="3233">
                  <c:v>66.915924000000004</c:v>
                </c:pt>
                <c:pt idx="3234">
                  <c:v>67.098197999999996</c:v>
                </c:pt>
                <c:pt idx="3235">
                  <c:v>67.325653000000003</c:v>
                </c:pt>
                <c:pt idx="3236">
                  <c:v>67.623024000000001</c:v>
                </c:pt>
                <c:pt idx="3237">
                  <c:v>67.950057999999999</c:v>
                </c:pt>
                <c:pt idx="3238">
                  <c:v>68.319946000000002</c:v>
                </c:pt>
                <c:pt idx="3239">
                  <c:v>68.534278999999998</c:v>
                </c:pt>
                <c:pt idx="3240">
                  <c:v>68.652748000000003</c:v>
                </c:pt>
                <c:pt idx="3241">
                  <c:v>68.74221</c:v>
                </c:pt>
                <c:pt idx="3242">
                  <c:v>68.860427999999999</c:v>
                </c:pt>
                <c:pt idx="3243">
                  <c:v>69.003417999999996</c:v>
                </c:pt>
                <c:pt idx="3244">
                  <c:v>69.130058000000005</c:v>
                </c:pt>
                <c:pt idx="3245">
                  <c:v>69.243583999999998</c:v>
                </c:pt>
                <c:pt idx="3246">
                  <c:v>69.345427999999998</c:v>
                </c:pt>
                <c:pt idx="3247">
                  <c:v>69.423935</c:v>
                </c:pt>
                <c:pt idx="3248">
                  <c:v>69.501761999999999</c:v>
                </c:pt>
                <c:pt idx="3249">
                  <c:v>69.573761000000005</c:v>
                </c:pt>
                <c:pt idx="3250">
                  <c:v>69.635718999999995</c:v>
                </c:pt>
                <c:pt idx="3251">
                  <c:v>69.662163000000007</c:v>
                </c:pt>
                <c:pt idx="3252">
                  <c:v>69.637230000000002</c:v>
                </c:pt>
                <c:pt idx="3253">
                  <c:v>69.567229999999995</c:v>
                </c:pt>
                <c:pt idx="3254">
                  <c:v>69.480712999999994</c:v>
                </c:pt>
                <c:pt idx="3255">
                  <c:v>69.412261999999998</c:v>
                </c:pt>
                <c:pt idx="3256">
                  <c:v>69.370399000000006</c:v>
                </c:pt>
                <c:pt idx="3257">
                  <c:v>69.362679</c:v>
                </c:pt>
                <c:pt idx="3258">
                  <c:v>69.402107000000001</c:v>
                </c:pt>
                <c:pt idx="3259">
                  <c:v>69.477279999999993</c:v>
                </c:pt>
                <c:pt idx="3260">
                  <c:v>69.576522999999995</c:v>
                </c:pt>
                <c:pt idx="3261">
                  <c:v>69.663146999999995</c:v>
                </c:pt>
                <c:pt idx="3262">
                  <c:v>69.740486000000004</c:v>
                </c:pt>
                <c:pt idx="3263">
                  <c:v>69.812163999999996</c:v>
                </c:pt>
                <c:pt idx="3264">
                  <c:v>69.876548999999997</c:v>
                </c:pt>
                <c:pt idx="3265">
                  <c:v>69.935554999999994</c:v>
                </c:pt>
                <c:pt idx="3266">
                  <c:v>69.982192999999995</c:v>
                </c:pt>
                <c:pt idx="3267">
                  <c:v>70.019835999999998</c:v>
                </c:pt>
                <c:pt idx="3268">
                  <c:v>70.055419999999998</c:v>
                </c:pt>
                <c:pt idx="3269">
                  <c:v>70.098327999999995</c:v>
                </c:pt>
                <c:pt idx="3270">
                  <c:v>70.118567999999996</c:v>
                </c:pt>
                <c:pt idx="3271">
                  <c:v>70.086860999999999</c:v>
                </c:pt>
                <c:pt idx="3272">
                  <c:v>70.002014000000003</c:v>
                </c:pt>
                <c:pt idx="3273">
                  <c:v>69.899231</c:v>
                </c:pt>
                <c:pt idx="3274">
                  <c:v>69.818695000000005</c:v>
                </c:pt>
                <c:pt idx="3275">
                  <c:v>69.774139000000005</c:v>
                </c:pt>
                <c:pt idx="3276">
                  <c:v>69.798278999999994</c:v>
                </c:pt>
                <c:pt idx="3277">
                  <c:v>69.841476</c:v>
                </c:pt>
                <c:pt idx="3278">
                  <c:v>69.806067999999996</c:v>
                </c:pt>
                <c:pt idx="3279">
                  <c:v>69.709052999999997</c:v>
                </c:pt>
                <c:pt idx="3280">
                  <c:v>69.573104999999998</c:v>
                </c:pt>
                <c:pt idx="3281">
                  <c:v>69.534897000000001</c:v>
                </c:pt>
                <c:pt idx="3282">
                  <c:v>69.514961</c:v>
                </c:pt>
                <c:pt idx="3283">
                  <c:v>69.459709000000004</c:v>
                </c:pt>
                <c:pt idx="3284">
                  <c:v>69.385185000000007</c:v>
                </c:pt>
                <c:pt idx="3285">
                  <c:v>69.289139000000006</c:v>
                </c:pt>
                <c:pt idx="3286">
                  <c:v>69.143683999999993</c:v>
                </c:pt>
                <c:pt idx="3287">
                  <c:v>68.934562999999997</c:v>
                </c:pt>
                <c:pt idx="3288">
                  <c:v>68.612151999999995</c:v>
                </c:pt>
                <c:pt idx="3289">
                  <c:v>68.148094</c:v>
                </c:pt>
                <c:pt idx="3290">
                  <c:v>67.642830000000004</c:v>
                </c:pt>
                <c:pt idx="3291">
                  <c:v>67.101890999999995</c:v>
                </c:pt>
                <c:pt idx="3292">
                  <c:v>66.803962999999996</c:v>
                </c:pt>
                <c:pt idx="3293">
                  <c:v>66.692031999999998</c:v>
                </c:pt>
                <c:pt idx="3294">
                  <c:v>66.669319000000002</c:v>
                </c:pt>
                <c:pt idx="3295">
                  <c:v>66.666634000000002</c:v>
                </c:pt>
                <c:pt idx="3296">
                  <c:v>66.674644000000001</c:v>
                </c:pt>
                <c:pt idx="3297">
                  <c:v>66.685455000000005</c:v>
                </c:pt>
                <c:pt idx="3298">
                  <c:v>66.700089000000006</c:v>
                </c:pt>
                <c:pt idx="3299">
                  <c:v>66.701294000000004</c:v>
                </c:pt>
                <c:pt idx="3300">
                  <c:v>66.706695999999994</c:v>
                </c:pt>
                <c:pt idx="3301">
                  <c:v>66.723099000000005</c:v>
                </c:pt>
                <c:pt idx="3302">
                  <c:v>66.668342999999993</c:v>
                </c:pt>
                <c:pt idx="3303">
                  <c:v>66.625572000000005</c:v>
                </c:pt>
                <c:pt idx="3304">
                  <c:v>66.586905999999999</c:v>
                </c:pt>
                <c:pt idx="3305">
                  <c:v>66.538719</c:v>
                </c:pt>
                <c:pt idx="3306">
                  <c:v>66.493606999999997</c:v>
                </c:pt>
                <c:pt idx="3307">
                  <c:v>66.462029000000001</c:v>
                </c:pt>
                <c:pt idx="3308">
                  <c:v>66.416404999999997</c:v>
                </c:pt>
                <c:pt idx="3309">
                  <c:v>66.347260000000006</c:v>
                </c:pt>
                <c:pt idx="3310">
                  <c:v>66.257103000000001</c:v>
                </c:pt>
                <c:pt idx="3311">
                  <c:v>66.174103000000002</c:v>
                </c:pt>
                <c:pt idx="3312">
                  <c:v>66.118767000000005</c:v>
                </c:pt>
                <c:pt idx="3313">
                  <c:v>66.109961999999996</c:v>
                </c:pt>
                <c:pt idx="3314">
                  <c:v>66.125022999999999</c:v>
                </c:pt>
                <c:pt idx="3315">
                  <c:v>66.169998000000007</c:v>
                </c:pt>
                <c:pt idx="3316">
                  <c:v>66.230689999999996</c:v>
                </c:pt>
                <c:pt idx="3317">
                  <c:v>66.298805000000002</c:v>
                </c:pt>
                <c:pt idx="3318">
                  <c:v>66.358749000000003</c:v>
                </c:pt>
                <c:pt idx="3319">
                  <c:v>66.397498999999996</c:v>
                </c:pt>
                <c:pt idx="3320">
                  <c:v>66.418128999999993</c:v>
                </c:pt>
                <c:pt idx="3321">
                  <c:v>66.413086000000007</c:v>
                </c:pt>
                <c:pt idx="3322">
                  <c:v>66.397919000000002</c:v>
                </c:pt>
                <c:pt idx="3323">
                  <c:v>66.381057999999996</c:v>
                </c:pt>
                <c:pt idx="3324">
                  <c:v>66.378494000000003</c:v>
                </c:pt>
                <c:pt idx="3325">
                  <c:v>66.387718000000007</c:v>
                </c:pt>
                <c:pt idx="3326">
                  <c:v>66.398871999999997</c:v>
                </c:pt>
                <c:pt idx="3327">
                  <c:v>66.414901999999998</c:v>
                </c:pt>
                <c:pt idx="3328">
                  <c:v>66.430481</c:v>
                </c:pt>
                <c:pt idx="3329">
                  <c:v>66.436606999999995</c:v>
                </c:pt>
                <c:pt idx="3330">
                  <c:v>66.439628999999996</c:v>
                </c:pt>
                <c:pt idx="3331">
                  <c:v>66.439757999999998</c:v>
                </c:pt>
                <c:pt idx="3332">
                  <c:v>66.450835999999995</c:v>
                </c:pt>
                <c:pt idx="3333">
                  <c:v>66.447051999999999</c:v>
                </c:pt>
                <c:pt idx="3334">
                  <c:v>66.451424000000003</c:v>
                </c:pt>
                <c:pt idx="3335">
                  <c:v>66.446753999999999</c:v>
                </c:pt>
                <c:pt idx="3336">
                  <c:v>66.438582999999994</c:v>
                </c:pt>
                <c:pt idx="3337">
                  <c:v>66.431022999999996</c:v>
                </c:pt>
                <c:pt idx="3338">
                  <c:v>66.434310999999994</c:v>
                </c:pt>
                <c:pt idx="3339">
                  <c:v>66.421677000000003</c:v>
                </c:pt>
                <c:pt idx="3340">
                  <c:v>66.404007000000007</c:v>
                </c:pt>
                <c:pt idx="3341">
                  <c:v>66.382683</c:v>
                </c:pt>
                <c:pt idx="3342">
                  <c:v>66.385109</c:v>
                </c:pt>
                <c:pt idx="3343">
                  <c:v>66.347504000000001</c:v>
                </c:pt>
                <c:pt idx="3344">
                  <c:v>66.309425000000005</c:v>
                </c:pt>
                <c:pt idx="3345">
                  <c:v>66.270882</c:v>
                </c:pt>
                <c:pt idx="3346">
                  <c:v>66.249733000000006</c:v>
                </c:pt>
                <c:pt idx="3347">
                  <c:v>66.237465</c:v>
                </c:pt>
                <c:pt idx="3348">
                  <c:v>66.235588000000007</c:v>
                </c:pt>
                <c:pt idx="3349">
                  <c:v>66.248405000000005</c:v>
                </c:pt>
                <c:pt idx="3350">
                  <c:v>66.251418999999999</c:v>
                </c:pt>
                <c:pt idx="3351">
                  <c:v>66.265586999999996</c:v>
                </c:pt>
                <c:pt idx="3352">
                  <c:v>66.264022999999995</c:v>
                </c:pt>
                <c:pt idx="3353">
                  <c:v>66.248504999999994</c:v>
                </c:pt>
                <c:pt idx="3354">
                  <c:v>66.232330000000005</c:v>
                </c:pt>
                <c:pt idx="3355">
                  <c:v>66.252540999999994</c:v>
                </c:pt>
                <c:pt idx="3356">
                  <c:v>66.288689000000005</c:v>
                </c:pt>
                <c:pt idx="3357">
                  <c:v>66.311661000000001</c:v>
                </c:pt>
                <c:pt idx="3358">
                  <c:v>66.303741000000002</c:v>
                </c:pt>
                <c:pt idx="3359">
                  <c:v>66.300658999999996</c:v>
                </c:pt>
                <c:pt idx="3360">
                  <c:v>66.315331</c:v>
                </c:pt>
                <c:pt idx="3361">
                  <c:v>66.297545999999997</c:v>
                </c:pt>
                <c:pt idx="3362">
                  <c:v>66.286086999999995</c:v>
                </c:pt>
                <c:pt idx="3363">
                  <c:v>66.296951000000007</c:v>
                </c:pt>
                <c:pt idx="3364">
                  <c:v>66.318047000000007</c:v>
                </c:pt>
                <c:pt idx="3365">
                  <c:v>66.347153000000006</c:v>
                </c:pt>
                <c:pt idx="3366">
                  <c:v>66.351035999999993</c:v>
                </c:pt>
                <c:pt idx="3367">
                  <c:v>66.340767</c:v>
                </c:pt>
                <c:pt idx="3368">
                  <c:v>66.351685000000003</c:v>
                </c:pt>
                <c:pt idx="3369">
                  <c:v>66.355270000000004</c:v>
                </c:pt>
                <c:pt idx="3370">
                  <c:v>66.343879999999999</c:v>
                </c:pt>
                <c:pt idx="3371">
                  <c:v>66.321799999999996</c:v>
                </c:pt>
                <c:pt idx="3372">
                  <c:v>66.304291000000006</c:v>
                </c:pt>
                <c:pt idx="3373">
                  <c:v>66.289871000000005</c:v>
                </c:pt>
                <c:pt idx="3374">
                  <c:v>66.280060000000006</c:v>
                </c:pt>
                <c:pt idx="3375">
                  <c:v>66.255950999999996</c:v>
                </c:pt>
                <c:pt idx="3376">
                  <c:v>66.277289999999994</c:v>
                </c:pt>
                <c:pt idx="3377">
                  <c:v>66.279358000000002</c:v>
                </c:pt>
                <c:pt idx="3378">
                  <c:v>66.272598000000002</c:v>
                </c:pt>
                <c:pt idx="3379">
                  <c:v>66.270957999999993</c:v>
                </c:pt>
                <c:pt idx="3380">
                  <c:v>66.306479999999993</c:v>
                </c:pt>
                <c:pt idx="3381">
                  <c:v>66.313453999999993</c:v>
                </c:pt>
                <c:pt idx="3382">
                  <c:v>66.330642999999995</c:v>
                </c:pt>
                <c:pt idx="3383">
                  <c:v>66.349914999999996</c:v>
                </c:pt>
                <c:pt idx="3384">
                  <c:v>66.386909000000003</c:v>
                </c:pt>
                <c:pt idx="3385">
                  <c:v>66.396827999999999</c:v>
                </c:pt>
                <c:pt idx="3386">
                  <c:v>66.384749999999997</c:v>
                </c:pt>
                <c:pt idx="3387">
                  <c:v>66.359702999999996</c:v>
                </c:pt>
                <c:pt idx="3388">
                  <c:v>66.365836999999999</c:v>
                </c:pt>
                <c:pt idx="3389">
                  <c:v>66.368401000000006</c:v>
                </c:pt>
                <c:pt idx="3390">
                  <c:v>66.382239999999996</c:v>
                </c:pt>
                <c:pt idx="3391">
                  <c:v>66.360352000000006</c:v>
                </c:pt>
                <c:pt idx="3392">
                  <c:v>66.338493</c:v>
                </c:pt>
                <c:pt idx="3393">
                  <c:v>66.324898000000005</c:v>
                </c:pt>
                <c:pt idx="3394">
                  <c:v>66.313370000000006</c:v>
                </c:pt>
                <c:pt idx="3395">
                  <c:v>66.304146000000003</c:v>
                </c:pt>
                <c:pt idx="3396">
                  <c:v>66.297302000000002</c:v>
                </c:pt>
                <c:pt idx="3397">
                  <c:v>66.296524000000005</c:v>
                </c:pt>
                <c:pt idx="3398">
                  <c:v>66.279251000000002</c:v>
                </c:pt>
                <c:pt idx="3399">
                  <c:v>66.263824</c:v>
                </c:pt>
                <c:pt idx="3400">
                  <c:v>66.267455999999996</c:v>
                </c:pt>
                <c:pt idx="3401">
                  <c:v>66.27816</c:v>
                </c:pt>
                <c:pt idx="3402">
                  <c:v>66.290688000000003</c:v>
                </c:pt>
                <c:pt idx="3403">
                  <c:v>66.313445999999999</c:v>
                </c:pt>
                <c:pt idx="3404">
                  <c:v>66.339706000000007</c:v>
                </c:pt>
                <c:pt idx="3405">
                  <c:v>66.349968000000004</c:v>
                </c:pt>
                <c:pt idx="3406">
                  <c:v>66.351837000000003</c:v>
                </c:pt>
                <c:pt idx="3407">
                  <c:v>66.332581000000005</c:v>
                </c:pt>
                <c:pt idx="3408">
                  <c:v>66.304564999999997</c:v>
                </c:pt>
                <c:pt idx="3409">
                  <c:v>66.278480999999999</c:v>
                </c:pt>
                <c:pt idx="3410">
                  <c:v>66.260436999999996</c:v>
                </c:pt>
                <c:pt idx="3411">
                  <c:v>66.249495999999994</c:v>
                </c:pt>
                <c:pt idx="3412">
                  <c:v>66.244658999999999</c:v>
                </c:pt>
                <c:pt idx="3413">
                  <c:v>66.242203000000003</c:v>
                </c:pt>
                <c:pt idx="3414">
                  <c:v>66.241341000000006</c:v>
                </c:pt>
                <c:pt idx="3415">
                  <c:v>66.254127999999994</c:v>
                </c:pt>
                <c:pt idx="3416">
                  <c:v>66.262794</c:v>
                </c:pt>
                <c:pt idx="3417">
                  <c:v>66.271248</c:v>
                </c:pt>
                <c:pt idx="3418">
                  <c:v>66.281104999999997</c:v>
                </c:pt>
                <c:pt idx="3419">
                  <c:v>66.295958999999996</c:v>
                </c:pt>
                <c:pt idx="3420">
                  <c:v>66.300453000000005</c:v>
                </c:pt>
                <c:pt idx="3421">
                  <c:v>66.297325000000001</c:v>
                </c:pt>
                <c:pt idx="3422">
                  <c:v>66.307357999999994</c:v>
                </c:pt>
                <c:pt idx="3423">
                  <c:v>66.288139000000001</c:v>
                </c:pt>
                <c:pt idx="3424">
                  <c:v>66.268410000000003</c:v>
                </c:pt>
                <c:pt idx="3425">
                  <c:v>66.259490999999997</c:v>
                </c:pt>
                <c:pt idx="3426">
                  <c:v>66.253899000000004</c:v>
                </c:pt>
                <c:pt idx="3427">
                  <c:v>61.040131000000002</c:v>
                </c:pt>
                <c:pt idx="3428">
                  <c:v>60.900115999999997</c:v>
                </c:pt>
                <c:pt idx="3429">
                  <c:v>62.535442000000003</c:v>
                </c:pt>
                <c:pt idx="3430">
                  <c:v>63.616427999999999</c:v>
                </c:pt>
                <c:pt idx="3431">
                  <c:v>64.302398999999994</c:v>
                </c:pt>
                <c:pt idx="3432">
                  <c:v>64.687645000000003</c:v>
                </c:pt>
                <c:pt idx="3433">
                  <c:v>64.979468999999995</c:v>
                </c:pt>
                <c:pt idx="3434">
                  <c:v>65.213104000000001</c:v>
                </c:pt>
                <c:pt idx="3435">
                  <c:v>65.400749000000005</c:v>
                </c:pt>
                <c:pt idx="3436">
                  <c:v>65.549446000000003</c:v>
                </c:pt>
                <c:pt idx="3437">
                  <c:v>65.671158000000005</c:v>
                </c:pt>
                <c:pt idx="3438">
                  <c:v>65.762100000000004</c:v>
                </c:pt>
                <c:pt idx="3439">
                  <c:v>65.838081000000003</c:v>
                </c:pt>
                <c:pt idx="3440">
                  <c:v>65.895240999999999</c:v>
                </c:pt>
                <c:pt idx="3441">
                  <c:v>65.942359999999994</c:v>
                </c:pt>
                <c:pt idx="3442">
                  <c:v>65.969566</c:v>
                </c:pt>
                <c:pt idx="3443">
                  <c:v>65.982239000000007</c:v>
                </c:pt>
                <c:pt idx="3444">
                  <c:v>65.993674999999996</c:v>
                </c:pt>
                <c:pt idx="3445">
                  <c:v>66.015251000000006</c:v>
                </c:pt>
                <c:pt idx="3446">
                  <c:v>66.031768999999997</c:v>
                </c:pt>
                <c:pt idx="3447">
                  <c:v>66.029915000000003</c:v>
                </c:pt>
                <c:pt idx="3448">
                  <c:v>66.044037000000003</c:v>
                </c:pt>
                <c:pt idx="3449">
                  <c:v>66.060531999999995</c:v>
                </c:pt>
                <c:pt idx="3450">
                  <c:v>66.063286000000005</c:v>
                </c:pt>
                <c:pt idx="3451">
                  <c:v>66.070030000000003</c:v>
                </c:pt>
                <c:pt idx="3452">
                  <c:v>66.096703000000005</c:v>
                </c:pt>
                <c:pt idx="3453">
                  <c:v>66.139374000000004</c:v>
                </c:pt>
                <c:pt idx="3454">
                  <c:v>66.169455999999997</c:v>
                </c:pt>
                <c:pt idx="3455">
                  <c:v>66.188118000000003</c:v>
                </c:pt>
                <c:pt idx="3456">
                  <c:v>66.191879</c:v>
                </c:pt>
                <c:pt idx="3457">
                  <c:v>66.183205000000001</c:v>
                </c:pt>
                <c:pt idx="3458">
                  <c:v>66.166138000000004</c:v>
                </c:pt>
                <c:pt idx="3459">
                  <c:v>66.143546999999998</c:v>
                </c:pt>
                <c:pt idx="3460">
                  <c:v>66.126114000000001</c:v>
                </c:pt>
                <c:pt idx="3461">
                  <c:v>66.115311000000005</c:v>
                </c:pt>
                <c:pt idx="3462">
                  <c:v>66.110878</c:v>
                </c:pt>
                <c:pt idx="3463">
                  <c:v>66.114563000000004</c:v>
                </c:pt>
                <c:pt idx="3464">
                  <c:v>66.131011999999998</c:v>
                </c:pt>
                <c:pt idx="3465">
                  <c:v>66.146606000000006</c:v>
                </c:pt>
                <c:pt idx="3466">
                  <c:v>66.167136999999997</c:v>
                </c:pt>
                <c:pt idx="3467">
                  <c:v>66.192229999999995</c:v>
                </c:pt>
                <c:pt idx="3468">
                  <c:v>66.216010999999995</c:v>
                </c:pt>
                <c:pt idx="3469">
                  <c:v>66.242125999999999</c:v>
                </c:pt>
                <c:pt idx="3470">
                  <c:v>66.269088999999994</c:v>
                </c:pt>
                <c:pt idx="3471">
                  <c:v>66.283760000000001</c:v>
                </c:pt>
                <c:pt idx="3472">
                  <c:v>66.291831999999999</c:v>
                </c:pt>
                <c:pt idx="3473">
                  <c:v>66.295822000000001</c:v>
                </c:pt>
                <c:pt idx="3474">
                  <c:v>66.297279000000003</c:v>
                </c:pt>
                <c:pt idx="3475">
                  <c:v>66.307464999999993</c:v>
                </c:pt>
                <c:pt idx="3476">
                  <c:v>66.301956000000004</c:v>
                </c:pt>
                <c:pt idx="3477">
                  <c:v>66.298743999999999</c:v>
                </c:pt>
                <c:pt idx="3478">
                  <c:v>66.291702000000001</c:v>
                </c:pt>
                <c:pt idx="3479">
                  <c:v>66.278914999999998</c:v>
                </c:pt>
                <c:pt idx="3480">
                  <c:v>66.265488000000005</c:v>
                </c:pt>
                <c:pt idx="3481">
                  <c:v>66.246161999999998</c:v>
                </c:pt>
                <c:pt idx="3482">
                  <c:v>66.220894000000001</c:v>
                </c:pt>
                <c:pt idx="3483">
                  <c:v>66.197661999999994</c:v>
                </c:pt>
                <c:pt idx="3484">
                  <c:v>66.172791000000004</c:v>
                </c:pt>
                <c:pt idx="3485">
                  <c:v>66.148162999999997</c:v>
                </c:pt>
                <c:pt idx="3486">
                  <c:v>66.129097000000002</c:v>
                </c:pt>
                <c:pt idx="3487">
                  <c:v>66.114052000000001</c:v>
                </c:pt>
                <c:pt idx="3488">
                  <c:v>66.112030000000004</c:v>
                </c:pt>
                <c:pt idx="3489">
                  <c:v>66.120911000000007</c:v>
                </c:pt>
                <c:pt idx="3490">
                  <c:v>66.144188</c:v>
                </c:pt>
                <c:pt idx="3491">
                  <c:v>66.166770999999997</c:v>
                </c:pt>
                <c:pt idx="3492">
                  <c:v>66.191765000000004</c:v>
                </c:pt>
                <c:pt idx="3493">
                  <c:v>66.216651999999996</c:v>
                </c:pt>
                <c:pt idx="3494">
                  <c:v>66.222198000000006</c:v>
                </c:pt>
                <c:pt idx="3495">
                  <c:v>66.215027000000006</c:v>
                </c:pt>
                <c:pt idx="3496">
                  <c:v>66.200737000000004</c:v>
                </c:pt>
                <c:pt idx="3497">
                  <c:v>66.188621999999995</c:v>
                </c:pt>
                <c:pt idx="3498">
                  <c:v>66.178901999999994</c:v>
                </c:pt>
                <c:pt idx="3499">
                  <c:v>66.166877999999997</c:v>
                </c:pt>
                <c:pt idx="3500">
                  <c:v>66.154831000000001</c:v>
                </c:pt>
                <c:pt idx="3501">
                  <c:v>66.141311999999999</c:v>
                </c:pt>
                <c:pt idx="3502">
                  <c:v>66.133812000000006</c:v>
                </c:pt>
                <c:pt idx="3503">
                  <c:v>66.125304999999997</c:v>
                </c:pt>
                <c:pt idx="3504">
                  <c:v>66.122871000000004</c:v>
                </c:pt>
                <c:pt idx="3505">
                  <c:v>66.119040999999996</c:v>
                </c:pt>
                <c:pt idx="3506">
                  <c:v>66.123931999999996</c:v>
                </c:pt>
                <c:pt idx="3507">
                  <c:v>66.129081999999997</c:v>
                </c:pt>
                <c:pt idx="3508">
                  <c:v>66.133148000000006</c:v>
                </c:pt>
                <c:pt idx="3509">
                  <c:v>66.136168999999995</c:v>
                </c:pt>
                <c:pt idx="3510">
                  <c:v>66.138084000000006</c:v>
                </c:pt>
                <c:pt idx="3511">
                  <c:v>66.135918000000004</c:v>
                </c:pt>
                <c:pt idx="3512">
                  <c:v>66.138000000000005</c:v>
                </c:pt>
                <c:pt idx="3513">
                  <c:v>66.137276</c:v>
                </c:pt>
                <c:pt idx="3514">
                  <c:v>66.134827000000001</c:v>
                </c:pt>
                <c:pt idx="3515">
                  <c:v>66.136345000000006</c:v>
                </c:pt>
                <c:pt idx="3516">
                  <c:v>66.145690999999999</c:v>
                </c:pt>
                <c:pt idx="3517">
                  <c:v>66.161499000000006</c:v>
                </c:pt>
                <c:pt idx="3518">
                  <c:v>66.178032000000002</c:v>
                </c:pt>
                <c:pt idx="3519">
                  <c:v>66.193565000000007</c:v>
                </c:pt>
                <c:pt idx="3520">
                  <c:v>66.208816999999996</c:v>
                </c:pt>
                <c:pt idx="3521">
                  <c:v>66.235106999999999</c:v>
                </c:pt>
                <c:pt idx="3522">
                  <c:v>66.259247000000002</c:v>
                </c:pt>
                <c:pt idx="3523">
                  <c:v>66.274849000000003</c:v>
                </c:pt>
                <c:pt idx="3524">
                  <c:v>66.278640999999993</c:v>
                </c:pt>
                <c:pt idx="3525">
                  <c:v>66.274437000000006</c:v>
                </c:pt>
                <c:pt idx="3526">
                  <c:v>66.269813999999997</c:v>
                </c:pt>
                <c:pt idx="3527">
                  <c:v>66.262253000000001</c:v>
                </c:pt>
                <c:pt idx="3528">
                  <c:v>66.250068999999996</c:v>
                </c:pt>
                <c:pt idx="3529">
                  <c:v>66.240607999999995</c:v>
                </c:pt>
                <c:pt idx="3530">
                  <c:v>66.227065999999994</c:v>
                </c:pt>
                <c:pt idx="3531">
                  <c:v>66.212920999999994</c:v>
                </c:pt>
                <c:pt idx="3532">
                  <c:v>66.189010999999994</c:v>
                </c:pt>
                <c:pt idx="3533">
                  <c:v>66.181549000000004</c:v>
                </c:pt>
                <c:pt idx="3534">
                  <c:v>66.179123000000004</c:v>
                </c:pt>
                <c:pt idx="3535">
                  <c:v>66.186920000000001</c:v>
                </c:pt>
                <c:pt idx="3536">
                  <c:v>66.194350999999997</c:v>
                </c:pt>
                <c:pt idx="3537">
                  <c:v>66.198241999999993</c:v>
                </c:pt>
                <c:pt idx="3538">
                  <c:v>66.203093999999993</c:v>
                </c:pt>
                <c:pt idx="3539">
                  <c:v>66.187873999999994</c:v>
                </c:pt>
                <c:pt idx="3540">
                  <c:v>66.169121000000004</c:v>
                </c:pt>
                <c:pt idx="3541">
                  <c:v>66.150986000000003</c:v>
                </c:pt>
                <c:pt idx="3542">
                  <c:v>66.137741000000005</c:v>
                </c:pt>
                <c:pt idx="3543">
                  <c:v>66.132675000000006</c:v>
                </c:pt>
                <c:pt idx="3544">
                  <c:v>66.131714000000002</c:v>
                </c:pt>
                <c:pt idx="3545">
                  <c:v>66.137298999999999</c:v>
                </c:pt>
                <c:pt idx="3546">
                  <c:v>66.138915999999995</c:v>
                </c:pt>
                <c:pt idx="3547">
                  <c:v>66.142227000000005</c:v>
                </c:pt>
                <c:pt idx="3548">
                  <c:v>66.148262000000003</c:v>
                </c:pt>
                <c:pt idx="3549">
                  <c:v>66.154251000000002</c:v>
                </c:pt>
                <c:pt idx="3550">
                  <c:v>66.162216000000001</c:v>
                </c:pt>
                <c:pt idx="3551">
                  <c:v>66.171028000000007</c:v>
                </c:pt>
                <c:pt idx="3552">
                  <c:v>66.178534999999997</c:v>
                </c:pt>
                <c:pt idx="3553">
                  <c:v>66.185874999999996</c:v>
                </c:pt>
                <c:pt idx="3554">
                  <c:v>66.189728000000002</c:v>
                </c:pt>
                <c:pt idx="3555">
                  <c:v>66.191315000000003</c:v>
                </c:pt>
                <c:pt idx="3556">
                  <c:v>66.188179000000005</c:v>
                </c:pt>
                <c:pt idx="3557">
                  <c:v>66.180205999999998</c:v>
                </c:pt>
                <c:pt idx="3558">
                  <c:v>66.177520999999999</c:v>
                </c:pt>
                <c:pt idx="3559">
                  <c:v>66.178855999999996</c:v>
                </c:pt>
                <c:pt idx="3560">
                  <c:v>66.180176000000003</c:v>
                </c:pt>
                <c:pt idx="3561">
                  <c:v>66.183745999999999</c:v>
                </c:pt>
                <c:pt idx="3562">
                  <c:v>66.186974000000006</c:v>
                </c:pt>
                <c:pt idx="3563">
                  <c:v>66.198295999999999</c:v>
                </c:pt>
                <c:pt idx="3564">
                  <c:v>66.220275999999998</c:v>
                </c:pt>
                <c:pt idx="3565">
                  <c:v>66.251587000000001</c:v>
                </c:pt>
                <c:pt idx="3566">
                  <c:v>66.282691999999997</c:v>
                </c:pt>
                <c:pt idx="3567">
                  <c:v>66.310654</c:v>
                </c:pt>
                <c:pt idx="3568">
                  <c:v>66.330985999999996</c:v>
                </c:pt>
                <c:pt idx="3569">
                  <c:v>66.342354</c:v>
                </c:pt>
                <c:pt idx="3570">
                  <c:v>66.350623999999996</c:v>
                </c:pt>
                <c:pt idx="3571">
                  <c:v>66.357208</c:v>
                </c:pt>
                <c:pt idx="3572">
                  <c:v>66.360466000000002</c:v>
                </c:pt>
                <c:pt idx="3573">
                  <c:v>66.362564000000006</c:v>
                </c:pt>
                <c:pt idx="3574">
                  <c:v>66.363708000000003</c:v>
                </c:pt>
                <c:pt idx="3575">
                  <c:v>66.364845000000003</c:v>
                </c:pt>
                <c:pt idx="3576">
                  <c:v>66.364670000000004</c:v>
                </c:pt>
                <c:pt idx="3577">
                  <c:v>66.365654000000006</c:v>
                </c:pt>
                <c:pt idx="3578">
                  <c:v>66.364990000000006</c:v>
                </c:pt>
                <c:pt idx="3579">
                  <c:v>66.365088999999998</c:v>
                </c:pt>
                <c:pt idx="3580">
                  <c:v>66.36618</c:v>
                </c:pt>
                <c:pt idx="3581">
                  <c:v>66.36721</c:v>
                </c:pt>
                <c:pt idx="3582">
                  <c:v>66.367362999999997</c:v>
                </c:pt>
                <c:pt idx="3583">
                  <c:v>66.365600999999998</c:v>
                </c:pt>
                <c:pt idx="3584">
                  <c:v>66.366805999999997</c:v>
                </c:pt>
                <c:pt idx="3585">
                  <c:v>66.367637999999999</c:v>
                </c:pt>
                <c:pt idx="3586">
                  <c:v>66.368072999999995</c:v>
                </c:pt>
                <c:pt idx="3587">
                  <c:v>66.367439000000005</c:v>
                </c:pt>
                <c:pt idx="3588">
                  <c:v>66.369033999999999</c:v>
                </c:pt>
                <c:pt idx="3589">
                  <c:v>66.369431000000006</c:v>
                </c:pt>
                <c:pt idx="3590">
                  <c:v>66.369247000000001</c:v>
                </c:pt>
                <c:pt idx="3591">
                  <c:v>66.369513999999995</c:v>
                </c:pt>
                <c:pt idx="3592">
                  <c:v>66.368744000000007</c:v>
                </c:pt>
                <c:pt idx="3593">
                  <c:v>66.368285999999998</c:v>
                </c:pt>
                <c:pt idx="3594">
                  <c:v>66.367949999999993</c:v>
                </c:pt>
                <c:pt idx="3595">
                  <c:v>66.366257000000004</c:v>
                </c:pt>
                <c:pt idx="3596">
                  <c:v>66.365737999999993</c:v>
                </c:pt>
                <c:pt idx="3597">
                  <c:v>66.365928999999994</c:v>
                </c:pt>
                <c:pt idx="3598">
                  <c:v>66.364777000000004</c:v>
                </c:pt>
                <c:pt idx="3599">
                  <c:v>66.368781999999996</c:v>
                </c:pt>
                <c:pt idx="3600">
                  <c:v>66.370552000000004</c:v>
                </c:pt>
                <c:pt idx="3601">
                  <c:v>66.371184999999997</c:v>
                </c:pt>
                <c:pt idx="3602">
                  <c:v>66.371016999999995</c:v>
                </c:pt>
                <c:pt idx="3603">
                  <c:v>66.371932999999999</c:v>
                </c:pt>
                <c:pt idx="3604">
                  <c:v>66.370811000000003</c:v>
                </c:pt>
                <c:pt idx="3605">
                  <c:v>66.370902999999998</c:v>
                </c:pt>
                <c:pt idx="3606">
                  <c:v>66.369277999999994</c:v>
                </c:pt>
                <c:pt idx="3607">
                  <c:v>66.369370000000004</c:v>
                </c:pt>
                <c:pt idx="3608">
                  <c:v>66.367965999999996</c:v>
                </c:pt>
                <c:pt idx="3609">
                  <c:v>66.366837000000004</c:v>
                </c:pt>
                <c:pt idx="3610">
                  <c:v>66.369124999999997</c:v>
                </c:pt>
                <c:pt idx="3611">
                  <c:v>66.369072000000003</c:v>
                </c:pt>
                <c:pt idx="3612">
                  <c:v>66.369286000000002</c:v>
                </c:pt>
                <c:pt idx="3613">
                  <c:v>66.368599000000003</c:v>
                </c:pt>
                <c:pt idx="3614">
                  <c:v>66.368003999999999</c:v>
                </c:pt>
                <c:pt idx="3615">
                  <c:v>66.370177999999996</c:v>
                </c:pt>
                <c:pt idx="3616">
                  <c:v>66.371498000000003</c:v>
                </c:pt>
                <c:pt idx="3617">
                  <c:v>66.37191</c:v>
                </c:pt>
                <c:pt idx="3618">
                  <c:v>66.373694999999998</c:v>
                </c:pt>
                <c:pt idx="3619">
                  <c:v>66.373047</c:v>
                </c:pt>
                <c:pt idx="3620">
                  <c:v>66.372864000000007</c:v>
                </c:pt>
                <c:pt idx="3621">
                  <c:v>66.372596999999999</c:v>
                </c:pt>
                <c:pt idx="3622">
                  <c:v>66.372894000000002</c:v>
                </c:pt>
                <c:pt idx="3623">
                  <c:v>66.373054999999994</c:v>
                </c:pt>
                <c:pt idx="3624">
                  <c:v>66.374519000000006</c:v>
                </c:pt>
                <c:pt idx="3625">
                  <c:v>66.376114000000001</c:v>
                </c:pt>
                <c:pt idx="3626">
                  <c:v>66.376464999999996</c:v>
                </c:pt>
                <c:pt idx="3627">
                  <c:v>66.376472000000007</c:v>
                </c:pt>
                <c:pt idx="3628">
                  <c:v>66.376259000000005</c:v>
                </c:pt>
                <c:pt idx="3629">
                  <c:v>66.374618999999996</c:v>
                </c:pt>
                <c:pt idx="3630">
                  <c:v>66.373512000000005</c:v>
                </c:pt>
                <c:pt idx="3631">
                  <c:v>66.372292000000002</c:v>
                </c:pt>
                <c:pt idx="3632">
                  <c:v>66.369247000000001</c:v>
                </c:pt>
                <c:pt idx="3633">
                  <c:v>66.366439999999997</c:v>
                </c:pt>
                <c:pt idx="3634">
                  <c:v>66.364493999999993</c:v>
                </c:pt>
                <c:pt idx="3635">
                  <c:v>66.363547999999994</c:v>
                </c:pt>
                <c:pt idx="3636">
                  <c:v>66.362724</c:v>
                </c:pt>
                <c:pt idx="3637">
                  <c:v>66.364829999999998</c:v>
                </c:pt>
                <c:pt idx="3638">
                  <c:v>66.369904000000005</c:v>
                </c:pt>
                <c:pt idx="3639">
                  <c:v>66.369370000000004</c:v>
                </c:pt>
                <c:pt idx="3640">
                  <c:v>66.370918000000003</c:v>
                </c:pt>
                <c:pt idx="3641">
                  <c:v>66.37088</c:v>
                </c:pt>
                <c:pt idx="3642">
                  <c:v>66.370186000000004</c:v>
                </c:pt>
                <c:pt idx="3643">
                  <c:v>66.373154</c:v>
                </c:pt>
                <c:pt idx="3644">
                  <c:v>66.373656999999994</c:v>
                </c:pt>
                <c:pt idx="3645">
                  <c:v>66.374572999999998</c:v>
                </c:pt>
                <c:pt idx="3646">
                  <c:v>66.374947000000006</c:v>
                </c:pt>
                <c:pt idx="3647">
                  <c:v>66.378829999999994</c:v>
                </c:pt>
                <c:pt idx="3648">
                  <c:v>66.375388999999998</c:v>
                </c:pt>
                <c:pt idx="3649">
                  <c:v>66.375052999999994</c:v>
                </c:pt>
                <c:pt idx="3650">
                  <c:v>66.376159999999999</c:v>
                </c:pt>
                <c:pt idx="3651">
                  <c:v>66.376648000000003</c:v>
                </c:pt>
                <c:pt idx="3652">
                  <c:v>66.375381000000004</c:v>
                </c:pt>
                <c:pt idx="3653">
                  <c:v>66.375168000000002</c:v>
                </c:pt>
                <c:pt idx="3654">
                  <c:v>66.373367000000002</c:v>
                </c:pt>
                <c:pt idx="3655">
                  <c:v>66.374465999999998</c:v>
                </c:pt>
                <c:pt idx="3656">
                  <c:v>66.375816</c:v>
                </c:pt>
                <c:pt idx="3657">
                  <c:v>66.374595999999997</c:v>
                </c:pt>
                <c:pt idx="3658">
                  <c:v>66.378608999999997</c:v>
                </c:pt>
                <c:pt idx="3659">
                  <c:v>66.381377999999998</c:v>
                </c:pt>
                <c:pt idx="3660">
                  <c:v>66.382598999999999</c:v>
                </c:pt>
                <c:pt idx="3661">
                  <c:v>66.382712999999995</c:v>
                </c:pt>
                <c:pt idx="3662">
                  <c:v>66.382194999999996</c:v>
                </c:pt>
                <c:pt idx="3663">
                  <c:v>66.380652999999995</c:v>
                </c:pt>
                <c:pt idx="3664">
                  <c:v>66.382155999999995</c:v>
                </c:pt>
                <c:pt idx="3665">
                  <c:v>66.382355000000004</c:v>
                </c:pt>
                <c:pt idx="3666">
                  <c:v>66.381469999999993</c:v>
                </c:pt>
                <c:pt idx="3667">
                  <c:v>66.381279000000006</c:v>
                </c:pt>
                <c:pt idx="3668">
                  <c:v>66.381896999999995</c:v>
                </c:pt>
                <c:pt idx="3669">
                  <c:v>66.381218000000004</c:v>
                </c:pt>
                <c:pt idx="3670">
                  <c:v>66.383033999999995</c:v>
                </c:pt>
                <c:pt idx="3671">
                  <c:v>66.384140000000002</c:v>
                </c:pt>
                <c:pt idx="3672">
                  <c:v>66.385002</c:v>
                </c:pt>
                <c:pt idx="3673">
                  <c:v>66.385566999999995</c:v>
                </c:pt>
                <c:pt idx="3674">
                  <c:v>66.385306999999997</c:v>
                </c:pt>
                <c:pt idx="3675">
                  <c:v>66.385292000000007</c:v>
                </c:pt>
                <c:pt idx="3676">
                  <c:v>66.384758000000005</c:v>
                </c:pt>
                <c:pt idx="3677">
                  <c:v>66.384238999999994</c:v>
                </c:pt>
                <c:pt idx="3678">
                  <c:v>66.384674000000004</c:v>
                </c:pt>
                <c:pt idx="3679">
                  <c:v>66.385154999999997</c:v>
                </c:pt>
                <c:pt idx="3680">
                  <c:v>66.386261000000005</c:v>
                </c:pt>
                <c:pt idx="3681">
                  <c:v>66.387657000000004</c:v>
                </c:pt>
                <c:pt idx="3682">
                  <c:v>66.387489000000002</c:v>
                </c:pt>
                <c:pt idx="3683">
                  <c:v>66.386298999999994</c:v>
                </c:pt>
                <c:pt idx="3684">
                  <c:v>66.381912</c:v>
                </c:pt>
                <c:pt idx="3685">
                  <c:v>66.325858999999994</c:v>
                </c:pt>
                <c:pt idx="3686">
                  <c:v>66.209334999999996</c:v>
                </c:pt>
                <c:pt idx="3687">
                  <c:v>66.103827999999993</c:v>
                </c:pt>
                <c:pt idx="3688">
                  <c:v>66.017409999999998</c:v>
                </c:pt>
                <c:pt idx="3689">
                  <c:v>65.965560999999994</c:v>
                </c:pt>
                <c:pt idx="3690">
                  <c:v>65.938079999999999</c:v>
                </c:pt>
                <c:pt idx="3691">
                  <c:v>65.932143999999994</c:v>
                </c:pt>
                <c:pt idx="3692">
                  <c:v>65.944694999999996</c:v>
                </c:pt>
                <c:pt idx="3693">
                  <c:v>65.971962000000005</c:v>
                </c:pt>
                <c:pt idx="3694">
                  <c:v>65.967155000000005</c:v>
                </c:pt>
                <c:pt idx="3695">
                  <c:v>65.926925999999995</c:v>
                </c:pt>
                <c:pt idx="3696">
                  <c:v>65.665627000000001</c:v>
                </c:pt>
                <c:pt idx="3697">
                  <c:v>65.266220000000004</c:v>
                </c:pt>
                <c:pt idx="3698">
                  <c:v>64.742569000000003</c:v>
                </c:pt>
                <c:pt idx="3699">
                  <c:v>64.131195000000005</c:v>
                </c:pt>
                <c:pt idx="3700">
                  <c:v>63.498966000000003</c:v>
                </c:pt>
                <c:pt idx="3701">
                  <c:v>62.761383000000002</c:v>
                </c:pt>
                <c:pt idx="3702">
                  <c:v>62.018970000000003</c:v>
                </c:pt>
                <c:pt idx="3703">
                  <c:v>61.307017999999999</c:v>
                </c:pt>
                <c:pt idx="3704">
                  <c:v>60.664036000000003</c:v>
                </c:pt>
                <c:pt idx="3705">
                  <c:v>60.078850000000003</c:v>
                </c:pt>
                <c:pt idx="3706">
                  <c:v>59.583571999999997</c:v>
                </c:pt>
                <c:pt idx="3707">
                  <c:v>59.124473999999999</c:v>
                </c:pt>
                <c:pt idx="3708">
                  <c:v>58.669147000000002</c:v>
                </c:pt>
                <c:pt idx="3709">
                  <c:v>58.514893000000001</c:v>
                </c:pt>
                <c:pt idx="3710">
                  <c:v>58.580151000000001</c:v>
                </c:pt>
                <c:pt idx="3711">
                  <c:v>58.842258000000001</c:v>
                </c:pt>
                <c:pt idx="3712">
                  <c:v>59.253632000000003</c:v>
                </c:pt>
                <c:pt idx="3713">
                  <c:v>59.887241000000003</c:v>
                </c:pt>
                <c:pt idx="3714">
                  <c:v>60.448013000000003</c:v>
                </c:pt>
                <c:pt idx="3715">
                  <c:v>60.797432000000001</c:v>
                </c:pt>
                <c:pt idx="3716">
                  <c:v>60.896973000000003</c:v>
                </c:pt>
                <c:pt idx="3717">
                  <c:v>60.755028000000003</c:v>
                </c:pt>
                <c:pt idx="3718">
                  <c:v>60.426338000000001</c:v>
                </c:pt>
                <c:pt idx="3719">
                  <c:v>60.031402999999997</c:v>
                </c:pt>
                <c:pt idx="3720">
                  <c:v>59.604492</c:v>
                </c:pt>
                <c:pt idx="3721">
                  <c:v>59.305717000000001</c:v>
                </c:pt>
                <c:pt idx="3722">
                  <c:v>59.212871999999997</c:v>
                </c:pt>
                <c:pt idx="3723">
                  <c:v>59.306502999999999</c:v>
                </c:pt>
                <c:pt idx="3724">
                  <c:v>59.521636999999998</c:v>
                </c:pt>
                <c:pt idx="3725">
                  <c:v>59.695960999999997</c:v>
                </c:pt>
                <c:pt idx="3726">
                  <c:v>59.750281999999999</c:v>
                </c:pt>
                <c:pt idx="3727">
                  <c:v>59.560527999999998</c:v>
                </c:pt>
                <c:pt idx="3728">
                  <c:v>59.256813000000001</c:v>
                </c:pt>
                <c:pt idx="3729">
                  <c:v>58.905064000000003</c:v>
                </c:pt>
                <c:pt idx="3730">
                  <c:v>58.637011999999999</c:v>
                </c:pt>
                <c:pt idx="3731">
                  <c:v>58.547660999999998</c:v>
                </c:pt>
                <c:pt idx="3732">
                  <c:v>58.708365999999998</c:v>
                </c:pt>
                <c:pt idx="3733">
                  <c:v>58.960777</c:v>
                </c:pt>
                <c:pt idx="3734">
                  <c:v>59.282317999999997</c:v>
                </c:pt>
                <c:pt idx="3735">
                  <c:v>59.457419999999999</c:v>
                </c:pt>
                <c:pt idx="3736">
                  <c:v>59.410141000000003</c:v>
                </c:pt>
                <c:pt idx="3737">
                  <c:v>59.228661000000002</c:v>
                </c:pt>
                <c:pt idx="3738">
                  <c:v>59.034534000000001</c:v>
                </c:pt>
                <c:pt idx="3739">
                  <c:v>58.521262999999998</c:v>
                </c:pt>
                <c:pt idx="3740">
                  <c:v>57.893585000000002</c:v>
                </c:pt>
                <c:pt idx="3741">
                  <c:v>57.453583000000002</c:v>
                </c:pt>
                <c:pt idx="3742">
                  <c:v>57.351348999999999</c:v>
                </c:pt>
                <c:pt idx="3743">
                  <c:v>57.456051000000002</c:v>
                </c:pt>
                <c:pt idx="3744">
                  <c:v>57.687798000000001</c:v>
                </c:pt>
                <c:pt idx="3745">
                  <c:v>57.817585000000001</c:v>
                </c:pt>
                <c:pt idx="3746">
                  <c:v>57.772002999999998</c:v>
                </c:pt>
                <c:pt idx="3747">
                  <c:v>57.523387999999997</c:v>
                </c:pt>
                <c:pt idx="3748">
                  <c:v>57.171042999999997</c:v>
                </c:pt>
                <c:pt idx="3749">
                  <c:v>56.910625000000003</c:v>
                </c:pt>
                <c:pt idx="3750">
                  <c:v>56.811748999999999</c:v>
                </c:pt>
                <c:pt idx="3751">
                  <c:v>56.994807999999999</c:v>
                </c:pt>
                <c:pt idx="3752">
                  <c:v>57.304695000000002</c:v>
                </c:pt>
                <c:pt idx="3753">
                  <c:v>57.675151999999997</c:v>
                </c:pt>
                <c:pt idx="3754">
                  <c:v>57.937716999999999</c:v>
                </c:pt>
                <c:pt idx="3755">
                  <c:v>58.074818</c:v>
                </c:pt>
                <c:pt idx="3756">
                  <c:v>57.968620000000001</c:v>
                </c:pt>
                <c:pt idx="3757">
                  <c:v>57.529845999999999</c:v>
                </c:pt>
                <c:pt idx="3758">
                  <c:v>57.012604000000003</c:v>
                </c:pt>
                <c:pt idx="3759">
                  <c:v>56.508881000000002</c:v>
                </c:pt>
                <c:pt idx="3760">
                  <c:v>55.996014000000002</c:v>
                </c:pt>
                <c:pt idx="3761">
                  <c:v>55.499339999999997</c:v>
                </c:pt>
                <c:pt idx="3762">
                  <c:v>55.184913999999999</c:v>
                </c:pt>
                <c:pt idx="3763">
                  <c:v>55.101031999999996</c:v>
                </c:pt>
                <c:pt idx="3764">
                  <c:v>55.117511999999998</c:v>
                </c:pt>
                <c:pt idx="3765">
                  <c:v>55.119689999999999</c:v>
                </c:pt>
                <c:pt idx="3766">
                  <c:v>55.065356999999999</c:v>
                </c:pt>
                <c:pt idx="3767">
                  <c:v>54.851985999999997</c:v>
                </c:pt>
                <c:pt idx="3768">
                  <c:v>54.555016000000002</c:v>
                </c:pt>
                <c:pt idx="3769">
                  <c:v>54.331322</c:v>
                </c:pt>
                <c:pt idx="3770">
                  <c:v>54.171889999999998</c:v>
                </c:pt>
                <c:pt idx="3771">
                  <c:v>54.218628000000002</c:v>
                </c:pt>
                <c:pt idx="3772">
                  <c:v>54.456206999999999</c:v>
                </c:pt>
                <c:pt idx="3773">
                  <c:v>54.762939000000003</c:v>
                </c:pt>
                <c:pt idx="3774">
                  <c:v>55.028492</c:v>
                </c:pt>
                <c:pt idx="3775">
                  <c:v>55.171985999999997</c:v>
                </c:pt>
                <c:pt idx="3776">
                  <c:v>55.135615999999999</c:v>
                </c:pt>
                <c:pt idx="3777">
                  <c:v>54.978938999999997</c:v>
                </c:pt>
                <c:pt idx="3778">
                  <c:v>54.588245000000001</c:v>
                </c:pt>
                <c:pt idx="3779">
                  <c:v>54.257854000000002</c:v>
                </c:pt>
                <c:pt idx="3780">
                  <c:v>53.974063999999998</c:v>
                </c:pt>
                <c:pt idx="3781">
                  <c:v>53.800277999999999</c:v>
                </c:pt>
                <c:pt idx="3782">
                  <c:v>53.705303000000001</c:v>
                </c:pt>
                <c:pt idx="3783">
                  <c:v>53.808661999999998</c:v>
                </c:pt>
                <c:pt idx="3784">
                  <c:v>54.001595000000002</c:v>
                </c:pt>
                <c:pt idx="3785">
                  <c:v>54.121197000000002</c:v>
                </c:pt>
                <c:pt idx="3786">
                  <c:v>54.020885</c:v>
                </c:pt>
                <c:pt idx="3787">
                  <c:v>53.840668000000001</c:v>
                </c:pt>
                <c:pt idx="3788">
                  <c:v>53.600006</c:v>
                </c:pt>
                <c:pt idx="3789">
                  <c:v>53.349072</c:v>
                </c:pt>
                <c:pt idx="3790">
                  <c:v>53.090946000000002</c:v>
                </c:pt>
                <c:pt idx="3791">
                  <c:v>52.944282999999999</c:v>
                </c:pt>
                <c:pt idx="3792">
                  <c:v>52.915782999999998</c:v>
                </c:pt>
                <c:pt idx="3793">
                  <c:v>52.965865999999998</c:v>
                </c:pt>
                <c:pt idx="3794">
                  <c:v>53.026176</c:v>
                </c:pt>
                <c:pt idx="3795">
                  <c:v>53.043736000000003</c:v>
                </c:pt>
                <c:pt idx="3796">
                  <c:v>52.980823999999998</c:v>
                </c:pt>
                <c:pt idx="3797">
                  <c:v>52.778861999999997</c:v>
                </c:pt>
                <c:pt idx="3798">
                  <c:v>52.418762000000001</c:v>
                </c:pt>
                <c:pt idx="3799">
                  <c:v>51.959290000000003</c:v>
                </c:pt>
                <c:pt idx="3800">
                  <c:v>51.441665999999998</c:v>
                </c:pt>
                <c:pt idx="3801">
                  <c:v>50.791763000000003</c:v>
                </c:pt>
                <c:pt idx="3802">
                  <c:v>50.055762999999999</c:v>
                </c:pt>
                <c:pt idx="3803">
                  <c:v>49.214035000000003</c:v>
                </c:pt>
                <c:pt idx="3804">
                  <c:v>47.975090000000002</c:v>
                </c:pt>
                <c:pt idx="3805">
                  <c:v>46.223373000000002</c:v>
                </c:pt>
                <c:pt idx="3806">
                  <c:v>44.020747999999998</c:v>
                </c:pt>
                <c:pt idx="3807">
                  <c:v>41.158287000000001</c:v>
                </c:pt>
                <c:pt idx="3808">
                  <c:v>38.114860999999998</c:v>
                </c:pt>
                <c:pt idx="3809">
                  <c:v>37.036873</c:v>
                </c:pt>
                <c:pt idx="3810">
                  <c:v>37.095024000000002</c:v>
                </c:pt>
                <c:pt idx="3811">
                  <c:v>37.460200999999998</c:v>
                </c:pt>
                <c:pt idx="3812">
                  <c:v>39.112236000000003</c:v>
                </c:pt>
                <c:pt idx="3813">
                  <c:v>40.926090000000002</c:v>
                </c:pt>
                <c:pt idx="3814">
                  <c:v>42.684913999999999</c:v>
                </c:pt>
                <c:pt idx="3815">
                  <c:v>44.173369999999998</c:v>
                </c:pt>
                <c:pt idx="3816">
                  <c:v>45.302298999999998</c:v>
                </c:pt>
                <c:pt idx="3817">
                  <c:v>46.053843999999998</c:v>
                </c:pt>
                <c:pt idx="3818">
                  <c:v>46.516933000000002</c:v>
                </c:pt>
                <c:pt idx="3819">
                  <c:v>46.792541999999997</c:v>
                </c:pt>
                <c:pt idx="3820">
                  <c:v>46.963172999999998</c:v>
                </c:pt>
                <c:pt idx="3821">
                  <c:v>47.104500000000002</c:v>
                </c:pt>
                <c:pt idx="3822">
                  <c:v>47.263908000000001</c:v>
                </c:pt>
                <c:pt idx="3823">
                  <c:v>47.478188000000003</c:v>
                </c:pt>
                <c:pt idx="3824">
                  <c:v>47.672404999999998</c:v>
                </c:pt>
                <c:pt idx="3825">
                  <c:v>47.792675000000003</c:v>
                </c:pt>
                <c:pt idx="3826">
                  <c:v>47.796379000000002</c:v>
                </c:pt>
                <c:pt idx="3827">
                  <c:v>47.692557999999998</c:v>
                </c:pt>
                <c:pt idx="3828">
                  <c:v>47.502422000000003</c:v>
                </c:pt>
                <c:pt idx="3829">
                  <c:v>47.308140000000002</c:v>
                </c:pt>
                <c:pt idx="3830">
                  <c:v>47.125576000000002</c:v>
                </c:pt>
                <c:pt idx="3831">
                  <c:v>46.974902999999998</c:v>
                </c:pt>
                <c:pt idx="3832">
                  <c:v>46.889183000000003</c:v>
                </c:pt>
                <c:pt idx="3833">
                  <c:v>46.908943000000001</c:v>
                </c:pt>
                <c:pt idx="3834">
                  <c:v>46.952613999999997</c:v>
                </c:pt>
                <c:pt idx="3835">
                  <c:v>46.974457000000001</c:v>
                </c:pt>
                <c:pt idx="3836">
                  <c:v>46.927818000000002</c:v>
                </c:pt>
                <c:pt idx="3837">
                  <c:v>46.815627999999997</c:v>
                </c:pt>
                <c:pt idx="3838">
                  <c:v>46.666499999999999</c:v>
                </c:pt>
                <c:pt idx="3839">
                  <c:v>46.497256999999998</c:v>
                </c:pt>
                <c:pt idx="3840">
                  <c:v>46.368949999999998</c:v>
                </c:pt>
                <c:pt idx="3841">
                  <c:v>46.275973999999998</c:v>
                </c:pt>
                <c:pt idx="3842">
                  <c:v>46.213096999999998</c:v>
                </c:pt>
                <c:pt idx="3843">
                  <c:v>46.202793</c:v>
                </c:pt>
                <c:pt idx="3844">
                  <c:v>46.235359000000003</c:v>
                </c:pt>
                <c:pt idx="3845">
                  <c:v>46.251938000000003</c:v>
                </c:pt>
                <c:pt idx="3846">
                  <c:v>46.225490999999998</c:v>
                </c:pt>
                <c:pt idx="3847">
                  <c:v>46.149619999999999</c:v>
                </c:pt>
                <c:pt idx="3848">
                  <c:v>46.04504</c:v>
                </c:pt>
                <c:pt idx="3849">
                  <c:v>45.896541999999997</c:v>
                </c:pt>
                <c:pt idx="3850">
                  <c:v>45.762695000000001</c:v>
                </c:pt>
                <c:pt idx="3851">
                  <c:v>45.666119000000002</c:v>
                </c:pt>
                <c:pt idx="3852">
                  <c:v>45.674518999999997</c:v>
                </c:pt>
                <c:pt idx="3853">
                  <c:v>45.719372</c:v>
                </c:pt>
                <c:pt idx="3854">
                  <c:v>45.776882000000001</c:v>
                </c:pt>
                <c:pt idx="3855">
                  <c:v>45.814765999999999</c:v>
                </c:pt>
                <c:pt idx="3856">
                  <c:v>45.773853000000003</c:v>
                </c:pt>
                <c:pt idx="3857">
                  <c:v>45.702137</c:v>
                </c:pt>
                <c:pt idx="3858">
                  <c:v>45.581744999999998</c:v>
                </c:pt>
                <c:pt idx="3859">
                  <c:v>45.447463999999997</c:v>
                </c:pt>
                <c:pt idx="3860">
                  <c:v>45.331359999999997</c:v>
                </c:pt>
                <c:pt idx="3861">
                  <c:v>45.273155000000003</c:v>
                </c:pt>
                <c:pt idx="3862">
                  <c:v>45.269592000000003</c:v>
                </c:pt>
                <c:pt idx="3863">
                  <c:v>45.347431</c:v>
                </c:pt>
                <c:pt idx="3864">
                  <c:v>45.426803999999997</c:v>
                </c:pt>
                <c:pt idx="3865">
                  <c:v>45.459972</c:v>
                </c:pt>
                <c:pt idx="3866">
                  <c:v>45.448883000000002</c:v>
                </c:pt>
                <c:pt idx="3867">
                  <c:v>45.361645000000003</c:v>
                </c:pt>
                <c:pt idx="3868">
                  <c:v>45.236331999999997</c:v>
                </c:pt>
                <c:pt idx="3869">
                  <c:v>45.113948999999998</c:v>
                </c:pt>
                <c:pt idx="3870">
                  <c:v>45.019767999999999</c:v>
                </c:pt>
                <c:pt idx="3871">
                  <c:v>44.981254999999997</c:v>
                </c:pt>
                <c:pt idx="3872">
                  <c:v>45.004002</c:v>
                </c:pt>
                <c:pt idx="3873">
                  <c:v>45.067818000000003</c:v>
                </c:pt>
                <c:pt idx="3874">
                  <c:v>45.132626000000002</c:v>
                </c:pt>
                <c:pt idx="3875">
                  <c:v>45.170608999999999</c:v>
                </c:pt>
                <c:pt idx="3876">
                  <c:v>45.153224999999999</c:v>
                </c:pt>
                <c:pt idx="3877">
                  <c:v>45.066291999999997</c:v>
                </c:pt>
                <c:pt idx="3878">
                  <c:v>44.954582000000002</c:v>
                </c:pt>
                <c:pt idx="3879">
                  <c:v>44.848049000000003</c:v>
                </c:pt>
                <c:pt idx="3880">
                  <c:v>44.771385000000002</c:v>
                </c:pt>
                <c:pt idx="3881">
                  <c:v>44.749546000000002</c:v>
                </c:pt>
                <c:pt idx="3882">
                  <c:v>44.776164999999999</c:v>
                </c:pt>
                <c:pt idx="3883">
                  <c:v>44.835892000000001</c:v>
                </c:pt>
                <c:pt idx="3884">
                  <c:v>44.933010000000003</c:v>
                </c:pt>
                <c:pt idx="3885">
                  <c:v>44.946392000000003</c:v>
                </c:pt>
                <c:pt idx="3886">
                  <c:v>44.891323</c:v>
                </c:pt>
                <c:pt idx="3887">
                  <c:v>44.800429999999999</c:v>
                </c:pt>
                <c:pt idx="3888">
                  <c:v>44.723480000000002</c:v>
                </c:pt>
                <c:pt idx="3889">
                  <c:v>44.619438000000002</c:v>
                </c:pt>
                <c:pt idx="3890">
                  <c:v>44.567497000000003</c:v>
                </c:pt>
                <c:pt idx="3891">
                  <c:v>44.589657000000003</c:v>
                </c:pt>
                <c:pt idx="3892">
                  <c:v>44.618895999999999</c:v>
                </c:pt>
                <c:pt idx="3893">
                  <c:v>44.687786000000003</c:v>
                </c:pt>
                <c:pt idx="3894">
                  <c:v>44.723548999999998</c:v>
                </c:pt>
                <c:pt idx="3895">
                  <c:v>44.740375999999998</c:v>
                </c:pt>
                <c:pt idx="3896">
                  <c:v>44.690967999999998</c:v>
                </c:pt>
                <c:pt idx="3897">
                  <c:v>44.609127000000001</c:v>
                </c:pt>
                <c:pt idx="3898">
                  <c:v>44.524818000000003</c:v>
                </c:pt>
                <c:pt idx="3899">
                  <c:v>44.430103000000003</c:v>
                </c:pt>
                <c:pt idx="3900">
                  <c:v>44.391399</c:v>
                </c:pt>
                <c:pt idx="3901">
                  <c:v>44.417271</c:v>
                </c:pt>
                <c:pt idx="3902">
                  <c:v>44.473495</c:v>
                </c:pt>
                <c:pt idx="3903">
                  <c:v>44.545444000000003</c:v>
                </c:pt>
                <c:pt idx="3904">
                  <c:v>44.601695999999997</c:v>
                </c:pt>
                <c:pt idx="3905">
                  <c:v>44.602383000000003</c:v>
                </c:pt>
                <c:pt idx="3906">
                  <c:v>44.557785000000003</c:v>
                </c:pt>
                <c:pt idx="3907">
                  <c:v>44.467925999999999</c:v>
                </c:pt>
                <c:pt idx="3908">
                  <c:v>44.362793000000003</c:v>
                </c:pt>
                <c:pt idx="3909">
                  <c:v>44.296562000000002</c:v>
                </c:pt>
                <c:pt idx="3910">
                  <c:v>44.259433999999999</c:v>
                </c:pt>
                <c:pt idx="3911">
                  <c:v>44.274726999999999</c:v>
                </c:pt>
                <c:pt idx="3912">
                  <c:v>44.317135</c:v>
                </c:pt>
                <c:pt idx="3913">
                  <c:v>44.37941</c:v>
                </c:pt>
                <c:pt idx="3914">
                  <c:v>44.415154000000001</c:v>
                </c:pt>
                <c:pt idx="3915">
                  <c:v>44.418064000000001</c:v>
                </c:pt>
                <c:pt idx="3916">
                  <c:v>44.370460999999999</c:v>
                </c:pt>
                <c:pt idx="3917">
                  <c:v>44.283496999999997</c:v>
                </c:pt>
                <c:pt idx="3918">
                  <c:v>44.193390000000001</c:v>
                </c:pt>
                <c:pt idx="3919">
                  <c:v>44.139930999999997</c:v>
                </c:pt>
                <c:pt idx="3920">
                  <c:v>44.128017</c:v>
                </c:pt>
                <c:pt idx="3921">
                  <c:v>44.149956000000003</c:v>
                </c:pt>
                <c:pt idx="3922">
                  <c:v>44.192131000000003</c:v>
                </c:pt>
                <c:pt idx="3923">
                  <c:v>44.221271999999999</c:v>
                </c:pt>
                <c:pt idx="3924">
                  <c:v>44.252139999999997</c:v>
                </c:pt>
                <c:pt idx="3925">
                  <c:v>44.247596999999999</c:v>
                </c:pt>
                <c:pt idx="3926">
                  <c:v>44.209927</c:v>
                </c:pt>
                <c:pt idx="3927">
                  <c:v>44.122428999999997</c:v>
                </c:pt>
                <c:pt idx="3928">
                  <c:v>44.031033000000001</c:v>
                </c:pt>
                <c:pt idx="3929">
                  <c:v>43.964176000000002</c:v>
                </c:pt>
                <c:pt idx="3930">
                  <c:v>43.916882000000001</c:v>
                </c:pt>
                <c:pt idx="3931">
                  <c:v>43.952525999999999</c:v>
                </c:pt>
                <c:pt idx="3932">
                  <c:v>44.021675000000002</c:v>
                </c:pt>
                <c:pt idx="3933">
                  <c:v>44.076194999999998</c:v>
                </c:pt>
                <c:pt idx="3934">
                  <c:v>44.108649999999997</c:v>
                </c:pt>
                <c:pt idx="3935">
                  <c:v>44.090668000000001</c:v>
                </c:pt>
                <c:pt idx="3936">
                  <c:v>43.999701999999999</c:v>
                </c:pt>
                <c:pt idx="3937">
                  <c:v>43.881767000000004</c:v>
                </c:pt>
                <c:pt idx="3938">
                  <c:v>43.777836000000001</c:v>
                </c:pt>
                <c:pt idx="3939">
                  <c:v>43.731617</c:v>
                </c:pt>
                <c:pt idx="3940">
                  <c:v>43.731994999999998</c:v>
                </c:pt>
                <c:pt idx="3941">
                  <c:v>43.755969999999998</c:v>
                </c:pt>
                <c:pt idx="3942">
                  <c:v>43.820323999999999</c:v>
                </c:pt>
                <c:pt idx="3943">
                  <c:v>43.871876</c:v>
                </c:pt>
                <c:pt idx="3944">
                  <c:v>43.883125</c:v>
                </c:pt>
                <c:pt idx="3945">
                  <c:v>43.838276</c:v>
                </c:pt>
                <c:pt idx="3946">
                  <c:v>43.761971000000003</c:v>
                </c:pt>
                <c:pt idx="3947">
                  <c:v>43.665646000000002</c:v>
                </c:pt>
                <c:pt idx="3948">
                  <c:v>43.593989999999998</c:v>
                </c:pt>
                <c:pt idx="3949">
                  <c:v>43.559364000000002</c:v>
                </c:pt>
                <c:pt idx="3950">
                  <c:v>43.565551999999997</c:v>
                </c:pt>
                <c:pt idx="3951">
                  <c:v>43.597279</c:v>
                </c:pt>
                <c:pt idx="3952">
                  <c:v>43.621150999999998</c:v>
                </c:pt>
                <c:pt idx="3953">
                  <c:v>43.634109000000002</c:v>
                </c:pt>
                <c:pt idx="3954">
                  <c:v>43.616371000000001</c:v>
                </c:pt>
                <c:pt idx="3955">
                  <c:v>43.567348000000003</c:v>
                </c:pt>
                <c:pt idx="3956">
                  <c:v>43.503501999999997</c:v>
                </c:pt>
                <c:pt idx="3957">
                  <c:v>43.453476000000002</c:v>
                </c:pt>
                <c:pt idx="3958">
                  <c:v>43.406094000000003</c:v>
                </c:pt>
                <c:pt idx="3959">
                  <c:v>43.3703</c:v>
                </c:pt>
                <c:pt idx="3960">
                  <c:v>43.376060000000003</c:v>
                </c:pt>
                <c:pt idx="3961">
                  <c:v>43.399451999999997</c:v>
                </c:pt>
                <c:pt idx="3962">
                  <c:v>43.420673000000001</c:v>
                </c:pt>
                <c:pt idx="3963">
                  <c:v>43.433757999999997</c:v>
                </c:pt>
                <c:pt idx="3964">
                  <c:v>43.428306999999997</c:v>
                </c:pt>
                <c:pt idx="3965">
                  <c:v>43.404983999999999</c:v>
                </c:pt>
                <c:pt idx="3966">
                  <c:v>43.334110000000003</c:v>
                </c:pt>
                <c:pt idx="3967">
                  <c:v>43.264198</c:v>
                </c:pt>
                <c:pt idx="3968">
                  <c:v>43.219521</c:v>
                </c:pt>
                <c:pt idx="3969">
                  <c:v>43.210746999999998</c:v>
                </c:pt>
                <c:pt idx="3970">
                  <c:v>43.217376999999999</c:v>
                </c:pt>
                <c:pt idx="3971">
                  <c:v>43.232643000000003</c:v>
                </c:pt>
                <c:pt idx="3972">
                  <c:v>43.251404000000001</c:v>
                </c:pt>
                <c:pt idx="3973">
                  <c:v>43.255890000000001</c:v>
                </c:pt>
                <c:pt idx="3974">
                  <c:v>43.238331000000002</c:v>
                </c:pt>
                <c:pt idx="3975">
                  <c:v>43.186782999999998</c:v>
                </c:pt>
                <c:pt idx="3976">
                  <c:v>43.109982000000002</c:v>
                </c:pt>
                <c:pt idx="3977">
                  <c:v>43.047401000000001</c:v>
                </c:pt>
                <c:pt idx="3978">
                  <c:v>43.003132000000001</c:v>
                </c:pt>
                <c:pt idx="3979">
                  <c:v>42.973061000000001</c:v>
                </c:pt>
                <c:pt idx="3980">
                  <c:v>42.968437000000002</c:v>
                </c:pt>
                <c:pt idx="3981">
                  <c:v>42.955891000000001</c:v>
                </c:pt>
                <c:pt idx="3982">
                  <c:v>42.943660999999999</c:v>
                </c:pt>
                <c:pt idx="3983">
                  <c:v>42.925578999999999</c:v>
                </c:pt>
                <c:pt idx="3984">
                  <c:v>42.906517000000001</c:v>
                </c:pt>
                <c:pt idx="3985">
                  <c:v>42.875686999999999</c:v>
                </c:pt>
                <c:pt idx="3986">
                  <c:v>42.841479999999997</c:v>
                </c:pt>
                <c:pt idx="3987">
                  <c:v>42.816569999999999</c:v>
                </c:pt>
                <c:pt idx="3988">
                  <c:v>42.824100000000001</c:v>
                </c:pt>
                <c:pt idx="3989">
                  <c:v>42.840794000000002</c:v>
                </c:pt>
                <c:pt idx="3990">
                  <c:v>42.872875000000001</c:v>
                </c:pt>
                <c:pt idx="3991">
                  <c:v>42.893219000000002</c:v>
                </c:pt>
                <c:pt idx="3992">
                  <c:v>42.906143</c:v>
                </c:pt>
                <c:pt idx="3993">
                  <c:v>42.906570000000002</c:v>
                </c:pt>
                <c:pt idx="3994">
                  <c:v>42.875092000000002</c:v>
                </c:pt>
                <c:pt idx="3995">
                  <c:v>42.824390000000001</c:v>
                </c:pt>
                <c:pt idx="3996">
                  <c:v>42.774253999999999</c:v>
                </c:pt>
                <c:pt idx="3997">
                  <c:v>42.737499</c:v>
                </c:pt>
                <c:pt idx="3998">
                  <c:v>42.712429</c:v>
                </c:pt>
                <c:pt idx="3999">
                  <c:v>42.694454</c:v>
                </c:pt>
                <c:pt idx="4000">
                  <c:v>42.678963000000003</c:v>
                </c:pt>
                <c:pt idx="4001">
                  <c:v>42.682751000000003</c:v>
                </c:pt>
                <c:pt idx="4002">
                  <c:v>42.687030999999998</c:v>
                </c:pt>
                <c:pt idx="4003">
                  <c:v>42.684565999999997</c:v>
                </c:pt>
                <c:pt idx="4004">
                  <c:v>42.644196000000001</c:v>
                </c:pt>
                <c:pt idx="4005">
                  <c:v>42.596767</c:v>
                </c:pt>
                <c:pt idx="4006">
                  <c:v>42.550548999999997</c:v>
                </c:pt>
                <c:pt idx="4007">
                  <c:v>42.511992999999997</c:v>
                </c:pt>
                <c:pt idx="4008">
                  <c:v>42.486916000000001</c:v>
                </c:pt>
                <c:pt idx="4009">
                  <c:v>42.472855000000003</c:v>
                </c:pt>
                <c:pt idx="4010">
                  <c:v>42.472126000000003</c:v>
                </c:pt>
                <c:pt idx="4011">
                  <c:v>42.466866000000003</c:v>
                </c:pt>
                <c:pt idx="4012">
                  <c:v>42.468048000000003</c:v>
                </c:pt>
                <c:pt idx="4013">
                  <c:v>42.453246999999998</c:v>
                </c:pt>
                <c:pt idx="4014">
                  <c:v>42.420166000000002</c:v>
                </c:pt>
                <c:pt idx="4015">
                  <c:v>42.371490000000001</c:v>
                </c:pt>
                <c:pt idx="4016">
                  <c:v>42.332667999999998</c:v>
                </c:pt>
                <c:pt idx="4017">
                  <c:v>42.340510999999999</c:v>
                </c:pt>
                <c:pt idx="4018">
                  <c:v>42.414149999999999</c:v>
                </c:pt>
                <c:pt idx="4019">
                  <c:v>42.565559</c:v>
                </c:pt>
                <c:pt idx="4020">
                  <c:v>42.837066999999998</c:v>
                </c:pt>
                <c:pt idx="4021">
                  <c:v>43.247723000000001</c:v>
                </c:pt>
                <c:pt idx="4022">
                  <c:v>43.759163000000001</c:v>
                </c:pt>
                <c:pt idx="4023">
                  <c:v>44.260544000000003</c:v>
                </c:pt>
                <c:pt idx="4024">
                  <c:v>44.624180000000003</c:v>
                </c:pt>
                <c:pt idx="4025">
                  <c:v>44.806941999999999</c:v>
                </c:pt>
                <c:pt idx="4026">
                  <c:v>44.817818000000003</c:v>
                </c:pt>
                <c:pt idx="4027">
                  <c:v>43.980105999999999</c:v>
                </c:pt>
                <c:pt idx="4028">
                  <c:v>43.153545000000001</c:v>
                </c:pt>
                <c:pt idx="4029">
                  <c:v>42.655388000000002</c:v>
                </c:pt>
                <c:pt idx="4030">
                  <c:v>42.393742000000003</c:v>
                </c:pt>
                <c:pt idx="4031">
                  <c:v>42.272652000000001</c:v>
                </c:pt>
                <c:pt idx="4032">
                  <c:v>42.209232</c:v>
                </c:pt>
                <c:pt idx="4033">
                  <c:v>42.163490000000003</c:v>
                </c:pt>
                <c:pt idx="4034">
                  <c:v>42.11797</c:v>
                </c:pt>
                <c:pt idx="4035">
                  <c:v>42.061069000000003</c:v>
                </c:pt>
                <c:pt idx="4036">
                  <c:v>42.009734999999999</c:v>
                </c:pt>
                <c:pt idx="4037">
                  <c:v>41.950786999999998</c:v>
                </c:pt>
                <c:pt idx="4038">
                  <c:v>41.923107000000002</c:v>
                </c:pt>
                <c:pt idx="4039">
                  <c:v>41.915714000000001</c:v>
                </c:pt>
                <c:pt idx="4040">
                  <c:v>41.914673000000001</c:v>
                </c:pt>
                <c:pt idx="4041">
                  <c:v>41.907448000000002</c:v>
                </c:pt>
                <c:pt idx="4042">
                  <c:v>41.892029000000001</c:v>
                </c:pt>
                <c:pt idx="4043">
                  <c:v>41.872233999999999</c:v>
                </c:pt>
                <c:pt idx="4044">
                  <c:v>41.849144000000003</c:v>
                </c:pt>
                <c:pt idx="4045">
                  <c:v>41.823771999999998</c:v>
                </c:pt>
                <c:pt idx="4046">
                  <c:v>41.795841000000003</c:v>
                </c:pt>
                <c:pt idx="4047">
                  <c:v>41.761344999999999</c:v>
                </c:pt>
                <c:pt idx="4048">
                  <c:v>41.728233000000003</c:v>
                </c:pt>
                <c:pt idx="4049">
                  <c:v>41.698784000000003</c:v>
                </c:pt>
                <c:pt idx="4050">
                  <c:v>41.670723000000002</c:v>
                </c:pt>
                <c:pt idx="4051">
                  <c:v>41.644092999999998</c:v>
                </c:pt>
                <c:pt idx="4052">
                  <c:v>41.615935999999998</c:v>
                </c:pt>
                <c:pt idx="4053">
                  <c:v>41.586742000000001</c:v>
                </c:pt>
                <c:pt idx="4054">
                  <c:v>41.557461000000004</c:v>
                </c:pt>
                <c:pt idx="4055">
                  <c:v>41.531998000000002</c:v>
                </c:pt>
                <c:pt idx="4056">
                  <c:v>41.504612000000002</c:v>
                </c:pt>
                <c:pt idx="4057">
                  <c:v>41.476452000000002</c:v>
                </c:pt>
                <c:pt idx="4058">
                  <c:v>41.448653999999998</c:v>
                </c:pt>
                <c:pt idx="4059">
                  <c:v>41.428131</c:v>
                </c:pt>
                <c:pt idx="4060">
                  <c:v>41.404899999999998</c:v>
                </c:pt>
                <c:pt idx="4061">
                  <c:v>41.383147999999998</c:v>
                </c:pt>
                <c:pt idx="4062">
                  <c:v>41.362423</c:v>
                </c:pt>
                <c:pt idx="4063">
                  <c:v>41.342444999999998</c:v>
                </c:pt>
                <c:pt idx="4064">
                  <c:v>41.313076000000002</c:v>
                </c:pt>
                <c:pt idx="4065">
                  <c:v>41.282848000000001</c:v>
                </c:pt>
                <c:pt idx="4066">
                  <c:v>41.253760999999997</c:v>
                </c:pt>
                <c:pt idx="4067">
                  <c:v>41.224494999999997</c:v>
                </c:pt>
                <c:pt idx="4068">
                  <c:v>41.201900000000002</c:v>
                </c:pt>
                <c:pt idx="4069">
                  <c:v>41.186011999999998</c:v>
                </c:pt>
                <c:pt idx="4070">
                  <c:v>41.170338000000001</c:v>
                </c:pt>
                <c:pt idx="4071">
                  <c:v>41.152779000000002</c:v>
                </c:pt>
                <c:pt idx="4072">
                  <c:v>41.133021999999997</c:v>
                </c:pt>
                <c:pt idx="4073">
                  <c:v>41.106071</c:v>
                </c:pt>
                <c:pt idx="4074">
                  <c:v>41.077311999999999</c:v>
                </c:pt>
                <c:pt idx="4075">
                  <c:v>41.045605000000002</c:v>
                </c:pt>
                <c:pt idx="4076">
                  <c:v>41.012416999999999</c:v>
                </c:pt>
                <c:pt idx="4077">
                  <c:v>40.977252999999997</c:v>
                </c:pt>
                <c:pt idx="4078">
                  <c:v>40.955032000000003</c:v>
                </c:pt>
                <c:pt idx="4079">
                  <c:v>40.939571000000001</c:v>
                </c:pt>
                <c:pt idx="4080">
                  <c:v>40.927826000000003</c:v>
                </c:pt>
                <c:pt idx="4081">
                  <c:v>40.917099</c:v>
                </c:pt>
                <c:pt idx="4082">
                  <c:v>40.904170999999998</c:v>
                </c:pt>
                <c:pt idx="4083">
                  <c:v>40.884506000000002</c:v>
                </c:pt>
                <c:pt idx="4084">
                  <c:v>40.848498999999997</c:v>
                </c:pt>
                <c:pt idx="4085">
                  <c:v>40.810436000000003</c:v>
                </c:pt>
                <c:pt idx="4086">
                  <c:v>40.777954000000001</c:v>
                </c:pt>
                <c:pt idx="4087">
                  <c:v>40.742443000000002</c:v>
                </c:pt>
                <c:pt idx="4088">
                  <c:v>40.717452999999999</c:v>
                </c:pt>
                <c:pt idx="4089">
                  <c:v>40.699019999999997</c:v>
                </c:pt>
                <c:pt idx="4090">
                  <c:v>40.693089000000001</c:v>
                </c:pt>
                <c:pt idx="4091">
                  <c:v>40.688034000000002</c:v>
                </c:pt>
                <c:pt idx="4092">
                  <c:v>40.672302000000002</c:v>
                </c:pt>
                <c:pt idx="4093">
                  <c:v>40.649948000000002</c:v>
                </c:pt>
                <c:pt idx="4094">
                  <c:v>40.614983000000002</c:v>
                </c:pt>
                <c:pt idx="4095">
                  <c:v>40.576487999999998</c:v>
                </c:pt>
                <c:pt idx="4096">
                  <c:v>40.537750000000003</c:v>
                </c:pt>
                <c:pt idx="4097">
                  <c:v>40.505898000000002</c:v>
                </c:pt>
                <c:pt idx="4098">
                  <c:v>40.487555999999998</c:v>
                </c:pt>
                <c:pt idx="4099">
                  <c:v>40.470725999999999</c:v>
                </c:pt>
                <c:pt idx="4100">
                  <c:v>40.456333000000001</c:v>
                </c:pt>
                <c:pt idx="4101">
                  <c:v>40.444766999999999</c:v>
                </c:pt>
                <c:pt idx="4102">
                  <c:v>40.426147</c:v>
                </c:pt>
                <c:pt idx="4103">
                  <c:v>40.404713000000001</c:v>
                </c:pt>
                <c:pt idx="4104">
                  <c:v>40.366366999999997</c:v>
                </c:pt>
                <c:pt idx="4105">
                  <c:v>40.315018000000002</c:v>
                </c:pt>
                <c:pt idx="4106">
                  <c:v>40.269587999999999</c:v>
                </c:pt>
                <c:pt idx="4107">
                  <c:v>40.235962000000001</c:v>
                </c:pt>
                <c:pt idx="4108">
                  <c:v>40.218006000000003</c:v>
                </c:pt>
                <c:pt idx="4109">
                  <c:v>40.204585999999999</c:v>
                </c:pt>
                <c:pt idx="4110">
                  <c:v>40.192462999999996</c:v>
                </c:pt>
                <c:pt idx="4111">
                  <c:v>40.177925000000002</c:v>
                </c:pt>
                <c:pt idx="4112">
                  <c:v>40.166378000000002</c:v>
                </c:pt>
                <c:pt idx="4113">
                  <c:v>40.142738000000001</c:v>
                </c:pt>
                <c:pt idx="4114">
                  <c:v>40.099960000000003</c:v>
                </c:pt>
                <c:pt idx="4115">
                  <c:v>40.046886000000001</c:v>
                </c:pt>
                <c:pt idx="4116">
                  <c:v>40.001522000000001</c:v>
                </c:pt>
                <c:pt idx="4117">
                  <c:v>39.976978000000003</c:v>
                </c:pt>
                <c:pt idx="4118">
                  <c:v>39.953186000000002</c:v>
                </c:pt>
                <c:pt idx="4119">
                  <c:v>39.932975999999996</c:v>
                </c:pt>
                <c:pt idx="4120">
                  <c:v>39.917735999999998</c:v>
                </c:pt>
                <c:pt idx="4121">
                  <c:v>39.909019000000001</c:v>
                </c:pt>
                <c:pt idx="4122">
                  <c:v>39.894458999999998</c:v>
                </c:pt>
                <c:pt idx="4123">
                  <c:v>39.873905000000001</c:v>
                </c:pt>
                <c:pt idx="4124">
                  <c:v>39.837639000000003</c:v>
                </c:pt>
                <c:pt idx="4125">
                  <c:v>39.797997000000002</c:v>
                </c:pt>
                <c:pt idx="4126">
                  <c:v>39.764381</c:v>
                </c:pt>
                <c:pt idx="4127">
                  <c:v>39.729407999999999</c:v>
                </c:pt>
                <c:pt idx="4128">
                  <c:v>39.702964999999999</c:v>
                </c:pt>
                <c:pt idx="4129">
                  <c:v>39.686667999999997</c:v>
                </c:pt>
                <c:pt idx="4130">
                  <c:v>39.674576000000002</c:v>
                </c:pt>
                <c:pt idx="4131">
                  <c:v>39.665737</c:v>
                </c:pt>
                <c:pt idx="4132">
                  <c:v>39.655472000000003</c:v>
                </c:pt>
                <c:pt idx="4133">
                  <c:v>39.627625000000002</c:v>
                </c:pt>
                <c:pt idx="4134">
                  <c:v>39.589432000000002</c:v>
                </c:pt>
                <c:pt idx="4135">
                  <c:v>39.546165000000002</c:v>
                </c:pt>
                <c:pt idx="4136">
                  <c:v>39.504879000000003</c:v>
                </c:pt>
                <c:pt idx="4137">
                  <c:v>39.465839000000003</c:v>
                </c:pt>
                <c:pt idx="4138">
                  <c:v>39.437252000000001</c:v>
                </c:pt>
                <c:pt idx="4139">
                  <c:v>39.415466000000002</c:v>
                </c:pt>
                <c:pt idx="4140">
                  <c:v>39.397129</c:v>
                </c:pt>
                <c:pt idx="4141">
                  <c:v>39.387206999999997</c:v>
                </c:pt>
                <c:pt idx="4142">
                  <c:v>39.377231999999999</c:v>
                </c:pt>
                <c:pt idx="4143">
                  <c:v>39.352477999999998</c:v>
                </c:pt>
                <c:pt idx="4144">
                  <c:v>39.312153000000002</c:v>
                </c:pt>
                <c:pt idx="4145">
                  <c:v>39.261336999999997</c:v>
                </c:pt>
                <c:pt idx="4146">
                  <c:v>39.216361999999997</c:v>
                </c:pt>
                <c:pt idx="4147">
                  <c:v>39.172629999999998</c:v>
                </c:pt>
                <c:pt idx="4148">
                  <c:v>39.137515999999998</c:v>
                </c:pt>
                <c:pt idx="4149">
                  <c:v>39.120209000000003</c:v>
                </c:pt>
                <c:pt idx="4150">
                  <c:v>39.110115</c:v>
                </c:pt>
                <c:pt idx="4151">
                  <c:v>39.100639000000001</c:v>
                </c:pt>
                <c:pt idx="4152">
                  <c:v>39.094546999999999</c:v>
                </c:pt>
                <c:pt idx="4153">
                  <c:v>39.071812000000001</c:v>
                </c:pt>
                <c:pt idx="4154">
                  <c:v>39.034058000000002</c:v>
                </c:pt>
                <c:pt idx="4155">
                  <c:v>38.974379999999996</c:v>
                </c:pt>
                <c:pt idx="4156">
                  <c:v>38.917937999999999</c:v>
                </c:pt>
                <c:pt idx="4157">
                  <c:v>38.877617000000001</c:v>
                </c:pt>
                <c:pt idx="4158">
                  <c:v>38.853026999999997</c:v>
                </c:pt>
                <c:pt idx="4159">
                  <c:v>38.839291000000003</c:v>
                </c:pt>
                <c:pt idx="4160">
                  <c:v>38.828651000000001</c:v>
                </c:pt>
                <c:pt idx="4161">
                  <c:v>38.821773999999998</c:v>
                </c:pt>
                <c:pt idx="4162">
                  <c:v>38.813094999999997</c:v>
                </c:pt>
                <c:pt idx="4163">
                  <c:v>38.787678</c:v>
                </c:pt>
                <c:pt idx="4164">
                  <c:v>38.740490000000001</c:v>
                </c:pt>
                <c:pt idx="4165">
                  <c:v>38.681927000000002</c:v>
                </c:pt>
                <c:pt idx="4166">
                  <c:v>38.636848000000001</c:v>
                </c:pt>
                <c:pt idx="4167">
                  <c:v>38.609470000000002</c:v>
                </c:pt>
                <c:pt idx="4168">
                  <c:v>38.590218</c:v>
                </c:pt>
                <c:pt idx="4169">
                  <c:v>38.577250999999997</c:v>
                </c:pt>
                <c:pt idx="4170">
                  <c:v>38.567017</c:v>
                </c:pt>
                <c:pt idx="4171">
                  <c:v>38.557724</c:v>
                </c:pt>
                <c:pt idx="4172">
                  <c:v>38.545684999999999</c:v>
                </c:pt>
                <c:pt idx="4173">
                  <c:v>38.520493000000002</c:v>
                </c:pt>
                <c:pt idx="4174">
                  <c:v>38.484493000000001</c:v>
                </c:pt>
                <c:pt idx="4175">
                  <c:v>38.439140000000002</c:v>
                </c:pt>
                <c:pt idx="4176">
                  <c:v>38.391185999999998</c:v>
                </c:pt>
                <c:pt idx="4177">
                  <c:v>38.360947000000003</c:v>
                </c:pt>
                <c:pt idx="4178">
                  <c:v>38.340183000000003</c:v>
                </c:pt>
                <c:pt idx="4179">
                  <c:v>38.325668</c:v>
                </c:pt>
                <c:pt idx="4180">
                  <c:v>38.313797000000001</c:v>
                </c:pt>
                <c:pt idx="4181">
                  <c:v>38.303513000000002</c:v>
                </c:pt>
                <c:pt idx="4182">
                  <c:v>38.290717999999998</c:v>
                </c:pt>
                <c:pt idx="4183">
                  <c:v>38.267482999999999</c:v>
                </c:pt>
                <c:pt idx="4184">
                  <c:v>38.224640000000001</c:v>
                </c:pt>
                <c:pt idx="4185">
                  <c:v>38.173889000000003</c:v>
                </c:pt>
                <c:pt idx="4186">
                  <c:v>38.122546999999997</c:v>
                </c:pt>
                <c:pt idx="4187">
                  <c:v>38.089489</c:v>
                </c:pt>
                <c:pt idx="4188">
                  <c:v>38.068913000000002</c:v>
                </c:pt>
                <c:pt idx="4189">
                  <c:v>38.051754000000003</c:v>
                </c:pt>
                <c:pt idx="4190">
                  <c:v>38.040813</c:v>
                </c:pt>
                <c:pt idx="4191">
                  <c:v>38.035212999999999</c:v>
                </c:pt>
                <c:pt idx="4192">
                  <c:v>38.022689999999997</c:v>
                </c:pt>
                <c:pt idx="4193">
                  <c:v>37.995185999999997</c:v>
                </c:pt>
                <c:pt idx="4194">
                  <c:v>37.954993999999999</c:v>
                </c:pt>
                <c:pt idx="4195">
                  <c:v>37.894432000000002</c:v>
                </c:pt>
                <c:pt idx="4196">
                  <c:v>37.845664999999997</c:v>
                </c:pt>
                <c:pt idx="4197">
                  <c:v>37.808459999999997</c:v>
                </c:pt>
                <c:pt idx="4198">
                  <c:v>37.783329000000002</c:v>
                </c:pt>
                <c:pt idx="4199">
                  <c:v>37.77552</c:v>
                </c:pt>
                <c:pt idx="4200">
                  <c:v>37.76437</c:v>
                </c:pt>
                <c:pt idx="4201">
                  <c:v>37.756382000000002</c:v>
                </c:pt>
                <c:pt idx="4202">
                  <c:v>37.746192999999998</c:v>
                </c:pt>
                <c:pt idx="4203">
                  <c:v>37.723083000000003</c:v>
                </c:pt>
                <c:pt idx="4204">
                  <c:v>37.676239000000002</c:v>
                </c:pt>
                <c:pt idx="4205">
                  <c:v>37.618057</c:v>
                </c:pt>
                <c:pt idx="4206">
                  <c:v>37.564869000000002</c:v>
                </c:pt>
                <c:pt idx="4207">
                  <c:v>37.521178999999997</c:v>
                </c:pt>
                <c:pt idx="4208">
                  <c:v>37.490127999999999</c:v>
                </c:pt>
                <c:pt idx="4209">
                  <c:v>37.472785999999999</c:v>
                </c:pt>
                <c:pt idx="4210">
                  <c:v>37.460875999999999</c:v>
                </c:pt>
                <c:pt idx="4211">
                  <c:v>37.453133000000001</c:v>
                </c:pt>
                <c:pt idx="4212">
                  <c:v>37.443882000000002</c:v>
                </c:pt>
                <c:pt idx="4213">
                  <c:v>37.423309000000003</c:v>
                </c:pt>
                <c:pt idx="4214">
                  <c:v>37.372005000000001</c:v>
                </c:pt>
                <c:pt idx="4215">
                  <c:v>37.312984</c:v>
                </c:pt>
                <c:pt idx="4216">
                  <c:v>37.255946999999999</c:v>
                </c:pt>
                <c:pt idx="4217">
                  <c:v>37.215232999999998</c:v>
                </c:pt>
                <c:pt idx="4218">
                  <c:v>37.184952000000003</c:v>
                </c:pt>
                <c:pt idx="4219">
                  <c:v>37.166297999999998</c:v>
                </c:pt>
                <c:pt idx="4220">
                  <c:v>37.155681999999999</c:v>
                </c:pt>
                <c:pt idx="4221">
                  <c:v>37.147593999999998</c:v>
                </c:pt>
                <c:pt idx="4222">
                  <c:v>37.137023999999997</c:v>
                </c:pt>
                <c:pt idx="4223">
                  <c:v>37.101996999999997</c:v>
                </c:pt>
                <c:pt idx="4224">
                  <c:v>37.053207</c:v>
                </c:pt>
                <c:pt idx="4225">
                  <c:v>36.991959000000001</c:v>
                </c:pt>
                <c:pt idx="4226">
                  <c:v>36.932319999999997</c:v>
                </c:pt>
                <c:pt idx="4227">
                  <c:v>36.886989999999997</c:v>
                </c:pt>
                <c:pt idx="4228">
                  <c:v>36.856976000000003</c:v>
                </c:pt>
                <c:pt idx="4229">
                  <c:v>36.837634999999999</c:v>
                </c:pt>
                <c:pt idx="4230">
                  <c:v>36.823219000000002</c:v>
                </c:pt>
                <c:pt idx="4231">
                  <c:v>36.813076000000002</c:v>
                </c:pt>
                <c:pt idx="4232">
                  <c:v>36.798721</c:v>
                </c:pt>
                <c:pt idx="4233">
                  <c:v>36.770930999999997</c:v>
                </c:pt>
                <c:pt idx="4234">
                  <c:v>36.725971000000001</c:v>
                </c:pt>
                <c:pt idx="4235">
                  <c:v>36.664524</c:v>
                </c:pt>
                <c:pt idx="4236">
                  <c:v>36.608162</c:v>
                </c:pt>
                <c:pt idx="4237">
                  <c:v>36.569175999999999</c:v>
                </c:pt>
                <c:pt idx="4238">
                  <c:v>36.541420000000002</c:v>
                </c:pt>
                <c:pt idx="4239">
                  <c:v>36.523784999999997</c:v>
                </c:pt>
                <c:pt idx="4240">
                  <c:v>36.510688999999999</c:v>
                </c:pt>
                <c:pt idx="4241">
                  <c:v>36.497269000000003</c:v>
                </c:pt>
                <c:pt idx="4242">
                  <c:v>36.477012999999999</c:v>
                </c:pt>
                <c:pt idx="4243">
                  <c:v>36.442883000000002</c:v>
                </c:pt>
                <c:pt idx="4244">
                  <c:v>36.387894000000003</c:v>
                </c:pt>
                <c:pt idx="4245">
                  <c:v>36.331882</c:v>
                </c:pt>
                <c:pt idx="4246">
                  <c:v>36.2761</c:v>
                </c:pt>
                <c:pt idx="4247">
                  <c:v>36.236141000000003</c:v>
                </c:pt>
                <c:pt idx="4248">
                  <c:v>36.205185</c:v>
                </c:pt>
                <c:pt idx="4249">
                  <c:v>36.189827000000001</c:v>
                </c:pt>
                <c:pt idx="4250">
                  <c:v>36.181313000000003</c:v>
                </c:pt>
                <c:pt idx="4251">
                  <c:v>36.170506000000003</c:v>
                </c:pt>
                <c:pt idx="4252">
                  <c:v>36.150581000000003</c:v>
                </c:pt>
                <c:pt idx="4253">
                  <c:v>36.120995000000001</c:v>
                </c:pt>
                <c:pt idx="4254">
                  <c:v>36.067509000000001</c:v>
                </c:pt>
                <c:pt idx="4255">
                  <c:v>36.008006999999999</c:v>
                </c:pt>
                <c:pt idx="4256">
                  <c:v>35.956631000000002</c:v>
                </c:pt>
                <c:pt idx="4257">
                  <c:v>35.918438000000002</c:v>
                </c:pt>
                <c:pt idx="4258">
                  <c:v>35.889857999999997</c:v>
                </c:pt>
                <c:pt idx="4259">
                  <c:v>35.878261999999999</c:v>
                </c:pt>
                <c:pt idx="4260">
                  <c:v>35.868454</c:v>
                </c:pt>
                <c:pt idx="4261">
                  <c:v>35.860157000000001</c:v>
                </c:pt>
                <c:pt idx="4262">
                  <c:v>35.846798</c:v>
                </c:pt>
                <c:pt idx="4263">
                  <c:v>35.812004000000002</c:v>
                </c:pt>
                <c:pt idx="4264">
                  <c:v>35.756821000000002</c:v>
                </c:pt>
                <c:pt idx="4265">
                  <c:v>35.702015000000003</c:v>
                </c:pt>
                <c:pt idx="4266">
                  <c:v>35.652721</c:v>
                </c:pt>
                <c:pt idx="4267">
                  <c:v>35.614429000000001</c:v>
                </c:pt>
                <c:pt idx="4268">
                  <c:v>35.588115999999999</c:v>
                </c:pt>
                <c:pt idx="4269">
                  <c:v>35.578045000000003</c:v>
                </c:pt>
                <c:pt idx="4270">
                  <c:v>35.572310999999999</c:v>
                </c:pt>
                <c:pt idx="4271">
                  <c:v>35.565662000000003</c:v>
                </c:pt>
                <c:pt idx="4272">
                  <c:v>35.550915000000003</c:v>
                </c:pt>
                <c:pt idx="4273">
                  <c:v>35.518948000000002</c:v>
                </c:pt>
                <c:pt idx="4274">
                  <c:v>35.466552999999998</c:v>
                </c:pt>
                <c:pt idx="4275">
                  <c:v>35.408442999999998</c:v>
                </c:pt>
                <c:pt idx="4276">
                  <c:v>35.348968999999997</c:v>
                </c:pt>
                <c:pt idx="4277">
                  <c:v>35.299332</c:v>
                </c:pt>
                <c:pt idx="4278">
                  <c:v>35.255146000000003</c:v>
                </c:pt>
                <c:pt idx="4279">
                  <c:v>35.217345999999999</c:v>
                </c:pt>
                <c:pt idx="4280">
                  <c:v>35.175823000000001</c:v>
                </c:pt>
                <c:pt idx="4281">
                  <c:v>35.127437999999998</c:v>
                </c:pt>
                <c:pt idx="4282">
                  <c:v>35.070137000000003</c:v>
                </c:pt>
                <c:pt idx="4283">
                  <c:v>34.988750000000003</c:v>
                </c:pt>
                <c:pt idx="4284">
                  <c:v>34.882725000000001</c:v>
                </c:pt>
                <c:pt idx="4285">
                  <c:v>34.772483999999999</c:v>
                </c:pt>
                <c:pt idx="4286">
                  <c:v>34.680809000000004</c:v>
                </c:pt>
                <c:pt idx="4287">
                  <c:v>34.599972000000001</c:v>
                </c:pt>
                <c:pt idx="4288">
                  <c:v>34.519523999999997</c:v>
                </c:pt>
                <c:pt idx="4289">
                  <c:v>34.431431000000003</c:v>
                </c:pt>
                <c:pt idx="4290">
                  <c:v>34.306323999999996</c:v>
                </c:pt>
                <c:pt idx="4291">
                  <c:v>34.129601000000001</c:v>
                </c:pt>
                <c:pt idx="4292">
                  <c:v>33.874397000000002</c:v>
                </c:pt>
                <c:pt idx="4293">
                  <c:v>33.574638</c:v>
                </c:pt>
                <c:pt idx="4294">
                  <c:v>33.191150999999998</c:v>
                </c:pt>
                <c:pt idx="4295">
                  <c:v>32.751221000000001</c:v>
                </c:pt>
                <c:pt idx="4296">
                  <c:v>32.313868999999997</c:v>
                </c:pt>
                <c:pt idx="4297">
                  <c:v>31.922799999999999</c:v>
                </c:pt>
                <c:pt idx="4298">
                  <c:v>31.597528000000001</c:v>
                </c:pt>
                <c:pt idx="4299">
                  <c:v>31.341653999999998</c:v>
                </c:pt>
                <c:pt idx="4300">
                  <c:v>31.149799000000002</c:v>
                </c:pt>
                <c:pt idx="4301">
                  <c:v>31.014203999999999</c:v>
                </c:pt>
                <c:pt idx="4302">
                  <c:v>30.924156</c:v>
                </c:pt>
                <c:pt idx="4303">
                  <c:v>30.863638000000002</c:v>
                </c:pt>
                <c:pt idx="4304">
                  <c:v>30.819686999999998</c:v>
                </c:pt>
                <c:pt idx="4305">
                  <c:v>30.807188</c:v>
                </c:pt>
                <c:pt idx="4306">
                  <c:v>30.833666000000001</c:v>
                </c:pt>
                <c:pt idx="4307">
                  <c:v>30.901710999999999</c:v>
                </c:pt>
                <c:pt idx="4308">
                  <c:v>31.001633000000002</c:v>
                </c:pt>
                <c:pt idx="4309">
                  <c:v>31.120213</c:v>
                </c:pt>
                <c:pt idx="4310">
                  <c:v>31.232727000000001</c:v>
                </c:pt>
                <c:pt idx="4311">
                  <c:v>31.313977999999999</c:v>
                </c:pt>
                <c:pt idx="4312">
                  <c:v>31.348642000000002</c:v>
                </c:pt>
                <c:pt idx="4313">
                  <c:v>31.321000999999999</c:v>
                </c:pt>
                <c:pt idx="4314">
                  <c:v>31.233433000000002</c:v>
                </c:pt>
                <c:pt idx="4315">
                  <c:v>31.125301</c:v>
                </c:pt>
                <c:pt idx="4316">
                  <c:v>31.036026</c:v>
                </c:pt>
                <c:pt idx="4317">
                  <c:v>30.977501</c:v>
                </c:pt>
                <c:pt idx="4318">
                  <c:v>30.953361999999998</c:v>
                </c:pt>
                <c:pt idx="4319">
                  <c:v>30.957761999999999</c:v>
                </c:pt>
                <c:pt idx="4320">
                  <c:v>30.978596</c:v>
                </c:pt>
                <c:pt idx="4321">
                  <c:v>30.996556999999999</c:v>
                </c:pt>
                <c:pt idx="4322">
                  <c:v>30.996849000000001</c:v>
                </c:pt>
                <c:pt idx="4323">
                  <c:v>30.968381999999998</c:v>
                </c:pt>
                <c:pt idx="4324">
                  <c:v>30.909855</c:v>
                </c:pt>
                <c:pt idx="4325">
                  <c:v>30.849136000000001</c:v>
                </c:pt>
                <c:pt idx="4326">
                  <c:v>30.806059000000001</c:v>
                </c:pt>
                <c:pt idx="4327">
                  <c:v>30.789943999999998</c:v>
                </c:pt>
                <c:pt idx="4328">
                  <c:v>30.805588</c:v>
                </c:pt>
                <c:pt idx="4329">
                  <c:v>30.837240000000001</c:v>
                </c:pt>
                <c:pt idx="4330">
                  <c:v>30.873863</c:v>
                </c:pt>
                <c:pt idx="4331">
                  <c:v>30.890004999999999</c:v>
                </c:pt>
                <c:pt idx="4332">
                  <c:v>30.872199999999999</c:v>
                </c:pt>
                <c:pt idx="4333">
                  <c:v>30.811043000000002</c:v>
                </c:pt>
                <c:pt idx="4334">
                  <c:v>30.715599000000001</c:v>
                </c:pt>
                <c:pt idx="4335">
                  <c:v>30.610271000000001</c:v>
                </c:pt>
                <c:pt idx="4336">
                  <c:v>30.520213999999999</c:v>
                </c:pt>
                <c:pt idx="4337">
                  <c:v>30.468094000000001</c:v>
                </c:pt>
                <c:pt idx="4338">
                  <c:v>30.444849000000001</c:v>
                </c:pt>
                <c:pt idx="4339">
                  <c:v>30.445409999999999</c:v>
                </c:pt>
                <c:pt idx="4340">
                  <c:v>30.464558</c:v>
                </c:pt>
                <c:pt idx="4341">
                  <c:v>30.482218</c:v>
                </c:pt>
                <c:pt idx="4342">
                  <c:v>30.482818999999999</c:v>
                </c:pt>
                <c:pt idx="4343">
                  <c:v>30.465209999999999</c:v>
                </c:pt>
                <c:pt idx="4344">
                  <c:v>30.431498000000001</c:v>
                </c:pt>
                <c:pt idx="4345">
                  <c:v>30.39996</c:v>
                </c:pt>
                <c:pt idx="4346">
                  <c:v>30.387886000000002</c:v>
                </c:pt>
                <c:pt idx="4347">
                  <c:v>30.399764999999999</c:v>
                </c:pt>
                <c:pt idx="4348">
                  <c:v>30.435206999999998</c:v>
                </c:pt>
                <c:pt idx="4349">
                  <c:v>30.478294000000002</c:v>
                </c:pt>
                <c:pt idx="4350">
                  <c:v>30.506720000000001</c:v>
                </c:pt>
                <c:pt idx="4351">
                  <c:v>30.505192000000001</c:v>
                </c:pt>
                <c:pt idx="4352">
                  <c:v>30.467072000000002</c:v>
                </c:pt>
                <c:pt idx="4353">
                  <c:v>30.392966999999999</c:v>
                </c:pt>
                <c:pt idx="4354">
                  <c:v>30.287199000000001</c:v>
                </c:pt>
                <c:pt idx="4355">
                  <c:v>30.179870999999999</c:v>
                </c:pt>
                <c:pt idx="4356">
                  <c:v>30.096613000000001</c:v>
                </c:pt>
                <c:pt idx="4357">
                  <c:v>30.036470000000001</c:v>
                </c:pt>
                <c:pt idx="4358">
                  <c:v>30.001937999999999</c:v>
                </c:pt>
                <c:pt idx="4359">
                  <c:v>29.990171</c:v>
                </c:pt>
                <c:pt idx="4360">
                  <c:v>29.986723000000001</c:v>
                </c:pt>
                <c:pt idx="4361">
                  <c:v>29.985510000000001</c:v>
                </c:pt>
                <c:pt idx="4362">
                  <c:v>29.978179999999998</c:v>
                </c:pt>
                <c:pt idx="4363">
                  <c:v>29.958151000000001</c:v>
                </c:pt>
                <c:pt idx="4364">
                  <c:v>29.924664</c:v>
                </c:pt>
                <c:pt idx="4365">
                  <c:v>29.897480000000002</c:v>
                </c:pt>
                <c:pt idx="4366">
                  <c:v>29.883673000000002</c:v>
                </c:pt>
                <c:pt idx="4367">
                  <c:v>29.891964000000002</c:v>
                </c:pt>
                <c:pt idx="4368">
                  <c:v>29.918866999999999</c:v>
                </c:pt>
                <c:pt idx="4369">
                  <c:v>29.954236999999999</c:v>
                </c:pt>
                <c:pt idx="4370">
                  <c:v>29.985299999999999</c:v>
                </c:pt>
                <c:pt idx="4371">
                  <c:v>29.999531000000001</c:v>
                </c:pt>
                <c:pt idx="4372">
                  <c:v>29.992533000000002</c:v>
                </c:pt>
                <c:pt idx="4373">
                  <c:v>29.955517</c:v>
                </c:pt>
                <c:pt idx="4374">
                  <c:v>29.903803</c:v>
                </c:pt>
                <c:pt idx="4375">
                  <c:v>29.855492000000002</c:v>
                </c:pt>
                <c:pt idx="4376">
                  <c:v>29.821954999999999</c:v>
                </c:pt>
                <c:pt idx="4377">
                  <c:v>29.800459</c:v>
                </c:pt>
                <c:pt idx="4378">
                  <c:v>29.805212000000001</c:v>
                </c:pt>
                <c:pt idx="4379">
                  <c:v>29.818766</c:v>
                </c:pt>
                <c:pt idx="4380">
                  <c:v>29.829170000000001</c:v>
                </c:pt>
                <c:pt idx="4381">
                  <c:v>29.837101000000001</c:v>
                </c:pt>
                <c:pt idx="4382">
                  <c:v>29.836355000000001</c:v>
                </c:pt>
                <c:pt idx="4383">
                  <c:v>29.810431999999999</c:v>
                </c:pt>
                <c:pt idx="4384">
                  <c:v>29.769114999999999</c:v>
                </c:pt>
                <c:pt idx="4385">
                  <c:v>29.733657999999998</c:v>
                </c:pt>
                <c:pt idx="4386">
                  <c:v>29.709804999999999</c:v>
                </c:pt>
                <c:pt idx="4387">
                  <c:v>29.696432000000001</c:v>
                </c:pt>
                <c:pt idx="4388">
                  <c:v>29.701708</c:v>
                </c:pt>
                <c:pt idx="4389">
                  <c:v>29.713028000000001</c:v>
                </c:pt>
                <c:pt idx="4390">
                  <c:v>29.731020000000001</c:v>
                </c:pt>
                <c:pt idx="4391">
                  <c:v>29.738354000000001</c:v>
                </c:pt>
                <c:pt idx="4392">
                  <c:v>29.735163</c:v>
                </c:pt>
                <c:pt idx="4393">
                  <c:v>29.715069</c:v>
                </c:pt>
                <c:pt idx="4394">
                  <c:v>29.689505</c:v>
                </c:pt>
                <c:pt idx="4395">
                  <c:v>29.652479</c:v>
                </c:pt>
                <c:pt idx="4396">
                  <c:v>29.624949999999998</c:v>
                </c:pt>
                <c:pt idx="4397">
                  <c:v>29.612172999999999</c:v>
                </c:pt>
                <c:pt idx="4398">
                  <c:v>29.622831000000001</c:v>
                </c:pt>
                <c:pt idx="4399">
                  <c:v>29.633793000000001</c:v>
                </c:pt>
                <c:pt idx="4400">
                  <c:v>29.651064000000002</c:v>
                </c:pt>
                <c:pt idx="4401">
                  <c:v>29.660962999999999</c:v>
                </c:pt>
                <c:pt idx="4402">
                  <c:v>29.658847999999999</c:v>
                </c:pt>
                <c:pt idx="4403">
                  <c:v>29.635929000000001</c:v>
                </c:pt>
                <c:pt idx="4404">
                  <c:v>29.598471</c:v>
                </c:pt>
                <c:pt idx="4405">
                  <c:v>29.567833</c:v>
                </c:pt>
                <c:pt idx="4406">
                  <c:v>29.544820999999999</c:v>
                </c:pt>
                <c:pt idx="4407">
                  <c:v>29.512848000000002</c:v>
                </c:pt>
                <c:pt idx="4408">
                  <c:v>29.46452</c:v>
                </c:pt>
                <c:pt idx="4409">
                  <c:v>29.487265000000001</c:v>
                </c:pt>
                <c:pt idx="4410">
                  <c:v>29.498137</c:v>
                </c:pt>
                <c:pt idx="4411">
                  <c:v>29.499609</c:v>
                </c:pt>
                <c:pt idx="4412">
                  <c:v>29.485413000000001</c:v>
                </c:pt>
                <c:pt idx="4413">
                  <c:v>29.474547999999999</c:v>
                </c:pt>
                <c:pt idx="4414">
                  <c:v>29.44182</c:v>
                </c:pt>
                <c:pt idx="4415">
                  <c:v>29.417522000000002</c:v>
                </c:pt>
                <c:pt idx="4416">
                  <c:v>29.382334</c:v>
                </c:pt>
                <c:pt idx="4417">
                  <c:v>29.379107000000001</c:v>
                </c:pt>
                <c:pt idx="4418">
                  <c:v>29.386479999999999</c:v>
                </c:pt>
                <c:pt idx="4419">
                  <c:v>29.400928</c:v>
                </c:pt>
                <c:pt idx="4420">
                  <c:v>29.447624000000001</c:v>
                </c:pt>
                <c:pt idx="4421">
                  <c:v>29.474764</c:v>
                </c:pt>
                <c:pt idx="4422">
                  <c:v>29.487017000000002</c:v>
                </c:pt>
                <c:pt idx="4423">
                  <c:v>29.477437999999999</c:v>
                </c:pt>
                <c:pt idx="4424">
                  <c:v>29.443715999999998</c:v>
                </c:pt>
                <c:pt idx="4425">
                  <c:v>29.420646999999999</c:v>
                </c:pt>
                <c:pt idx="4426">
                  <c:v>29.405062000000001</c:v>
                </c:pt>
                <c:pt idx="4427">
                  <c:v>29.398002999999999</c:v>
                </c:pt>
                <c:pt idx="4428">
                  <c:v>29.402605000000001</c:v>
                </c:pt>
                <c:pt idx="4429">
                  <c:v>29.424914999999999</c:v>
                </c:pt>
                <c:pt idx="4430">
                  <c:v>29.445885000000001</c:v>
                </c:pt>
                <c:pt idx="4431">
                  <c:v>29.460276</c:v>
                </c:pt>
                <c:pt idx="4432">
                  <c:v>29.466018999999999</c:v>
                </c:pt>
                <c:pt idx="4433">
                  <c:v>29.457232999999999</c:v>
                </c:pt>
                <c:pt idx="4434">
                  <c:v>29.430876000000001</c:v>
                </c:pt>
                <c:pt idx="4435">
                  <c:v>29.408503</c:v>
                </c:pt>
                <c:pt idx="4436">
                  <c:v>29.393657999999999</c:v>
                </c:pt>
                <c:pt idx="4437">
                  <c:v>29.391335000000002</c:v>
                </c:pt>
                <c:pt idx="4438">
                  <c:v>29.401046999999998</c:v>
                </c:pt>
                <c:pt idx="4439">
                  <c:v>29.411266000000001</c:v>
                </c:pt>
                <c:pt idx="4440">
                  <c:v>29.414341</c:v>
                </c:pt>
                <c:pt idx="4441">
                  <c:v>29.429195</c:v>
                </c:pt>
                <c:pt idx="4442">
                  <c:v>29.431919000000001</c:v>
                </c:pt>
                <c:pt idx="4443">
                  <c:v>29.418210999999999</c:v>
                </c:pt>
                <c:pt idx="4444">
                  <c:v>29.390554000000002</c:v>
                </c:pt>
                <c:pt idx="4445">
                  <c:v>29.368653999999999</c:v>
                </c:pt>
                <c:pt idx="4446">
                  <c:v>29.357754</c:v>
                </c:pt>
                <c:pt idx="4447">
                  <c:v>29.355302999999999</c:v>
                </c:pt>
                <c:pt idx="4448">
                  <c:v>29.364794</c:v>
                </c:pt>
                <c:pt idx="4449">
                  <c:v>29.380941</c:v>
                </c:pt>
                <c:pt idx="4450">
                  <c:v>29.399715</c:v>
                </c:pt>
                <c:pt idx="4451">
                  <c:v>29.409731000000001</c:v>
                </c:pt>
                <c:pt idx="4452">
                  <c:v>29.410025000000001</c:v>
                </c:pt>
                <c:pt idx="4453">
                  <c:v>29.387701</c:v>
                </c:pt>
                <c:pt idx="4454">
                  <c:v>29.355699999999999</c:v>
                </c:pt>
                <c:pt idx="4455">
                  <c:v>29.326498000000001</c:v>
                </c:pt>
                <c:pt idx="4456">
                  <c:v>29.317019999999999</c:v>
                </c:pt>
                <c:pt idx="4457">
                  <c:v>29.323540000000001</c:v>
                </c:pt>
                <c:pt idx="4458">
                  <c:v>29.337527999999999</c:v>
                </c:pt>
                <c:pt idx="4459">
                  <c:v>29.356138000000001</c:v>
                </c:pt>
                <c:pt idx="4460">
                  <c:v>29.374969</c:v>
                </c:pt>
                <c:pt idx="4461">
                  <c:v>29.393374999999999</c:v>
                </c:pt>
                <c:pt idx="4462">
                  <c:v>29.398078999999999</c:v>
                </c:pt>
                <c:pt idx="4463">
                  <c:v>29.392916</c:v>
                </c:pt>
                <c:pt idx="4464">
                  <c:v>29.372834999999998</c:v>
                </c:pt>
                <c:pt idx="4465">
                  <c:v>29.355122000000001</c:v>
                </c:pt>
                <c:pt idx="4466">
                  <c:v>29.342098</c:v>
                </c:pt>
                <c:pt idx="4467">
                  <c:v>29.339233</c:v>
                </c:pt>
                <c:pt idx="4468">
                  <c:v>29.352671000000001</c:v>
                </c:pt>
                <c:pt idx="4469">
                  <c:v>29.371393000000001</c:v>
                </c:pt>
                <c:pt idx="4470">
                  <c:v>29.389534000000001</c:v>
                </c:pt>
                <c:pt idx="4471">
                  <c:v>29.403210000000001</c:v>
                </c:pt>
                <c:pt idx="4472">
                  <c:v>29.407463</c:v>
                </c:pt>
                <c:pt idx="4473">
                  <c:v>29.392154999999999</c:v>
                </c:pt>
                <c:pt idx="4474">
                  <c:v>29.366253</c:v>
                </c:pt>
                <c:pt idx="4475">
                  <c:v>29.344283999999998</c:v>
                </c:pt>
                <c:pt idx="4476">
                  <c:v>29.332487</c:v>
                </c:pt>
                <c:pt idx="4477">
                  <c:v>29.332623000000002</c:v>
                </c:pt>
                <c:pt idx="4478">
                  <c:v>29.337181000000001</c:v>
                </c:pt>
                <c:pt idx="4479">
                  <c:v>30.248459</c:v>
                </c:pt>
                <c:pt idx="4480">
                  <c:v>31.345808000000002</c:v>
                </c:pt>
                <c:pt idx="4481">
                  <c:v>32.077540999999997</c:v>
                </c:pt>
                <c:pt idx="4482">
                  <c:v>32.481659000000001</c:v>
                </c:pt>
                <c:pt idx="4483">
                  <c:v>32.797812999999998</c:v>
                </c:pt>
                <c:pt idx="4484">
                  <c:v>33.098038000000003</c:v>
                </c:pt>
                <c:pt idx="4485">
                  <c:v>33.230365999999997</c:v>
                </c:pt>
                <c:pt idx="4486">
                  <c:v>33.479228999999997</c:v>
                </c:pt>
                <c:pt idx="4487">
                  <c:v>33.295639000000001</c:v>
                </c:pt>
                <c:pt idx="4488">
                  <c:v>32.604236999999998</c:v>
                </c:pt>
                <c:pt idx="4489">
                  <c:v>31.619496999999999</c:v>
                </c:pt>
                <c:pt idx="4490">
                  <c:v>30.915319</c:v>
                </c:pt>
                <c:pt idx="4491">
                  <c:v>30.697064999999998</c:v>
                </c:pt>
                <c:pt idx="4492">
                  <c:v>30.763210000000001</c:v>
                </c:pt>
                <c:pt idx="4493">
                  <c:v>30.930567</c:v>
                </c:pt>
                <c:pt idx="4494">
                  <c:v>31.124281</c:v>
                </c:pt>
                <c:pt idx="4495">
                  <c:v>31.204632</c:v>
                </c:pt>
                <c:pt idx="4496">
                  <c:v>31.218882000000001</c:v>
                </c:pt>
                <c:pt idx="4497">
                  <c:v>31.077518000000001</c:v>
                </c:pt>
                <c:pt idx="4498">
                  <c:v>30.822451000000001</c:v>
                </c:pt>
                <c:pt idx="4499">
                  <c:v>30.52158</c:v>
                </c:pt>
                <c:pt idx="4500">
                  <c:v>30.300621</c:v>
                </c:pt>
                <c:pt idx="4501">
                  <c:v>30.321314000000001</c:v>
                </c:pt>
                <c:pt idx="4502">
                  <c:v>30.354230999999999</c:v>
                </c:pt>
                <c:pt idx="4503">
                  <c:v>30.091324</c:v>
                </c:pt>
                <c:pt idx="4504">
                  <c:v>29.810138999999999</c:v>
                </c:pt>
                <c:pt idx="4505">
                  <c:v>29.864236999999999</c:v>
                </c:pt>
                <c:pt idx="4506">
                  <c:v>29.786797</c:v>
                </c:pt>
                <c:pt idx="4507">
                  <c:v>29.294160999999999</c:v>
                </c:pt>
                <c:pt idx="4508">
                  <c:v>28.743791999999999</c:v>
                </c:pt>
                <c:pt idx="4509">
                  <c:v>28.549693999999999</c:v>
                </c:pt>
                <c:pt idx="4510">
                  <c:v>28.948250000000002</c:v>
                </c:pt>
                <c:pt idx="4511">
                  <c:v>28.933866999999999</c:v>
                </c:pt>
                <c:pt idx="4512">
                  <c:v>28.811610999999999</c:v>
                </c:pt>
                <c:pt idx="4513">
                  <c:v>29.045871999999999</c:v>
                </c:pt>
                <c:pt idx="4514">
                  <c:v>29.354118</c:v>
                </c:pt>
                <c:pt idx="4515">
                  <c:v>29.455069999999999</c:v>
                </c:pt>
                <c:pt idx="4516">
                  <c:v>29.674344999999999</c:v>
                </c:pt>
                <c:pt idx="4517">
                  <c:v>30.10022</c:v>
                </c:pt>
                <c:pt idx="4518">
                  <c:v>30.670347</c:v>
                </c:pt>
                <c:pt idx="4519">
                  <c:v>31.200558000000001</c:v>
                </c:pt>
                <c:pt idx="4520">
                  <c:v>31.659051999999999</c:v>
                </c:pt>
                <c:pt idx="4521">
                  <c:v>32.036121000000001</c:v>
                </c:pt>
                <c:pt idx="4522">
                  <c:v>32.163665999999999</c:v>
                </c:pt>
                <c:pt idx="4523">
                  <c:v>31.914705000000001</c:v>
                </c:pt>
                <c:pt idx="4524">
                  <c:v>31.675574999999998</c:v>
                </c:pt>
                <c:pt idx="4525">
                  <c:v>31.473972</c:v>
                </c:pt>
                <c:pt idx="4526">
                  <c:v>31.035882999999998</c:v>
                </c:pt>
                <c:pt idx="4527">
                  <c:v>30.938606</c:v>
                </c:pt>
                <c:pt idx="4528">
                  <c:v>31.264816</c:v>
                </c:pt>
                <c:pt idx="4529">
                  <c:v>31.467649000000002</c:v>
                </c:pt>
                <c:pt idx="4530">
                  <c:v>31.421364000000001</c:v>
                </c:pt>
                <c:pt idx="4531">
                  <c:v>31.18741</c:v>
                </c:pt>
                <c:pt idx="4532">
                  <c:v>30.930273</c:v>
                </c:pt>
                <c:pt idx="4533">
                  <c:v>30.542000000000002</c:v>
                </c:pt>
                <c:pt idx="4534">
                  <c:v>29.955372000000001</c:v>
                </c:pt>
                <c:pt idx="4535">
                  <c:v>30.092414999999999</c:v>
                </c:pt>
                <c:pt idx="4536">
                  <c:v>30.797726000000001</c:v>
                </c:pt>
                <c:pt idx="4537">
                  <c:v>31.241854</c:v>
                </c:pt>
                <c:pt idx="4538">
                  <c:v>31.686192999999999</c:v>
                </c:pt>
                <c:pt idx="4539">
                  <c:v>32.196384000000002</c:v>
                </c:pt>
                <c:pt idx="4540">
                  <c:v>32.533203</c:v>
                </c:pt>
                <c:pt idx="4541">
                  <c:v>32.921604000000002</c:v>
                </c:pt>
                <c:pt idx="4542">
                  <c:v>32.939636</c:v>
                </c:pt>
                <c:pt idx="4543">
                  <c:v>32.743766999999998</c:v>
                </c:pt>
                <c:pt idx="4544">
                  <c:v>32.434513000000003</c:v>
                </c:pt>
                <c:pt idx="4545">
                  <c:v>32.042904</c:v>
                </c:pt>
                <c:pt idx="4546">
                  <c:v>31.632083999999999</c:v>
                </c:pt>
                <c:pt idx="4547">
                  <c:v>31.483086</c:v>
                </c:pt>
                <c:pt idx="4548">
                  <c:v>31.359235999999999</c:v>
                </c:pt>
                <c:pt idx="4549">
                  <c:v>31.179317000000001</c:v>
                </c:pt>
                <c:pt idx="4550">
                  <c:v>31.064857</c:v>
                </c:pt>
                <c:pt idx="4551">
                  <c:v>30.917055000000001</c:v>
                </c:pt>
                <c:pt idx="4552">
                  <c:v>30.865179000000001</c:v>
                </c:pt>
                <c:pt idx="4553">
                  <c:v>31.083437</c:v>
                </c:pt>
                <c:pt idx="4554">
                  <c:v>31.669003</c:v>
                </c:pt>
                <c:pt idx="4555">
                  <c:v>32.378517000000002</c:v>
                </c:pt>
                <c:pt idx="4556">
                  <c:v>32.841042000000002</c:v>
                </c:pt>
                <c:pt idx="4557">
                  <c:v>33.22184</c:v>
                </c:pt>
                <c:pt idx="4558">
                  <c:v>33.591213000000003</c:v>
                </c:pt>
                <c:pt idx="4559">
                  <c:v>33.546452000000002</c:v>
                </c:pt>
                <c:pt idx="4560">
                  <c:v>33.453239000000004</c:v>
                </c:pt>
                <c:pt idx="4561">
                  <c:v>33.607017999999997</c:v>
                </c:pt>
                <c:pt idx="4562">
                  <c:v>33.774718999999997</c:v>
                </c:pt>
                <c:pt idx="4563">
                  <c:v>33.711548000000001</c:v>
                </c:pt>
                <c:pt idx="4564">
                  <c:v>33.183174000000001</c:v>
                </c:pt>
                <c:pt idx="4565">
                  <c:v>32.456077999999998</c:v>
                </c:pt>
                <c:pt idx="4566">
                  <c:v>32.037308000000003</c:v>
                </c:pt>
                <c:pt idx="4567">
                  <c:v>32.020332000000003</c:v>
                </c:pt>
                <c:pt idx="4568">
                  <c:v>32.370078999999997</c:v>
                </c:pt>
                <c:pt idx="4569">
                  <c:v>32.877685999999997</c:v>
                </c:pt>
                <c:pt idx="4570">
                  <c:v>33.136276000000002</c:v>
                </c:pt>
                <c:pt idx="4571">
                  <c:v>33.402453999999999</c:v>
                </c:pt>
                <c:pt idx="4572">
                  <c:v>33.717461</c:v>
                </c:pt>
                <c:pt idx="4573">
                  <c:v>34.172195000000002</c:v>
                </c:pt>
                <c:pt idx="4574">
                  <c:v>34.783783</c:v>
                </c:pt>
                <c:pt idx="4575">
                  <c:v>34.820144999999997</c:v>
                </c:pt>
                <c:pt idx="4576">
                  <c:v>34.579650999999998</c:v>
                </c:pt>
                <c:pt idx="4577">
                  <c:v>34.417636999999999</c:v>
                </c:pt>
                <c:pt idx="4578">
                  <c:v>34.135337999999997</c:v>
                </c:pt>
                <c:pt idx="4579">
                  <c:v>34.034160999999997</c:v>
                </c:pt>
                <c:pt idx="4580">
                  <c:v>34.083827999999997</c:v>
                </c:pt>
                <c:pt idx="4581">
                  <c:v>33.841380999999998</c:v>
                </c:pt>
                <c:pt idx="4582">
                  <c:v>33.369121999999997</c:v>
                </c:pt>
                <c:pt idx="4583">
                  <c:v>33.139023000000002</c:v>
                </c:pt>
                <c:pt idx="4584">
                  <c:v>32.936104</c:v>
                </c:pt>
                <c:pt idx="4585">
                  <c:v>32.647007000000002</c:v>
                </c:pt>
                <c:pt idx="4586">
                  <c:v>32.300564000000001</c:v>
                </c:pt>
                <c:pt idx="4587">
                  <c:v>32.161372999999998</c:v>
                </c:pt>
                <c:pt idx="4588">
                  <c:v>32.439537000000001</c:v>
                </c:pt>
                <c:pt idx="4589">
                  <c:v>33.111846999999997</c:v>
                </c:pt>
                <c:pt idx="4590">
                  <c:v>33.560237999999998</c:v>
                </c:pt>
                <c:pt idx="4591">
                  <c:v>33.508372999999999</c:v>
                </c:pt>
                <c:pt idx="4592">
                  <c:v>33.154350000000001</c:v>
                </c:pt>
                <c:pt idx="4593">
                  <c:v>33.227088999999999</c:v>
                </c:pt>
                <c:pt idx="4594">
                  <c:v>33.539070000000002</c:v>
                </c:pt>
                <c:pt idx="4595">
                  <c:v>33.962634999999999</c:v>
                </c:pt>
                <c:pt idx="4596">
                  <c:v>34.630398</c:v>
                </c:pt>
                <c:pt idx="4597">
                  <c:v>35.313994999999998</c:v>
                </c:pt>
                <c:pt idx="4598">
                  <c:v>35.603183999999999</c:v>
                </c:pt>
                <c:pt idx="4599">
                  <c:v>35.450836000000002</c:v>
                </c:pt>
                <c:pt idx="4600">
                  <c:v>35.139797000000002</c:v>
                </c:pt>
                <c:pt idx="4601">
                  <c:v>35.026268000000002</c:v>
                </c:pt>
                <c:pt idx="4602">
                  <c:v>35.213219000000002</c:v>
                </c:pt>
                <c:pt idx="4603">
                  <c:v>35.348824</c:v>
                </c:pt>
                <c:pt idx="4604">
                  <c:v>35.151854999999998</c:v>
                </c:pt>
                <c:pt idx="4605">
                  <c:v>35.014792999999997</c:v>
                </c:pt>
                <c:pt idx="4606">
                  <c:v>34.967410999999998</c:v>
                </c:pt>
                <c:pt idx="4607">
                  <c:v>35.255367</c:v>
                </c:pt>
                <c:pt idx="4608">
                  <c:v>35.551665999999997</c:v>
                </c:pt>
                <c:pt idx="4609">
                  <c:v>35.806086999999998</c:v>
                </c:pt>
                <c:pt idx="4610">
                  <c:v>36.067974</c:v>
                </c:pt>
                <c:pt idx="4611">
                  <c:v>36.051872000000003</c:v>
                </c:pt>
                <c:pt idx="4612">
                  <c:v>36.062054000000003</c:v>
                </c:pt>
                <c:pt idx="4613">
                  <c:v>35.749428000000002</c:v>
                </c:pt>
                <c:pt idx="4614">
                  <c:v>35.195540999999999</c:v>
                </c:pt>
                <c:pt idx="4615">
                  <c:v>35.175986999999999</c:v>
                </c:pt>
                <c:pt idx="4616">
                  <c:v>35.424636999999997</c:v>
                </c:pt>
                <c:pt idx="4617">
                  <c:v>35.524825999999997</c:v>
                </c:pt>
                <c:pt idx="4618">
                  <c:v>35.318302000000003</c:v>
                </c:pt>
                <c:pt idx="4619">
                  <c:v>35.304993000000003</c:v>
                </c:pt>
                <c:pt idx="4620">
                  <c:v>35.961117000000002</c:v>
                </c:pt>
                <c:pt idx="4621">
                  <c:v>36.455039999999997</c:v>
                </c:pt>
                <c:pt idx="4622">
                  <c:v>36.579234999999997</c:v>
                </c:pt>
                <c:pt idx="4623">
                  <c:v>36.646393000000003</c:v>
                </c:pt>
                <c:pt idx="4624">
                  <c:v>36.571499000000003</c:v>
                </c:pt>
                <c:pt idx="4625">
                  <c:v>36.473990999999998</c:v>
                </c:pt>
                <c:pt idx="4626">
                  <c:v>36.358189000000003</c:v>
                </c:pt>
                <c:pt idx="4627">
                  <c:v>36.308720000000001</c:v>
                </c:pt>
                <c:pt idx="4628">
                  <c:v>36.378940999999998</c:v>
                </c:pt>
                <c:pt idx="4629">
                  <c:v>36.413196999999997</c:v>
                </c:pt>
                <c:pt idx="4630">
                  <c:v>36.359062000000002</c:v>
                </c:pt>
                <c:pt idx="4631">
                  <c:v>36.339965999999997</c:v>
                </c:pt>
                <c:pt idx="4632">
                  <c:v>36.261100999999996</c:v>
                </c:pt>
                <c:pt idx="4633">
                  <c:v>36.013644999999997</c:v>
                </c:pt>
                <c:pt idx="4634">
                  <c:v>36.037689</c:v>
                </c:pt>
                <c:pt idx="4635">
                  <c:v>36.278106999999999</c:v>
                </c:pt>
                <c:pt idx="4636">
                  <c:v>36.041736999999998</c:v>
                </c:pt>
                <c:pt idx="4637">
                  <c:v>35.727684000000004</c:v>
                </c:pt>
                <c:pt idx="4638">
                  <c:v>36.248565999999997</c:v>
                </c:pt>
                <c:pt idx="4639">
                  <c:v>36.641101999999997</c:v>
                </c:pt>
                <c:pt idx="4640">
                  <c:v>36.906841</c:v>
                </c:pt>
                <c:pt idx="4641">
                  <c:v>36.870007000000001</c:v>
                </c:pt>
                <c:pt idx="4642">
                  <c:v>36.198711000000003</c:v>
                </c:pt>
                <c:pt idx="4643">
                  <c:v>35.710419000000002</c:v>
                </c:pt>
                <c:pt idx="4644">
                  <c:v>35.517978999999997</c:v>
                </c:pt>
                <c:pt idx="4645">
                  <c:v>35.683551999999999</c:v>
                </c:pt>
                <c:pt idx="4646">
                  <c:v>36.065170000000002</c:v>
                </c:pt>
                <c:pt idx="4647">
                  <c:v>36.607193000000002</c:v>
                </c:pt>
                <c:pt idx="4648">
                  <c:v>37.053635</c:v>
                </c:pt>
                <c:pt idx="4649">
                  <c:v>37.559989999999999</c:v>
                </c:pt>
                <c:pt idx="4650">
                  <c:v>37.999752000000001</c:v>
                </c:pt>
                <c:pt idx="4651">
                  <c:v>38.398955999999998</c:v>
                </c:pt>
                <c:pt idx="4652">
                  <c:v>38.773997999999999</c:v>
                </c:pt>
                <c:pt idx="4653">
                  <c:v>39.127037000000001</c:v>
                </c:pt>
                <c:pt idx="4654">
                  <c:v>39.530735</c:v>
                </c:pt>
                <c:pt idx="4655">
                  <c:v>39.768776000000003</c:v>
                </c:pt>
                <c:pt idx="4656">
                  <c:v>39.591769999999997</c:v>
                </c:pt>
                <c:pt idx="4657">
                  <c:v>39.426349999999999</c:v>
                </c:pt>
                <c:pt idx="4658">
                  <c:v>39.378956000000002</c:v>
                </c:pt>
                <c:pt idx="4659">
                  <c:v>39.471888999999997</c:v>
                </c:pt>
                <c:pt idx="4660">
                  <c:v>39.589835999999998</c:v>
                </c:pt>
                <c:pt idx="4661">
                  <c:v>39.684897999999997</c:v>
                </c:pt>
                <c:pt idx="4662">
                  <c:v>39.741894000000002</c:v>
                </c:pt>
                <c:pt idx="4663">
                  <c:v>39.816391000000003</c:v>
                </c:pt>
                <c:pt idx="4664">
                  <c:v>39.935417000000001</c:v>
                </c:pt>
                <c:pt idx="4665">
                  <c:v>40.019238000000001</c:v>
                </c:pt>
                <c:pt idx="4666">
                  <c:v>40.135254000000003</c:v>
                </c:pt>
                <c:pt idx="4667">
                  <c:v>40.293495</c:v>
                </c:pt>
                <c:pt idx="4668">
                  <c:v>40.456623</c:v>
                </c:pt>
                <c:pt idx="4669">
                  <c:v>40.848258999999999</c:v>
                </c:pt>
                <c:pt idx="4670">
                  <c:v>40.993744</c:v>
                </c:pt>
                <c:pt idx="4671">
                  <c:v>40.726776000000001</c:v>
                </c:pt>
                <c:pt idx="4672">
                  <c:v>40.593597000000003</c:v>
                </c:pt>
                <c:pt idx="4673">
                  <c:v>40.624245000000002</c:v>
                </c:pt>
                <c:pt idx="4674">
                  <c:v>40.850033000000003</c:v>
                </c:pt>
                <c:pt idx="4675">
                  <c:v>41.251503</c:v>
                </c:pt>
                <c:pt idx="4676">
                  <c:v>41.762321</c:v>
                </c:pt>
                <c:pt idx="4677">
                  <c:v>41.941723000000003</c:v>
                </c:pt>
                <c:pt idx="4678">
                  <c:v>41.750228999999997</c:v>
                </c:pt>
                <c:pt idx="4679">
                  <c:v>41.679305999999997</c:v>
                </c:pt>
                <c:pt idx="4680">
                  <c:v>41.945835000000002</c:v>
                </c:pt>
                <c:pt idx="4681">
                  <c:v>42.245570999999998</c:v>
                </c:pt>
                <c:pt idx="4682">
                  <c:v>42.263511999999999</c:v>
                </c:pt>
                <c:pt idx="4683">
                  <c:v>42.408256999999999</c:v>
                </c:pt>
                <c:pt idx="4684">
                  <c:v>42.751140999999997</c:v>
                </c:pt>
                <c:pt idx="4685">
                  <c:v>42.839542000000002</c:v>
                </c:pt>
                <c:pt idx="4686">
                  <c:v>42.367888999999998</c:v>
                </c:pt>
                <c:pt idx="4687">
                  <c:v>41.801723000000003</c:v>
                </c:pt>
                <c:pt idx="4688">
                  <c:v>41.076466000000003</c:v>
                </c:pt>
                <c:pt idx="4689">
                  <c:v>39.429831999999998</c:v>
                </c:pt>
                <c:pt idx="4690">
                  <c:v>39.391300000000001</c:v>
                </c:pt>
                <c:pt idx="4691">
                  <c:v>43.744568000000001</c:v>
                </c:pt>
                <c:pt idx="4692">
                  <c:v>47.246226999999998</c:v>
                </c:pt>
                <c:pt idx="4693">
                  <c:v>49.208359000000002</c:v>
                </c:pt>
                <c:pt idx="4694">
                  <c:v>50.264622000000003</c:v>
                </c:pt>
                <c:pt idx="4695">
                  <c:v>50.687964999999998</c:v>
                </c:pt>
                <c:pt idx="4696">
                  <c:v>50.788662000000002</c:v>
                </c:pt>
                <c:pt idx="4697">
                  <c:v>50.743893</c:v>
                </c:pt>
                <c:pt idx="4698">
                  <c:v>50.890586999999996</c:v>
                </c:pt>
                <c:pt idx="4699">
                  <c:v>51.043529999999997</c:v>
                </c:pt>
                <c:pt idx="4700">
                  <c:v>50.984684000000001</c:v>
                </c:pt>
                <c:pt idx="4701">
                  <c:v>50.862034000000001</c:v>
                </c:pt>
                <c:pt idx="4702">
                  <c:v>50.732441000000001</c:v>
                </c:pt>
                <c:pt idx="4703">
                  <c:v>50.824717999999997</c:v>
                </c:pt>
                <c:pt idx="4704">
                  <c:v>50.284531000000001</c:v>
                </c:pt>
                <c:pt idx="4705">
                  <c:v>49.486618</c:v>
                </c:pt>
                <c:pt idx="4706">
                  <c:v>48.958565</c:v>
                </c:pt>
                <c:pt idx="4707">
                  <c:v>48.801006000000001</c:v>
                </c:pt>
                <c:pt idx="4708">
                  <c:v>48.574665000000003</c:v>
                </c:pt>
                <c:pt idx="4709">
                  <c:v>48.051589999999997</c:v>
                </c:pt>
                <c:pt idx="4710">
                  <c:v>48.075150000000001</c:v>
                </c:pt>
                <c:pt idx="4711">
                  <c:v>48.190071000000003</c:v>
                </c:pt>
                <c:pt idx="4712">
                  <c:v>48.176867999999999</c:v>
                </c:pt>
                <c:pt idx="4713">
                  <c:v>47.929538999999998</c:v>
                </c:pt>
                <c:pt idx="4714">
                  <c:v>47.673084000000003</c:v>
                </c:pt>
                <c:pt idx="4715">
                  <c:v>47.550915000000003</c:v>
                </c:pt>
                <c:pt idx="4716">
                  <c:v>47.433326999999998</c:v>
                </c:pt>
                <c:pt idx="4717">
                  <c:v>47.353985000000002</c:v>
                </c:pt>
                <c:pt idx="4718">
                  <c:v>47.437874000000001</c:v>
                </c:pt>
                <c:pt idx="4719">
                  <c:v>47.241280000000003</c:v>
                </c:pt>
                <c:pt idx="4720">
                  <c:v>47.090130000000002</c:v>
                </c:pt>
                <c:pt idx="4721">
                  <c:v>47.272323999999998</c:v>
                </c:pt>
                <c:pt idx="4722">
                  <c:v>47.408676</c:v>
                </c:pt>
                <c:pt idx="4723">
                  <c:v>47.428570000000001</c:v>
                </c:pt>
                <c:pt idx="4724">
                  <c:v>47.208271000000003</c:v>
                </c:pt>
                <c:pt idx="4725">
                  <c:v>46.895279000000002</c:v>
                </c:pt>
                <c:pt idx="4726">
                  <c:v>46.826103000000003</c:v>
                </c:pt>
                <c:pt idx="4727">
                  <c:v>46.708111000000002</c:v>
                </c:pt>
                <c:pt idx="4728">
                  <c:v>46.441344999999998</c:v>
                </c:pt>
                <c:pt idx="4729">
                  <c:v>46.335213000000003</c:v>
                </c:pt>
                <c:pt idx="4730">
                  <c:v>46.445740000000001</c:v>
                </c:pt>
                <c:pt idx="4731">
                  <c:v>46.943333000000003</c:v>
                </c:pt>
                <c:pt idx="4732">
                  <c:v>47.462077999999998</c:v>
                </c:pt>
                <c:pt idx="4733">
                  <c:v>47.288077999999999</c:v>
                </c:pt>
                <c:pt idx="4734">
                  <c:v>46.689723999999998</c:v>
                </c:pt>
                <c:pt idx="4735">
                  <c:v>46.573124</c:v>
                </c:pt>
                <c:pt idx="4736">
                  <c:v>46.934395000000002</c:v>
                </c:pt>
                <c:pt idx="4737">
                  <c:v>47.287211999999997</c:v>
                </c:pt>
                <c:pt idx="4738">
                  <c:v>47.166316999999999</c:v>
                </c:pt>
                <c:pt idx="4739">
                  <c:v>47.039307000000001</c:v>
                </c:pt>
                <c:pt idx="4740">
                  <c:v>47.027400999999998</c:v>
                </c:pt>
                <c:pt idx="4741">
                  <c:v>46.873660999999998</c:v>
                </c:pt>
                <c:pt idx="4742">
                  <c:v>46.761082000000002</c:v>
                </c:pt>
                <c:pt idx="4743">
                  <c:v>46.715049999999998</c:v>
                </c:pt>
                <c:pt idx="4744">
                  <c:v>46.826008000000002</c:v>
                </c:pt>
                <c:pt idx="4745">
                  <c:v>46.823689000000002</c:v>
                </c:pt>
                <c:pt idx="4746">
                  <c:v>46.686439999999997</c:v>
                </c:pt>
                <c:pt idx="4747">
                  <c:v>46.635776999999997</c:v>
                </c:pt>
                <c:pt idx="4748">
                  <c:v>46.717669999999998</c:v>
                </c:pt>
                <c:pt idx="4749">
                  <c:v>46.793971999999997</c:v>
                </c:pt>
                <c:pt idx="4750">
                  <c:v>46.999988999999999</c:v>
                </c:pt>
                <c:pt idx="4751">
                  <c:v>47.385311000000002</c:v>
                </c:pt>
                <c:pt idx="4752">
                  <c:v>47.693069000000001</c:v>
                </c:pt>
                <c:pt idx="4753">
                  <c:v>47.926139999999997</c:v>
                </c:pt>
                <c:pt idx="4754">
                  <c:v>47.863441000000002</c:v>
                </c:pt>
                <c:pt idx="4755">
                  <c:v>47.807158999999999</c:v>
                </c:pt>
                <c:pt idx="4756">
                  <c:v>47.908408999999999</c:v>
                </c:pt>
                <c:pt idx="4757">
                  <c:v>48.037787999999999</c:v>
                </c:pt>
                <c:pt idx="4758">
                  <c:v>47.986603000000002</c:v>
                </c:pt>
                <c:pt idx="4759">
                  <c:v>47.784325000000003</c:v>
                </c:pt>
                <c:pt idx="4760">
                  <c:v>47.818671999999999</c:v>
                </c:pt>
                <c:pt idx="4761">
                  <c:v>48.058239</c:v>
                </c:pt>
                <c:pt idx="4762">
                  <c:v>48.098843000000002</c:v>
                </c:pt>
                <c:pt idx="4763">
                  <c:v>47.999039000000003</c:v>
                </c:pt>
                <c:pt idx="4764">
                  <c:v>48.127850000000002</c:v>
                </c:pt>
                <c:pt idx="4765">
                  <c:v>48.381573000000003</c:v>
                </c:pt>
                <c:pt idx="4766">
                  <c:v>48.336159000000002</c:v>
                </c:pt>
                <c:pt idx="4767">
                  <c:v>48.115138999999999</c:v>
                </c:pt>
                <c:pt idx="4768">
                  <c:v>48.274887</c:v>
                </c:pt>
                <c:pt idx="4769">
                  <c:v>48.706726000000003</c:v>
                </c:pt>
                <c:pt idx="4770">
                  <c:v>48.801333999999997</c:v>
                </c:pt>
                <c:pt idx="4771">
                  <c:v>48.847873999999997</c:v>
                </c:pt>
                <c:pt idx="4772">
                  <c:v>49.104472999999999</c:v>
                </c:pt>
                <c:pt idx="4773">
                  <c:v>49.392941</c:v>
                </c:pt>
                <c:pt idx="4774">
                  <c:v>49.680832000000002</c:v>
                </c:pt>
                <c:pt idx="4775">
                  <c:v>49.162308000000003</c:v>
                </c:pt>
                <c:pt idx="4776">
                  <c:v>48.752429999999997</c:v>
                </c:pt>
                <c:pt idx="4777">
                  <c:v>48.895511999999997</c:v>
                </c:pt>
                <c:pt idx="4778">
                  <c:v>49.411518000000001</c:v>
                </c:pt>
                <c:pt idx="4779">
                  <c:v>49.562846999999998</c:v>
                </c:pt>
                <c:pt idx="4780">
                  <c:v>49.151989</c:v>
                </c:pt>
                <c:pt idx="4781">
                  <c:v>48.326466000000003</c:v>
                </c:pt>
                <c:pt idx="4782">
                  <c:v>47.708812999999999</c:v>
                </c:pt>
                <c:pt idx="4783">
                  <c:v>47.660685999999998</c:v>
                </c:pt>
                <c:pt idx="4784">
                  <c:v>47.73</c:v>
                </c:pt>
                <c:pt idx="4785">
                  <c:v>47.610450999999998</c:v>
                </c:pt>
                <c:pt idx="4786">
                  <c:v>47.511543000000003</c:v>
                </c:pt>
                <c:pt idx="4787">
                  <c:v>47.722918999999997</c:v>
                </c:pt>
                <c:pt idx="4788">
                  <c:v>47.819054000000001</c:v>
                </c:pt>
                <c:pt idx="4789">
                  <c:v>47.712341000000002</c:v>
                </c:pt>
                <c:pt idx="4790">
                  <c:v>47.638882000000002</c:v>
                </c:pt>
                <c:pt idx="4791">
                  <c:v>47.56926</c:v>
                </c:pt>
                <c:pt idx="4792">
                  <c:v>47.701931000000002</c:v>
                </c:pt>
                <c:pt idx="4793">
                  <c:v>47.888767000000001</c:v>
                </c:pt>
                <c:pt idx="4794">
                  <c:v>47.859611999999998</c:v>
                </c:pt>
                <c:pt idx="4795">
                  <c:v>47.729430999999998</c:v>
                </c:pt>
                <c:pt idx="4796">
                  <c:v>47.464748</c:v>
                </c:pt>
                <c:pt idx="4797">
                  <c:v>47.218426000000001</c:v>
                </c:pt>
                <c:pt idx="4798">
                  <c:v>46.882328000000001</c:v>
                </c:pt>
                <c:pt idx="4799">
                  <c:v>46.940586000000003</c:v>
                </c:pt>
                <c:pt idx="4800">
                  <c:v>47.194073000000003</c:v>
                </c:pt>
                <c:pt idx="4801">
                  <c:v>47.305987999999999</c:v>
                </c:pt>
                <c:pt idx="4802">
                  <c:v>47.391415000000002</c:v>
                </c:pt>
                <c:pt idx="4803">
                  <c:v>47.488273999999997</c:v>
                </c:pt>
                <c:pt idx="4804">
                  <c:v>47.505370999999997</c:v>
                </c:pt>
                <c:pt idx="4805">
                  <c:v>47.404769999999999</c:v>
                </c:pt>
                <c:pt idx="4806">
                  <c:v>47.412632000000002</c:v>
                </c:pt>
                <c:pt idx="4807">
                  <c:v>47.468254000000002</c:v>
                </c:pt>
                <c:pt idx="4808">
                  <c:v>47.613140000000001</c:v>
                </c:pt>
                <c:pt idx="4809">
                  <c:v>47.623488999999999</c:v>
                </c:pt>
                <c:pt idx="4810">
                  <c:v>47.196643999999999</c:v>
                </c:pt>
                <c:pt idx="4811">
                  <c:v>46.753825999999997</c:v>
                </c:pt>
                <c:pt idx="4812">
                  <c:v>46.766567000000002</c:v>
                </c:pt>
                <c:pt idx="4813">
                  <c:v>47.191718999999999</c:v>
                </c:pt>
                <c:pt idx="4814">
                  <c:v>47.329700000000003</c:v>
                </c:pt>
                <c:pt idx="4815">
                  <c:v>46.974842000000002</c:v>
                </c:pt>
                <c:pt idx="4816">
                  <c:v>46.473694000000002</c:v>
                </c:pt>
                <c:pt idx="4817">
                  <c:v>46.051288999999997</c:v>
                </c:pt>
                <c:pt idx="4818">
                  <c:v>46.296936000000002</c:v>
                </c:pt>
                <c:pt idx="4819">
                  <c:v>46.954200999999998</c:v>
                </c:pt>
                <c:pt idx="4820">
                  <c:v>47.508698000000003</c:v>
                </c:pt>
                <c:pt idx="4821">
                  <c:v>48.042439000000002</c:v>
                </c:pt>
                <c:pt idx="4822">
                  <c:v>48.224421999999997</c:v>
                </c:pt>
                <c:pt idx="4823">
                  <c:v>48.120528999999998</c:v>
                </c:pt>
                <c:pt idx="4824">
                  <c:v>47.976134999999999</c:v>
                </c:pt>
                <c:pt idx="4825">
                  <c:v>48.105995</c:v>
                </c:pt>
                <c:pt idx="4826">
                  <c:v>48.287745999999999</c:v>
                </c:pt>
                <c:pt idx="4827">
                  <c:v>48.433514000000002</c:v>
                </c:pt>
                <c:pt idx="4828">
                  <c:v>48.557094999999997</c:v>
                </c:pt>
                <c:pt idx="4829">
                  <c:v>48.448157999999999</c:v>
                </c:pt>
                <c:pt idx="4830">
                  <c:v>48.392769000000001</c:v>
                </c:pt>
                <c:pt idx="4831">
                  <c:v>48.650280000000002</c:v>
                </c:pt>
                <c:pt idx="4832">
                  <c:v>48.870807999999997</c:v>
                </c:pt>
                <c:pt idx="4833">
                  <c:v>49.138396999999998</c:v>
                </c:pt>
                <c:pt idx="4834">
                  <c:v>49.625647999999998</c:v>
                </c:pt>
                <c:pt idx="4835">
                  <c:v>49.955894000000001</c:v>
                </c:pt>
                <c:pt idx="4836">
                  <c:v>50.104976999999998</c:v>
                </c:pt>
                <c:pt idx="4837">
                  <c:v>50.028804999999998</c:v>
                </c:pt>
                <c:pt idx="4838">
                  <c:v>49.900475</c:v>
                </c:pt>
                <c:pt idx="4839">
                  <c:v>50.054133999999998</c:v>
                </c:pt>
                <c:pt idx="4840">
                  <c:v>49.698303000000003</c:v>
                </c:pt>
                <c:pt idx="4841">
                  <c:v>49.152076999999998</c:v>
                </c:pt>
                <c:pt idx="4842">
                  <c:v>48.646163999999999</c:v>
                </c:pt>
                <c:pt idx="4843">
                  <c:v>48.194823999999997</c:v>
                </c:pt>
                <c:pt idx="4844">
                  <c:v>48.301136</c:v>
                </c:pt>
                <c:pt idx="4845">
                  <c:v>48.701850999999998</c:v>
                </c:pt>
                <c:pt idx="4846">
                  <c:v>49.047485000000002</c:v>
                </c:pt>
                <c:pt idx="4847">
                  <c:v>49.439590000000003</c:v>
                </c:pt>
                <c:pt idx="4848">
                  <c:v>49.858463</c:v>
                </c:pt>
                <c:pt idx="4849">
                  <c:v>50.163445000000003</c:v>
                </c:pt>
                <c:pt idx="4850">
                  <c:v>50.190609000000002</c:v>
                </c:pt>
                <c:pt idx="4851">
                  <c:v>49.861088000000002</c:v>
                </c:pt>
                <c:pt idx="4852">
                  <c:v>49.896861999999999</c:v>
                </c:pt>
                <c:pt idx="4853">
                  <c:v>50.578968000000003</c:v>
                </c:pt>
                <c:pt idx="4854">
                  <c:v>51.256366999999997</c:v>
                </c:pt>
                <c:pt idx="4855">
                  <c:v>51.654099000000002</c:v>
                </c:pt>
                <c:pt idx="4856">
                  <c:v>51.866779000000001</c:v>
                </c:pt>
                <c:pt idx="4857">
                  <c:v>51.530006</c:v>
                </c:pt>
                <c:pt idx="4858">
                  <c:v>50.877479999999998</c:v>
                </c:pt>
                <c:pt idx="4859">
                  <c:v>50.709915000000002</c:v>
                </c:pt>
                <c:pt idx="4860">
                  <c:v>50.969031999999999</c:v>
                </c:pt>
                <c:pt idx="4861">
                  <c:v>51.075282999999999</c:v>
                </c:pt>
                <c:pt idx="4862">
                  <c:v>51.093845000000002</c:v>
                </c:pt>
                <c:pt idx="4863">
                  <c:v>51.354488000000003</c:v>
                </c:pt>
                <c:pt idx="4864">
                  <c:v>51.755997000000001</c:v>
                </c:pt>
                <c:pt idx="4865">
                  <c:v>52.367882000000002</c:v>
                </c:pt>
                <c:pt idx="4866">
                  <c:v>52.735278999999998</c:v>
                </c:pt>
                <c:pt idx="4867">
                  <c:v>52.542503000000004</c:v>
                </c:pt>
                <c:pt idx="4868">
                  <c:v>52.033703000000003</c:v>
                </c:pt>
                <c:pt idx="4869">
                  <c:v>51.964153000000003</c:v>
                </c:pt>
                <c:pt idx="4870">
                  <c:v>52.359817999999997</c:v>
                </c:pt>
                <c:pt idx="4871">
                  <c:v>52.549702000000003</c:v>
                </c:pt>
                <c:pt idx="4872">
                  <c:v>52.360644999999998</c:v>
                </c:pt>
                <c:pt idx="4873">
                  <c:v>51.712905999999997</c:v>
                </c:pt>
                <c:pt idx="4874">
                  <c:v>51.224533000000001</c:v>
                </c:pt>
                <c:pt idx="4875">
                  <c:v>51.538853000000003</c:v>
                </c:pt>
                <c:pt idx="4876">
                  <c:v>52.047919999999998</c:v>
                </c:pt>
                <c:pt idx="4877">
                  <c:v>52.072899</c:v>
                </c:pt>
                <c:pt idx="4878">
                  <c:v>51.832512000000001</c:v>
                </c:pt>
                <c:pt idx="4879">
                  <c:v>51.64761</c:v>
                </c:pt>
                <c:pt idx="4880">
                  <c:v>51.824325999999999</c:v>
                </c:pt>
                <c:pt idx="4881">
                  <c:v>52.182529000000002</c:v>
                </c:pt>
                <c:pt idx="4882">
                  <c:v>52.407474999999998</c:v>
                </c:pt>
                <c:pt idx="4883">
                  <c:v>52.867503999999997</c:v>
                </c:pt>
                <c:pt idx="4884">
                  <c:v>53.068767999999999</c:v>
                </c:pt>
                <c:pt idx="4885">
                  <c:v>52.686672000000002</c:v>
                </c:pt>
                <c:pt idx="4886">
                  <c:v>52.229011999999997</c:v>
                </c:pt>
                <c:pt idx="4887">
                  <c:v>51.917721</c:v>
                </c:pt>
                <c:pt idx="4888">
                  <c:v>51.917709000000002</c:v>
                </c:pt>
                <c:pt idx="4889">
                  <c:v>52.188384999999997</c:v>
                </c:pt>
                <c:pt idx="4890">
                  <c:v>52.206294999999997</c:v>
                </c:pt>
                <c:pt idx="4891">
                  <c:v>52.027946</c:v>
                </c:pt>
                <c:pt idx="4892">
                  <c:v>51.949134999999998</c:v>
                </c:pt>
                <c:pt idx="4893">
                  <c:v>51.990799000000003</c:v>
                </c:pt>
                <c:pt idx="4894">
                  <c:v>52.353138000000001</c:v>
                </c:pt>
                <c:pt idx="4895">
                  <c:v>52.918945000000001</c:v>
                </c:pt>
                <c:pt idx="4896">
                  <c:v>53.377048000000002</c:v>
                </c:pt>
                <c:pt idx="4897">
                  <c:v>53.772015000000003</c:v>
                </c:pt>
                <c:pt idx="4898">
                  <c:v>54.012000999999998</c:v>
                </c:pt>
                <c:pt idx="4899">
                  <c:v>54.222630000000002</c:v>
                </c:pt>
                <c:pt idx="4900">
                  <c:v>54.301575</c:v>
                </c:pt>
                <c:pt idx="4901">
                  <c:v>54.356388000000003</c:v>
                </c:pt>
                <c:pt idx="4902">
                  <c:v>54.470165000000001</c:v>
                </c:pt>
                <c:pt idx="4903">
                  <c:v>54.371941</c:v>
                </c:pt>
                <c:pt idx="4904">
                  <c:v>53.739899000000001</c:v>
                </c:pt>
                <c:pt idx="4905">
                  <c:v>53.299393000000002</c:v>
                </c:pt>
                <c:pt idx="4906">
                  <c:v>53.145995999999997</c:v>
                </c:pt>
                <c:pt idx="4907">
                  <c:v>53.066231000000002</c:v>
                </c:pt>
                <c:pt idx="4908">
                  <c:v>52.891930000000002</c:v>
                </c:pt>
                <c:pt idx="4909">
                  <c:v>52.777797999999997</c:v>
                </c:pt>
                <c:pt idx="4910">
                  <c:v>52.722523000000002</c:v>
                </c:pt>
                <c:pt idx="4911">
                  <c:v>52.438251000000001</c:v>
                </c:pt>
                <c:pt idx="4912">
                  <c:v>52.057335000000002</c:v>
                </c:pt>
                <c:pt idx="4913">
                  <c:v>51.805424000000002</c:v>
                </c:pt>
                <c:pt idx="4914">
                  <c:v>52.032169000000003</c:v>
                </c:pt>
                <c:pt idx="4915">
                  <c:v>52.449474000000002</c:v>
                </c:pt>
                <c:pt idx="4916">
                  <c:v>52.647854000000002</c:v>
                </c:pt>
                <c:pt idx="4917">
                  <c:v>52.532893999999999</c:v>
                </c:pt>
                <c:pt idx="4918">
                  <c:v>52.354469000000002</c:v>
                </c:pt>
                <c:pt idx="4919">
                  <c:v>52.273335000000003</c:v>
                </c:pt>
                <c:pt idx="4920">
                  <c:v>52.424858</c:v>
                </c:pt>
                <c:pt idx="4921">
                  <c:v>52.661324</c:v>
                </c:pt>
                <c:pt idx="4922">
                  <c:v>52.998790999999997</c:v>
                </c:pt>
                <c:pt idx="4923">
                  <c:v>53.391643999999999</c:v>
                </c:pt>
                <c:pt idx="4924">
                  <c:v>53.367317</c:v>
                </c:pt>
                <c:pt idx="4925">
                  <c:v>52.768470999999998</c:v>
                </c:pt>
                <c:pt idx="4926">
                  <c:v>52.224494999999997</c:v>
                </c:pt>
                <c:pt idx="4927">
                  <c:v>51.716087000000002</c:v>
                </c:pt>
                <c:pt idx="4928">
                  <c:v>51.214267999999997</c:v>
                </c:pt>
                <c:pt idx="4929">
                  <c:v>51.531154999999998</c:v>
                </c:pt>
                <c:pt idx="4930">
                  <c:v>52.34169</c:v>
                </c:pt>
                <c:pt idx="4931">
                  <c:v>53.253807000000002</c:v>
                </c:pt>
                <c:pt idx="4932">
                  <c:v>53.509704999999997</c:v>
                </c:pt>
                <c:pt idx="4933">
                  <c:v>53.235053999999998</c:v>
                </c:pt>
                <c:pt idx="4934">
                  <c:v>52.825935000000001</c:v>
                </c:pt>
                <c:pt idx="4935">
                  <c:v>52.571117000000001</c:v>
                </c:pt>
                <c:pt idx="4936">
                  <c:v>52.445374000000001</c:v>
                </c:pt>
                <c:pt idx="4937">
                  <c:v>52.454535999999997</c:v>
                </c:pt>
                <c:pt idx="4938">
                  <c:v>52.518073999999999</c:v>
                </c:pt>
                <c:pt idx="4939">
                  <c:v>52.741123000000002</c:v>
                </c:pt>
                <c:pt idx="4940">
                  <c:v>53.048358999999998</c:v>
                </c:pt>
                <c:pt idx="4941">
                  <c:v>53.392937000000003</c:v>
                </c:pt>
                <c:pt idx="4942">
                  <c:v>53.738407000000002</c:v>
                </c:pt>
                <c:pt idx="4943">
                  <c:v>53.800789000000002</c:v>
                </c:pt>
                <c:pt idx="4944">
                  <c:v>53.736046000000002</c:v>
                </c:pt>
                <c:pt idx="4945">
                  <c:v>53.376506999999997</c:v>
                </c:pt>
                <c:pt idx="4946">
                  <c:v>53.002620999999998</c:v>
                </c:pt>
                <c:pt idx="4947">
                  <c:v>52.879447999999996</c:v>
                </c:pt>
                <c:pt idx="4948">
                  <c:v>53.018752999999997</c:v>
                </c:pt>
                <c:pt idx="4949">
                  <c:v>53.385674000000002</c:v>
                </c:pt>
                <c:pt idx="4950">
                  <c:v>53.843890999999999</c:v>
                </c:pt>
                <c:pt idx="4951">
                  <c:v>54.173428000000001</c:v>
                </c:pt>
                <c:pt idx="4952">
                  <c:v>54.271832000000003</c:v>
                </c:pt>
                <c:pt idx="4953">
                  <c:v>54.276587999999997</c:v>
                </c:pt>
                <c:pt idx="4954">
                  <c:v>53.801482999999998</c:v>
                </c:pt>
                <c:pt idx="4955">
                  <c:v>53.530258000000003</c:v>
                </c:pt>
                <c:pt idx="4956">
                  <c:v>53.655929999999998</c:v>
                </c:pt>
                <c:pt idx="4957">
                  <c:v>53.660465000000002</c:v>
                </c:pt>
                <c:pt idx="4958">
                  <c:v>53.455345000000001</c:v>
                </c:pt>
                <c:pt idx="4959">
                  <c:v>52.997352999999997</c:v>
                </c:pt>
                <c:pt idx="4960">
                  <c:v>52.462299000000002</c:v>
                </c:pt>
                <c:pt idx="4961">
                  <c:v>51.941471</c:v>
                </c:pt>
                <c:pt idx="4962">
                  <c:v>51.847724999999997</c:v>
                </c:pt>
                <c:pt idx="4963">
                  <c:v>51.949558000000003</c:v>
                </c:pt>
                <c:pt idx="4964">
                  <c:v>52.135013999999998</c:v>
                </c:pt>
                <c:pt idx="4965">
                  <c:v>52.313617999999998</c:v>
                </c:pt>
                <c:pt idx="4966">
                  <c:v>52.485874000000003</c:v>
                </c:pt>
                <c:pt idx="4967">
                  <c:v>52.588104000000001</c:v>
                </c:pt>
                <c:pt idx="4968">
                  <c:v>52.789146000000002</c:v>
                </c:pt>
                <c:pt idx="4969">
                  <c:v>53.419787999999997</c:v>
                </c:pt>
                <c:pt idx="4970">
                  <c:v>53.962681000000003</c:v>
                </c:pt>
                <c:pt idx="4971">
                  <c:v>54.258082999999999</c:v>
                </c:pt>
                <c:pt idx="4972">
                  <c:v>54.581862999999998</c:v>
                </c:pt>
                <c:pt idx="4973">
                  <c:v>54.943527000000003</c:v>
                </c:pt>
                <c:pt idx="4974">
                  <c:v>55.106701000000001</c:v>
                </c:pt>
                <c:pt idx="4975">
                  <c:v>54.900841</c:v>
                </c:pt>
                <c:pt idx="4976">
                  <c:v>54.811996000000001</c:v>
                </c:pt>
                <c:pt idx="4977">
                  <c:v>54.614432999999998</c:v>
                </c:pt>
                <c:pt idx="4978">
                  <c:v>54.192070000000001</c:v>
                </c:pt>
                <c:pt idx="4979">
                  <c:v>53.903336000000003</c:v>
                </c:pt>
                <c:pt idx="4980">
                  <c:v>53.609558</c:v>
                </c:pt>
                <c:pt idx="4981">
                  <c:v>53.548222000000003</c:v>
                </c:pt>
                <c:pt idx="4982">
                  <c:v>53.811625999999997</c:v>
                </c:pt>
                <c:pt idx="4983">
                  <c:v>54.233711</c:v>
                </c:pt>
                <c:pt idx="4984">
                  <c:v>54.457656999999998</c:v>
                </c:pt>
                <c:pt idx="4985">
                  <c:v>54.440426000000002</c:v>
                </c:pt>
                <c:pt idx="4986">
                  <c:v>54.460560000000001</c:v>
                </c:pt>
                <c:pt idx="4987">
                  <c:v>54.680492000000001</c:v>
                </c:pt>
                <c:pt idx="4988">
                  <c:v>54.925220000000003</c:v>
                </c:pt>
                <c:pt idx="4989">
                  <c:v>54.807960999999999</c:v>
                </c:pt>
                <c:pt idx="4990">
                  <c:v>54.188972</c:v>
                </c:pt>
                <c:pt idx="4991">
                  <c:v>53.679409</c:v>
                </c:pt>
                <c:pt idx="4992">
                  <c:v>53.331778999999997</c:v>
                </c:pt>
                <c:pt idx="4993">
                  <c:v>53.222724999999997</c:v>
                </c:pt>
                <c:pt idx="4994">
                  <c:v>53.090778</c:v>
                </c:pt>
                <c:pt idx="4995">
                  <c:v>52.710861000000001</c:v>
                </c:pt>
                <c:pt idx="4996">
                  <c:v>52.303531999999997</c:v>
                </c:pt>
                <c:pt idx="4997">
                  <c:v>51.909416</c:v>
                </c:pt>
                <c:pt idx="4998">
                  <c:v>51.773032999999998</c:v>
                </c:pt>
                <c:pt idx="4999">
                  <c:v>51.951529999999998</c:v>
                </c:pt>
                <c:pt idx="5000">
                  <c:v>52.426780999999998</c:v>
                </c:pt>
                <c:pt idx="5001">
                  <c:v>53.109935999999998</c:v>
                </c:pt>
                <c:pt idx="5002">
                  <c:v>53.442646000000003</c:v>
                </c:pt>
                <c:pt idx="5003">
                  <c:v>53.360664</c:v>
                </c:pt>
                <c:pt idx="5004">
                  <c:v>53.059981999999998</c:v>
                </c:pt>
                <c:pt idx="5005">
                  <c:v>53.041065000000003</c:v>
                </c:pt>
                <c:pt idx="5006">
                  <c:v>53.047863</c:v>
                </c:pt>
                <c:pt idx="5007">
                  <c:v>53.126075999999998</c:v>
                </c:pt>
                <c:pt idx="5008">
                  <c:v>53.150928</c:v>
                </c:pt>
                <c:pt idx="5009">
                  <c:v>53.072795999999997</c:v>
                </c:pt>
                <c:pt idx="5010">
                  <c:v>53.096310000000003</c:v>
                </c:pt>
                <c:pt idx="5011">
                  <c:v>52.970435999999999</c:v>
                </c:pt>
                <c:pt idx="5012">
                  <c:v>52.760356999999999</c:v>
                </c:pt>
                <c:pt idx="5013">
                  <c:v>52.797069999999998</c:v>
                </c:pt>
                <c:pt idx="5014">
                  <c:v>53.044113000000003</c:v>
                </c:pt>
                <c:pt idx="5015">
                  <c:v>53.438377000000003</c:v>
                </c:pt>
                <c:pt idx="5016">
                  <c:v>53.662556000000002</c:v>
                </c:pt>
                <c:pt idx="5017">
                  <c:v>53.503273</c:v>
                </c:pt>
                <c:pt idx="5018">
                  <c:v>53.493487999999999</c:v>
                </c:pt>
                <c:pt idx="5019">
                  <c:v>53.631560999999998</c:v>
                </c:pt>
                <c:pt idx="5020">
                  <c:v>53.514023000000002</c:v>
                </c:pt>
                <c:pt idx="5021">
                  <c:v>53.554310000000001</c:v>
                </c:pt>
                <c:pt idx="5022">
                  <c:v>53.718330000000002</c:v>
                </c:pt>
                <c:pt idx="5023">
                  <c:v>53.651359999999997</c:v>
                </c:pt>
                <c:pt idx="5024">
                  <c:v>53.481521999999998</c:v>
                </c:pt>
                <c:pt idx="5025">
                  <c:v>53.208224999999999</c:v>
                </c:pt>
                <c:pt idx="5026">
                  <c:v>52.916767</c:v>
                </c:pt>
                <c:pt idx="5027">
                  <c:v>52.79562</c:v>
                </c:pt>
                <c:pt idx="5028">
                  <c:v>52.748916999999999</c:v>
                </c:pt>
                <c:pt idx="5029">
                  <c:v>52.900398000000003</c:v>
                </c:pt>
                <c:pt idx="5030">
                  <c:v>52.914749</c:v>
                </c:pt>
                <c:pt idx="5031">
                  <c:v>52.770488999999998</c:v>
                </c:pt>
                <c:pt idx="5032">
                  <c:v>52.526240999999999</c:v>
                </c:pt>
                <c:pt idx="5033">
                  <c:v>52.538139000000001</c:v>
                </c:pt>
                <c:pt idx="5034">
                  <c:v>52.967384000000003</c:v>
                </c:pt>
                <c:pt idx="5035">
                  <c:v>53.457943</c:v>
                </c:pt>
                <c:pt idx="5036">
                  <c:v>53.940441</c:v>
                </c:pt>
                <c:pt idx="5037">
                  <c:v>53.907246000000001</c:v>
                </c:pt>
                <c:pt idx="5038">
                  <c:v>53.364243000000002</c:v>
                </c:pt>
                <c:pt idx="5039">
                  <c:v>52.846606999999999</c:v>
                </c:pt>
                <c:pt idx="5040">
                  <c:v>52.333888999999999</c:v>
                </c:pt>
                <c:pt idx="5041">
                  <c:v>52.076698</c:v>
                </c:pt>
                <c:pt idx="5042">
                  <c:v>52.123061999999997</c:v>
                </c:pt>
                <c:pt idx="5043">
                  <c:v>52.067112000000002</c:v>
                </c:pt>
                <c:pt idx="5044">
                  <c:v>51.838859999999997</c:v>
                </c:pt>
                <c:pt idx="5045">
                  <c:v>51.598700999999998</c:v>
                </c:pt>
                <c:pt idx="5046">
                  <c:v>51.179161000000001</c:v>
                </c:pt>
                <c:pt idx="5047">
                  <c:v>51.002834</c:v>
                </c:pt>
                <c:pt idx="5048">
                  <c:v>51.067295000000001</c:v>
                </c:pt>
                <c:pt idx="5049">
                  <c:v>51.412272999999999</c:v>
                </c:pt>
                <c:pt idx="5050">
                  <c:v>52.065688999999999</c:v>
                </c:pt>
                <c:pt idx="5051">
                  <c:v>52.415314000000002</c:v>
                </c:pt>
                <c:pt idx="5052">
                  <c:v>52.478752</c:v>
                </c:pt>
                <c:pt idx="5053">
                  <c:v>52.324131000000001</c:v>
                </c:pt>
                <c:pt idx="5054">
                  <c:v>52.190238999999998</c:v>
                </c:pt>
                <c:pt idx="5055">
                  <c:v>52.127827000000003</c:v>
                </c:pt>
                <c:pt idx="5056">
                  <c:v>51.943030999999998</c:v>
                </c:pt>
                <c:pt idx="5057">
                  <c:v>51.656868000000003</c:v>
                </c:pt>
                <c:pt idx="5058">
                  <c:v>51.262241000000003</c:v>
                </c:pt>
                <c:pt idx="5059">
                  <c:v>51.032848000000001</c:v>
                </c:pt>
                <c:pt idx="5060">
                  <c:v>50.901179999999997</c:v>
                </c:pt>
                <c:pt idx="5061">
                  <c:v>50.675434000000003</c:v>
                </c:pt>
                <c:pt idx="5062">
                  <c:v>50.891598000000002</c:v>
                </c:pt>
                <c:pt idx="5063">
                  <c:v>51.345325000000003</c:v>
                </c:pt>
                <c:pt idx="5064">
                  <c:v>51.496547999999997</c:v>
                </c:pt>
                <c:pt idx="5065">
                  <c:v>51.473067999999998</c:v>
                </c:pt>
                <c:pt idx="5066">
                  <c:v>51.355629</c:v>
                </c:pt>
                <c:pt idx="5067">
                  <c:v>51.344710999999997</c:v>
                </c:pt>
                <c:pt idx="5068">
                  <c:v>51.384483000000003</c:v>
                </c:pt>
                <c:pt idx="5069">
                  <c:v>51.279212999999999</c:v>
                </c:pt>
                <c:pt idx="5070">
                  <c:v>51.310290999999999</c:v>
                </c:pt>
                <c:pt idx="5071">
                  <c:v>51.523724000000001</c:v>
                </c:pt>
                <c:pt idx="5072">
                  <c:v>51.868668</c:v>
                </c:pt>
                <c:pt idx="5073">
                  <c:v>51.820346999999998</c:v>
                </c:pt>
                <c:pt idx="5074">
                  <c:v>51.534576000000001</c:v>
                </c:pt>
                <c:pt idx="5075">
                  <c:v>51.468960000000003</c:v>
                </c:pt>
                <c:pt idx="5076">
                  <c:v>51.596420000000002</c:v>
                </c:pt>
                <c:pt idx="5077">
                  <c:v>51.801918000000001</c:v>
                </c:pt>
                <c:pt idx="5078">
                  <c:v>52.238407000000002</c:v>
                </c:pt>
                <c:pt idx="5079">
                  <c:v>52.722614</c:v>
                </c:pt>
                <c:pt idx="5080">
                  <c:v>52.805691000000003</c:v>
                </c:pt>
                <c:pt idx="5081">
                  <c:v>52.765709000000001</c:v>
                </c:pt>
                <c:pt idx="5082">
                  <c:v>52.844501000000001</c:v>
                </c:pt>
                <c:pt idx="5083">
                  <c:v>52.994556000000003</c:v>
                </c:pt>
                <c:pt idx="5084">
                  <c:v>53.066558999999998</c:v>
                </c:pt>
                <c:pt idx="5085">
                  <c:v>53.135868000000002</c:v>
                </c:pt>
                <c:pt idx="5086">
                  <c:v>53.388770999999998</c:v>
                </c:pt>
                <c:pt idx="5087">
                  <c:v>53.581767999999997</c:v>
                </c:pt>
                <c:pt idx="5088">
                  <c:v>53.514313000000001</c:v>
                </c:pt>
                <c:pt idx="5089">
                  <c:v>53.462296000000002</c:v>
                </c:pt>
                <c:pt idx="5090">
                  <c:v>53.391295999999997</c:v>
                </c:pt>
                <c:pt idx="5091">
                  <c:v>53.269160999999997</c:v>
                </c:pt>
                <c:pt idx="5092">
                  <c:v>52.950854999999997</c:v>
                </c:pt>
                <c:pt idx="5093">
                  <c:v>52.313972</c:v>
                </c:pt>
                <c:pt idx="5094">
                  <c:v>51.449657000000002</c:v>
                </c:pt>
                <c:pt idx="5095">
                  <c:v>51.002490999999999</c:v>
                </c:pt>
                <c:pt idx="5096">
                  <c:v>51.229472999999999</c:v>
                </c:pt>
                <c:pt idx="5097">
                  <c:v>51.815361000000003</c:v>
                </c:pt>
                <c:pt idx="5098">
                  <c:v>52.110233000000001</c:v>
                </c:pt>
                <c:pt idx="5099">
                  <c:v>52.24221</c:v>
                </c:pt>
                <c:pt idx="5100">
                  <c:v>52.446247</c:v>
                </c:pt>
                <c:pt idx="5101">
                  <c:v>52.494652000000002</c:v>
                </c:pt>
                <c:pt idx="5102">
                  <c:v>52.563980000000001</c:v>
                </c:pt>
                <c:pt idx="5103">
                  <c:v>52.529395999999998</c:v>
                </c:pt>
                <c:pt idx="5104">
                  <c:v>52.426178</c:v>
                </c:pt>
                <c:pt idx="5105">
                  <c:v>52.346007999999998</c:v>
                </c:pt>
                <c:pt idx="5106">
                  <c:v>52.389347000000001</c:v>
                </c:pt>
                <c:pt idx="5107">
                  <c:v>52.374096000000002</c:v>
                </c:pt>
                <c:pt idx="5108">
                  <c:v>52.085953000000003</c:v>
                </c:pt>
                <c:pt idx="5109">
                  <c:v>51.864413999999996</c:v>
                </c:pt>
                <c:pt idx="5110">
                  <c:v>51.821925999999998</c:v>
                </c:pt>
                <c:pt idx="5111">
                  <c:v>51.773705</c:v>
                </c:pt>
                <c:pt idx="5112">
                  <c:v>51.466800999999997</c:v>
                </c:pt>
                <c:pt idx="5113">
                  <c:v>50.889609999999998</c:v>
                </c:pt>
                <c:pt idx="5114">
                  <c:v>50.389130000000002</c:v>
                </c:pt>
                <c:pt idx="5115">
                  <c:v>50.202033999999998</c:v>
                </c:pt>
                <c:pt idx="5116">
                  <c:v>50.136336999999997</c:v>
                </c:pt>
                <c:pt idx="5117">
                  <c:v>50.337085999999999</c:v>
                </c:pt>
                <c:pt idx="5118">
                  <c:v>50.719872000000002</c:v>
                </c:pt>
                <c:pt idx="5119">
                  <c:v>50.870345999999998</c:v>
                </c:pt>
                <c:pt idx="5120">
                  <c:v>51.130245000000002</c:v>
                </c:pt>
                <c:pt idx="5121">
                  <c:v>51.424534000000001</c:v>
                </c:pt>
                <c:pt idx="5122">
                  <c:v>51.589354999999998</c:v>
                </c:pt>
                <c:pt idx="5123">
                  <c:v>51.867125999999999</c:v>
                </c:pt>
                <c:pt idx="5124">
                  <c:v>51.733887000000003</c:v>
                </c:pt>
                <c:pt idx="5125">
                  <c:v>51.191723000000003</c:v>
                </c:pt>
                <c:pt idx="5126">
                  <c:v>50.930027000000003</c:v>
                </c:pt>
                <c:pt idx="5127">
                  <c:v>50.724536999999998</c:v>
                </c:pt>
                <c:pt idx="5128">
                  <c:v>50.352511999999997</c:v>
                </c:pt>
                <c:pt idx="5129">
                  <c:v>50.014439000000003</c:v>
                </c:pt>
                <c:pt idx="5130">
                  <c:v>49.965674999999997</c:v>
                </c:pt>
                <c:pt idx="5131">
                  <c:v>50.151611000000003</c:v>
                </c:pt>
                <c:pt idx="5132">
                  <c:v>50.295025000000003</c:v>
                </c:pt>
                <c:pt idx="5133">
                  <c:v>50.173434999999998</c:v>
                </c:pt>
                <c:pt idx="5134">
                  <c:v>50.119441999999999</c:v>
                </c:pt>
                <c:pt idx="5135">
                  <c:v>50.463169000000001</c:v>
                </c:pt>
                <c:pt idx="5136">
                  <c:v>50.544635999999997</c:v>
                </c:pt>
                <c:pt idx="5137">
                  <c:v>50.469017000000001</c:v>
                </c:pt>
                <c:pt idx="5138">
                  <c:v>50.781395000000003</c:v>
                </c:pt>
                <c:pt idx="5139">
                  <c:v>51.253239000000001</c:v>
                </c:pt>
                <c:pt idx="5140">
                  <c:v>51.514671</c:v>
                </c:pt>
                <c:pt idx="5141">
                  <c:v>51.660366000000003</c:v>
                </c:pt>
                <c:pt idx="5142">
                  <c:v>45.089160999999997</c:v>
                </c:pt>
                <c:pt idx="5143">
                  <c:v>47.196052999999999</c:v>
                </c:pt>
                <c:pt idx="5144">
                  <c:v>48.235359000000003</c:v>
                </c:pt>
                <c:pt idx="5145">
                  <c:v>48.962558999999999</c:v>
                </c:pt>
                <c:pt idx="5146">
                  <c:v>49.626128999999999</c:v>
                </c:pt>
                <c:pt idx="5147">
                  <c:v>50.143326000000002</c:v>
                </c:pt>
                <c:pt idx="5148">
                  <c:v>50.520149000000004</c:v>
                </c:pt>
                <c:pt idx="5149">
                  <c:v>50.576949999999997</c:v>
                </c:pt>
                <c:pt idx="5150">
                  <c:v>50.434078</c:v>
                </c:pt>
                <c:pt idx="5151">
                  <c:v>50.375782000000001</c:v>
                </c:pt>
                <c:pt idx="5152">
                  <c:v>50.537979</c:v>
                </c:pt>
                <c:pt idx="5153">
                  <c:v>50.842990999999998</c:v>
                </c:pt>
                <c:pt idx="5154">
                  <c:v>50.904221</c:v>
                </c:pt>
                <c:pt idx="5155">
                  <c:v>51.040714000000001</c:v>
                </c:pt>
                <c:pt idx="5156">
                  <c:v>51.423488999999996</c:v>
                </c:pt>
                <c:pt idx="5157">
                  <c:v>51.796581000000003</c:v>
                </c:pt>
                <c:pt idx="5158">
                  <c:v>52.089764000000002</c:v>
                </c:pt>
                <c:pt idx="5159">
                  <c:v>52.341918999999997</c:v>
                </c:pt>
                <c:pt idx="5160">
                  <c:v>52.435772</c:v>
                </c:pt>
                <c:pt idx="5161">
                  <c:v>52.531910000000003</c:v>
                </c:pt>
                <c:pt idx="5162">
                  <c:v>52.753441000000002</c:v>
                </c:pt>
                <c:pt idx="5163">
                  <c:v>52.76247</c:v>
                </c:pt>
                <c:pt idx="5164">
                  <c:v>52.703102000000001</c:v>
                </c:pt>
                <c:pt idx="5165">
                  <c:v>52.742775000000002</c:v>
                </c:pt>
                <c:pt idx="5166">
                  <c:v>52.650393999999999</c:v>
                </c:pt>
                <c:pt idx="5167">
                  <c:v>52.581577000000003</c:v>
                </c:pt>
                <c:pt idx="5168">
                  <c:v>52.741871000000003</c:v>
                </c:pt>
                <c:pt idx="5169">
                  <c:v>52.777531000000003</c:v>
                </c:pt>
                <c:pt idx="5170">
                  <c:v>52.852660999999998</c:v>
                </c:pt>
                <c:pt idx="5171">
                  <c:v>52.889862000000001</c:v>
                </c:pt>
                <c:pt idx="5172">
                  <c:v>52.809989999999999</c:v>
                </c:pt>
                <c:pt idx="5173">
                  <c:v>52.742088000000003</c:v>
                </c:pt>
                <c:pt idx="5174">
                  <c:v>52.771545000000003</c:v>
                </c:pt>
                <c:pt idx="5175">
                  <c:v>52.891472</c:v>
                </c:pt>
                <c:pt idx="5176">
                  <c:v>53.03199</c:v>
                </c:pt>
                <c:pt idx="5177">
                  <c:v>52.945380999999998</c:v>
                </c:pt>
                <c:pt idx="5178">
                  <c:v>52.862513999999997</c:v>
                </c:pt>
                <c:pt idx="5179">
                  <c:v>53.110351999999999</c:v>
                </c:pt>
                <c:pt idx="5180">
                  <c:v>53.542338999999998</c:v>
                </c:pt>
                <c:pt idx="5181">
                  <c:v>53.736420000000003</c:v>
                </c:pt>
                <c:pt idx="5182">
                  <c:v>53.750464999999998</c:v>
                </c:pt>
                <c:pt idx="5183">
                  <c:v>53.837226999999999</c:v>
                </c:pt>
                <c:pt idx="5184">
                  <c:v>53.949539000000001</c:v>
                </c:pt>
                <c:pt idx="5185">
                  <c:v>54.197612999999997</c:v>
                </c:pt>
                <c:pt idx="5186">
                  <c:v>54.308982999999998</c:v>
                </c:pt>
                <c:pt idx="5187">
                  <c:v>54.347099</c:v>
                </c:pt>
                <c:pt idx="5188">
                  <c:v>54.451939000000003</c:v>
                </c:pt>
                <c:pt idx="5189">
                  <c:v>54.497642999999997</c:v>
                </c:pt>
                <c:pt idx="5190">
                  <c:v>54.447471999999998</c:v>
                </c:pt>
                <c:pt idx="5191">
                  <c:v>54.408031000000001</c:v>
                </c:pt>
                <c:pt idx="5192">
                  <c:v>54.264194000000003</c:v>
                </c:pt>
                <c:pt idx="5193">
                  <c:v>54.077778000000002</c:v>
                </c:pt>
                <c:pt idx="5194">
                  <c:v>54.155766</c:v>
                </c:pt>
                <c:pt idx="5195">
                  <c:v>54.625079999999997</c:v>
                </c:pt>
                <c:pt idx="5196">
                  <c:v>55.174380999999997</c:v>
                </c:pt>
                <c:pt idx="5197">
                  <c:v>55.456679999999999</c:v>
                </c:pt>
                <c:pt idx="5198">
                  <c:v>55.265777999999997</c:v>
                </c:pt>
                <c:pt idx="5199">
                  <c:v>55.038367999999998</c:v>
                </c:pt>
                <c:pt idx="5200">
                  <c:v>55.073096999999997</c:v>
                </c:pt>
                <c:pt idx="5201">
                  <c:v>55.354281999999998</c:v>
                </c:pt>
                <c:pt idx="5202">
                  <c:v>55.566563000000002</c:v>
                </c:pt>
                <c:pt idx="5203">
                  <c:v>55.675826999999998</c:v>
                </c:pt>
                <c:pt idx="5204">
                  <c:v>55.885554999999997</c:v>
                </c:pt>
                <c:pt idx="5205">
                  <c:v>55.403675</c:v>
                </c:pt>
                <c:pt idx="5206">
                  <c:v>55.432139999999997</c:v>
                </c:pt>
                <c:pt idx="5207">
                  <c:v>56.005778999999997</c:v>
                </c:pt>
                <c:pt idx="5208">
                  <c:v>56.505695000000003</c:v>
                </c:pt>
                <c:pt idx="5209">
                  <c:v>56.707313999999997</c:v>
                </c:pt>
                <c:pt idx="5210">
                  <c:v>56.813301000000003</c:v>
                </c:pt>
                <c:pt idx="5211">
                  <c:v>56.832118999999999</c:v>
                </c:pt>
                <c:pt idx="5212">
                  <c:v>56.979050000000001</c:v>
                </c:pt>
                <c:pt idx="5213">
                  <c:v>57.090355000000002</c:v>
                </c:pt>
                <c:pt idx="5214">
                  <c:v>56.905692999999999</c:v>
                </c:pt>
                <c:pt idx="5215">
                  <c:v>56.751911</c:v>
                </c:pt>
                <c:pt idx="5216">
                  <c:v>56.683230999999999</c:v>
                </c:pt>
                <c:pt idx="5217">
                  <c:v>56.442740999999998</c:v>
                </c:pt>
                <c:pt idx="5218">
                  <c:v>56.189639999999997</c:v>
                </c:pt>
                <c:pt idx="5219">
                  <c:v>56.360954</c:v>
                </c:pt>
                <c:pt idx="5220">
                  <c:v>56.851664999999997</c:v>
                </c:pt>
                <c:pt idx="5221">
                  <c:v>57.305678999999998</c:v>
                </c:pt>
                <c:pt idx="5222">
                  <c:v>57.434013</c:v>
                </c:pt>
                <c:pt idx="5223">
                  <c:v>57.351616</c:v>
                </c:pt>
                <c:pt idx="5224">
                  <c:v>57.263961999999999</c:v>
                </c:pt>
                <c:pt idx="5225">
                  <c:v>57.344219000000002</c:v>
                </c:pt>
                <c:pt idx="5226">
                  <c:v>57.452624999999998</c:v>
                </c:pt>
                <c:pt idx="5227">
                  <c:v>57.586002000000001</c:v>
                </c:pt>
                <c:pt idx="5228">
                  <c:v>57.629455999999998</c:v>
                </c:pt>
                <c:pt idx="5229">
                  <c:v>57.231502999999996</c:v>
                </c:pt>
                <c:pt idx="5230">
                  <c:v>56.643059000000001</c:v>
                </c:pt>
                <c:pt idx="5231">
                  <c:v>56.412551999999998</c:v>
                </c:pt>
                <c:pt idx="5232">
                  <c:v>56.310397999999999</c:v>
                </c:pt>
                <c:pt idx="5233">
                  <c:v>56.083114999999999</c:v>
                </c:pt>
                <c:pt idx="5234">
                  <c:v>56.131393000000003</c:v>
                </c:pt>
                <c:pt idx="5235">
                  <c:v>56.03537</c:v>
                </c:pt>
                <c:pt idx="5236">
                  <c:v>55.606231999999999</c:v>
                </c:pt>
                <c:pt idx="5237">
                  <c:v>55.406734</c:v>
                </c:pt>
                <c:pt idx="5238">
                  <c:v>55.484962000000003</c:v>
                </c:pt>
                <c:pt idx="5239">
                  <c:v>55.266162999999999</c:v>
                </c:pt>
                <c:pt idx="5240">
                  <c:v>54.752974999999999</c:v>
                </c:pt>
                <c:pt idx="5241">
                  <c:v>54.409950000000002</c:v>
                </c:pt>
                <c:pt idx="5242">
                  <c:v>54.299545000000002</c:v>
                </c:pt>
                <c:pt idx="5243">
                  <c:v>54.4161</c:v>
                </c:pt>
                <c:pt idx="5244">
                  <c:v>54.396683000000003</c:v>
                </c:pt>
                <c:pt idx="5245">
                  <c:v>54.122177000000001</c:v>
                </c:pt>
                <c:pt idx="5246">
                  <c:v>54.002789</c:v>
                </c:pt>
                <c:pt idx="5247">
                  <c:v>54.189137000000002</c:v>
                </c:pt>
                <c:pt idx="5248">
                  <c:v>54.653846999999999</c:v>
                </c:pt>
                <c:pt idx="5249">
                  <c:v>55.047783000000003</c:v>
                </c:pt>
                <c:pt idx="5250">
                  <c:v>54.856686000000003</c:v>
                </c:pt>
                <c:pt idx="5251">
                  <c:v>54.347237</c:v>
                </c:pt>
                <c:pt idx="5252">
                  <c:v>54.169860999999997</c:v>
                </c:pt>
                <c:pt idx="5253">
                  <c:v>53.900806000000003</c:v>
                </c:pt>
                <c:pt idx="5254">
                  <c:v>53.389305</c:v>
                </c:pt>
                <c:pt idx="5255">
                  <c:v>52.993744</c:v>
                </c:pt>
                <c:pt idx="5256">
                  <c:v>52.709102999999999</c:v>
                </c:pt>
                <c:pt idx="5257">
                  <c:v>53.006400999999997</c:v>
                </c:pt>
                <c:pt idx="5258">
                  <c:v>52.924315999999997</c:v>
                </c:pt>
                <c:pt idx="5259">
                  <c:v>52.548256000000002</c:v>
                </c:pt>
                <c:pt idx="5260">
                  <c:v>52.435841000000003</c:v>
                </c:pt>
                <c:pt idx="5261">
                  <c:v>52.354320999999999</c:v>
                </c:pt>
                <c:pt idx="5262">
                  <c:v>52.487675000000003</c:v>
                </c:pt>
                <c:pt idx="5263">
                  <c:v>52.373795000000001</c:v>
                </c:pt>
                <c:pt idx="5264">
                  <c:v>52.398761999999998</c:v>
                </c:pt>
                <c:pt idx="5265">
                  <c:v>52.312049999999999</c:v>
                </c:pt>
                <c:pt idx="5266">
                  <c:v>52.568427999999997</c:v>
                </c:pt>
                <c:pt idx="5267">
                  <c:v>53.139091000000001</c:v>
                </c:pt>
                <c:pt idx="5268">
                  <c:v>53.682254999999998</c:v>
                </c:pt>
                <c:pt idx="5269">
                  <c:v>53.709159999999997</c:v>
                </c:pt>
                <c:pt idx="5270">
                  <c:v>53.443671999999999</c:v>
                </c:pt>
                <c:pt idx="5271">
                  <c:v>52.951523000000002</c:v>
                </c:pt>
                <c:pt idx="5272">
                  <c:v>52.611972999999999</c:v>
                </c:pt>
                <c:pt idx="5273">
                  <c:v>52.834991000000002</c:v>
                </c:pt>
                <c:pt idx="5274">
                  <c:v>53.162295999999998</c:v>
                </c:pt>
                <c:pt idx="5275">
                  <c:v>52.630741</c:v>
                </c:pt>
                <c:pt idx="5276">
                  <c:v>52.210365000000003</c:v>
                </c:pt>
                <c:pt idx="5277">
                  <c:v>51.962817999999999</c:v>
                </c:pt>
                <c:pt idx="5278">
                  <c:v>52.046249000000003</c:v>
                </c:pt>
                <c:pt idx="5279">
                  <c:v>52.115577999999999</c:v>
                </c:pt>
                <c:pt idx="5280">
                  <c:v>52.179324999999999</c:v>
                </c:pt>
                <c:pt idx="5281">
                  <c:v>52.321948999999996</c:v>
                </c:pt>
                <c:pt idx="5282">
                  <c:v>52.352341000000003</c:v>
                </c:pt>
                <c:pt idx="5283">
                  <c:v>52.416297999999998</c:v>
                </c:pt>
                <c:pt idx="5284">
                  <c:v>52.598694000000002</c:v>
                </c:pt>
                <c:pt idx="5285">
                  <c:v>52.671638000000002</c:v>
                </c:pt>
                <c:pt idx="5286">
                  <c:v>52.389811999999999</c:v>
                </c:pt>
                <c:pt idx="5287">
                  <c:v>52.231873</c:v>
                </c:pt>
                <c:pt idx="5288">
                  <c:v>52.130198999999998</c:v>
                </c:pt>
                <c:pt idx="5289">
                  <c:v>51.889865999999998</c:v>
                </c:pt>
                <c:pt idx="5290">
                  <c:v>51.503467999999998</c:v>
                </c:pt>
                <c:pt idx="5291">
                  <c:v>51.264366000000003</c:v>
                </c:pt>
                <c:pt idx="5292">
                  <c:v>51.236378000000002</c:v>
                </c:pt>
                <c:pt idx="5293">
                  <c:v>51.245316000000003</c:v>
                </c:pt>
                <c:pt idx="5294">
                  <c:v>51.135860000000001</c:v>
                </c:pt>
                <c:pt idx="5295">
                  <c:v>50.782969999999999</c:v>
                </c:pt>
                <c:pt idx="5296">
                  <c:v>50.671829000000002</c:v>
                </c:pt>
                <c:pt idx="5297">
                  <c:v>50.893120000000003</c:v>
                </c:pt>
                <c:pt idx="5298">
                  <c:v>51.398884000000002</c:v>
                </c:pt>
                <c:pt idx="5299">
                  <c:v>51.676127999999999</c:v>
                </c:pt>
                <c:pt idx="5300">
                  <c:v>51.469054999999997</c:v>
                </c:pt>
                <c:pt idx="5301">
                  <c:v>51.476146999999997</c:v>
                </c:pt>
                <c:pt idx="5302">
                  <c:v>51.734810000000003</c:v>
                </c:pt>
                <c:pt idx="5303">
                  <c:v>52.163077999999999</c:v>
                </c:pt>
                <c:pt idx="5304">
                  <c:v>52.300663</c:v>
                </c:pt>
                <c:pt idx="5305">
                  <c:v>52.364409999999999</c:v>
                </c:pt>
                <c:pt idx="5306">
                  <c:v>52.490485999999997</c:v>
                </c:pt>
                <c:pt idx="5307">
                  <c:v>52.308964000000003</c:v>
                </c:pt>
                <c:pt idx="5308">
                  <c:v>52.327784999999999</c:v>
                </c:pt>
                <c:pt idx="5309">
                  <c:v>52.599173999999998</c:v>
                </c:pt>
                <c:pt idx="5310">
                  <c:v>52.582873999999997</c:v>
                </c:pt>
                <c:pt idx="5311">
                  <c:v>52.391914</c:v>
                </c:pt>
                <c:pt idx="5312">
                  <c:v>52.133082999999999</c:v>
                </c:pt>
                <c:pt idx="5313">
                  <c:v>51.605919</c:v>
                </c:pt>
                <c:pt idx="5314">
                  <c:v>50.881149000000001</c:v>
                </c:pt>
                <c:pt idx="5315">
                  <c:v>50.694159999999997</c:v>
                </c:pt>
                <c:pt idx="5316">
                  <c:v>51.016005999999997</c:v>
                </c:pt>
                <c:pt idx="5317">
                  <c:v>51.293644</c:v>
                </c:pt>
                <c:pt idx="5318">
                  <c:v>51.404873000000002</c:v>
                </c:pt>
                <c:pt idx="5319">
                  <c:v>51.320213000000003</c:v>
                </c:pt>
                <c:pt idx="5320">
                  <c:v>51.073723000000001</c:v>
                </c:pt>
                <c:pt idx="5321">
                  <c:v>51.196055999999999</c:v>
                </c:pt>
                <c:pt idx="5322">
                  <c:v>51.459060999999998</c:v>
                </c:pt>
                <c:pt idx="5323">
                  <c:v>51.471043000000002</c:v>
                </c:pt>
                <c:pt idx="5324">
                  <c:v>51.555790000000002</c:v>
                </c:pt>
                <c:pt idx="5325">
                  <c:v>51.585605999999999</c:v>
                </c:pt>
                <c:pt idx="5326">
                  <c:v>51.394382</c:v>
                </c:pt>
                <c:pt idx="5327">
                  <c:v>51.366599999999998</c:v>
                </c:pt>
                <c:pt idx="5328">
                  <c:v>51.803894</c:v>
                </c:pt>
                <c:pt idx="5329">
                  <c:v>52.110030999999999</c:v>
                </c:pt>
                <c:pt idx="5330">
                  <c:v>52.150021000000002</c:v>
                </c:pt>
                <c:pt idx="5331">
                  <c:v>52.106766</c:v>
                </c:pt>
                <c:pt idx="5332">
                  <c:v>51.902740000000001</c:v>
                </c:pt>
                <c:pt idx="5333">
                  <c:v>51.715645000000002</c:v>
                </c:pt>
                <c:pt idx="5334">
                  <c:v>51.528785999999997</c:v>
                </c:pt>
                <c:pt idx="5335">
                  <c:v>51.164234</c:v>
                </c:pt>
                <c:pt idx="5336">
                  <c:v>50.625278000000002</c:v>
                </c:pt>
                <c:pt idx="5337">
                  <c:v>49.992218000000001</c:v>
                </c:pt>
                <c:pt idx="5338">
                  <c:v>49.660758999999999</c:v>
                </c:pt>
                <c:pt idx="5339">
                  <c:v>49.823540000000001</c:v>
                </c:pt>
                <c:pt idx="5340">
                  <c:v>49.817912999999997</c:v>
                </c:pt>
                <c:pt idx="5341">
                  <c:v>49.458796999999997</c:v>
                </c:pt>
                <c:pt idx="5342">
                  <c:v>49.089942999999998</c:v>
                </c:pt>
                <c:pt idx="5343">
                  <c:v>48.935702999999997</c:v>
                </c:pt>
                <c:pt idx="5344">
                  <c:v>49.002150999999998</c:v>
                </c:pt>
                <c:pt idx="5345">
                  <c:v>49.143227000000003</c:v>
                </c:pt>
                <c:pt idx="5346">
                  <c:v>49.326408000000001</c:v>
                </c:pt>
                <c:pt idx="5347">
                  <c:v>49.820144999999997</c:v>
                </c:pt>
                <c:pt idx="5348">
                  <c:v>50.374454</c:v>
                </c:pt>
                <c:pt idx="5349">
                  <c:v>50.874046</c:v>
                </c:pt>
                <c:pt idx="5350">
                  <c:v>51.573833</c:v>
                </c:pt>
                <c:pt idx="5351">
                  <c:v>52.079166000000001</c:v>
                </c:pt>
                <c:pt idx="5352">
                  <c:v>51.919150999999999</c:v>
                </c:pt>
                <c:pt idx="5353">
                  <c:v>51.628197</c:v>
                </c:pt>
                <c:pt idx="5354">
                  <c:v>51.026646</c:v>
                </c:pt>
                <c:pt idx="5355">
                  <c:v>50.050369000000003</c:v>
                </c:pt>
                <c:pt idx="5356">
                  <c:v>49.254767999999999</c:v>
                </c:pt>
                <c:pt idx="5357">
                  <c:v>48.963706999999999</c:v>
                </c:pt>
                <c:pt idx="5358">
                  <c:v>49.276493000000002</c:v>
                </c:pt>
                <c:pt idx="5359">
                  <c:v>49.815368999999997</c:v>
                </c:pt>
                <c:pt idx="5360">
                  <c:v>49.985332</c:v>
                </c:pt>
                <c:pt idx="5361">
                  <c:v>49.499138000000002</c:v>
                </c:pt>
                <c:pt idx="5362">
                  <c:v>49.040478</c:v>
                </c:pt>
                <c:pt idx="5363">
                  <c:v>49.052902000000003</c:v>
                </c:pt>
                <c:pt idx="5364">
                  <c:v>49.516857000000002</c:v>
                </c:pt>
                <c:pt idx="5365">
                  <c:v>49.907192000000002</c:v>
                </c:pt>
                <c:pt idx="5366">
                  <c:v>50.192920999999998</c:v>
                </c:pt>
                <c:pt idx="5367">
                  <c:v>50.682986999999997</c:v>
                </c:pt>
                <c:pt idx="5368">
                  <c:v>51.153717</c:v>
                </c:pt>
                <c:pt idx="5369">
                  <c:v>51.759304</c:v>
                </c:pt>
                <c:pt idx="5370">
                  <c:v>51.855849999999997</c:v>
                </c:pt>
                <c:pt idx="5371">
                  <c:v>51.394134999999999</c:v>
                </c:pt>
                <c:pt idx="5372">
                  <c:v>50.831012999999999</c:v>
                </c:pt>
                <c:pt idx="5373">
                  <c:v>50.499023000000001</c:v>
                </c:pt>
                <c:pt idx="5374">
                  <c:v>50.345253</c:v>
                </c:pt>
                <c:pt idx="5375">
                  <c:v>50.339069000000002</c:v>
                </c:pt>
                <c:pt idx="5376">
                  <c:v>50.287486999999999</c:v>
                </c:pt>
                <c:pt idx="5377">
                  <c:v>50.004306999999997</c:v>
                </c:pt>
                <c:pt idx="5378">
                  <c:v>49.973968999999997</c:v>
                </c:pt>
                <c:pt idx="5379">
                  <c:v>50.221114999999998</c:v>
                </c:pt>
                <c:pt idx="5380">
                  <c:v>50.330131999999999</c:v>
                </c:pt>
                <c:pt idx="5381">
                  <c:v>50.242401000000001</c:v>
                </c:pt>
                <c:pt idx="5382">
                  <c:v>50.102153999999999</c:v>
                </c:pt>
                <c:pt idx="5383">
                  <c:v>50.302112999999999</c:v>
                </c:pt>
                <c:pt idx="5384">
                  <c:v>50.822997999999998</c:v>
                </c:pt>
                <c:pt idx="5385">
                  <c:v>51.046913000000004</c:v>
                </c:pt>
                <c:pt idx="5386">
                  <c:v>50.880218999999997</c:v>
                </c:pt>
                <c:pt idx="5387">
                  <c:v>50.801754000000003</c:v>
                </c:pt>
                <c:pt idx="5388">
                  <c:v>51.079974999999997</c:v>
                </c:pt>
                <c:pt idx="5389">
                  <c:v>51.073238000000003</c:v>
                </c:pt>
                <c:pt idx="5390">
                  <c:v>51.049236000000001</c:v>
                </c:pt>
                <c:pt idx="5391">
                  <c:v>51.098274000000004</c:v>
                </c:pt>
                <c:pt idx="5392">
                  <c:v>50.712429</c:v>
                </c:pt>
                <c:pt idx="5393">
                  <c:v>50.528751</c:v>
                </c:pt>
                <c:pt idx="5394">
                  <c:v>50.526611000000003</c:v>
                </c:pt>
                <c:pt idx="5395">
                  <c:v>50.652504</c:v>
                </c:pt>
                <c:pt idx="5396">
                  <c:v>51.047519999999999</c:v>
                </c:pt>
                <c:pt idx="5397">
                  <c:v>51.171576999999999</c:v>
                </c:pt>
                <c:pt idx="5398">
                  <c:v>50.848453999999997</c:v>
                </c:pt>
                <c:pt idx="5399">
                  <c:v>50.471778999999998</c:v>
                </c:pt>
                <c:pt idx="5400">
                  <c:v>50.218071000000002</c:v>
                </c:pt>
                <c:pt idx="5401">
                  <c:v>50.222115000000002</c:v>
                </c:pt>
                <c:pt idx="5402">
                  <c:v>50.327339000000002</c:v>
                </c:pt>
                <c:pt idx="5403">
                  <c:v>50.419155000000003</c:v>
                </c:pt>
                <c:pt idx="5404">
                  <c:v>50.297522999999998</c:v>
                </c:pt>
                <c:pt idx="5405">
                  <c:v>50.035739999999997</c:v>
                </c:pt>
                <c:pt idx="5406">
                  <c:v>49.950843999999996</c:v>
                </c:pt>
                <c:pt idx="5407">
                  <c:v>49.978352000000001</c:v>
                </c:pt>
                <c:pt idx="5408">
                  <c:v>50.189106000000002</c:v>
                </c:pt>
                <c:pt idx="5409">
                  <c:v>50.334674999999997</c:v>
                </c:pt>
                <c:pt idx="5410">
                  <c:v>50.128410000000002</c:v>
                </c:pt>
                <c:pt idx="5411">
                  <c:v>50.134663000000003</c:v>
                </c:pt>
                <c:pt idx="5412">
                  <c:v>50.3521</c:v>
                </c:pt>
                <c:pt idx="5413">
                  <c:v>50.781737999999997</c:v>
                </c:pt>
                <c:pt idx="5414">
                  <c:v>51.396217</c:v>
                </c:pt>
                <c:pt idx="5415">
                  <c:v>51.437325000000001</c:v>
                </c:pt>
                <c:pt idx="5416">
                  <c:v>51.12077</c:v>
                </c:pt>
                <c:pt idx="5417">
                  <c:v>50.928573999999998</c:v>
                </c:pt>
                <c:pt idx="5418">
                  <c:v>50.921059</c:v>
                </c:pt>
                <c:pt idx="5419">
                  <c:v>51.025719000000002</c:v>
                </c:pt>
                <c:pt idx="5420">
                  <c:v>51.067619000000001</c:v>
                </c:pt>
                <c:pt idx="5421">
                  <c:v>50.854537999999998</c:v>
                </c:pt>
                <c:pt idx="5422">
                  <c:v>50.538176999999997</c:v>
                </c:pt>
                <c:pt idx="5423">
                  <c:v>50.249290000000002</c:v>
                </c:pt>
                <c:pt idx="5424">
                  <c:v>49.859554000000003</c:v>
                </c:pt>
                <c:pt idx="5425">
                  <c:v>49.629573999999998</c:v>
                </c:pt>
                <c:pt idx="5426">
                  <c:v>49.701160000000002</c:v>
                </c:pt>
                <c:pt idx="5427">
                  <c:v>49.954033000000003</c:v>
                </c:pt>
                <c:pt idx="5428">
                  <c:v>50.099865000000001</c:v>
                </c:pt>
                <c:pt idx="5429">
                  <c:v>48.842381000000003</c:v>
                </c:pt>
                <c:pt idx="5430">
                  <c:v>48.846908999999997</c:v>
                </c:pt>
                <c:pt idx="5431">
                  <c:v>48.935890000000001</c:v>
                </c:pt>
                <c:pt idx="5432">
                  <c:v>49.084389000000002</c:v>
                </c:pt>
                <c:pt idx="5433">
                  <c:v>49.195545000000003</c:v>
                </c:pt>
                <c:pt idx="5434">
                  <c:v>49.231147999999997</c:v>
                </c:pt>
                <c:pt idx="5435">
                  <c:v>48.898097999999997</c:v>
                </c:pt>
                <c:pt idx="5436">
                  <c:v>48.563277999999997</c:v>
                </c:pt>
                <c:pt idx="5437">
                  <c:v>48.421204000000003</c:v>
                </c:pt>
                <c:pt idx="5438">
                  <c:v>48.201861999999998</c:v>
                </c:pt>
                <c:pt idx="5439">
                  <c:v>48.149025000000002</c:v>
                </c:pt>
                <c:pt idx="5440">
                  <c:v>48.223782</c:v>
                </c:pt>
                <c:pt idx="5441">
                  <c:v>48.476151000000002</c:v>
                </c:pt>
                <c:pt idx="5442">
                  <c:v>48.558551999999999</c:v>
                </c:pt>
                <c:pt idx="5443">
                  <c:v>48.606262000000001</c:v>
                </c:pt>
                <c:pt idx="5444">
                  <c:v>48.679008000000003</c:v>
                </c:pt>
                <c:pt idx="5445">
                  <c:v>48.832413000000003</c:v>
                </c:pt>
                <c:pt idx="5446">
                  <c:v>49.152476999999998</c:v>
                </c:pt>
                <c:pt idx="5447">
                  <c:v>49.351703999999998</c:v>
                </c:pt>
                <c:pt idx="5448">
                  <c:v>49.336227000000001</c:v>
                </c:pt>
                <c:pt idx="5449">
                  <c:v>49.312283000000001</c:v>
                </c:pt>
                <c:pt idx="5450">
                  <c:v>49.410435</c:v>
                </c:pt>
                <c:pt idx="5451">
                  <c:v>49.490825999999998</c:v>
                </c:pt>
                <c:pt idx="5452">
                  <c:v>49.443455</c:v>
                </c:pt>
                <c:pt idx="5453">
                  <c:v>49.321049000000002</c:v>
                </c:pt>
                <c:pt idx="5454">
                  <c:v>49.133450000000003</c:v>
                </c:pt>
                <c:pt idx="5455">
                  <c:v>48.855732000000003</c:v>
                </c:pt>
                <c:pt idx="5456">
                  <c:v>48.827807999999997</c:v>
                </c:pt>
                <c:pt idx="5457">
                  <c:v>48.857899000000003</c:v>
                </c:pt>
                <c:pt idx="5458">
                  <c:v>48.706572999999999</c:v>
                </c:pt>
                <c:pt idx="5459">
                  <c:v>48.285083999999998</c:v>
                </c:pt>
                <c:pt idx="5460">
                  <c:v>47.567141999999997</c:v>
                </c:pt>
                <c:pt idx="5461">
                  <c:v>46.864857000000001</c:v>
                </c:pt>
                <c:pt idx="5462">
                  <c:v>46.998730000000002</c:v>
                </c:pt>
                <c:pt idx="5463">
                  <c:v>46.980258999999997</c:v>
                </c:pt>
                <c:pt idx="5464">
                  <c:v>47.042065000000001</c:v>
                </c:pt>
                <c:pt idx="5465">
                  <c:v>47.296779999999998</c:v>
                </c:pt>
                <c:pt idx="5466">
                  <c:v>47.592167000000003</c:v>
                </c:pt>
                <c:pt idx="5467">
                  <c:v>47.383021999999997</c:v>
                </c:pt>
                <c:pt idx="5468">
                  <c:v>47.118557000000003</c:v>
                </c:pt>
                <c:pt idx="5469">
                  <c:v>47.153998999999999</c:v>
                </c:pt>
                <c:pt idx="5470">
                  <c:v>47.307850000000002</c:v>
                </c:pt>
                <c:pt idx="5471">
                  <c:v>47.326881</c:v>
                </c:pt>
                <c:pt idx="5472">
                  <c:v>47.375622</c:v>
                </c:pt>
                <c:pt idx="5473">
                  <c:v>47.802551000000001</c:v>
                </c:pt>
                <c:pt idx="5474">
                  <c:v>47.998694999999998</c:v>
                </c:pt>
                <c:pt idx="5475">
                  <c:v>47.641556000000001</c:v>
                </c:pt>
                <c:pt idx="5476">
                  <c:v>47.267280999999997</c:v>
                </c:pt>
                <c:pt idx="5477">
                  <c:v>47.110657000000003</c:v>
                </c:pt>
                <c:pt idx="5478">
                  <c:v>46.757465000000003</c:v>
                </c:pt>
                <c:pt idx="5479">
                  <c:v>46.267161999999999</c:v>
                </c:pt>
                <c:pt idx="5480">
                  <c:v>46.086750000000002</c:v>
                </c:pt>
                <c:pt idx="5481">
                  <c:v>46.107757999999997</c:v>
                </c:pt>
                <c:pt idx="5482">
                  <c:v>46.294395000000002</c:v>
                </c:pt>
                <c:pt idx="5483">
                  <c:v>46.579304</c:v>
                </c:pt>
                <c:pt idx="5484">
                  <c:v>47.219090000000001</c:v>
                </c:pt>
                <c:pt idx="5485">
                  <c:v>48.025027999999999</c:v>
                </c:pt>
                <c:pt idx="5486">
                  <c:v>48.738807999999999</c:v>
                </c:pt>
                <c:pt idx="5487">
                  <c:v>49.034965999999997</c:v>
                </c:pt>
                <c:pt idx="5488">
                  <c:v>49.269568999999997</c:v>
                </c:pt>
                <c:pt idx="5489">
                  <c:v>49.409602999999997</c:v>
                </c:pt>
                <c:pt idx="5490">
                  <c:v>49.192008999999999</c:v>
                </c:pt>
                <c:pt idx="5491">
                  <c:v>48.876655999999997</c:v>
                </c:pt>
                <c:pt idx="5492">
                  <c:v>48.882339000000002</c:v>
                </c:pt>
                <c:pt idx="5493">
                  <c:v>49.224345999999997</c:v>
                </c:pt>
                <c:pt idx="5494">
                  <c:v>49.321869</c:v>
                </c:pt>
                <c:pt idx="5495">
                  <c:v>49.123581000000001</c:v>
                </c:pt>
                <c:pt idx="5496">
                  <c:v>48.843021</c:v>
                </c:pt>
                <c:pt idx="5497">
                  <c:v>48.356743000000002</c:v>
                </c:pt>
                <c:pt idx="5498">
                  <c:v>47.773116999999999</c:v>
                </c:pt>
                <c:pt idx="5499">
                  <c:v>47.579383999999997</c:v>
                </c:pt>
                <c:pt idx="5500">
                  <c:v>47.372269000000003</c:v>
                </c:pt>
                <c:pt idx="5501">
                  <c:v>47.105446000000001</c:v>
                </c:pt>
                <c:pt idx="5502">
                  <c:v>46.916412000000001</c:v>
                </c:pt>
                <c:pt idx="5503">
                  <c:v>46.816127999999999</c:v>
                </c:pt>
                <c:pt idx="5504">
                  <c:v>46.871200999999999</c:v>
                </c:pt>
                <c:pt idx="5505">
                  <c:v>47.211342000000002</c:v>
                </c:pt>
                <c:pt idx="5506">
                  <c:v>47.611088000000002</c:v>
                </c:pt>
                <c:pt idx="5507">
                  <c:v>47.525455000000001</c:v>
                </c:pt>
                <c:pt idx="5508">
                  <c:v>47.232821999999999</c:v>
                </c:pt>
                <c:pt idx="5509">
                  <c:v>47.097510999999997</c:v>
                </c:pt>
                <c:pt idx="5510">
                  <c:v>47.104377999999997</c:v>
                </c:pt>
                <c:pt idx="5511">
                  <c:v>47.027092000000003</c:v>
                </c:pt>
                <c:pt idx="5512">
                  <c:v>46.703254999999999</c:v>
                </c:pt>
                <c:pt idx="5513">
                  <c:v>46.491318</c:v>
                </c:pt>
                <c:pt idx="5514">
                  <c:v>46.536709000000002</c:v>
                </c:pt>
                <c:pt idx="5515">
                  <c:v>46.837978</c:v>
                </c:pt>
                <c:pt idx="5516">
                  <c:v>47.275317999999999</c:v>
                </c:pt>
                <c:pt idx="5517">
                  <c:v>47.463543000000001</c:v>
                </c:pt>
                <c:pt idx="5518">
                  <c:v>47.422854999999998</c:v>
                </c:pt>
                <c:pt idx="5519">
                  <c:v>47.327266999999999</c:v>
                </c:pt>
                <c:pt idx="5520">
                  <c:v>47.430934999999998</c:v>
                </c:pt>
                <c:pt idx="5521">
                  <c:v>47.491641999999999</c:v>
                </c:pt>
                <c:pt idx="5522">
                  <c:v>47.345978000000002</c:v>
                </c:pt>
                <c:pt idx="5523">
                  <c:v>46.990958999999997</c:v>
                </c:pt>
                <c:pt idx="5524">
                  <c:v>46.476405999999997</c:v>
                </c:pt>
                <c:pt idx="5525">
                  <c:v>46.229247999999998</c:v>
                </c:pt>
                <c:pt idx="5526">
                  <c:v>46.152785999999999</c:v>
                </c:pt>
                <c:pt idx="5527">
                  <c:v>46.382584000000001</c:v>
                </c:pt>
                <c:pt idx="5528">
                  <c:v>46.484413000000004</c:v>
                </c:pt>
                <c:pt idx="5529">
                  <c:v>46.431683</c:v>
                </c:pt>
                <c:pt idx="5530">
                  <c:v>46.429993000000003</c:v>
                </c:pt>
                <c:pt idx="5531">
                  <c:v>46.546089000000002</c:v>
                </c:pt>
                <c:pt idx="5532">
                  <c:v>46.772579</c:v>
                </c:pt>
                <c:pt idx="5533">
                  <c:v>46.931538000000003</c:v>
                </c:pt>
                <c:pt idx="5534">
                  <c:v>47.186625999999997</c:v>
                </c:pt>
                <c:pt idx="5535">
                  <c:v>47.543239999999997</c:v>
                </c:pt>
                <c:pt idx="5536">
                  <c:v>48.070220999999997</c:v>
                </c:pt>
                <c:pt idx="5537">
                  <c:v>48.695754999999998</c:v>
                </c:pt>
                <c:pt idx="5538">
                  <c:v>48.946648000000003</c:v>
                </c:pt>
                <c:pt idx="5539">
                  <c:v>48.866348000000002</c:v>
                </c:pt>
                <c:pt idx="5540">
                  <c:v>48.670765000000003</c:v>
                </c:pt>
                <c:pt idx="5541">
                  <c:v>48.364387999999998</c:v>
                </c:pt>
                <c:pt idx="5542">
                  <c:v>47.999893</c:v>
                </c:pt>
                <c:pt idx="5543">
                  <c:v>47.772305000000003</c:v>
                </c:pt>
                <c:pt idx="5544">
                  <c:v>48.037930000000003</c:v>
                </c:pt>
                <c:pt idx="5545">
                  <c:v>48.367469999999997</c:v>
                </c:pt>
                <c:pt idx="5546">
                  <c:v>48.323185000000002</c:v>
                </c:pt>
                <c:pt idx="5547">
                  <c:v>48.357529</c:v>
                </c:pt>
                <c:pt idx="5548">
                  <c:v>48.463779000000002</c:v>
                </c:pt>
                <c:pt idx="5549">
                  <c:v>48.241661000000001</c:v>
                </c:pt>
                <c:pt idx="5550">
                  <c:v>47.999870000000001</c:v>
                </c:pt>
                <c:pt idx="5551">
                  <c:v>47.800590999999997</c:v>
                </c:pt>
                <c:pt idx="5552">
                  <c:v>47.566414000000002</c:v>
                </c:pt>
                <c:pt idx="5553">
                  <c:v>47.265869000000002</c:v>
                </c:pt>
                <c:pt idx="5554">
                  <c:v>46.891776999999998</c:v>
                </c:pt>
                <c:pt idx="5555">
                  <c:v>46.677813999999998</c:v>
                </c:pt>
                <c:pt idx="5556">
                  <c:v>46.360408999999997</c:v>
                </c:pt>
                <c:pt idx="5557">
                  <c:v>45.969776000000003</c:v>
                </c:pt>
                <c:pt idx="5558">
                  <c:v>46.069519</c:v>
                </c:pt>
                <c:pt idx="5559">
                  <c:v>46.406562999999998</c:v>
                </c:pt>
                <c:pt idx="5560">
                  <c:v>46.487811999999998</c:v>
                </c:pt>
                <c:pt idx="5561">
                  <c:v>46.518242000000001</c:v>
                </c:pt>
                <c:pt idx="5562">
                  <c:v>46.342812000000002</c:v>
                </c:pt>
                <c:pt idx="5563">
                  <c:v>46.091628999999998</c:v>
                </c:pt>
                <c:pt idx="5564">
                  <c:v>46.034579999999998</c:v>
                </c:pt>
                <c:pt idx="5565">
                  <c:v>45.978099999999998</c:v>
                </c:pt>
                <c:pt idx="5566">
                  <c:v>45.943278999999997</c:v>
                </c:pt>
                <c:pt idx="5567">
                  <c:v>45.546947000000003</c:v>
                </c:pt>
                <c:pt idx="5568">
                  <c:v>45.449829000000001</c:v>
                </c:pt>
                <c:pt idx="5569">
                  <c:v>45.429389999999998</c:v>
                </c:pt>
                <c:pt idx="5570">
                  <c:v>45.428406000000003</c:v>
                </c:pt>
                <c:pt idx="5571">
                  <c:v>45.720061999999999</c:v>
                </c:pt>
                <c:pt idx="5572">
                  <c:v>46.041794000000003</c:v>
                </c:pt>
                <c:pt idx="5573">
                  <c:v>45.960804000000003</c:v>
                </c:pt>
                <c:pt idx="5574">
                  <c:v>45.817355999999997</c:v>
                </c:pt>
                <c:pt idx="5575">
                  <c:v>45.874096000000002</c:v>
                </c:pt>
                <c:pt idx="5576">
                  <c:v>46.137939000000003</c:v>
                </c:pt>
                <c:pt idx="5577">
                  <c:v>46.510581999999999</c:v>
                </c:pt>
                <c:pt idx="5578">
                  <c:v>46.786513999999997</c:v>
                </c:pt>
                <c:pt idx="5579">
                  <c:v>46.844901999999998</c:v>
                </c:pt>
                <c:pt idx="5580">
                  <c:v>46.629745</c:v>
                </c:pt>
                <c:pt idx="5581">
                  <c:v>46.389664000000003</c:v>
                </c:pt>
                <c:pt idx="5582">
                  <c:v>46.142310999999999</c:v>
                </c:pt>
                <c:pt idx="5583">
                  <c:v>45.421173000000003</c:v>
                </c:pt>
                <c:pt idx="5584">
                  <c:v>44.592044999999999</c:v>
                </c:pt>
                <c:pt idx="5585">
                  <c:v>43.457172</c:v>
                </c:pt>
                <c:pt idx="5586">
                  <c:v>41.498519999999999</c:v>
                </c:pt>
                <c:pt idx="5587">
                  <c:v>38.380122999999998</c:v>
                </c:pt>
                <c:pt idx="5588">
                  <c:v>35.058875999999998</c:v>
                </c:pt>
                <c:pt idx="5589">
                  <c:v>33.703709000000003</c:v>
                </c:pt>
                <c:pt idx="5590">
                  <c:v>34.421097000000003</c:v>
                </c:pt>
                <c:pt idx="5591">
                  <c:v>35.657165999999997</c:v>
                </c:pt>
                <c:pt idx="5592">
                  <c:v>36.623725999999998</c:v>
                </c:pt>
                <c:pt idx="5593">
                  <c:v>37.924171000000001</c:v>
                </c:pt>
                <c:pt idx="5594">
                  <c:v>39.169505999999998</c:v>
                </c:pt>
                <c:pt idx="5595">
                  <c:v>40.320843000000004</c:v>
                </c:pt>
                <c:pt idx="5596">
                  <c:v>41.255569000000001</c:v>
                </c:pt>
                <c:pt idx="5597">
                  <c:v>41.657738000000002</c:v>
                </c:pt>
                <c:pt idx="5598">
                  <c:v>41.480953</c:v>
                </c:pt>
                <c:pt idx="5599">
                  <c:v>40.351649999999999</c:v>
                </c:pt>
                <c:pt idx="5600">
                  <c:v>38.439926</c:v>
                </c:pt>
                <c:pt idx="5601">
                  <c:v>37.064444999999999</c:v>
                </c:pt>
                <c:pt idx="5602">
                  <c:v>36.827240000000003</c:v>
                </c:pt>
                <c:pt idx="5603">
                  <c:v>36.217055999999999</c:v>
                </c:pt>
                <c:pt idx="5604">
                  <c:v>33.778441999999998</c:v>
                </c:pt>
                <c:pt idx="5605">
                  <c:v>31.163402999999999</c:v>
                </c:pt>
                <c:pt idx="5606">
                  <c:v>31.340178000000002</c:v>
                </c:pt>
                <c:pt idx="5607">
                  <c:v>31.549233999999998</c:v>
                </c:pt>
                <c:pt idx="5608">
                  <c:v>31.658985000000001</c:v>
                </c:pt>
                <c:pt idx="5609">
                  <c:v>31.703268000000001</c:v>
                </c:pt>
                <c:pt idx="5610">
                  <c:v>31.440608999999998</c:v>
                </c:pt>
                <c:pt idx="5611">
                  <c:v>31.570744000000001</c:v>
                </c:pt>
                <c:pt idx="5612">
                  <c:v>36.395035</c:v>
                </c:pt>
                <c:pt idx="5613">
                  <c:v>40.730998999999997</c:v>
                </c:pt>
                <c:pt idx="5614">
                  <c:v>41.931145000000001</c:v>
                </c:pt>
                <c:pt idx="5615">
                  <c:v>42.073269000000003</c:v>
                </c:pt>
                <c:pt idx="5616">
                  <c:v>42.171805999999997</c:v>
                </c:pt>
                <c:pt idx="5617">
                  <c:v>42.300010999999998</c:v>
                </c:pt>
                <c:pt idx="5618">
                  <c:v>42.722144999999998</c:v>
                </c:pt>
                <c:pt idx="5619">
                  <c:v>43.228306000000003</c:v>
                </c:pt>
                <c:pt idx="5620">
                  <c:v>43.591895999999998</c:v>
                </c:pt>
                <c:pt idx="5621">
                  <c:v>43.839077000000003</c:v>
                </c:pt>
                <c:pt idx="5622">
                  <c:v>43.824272000000001</c:v>
                </c:pt>
                <c:pt idx="5623">
                  <c:v>43.646523000000002</c:v>
                </c:pt>
                <c:pt idx="5624">
                  <c:v>43.561999999999998</c:v>
                </c:pt>
                <c:pt idx="5625">
                  <c:v>43.639282000000001</c:v>
                </c:pt>
                <c:pt idx="5626">
                  <c:v>43.902473000000001</c:v>
                </c:pt>
                <c:pt idx="5627">
                  <c:v>44.259498999999998</c:v>
                </c:pt>
                <c:pt idx="5628">
                  <c:v>44.591704999999997</c:v>
                </c:pt>
                <c:pt idx="5629">
                  <c:v>44.778666999999999</c:v>
                </c:pt>
                <c:pt idx="5630">
                  <c:v>44.772841999999997</c:v>
                </c:pt>
                <c:pt idx="5631">
                  <c:v>44.662548000000001</c:v>
                </c:pt>
                <c:pt idx="5632">
                  <c:v>44.518745000000003</c:v>
                </c:pt>
                <c:pt idx="5633">
                  <c:v>44.044280999999998</c:v>
                </c:pt>
                <c:pt idx="5634">
                  <c:v>43.344715000000001</c:v>
                </c:pt>
                <c:pt idx="5635">
                  <c:v>42.596255999999997</c:v>
                </c:pt>
                <c:pt idx="5636">
                  <c:v>42.033481999999999</c:v>
                </c:pt>
                <c:pt idx="5637">
                  <c:v>42.042667000000002</c:v>
                </c:pt>
                <c:pt idx="5638">
                  <c:v>42.357571</c:v>
                </c:pt>
                <c:pt idx="5639">
                  <c:v>42.644505000000002</c:v>
                </c:pt>
                <c:pt idx="5640">
                  <c:v>42.607868000000003</c:v>
                </c:pt>
                <c:pt idx="5641">
                  <c:v>42.355533999999999</c:v>
                </c:pt>
                <c:pt idx="5642">
                  <c:v>41.737453000000002</c:v>
                </c:pt>
                <c:pt idx="5643">
                  <c:v>41.100830000000002</c:v>
                </c:pt>
                <c:pt idx="5644">
                  <c:v>40.389991999999999</c:v>
                </c:pt>
                <c:pt idx="5645">
                  <c:v>40.042515000000002</c:v>
                </c:pt>
                <c:pt idx="5646">
                  <c:v>45.961089999999999</c:v>
                </c:pt>
                <c:pt idx="5647">
                  <c:v>51.283118999999999</c:v>
                </c:pt>
                <c:pt idx="5648">
                  <c:v>53.322968000000003</c:v>
                </c:pt>
                <c:pt idx="5649">
                  <c:v>53.871974999999999</c:v>
                </c:pt>
                <c:pt idx="5650">
                  <c:v>54.207115000000002</c:v>
                </c:pt>
                <c:pt idx="5651">
                  <c:v>54.043652000000002</c:v>
                </c:pt>
                <c:pt idx="5652">
                  <c:v>53.540393999999999</c:v>
                </c:pt>
                <c:pt idx="5653">
                  <c:v>52.973934</c:v>
                </c:pt>
                <c:pt idx="5654">
                  <c:v>52.543255000000002</c:v>
                </c:pt>
                <c:pt idx="5655">
                  <c:v>52.561557999999998</c:v>
                </c:pt>
                <c:pt idx="5656">
                  <c:v>52.696334999999998</c:v>
                </c:pt>
                <c:pt idx="5657">
                  <c:v>52.752772999999998</c:v>
                </c:pt>
                <c:pt idx="5658">
                  <c:v>52.934963000000003</c:v>
                </c:pt>
                <c:pt idx="5659">
                  <c:v>53.357410000000002</c:v>
                </c:pt>
                <c:pt idx="5660">
                  <c:v>53.704127999999997</c:v>
                </c:pt>
                <c:pt idx="5661">
                  <c:v>53.616923999999997</c:v>
                </c:pt>
                <c:pt idx="5662">
                  <c:v>53.639439000000003</c:v>
                </c:pt>
                <c:pt idx="5663">
                  <c:v>53.583534</c:v>
                </c:pt>
                <c:pt idx="5664">
                  <c:v>53.518452000000003</c:v>
                </c:pt>
                <c:pt idx="5665">
                  <c:v>53.674686000000001</c:v>
                </c:pt>
                <c:pt idx="5666">
                  <c:v>53.563408000000003</c:v>
                </c:pt>
                <c:pt idx="5667">
                  <c:v>53.005074</c:v>
                </c:pt>
                <c:pt idx="5668">
                  <c:v>51.976439999999997</c:v>
                </c:pt>
                <c:pt idx="5669">
                  <c:v>51.068435999999998</c:v>
                </c:pt>
                <c:pt idx="5670">
                  <c:v>50.682586999999998</c:v>
                </c:pt>
                <c:pt idx="5671">
                  <c:v>50.279083</c:v>
                </c:pt>
                <c:pt idx="5672">
                  <c:v>50.104365999999999</c:v>
                </c:pt>
                <c:pt idx="5673">
                  <c:v>50.161960999999998</c:v>
                </c:pt>
                <c:pt idx="5674">
                  <c:v>50.336413999999998</c:v>
                </c:pt>
                <c:pt idx="5675">
                  <c:v>50.533256999999999</c:v>
                </c:pt>
                <c:pt idx="5676">
                  <c:v>50.500476999999997</c:v>
                </c:pt>
                <c:pt idx="5677">
                  <c:v>50.361443000000001</c:v>
                </c:pt>
                <c:pt idx="5678">
                  <c:v>50.413863999999997</c:v>
                </c:pt>
                <c:pt idx="5679">
                  <c:v>51.168579000000001</c:v>
                </c:pt>
                <c:pt idx="5680">
                  <c:v>51.080772000000003</c:v>
                </c:pt>
                <c:pt idx="5681">
                  <c:v>50.890479999999997</c:v>
                </c:pt>
                <c:pt idx="5682">
                  <c:v>50.831328999999997</c:v>
                </c:pt>
                <c:pt idx="5683">
                  <c:v>50.683684999999997</c:v>
                </c:pt>
                <c:pt idx="5684">
                  <c:v>50.608905999999998</c:v>
                </c:pt>
                <c:pt idx="5685">
                  <c:v>50.769821</c:v>
                </c:pt>
                <c:pt idx="5686">
                  <c:v>50.814152</c:v>
                </c:pt>
                <c:pt idx="5687">
                  <c:v>50.633774000000003</c:v>
                </c:pt>
                <c:pt idx="5688">
                  <c:v>50.780720000000002</c:v>
                </c:pt>
                <c:pt idx="5689">
                  <c:v>51.223346999999997</c:v>
                </c:pt>
                <c:pt idx="5690">
                  <c:v>51.369430999999999</c:v>
                </c:pt>
                <c:pt idx="5691">
                  <c:v>50.825023999999999</c:v>
                </c:pt>
                <c:pt idx="5692">
                  <c:v>50.225772999999997</c:v>
                </c:pt>
                <c:pt idx="5693">
                  <c:v>49.840508</c:v>
                </c:pt>
                <c:pt idx="5694">
                  <c:v>49.808323000000001</c:v>
                </c:pt>
                <c:pt idx="5695">
                  <c:v>49.836544000000004</c:v>
                </c:pt>
                <c:pt idx="5696">
                  <c:v>49.615509000000003</c:v>
                </c:pt>
                <c:pt idx="5697">
                  <c:v>49.437969000000002</c:v>
                </c:pt>
                <c:pt idx="5698">
                  <c:v>49.239471000000002</c:v>
                </c:pt>
                <c:pt idx="5699">
                  <c:v>49.224457000000001</c:v>
                </c:pt>
                <c:pt idx="5700">
                  <c:v>49.241501</c:v>
                </c:pt>
                <c:pt idx="5701">
                  <c:v>49.298859</c:v>
                </c:pt>
                <c:pt idx="5702">
                  <c:v>49.358508999999998</c:v>
                </c:pt>
                <c:pt idx="5703">
                  <c:v>49.499271</c:v>
                </c:pt>
                <c:pt idx="5704">
                  <c:v>49.639071999999999</c:v>
                </c:pt>
                <c:pt idx="5705">
                  <c:v>49.506908000000003</c:v>
                </c:pt>
                <c:pt idx="5706">
                  <c:v>49.273387999999997</c:v>
                </c:pt>
                <c:pt idx="5707">
                  <c:v>49.381500000000003</c:v>
                </c:pt>
                <c:pt idx="5708">
                  <c:v>49.701366</c:v>
                </c:pt>
                <c:pt idx="5709">
                  <c:v>49.710341999999997</c:v>
                </c:pt>
                <c:pt idx="5710">
                  <c:v>49.785358000000002</c:v>
                </c:pt>
                <c:pt idx="5711">
                  <c:v>50.321541000000003</c:v>
                </c:pt>
                <c:pt idx="5712">
                  <c:v>50.637740999999998</c:v>
                </c:pt>
                <c:pt idx="5713">
                  <c:v>50.544632</c:v>
                </c:pt>
                <c:pt idx="5714">
                  <c:v>50.546534999999999</c:v>
                </c:pt>
                <c:pt idx="5715">
                  <c:v>50.322952000000001</c:v>
                </c:pt>
                <c:pt idx="5716">
                  <c:v>50.212589000000001</c:v>
                </c:pt>
                <c:pt idx="5717">
                  <c:v>50.411330999999997</c:v>
                </c:pt>
                <c:pt idx="5718">
                  <c:v>50.246383999999999</c:v>
                </c:pt>
                <c:pt idx="5719">
                  <c:v>49.660870000000003</c:v>
                </c:pt>
                <c:pt idx="5720">
                  <c:v>49.078487000000003</c:v>
                </c:pt>
                <c:pt idx="5721">
                  <c:v>48.996921999999998</c:v>
                </c:pt>
                <c:pt idx="5722">
                  <c:v>49.122368000000002</c:v>
                </c:pt>
                <c:pt idx="5723">
                  <c:v>49.309607999999997</c:v>
                </c:pt>
                <c:pt idx="5724">
                  <c:v>49.453280999999997</c:v>
                </c:pt>
                <c:pt idx="5725">
                  <c:v>49.622489999999999</c:v>
                </c:pt>
                <c:pt idx="5726">
                  <c:v>49.877879999999998</c:v>
                </c:pt>
                <c:pt idx="5727">
                  <c:v>49.894267999999997</c:v>
                </c:pt>
                <c:pt idx="5728">
                  <c:v>49.692458999999999</c:v>
                </c:pt>
                <c:pt idx="5729">
                  <c:v>49.485427999999999</c:v>
                </c:pt>
                <c:pt idx="5730">
                  <c:v>49.420532000000001</c:v>
                </c:pt>
                <c:pt idx="5731">
                  <c:v>49.502288999999998</c:v>
                </c:pt>
                <c:pt idx="5732">
                  <c:v>49.575305999999998</c:v>
                </c:pt>
                <c:pt idx="5733">
                  <c:v>49.601058999999999</c:v>
                </c:pt>
                <c:pt idx="5734">
                  <c:v>49.689632000000003</c:v>
                </c:pt>
                <c:pt idx="5735">
                  <c:v>50.116501</c:v>
                </c:pt>
                <c:pt idx="5736">
                  <c:v>50.462066999999998</c:v>
                </c:pt>
                <c:pt idx="5737">
                  <c:v>50.594253999999999</c:v>
                </c:pt>
                <c:pt idx="5738">
                  <c:v>50.406235000000002</c:v>
                </c:pt>
                <c:pt idx="5739">
                  <c:v>50.031902000000002</c:v>
                </c:pt>
                <c:pt idx="5740">
                  <c:v>49.873966000000003</c:v>
                </c:pt>
                <c:pt idx="5741">
                  <c:v>49.987385000000003</c:v>
                </c:pt>
                <c:pt idx="5742">
                  <c:v>49.775050999999998</c:v>
                </c:pt>
                <c:pt idx="5743">
                  <c:v>49.463405999999999</c:v>
                </c:pt>
                <c:pt idx="5744">
                  <c:v>49.878802999999998</c:v>
                </c:pt>
                <c:pt idx="5745">
                  <c:v>50.399227000000003</c:v>
                </c:pt>
                <c:pt idx="5746">
                  <c:v>50.236221</c:v>
                </c:pt>
                <c:pt idx="5747">
                  <c:v>50.012298999999999</c:v>
                </c:pt>
                <c:pt idx="5748">
                  <c:v>49.436512</c:v>
                </c:pt>
                <c:pt idx="5749">
                  <c:v>49.140751000000002</c:v>
                </c:pt>
                <c:pt idx="5750">
                  <c:v>49.327922999999998</c:v>
                </c:pt>
                <c:pt idx="5751">
                  <c:v>49.457821000000003</c:v>
                </c:pt>
                <c:pt idx="5752">
                  <c:v>49.533473999999998</c:v>
                </c:pt>
                <c:pt idx="5753">
                  <c:v>49.606842</c:v>
                </c:pt>
                <c:pt idx="5754">
                  <c:v>49.673965000000003</c:v>
                </c:pt>
                <c:pt idx="5755">
                  <c:v>49.815078999999997</c:v>
                </c:pt>
                <c:pt idx="5756">
                  <c:v>49.888263999999999</c:v>
                </c:pt>
                <c:pt idx="5757">
                  <c:v>49.723675</c:v>
                </c:pt>
                <c:pt idx="5758">
                  <c:v>49.878532</c:v>
                </c:pt>
                <c:pt idx="5759">
                  <c:v>50.415320999999999</c:v>
                </c:pt>
                <c:pt idx="5760">
                  <c:v>50.870441</c:v>
                </c:pt>
                <c:pt idx="5761">
                  <c:v>50.532134999999997</c:v>
                </c:pt>
                <c:pt idx="5762">
                  <c:v>49.959183000000003</c:v>
                </c:pt>
                <c:pt idx="5763">
                  <c:v>49.452553000000002</c:v>
                </c:pt>
                <c:pt idx="5764">
                  <c:v>49.209530000000001</c:v>
                </c:pt>
                <c:pt idx="5765">
                  <c:v>49.294097999999998</c:v>
                </c:pt>
                <c:pt idx="5766">
                  <c:v>49.432594000000002</c:v>
                </c:pt>
                <c:pt idx="5767">
                  <c:v>49.575595999999997</c:v>
                </c:pt>
                <c:pt idx="5768">
                  <c:v>49.671962999999998</c:v>
                </c:pt>
                <c:pt idx="5769">
                  <c:v>49.743099000000001</c:v>
                </c:pt>
                <c:pt idx="5770">
                  <c:v>49.963669000000003</c:v>
                </c:pt>
                <c:pt idx="5771">
                  <c:v>50.023060000000001</c:v>
                </c:pt>
                <c:pt idx="5772">
                  <c:v>49.873077000000002</c:v>
                </c:pt>
                <c:pt idx="5773">
                  <c:v>49.814152</c:v>
                </c:pt>
                <c:pt idx="5774">
                  <c:v>49.933388000000001</c:v>
                </c:pt>
                <c:pt idx="5775">
                  <c:v>49.932873000000001</c:v>
                </c:pt>
                <c:pt idx="5776">
                  <c:v>49.973595000000003</c:v>
                </c:pt>
                <c:pt idx="5777">
                  <c:v>50.043197999999997</c:v>
                </c:pt>
                <c:pt idx="5778">
                  <c:v>50.060898000000002</c:v>
                </c:pt>
                <c:pt idx="5779">
                  <c:v>50.231194000000002</c:v>
                </c:pt>
                <c:pt idx="5780">
                  <c:v>50.080123999999998</c:v>
                </c:pt>
                <c:pt idx="5781">
                  <c:v>49.421878999999997</c:v>
                </c:pt>
                <c:pt idx="5782">
                  <c:v>49.060684000000002</c:v>
                </c:pt>
                <c:pt idx="5783">
                  <c:v>49.186416999999999</c:v>
                </c:pt>
                <c:pt idx="5784">
                  <c:v>49.363472000000002</c:v>
                </c:pt>
                <c:pt idx="5785">
                  <c:v>49.572124000000002</c:v>
                </c:pt>
                <c:pt idx="5786">
                  <c:v>49.535781999999998</c:v>
                </c:pt>
                <c:pt idx="5787">
                  <c:v>49.515830999999999</c:v>
                </c:pt>
                <c:pt idx="5788">
                  <c:v>49.455582</c:v>
                </c:pt>
                <c:pt idx="5789">
                  <c:v>49.480293000000003</c:v>
                </c:pt>
                <c:pt idx="5790">
                  <c:v>49.821415000000002</c:v>
                </c:pt>
                <c:pt idx="5791">
                  <c:v>49.827323999999997</c:v>
                </c:pt>
                <c:pt idx="5792">
                  <c:v>49.767856999999999</c:v>
                </c:pt>
                <c:pt idx="5793">
                  <c:v>49.740479000000001</c:v>
                </c:pt>
                <c:pt idx="5794">
                  <c:v>50.004269000000001</c:v>
                </c:pt>
                <c:pt idx="5795">
                  <c:v>49.957428</c:v>
                </c:pt>
                <c:pt idx="5796">
                  <c:v>49.816811000000001</c:v>
                </c:pt>
                <c:pt idx="5797">
                  <c:v>50.078246999999998</c:v>
                </c:pt>
                <c:pt idx="5798">
                  <c:v>50.480217000000003</c:v>
                </c:pt>
                <c:pt idx="5799">
                  <c:v>50.669345999999997</c:v>
                </c:pt>
                <c:pt idx="5800">
                  <c:v>50.853844000000002</c:v>
                </c:pt>
                <c:pt idx="5801">
                  <c:v>51.256129999999999</c:v>
                </c:pt>
                <c:pt idx="5802">
                  <c:v>51.794739</c:v>
                </c:pt>
                <c:pt idx="5803">
                  <c:v>52.040976999999998</c:v>
                </c:pt>
                <c:pt idx="5804">
                  <c:v>51.657451999999999</c:v>
                </c:pt>
                <c:pt idx="5805">
                  <c:v>51.547451000000002</c:v>
                </c:pt>
                <c:pt idx="5806">
                  <c:v>51.452457000000003</c:v>
                </c:pt>
                <c:pt idx="5807">
                  <c:v>51.896912</c:v>
                </c:pt>
                <c:pt idx="5808">
                  <c:v>51.930301999999998</c:v>
                </c:pt>
                <c:pt idx="5809">
                  <c:v>51.561726</c:v>
                </c:pt>
                <c:pt idx="5810">
                  <c:v>51.686092000000002</c:v>
                </c:pt>
                <c:pt idx="5811">
                  <c:v>51.624115000000003</c:v>
                </c:pt>
                <c:pt idx="5812">
                  <c:v>51.316837</c:v>
                </c:pt>
                <c:pt idx="5813">
                  <c:v>51.291569000000003</c:v>
                </c:pt>
                <c:pt idx="5814">
                  <c:v>51.493183000000002</c:v>
                </c:pt>
                <c:pt idx="5815">
                  <c:v>51.940857000000001</c:v>
                </c:pt>
                <c:pt idx="5816">
                  <c:v>52.247601000000003</c:v>
                </c:pt>
                <c:pt idx="5817">
                  <c:v>52.400024000000002</c:v>
                </c:pt>
                <c:pt idx="5818">
                  <c:v>52.586497999999999</c:v>
                </c:pt>
                <c:pt idx="5819">
                  <c:v>52.784641000000001</c:v>
                </c:pt>
                <c:pt idx="5820">
                  <c:v>52.658816999999999</c:v>
                </c:pt>
                <c:pt idx="5821">
                  <c:v>52.388458</c:v>
                </c:pt>
                <c:pt idx="5822">
                  <c:v>52.253616000000001</c:v>
                </c:pt>
                <c:pt idx="5823">
                  <c:v>52.493526000000003</c:v>
                </c:pt>
                <c:pt idx="5824">
                  <c:v>52.707225999999999</c:v>
                </c:pt>
                <c:pt idx="5825">
                  <c:v>52.816845000000001</c:v>
                </c:pt>
                <c:pt idx="5826">
                  <c:v>53.196674000000002</c:v>
                </c:pt>
                <c:pt idx="5827">
                  <c:v>53.289959000000003</c:v>
                </c:pt>
                <c:pt idx="5828">
                  <c:v>53.325577000000003</c:v>
                </c:pt>
                <c:pt idx="5829">
                  <c:v>53.344650000000001</c:v>
                </c:pt>
                <c:pt idx="5830">
                  <c:v>53.570292999999999</c:v>
                </c:pt>
                <c:pt idx="5831">
                  <c:v>53.600619999999999</c:v>
                </c:pt>
                <c:pt idx="5832">
                  <c:v>53.487105999999997</c:v>
                </c:pt>
                <c:pt idx="5833">
                  <c:v>53.569164000000001</c:v>
                </c:pt>
                <c:pt idx="5834">
                  <c:v>53.429214000000002</c:v>
                </c:pt>
                <c:pt idx="5835">
                  <c:v>52.787674000000003</c:v>
                </c:pt>
                <c:pt idx="5836">
                  <c:v>52.280425999999999</c:v>
                </c:pt>
                <c:pt idx="5837">
                  <c:v>52.399017000000001</c:v>
                </c:pt>
                <c:pt idx="5838">
                  <c:v>52.729056999999997</c:v>
                </c:pt>
                <c:pt idx="5839">
                  <c:v>52.872086000000003</c:v>
                </c:pt>
                <c:pt idx="5840">
                  <c:v>53.047268000000003</c:v>
                </c:pt>
                <c:pt idx="5841">
                  <c:v>53.028641</c:v>
                </c:pt>
                <c:pt idx="5842">
                  <c:v>52.734786999999997</c:v>
                </c:pt>
                <c:pt idx="5843">
                  <c:v>52.946095</c:v>
                </c:pt>
                <c:pt idx="5844">
                  <c:v>53.350876</c:v>
                </c:pt>
                <c:pt idx="5845">
                  <c:v>53.188599000000004</c:v>
                </c:pt>
                <c:pt idx="5846">
                  <c:v>52.894790999999998</c:v>
                </c:pt>
                <c:pt idx="5847">
                  <c:v>52.831283999999997</c:v>
                </c:pt>
                <c:pt idx="5848">
                  <c:v>52.598877000000002</c:v>
                </c:pt>
                <c:pt idx="5849">
                  <c:v>52.335509999999999</c:v>
                </c:pt>
                <c:pt idx="5850">
                  <c:v>52.137706999999999</c:v>
                </c:pt>
                <c:pt idx="5851">
                  <c:v>51.869621000000002</c:v>
                </c:pt>
                <c:pt idx="5852">
                  <c:v>51.746409999999997</c:v>
                </c:pt>
                <c:pt idx="5853">
                  <c:v>51.853672000000003</c:v>
                </c:pt>
                <c:pt idx="5854">
                  <c:v>51.983330000000002</c:v>
                </c:pt>
                <c:pt idx="5855">
                  <c:v>52.120246999999999</c:v>
                </c:pt>
                <c:pt idx="5856">
                  <c:v>52.419224</c:v>
                </c:pt>
                <c:pt idx="5857">
                  <c:v>52.763367000000002</c:v>
                </c:pt>
                <c:pt idx="5858">
                  <c:v>52.948048</c:v>
                </c:pt>
                <c:pt idx="5859">
                  <c:v>52.846901000000003</c:v>
                </c:pt>
                <c:pt idx="5860">
                  <c:v>52.434669</c:v>
                </c:pt>
                <c:pt idx="5861">
                  <c:v>52.347233000000003</c:v>
                </c:pt>
                <c:pt idx="5862">
                  <c:v>52.429924</c:v>
                </c:pt>
                <c:pt idx="5863">
                  <c:v>52.694037999999999</c:v>
                </c:pt>
                <c:pt idx="5864">
                  <c:v>53.352203000000003</c:v>
                </c:pt>
                <c:pt idx="5865">
                  <c:v>53.683154999999999</c:v>
                </c:pt>
                <c:pt idx="5866">
                  <c:v>53.168681999999997</c:v>
                </c:pt>
                <c:pt idx="5867">
                  <c:v>52.915897000000001</c:v>
                </c:pt>
                <c:pt idx="5868">
                  <c:v>52.608345</c:v>
                </c:pt>
                <c:pt idx="5869">
                  <c:v>52.335957000000001</c:v>
                </c:pt>
                <c:pt idx="5870">
                  <c:v>52.347763</c:v>
                </c:pt>
                <c:pt idx="5871">
                  <c:v>52.447369000000002</c:v>
                </c:pt>
                <c:pt idx="5872">
                  <c:v>52.426940999999999</c:v>
                </c:pt>
                <c:pt idx="5873">
                  <c:v>52.300235999999998</c:v>
                </c:pt>
                <c:pt idx="5874">
                  <c:v>52.266663000000001</c:v>
                </c:pt>
                <c:pt idx="5875">
                  <c:v>52.37059</c:v>
                </c:pt>
                <c:pt idx="5876">
                  <c:v>52.484634</c:v>
                </c:pt>
                <c:pt idx="5877">
                  <c:v>52.499893</c:v>
                </c:pt>
                <c:pt idx="5878">
                  <c:v>52.513992000000002</c:v>
                </c:pt>
                <c:pt idx="5879">
                  <c:v>52.528702000000003</c:v>
                </c:pt>
                <c:pt idx="5880">
                  <c:v>52.621581999999997</c:v>
                </c:pt>
                <c:pt idx="5881">
                  <c:v>52.974173999999998</c:v>
                </c:pt>
                <c:pt idx="5882">
                  <c:v>53.501972000000002</c:v>
                </c:pt>
                <c:pt idx="5883">
                  <c:v>53.922009000000003</c:v>
                </c:pt>
                <c:pt idx="5884">
                  <c:v>54.191535999999999</c:v>
                </c:pt>
                <c:pt idx="5885">
                  <c:v>54.311295000000001</c:v>
                </c:pt>
                <c:pt idx="5886">
                  <c:v>54.156601000000002</c:v>
                </c:pt>
                <c:pt idx="5887">
                  <c:v>54.169369000000003</c:v>
                </c:pt>
                <c:pt idx="5888">
                  <c:v>54.268512999999999</c:v>
                </c:pt>
                <c:pt idx="5889">
                  <c:v>54.070362000000003</c:v>
                </c:pt>
                <c:pt idx="5890">
                  <c:v>53.942894000000003</c:v>
                </c:pt>
                <c:pt idx="5891">
                  <c:v>54.090564999999998</c:v>
                </c:pt>
                <c:pt idx="5892">
                  <c:v>54.052619999999997</c:v>
                </c:pt>
                <c:pt idx="5893">
                  <c:v>53.527607000000003</c:v>
                </c:pt>
                <c:pt idx="5894">
                  <c:v>53.059134999999998</c:v>
                </c:pt>
                <c:pt idx="5895">
                  <c:v>53.124889000000003</c:v>
                </c:pt>
                <c:pt idx="5896">
                  <c:v>53.522869</c:v>
                </c:pt>
                <c:pt idx="5897">
                  <c:v>53.884490999999997</c:v>
                </c:pt>
                <c:pt idx="5898">
                  <c:v>54.201220999999997</c:v>
                </c:pt>
                <c:pt idx="5899">
                  <c:v>54.260803000000003</c:v>
                </c:pt>
                <c:pt idx="5900">
                  <c:v>53.919491000000001</c:v>
                </c:pt>
                <c:pt idx="5901">
                  <c:v>53.786906999999999</c:v>
                </c:pt>
                <c:pt idx="5902">
                  <c:v>53.915359000000002</c:v>
                </c:pt>
                <c:pt idx="5903">
                  <c:v>54.313107000000002</c:v>
                </c:pt>
                <c:pt idx="5904">
                  <c:v>54.614437000000002</c:v>
                </c:pt>
                <c:pt idx="5905">
                  <c:v>54.585526000000002</c:v>
                </c:pt>
                <c:pt idx="5906">
                  <c:v>54.397629000000002</c:v>
                </c:pt>
                <c:pt idx="5907">
                  <c:v>54.369647999999998</c:v>
                </c:pt>
                <c:pt idx="5908">
                  <c:v>54.316257</c:v>
                </c:pt>
                <c:pt idx="5909">
                  <c:v>54.031726999999997</c:v>
                </c:pt>
                <c:pt idx="5910">
                  <c:v>53.614871999999998</c:v>
                </c:pt>
                <c:pt idx="5911">
                  <c:v>53.159579999999998</c:v>
                </c:pt>
                <c:pt idx="5912">
                  <c:v>52.742705999999998</c:v>
                </c:pt>
                <c:pt idx="5913">
                  <c:v>52.347313</c:v>
                </c:pt>
                <c:pt idx="5914">
                  <c:v>52.417316</c:v>
                </c:pt>
                <c:pt idx="5915">
                  <c:v>52.588894000000003</c:v>
                </c:pt>
                <c:pt idx="5916">
                  <c:v>52.857605</c:v>
                </c:pt>
                <c:pt idx="5917">
                  <c:v>53.065983000000003</c:v>
                </c:pt>
                <c:pt idx="5918">
                  <c:v>53.373305999999999</c:v>
                </c:pt>
                <c:pt idx="5919">
                  <c:v>53.793610000000001</c:v>
                </c:pt>
                <c:pt idx="5920">
                  <c:v>54.028305000000003</c:v>
                </c:pt>
                <c:pt idx="5921">
                  <c:v>54.068770999999998</c:v>
                </c:pt>
                <c:pt idx="5922">
                  <c:v>53.804482</c:v>
                </c:pt>
                <c:pt idx="5923">
                  <c:v>53.243487999999999</c:v>
                </c:pt>
                <c:pt idx="5924">
                  <c:v>53.007465000000003</c:v>
                </c:pt>
                <c:pt idx="5925">
                  <c:v>52.94265</c:v>
                </c:pt>
                <c:pt idx="5926">
                  <c:v>52.667400000000001</c:v>
                </c:pt>
                <c:pt idx="5927">
                  <c:v>52.540725999999999</c:v>
                </c:pt>
                <c:pt idx="5928">
                  <c:v>52.600757999999999</c:v>
                </c:pt>
                <c:pt idx="5929">
                  <c:v>52.667006999999998</c:v>
                </c:pt>
                <c:pt idx="5930">
                  <c:v>52.478447000000003</c:v>
                </c:pt>
                <c:pt idx="5931">
                  <c:v>52.181018999999999</c:v>
                </c:pt>
                <c:pt idx="5932">
                  <c:v>52.300606000000002</c:v>
                </c:pt>
                <c:pt idx="5933">
                  <c:v>52.537914000000001</c:v>
                </c:pt>
                <c:pt idx="5934">
                  <c:v>52.695805</c:v>
                </c:pt>
                <c:pt idx="5935">
                  <c:v>52.663181000000002</c:v>
                </c:pt>
                <c:pt idx="5936">
                  <c:v>52.556697999999997</c:v>
                </c:pt>
                <c:pt idx="5937">
                  <c:v>52.645634000000001</c:v>
                </c:pt>
                <c:pt idx="5938">
                  <c:v>52.876700999999997</c:v>
                </c:pt>
                <c:pt idx="5939">
                  <c:v>53.115509000000003</c:v>
                </c:pt>
                <c:pt idx="5940">
                  <c:v>53.256042000000001</c:v>
                </c:pt>
                <c:pt idx="5941">
                  <c:v>53.233542999999997</c:v>
                </c:pt>
                <c:pt idx="5942">
                  <c:v>53.123528</c:v>
                </c:pt>
                <c:pt idx="5943">
                  <c:v>53.104187000000003</c:v>
                </c:pt>
                <c:pt idx="5944">
                  <c:v>53.086188999999997</c:v>
                </c:pt>
                <c:pt idx="5945">
                  <c:v>52.974711999999997</c:v>
                </c:pt>
                <c:pt idx="5946">
                  <c:v>52.818725999999998</c:v>
                </c:pt>
                <c:pt idx="5947">
                  <c:v>52.424666999999999</c:v>
                </c:pt>
                <c:pt idx="5948">
                  <c:v>52.140174999999999</c:v>
                </c:pt>
                <c:pt idx="5949">
                  <c:v>52.300261999999996</c:v>
                </c:pt>
                <c:pt idx="5950">
                  <c:v>52.404612999999998</c:v>
                </c:pt>
                <c:pt idx="5951">
                  <c:v>52.099978999999998</c:v>
                </c:pt>
                <c:pt idx="5952">
                  <c:v>51.734619000000002</c:v>
                </c:pt>
                <c:pt idx="5953">
                  <c:v>51.644745</c:v>
                </c:pt>
                <c:pt idx="5954">
                  <c:v>51.659058000000002</c:v>
                </c:pt>
                <c:pt idx="5955">
                  <c:v>51.705032000000003</c:v>
                </c:pt>
                <c:pt idx="5956">
                  <c:v>51.738148000000002</c:v>
                </c:pt>
                <c:pt idx="5957">
                  <c:v>51.593525</c:v>
                </c:pt>
                <c:pt idx="5958">
                  <c:v>51.430660000000003</c:v>
                </c:pt>
                <c:pt idx="5959">
                  <c:v>51.296168999999999</c:v>
                </c:pt>
                <c:pt idx="5960">
                  <c:v>51.460819000000001</c:v>
                </c:pt>
                <c:pt idx="5961">
                  <c:v>51.888289999999998</c:v>
                </c:pt>
                <c:pt idx="5962">
                  <c:v>52.227409000000002</c:v>
                </c:pt>
                <c:pt idx="5963">
                  <c:v>52.221519000000001</c:v>
                </c:pt>
                <c:pt idx="5964">
                  <c:v>52.130443999999997</c:v>
                </c:pt>
                <c:pt idx="5965">
                  <c:v>52.176471999999997</c:v>
                </c:pt>
                <c:pt idx="5966">
                  <c:v>52.212074000000001</c:v>
                </c:pt>
                <c:pt idx="5967">
                  <c:v>52.462649999999996</c:v>
                </c:pt>
                <c:pt idx="5968">
                  <c:v>52.869410999999999</c:v>
                </c:pt>
                <c:pt idx="5969">
                  <c:v>53.204143999999999</c:v>
                </c:pt>
                <c:pt idx="5970">
                  <c:v>53.448414</c:v>
                </c:pt>
                <c:pt idx="5971">
                  <c:v>53.534270999999997</c:v>
                </c:pt>
                <c:pt idx="5972">
                  <c:v>53.339306000000001</c:v>
                </c:pt>
                <c:pt idx="5973">
                  <c:v>52.834083999999997</c:v>
                </c:pt>
                <c:pt idx="5974">
                  <c:v>52.521174999999999</c:v>
                </c:pt>
                <c:pt idx="5975">
                  <c:v>52.415042999999997</c:v>
                </c:pt>
                <c:pt idx="5976">
                  <c:v>52.494629000000003</c:v>
                </c:pt>
                <c:pt idx="5977">
                  <c:v>52.621468</c:v>
                </c:pt>
                <c:pt idx="5978">
                  <c:v>52.688267000000003</c:v>
                </c:pt>
                <c:pt idx="5979">
                  <c:v>52.981358</c:v>
                </c:pt>
                <c:pt idx="5980">
                  <c:v>53.005431999999999</c:v>
                </c:pt>
                <c:pt idx="5981">
                  <c:v>52.799599000000001</c:v>
                </c:pt>
                <c:pt idx="5982">
                  <c:v>52.540264000000001</c:v>
                </c:pt>
                <c:pt idx="5983">
                  <c:v>52.156627999999998</c:v>
                </c:pt>
                <c:pt idx="5984">
                  <c:v>51.833159999999999</c:v>
                </c:pt>
                <c:pt idx="5985">
                  <c:v>51.813526000000003</c:v>
                </c:pt>
                <c:pt idx="5986">
                  <c:v>51.867161000000003</c:v>
                </c:pt>
                <c:pt idx="5987">
                  <c:v>51.852493000000003</c:v>
                </c:pt>
                <c:pt idx="5988">
                  <c:v>51.839103999999999</c:v>
                </c:pt>
                <c:pt idx="5989">
                  <c:v>51.927483000000002</c:v>
                </c:pt>
                <c:pt idx="5990">
                  <c:v>51.836207999999999</c:v>
                </c:pt>
                <c:pt idx="5991">
                  <c:v>51.939098000000001</c:v>
                </c:pt>
                <c:pt idx="5992">
                  <c:v>51.963656999999998</c:v>
                </c:pt>
                <c:pt idx="5993">
                  <c:v>51.801330999999998</c:v>
                </c:pt>
                <c:pt idx="5994">
                  <c:v>51.620651000000002</c:v>
                </c:pt>
                <c:pt idx="5995">
                  <c:v>51.695148000000003</c:v>
                </c:pt>
                <c:pt idx="5996">
                  <c:v>51.80735</c:v>
                </c:pt>
                <c:pt idx="5997">
                  <c:v>51.908470000000001</c:v>
                </c:pt>
                <c:pt idx="5998">
                  <c:v>51.927886999999998</c:v>
                </c:pt>
                <c:pt idx="5999">
                  <c:v>51.877738999999998</c:v>
                </c:pt>
                <c:pt idx="6000">
                  <c:v>52.008484000000003</c:v>
                </c:pt>
                <c:pt idx="6001">
                  <c:v>52.381518999999997</c:v>
                </c:pt>
                <c:pt idx="6002">
                  <c:v>52.451884999999997</c:v>
                </c:pt>
                <c:pt idx="6003">
                  <c:v>52.144587999999999</c:v>
                </c:pt>
                <c:pt idx="6004">
                  <c:v>52.131965999999998</c:v>
                </c:pt>
                <c:pt idx="6005">
                  <c:v>52.353481000000002</c:v>
                </c:pt>
                <c:pt idx="6006">
                  <c:v>52.592013999999999</c:v>
                </c:pt>
                <c:pt idx="6007">
                  <c:v>52.876761999999999</c:v>
                </c:pt>
                <c:pt idx="6008">
                  <c:v>52.996192999999998</c:v>
                </c:pt>
                <c:pt idx="6009">
                  <c:v>52.966183000000001</c:v>
                </c:pt>
                <c:pt idx="6010">
                  <c:v>53.031464</c:v>
                </c:pt>
                <c:pt idx="6011">
                  <c:v>52.897357999999997</c:v>
                </c:pt>
                <c:pt idx="6012">
                  <c:v>52.771163999999999</c:v>
                </c:pt>
                <c:pt idx="6013">
                  <c:v>52.604362000000002</c:v>
                </c:pt>
                <c:pt idx="6014">
                  <c:v>52.681679000000003</c:v>
                </c:pt>
                <c:pt idx="6015">
                  <c:v>53.068252999999999</c:v>
                </c:pt>
                <c:pt idx="6016">
                  <c:v>53.131717999999999</c:v>
                </c:pt>
                <c:pt idx="6017">
                  <c:v>52.964264</c:v>
                </c:pt>
                <c:pt idx="6018">
                  <c:v>52.557682</c:v>
                </c:pt>
                <c:pt idx="6019">
                  <c:v>52.164287999999999</c:v>
                </c:pt>
                <c:pt idx="6020">
                  <c:v>52.270682999999998</c:v>
                </c:pt>
                <c:pt idx="6021">
                  <c:v>52.560271999999998</c:v>
                </c:pt>
                <c:pt idx="6022">
                  <c:v>52.778069000000002</c:v>
                </c:pt>
                <c:pt idx="6023">
                  <c:v>52.899635000000004</c:v>
                </c:pt>
                <c:pt idx="6024">
                  <c:v>52.855690000000003</c:v>
                </c:pt>
                <c:pt idx="6025">
                  <c:v>52.739212000000002</c:v>
                </c:pt>
                <c:pt idx="6026">
                  <c:v>52.841324</c:v>
                </c:pt>
                <c:pt idx="6027">
                  <c:v>53.159396999999998</c:v>
                </c:pt>
                <c:pt idx="6028">
                  <c:v>53.633358000000001</c:v>
                </c:pt>
                <c:pt idx="6029">
                  <c:v>53.884796000000001</c:v>
                </c:pt>
                <c:pt idx="6030">
                  <c:v>53.783965999999999</c:v>
                </c:pt>
                <c:pt idx="6031">
                  <c:v>53.594875000000002</c:v>
                </c:pt>
                <c:pt idx="6032">
                  <c:v>53.498660999999998</c:v>
                </c:pt>
                <c:pt idx="6033">
                  <c:v>53.617657000000001</c:v>
                </c:pt>
                <c:pt idx="6034">
                  <c:v>53.570450000000001</c:v>
                </c:pt>
                <c:pt idx="6035">
                  <c:v>53.467906999999997</c:v>
                </c:pt>
                <c:pt idx="6036">
                  <c:v>53.629756999999998</c:v>
                </c:pt>
                <c:pt idx="6037">
                  <c:v>53.964157</c:v>
                </c:pt>
                <c:pt idx="6038">
                  <c:v>54.299754999999998</c:v>
                </c:pt>
                <c:pt idx="6039">
                  <c:v>54.311577</c:v>
                </c:pt>
                <c:pt idx="6040">
                  <c:v>54.401203000000002</c:v>
                </c:pt>
                <c:pt idx="6041">
                  <c:v>54.359321999999999</c:v>
                </c:pt>
                <c:pt idx="6042">
                  <c:v>54.345855999999998</c:v>
                </c:pt>
                <c:pt idx="6043">
                  <c:v>54.373759999999997</c:v>
                </c:pt>
                <c:pt idx="6044">
                  <c:v>54.14349</c:v>
                </c:pt>
                <c:pt idx="6045">
                  <c:v>54.059635</c:v>
                </c:pt>
                <c:pt idx="6046">
                  <c:v>54.094112000000003</c:v>
                </c:pt>
                <c:pt idx="6047">
                  <c:v>54.643420999999996</c:v>
                </c:pt>
                <c:pt idx="6048">
                  <c:v>54.920982000000002</c:v>
                </c:pt>
                <c:pt idx="6049">
                  <c:v>55.117012000000003</c:v>
                </c:pt>
                <c:pt idx="6050">
                  <c:v>54.964714000000001</c:v>
                </c:pt>
                <c:pt idx="6051">
                  <c:v>54.366267999999998</c:v>
                </c:pt>
                <c:pt idx="6052">
                  <c:v>53.769817000000003</c:v>
                </c:pt>
                <c:pt idx="6053">
                  <c:v>53.292889000000002</c:v>
                </c:pt>
                <c:pt idx="6054">
                  <c:v>53.254047</c:v>
                </c:pt>
                <c:pt idx="6055">
                  <c:v>53.420731000000004</c:v>
                </c:pt>
                <c:pt idx="6056">
                  <c:v>53.524577999999998</c:v>
                </c:pt>
                <c:pt idx="6057">
                  <c:v>53.752102000000001</c:v>
                </c:pt>
                <c:pt idx="6058">
                  <c:v>53.98592</c:v>
                </c:pt>
                <c:pt idx="6059">
                  <c:v>53.851494000000002</c:v>
                </c:pt>
                <c:pt idx="6060">
                  <c:v>53.644581000000002</c:v>
                </c:pt>
                <c:pt idx="6061">
                  <c:v>53.634070999999999</c:v>
                </c:pt>
                <c:pt idx="6062">
                  <c:v>53.518104999999998</c:v>
                </c:pt>
                <c:pt idx="6063">
                  <c:v>53.246955999999997</c:v>
                </c:pt>
                <c:pt idx="6064">
                  <c:v>53.095050999999998</c:v>
                </c:pt>
                <c:pt idx="6065">
                  <c:v>53.206097</c:v>
                </c:pt>
                <c:pt idx="6066">
                  <c:v>53.442345000000003</c:v>
                </c:pt>
                <c:pt idx="6067">
                  <c:v>53.573357000000001</c:v>
                </c:pt>
                <c:pt idx="6068">
                  <c:v>53.744129000000001</c:v>
                </c:pt>
                <c:pt idx="6069">
                  <c:v>53.745640000000002</c:v>
                </c:pt>
                <c:pt idx="6070">
                  <c:v>53.602122999999999</c:v>
                </c:pt>
                <c:pt idx="6071">
                  <c:v>53.345840000000003</c:v>
                </c:pt>
                <c:pt idx="6072">
                  <c:v>53.266044999999998</c:v>
                </c:pt>
                <c:pt idx="6073">
                  <c:v>53.497813999999998</c:v>
                </c:pt>
                <c:pt idx="6074">
                  <c:v>53.884438000000003</c:v>
                </c:pt>
                <c:pt idx="6075">
                  <c:v>54.219692000000002</c:v>
                </c:pt>
                <c:pt idx="6076">
                  <c:v>54.411822999999998</c:v>
                </c:pt>
                <c:pt idx="6077">
                  <c:v>54.578091000000001</c:v>
                </c:pt>
                <c:pt idx="6078">
                  <c:v>54.556038000000001</c:v>
                </c:pt>
                <c:pt idx="6079">
                  <c:v>54.505535000000002</c:v>
                </c:pt>
                <c:pt idx="6080">
                  <c:v>54.651145999999997</c:v>
                </c:pt>
                <c:pt idx="6081">
                  <c:v>54.660685999999998</c:v>
                </c:pt>
                <c:pt idx="6082">
                  <c:v>54.565474999999999</c:v>
                </c:pt>
                <c:pt idx="6083">
                  <c:v>54.469211999999999</c:v>
                </c:pt>
                <c:pt idx="6084">
                  <c:v>54.486041999999998</c:v>
                </c:pt>
                <c:pt idx="6085">
                  <c:v>54.722400999999998</c:v>
                </c:pt>
                <c:pt idx="6086">
                  <c:v>55.063068000000001</c:v>
                </c:pt>
                <c:pt idx="6087">
                  <c:v>55.297665000000002</c:v>
                </c:pt>
                <c:pt idx="6088">
                  <c:v>55.449120000000001</c:v>
                </c:pt>
                <c:pt idx="6089">
                  <c:v>55.352497</c:v>
                </c:pt>
                <c:pt idx="6090">
                  <c:v>55.396476999999997</c:v>
                </c:pt>
                <c:pt idx="6091">
                  <c:v>55.491604000000002</c:v>
                </c:pt>
                <c:pt idx="6092">
                  <c:v>55.556435</c:v>
                </c:pt>
                <c:pt idx="6093">
                  <c:v>55.568812999999999</c:v>
                </c:pt>
                <c:pt idx="6094">
                  <c:v>55.931731999999997</c:v>
                </c:pt>
                <c:pt idx="6095">
                  <c:v>56.274020999999998</c:v>
                </c:pt>
                <c:pt idx="6096">
                  <c:v>56.477176999999998</c:v>
                </c:pt>
                <c:pt idx="6097">
                  <c:v>56.408264000000003</c:v>
                </c:pt>
                <c:pt idx="6098">
                  <c:v>56.274360999999999</c:v>
                </c:pt>
                <c:pt idx="6099">
                  <c:v>56.269485000000003</c:v>
                </c:pt>
                <c:pt idx="6100">
                  <c:v>56.3992</c:v>
                </c:pt>
                <c:pt idx="6101">
                  <c:v>56.49268</c:v>
                </c:pt>
                <c:pt idx="6102">
                  <c:v>56.273926000000003</c:v>
                </c:pt>
                <c:pt idx="6103">
                  <c:v>56.026707000000002</c:v>
                </c:pt>
                <c:pt idx="6104">
                  <c:v>56.088303000000003</c:v>
                </c:pt>
                <c:pt idx="6105">
                  <c:v>56.262836</c:v>
                </c:pt>
                <c:pt idx="6106">
                  <c:v>56.193202999999997</c:v>
                </c:pt>
                <c:pt idx="6107">
                  <c:v>56.130431999999999</c:v>
                </c:pt>
                <c:pt idx="6108">
                  <c:v>56.143889999999999</c:v>
                </c:pt>
                <c:pt idx="6109">
                  <c:v>56.176136</c:v>
                </c:pt>
                <c:pt idx="6110">
                  <c:v>56.191574000000003</c:v>
                </c:pt>
                <c:pt idx="6111">
                  <c:v>56.271748000000002</c:v>
                </c:pt>
                <c:pt idx="6112">
                  <c:v>56.473564000000003</c:v>
                </c:pt>
                <c:pt idx="6113">
                  <c:v>56.640948999999999</c:v>
                </c:pt>
                <c:pt idx="6114">
                  <c:v>56.654705</c:v>
                </c:pt>
                <c:pt idx="6115">
                  <c:v>56.737003000000001</c:v>
                </c:pt>
                <c:pt idx="6116">
                  <c:v>57.003971</c:v>
                </c:pt>
                <c:pt idx="6117">
                  <c:v>57.358006000000003</c:v>
                </c:pt>
                <c:pt idx="6118">
                  <c:v>57.376266000000001</c:v>
                </c:pt>
                <c:pt idx="6119">
                  <c:v>57.367386000000003</c:v>
                </c:pt>
                <c:pt idx="6120">
                  <c:v>57.349369000000003</c:v>
                </c:pt>
                <c:pt idx="6121">
                  <c:v>57.261868</c:v>
                </c:pt>
                <c:pt idx="6122">
                  <c:v>57.389893000000001</c:v>
                </c:pt>
                <c:pt idx="6123">
                  <c:v>57.575783000000001</c:v>
                </c:pt>
                <c:pt idx="6124">
                  <c:v>57.765160000000002</c:v>
                </c:pt>
                <c:pt idx="6125">
                  <c:v>58.036743000000001</c:v>
                </c:pt>
                <c:pt idx="6126">
                  <c:v>58.123618999999998</c:v>
                </c:pt>
                <c:pt idx="6127">
                  <c:v>57.907978</c:v>
                </c:pt>
                <c:pt idx="6128">
                  <c:v>58.489643000000001</c:v>
                </c:pt>
                <c:pt idx="6129">
                  <c:v>58.705703999999997</c:v>
                </c:pt>
                <c:pt idx="6130">
                  <c:v>58.854790000000001</c:v>
                </c:pt>
                <c:pt idx="6131">
                  <c:v>59.674540999999998</c:v>
                </c:pt>
                <c:pt idx="6132">
                  <c:v>60.074576999999998</c:v>
                </c:pt>
                <c:pt idx="6133">
                  <c:v>60.310051000000001</c:v>
                </c:pt>
                <c:pt idx="6134">
                  <c:v>60.264248000000002</c:v>
                </c:pt>
                <c:pt idx="6135">
                  <c:v>59.931854000000001</c:v>
                </c:pt>
                <c:pt idx="6136">
                  <c:v>59.641426000000003</c:v>
                </c:pt>
                <c:pt idx="6137">
                  <c:v>59.490433000000003</c:v>
                </c:pt>
                <c:pt idx="6138">
                  <c:v>59.121510000000001</c:v>
                </c:pt>
                <c:pt idx="6139">
                  <c:v>58.688679</c:v>
                </c:pt>
                <c:pt idx="6140">
                  <c:v>58.770587999999996</c:v>
                </c:pt>
                <c:pt idx="6141">
                  <c:v>58.947040999999999</c:v>
                </c:pt>
                <c:pt idx="6142">
                  <c:v>58.912224000000002</c:v>
                </c:pt>
                <c:pt idx="6143">
                  <c:v>58.735863000000002</c:v>
                </c:pt>
                <c:pt idx="6144">
                  <c:v>58.360413000000001</c:v>
                </c:pt>
                <c:pt idx="6145">
                  <c:v>57.844639000000001</c:v>
                </c:pt>
                <c:pt idx="6146">
                  <c:v>57.566307000000002</c:v>
                </c:pt>
                <c:pt idx="6147">
                  <c:v>57.435760000000002</c:v>
                </c:pt>
                <c:pt idx="6148">
                  <c:v>57.406067</c:v>
                </c:pt>
                <c:pt idx="6149">
                  <c:v>57.662106000000001</c:v>
                </c:pt>
                <c:pt idx="6150">
                  <c:v>57.977958999999998</c:v>
                </c:pt>
                <c:pt idx="6151">
                  <c:v>58.211554999999997</c:v>
                </c:pt>
                <c:pt idx="6152">
                  <c:v>58.302284</c:v>
                </c:pt>
                <c:pt idx="6153">
                  <c:v>58.320414999999997</c:v>
                </c:pt>
                <c:pt idx="6154">
                  <c:v>58.269066000000002</c:v>
                </c:pt>
                <c:pt idx="6155">
                  <c:v>58.352207</c:v>
                </c:pt>
                <c:pt idx="6156">
                  <c:v>58.461269000000001</c:v>
                </c:pt>
                <c:pt idx="6157">
                  <c:v>58.581490000000002</c:v>
                </c:pt>
                <c:pt idx="6158">
                  <c:v>58.629707000000003</c:v>
                </c:pt>
                <c:pt idx="6159">
                  <c:v>58.800303999999997</c:v>
                </c:pt>
                <c:pt idx="6160">
                  <c:v>59.062072999999998</c:v>
                </c:pt>
                <c:pt idx="6161">
                  <c:v>59.347304999999999</c:v>
                </c:pt>
                <c:pt idx="6162">
                  <c:v>59.584170999999998</c:v>
                </c:pt>
                <c:pt idx="6163">
                  <c:v>59.811748999999999</c:v>
                </c:pt>
                <c:pt idx="6164">
                  <c:v>60.139397000000002</c:v>
                </c:pt>
                <c:pt idx="6165">
                  <c:v>60.325344000000001</c:v>
                </c:pt>
                <c:pt idx="6166">
                  <c:v>60.492901000000003</c:v>
                </c:pt>
                <c:pt idx="6167">
                  <c:v>60.863121</c:v>
                </c:pt>
                <c:pt idx="6168">
                  <c:v>60.953116999999999</c:v>
                </c:pt>
                <c:pt idx="6169">
                  <c:v>60.800697</c:v>
                </c:pt>
                <c:pt idx="6170">
                  <c:v>60.673549999999999</c:v>
                </c:pt>
                <c:pt idx="6171">
                  <c:v>60.380215</c:v>
                </c:pt>
                <c:pt idx="6172">
                  <c:v>59.890960999999997</c:v>
                </c:pt>
                <c:pt idx="6173">
                  <c:v>59.571060000000003</c:v>
                </c:pt>
                <c:pt idx="6174">
                  <c:v>59.316794999999999</c:v>
                </c:pt>
                <c:pt idx="6175">
                  <c:v>59.281097000000003</c:v>
                </c:pt>
                <c:pt idx="6176">
                  <c:v>59.623131000000001</c:v>
                </c:pt>
                <c:pt idx="6177">
                  <c:v>60.080734</c:v>
                </c:pt>
                <c:pt idx="6178">
                  <c:v>60.628982999999998</c:v>
                </c:pt>
                <c:pt idx="6179">
                  <c:v>61.103637999999997</c:v>
                </c:pt>
                <c:pt idx="6180">
                  <c:v>61.358437000000002</c:v>
                </c:pt>
                <c:pt idx="6181">
                  <c:v>61.610695</c:v>
                </c:pt>
                <c:pt idx="6182">
                  <c:v>61.72401</c:v>
                </c:pt>
                <c:pt idx="6183">
                  <c:v>61.875312999999998</c:v>
                </c:pt>
                <c:pt idx="6184">
                  <c:v>61.750155999999997</c:v>
                </c:pt>
                <c:pt idx="6185">
                  <c:v>61.495949000000003</c:v>
                </c:pt>
                <c:pt idx="6186">
                  <c:v>61.357787999999999</c:v>
                </c:pt>
                <c:pt idx="6187">
                  <c:v>61.229340000000001</c:v>
                </c:pt>
                <c:pt idx="6188">
                  <c:v>61.098998999999999</c:v>
                </c:pt>
                <c:pt idx="6189">
                  <c:v>61.012664999999998</c:v>
                </c:pt>
                <c:pt idx="6190">
                  <c:v>60.911113999999998</c:v>
                </c:pt>
                <c:pt idx="6191">
                  <c:v>60.822166000000003</c:v>
                </c:pt>
                <c:pt idx="6192">
                  <c:v>60.655056000000002</c:v>
                </c:pt>
                <c:pt idx="6193">
                  <c:v>60.399726999999999</c:v>
                </c:pt>
                <c:pt idx="6194">
                  <c:v>60.353915999999998</c:v>
                </c:pt>
                <c:pt idx="6195">
                  <c:v>60.497456</c:v>
                </c:pt>
                <c:pt idx="6196">
                  <c:v>60.697727</c:v>
                </c:pt>
                <c:pt idx="6197">
                  <c:v>61.101723</c:v>
                </c:pt>
                <c:pt idx="6198">
                  <c:v>61.210262</c:v>
                </c:pt>
                <c:pt idx="6199">
                  <c:v>61.306347000000002</c:v>
                </c:pt>
                <c:pt idx="6200">
                  <c:v>61.448627000000002</c:v>
                </c:pt>
                <c:pt idx="6201">
                  <c:v>61.536968000000002</c:v>
                </c:pt>
                <c:pt idx="6202">
                  <c:v>61.393436000000001</c:v>
                </c:pt>
                <c:pt idx="6203">
                  <c:v>61.236099000000003</c:v>
                </c:pt>
                <c:pt idx="6204">
                  <c:v>61.481892000000002</c:v>
                </c:pt>
                <c:pt idx="6205">
                  <c:v>61.648518000000003</c:v>
                </c:pt>
                <c:pt idx="6206">
                  <c:v>61.770870000000002</c:v>
                </c:pt>
                <c:pt idx="6207">
                  <c:v>61.730083</c:v>
                </c:pt>
                <c:pt idx="6208">
                  <c:v>61.420105</c:v>
                </c:pt>
                <c:pt idx="6209">
                  <c:v>61.258910999999998</c:v>
                </c:pt>
                <c:pt idx="6210">
                  <c:v>61.265208999999999</c:v>
                </c:pt>
                <c:pt idx="6211">
                  <c:v>61.162708000000002</c:v>
                </c:pt>
                <c:pt idx="6212">
                  <c:v>61.09845</c:v>
                </c:pt>
                <c:pt idx="6213">
                  <c:v>61.211936999999999</c:v>
                </c:pt>
                <c:pt idx="6214">
                  <c:v>61.373283000000001</c:v>
                </c:pt>
                <c:pt idx="6215">
                  <c:v>61.449337</c:v>
                </c:pt>
                <c:pt idx="6216">
                  <c:v>61.708632999999999</c:v>
                </c:pt>
                <c:pt idx="6217">
                  <c:v>61.857264999999998</c:v>
                </c:pt>
                <c:pt idx="6218">
                  <c:v>61.724204999999998</c:v>
                </c:pt>
                <c:pt idx="6219">
                  <c:v>61.542445999999998</c:v>
                </c:pt>
                <c:pt idx="6220">
                  <c:v>61.438602000000003</c:v>
                </c:pt>
                <c:pt idx="6221">
                  <c:v>61.535183000000004</c:v>
                </c:pt>
                <c:pt idx="6222">
                  <c:v>61.779552000000002</c:v>
                </c:pt>
                <c:pt idx="6223">
                  <c:v>61.922871000000001</c:v>
                </c:pt>
                <c:pt idx="6224">
                  <c:v>62.061870999999996</c:v>
                </c:pt>
                <c:pt idx="6225">
                  <c:v>62.766765999999997</c:v>
                </c:pt>
                <c:pt idx="6226">
                  <c:v>63.528224999999999</c:v>
                </c:pt>
                <c:pt idx="6227">
                  <c:v>64.287430000000001</c:v>
                </c:pt>
                <c:pt idx="6228">
                  <c:v>62.711692999999997</c:v>
                </c:pt>
                <c:pt idx="6229">
                  <c:v>62.489258</c:v>
                </c:pt>
                <c:pt idx="6230">
                  <c:v>62.083022999999997</c:v>
                </c:pt>
                <c:pt idx="6231">
                  <c:v>61.811366999999997</c:v>
                </c:pt>
                <c:pt idx="6232">
                  <c:v>61.637272000000003</c:v>
                </c:pt>
                <c:pt idx="6233">
                  <c:v>61.549847</c:v>
                </c:pt>
                <c:pt idx="6234">
                  <c:v>61.555714000000002</c:v>
                </c:pt>
                <c:pt idx="6235">
                  <c:v>61.561646000000003</c:v>
                </c:pt>
                <c:pt idx="6236">
                  <c:v>61.406227000000001</c:v>
                </c:pt>
                <c:pt idx="6237">
                  <c:v>61.411017999999999</c:v>
                </c:pt>
                <c:pt idx="6238">
                  <c:v>61.597797</c:v>
                </c:pt>
                <c:pt idx="6239">
                  <c:v>61.500729</c:v>
                </c:pt>
                <c:pt idx="6240">
                  <c:v>61.440350000000002</c:v>
                </c:pt>
                <c:pt idx="6241">
                  <c:v>61.453918000000002</c:v>
                </c:pt>
                <c:pt idx="6242">
                  <c:v>61.629387000000001</c:v>
                </c:pt>
                <c:pt idx="6243">
                  <c:v>61.835751000000002</c:v>
                </c:pt>
                <c:pt idx="6244">
                  <c:v>62.004100999999999</c:v>
                </c:pt>
                <c:pt idx="6245">
                  <c:v>62.207889999999999</c:v>
                </c:pt>
                <c:pt idx="6246">
                  <c:v>62.227989000000001</c:v>
                </c:pt>
                <c:pt idx="6247">
                  <c:v>61.919777000000003</c:v>
                </c:pt>
                <c:pt idx="6248">
                  <c:v>61.63702</c:v>
                </c:pt>
                <c:pt idx="6249">
                  <c:v>61.498840000000001</c:v>
                </c:pt>
                <c:pt idx="6250">
                  <c:v>61.319327999999999</c:v>
                </c:pt>
                <c:pt idx="6251">
                  <c:v>61.182780999999999</c:v>
                </c:pt>
                <c:pt idx="6252">
                  <c:v>61.147263000000002</c:v>
                </c:pt>
                <c:pt idx="6253">
                  <c:v>61.507956999999998</c:v>
                </c:pt>
                <c:pt idx="6254">
                  <c:v>61.848835000000001</c:v>
                </c:pt>
                <c:pt idx="6255">
                  <c:v>62.033465999999997</c:v>
                </c:pt>
                <c:pt idx="6256">
                  <c:v>62.047061999999997</c:v>
                </c:pt>
                <c:pt idx="6257">
                  <c:v>61.838287000000001</c:v>
                </c:pt>
                <c:pt idx="6258">
                  <c:v>61.744804000000002</c:v>
                </c:pt>
                <c:pt idx="6259">
                  <c:v>61.665908999999999</c:v>
                </c:pt>
                <c:pt idx="6260">
                  <c:v>61.357002000000001</c:v>
                </c:pt>
                <c:pt idx="6261">
                  <c:v>61.056435</c:v>
                </c:pt>
                <c:pt idx="6262">
                  <c:v>60.917529999999999</c:v>
                </c:pt>
                <c:pt idx="6263">
                  <c:v>60.723205999999998</c:v>
                </c:pt>
                <c:pt idx="6264">
                  <c:v>60.224818999999997</c:v>
                </c:pt>
                <c:pt idx="6265">
                  <c:v>59.773865000000001</c:v>
                </c:pt>
                <c:pt idx="6266">
                  <c:v>59.649783999999997</c:v>
                </c:pt>
                <c:pt idx="6267">
                  <c:v>59.688186999999999</c:v>
                </c:pt>
                <c:pt idx="6268">
                  <c:v>59.856873</c:v>
                </c:pt>
                <c:pt idx="6269">
                  <c:v>59.844276000000001</c:v>
                </c:pt>
                <c:pt idx="6270">
                  <c:v>59.925441999999997</c:v>
                </c:pt>
                <c:pt idx="6271">
                  <c:v>59.964100000000002</c:v>
                </c:pt>
                <c:pt idx="6272">
                  <c:v>59.781494000000002</c:v>
                </c:pt>
                <c:pt idx="6273">
                  <c:v>59.601902000000003</c:v>
                </c:pt>
                <c:pt idx="6274">
                  <c:v>59.955021000000002</c:v>
                </c:pt>
                <c:pt idx="6275">
                  <c:v>60.348075999999999</c:v>
                </c:pt>
                <c:pt idx="6276">
                  <c:v>60.569344000000001</c:v>
                </c:pt>
                <c:pt idx="6277">
                  <c:v>60.709578999999998</c:v>
                </c:pt>
                <c:pt idx="6278">
                  <c:v>60.869225</c:v>
                </c:pt>
                <c:pt idx="6279">
                  <c:v>60.974876000000002</c:v>
                </c:pt>
                <c:pt idx="6280">
                  <c:v>61.079478999999999</c:v>
                </c:pt>
                <c:pt idx="6281">
                  <c:v>61.200211000000003</c:v>
                </c:pt>
                <c:pt idx="6282">
                  <c:v>61.321486999999998</c:v>
                </c:pt>
                <c:pt idx="6283">
                  <c:v>61.382702000000002</c:v>
                </c:pt>
                <c:pt idx="6284">
                  <c:v>61.434024999999998</c:v>
                </c:pt>
                <c:pt idx="6285">
                  <c:v>61.339260000000003</c:v>
                </c:pt>
                <c:pt idx="6286">
                  <c:v>61.013660000000002</c:v>
                </c:pt>
                <c:pt idx="6287">
                  <c:v>60.546954999999997</c:v>
                </c:pt>
                <c:pt idx="6288">
                  <c:v>60.269947000000002</c:v>
                </c:pt>
                <c:pt idx="6289">
                  <c:v>60.235081000000001</c:v>
                </c:pt>
                <c:pt idx="6290">
                  <c:v>60.158965999999999</c:v>
                </c:pt>
                <c:pt idx="6291">
                  <c:v>60.050739</c:v>
                </c:pt>
                <c:pt idx="6292">
                  <c:v>60.127388000000003</c:v>
                </c:pt>
                <c:pt idx="6293">
                  <c:v>60.246239000000003</c:v>
                </c:pt>
                <c:pt idx="6294">
                  <c:v>60.446891999999998</c:v>
                </c:pt>
                <c:pt idx="6295">
                  <c:v>60.958244000000001</c:v>
                </c:pt>
                <c:pt idx="6296">
                  <c:v>61.546787000000002</c:v>
                </c:pt>
                <c:pt idx="6297">
                  <c:v>61.797707000000003</c:v>
                </c:pt>
                <c:pt idx="6298">
                  <c:v>61.795043999999997</c:v>
                </c:pt>
                <c:pt idx="6299">
                  <c:v>62.230758999999999</c:v>
                </c:pt>
                <c:pt idx="6300">
                  <c:v>62.164771999999999</c:v>
                </c:pt>
                <c:pt idx="6301">
                  <c:v>62.118492000000003</c:v>
                </c:pt>
                <c:pt idx="6302">
                  <c:v>62.374862999999998</c:v>
                </c:pt>
                <c:pt idx="6303">
                  <c:v>62.491816999999998</c:v>
                </c:pt>
                <c:pt idx="6304">
                  <c:v>62.455497999999999</c:v>
                </c:pt>
                <c:pt idx="6305">
                  <c:v>62.452956999999998</c:v>
                </c:pt>
                <c:pt idx="6306">
                  <c:v>62.518833000000001</c:v>
                </c:pt>
                <c:pt idx="6307">
                  <c:v>62.452334999999998</c:v>
                </c:pt>
                <c:pt idx="6308">
                  <c:v>62.447422000000003</c:v>
                </c:pt>
                <c:pt idx="6309">
                  <c:v>62.402316999999996</c:v>
                </c:pt>
                <c:pt idx="6310">
                  <c:v>62.396664000000001</c:v>
                </c:pt>
                <c:pt idx="6311">
                  <c:v>62.399875999999999</c:v>
                </c:pt>
                <c:pt idx="6312">
                  <c:v>62.325771000000003</c:v>
                </c:pt>
                <c:pt idx="6313">
                  <c:v>62.369579000000002</c:v>
                </c:pt>
                <c:pt idx="6314">
                  <c:v>62.387566</c:v>
                </c:pt>
                <c:pt idx="6315">
                  <c:v>62.356037000000001</c:v>
                </c:pt>
                <c:pt idx="6316">
                  <c:v>62.441383000000002</c:v>
                </c:pt>
                <c:pt idx="6317">
                  <c:v>62.519404999999999</c:v>
                </c:pt>
                <c:pt idx="6318">
                  <c:v>62.674221000000003</c:v>
                </c:pt>
                <c:pt idx="6319">
                  <c:v>62.826607000000003</c:v>
                </c:pt>
                <c:pt idx="6320">
                  <c:v>63.007796999999997</c:v>
                </c:pt>
                <c:pt idx="6321">
                  <c:v>63.190514</c:v>
                </c:pt>
                <c:pt idx="6322">
                  <c:v>63.329909999999998</c:v>
                </c:pt>
                <c:pt idx="6323">
                  <c:v>63.432639999999999</c:v>
                </c:pt>
                <c:pt idx="6324">
                  <c:v>63.524765000000002</c:v>
                </c:pt>
                <c:pt idx="6325">
                  <c:v>63.682113999999999</c:v>
                </c:pt>
                <c:pt idx="6326">
                  <c:v>63.881016000000002</c:v>
                </c:pt>
                <c:pt idx="6327">
                  <c:v>64.204384000000005</c:v>
                </c:pt>
                <c:pt idx="6328">
                  <c:v>64.553229999999999</c:v>
                </c:pt>
                <c:pt idx="6329">
                  <c:v>64.831657000000007</c:v>
                </c:pt>
                <c:pt idx="6330">
                  <c:v>64.987778000000006</c:v>
                </c:pt>
                <c:pt idx="6331">
                  <c:v>65.010468000000003</c:v>
                </c:pt>
                <c:pt idx="6332">
                  <c:v>64.978972999999996</c:v>
                </c:pt>
                <c:pt idx="6333">
                  <c:v>64.964675999999997</c:v>
                </c:pt>
                <c:pt idx="6334">
                  <c:v>65.019096000000005</c:v>
                </c:pt>
                <c:pt idx="6335">
                  <c:v>65.176651000000007</c:v>
                </c:pt>
                <c:pt idx="6336">
                  <c:v>65.376793000000006</c:v>
                </c:pt>
                <c:pt idx="6337">
                  <c:v>65.610619</c:v>
                </c:pt>
                <c:pt idx="6338">
                  <c:v>65.953879999999998</c:v>
                </c:pt>
                <c:pt idx="6339">
                  <c:v>66.380004999999997</c:v>
                </c:pt>
                <c:pt idx="6340">
                  <c:v>66.690535999999994</c:v>
                </c:pt>
                <c:pt idx="6341">
                  <c:v>66.815421999999998</c:v>
                </c:pt>
                <c:pt idx="6342">
                  <c:v>66.803841000000006</c:v>
                </c:pt>
                <c:pt idx="6343">
                  <c:v>66.631461999999999</c:v>
                </c:pt>
                <c:pt idx="6344">
                  <c:v>66.461478999999997</c:v>
                </c:pt>
                <c:pt idx="6345">
                  <c:v>66.318466000000001</c:v>
                </c:pt>
                <c:pt idx="6346">
                  <c:v>66.290763999999996</c:v>
                </c:pt>
                <c:pt idx="6347">
                  <c:v>66.460875999999999</c:v>
                </c:pt>
                <c:pt idx="6348">
                  <c:v>66.603583999999998</c:v>
                </c:pt>
                <c:pt idx="6349">
                  <c:v>66.729056999999997</c:v>
                </c:pt>
                <c:pt idx="6350">
                  <c:v>66.934753000000001</c:v>
                </c:pt>
                <c:pt idx="6351">
                  <c:v>67.110000999999997</c:v>
                </c:pt>
                <c:pt idx="6352">
                  <c:v>67.245163000000005</c:v>
                </c:pt>
                <c:pt idx="6353">
                  <c:v>67.326430999999999</c:v>
                </c:pt>
                <c:pt idx="6354">
                  <c:v>67.425385000000006</c:v>
                </c:pt>
                <c:pt idx="6355">
                  <c:v>67.436577</c:v>
                </c:pt>
                <c:pt idx="6356">
                  <c:v>67.334479999999999</c:v>
                </c:pt>
                <c:pt idx="6357">
                  <c:v>67.232924999999994</c:v>
                </c:pt>
                <c:pt idx="6358">
                  <c:v>67.230339000000001</c:v>
                </c:pt>
                <c:pt idx="6359">
                  <c:v>67.306168</c:v>
                </c:pt>
                <c:pt idx="6360">
                  <c:v>67.394919999999999</c:v>
                </c:pt>
                <c:pt idx="6361">
                  <c:v>67.391739000000001</c:v>
                </c:pt>
                <c:pt idx="6362">
                  <c:v>67.40419</c:v>
                </c:pt>
                <c:pt idx="6363">
                  <c:v>67.400695999999996</c:v>
                </c:pt>
                <c:pt idx="6364">
                  <c:v>67.371787999999995</c:v>
                </c:pt>
                <c:pt idx="6365">
                  <c:v>67.318939</c:v>
                </c:pt>
                <c:pt idx="6366">
                  <c:v>67.268234000000007</c:v>
                </c:pt>
                <c:pt idx="6367">
                  <c:v>67.284164000000004</c:v>
                </c:pt>
                <c:pt idx="6368">
                  <c:v>67.275222999999997</c:v>
                </c:pt>
                <c:pt idx="6369">
                  <c:v>67.264374000000004</c:v>
                </c:pt>
                <c:pt idx="6370">
                  <c:v>67.255402000000004</c:v>
                </c:pt>
                <c:pt idx="6371">
                  <c:v>67.321899000000002</c:v>
                </c:pt>
                <c:pt idx="6372">
                  <c:v>67.408089000000004</c:v>
                </c:pt>
                <c:pt idx="6373">
                  <c:v>67.488997999999995</c:v>
                </c:pt>
                <c:pt idx="6374">
                  <c:v>67.618317000000005</c:v>
                </c:pt>
                <c:pt idx="6375">
                  <c:v>67.822738999999999</c:v>
                </c:pt>
                <c:pt idx="6376">
                  <c:v>68.138183999999995</c:v>
                </c:pt>
                <c:pt idx="6377">
                  <c:v>68.564819</c:v>
                </c:pt>
                <c:pt idx="6378">
                  <c:v>69.021950000000004</c:v>
                </c:pt>
                <c:pt idx="6379">
                  <c:v>69.319603000000001</c:v>
                </c:pt>
                <c:pt idx="6380">
                  <c:v>69.546302999999995</c:v>
                </c:pt>
                <c:pt idx="6381">
                  <c:v>69.698013000000003</c:v>
                </c:pt>
                <c:pt idx="6382">
                  <c:v>69.843658000000005</c:v>
                </c:pt>
                <c:pt idx="6383">
                  <c:v>69.971535000000003</c:v>
                </c:pt>
                <c:pt idx="6384">
                  <c:v>70.125793000000002</c:v>
                </c:pt>
                <c:pt idx="6385">
                  <c:v>70.317008999999999</c:v>
                </c:pt>
                <c:pt idx="6386">
                  <c:v>70.545760999999999</c:v>
                </c:pt>
                <c:pt idx="6387">
                  <c:v>70.863067999999998</c:v>
                </c:pt>
                <c:pt idx="6388">
                  <c:v>71.249938999999998</c:v>
                </c:pt>
                <c:pt idx="6389">
                  <c:v>71.704841999999999</c:v>
                </c:pt>
                <c:pt idx="6390">
                  <c:v>72.213676000000007</c:v>
                </c:pt>
                <c:pt idx="6391">
                  <c:v>72.746467999999993</c:v>
                </c:pt>
                <c:pt idx="6392">
                  <c:v>73.328879999999998</c:v>
                </c:pt>
                <c:pt idx="6393">
                  <c:v>72.587494000000007</c:v>
                </c:pt>
                <c:pt idx="6394">
                  <c:v>72.963158000000007</c:v>
                </c:pt>
                <c:pt idx="6395">
                  <c:v>73.137321</c:v>
                </c:pt>
                <c:pt idx="6396">
                  <c:v>73.288917999999995</c:v>
                </c:pt>
                <c:pt idx="6397">
                  <c:v>73.438125999999997</c:v>
                </c:pt>
                <c:pt idx="6398">
                  <c:v>73.540199000000001</c:v>
                </c:pt>
                <c:pt idx="6399">
                  <c:v>73.584273999999994</c:v>
                </c:pt>
                <c:pt idx="6400">
                  <c:v>73.609786999999997</c:v>
                </c:pt>
                <c:pt idx="6401">
                  <c:v>73.641220000000004</c:v>
                </c:pt>
                <c:pt idx="6402">
                  <c:v>73.607062999999997</c:v>
                </c:pt>
                <c:pt idx="6403">
                  <c:v>73.556220999999994</c:v>
                </c:pt>
                <c:pt idx="6404">
                  <c:v>73.513412000000002</c:v>
                </c:pt>
                <c:pt idx="6405">
                  <c:v>73.499741</c:v>
                </c:pt>
                <c:pt idx="6406">
                  <c:v>73.529281999999995</c:v>
                </c:pt>
                <c:pt idx="6407">
                  <c:v>73.605025999999995</c:v>
                </c:pt>
                <c:pt idx="6408">
                  <c:v>73.699721999999994</c:v>
                </c:pt>
                <c:pt idx="6409">
                  <c:v>73.695328000000003</c:v>
                </c:pt>
                <c:pt idx="6410">
                  <c:v>73.673164</c:v>
                </c:pt>
                <c:pt idx="6411">
                  <c:v>73.684059000000005</c:v>
                </c:pt>
                <c:pt idx="6412">
                  <c:v>73.683425999999997</c:v>
                </c:pt>
                <c:pt idx="6413">
                  <c:v>73.689994999999996</c:v>
                </c:pt>
                <c:pt idx="6414">
                  <c:v>73.711937000000006</c:v>
                </c:pt>
                <c:pt idx="6415">
                  <c:v>73.788550999999998</c:v>
                </c:pt>
                <c:pt idx="6416">
                  <c:v>73.917107000000001</c:v>
                </c:pt>
                <c:pt idx="6417">
                  <c:v>74.026413000000005</c:v>
                </c:pt>
                <c:pt idx="6418">
                  <c:v>74.085685999999995</c:v>
                </c:pt>
                <c:pt idx="6419">
                  <c:v>74.125045999999998</c:v>
                </c:pt>
                <c:pt idx="6420">
                  <c:v>74.124138000000002</c:v>
                </c:pt>
                <c:pt idx="6421">
                  <c:v>74.057411000000002</c:v>
                </c:pt>
                <c:pt idx="6422">
                  <c:v>74.056792999999999</c:v>
                </c:pt>
                <c:pt idx="6423">
                  <c:v>74.095695000000006</c:v>
                </c:pt>
                <c:pt idx="6424">
                  <c:v>74.187484999999995</c:v>
                </c:pt>
                <c:pt idx="6425">
                  <c:v>74.360259999999997</c:v>
                </c:pt>
                <c:pt idx="6426">
                  <c:v>74.454375999999996</c:v>
                </c:pt>
                <c:pt idx="6427">
                  <c:v>74.501900000000006</c:v>
                </c:pt>
                <c:pt idx="6428">
                  <c:v>74.523940999999994</c:v>
                </c:pt>
                <c:pt idx="6429">
                  <c:v>74.546111999999994</c:v>
                </c:pt>
                <c:pt idx="6430">
                  <c:v>74.534110999999996</c:v>
                </c:pt>
                <c:pt idx="6431">
                  <c:v>74.470207000000002</c:v>
                </c:pt>
                <c:pt idx="6432">
                  <c:v>74.352317999999997</c:v>
                </c:pt>
                <c:pt idx="6433">
                  <c:v>74.214737</c:v>
                </c:pt>
                <c:pt idx="6434">
                  <c:v>74.131743999999998</c:v>
                </c:pt>
                <c:pt idx="6435">
                  <c:v>74.124083999999996</c:v>
                </c:pt>
                <c:pt idx="6436">
                  <c:v>74.125031000000007</c:v>
                </c:pt>
                <c:pt idx="6437">
                  <c:v>74.112342999999996</c:v>
                </c:pt>
                <c:pt idx="6438">
                  <c:v>74.093390999999997</c:v>
                </c:pt>
                <c:pt idx="6439">
                  <c:v>74.062072999999998</c:v>
                </c:pt>
                <c:pt idx="6440">
                  <c:v>74.049057000000005</c:v>
                </c:pt>
                <c:pt idx="6441">
                  <c:v>74.078986999999998</c:v>
                </c:pt>
                <c:pt idx="6442">
                  <c:v>74.069884999999999</c:v>
                </c:pt>
                <c:pt idx="6443">
                  <c:v>74.057593999999995</c:v>
                </c:pt>
                <c:pt idx="6444">
                  <c:v>74.125427000000002</c:v>
                </c:pt>
                <c:pt idx="6445">
                  <c:v>74.222999999999999</c:v>
                </c:pt>
                <c:pt idx="6446">
                  <c:v>74.353279000000001</c:v>
                </c:pt>
                <c:pt idx="6447">
                  <c:v>74.548004000000006</c:v>
                </c:pt>
                <c:pt idx="6448">
                  <c:v>74.753281000000001</c:v>
                </c:pt>
                <c:pt idx="6449">
                  <c:v>74.889442000000003</c:v>
                </c:pt>
                <c:pt idx="6450">
                  <c:v>75.040656999999996</c:v>
                </c:pt>
                <c:pt idx="6451">
                  <c:v>75.185303000000005</c:v>
                </c:pt>
                <c:pt idx="6452">
                  <c:v>75.332442999999998</c:v>
                </c:pt>
                <c:pt idx="6453">
                  <c:v>75.461731</c:v>
                </c:pt>
                <c:pt idx="6454">
                  <c:v>75.603081000000003</c:v>
                </c:pt>
                <c:pt idx="6455">
                  <c:v>75.772735999999995</c:v>
                </c:pt>
                <c:pt idx="6456">
                  <c:v>76.007110999999995</c:v>
                </c:pt>
                <c:pt idx="6457">
                  <c:v>76.310401999999996</c:v>
                </c:pt>
                <c:pt idx="6458">
                  <c:v>76.647186000000005</c:v>
                </c:pt>
                <c:pt idx="6459">
                  <c:v>76.969939999999994</c:v>
                </c:pt>
                <c:pt idx="6460">
                  <c:v>77.217215999999993</c:v>
                </c:pt>
                <c:pt idx="6461">
                  <c:v>77.411888000000005</c:v>
                </c:pt>
                <c:pt idx="6462">
                  <c:v>77.525970000000001</c:v>
                </c:pt>
                <c:pt idx="6463">
                  <c:v>77.616516000000004</c:v>
                </c:pt>
                <c:pt idx="6464">
                  <c:v>77.732215999999994</c:v>
                </c:pt>
                <c:pt idx="6465">
                  <c:v>77.918045000000006</c:v>
                </c:pt>
                <c:pt idx="6466">
                  <c:v>78.042427000000004</c:v>
                </c:pt>
                <c:pt idx="6467">
                  <c:v>78.142989999999998</c:v>
                </c:pt>
                <c:pt idx="6468">
                  <c:v>78.239898999999994</c:v>
                </c:pt>
                <c:pt idx="6469">
                  <c:v>78.338104000000001</c:v>
                </c:pt>
                <c:pt idx="6470">
                  <c:v>78.448029000000005</c:v>
                </c:pt>
                <c:pt idx="6471">
                  <c:v>78.618683000000004</c:v>
                </c:pt>
                <c:pt idx="6472">
                  <c:v>78.860229000000004</c:v>
                </c:pt>
                <c:pt idx="6473">
                  <c:v>79.175522000000001</c:v>
                </c:pt>
                <c:pt idx="6474">
                  <c:v>79.575783000000001</c:v>
                </c:pt>
                <c:pt idx="6475">
                  <c:v>80.076340000000002</c:v>
                </c:pt>
                <c:pt idx="6476">
                  <c:v>79.053604000000007</c:v>
                </c:pt>
                <c:pt idx="6477">
                  <c:v>79.173209999999997</c:v>
                </c:pt>
                <c:pt idx="6478">
                  <c:v>79.500038000000004</c:v>
                </c:pt>
                <c:pt idx="6479">
                  <c:v>79.750122000000005</c:v>
                </c:pt>
                <c:pt idx="6480">
                  <c:v>79.935867000000002</c:v>
                </c:pt>
                <c:pt idx="6481">
                  <c:v>80.039619000000002</c:v>
                </c:pt>
                <c:pt idx="6482">
                  <c:v>80.072638999999995</c:v>
                </c:pt>
                <c:pt idx="6483">
                  <c:v>80.089950999999999</c:v>
                </c:pt>
                <c:pt idx="6484">
                  <c:v>80.119568000000001</c:v>
                </c:pt>
                <c:pt idx="6485">
                  <c:v>80.182929999999999</c:v>
                </c:pt>
                <c:pt idx="6486">
                  <c:v>80.269278999999997</c:v>
                </c:pt>
                <c:pt idx="6487">
                  <c:v>80.336135999999996</c:v>
                </c:pt>
                <c:pt idx="6488">
                  <c:v>80.378585999999999</c:v>
                </c:pt>
                <c:pt idx="6489">
                  <c:v>80.387428</c:v>
                </c:pt>
                <c:pt idx="6490">
                  <c:v>80.376907000000003</c:v>
                </c:pt>
                <c:pt idx="6491">
                  <c:v>80.322768999999994</c:v>
                </c:pt>
                <c:pt idx="6492">
                  <c:v>80.267028999999994</c:v>
                </c:pt>
                <c:pt idx="6493">
                  <c:v>80.254645999999994</c:v>
                </c:pt>
                <c:pt idx="6494">
                  <c:v>80.256279000000006</c:v>
                </c:pt>
                <c:pt idx="6495">
                  <c:v>80.267821999999995</c:v>
                </c:pt>
                <c:pt idx="6496">
                  <c:v>80.277991999999998</c:v>
                </c:pt>
                <c:pt idx="6497">
                  <c:v>80.256789999999995</c:v>
                </c:pt>
                <c:pt idx="6498">
                  <c:v>80.215621999999996</c:v>
                </c:pt>
                <c:pt idx="6499">
                  <c:v>80.168364999999994</c:v>
                </c:pt>
                <c:pt idx="6500">
                  <c:v>80.121689000000003</c:v>
                </c:pt>
                <c:pt idx="6501">
                  <c:v>80.081055000000006</c:v>
                </c:pt>
                <c:pt idx="6502">
                  <c:v>80.084807999999995</c:v>
                </c:pt>
                <c:pt idx="6503">
                  <c:v>80.069450000000003</c:v>
                </c:pt>
                <c:pt idx="6504">
                  <c:v>80.004028000000005</c:v>
                </c:pt>
                <c:pt idx="6505">
                  <c:v>79.943909000000005</c:v>
                </c:pt>
                <c:pt idx="6506">
                  <c:v>79.880836000000002</c:v>
                </c:pt>
                <c:pt idx="6507">
                  <c:v>79.804214000000002</c:v>
                </c:pt>
                <c:pt idx="6508">
                  <c:v>79.720123000000001</c:v>
                </c:pt>
                <c:pt idx="6509">
                  <c:v>79.663086000000007</c:v>
                </c:pt>
                <c:pt idx="6510">
                  <c:v>79.644737000000006</c:v>
                </c:pt>
                <c:pt idx="6511">
                  <c:v>79.682770000000005</c:v>
                </c:pt>
                <c:pt idx="6512">
                  <c:v>79.745956000000007</c:v>
                </c:pt>
                <c:pt idx="6513">
                  <c:v>79.812743999999995</c:v>
                </c:pt>
                <c:pt idx="6514">
                  <c:v>79.918998999999999</c:v>
                </c:pt>
                <c:pt idx="6515">
                  <c:v>80.058525000000003</c:v>
                </c:pt>
                <c:pt idx="6516">
                  <c:v>80.193793999999997</c:v>
                </c:pt>
                <c:pt idx="6517">
                  <c:v>80.319550000000007</c:v>
                </c:pt>
                <c:pt idx="6518">
                  <c:v>80.428719000000001</c:v>
                </c:pt>
                <c:pt idx="6519">
                  <c:v>80.522644</c:v>
                </c:pt>
                <c:pt idx="6520">
                  <c:v>80.640984000000003</c:v>
                </c:pt>
                <c:pt idx="6521">
                  <c:v>80.793800000000005</c:v>
                </c:pt>
                <c:pt idx="6522">
                  <c:v>80.978904999999997</c:v>
                </c:pt>
                <c:pt idx="6523">
                  <c:v>81.138092</c:v>
                </c:pt>
                <c:pt idx="6524">
                  <c:v>81.249984999999995</c:v>
                </c:pt>
                <c:pt idx="6525">
                  <c:v>81.314116999999996</c:v>
                </c:pt>
                <c:pt idx="6526">
                  <c:v>81.328918000000002</c:v>
                </c:pt>
                <c:pt idx="6527">
                  <c:v>81.321074999999993</c:v>
                </c:pt>
                <c:pt idx="6528">
                  <c:v>81.285072</c:v>
                </c:pt>
                <c:pt idx="6529">
                  <c:v>81.230834999999999</c:v>
                </c:pt>
                <c:pt idx="6530">
                  <c:v>81.168471999999994</c:v>
                </c:pt>
                <c:pt idx="6531">
                  <c:v>81.111114999999998</c:v>
                </c:pt>
                <c:pt idx="6532">
                  <c:v>81.067443999999995</c:v>
                </c:pt>
                <c:pt idx="6533">
                  <c:v>81.019019999999998</c:v>
                </c:pt>
                <c:pt idx="6534">
                  <c:v>80.948241999999993</c:v>
                </c:pt>
                <c:pt idx="6535">
                  <c:v>80.878494000000003</c:v>
                </c:pt>
                <c:pt idx="6536">
                  <c:v>80.819159999999997</c:v>
                </c:pt>
                <c:pt idx="6537">
                  <c:v>80.784187000000003</c:v>
                </c:pt>
                <c:pt idx="6538">
                  <c:v>80.785399999999996</c:v>
                </c:pt>
                <c:pt idx="6539">
                  <c:v>80.799308999999994</c:v>
                </c:pt>
                <c:pt idx="6540">
                  <c:v>80.813896</c:v>
                </c:pt>
                <c:pt idx="6541">
                  <c:v>80.831558000000001</c:v>
                </c:pt>
                <c:pt idx="6542">
                  <c:v>80.859138000000002</c:v>
                </c:pt>
                <c:pt idx="6543">
                  <c:v>80.898940999999994</c:v>
                </c:pt>
                <c:pt idx="6544">
                  <c:v>80.948959000000002</c:v>
                </c:pt>
                <c:pt idx="6545">
                  <c:v>81.024711999999994</c:v>
                </c:pt>
                <c:pt idx="6546">
                  <c:v>81.128815000000003</c:v>
                </c:pt>
                <c:pt idx="6547">
                  <c:v>81.233108999999999</c:v>
                </c:pt>
                <c:pt idx="6548">
                  <c:v>81.342872999999997</c:v>
                </c:pt>
                <c:pt idx="6549">
                  <c:v>81.452552999999995</c:v>
                </c:pt>
                <c:pt idx="6550">
                  <c:v>81.527359000000004</c:v>
                </c:pt>
                <c:pt idx="6551">
                  <c:v>81.540961999999993</c:v>
                </c:pt>
                <c:pt idx="6552">
                  <c:v>81.493019000000004</c:v>
                </c:pt>
                <c:pt idx="6553">
                  <c:v>81.399017000000001</c:v>
                </c:pt>
                <c:pt idx="6554">
                  <c:v>81.289375000000007</c:v>
                </c:pt>
                <c:pt idx="6555">
                  <c:v>81.192740999999998</c:v>
                </c:pt>
                <c:pt idx="6556">
                  <c:v>81.125091999999995</c:v>
                </c:pt>
                <c:pt idx="6557">
                  <c:v>81.070862000000005</c:v>
                </c:pt>
                <c:pt idx="6558">
                  <c:v>81.004761000000002</c:v>
                </c:pt>
                <c:pt idx="6559">
                  <c:v>80.940475000000006</c:v>
                </c:pt>
                <c:pt idx="6560">
                  <c:v>80.857367999999994</c:v>
                </c:pt>
                <c:pt idx="6561">
                  <c:v>80.786338999999998</c:v>
                </c:pt>
                <c:pt idx="6562">
                  <c:v>80.754722999999998</c:v>
                </c:pt>
                <c:pt idx="6563">
                  <c:v>80.727592000000001</c:v>
                </c:pt>
                <c:pt idx="6564">
                  <c:v>80.696571000000006</c:v>
                </c:pt>
                <c:pt idx="6565">
                  <c:v>80.607780000000005</c:v>
                </c:pt>
                <c:pt idx="6566">
                  <c:v>80.442229999999995</c:v>
                </c:pt>
                <c:pt idx="6567">
                  <c:v>80.239058999999997</c:v>
                </c:pt>
                <c:pt idx="6568">
                  <c:v>80.084862000000001</c:v>
                </c:pt>
                <c:pt idx="6569">
                  <c:v>80.034599</c:v>
                </c:pt>
                <c:pt idx="6570">
                  <c:v>80.060837000000006</c:v>
                </c:pt>
                <c:pt idx="6571">
                  <c:v>80.097014999999999</c:v>
                </c:pt>
                <c:pt idx="6572">
                  <c:v>80.118155999999999</c:v>
                </c:pt>
                <c:pt idx="6573">
                  <c:v>80.121421999999995</c:v>
                </c:pt>
                <c:pt idx="6574">
                  <c:v>80.082877999999994</c:v>
                </c:pt>
                <c:pt idx="6575">
                  <c:v>80.00779</c:v>
                </c:pt>
                <c:pt idx="6576">
                  <c:v>79.912796</c:v>
                </c:pt>
                <c:pt idx="6577">
                  <c:v>79.821410999999998</c:v>
                </c:pt>
                <c:pt idx="6578">
                  <c:v>79.760154999999997</c:v>
                </c:pt>
                <c:pt idx="6579">
                  <c:v>79.768234000000007</c:v>
                </c:pt>
                <c:pt idx="6580">
                  <c:v>79.822067000000004</c:v>
                </c:pt>
                <c:pt idx="6581">
                  <c:v>79.870827000000006</c:v>
                </c:pt>
                <c:pt idx="6582">
                  <c:v>79.923241000000004</c:v>
                </c:pt>
                <c:pt idx="6583">
                  <c:v>79.995002999999997</c:v>
                </c:pt>
                <c:pt idx="6584">
                  <c:v>80.083991999999995</c:v>
                </c:pt>
                <c:pt idx="6585">
                  <c:v>80.177047999999999</c:v>
                </c:pt>
                <c:pt idx="6586">
                  <c:v>80.250930999999994</c:v>
                </c:pt>
                <c:pt idx="6587">
                  <c:v>80.302017000000006</c:v>
                </c:pt>
                <c:pt idx="6588">
                  <c:v>80.351990000000001</c:v>
                </c:pt>
                <c:pt idx="6589">
                  <c:v>80.400527999999994</c:v>
                </c:pt>
                <c:pt idx="6590">
                  <c:v>80.426520999999994</c:v>
                </c:pt>
                <c:pt idx="6591">
                  <c:v>80.438980000000001</c:v>
                </c:pt>
                <c:pt idx="6592">
                  <c:v>80.473884999999996</c:v>
                </c:pt>
                <c:pt idx="6593">
                  <c:v>80.549880999999999</c:v>
                </c:pt>
                <c:pt idx="6594">
                  <c:v>80.665053999999998</c:v>
                </c:pt>
                <c:pt idx="6595">
                  <c:v>80.862480000000005</c:v>
                </c:pt>
                <c:pt idx="6596">
                  <c:v>81.031936999999999</c:v>
                </c:pt>
                <c:pt idx="6597">
                  <c:v>81.198029000000005</c:v>
                </c:pt>
                <c:pt idx="6598">
                  <c:v>81.350821999999994</c:v>
                </c:pt>
                <c:pt idx="6599">
                  <c:v>81.511298999999994</c:v>
                </c:pt>
                <c:pt idx="6600">
                  <c:v>81.675392000000002</c:v>
                </c:pt>
                <c:pt idx="6601">
                  <c:v>81.850632000000004</c:v>
                </c:pt>
                <c:pt idx="6602">
                  <c:v>81.990882999999997</c:v>
                </c:pt>
                <c:pt idx="6603">
                  <c:v>82.110168000000002</c:v>
                </c:pt>
                <c:pt idx="6604">
                  <c:v>82.210448999999997</c:v>
                </c:pt>
                <c:pt idx="6605">
                  <c:v>82.312370000000001</c:v>
                </c:pt>
                <c:pt idx="6606">
                  <c:v>82.428557999999995</c:v>
                </c:pt>
                <c:pt idx="6607">
                  <c:v>82.498565999999997</c:v>
                </c:pt>
                <c:pt idx="6608">
                  <c:v>82.508537000000004</c:v>
                </c:pt>
                <c:pt idx="6609">
                  <c:v>80.601241999999999</c:v>
                </c:pt>
                <c:pt idx="6610">
                  <c:v>80.585571000000002</c:v>
                </c:pt>
                <c:pt idx="6611">
                  <c:v>80.580573999999999</c:v>
                </c:pt>
                <c:pt idx="6612">
                  <c:v>80.644683999999998</c:v>
                </c:pt>
                <c:pt idx="6613">
                  <c:v>80.715134000000006</c:v>
                </c:pt>
                <c:pt idx="6614">
                  <c:v>80.799926999999997</c:v>
                </c:pt>
                <c:pt idx="6615">
                  <c:v>80.888335999999995</c:v>
                </c:pt>
                <c:pt idx="6616">
                  <c:v>80.908378999999996</c:v>
                </c:pt>
                <c:pt idx="6617">
                  <c:v>80.798775000000006</c:v>
                </c:pt>
                <c:pt idx="6618">
                  <c:v>80.709091000000001</c:v>
                </c:pt>
                <c:pt idx="6619">
                  <c:v>80.660019000000005</c:v>
                </c:pt>
                <c:pt idx="6620">
                  <c:v>80.621407000000005</c:v>
                </c:pt>
                <c:pt idx="6621">
                  <c:v>80.607094000000004</c:v>
                </c:pt>
                <c:pt idx="6622">
                  <c:v>80.604240000000004</c:v>
                </c:pt>
                <c:pt idx="6623">
                  <c:v>80.604774000000006</c:v>
                </c:pt>
                <c:pt idx="6624">
                  <c:v>80.607285000000005</c:v>
                </c:pt>
                <c:pt idx="6625">
                  <c:v>80.610671999999994</c:v>
                </c:pt>
                <c:pt idx="6626">
                  <c:v>80.633483999999996</c:v>
                </c:pt>
                <c:pt idx="6627">
                  <c:v>80.687065000000004</c:v>
                </c:pt>
                <c:pt idx="6628">
                  <c:v>80.779915000000003</c:v>
                </c:pt>
                <c:pt idx="6629">
                  <c:v>80.857772999999995</c:v>
                </c:pt>
                <c:pt idx="6630">
                  <c:v>80.896987999999993</c:v>
                </c:pt>
                <c:pt idx="6631">
                  <c:v>80.924355000000006</c:v>
                </c:pt>
                <c:pt idx="6632">
                  <c:v>80.951995999999994</c:v>
                </c:pt>
                <c:pt idx="6633">
                  <c:v>80.980118000000004</c:v>
                </c:pt>
                <c:pt idx="6634">
                  <c:v>81.000084000000001</c:v>
                </c:pt>
                <c:pt idx="6635">
                  <c:v>80.987373000000005</c:v>
                </c:pt>
                <c:pt idx="6636">
                  <c:v>80.964607000000001</c:v>
                </c:pt>
                <c:pt idx="6637">
                  <c:v>80.948486000000003</c:v>
                </c:pt>
                <c:pt idx="6638">
                  <c:v>80.946701000000004</c:v>
                </c:pt>
                <c:pt idx="6639">
                  <c:v>80.998549999999994</c:v>
                </c:pt>
                <c:pt idx="6640">
                  <c:v>81.190239000000005</c:v>
                </c:pt>
                <c:pt idx="6641">
                  <c:v>81.463058000000004</c:v>
                </c:pt>
                <c:pt idx="6642">
                  <c:v>81.764915000000002</c:v>
                </c:pt>
                <c:pt idx="6643">
                  <c:v>82.085007000000004</c:v>
                </c:pt>
                <c:pt idx="6644">
                  <c:v>82.374077</c:v>
                </c:pt>
                <c:pt idx="6645">
                  <c:v>84.710303999999994</c:v>
                </c:pt>
                <c:pt idx="6646">
                  <c:v>84.489410000000007</c:v>
                </c:pt>
                <c:pt idx="6647">
                  <c:v>84.389542000000006</c:v>
                </c:pt>
                <c:pt idx="6648">
                  <c:v>84.232780000000005</c:v>
                </c:pt>
                <c:pt idx="6649">
                  <c:v>84.034171999999998</c:v>
                </c:pt>
                <c:pt idx="6650">
                  <c:v>83.950530999999998</c:v>
                </c:pt>
                <c:pt idx="6651">
                  <c:v>84.007606999999993</c:v>
                </c:pt>
                <c:pt idx="6652">
                  <c:v>84.140609999999995</c:v>
                </c:pt>
                <c:pt idx="6653">
                  <c:v>84.319755999999998</c:v>
                </c:pt>
                <c:pt idx="6654">
                  <c:v>84.524956000000003</c:v>
                </c:pt>
                <c:pt idx="6655">
                  <c:v>84.739593999999997</c:v>
                </c:pt>
                <c:pt idx="6656">
                  <c:v>84.917952999999997</c:v>
                </c:pt>
                <c:pt idx="6657">
                  <c:v>85.042220999999998</c:v>
                </c:pt>
                <c:pt idx="6658">
                  <c:v>85.158630000000002</c:v>
                </c:pt>
                <c:pt idx="6659">
                  <c:v>85.237656000000001</c:v>
                </c:pt>
                <c:pt idx="6660">
                  <c:v>85.279114000000007</c:v>
                </c:pt>
                <c:pt idx="6661">
                  <c:v>85.409492</c:v>
                </c:pt>
                <c:pt idx="6662">
                  <c:v>85.589187999999993</c:v>
                </c:pt>
                <c:pt idx="6663">
                  <c:v>85.823586000000006</c:v>
                </c:pt>
                <c:pt idx="6664">
                  <c:v>86.061606999999995</c:v>
                </c:pt>
                <c:pt idx="6665">
                  <c:v>86.299888999999993</c:v>
                </c:pt>
                <c:pt idx="6666">
                  <c:v>86.580841000000007</c:v>
                </c:pt>
                <c:pt idx="6667">
                  <c:v>86.833870000000005</c:v>
                </c:pt>
                <c:pt idx="6668">
                  <c:v>87.178275999999997</c:v>
                </c:pt>
                <c:pt idx="6669">
                  <c:v>87.571288999999993</c:v>
                </c:pt>
                <c:pt idx="6670">
                  <c:v>88.158126999999993</c:v>
                </c:pt>
                <c:pt idx="6671">
                  <c:v>86.888480999999999</c:v>
                </c:pt>
                <c:pt idx="6672">
                  <c:v>87.230095000000006</c:v>
                </c:pt>
                <c:pt idx="6673">
                  <c:v>87.523155000000003</c:v>
                </c:pt>
                <c:pt idx="6674">
                  <c:v>87.731949</c:v>
                </c:pt>
                <c:pt idx="6675">
                  <c:v>87.923514999999995</c:v>
                </c:pt>
                <c:pt idx="6676">
                  <c:v>88.102867000000003</c:v>
                </c:pt>
                <c:pt idx="6677">
                  <c:v>88.324234000000004</c:v>
                </c:pt>
                <c:pt idx="6678">
                  <c:v>88.564094999999995</c:v>
                </c:pt>
                <c:pt idx="6679">
                  <c:v>88.775253000000006</c:v>
                </c:pt>
                <c:pt idx="6680">
                  <c:v>88.991898000000006</c:v>
                </c:pt>
                <c:pt idx="6681">
                  <c:v>89.165610999999998</c:v>
                </c:pt>
                <c:pt idx="6682">
                  <c:v>89.300017999999994</c:v>
                </c:pt>
                <c:pt idx="6683">
                  <c:v>89.422568999999996</c:v>
                </c:pt>
                <c:pt idx="6684">
                  <c:v>89.588509000000002</c:v>
                </c:pt>
                <c:pt idx="6685">
                  <c:v>89.765495000000001</c:v>
                </c:pt>
                <c:pt idx="6686">
                  <c:v>89.930672000000001</c:v>
                </c:pt>
                <c:pt idx="6687">
                  <c:v>90.068534999999997</c:v>
                </c:pt>
                <c:pt idx="6688">
                  <c:v>90.102310000000003</c:v>
                </c:pt>
                <c:pt idx="6689">
                  <c:v>90.056976000000006</c:v>
                </c:pt>
                <c:pt idx="6690">
                  <c:v>90.019913000000003</c:v>
                </c:pt>
                <c:pt idx="6691">
                  <c:v>89.930274999999995</c:v>
                </c:pt>
                <c:pt idx="6692">
                  <c:v>89.839675999999997</c:v>
                </c:pt>
                <c:pt idx="6693">
                  <c:v>89.768105000000006</c:v>
                </c:pt>
                <c:pt idx="6694">
                  <c:v>89.701279</c:v>
                </c:pt>
                <c:pt idx="6695">
                  <c:v>89.648116999999999</c:v>
                </c:pt>
                <c:pt idx="6696">
                  <c:v>89.622032000000004</c:v>
                </c:pt>
                <c:pt idx="6697">
                  <c:v>89.637107999999998</c:v>
                </c:pt>
                <c:pt idx="6698">
                  <c:v>89.637923999999998</c:v>
                </c:pt>
                <c:pt idx="6699">
                  <c:v>89.649178000000006</c:v>
                </c:pt>
                <c:pt idx="6700">
                  <c:v>89.667282</c:v>
                </c:pt>
                <c:pt idx="6701">
                  <c:v>89.715209999999999</c:v>
                </c:pt>
                <c:pt idx="6702">
                  <c:v>89.745720000000006</c:v>
                </c:pt>
                <c:pt idx="6703">
                  <c:v>89.735352000000006</c:v>
                </c:pt>
                <c:pt idx="6704">
                  <c:v>89.732826000000003</c:v>
                </c:pt>
                <c:pt idx="6705">
                  <c:v>89.768501000000001</c:v>
                </c:pt>
                <c:pt idx="6706">
                  <c:v>89.830359999999999</c:v>
                </c:pt>
                <c:pt idx="6707">
                  <c:v>89.886771999999993</c:v>
                </c:pt>
                <c:pt idx="6708">
                  <c:v>89.971725000000006</c:v>
                </c:pt>
                <c:pt idx="6709">
                  <c:v>90.020477</c:v>
                </c:pt>
                <c:pt idx="6710">
                  <c:v>90.079612999999995</c:v>
                </c:pt>
                <c:pt idx="6711">
                  <c:v>90.114959999999996</c:v>
                </c:pt>
                <c:pt idx="6712">
                  <c:v>90.156868000000003</c:v>
                </c:pt>
                <c:pt idx="6713">
                  <c:v>90.204909999999998</c:v>
                </c:pt>
                <c:pt idx="6714">
                  <c:v>90.241425000000007</c:v>
                </c:pt>
                <c:pt idx="6715">
                  <c:v>90.301682</c:v>
                </c:pt>
                <c:pt idx="6716">
                  <c:v>90.367615000000001</c:v>
                </c:pt>
                <c:pt idx="6717">
                  <c:v>90.438095000000004</c:v>
                </c:pt>
                <c:pt idx="6718">
                  <c:v>90.525581000000003</c:v>
                </c:pt>
                <c:pt idx="6719">
                  <c:v>90.621277000000006</c:v>
                </c:pt>
                <c:pt idx="6720">
                  <c:v>90.734070000000003</c:v>
                </c:pt>
                <c:pt idx="6721">
                  <c:v>90.904221000000007</c:v>
                </c:pt>
                <c:pt idx="6722">
                  <c:v>91.104324000000005</c:v>
                </c:pt>
                <c:pt idx="6723">
                  <c:v>91.365761000000006</c:v>
                </c:pt>
                <c:pt idx="6724">
                  <c:v>91.584564</c:v>
                </c:pt>
                <c:pt idx="6725">
                  <c:v>91.779373000000007</c:v>
                </c:pt>
                <c:pt idx="6726">
                  <c:v>91.928641999999996</c:v>
                </c:pt>
                <c:pt idx="6727">
                  <c:v>92.051085999999998</c:v>
                </c:pt>
                <c:pt idx="6728">
                  <c:v>92.154777999999993</c:v>
                </c:pt>
                <c:pt idx="6729">
                  <c:v>92.279494999999997</c:v>
                </c:pt>
                <c:pt idx="6730">
                  <c:v>92.397530000000003</c:v>
                </c:pt>
                <c:pt idx="6731">
                  <c:v>92.531052000000003</c:v>
                </c:pt>
                <c:pt idx="6732">
                  <c:v>92.669066999999998</c:v>
                </c:pt>
                <c:pt idx="6733">
                  <c:v>92.802124000000006</c:v>
                </c:pt>
                <c:pt idx="6734">
                  <c:v>92.907623000000001</c:v>
                </c:pt>
                <c:pt idx="6735">
                  <c:v>93.004501000000005</c:v>
                </c:pt>
                <c:pt idx="6736">
                  <c:v>93.094177000000002</c:v>
                </c:pt>
                <c:pt idx="6737">
                  <c:v>93.129486</c:v>
                </c:pt>
                <c:pt idx="6738">
                  <c:v>93.178229999999999</c:v>
                </c:pt>
                <c:pt idx="6739">
                  <c:v>93.231269999999995</c:v>
                </c:pt>
                <c:pt idx="6740">
                  <c:v>93.296706999999998</c:v>
                </c:pt>
                <c:pt idx="6741">
                  <c:v>93.378212000000005</c:v>
                </c:pt>
                <c:pt idx="6742">
                  <c:v>93.472992000000005</c:v>
                </c:pt>
                <c:pt idx="6743">
                  <c:v>93.574669</c:v>
                </c:pt>
                <c:pt idx="6744">
                  <c:v>93.674994999999996</c:v>
                </c:pt>
                <c:pt idx="6745">
                  <c:v>93.762680000000003</c:v>
                </c:pt>
                <c:pt idx="6746">
                  <c:v>93.851173000000003</c:v>
                </c:pt>
                <c:pt idx="6747">
                  <c:v>93.936301999999998</c:v>
                </c:pt>
                <c:pt idx="6748">
                  <c:v>94.040801999999999</c:v>
                </c:pt>
                <c:pt idx="6749">
                  <c:v>94.161781000000005</c:v>
                </c:pt>
                <c:pt idx="6750">
                  <c:v>94.296463000000003</c:v>
                </c:pt>
                <c:pt idx="6751">
                  <c:v>94.417182999999994</c:v>
                </c:pt>
                <c:pt idx="6752">
                  <c:v>94.489067000000006</c:v>
                </c:pt>
                <c:pt idx="6753">
                  <c:v>94.500602999999998</c:v>
                </c:pt>
                <c:pt idx="6754">
                  <c:v>94.482132000000007</c:v>
                </c:pt>
                <c:pt idx="6755">
                  <c:v>94.506530999999995</c:v>
                </c:pt>
                <c:pt idx="6756">
                  <c:v>94.574509000000006</c:v>
                </c:pt>
                <c:pt idx="6757">
                  <c:v>94.692947000000004</c:v>
                </c:pt>
                <c:pt idx="6758">
                  <c:v>94.856171000000003</c:v>
                </c:pt>
                <c:pt idx="6759">
                  <c:v>95.036140000000003</c:v>
                </c:pt>
                <c:pt idx="6760">
                  <c:v>95.219566</c:v>
                </c:pt>
                <c:pt idx="6761">
                  <c:v>95.311988999999997</c:v>
                </c:pt>
                <c:pt idx="6762">
                  <c:v>95.359466999999995</c:v>
                </c:pt>
                <c:pt idx="6763">
                  <c:v>95.362624999999994</c:v>
                </c:pt>
                <c:pt idx="6764">
                  <c:v>95.339211000000006</c:v>
                </c:pt>
                <c:pt idx="6765">
                  <c:v>95.290358999999995</c:v>
                </c:pt>
                <c:pt idx="6766">
                  <c:v>95.246750000000006</c:v>
                </c:pt>
                <c:pt idx="6767">
                  <c:v>95.253540000000001</c:v>
                </c:pt>
                <c:pt idx="6768">
                  <c:v>95.305580000000006</c:v>
                </c:pt>
                <c:pt idx="6769">
                  <c:v>95.372321999999997</c:v>
                </c:pt>
                <c:pt idx="6770">
                  <c:v>95.408080999999996</c:v>
                </c:pt>
                <c:pt idx="6771">
                  <c:v>95.438744</c:v>
                </c:pt>
                <c:pt idx="6772">
                  <c:v>95.468033000000005</c:v>
                </c:pt>
                <c:pt idx="6773">
                  <c:v>95.521797000000007</c:v>
                </c:pt>
                <c:pt idx="6774">
                  <c:v>95.622046999999995</c:v>
                </c:pt>
                <c:pt idx="6775">
                  <c:v>95.740325999999996</c:v>
                </c:pt>
                <c:pt idx="6776">
                  <c:v>95.869636999999997</c:v>
                </c:pt>
                <c:pt idx="6777">
                  <c:v>96.045197000000002</c:v>
                </c:pt>
                <c:pt idx="6778">
                  <c:v>96.214706000000007</c:v>
                </c:pt>
                <c:pt idx="6779">
                  <c:v>96.237922999999995</c:v>
                </c:pt>
                <c:pt idx="6780">
                  <c:v>96.201355000000007</c:v>
                </c:pt>
                <c:pt idx="6781">
                  <c:v>96.153853999999995</c:v>
                </c:pt>
                <c:pt idx="6782">
                  <c:v>96.107123999999999</c:v>
                </c:pt>
                <c:pt idx="6783">
                  <c:v>96.077950000000001</c:v>
                </c:pt>
                <c:pt idx="6784">
                  <c:v>96.096169000000003</c:v>
                </c:pt>
                <c:pt idx="6785">
                  <c:v>96.140265999999997</c:v>
                </c:pt>
                <c:pt idx="6786">
                  <c:v>96.144538999999995</c:v>
                </c:pt>
                <c:pt idx="6787">
                  <c:v>96.107596999999998</c:v>
                </c:pt>
                <c:pt idx="6788">
                  <c:v>96.050369000000003</c:v>
                </c:pt>
                <c:pt idx="6789">
                  <c:v>96.006164999999996</c:v>
                </c:pt>
                <c:pt idx="6790">
                  <c:v>95.953666999999996</c:v>
                </c:pt>
                <c:pt idx="6791">
                  <c:v>95.906943999999996</c:v>
                </c:pt>
                <c:pt idx="6792">
                  <c:v>95.891463999999999</c:v>
                </c:pt>
                <c:pt idx="6793">
                  <c:v>95.834709000000004</c:v>
                </c:pt>
                <c:pt idx="6794">
                  <c:v>95.771102999999997</c:v>
                </c:pt>
                <c:pt idx="6795">
                  <c:v>95.696342000000001</c:v>
                </c:pt>
                <c:pt idx="6796">
                  <c:v>95.620307999999994</c:v>
                </c:pt>
                <c:pt idx="6797">
                  <c:v>95.613204999999994</c:v>
                </c:pt>
                <c:pt idx="6798">
                  <c:v>95.637626999999995</c:v>
                </c:pt>
                <c:pt idx="6799">
                  <c:v>95.697327000000001</c:v>
                </c:pt>
                <c:pt idx="6800">
                  <c:v>95.789124000000001</c:v>
                </c:pt>
                <c:pt idx="6801">
                  <c:v>95.872833</c:v>
                </c:pt>
                <c:pt idx="6802">
                  <c:v>95.948830000000001</c:v>
                </c:pt>
                <c:pt idx="6803">
                  <c:v>96.028983999999994</c:v>
                </c:pt>
                <c:pt idx="6804">
                  <c:v>96.129585000000006</c:v>
                </c:pt>
                <c:pt idx="6805">
                  <c:v>96.198715000000007</c:v>
                </c:pt>
                <c:pt idx="6806">
                  <c:v>96.247810000000001</c:v>
                </c:pt>
                <c:pt idx="6807">
                  <c:v>96.327933999999999</c:v>
                </c:pt>
                <c:pt idx="6808">
                  <c:v>96.408187999999996</c:v>
                </c:pt>
                <c:pt idx="6809">
                  <c:v>96.511543000000003</c:v>
                </c:pt>
                <c:pt idx="6810">
                  <c:v>96.621559000000005</c:v>
                </c:pt>
                <c:pt idx="6811">
                  <c:v>96.741318000000007</c:v>
                </c:pt>
                <c:pt idx="6812">
                  <c:v>96.875884999999997</c:v>
                </c:pt>
                <c:pt idx="6813">
                  <c:v>96.984566000000001</c:v>
                </c:pt>
                <c:pt idx="6814">
                  <c:v>97.085494999999995</c:v>
                </c:pt>
                <c:pt idx="6815">
                  <c:v>97.151154000000005</c:v>
                </c:pt>
                <c:pt idx="6816">
                  <c:v>97.183929000000006</c:v>
                </c:pt>
                <c:pt idx="6817">
                  <c:v>97.211426000000003</c:v>
                </c:pt>
                <c:pt idx="6818">
                  <c:v>97.262603999999996</c:v>
                </c:pt>
                <c:pt idx="6819">
                  <c:v>97.339400999999995</c:v>
                </c:pt>
                <c:pt idx="6820">
                  <c:v>97.424683000000002</c:v>
                </c:pt>
                <c:pt idx="6821">
                  <c:v>97.481712000000002</c:v>
                </c:pt>
                <c:pt idx="6822">
                  <c:v>97.516029000000003</c:v>
                </c:pt>
                <c:pt idx="6823">
                  <c:v>97.516852999999998</c:v>
                </c:pt>
                <c:pt idx="6824">
                  <c:v>97.522209000000004</c:v>
                </c:pt>
                <c:pt idx="6825">
                  <c:v>97.585494999999995</c:v>
                </c:pt>
                <c:pt idx="6826">
                  <c:v>97.731346000000002</c:v>
                </c:pt>
                <c:pt idx="6827">
                  <c:v>97.941208000000003</c:v>
                </c:pt>
                <c:pt idx="6828">
                  <c:v>98.233863999999997</c:v>
                </c:pt>
                <c:pt idx="6829">
                  <c:v>98.495002999999997</c:v>
                </c:pt>
                <c:pt idx="6830">
                  <c:v>98.700744999999998</c:v>
                </c:pt>
                <c:pt idx="6831">
                  <c:v>98.840323999999995</c:v>
                </c:pt>
                <c:pt idx="6832">
                  <c:v>98.897071999999994</c:v>
                </c:pt>
                <c:pt idx="6833">
                  <c:v>98.905013999999994</c:v>
                </c:pt>
                <c:pt idx="6834">
                  <c:v>98.926513999999997</c:v>
                </c:pt>
                <c:pt idx="6835">
                  <c:v>98.939498999999998</c:v>
                </c:pt>
                <c:pt idx="6836">
                  <c:v>98.917595000000006</c:v>
                </c:pt>
                <c:pt idx="6837">
                  <c:v>98.859900999999994</c:v>
                </c:pt>
                <c:pt idx="6838">
                  <c:v>98.824523999999997</c:v>
                </c:pt>
                <c:pt idx="6839">
                  <c:v>98.822395</c:v>
                </c:pt>
                <c:pt idx="6840">
                  <c:v>98.726867999999996</c:v>
                </c:pt>
                <c:pt idx="6841">
                  <c:v>98.559082000000004</c:v>
                </c:pt>
                <c:pt idx="6842">
                  <c:v>98.421966999999995</c:v>
                </c:pt>
                <c:pt idx="6843">
                  <c:v>98.328941</c:v>
                </c:pt>
                <c:pt idx="6844">
                  <c:v>98.269676000000004</c:v>
                </c:pt>
                <c:pt idx="6845">
                  <c:v>98.256034999999997</c:v>
                </c:pt>
                <c:pt idx="6846">
                  <c:v>98.289612000000005</c:v>
                </c:pt>
                <c:pt idx="6847">
                  <c:v>98.366394</c:v>
                </c:pt>
                <c:pt idx="6848">
                  <c:v>98.442802</c:v>
                </c:pt>
                <c:pt idx="6849">
                  <c:v>98.502274</c:v>
                </c:pt>
                <c:pt idx="6850">
                  <c:v>98.571770000000001</c:v>
                </c:pt>
                <c:pt idx="6851">
                  <c:v>98.638801999999998</c:v>
                </c:pt>
                <c:pt idx="6852">
                  <c:v>98.681168</c:v>
                </c:pt>
                <c:pt idx="6853">
                  <c:v>98.679389999999998</c:v>
                </c:pt>
                <c:pt idx="6854">
                  <c:v>98.630065999999999</c:v>
                </c:pt>
                <c:pt idx="6855">
                  <c:v>98.576644999999999</c:v>
                </c:pt>
                <c:pt idx="6856">
                  <c:v>98.489593999999997</c:v>
                </c:pt>
                <c:pt idx="6857">
                  <c:v>98.411201000000005</c:v>
                </c:pt>
                <c:pt idx="6858">
                  <c:v>98.329200999999998</c:v>
                </c:pt>
                <c:pt idx="6859">
                  <c:v>98.282829000000007</c:v>
                </c:pt>
                <c:pt idx="6860">
                  <c:v>98.251801</c:v>
                </c:pt>
                <c:pt idx="6861">
                  <c:v>98.274985999999998</c:v>
                </c:pt>
                <c:pt idx="6862">
                  <c:v>98.340118000000004</c:v>
                </c:pt>
                <c:pt idx="6863">
                  <c:v>98.398787999999996</c:v>
                </c:pt>
                <c:pt idx="6864">
                  <c:v>98.449759999999998</c:v>
                </c:pt>
                <c:pt idx="6865">
                  <c:v>98.471176</c:v>
                </c:pt>
                <c:pt idx="6866">
                  <c:v>98.454453000000001</c:v>
                </c:pt>
                <c:pt idx="6867">
                  <c:v>98.467224000000002</c:v>
                </c:pt>
                <c:pt idx="6868">
                  <c:v>98.502808000000002</c:v>
                </c:pt>
                <c:pt idx="6869">
                  <c:v>98.593918000000002</c:v>
                </c:pt>
                <c:pt idx="6870">
                  <c:v>98.690917999999996</c:v>
                </c:pt>
                <c:pt idx="6871">
                  <c:v>98.775299000000004</c:v>
                </c:pt>
                <c:pt idx="6872">
                  <c:v>98.791618</c:v>
                </c:pt>
                <c:pt idx="6873">
                  <c:v>98.808891000000003</c:v>
                </c:pt>
                <c:pt idx="6874">
                  <c:v>98.870261999999997</c:v>
                </c:pt>
                <c:pt idx="6875">
                  <c:v>98.956008999999995</c:v>
                </c:pt>
                <c:pt idx="6876">
                  <c:v>99.064864999999998</c:v>
                </c:pt>
                <c:pt idx="6877">
                  <c:v>99.176452999999995</c:v>
                </c:pt>
                <c:pt idx="6878">
                  <c:v>99.212776000000005</c:v>
                </c:pt>
                <c:pt idx="6879">
                  <c:v>99.152396999999993</c:v>
                </c:pt>
                <c:pt idx="6880">
                  <c:v>98.996735000000001</c:v>
                </c:pt>
                <c:pt idx="6881">
                  <c:v>98.757987999999997</c:v>
                </c:pt>
                <c:pt idx="6882">
                  <c:v>98.536170999999996</c:v>
                </c:pt>
                <c:pt idx="6883">
                  <c:v>98.312613999999996</c:v>
                </c:pt>
                <c:pt idx="6884">
                  <c:v>98.139633000000003</c:v>
                </c:pt>
                <c:pt idx="6885">
                  <c:v>98.022621000000001</c:v>
                </c:pt>
                <c:pt idx="6886">
                  <c:v>97.975075000000004</c:v>
                </c:pt>
                <c:pt idx="6887">
                  <c:v>97.973372999999995</c:v>
                </c:pt>
                <c:pt idx="6888">
                  <c:v>97.988258000000002</c:v>
                </c:pt>
                <c:pt idx="6889">
                  <c:v>98.057106000000005</c:v>
                </c:pt>
                <c:pt idx="6890">
                  <c:v>98.178641999999996</c:v>
                </c:pt>
                <c:pt idx="6891">
                  <c:v>98.305672000000001</c:v>
                </c:pt>
                <c:pt idx="6892">
                  <c:v>98.446044999999998</c:v>
                </c:pt>
                <c:pt idx="6893">
                  <c:v>98.670883000000003</c:v>
                </c:pt>
                <c:pt idx="6894">
                  <c:v>98.928077999999999</c:v>
                </c:pt>
                <c:pt idx="6895">
                  <c:v>99.191222999999994</c:v>
                </c:pt>
                <c:pt idx="6896">
                  <c:v>99.488502999999994</c:v>
                </c:pt>
                <c:pt idx="6897">
                  <c:v>99.824898000000005</c:v>
                </c:pt>
                <c:pt idx="6898">
                  <c:v>99.738090999999997</c:v>
                </c:pt>
                <c:pt idx="6899">
                  <c:v>99.896072000000004</c:v>
                </c:pt>
                <c:pt idx="6900">
                  <c:v>99.967063999999993</c:v>
                </c:pt>
                <c:pt idx="6901">
                  <c:v>99.939507000000006</c:v>
                </c:pt>
                <c:pt idx="6902">
                  <c:v>99.908623000000006</c:v>
                </c:pt>
                <c:pt idx="6903">
                  <c:v>99.964980999999995</c:v>
                </c:pt>
                <c:pt idx="6904">
                  <c:v>100.18188000000001</c:v>
                </c:pt>
                <c:pt idx="6905">
                  <c:v>100.61981</c:v>
                </c:pt>
                <c:pt idx="6906">
                  <c:v>101.12313</c:v>
                </c:pt>
                <c:pt idx="6907">
                  <c:v>101.62854</c:v>
                </c:pt>
                <c:pt idx="6908">
                  <c:v>102.04868</c:v>
                </c:pt>
                <c:pt idx="6909">
                  <c:v>102.36494</c:v>
                </c:pt>
                <c:pt idx="6910">
                  <c:v>102.56961</c:v>
                </c:pt>
                <c:pt idx="6911">
                  <c:v>102.68855000000001</c:v>
                </c:pt>
                <c:pt idx="6912">
                  <c:v>102.7517</c:v>
                </c:pt>
                <c:pt idx="6913">
                  <c:v>102.76922999999999</c:v>
                </c:pt>
                <c:pt idx="6914">
                  <c:v>102.75833</c:v>
                </c:pt>
                <c:pt idx="6915">
                  <c:v>102.72884999999999</c:v>
                </c:pt>
                <c:pt idx="6916">
                  <c:v>102.69036</c:v>
                </c:pt>
                <c:pt idx="6917">
                  <c:v>102.65136</c:v>
                </c:pt>
                <c:pt idx="6918">
                  <c:v>102.6099</c:v>
                </c:pt>
                <c:pt idx="6919">
                  <c:v>102.56522</c:v>
                </c:pt>
                <c:pt idx="6920">
                  <c:v>102.52297</c:v>
                </c:pt>
                <c:pt idx="6921">
                  <c:v>102.48119</c:v>
                </c:pt>
                <c:pt idx="6922">
                  <c:v>102.43532999999999</c:v>
                </c:pt>
                <c:pt idx="6923">
                  <c:v>102.38114</c:v>
                </c:pt>
                <c:pt idx="6924">
                  <c:v>102.30334999999999</c:v>
                </c:pt>
                <c:pt idx="6925">
                  <c:v>102.20121</c:v>
                </c:pt>
                <c:pt idx="6926">
                  <c:v>102.09068000000001</c:v>
                </c:pt>
                <c:pt idx="6927">
                  <c:v>101.97721</c:v>
                </c:pt>
                <c:pt idx="6928">
                  <c:v>101.86586</c:v>
                </c:pt>
                <c:pt idx="6929">
                  <c:v>101.76965</c:v>
                </c:pt>
                <c:pt idx="6930">
                  <c:v>101.69868</c:v>
                </c:pt>
                <c:pt idx="6931">
                  <c:v>101.64615000000001</c:v>
                </c:pt>
                <c:pt idx="6932">
                  <c:v>101.61749</c:v>
                </c:pt>
                <c:pt idx="6933">
                  <c:v>101.62591</c:v>
                </c:pt>
                <c:pt idx="6934">
                  <c:v>101.67623</c:v>
                </c:pt>
                <c:pt idx="6935">
                  <c:v>101.7522</c:v>
                </c:pt>
                <c:pt idx="6936">
                  <c:v>101.81684</c:v>
                </c:pt>
                <c:pt idx="6937">
                  <c:v>101.84147</c:v>
                </c:pt>
                <c:pt idx="6938">
                  <c:v>101.80612000000001</c:v>
                </c:pt>
                <c:pt idx="6939">
                  <c:v>101.72427</c:v>
                </c:pt>
                <c:pt idx="6940">
                  <c:v>101.65495</c:v>
                </c:pt>
                <c:pt idx="6941">
                  <c:v>101.61351000000001</c:v>
                </c:pt>
                <c:pt idx="6942">
                  <c:v>101.61238</c:v>
                </c:pt>
                <c:pt idx="6943">
                  <c:v>101.65234</c:v>
                </c:pt>
                <c:pt idx="6944">
                  <c:v>101.72687000000001</c:v>
                </c:pt>
                <c:pt idx="6945">
                  <c:v>101.81046000000001</c:v>
                </c:pt>
                <c:pt idx="6946">
                  <c:v>101.89501</c:v>
                </c:pt>
                <c:pt idx="6947">
                  <c:v>101.98473</c:v>
                </c:pt>
                <c:pt idx="6948">
                  <c:v>102.07655</c:v>
                </c:pt>
                <c:pt idx="6949">
                  <c:v>102.17283999999999</c:v>
                </c:pt>
                <c:pt idx="6950">
                  <c:v>102.27512</c:v>
                </c:pt>
                <c:pt idx="6951">
                  <c:v>102.37694999999999</c:v>
                </c:pt>
                <c:pt idx="6952">
                  <c:v>102.47691</c:v>
                </c:pt>
                <c:pt idx="6953">
                  <c:v>102.56553</c:v>
                </c:pt>
                <c:pt idx="6954">
                  <c:v>102.64412</c:v>
                </c:pt>
                <c:pt idx="6955">
                  <c:v>102.71185</c:v>
                </c:pt>
                <c:pt idx="6956">
                  <c:v>102.75203999999999</c:v>
                </c:pt>
                <c:pt idx="6957">
                  <c:v>102.79504</c:v>
                </c:pt>
                <c:pt idx="6958">
                  <c:v>102.84242</c:v>
                </c:pt>
                <c:pt idx="6959">
                  <c:v>102.89241</c:v>
                </c:pt>
                <c:pt idx="6960">
                  <c:v>102.93756</c:v>
                </c:pt>
                <c:pt idx="6961">
                  <c:v>102.96904000000001</c:v>
                </c:pt>
                <c:pt idx="6962">
                  <c:v>102.98975</c:v>
                </c:pt>
                <c:pt idx="6963">
                  <c:v>103.00709000000001</c:v>
                </c:pt>
                <c:pt idx="6964">
                  <c:v>103.01994999999999</c:v>
                </c:pt>
                <c:pt idx="6965">
                  <c:v>103.02030999999999</c:v>
                </c:pt>
                <c:pt idx="6966">
                  <c:v>103.00581</c:v>
                </c:pt>
                <c:pt idx="6967">
                  <c:v>102.98289</c:v>
                </c:pt>
                <c:pt idx="6968">
                  <c:v>102.96213</c:v>
                </c:pt>
                <c:pt idx="6969">
                  <c:v>102.95914</c:v>
                </c:pt>
                <c:pt idx="6970">
                  <c:v>102.96832000000001</c:v>
                </c:pt>
                <c:pt idx="6971">
                  <c:v>102.99668</c:v>
                </c:pt>
                <c:pt idx="6972">
                  <c:v>103.04533000000001</c:v>
                </c:pt>
                <c:pt idx="6973">
                  <c:v>103.09847000000001</c:v>
                </c:pt>
                <c:pt idx="6974">
                  <c:v>103.13193</c:v>
                </c:pt>
                <c:pt idx="6975">
                  <c:v>103.12945000000001</c:v>
                </c:pt>
                <c:pt idx="6976">
                  <c:v>103.09128</c:v>
                </c:pt>
                <c:pt idx="6977">
                  <c:v>103.02946</c:v>
                </c:pt>
                <c:pt idx="6978">
                  <c:v>102.96404</c:v>
                </c:pt>
                <c:pt idx="6979">
                  <c:v>102.89125</c:v>
                </c:pt>
                <c:pt idx="6980">
                  <c:v>102.81855</c:v>
                </c:pt>
                <c:pt idx="6981">
                  <c:v>102.74532000000001</c:v>
                </c:pt>
                <c:pt idx="6982">
                  <c:v>102.68429999999999</c:v>
                </c:pt>
                <c:pt idx="6983">
                  <c:v>102.63876999999999</c:v>
                </c:pt>
                <c:pt idx="6984">
                  <c:v>102.62793000000001</c:v>
                </c:pt>
                <c:pt idx="6985">
                  <c:v>102.64937999999999</c:v>
                </c:pt>
                <c:pt idx="6986">
                  <c:v>102.68434999999999</c:v>
                </c:pt>
                <c:pt idx="6987">
                  <c:v>102.72830999999999</c:v>
                </c:pt>
                <c:pt idx="6988">
                  <c:v>102.76931</c:v>
                </c:pt>
                <c:pt idx="6989">
                  <c:v>102.7968</c:v>
                </c:pt>
                <c:pt idx="6990">
                  <c:v>102.80800000000001</c:v>
                </c:pt>
                <c:pt idx="6991">
                  <c:v>102.81647</c:v>
                </c:pt>
                <c:pt idx="6992">
                  <c:v>102.83154999999999</c:v>
                </c:pt>
                <c:pt idx="6993">
                  <c:v>102.85775</c:v>
                </c:pt>
                <c:pt idx="6994">
                  <c:v>102.89344</c:v>
                </c:pt>
                <c:pt idx="6995">
                  <c:v>102.92789</c:v>
                </c:pt>
                <c:pt idx="6996">
                  <c:v>102.95932999999999</c:v>
                </c:pt>
                <c:pt idx="6997">
                  <c:v>102.98151</c:v>
                </c:pt>
                <c:pt idx="6998">
                  <c:v>102.98412</c:v>
                </c:pt>
                <c:pt idx="6999">
                  <c:v>102.96455</c:v>
                </c:pt>
                <c:pt idx="7000">
                  <c:v>102.94014</c:v>
                </c:pt>
                <c:pt idx="7001">
                  <c:v>102.93489</c:v>
                </c:pt>
                <c:pt idx="7002">
                  <c:v>102.94372</c:v>
                </c:pt>
                <c:pt idx="7003">
                  <c:v>102.96326000000001</c:v>
                </c:pt>
                <c:pt idx="7004">
                  <c:v>102.98744000000001</c:v>
                </c:pt>
                <c:pt idx="7005">
                  <c:v>102.99785</c:v>
                </c:pt>
                <c:pt idx="7006">
                  <c:v>102.99665</c:v>
                </c:pt>
                <c:pt idx="7007">
                  <c:v>102.99155</c:v>
                </c:pt>
                <c:pt idx="7008">
                  <c:v>102.99657000000001</c:v>
                </c:pt>
                <c:pt idx="7009">
                  <c:v>103.01049999999999</c:v>
                </c:pt>
                <c:pt idx="7010">
                  <c:v>103.03892999999999</c:v>
                </c:pt>
                <c:pt idx="7011">
                  <c:v>103.08468999999999</c:v>
                </c:pt>
                <c:pt idx="7012">
                  <c:v>103.14052</c:v>
                </c:pt>
                <c:pt idx="7013">
                  <c:v>103.19663</c:v>
                </c:pt>
                <c:pt idx="7014">
                  <c:v>103.24487000000001</c:v>
                </c:pt>
                <c:pt idx="7015">
                  <c:v>103.26451</c:v>
                </c:pt>
                <c:pt idx="7016">
                  <c:v>103.24605</c:v>
                </c:pt>
                <c:pt idx="7017">
                  <c:v>103.19915</c:v>
                </c:pt>
                <c:pt idx="7018">
                  <c:v>103.14257000000001</c:v>
                </c:pt>
                <c:pt idx="7019">
                  <c:v>103.09463</c:v>
                </c:pt>
                <c:pt idx="7020">
                  <c:v>103.04404</c:v>
                </c:pt>
                <c:pt idx="7021">
                  <c:v>103.00230000000001</c:v>
                </c:pt>
                <c:pt idx="7022">
                  <c:v>102.98990000000001</c:v>
                </c:pt>
                <c:pt idx="7023">
                  <c:v>102.98079</c:v>
                </c:pt>
                <c:pt idx="7024">
                  <c:v>102.97852</c:v>
                </c:pt>
                <c:pt idx="7025">
                  <c:v>102.99225</c:v>
                </c:pt>
                <c:pt idx="7026">
                  <c:v>103.02466</c:v>
                </c:pt>
                <c:pt idx="7027">
                  <c:v>103.07127</c:v>
                </c:pt>
                <c:pt idx="7028">
                  <c:v>103.12414</c:v>
                </c:pt>
                <c:pt idx="7029">
                  <c:v>103.18204</c:v>
                </c:pt>
                <c:pt idx="7030">
                  <c:v>103.24808</c:v>
                </c:pt>
                <c:pt idx="7031">
                  <c:v>103.32107000000001</c:v>
                </c:pt>
                <c:pt idx="7032">
                  <c:v>103.3862</c:v>
                </c:pt>
                <c:pt idx="7033">
                  <c:v>103.42825000000001</c:v>
                </c:pt>
                <c:pt idx="7034">
                  <c:v>103.45068000000001</c:v>
                </c:pt>
                <c:pt idx="7035">
                  <c:v>103.47742</c:v>
                </c:pt>
                <c:pt idx="7036">
                  <c:v>103.51237</c:v>
                </c:pt>
                <c:pt idx="7037">
                  <c:v>103.54980999999999</c:v>
                </c:pt>
                <c:pt idx="7038">
                  <c:v>103.5984</c:v>
                </c:pt>
                <c:pt idx="7039">
                  <c:v>103.65478</c:v>
                </c:pt>
                <c:pt idx="7040">
                  <c:v>103.71283</c:v>
                </c:pt>
                <c:pt idx="7041">
                  <c:v>103.78463000000001</c:v>
                </c:pt>
                <c:pt idx="7042">
                  <c:v>103.87075</c:v>
                </c:pt>
                <c:pt idx="7043">
                  <c:v>103.96460999999999</c:v>
                </c:pt>
                <c:pt idx="7044">
                  <c:v>104.05612000000001</c:v>
                </c:pt>
                <c:pt idx="7045">
                  <c:v>104.10214999999999</c:v>
                </c:pt>
                <c:pt idx="7046">
                  <c:v>104.11183</c:v>
                </c:pt>
                <c:pt idx="7047">
                  <c:v>104.1086</c:v>
                </c:pt>
                <c:pt idx="7048">
                  <c:v>104.11272</c:v>
                </c:pt>
                <c:pt idx="7049">
                  <c:v>104.1217</c:v>
                </c:pt>
                <c:pt idx="7050">
                  <c:v>104.12509</c:v>
                </c:pt>
                <c:pt idx="7051">
                  <c:v>104.12520000000001</c:v>
                </c:pt>
                <c:pt idx="7052">
                  <c:v>104.13258</c:v>
                </c:pt>
                <c:pt idx="7053">
                  <c:v>104.1427</c:v>
                </c:pt>
                <c:pt idx="7054">
                  <c:v>104.16246</c:v>
                </c:pt>
                <c:pt idx="7055">
                  <c:v>104.19304</c:v>
                </c:pt>
                <c:pt idx="7056">
                  <c:v>104.22207</c:v>
                </c:pt>
                <c:pt idx="7057">
                  <c:v>104.2366</c:v>
                </c:pt>
                <c:pt idx="7058">
                  <c:v>104.24579</c:v>
                </c:pt>
                <c:pt idx="7059">
                  <c:v>104.26154</c:v>
                </c:pt>
                <c:pt idx="7060">
                  <c:v>104.29908</c:v>
                </c:pt>
                <c:pt idx="7061">
                  <c:v>104.34859</c:v>
                </c:pt>
                <c:pt idx="7062">
                  <c:v>104.38384000000001</c:v>
                </c:pt>
                <c:pt idx="7063">
                  <c:v>104.41148</c:v>
                </c:pt>
                <c:pt idx="7064">
                  <c:v>104.4119</c:v>
                </c:pt>
                <c:pt idx="7065">
                  <c:v>104.39563</c:v>
                </c:pt>
                <c:pt idx="7066">
                  <c:v>104.36747</c:v>
                </c:pt>
                <c:pt idx="7067">
                  <c:v>104.33954</c:v>
                </c:pt>
                <c:pt idx="7068">
                  <c:v>104.32252</c:v>
                </c:pt>
                <c:pt idx="7069">
                  <c:v>104.32646</c:v>
                </c:pt>
                <c:pt idx="7070">
                  <c:v>104.33595</c:v>
                </c:pt>
                <c:pt idx="7071">
                  <c:v>104.34775999999999</c:v>
                </c:pt>
                <c:pt idx="7072">
                  <c:v>104.35962000000001</c:v>
                </c:pt>
                <c:pt idx="7073">
                  <c:v>104.38471</c:v>
                </c:pt>
                <c:pt idx="7074">
                  <c:v>104.42174</c:v>
                </c:pt>
                <c:pt idx="7075">
                  <c:v>104.44427</c:v>
                </c:pt>
                <c:pt idx="7076">
                  <c:v>104.43507</c:v>
                </c:pt>
                <c:pt idx="7077">
                  <c:v>104.39671</c:v>
                </c:pt>
                <c:pt idx="7078">
                  <c:v>104.35963</c:v>
                </c:pt>
                <c:pt idx="7079">
                  <c:v>104.31953</c:v>
                </c:pt>
                <c:pt idx="7080">
                  <c:v>104.28144</c:v>
                </c:pt>
                <c:pt idx="7081">
                  <c:v>104.26484000000001</c:v>
                </c:pt>
                <c:pt idx="7082">
                  <c:v>104.27637</c:v>
                </c:pt>
                <c:pt idx="7083">
                  <c:v>104.30316000000001</c:v>
                </c:pt>
                <c:pt idx="7084">
                  <c:v>104.32561</c:v>
                </c:pt>
                <c:pt idx="7085">
                  <c:v>104.35382</c:v>
                </c:pt>
                <c:pt idx="7086">
                  <c:v>104.38437</c:v>
                </c:pt>
                <c:pt idx="7087">
                  <c:v>104.41543</c:v>
                </c:pt>
                <c:pt idx="7088">
                  <c:v>104.43586999999999</c:v>
                </c:pt>
                <c:pt idx="7089">
                  <c:v>104.45377000000001</c:v>
                </c:pt>
                <c:pt idx="7090">
                  <c:v>104.46523000000001</c:v>
                </c:pt>
                <c:pt idx="7091">
                  <c:v>104.47256</c:v>
                </c:pt>
                <c:pt idx="7092">
                  <c:v>104.47723999999999</c:v>
                </c:pt>
                <c:pt idx="7093">
                  <c:v>104.48012</c:v>
                </c:pt>
                <c:pt idx="7094">
                  <c:v>104.48953</c:v>
                </c:pt>
                <c:pt idx="7095">
                  <c:v>104.51752</c:v>
                </c:pt>
                <c:pt idx="7096">
                  <c:v>104.54929</c:v>
                </c:pt>
                <c:pt idx="7097">
                  <c:v>104.58381</c:v>
                </c:pt>
                <c:pt idx="7098">
                  <c:v>104.58745</c:v>
                </c:pt>
                <c:pt idx="7099">
                  <c:v>104.58750999999999</c:v>
                </c:pt>
                <c:pt idx="7100">
                  <c:v>104.59309</c:v>
                </c:pt>
                <c:pt idx="7101">
                  <c:v>104.60948</c:v>
                </c:pt>
                <c:pt idx="7102">
                  <c:v>104.6283</c:v>
                </c:pt>
                <c:pt idx="7103">
                  <c:v>104.61985</c:v>
                </c:pt>
                <c:pt idx="7104">
                  <c:v>104.58763999999999</c:v>
                </c:pt>
                <c:pt idx="7105">
                  <c:v>104.56032999999999</c:v>
                </c:pt>
                <c:pt idx="7106">
                  <c:v>104.52536000000001</c:v>
                </c:pt>
                <c:pt idx="7107">
                  <c:v>104.48827</c:v>
                </c:pt>
                <c:pt idx="7108">
                  <c:v>104.45431000000001</c:v>
                </c:pt>
                <c:pt idx="7109">
                  <c:v>104.43481</c:v>
                </c:pt>
                <c:pt idx="7110">
                  <c:v>104.43056</c:v>
                </c:pt>
                <c:pt idx="7111">
                  <c:v>104.45393</c:v>
                </c:pt>
                <c:pt idx="7112">
                  <c:v>104.50412</c:v>
                </c:pt>
                <c:pt idx="7113">
                  <c:v>104.53654</c:v>
                </c:pt>
                <c:pt idx="7114">
                  <c:v>104.54984</c:v>
                </c:pt>
                <c:pt idx="7115">
                  <c:v>104.54895999999999</c:v>
                </c:pt>
                <c:pt idx="7116">
                  <c:v>104.54044</c:v>
                </c:pt>
                <c:pt idx="7117">
                  <c:v>104.53919</c:v>
                </c:pt>
                <c:pt idx="7118">
                  <c:v>104.54311</c:v>
                </c:pt>
                <c:pt idx="7119">
                  <c:v>104.55176</c:v>
                </c:pt>
                <c:pt idx="7120">
                  <c:v>104.5595</c:v>
                </c:pt>
                <c:pt idx="7121">
                  <c:v>104.56178</c:v>
                </c:pt>
                <c:pt idx="7122">
                  <c:v>104.56271</c:v>
                </c:pt>
                <c:pt idx="7123">
                  <c:v>104.56946000000001</c:v>
                </c:pt>
                <c:pt idx="7124">
                  <c:v>104.59003</c:v>
                </c:pt>
                <c:pt idx="7125">
                  <c:v>104.65974</c:v>
                </c:pt>
                <c:pt idx="7126">
                  <c:v>104.74969</c:v>
                </c:pt>
                <c:pt idx="7127">
                  <c:v>104.85074</c:v>
                </c:pt>
                <c:pt idx="7128">
                  <c:v>104.95610000000001</c:v>
                </c:pt>
                <c:pt idx="7129">
                  <c:v>105.03506</c:v>
                </c:pt>
                <c:pt idx="7130">
                  <c:v>105.0861</c:v>
                </c:pt>
                <c:pt idx="7131">
                  <c:v>105.11058</c:v>
                </c:pt>
                <c:pt idx="7132">
                  <c:v>105.11288999999999</c:v>
                </c:pt>
                <c:pt idx="7133">
                  <c:v>105.15213</c:v>
                </c:pt>
                <c:pt idx="7134">
                  <c:v>105.18626</c:v>
                </c:pt>
                <c:pt idx="7135">
                  <c:v>105.19320999999999</c:v>
                </c:pt>
                <c:pt idx="7136">
                  <c:v>105.13894000000001</c:v>
                </c:pt>
                <c:pt idx="7137">
                  <c:v>105.06005999999999</c:v>
                </c:pt>
                <c:pt idx="7138">
                  <c:v>104.9889</c:v>
                </c:pt>
                <c:pt idx="7139">
                  <c:v>104.93179000000001</c:v>
                </c:pt>
                <c:pt idx="7140">
                  <c:v>104.85798</c:v>
                </c:pt>
                <c:pt idx="7141">
                  <c:v>104.75915999999999</c:v>
                </c:pt>
                <c:pt idx="7142">
                  <c:v>104.67452</c:v>
                </c:pt>
                <c:pt idx="7143">
                  <c:v>104.59188</c:v>
                </c:pt>
                <c:pt idx="7144">
                  <c:v>104.55088000000001</c:v>
                </c:pt>
                <c:pt idx="7145">
                  <c:v>104.52243</c:v>
                </c:pt>
                <c:pt idx="7146">
                  <c:v>104.50479</c:v>
                </c:pt>
                <c:pt idx="7147">
                  <c:v>104.50075</c:v>
                </c:pt>
                <c:pt idx="7148">
                  <c:v>104.50129</c:v>
                </c:pt>
                <c:pt idx="7149">
                  <c:v>104.47929000000001</c:v>
                </c:pt>
                <c:pt idx="7150">
                  <c:v>104.45663999999999</c:v>
                </c:pt>
                <c:pt idx="7151">
                  <c:v>104.42792</c:v>
                </c:pt>
                <c:pt idx="7152">
                  <c:v>104.40524000000001</c:v>
                </c:pt>
                <c:pt idx="7153">
                  <c:v>104.38984000000001</c:v>
                </c:pt>
                <c:pt idx="7154">
                  <c:v>104.38171</c:v>
                </c:pt>
                <c:pt idx="7155">
                  <c:v>104.34872</c:v>
                </c:pt>
                <c:pt idx="7156">
                  <c:v>104.34481</c:v>
                </c:pt>
                <c:pt idx="7157">
                  <c:v>104.37116</c:v>
                </c:pt>
                <c:pt idx="7158">
                  <c:v>104.4079</c:v>
                </c:pt>
                <c:pt idx="7159">
                  <c:v>104.42274</c:v>
                </c:pt>
                <c:pt idx="7160">
                  <c:v>104.41396</c:v>
                </c:pt>
                <c:pt idx="7161">
                  <c:v>104.39503000000001</c:v>
                </c:pt>
                <c:pt idx="7162">
                  <c:v>104.35368</c:v>
                </c:pt>
                <c:pt idx="7163">
                  <c:v>104.31779</c:v>
                </c:pt>
                <c:pt idx="7164">
                  <c:v>104.32221</c:v>
                </c:pt>
                <c:pt idx="7165">
                  <c:v>104.36145</c:v>
                </c:pt>
                <c:pt idx="7166">
                  <c:v>104.44253</c:v>
                </c:pt>
                <c:pt idx="7167">
                  <c:v>104.47283</c:v>
                </c:pt>
                <c:pt idx="7168">
                  <c:v>104.51357</c:v>
                </c:pt>
                <c:pt idx="7169">
                  <c:v>104.58628</c:v>
                </c:pt>
                <c:pt idx="7170">
                  <c:v>104.67789</c:v>
                </c:pt>
                <c:pt idx="7171">
                  <c:v>104.77734</c:v>
                </c:pt>
                <c:pt idx="7172">
                  <c:v>104.86018</c:v>
                </c:pt>
                <c:pt idx="7173">
                  <c:v>104.91016</c:v>
                </c:pt>
                <c:pt idx="7174">
                  <c:v>104.95055000000001</c:v>
                </c:pt>
                <c:pt idx="7175">
                  <c:v>104.98376</c:v>
                </c:pt>
                <c:pt idx="7176">
                  <c:v>104.98911</c:v>
                </c:pt>
                <c:pt idx="7177">
                  <c:v>104.95889</c:v>
                </c:pt>
                <c:pt idx="7178">
                  <c:v>104.91324</c:v>
                </c:pt>
                <c:pt idx="7179">
                  <c:v>104.87491</c:v>
                </c:pt>
                <c:pt idx="7180">
                  <c:v>104.87144000000001</c:v>
                </c:pt>
                <c:pt idx="7181">
                  <c:v>104.89398</c:v>
                </c:pt>
                <c:pt idx="7182">
                  <c:v>104.91615</c:v>
                </c:pt>
                <c:pt idx="7183">
                  <c:v>104.91788</c:v>
                </c:pt>
                <c:pt idx="7184">
                  <c:v>104.91106000000001</c:v>
                </c:pt>
                <c:pt idx="7185">
                  <c:v>104.90621</c:v>
                </c:pt>
                <c:pt idx="7186">
                  <c:v>104.88003999999999</c:v>
                </c:pt>
                <c:pt idx="7187">
                  <c:v>104.83199</c:v>
                </c:pt>
                <c:pt idx="7188">
                  <c:v>104.77325</c:v>
                </c:pt>
                <c:pt idx="7189">
                  <c:v>104.72027</c:v>
                </c:pt>
                <c:pt idx="7190">
                  <c:v>104.68335999999999</c:v>
                </c:pt>
                <c:pt idx="7191">
                  <c:v>104.65491</c:v>
                </c:pt>
                <c:pt idx="7192">
                  <c:v>104.63057999999999</c:v>
                </c:pt>
                <c:pt idx="7193">
                  <c:v>104.60073</c:v>
                </c:pt>
                <c:pt idx="7194">
                  <c:v>104.56636</c:v>
                </c:pt>
                <c:pt idx="7195">
                  <c:v>104.54487</c:v>
                </c:pt>
                <c:pt idx="7196">
                  <c:v>104.53197</c:v>
                </c:pt>
                <c:pt idx="7197">
                  <c:v>104.52395</c:v>
                </c:pt>
                <c:pt idx="7198">
                  <c:v>104.53437</c:v>
                </c:pt>
                <c:pt idx="7199">
                  <c:v>104.55646</c:v>
                </c:pt>
                <c:pt idx="7200">
                  <c:v>104.59446</c:v>
                </c:pt>
                <c:pt idx="7201">
                  <c:v>104.64554</c:v>
                </c:pt>
                <c:pt idx="7202">
                  <c:v>104.68796</c:v>
                </c:pt>
                <c:pt idx="7203">
                  <c:v>104.72382</c:v>
                </c:pt>
                <c:pt idx="7204">
                  <c:v>104.75283</c:v>
                </c:pt>
                <c:pt idx="7205">
                  <c:v>104.76775000000001</c:v>
                </c:pt>
                <c:pt idx="7206">
                  <c:v>104.79850999999999</c:v>
                </c:pt>
                <c:pt idx="7207">
                  <c:v>104.84253</c:v>
                </c:pt>
                <c:pt idx="7208">
                  <c:v>104.89058</c:v>
                </c:pt>
                <c:pt idx="7209">
                  <c:v>104.93438999999999</c:v>
                </c:pt>
                <c:pt idx="7210">
                  <c:v>104.9794</c:v>
                </c:pt>
                <c:pt idx="7211">
                  <c:v>105.03529</c:v>
                </c:pt>
                <c:pt idx="7212">
                  <c:v>105.11639</c:v>
                </c:pt>
                <c:pt idx="7213">
                  <c:v>105.17532</c:v>
                </c:pt>
                <c:pt idx="7214">
                  <c:v>105.22741000000001</c:v>
                </c:pt>
                <c:pt idx="7215">
                  <c:v>105.28245</c:v>
                </c:pt>
                <c:pt idx="7216">
                  <c:v>105.33646</c:v>
                </c:pt>
                <c:pt idx="7217">
                  <c:v>105.36416</c:v>
                </c:pt>
                <c:pt idx="7218">
                  <c:v>105.4007</c:v>
                </c:pt>
                <c:pt idx="7219">
                  <c:v>105.44256</c:v>
                </c:pt>
                <c:pt idx="7220">
                  <c:v>105.45343</c:v>
                </c:pt>
                <c:pt idx="7221">
                  <c:v>105.43058000000001</c:v>
                </c:pt>
                <c:pt idx="7222">
                  <c:v>105.39413999999999</c:v>
                </c:pt>
                <c:pt idx="7223">
                  <c:v>105.34932999999999</c:v>
                </c:pt>
                <c:pt idx="7224">
                  <c:v>105.31019000000001</c:v>
                </c:pt>
                <c:pt idx="7225">
                  <c:v>105.28543000000001</c:v>
                </c:pt>
                <c:pt idx="7226">
                  <c:v>105.24813</c:v>
                </c:pt>
                <c:pt idx="7227">
                  <c:v>105.21532000000001</c:v>
                </c:pt>
                <c:pt idx="7228">
                  <c:v>105.18756</c:v>
                </c:pt>
                <c:pt idx="7229">
                  <c:v>105.16771</c:v>
                </c:pt>
                <c:pt idx="7230">
                  <c:v>105.15466000000001</c:v>
                </c:pt>
                <c:pt idx="7231">
                  <c:v>105.14140999999999</c:v>
                </c:pt>
                <c:pt idx="7232">
                  <c:v>105.13263999999999</c:v>
                </c:pt>
                <c:pt idx="7233">
                  <c:v>105.11475</c:v>
                </c:pt>
                <c:pt idx="7234">
                  <c:v>105.08154</c:v>
                </c:pt>
                <c:pt idx="7235">
                  <c:v>105.03868</c:v>
                </c:pt>
                <c:pt idx="7236">
                  <c:v>104.99596</c:v>
                </c:pt>
                <c:pt idx="7237">
                  <c:v>104.94641</c:v>
                </c:pt>
                <c:pt idx="7238">
                  <c:v>104.91128999999999</c:v>
                </c:pt>
                <c:pt idx="7239">
                  <c:v>104.89927</c:v>
                </c:pt>
                <c:pt idx="7240">
                  <c:v>104.92358</c:v>
                </c:pt>
                <c:pt idx="7241">
                  <c:v>104.97580000000001</c:v>
                </c:pt>
                <c:pt idx="7242">
                  <c:v>105.04765</c:v>
                </c:pt>
                <c:pt idx="7243">
                  <c:v>105.14042999999999</c:v>
                </c:pt>
                <c:pt idx="7244">
                  <c:v>105.24348000000001</c:v>
                </c:pt>
                <c:pt idx="7245">
                  <c:v>105.34116</c:v>
                </c:pt>
                <c:pt idx="7246">
                  <c:v>105.41947999999999</c:v>
                </c:pt>
                <c:pt idx="7247">
                  <c:v>105.4734</c:v>
                </c:pt>
                <c:pt idx="7248">
                  <c:v>105.50709999999999</c:v>
                </c:pt>
                <c:pt idx="7249">
                  <c:v>105.52603999999999</c:v>
                </c:pt>
                <c:pt idx="7250">
                  <c:v>105.54437</c:v>
                </c:pt>
                <c:pt idx="7251">
                  <c:v>105.56338</c:v>
                </c:pt>
                <c:pt idx="7252">
                  <c:v>105.57844</c:v>
                </c:pt>
                <c:pt idx="7253">
                  <c:v>105.59444999999999</c:v>
                </c:pt>
                <c:pt idx="7254">
                  <c:v>105.61709</c:v>
                </c:pt>
                <c:pt idx="7255">
                  <c:v>105.64879000000001</c:v>
                </c:pt>
                <c:pt idx="7256">
                  <c:v>105.68566</c:v>
                </c:pt>
                <c:pt idx="7257">
                  <c:v>105.72263</c:v>
                </c:pt>
                <c:pt idx="7258">
                  <c:v>105.76738</c:v>
                </c:pt>
                <c:pt idx="7259">
                  <c:v>105.81175</c:v>
                </c:pt>
                <c:pt idx="7260">
                  <c:v>105.84419</c:v>
                </c:pt>
                <c:pt idx="7261">
                  <c:v>105.87679</c:v>
                </c:pt>
                <c:pt idx="7262">
                  <c:v>105.90192999999999</c:v>
                </c:pt>
                <c:pt idx="7263">
                  <c:v>105.92383</c:v>
                </c:pt>
                <c:pt idx="7264">
                  <c:v>105.94131</c:v>
                </c:pt>
                <c:pt idx="7265">
                  <c:v>105.93616</c:v>
                </c:pt>
                <c:pt idx="7266">
                  <c:v>105.96328</c:v>
                </c:pt>
                <c:pt idx="7267">
                  <c:v>105.99205000000001</c:v>
                </c:pt>
                <c:pt idx="7268">
                  <c:v>106.02168</c:v>
                </c:pt>
                <c:pt idx="7269">
                  <c:v>106.05269</c:v>
                </c:pt>
                <c:pt idx="7270">
                  <c:v>106.08477999999999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39AD-47F2-B4DB-536D3878BB77}"/>
            </c:ext>
          </c:extLst>
        </c:ser>
        <c:ser>
          <c:idx val="6"/>
          <c:order val="6"/>
          <c:tx>
            <c:strRef>
              <c:f>'DL-Model'!$V$1</c:f>
              <c:strCache>
                <c:ptCount val="1"/>
                <c:pt idx="0">
                  <c:v>T_so_pred</c:v>
                </c:pt>
              </c:strCache>
            </c:strRef>
          </c:tx>
          <c:spPr>
            <a:ln w="19050" cap="rnd">
              <a:solidFill>
                <a:schemeClr val="accent3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'DL-Model'!$V$2:$V$7272</c:f>
              <c:numCache>
                <c:formatCode>General</c:formatCode>
                <c:ptCount val="7271"/>
                <c:pt idx="0">
                  <c:v>36.687714</c:v>
                </c:pt>
                <c:pt idx="1">
                  <c:v>37.413505999999998</c:v>
                </c:pt>
                <c:pt idx="2">
                  <c:v>37.238894999999999</c:v>
                </c:pt>
                <c:pt idx="3">
                  <c:v>36.703522</c:v>
                </c:pt>
                <c:pt idx="4">
                  <c:v>36.817321999999997</c:v>
                </c:pt>
                <c:pt idx="5">
                  <c:v>37.070942000000002</c:v>
                </c:pt>
                <c:pt idx="6">
                  <c:v>37.149307</c:v>
                </c:pt>
                <c:pt idx="7">
                  <c:v>36.547179999999997</c:v>
                </c:pt>
                <c:pt idx="8">
                  <c:v>35.752014000000003</c:v>
                </c:pt>
                <c:pt idx="9">
                  <c:v>35.012402000000002</c:v>
                </c:pt>
                <c:pt idx="10">
                  <c:v>34.323914000000002</c:v>
                </c:pt>
                <c:pt idx="11">
                  <c:v>33.719825999999998</c:v>
                </c:pt>
                <c:pt idx="12">
                  <c:v>33.237808000000001</c:v>
                </c:pt>
                <c:pt idx="13">
                  <c:v>32.946716000000002</c:v>
                </c:pt>
                <c:pt idx="14">
                  <c:v>32.802593000000002</c:v>
                </c:pt>
                <c:pt idx="15">
                  <c:v>33.272906999999996</c:v>
                </c:pt>
                <c:pt idx="16">
                  <c:v>33.328296999999999</c:v>
                </c:pt>
                <c:pt idx="17">
                  <c:v>33.442726</c:v>
                </c:pt>
                <c:pt idx="18">
                  <c:v>33.910263</c:v>
                </c:pt>
                <c:pt idx="19">
                  <c:v>34.534286000000002</c:v>
                </c:pt>
                <c:pt idx="20">
                  <c:v>34.885962999999997</c:v>
                </c:pt>
                <c:pt idx="21">
                  <c:v>34.489643000000001</c:v>
                </c:pt>
                <c:pt idx="22">
                  <c:v>34.014206000000001</c:v>
                </c:pt>
                <c:pt idx="23">
                  <c:v>33.972683000000004</c:v>
                </c:pt>
                <c:pt idx="24">
                  <c:v>34.613396000000002</c:v>
                </c:pt>
                <c:pt idx="25">
                  <c:v>34.727958999999998</c:v>
                </c:pt>
                <c:pt idx="26">
                  <c:v>35.049500000000002</c:v>
                </c:pt>
                <c:pt idx="27">
                  <c:v>35.867046000000002</c:v>
                </c:pt>
                <c:pt idx="28">
                  <c:v>36.363514000000002</c:v>
                </c:pt>
                <c:pt idx="29">
                  <c:v>36.291454000000002</c:v>
                </c:pt>
                <c:pt idx="30">
                  <c:v>36.198967000000003</c:v>
                </c:pt>
                <c:pt idx="31">
                  <c:v>36.328406999999999</c:v>
                </c:pt>
                <c:pt idx="32">
                  <c:v>36.842953000000001</c:v>
                </c:pt>
                <c:pt idx="33">
                  <c:v>37.285870000000003</c:v>
                </c:pt>
                <c:pt idx="34">
                  <c:v>37.227009000000002</c:v>
                </c:pt>
                <c:pt idx="35">
                  <c:v>36.786366000000001</c:v>
                </c:pt>
                <c:pt idx="36">
                  <c:v>36.344147</c:v>
                </c:pt>
                <c:pt idx="37">
                  <c:v>36.000461999999999</c:v>
                </c:pt>
                <c:pt idx="38">
                  <c:v>35.923305999999997</c:v>
                </c:pt>
                <c:pt idx="39">
                  <c:v>35.901901000000002</c:v>
                </c:pt>
                <c:pt idx="40">
                  <c:v>35.829707999999997</c:v>
                </c:pt>
                <c:pt idx="41">
                  <c:v>36.090023000000002</c:v>
                </c:pt>
                <c:pt idx="42">
                  <c:v>36.470936000000002</c:v>
                </c:pt>
                <c:pt idx="43">
                  <c:v>36.663696000000002</c:v>
                </c:pt>
                <c:pt idx="44">
                  <c:v>36.761046999999998</c:v>
                </c:pt>
                <c:pt idx="45">
                  <c:v>36.579582000000002</c:v>
                </c:pt>
                <c:pt idx="46">
                  <c:v>36.395637999999998</c:v>
                </c:pt>
                <c:pt idx="47">
                  <c:v>36.088771999999999</c:v>
                </c:pt>
                <c:pt idx="48">
                  <c:v>35.603408999999999</c:v>
                </c:pt>
                <c:pt idx="49">
                  <c:v>35.858677</c:v>
                </c:pt>
                <c:pt idx="50">
                  <c:v>36.687579999999997</c:v>
                </c:pt>
                <c:pt idx="51">
                  <c:v>37.177235000000003</c:v>
                </c:pt>
                <c:pt idx="52">
                  <c:v>37.637829000000004</c:v>
                </c:pt>
                <c:pt idx="53">
                  <c:v>38.044037000000003</c:v>
                </c:pt>
                <c:pt idx="54">
                  <c:v>37.867080999999999</c:v>
                </c:pt>
                <c:pt idx="55">
                  <c:v>37.520007999999997</c:v>
                </c:pt>
                <c:pt idx="56">
                  <c:v>37.144618999999999</c:v>
                </c:pt>
                <c:pt idx="57">
                  <c:v>36.829799999999999</c:v>
                </c:pt>
                <c:pt idx="58">
                  <c:v>36.605549000000003</c:v>
                </c:pt>
                <c:pt idx="59">
                  <c:v>36.482098000000001</c:v>
                </c:pt>
                <c:pt idx="60">
                  <c:v>36.477001000000001</c:v>
                </c:pt>
                <c:pt idx="61">
                  <c:v>36.692515999999998</c:v>
                </c:pt>
                <c:pt idx="62">
                  <c:v>36.699390000000001</c:v>
                </c:pt>
                <c:pt idx="63">
                  <c:v>36.570988</c:v>
                </c:pt>
                <c:pt idx="64">
                  <c:v>36.518326000000002</c:v>
                </c:pt>
                <c:pt idx="65">
                  <c:v>36.420555</c:v>
                </c:pt>
                <c:pt idx="66">
                  <c:v>36.522305000000003</c:v>
                </c:pt>
                <c:pt idx="67">
                  <c:v>36.871346000000003</c:v>
                </c:pt>
                <c:pt idx="68">
                  <c:v>37.546429000000003</c:v>
                </c:pt>
                <c:pt idx="69">
                  <c:v>38.230080000000001</c:v>
                </c:pt>
                <c:pt idx="70">
                  <c:v>38.366256999999997</c:v>
                </c:pt>
                <c:pt idx="71">
                  <c:v>38.068783000000003</c:v>
                </c:pt>
                <c:pt idx="72">
                  <c:v>37.784672</c:v>
                </c:pt>
                <c:pt idx="73">
                  <c:v>37.371563000000002</c:v>
                </c:pt>
                <c:pt idx="74">
                  <c:v>37.092972000000003</c:v>
                </c:pt>
                <c:pt idx="75">
                  <c:v>37.014668</c:v>
                </c:pt>
                <c:pt idx="76">
                  <c:v>36.967072000000002</c:v>
                </c:pt>
                <c:pt idx="77">
                  <c:v>36.853690999999998</c:v>
                </c:pt>
                <c:pt idx="78">
                  <c:v>36.661613000000003</c:v>
                </c:pt>
                <c:pt idx="79">
                  <c:v>36.626201999999999</c:v>
                </c:pt>
                <c:pt idx="80">
                  <c:v>36.924374</c:v>
                </c:pt>
                <c:pt idx="81">
                  <c:v>37.352707000000002</c:v>
                </c:pt>
                <c:pt idx="82">
                  <c:v>37.783938999999997</c:v>
                </c:pt>
                <c:pt idx="83">
                  <c:v>38.133011000000003</c:v>
                </c:pt>
                <c:pt idx="84">
                  <c:v>38.184406000000003</c:v>
                </c:pt>
                <c:pt idx="85">
                  <c:v>38.184525000000001</c:v>
                </c:pt>
                <c:pt idx="86">
                  <c:v>38.131664000000001</c:v>
                </c:pt>
                <c:pt idx="87">
                  <c:v>38.075043000000001</c:v>
                </c:pt>
                <c:pt idx="88">
                  <c:v>37.924736000000003</c:v>
                </c:pt>
                <c:pt idx="89">
                  <c:v>37.612502999999997</c:v>
                </c:pt>
                <c:pt idx="90">
                  <c:v>37.347977</c:v>
                </c:pt>
                <c:pt idx="91">
                  <c:v>37.198726999999998</c:v>
                </c:pt>
                <c:pt idx="92">
                  <c:v>37.076251999999997</c:v>
                </c:pt>
                <c:pt idx="93">
                  <c:v>37.151611000000003</c:v>
                </c:pt>
                <c:pt idx="94">
                  <c:v>37.334484000000003</c:v>
                </c:pt>
                <c:pt idx="95">
                  <c:v>37.454268999999996</c:v>
                </c:pt>
                <c:pt idx="96">
                  <c:v>37.586627999999997</c:v>
                </c:pt>
                <c:pt idx="97">
                  <c:v>37.881748000000002</c:v>
                </c:pt>
                <c:pt idx="98">
                  <c:v>38.165374999999997</c:v>
                </c:pt>
                <c:pt idx="99">
                  <c:v>38.464137999999998</c:v>
                </c:pt>
                <c:pt idx="100">
                  <c:v>38.454329999999999</c:v>
                </c:pt>
                <c:pt idx="101">
                  <c:v>38.446278</c:v>
                </c:pt>
                <c:pt idx="102">
                  <c:v>38.755138000000002</c:v>
                </c:pt>
                <c:pt idx="103">
                  <c:v>39.230136999999999</c:v>
                </c:pt>
                <c:pt idx="104">
                  <c:v>39.443890000000003</c:v>
                </c:pt>
                <c:pt idx="105">
                  <c:v>39.243572</c:v>
                </c:pt>
                <c:pt idx="106">
                  <c:v>38.844451999999997</c:v>
                </c:pt>
                <c:pt idx="107">
                  <c:v>38.857028999999997</c:v>
                </c:pt>
                <c:pt idx="108">
                  <c:v>39.025181000000003</c:v>
                </c:pt>
                <c:pt idx="109">
                  <c:v>39.318610999999997</c:v>
                </c:pt>
                <c:pt idx="110">
                  <c:v>39.819285999999998</c:v>
                </c:pt>
                <c:pt idx="111">
                  <c:v>40.309792000000002</c:v>
                </c:pt>
                <c:pt idx="112">
                  <c:v>40.060898000000002</c:v>
                </c:pt>
                <c:pt idx="113">
                  <c:v>39.672652999999997</c:v>
                </c:pt>
                <c:pt idx="114">
                  <c:v>39.329543999999999</c:v>
                </c:pt>
                <c:pt idx="115">
                  <c:v>39.185848</c:v>
                </c:pt>
                <c:pt idx="116">
                  <c:v>39.124588000000003</c:v>
                </c:pt>
                <c:pt idx="117">
                  <c:v>38.946517999999998</c:v>
                </c:pt>
                <c:pt idx="118">
                  <c:v>38.695667</c:v>
                </c:pt>
                <c:pt idx="119">
                  <c:v>38.528336000000003</c:v>
                </c:pt>
                <c:pt idx="120">
                  <c:v>38.366230000000002</c:v>
                </c:pt>
                <c:pt idx="121">
                  <c:v>38.244968</c:v>
                </c:pt>
                <c:pt idx="122">
                  <c:v>38.097693999999997</c:v>
                </c:pt>
                <c:pt idx="123">
                  <c:v>37.842574999999997</c:v>
                </c:pt>
                <c:pt idx="124">
                  <c:v>37.452849999999998</c:v>
                </c:pt>
                <c:pt idx="125">
                  <c:v>36.759804000000003</c:v>
                </c:pt>
                <c:pt idx="126">
                  <c:v>35.794224</c:v>
                </c:pt>
                <c:pt idx="127">
                  <c:v>37.676127999999999</c:v>
                </c:pt>
                <c:pt idx="128">
                  <c:v>40.068976999999997</c:v>
                </c:pt>
                <c:pt idx="129">
                  <c:v>42.021866000000003</c:v>
                </c:pt>
                <c:pt idx="130">
                  <c:v>43.231098000000003</c:v>
                </c:pt>
                <c:pt idx="131">
                  <c:v>43.79121</c:v>
                </c:pt>
                <c:pt idx="132">
                  <c:v>43.874881999999999</c:v>
                </c:pt>
                <c:pt idx="133">
                  <c:v>43.932926000000002</c:v>
                </c:pt>
                <c:pt idx="134">
                  <c:v>44.083618000000001</c:v>
                </c:pt>
                <c:pt idx="135">
                  <c:v>43.984786999999997</c:v>
                </c:pt>
                <c:pt idx="136">
                  <c:v>43.746628000000001</c:v>
                </c:pt>
                <c:pt idx="137">
                  <c:v>43.533496999999997</c:v>
                </c:pt>
                <c:pt idx="138">
                  <c:v>43.385513000000003</c:v>
                </c:pt>
                <c:pt idx="139">
                  <c:v>43.344963</c:v>
                </c:pt>
                <c:pt idx="140">
                  <c:v>43.335655000000003</c:v>
                </c:pt>
                <c:pt idx="141">
                  <c:v>43.370337999999997</c:v>
                </c:pt>
                <c:pt idx="142">
                  <c:v>43.460692999999999</c:v>
                </c:pt>
                <c:pt idx="143">
                  <c:v>43.537765999999998</c:v>
                </c:pt>
                <c:pt idx="144">
                  <c:v>43.556930999999999</c:v>
                </c:pt>
                <c:pt idx="145">
                  <c:v>43.595505000000003</c:v>
                </c:pt>
                <c:pt idx="146">
                  <c:v>43.627403000000001</c:v>
                </c:pt>
                <c:pt idx="147">
                  <c:v>43.570636999999998</c:v>
                </c:pt>
                <c:pt idx="148">
                  <c:v>43.713371000000002</c:v>
                </c:pt>
                <c:pt idx="149">
                  <c:v>43.884304</c:v>
                </c:pt>
                <c:pt idx="150">
                  <c:v>43.780017999999998</c:v>
                </c:pt>
                <c:pt idx="151">
                  <c:v>43.825726000000003</c:v>
                </c:pt>
                <c:pt idx="152">
                  <c:v>44.226008999999998</c:v>
                </c:pt>
                <c:pt idx="153">
                  <c:v>44.365687999999999</c:v>
                </c:pt>
                <c:pt idx="154">
                  <c:v>44.398426000000001</c:v>
                </c:pt>
                <c:pt idx="155">
                  <c:v>44.299976000000001</c:v>
                </c:pt>
                <c:pt idx="156">
                  <c:v>44.103530999999997</c:v>
                </c:pt>
                <c:pt idx="157">
                  <c:v>44.196472</c:v>
                </c:pt>
                <c:pt idx="158">
                  <c:v>44.504004999999999</c:v>
                </c:pt>
                <c:pt idx="159">
                  <c:v>44.987366000000002</c:v>
                </c:pt>
                <c:pt idx="160">
                  <c:v>45.443179999999998</c:v>
                </c:pt>
                <c:pt idx="161">
                  <c:v>45.619736000000003</c:v>
                </c:pt>
                <c:pt idx="162">
                  <c:v>45.699837000000002</c:v>
                </c:pt>
                <c:pt idx="163">
                  <c:v>45.919730999999999</c:v>
                </c:pt>
                <c:pt idx="164">
                  <c:v>46.039673000000001</c:v>
                </c:pt>
                <c:pt idx="165">
                  <c:v>46.039555</c:v>
                </c:pt>
                <c:pt idx="166">
                  <c:v>46.081211000000003</c:v>
                </c:pt>
                <c:pt idx="167">
                  <c:v>46.131138</c:v>
                </c:pt>
                <c:pt idx="168">
                  <c:v>46.087803000000001</c:v>
                </c:pt>
                <c:pt idx="169">
                  <c:v>46.044662000000002</c:v>
                </c:pt>
                <c:pt idx="170">
                  <c:v>45.854404000000002</c:v>
                </c:pt>
                <c:pt idx="171">
                  <c:v>45.862895999999999</c:v>
                </c:pt>
                <c:pt idx="172">
                  <c:v>45.928066000000001</c:v>
                </c:pt>
                <c:pt idx="173">
                  <c:v>46.066932999999999</c:v>
                </c:pt>
                <c:pt idx="174">
                  <c:v>46.215381999999998</c:v>
                </c:pt>
                <c:pt idx="175">
                  <c:v>46.352539</c:v>
                </c:pt>
                <c:pt idx="176">
                  <c:v>46.494221000000003</c:v>
                </c:pt>
                <c:pt idx="177">
                  <c:v>46.636391000000003</c:v>
                </c:pt>
                <c:pt idx="178">
                  <c:v>46.757080000000002</c:v>
                </c:pt>
                <c:pt idx="179">
                  <c:v>46.749222000000003</c:v>
                </c:pt>
                <c:pt idx="180">
                  <c:v>46.719012999999997</c:v>
                </c:pt>
                <c:pt idx="181">
                  <c:v>46.729801000000002</c:v>
                </c:pt>
                <c:pt idx="182">
                  <c:v>46.715904000000002</c:v>
                </c:pt>
                <c:pt idx="183">
                  <c:v>46.992198999999999</c:v>
                </c:pt>
                <c:pt idx="184">
                  <c:v>46.909668000000003</c:v>
                </c:pt>
                <c:pt idx="185">
                  <c:v>46.710537000000002</c:v>
                </c:pt>
                <c:pt idx="186">
                  <c:v>46.533337000000003</c:v>
                </c:pt>
                <c:pt idx="187">
                  <c:v>46.466220999999997</c:v>
                </c:pt>
                <c:pt idx="188">
                  <c:v>46.560482</c:v>
                </c:pt>
                <c:pt idx="189">
                  <c:v>46.827469000000001</c:v>
                </c:pt>
                <c:pt idx="190">
                  <c:v>47.257430999999997</c:v>
                </c:pt>
                <c:pt idx="191">
                  <c:v>47.289504999999998</c:v>
                </c:pt>
                <c:pt idx="192">
                  <c:v>47.057251000000001</c:v>
                </c:pt>
                <c:pt idx="193">
                  <c:v>47.013534999999997</c:v>
                </c:pt>
                <c:pt idx="194">
                  <c:v>47.046897999999999</c:v>
                </c:pt>
                <c:pt idx="195">
                  <c:v>46.854908000000002</c:v>
                </c:pt>
                <c:pt idx="196">
                  <c:v>46.655242999999999</c:v>
                </c:pt>
                <c:pt idx="197">
                  <c:v>46.457787000000003</c:v>
                </c:pt>
                <c:pt idx="198">
                  <c:v>46.178604</c:v>
                </c:pt>
                <c:pt idx="199">
                  <c:v>45.721103999999997</c:v>
                </c:pt>
                <c:pt idx="200">
                  <c:v>45.234413000000004</c:v>
                </c:pt>
                <c:pt idx="201">
                  <c:v>45.043888000000003</c:v>
                </c:pt>
                <c:pt idx="202">
                  <c:v>44.973640000000003</c:v>
                </c:pt>
                <c:pt idx="203">
                  <c:v>44.764941999999998</c:v>
                </c:pt>
                <c:pt idx="204">
                  <c:v>44.835312000000002</c:v>
                </c:pt>
                <c:pt idx="205">
                  <c:v>45.141747000000002</c:v>
                </c:pt>
                <c:pt idx="206">
                  <c:v>45.319344000000001</c:v>
                </c:pt>
                <c:pt idx="207">
                  <c:v>45.388995999999999</c:v>
                </c:pt>
                <c:pt idx="208">
                  <c:v>45.485171999999999</c:v>
                </c:pt>
                <c:pt idx="209">
                  <c:v>45.562176000000001</c:v>
                </c:pt>
                <c:pt idx="210">
                  <c:v>45.653236</c:v>
                </c:pt>
                <c:pt idx="211">
                  <c:v>45.742728999999997</c:v>
                </c:pt>
                <c:pt idx="212">
                  <c:v>45.853301999999999</c:v>
                </c:pt>
                <c:pt idx="213">
                  <c:v>45.869456999999997</c:v>
                </c:pt>
                <c:pt idx="214">
                  <c:v>45.790882000000003</c:v>
                </c:pt>
                <c:pt idx="215">
                  <c:v>45.705559000000001</c:v>
                </c:pt>
                <c:pt idx="216">
                  <c:v>45.691696</c:v>
                </c:pt>
                <c:pt idx="217">
                  <c:v>45.694439000000003</c:v>
                </c:pt>
                <c:pt idx="218">
                  <c:v>45.643813999999999</c:v>
                </c:pt>
                <c:pt idx="219">
                  <c:v>45.707709999999999</c:v>
                </c:pt>
                <c:pt idx="220">
                  <c:v>46.034923999999997</c:v>
                </c:pt>
                <c:pt idx="221">
                  <c:v>46.550060000000002</c:v>
                </c:pt>
                <c:pt idx="222">
                  <c:v>46.973067999999998</c:v>
                </c:pt>
                <c:pt idx="223">
                  <c:v>47.188533999999997</c:v>
                </c:pt>
                <c:pt idx="224">
                  <c:v>47.587626999999998</c:v>
                </c:pt>
                <c:pt idx="225">
                  <c:v>47.939250999999999</c:v>
                </c:pt>
                <c:pt idx="226">
                  <c:v>48.120125000000002</c:v>
                </c:pt>
                <c:pt idx="227">
                  <c:v>48.105533999999999</c:v>
                </c:pt>
                <c:pt idx="228">
                  <c:v>48.176506000000003</c:v>
                </c:pt>
                <c:pt idx="229">
                  <c:v>48.274410000000003</c:v>
                </c:pt>
                <c:pt idx="230">
                  <c:v>48.315852999999997</c:v>
                </c:pt>
                <c:pt idx="231">
                  <c:v>48.361075999999997</c:v>
                </c:pt>
                <c:pt idx="232">
                  <c:v>48.39085</c:v>
                </c:pt>
                <c:pt idx="233">
                  <c:v>48.348824</c:v>
                </c:pt>
                <c:pt idx="234">
                  <c:v>48.300659000000003</c:v>
                </c:pt>
                <c:pt idx="235">
                  <c:v>48.501033999999997</c:v>
                </c:pt>
                <c:pt idx="236">
                  <c:v>48.597701999999998</c:v>
                </c:pt>
                <c:pt idx="237">
                  <c:v>48.483756999999997</c:v>
                </c:pt>
                <c:pt idx="238">
                  <c:v>48.278629000000002</c:v>
                </c:pt>
                <c:pt idx="239">
                  <c:v>48.128368000000002</c:v>
                </c:pt>
                <c:pt idx="240">
                  <c:v>48.132922999999998</c:v>
                </c:pt>
                <c:pt idx="241">
                  <c:v>48.128627999999999</c:v>
                </c:pt>
                <c:pt idx="242">
                  <c:v>48.082560999999998</c:v>
                </c:pt>
                <c:pt idx="243">
                  <c:v>48.232635000000002</c:v>
                </c:pt>
                <c:pt idx="244">
                  <c:v>48.329673999999997</c:v>
                </c:pt>
                <c:pt idx="245">
                  <c:v>48.634025999999999</c:v>
                </c:pt>
                <c:pt idx="246">
                  <c:v>48.586624</c:v>
                </c:pt>
                <c:pt idx="247">
                  <c:v>48.220581000000003</c:v>
                </c:pt>
                <c:pt idx="248">
                  <c:v>47.914845</c:v>
                </c:pt>
                <c:pt idx="249">
                  <c:v>47.981613000000003</c:v>
                </c:pt>
                <c:pt idx="250">
                  <c:v>48.150734</c:v>
                </c:pt>
                <c:pt idx="251">
                  <c:v>48.167572</c:v>
                </c:pt>
                <c:pt idx="252">
                  <c:v>47.947105000000001</c:v>
                </c:pt>
                <c:pt idx="253">
                  <c:v>47.818291000000002</c:v>
                </c:pt>
                <c:pt idx="254">
                  <c:v>47.831696000000001</c:v>
                </c:pt>
                <c:pt idx="255">
                  <c:v>47.825474</c:v>
                </c:pt>
                <c:pt idx="256">
                  <c:v>47.885131999999999</c:v>
                </c:pt>
                <c:pt idx="257">
                  <c:v>47.978400999999998</c:v>
                </c:pt>
                <c:pt idx="258">
                  <c:v>48.133121000000003</c:v>
                </c:pt>
                <c:pt idx="259">
                  <c:v>48.150081999999998</c:v>
                </c:pt>
                <c:pt idx="260">
                  <c:v>48.105896000000001</c:v>
                </c:pt>
                <c:pt idx="261">
                  <c:v>48.125858000000001</c:v>
                </c:pt>
                <c:pt idx="262">
                  <c:v>48.265712999999998</c:v>
                </c:pt>
                <c:pt idx="263">
                  <c:v>48.371738000000001</c:v>
                </c:pt>
                <c:pt idx="264">
                  <c:v>48.557758</c:v>
                </c:pt>
                <c:pt idx="265">
                  <c:v>48.674706</c:v>
                </c:pt>
                <c:pt idx="266">
                  <c:v>48.614006000000003</c:v>
                </c:pt>
                <c:pt idx="267">
                  <c:v>48.489654999999999</c:v>
                </c:pt>
                <c:pt idx="268">
                  <c:v>48.307364999999997</c:v>
                </c:pt>
                <c:pt idx="269">
                  <c:v>48.196888000000001</c:v>
                </c:pt>
                <c:pt idx="270">
                  <c:v>48.139561</c:v>
                </c:pt>
                <c:pt idx="271">
                  <c:v>48.085299999999997</c:v>
                </c:pt>
                <c:pt idx="272">
                  <c:v>47.970813999999997</c:v>
                </c:pt>
                <c:pt idx="273">
                  <c:v>47.834499000000001</c:v>
                </c:pt>
                <c:pt idx="274">
                  <c:v>47.793090999999997</c:v>
                </c:pt>
                <c:pt idx="275">
                  <c:v>47.782344999999999</c:v>
                </c:pt>
                <c:pt idx="276">
                  <c:v>47.648097999999997</c:v>
                </c:pt>
                <c:pt idx="277">
                  <c:v>47.547435999999998</c:v>
                </c:pt>
                <c:pt idx="278">
                  <c:v>47.569290000000002</c:v>
                </c:pt>
                <c:pt idx="279">
                  <c:v>47.556507000000003</c:v>
                </c:pt>
                <c:pt idx="280">
                  <c:v>47.420425000000002</c:v>
                </c:pt>
                <c:pt idx="281">
                  <c:v>47.259273999999998</c:v>
                </c:pt>
                <c:pt idx="282">
                  <c:v>47.278525999999999</c:v>
                </c:pt>
                <c:pt idx="283">
                  <c:v>47.361922999999997</c:v>
                </c:pt>
                <c:pt idx="284">
                  <c:v>47.336207999999999</c:v>
                </c:pt>
                <c:pt idx="285">
                  <c:v>47.341137000000003</c:v>
                </c:pt>
                <c:pt idx="286">
                  <c:v>47.414000999999999</c:v>
                </c:pt>
                <c:pt idx="287">
                  <c:v>47.472042000000002</c:v>
                </c:pt>
                <c:pt idx="288">
                  <c:v>47.474487000000003</c:v>
                </c:pt>
                <c:pt idx="289">
                  <c:v>47.420822000000001</c:v>
                </c:pt>
                <c:pt idx="290">
                  <c:v>47.537574999999997</c:v>
                </c:pt>
                <c:pt idx="291">
                  <c:v>47.748638</c:v>
                </c:pt>
                <c:pt idx="292">
                  <c:v>47.932155999999999</c:v>
                </c:pt>
                <c:pt idx="293">
                  <c:v>47.919986999999999</c:v>
                </c:pt>
                <c:pt idx="294">
                  <c:v>47.888022999999997</c:v>
                </c:pt>
                <c:pt idx="295">
                  <c:v>47.870238999999998</c:v>
                </c:pt>
                <c:pt idx="296">
                  <c:v>47.990704000000001</c:v>
                </c:pt>
                <c:pt idx="297">
                  <c:v>48.316811000000001</c:v>
                </c:pt>
                <c:pt idx="298">
                  <c:v>48.682468</c:v>
                </c:pt>
                <c:pt idx="299">
                  <c:v>48.850506000000003</c:v>
                </c:pt>
                <c:pt idx="300">
                  <c:v>49.024478999999999</c:v>
                </c:pt>
                <c:pt idx="301">
                  <c:v>49.507935000000003</c:v>
                </c:pt>
                <c:pt idx="302">
                  <c:v>50.008575</c:v>
                </c:pt>
                <c:pt idx="303">
                  <c:v>50.269114999999999</c:v>
                </c:pt>
                <c:pt idx="304">
                  <c:v>50.475700000000003</c:v>
                </c:pt>
                <c:pt idx="305">
                  <c:v>50.572806999999997</c:v>
                </c:pt>
                <c:pt idx="306">
                  <c:v>50.844501000000001</c:v>
                </c:pt>
                <c:pt idx="307">
                  <c:v>50.985489000000001</c:v>
                </c:pt>
                <c:pt idx="308">
                  <c:v>50.938084000000003</c:v>
                </c:pt>
                <c:pt idx="309">
                  <c:v>50.791530999999999</c:v>
                </c:pt>
                <c:pt idx="310">
                  <c:v>50.613529</c:v>
                </c:pt>
                <c:pt idx="311">
                  <c:v>50.457973000000003</c:v>
                </c:pt>
                <c:pt idx="312">
                  <c:v>50.083809000000002</c:v>
                </c:pt>
                <c:pt idx="313">
                  <c:v>50.055878</c:v>
                </c:pt>
                <c:pt idx="314">
                  <c:v>50.216137000000003</c:v>
                </c:pt>
                <c:pt idx="315">
                  <c:v>50.289551000000003</c:v>
                </c:pt>
                <c:pt idx="316">
                  <c:v>50.373856000000004</c:v>
                </c:pt>
                <c:pt idx="317">
                  <c:v>50.240692000000003</c:v>
                </c:pt>
                <c:pt idx="318">
                  <c:v>49.955039999999997</c:v>
                </c:pt>
                <c:pt idx="319">
                  <c:v>49.721054000000002</c:v>
                </c:pt>
                <c:pt idx="320">
                  <c:v>49.550063999999999</c:v>
                </c:pt>
                <c:pt idx="321">
                  <c:v>49.435028000000003</c:v>
                </c:pt>
                <c:pt idx="322">
                  <c:v>49.387343999999999</c:v>
                </c:pt>
                <c:pt idx="323">
                  <c:v>49.253551000000002</c:v>
                </c:pt>
                <c:pt idx="324">
                  <c:v>48.898131999999997</c:v>
                </c:pt>
                <c:pt idx="325">
                  <c:v>48.716254999999997</c:v>
                </c:pt>
                <c:pt idx="326">
                  <c:v>48.812874000000001</c:v>
                </c:pt>
                <c:pt idx="327">
                  <c:v>48.992232999999999</c:v>
                </c:pt>
                <c:pt idx="328">
                  <c:v>48.914935999999997</c:v>
                </c:pt>
                <c:pt idx="329">
                  <c:v>48.721038999999998</c:v>
                </c:pt>
                <c:pt idx="330">
                  <c:v>48.564776999999999</c:v>
                </c:pt>
                <c:pt idx="331">
                  <c:v>48.575386000000002</c:v>
                </c:pt>
                <c:pt idx="332">
                  <c:v>48.988830999999998</c:v>
                </c:pt>
                <c:pt idx="333">
                  <c:v>49.563544999999998</c:v>
                </c:pt>
                <c:pt idx="334">
                  <c:v>49.742016</c:v>
                </c:pt>
                <c:pt idx="335">
                  <c:v>49.750236999999998</c:v>
                </c:pt>
                <c:pt idx="336">
                  <c:v>49.526173</c:v>
                </c:pt>
                <c:pt idx="337">
                  <c:v>49.312385999999996</c:v>
                </c:pt>
                <c:pt idx="338">
                  <c:v>49.251167000000002</c:v>
                </c:pt>
                <c:pt idx="339">
                  <c:v>49.319721000000001</c:v>
                </c:pt>
                <c:pt idx="340">
                  <c:v>49.364497999999998</c:v>
                </c:pt>
                <c:pt idx="341">
                  <c:v>49.358607999999997</c:v>
                </c:pt>
                <c:pt idx="342">
                  <c:v>49.330883</c:v>
                </c:pt>
                <c:pt idx="343">
                  <c:v>49.224105999999999</c:v>
                </c:pt>
                <c:pt idx="344">
                  <c:v>49.161448999999998</c:v>
                </c:pt>
                <c:pt idx="345">
                  <c:v>49.190207999999998</c:v>
                </c:pt>
                <c:pt idx="346">
                  <c:v>49.116160999999998</c:v>
                </c:pt>
                <c:pt idx="347">
                  <c:v>49.031897999999998</c:v>
                </c:pt>
                <c:pt idx="348">
                  <c:v>48.980682000000002</c:v>
                </c:pt>
                <c:pt idx="349">
                  <c:v>48.798977000000001</c:v>
                </c:pt>
                <c:pt idx="350">
                  <c:v>48.552180999999997</c:v>
                </c:pt>
                <c:pt idx="351">
                  <c:v>48.252281000000004</c:v>
                </c:pt>
                <c:pt idx="352">
                  <c:v>48.065910000000002</c:v>
                </c:pt>
                <c:pt idx="353">
                  <c:v>47.987063999999997</c:v>
                </c:pt>
                <c:pt idx="354">
                  <c:v>47.826388999999999</c:v>
                </c:pt>
                <c:pt idx="355">
                  <c:v>47.791652999999997</c:v>
                </c:pt>
                <c:pt idx="356">
                  <c:v>47.903229000000003</c:v>
                </c:pt>
                <c:pt idx="357">
                  <c:v>48.102417000000003</c:v>
                </c:pt>
                <c:pt idx="358">
                  <c:v>48.563473000000002</c:v>
                </c:pt>
                <c:pt idx="359">
                  <c:v>48.978783</c:v>
                </c:pt>
                <c:pt idx="360">
                  <c:v>49.243977000000001</c:v>
                </c:pt>
                <c:pt idx="361">
                  <c:v>49.417178999999997</c:v>
                </c:pt>
                <c:pt idx="362">
                  <c:v>49.455803000000003</c:v>
                </c:pt>
                <c:pt idx="363">
                  <c:v>49.389175000000002</c:v>
                </c:pt>
                <c:pt idx="364">
                  <c:v>49.236809000000001</c:v>
                </c:pt>
                <c:pt idx="365">
                  <c:v>49.077815999999999</c:v>
                </c:pt>
                <c:pt idx="366">
                  <c:v>49.101582000000001</c:v>
                </c:pt>
                <c:pt idx="367">
                  <c:v>49.284987999999998</c:v>
                </c:pt>
                <c:pt idx="368">
                  <c:v>49.286822999999998</c:v>
                </c:pt>
                <c:pt idx="369">
                  <c:v>49.118125999999997</c:v>
                </c:pt>
                <c:pt idx="370">
                  <c:v>48.947620000000001</c:v>
                </c:pt>
                <c:pt idx="371">
                  <c:v>48.821232000000002</c:v>
                </c:pt>
                <c:pt idx="372">
                  <c:v>48.791271000000002</c:v>
                </c:pt>
                <c:pt idx="373">
                  <c:v>48.999732999999999</c:v>
                </c:pt>
                <c:pt idx="374">
                  <c:v>49.293976000000001</c:v>
                </c:pt>
                <c:pt idx="375">
                  <c:v>49.466830999999999</c:v>
                </c:pt>
                <c:pt idx="376">
                  <c:v>49.586436999999997</c:v>
                </c:pt>
                <c:pt idx="377">
                  <c:v>49.772072000000001</c:v>
                </c:pt>
                <c:pt idx="378">
                  <c:v>49.917492000000003</c:v>
                </c:pt>
                <c:pt idx="379">
                  <c:v>49.959606000000001</c:v>
                </c:pt>
                <c:pt idx="380">
                  <c:v>49.855311999999998</c:v>
                </c:pt>
                <c:pt idx="381">
                  <c:v>49.702385</c:v>
                </c:pt>
                <c:pt idx="382">
                  <c:v>49.623302000000002</c:v>
                </c:pt>
                <c:pt idx="383">
                  <c:v>49.773280999999997</c:v>
                </c:pt>
                <c:pt idx="384">
                  <c:v>49.964981000000002</c:v>
                </c:pt>
                <c:pt idx="385">
                  <c:v>50.020172000000002</c:v>
                </c:pt>
                <c:pt idx="386">
                  <c:v>50.072166000000003</c:v>
                </c:pt>
                <c:pt idx="387">
                  <c:v>50.104095000000001</c:v>
                </c:pt>
                <c:pt idx="388">
                  <c:v>50.304763999999999</c:v>
                </c:pt>
                <c:pt idx="389">
                  <c:v>50.754607999999998</c:v>
                </c:pt>
                <c:pt idx="390">
                  <c:v>51.091892000000001</c:v>
                </c:pt>
                <c:pt idx="391">
                  <c:v>51.176212</c:v>
                </c:pt>
                <c:pt idx="392">
                  <c:v>51.198692000000001</c:v>
                </c:pt>
                <c:pt idx="393">
                  <c:v>51.285972999999998</c:v>
                </c:pt>
                <c:pt idx="394">
                  <c:v>51.484687999999998</c:v>
                </c:pt>
                <c:pt idx="395">
                  <c:v>51.674979999999998</c:v>
                </c:pt>
                <c:pt idx="396">
                  <c:v>51.743918999999998</c:v>
                </c:pt>
                <c:pt idx="397">
                  <c:v>51.775494000000002</c:v>
                </c:pt>
                <c:pt idx="398">
                  <c:v>51.653151999999999</c:v>
                </c:pt>
                <c:pt idx="399">
                  <c:v>51.438293000000002</c:v>
                </c:pt>
                <c:pt idx="400">
                  <c:v>51.320427000000002</c:v>
                </c:pt>
                <c:pt idx="401">
                  <c:v>51.321995000000001</c:v>
                </c:pt>
                <c:pt idx="402">
                  <c:v>51.468349000000003</c:v>
                </c:pt>
                <c:pt idx="403">
                  <c:v>51.627937000000003</c:v>
                </c:pt>
                <c:pt idx="404">
                  <c:v>51.620089999999998</c:v>
                </c:pt>
                <c:pt idx="405">
                  <c:v>51.591751000000002</c:v>
                </c:pt>
                <c:pt idx="406">
                  <c:v>51.651618999999997</c:v>
                </c:pt>
                <c:pt idx="407">
                  <c:v>51.775024000000002</c:v>
                </c:pt>
                <c:pt idx="408">
                  <c:v>52.027259999999998</c:v>
                </c:pt>
                <c:pt idx="409">
                  <c:v>52.127173999999997</c:v>
                </c:pt>
                <c:pt idx="410">
                  <c:v>51.969214999999998</c:v>
                </c:pt>
                <c:pt idx="411">
                  <c:v>51.781601000000002</c:v>
                </c:pt>
                <c:pt idx="412">
                  <c:v>51.582050000000002</c:v>
                </c:pt>
                <c:pt idx="413">
                  <c:v>51.396118000000001</c:v>
                </c:pt>
                <c:pt idx="414">
                  <c:v>51.206074000000001</c:v>
                </c:pt>
                <c:pt idx="415">
                  <c:v>51.028671000000003</c:v>
                </c:pt>
                <c:pt idx="416">
                  <c:v>50.906112999999998</c:v>
                </c:pt>
                <c:pt idx="417">
                  <c:v>50.815410999999997</c:v>
                </c:pt>
                <c:pt idx="418">
                  <c:v>50.765377000000001</c:v>
                </c:pt>
                <c:pt idx="419">
                  <c:v>50.866607999999999</c:v>
                </c:pt>
                <c:pt idx="420">
                  <c:v>51.037177999999997</c:v>
                </c:pt>
                <c:pt idx="421">
                  <c:v>51.217574999999997</c:v>
                </c:pt>
                <c:pt idx="422">
                  <c:v>51.356338999999998</c:v>
                </c:pt>
                <c:pt idx="423">
                  <c:v>51.523555999999999</c:v>
                </c:pt>
                <c:pt idx="424">
                  <c:v>51.687626000000002</c:v>
                </c:pt>
                <c:pt idx="425">
                  <c:v>51.785998999999997</c:v>
                </c:pt>
                <c:pt idx="426">
                  <c:v>51.955959</c:v>
                </c:pt>
                <c:pt idx="427">
                  <c:v>52.360194999999997</c:v>
                </c:pt>
                <c:pt idx="428">
                  <c:v>52.962727000000001</c:v>
                </c:pt>
                <c:pt idx="429">
                  <c:v>53.449066000000002</c:v>
                </c:pt>
                <c:pt idx="430">
                  <c:v>53.70496</c:v>
                </c:pt>
                <c:pt idx="431">
                  <c:v>53.788738000000002</c:v>
                </c:pt>
                <c:pt idx="432">
                  <c:v>53.851612000000003</c:v>
                </c:pt>
                <c:pt idx="433">
                  <c:v>54.004596999999997</c:v>
                </c:pt>
                <c:pt idx="434">
                  <c:v>54.163265000000003</c:v>
                </c:pt>
                <c:pt idx="435">
                  <c:v>54.227283</c:v>
                </c:pt>
                <c:pt idx="436">
                  <c:v>54.195529999999998</c:v>
                </c:pt>
                <c:pt idx="437">
                  <c:v>54.046604000000002</c:v>
                </c:pt>
                <c:pt idx="438">
                  <c:v>53.687480999999998</c:v>
                </c:pt>
                <c:pt idx="439">
                  <c:v>53.228897000000003</c:v>
                </c:pt>
                <c:pt idx="440">
                  <c:v>52.990085999999998</c:v>
                </c:pt>
                <c:pt idx="441">
                  <c:v>52.918354000000001</c:v>
                </c:pt>
                <c:pt idx="442">
                  <c:v>53.055312999999998</c:v>
                </c:pt>
                <c:pt idx="443">
                  <c:v>53.470790999999998</c:v>
                </c:pt>
                <c:pt idx="444">
                  <c:v>53.692070000000001</c:v>
                </c:pt>
                <c:pt idx="445">
                  <c:v>53.609012999999997</c:v>
                </c:pt>
                <c:pt idx="446">
                  <c:v>53.226219</c:v>
                </c:pt>
                <c:pt idx="447">
                  <c:v>52.702247999999997</c:v>
                </c:pt>
                <c:pt idx="448">
                  <c:v>52.327292999999997</c:v>
                </c:pt>
                <c:pt idx="449">
                  <c:v>52.210152000000001</c:v>
                </c:pt>
                <c:pt idx="450">
                  <c:v>52.195709000000001</c:v>
                </c:pt>
                <c:pt idx="451">
                  <c:v>52.228755999999997</c:v>
                </c:pt>
                <c:pt idx="452">
                  <c:v>52.261715000000002</c:v>
                </c:pt>
                <c:pt idx="453">
                  <c:v>52.319068999999999</c:v>
                </c:pt>
                <c:pt idx="454">
                  <c:v>52.211635999999999</c:v>
                </c:pt>
                <c:pt idx="455">
                  <c:v>52.062156999999999</c:v>
                </c:pt>
                <c:pt idx="456">
                  <c:v>51.928390999999998</c:v>
                </c:pt>
                <c:pt idx="457">
                  <c:v>51.688400000000001</c:v>
                </c:pt>
                <c:pt idx="458">
                  <c:v>51.468589999999999</c:v>
                </c:pt>
                <c:pt idx="459">
                  <c:v>51.294815</c:v>
                </c:pt>
                <c:pt idx="460">
                  <c:v>51.284863000000001</c:v>
                </c:pt>
                <c:pt idx="461">
                  <c:v>51.415436</c:v>
                </c:pt>
                <c:pt idx="462">
                  <c:v>51.580565999999997</c:v>
                </c:pt>
                <c:pt idx="463">
                  <c:v>51.724884000000003</c:v>
                </c:pt>
                <c:pt idx="464">
                  <c:v>51.740943999999999</c:v>
                </c:pt>
                <c:pt idx="465">
                  <c:v>51.635593</c:v>
                </c:pt>
                <c:pt idx="466">
                  <c:v>51.504196</c:v>
                </c:pt>
                <c:pt idx="467">
                  <c:v>51.393970000000003</c:v>
                </c:pt>
                <c:pt idx="468">
                  <c:v>51.251221000000001</c:v>
                </c:pt>
                <c:pt idx="469">
                  <c:v>51.269955000000003</c:v>
                </c:pt>
                <c:pt idx="470">
                  <c:v>51.442467000000001</c:v>
                </c:pt>
                <c:pt idx="471">
                  <c:v>51.533347999999997</c:v>
                </c:pt>
                <c:pt idx="472">
                  <c:v>51.542171000000003</c:v>
                </c:pt>
                <c:pt idx="473">
                  <c:v>51.514603000000001</c:v>
                </c:pt>
                <c:pt idx="474">
                  <c:v>51.530777</c:v>
                </c:pt>
                <c:pt idx="475">
                  <c:v>51.579853</c:v>
                </c:pt>
                <c:pt idx="476">
                  <c:v>51.962845000000002</c:v>
                </c:pt>
                <c:pt idx="477">
                  <c:v>52.529277999999998</c:v>
                </c:pt>
                <c:pt idx="478">
                  <c:v>53.013668000000003</c:v>
                </c:pt>
                <c:pt idx="479">
                  <c:v>53.416545999999997</c:v>
                </c:pt>
                <c:pt idx="480">
                  <c:v>53.685679999999998</c:v>
                </c:pt>
                <c:pt idx="481">
                  <c:v>53.863205000000001</c:v>
                </c:pt>
                <c:pt idx="482">
                  <c:v>53.891402999999997</c:v>
                </c:pt>
                <c:pt idx="483">
                  <c:v>53.898845999999999</c:v>
                </c:pt>
                <c:pt idx="484">
                  <c:v>53.695754999999998</c:v>
                </c:pt>
                <c:pt idx="485">
                  <c:v>53.367100000000001</c:v>
                </c:pt>
                <c:pt idx="486">
                  <c:v>53.035617999999999</c:v>
                </c:pt>
                <c:pt idx="487">
                  <c:v>52.690685000000002</c:v>
                </c:pt>
                <c:pt idx="488">
                  <c:v>52.304564999999997</c:v>
                </c:pt>
                <c:pt idx="489">
                  <c:v>51.944156999999997</c:v>
                </c:pt>
                <c:pt idx="490">
                  <c:v>51.728301999999999</c:v>
                </c:pt>
                <c:pt idx="491">
                  <c:v>51.655543999999999</c:v>
                </c:pt>
                <c:pt idx="492">
                  <c:v>51.666946000000003</c:v>
                </c:pt>
                <c:pt idx="493">
                  <c:v>51.760581999999999</c:v>
                </c:pt>
                <c:pt idx="494">
                  <c:v>51.920791999999999</c:v>
                </c:pt>
                <c:pt idx="495">
                  <c:v>52.212905999999997</c:v>
                </c:pt>
                <c:pt idx="496">
                  <c:v>52.557898999999999</c:v>
                </c:pt>
                <c:pt idx="497">
                  <c:v>52.743656000000001</c:v>
                </c:pt>
                <c:pt idx="498">
                  <c:v>52.770843999999997</c:v>
                </c:pt>
                <c:pt idx="499">
                  <c:v>52.723503000000001</c:v>
                </c:pt>
                <c:pt idx="500">
                  <c:v>52.694828000000001</c:v>
                </c:pt>
                <c:pt idx="501">
                  <c:v>52.684189000000003</c:v>
                </c:pt>
                <c:pt idx="502">
                  <c:v>52.621493999999998</c:v>
                </c:pt>
                <c:pt idx="503">
                  <c:v>52.534275000000001</c:v>
                </c:pt>
                <c:pt idx="504">
                  <c:v>52.440109</c:v>
                </c:pt>
                <c:pt idx="505">
                  <c:v>52.440959999999997</c:v>
                </c:pt>
                <c:pt idx="506">
                  <c:v>52.555706000000001</c:v>
                </c:pt>
                <c:pt idx="507">
                  <c:v>52.758170999999997</c:v>
                </c:pt>
                <c:pt idx="508">
                  <c:v>52.879756999999998</c:v>
                </c:pt>
                <c:pt idx="509">
                  <c:v>52.839084999999997</c:v>
                </c:pt>
                <c:pt idx="510">
                  <c:v>52.750999</c:v>
                </c:pt>
                <c:pt idx="511">
                  <c:v>52.636738000000001</c:v>
                </c:pt>
                <c:pt idx="512">
                  <c:v>52.620078999999997</c:v>
                </c:pt>
                <c:pt idx="513">
                  <c:v>53.242508000000001</c:v>
                </c:pt>
                <c:pt idx="514">
                  <c:v>53.685265000000001</c:v>
                </c:pt>
                <c:pt idx="515">
                  <c:v>53.442836999999997</c:v>
                </c:pt>
                <c:pt idx="516">
                  <c:v>53.099964</c:v>
                </c:pt>
                <c:pt idx="517">
                  <c:v>52.848014999999997</c:v>
                </c:pt>
                <c:pt idx="518">
                  <c:v>52.559306999999997</c:v>
                </c:pt>
                <c:pt idx="519">
                  <c:v>45.432353999999997</c:v>
                </c:pt>
                <c:pt idx="520">
                  <c:v>38.482269000000002</c:v>
                </c:pt>
                <c:pt idx="521">
                  <c:v>41.709583000000002</c:v>
                </c:pt>
                <c:pt idx="522">
                  <c:v>44.216895999999998</c:v>
                </c:pt>
                <c:pt idx="523">
                  <c:v>45.998961999999999</c:v>
                </c:pt>
                <c:pt idx="524">
                  <c:v>47.442104</c:v>
                </c:pt>
                <c:pt idx="525">
                  <c:v>48.567630999999999</c:v>
                </c:pt>
                <c:pt idx="526">
                  <c:v>49.544052000000001</c:v>
                </c:pt>
                <c:pt idx="527">
                  <c:v>50.494723999999998</c:v>
                </c:pt>
                <c:pt idx="528">
                  <c:v>51.191631000000001</c:v>
                </c:pt>
                <c:pt idx="529">
                  <c:v>51.701735999999997</c:v>
                </c:pt>
                <c:pt idx="530">
                  <c:v>51.915188000000001</c:v>
                </c:pt>
                <c:pt idx="531">
                  <c:v>51.924540999999998</c:v>
                </c:pt>
                <c:pt idx="532">
                  <c:v>52.148453000000003</c:v>
                </c:pt>
                <c:pt idx="533">
                  <c:v>52.426785000000002</c:v>
                </c:pt>
                <c:pt idx="534">
                  <c:v>52.565094000000002</c:v>
                </c:pt>
                <c:pt idx="535">
                  <c:v>52.755909000000003</c:v>
                </c:pt>
                <c:pt idx="536">
                  <c:v>52.999977000000001</c:v>
                </c:pt>
                <c:pt idx="537">
                  <c:v>53.201500000000003</c:v>
                </c:pt>
                <c:pt idx="538">
                  <c:v>53.312503999999997</c:v>
                </c:pt>
                <c:pt idx="539">
                  <c:v>53.268935999999997</c:v>
                </c:pt>
                <c:pt idx="540">
                  <c:v>53.302559000000002</c:v>
                </c:pt>
                <c:pt idx="541">
                  <c:v>53.378791999999997</c:v>
                </c:pt>
                <c:pt idx="542">
                  <c:v>53.476967000000002</c:v>
                </c:pt>
                <c:pt idx="543">
                  <c:v>53.620178000000003</c:v>
                </c:pt>
                <c:pt idx="544">
                  <c:v>53.608111999999998</c:v>
                </c:pt>
                <c:pt idx="545">
                  <c:v>53.468406999999999</c:v>
                </c:pt>
                <c:pt idx="546">
                  <c:v>53.251117999999998</c:v>
                </c:pt>
                <c:pt idx="547">
                  <c:v>53.303153999999999</c:v>
                </c:pt>
                <c:pt idx="548">
                  <c:v>53.417552999999998</c:v>
                </c:pt>
                <c:pt idx="549">
                  <c:v>53.472301000000002</c:v>
                </c:pt>
                <c:pt idx="550">
                  <c:v>53.382927000000002</c:v>
                </c:pt>
                <c:pt idx="551">
                  <c:v>53.033465999999997</c:v>
                </c:pt>
                <c:pt idx="552">
                  <c:v>52.518332999999998</c:v>
                </c:pt>
                <c:pt idx="553">
                  <c:v>52.138171999999997</c:v>
                </c:pt>
                <c:pt idx="554">
                  <c:v>51.848354</c:v>
                </c:pt>
                <c:pt idx="555">
                  <c:v>51.749339999999997</c:v>
                </c:pt>
                <c:pt idx="556">
                  <c:v>51.913738000000002</c:v>
                </c:pt>
                <c:pt idx="557">
                  <c:v>51.959266999999997</c:v>
                </c:pt>
                <c:pt idx="558">
                  <c:v>51.904423000000001</c:v>
                </c:pt>
                <c:pt idx="559">
                  <c:v>51.910114</c:v>
                </c:pt>
                <c:pt idx="560">
                  <c:v>51.79504</c:v>
                </c:pt>
                <c:pt idx="561">
                  <c:v>51.842582999999998</c:v>
                </c:pt>
                <c:pt idx="562">
                  <c:v>51.918456999999997</c:v>
                </c:pt>
                <c:pt idx="563">
                  <c:v>52.095633999999997</c:v>
                </c:pt>
                <c:pt idx="564">
                  <c:v>52.064757999999998</c:v>
                </c:pt>
                <c:pt idx="565">
                  <c:v>51.755496999999998</c:v>
                </c:pt>
                <c:pt idx="566">
                  <c:v>51.258479999999999</c:v>
                </c:pt>
                <c:pt idx="567">
                  <c:v>50.979767000000002</c:v>
                </c:pt>
                <c:pt idx="568">
                  <c:v>50.942264999999999</c:v>
                </c:pt>
                <c:pt idx="569">
                  <c:v>50.677376000000002</c:v>
                </c:pt>
                <c:pt idx="570">
                  <c:v>50.450512000000003</c:v>
                </c:pt>
                <c:pt idx="571">
                  <c:v>50.202872999999997</c:v>
                </c:pt>
                <c:pt idx="572">
                  <c:v>50.052357000000001</c:v>
                </c:pt>
                <c:pt idx="573">
                  <c:v>50.113849999999999</c:v>
                </c:pt>
                <c:pt idx="574">
                  <c:v>41.462966999999999</c:v>
                </c:pt>
                <c:pt idx="575">
                  <c:v>42.970303000000001</c:v>
                </c:pt>
                <c:pt idx="576">
                  <c:v>45.053589000000002</c:v>
                </c:pt>
                <c:pt idx="577">
                  <c:v>46.884014000000001</c:v>
                </c:pt>
                <c:pt idx="578">
                  <c:v>48.131962000000001</c:v>
                </c:pt>
                <c:pt idx="579">
                  <c:v>49.005547</c:v>
                </c:pt>
                <c:pt idx="580">
                  <c:v>49.638348000000001</c:v>
                </c:pt>
                <c:pt idx="581">
                  <c:v>50.113514000000002</c:v>
                </c:pt>
                <c:pt idx="582">
                  <c:v>50.427536000000003</c:v>
                </c:pt>
                <c:pt idx="583">
                  <c:v>50.531300000000002</c:v>
                </c:pt>
                <c:pt idx="584">
                  <c:v>50.629128000000001</c:v>
                </c:pt>
                <c:pt idx="585">
                  <c:v>50.770617999999999</c:v>
                </c:pt>
                <c:pt idx="586">
                  <c:v>50.895901000000002</c:v>
                </c:pt>
                <c:pt idx="587">
                  <c:v>50.731403</c:v>
                </c:pt>
                <c:pt idx="588">
                  <c:v>50.509524999999996</c:v>
                </c:pt>
                <c:pt idx="589">
                  <c:v>50.437016</c:v>
                </c:pt>
                <c:pt idx="590">
                  <c:v>50.418120999999999</c:v>
                </c:pt>
                <c:pt idx="591">
                  <c:v>50.361542</c:v>
                </c:pt>
                <c:pt idx="592">
                  <c:v>50.376102000000003</c:v>
                </c:pt>
                <c:pt idx="593">
                  <c:v>50.376590999999998</c:v>
                </c:pt>
                <c:pt idx="594">
                  <c:v>50.266083000000002</c:v>
                </c:pt>
                <c:pt idx="595">
                  <c:v>50.223376999999999</c:v>
                </c:pt>
                <c:pt idx="596">
                  <c:v>50.267398999999997</c:v>
                </c:pt>
                <c:pt idx="597">
                  <c:v>50.277858999999999</c:v>
                </c:pt>
                <c:pt idx="598">
                  <c:v>50.311706999999998</c:v>
                </c:pt>
                <c:pt idx="599">
                  <c:v>50.272911000000001</c:v>
                </c:pt>
                <c:pt idx="600">
                  <c:v>50.262466000000003</c:v>
                </c:pt>
                <c:pt idx="601">
                  <c:v>50.225830000000002</c:v>
                </c:pt>
                <c:pt idx="602">
                  <c:v>50.158839999999998</c:v>
                </c:pt>
                <c:pt idx="603">
                  <c:v>50.151527000000002</c:v>
                </c:pt>
                <c:pt idx="604">
                  <c:v>50.158813000000002</c:v>
                </c:pt>
                <c:pt idx="605">
                  <c:v>50.025013000000001</c:v>
                </c:pt>
                <c:pt idx="606">
                  <c:v>49.688262999999999</c:v>
                </c:pt>
                <c:pt idx="607">
                  <c:v>49.320788999999998</c:v>
                </c:pt>
                <c:pt idx="608">
                  <c:v>48.779876999999999</c:v>
                </c:pt>
                <c:pt idx="609">
                  <c:v>49.34301</c:v>
                </c:pt>
                <c:pt idx="610">
                  <c:v>50.659184000000003</c:v>
                </c:pt>
                <c:pt idx="611">
                  <c:v>51.269817000000003</c:v>
                </c:pt>
                <c:pt idx="612">
                  <c:v>51.418018000000004</c:v>
                </c:pt>
                <c:pt idx="613">
                  <c:v>51.348540999999997</c:v>
                </c:pt>
                <c:pt idx="614">
                  <c:v>51.210639999999998</c:v>
                </c:pt>
                <c:pt idx="615">
                  <c:v>51.199120000000001</c:v>
                </c:pt>
                <c:pt idx="616">
                  <c:v>51.227302999999999</c:v>
                </c:pt>
                <c:pt idx="617">
                  <c:v>51.362999000000002</c:v>
                </c:pt>
                <c:pt idx="618">
                  <c:v>51.244174999999998</c:v>
                </c:pt>
                <c:pt idx="619">
                  <c:v>50.647441999999998</c:v>
                </c:pt>
                <c:pt idx="620">
                  <c:v>49.719684999999998</c:v>
                </c:pt>
                <c:pt idx="621">
                  <c:v>49.002777000000002</c:v>
                </c:pt>
                <c:pt idx="622">
                  <c:v>48.619281999999998</c:v>
                </c:pt>
                <c:pt idx="623">
                  <c:v>48.473557</c:v>
                </c:pt>
                <c:pt idx="624">
                  <c:v>48.447563000000002</c:v>
                </c:pt>
                <c:pt idx="625">
                  <c:v>48.517597000000002</c:v>
                </c:pt>
                <c:pt idx="626">
                  <c:v>48.474640000000001</c:v>
                </c:pt>
                <c:pt idx="627">
                  <c:v>48.404156</c:v>
                </c:pt>
                <c:pt idx="628">
                  <c:v>48.990814</c:v>
                </c:pt>
                <c:pt idx="629">
                  <c:v>50.081581</c:v>
                </c:pt>
                <c:pt idx="630">
                  <c:v>51.158515999999999</c:v>
                </c:pt>
                <c:pt idx="631">
                  <c:v>51.765518</c:v>
                </c:pt>
                <c:pt idx="632">
                  <c:v>52.100014000000002</c:v>
                </c:pt>
                <c:pt idx="633">
                  <c:v>52.287201000000003</c:v>
                </c:pt>
                <c:pt idx="634">
                  <c:v>52.306846999999998</c:v>
                </c:pt>
                <c:pt idx="635">
                  <c:v>52.309413999999997</c:v>
                </c:pt>
                <c:pt idx="636">
                  <c:v>52.220717999999998</c:v>
                </c:pt>
                <c:pt idx="637">
                  <c:v>51.843006000000003</c:v>
                </c:pt>
                <c:pt idx="638">
                  <c:v>51.542667000000002</c:v>
                </c:pt>
                <c:pt idx="639">
                  <c:v>51.355334999999997</c:v>
                </c:pt>
                <c:pt idx="640">
                  <c:v>51.130977999999999</c:v>
                </c:pt>
                <c:pt idx="641">
                  <c:v>51.067005000000002</c:v>
                </c:pt>
                <c:pt idx="642">
                  <c:v>51.212573999999996</c:v>
                </c:pt>
                <c:pt idx="643">
                  <c:v>51.249851</c:v>
                </c:pt>
                <c:pt idx="644">
                  <c:v>51.326186999999997</c:v>
                </c:pt>
                <c:pt idx="645">
                  <c:v>51.375069000000003</c:v>
                </c:pt>
                <c:pt idx="646">
                  <c:v>51.485191</c:v>
                </c:pt>
                <c:pt idx="647">
                  <c:v>51.840201999999998</c:v>
                </c:pt>
                <c:pt idx="648">
                  <c:v>52.030304000000001</c:v>
                </c:pt>
                <c:pt idx="649">
                  <c:v>51.857501999999997</c:v>
                </c:pt>
                <c:pt idx="650">
                  <c:v>51.523712000000003</c:v>
                </c:pt>
                <c:pt idx="651">
                  <c:v>51.430466000000003</c:v>
                </c:pt>
                <c:pt idx="652">
                  <c:v>51.421196000000002</c:v>
                </c:pt>
                <c:pt idx="653">
                  <c:v>51.050102000000003</c:v>
                </c:pt>
                <c:pt idx="654">
                  <c:v>50.473968999999997</c:v>
                </c:pt>
                <c:pt idx="655">
                  <c:v>50.054386000000001</c:v>
                </c:pt>
                <c:pt idx="656">
                  <c:v>49.501598000000001</c:v>
                </c:pt>
                <c:pt idx="657">
                  <c:v>49.218612999999998</c:v>
                </c:pt>
                <c:pt idx="658">
                  <c:v>49.328158999999999</c:v>
                </c:pt>
                <c:pt idx="659">
                  <c:v>49.235714000000002</c:v>
                </c:pt>
                <c:pt idx="660">
                  <c:v>49.160637000000001</c:v>
                </c:pt>
                <c:pt idx="661">
                  <c:v>49.379745</c:v>
                </c:pt>
                <c:pt idx="662">
                  <c:v>49.590515000000003</c:v>
                </c:pt>
                <c:pt idx="663">
                  <c:v>49.514488</c:v>
                </c:pt>
                <c:pt idx="664">
                  <c:v>49.687038000000001</c:v>
                </c:pt>
                <c:pt idx="665">
                  <c:v>50.003323000000002</c:v>
                </c:pt>
                <c:pt idx="666">
                  <c:v>50.444656000000002</c:v>
                </c:pt>
                <c:pt idx="667">
                  <c:v>51.014229</c:v>
                </c:pt>
                <c:pt idx="668">
                  <c:v>51.602966000000002</c:v>
                </c:pt>
                <c:pt idx="669">
                  <c:v>51.839066000000003</c:v>
                </c:pt>
                <c:pt idx="670">
                  <c:v>51.798889000000003</c:v>
                </c:pt>
                <c:pt idx="671">
                  <c:v>51.697783999999999</c:v>
                </c:pt>
                <c:pt idx="672">
                  <c:v>51.825637999999998</c:v>
                </c:pt>
                <c:pt idx="673">
                  <c:v>51.743834999999997</c:v>
                </c:pt>
                <c:pt idx="674">
                  <c:v>51.477535000000003</c:v>
                </c:pt>
                <c:pt idx="675">
                  <c:v>51.520580000000002</c:v>
                </c:pt>
                <c:pt idx="676">
                  <c:v>51.430453999999997</c:v>
                </c:pt>
                <c:pt idx="677">
                  <c:v>51.364811000000003</c:v>
                </c:pt>
                <c:pt idx="678">
                  <c:v>51.154868999999998</c:v>
                </c:pt>
                <c:pt idx="679">
                  <c:v>50.641993999999997</c:v>
                </c:pt>
                <c:pt idx="680">
                  <c:v>50.149844999999999</c:v>
                </c:pt>
                <c:pt idx="681">
                  <c:v>50.085360999999999</c:v>
                </c:pt>
                <c:pt idx="682">
                  <c:v>49.938594999999999</c:v>
                </c:pt>
                <c:pt idx="683">
                  <c:v>49.915157000000001</c:v>
                </c:pt>
                <c:pt idx="684">
                  <c:v>49.954666000000003</c:v>
                </c:pt>
                <c:pt idx="685">
                  <c:v>50.054935</c:v>
                </c:pt>
                <c:pt idx="686">
                  <c:v>50.250717000000002</c:v>
                </c:pt>
                <c:pt idx="687">
                  <c:v>50.404068000000002</c:v>
                </c:pt>
                <c:pt idx="688">
                  <c:v>50.643768000000001</c:v>
                </c:pt>
                <c:pt idx="689">
                  <c:v>50.886845000000001</c:v>
                </c:pt>
                <c:pt idx="690">
                  <c:v>51.133808000000002</c:v>
                </c:pt>
                <c:pt idx="691">
                  <c:v>51.290306000000001</c:v>
                </c:pt>
                <c:pt idx="692">
                  <c:v>51.402245000000001</c:v>
                </c:pt>
                <c:pt idx="693">
                  <c:v>51.560848</c:v>
                </c:pt>
                <c:pt idx="694">
                  <c:v>51.816749999999999</c:v>
                </c:pt>
                <c:pt idx="695">
                  <c:v>52.051949</c:v>
                </c:pt>
                <c:pt idx="696">
                  <c:v>52.223239999999997</c:v>
                </c:pt>
                <c:pt idx="697">
                  <c:v>52.393925000000003</c:v>
                </c:pt>
                <c:pt idx="698">
                  <c:v>53.042709000000002</c:v>
                </c:pt>
                <c:pt idx="699">
                  <c:v>53.48151</c:v>
                </c:pt>
                <c:pt idx="700">
                  <c:v>53.687446999999999</c:v>
                </c:pt>
                <c:pt idx="701">
                  <c:v>53.921005000000001</c:v>
                </c:pt>
                <c:pt idx="702">
                  <c:v>54.009025999999999</c:v>
                </c:pt>
                <c:pt idx="703">
                  <c:v>53.922775000000001</c:v>
                </c:pt>
                <c:pt idx="704">
                  <c:v>53.809448000000003</c:v>
                </c:pt>
                <c:pt idx="705">
                  <c:v>53.575721999999999</c:v>
                </c:pt>
                <c:pt idx="706">
                  <c:v>53.420948000000003</c:v>
                </c:pt>
                <c:pt idx="707">
                  <c:v>53.391666000000001</c:v>
                </c:pt>
                <c:pt idx="708">
                  <c:v>53.744231999999997</c:v>
                </c:pt>
                <c:pt idx="709">
                  <c:v>54.315212000000002</c:v>
                </c:pt>
                <c:pt idx="710">
                  <c:v>54.918022000000001</c:v>
                </c:pt>
                <c:pt idx="711">
                  <c:v>55.248417000000003</c:v>
                </c:pt>
                <c:pt idx="712">
                  <c:v>55.574280000000002</c:v>
                </c:pt>
                <c:pt idx="713">
                  <c:v>55.746077999999997</c:v>
                </c:pt>
                <c:pt idx="714">
                  <c:v>55.877139999999997</c:v>
                </c:pt>
                <c:pt idx="715">
                  <c:v>56.066623999999997</c:v>
                </c:pt>
                <c:pt idx="716">
                  <c:v>56.208281999999997</c:v>
                </c:pt>
                <c:pt idx="717">
                  <c:v>56.506950000000003</c:v>
                </c:pt>
                <c:pt idx="718">
                  <c:v>56.943893000000003</c:v>
                </c:pt>
                <c:pt idx="719">
                  <c:v>57.188296999999999</c:v>
                </c:pt>
                <c:pt idx="720">
                  <c:v>56.889633000000003</c:v>
                </c:pt>
                <c:pt idx="721">
                  <c:v>56.424278000000001</c:v>
                </c:pt>
                <c:pt idx="722">
                  <c:v>55.938980000000001</c:v>
                </c:pt>
                <c:pt idx="723">
                  <c:v>55.356555999999998</c:v>
                </c:pt>
                <c:pt idx="724">
                  <c:v>54.715426999999998</c:v>
                </c:pt>
                <c:pt idx="725">
                  <c:v>54.160632999999997</c:v>
                </c:pt>
                <c:pt idx="726">
                  <c:v>53.768805999999998</c:v>
                </c:pt>
                <c:pt idx="727">
                  <c:v>53.710723999999999</c:v>
                </c:pt>
                <c:pt idx="728">
                  <c:v>53.826954000000001</c:v>
                </c:pt>
                <c:pt idx="729">
                  <c:v>53.950386000000002</c:v>
                </c:pt>
                <c:pt idx="730">
                  <c:v>53.862679</c:v>
                </c:pt>
                <c:pt idx="731">
                  <c:v>53.811546</c:v>
                </c:pt>
                <c:pt idx="732">
                  <c:v>53.835448999999997</c:v>
                </c:pt>
                <c:pt idx="733">
                  <c:v>54.251494999999998</c:v>
                </c:pt>
                <c:pt idx="734">
                  <c:v>54.809081999999997</c:v>
                </c:pt>
                <c:pt idx="735">
                  <c:v>55.305992000000003</c:v>
                </c:pt>
                <c:pt idx="736">
                  <c:v>55.500233000000001</c:v>
                </c:pt>
                <c:pt idx="737">
                  <c:v>55.549613999999998</c:v>
                </c:pt>
                <c:pt idx="738">
                  <c:v>55.698177000000001</c:v>
                </c:pt>
                <c:pt idx="739">
                  <c:v>55.930199000000002</c:v>
                </c:pt>
                <c:pt idx="740">
                  <c:v>56.142386999999999</c:v>
                </c:pt>
                <c:pt idx="741">
                  <c:v>56.285206000000002</c:v>
                </c:pt>
                <c:pt idx="742">
                  <c:v>56.360680000000002</c:v>
                </c:pt>
                <c:pt idx="743">
                  <c:v>56.267899</c:v>
                </c:pt>
                <c:pt idx="744">
                  <c:v>56.091884999999998</c:v>
                </c:pt>
                <c:pt idx="745">
                  <c:v>56.137894000000003</c:v>
                </c:pt>
                <c:pt idx="746">
                  <c:v>56.253135999999998</c:v>
                </c:pt>
                <c:pt idx="747">
                  <c:v>56.288623999999999</c:v>
                </c:pt>
                <c:pt idx="748">
                  <c:v>56.452908000000001</c:v>
                </c:pt>
                <c:pt idx="749">
                  <c:v>56.362724</c:v>
                </c:pt>
                <c:pt idx="750">
                  <c:v>56.175217000000004</c:v>
                </c:pt>
                <c:pt idx="751">
                  <c:v>56.177753000000003</c:v>
                </c:pt>
                <c:pt idx="752">
                  <c:v>56.252139999999997</c:v>
                </c:pt>
                <c:pt idx="753">
                  <c:v>56.136325999999997</c:v>
                </c:pt>
                <c:pt idx="754">
                  <c:v>55.972983999999997</c:v>
                </c:pt>
                <c:pt idx="755">
                  <c:v>55.854709999999997</c:v>
                </c:pt>
                <c:pt idx="756">
                  <c:v>55.897739000000001</c:v>
                </c:pt>
                <c:pt idx="757">
                  <c:v>55.978057999999997</c:v>
                </c:pt>
                <c:pt idx="758">
                  <c:v>55.945076</c:v>
                </c:pt>
                <c:pt idx="759">
                  <c:v>55.924557</c:v>
                </c:pt>
                <c:pt idx="760">
                  <c:v>56.041812999999998</c:v>
                </c:pt>
                <c:pt idx="761">
                  <c:v>56.240723000000003</c:v>
                </c:pt>
                <c:pt idx="762">
                  <c:v>56.459560000000003</c:v>
                </c:pt>
                <c:pt idx="763">
                  <c:v>56.348286000000002</c:v>
                </c:pt>
                <c:pt idx="764">
                  <c:v>55.904944999999998</c:v>
                </c:pt>
                <c:pt idx="765">
                  <c:v>55.522517999999998</c:v>
                </c:pt>
                <c:pt idx="766">
                  <c:v>55.467522000000002</c:v>
                </c:pt>
                <c:pt idx="767">
                  <c:v>55.407215000000001</c:v>
                </c:pt>
                <c:pt idx="768">
                  <c:v>55.279685999999998</c:v>
                </c:pt>
                <c:pt idx="769">
                  <c:v>55.262526999999999</c:v>
                </c:pt>
                <c:pt idx="770">
                  <c:v>55.291072999999997</c:v>
                </c:pt>
                <c:pt idx="771">
                  <c:v>55.522987000000001</c:v>
                </c:pt>
                <c:pt idx="772">
                  <c:v>55.298813000000003</c:v>
                </c:pt>
                <c:pt idx="773">
                  <c:v>54.999599000000003</c:v>
                </c:pt>
                <c:pt idx="774">
                  <c:v>54.909821000000001</c:v>
                </c:pt>
                <c:pt idx="775">
                  <c:v>54.846114999999998</c:v>
                </c:pt>
                <c:pt idx="776">
                  <c:v>54.890563999999998</c:v>
                </c:pt>
                <c:pt idx="777">
                  <c:v>54.809455999999997</c:v>
                </c:pt>
                <c:pt idx="778">
                  <c:v>54.810721999999998</c:v>
                </c:pt>
                <c:pt idx="779">
                  <c:v>54.722712999999999</c:v>
                </c:pt>
                <c:pt idx="780">
                  <c:v>54.705920999999996</c:v>
                </c:pt>
                <c:pt idx="781">
                  <c:v>54.645797999999999</c:v>
                </c:pt>
                <c:pt idx="782">
                  <c:v>54.398304000000003</c:v>
                </c:pt>
                <c:pt idx="783">
                  <c:v>54.036715999999998</c:v>
                </c:pt>
                <c:pt idx="784">
                  <c:v>53.697453000000003</c:v>
                </c:pt>
                <c:pt idx="785">
                  <c:v>53.395938999999998</c:v>
                </c:pt>
                <c:pt idx="786">
                  <c:v>53.313107000000002</c:v>
                </c:pt>
                <c:pt idx="787">
                  <c:v>53.603119</c:v>
                </c:pt>
                <c:pt idx="788">
                  <c:v>53.789622999999999</c:v>
                </c:pt>
                <c:pt idx="789">
                  <c:v>53.010154999999997</c:v>
                </c:pt>
                <c:pt idx="790">
                  <c:v>52.408557999999999</c:v>
                </c:pt>
                <c:pt idx="791">
                  <c:v>52.266272999999998</c:v>
                </c:pt>
                <c:pt idx="792">
                  <c:v>52.211449000000002</c:v>
                </c:pt>
                <c:pt idx="793">
                  <c:v>52.149085999999997</c:v>
                </c:pt>
                <c:pt idx="794">
                  <c:v>52.037360999999997</c:v>
                </c:pt>
                <c:pt idx="795">
                  <c:v>52.016826999999999</c:v>
                </c:pt>
                <c:pt idx="796">
                  <c:v>52.060828999999998</c:v>
                </c:pt>
                <c:pt idx="797">
                  <c:v>52.008743000000003</c:v>
                </c:pt>
                <c:pt idx="798">
                  <c:v>51.939124999999997</c:v>
                </c:pt>
                <c:pt idx="799">
                  <c:v>51.884498999999998</c:v>
                </c:pt>
                <c:pt idx="800">
                  <c:v>51.792110000000001</c:v>
                </c:pt>
                <c:pt idx="801">
                  <c:v>51.874198999999997</c:v>
                </c:pt>
                <c:pt idx="802">
                  <c:v>51.831059000000003</c:v>
                </c:pt>
                <c:pt idx="803">
                  <c:v>51.917557000000002</c:v>
                </c:pt>
                <c:pt idx="804">
                  <c:v>52.028297000000002</c:v>
                </c:pt>
                <c:pt idx="805">
                  <c:v>52.223236</c:v>
                </c:pt>
                <c:pt idx="806">
                  <c:v>52.382621999999998</c:v>
                </c:pt>
                <c:pt idx="807">
                  <c:v>52.528461</c:v>
                </c:pt>
                <c:pt idx="808">
                  <c:v>52.536892000000002</c:v>
                </c:pt>
                <c:pt idx="809">
                  <c:v>52.383094999999997</c:v>
                </c:pt>
                <c:pt idx="810">
                  <c:v>52.421467</c:v>
                </c:pt>
                <c:pt idx="811">
                  <c:v>52.465815999999997</c:v>
                </c:pt>
                <c:pt idx="812">
                  <c:v>52.535384999999998</c:v>
                </c:pt>
                <c:pt idx="813">
                  <c:v>52.306018999999999</c:v>
                </c:pt>
                <c:pt idx="814">
                  <c:v>51.909111000000003</c:v>
                </c:pt>
                <c:pt idx="815">
                  <c:v>51.783745000000003</c:v>
                </c:pt>
                <c:pt idx="816">
                  <c:v>51.809395000000002</c:v>
                </c:pt>
                <c:pt idx="817">
                  <c:v>51.812347000000003</c:v>
                </c:pt>
                <c:pt idx="818">
                  <c:v>51.669677999999998</c:v>
                </c:pt>
                <c:pt idx="819">
                  <c:v>51.504238000000001</c:v>
                </c:pt>
                <c:pt idx="820">
                  <c:v>51.383445999999999</c:v>
                </c:pt>
                <c:pt idx="821">
                  <c:v>51.169536999999998</c:v>
                </c:pt>
                <c:pt idx="822">
                  <c:v>51.132174999999997</c:v>
                </c:pt>
                <c:pt idx="823">
                  <c:v>51.181308999999999</c:v>
                </c:pt>
                <c:pt idx="824">
                  <c:v>51.095131000000002</c:v>
                </c:pt>
                <c:pt idx="825">
                  <c:v>51.013142000000002</c:v>
                </c:pt>
                <c:pt idx="826">
                  <c:v>50.911354000000003</c:v>
                </c:pt>
                <c:pt idx="827">
                  <c:v>50.719414</c:v>
                </c:pt>
                <c:pt idx="828">
                  <c:v>50.501170999999999</c:v>
                </c:pt>
                <c:pt idx="829">
                  <c:v>50.600647000000002</c:v>
                </c:pt>
                <c:pt idx="830">
                  <c:v>50.798439000000002</c:v>
                </c:pt>
                <c:pt idx="831">
                  <c:v>50.920451999999997</c:v>
                </c:pt>
                <c:pt idx="832">
                  <c:v>50.977524000000003</c:v>
                </c:pt>
                <c:pt idx="833">
                  <c:v>51.003779999999999</c:v>
                </c:pt>
                <c:pt idx="834">
                  <c:v>51.045273000000002</c:v>
                </c:pt>
                <c:pt idx="835">
                  <c:v>51.297320999999997</c:v>
                </c:pt>
                <c:pt idx="836">
                  <c:v>51.523536999999997</c:v>
                </c:pt>
                <c:pt idx="837">
                  <c:v>51.653613999999997</c:v>
                </c:pt>
                <c:pt idx="838">
                  <c:v>51.793025999999998</c:v>
                </c:pt>
                <c:pt idx="839">
                  <c:v>51.866135</c:v>
                </c:pt>
                <c:pt idx="840">
                  <c:v>51.867255999999998</c:v>
                </c:pt>
                <c:pt idx="841">
                  <c:v>51.958553000000002</c:v>
                </c:pt>
                <c:pt idx="842">
                  <c:v>52.114669999999997</c:v>
                </c:pt>
                <c:pt idx="843">
                  <c:v>52.077773999999998</c:v>
                </c:pt>
                <c:pt idx="844">
                  <c:v>51.929813000000003</c:v>
                </c:pt>
                <c:pt idx="845">
                  <c:v>51.805351000000002</c:v>
                </c:pt>
                <c:pt idx="846">
                  <c:v>51.688808000000002</c:v>
                </c:pt>
                <c:pt idx="847">
                  <c:v>51.645138000000003</c:v>
                </c:pt>
                <c:pt idx="848">
                  <c:v>51.574913000000002</c:v>
                </c:pt>
                <c:pt idx="849">
                  <c:v>51.407893999999999</c:v>
                </c:pt>
                <c:pt idx="850">
                  <c:v>51.193053999999997</c:v>
                </c:pt>
                <c:pt idx="851">
                  <c:v>51.108294999999998</c:v>
                </c:pt>
                <c:pt idx="852">
                  <c:v>51.272494999999999</c:v>
                </c:pt>
                <c:pt idx="853">
                  <c:v>51.689349999999997</c:v>
                </c:pt>
                <c:pt idx="854">
                  <c:v>51.930881999999997</c:v>
                </c:pt>
                <c:pt idx="855">
                  <c:v>52.007171999999997</c:v>
                </c:pt>
                <c:pt idx="856">
                  <c:v>52.110996</c:v>
                </c:pt>
                <c:pt idx="857">
                  <c:v>52.236587999999998</c:v>
                </c:pt>
                <c:pt idx="858">
                  <c:v>52.202514999999998</c:v>
                </c:pt>
                <c:pt idx="859">
                  <c:v>52.225883000000003</c:v>
                </c:pt>
                <c:pt idx="860">
                  <c:v>52.114113000000003</c:v>
                </c:pt>
                <c:pt idx="861">
                  <c:v>52.067943999999997</c:v>
                </c:pt>
                <c:pt idx="862">
                  <c:v>51.928356000000001</c:v>
                </c:pt>
                <c:pt idx="863">
                  <c:v>51.717472000000001</c:v>
                </c:pt>
                <c:pt idx="864">
                  <c:v>51.555847</c:v>
                </c:pt>
                <c:pt idx="865">
                  <c:v>51.432304000000002</c:v>
                </c:pt>
                <c:pt idx="866">
                  <c:v>51.206795</c:v>
                </c:pt>
                <c:pt idx="867">
                  <c:v>51.024093999999998</c:v>
                </c:pt>
                <c:pt idx="868">
                  <c:v>50.928322000000001</c:v>
                </c:pt>
                <c:pt idx="869">
                  <c:v>50.864403000000003</c:v>
                </c:pt>
                <c:pt idx="870">
                  <c:v>50.702747000000002</c:v>
                </c:pt>
                <c:pt idx="871">
                  <c:v>50.924309000000001</c:v>
                </c:pt>
                <c:pt idx="872">
                  <c:v>51.263129999999997</c:v>
                </c:pt>
                <c:pt idx="873">
                  <c:v>51.440005999999997</c:v>
                </c:pt>
                <c:pt idx="874">
                  <c:v>51.308188999999999</c:v>
                </c:pt>
                <c:pt idx="875">
                  <c:v>51.025139000000003</c:v>
                </c:pt>
                <c:pt idx="876">
                  <c:v>50.970173000000003</c:v>
                </c:pt>
                <c:pt idx="877">
                  <c:v>51.246822000000002</c:v>
                </c:pt>
                <c:pt idx="878">
                  <c:v>51.658687999999998</c:v>
                </c:pt>
                <c:pt idx="879">
                  <c:v>51.725482999999997</c:v>
                </c:pt>
                <c:pt idx="880">
                  <c:v>51.671821999999999</c:v>
                </c:pt>
                <c:pt idx="881">
                  <c:v>51.651150000000001</c:v>
                </c:pt>
                <c:pt idx="882">
                  <c:v>51.595813999999997</c:v>
                </c:pt>
                <c:pt idx="883">
                  <c:v>51.444468999999998</c:v>
                </c:pt>
                <c:pt idx="884">
                  <c:v>51.14716</c:v>
                </c:pt>
                <c:pt idx="885">
                  <c:v>50.771541999999997</c:v>
                </c:pt>
                <c:pt idx="886">
                  <c:v>50.550789000000002</c:v>
                </c:pt>
                <c:pt idx="887">
                  <c:v>50.484566000000001</c:v>
                </c:pt>
                <c:pt idx="888">
                  <c:v>50.468223999999999</c:v>
                </c:pt>
                <c:pt idx="889">
                  <c:v>50.467041000000002</c:v>
                </c:pt>
                <c:pt idx="890">
                  <c:v>50.40361</c:v>
                </c:pt>
                <c:pt idx="891">
                  <c:v>50.251430999999997</c:v>
                </c:pt>
                <c:pt idx="892">
                  <c:v>50.178753</c:v>
                </c:pt>
                <c:pt idx="893">
                  <c:v>50.152419999999999</c:v>
                </c:pt>
                <c:pt idx="894">
                  <c:v>50.080123999999998</c:v>
                </c:pt>
                <c:pt idx="895">
                  <c:v>49.937854999999999</c:v>
                </c:pt>
                <c:pt idx="896">
                  <c:v>49.868572</c:v>
                </c:pt>
                <c:pt idx="897">
                  <c:v>49.892924999999998</c:v>
                </c:pt>
                <c:pt idx="898">
                  <c:v>49.899611999999998</c:v>
                </c:pt>
                <c:pt idx="899">
                  <c:v>49.795631</c:v>
                </c:pt>
                <c:pt idx="900">
                  <c:v>49.687286</c:v>
                </c:pt>
                <c:pt idx="901">
                  <c:v>49.686844000000001</c:v>
                </c:pt>
                <c:pt idx="902">
                  <c:v>49.783031000000001</c:v>
                </c:pt>
                <c:pt idx="903">
                  <c:v>49.786876999999997</c:v>
                </c:pt>
                <c:pt idx="904">
                  <c:v>49.820521999999997</c:v>
                </c:pt>
                <c:pt idx="905">
                  <c:v>49.878295999999999</c:v>
                </c:pt>
                <c:pt idx="906">
                  <c:v>49.889580000000002</c:v>
                </c:pt>
                <c:pt idx="907">
                  <c:v>50.048088</c:v>
                </c:pt>
                <c:pt idx="908">
                  <c:v>50.262562000000003</c:v>
                </c:pt>
                <c:pt idx="909">
                  <c:v>50.460223999999997</c:v>
                </c:pt>
                <c:pt idx="910">
                  <c:v>50.642746000000002</c:v>
                </c:pt>
                <c:pt idx="911">
                  <c:v>50.686324999999997</c:v>
                </c:pt>
                <c:pt idx="912">
                  <c:v>50.625239999999998</c:v>
                </c:pt>
                <c:pt idx="913">
                  <c:v>50.651318000000003</c:v>
                </c:pt>
                <c:pt idx="914">
                  <c:v>50.858688000000001</c:v>
                </c:pt>
                <c:pt idx="915">
                  <c:v>51.207897000000003</c:v>
                </c:pt>
                <c:pt idx="916">
                  <c:v>51.545161999999998</c:v>
                </c:pt>
                <c:pt idx="917">
                  <c:v>51.771732</c:v>
                </c:pt>
                <c:pt idx="918">
                  <c:v>51.811149999999998</c:v>
                </c:pt>
                <c:pt idx="919">
                  <c:v>51.781998000000002</c:v>
                </c:pt>
                <c:pt idx="920">
                  <c:v>51.828842000000002</c:v>
                </c:pt>
                <c:pt idx="921">
                  <c:v>51.879845000000003</c:v>
                </c:pt>
                <c:pt idx="922">
                  <c:v>51.900848000000003</c:v>
                </c:pt>
                <c:pt idx="923">
                  <c:v>51.827908000000001</c:v>
                </c:pt>
                <c:pt idx="924">
                  <c:v>51.669071000000002</c:v>
                </c:pt>
                <c:pt idx="925">
                  <c:v>51.622280000000003</c:v>
                </c:pt>
                <c:pt idx="926">
                  <c:v>51.617148999999998</c:v>
                </c:pt>
                <c:pt idx="927">
                  <c:v>51.607577999999997</c:v>
                </c:pt>
                <c:pt idx="928">
                  <c:v>51.561664999999998</c:v>
                </c:pt>
                <c:pt idx="929">
                  <c:v>51.365726000000002</c:v>
                </c:pt>
                <c:pt idx="930">
                  <c:v>51.147854000000002</c:v>
                </c:pt>
                <c:pt idx="931">
                  <c:v>51.055115000000001</c:v>
                </c:pt>
                <c:pt idx="932">
                  <c:v>51.073771999999998</c:v>
                </c:pt>
                <c:pt idx="933">
                  <c:v>51.055695</c:v>
                </c:pt>
                <c:pt idx="934">
                  <c:v>51.031967000000002</c:v>
                </c:pt>
                <c:pt idx="935">
                  <c:v>50.950232999999997</c:v>
                </c:pt>
                <c:pt idx="936">
                  <c:v>50.940147000000003</c:v>
                </c:pt>
                <c:pt idx="937">
                  <c:v>50.928894</c:v>
                </c:pt>
                <c:pt idx="938">
                  <c:v>51.056128999999999</c:v>
                </c:pt>
                <c:pt idx="939">
                  <c:v>51.305011999999998</c:v>
                </c:pt>
                <c:pt idx="940">
                  <c:v>51.643326000000002</c:v>
                </c:pt>
                <c:pt idx="941">
                  <c:v>51.872687999999997</c:v>
                </c:pt>
                <c:pt idx="942">
                  <c:v>52.032165999999997</c:v>
                </c:pt>
                <c:pt idx="943">
                  <c:v>52.004886999999997</c:v>
                </c:pt>
                <c:pt idx="944">
                  <c:v>51.573611999999997</c:v>
                </c:pt>
                <c:pt idx="945">
                  <c:v>51.576008000000002</c:v>
                </c:pt>
                <c:pt idx="946">
                  <c:v>51.500633000000001</c:v>
                </c:pt>
                <c:pt idx="947">
                  <c:v>51.296913000000004</c:v>
                </c:pt>
                <c:pt idx="948">
                  <c:v>51.128517000000002</c:v>
                </c:pt>
                <c:pt idx="949">
                  <c:v>50.793995000000002</c:v>
                </c:pt>
                <c:pt idx="950">
                  <c:v>50.594634999999997</c:v>
                </c:pt>
                <c:pt idx="951">
                  <c:v>50.516514000000001</c:v>
                </c:pt>
                <c:pt idx="952">
                  <c:v>50.391243000000003</c:v>
                </c:pt>
                <c:pt idx="953">
                  <c:v>50.365367999999997</c:v>
                </c:pt>
                <c:pt idx="954">
                  <c:v>50.394919999999999</c:v>
                </c:pt>
                <c:pt idx="955">
                  <c:v>50.408690999999997</c:v>
                </c:pt>
                <c:pt idx="956">
                  <c:v>50.315376000000001</c:v>
                </c:pt>
                <c:pt idx="957">
                  <c:v>50.227485999999999</c:v>
                </c:pt>
                <c:pt idx="958">
                  <c:v>50.140414999999997</c:v>
                </c:pt>
                <c:pt idx="959">
                  <c:v>50.141379999999998</c:v>
                </c:pt>
                <c:pt idx="960">
                  <c:v>50.094872000000002</c:v>
                </c:pt>
                <c:pt idx="961">
                  <c:v>49.854239999999997</c:v>
                </c:pt>
                <c:pt idx="962">
                  <c:v>49.614483</c:v>
                </c:pt>
                <c:pt idx="963">
                  <c:v>49.49033</c:v>
                </c:pt>
                <c:pt idx="964">
                  <c:v>49.510784000000001</c:v>
                </c:pt>
                <c:pt idx="965">
                  <c:v>49.612597999999998</c:v>
                </c:pt>
                <c:pt idx="966">
                  <c:v>49.783245000000001</c:v>
                </c:pt>
                <c:pt idx="967">
                  <c:v>49.787101999999997</c:v>
                </c:pt>
                <c:pt idx="968">
                  <c:v>49.709705</c:v>
                </c:pt>
                <c:pt idx="969">
                  <c:v>49.604790000000001</c:v>
                </c:pt>
                <c:pt idx="970">
                  <c:v>49.618034000000002</c:v>
                </c:pt>
                <c:pt idx="971">
                  <c:v>49.622875000000001</c:v>
                </c:pt>
                <c:pt idx="972">
                  <c:v>49.635871999999999</c:v>
                </c:pt>
                <c:pt idx="973">
                  <c:v>49.521507</c:v>
                </c:pt>
                <c:pt idx="974">
                  <c:v>49.382342999999999</c:v>
                </c:pt>
                <c:pt idx="975">
                  <c:v>49.388942999999998</c:v>
                </c:pt>
                <c:pt idx="976">
                  <c:v>49.090285999999999</c:v>
                </c:pt>
                <c:pt idx="977">
                  <c:v>49.129069999999999</c:v>
                </c:pt>
                <c:pt idx="978">
                  <c:v>49.164119999999997</c:v>
                </c:pt>
                <c:pt idx="979">
                  <c:v>49.324978000000002</c:v>
                </c:pt>
                <c:pt idx="980">
                  <c:v>49.519764000000002</c:v>
                </c:pt>
                <c:pt idx="981">
                  <c:v>49.265343000000001</c:v>
                </c:pt>
                <c:pt idx="982">
                  <c:v>48.993243999999997</c:v>
                </c:pt>
                <c:pt idx="983">
                  <c:v>49.095557999999997</c:v>
                </c:pt>
                <c:pt idx="984">
                  <c:v>49.326447000000002</c:v>
                </c:pt>
                <c:pt idx="985">
                  <c:v>49.273677999999997</c:v>
                </c:pt>
                <c:pt idx="986">
                  <c:v>49.132064999999997</c:v>
                </c:pt>
                <c:pt idx="987">
                  <c:v>49.234554000000003</c:v>
                </c:pt>
                <c:pt idx="988">
                  <c:v>49.115752999999998</c:v>
                </c:pt>
                <c:pt idx="989">
                  <c:v>48.740882999999997</c:v>
                </c:pt>
                <c:pt idx="990">
                  <c:v>48.524363999999998</c:v>
                </c:pt>
                <c:pt idx="991">
                  <c:v>48.535980000000002</c:v>
                </c:pt>
                <c:pt idx="992">
                  <c:v>48.395519</c:v>
                </c:pt>
                <c:pt idx="993">
                  <c:v>47.945701999999997</c:v>
                </c:pt>
                <c:pt idx="994">
                  <c:v>47.714393999999999</c:v>
                </c:pt>
                <c:pt idx="995">
                  <c:v>47.744816</c:v>
                </c:pt>
                <c:pt idx="996">
                  <c:v>48.050060000000002</c:v>
                </c:pt>
                <c:pt idx="997">
                  <c:v>48.581215</c:v>
                </c:pt>
                <c:pt idx="998">
                  <c:v>49.420299999999997</c:v>
                </c:pt>
                <c:pt idx="999">
                  <c:v>49.653038000000002</c:v>
                </c:pt>
                <c:pt idx="1000">
                  <c:v>49.546599999999998</c:v>
                </c:pt>
                <c:pt idx="1001">
                  <c:v>49.182636000000002</c:v>
                </c:pt>
                <c:pt idx="1002">
                  <c:v>48.988514000000002</c:v>
                </c:pt>
                <c:pt idx="1003">
                  <c:v>48.731822999999999</c:v>
                </c:pt>
                <c:pt idx="1004">
                  <c:v>48.333778000000002</c:v>
                </c:pt>
                <c:pt idx="1005">
                  <c:v>47.934382999999997</c:v>
                </c:pt>
                <c:pt idx="1006">
                  <c:v>47.916203000000003</c:v>
                </c:pt>
                <c:pt idx="1007">
                  <c:v>48.011650000000003</c:v>
                </c:pt>
                <c:pt idx="1008">
                  <c:v>48.056601999999998</c:v>
                </c:pt>
                <c:pt idx="1009">
                  <c:v>48.134087000000001</c:v>
                </c:pt>
                <c:pt idx="1010">
                  <c:v>48.145718000000002</c:v>
                </c:pt>
                <c:pt idx="1011">
                  <c:v>48.124012</c:v>
                </c:pt>
                <c:pt idx="1012">
                  <c:v>48.132553000000001</c:v>
                </c:pt>
                <c:pt idx="1013">
                  <c:v>48.403973000000001</c:v>
                </c:pt>
                <c:pt idx="1014">
                  <c:v>48.604336000000004</c:v>
                </c:pt>
                <c:pt idx="1015">
                  <c:v>48.527366999999998</c:v>
                </c:pt>
                <c:pt idx="1016">
                  <c:v>48.35754</c:v>
                </c:pt>
                <c:pt idx="1017">
                  <c:v>48.263916000000002</c:v>
                </c:pt>
                <c:pt idx="1018">
                  <c:v>48.351680999999999</c:v>
                </c:pt>
                <c:pt idx="1019">
                  <c:v>48.740313999999998</c:v>
                </c:pt>
                <c:pt idx="1020">
                  <c:v>49.143737999999999</c:v>
                </c:pt>
                <c:pt idx="1021">
                  <c:v>49.062801</c:v>
                </c:pt>
                <c:pt idx="1022">
                  <c:v>48.795036000000003</c:v>
                </c:pt>
                <c:pt idx="1023">
                  <c:v>48.709693999999999</c:v>
                </c:pt>
                <c:pt idx="1024">
                  <c:v>48.779986999999998</c:v>
                </c:pt>
                <c:pt idx="1025">
                  <c:v>48.771523000000002</c:v>
                </c:pt>
                <c:pt idx="1026">
                  <c:v>48.496983</c:v>
                </c:pt>
                <c:pt idx="1027">
                  <c:v>48.388827999999997</c:v>
                </c:pt>
                <c:pt idx="1028">
                  <c:v>48.509247000000002</c:v>
                </c:pt>
                <c:pt idx="1029">
                  <c:v>48.892238999999996</c:v>
                </c:pt>
                <c:pt idx="1030">
                  <c:v>49.432690000000001</c:v>
                </c:pt>
                <c:pt idx="1031">
                  <c:v>49.713329000000002</c:v>
                </c:pt>
                <c:pt idx="1032">
                  <c:v>49.676642999999999</c:v>
                </c:pt>
                <c:pt idx="1033">
                  <c:v>49.579326999999999</c:v>
                </c:pt>
                <c:pt idx="1034">
                  <c:v>49.601542999999999</c:v>
                </c:pt>
                <c:pt idx="1035">
                  <c:v>49.638801999999998</c:v>
                </c:pt>
                <c:pt idx="1036">
                  <c:v>49.590587999999997</c:v>
                </c:pt>
                <c:pt idx="1037">
                  <c:v>49.495154999999997</c:v>
                </c:pt>
                <c:pt idx="1038">
                  <c:v>49.218215999999998</c:v>
                </c:pt>
                <c:pt idx="1039">
                  <c:v>49.05442</c:v>
                </c:pt>
                <c:pt idx="1040">
                  <c:v>49.059356999999999</c:v>
                </c:pt>
                <c:pt idx="1041">
                  <c:v>49.322955999999998</c:v>
                </c:pt>
                <c:pt idx="1042">
                  <c:v>49.400578000000003</c:v>
                </c:pt>
                <c:pt idx="1043">
                  <c:v>49.387515999999998</c:v>
                </c:pt>
                <c:pt idx="1044">
                  <c:v>49.470592000000003</c:v>
                </c:pt>
                <c:pt idx="1045">
                  <c:v>49.683407000000003</c:v>
                </c:pt>
                <c:pt idx="1046">
                  <c:v>50.005253000000003</c:v>
                </c:pt>
                <c:pt idx="1047">
                  <c:v>50.281502000000003</c:v>
                </c:pt>
                <c:pt idx="1048">
                  <c:v>50.613807999999999</c:v>
                </c:pt>
                <c:pt idx="1049">
                  <c:v>50.682526000000003</c:v>
                </c:pt>
                <c:pt idx="1050">
                  <c:v>50.669888</c:v>
                </c:pt>
                <c:pt idx="1051">
                  <c:v>50.557583000000001</c:v>
                </c:pt>
                <c:pt idx="1052">
                  <c:v>50.328547999999998</c:v>
                </c:pt>
                <c:pt idx="1053">
                  <c:v>50.120418999999998</c:v>
                </c:pt>
                <c:pt idx="1054">
                  <c:v>50.040882000000003</c:v>
                </c:pt>
                <c:pt idx="1055">
                  <c:v>50.035221</c:v>
                </c:pt>
                <c:pt idx="1056">
                  <c:v>50.003039999999999</c:v>
                </c:pt>
                <c:pt idx="1057">
                  <c:v>50.053973999999997</c:v>
                </c:pt>
                <c:pt idx="1058">
                  <c:v>50.306671000000001</c:v>
                </c:pt>
                <c:pt idx="1059">
                  <c:v>50.459632999999997</c:v>
                </c:pt>
                <c:pt idx="1060">
                  <c:v>50.478664000000002</c:v>
                </c:pt>
                <c:pt idx="1061">
                  <c:v>50.615772</c:v>
                </c:pt>
                <c:pt idx="1062">
                  <c:v>50.710402999999999</c:v>
                </c:pt>
                <c:pt idx="1063">
                  <c:v>50.787894999999999</c:v>
                </c:pt>
                <c:pt idx="1064">
                  <c:v>50.913539999999998</c:v>
                </c:pt>
                <c:pt idx="1065">
                  <c:v>51.106895000000002</c:v>
                </c:pt>
                <c:pt idx="1066">
                  <c:v>51.224086999999997</c:v>
                </c:pt>
                <c:pt idx="1067">
                  <c:v>51.399833999999998</c:v>
                </c:pt>
                <c:pt idx="1068">
                  <c:v>51.516238999999999</c:v>
                </c:pt>
                <c:pt idx="1069">
                  <c:v>51.495564000000002</c:v>
                </c:pt>
                <c:pt idx="1070">
                  <c:v>51.253422</c:v>
                </c:pt>
                <c:pt idx="1071">
                  <c:v>50.848250999999998</c:v>
                </c:pt>
                <c:pt idx="1072">
                  <c:v>50.929538999999998</c:v>
                </c:pt>
                <c:pt idx="1073">
                  <c:v>51.275660999999999</c:v>
                </c:pt>
                <c:pt idx="1074">
                  <c:v>51.469166000000001</c:v>
                </c:pt>
                <c:pt idx="1075">
                  <c:v>51.608021000000001</c:v>
                </c:pt>
                <c:pt idx="1076">
                  <c:v>51.560519999999997</c:v>
                </c:pt>
                <c:pt idx="1077">
                  <c:v>51.462643</c:v>
                </c:pt>
                <c:pt idx="1078">
                  <c:v>51.572132000000003</c:v>
                </c:pt>
                <c:pt idx="1079">
                  <c:v>51.704982999999999</c:v>
                </c:pt>
                <c:pt idx="1080">
                  <c:v>51.732998000000002</c:v>
                </c:pt>
                <c:pt idx="1081">
                  <c:v>51.221184000000001</c:v>
                </c:pt>
                <c:pt idx="1082">
                  <c:v>51.298923000000002</c:v>
                </c:pt>
                <c:pt idx="1083">
                  <c:v>51.431857999999998</c:v>
                </c:pt>
                <c:pt idx="1084">
                  <c:v>51.667251999999998</c:v>
                </c:pt>
                <c:pt idx="1085">
                  <c:v>52.104992000000003</c:v>
                </c:pt>
                <c:pt idx="1086">
                  <c:v>52.433937</c:v>
                </c:pt>
                <c:pt idx="1087">
                  <c:v>52.400222999999997</c:v>
                </c:pt>
                <c:pt idx="1088">
                  <c:v>52.371020999999999</c:v>
                </c:pt>
                <c:pt idx="1089">
                  <c:v>52.476295</c:v>
                </c:pt>
                <c:pt idx="1090">
                  <c:v>52.768982000000001</c:v>
                </c:pt>
                <c:pt idx="1091">
                  <c:v>53.148353999999998</c:v>
                </c:pt>
                <c:pt idx="1092">
                  <c:v>53.249907999999998</c:v>
                </c:pt>
                <c:pt idx="1093">
                  <c:v>53.093635999999996</c:v>
                </c:pt>
                <c:pt idx="1094">
                  <c:v>53.007252000000001</c:v>
                </c:pt>
                <c:pt idx="1095">
                  <c:v>53.013053999999997</c:v>
                </c:pt>
                <c:pt idx="1096">
                  <c:v>53.062846999999998</c:v>
                </c:pt>
                <c:pt idx="1097">
                  <c:v>52.997996999999998</c:v>
                </c:pt>
                <c:pt idx="1098">
                  <c:v>53.366272000000002</c:v>
                </c:pt>
                <c:pt idx="1099">
                  <c:v>53.637752999999996</c:v>
                </c:pt>
                <c:pt idx="1100">
                  <c:v>53.547939</c:v>
                </c:pt>
                <c:pt idx="1101">
                  <c:v>53.370196999999997</c:v>
                </c:pt>
                <c:pt idx="1102">
                  <c:v>53.139637</c:v>
                </c:pt>
                <c:pt idx="1103">
                  <c:v>52.924315999999997</c:v>
                </c:pt>
                <c:pt idx="1104">
                  <c:v>52.747742000000002</c:v>
                </c:pt>
                <c:pt idx="1105">
                  <c:v>52.601275999999999</c:v>
                </c:pt>
                <c:pt idx="1106">
                  <c:v>52.547462000000003</c:v>
                </c:pt>
                <c:pt idx="1107">
                  <c:v>52.604793999999998</c:v>
                </c:pt>
                <c:pt idx="1108">
                  <c:v>52.705547000000003</c:v>
                </c:pt>
                <c:pt idx="1109">
                  <c:v>52.932758</c:v>
                </c:pt>
                <c:pt idx="1110">
                  <c:v>53.178223000000003</c:v>
                </c:pt>
                <c:pt idx="1111">
                  <c:v>53.336849000000001</c:v>
                </c:pt>
                <c:pt idx="1112">
                  <c:v>53.438374000000003</c:v>
                </c:pt>
                <c:pt idx="1113">
                  <c:v>53.472724999999997</c:v>
                </c:pt>
                <c:pt idx="1114">
                  <c:v>53.578772999999998</c:v>
                </c:pt>
                <c:pt idx="1115">
                  <c:v>53.968829999999997</c:v>
                </c:pt>
                <c:pt idx="1116">
                  <c:v>54.378917999999999</c:v>
                </c:pt>
                <c:pt idx="1117">
                  <c:v>54.431342999999998</c:v>
                </c:pt>
                <c:pt idx="1118">
                  <c:v>54.245646999999998</c:v>
                </c:pt>
                <c:pt idx="1119">
                  <c:v>53.989899000000001</c:v>
                </c:pt>
                <c:pt idx="1120">
                  <c:v>53.886467000000003</c:v>
                </c:pt>
                <c:pt idx="1121">
                  <c:v>54.015777999999997</c:v>
                </c:pt>
                <c:pt idx="1122">
                  <c:v>54.238273999999997</c:v>
                </c:pt>
                <c:pt idx="1123">
                  <c:v>54.454216000000002</c:v>
                </c:pt>
                <c:pt idx="1124">
                  <c:v>54.582630000000002</c:v>
                </c:pt>
                <c:pt idx="1125">
                  <c:v>54.739852999999997</c:v>
                </c:pt>
                <c:pt idx="1126">
                  <c:v>55.126609999999999</c:v>
                </c:pt>
                <c:pt idx="1127">
                  <c:v>55.463577000000001</c:v>
                </c:pt>
                <c:pt idx="1128">
                  <c:v>55.502316</c:v>
                </c:pt>
                <c:pt idx="1129">
                  <c:v>55.253329999999998</c:v>
                </c:pt>
                <c:pt idx="1130">
                  <c:v>55.097954000000001</c:v>
                </c:pt>
                <c:pt idx="1131">
                  <c:v>55.081989</c:v>
                </c:pt>
                <c:pt idx="1132">
                  <c:v>55.176406999999998</c:v>
                </c:pt>
                <c:pt idx="1133">
                  <c:v>55.316916999999997</c:v>
                </c:pt>
                <c:pt idx="1134">
                  <c:v>55.502132000000003</c:v>
                </c:pt>
                <c:pt idx="1135">
                  <c:v>55.779803999999999</c:v>
                </c:pt>
                <c:pt idx="1136">
                  <c:v>56.002926000000002</c:v>
                </c:pt>
                <c:pt idx="1137">
                  <c:v>56.174961000000003</c:v>
                </c:pt>
                <c:pt idx="1138">
                  <c:v>56.354754999999997</c:v>
                </c:pt>
                <c:pt idx="1139">
                  <c:v>56.537357</c:v>
                </c:pt>
                <c:pt idx="1140">
                  <c:v>56.652523000000002</c:v>
                </c:pt>
                <c:pt idx="1141">
                  <c:v>56.672049999999999</c:v>
                </c:pt>
                <c:pt idx="1142">
                  <c:v>56.577396</c:v>
                </c:pt>
                <c:pt idx="1143">
                  <c:v>56.454723000000001</c:v>
                </c:pt>
                <c:pt idx="1144">
                  <c:v>56.347484999999999</c:v>
                </c:pt>
                <c:pt idx="1145">
                  <c:v>56.232948</c:v>
                </c:pt>
                <c:pt idx="1146">
                  <c:v>56.127453000000003</c:v>
                </c:pt>
                <c:pt idx="1147">
                  <c:v>55.858691999999998</c:v>
                </c:pt>
                <c:pt idx="1148">
                  <c:v>55.583981000000001</c:v>
                </c:pt>
                <c:pt idx="1149">
                  <c:v>55.373055000000001</c:v>
                </c:pt>
                <c:pt idx="1150">
                  <c:v>55.348258999999999</c:v>
                </c:pt>
                <c:pt idx="1151">
                  <c:v>55.407791000000003</c:v>
                </c:pt>
                <c:pt idx="1152">
                  <c:v>55.401321000000003</c:v>
                </c:pt>
                <c:pt idx="1153">
                  <c:v>55.225501999999999</c:v>
                </c:pt>
                <c:pt idx="1154">
                  <c:v>54.801848999999997</c:v>
                </c:pt>
                <c:pt idx="1155">
                  <c:v>54.349144000000003</c:v>
                </c:pt>
                <c:pt idx="1156">
                  <c:v>54.052784000000003</c:v>
                </c:pt>
                <c:pt idx="1157">
                  <c:v>53.952209000000003</c:v>
                </c:pt>
                <c:pt idx="1158">
                  <c:v>54.014164000000001</c:v>
                </c:pt>
                <c:pt idx="1159">
                  <c:v>54.143279999999997</c:v>
                </c:pt>
                <c:pt idx="1160">
                  <c:v>54.315372000000004</c:v>
                </c:pt>
                <c:pt idx="1161">
                  <c:v>54.409168000000001</c:v>
                </c:pt>
                <c:pt idx="1162">
                  <c:v>54.410243999999999</c:v>
                </c:pt>
                <c:pt idx="1163">
                  <c:v>54.391559999999998</c:v>
                </c:pt>
                <c:pt idx="1164">
                  <c:v>54.369568000000001</c:v>
                </c:pt>
                <c:pt idx="1165">
                  <c:v>54.530982999999999</c:v>
                </c:pt>
                <c:pt idx="1166">
                  <c:v>54.868983999999998</c:v>
                </c:pt>
                <c:pt idx="1167">
                  <c:v>55.378188999999999</c:v>
                </c:pt>
                <c:pt idx="1168">
                  <c:v>56.020916</c:v>
                </c:pt>
                <c:pt idx="1169">
                  <c:v>56.715431000000002</c:v>
                </c:pt>
                <c:pt idx="1170">
                  <c:v>57.311171999999999</c:v>
                </c:pt>
                <c:pt idx="1171">
                  <c:v>57.748741000000003</c:v>
                </c:pt>
                <c:pt idx="1172">
                  <c:v>57.952328000000001</c:v>
                </c:pt>
                <c:pt idx="1173">
                  <c:v>57.916682999999999</c:v>
                </c:pt>
                <c:pt idx="1174">
                  <c:v>57.533707</c:v>
                </c:pt>
                <c:pt idx="1175">
                  <c:v>57.217537</c:v>
                </c:pt>
                <c:pt idx="1176">
                  <c:v>57.062846999999998</c:v>
                </c:pt>
                <c:pt idx="1177">
                  <c:v>57.085895999999998</c:v>
                </c:pt>
                <c:pt idx="1178">
                  <c:v>57.180858999999998</c:v>
                </c:pt>
                <c:pt idx="1179">
                  <c:v>57.228862999999997</c:v>
                </c:pt>
                <c:pt idx="1180">
                  <c:v>57.310791000000002</c:v>
                </c:pt>
                <c:pt idx="1181">
                  <c:v>57.592357999999997</c:v>
                </c:pt>
                <c:pt idx="1182">
                  <c:v>58.255496999999998</c:v>
                </c:pt>
                <c:pt idx="1183">
                  <c:v>59.073666000000003</c:v>
                </c:pt>
                <c:pt idx="1184">
                  <c:v>59.916316999999999</c:v>
                </c:pt>
                <c:pt idx="1185">
                  <c:v>60.731529000000002</c:v>
                </c:pt>
                <c:pt idx="1186">
                  <c:v>61.502696999999998</c:v>
                </c:pt>
                <c:pt idx="1187">
                  <c:v>62.166739999999997</c:v>
                </c:pt>
                <c:pt idx="1188">
                  <c:v>62.880389999999998</c:v>
                </c:pt>
                <c:pt idx="1189">
                  <c:v>63.451560999999998</c:v>
                </c:pt>
                <c:pt idx="1190">
                  <c:v>63.864196999999997</c:v>
                </c:pt>
                <c:pt idx="1191">
                  <c:v>64.297202999999996</c:v>
                </c:pt>
                <c:pt idx="1192">
                  <c:v>64.631293999999997</c:v>
                </c:pt>
                <c:pt idx="1193">
                  <c:v>64.714500000000001</c:v>
                </c:pt>
                <c:pt idx="1194">
                  <c:v>64.646964999999994</c:v>
                </c:pt>
                <c:pt idx="1195">
                  <c:v>64.779128999999998</c:v>
                </c:pt>
                <c:pt idx="1196">
                  <c:v>64.912193000000002</c:v>
                </c:pt>
                <c:pt idx="1197">
                  <c:v>65.001487999999995</c:v>
                </c:pt>
                <c:pt idx="1198">
                  <c:v>65.062423999999993</c:v>
                </c:pt>
                <c:pt idx="1199">
                  <c:v>65.038100999999997</c:v>
                </c:pt>
                <c:pt idx="1200">
                  <c:v>64.981635999999995</c:v>
                </c:pt>
                <c:pt idx="1201">
                  <c:v>64.248908999999998</c:v>
                </c:pt>
                <c:pt idx="1202">
                  <c:v>64.097237000000007</c:v>
                </c:pt>
                <c:pt idx="1203">
                  <c:v>63.826920000000001</c:v>
                </c:pt>
                <c:pt idx="1204">
                  <c:v>63.483131</c:v>
                </c:pt>
                <c:pt idx="1205">
                  <c:v>63.369804000000002</c:v>
                </c:pt>
                <c:pt idx="1206">
                  <c:v>63.556308999999999</c:v>
                </c:pt>
                <c:pt idx="1207">
                  <c:v>64.856803999999997</c:v>
                </c:pt>
                <c:pt idx="1208">
                  <c:v>65.243911999999995</c:v>
                </c:pt>
                <c:pt idx="1209">
                  <c:v>64.308387999999994</c:v>
                </c:pt>
                <c:pt idx="1210">
                  <c:v>64.417061000000004</c:v>
                </c:pt>
                <c:pt idx="1211">
                  <c:v>64.594466999999995</c:v>
                </c:pt>
                <c:pt idx="1212">
                  <c:v>64.824707000000004</c:v>
                </c:pt>
                <c:pt idx="1213">
                  <c:v>65.063079999999999</c:v>
                </c:pt>
                <c:pt idx="1214">
                  <c:v>65.282134999999997</c:v>
                </c:pt>
                <c:pt idx="1215">
                  <c:v>65.446670999999995</c:v>
                </c:pt>
                <c:pt idx="1216">
                  <c:v>65.548491999999996</c:v>
                </c:pt>
                <c:pt idx="1217">
                  <c:v>65.543944999999994</c:v>
                </c:pt>
                <c:pt idx="1218">
                  <c:v>65.428595999999999</c:v>
                </c:pt>
                <c:pt idx="1219">
                  <c:v>65.325394000000003</c:v>
                </c:pt>
                <c:pt idx="1220">
                  <c:v>65.331528000000006</c:v>
                </c:pt>
                <c:pt idx="1221">
                  <c:v>65.293007000000003</c:v>
                </c:pt>
                <c:pt idx="1222">
                  <c:v>65.138626000000002</c:v>
                </c:pt>
                <c:pt idx="1223">
                  <c:v>64.958541999999994</c:v>
                </c:pt>
                <c:pt idx="1224">
                  <c:v>64.810715000000002</c:v>
                </c:pt>
                <c:pt idx="1225">
                  <c:v>64.542952999999997</c:v>
                </c:pt>
                <c:pt idx="1226">
                  <c:v>64.180672000000001</c:v>
                </c:pt>
                <c:pt idx="1227">
                  <c:v>63.910533999999998</c:v>
                </c:pt>
                <c:pt idx="1228">
                  <c:v>63.750729</c:v>
                </c:pt>
                <c:pt idx="1229">
                  <c:v>63.758750999999997</c:v>
                </c:pt>
                <c:pt idx="1230">
                  <c:v>63.890723999999999</c:v>
                </c:pt>
                <c:pt idx="1231">
                  <c:v>64.052932999999996</c:v>
                </c:pt>
                <c:pt idx="1232">
                  <c:v>64.358474999999999</c:v>
                </c:pt>
                <c:pt idx="1233">
                  <c:v>64.904373000000007</c:v>
                </c:pt>
                <c:pt idx="1234">
                  <c:v>65.626937999999996</c:v>
                </c:pt>
                <c:pt idx="1235">
                  <c:v>66.228340000000003</c:v>
                </c:pt>
                <c:pt idx="1236">
                  <c:v>66.670936999999995</c:v>
                </c:pt>
                <c:pt idx="1237">
                  <c:v>66.984855999999994</c:v>
                </c:pt>
                <c:pt idx="1238">
                  <c:v>67.186706999999998</c:v>
                </c:pt>
                <c:pt idx="1239">
                  <c:v>67.313621999999995</c:v>
                </c:pt>
                <c:pt idx="1240">
                  <c:v>67.353493</c:v>
                </c:pt>
                <c:pt idx="1241">
                  <c:v>67.382239999999996</c:v>
                </c:pt>
                <c:pt idx="1242">
                  <c:v>67.498962000000006</c:v>
                </c:pt>
                <c:pt idx="1243">
                  <c:v>67.703109999999995</c:v>
                </c:pt>
                <c:pt idx="1244">
                  <c:v>67.906456000000006</c:v>
                </c:pt>
                <c:pt idx="1245">
                  <c:v>68.040786999999995</c:v>
                </c:pt>
                <c:pt idx="1246">
                  <c:v>68.108436999999995</c:v>
                </c:pt>
                <c:pt idx="1247">
                  <c:v>68.147171</c:v>
                </c:pt>
                <c:pt idx="1248">
                  <c:v>68.161079000000001</c:v>
                </c:pt>
                <c:pt idx="1249">
                  <c:v>68.041908000000006</c:v>
                </c:pt>
                <c:pt idx="1250">
                  <c:v>67.784278999999998</c:v>
                </c:pt>
                <c:pt idx="1251">
                  <c:v>67.551215999999997</c:v>
                </c:pt>
                <c:pt idx="1252">
                  <c:v>67.480842999999993</c:v>
                </c:pt>
                <c:pt idx="1253">
                  <c:v>67.556374000000005</c:v>
                </c:pt>
                <c:pt idx="1254">
                  <c:v>67.696083000000002</c:v>
                </c:pt>
                <c:pt idx="1255">
                  <c:v>67.806388999999996</c:v>
                </c:pt>
                <c:pt idx="1256">
                  <c:v>67.996025000000003</c:v>
                </c:pt>
                <c:pt idx="1257">
                  <c:v>68.273216000000005</c:v>
                </c:pt>
                <c:pt idx="1258">
                  <c:v>68.435646000000006</c:v>
                </c:pt>
                <c:pt idx="1259">
                  <c:v>68.396773999999994</c:v>
                </c:pt>
                <c:pt idx="1260">
                  <c:v>68.394347999999994</c:v>
                </c:pt>
                <c:pt idx="1261">
                  <c:v>68.541458000000006</c:v>
                </c:pt>
                <c:pt idx="1262">
                  <c:v>68.910690000000002</c:v>
                </c:pt>
                <c:pt idx="1263">
                  <c:v>69.364838000000006</c:v>
                </c:pt>
                <c:pt idx="1264">
                  <c:v>69.680107000000007</c:v>
                </c:pt>
                <c:pt idx="1265">
                  <c:v>69.891098</c:v>
                </c:pt>
                <c:pt idx="1266">
                  <c:v>65.449416999999997</c:v>
                </c:pt>
                <c:pt idx="1267">
                  <c:v>65.653053</c:v>
                </c:pt>
                <c:pt idx="1268">
                  <c:v>66.553580999999994</c:v>
                </c:pt>
                <c:pt idx="1269">
                  <c:v>67.569107000000002</c:v>
                </c:pt>
                <c:pt idx="1270">
                  <c:v>68.413405999999995</c:v>
                </c:pt>
                <c:pt idx="1271">
                  <c:v>69.143471000000005</c:v>
                </c:pt>
                <c:pt idx="1272">
                  <c:v>69.643790999999993</c:v>
                </c:pt>
                <c:pt idx="1273">
                  <c:v>69.743622000000002</c:v>
                </c:pt>
                <c:pt idx="1274">
                  <c:v>69.533630000000002</c:v>
                </c:pt>
                <c:pt idx="1275">
                  <c:v>69.447509999999994</c:v>
                </c:pt>
                <c:pt idx="1276">
                  <c:v>69.598602</c:v>
                </c:pt>
                <c:pt idx="1277">
                  <c:v>69.963081000000003</c:v>
                </c:pt>
                <c:pt idx="1278">
                  <c:v>70.404739000000006</c:v>
                </c:pt>
                <c:pt idx="1279">
                  <c:v>70.767319000000001</c:v>
                </c:pt>
                <c:pt idx="1280">
                  <c:v>71.030861000000002</c:v>
                </c:pt>
                <c:pt idx="1281">
                  <c:v>71.206879000000001</c:v>
                </c:pt>
                <c:pt idx="1282">
                  <c:v>71.304137999999995</c:v>
                </c:pt>
                <c:pt idx="1283">
                  <c:v>71.358825999999993</c:v>
                </c:pt>
                <c:pt idx="1284">
                  <c:v>71.321205000000006</c:v>
                </c:pt>
                <c:pt idx="1285">
                  <c:v>71.232628000000005</c:v>
                </c:pt>
                <c:pt idx="1286">
                  <c:v>71.186286999999993</c:v>
                </c:pt>
                <c:pt idx="1287">
                  <c:v>71.174706</c:v>
                </c:pt>
                <c:pt idx="1288">
                  <c:v>71.141959999999997</c:v>
                </c:pt>
                <c:pt idx="1289">
                  <c:v>71.109786999999997</c:v>
                </c:pt>
                <c:pt idx="1290">
                  <c:v>71.057563999999999</c:v>
                </c:pt>
                <c:pt idx="1291">
                  <c:v>70.994040999999996</c:v>
                </c:pt>
                <c:pt idx="1292">
                  <c:v>70.948784000000003</c:v>
                </c:pt>
                <c:pt idx="1293">
                  <c:v>70.864395000000002</c:v>
                </c:pt>
                <c:pt idx="1294">
                  <c:v>70.816269000000005</c:v>
                </c:pt>
                <c:pt idx="1295">
                  <c:v>70.969688000000005</c:v>
                </c:pt>
                <c:pt idx="1296">
                  <c:v>71.241446999999994</c:v>
                </c:pt>
                <c:pt idx="1297">
                  <c:v>71.403519000000003</c:v>
                </c:pt>
                <c:pt idx="1298">
                  <c:v>71.479752000000005</c:v>
                </c:pt>
                <c:pt idx="1299">
                  <c:v>71.478049999999996</c:v>
                </c:pt>
                <c:pt idx="1300">
                  <c:v>71.485161000000005</c:v>
                </c:pt>
                <c:pt idx="1301">
                  <c:v>71.515747000000005</c:v>
                </c:pt>
                <c:pt idx="1302">
                  <c:v>71.564612999999994</c:v>
                </c:pt>
                <c:pt idx="1303">
                  <c:v>71.615852000000004</c:v>
                </c:pt>
                <c:pt idx="1304">
                  <c:v>71.665229999999994</c:v>
                </c:pt>
                <c:pt idx="1305">
                  <c:v>71.716247999999993</c:v>
                </c:pt>
                <c:pt idx="1306">
                  <c:v>71.759444999999999</c:v>
                </c:pt>
                <c:pt idx="1307">
                  <c:v>71.763046000000003</c:v>
                </c:pt>
                <c:pt idx="1308">
                  <c:v>71.688507000000001</c:v>
                </c:pt>
                <c:pt idx="1309">
                  <c:v>71.578384</c:v>
                </c:pt>
                <c:pt idx="1310">
                  <c:v>71.525031999999996</c:v>
                </c:pt>
                <c:pt idx="1311">
                  <c:v>71.444373999999996</c:v>
                </c:pt>
                <c:pt idx="1312">
                  <c:v>71.236343000000005</c:v>
                </c:pt>
                <c:pt idx="1313">
                  <c:v>70.990836999999999</c:v>
                </c:pt>
                <c:pt idx="1314">
                  <c:v>70.745491000000001</c:v>
                </c:pt>
                <c:pt idx="1315">
                  <c:v>70.470078000000001</c:v>
                </c:pt>
                <c:pt idx="1316">
                  <c:v>70.138251999999994</c:v>
                </c:pt>
                <c:pt idx="1317">
                  <c:v>69.842308000000003</c:v>
                </c:pt>
                <c:pt idx="1318">
                  <c:v>69.599654999999998</c:v>
                </c:pt>
                <c:pt idx="1319">
                  <c:v>69.294646999999998</c:v>
                </c:pt>
                <c:pt idx="1320">
                  <c:v>69.123115999999996</c:v>
                </c:pt>
                <c:pt idx="1321">
                  <c:v>69.018912999999998</c:v>
                </c:pt>
                <c:pt idx="1322">
                  <c:v>69.043364999999994</c:v>
                </c:pt>
                <c:pt idx="1323">
                  <c:v>69.257003999999995</c:v>
                </c:pt>
                <c:pt idx="1324">
                  <c:v>69.450905000000006</c:v>
                </c:pt>
                <c:pt idx="1325">
                  <c:v>69.696098000000006</c:v>
                </c:pt>
                <c:pt idx="1326">
                  <c:v>70.072372000000001</c:v>
                </c:pt>
                <c:pt idx="1327">
                  <c:v>70.502067999999994</c:v>
                </c:pt>
                <c:pt idx="1328">
                  <c:v>70.880165000000005</c:v>
                </c:pt>
                <c:pt idx="1329">
                  <c:v>71.118347</c:v>
                </c:pt>
                <c:pt idx="1330">
                  <c:v>71.267677000000006</c:v>
                </c:pt>
                <c:pt idx="1331">
                  <c:v>71.368088</c:v>
                </c:pt>
                <c:pt idx="1332">
                  <c:v>71.384986999999995</c:v>
                </c:pt>
                <c:pt idx="1333">
                  <c:v>71.321517999999998</c:v>
                </c:pt>
                <c:pt idx="1334">
                  <c:v>71.348419000000007</c:v>
                </c:pt>
                <c:pt idx="1335">
                  <c:v>71.519774999999996</c:v>
                </c:pt>
                <c:pt idx="1336">
                  <c:v>71.743881000000002</c:v>
                </c:pt>
                <c:pt idx="1337">
                  <c:v>71.855339000000001</c:v>
                </c:pt>
                <c:pt idx="1338">
                  <c:v>71.877150999999998</c:v>
                </c:pt>
                <c:pt idx="1339">
                  <c:v>71.873962000000006</c:v>
                </c:pt>
                <c:pt idx="1340">
                  <c:v>71.807807999999994</c:v>
                </c:pt>
                <c:pt idx="1341">
                  <c:v>71.811583999999996</c:v>
                </c:pt>
                <c:pt idx="1342">
                  <c:v>71.878235000000004</c:v>
                </c:pt>
                <c:pt idx="1343">
                  <c:v>71.973708999999999</c:v>
                </c:pt>
                <c:pt idx="1344">
                  <c:v>71.979691000000003</c:v>
                </c:pt>
                <c:pt idx="1345">
                  <c:v>72.009856999999997</c:v>
                </c:pt>
                <c:pt idx="1346">
                  <c:v>72.115836999999999</c:v>
                </c:pt>
                <c:pt idx="1347">
                  <c:v>72.207352</c:v>
                </c:pt>
                <c:pt idx="1348">
                  <c:v>72.391425999999996</c:v>
                </c:pt>
                <c:pt idx="1349">
                  <c:v>72.818282999999994</c:v>
                </c:pt>
                <c:pt idx="1350">
                  <c:v>73.358765000000005</c:v>
                </c:pt>
                <c:pt idx="1351">
                  <c:v>73.792052999999996</c:v>
                </c:pt>
                <c:pt idx="1352">
                  <c:v>74.051536999999996</c:v>
                </c:pt>
                <c:pt idx="1353">
                  <c:v>74.247398000000004</c:v>
                </c:pt>
                <c:pt idx="1354">
                  <c:v>74.390251000000006</c:v>
                </c:pt>
                <c:pt idx="1355">
                  <c:v>74.542441999999994</c:v>
                </c:pt>
                <c:pt idx="1356">
                  <c:v>74.799239999999998</c:v>
                </c:pt>
                <c:pt idx="1357">
                  <c:v>74.973633000000007</c:v>
                </c:pt>
                <c:pt idx="1358">
                  <c:v>74.992310000000003</c:v>
                </c:pt>
                <c:pt idx="1359">
                  <c:v>75.059105000000002</c:v>
                </c:pt>
                <c:pt idx="1360">
                  <c:v>75.213202999999993</c:v>
                </c:pt>
                <c:pt idx="1361">
                  <c:v>75.371116999999998</c:v>
                </c:pt>
                <c:pt idx="1362">
                  <c:v>75.602256999999994</c:v>
                </c:pt>
                <c:pt idx="1363">
                  <c:v>75.910713000000001</c:v>
                </c:pt>
                <c:pt idx="1364">
                  <c:v>76.242058</c:v>
                </c:pt>
                <c:pt idx="1365">
                  <c:v>76.591460999999995</c:v>
                </c:pt>
                <c:pt idx="1366">
                  <c:v>76.949959000000007</c:v>
                </c:pt>
                <c:pt idx="1367">
                  <c:v>77.232474999999994</c:v>
                </c:pt>
                <c:pt idx="1368">
                  <c:v>77.443489</c:v>
                </c:pt>
                <c:pt idx="1369">
                  <c:v>77.57029</c:v>
                </c:pt>
                <c:pt idx="1370">
                  <c:v>77.573707999999996</c:v>
                </c:pt>
                <c:pt idx="1371">
                  <c:v>77.462378999999999</c:v>
                </c:pt>
                <c:pt idx="1372">
                  <c:v>77.307036999999994</c:v>
                </c:pt>
                <c:pt idx="1373">
                  <c:v>77.201637000000005</c:v>
                </c:pt>
                <c:pt idx="1374">
                  <c:v>77.239433000000005</c:v>
                </c:pt>
                <c:pt idx="1375">
                  <c:v>77.302345000000003</c:v>
                </c:pt>
                <c:pt idx="1376">
                  <c:v>77.308197000000007</c:v>
                </c:pt>
                <c:pt idx="1377">
                  <c:v>77.192245</c:v>
                </c:pt>
                <c:pt idx="1378">
                  <c:v>76.795890999999997</c:v>
                </c:pt>
                <c:pt idx="1379">
                  <c:v>76.312659999999994</c:v>
                </c:pt>
                <c:pt idx="1380">
                  <c:v>76.070044999999993</c:v>
                </c:pt>
                <c:pt idx="1381">
                  <c:v>75.989067000000006</c:v>
                </c:pt>
                <c:pt idx="1382">
                  <c:v>76.050681999999995</c:v>
                </c:pt>
                <c:pt idx="1383">
                  <c:v>76.193031000000005</c:v>
                </c:pt>
                <c:pt idx="1384">
                  <c:v>76.295012999999997</c:v>
                </c:pt>
                <c:pt idx="1385">
                  <c:v>76.321854000000002</c:v>
                </c:pt>
                <c:pt idx="1386">
                  <c:v>76.329552000000007</c:v>
                </c:pt>
                <c:pt idx="1387">
                  <c:v>76.386139</c:v>
                </c:pt>
                <c:pt idx="1388">
                  <c:v>76.471976999999995</c:v>
                </c:pt>
                <c:pt idx="1389">
                  <c:v>76.528473000000005</c:v>
                </c:pt>
                <c:pt idx="1390">
                  <c:v>76.544891000000007</c:v>
                </c:pt>
                <c:pt idx="1391">
                  <c:v>76.556213</c:v>
                </c:pt>
                <c:pt idx="1392">
                  <c:v>76.561058000000003</c:v>
                </c:pt>
                <c:pt idx="1393">
                  <c:v>76.543350000000004</c:v>
                </c:pt>
                <c:pt idx="1394">
                  <c:v>76.454536000000004</c:v>
                </c:pt>
                <c:pt idx="1395">
                  <c:v>76.191993999999994</c:v>
                </c:pt>
                <c:pt idx="1396">
                  <c:v>75.743729000000002</c:v>
                </c:pt>
                <c:pt idx="1397">
                  <c:v>75.206146000000004</c:v>
                </c:pt>
                <c:pt idx="1398">
                  <c:v>74.687706000000006</c:v>
                </c:pt>
                <c:pt idx="1399">
                  <c:v>74.280113</c:v>
                </c:pt>
                <c:pt idx="1400">
                  <c:v>74.049499999999995</c:v>
                </c:pt>
                <c:pt idx="1401">
                  <c:v>73.926108999999997</c:v>
                </c:pt>
                <c:pt idx="1402">
                  <c:v>73.825644999999994</c:v>
                </c:pt>
                <c:pt idx="1403">
                  <c:v>73.849959999999996</c:v>
                </c:pt>
                <c:pt idx="1404">
                  <c:v>73.971069</c:v>
                </c:pt>
                <c:pt idx="1405">
                  <c:v>74.066237999999998</c:v>
                </c:pt>
                <c:pt idx="1406">
                  <c:v>74.192695999999998</c:v>
                </c:pt>
                <c:pt idx="1407">
                  <c:v>74.517982000000003</c:v>
                </c:pt>
                <c:pt idx="1408">
                  <c:v>74.974830999999995</c:v>
                </c:pt>
                <c:pt idx="1409">
                  <c:v>75.361030999999997</c:v>
                </c:pt>
                <c:pt idx="1410">
                  <c:v>75.592063999999993</c:v>
                </c:pt>
                <c:pt idx="1411">
                  <c:v>75.701515000000001</c:v>
                </c:pt>
                <c:pt idx="1412">
                  <c:v>75.739861000000005</c:v>
                </c:pt>
                <c:pt idx="1413">
                  <c:v>75.793243000000004</c:v>
                </c:pt>
                <c:pt idx="1414">
                  <c:v>75.972335999999999</c:v>
                </c:pt>
                <c:pt idx="1415">
                  <c:v>76.168777000000006</c:v>
                </c:pt>
                <c:pt idx="1416">
                  <c:v>76.298439000000002</c:v>
                </c:pt>
                <c:pt idx="1417">
                  <c:v>76.272330999999994</c:v>
                </c:pt>
                <c:pt idx="1418">
                  <c:v>76.140159999999995</c:v>
                </c:pt>
                <c:pt idx="1419">
                  <c:v>76.037841999999998</c:v>
                </c:pt>
                <c:pt idx="1420">
                  <c:v>76.050017999999994</c:v>
                </c:pt>
                <c:pt idx="1421">
                  <c:v>76.083656000000005</c:v>
                </c:pt>
                <c:pt idx="1422">
                  <c:v>76.157425000000003</c:v>
                </c:pt>
                <c:pt idx="1423">
                  <c:v>76.358276000000004</c:v>
                </c:pt>
                <c:pt idx="1424">
                  <c:v>76.644478000000007</c:v>
                </c:pt>
                <c:pt idx="1425">
                  <c:v>76.915740999999997</c:v>
                </c:pt>
                <c:pt idx="1426">
                  <c:v>77.084014999999994</c:v>
                </c:pt>
                <c:pt idx="1427">
                  <c:v>77.131316999999996</c:v>
                </c:pt>
                <c:pt idx="1428">
                  <c:v>77.089157</c:v>
                </c:pt>
                <c:pt idx="1429">
                  <c:v>76.957924000000006</c:v>
                </c:pt>
                <c:pt idx="1430">
                  <c:v>76.834671</c:v>
                </c:pt>
                <c:pt idx="1431">
                  <c:v>76.742928000000006</c:v>
                </c:pt>
                <c:pt idx="1432">
                  <c:v>76.661574999999999</c:v>
                </c:pt>
                <c:pt idx="1433">
                  <c:v>76.601806999999994</c:v>
                </c:pt>
                <c:pt idx="1434">
                  <c:v>76.578406999999999</c:v>
                </c:pt>
                <c:pt idx="1435">
                  <c:v>76.639626000000007</c:v>
                </c:pt>
                <c:pt idx="1436">
                  <c:v>76.835967999999994</c:v>
                </c:pt>
                <c:pt idx="1437">
                  <c:v>77.120102000000003</c:v>
                </c:pt>
                <c:pt idx="1438">
                  <c:v>77.347153000000006</c:v>
                </c:pt>
                <c:pt idx="1439">
                  <c:v>77.538414000000003</c:v>
                </c:pt>
                <c:pt idx="1440">
                  <c:v>77.753692999999998</c:v>
                </c:pt>
                <c:pt idx="1441">
                  <c:v>77.946288999999993</c:v>
                </c:pt>
                <c:pt idx="1442">
                  <c:v>78.111098999999996</c:v>
                </c:pt>
                <c:pt idx="1443">
                  <c:v>78.248137999999997</c:v>
                </c:pt>
                <c:pt idx="1444">
                  <c:v>78.389626000000007</c:v>
                </c:pt>
                <c:pt idx="1445">
                  <c:v>78.555222000000001</c:v>
                </c:pt>
                <c:pt idx="1446">
                  <c:v>78.673462000000001</c:v>
                </c:pt>
                <c:pt idx="1447">
                  <c:v>78.754379</c:v>
                </c:pt>
                <c:pt idx="1448">
                  <c:v>78.843604999999997</c:v>
                </c:pt>
                <c:pt idx="1449">
                  <c:v>78.951560999999998</c:v>
                </c:pt>
                <c:pt idx="1450">
                  <c:v>79.072258000000005</c:v>
                </c:pt>
                <c:pt idx="1451">
                  <c:v>79.167618000000004</c:v>
                </c:pt>
                <c:pt idx="1452">
                  <c:v>79.222160000000002</c:v>
                </c:pt>
                <c:pt idx="1453">
                  <c:v>79.225380000000001</c:v>
                </c:pt>
                <c:pt idx="1454">
                  <c:v>79.185958999999997</c:v>
                </c:pt>
                <c:pt idx="1455">
                  <c:v>79.131125999999995</c:v>
                </c:pt>
                <c:pt idx="1456">
                  <c:v>79.081680000000006</c:v>
                </c:pt>
                <c:pt idx="1457">
                  <c:v>79.017273000000003</c:v>
                </c:pt>
                <c:pt idx="1458">
                  <c:v>78.910561000000001</c:v>
                </c:pt>
                <c:pt idx="1459">
                  <c:v>78.728806000000006</c:v>
                </c:pt>
                <c:pt idx="1460">
                  <c:v>78.532188000000005</c:v>
                </c:pt>
                <c:pt idx="1461">
                  <c:v>78.390884</c:v>
                </c:pt>
                <c:pt idx="1462">
                  <c:v>78.241173000000003</c:v>
                </c:pt>
                <c:pt idx="1463">
                  <c:v>77.994124999999997</c:v>
                </c:pt>
                <c:pt idx="1464">
                  <c:v>77.676231000000001</c:v>
                </c:pt>
                <c:pt idx="1465">
                  <c:v>77.396377999999999</c:v>
                </c:pt>
                <c:pt idx="1466">
                  <c:v>77.204063000000005</c:v>
                </c:pt>
                <c:pt idx="1467">
                  <c:v>77.125861999999998</c:v>
                </c:pt>
                <c:pt idx="1468">
                  <c:v>77.082145999999995</c:v>
                </c:pt>
                <c:pt idx="1469">
                  <c:v>77.060654</c:v>
                </c:pt>
                <c:pt idx="1470">
                  <c:v>77.120452999999998</c:v>
                </c:pt>
                <c:pt idx="1471">
                  <c:v>77.249770999999996</c:v>
                </c:pt>
                <c:pt idx="1472">
                  <c:v>77.410270999999995</c:v>
                </c:pt>
                <c:pt idx="1473">
                  <c:v>77.577866</c:v>
                </c:pt>
                <c:pt idx="1474">
                  <c:v>77.733352999999994</c:v>
                </c:pt>
                <c:pt idx="1475">
                  <c:v>77.835494999999995</c:v>
                </c:pt>
                <c:pt idx="1476">
                  <c:v>77.831528000000006</c:v>
                </c:pt>
                <c:pt idx="1477">
                  <c:v>77.798491999999996</c:v>
                </c:pt>
                <c:pt idx="1478">
                  <c:v>77.804192</c:v>
                </c:pt>
                <c:pt idx="1479">
                  <c:v>77.811599999999999</c:v>
                </c:pt>
                <c:pt idx="1480">
                  <c:v>77.860778999999994</c:v>
                </c:pt>
                <c:pt idx="1481">
                  <c:v>77.907844999999995</c:v>
                </c:pt>
                <c:pt idx="1482">
                  <c:v>77.910247999999996</c:v>
                </c:pt>
                <c:pt idx="1483">
                  <c:v>77.836472000000001</c:v>
                </c:pt>
                <c:pt idx="1484">
                  <c:v>77.713058000000004</c:v>
                </c:pt>
                <c:pt idx="1485">
                  <c:v>77.599045000000004</c:v>
                </c:pt>
                <c:pt idx="1486">
                  <c:v>77.542366000000001</c:v>
                </c:pt>
                <c:pt idx="1487">
                  <c:v>77.553855999999996</c:v>
                </c:pt>
                <c:pt idx="1488">
                  <c:v>77.557365000000004</c:v>
                </c:pt>
                <c:pt idx="1489">
                  <c:v>77.679405000000003</c:v>
                </c:pt>
                <c:pt idx="1490">
                  <c:v>77.803413000000006</c:v>
                </c:pt>
                <c:pt idx="1491">
                  <c:v>77.888762999999997</c:v>
                </c:pt>
                <c:pt idx="1492">
                  <c:v>77.957877999999994</c:v>
                </c:pt>
                <c:pt idx="1493">
                  <c:v>77.918250999999998</c:v>
                </c:pt>
                <c:pt idx="1494">
                  <c:v>77.835846000000004</c:v>
                </c:pt>
                <c:pt idx="1495">
                  <c:v>77.799499999999995</c:v>
                </c:pt>
                <c:pt idx="1496">
                  <c:v>77.838684000000001</c:v>
                </c:pt>
                <c:pt idx="1497">
                  <c:v>77.967667000000006</c:v>
                </c:pt>
                <c:pt idx="1498">
                  <c:v>78.094986000000006</c:v>
                </c:pt>
                <c:pt idx="1499">
                  <c:v>78.141457000000003</c:v>
                </c:pt>
                <c:pt idx="1500">
                  <c:v>78.106575000000007</c:v>
                </c:pt>
                <c:pt idx="1501">
                  <c:v>78.029426999999998</c:v>
                </c:pt>
                <c:pt idx="1502">
                  <c:v>77.936301999999998</c:v>
                </c:pt>
                <c:pt idx="1503">
                  <c:v>77.811363</c:v>
                </c:pt>
                <c:pt idx="1504">
                  <c:v>77.704147000000006</c:v>
                </c:pt>
                <c:pt idx="1505">
                  <c:v>77.578743000000003</c:v>
                </c:pt>
                <c:pt idx="1506">
                  <c:v>77.436515999999997</c:v>
                </c:pt>
                <c:pt idx="1507">
                  <c:v>77.320708999999994</c:v>
                </c:pt>
                <c:pt idx="1508">
                  <c:v>77.242469999999997</c:v>
                </c:pt>
                <c:pt idx="1509">
                  <c:v>77.134360999999998</c:v>
                </c:pt>
                <c:pt idx="1510">
                  <c:v>77.007339000000002</c:v>
                </c:pt>
                <c:pt idx="1511">
                  <c:v>76.880347999999998</c:v>
                </c:pt>
                <c:pt idx="1512">
                  <c:v>76.759872000000001</c:v>
                </c:pt>
                <c:pt idx="1513">
                  <c:v>76.654724000000002</c:v>
                </c:pt>
                <c:pt idx="1514">
                  <c:v>76.516364999999993</c:v>
                </c:pt>
                <c:pt idx="1515">
                  <c:v>76.281814999999995</c:v>
                </c:pt>
                <c:pt idx="1516">
                  <c:v>76.040358999999995</c:v>
                </c:pt>
                <c:pt idx="1517">
                  <c:v>75.939064000000002</c:v>
                </c:pt>
                <c:pt idx="1518">
                  <c:v>75.891936999999999</c:v>
                </c:pt>
                <c:pt idx="1519">
                  <c:v>75.800438</c:v>
                </c:pt>
                <c:pt idx="1520">
                  <c:v>75.665854999999993</c:v>
                </c:pt>
                <c:pt idx="1521">
                  <c:v>75.478249000000005</c:v>
                </c:pt>
                <c:pt idx="1522">
                  <c:v>75.297545999999997</c:v>
                </c:pt>
                <c:pt idx="1523">
                  <c:v>75.152137999999994</c:v>
                </c:pt>
                <c:pt idx="1524">
                  <c:v>74.983749000000003</c:v>
                </c:pt>
                <c:pt idx="1525">
                  <c:v>74.849365000000006</c:v>
                </c:pt>
                <c:pt idx="1526">
                  <c:v>74.755782999999994</c:v>
                </c:pt>
                <c:pt idx="1527">
                  <c:v>74.711997999999994</c:v>
                </c:pt>
                <c:pt idx="1528">
                  <c:v>74.662261999999998</c:v>
                </c:pt>
                <c:pt idx="1529">
                  <c:v>74.511627000000004</c:v>
                </c:pt>
                <c:pt idx="1530">
                  <c:v>74.345268000000004</c:v>
                </c:pt>
                <c:pt idx="1531">
                  <c:v>74.245407</c:v>
                </c:pt>
                <c:pt idx="1532">
                  <c:v>74.292343000000002</c:v>
                </c:pt>
                <c:pt idx="1533">
                  <c:v>74.477447999999995</c:v>
                </c:pt>
                <c:pt idx="1534">
                  <c:v>74.596710000000002</c:v>
                </c:pt>
                <c:pt idx="1535">
                  <c:v>74.624046000000007</c:v>
                </c:pt>
                <c:pt idx="1536">
                  <c:v>74.580123999999998</c:v>
                </c:pt>
                <c:pt idx="1537">
                  <c:v>74.494011</c:v>
                </c:pt>
                <c:pt idx="1538">
                  <c:v>74.512619000000001</c:v>
                </c:pt>
                <c:pt idx="1539">
                  <c:v>74.626198000000002</c:v>
                </c:pt>
                <c:pt idx="1540">
                  <c:v>74.708748</c:v>
                </c:pt>
                <c:pt idx="1541">
                  <c:v>74.665154000000001</c:v>
                </c:pt>
                <c:pt idx="1542">
                  <c:v>74.524826000000004</c:v>
                </c:pt>
                <c:pt idx="1543">
                  <c:v>74.357192999999995</c:v>
                </c:pt>
                <c:pt idx="1544">
                  <c:v>74.275833000000006</c:v>
                </c:pt>
                <c:pt idx="1545">
                  <c:v>74.300194000000005</c:v>
                </c:pt>
                <c:pt idx="1546">
                  <c:v>74.393653999999998</c:v>
                </c:pt>
                <c:pt idx="1547">
                  <c:v>74.496619999999993</c:v>
                </c:pt>
                <c:pt idx="1548">
                  <c:v>74.657157999999995</c:v>
                </c:pt>
                <c:pt idx="1549">
                  <c:v>74.862915000000001</c:v>
                </c:pt>
                <c:pt idx="1550">
                  <c:v>75.035315999999995</c:v>
                </c:pt>
                <c:pt idx="1551">
                  <c:v>75.124954000000002</c:v>
                </c:pt>
                <c:pt idx="1552">
                  <c:v>75.132851000000002</c:v>
                </c:pt>
                <c:pt idx="1553">
                  <c:v>75.173957999999999</c:v>
                </c:pt>
                <c:pt idx="1554">
                  <c:v>75.206573000000006</c:v>
                </c:pt>
                <c:pt idx="1555">
                  <c:v>75.286773999999994</c:v>
                </c:pt>
                <c:pt idx="1556">
                  <c:v>75.384429999999995</c:v>
                </c:pt>
                <c:pt idx="1557">
                  <c:v>75.489898999999994</c:v>
                </c:pt>
                <c:pt idx="1558">
                  <c:v>75.677147000000005</c:v>
                </c:pt>
                <c:pt idx="1559">
                  <c:v>75.873558000000003</c:v>
                </c:pt>
                <c:pt idx="1560">
                  <c:v>76.043327000000005</c:v>
                </c:pt>
                <c:pt idx="1561">
                  <c:v>76.042366000000001</c:v>
                </c:pt>
                <c:pt idx="1562">
                  <c:v>75.972228999999999</c:v>
                </c:pt>
                <c:pt idx="1563">
                  <c:v>75.873085000000003</c:v>
                </c:pt>
                <c:pt idx="1564">
                  <c:v>75.883972</c:v>
                </c:pt>
                <c:pt idx="1565">
                  <c:v>76.093102000000002</c:v>
                </c:pt>
                <c:pt idx="1566">
                  <c:v>76.401748999999995</c:v>
                </c:pt>
                <c:pt idx="1567">
                  <c:v>76.783896999999996</c:v>
                </c:pt>
                <c:pt idx="1568">
                  <c:v>77.075515999999993</c:v>
                </c:pt>
                <c:pt idx="1569">
                  <c:v>77.258492000000004</c:v>
                </c:pt>
                <c:pt idx="1570">
                  <c:v>77.417197999999999</c:v>
                </c:pt>
                <c:pt idx="1571">
                  <c:v>77.574966000000003</c:v>
                </c:pt>
                <c:pt idx="1572">
                  <c:v>77.708618000000001</c:v>
                </c:pt>
                <c:pt idx="1573">
                  <c:v>77.906486999999998</c:v>
                </c:pt>
                <c:pt idx="1574">
                  <c:v>78.134215999999995</c:v>
                </c:pt>
                <c:pt idx="1575">
                  <c:v>78.290062000000006</c:v>
                </c:pt>
                <c:pt idx="1576">
                  <c:v>78.463286999999994</c:v>
                </c:pt>
                <c:pt idx="1577">
                  <c:v>78.694243999999998</c:v>
                </c:pt>
                <c:pt idx="1578">
                  <c:v>78.850716000000006</c:v>
                </c:pt>
                <c:pt idx="1579">
                  <c:v>78.858909999999995</c:v>
                </c:pt>
                <c:pt idx="1580">
                  <c:v>78.783851999999996</c:v>
                </c:pt>
                <c:pt idx="1581">
                  <c:v>78.707153000000005</c:v>
                </c:pt>
                <c:pt idx="1582">
                  <c:v>78.642677000000006</c:v>
                </c:pt>
                <c:pt idx="1583">
                  <c:v>78.623558000000003</c:v>
                </c:pt>
                <c:pt idx="1584">
                  <c:v>78.666138000000004</c:v>
                </c:pt>
                <c:pt idx="1585">
                  <c:v>78.783034999999998</c:v>
                </c:pt>
                <c:pt idx="1586">
                  <c:v>78.881889000000001</c:v>
                </c:pt>
                <c:pt idx="1587">
                  <c:v>78.894638</c:v>
                </c:pt>
                <c:pt idx="1588">
                  <c:v>78.809471000000002</c:v>
                </c:pt>
                <c:pt idx="1589">
                  <c:v>78.690712000000005</c:v>
                </c:pt>
                <c:pt idx="1590">
                  <c:v>78.598456999999996</c:v>
                </c:pt>
                <c:pt idx="1591">
                  <c:v>78.540824999999998</c:v>
                </c:pt>
                <c:pt idx="1592">
                  <c:v>78.533737000000002</c:v>
                </c:pt>
                <c:pt idx="1593">
                  <c:v>78.574753000000001</c:v>
                </c:pt>
                <c:pt idx="1594">
                  <c:v>78.662291999999994</c:v>
                </c:pt>
                <c:pt idx="1595">
                  <c:v>78.786522000000005</c:v>
                </c:pt>
                <c:pt idx="1596">
                  <c:v>78.865455999999995</c:v>
                </c:pt>
                <c:pt idx="1597">
                  <c:v>78.872330000000005</c:v>
                </c:pt>
                <c:pt idx="1598">
                  <c:v>78.835976000000002</c:v>
                </c:pt>
                <c:pt idx="1599">
                  <c:v>78.760955999999993</c:v>
                </c:pt>
                <c:pt idx="1600">
                  <c:v>78.662941000000004</c:v>
                </c:pt>
                <c:pt idx="1601">
                  <c:v>78.541092000000006</c:v>
                </c:pt>
                <c:pt idx="1602">
                  <c:v>78.402985000000001</c:v>
                </c:pt>
                <c:pt idx="1603">
                  <c:v>78.315971000000005</c:v>
                </c:pt>
                <c:pt idx="1604">
                  <c:v>78.184296000000003</c:v>
                </c:pt>
                <c:pt idx="1605">
                  <c:v>78.009726999999998</c:v>
                </c:pt>
                <c:pt idx="1606">
                  <c:v>77.843086</c:v>
                </c:pt>
                <c:pt idx="1607">
                  <c:v>77.750214</c:v>
                </c:pt>
                <c:pt idx="1608">
                  <c:v>77.602485999999999</c:v>
                </c:pt>
                <c:pt idx="1609">
                  <c:v>77.512642</c:v>
                </c:pt>
                <c:pt idx="1610">
                  <c:v>77.432822999999999</c:v>
                </c:pt>
                <c:pt idx="1611">
                  <c:v>77.491874999999993</c:v>
                </c:pt>
                <c:pt idx="1612">
                  <c:v>77.628105000000005</c:v>
                </c:pt>
                <c:pt idx="1613">
                  <c:v>77.769272000000001</c:v>
                </c:pt>
                <c:pt idx="1614">
                  <c:v>77.867087999999995</c:v>
                </c:pt>
                <c:pt idx="1615">
                  <c:v>78.019752999999994</c:v>
                </c:pt>
                <c:pt idx="1616">
                  <c:v>78.320633000000001</c:v>
                </c:pt>
                <c:pt idx="1617">
                  <c:v>78.672150000000002</c:v>
                </c:pt>
                <c:pt idx="1618">
                  <c:v>78.878119999999996</c:v>
                </c:pt>
                <c:pt idx="1619">
                  <c:v>78.948120000000003</c:v>
                </c:pt>
                <c:pt idx="1620">
                  <c:v>78.972838999999993</c:v>
                </c:pt>
                <c:pt idx="1621">
                  <c:v>78.981055999999995</c:v>
                </c:pt>
                <c:pt idx="1622">
                  <c:v>78.979461999999998</c:v>
                </c:pt>
                <c:pt idx="1623">
                  <c:v>78.970626999999993</c:v>
                </c:pt>
                <c:pt idx="1624">
                  <c:v>79.023369000000002</c:v>
                </c:pt>
                <c:pt idx="1625">
                  <c:v>79.137634000000006</c:v>
                </c:pt>
                <c:pt idx="1626">
                  <c:v>79.260589999999993</c:v>
                </c:pt>
                <c:pt idx="1627">
                  <c:v>79.399688999999995</c:v>
                </c:pt>
                <c:pt idx="1628">
                  <c:v>79.558525000000003</c:v>
                </c:pt>
                <c:pt idx="1629">
                  <c:v>79.634879999999995</c:v>
                </c:pt>
                <c:pt idx="1630">
                  <c:v>79.606078999999994</c:v>
                </c:pt>
                <c:pt idx="1631">
                  <c:v>79.503433000000001</c:v>
                </c:pt>
                <c:pt idx="1632">
                  <c:v>79.474945000000005</c:v>
                </c:pt>
                <c:pt idx="1633">
                  <c:v>79.500938000000005</c:v>
                </c:pt>
                <c:pt idx="1634">
                  <c:v>79.639495999999994</c:v>
                </c:pt>
                <c:pt idx="1635">
                  <c:v>79.923721</c:v>
                </c:pt>
                <c:pt idx="1636">
                  <c:v>80.199196000000001</c:v>
                </c:pt>
                <c:pt idx="1637">
                  <c:v>80.472274999999996</c:v>
                </c:pt>
                <c:pt idx="1638">
                  <c:v>80.767386999999999</c:v>
                </c:pt>
                <c:pt idx="1639">
                  <c:v>81.041031000000004</c:v>
                </c:pt>
                <c:pt idx="1640">
                  <c:v>81.363945000000001</c:v>
                </c:pt>
                <c:pt idx="1641">
                  <c:v>81.832747999999995</c:v>
                </c:pt>
                <c:pt idx="1642">
                  <c:v>82.073409999999996</c:v>
                </c:pt>
                <c:pt idx="1643">
                  <c:v>82.312552999999994</c:v>
                </c:pt>
                <c:pt idx="1644">
                  <c:v>82.536582999999993</c:v>
                </c:pt>
                <c:pt idx="1645">
                  <c:v>82.459479999999999</c:v>
                </c:pt>
                <c:pt idx="1646">
                  <c:v>82.347542000000004</c:v>
                </c:pt>
                <c:pt idx="1647">
                  <c:v>82.202652</c:v>
                </c:pt>
                <c:pt idx="1648">
                  <c:v>82.080535999999995</c:v>
                </c:pt>
                <c:pt idx="1649">
                  <c:v>81.994949000000005</c:v>
                </c:pt>
                <c:pt idx="1650">
                  <c:v>81.895522999999997</c:v>
                </c:pt>
                <c:pt idx="1651">
                  <c:v>81.799377000000007</c:v>
                </c:pt>
                <c:pt idx="1652">
                  <c:v>81.753676999999996</c:v>
                </c:pt>
                <c:pt idx="1653">
                  <c:v>81.673430999999994</c:v>
                </c:pt>
                <c:pt idx="1654">
                  <c:v>81.518494000000004</c:v>
                </c:pt>
                <c:pt idx="1655">
                  <c:v>81.399780000000007</c:v>
                </c:pt>
                <c:pt idx="1656">
                  <c:v>81.402771000000001</c:v>
                </c:pt>
                <c:pt idx="1657">
                  <c:v>81.542854000000005</c:v>
                </c:pt>
                <c:pt idx="1658">
                  <c:v>81.806174999999996</c:v>
                </c:pt>
                <c:pt idx="1659">
                  <c:v>82.104538000000005</c:v>
                </c:pt>
                <c:pt idx="1660">
                  <c:v>82.365043999999997</c:v>
                </c:pt>
                <c:pt idx="1661">
                  <c:v>82.591651999999996</c:v>
                </c:pt>
                <c:pt idx="1662">
                  <c:v>82.764381</c:v>
                </c:pt>
                <c:pt idx="1663">
                  <c:v>82.861801</c:v>
                </c:pt>
                <c:pt idx="1664">
                  <c:v>82.925231999999994</c:v>
                </c:pt>
                <c:pt idx="1665">
                  <c:v>83.057509999999994</c:v>
                </c:pt>
                <c:pt idx="1666">
                  <c:v>83.270966000000001</c:v>
                </c:pt>
                <c:pt idx="1667">
                  <c:v>83.554642000000001</c:v>
                </c:pt>
                <c:pt idx="1668">
                  <c:v>83.854957999999996</c:v>
                </c:pt>
                <c:pt idx="1669">
                  <c:v>84.118995999999996</c:v>
                </c:pt>
                <c:pt idx="1670">
                  <c:v>84.376334999999997</c:v>
                </c:pt>
                <c:pt idx="1671">
                  <c:v>84.633644000000004</c:v>
                </c:pt>
                <c:pt idx="1672">
                  <c:v>84.922873999999993</c:v>
                </c:pt>
                <c:pt idx="1673">
                  <c:v>85.210785000000001</c:v>
                </c:pt>
                <c:pt idx="1674">
                  <c:v>85.456253000000004</c:v>
                </c:pt>
                <c:pt idx="1675">
                  <c:v>85.655524999999997</c:v>
                </c:pt>
                <c:pt idx="1676">
                  <c:v>85.807311999999996</c:v>
                </c:pt>
                <c:pt idx="1677">
                  <c:v>85.919235</c:v>
                </c:pt>
                <c:pt idx="1678">
                  <c:v>85.976310999999995</c:v>
                </c:pt>
                <c:pt idx="1679">
                  <c:v>86.047882000000001</c:v>
                </c:pt>
                <c:pt idx="1680">
                  <c:v>86.094764999999995</c:v>
                </c:pt>
                <c:pt idx="1681">
                  <c:v>86.028557000000006</c:v>
                </c:pt>
                <c:pt idx="1682">
                  <c:v>85.981978999999995</c:v>
                </c:pt>
                <c:pt idx="1683">
                  <c:v>86.002692999999994</c:v>
                </c:pt>
                <c:pt idx="1684">
                  <c:v>85.997185000000002</c:v>
                </c:pt>
                <c:pt idx="1685">
                  <c:v>85.972144999999998</c:v>
                </c:pt>
                <c:pt idx="1686">
                  <c:v>85.881882000000004</c:v>
                </c:pt>
                <c:pt idx="1687">
                  <c:v>85.592712000000006</c:v>
                </c:pt>
                <c:pt idx="1688">
                  <c:v>85.180724999999995</c:v>
                </c:pt>
                <c:pt idx="1689">
                  <c:v>84.78331</c:v>
                </c:pt>
                <c:pt idx="1690">
                  <c:v>84.486373999999998</c:v>
                </c:pt>
                <c:pt idx="1691">
                  <c:v>84.340416000000005</c:v>
                </c:pt>
                <c:pt idx="1692">
                  <c:v>84.318245000000005</c:v>
                </c:pt>
                <c:pt idx="1693">
                  <c:v>84.392487000000003</c:v>
                </c:pt>
                <c:pt idx="1694">
                  <c:v>84.517455999999996</c:v>
                </c:pt>
                <c:pt idx="1695">
                  <c:v>84.641632000000001</c:v>
                </c:pt>
                <c:pt idx="1696">
                  <c:v>84.699684000000005</c:v>
                </c:pt>
                <c:pt idx="1697">
                  <c:v>84.686995999999994</c:v>
                </c:pt>
                <c:pt idx="1698">
                  <c:v>84.655296000000007</c:v>
                </c:pt>
                <c:pt idx="1699">
                  <c:v>82.534949999999995</c:v>
                </c:pt>
                <c:pt idx="1700">
                  <c:v>82.393707000000006</c:v>
                </c:pt>
                <c:pt idx="1701">
                  <c:v>82.699944000000002</c:v>
                </c:pt>
                <c:pt idx="1702">
                  <c:v>83.224007</c:v>
                </c:pt>
                <c:pt idx="1703">
                  <c:v>83.848236</c:v>
                </c:pt>
                <c:pt idx="1704">
                  <c:v>84.531424999999999</c:v>
                </c:pt>
                <c:pt idx="1705">
                  <c:v>85.222785999999999</c:v>
                </c:pt>
                <c:pt idx="1706">
                  <c:v>85.924537999999998</c:v>
                </c:pt>
                <c:pt idx="1707">
                  <c:v>86.532684000000003</c:v>
                </c:pt>
                <c:pt idx="1708">
                  <c:v>87.009048000000007</c:v>
                </c:pt>
                <c:pt idx="1709">
                  <c:v>87.416991999999993</c:v>
                </c:pt>
                <c:pt idx="1710">
                  <c:v>87.769919999999999</c:v>
                </c:pt>
                <c:pt idx="1711">
                  <c:v>88.031479000000004</c:v>
                </c:pt>
                <c:pt idx="1712">
                  <c:v>88.244811999999996</c:v>
                </c:pt>
                <c:pt idx="1713">
                  <c:v>88.375420000000005</c:v>
                </c:pt>
                <c:pt idx="1714">
                  <c:v>88.340675000000005</c:v>
                </c:pt>
                <c:pt idx="1715">
                  <c:v>88.160072</c:v>
                </c:pt>
                <c:pt idx="1716">
                  <c:v>87.944243999999998</c:v>
                </c:pt>
                <c:pt idx="1717">
                  <c:v>87.746482999999998</c:v>
                </c:pt>
                <c:pt idx="1718">
                  <c:v>87.540572999999995</c:v>
                </c:pt>
                <c:pt idx="1719">
                  <c:v>87.367767000000001</c:v>
                </c:pt>
                <c:pt idx="1720">
                  <c:v>87.279670999999993</c:v>
                </c:pt>
                <c:pt idx="1721">
                  <c:v>87.269485000000003</c:v>
                </c:pt>
                <c:pt idx="1722">
                  <c:v>87.320847000000001</c:v>
                </c:pt>
                <c:pt idx="1723">
                  <c:v>87.351364000000004</c:v>
                </c:pt>
                <c:pt idx="1724">
                  <c:v>87.388596000000007</c:v>
                </c:pt>
                <c:pt idx="1725">
                  <c:v>87.516189999999995</c:v>
                </c:pt>
                <c:pt idx="1726">
                  <c:v>87.753631999999996</c:v>
                </c:pt>
                <c:pt idx="1727">
                  <c:v>88.03331</c:v>
                </c:pt>
                <c:pt idx="1728">
                  <c:v>88.284424000000001</c:v>
                </c:pt>
                <c:pt idx="1729">
                  <c:v>88.482787999999999</c:v>
                </c:pt>
                <c:pt idx="1730">
                  <c:v>88.553168999999997</c:v>
                </c:pt>
                <c:pt idx="1731">
                  <c:v>88.536308000000005</c:v>
                </c:pt>
                <c:pt idx="1732">
                  <c:v>88.551124999999999</c:v>
                </c:pt>
                <c:pt idx="1733">
                  <c:v>88.606583000000001</c:v>
                </c:pt>
                <c:pt idx="1734">
                  <c:v>88.658714000000003</c:v>
                </c:pt>
                <c:pt idx="1735">
                  <c:v>88.694229000000007</c:v>
                </c:pt>
                <c:pt idx="1736">
                  <c:v>88.716971999999998</c:v>
                </c:pt>
                <c:pt idx="1737">
                  <c:v>88.788184999999999</c:v>
                </c:pt>
                <c:pt idx="1738">
                  <c:v>88.890404000000004</c:v>
                </c:pt>
                <c:pt idx="1739">
                  <c:v>88.939612999999994</c:v>
                </c:pt>
                <c:pt idx="1740">
                  <c:v>88.872405999999998</c:v>
                </c:pt>
                <c:pt idx="1741">
                  <c:v>88.675362000000007</c:v>
                </c:pt>
                <c:pt idx="1742">
                  <c:v>88.431861999999995</c:v>
                </c:pt>
                <c:pt idx="1743">
                  <c:v>88.223083000000003</c:v>
                </c:pt>
                <c:pt idx="1744">
                  <c:v>88.038398999999998</c:v>
                </c:pt>
                <c:pt idx="1745">
                  <c:v>87.912711999999999</c:v>
                </c:pt>
                <c:pt idx="1746">
                  <c:v>87.884979000000001</c:v>
                </c:pt>
                <c:pt idx="1747">
                  <c:v>87.898551999999995</c:v>
                </c:pt>
                <c:pt idx="1748">
                  <c:v>87.869643999999994</c:v>
                </c:pt>
                <c:pt idx="1749">
                  <c:v>87.811363</c:v>
                </c:pt>
                <c:pt idx="1750">
                  <c:v>87.761932000000002</c:v>
                </c:pt>
                <c:pt idx="1751">
                  <c:v>87.679503999999994</c:v>
                </c:pt>
                <c:pt idx="1752">
                  <c:v>87.508956999999995</c:v>
                </c:pt>
                <c:pt idx="1753">
                  <c:v>87.375998999999993</c:v>
                </c:pt>
                <c:pt idx="1754">
                  <c:v>87.260802999999996</c:v>
                </c:pt>
                <c:pt idx="1755">
                  <c:v>87.124816999999993</c:v>
                </c:pt>
                <c:pt idx="1756">
                  <c:v>86.897902999999999</c:v>
                </c:pt>
                <c:pt idx="1757">
                  <c:v>86.598350999999994</c:v>
                </c:pt>
                <c:pt idx="1758">
                  <c:v>86.272942</c:v>
                </c:pt>
                <c:pt idx="1759">
                  <c:v>85.921218999999994</c:v>
                </c:pt>
                <c:pt idx="1760">
                  <c:v>85.648285000000001</c:v>
                </c:pt>
                <c:pt idx="1761">
                  <c:v>85.583527000000004</c:v>
                </c:pt>
                <c:pt idx="1762">
                  <c:v>85.669212000000002</c:v>
                </c:pt>
                <c:pt idx="1763">
                  <c:v>85.781288000000004</c:v>
                </c:pt>
                <c:pt idx="1764">
                  <c:v>85.829993999999999</c:v>
                </c:pt>
                <c:pt idx="1765">
                  <c:v>85.874915999999999</c:v>
                </c:pt>
                <c:pt idx="1766">
                  <c:v>85.888557000000006</c:v>
                </c:pt>
                <c:pt idx="1767">
                  <c:v>85.752632000000006</c:v>
                </c:pt>
                <c:pt idx="1768">
                  <c:v>85.474936999999997</c:v>
                </c:pt>
                <c:pt idx="1769">
                  <c:v>85.203552000000002</c:v>
                </c:pt>
                <c:pt idx="1770">
                  <c:v>84.961601000000002</c:v>
                </c:pt>
                <c:pt idx="1771">
                  <c:v>84.731133</c:v>
                </c:pt>
                <c:pt idx="1772">
                  <c:v>84.527122000000006</c:v>
                </c:pt>
                <c:pt idx="1773">
                  <c:v>84.306434999999993</c:v>
                </c:pt>
                <c:pt idx="1774">
                  <c:v>84.091544999999996</c:v>
                </c:pt>
                <c:pt idx="1775">
                  <c:v>83.924239999999998</c:v>
                </c:pt>
                <c:pt idx="1776">
                  <c:v>83.779563999999993</c:v>
                </c:pt>
                <c:pt idx="1777">
                  <c:v>83.635375999999994</c:v>
                </c:pt>
                <c:pt idx="1778">
                  <c:v>83.583754999999996</c:v>
                </c:pt>
                <c:pt idx="1779">
                  <c:v>83.643196000000003</c:v>
                </c:pt>
                <c:pt idx="1780">
                  <c:v>83.720245000000006</c:v>
                </c:pt>
                <c:pt idx="1781">
                  <c:v>83.722938999999997</c:v>
                </c:pt>
                <c:pt idx="1782">
                  <c:v>83.61721</c:v>
                </c:pt>
                <c:pt idx="1783">
                  <c:v>83.487679</c:v>
                </c:pt>
                <c:pt idx="1784">
                  <c:v>83.359954999999999</c:v>
                </c:pt>
                <c:pt idx="1785">
                  <c:v>83.213577000000001</c:v>
                </c:pt>
                <c:pt idx="1786">
                  <c:v>83.036629000000005</c:v>
                </c:pt>
                <c:pt idx="1787">
                  <c:v>82.817085000000006</c:v>
                </c:pt>
                <c:pt idx="1788">
                  <c:v>82.617821000000006</c:v>
                </c:pt>
                <c:pt idx="1789">
                  <c:v>82.527786000000006</c:v>
                </c:pt>
                <c:pt idx="1790">
                  <c:v>82.533576999999994</c:v>
                </c:pt>
                <c:pt idx="1791">
                  <c:v>82.543532999999996</c:v>
                </c:pt>
                <c:pt idx="1792">
                  <c:v>82.505134999999996</c:v>
                </c:pt>
                <c:pt idx="1793">
                  <c:v>82.345855999999998</c:v>
                </c:pt>
                <c:pt idx="1794">
                  <c:v>82.158966000000007</c:v>
                </c:pt>
                <c:pt idx="1795">
                  <c:v>82.029929999999993</c:v>
                </c:pt>
                <c:pt idx="1796">
                  <c:v>81.869506999999999</c:v>
                </c:pt>
                <c:pt idx="1797">
                  <c:v>81.666008000000005</c:v>
                </c:pt>
                <c:pt idx="1798">
                  <c:v>81.493172000000001</c:v>
                </c:pt>
                <c:pt idx="1799">
                  <c:v>81.419556</c:v>
                </c:pt>
                <c:pt idx="1800">
                  <c:v>81.453354000000004</c:v>
                </c:pt>
                <c:pt idx="1801">
                  <c:v>81.576294000000004</c:v>
                </c:pt>
                <c:pt idx="1802">
                  <c:v>81.736877000000007</c:v>
                </c:pt>
                <c:pt idx="1803">
                  <c:v>81.912612999999993</c:v>
                </c:pt>
                <c:pt idx="1804">
                  <c:v>82.143433000000002</c:v>
                </c:pt>
                <c:pt idx="1805">
                  <c:v>82.377044999999995</c:v>
                </c:pt>
                <c:pt idx="1806">
                  <c:v>82.543518000000006</c:v>
                </c:pt>
                <c:pt idx="1807">
                  <c:v>82.630561999999998</c:v>
                </c:pt>
                <c:pt idx="1808">
                  <c:v>82.688652000000005</c:v>
                </c:pt>
                <c:pt idx="1809">
                  <c:v>82.631668000000005</c:v>
                </c:pt>
                <c:pt idx="1810">
                  <c:v>82.503319000000005</c:v>
                </c:pt>
                <c:pt idx="1811">
                  <c:v>82.431145000000001</c:v>
                </c:pt>
                <c:pt idx="1812">
                  <c:v>82.508881000000002</c:v>
                </c:pt>
                <c:pt idx="1813">
                  <c:v>82.368317000000005</c:v>
                </c:pt>
                <c:pt idx="1814">
                  <c:v>81.863624999999999</c:v>
                </c:pt>
                <c:pt idx="1815">
                  <c:v>81.188423</c:v>
                </c:pt>
                <c:pt idx="1816">
                  <c:v>80.536499000000006</c:v>
                </c:pt>
                <c:pt idx="1817">
                  <c:v>80.035033999999996</c:v>
                </c:pt>
                <c:pt idx="1818">
                  <c:v>79.799751000000001</c:v>
                </c:pt>
                <c:pt idx="1819">
                  <c:v>79.723281999999998</c:v>
                </c:pt>
                <c:pt idx="1820">
                  <c:v>79.658225999999999</c:v>
                </c:pt>
                <c:pt idx="1821">
                  <c:v>79.668227999999999</c:v>
                </c:pt>
                <c:pt idx="1822">
                  <c:v>79.674805000000006</c:v>
                </c:pt>
                <c:pt idx="1823">
                  <c:v>79.746314999999996</c:v>
                </c:pt>
                <c:pt idx="1824">
                  <c:v>79.817261000000002</c:v>
                </c:pt>
                <c:pt idx="1825">
                  <c:v>79.889190999999997</c:v>
                </c:pt>
                <c:pt idx="1826">
                  <c:v>80.108337000000006</c:v>
                </c:pt>
                <c:pt idx="1827">
                  <c:v>80.235343999999998</c:v>
                </c:pt>
                <c:pt idx="1828">
                  <c:v>80.318000999999995</c:v>
                </c:pt>
                <c:pt idx="1829">
                  <c:v>80.475639000000001</c:v>
                </c:pt>
                <c:pt idx="1830">
                  <c:v>80.585487000000001</c:v>
                </c:pt>
                <c:pt idx="1831">
                  <c:v>80.762428</c:v>
                </c:pt>
                <c:pt idx="1832">
                  <c:v>80.997626999999994</c:v>
                </c:pt>
                <c:pt idx="1833">
                  <c:v>81.307648</c:v>
                </c:pt>
                <c:pt idx="1834">
                  <c:v>81.598877000000002</c:v>
                </c:pt>
                <c:pt idx="1835">
                  <c:v>81.813637</c:v>
                </c:pt>
                <c:pt idx="1836">
                  <c:v>81.977783000000002</c:v>
                </c:pt>
                <c:pt idx="1837">
                  <c:v>82.147461000000007</c:v>
                </c:pt>
                <c:pt idx="1838">
                  <c:v>82.342903000000007</c:v>
                </c:pt>
                <c:pt idx="1839">
                  <c:v>82.496803</c:v>
                </c:pt>
                <c:pt idx="1840">
                  <c:v>82.590110999999993</c:v>
                </c:pt>
                <c:pt idx="1841">
                  <c:v>82.648894999999996</c:v>
                </c:pt>
                <c:pt idx="1842">
                  <c:v>82.702477000000002</c:v>
                </c:pt>
                <c:pt idx="1843">
                  <c:v>82.749877999999995</c:v>
                </c:pt>
                <c:pt idx="1844">
                  <c:v>82.799126000000001</c:v>
                </c:pt>
                <c:pt idx="1845">
                  <c:v>82.922118999999995</c:v>
                </c:pt>
                <c:pt idx="1846">
                  <c:v>83.141448999999994</c:v>
                </c:pt>
                <c:pt idx="1847">
                  <c:v>83.442772000000005</c:v>
                </c:pt>
                <c:pt idx="1848">
                  <c:v>83.790633999999997</c:v>
                </c:pt>
                <c:pt idx="1849">
                  <c:v>84.142859999999999</c:v>
                </c:pt>
                <c:pt idx="1850">
                  <c:v>84.459885</c:v>
                </c:pt>
                <c:pt idx="1851">
                  <c:v>84.710982999999999</c:v>
                </c:pt>
                <c:pt idx="1852">
                  <c:v>84.851067</c:v>
                </c:pt>
                <c:pt idx="1853">
                  <c:v>84.776748999999995</c:v>
                </c:pt>
                <c:pt idx="1854">
                  <c:v>84.501464999999996</c:v>
                </c:pt>
                <c:pt idx="1855">
                  <c:v>84.147735999999995</c:v>
                </c:pt>
                <c:pt idx="1856">
                  <c:v>83.782096999999993</c:v>
                </c:pt>
                <c:pt idx="1857">
                  <c:v>83.484076999999999</c:v>
                </c:pt>
                <c:pt idx="1858">
                  <c:v>83.305144999999996</c:v>
                </c:pt>
                <c:pt idx="1859">
                  <c:v>83.336806999999993</c:v>
                </c:pt>
                <c:pt idx="1860">
                  <c:v>83.512694999999994</c:v>
                </c:pt>
                <c:pt idx="1861">
                  <c:v>83.707085000000006</c:v>
                </c:pt>
                <c:pt idx="1862">
                  <c:v>83.931045999999995</c:v>
                </c:pt>
                <c:pt idx="1863">
                  <c:v>84.170990000000003</c:v>
                </c:pt>
                <c:pt idx="1864">
                  <c:v>84.312636999999995</c:v>
                </c:pt>
                <c:pt idx="1865">
                  <c:v>84.329375999999996</c:v>
                </c:pt>
                <c:pt idx="1866">
                  <c:v>83.812270999999996</c:v>
                </c:pt>
                <c:pt idx="1867">
                  <c:v>83.534187000000003</c:v>
                </c:pt>
                <c:pt idx="1868">
                  <c:v>83.343390999999997</c:v>
                </c:pt>
                <c:pt idx="1869">
                  <c:v>83.204391000000001</c:v>
                </c:pt>
                <c:pt idx="1870">
                  <c:v>83.143265</c:v>
                </c:pt>
                <c:pt idx="1871">
                  <c:v>83.068297999999999</c:v>
                </c:pt>
                <c:pt idx="1872">
                  <c:v>82.892487000000003</c:v>
                </c:pt>
                <c:pt idx="1873">
                  <c:v>82.620804000000007</c:v>
                </c:pt>
                <c:pt idx="1874">
                  <c:v>82.313254999999998</c:v>
                </c:pt>
                <c:pt idx="1875">
                  <c:v>82.079445000000007</c:v>
                </c:pt>
                <c:pt idx="1876">
                  <c:v>81.913482999999999</c:v>
                </c:pt>
                <c:pt idx="1877">
                  <c:v>81.795096999999998</c:v>
                </c:pt>
                <c:pt idx="1878">
                  <c:v>81.702026000000004</c:v>
                </c:pt>
                <c:pt idx="1879">
                  <c:v>81.701545999999993</c:v>
                </c:pt>
                <c:pt idx="1880">
                  <c:v>81.759354000000002</c:v>
                </c:pt>
                <c:pt idx="1881">
                  <c:v>81.778114000000002</c:v>
                </c:pt>
                <c:pt idx="1882">
                  <c:v>81.791427999999996</c:v>
                </c:pt>
                <c:pt idx="1883">
                  <c:v>81.815703999999997</c:v>
                </c:pt>
                <c:pt idx="1884">
                  <c:v>81.934028999999995</c:v>
                </c:pt>
                <c:pt idx="1885">
                  <c:v>82.090073000000004</c:v>
                </c:pt>
                <c:pt idx="1886">
                  <c:v>82.258156</c:v>
                </c:pt>
                <c:pt idx="1887">
                  <c:v>82.482613000000001</c:v>
                </c:pt>
                <c:pt idx="1888">
                  <c:v>82.814010999999994</c:v>
                </c:pt>
                <c:pt idx="1889">
                  <c:v>83.149131999999994</c:v>
                </c:pt>
                <c:pt idx="1890">
                  <c:v>83.404670999999993</c:v>
                </c:pt>
                <c:pt idx="1891">
                  <c:v>83.507346999999996</c:v>
                </c:pt>
                <c:pt idx="1892">
                  <c:v>83.411972000000006</c:v>
                </c:pt>
                <c:pt idx="1893">
                  <c:v>83.288276999999994</c:v>
                </c:pt>
                <c:pt idx="1894">
                  <c:v>83.218620000000001</c:v>
                </c:pt>
                <c:pt idx="1895">
                  <c:v>83.208175999999995</c:v>
                </c:pt>
                <c:pt idx="1896">
                  <c:v>83.213759999999994</c:v>
                </c:pt>
                <c:pt idx="1897">
                  <c:v>83.262107999999998</c:v>
                </c:pt>
                <c:pt idx="1898">
                  <c:v>83.329086000000004</c:v>
                </c:pt>
                <c:pt idx="1899">
                  <c:v>83.46302</c:v>
                </c:pt>
                <c:pt idx="1900">
                  <c:v>83.722328000000005</c:v>
                </c:pt>
                <c:pt idx="1901">
                  <c:v>84.072968000000003</c:v>
                </c:pt>
                <c:pt idx="1902">
                  <c:v>84.422424000000007</c:v>
                </c:pt>
                <c:pt idx="1903">
                  <c:v>84.723526000000007</c:v>
                </c:pt>
                <c:pt idx="1904">
                  <c:v>84.958611000000005</c:v>
                </c:pt>
                <c:pt idx="1905">
                  <c:v>85.108283999999998</c:v>
                </c:pt>
                <c:pt idx="1906">
                  <c:v>85.204025000000001</c:v>
                </c:pt>
                <c:pt idx="1907">
                  <c:v>85.269112000000007</c:v>
                </c:pt>
                <c:pt idx="1908">
                  <c:v>85.312340000000006</c:v>
                </c:pt>
                <c:pt idx="1909">
                  <c:v>85.349281000000005</c:v>
                </c:pt>
                <c:pt idx="1910">
                  <c:v>85.408812999999995</c:v>
                </c:pt>
                <c:pt idx="1911">
                  <c:v>85.471847999999994</c:v>
                </c:pt>
                <c:pt idx="1912">
                  <c:v>85.502831</c:v>
                </c:pt>
                <c:pt idx="1913">
                  <c:v>85.498367000000002</c:v>
                </c:pt>
                <c:pt idx="1914">
                  <c:v>85.423400999999998</c:v>
                </c:pt>
                <c:pt idx="1915">
                  <c:v>85.249190999999996</c:v>
                </c:pt>
                <c:pt idx="1916">
                  <c:v>85.080353000000002</c:v>
                </c:pt>
                <c:pt idx="1917">
                  <c:v>84.952933999999999</c:v>
                </c:pt>
                <c:pt idx="1918">
                  <c:v>84.881020000000007</c:v>
                </c:pt>
                <c:pt idx="1919">
                  <c:v>84.906136000000004</c:v>
                </c:pt>
                <c:pt idx="1920">
                  <c:v>84.948318</c:v>
                </c:pt>
                <c:pt idx="1921">
                  <c:v>84.967628000000005</c:v>
                </c:pt>
                <c:pt idx="1922">
                  <c:v>84.899299999999997</c:v>
                </c:pt>
                <c:pt idx="1923">
                  <c:v>84.824883</c:v>
                </c:pt>
                <c:pt idx="1924">
                  <c:v>84.806610000000006</c:v>
                </c:pt>
                <c:pt idx="1925">
                  <c:v>84.795685000000006</c:v>
                </c:pt>
                <c:pt idx="1926">
                  <c:v>84.775208000000006</c:v>
                </c:pt>
                <c:pt idx="1927">
                  <c:v>84.758521999999999</c:v>
                </c:pt>
                <c:pt idx="1928">
                  <c:v>84.746459999999999</c:v>
                </c:pt>
                <c:pt idx="1929">
                  <c:v>84.727058</c:v>
                </c:pt>
                <c:pt idx="1930">
                  <c:v>84.625907999999995</c:v>
                </c:pt>
                <c:pt idx="1931">
                  <c:v>84.449661000000006</c:v>
                </c:pt>
                <c:pt idx="1932">
                  <c:v>84.251480000000001</c:v>
                </c:pt>
                <c:pt idx="1933">
                  <c:v>83.986823999999999</c:v>
                </c:pt>
                <c:pt idx="1934">
                  <c:v>83.627387999999996</c:v>
                </c:pt>
                <c:pt idx="1935">
                  <c:v>83.335526000000002</c:v>
                </c:pt>
                <c:pt idx="1936">
                  <c:v>83.166656000000003</c:v>
                </c:pt>
                <c:pt idx="1937">
                  <c:v>83.152495999999999</c:v>
                </c:pt>
                <c:pt idx="1938">
                  <c:v>83.200194999999994</c:v>
                </c:pt>
                <c:pt idx="1939">
                  <c:v>83.206299000000001</c:v>
                </c:pt>
                <c:pt idx="1940">
                  <c:v>83.163460000000001</c:v>
                </c:pt>
                <c:pt idx="1941">
                  <c:v>83.088965999999999</c:v>
                </c:pt>
                <c:pt idx="1942">
                  <c:v>83.028267</c:v>
                </c:pt>
                <c:pt idx="1943">
                  <c:v>82.987731999999994</c:v>
                </c:pt>
                <c:pt idx="1944">
                  <c:v>82.956406000000001</c:v>
                </c:pt>
                <c:pt idx="1945">
                  <c:v>82.944962000000004</c:v>
                </c:pt>
                <c:pt idx="1946">
                  <c:v>83.023598000000007</c:v>
                </c:pt>
                <c:pt idx="1947">
                  <c:v>83.166763000000003</c:v>
                </c:pt>
                <c:pt idx="1948">
                  <c:v>83.292061000000004</c:v>
                </c:pt>
                <c:pt idx="1949">
                  <c:v>83.353675999999993</c:v>
                </c:pt>
                <c:pt idx="1950">
                  <c:v>83.381866000000002</c:v>
                </c:pt>
                <c:pt idx="1951">
                  <c:v>83.419083000000001</c:v>
                </c:pt>
                <c:pt idx="1952">
                  <c:v>83.441886999999994</c:v>
                </c:pt>
                <c:pt idx="1953">
                  <c:v>83.496109000000004</c:v>
                </c:pt>
                <c:pt idx="1954">
                  <c:v>83.611655999999996</c:v>
                </c:pt>
                <c:pt idx="1955">
                  <c:v>83.662673999999996</c:v>
                </c:pt>
                <c:pt idx="1956">
                  <c:v>83.646141</c:v>
                </c:pt>
                <c:pt idx="1957">
                  <c:v>83.705032000000003</c:v>
                </c:pt>
                <c:pt idx="1958">
                  <c:v>83.796288000000004</c:v>
                </c:pt>
                <c:pt idx="1959">
                  <c:v>83.905792000000005</c:v>
                </c:pt>
                <c:pt idx="1960">
                  <c:v>84.045180999999999</c:v>
                </c:pt>
                <c:pt idx="1961">
                  <c:v>84.124488999999997</c:v>
                </c:pt>
                <c:pt idx="1962">
                  <c:v>84.065055999999998</c:v>
                </c:pt>
                <c:pt idx="1963">
                  <c:v>83.919028999999995</c:v>
                </c:pt>
                <c:pt idx="1964">
                  <c:v>83.807868999999997</c:v>
                </c:pt>
                <c:pt idx="1965">
                  <c:v>83.753532000000007</c:v>
                </c:pt>
                <c:pt idx="1966">
                  <c:v>83.725357000000002</c:v>
                </c:pt>
                <c:pt idx="1967">
                  <c:v>83.747344999999996</c:v>
                </c:pt>
                <c:pt idx="1968">
                  <c:v>83.777411999999998</c:v>
                </c:pt>
                <c:pt idx="1969">
                  <c:v>83.835999000000001</c:v>
                </c:pt>
                <c:pt idx="1970">
                  <c:v>83.952797000000004</c:v>
                </c:pt>
                <c:pt idx="1971">
                  <c:v>84.127548000000004</c:v>
                </c:pt>
                <c:pt idx="1972">
                  <c:v>84.304564999999997</c:v>
                </c:pt>
                <c:pt idx="1973">
                  <c:v>84.518822</c:v>
                </c:pt>
                <c:pt idx="1974">
                  <c:v>84.719100999999995</c:v>
                </c:pt>
                <c:pt idx="1975">
                  <c:v>84.808075000000002</c:v>
                </c:pt>
                <c:pt idx="1976">
                  <c:v>84.842865000000003</c:v>
                </c:pt>
                <c:pt idx="1977">
                  <c:v>84.884888000000004</c:v>
                </c:pt>
                <c:pt idx="1978">
                  <c:v>84.958931000000007</c:v>
                </c:pt>
                <c:pt idx="1979">
                  <c:v>84.919326999999996</c:v>
                </c:pt>
                <c:pt idx="1980">
                  <c:v>84.800551999999996</c:v>
                </c:pt>
                <c:pt idx="1981">
                  <c:v>84.685485999999997</c:v>
                </c:pt>
                <c:pt idx="1982">
                  <c:v>84.579559000000003</c:v>
                </c:pt>
                <c:pt idx="1983">
                  <c:v>84.473442000000006</c:v>
                </c:pt>
                <c:pt idx="1984">
                  <c:v>84.503754000000001</c:v>
                </c:pt>
                <c:pt idx="1985">
                  <c:v>84.669417999999993</c:v>
                </c:pt>
                <c:pt idx="1986">
                  <c:v>84.897751</c:v>
                </c:pt>
                <c:pt idx="1987">
                  <c:v>85.141486999999998</c:v>
                </c:pt>
                <c:pt idx="1988">
                  <c:v>85.413276999999994</c:v>
                </c:pt>
                <c:pt idx="1989">
                  <c:v>85.712577999999993</c:v>
                </c:pt>
                <c:pt idx="1990">
                  <c:v>86.010566999999995</c:v>
                </c:pt>
                <c:pt idx="1991">
                  <c:v>86.246810999999994</c:v>
                </c:pt>
                <c:pt idx="1992">
                  <c:v>86.384574999999998</c:v>
                </c:pt>
                <c:pt idx="1993">
                  <c:v>86.468665999999999</c:v>
                </c:pt>
                <c:pt idx="1994">
                  <c:v>86.475029000000006</c:v>
                </c:pt>
                <c:pt idx="1995">
                  <c:v>86.394515999999996</c:v>
                </c:pt>
                <c:pt idx="1996">
                  <c:v>86.335434000000006</c:v>
                </c:pt>
                <c:pt idx="1997">
                  <c:v>86.355316000000002</c:v>
                </c:pt>
                <c:pt idx="1998">
                  <c:v>86.461539999999999</c:v>
                </c:pt>
                <c:pt idx="1999">
                  <c:v>86.592811999999995</c:v>
                </c:pt>
                <c:pt idx="2000">
                  <c:v>86.654197999999994</c:v>
                </c:pt>
                <c:pt idx="2001">
                  <c:v>86.65992</c:v>
                </c:pt>
                <c:pt idx="2002">
                  <c:v>86.610275000000001</c:v>
                </c:pt>
                <c:pt idx="2003">
                  <c:v>86.511252999999996</c:v>
                </c:pt>
                <c:pt idx="2004">
                  <c:v>86.381996000000001</c:v>
                </c:pt>
                <c:pt idx="2005">
                  <c:v>86.299294000000003</c:v>
                </c:pt>
                <c:pt idx="2006">
                  <c:v>86.237228000000002</c:v>
                </c:pt>
                <c:pt idx="2007">
                  <c:v>86.120215999999999</c:v>
                </c:pt>
                <c:pt idx="2008">
                  <c:v>85.973433999999997</c:v>
                </c:pt>
                <c:pt idx="2009">
                  <c:v>85.787932999999995</c:v>
                </c:pt>
                <c:pt idx="2010">
                  <c:v>85.557259000000002</c:v>
                </c:pt>
                <c:pt idx="2011">
                  <c:v>85.341560000000001</c:v>
                </c:pt>
                <c:pt idx="2012">
                  <c:v>85.148169999999993</c:v>
                </c:pt>
                <c:pt idx="2013">
                  <c:v>84.936477999999994</c:v>
                </c:pt>
                <c:pt idx="2014">
                  <c:v>84.760131999999999</c:v>
                </c:pt>
                <c:pt idx="2015">
                  <c:v>84.673218000000006</c:v>
                </c:pt>
                <c:pt idx="2016">
                  <c:v>84.572761999999997</c:v>
                </c:pt>
                <c:pt idx="2017">
                  <c:v>84.434601000000001</c:v>
                </c:pt>
                <c:pt idx="2018">
                  <c:v>84.308989999999994</c:v>
                </c:pt>
                <c:pt idx="2019">
                  <c:v>84.147537</c:v>
                </c:pt>
                <c:pt idx="2020">
                  <c:v>83.952697999999998</c:v>
                </c:pt>
                <c:pt idx="2021">
                  <c:v>83.738074999999995</c:v>
                </c:pt>
                <c:pt idx="2022">
                  <c:v>83.521439000000001</c:v>
                </c:pt>
                <c:pt idx="2023">
                  <c:v>83.331253000000004</c:v>
                </c:pt>
                <c:pt idx="2024">
                  <c:v>83.183075000000002</c:v>
                </c:pt>
                <c:pt idx="2025">
                  <c:v>83.073166000000001</c:v>
                </c:pt>
                <c:pt idx="2026">
                  <c:v>83.028846999999999</c:v>
                </c:pt>
                <c:pt idx="2027">
                  <c:v>83.108802999999995</c:v>
                </c:pt>
                <c:pt idx="2028">
                  <c:v>83.275611999999995</c:v>
                </c:pt>
                <c:pt idx="2029">
                  <c:v>83.465034000000003</c:v>
                </c:pt>
                <c:pt idx="2030">
                  <c:v>83.689316000000005</c:v>
                </c:pt>
                <c:pt idx="2031">
                  <c:v>83.879776000000007</c:v>
                </c:pt>
                <c:pt idx="2032">
                  <c:v>84.03228</c:v>
                </c:pt>
                <c:pt idx="2033">
                  <c:v>84.221260000000001</c:v>
                </c:pt>
                <c:pt idx="2034">
                  <c:v>84.438789</c:v>
                </c:pt>
                <c:pt idx="2035">
                  <c:v>84.679328999999996</c:v>
                </c:pt>
                <c:pt idx="2036">
                  <c:v>84.883826999999997</c:v>
                </c:pt>
                <c:pt idx="2037">
                  <c:v>85.002014000000003</c:v>
                </c:pt>
                <c:pt idx="2038">
                  <c:v>85.033524</c:v>
                </c:pt>
                <c:pt idx="2039">
                  <c:v>85.023375999999999</c:v>
                </c:pt>
                <c:pt idx="2040">
                  <c:v>84.956710999999999</c:v>
                </c:pt>
                <c:pt idx="2041">
                  <c:v>84.837813999999995</c:v>
                </c:pt>
                <c:pt idx="2042">
                  <c:v>84.679253000000003</c:v>
                </c:pt>
                <c:pt idx="2043">
                  <c:v>84.537803999999994</c:v>
                </c:pt>
                <c:pt idx="2044">
                  <c:v>84.428184999999999</c:v>
                </c:pt>
                <c:pt idx="2045">
                  <c:v>84.28595</c:v>
                </c:pt>
                <c:pt idx="2046">
                  <c:v>84.070053000000001</c:v>
                </c:pt>
                <c:pt idx="2047">
                  <c:v>83.806968999999995</c:v>
                </c:pt>
                <c:pt idx="2048">
                  <c:v>83.605652000000006</c:v>
                </c:pt>
                <c:pt idx="2049">
                  <c:v>83.498054999999994</c:v>
                </c:pt>
                <c:pt idx="2050">
                  <c:v>83.449180999999996</c:v>
                </c:pt>
                <c:pt idx="2051">
                  <c:v>83.403969000000004</c:v>
                </c:pt>
                <c:pt idx="2052">
                  <c:v>83.316322</c:v>
                </c:pt>
                <c:pt idx="2053">
                  <c:v>83.199448000000004</c:v>
                </c:pt>
                <c:pt idx="2054">
                  <c:v>83.074798999999999</c:v>
                </c:pt>
                <c:pt idx="2055">
                  <c:v>82.956885999999997</c:v>
                </c:pt>
                <c:pt idx="2056">
                  <c:v>82.847221000000005</c:v>
                </c:pt>
                <c:pt idx="2057">
                  <c:v>82.789046999999997</c:v>
                </c:pt>
                <c:pt idx="2058">
                  <c:v>82.841330999999997</c:v>
                </c:pt>
                <c:pt idx="2059">
                  <c:v>82.994713000000004</c:v>
                </c:pt>
                <c:pt idx="2060">
                  <c:v>83.160720999999995</c:v>
                </c:pt>
                <c:pt idx="2061">
                  <c:v>83.335425999999998</c:v>
                </c:pt>
                <c:pt idx="2062">
                  <c:v>83.482140000000001</c:v>
                </c:pt>
                <c:pt idx="2063">
                  <c:v>83.568839999999994</c:v>
                </c:pt>
                <c:pt idx="2064">
                  <c:v>83.583045999999996</c:v>
                </c:pt>
                <c:pt idx="2065">
                  <c:v>83.529410999999996</c:v>
                </c:pt>
                <c:pt idx="2066">
                  <c:v>83.421088999999995</c:v>
                </c:pt>
                <c:pt idx="2067">
                  <c:v>83.298500000000004</c:v>
                </c:pt>
                <c:pt idx="2068">
                  <c:v>83.199600000000004</c:v>
                </c:pt>
                <c:pt idx="2069">
                  <c:v>83.104713000000004</c:v>
                </c:pt>
                <c:pt idx="2070">
                  <c:v>83.018112000000002</c:v>
                </c:pt>
                <c:pt idx="2071">
                  <c:v>82.939826999999994</c:v>
                </c:pt>
                <c:pt idx="2072">
                  <c:v>82.863724000000005</c:v>
                </c:pt>
                <c:pt idx="2073">
                  <c:v>82.782944000000001</c:v>
                </c:pt>
                <c:pt idx="2074">
                  <c:v>82.705734000000007</c:v>
                </c:pt>
                <c:pt idx="2075">
                  <c:v>82.627296000000001</c:v>
                </c:pt>
                <c:pt idx="2076">
                  <c:v>82.542709000000002</c:v>
                </c:pt>
                <c:pt idx="2077">
                  <c:v>82.467354</c:v>
                </c:pt>
                <c:pt idx="2078">
                  <c:v>82.374527</c:v>
                </c:pt>
                <c:pt idx="2079">
                  <c:v>82.274933000000004</c:v>
                </c:pt>
                <c:pt idx="2080">
                  <c:v>82.227897999999996</c:v>
                </c:pt>
                <c:pt idx="2081">
                  <c:v>82.227806000000001</c:v>
                </c:pt>
                <c:pt idx="2082">
                  <c:v>82.310089000000005</c:v>
                </c:pt>
                <c:pt idx="2083">
                  <c:v>82.413337999999996</c:v>
                </c:pt>
                <c:pt idx="2084">
                  <c:v>82.424210000000002</c:v>
                </c:pt>
                <c:pt idx="2085">
                  <c:v>82.360703000000001</c:v>
                </c:pt>
                <c:pt idx="2086">
                  <c:v>82.274108999999996</c:v>
                </c:pt>
                <c:pt idx="2087">
                  <c:v>82.174323999999999</c:v>
                </c:pt>
                <c:pt idx="2088">
                  <c:v>82.038376</c:v>
                </c:pt>
                <c:pt idx="2089">
                  <c:v>81.914406</c:v>
                </c:pt>
                <c:pt idx="2090">
                  <c:v>81.809501999999995</c:v>
                </c:pt>
                <c:pt idx="2091">
                  <c:v>81.739249999999998</c:v>
                </c:pt>
                <c:pt idx="2092">
                  <c:v>81.719200000000001</c:v>
                </c:pt>
                <c:pt idx="2093">
                  <c:v>81.703475999999995</c:v>
                </c:pt>
                <c:pt idx="2094">
                  <c:v>81.662636000000006</c:v>
                </c:pt>
                <c:pt idx="2095">
                  <c:v>81.623885999999999</c:v>
                </c:pt>
                <c:pt idx="2096">
                  <c:v>81.664696000000006</c:v>
                </c:pt>
                <c:pt idx="2097">
                  <c:v>81.805396999999999</c:v>
                </c:pt>
                <c:pt idx="2098">
                  <c:v>81.947074999999998</c:v>
                </c:pt>
                <c:pt idx="2099">
                  <c:v>82.028587000000002</c:v>
                </c:pt>
                <c:pt idx="2100">
                  <c:v>82.074318000000005</c:v>
                </c:pt>
                <c:pt idx="2101">
                  <c:v>82.120361000000003</c:v>
                </c:pt>
                <c:pt idx="2102">
                  <c:v>82.139931000000004</c:v>
                </c:pt>
                <c:pt idx="2103">
                  <c:v>82.086128000000002</c:v>
                </c:pt>
                <c:pt idx="2104">
                  <c:v>81.974327000000002</c:v>
                </c:pt>
                <c:pt idx="2105">
                  <c:v>81.881316999999996</c:v>
                </c:pt>
                <c:pt idx="2106">
                  <c:v>81.857917999999998</c:v>
                </c:pt>
                <c:pt idx="2107">
                  <c:v>81.919066999999998</c:v>
                </c:pt>
                <c:pt idx="2108">
                  <c:v>82.051261999999994</c:v>
                </c:pt>
                <c:pt idx="2109">
                  <c:v>82.184455999999997</c:v>
                </c:pt>
                <c:pt idx="2110">
                  <c:v>82.327026000000004</c:v>
                </c:pt>
                <c:pt idx="2111">
                  <c:v>82.485916000000003</c:v>
                </c:pt>
                <c:pt idx="2112">
                  <c:v>82.664574000000002</c:v>
                </c:pt>
                <c:pt idx="2113">
                  <c:v>82.837226999999999</c:v>
                </c:pt>
                <c:pt idx="2114">
                  <c:v>82.979232999999994</c:v>
                </c:pt>
                <c:pt idx="2115">
                  <c:v>83.122978000000003</c:v>
                </c:pt>
                <c:pt idx="2116">
                  <c:v>83.246077999999997</c:v>
                </c:pt>
                <c:pt idx="2117">
                  <c:v>83.362457000000006</c:v>
                </c:pt>
                <c:pt idx="2118">
                  <c:v>83.480705</c:v>
                </c:pt>
                <c:pt idx="2119">
                  <c:v>83.542243999999997</c:v>
                </c:pt>
                <c:pt idx="2120">
                  <c:v>83.472153000000006</c:v>
                </c:pt>
                <c:pt idx="2121">
                  <c:v>83.345329000000007</c:v>
                </c:pt>
                <c:pt idx="2122">
                  <c:v>83.245994999999994</c:v>
                </c:pt>
                <c:pt idx="2123">
                  <c:v>83.184455999999997</c:v>
                </c:pt>
                <c:pt idx="2124">
                  <c:v>83.127540999999994</c:v>
                </c:pt>
                <c:pt idx="2125">
                  <c:v>83.077056999999996</c:v>
                </c:pt>
                <c:pt idx="2126">
                  <c:v>83.033562000000003</c:v>
                </c:pt>
                <c:pt idx="2127">
                  <c:v>82.988129000000001</c:v>
                </c:pt>
                <c:pt idx="2128">
                  <c:v>82.903548999999998</c:v>
                </c:pt>
                <c:pt idx="2129">
                  <c:v>82.770720999999995</c:v>
                </c:pt>
                <c:pt idx="2130">
                  <c:v>82.566535999999999</c:v>
                </c:pt>
                <c:pt idx="2131">
                  <c:v>82.328277999999997</c:v>
                </c:pt>
                <c:pt idx="2132">
                  <c:v>82.129081999999997</c:v>
                </c:pt>
                <c:pt idx="2133">
                  <c:v>82.064507000000006</c:v>
                </c:pt>
                <c:pt idx="2134">
                  <c:v>82.135047999999998</c:v>
                </c:pt>
                <c:pt idx="2135">
                  <c:v>82.248512000000005</c:v>
                </c:pt>
                <c:pt idx="2136">
                  <c:v>82.307868999999997</c:v>
                </c:pt>
                <c:pt idx="2137">
                  <c:v>82.293685999999994</c:v>
                </c:pt>
                <c:pt idx="2138">
                  <c:v>82.215003999999993</c:v>
                </c:pt>
                <c:pt idx="2139">
                  <c:v>82.167098999999993</c:v>
                </c:pt>
                <c:pt idx="2140">
                  <c:v>82.172646</c:v>
                </c:pt>
                <c:pt idx="2141">
                  <c:v>82.201576000000003</c:v>
                </c:pt>
                <c:pt idx="2142">
                  <c:v>82.250823999999994</c:v>
                </c:pt>
                <c:pt idx="2143">
                  <c:v>82.305931000000001</c:v>
                </c:pt>
                <c:pt idx="2144">
                  <c:v>82.376075999999998</c:v>
                </c:pt>
                <c:pt idx="2145">
                  <c:v>82.412627999999998</c:v>
                </c:pt>
                <c:pt idx="2146">
                  <c:v>82.386939999999996</c:v>
                </c:pt>
                <c:pt idx="2147">
                  <c:v>82.346474000000001</c:v>
                </c:pt>
                <c:pt idx="2148">
                  <c:v>82.264206000000001</c:v>
                </c:pt>
                <c:pt idx="2149">
                  <c:v>82.115913000000006</c:v>
                </c:pt>
                <c:pt idx="2150">
                  <c:v>81.929794000000001</c:v>
                </c:pt>
                <c:pt idx="2151">
                  <c:v>81.753913999999995</c:v>
                </c:pt>
                <c:pt idx="2152">
                  <c:v>81.623047</c:v>
                </c:pt>
                <c:pt idx="2153">
                  <c:v>81.552513000000005</c:v>
                </c:pt>
                <c:pt idx="2154">
                  <c:v>81.593993999999995</c:v>
                </c:pt>
                <c:pt idx="2155">
                  <c:v>81.705482000000003</c:v>
                </c:pt>
                <c:pt idx="2156">
                  <c:v>81.828697000000005</c:v>
                </c:pt>
                <c:pt idx="2157">
                  <c:v>81.932204999999996</c:v>
                </c:pt>
                <c:pt idx="2158">
                  <c:v>81.960632000000004</c:v>
                </c:pt>
                <c:pt idx="2159">
                  <c:v>81.897048999999996</c:v>
                </c:pt>
                <c:pt idx="2160">
                  <c:v>81.762069999999994</c:v>
                </c:pt>
                <c:pt idx="2161">
                  <c:v>81.637184000000005</c:v>
                </c:pt>
                <c:pt idx="2162">
                  <c:v>81.535835000000006</c:v>
                </c:pt>
                <c:pt idx="2163">
                  <c:v>81.481612999999996</c:v>
                </c:pt>
                <c:pt idx="2164">
                  <c:v>81.505904999999998</c:v>
                </c:pt>
                <c:pt idx="2165">
                  <c:v>81.564316000000005</c:v>
                </c:pt>
                <c:pt idx="2166">
                  <c:v>81.570396000000002</c:v>
                </c:pt>
                <c:pt idx="2167">
                  <c:v>81.584991000000002</c:v>
                </c:pt>
                <c:pt idx="2168">
                  <c:v>81.655708000000004</c:v>
                </c:pt>
                <c:pt idx="2169">
                  <c:v>81.754722999999998</c:v>
                </c:pt>
                <c:pt idx="2170">
                  <c:v>81.793403999999995</c:v>
                </c:pt>
                <c:pt idx="2171">
                  <c:v>81.811852000000002</c:v>
                </c:pt>
                <c:pt idx="2172">
                  <c:v>81.864845000000003</c:v>
                </c:pt>
                <c:pt idx="2173">
                  <c:v>81.910377999999994</c:v>
                </c:pt>
                <c:pt idx="2174">
                  <c:v>81.965209999999999</c:v>
                </c:pt>
                <c:pt idx="2175">
                  <c:v>82.073898</c:v>
                </c:pt>
                <c:pt idx="2176">
                  <c:v>82.210068000000007</c:v>
                </c:pt>
                <c:pt idx="2177">
                  <c:v>82.304344</c:v>
                </c:pt>
                <c:pt idx="2178">
                  <c:v>82.394180000000006</c:v>
                </c:pt>
                <c:pt idx="2179">
                  <c:v>82.501639999999995</c:v>
                </c:pt>
                <c:pt idx="2180">
                  <c:v>82.611153000000002</c:v>
                </c:pt>
                <c:pt idx="2181">
                  <c:v>82.671363999999997</c:v>
                </c:pt>
                <c:pt idx="2182">
                  <c:v>82.781754000000006</c:v>
                </c:pt>
                <c:pt idx="2183">
                  <c:v>82.926642999999999</c:v>
                </c:pt>
                <c:pt idx="2184">
                  <c:v>83.162047999999999</c:v>
                </c:pt>
                <c:pt idx="2185">
                  <c:v>83.508742999999996</c:v>
                </c:pt>
                <c:pt idx="2186">
                  <c:v>83.879638999999997</c:v>
                </c:pt>
                <c:pt idx="2187">
                  <c:v>84.142189000000002</c:v>
                </c:pt>
                <c:pt idx="2188">
                  <c:v>84.296715000000006</c:v>
                </c:pt>
                <c:pt idx="2189">
                  <c:v>84.420119999999997</c:v>
                </c:pt>
                <c:pt idx="2190">
                  <c:v>84.516257999999993</c:v>
                </c:pt>
                <c:pt idx="2191">
                  <c:v>84.691231000000002</c:v>
                </c:pt>
                <c:pt idx="2192">
                  <c:v>84.935844000000003</c:v>
                </c:pt>
                <c:pt idx="2193">
                  <c:v>85.188057000000001</c:v>
                </c:pt>
                <c:pt idx="2194">
                  <c:v>85.367615000000001</c:v>
                </c:pt>
                <c:pt idx="2195">
                  <c:v>85.444869999999995</c:v>
                </c:pt>
                <c:pt idx="2196">
                  <c:v>85.450530999999998</c:v>
                </c:pt>
                <c:pt idx="2197">
                  <c:v>85.557068000000001</c:v>
                </c:pt>
                <c:pt idx="2198">
                  <c:v>85.851662000000005</c:v>
                </c:pt>
                <c:pt idx="2199">
                  <c:v>86.176322999999996</c:v>
                </c:pt>
                <c:pt idx="2200">
                  <c:v>86.438559999999995</c:v>
                </c:pt>
                <c:pt idx="2201">
                  <c:v>86.612549000000001</c:v>
                </c:pt>
                <c:pt idx="2202">
                  <c:v>86.706924000000001</c:v>
                </c:pt>
                <c:pt idx="2203">
                  <c:v>86.741737000000001</c:v>
                </c:pt>
                <c:pt idx="2204">
                  <c:v>86.673186999999999</c:v>
                </c:pt>
                <c:pt idx="2205">
                  <c:v>86.525772000000003</c:v>
                </c:pt>
                <c:pt idx="2206">
                  <c:v>86.398781</c:v>
                </c:pt>
                <c:pt idx="2207">
                  <c:v>86.187804999999997</c:v>
                </c:pt>
                <c:pt idx="2208">
                  <c:v>85.883590999999996</c:v>
                </c:pt>
                <c:pt idx="2209">
                  <c:v>85.673180000000002</c:v>
                </c:pt>
                <c:pt idx="2210">
                  <c:v>85.559441000000007</c:v>
                </c:pt>
                <c:pt idx="2211">
                  <c:v>85.543007000000003</c:v>
                </c:pt>
                <c:pt idx="2212">
                  <c:v>85.563941999999997</c:v>
                </c:pt>
                <c:pt idx="2213">
                  <c:v>85.613297000000003</c:v>
                </c:pt>
                <c:pt idx="2214">
                  <c:v>85.737510999999998</c:v>
                </c:pt>
                <c:pt idx="2215">
                  <c:v>85.773787999999996</c:v>
                </c:pt>
                <c:pt idx="2216">
                  <c:v>85.687308999999999</c:v>
                </c:pt>
                <c:pt idx="2217">
                  <c:v>85.693481000000006</c:v>
                </c:pt>
                <c:pt idx="2218">
                  <c:v>85.796631000000005</c:v>
                </c:pt>
                <c:pt idx="2219">
                  <c:v>85.951317000000003</c:v>
                </c:pt>
                <c:pt idx="2220">
                  <c:v>86.144547000000003</c:v>
                </c:pt>
                <c:pt idx="2221">
                  <c:v>86.318084999999996</c:v>
                </c:pt>
                <c:pt idx="2222">
                  <c:v>86.43853</c:v>
                </c:pt>
                <c:pt idx="2223">
                  <c:v>86.494736000000003</c:v>
                </c:pt>
                <c:pt idx="2224">
                  <c:v>86.538955999999999</c:v>
                </c:pt>
                <c:pt idx="2225">
                  <c:v>86.508803999999998</c:v>
                </c:pt>
                <c:pt idx="2226">
                  <c:v>86.428871000000001</c:v>
                </c:pt>
                <c:pt idx="2227">
                  <c:v>86.314255000000003</c:v>
                </c:pt>
                <c:pt idx="2228">
                  <c:v>86.205275999999998</c:v>
                </c:pt>
                <c:pt idx="2229">
                  <c:v>86.156097000000003</c:v>
                </c:pt>
                <c:pt idx="2230">
                  <c:v>86.137687999999997</c:v>
                </c:pt>
                <c:pt idx="2231">
                  <c:v>86.245468000000002</c:v>
                </c:pt>
                <c:pt idx="2232">
                  <c:v>86.379645999999994</c:v>
                </c:pt>
                <c:pt idx="2233">
                  <c:v>86.442267999999999</c:v>
                </c:pt>
                <c:pt idx="2234">
                  <c:v>86.513549999999995</c:v>
                </c:pt>
                <c:pt idx="2235">
                  <c:v>86.613868999999994</c:v>
                </c:pt>
                <c:pt idx="2236">
                  <c:v>86.704635999999994</c:v>
                </c:pt>
                <c:pt idx="2237">
                  <c:v>86.709007</c:v>
                </c:pt>
                <c:pt idx="2238">
                  <c:v>86.666420000000002</c:v>
                </c:pt>
                <c:pt idx="2239">
                  <c:v>86.593459999999993</c:v>
                </c:pt>
                <c:pt idx="2240">
                  <c:v>86.516632000000001</c:v>
                </c:pt>
                <c:pt idx="2241">
                  <c:v>86.458824000000007</c:v>
                </c:pt>
                <c:pt idx="2242">
                  <c:v>86.395020000000002</c:v>
                </c:pt>
                <c:pt idx="2243">
                  <c:v>86.348427000000001</c:v>
                </c:pt>
                <c:pt idx="2244">
                  <c:v>86.333618000000001</c:v>
                </c:pt>
                <c:pt idx="2245">
                  <c:v>86.352196000000006</c:v>
                </c:pt>
                <c:pt idx="2246">
                  <c:v>86.399390999999994</c:v>
                </c:pt>
                <c:pt idx="2247">
                  <c:v>86.442672999999999</c:v>
                </c:pt>
                <c:pt idx="2248">
                  <c:v>86.464332999999996</c:v>
                </c:pt>
                <c:pt idx="2249">
                  <c:v>86.407927999999998</c:v>
                </c:pt>
                <c:pt idx="2250">
                  <c:v>86.293548999999999</c:v>
                </c:pt>
                <c:pt idx="2251">
                  <c:v>86.185119999999998</c:v>
                </c:pt>
                <c:pt idx="2252">
                  <c:v>86.093886999999995</c:v>
                </c:pt>
                <c:pt idx="2253">
                  <c:v>86.007210000000001</c:v>
                </c:pt>
                <c:pt idx="2254">
                  <c:v>85.912696999999994</c:v>
                </c:pt>
                <c:pt idx="2255">
                  <c:v>85.864600999999993</c:v>
                </c:pt>
                <c:pt idx="2256">
                  <c:v>85.856857000000005</c:v>
                </c:pt>
                <c:pt idx="2257">
                  <c:v>85.883223999999998</c:v>
                </c:pt>
                <c:pt idx="2258">
                  <c:v>85.954323000000002</c:v>
                </c:pt>
                <c:pt idx="2259">
                  <c:v>86.077347000000003</c:v>
                </c:pt>
                <c:pt idx="2260">
                  <c:v>86.185799000000003</c:v>
                </c:pt>
                <c:pt idx="2261">
                  <c:v>86.280608999999998</c:v>
                </c:pt>
                <c:pt idx="2262">
                  <c:v>86.424683000000002</c:v>
                </c:pt>
                <c:pt idx="2263">
                  <c:v>86.613235000000003</c:v>
                </c:pt>
                <c:pt idx="2264">
                  <c:v>86.807097999999996</c:v>
                </c:pt>
                <c:pt idx="2265">
                  <c:v>86.945435000000003</c:v>
                </c:pt>
                <c:pt idx="2266">
                  <c:v>87.040694999999999</c:v>
                </c:pt>
                <c:pt idx="2267">
                  <c:v>87.155449000000004</c:v>
                </c:pt>
                <c:pt idx="2268">
                  <c:v>87.285056999999995</c:v>
                </c:pt>
                <c:pt idx="2269">
                  <c:v>87.377419000000003</c:v>
                </c:pt>
                <c:pt idx="2270">
                  <c:v>87.441909999999993</c:v>
                </c:pt>
                <c:pt idx="2271">
                  <c:v>87.519660999999999</c:v>
                </c:pt>
                <c:pt idx="2272">
                  <c:v>87.631821000000002</c:v>
                </c:pt>
                <c:pt idx="2273">
                  <c:v>87.759521000000007</c:v>
                </c:pt>
                <c:pt idx="2274">
                  <c:v>87.827026000000004</c:v>
                </c:pt>
                <c:pt idx="2275">
                  <c:v>87.827399999999997</c:v>
                </c:pt>
                <c:pt idx="2276">
                  <c:v>87.796683999999999</c:v>
                </c:pt>
                <c:pt idx="2277">
                  <c:v>87.726555000000005</c:v>
                </c:pt>
                <c:pt idx="2278">
                  <c:v>87.600318999999999</c:v>
                </c:pt>
                <c:pt idx="2279">
                  <c:v>87.465584000000007</c:v>
                </c:pt>
                <c:pt idx="2280">
                  <c:v>87.328072000000006</c:v>
                </c:pt>
                <c:pt idx="2281">
                  <c:v>87.221489000000005</c:v>
                </c:pt>
                <c:pt idx="2282">
                  <c:v>87.187995999999998</c:v>
                </c:pt>
                <c:pt idx="2283">
                  <c:v>87.194907999999998</c:v>
                </c:pt>
                <c:pt idx="2284">
                  <c:v>87.215857999999997</c:v>
                </c:pt>
                <c:pt idx="2285">
                  <c:v>87.221275000000006</c:v>
                </c:pt>
                <c:pt idx="2286">
                  <c:v>87.209357999999995</c:v>
                </c:pt>
                <c:pt idx="2287">
                  <c:v>87.167938000000007</c:v>
                </c:pt>
                <c:pt idx="2288">
                  <c:v>87.070723999999998</c:v>
                </c:pt>
                <c:pt idx="2289">
                  <c:v>86.987015</c:v>
                </c:pt>
                <c:pt idx="2290">
                  <c:v>86.934218999999999</c:v>
                </c:pt>
                <c:pt idx="2291">
                  <c:v>86.839530999999994</c:v>
                </c:pt>
                <c:pt idx="2292">
                  <c:v>86.705475000000007</c:v>
                </c:pt>
                <c:pt idx="2293">
                  <c:v>86.617722000000001</c:v>
                </c:pt>
                <c:pt idx="2294">
                  <c:v>86.624984999999995</c:v>
                </c:pt>
                <c:pt idx="2295">
                  <c:v>86.713561999999996</c:v>
                </c:pt>
                <c:pt idx="2296">
                  <c:v>86.873092999999997</c:v>
                </c:pt>
                <c:pt idx="2297">
                  <c:v>87.060715000000002</c:v>
                </c:pt>
                <c:pt idx="2298">
                  <c:v>87.217888000000002</c:v>
                </c:pt>
                <c:pt idx="2299">
                  <c:v>86.990395000000007</c:v>
                </c:pt>
                <c:pt idx="2300">
                  <c:v>86.969291999999996</c:v>
                </c:pt>
                <c:pt idx="2301">
                  <c:v>87.015343000000001</c:v>
                </c:pt>
                <c:pt idx="2302">
                  <c:v>87.038657999999998</c:v>
                </c:pt>
                <c:pt idx="2303">
                  <c:v>87.030959999999993</c:v>
                </c:pt>
                <c:pt idx="2304">
                  <c:v>87.014815999999996</c:v>
                </c:pt>
                <c:pt idx="2305">
                  <c:v>87.029160000000005</c:v>
                </c:pt>
                <c:pt idx="2306">
                  <c:v>87.056731999999997</c:v>
                </c:pt>
                <c:pt idx="2307">
                  <c:v>87.061706999999998</c:v>
                </c:pt>
                <c:pt idx="2308">
                  <c:v>87.023787999999996</c:v>
                </c:pt>
                <c:pt idx="2309">
                  <c:v>86.948036000000002</c:v>
                </c:pt>
                <c:pt idx="2310">
                  <c:v>86.873870999999994</c:v>
                </c:pt>
                <c:pt idx="2311">
                  <c:v>86.843451999999999</c:v>
                </c:pt>
                <c:pt idx="2312">
                  <c:v>86.828743000000003</c:v>
                </c:pt>
                <c:pt idx="2313">
                  <c:v>86.827393000000001</c:v>
                </c:pt>
                <c:pt idx="2314">
                  <c:v>86.856421999999995</c:v>
                </c:pt>
                <c:pt idx="2315">
                  <c:v>86.901832999999996</c:v>
                </c:pt>
                <c:pt idx="2316">
                  <c:v>86.982467999999997</c:v>
                </c:pt>
                <c:pt idx="2317">
                  <c:v>87.095733999999993</c:v>
                </c:pt>
                <c:pt idx="2318">
                  <c:v>87.241744999999995</c:v>
                </c:pt>
                <c:pt idx="2319">
                  <c:v>87.362953000000005</c:v>
                </c:pt>
                <c:pt idx="2320">
                  <c:v>87.440796000000006</c:v>
                </c:pt>
                <c:pt idx="2321">
                  <c:v>87.517478999999994</c:v>
                </c:pt>
                <c:pt idx="2322">
                  <c:v>87.622185000000002</c:v>
                </c:pt>
                <c:pt idx="2323">
                  <c:v>87.718306999999996</c:v>
                </c:pt>
                <c:pt idx="2324">
                  <c:v>87.776077000000001</c:v>
                </c:pt>
                <c:pt idx="2325">
                  <c:v>87.794235</c:v>
                </c:pt>
                <c:pt idx="2326">
                  <c:v>87.824539000000001</c:v>
                </c:pt>
                <c:pt idx="2327">
                  <c:v>87.914871000000005</c:v>
                </c:pt>
                <c:pt idx="2328">
                  <c:v>88.036713000000006</c:v>
                </c:pt>
                <c:pt idx="2329">
                  <c:v>88.149726999999999</c:v>
                </c:pt>
                <c:pt idx="2330">
                  <c:v>88.252730999999997</c:v>
                </c:pt>
                <c:pt idx="2331">
                  <c:v>88.380973999999995</c:v>
                </c:pt>
                <c:pt idx="2332">
                  <c:v>88.513076999999996</c:v>
                </c:pt>
                <c:pt idx="2333">
                  <c:v>88.683387999999994</c:v>
                </c:pt>
                <c:pt idx="2334">
                  <c:v>88.883339000000007</c:v>
                </c:pt>
                <c:pt idx="2335">
                  <c:v>89.084984000000006</c:v>
                </c:pt>
                <c:pt idx="2336">
                  <c:v>89.195435000000003</c:v>
                </c:pt>
                <c:pt idx="2337">
                  <c:v>89.203513999999998</c:v>
                </c:pt>
                <c:pt idx="2338">
                  <c:v>89.141532999999995</c:v>
                </c:pt>
                <c:pt idx="2339">
                  <c:v>89.067902000000004</c:v>
                </c:pt>
                <c:pt idx="2340">
                  <c:v>89.046104</c:v>
                </c:pt>
                <c:pt idx="2341">
                  <c:v>89.133240000000001</c:v>
                </c:pt>
                <c:pt idx="2342">
                  <c:v>89.312233000000006</c:v>
                </c:pt>
                <c:pt idx="2343">
                  <c:v>89.511489999999995</c:v>
                </c:pt>
                <c:pt idx="2344">
                  <c:v>89.684189000000003</c:v>
                </c:pt>
                <c:pt idx="2345">
                  <c:v>89.783707000000007</c:v>
                </c:pt>
                <c:pt idx="2346">
                  <c:v>89.813453999999993</c:v>
                </c:pt>
                <c:pt idx="2347">
                  <c:v>89.802352999999997</c:v>
                </c:pt>
                <c:pt idx="2348">
                  <c:v>89.767097000000007</c:v>
                </c:pt>
                <c:pt idx="2349">
                  <c:v>89.686965999999998</c:v>
                </c:pt>
                <c:pt idx="2350">
                  <c:v>89.571510000000004</c:v>
                </c:pt>
                <c:pt idx="2351">
                  <c:v>89.439780999999996</c:v>
                </c:pt>
                <c:pt idx="2352">
                  <c:v>89.329909999999998</c:v>
                </c:pt>
                <c:pt idx="2353">
                  <c:v>89.269119000000003</c:v>
                </c:pt>
                <c:pt idx="2354">
                  <c:v>89.222533999999996</c:v>
                </c:pt>
                <c:pt idx="2355">
                  <c:v>89.147980000000004</c:v>
                </c:pt>
                <c:pt idx="2356">
                  <c:v>89.094986000000006</c:v>
                </c:pt>
                <c:pt idx="2357">
                  <c:v>89.059676999999994</c:v>
                </c:pt>
                <c:pt idx="2358">
                  <c:v>89.058075000000002</c:v>
                </c:pt>
                <c:pt idx="2359">
                  <c:v>89.087044000000006</c:v>
                </c:pt>
                <c:pt idx="2360">
                  <c:v>89.153769999999994</c:v>
                </c:pt>
                <c:pt idx="2361">
                  <c:v>89.260352999999995</c:v>
                </c:pt>
                <c:pt idx="2362">
                  <c:v>89.382705999999999</c:v>
                </c:pt>
                <c:pt idx="2363">
                  <c:v>89.510352999999995</c:v>
                </c:pt>
                <c:pt idx="2364">
                  <c:v>89.621848999999997</c:v>
                </c:pt>
                <c:pt idx="2365">
                  <c:v>89.731239000000002</c:v>
                </c:pt>
                <c:pt idx="2366">
                  <c:v>89.798882000000006</c:v>
                </c:pt>
                <c:pt idx="2367">
                  <c:v>89.794083000000001</c:v>
                </c:pt>
                <c:pt idx="2368">
                  <c:v>89.725693000000007</c:v>
                </c:pt>
                <c:pt idx="2369">
                  <c:v>89.635711999999998</c:v>
                </c:pt>
                <c:pt idx="2370">
                  <c:v>89.512726000000001</c:v>
                </c:pt>
                <c:pt idx="2371">
                  <c:v>89.401993000000004</c:v>
                </c:pt>
                <c:pt idx="2372">
                  <c:v>89.300895999999995</c:v>
                </c:pt>
                <c:pt idx="2373">
                  <c:v>89.265411</c:v>
                </c:pt>
                <c:pt idx="2374">
                  <c:v>89.282639000000003</c:v>
                </c:pt>
                <c:pt idx="2375">
                  <c:v>89.385704000000004</c:v>
                </c:pt>
                <c:pt idx="2376">
                  <c:v>89.513221999999999</c:v>
                </c:pt>
                <c:pt idx="2377">
                  <c:v>89.584723999999994</c:v>
                </c:pt>
                <c:pt idx="2378">
                  <c:v>89.578156000000007</c:v>
                </c:pt>
                <c:pt idx="2379">
                  <c:v>89.541106999999997</c:v>
                </c:pt>
                <c:pt idx="2380">
                  <c:v>89.501555999999994</c:v>
                </c:pt>
                <c:pt idx="2381">
                  <c:v>89.506362999999993</c:v>
                </c:pt>
                <c:pt idx="2382">
                  <c:v>84.508460999999997</c:v>
                </c:pt>
                <c:pt idx="2383">
                  <c:v>85.382880999999998</c:v>
                </c:pt>
                <c:pt idx="2384">
                  <c:v>86.164246000000006</c:v>
                </c:pt>
                <c:pt idx="2385">
                  <c:v>86.935516000000007</c:v>
                </c:pt>
                <c:pt idx="2386">
                  <c:v>87.578711999999996</c:v>
                </c:pt>
                <c:pt idx="2387">
                  <c:v>88.117653000000004</c:v>
                </c:pt>
                <c:pt idx="2388">
                  <c:v>88.585669999999993</c:v>
                </c:pt>
                <c:pt idx="2389">
                  <c:v>88.964911999999998</c:v>
                </c:pt>
                <c:pt idx="2390">
                  <c:v>89.227767999999998</c:v>
                </c:pt>
                <c:pt idx="2391">
                  <c:v>89.348099000000005</c:v>
                </c:pt>
                <c:pt idx="2392">
                  <c:v>89.292603</c:v>
                </c:pt>
                <c:pt idx="2393">
                  <c:v>89.125</c:v>
                </c:pt>
                <c:pt idx="2394">
                  <c:v>88.892600999999999</c:v>
                </c:pt>
                <c:pt idx="2395">
                  <c:v>88.626900000000006</c:v>
                </c:pt>
                <c:pt idx="2396">
                  <c:v>88.390647999999999</c:v>
                </c:pt>
                <c:pt idx="2397">
                  <c:v>88.135238999999999</c:v>
                </c:pt>
                <c:pt idx="2398">
                  <c:v>87.922386000000003</c:v>
                </c:pt>
                <c:pt idx="2399">
                  <c:v>87.767937000000003</c:v>
                </c:pt>
                <c:pt idx="2400">
                  <c:v>87.697861000000003</c:v>
                </c:pt>
                <c:pt idx="2401">
                  <c:v>87.686171999999999</c:v>
                </c:pt>
                <c:pt idx="2402">
                  <c:v>87.725334000000004</c:v>
                </c:pt>
                <c:pt idx="2403">
                  <c:v>87.831603999999999</c:v>
                </c:pt>
                <c:pt idx="2404">
                  <c:v>87.953277999999997</c:v>
                </c:pt>
                <c:pt idx="2405">
                  <c:v>88.031586000000004</c:v>
                </c:pt>
                <c:pt idx="2406">
                  <c:v>88.114990000000006</c:v>
                </c:pt>
                <c:pt idx="2407">
                  <c:v>88.244956999999999</c:v>
                </c:pt>
                <c:pt idx="2408">
                  <c:v>88.337029000000001</c:v>
                </c:pt>
                <c:pt idx="2409">
                  <c:v>88.398940999999994</c:v>
                </c:pt>
                <c:pt idx="2410">
                  <c:v>88.491912999999997</c:v>
                </c:pt>
                <c:pt idx="2411">
                  <c:v>88.641495000000006</c:v>
                </c:pt>
                <c:pt idx="2412">
                  <c:v>88.846619000000004</c:v>
                </c:pt>
                <c:pt idx="2413">
                  <c:v>88.983788000000004</c:v>
                </c:pt>
                <c:pt idx="2414">
                  <c:v>88.918143999999998</c:v>
                </c:pt>
                <c:pt idx="2415">
                  <c:v>88.737037999999998</c:v>
                </c:pt>
                <c:pt idx="2416">
                  <c:v>88.564246999999995</c:v>
                </c:pt>
                <c:pt idx="2417">
                  <c:v>88.670142999999996</c:v>
                </c:pt>
                <c:pt idx="2418">
                  <c:v>89.171897999999999</c:v>
                </c:pt>
                <c:pt idx="2419">
                  <c:v>89.937668000000002</c:v>
                </c:pt>
                <c:pt idx="2420">
                  <c:v>90.854789999999994</c:v>
                </c:pt>
                <c:pt idx="2421">
                  <c:v>91.755759999999995</c:v>
                </c:pt>
                <c:pt idx="2422">
                  <c:v>92.471535000000003</c:v>
                </c:pt>
                <c:pt idx="2423">
                  <c:v>92.914185000000003</c:v>
                </c:pt>
                <c:pt idx="2424">
                  <c:v>93.159842999999995</c:v>
                </c:pt>
                <c:pt idx="2425">
                  <c:v>93.261336999999997</c:v>
                </c:pt>
                <c:pt idx="2426">
                  <c:v>93.239852999999997</c:v>
                </c:pt>
                <c:pt idx="2427">
                  <c:v>93.161697000000004</c:v>
                </c:pt>
                <c:pt idx="2428">
                  <c:v>93.031441000000001</c:v>
                </c:pt>
                <c:pt idx="2429">
                  <c:v>92.854263000000003</c:v>
                </c:pt>
                <c:pt idx="2430">
                  <c:v>92.688934000000003</c:v>
                </c:pt>
                <c:pt idx="2431">
                  <c:v>92.507964999999999</c:v>
                </c:pt>
                <c:pt idx="2432">
                  <c:v>92.356941000000006</c:v>
                </c:pt>
                <c:pt idx="2433">
                  <c:v>92.236091999999999</c:v>
                </c:pt>
                <c:pt idx="2434">
                  <c:v>92.112206</c:v>
                </c:pt>
                <c:pt idx="2435">
                  <c:v>91.971496999999999</c:v>
                </c:pt>
                <c:pt idx="2436">
                  <c:v>91.853538999999998</c:v>
                </c:pt>
                <c:pt idx="2437">
                  <c:v>91.751801</c:v>
                </c:pt>
                <c:pt idx="2438">
                  <c:v>91.633719999999997</c:v>
                </c:pt>
                <c:pt idx="2439">
                  <c:v>91.504074000000003</c:v>
                </c:pt>
                <c:pt idx="2440">
                  <c:v>91.365607999999995</c:v>
                </c:pt>
                <c:pt idx="2441">
                  <c:v>91.229209999999995</c:v>
                </c:pt>
                <c:pt idx="2442">
                  <c:v>91.079918000000006</c:v>
                </c:pt>
                <c:pt idx="2443">
                  <c:v>90.861755000000002</c:v>
                </c:pt>
                <c:pt idx="2444">
                  <c:v>90.527930999999995</c:v>
                </c:pt>
                <c:pt idx="2445">
                  <c:v>90.149673000000007</c:v>
                </c:pt>
                <c:pt idx="2446">
                  <c:v>89.813582999999994</c:v>
                </c:pt>
                <c:pt idx="2447">
                  <c:v>89.63485</c:v>
                </c:pt>
                <c:pt idx="2448">
                  <c:v>89.590508</c:v>
                </c:pt>
                <c:pt idx="2449">
                  <c:v>89.570824000000002</c:v>
                </c:pt>
                <c:pt idx="2450">
                  <c:v>89.523719999999997</c:v>
                </c:pt>
                <c:pt idx="2451">
                  <c:v>89.436836</c:v>
                </c:pt>
                <c:pt idx="2452">
                  <c:v>89.277739999999994</c:v>
                </c:pt>
                <c:pt idx="2453">
                  <c:v>89.042168000000004</c:v>
                </c:pt>
                <c:pt idx="2454">
                  <c:v>88.821098000000006</c:v>
                </c:pt>
                <c:pt idx="2455">
                  <c:v>88.653625000000005</c:v>
                </c:pt>
                <c:pt idx="2456">
                  <c:v>88.541038999999998</c:v>
                </c:pt>
                <c:pt idx="2457">
                  <c:v>88.522048999999996</c:v>
                </c:pt>
                <c:pt idx="2458">
                  <c:v>88.537520999999998</c:v>
                </c:pt>
                <c:pt idx="2459">
                  <c:v>88.578957000000003</c:v>
                </c:pt>
                <c:pt idx="2460">
                  <c:v>88.646805000000001</c:v>
                </c:pt>
                <c:pt idx="2461">
                  <c:v>88.747292000000002</c:v>
                </c:pt>
                <c:pt idx="2462">
                  <c:v>88.880538999999999</c:v>
                </c:pt>
                <c:pt idx="2463">
                  <c:v>89.013274999999993</c:v>
                </c:pt>
                <c:pt idx="2464">
                  <c:v>89.107101</c:v>
                </c:pt>
                <c:pt idx="2465">
                  <c:v>89.113235000000003</c:v>
                </c:pt>
                <c:pt idx="2466">
                  <c:v>89.087112000000005</c:v>
                </c:pt>
                <c:pt idx="2467">
                  <c:v>89.071678000000006</c:v>
                </c:pt>
                <c:pt idx="2468">
                  <c:v>89.133080000000007</c:v>
                </c:pt>
                <c:pt idx="2469">
                  <c:v>89.293091000000004</c:v>
                </c:pt>
                <c:pt idx="2470">
                  <c:v>89.466278000000003</c:v>
                </c:pt>
                <c:pt idx="2471">
                  <c:v>89.562386000000004</c:v>
                </c:pt>
                <c:pt idx="2472">
                  <c:v>89.633567999999997</c:v>
                </c:pt>
                <c:pt idx="2473">
                  <c:v>89.687201999999999</c:v>
                </c:pt>
                <c:pt idx="2474">
                  <c:v>89.719329999999999</c:v>
                </c:pt>
                <c:pt idx="2475">
                  <c:v>89.765968000000001</c:v>
                </c:pt>
                <c:pt idx="2476">
                  <c:v>89.846412999999998</c:v>
                </c:pt>
                <c:pt idx="2477">
                  <c:v>89.911818999999994</c:v>
                </c:pt>
                <c:pt idx="2478">
                  <c:v>89.903557000000006</c:v>
                </c:pt>
                <c:pt idx="2479">
                  <c:v>89.847206</c:v>
                </c:pt>
                <c:pt idx="2480">
                  <c:v>89.748176999999998</c:v>
                </c:pt>
                <c:pt idx="2481">
                  <c:v>89.664635000000004</c:v>
                </c:pt>
                <c:pt idx="2482">
                  <c:v>89.622223000000005</c:v>
                </c:pt>
                <c:pt idx="2483">
                  <c:v>89.597899999999996</c:v>
                </c:pt>
                <c:pt idx="2484">
                  <c:v>89.585571000000002</c:v>
                </c:pt>
                <c:pt idx="2485">
                  <c:v>89.590630000000004</c:v>
                </c:pt>
                <c:pt idx="2486">
                  <c:v>89.629890000000003</c:v>
                </c:pt>
                <c:pt idx="2487">
                  <c:v>89.616767999999993</c:v>
                </c:pt>
                <c:pt idx="2488">
                  <c:v>89.553398000000001</c:v>
                </c:pt>
                <c:pt idx="2489">
                  <c:v>89.450019999999995</c:v>
                </c:pt>
                <c:pt idx="2490">
                  <c:v>89.320487999999997</c:v>
                </c:pt>
                <c:pt idx="2491">
                  <c:v>89.149901999999997</c:v>
                </c:pt>
                <c:pt idx="2492">
                  <c:v>88.961501999999996</c:v>
                </c:pt>
                <c:pt idx="2493">
                  <c:v>88.810813999999993</c:v>
                </c:pt>
                <c:pt idx="2494">
                  <c:v>88.697990000000004</c:v>
                </c:pt>
                <c:pt idx="2495">
                  <c:v>88.574921000000003</c:v>
                </c:pt>
                <c:pt idx="2496">
                  <c:v>88.424316000000005</c:v>
                </c:pt>
                <c:pt idx="2497">
                  <c:v>88.292632999999995</c:v>
                </c:pt>
                <c:pt idx="2498">
                  <c:v>88.215637000000001</c:v>
                </c:pt>
                <c:pt idx="2499">
                  <c:v>88.196692999999996</c:v>
                </c:pt>
                <c:pt idx="2500">
                  <c:v>88.227005000000005</c:v>
                </c:pt>
                <c:pt idx="2501">
                  <c:v>88.264045999999993</c:v>
                </c:pt>
                <c:pt idx="2502">
                  <c:v>88.260634999999994</c:v>
                </c:pt>
                <c:pt idx="2503">
                  <c:v>88.181961000000001</c:v>
                </c:pt>
                <c:pt idx="2504">
                  <c:v>88.083160000000007</c:v>
                </c:pt>
                <c:pt idx="2505">
                  <c:v>88.010315000000006</c:v>
                </c:pt>
                <c:pt idx="2506">
                  <c:v>87.990295000000003</c:v>
                </c:pt>
                <c:pt idx="2507">
                  <c:v>87.981277000000006</c:v>
                </c:pt>
                <c:pt idx="2508">
                  <c:v>87.959678999999994</c:v>
                </c:pt>
                <c:pt idx="2509">
                  <c:v>87.955382999999998</c:v>
                </c:pt>
                <c:pt idx="2510">
                  <c:v>87.954734999999999</c:v>
                </c:pt>
                <c:pt idx="2511">
                  <c:v>87.936881999999997</c:v>
                </c:pt>
                <c:pt idx="2512">
                  <c:v>87.890656000000007</c:v>
                </c:pt>
                <c:pt idx="2513">
                  <c:v>87.834496000000001</c:v>
                </c:pt>
                <c:pt idx="2514">
                  <c:v>87.791877999999997</c:v>
                </c:pt>
                <c:pt idx="2515">
                  <c:v>87.762328999999994</c:v>
                </c:pt>
                <c:pt idx="2516">
                  <c:v>87.745025999999996</c:v>
                </c:pt>
                <c:pt idx="2517">
                  <c:v>87.733086</c:v>
                </c:pt>
                <c:pt idx="2518">
                  <c:v>87.705794999999995</c:v>
                </c:pt>
                <c:pt idx="2519">
                  <c:v>87.650497000000001</c:v>
                </c:pt>
                <c:pt idx="2520">
                  <c:v>87.577956999999998</c:v>
                </c:pt>
                <c:pt idx="2521">
                  <c:v>87.521393000000003</c:v>
                </c:pt>
                <c:pt idx="2522">
                  <c:v>87.472992000000005</c:v>
                </c:pt>
                <c:pt idx="2523">
                  <c:v>87.400879000000003</c:v>
                </c:pt>
                <c:pt idx="2524">
                  <c:v>87.340446</c:v>
                </c:pt>
                <c:pt idx="2525">
                  <c:v>87.278130000000004</c:v>
                </c:pt>
                <c:pt idx="2526">
                  <c:v>87.189537000000001</c:v>
                </c:pt>
                <c:pt idx="2527">
                  <c:v>87.113686000000001</c:v>
                </c:pt>
                <c:pt idx="2528">
                  <c:v>87.022064</c:v>
                </c:pt>
                <c:pt idx="2529">
                  <c:v>86.865273000000002</c:v>
                </c:pt>
                <c:pt idx="2530">
                  <c:v>86.678825000000003</c:v>
                </c:pt>
                <c:pt idx="2531">
                  <c:v>86.508408000000003</c:v>
                </c:pt>
                <c:pt idx="2532">
                  <c:v>86.373016000000007</c:v>
                </c:pt>
                <c:pt idx="2533">
                  <c:v>86.208893000000003</c:v>
                </c:pt>
                <c:pt idx="2534">
                  <c:v>85.938850000000002</c:v>
                </c:pt>
                <c:pt idx="2535">
                  <c:v>85.700408999999993</c:v>
                </c:pt>
                <c:pt idx="2536">
                  <c:v>85.537575000000004</c:v>
                </c:pt>
                <c:pt idx="2537">
                  <c:v>85.398612999999997</c:v>
                </c:pt>
                <c:pt idx="2538">
                  <c:v>85.307670999999999</c:v>
                </c:pt>
                <c:pt idx="2539">
                  <c:v>85.259559999999993</c:v>
                </c:pt>
                <c:pt idx="2540">
                  <c:v>85.235489000000001</c:v>
                </c:pt>
                <c:pt idx="2541">
                  <c:v>85.236427000000006</c:v>
                </c:pt>
                <c:pt idx="2542">
                  <c:v>85.256775000000005</c:v>
                </c:pt>
                <c:pt idx="2543">
                  <c:v>85.300949000000003</c:v>
                </c:pt>
                <c:pt idx="2544">
                  <c:v>85.377234999999999</c:v>
                </c:pt>
                <c:pt idx="2545">
                  <c:v>85.522209000000004</c:v>
                </c:pt>
                <c:pt idx="2546">
                  <c:v>85.701713999999996</c:v>
                </c:pt>
                <c:pt idx="2547">
                  <c:v>85.744895999999997</c:v>
                </c:pt>
                <c:pt idx="2548">
                  <c:v>85.676024999999996</c:v>
                </c:pt>
                <c:pt idx="2549">
                  <c:v>85.628326000000001</c:v>
                </c:pt>
                <c:pt idx="2550">
                  <c:v>85.624701999999999</c:v>
                </c:pt>
                <c:pt idx="2551">
                  <c:v>85.637198999999995</c:v>
                </c:pt>
                <c:pt idx="2552">
                  <c:v>85.681685999999999</c:v>
                </c:pt>
                <c:pt idx="2553">
                  <c:v>85.736457999999999</c:v>
                </c:pt>
                <c:pt idx="2554">
                  <c:v>85.790610999999998</c:v>
                </c:pt>
                <c:pt idx="2555">
                  <c:v>85.912246999999994</c:v>
                </c:pt>
                <c:pt idx="2556">
                  <c:v>86.156791999999996</c:v>
                </c:pt>
                <c:pt idx="2557">
                  <c:v>86.368767000000005</c:v>
                </c:pt>
                <c:pt idx="2558">
                  <c:v>86.461487000000005</c:v>
                </c:pt>
                <c:pt idx="2559">
                  <c:v>86.396964999999994</c:v>
                </c:pt>
                <c:pt idx="2560">
                  <c:v>86.314232000000004</c:v>
                </c:pt>
                <c:pt idx="2561">
                  <c:v>86.338074000000006</c:v>
                </c:pt>
                <c:pt idx="2562">
                  <c:v>86.389426999999998</c:v>
                </c:pt>
                <c:pt idx="2563">
                  <c:v>86.416900999999996</c:v>
                </c:pt>
                <c:pt idx="2564">
                  <c:v>86.429405000000003</c:v>
                </c:pt>
                <c:pt idx="2565">
                  <c:v>86.453772999999998</c:v>
                </c:pt>
                <c:pt idx="2566">
                  <c:v>86.468086</c:v>
                </c:pt>
                <c:pt idx="2567">
                  <c:v>86.470459000000005</c:v>
                </c:pt>
                <c:pt idx="2568">
                  <c:v>86.517501999999993</c:v>
                </c:pt>
                <c:pt idx="2569">
                  <c:v>86.552375999999995</c:v>
                </c:pt>
                <c:pt idx="2570">
                  <c:v>86.685539000000006</c:v>
                </c:pt>
                <c:pt idx="2571">
                  <c:v>86.718697000000006</c:v>
                </c:pt>
                <c:pt idx="2572">
                  <c:v>86.648216000000005</c:v>
                </c:pt>
                <c:pt idx="2573">
                  <c:v>86.616302000000005</c:v>
                </c:pt>
                <c:pt idx="2574">
                  <c:v>86.702620999999994</c:v>
                </c:pt>
                <c:pt idx="2575">
                  <c:v>86.945137000000003</c:v>
                </c:pt>
                <c:pt idx="2576">
                  <c:v>87.232239000000007</c:v>
                </c:pt>
                <c:pt idx="2577">
                  <c:v>87.329491000000004</c:v>
                </c:pt>
                <c:pt idx="2578">
                  <c:v>87.278594999999996</c:v>
                </c:pt>
                <c:pt idx="2579">
                  <c:v>87.100296</c:v>
                </c:pt>
                <c:pt idx="2580">
                  <c:v>86.898009999999999</c:v>
                </c:pt>
                <c:pt idx="2581">
                  <c:v>86.696280999999999</c:v>
                </c:pt>
                <c:pt idx="2582">
                  <c:v>86.520432</c:v>
                </c:pt>
                <c:pt idx="2583">
                  <c:v>86.433090000000007</c:v>
                </c:pt>
                <c:pt idx="2584">
                  <c:v>86.428261000000006</c:v>
                </c:pt>
                <c:pt idx="2585">
                  <c:v>86.527573000000004</c:v>
                </c:pt>
                <c:pt idx="2586">
                  <c:v>86.637161000000006</c:v>
                </c:pt>
                <c:pt idx="2587">
                  <c:v>86.745636000000005</c:v>
                </c:pt>
                <c:pt idx="2588">
                  <c:v>86.816131999999996</c:v>
                </c:pt>
                <c:pt idx="2589">
                  <c:v>86.904731999999996</c:v>
                </c:pt>
                <c:pt idx="2590">
                  <c:v>86.99691</c:v>
                </c:pt>
                <c:pt idx="2591">
                  <c:v>87.053818000000007</c:v>
                </c:pt>
                <c:pt idx="2592">
                  <c:v>86.966667000000001</c:v>
                </c:pt>
                <c:pt idx="2593">
                  <c:v>86.786574999999999</c:v>
                </c:pt>
                <c:pt idx="2594">
                  <c:v>86.710632000000004</c:v>
                </c:pt>
                <c:pt idx="2595">
                  <c:v>86.699370999999999</c:v>
                </c:pt>
                <c:pt idx="2596">
                  <c:v>86.633278000000004</c:v>
                </c:pt>
                <c:pt idx="2597">
                  <c:v>86.502540999999994</c:v>
                </c:pt>
                <c:pt idx="2598">
                  <c:v>86.394417000000004</c:v>
                </c:pt>
                <c:pt idx="2599">
                  <c:v>86.303336999999999</c:v>
                </c:pt>
                <c:pt idx="2600">
                  <c:v>86.226333999999994</c:v>
                </c:pt>
                <c:pt idx="2601">
                  <c:v>86.178344999999993</c:v>
                </c:pt>
                <c:pt idx="2602">
                  <c:v>86.112449999999995</c:v>
                </c:pt>
                <c:pt idx="2603">
                  <c:v>86.021338999999998</c:v>
                </c:pt>
                <c:pt idx="2604">
                  <c:v>85.914451999999997</c:v>
                </c:pt>
                <c:pt idx="2605">
                  <c:v>85.902420000000006</c:v>
                </c:pt>
                <c:pt idx="2606">
                  <c:v>85.866996999999998</c:v>
                </c:pt>
                <c:pt idx="2607">
                  <c:v>85.858749000000003</c:v>
                </c:pt>
                <c:pt idx="2608">
                  <c:v>85.941909999999993</c:v>
                </c:pt>
                <c:pt idx="2609">
                  <c:v>86.050017999999994</c:v>
                </c:pt>
                <c:pt idx="2610">
                  <c:v>86.176956000000004</c:v>
                </c:pt>
                <c:pt idx="2611">
                  <c:v>86.255943000000002</c:v>
                </c:pt>
                <c:pt idx="2612">
                  <c:v>86.183502000000004</c:v>
                </c:pt>
                <c:pt idx="2613">
                  <c:v>86.063354000000004</c:v>
                </c:pt>
                <c:pt idx="2614">
                  <c:v>85.928382999999997</c:v>
                </c:pt>
                <c:pt idx="2615">
                  <c:v>85.857208</c:v>
                </c:pt>
                <c:pt idx="2616">
                  <c:v>85.834175000000002</c:v>
                </c:pt>
                <c:pt idx="2617">
                  <c:v>85.714561000000003</c:v>
                </c:pt>
                <c:pt idx="2618">
                  <c:v>85.645888999999997</c:v>
                </c:pt>
                <c:pt idx="2619">
                  <c:v>85.698318</c:v>
                </c:pt>
                <c:pt idx="2620">
                  <c:v>85.783043000000006</c:v>
                </c:pt>
                <c:pt idx="2621">
                  <c:v>85.878699999999995</c:v>
                </c:pt>
                <c:pt idx="2622">
                  <c:v>86.172500999999997</c:v>
                </c:pt>
                <c:pt idx="2623">
                  <c:v>86.522841999999997</c:v>
                </c:pt>
                <c:pt idx="2624">
                  <c:v>86.876571999999996</c:v>
                </c:pt>
                <c:pt idx="2625">
                  <c:v>87.238274000000004</c:v>
                </c:pt>
                <c:pt idx="2626">
                  <c:v>87.564223999999996</c:v>
                </c:pt>
                <c:pt idx="2627">
                  <c:v>87.817734000000002</c:v>
                </c:pt>
                <c:pt idx="2628">
                  <c:v>88.008797000000001</c:v>
                </c:pt>
                <c:pt idx="2629">
                  <c:v>88.100432999999995</c:v>
                </c:pt>
                <c:pt idx="2630">
                  <c:v>88.056061</c:v>
                </c:pt>
                <c:pt idx="2631">
                  <c:v>87.957999999999998</c:v>
                </c:pt>
                <c:pt idx="2632">
                  <c:v>87.883194000000003</c:v>
                </c:pt>
                <c:pt idx="2633">
                  <c:v>87.749390000000005</c:v>
                </c:pt>
                <c:pt idx="2634">
                  <c:v>87.555983999999995</c:v>
                </c:pt>
                <c:pt idx="2635">
                  <c:v>87.369788999999997</c:v>
                </c:pt>
                <c:pt idx="2636">
                  <c:v>87.239861000000005</c:v>
                </c:pt>
                <c:pt idx="2637">
                  <c:v>87.086166000000006</c:v>
                </c:pt>
                <c:pt idx="2638">
                  <c:v>86.956406000000001</c:v>
                </c:pt>
                <c:pt idx="2639">
                  <c:v>86.757262999999995</c:v>
                </c:pt>
                <c:pt idx="2640">
                  <c:v>86.568747999999999</c:v>
                </c:pt>
                <c:pt idx="2641">
                  <c:v>86.422957999999994</c:v>
                </c:pt>
                <c:pt idx="2642">
                  <c:v>86.328757999999993</c:v>
                </c:pt>
                <c:pt idx="2643">
                  <c:v>86.256172000000007</c:v>
                </c:pt>
                <c:pt idx="2644">
                  <c:v>86.187331999999998</c:v>
                </c:pt>
                <c:pt idx="2645">
                  <c:v>86.088752999999997</c:v>
                </c:pt>
                <c:pt idx="2646">
                  <c:v>85.984488999999996</c:v>
                </c:pt>
                <c:pt idx="2647">
                  <c:v>85.887360000000001</c:v>
                </c:pt>
                <c:pt idx="2648">
                  <c:v>85.783653000000001</c:v>
                </c:pt>
                <c:pt idx="2649">
                  <c:v>85.629859999999994</c:v>
                </c:pt>
                <c:pt idx="2650">
                  <c:v>85.412132</c:v>
                </c:pt>
                <c:pt idx="2651">
                  <c:v>85.21199</c:v>
                </c:pt>
                <c:pt idx="2652">
                  <c:v>85.085555999999997</c:v>
                </c:pt>
                <c:pt idx="2653">
                  <c:v>84.978881999999999</c:v>
                </c:pt>
                <c:pt idx="2654">
                  <c:v>84.807937999999993</c:v>
                </c:pt>
                <c:pt idx="2655">
                  <c:v>84.556618</c:v>
                </c:pt>
                <c:pt idx="2656">
                  <c:v>84.353920000000002</c:v>
                </c:pt>
                <c:pt idx="2657">
                  <c:v>84.290581000000003</c:v>
                </c:pt>
                <c:pt idx="2658">
                  <c:v>84.254547000000002</c:v>
                </c:pt>
                <c:pt idx="2659">
                  <c:v>84.187218000000001</c:v>
                </c:pt>
                <c:pt idx="2660">
                  <c:v>84.186417000000006</c:v>
                </c:pt>
                <c:pt idx="2661">
                  <c:v>84.250214</c:v>
                </c:pt>
                <c:pt idx="2662">
                  <c:v>84.271240000000006</c:v>
                </c:pt>
                <c:pt idx="2663">
                  <c:v>84.210693000000006</c:v>
                </c:pt>
                <c:pt idx="2664">
                  <c:v>84.123131000000001</c:v>
                </c:pt>
                <c:pt idx="2665">
                  <c:v>84.004424999999998</c:v>
                </c:pt>
                <c:pt idx="2666">
                  <c:v>83.871375999999998</c:v>
                </c:pt>
                <c:pt idx="2667">
                  <c:v>83.802443999999994</c:v>
                </c:pt>
                <c:pt idx="2668">
                  <c:v>83.741104000000007</c:v>
                </c:pt>
                <c:pt idx="2669">
                  <c:v>83.593947999999997</c:v>
                </c:pt>
                <c:pt idx="2670">
                  <c:v>83.458411999999996</c:v>
                </c:pt>
                <c:pt idx="2671">
                  <c:v>83.417679000000007</c:v>
                </c:pt>
                <c:pt idx="2672">
                  <c:v>83.405472000000003</c:v>
                </c:pt>
                <c:pt idx="2673">
                  <c:v>83.347496000000007</c:v>
                </c:pt>
                <c:pt idx="2674">
                  <c:v>83.240463000000005</c:v>
                </c:pt>
                <c:pt idx="2675">
                  <c:v>83.164207000000005</c:v>
                </c:pt>
                <c:pt idx="2676">
                  <c:v>83.053641999999996</c:v>
                </c:pt>
                <c:pt idx="2677">
                  <c:v>82.972999999999999</c:v>
                </c:pt>
                <c:pt idx="2678">
                  <c:v>83.044701000000003</c:v>
                </c:pt>
                <c:pt idx="2679">
                  <c:v>83.230796999999995</c:v>
                </c:pt>
                <c:pt idx="2680">
                  <c:v>83.383483999999996</c:v>
                </c:pt>
                <c:pt idx="2681">
                  <c:v>83.357879999999994</c:v>
                </c:pt>
                <c:pt idx="2682">
                  <c:v>83.275856000000005</c:v>
                </c:pt>
                <c:pt idx="2683">
                  <c:v>83.266623999999993</c:v>
                </c:pt>
                <c:pt idx="2684">
                  <c:v>83.348113999999995</c:v>
                </c:pt>
                <c:pt idx="2685">
                  <c:v>83.521095000000003</c:v>
                </c:pt>
                <c:pt idx="2686">
                  <c:v>83.647530000000003</c:v>
                </c:pt>
                <c:pt idx="2687">
                  <c:v>83.698134999999994</c:v>
                </c:pt>
                <c:pt idx="2688">
                  <c:v>83.747078000000002</c:v>
                </c:pt>
                <c:pt idx="2689">
                  <c:v>83.822310999999999</c:v>
                </c:pt>
                <c:pt idx="2690">
                  <c:v>83.842315999999997</c:v>
                </c:pt>
                <c:pt idx="2691">
                  <c:v>83.780106000000004</c:v>
                </c:pt>
                <c:pt idx="2692">
                  <c:v>83.803687999999994</c:v>
                </c:pt>
                <c:pt idx="2693">
                  <c:v>83.930115000000001</c:v>
                </c:pt>
                <c:pt idx="2694">
                  <c:v>84.210312000000002</c:v>
                </c:pt>
                <c:pt idx="2695">
                  <c:v>84.524551000000002</c:v>
                </c:pt>
                <c:pt idx="2696">
                  <c:v>84.751427000000007</c:v>
                </c:pt>
                <c:pt idx="2697">
                  <c:v>84.810280000000006</c:v>
                </c:pt>
                <c:pt idx="2698">
                  <c:v>84.788680999999997</c:v>
                </c:pt>
                <c:pt idx="2699">
                  <c:v>84.755088999999998</c:v>
                </c:pt>
                <c:pt idx="2700">
                  <c:v>84.587860000000006</c:v>
                </c:pt>
                <c:pt idx="2701">
                  <c:v>84.348067999999998</c:v>
                </c:pt>
                <c:pt idx="2702">
                  <c:v>84.113738999999995</c:v>
                </c:pt>
                <c:pt idx="2703">
                  <c:v>83.973647999999997</c:v>
                </c:pt>
                <c:pt idx="2704">
                  <c:v>83.909378000000004</c:v>
                </c:pt>
                <c:pt idx="2705">
                  <c:v>83.879943999999995</c:v>
                </c:pt>
                <c:pt idx="2706">
                  <c:v>83.862487999999999</c:v>
                </c:pt>
                <c:pt idx="2707">
                  <c:v>83.823905999999994</c:v>
                </c:pt>
                <c:pt idx="2708">
                  <c:v>83.753403000000006</c:v>
                </c:pt>
                <c:pt idx="2709">
                  <c:v>83.862517999999994</c:v>
                </c:pt>
                <c:pt idx="2710">
                  <c:v>83.977074000000002</c:v>
                </c:pt>
                <c:pt idx="2711">
                  <c:v>84.104729000000006</c:v>
                </c:pt>
                <c:pt idx="2712">
                  <c:v>84.283524</c:v>
                </c:pt>
                <c:pt idx="2713">
                  <c:v>84.482276999999996</c:v>
                </c:pt>
                <c:pt idx="2714">
                  <c:v>84.783339999999995</c:v>
                </c:pt>
                <c:pt idx="2715">
                  <c:v>85.106964000000005</c:v>
                </c:pt>
                <c:pt idx="2716">
                  <c:v>85.368797000000001</c:v>
                </c:pt>
                <c:pt idx="2717">
                  <c:v>85.527068999999997</c:v>
                </c:pt>
                <c:pt idx="2718">
                  <c:v>85.504722999999998</c:v>
                </c:pt>
                <c:pt idx="2719">
                  <c:v>85.331894000000005</c:v>
                </c:pt>
                <c:pt idx="2720">
                  <c:v>85.051651000000007</c:v>
                </c:pt>
                <c:pt idx="2721">
                  <c:v>84.778060999999994</c:v>
                </c:pt>
                <c:pt idx="2722">
                  <c:v>84.556006999999994</c:v>
                </c:pt>
                <c:pt idx="2723">
                  <c:v>84.406875999999997</c:v>
                </c:pt>
                <c:pt idx="2724">
                  <c:v>84.306495999999996</c:v>
                </c:pt>
                <c:pt idx="2725">
                  <c:v>84.245673999999994</c:v>
                </c:pt>
                <c:pt idx="2726">
                  <c:v>84.237838999999994</c:v>
                </c:pt>
                <c:pt idx="2727">
                  <c:v>84.239341999999994</c:v>
                </c:pt>
                <c:pt idx="2728">
                  <c:v>84.157707000000002</c:v>
                </c:pt>
                <c:pt idx="2729">
                  <c:v>84.022437999999994</c:v>
                </c:pt>
                <c:pt idx="2730">
                  <c:v>83.880393999999995</c:v>
                </c:pt>
                <c:pt idx="2731">
                  <c:v>83.738960000000006</c:v>
                </c:pt>
                <c:pt idx="2732">
                  <c:v>83.618590999999995</c:v>
                </c:pt>
                <c:pt idx="2733">
                  <c:v>83.487892000000002</c:v>
                </c:pt>
                <c:pt idx="2734">
                  <c:v>83.345130999999995</c:v>
                </c:pt>
                <c:pt idx="2735">
                  <c:v>83.193389999999994</c:v>
                </c:pt>
                <c:pt idx="2736">
                  <c:v>83.036513999999997</c:v>
                </c:pt>
                <c:pt idx="2737">
                  <c:v>82.878624000000002</c:v>
                </c:pt>
                <c:pt idx="2738">
                  <c:v>82.726134999999999</c:v>
                </c:pt>
                <c:pt idx="2739">
                  <c:v>82.585708999999994</c:v>
                </c:pt>
                <c:pt idx="2740">
                  <c:v>82.457122999999996</c:v>
                </c:pt>
                <c:pt idx="2741">
                  <c:v>82.346642000000003</c:v>
                </c:pt>
                <c:pt idx="2742">
                  <c:v>82.255898000000002</c:v>
                </c:pt>
                <c:pt idx="2743">
                  <c:v>82.192368000000002</c:v>
                </c:pt>
                <c:pt idx="2744">
                  <c:v>82.142501999999993</c:v>
                </c:pt>
                <c:pt idx="2745">
                  <c:v>82.104195000000004</c:v>
                </c:pt>
                <c:pt idx="2746">
                  <c:v>82.136391000000003</c:v>
                </c:pt>
                <c:pt idx="2747">
                  <c:v>82.165588</c:v>
                </c:pt>
                <c:pt idx="2748">
                  <c:v>82.187781999999999</c:v>
                </c:pt>
                <c:pt idx="2749">
                  <c:v>82.164185000000003</c:v>
                </c:pt>
                <c:pt idx="2750">
                  <c:v>82.112671000000006</c:v>
                </c:pt>
                <c:pt idx="2751">
                  <c:v>82.104491999999993</c:v>
                </c:pt>
                <c:pt idx="2752">
                  <c:v>82.060813999999993</c:v>
                </c:pt>
                <c:pt idx="2753">
                  <c:v>81.952408000000005</c:v>
                </c:pt>
                <c:pt idx="2754">
                  <c:v>81.882591000000005</c:v>
                </c:pt>
                <c:pt idx="2755">
                  <c:v>81.850944999999996</c:v>
                </c:pt>
                <c:pt idx="2756">
                  <c:v>81.835335000000001</c:v>
                </c:pt>
                <c:pt idx="2757">
                  <c:v>81.802054999999996</c:v>
                </c:pt>
                <c:pt idx="2758">
                  <c:v>81.742455000000007</c:v>
                </c:pt>
                <c:pt idx="2759">
                  <c:v>81.673278999999994</c:v>
                </c:pt>
                <c:pt idx="2760">
                  <c:v>81.623390000000001</c:v>
                </c:pt>
                <c:pt idx="2761">
                  <c:v>81.462638999999996</c:v>
                </c:pt>
                <c:pt idx="2762">
                  <c:v>81.392426</c:v>
                </c:pt>
                <c:pt idx="2763">
                  <c:v>81.364716000000001</c:v>
                </c:pt>
                <c:pt idx="2764">
                  <c:v>81.316353000000007</c:v>
                </c:pt>
                <c:pt idx="2765">
                  <c:v>81.284210000000002</c:v>
                </c:pt>
                <c:pt idx="2766">
                  <c:v>81.244620999999995</c:v>
                </c:pt>
                <c:pt idx="2767">
                  <c:v>81.150597000000005</c:v>
                </c:pt>
                <c:pt idx="2768">
                  <c:v>81.085128999999995</c:v>
                </c:pt>
                <c:pt idx="2769">
                  <c:v>81.042586999999997</c:v>
                </c:pt>
                <c:pt idx="2770">
                  <c:v>80.997603999999995</c:v>
                </c:pt>
                <c:pt idx="2771">
                  <c:v>80.981521999999998</c:v>
                </c:pt>
                <c:pt idx="2772">
                  <c:v>81.005341000000001</c:v>
                </c:pt>
                <c:pt idx="2773">
                  <c:v>81.044380000000004</c:v>
                </c:pt>
                <c:pt idx="2774">
                  <c:v>81.025550999999993</c:v>
                </c:pt>
                <c:pt idx="2775">
                  <c:v>80.998305999999999</c:v>
                </c:pt>
                <c:pt idx="2776">
                  <c:v>81.038405999999995</c:v>
                </c:pt>
                <c:pt idx="2777">
                  <c:v>81.077492000000007</c:v>
                </c:pt>
                <c:pt idx="2778">
                  <c:v>81.013633999999996</c:v>
                </c:pt>
                <c:pt idx="2779">
                  <c:v>80.948715000000007</c:v>
                </c:pt>
                <c:pt idx="2780">
                  <c:v>80.900390999999999</c:v>
                </c:pt>
                <c:pt idx="2781">
                  <c:v>80.850234999999998</c:v>
                </c:pt>
                <c:pt idx="2782">
                  <c:v>80.781211999999996</c:v>
                </c:pt>
                <c:pt idx="2783">
                  <c:v>80.730568000000005</c:v>
                </c:pt>
                <c:pt idx="2784">
                  <c:v>80.641059999999996</c:v>
                </c:pt>
                <c:pt idx="2785">
                  <c:v>80.524863999999994</c:v>
                </c:pt>
                <c:pt idx="2786">
                  <c:v>80.416786000000002</c:v>
                </c:pt>
                <c:pt idx="2787">
                  <c:v>80.323134999999994</c:v>
                </c:pt>
                <c:pt idx="2788">
                  <c:v>80.263458</c:v>
                </c:pt>
                <c:pt idx="2789">
                  <c:v>80.287041000000002</c:v>
                </c:pt>
                <c:pt idx="2790">
                  <c:v>80.283233999999993</c:v>
                </c:pt>
                <c:pt idx="2791">
                  <c:v>80.225143000000003</c:v>
                </c:pt>
                <c:pt idx="2792">
                  <c:v>80.142403000000002</c:v>
                </c:pt>
                <c:pt idx="2793">
                  <c:v>80.072211999999993</c:v>
                </c:pt>
                <c:pt idx="2794">
                  <c:v>79.998024000000001</c:v>
                </c:pt>
                <c:pt idx="2795">
                  <c:v>79.967170999999993</c:v>
                </c:pt>
                <c:pt idx="2796">
                  <c:v>79.996048000000002</c:v>
                </c:pt>
                <c:pt idx="2797">
                  <c:v>79.988449000000003</c:v>
                </c:pt>
                <c:pt idx="2798">
                  <c:v>79.953018</c:v>
                </c:pt>
                <c:pt idx="2799">
                  <c:v>79.925658999999996</c:v>
                </c:pt>
                <c:pt idx="2800">
                  <c:v>79.976310999999995</c:v>
                </c:pt>
                <c:pt idx="2801">
                  <c:v>79.987487999999999</c:v>
                </c:pt>
                <c:pt idx="2802">
                  <c:v>79.967606000000004</c:v>
                </c:pt>
                <c:pt idx="2803">
                  <c:v>79.940742</c:v>
                </c:pt>
                <c:pt idx="2804">
                  <c:v>79.893416999999999</c:v>
                </c:pt>
                <c:pt idx="2805">
                  <c:v>79.743469000000005</c:v>
                </c:pt>
                <c:pt idx="2806">
                  <c:v>79.543792999999994</c:v>
                </c:pt>
                <c:pt idx="2807">
                  <c:v>79.378082000000006</c:v>
                </c:pt>
                <c:pt idx="2808">
                  <c:v>79.241553999999994</c:v>
                </c:pt>
                <c:pt idx="2809">
                  <c:v>79.178398000000001</c:v>
                </c:pt>
                <c:pt idx="2810">
                  <c:v>79.175826999999998</c:v>
                </c:pt>
                <c:pt idx="2811">
                  <c:v>79.170242000000002</c:v>
                </c:pt>
                <c:pt idx="2812">
                  <c:v>79.176772999999997</c:v>
                </c:pt>
                <c:pt idx="2813">
                  <c:v>79.158859000000007</c:v>
                </c:pt>
                <c:pt idx="2814">
                  <c:v>79.123954999999995</c:v>
                </c:pt>
                <c:pt idx="2815">
                  <c:v>79.133476000000002</c:v>
                </c:pt>
                <c:pt idx="2816">
                  <c:v>79.118065000000001</c:v>
                </c:pt>
                <c:pt idx="2817">
                  <c:v>79.096947</c:v>
                </c:pt>
                <c:pt idx="2818">
                  <c:v>79.080787999999998</c:v>
                </c:pt>
                <c:pt idx="2819">
                  <c:v>79.070717000000002</c:v>
                </c:pt>
                <c:pt idx="2820">
                  <c:v>78.981003000000001</c:v>
                </c:pt>
                <c:pt idx="2821">
                  <c:v>78.886062999999993</c:v>
                </c:pt>
                <c:pt idx="2822">
                  <c:v>78.773346000000004</c:v>
                </c:pt>
                <c:pt idx="2823">
                  <c:v>78.634940999999998</c:v>
                </c:pt>
                <c:pt idx="2824">
                  <c:v>78.513565</c:v>
                </c:pt>
                <c:pt idx="2825">
                  <c:v>78.440535999999994</c:v>
                </c:pt>
                <c:pt idx="2826">
                  <c:v>78.375916000000004</c:v>
                </c:pt>
                <c:pt idx="2827">
                  <c:v>78.316276999999999</c:v>
                </c:pt>
                <c:pt idx="2828">
                  <c:v>78.222854999999996</c:v>
                </c:pt>
                <c:pt idx="2829">
                  <c:v>78.192520000000002</c:v>
                </c:pt>
                <c:pt idx="2830">
                  <c:v>78.125007999999994</c:v>
                </c:pt>
                <c:pt idx="2831">
                  <c:v>78.024094000000005</c:v>
                </c:pt>
                <c:pt idx="2832">
                  <c:v>77.884215999999995</c:v>
                </c:pt>
                <c:pt idx="2833">
                  <c:v>77.808959999999999</c:v>
                </c:pt>
                <c:pt idx="2834">
                  <c:v>77.779983999999999</c:v>
                </c:pt>
                <c:pt idx="2835">
                  <c:v>77.765854000000004</c:v>
                </c:pt>
                <c:pt idx="2836">
                  <c:v>77.738808000000006</c:v>
                </c:pt>
                <c:pt idx="2837">
                  <c:v>77.712592999999998</c:v>
                </c:pt>
                <c:pt idx="2838">
                  <c:v>77.643371999999999</c:v>
                </c:pt>
                <c:pt idx="2839">
                  <c:v>77.597449999999995</c:v>
                </c:pt>
                <c:pt idx="2840">
                  <c:v>77.509338</c:v>
                </c:pt>
                <c:pt idx="2841">
                  <c:v>77.436942999999999</c:v>
                </c:pt>
                <c:pt idx="2842">
                  <c:v>77.310860000000005</c:v>
                </c:pt>
                <c:pt idx="2843">
                  <c:v>77.192290999999997</c:v>
                </c:pt>
                <c:pt idx="2844">
                  <c:v>77.107132000000007</c:v>
                </c:pt>
                <c:pt idx="2845">
                  <c:v>77.080849000000001</c:v>
                </c:pt>
                <c:pt idx="2846">
                  <c:v>77.019340999999997</c:v>
                </c:pt>
                <c:pt idx="2847">
                  <c:v>76.907600000000002</c:v>
                </c:pt>
                <c:pt idx="2848">
                  <c:v>76.872001999999995</c:v>
                </c:pt>
                <c:pt idx="2849">
                  <c:v>76.817893999999995</c:v>
                </c:pt>
                <c:pt idx="2850">
                  <c:v>76.705414000000005</c:v>
                </c:pt>
                <c:pt idx="2851">
                  <c:v>76.624756000000005</c:v>
                </c:pt>
                <c:pt idx="2852">
                  <c:v>76.622069999999994</c:v>
                </c:pt>
                <c:pt idx="2853">
                  <c:v>76.646172000000007</c:v>
                </c:pt>
                <c:pt idx="2854">
                  <c:v>76.579659000000007</c:v>
                </c:pt>
                <c:pt idx="2855">
                  <c:v>76.478217999999998</c:v>
                </c:pt>
                <c:pt idx="2856">
                  <c:v>76.366325000000003</c:v>
                </c:pt>
                <c:pt idx="2857">
                  <c:v>76.257896000000002</c:v>
                </c:pt>
                <c:pt idx="2858">
                  <c:v>76.174248000000006</c:v>
                </c:pt>
                <c:pt idx="2859">
                  <c:v>76.108581999999998</c:v>
                </c:pt>
                <c:pt idx="2860">
                  <c:v>76.110373999999993</c:v>
                </c:pt>
                <c:pt idx="2861">
                  <c:v>76.161017999999999</c:v>
                </c:pt>
                <c:pt idx="2862">
                  <c:v>76.209807999999995</c:v>
                </c:pt>
                <c:pt idx="2863">
                  <c:v>76.272239999999996</c:v>
                </c:pt>
                <c:pt idx="2864">
                  <c:v>76.360480999999993</c:v>
                </c:pt>
                <c:pt idx="2865">
                  <c:v>76.382034000000004</c:v>
                </c:pt>
                <c:pt idx="2866">
                  <c:v>76.409683000000001</c:v>
                </c:pt>
                <c:pt idx="2867">
                  <c:v>76.412430000000001</c:v>
                </c:pt>
                <c:pt idx="2868">
                  <c:v>76.357521000000006</c:v>
                </c:pt>
                <c:pt idx="2869">
                  <c:v>76.299064999999999</c:v>
                </c:pt>
                <c:pt idx="2870">
                  <c:v>76.238372999999996</c:v>
                </c:pt>
                <c:pt idx="2871">
                  <c:v>76.105834999999999</c:v>
                </c:pt>
                <c:pt idx="2872">
                  <c:v>75.957390000000004</c:v>
                </c:pt>
                <c:pt idx="2873">
                  <c:v>75.800826999999998</c:v>
                </c:pt>
                <c:pt idx="2874">
                  <c:v>75.668755000000004</c:v>
                </c:pt>
                <c:pt idx="2875">
                  <c:v>75.539803000000006</c:v>
                </c:pt>
                <c:pt idx="2876">
                  <c:v>75.404983999999999</c:v>
                </c:pt>
                <c:pt idx="2877">
                  <c:v>75.278709000000006</c:v>
                </c:pt>
                <c:pt idx="2878">
                  <c:v>75.161986999999996</c:v>
                </c:pt>
                <c:pt idx="2879">
                  <c:v>75.064803999999995</c:v>
                </c:pt>
                <c:pt idx="2880">
                  <c:v>74.992058</c:v>
                </c:pt>
                <c:pt idx="2881">
                  <c:v>74.919623999999999</c:v>
                </c:pt>
                <c:pt idx="2882">
                  <c:v>74.857940999999997</c:v>
                </c:pt>
                <c:pt idx="2883">
                  <c:v>74.815246999999999</c:v>
                </c:pt>
                <c:pt idx="2884">
                  <c:v>74.782264999999995</c:v>
                </c:pt>
                <c:pt idx="2885">
                  <c:v>74.746116999999998</c:v>
                </c:pt>
                <c:pt idx="2886">
                  <c:v>74.732132000000007</c:v>
                </c:pt>
                <c:pt idx="2887">
                  <c:v>74.707413000000003</c:v>
                </c:pt>
                <c:pt idx="2888">
                  <c:v>74.706871000000007</c:v>
                </c:pt>
                <c:pt idx="2889">
                  <c:v>74.702492000000007</c:v>
                </c:pt>
                <c:pt idx="2890">
                  <c:v>74.709380999999993</c:v>
                </c:pt>
                <c:pt idx="2891">
                  <c:v>74.664947999999995</c:v>
                </c:pt>
                <c:pt idx="2892">
                  <c:v>74.631202999999999</c:v>
                </c:pt>
                <c:pt idx="2893">
                  <c:v>74.597931000000003</c:v>
                </c:pt>
                <c:pt idx="2894">
                  <c:v>74.470657000000003</c:v>
                </c:pt>
                <c:pt idx="2895">
                  <c:v>74.329009999999997</c:v>
                </c:pt>
                <c:pt idx="2896">
                  <c:v>74.208038000000002</c:v>
                </c:pt>
                <c:pt idx="2897">
                  <c:v>74.136764999999997</c:v>
                </c:pt>
                <c:pt idx="2898">
                  <c:v>74.093269000000006</c:v>
                </c:pt>
                <c:pt idx="2899">
                  <c:v>74.041008000000005</c:v>
                </c:pt>
                <c:pt idx="2900">
                  <c:v>73.995193</c:v>
                </c:pt>
                <c:pt idx="2901">
                  <c:v>73.934264999999996</c:v>
                </c:pt>
                <c:pt idx="2902">
                  <c:v>73.929778999999996</c:v>
                </c:pt>
                <c:pt idx="2903">
                  <c:v>73.905884</c:v>
                </c:pt>
                <c:pt idx="2904">
                  <c:v>73.921722000000003</c:v>
                </c:pt>
                <c:pt idx="2905">
                  <c:v>73.881943000000007</c:v>
                </c:pt>
                <c:pt idx="2906">
                  <c:v>73.888373999999999</c:v>
                </c:pt>
                <c:pt idx="2907">
                  <c:v>73.860893000000004</c:v>
                </c:pt>
                <c:pt idx="2908">
                  <c:v>73.824432000000002</c:v>
                </c:pt>
                <c:pt idx="2909">
                  <c:v>73.793755000000004</c:v>
                </c:pt>
                <c:pt idx="2910">
                  <c:v>73.759911000000002</c:v>
                </c:pt>
                <c:pt idx="2911">
                  <c:v>73.725837999999996</c:v>
                </c:pt>
                <c:pt idx="2912">
                  <c:v>73.717072000000002</c:v>
                </c:pt>
                <c:pt idx="2913">
                  <c:v>73.699912999999995</c:v>
                </c:pt>
                <c:pt idx="2914">
                  <c:v>73.679542999999995</c:v>
                </c:pt>
                <c:pt idx="2915">
                  <c:v>73.679435999999995</c:v>
                </c:pt>
                <c:pt idx="2916">
                  <c:v>73.712729999999993</c:v>
                </c:pt>
                <c:pt idx="2917">
                  <c:v>73.738051999999996</c:v>
                </c:pt>
                <c:pt idx="2918">
                  <c:v>73.744468999999995</c:v>
                </c:pt>
                <c:pt idx="2919">
                  <c:v>73.752601999999996</c:v>
                </c:pt>
                <c:pt idx="2920">
                  <c:v>73.733588999999995</c:v>
                </c:pt>
                <c:pt idx="2921">
                  <c:v>73.773582000000005</c:v>
                </c:pt>
                <c:pt idx="2922">
                  <c:v>73.765274000000005</c:v>
                </c:pt>
                <c:pt idx="2923">
                  <c:v>73.717308000000003</c:v>
                </c:pt>
                <c:pt idx="2924">
                  <c:v>73.622001999999995</c:v>
                </c:pt>
                <c:pt idx="2925">
                  <c:v>73.536315999999999</c:v>
                </c:pt>
                <c:pt idx="2926">
                  <c:v>73.484611999999998</c:v>
                </c:pt>
                <c:pt idx="2927">
                  <c:v>73.422095999999996</c:v>
                </c:pt>
                <c:pt idx="2928">
                  <c:v>73.334502999999998</c:v>
                </c:pt>
                <c:pt idx="2929">
                  <c:v>73.299126000000001</c:v>
                </c:pt>
                <c:pt idx="2930">
                  <c:v>73.248405000000005</c:v>
                </c:pt>
                <c:pt idx="2931">
                  <c:v>73.218040000000002</c:v>
                </c:pt>
                <c:pt idx="2932">
                  <c:v>73.151520000000005</c:v>
                </c:pt>
                <c:pt idx="2933">
                  <c:v>73.181518999999994</c:v>
                </c:pt>
                <c:pt idx="2934">
                  <c:v>73.196449000000001</c:v>
                </c:pt>
                <c:pt idx="2935">
                  <c:v>73.229172000000005</c:v>
                </c:pt>
                <c:pt idx="2936">
                  <c:v>73.208556999999999</c:v>
                </c:pt>
                <c:pt idx="2937">
                  <c:v>73.174025999999998</c:v>
                </c:pt>
                <c:pt idx="2938">
                  <c:v>73.162338000000005</c:v>
                </c:pt>
                <c:pt idx="2939">
                  <c:v>73.084068000000002</c:v>
                </c:pt>
                <c:pt idx="2940">
                  <c:v>73.005759999999995</c:v>
                </c:pt>
                <c:pt idx="2941">
                  <c:v>72.924255000000002</c:v>
                </c:pt>
                <c:pt idx="2942">
                  <c:v>72.868423000000007</c:v>
                </c:pt>
                <c:pt idx="2943">
                  <c:v>72.816047999999995</c:v>
                </c:pt>
                <c:pt idx="2944">
                  <c:v>72.746505999999997</c:v>
                </c:pt>
                <c:pt idx="2945">
                  <c:v>72.708457999999993</c:v>
                </c:pt>
                <c:pt idx="2946">
                  <c:v>72.648696999999999</c:v>
                </c:pt>
                <c:pt idx="2947">
                  <c:v>72.594718999999998</c:v>
                </c:pt>
                <c:pt idx="2948">
                  <c:v>72.536011000000002</c:v>
                </c:pt>
                <c:pt idx="2949">
                  <c:v>72.475761000000006</c:v>
                </c:pt>
                <c:pt idx="2950">
                  <c:v>72.443900999999997</c:v>
                </c:pt>
                <c:pt idx="2951">
                  <c:v>72.424660000000003</c:v>
                </c:pt>
                <c:pt idx="2952">
                  <c:v>72.394538999999995</c:v>
                </c:pt>
                <c:pt idx="2953">
                  <c:v>72.366034999999997</c:v>
                </c:pt>
                <c:pt idx="2954">
                  <c:v>72.342651000000004</c:v>
                </c:pt>
                <c:pt idx="2955">
                  <c:v>72.329346000000001</c:v>
                </c:pt>
                <c:pt idx="2956">
                  <c:v>72.290154000000001</c:v>
                </c:pt>
                <c:pt idx="2957">
                  <c:v>72.247771999999998</c:v>
                </c:pt>
                <c:pt idx="2958">
                  <c:v>72.231232000000006</c:v>
                </c:pt>
                <c:pt idx="2959">
                  <c:v>72.216033999999993</c:v>
                </c:pt>
                <c:pt idx="2960">
                  <c:v>72.188393000000005</c:v>
                </c:pt>
                <c:pt idx="2961">
                  <c:v>72.140052999999995</c:v>
                </c:pt>
                <c:pt idx="2962">
                  <c:v>72.061081000000001</c:v>
                </c:pt>
                <c:pt idx="2963">
                  <c:v>72.003829999999994</c:v>
                </c:pt>
                <c:pt idx="2964">
                  <c:v>71.952834999999993</c:v>
                </c:pt>
                <c:pt idx="2965">
                  <c:v>71.907768000000004</c:v>
                </c:pt>
                <c:pt idx="2966">
                  <c:v>71.822051999999999</c:v>
                </c:pt>
                <c:pt idx="2967">
                  <c:v>71.708488000000003</c:v>
                </c:pt>
                <c:pt idx="2968">
                  <c:v>71.571877000000001</c:v>
                </c:pt>
                <c:pt idx="2969">
                  <c:v>71.427741999999995</c:v>
                </c:pt>
                <c:pt idx="2970">
                  <c:v>71.331947</c:v>
                </c:pt>
                <c:pt idx="2971">
                  <c:v>71.283417</c:v>
                </c:pt>
                <c:pt idx="2972">
                  <c:v>71.251746999999995</c:v>
                </c:pt>
                <c:pt idx="2973">
                  <c:v>71.232422</c:v>
                </c:pt>
                <c:pt idx="2974">
                  <c:v>71.240729999999999</c:v>
                </c:pt>
                <c:pt idx="2975">
                  <c:v>71.317100999999994</c:v>
                </c:pt>
                <c:pt idx="2976">
                  <c:v>71.557083000000006</c:v>
                </c:pt>
                <c:pt idx="2977">
                  <c:v>72.083252000000002</c:v>
                </c:pt>
                <c:pt idx="2978">
                  <c:v>72.827042000000006</c:v>
                </c:pt>
                <c:pt idx="2979">
                  <c:v>73.511359999999996</c:v>
                </c:pt>
                <c:pt idx="2980">
                  <c:v>73.862922999999995</c:v>
                </c:pt>
                <c:pt idx="2981">
                  <c:v>73.792473000000001</c:v>
                </c:pt>
                <c:pt idx="2982">
                  <c:v>72.768608</c:v>
                </c:pt>
                <c:pt idx="2983">
                  <c:v>72.005638000000005</c:v>
                </c:pt>
                <c:pt idx="2984">
                  <c:v>71.589149000000006</c:v>
                </c:pt>
                <c:pt idx="2985">
                  <c:v>71.383521999999999</c:v>
                </c:pt>
                <c:pt idx="2986">
                  <c:v>71.292191000000003</c:v>
                </c:pt>
                <c:pt idx="2987">
                  <c:v>71.241150000000005</c:v>
                </c:pt>
                <c:pt idx="2988">
                  <c:v>71.187613999999996</c:v>
                </c:pt>
                <c:pt idx="2989">
                  <c:v>71.118408000000002</c:v>
                </c:pt>
                <c:pt idx="2990">
                  <c:v>71.033150000000006</c:v>
                </c:pt>
                <c:pt idx="2991">
                  <c:v>70.935860000000005</c:v>
                </c:pt>
                <c:pt idx="2992">
                  <c:v>70.846153000000001</c:v>
                </c:pt>
                <c:pt idx="2993">
                  <c:v>70.766105999999994</c:v>
                </c:pt>
                <c:pt idx="2994">
                  <c:v>70.697677999999996</c:v>
                </c:pt>
                <c:pt idx="2995">
                  <c:v>70.638092</c:v>
                </c:pt>
                <c:pt idx="2996">
                  <c:v>70.578056000000004</c:v>
                </c:pt>
                <c:pt idx="2997">
                  <c:v>70.536941999999996</c:v>
                </c:pt>
                <c:pt idx="2998">
                  <c:v>70.509583000000006</c:v>
                </c:pt>
                <c:pt idx="2999">
                  <c:v>70.507453999999996</c:v>
                </c:pt>
                <c:pt idx="3000">
                  <c:v>70.495834000000002</c:v>
                </c:pt>
                <c:pt idx="3001">
                  <c:v>70.484359999999995</c:v>
                </c:pt>
                <c:pt idx="3002">
                  <c:v>70.477508999999998</c:v>
                </c:pt>
                <c:pt idx="3003">
                  <c:v>70.456924000000001</c:v>
                </c:pt>
                <c:pt idx="3004">
                  <c:v>70.428970000000007</c:v>
                </c:pt>
                <c:pt idx="3005">
                  <c:v>70.395270999999994</c:v>
                </c:pt>
                <c:pt idx="3006">
                  <c:v>70.356003000000001</c:v>
                </c:pt>
                <c:pt idx="3007">
                  <c:v>70.312607</c:v>
                </c:pt>
                <c:pt idx="3008">
                  <c:v>70.288521000000003</c:v>
                </c:pt>
                <c:pt idx="3009">
                  <c:v>70.290344000000005</c:v>
                </c:pt>
                <c:pt idx="3010">
                  <c:v>70.322310999999999</c:v>
                </c:pt>
                <c:pt idx="3011">
                  <c:v>70.344368000000003</c:v>
                </c:pt>
                <c:pt idx="3012">
                  <c:v>70.339920000000006</c:v>
                </c:pt>
                <c:pt idx="3013">
                  <c:v>70.314644000000001</c:v>
                </c:pt>
                <c:pt idx="3014">
                  <c:v>70.303970000000007</c:v>
                </c:pt>
                <c:pt idx="3015">
                  <c:v>70.351607999999999</c:v>
                </c:pt>
                <c:pt idx="3016">
                  <c:v>70.447502</c:v>
                </c:pt>
                <c:pt idx="3017">
                  <c:v>70.541954000000004</c:v>
                </c:pt>
                <c:pt idx="3018">
                  <c:v>70.612778000000006</c:v>
                </c:pt>
                <c:pt idx="3019">
                  <c:v>70.682320000000004</c:v>
                </c:pt>
                <c:pt idx="3020">
                  <c:v>70.748123000000007</c:v>
                </c:pt>
                <c:pt idx="3021">
                  <c:v>70.801315000000002</c:v>
                </c:pt>
                <c:pt idx="3022">
                  <c:v>70.843818999999996</c:v>
                </c:pt>
                <c:pt idx="3023">
                  <c:v>70.884308000000004</c:v>
                </c:pt>
                <c:pt idx="3024">
                  <c:v>70.923866000000004</c:v>
                </c:pt>
                <c:pt idx="3025">
                  <c:v>70.959778</c:v>
                </c:pt>
                <c:pt idx="3026">
                  <c:v>70.982872</c:v>
                </c:pt>
                <c:pt idx="3027">
                  <c:v>70.993392999999998</c:v>
                </c:pt>
                <c:pt idx="3028">
                  <c:v>70.996002000000004</c:v>
                </c:pt>
                <c:pt idx="3029">
                  <c:v>70.993294000000006</c:v>
                </c:pt>
                <c:pt idx="3030">
                  <c:v>70.987258999999995</c:v>
                </c:pt>
                <c:pt idx="3031">
                  <c:v>70.977951000000004</c:v>
                </c:pt>
                <c:pt idx="3032">
                  <c:v>70.964798000000002</c:v>
                </c:pt>
                <c:pt idx="3033">
                  <c:v>70.950348000000005</c:v>
                </c:pt>
                <c:pt idx="3034">
                  <c:v>70.941176999999996</c:v>
                </c:pt>
                <c:pt idx="3035">
                  <c:v>70.949127000000004</c:v>
                </c:pt>
                <c:pt idx="3036">
                  <c:v>70.973029999999994</c:v>
                </c:pt>
                <c:pt idx="3037">
                  <c:v>71.022186000000005</c:v>
                </c:pt>
                <c:pt idx="3038">
                  <c:v>71.104652000000002</c:v>
                </c:pt>
                <c:pt idx="3039">
                  <c:v>71.184769000000003</c:v>
                </c:pt>
                <c:pt idx="3040">
                  <c:v>71.261054999999999</c:v>
                </c:pt>
                <c:pt idx="3041">
                  <c:v>71.318320999999997</c:v>
                </c:pt>
                <c:pt idx="3042">
                  <c:v>71.351730000000003</c:v>
                </c:pt>
                <c:pt idx="3043">
                  <c:v>71.371773000000005</c:v>
                </c:pt>
                <c:pt idx="3044">
                  <c:v>71.394927999999993</c:v>
                </c:pt>
                <c:pt idx="3045">
                  <c:v>71.434478999999996</c:v>
                </c:pt>
                <c:pt idx="3046">
                  <c:v>71.490288000000007</c:v>
                </c:pt>
                <c:pt idx="3047">
                  <c:v>71.557755</c:v>
                </c:pt>
                <c:pt idx="3048">
                  <c:v>71.594443999999996</c:v>
                </c:pt>
                <c:pt idx="3049">
                  <c:v>71.601508999999993</c:v>
                </c:pt>
                <c:pt idx="3050">
                  <c:v>71.568877999999998</c:v>
                </c:pt>
                <c:pt idx="3051">
                  <c:v>71.503410000000002</c:v>
                </c:pt>
                <c:pt idx="3052">
                  <c:v>71.423385999999994</c:v>
                </c:pt>
                <c:pt idx="3053">
                  <c:v>71.352729999999994</c:v>
                </c:pt>
                <c:pt idx="3054">
                  <c:v>71.298355000000001</c:v>
                </c:pt>
                <c:pt idx="3055">
                  <c:v>71.260695999999996</c:v>
                </c:pt>
                <c:pt idx="3056">
                  <c:v>71.242073000000005</c:v>
                </c:pt>
                <c:pt idx="3057">
                  <c:v>71.217613</c:v>
                </c:pt>
                <c:pt idx="3058">
                  <c:v>71.224334999999996</c:v>
                </c:pt>
                <c:pt idx="3059">
                  <c:v>71.214798000000002</c:v>
                </c:pt>
                <c:pt idx="3060">
                  <c:v>71.201713999999996</c:v>
                </c:pt>
                <c:pt idx="3061">
                  <c:v>71.173820000000006</c:v>
                </c:pt>
                <c:pt idx="3062">
                  <c:v>71.114777000000004</c:v>
                </c:pt>
                <c:pt idx="3063">
                  <c:v>71.027382000000003</c:v>
                </c:pt>
                <c:pt idx="3064">
                  <c:v>70.927047999999999</c:v>
                </c:pt>
                <c:pt idx="3065">
                  <c:v>70.843918000000002</c:v>
                </c:pt>
                <c:pt idx="3066">
                  <c:v>70.781265000000005</c:v>
                </c:pt>
                <c:pt idx="3067">
                  <c:v>70.731009999999998</c:v>
                </c:pt>
                <c:pt idx="3068">
                  <c:v>70.679160999999993</c:v>
                </c:pt>
                <c:pt idx="3069">
                  <c:v>70.621718999999999</c:v>
                </c:pt>
                <c:pt idx="3070">
                  <c:v>70.574866999999998</c:v>
                </c:pt>
                <c:pt idx="3071">
                  <c:v>70.518883000000002</c:v>
                </c:pt>
                <c:pt idx="3072">
                  <c:v>70.469429000000005</c:v>
                </c:pt>
                <c:pt idx="3073">
                  <c:v>70.430458000000002</c:v>
                </c:pt>
                <c:pt idx="3074">
                  <c:v>70.401718000000002</c:v>
                </c:pt>
                <c:pt idx="3075">
                  <c:v>70.373610999999997</c:v>
                </c:pt>
                <c:pt idx="3076">
                  <c:v>70.342963999999995</c:v>
                </c:pt>
                <c:pt idx="3077">
                  <c:v>70.307982999999993</c:v>
                </c:pt>
                <c:pt idx="3078">
                  <c:v>70.268676999999997</c:v>
                </c:pt>
                <c:pt idx="3079">
                  <c:v>70.231551999999994</c:v>
                </c:pt>
                <c:pt idx="3080">
                  <c:v>70.198043999999996</c:v>
                </c:pt>
                <c:pt idx="3081">
                  <c:v>70.178650000000005</c:v>
                </c:pt>
                <c:pt idx="3082">
                  <c:v>70.167159999999996</c:v>
                </c:pt>
                <c:pt idx="3083">
                  <c:v>70.1614</c:v>
                </c:pt>
                <c:pt idx="3084">
                  <c:v>70.158385999999993</c:v>
                </c:pt>
                <c:pt idx="3085">
                  <c:v>70.158966000000007</c:v>
                </c:pt>
                <c:pt idx="3086">
                  <c:v>70.202079999999995</c:v>
                </c:pt>
                <c:pt idx="3087">
                  <c:v>70.228401000000005</c:v>
                </c:pt>
                <c:pt idx="3088">
                  <c:v>70.247191999999998</c:v>
                </c:pt>
                <c:pt idx="3089">
                  <c:v>70.261688000000007</c:v>
                </c:pt>
                <c:pt idx="3090">
                  <c:v>70.269417000000004</c:v>
                </c:pt>
                <c:pt idx="3091">
                  <c:v>70.265372999999997</c:v>
                </c:pt>
                <c:pt idx="3092">
                  <c:v>70.246848999999997</c:v>
                </c:pt>
                <c:pt idx="3093">
                  <c:v>70.211844999999997</c:v>
                </c:pt>
                <c:pt idx="3094">
                  <c:v>70.162132</c:v>
                </c:pt>
                <c:pt idx="3095">
                  <c:v>70.112494999999996</c:v>
                </c:pt>
                <c:pt idx="3096">
                  <c:v>70.076499999999996</c:v>
                </c:pt>
                <c:pt idx="3097">
                  <c:v>70.055617999999996</c:v>
                </c:pt>
                <c:pt idx="3098">
                  <c:v>70.045333999999997</c:v>
                </c:pt>
                <c:pt idx="3099">
                  <c:v>70.037666000000002</c:v>
                </c:pt>
                <c:pt idx="3100">
                  <c:v>70.021850999999998</c:v>
                </c:pt>
                <c:pt idx="3101">
                  <c:v>69.994179000000003</c:v>
                </c:pt>
                <c:pt idx="3102">
                  <c:v>69.959213000000005</c:v>
                </c:pt>
                <c:pt idx="3103">
                  <c:v>69.923630000000003</c:v>
                </c:pt>
                <c:pt idx="3104">
                  <c:v>69.892380000000003</c:v>
                </c:pt>
                <c:pt idx="3105">
                  <c:v>69.861084000000005</c:v>
                </c:pt>
                <c:pt idx="3106">
                  <c:v>69.833855</c:v>
                </c:pt>
                <c:pt idx="3107">
                  <c:v>69.809212000000002</c:v>
                </c:pt>
                <c:pt idx="3108">
                  <c:v>69.785149000000004</c:v>
                </c:pt>
                <c:pt idx="3109">
                  <c:v>69.760231000000005</c:v>
                </c:pt>
                <c:pt idx="3110">
                  <c:v>69.734145999999996</c:v>
                </c:pt>
                <c:pt idx="3111">
                  <c:v>69.709121999999994</c:v>
                </c:pt>
                <c:pt idx="3112">
                  <c:v>69.690230999999997</c:v>
                </c:pt>
                <c:pt idx="3113">
                  <c:v>69.678978000000001</c:v>
                </c:pt>
                <c:pt idx="3114">
                  <c:v>69.674933999999993</c:v>
                </c:pt>
                <c:pt idx="3115">
                  <c:v>69.677277000000004</c:v>
                </c:pt>
                <c:pt idx="3116">
                  <c:v>69.682761999999997</c:v>
                </c:pt>
                <c:pt idx="3117">
                  <c:v>69.695839000000007</c:v>
                </c:pt>
                <c:pt idx="3118">
                  <c:v>69.718834000000001</c:v>
                </c:pt>
                <c:pt idx="3119">
                  <c:v>69.748763999999994</c:v>
                </c:pt>
                <c:pt idx="3120">
                  <c:v>69.788712000000004</c:v>
                </c:pt>
                <c:pt idx="3121">
                  <c:v>69.836639000000005</c:v>
                </c:pt>
                <c:pt idx="3122">
                  <c:v>69.893341000000007</c:v>
                </c:pt>
                <c:pt idx="3123">
                  <c:v>69.957008000000002</c:v>
                </c:pt>
                <c:pt idx="3124">
                  <c:v>70.023491000000007</c:v>
                </c:pt>
                <c:pt idx="3125">
                  <c:v>70.092453000000006</c:v>
                </c:pt>
                <c:pt idx="3126">
                  <c:v>70.161902999999995</c:v>
                </c:pt>
                <c:pt idx="3127">
                  <c:v>70.233742000000007</c:v>
                </c:pt>
                <c:pt idx="3128">
                  <c:v>70.311485000000005</c:v>
                </c:pt>
                <c:pt idx="3129">
                  <c:v>70.394699000000003</c:v>
                </c:pt>
                <c:pt idx="3130">
                  <c:v>70.458122000000003</c:v>
                </c:pt>
                <c:pt idx="3131">
                  <c:v>70.475311000000005</c:v>
                </c:pt>
                <c:pt idx="3132">
                  <c:v>70.443000999999995</c:v>
                </c:pt>
                <c:pt idx="3133">
                  <c:v>70.368401000000006</c:v>
                </c:pt>
                <c:pt idx="3134">
                  <c:v>70.307570999999996</c:v>
                </c:pt>
                <c:pt idx="3135">
                  <c:v>70.249069000000006</c:v>
                </c:pt>
                <c:pt idx="3136">
                  <c:v>70.192245</c:v>
                </c:pt>
                <c:pt idx="3137">
                  <c:v>70.148994000000002</c:v>
                </c:pt>
                <c:pt idx="3138">
                  <c:v>70.111442999999994</c:v>
                </c:pt>
                <c:pt idx="3139">
                  <c:v>70.078850000000003</c:v>
                </c:pt>
                <c:pt idx="3140">
                  <c:v>70.059059000000005</c:v>
                </c:pt>
                <c:pt idx="3141">
                  <c:v>70.055496000000005</c:v>
                </c:pt>
                <c:pt idx="3142">
                  <c:v>70.065505999999999</c:v>
                </c:pt>
                <c:pt idx="3143">
                  <c:v>70.078063999999998</c:v>
                </c:pt>
                <c:pt idx="3144">
                  <c:v>70.081626999999997</c:v>
                </c:pt>
                <c:pt idx="3145">
                  <c:v>70.050231999999994</c:v>
                </c:pt>
                <c:pt idx="3146">
                  <c:v>69.973549000000006</c:v>
                </c:pt>
                <c:pt idx="3147">
                  <c:v>69.898582000000005</c:v>
                </c:pt>
                <c:pt idx="3148">
                  <c:v>69.843102000000002</c:v>
                </c:pt>
                <c:pt idx="3149">
                  <c:v>69.791129999999995</c:v>
                </c:pt>
                <c:pt idx="3150">
                  <c:v>69.741782999999998</c:v>
                </c:pt>
                <c:pt idx="3151">
                  <c:v>69.708870000000005</c:v>
                </c:pt>
                <c:pt idx="3152">
                  <c:v>69.688095000000004</c:v>
                </c:pt>
                <c:pt idx="3153">
                  <c:v>69.685890000000001</c:v>
                </c:pt>
                <c:pt idx="3154">
                  <c:v>69.696472</c:v>
                </c:pt>
                <c:pt idx="3155">
                  <c:v>69.692679999999996</c:v>
                </c:pt>
                <c:pt idx="3156">
                  <c:v>69.652289999999994</c:v>
                </c:pt>
                <c:pt idx="3157">
                  <c:v>69.591316000000006</c:v>
                </c:pt>
                <c:pt idx="3158">
                  <c:v>69.540420999999995</c:v>
                </c:pt>
                <c:pt idx="3159">
                  <c:v>69.524376000000004</c:v>
                </c:pt>
                <c:pt idx="3160">
                  <c:v>69.515861999999998</c:v>
                </c:pt>
                <c:pt idx="3161">
                  <c:v>69.491791000000006</c:v>
                </c:pt>
                <c:pt idx="3162">
                  <c:v>69.456435999999997</c:v>
                </c:pt>
                <c:pt idx="3163">
                  <c:v>69.428764000000001</c:v>
                </c:pt>
                <c:pt idx="3164">
                  <c:v>69.385848999999993</c:v>
                </c:pt>
                <c:pt idx="3165">
                  <c:v>69.281684999999996</c:v>
                </c:pt>
                <c:pt idx="3166">
                  <c:v>69.126746999999995</c:v>
                </c:pt>
                <c:pt idx="3167">
                  <c:v>68.914116000000007</c:v>
                </c:pt>
                <c:pt idx="3168">
                  <c:v>68.642302999999998</c:v>
                </c:pt>
                <c:pt idx="3169">
                  <c:v>68.336158999999995</c:v>
                </c:pt>
                <c:pt idx="3170">
                  <c:v>68.114311000000001</c:v>
                </c:pt>
                <c:pt idx="3171">
                  <c:v>67.966667000000001</c:v>
                </c:pt>
                <c:pt idx="3172">
                  <c:v>67.910079999999994</c:v>
                </c:pt>
                <c:pt idx="3173">
                  <c:v>67.972328000000005</c:v>
                </c:pt>
                <c:pt idx="3174">
                  <c:v>68.130736999999996</c:v>
                </c:pt>
                <c:pt idx="3175">
                  <c:v>68.362708999999995</c:v>
                </c:pt>
                <c:pt idx="3176">
                  <c:v>68.616919999999993</c:v>
                </c:pt>
                <c:pt idx="3177">
                  <c:v>68.731537000000003</c:v>
                </c:pt>
                <c:pt idx="3178">
                  <c:v>68.738403000000005</c:v>
                </c:pt>
                <c:pt idx="3179">
                  <c:v>68.665001000000004</c:v>
                </c:pt>
                <c:pt idx="3180">
                  <c:v>68.581421000000006</c:v>
                </c:pt>
                <c:pt idx="3181">
                  <c:v>68.494750999999994</c:v>
                </c:pt>
                <c:pt idx="3182">
                  <c:v>68.425483999999997</c:v>
                </c:pt>
                <c:pt idx="3183">
                  <c:v>68.363251000000005</c:v>
                </c:pt>
                <c:pt idx="3184">
                  <c:v>68.308571000000001</c:v>
                </c:pt>
                <c:pt idx="3185">
                  <c:v>68.273726999999994</c:v>
                </c:pt>
                <c:pt idx="3186">
                  <c:v>68.170287999999999</c:v>
                </c:pt>
                <c:pt idx="3187">
                  <c:v>68.008240000000001</c:v>
                </c:pt>
                <c:pt idx="3188">
                  <c:v>67.786011000000002</c:v>
                </c:pt>
                <c:pt idx="3189">
                  <c:v>67.574539000000001</c:v>
                </c:pt>
                <c:pt idx="3190">
                  <c:v>67.434837000000002</c:v>
                </c:pt>
                <c:pt idx="3191">
                  <c:v>67.449546999999995</c:v>
                </c:pt>
                <c:pt idx="3192">
                  <c:v>67.647201999999993</c:v>
                </c:pt>
                <c:pt idx="3193">
                  <c:v>67.884658999999999</c:v>
                </c:pt>
                <c:pt idx="3194">
                  <c:v>68.124161000000001</c:v>
                </c:pt>
                <c:pt idx="3195">
                  <c:v>68.361305000000002</c:v>
                </c:pt>
                <c:pt idx="3196">
                  <c:v>68.563682999999997</c:v>
                </c:pt>
                <c:pt idx="3197">
                  <c:v>68.694800999999998</c:v>
                </c:pt>
                <c:pt idx="3198">
                  <c:v>68.781211999999996</c:v>
                </c:pt>
                <c:pt idx="3199">
                  <c:v>68.815628000000004</c:v>
                </c:pt>
                <c:pt idx="3200">
                  <c:v>68.800888</c:v>
                </c:pt>
                <c:pt idx="3201">
                  <c:v>68.769408999999996</c:v>
                </c:pt>
                <c:pt idx="3202">
                  <c:v>68.750846999999993</c:v>
                </c:pt>
                <c:pt idx="3203">
                  <c:v>68.729752000000005</c:v>
                </c:pt>
                <c:pt idx="3204">
                  <c:v>68.682929999999999</c:v>
                </c:pt>
                <c:pt idx="3205">
                  <c:v>68.653778000000003</c:v>
                </c:pt>
                <c:pt idx="3206">
                  <c:v>68.663414000000003</c:v>
                </c:pt>
                <c:pt idx="3207">
                  <c:v>68.679908999999995</c:v>
                </c:pt>
                <c:pt idx="3208">
                  <c:v>68.721771000000004</c:v>
                </c:pt>
                <c:pt idx="3209">
                  <c:v>68.753410000000002</c:v>
                </c:pt>
                <c:pt idx="3210">
                  <c:v>68.813254999999998</c:v>
                </c:pt>
                <c:pt idx="3211">
                  <c:v>68.796486000000002</c:v>
                </c:pt>
                <c:pt idx="3212">
                  <c:v>68.742751999999996</c:v>
                </c:pt>
                <c:pt idx="3213">
                  <c:v>68.604820000000004</c:v>
                </c:pt>
                <c:pt idx="3214">
                  <c:v>68.376227999999998</c:v>
                </c:pt>
                <c:pt idx="3215">
                  <c:v>68.039924999999997</c:v>
                </c:pt>
                <c:pt idx="3216">
                  <c:v>67.616364000000004</c:v>
                </c:pt>
                <c:pt idx="3217">
                  <c:v>67.203093999999993</c:v>
                </c:pt>
                <c:pt idx="3218">
                  <c:v>66.865302999999997</c:v>
                </c:pt>
                <c:pt idx="3219">
                  <c:v>66.611473000000004</c:v>
                </c:pt>
                <c:pt idx="3220">
                  <c:v>66.438370000000006</c:v>
                </c:pt>
                <c:pt idx="3221">
                  <c:v>66.389420000000001</c:v>
                </c:pt>
                <c:pt idx="3222">
                  <c:v>66.397132999999997</c:v>
                </c:pt>
                <c:pt idx="3223">
                  <c:v>66.376555999999994</c:v>
                </c:pt>
                <c:pt idx="3224">
                  <c:v>66.358665000000002</c:v>
                </c:pt>
                <c:pt idx="3225">
                  <c:v>66.344314999999995</c:v>
                </c:pt>
                <c:pt idx="3226">
                  <c:v>66.339309999999998</c:v>
                </c:pt>
                <c:pt idx="3227">
                  <c:v>66.339264</c:v>
                </c:pt>
                <c:pt idx="3228">
                  <c:v>66.344284000000002</c:v>
                </c:pt>
                <c:pt idx="3229">
                  <c:v>66.353729000000001</c:v>
                </c:pt>
                <c:pt idx="3230">
                  <c:v>66.366157999999999</c:v>
                </c:pt>
                <c:pt idx="3231">
                  <c:v>66.378578000000005</c:v>
                </c:pt>
                <c:pt idx="3232">
                  <c:v>66.397766000000004</c:v>
                </c:pt>
                <c:pt idx="3233">
                  <c:v>66.516898999999995</c:v>
                </c:pt>
                <c:pt idx="3234">
                  <c:v>66.621216000000004</c:v>
                </c:pt>
                <c:pt idx="3235">
                  <c:v>66.762237999999996</c:v>
                </c:pt>
                <c:pt idx="3236">
                  <c:v>66.947884000000002</c:v>
                </c:pt>
                <c:pt idx="3237">
                  <c:v>67.151154000000005</c:v>
                </c:pt>
                <c:pt idx="3238">
                  <c:v>67.380591999999993</c:v>
                </c:pt>
                <c:pt idx="3239">
                  <c:v>67.514595</c:v>
                </c:pt>
                <c:pt idx="3240">
                  <c:v>67.588806000000005</c:v>
                </c:pt>
                <c:pt idx="3241">
                  <c:v>67.644226000000003</c:v>
                </c:pt>
                <c:pt idx="3242">
                  <c:v>67.717697000000001</c:v>
                </c:pt>
                <c:pt idx="3243">
                  <c:v>67.806006999999994</c:v>
                </c:pt>
                <c:pt idx="3244">
                  <c:v>67.885208000000006</c:v>
                </c:pt>
                <c:pt idx="3245">
                  <c:v>67.956215</c:v>
                </c:pt>
                <c:pt idx="3246">
                  <c:v>68.020133999999999</c:v>
                </c:pt>
                <c:pt idx="3247">
                  <c:v>68.069205999999994</c:v>
                </c:pt>
                <c:pt idx="3248">
                  <c:v>68.118042000000003</c:v>
                </c:pt>
                <c:pt idx="3249">
                  <c:v>68.162391999999997</c:v>
                </c:pt>
                <c:pt idx="3250">
                  <c:v>68.200164999999998</c:v>
                </c:pt>
                <c:pt idx="3251">
                  <c:v>68.215873999999999</c:v>
                </c:pt>
                <c:pt idx="3252">
                  <c:v>68.200515999999993</c:v>
                </c:pt>
                <c:pt idx="3253">
                  <c:v>68.157600000000002</c:v>
                </c:pt>
                <c:pt idx="3254">
                  <c:v>68.104033999999999</c:v>
                </c:pt>
                <c:pt idx="3255">
                  <c:v>68.061249000000004</c:v>
                </c:pt>
                <c:pt idx="3256">
                  <c:v>68.035820000000001</c:v>
                </c:pt>
                <c:pt idx="3257">
                  <c:v>68.030852999999993</c:v>
                </c:pt>
                <c:pt idx="3258">
                  <c:v>68.055107000000007</c:v>
                </c:pt>
                <c:pt idx="3259">
                  <c:v>68.101562999999999</c:v>
                </c:pt>
                <c:pt idx="3260">
                  <c:v>68.168105999999995</c:v>
                </c:pt>
                <c:pt idx="3261">
                  <c:v>68.219893999999996</c:v>
                </c:pt>
                <c:pt idx="3262">
                  <c:v>68.265839</c:v>
                </c:pt>
                <c:pt idx="3263">
                  <c:v>68.308479000000005</c:v>
                </c:pt>
                <c:pt idx="3264">
                  <c:v>68.346878000000004</c:v>
                </c:pt>
                <c:pt idx="3265">
                  <c:v>68.382651999999993</c:v>
                </c:pt>
                <c:pt idx="3266">
                  <c:v>68.410499999999999</c:v>
                </c:pt>
                <c:pt idx="3267">
                  <c:v>68.433632000000003</c:v>
                </c:pt>
                <c:pt idx="3268">
                  <c:v>68.456222999999994</c:v>
                </c:pt>
                <c:pt idx="3269">
                  <c:v>68.483063000000001</c:v>
                </c:pt>
                <c:pt idx="3270">
                  <c:v>68.495720000000006</c:v>
                </c:pt>
                <c:pt idx="3271">
                  <c:v>68.476005999999998</c:v>
                </c:pt>
                <c:pt idx="3272">
                  <c:v>68.423454000000007</c:v>
                </c:pt>
                <c:pt idx="3273">
                  <c:v>68.359711000000004</c:v>
                </c:pt>
                <c:pt idx="3274">
                  <c:v>68.309769000000003</c:v>
                </c:pt>
                <c:pt idx="3275">
                  <c:v>68.282379000000006</c:v>
                </c:pt>
                <c:pt idx="3276">
                  <c:v>68.303573999999998</c:v>
                </c:pt>
                <c:pt idx="3277">
                  <c:v>68.343056000000004</c:v>
                </c:pt>
                <c:pt idx="3278">
                  <c:v>68.316695999999993</c:v>
                </c:pt>
                <c:pt idx="3279">
                  <c:v>68.25</c:v>
                </c:pt>
                <c:pt idx="3280">
                  <c:v>68.160278000000005</c:v>
                </c:pt>
                <c:pt idx="3281">
                  <c:v>68.138458</c:v>
                </c:pt>
                <c:pt idx="3282">
                  <c:v>68.131882000000004</c:v>
                </c:pt>
                <c:pt idx="3283">
                  <c:v>68.092277999999993</c:v>
                </c:pt>
                <c:pt idx="3284">
                  <c:v>68.040779000000001</c:v>
                </c:pt>
                <c:pt idx="3285">
                  <c:v>67.975928999999994</c:v>
                </c:pt>
                <c:pt idx="3286">
                  <c:v>67.886459000000002</c:v>
                </c:pt>
                <c:pt idx="3287">
                  <c:v>67.754638999999997</c:v>
                </c:pt>
                <c:pt idx="3288">
                  <c:v>67.558143999999999</c:v>
                </c:pt>
                <c:pt idx="3289">
                  <c:v>67.268844999999999</c:v>
                </c:pt>
                <c:pt idx="3290">
                  <c:v>66.970710999999994</c:v>
                </c:pt>
                <c:pt idx="3291">
                  <c:v>66.635131999999999</c:v>
                </c:pt>
                <c:pt idx="3292">
                  <c:v>66.457190999999995</c:v>
                </c:pt>
                <c:pt idx="3293">
                  <c:v>66.391457000000003</c:v>
                </c:pt>
                <c:pt idx="3294">
                  <c:v>66.382583999999994</c:v>
                </c:pt>
                <c:pt idx="3295">
                  <c:v>66.384010000000004</c:v>
                </c:pt>
                <c:pt idx="3296">
                  <c:v>66.389022999999995</c:v>
                </c:pt>
                <c:pt idx="3297">
                  <c:v>66.391998000000001</c:v>
                </c:pt>
                <c:pt idx="3298">
                  <c:v>66.395949999999999</c:v>
                </c:pt>
                <c:pt idx="3299">
                  <c:v>66.389190999999997</c:v>
                </c:pt>
                <c:pt idx="3300">
                  <c:v>66.400047000000001</c:v>
                </c:pt>
                <c:pt idx="3301">
                  <c:v>66.433623999999995</c:v>
                </c:pt>
                <c:pt idx="3302">
                  <c:v>66.401343999999995</c:v>
                </c:pt>
                <c:pt idx="3303">
                  <c:v>66.380889999999994</c:v>
                </c:pt>
                <c:pt idx="3304">
                  <c:v>66.364029000000002</c:v>
                </c:pt>
                <c:pt idx="3305">
                  <c:v>66.336387999999999</c:v>
                </c:pt>
                <c:pt idx="3306">
                  <c:v>66.311324999999997</c:v>
                </c:pt>
                <c:pt idx="3307">
                  <c:v>66.302773000000002</c:v>
                </c:pt>
                <c:pt idx="3308">
                  <c:v>66.282387</c:v>
                </c:pt>
                <c:pt idx="3309">
                  <c:v>66.233931999999996</c:v>
                </c:pt>
                <c:pt idx="3310">
                  <c:v>66.169060000000002</c:v>
                </c:pt>
                <c:pt idx="3311">
                  <c:v>66.109084999999993</c:v>
                </c:pt>
                <c:pt idx="3312">
                  <c:v>66.070144999999997</c:v>
                </c:pt>
                <c:pt idx="3313">
                  <c:v>66.066199999999995</c:v>
                </c:pt>
                <c:pt idx="3314">
                  <c:v>66.078216999999995</c:v>
                </c:pt>
                <c:pt idx="3315">
                  <c:v>66.111435</c:v>
                </c:pt>
                <c:pt idx="3316">
                  <c:v>66.155106000000004</c:v>
                </c:pt>
                <c:pt idx="3317">
                  <c:v>66.204048</c:v>
                </c:pt>
                <c:pt idx="3318">
                  <c:v>66.248322000000002</c:v>
                </c:pt>
                <c:pt idx="3319">
                  <c:v>66.277953999999994</c:v>
                </c:pt>
                <c:pt idx="3320">
                  <c:v>66.294571000000005</c:v>
                </c:pt>
                <c:pt idx="3321">
                  <c:v>66.291732999999994</c:v>
                </c:pt>
                <c:pt idx="3322">
                  <c:v>66.281570000000002</c:v>
                </c:pt>
                <c:pt idx="3323">
                  <c:v>66.270004</c:v>
                </c:pt>
                <c:pt idx="3324">
                  <c:v>66.269287000000006</c:v>
                </c:pt>
                <c:pt idx="3325">
                  <c:v>66.276488999999998</c:v>
                </c:pt>
                <c:pt idx="3326">
                  <c:v>66.283524</c:v>
                </c:pt>
                <c:pt idx="3327">
                  <c:v>66.294083000000001</c:v>
                </c:pt>
                <c:pt idx="3328">
                  <c:v>66.305785999999998</c:v>
                </c:pt>
                <c:pt idx="3329">
                  <c:v>66.310394000000002</c:v>
                </c:pt>
                <c:pt idx="3330">
                  <c:v>66.312950000000001</c:v>
                </c:pt>
                <c:pt idx="3331">
                  <c:v>66.313591000000002</c:v>
                </c:pt>
                <c:pt idx="3332">
                  <c:v>66.322449000000006</c:v>
                </c:pt>
                <c:pt idx="3333">
                  <c:v>66.319443000000007</c:v>
                </c:pt>
                <c:pt idx="3334">
                  <c:v>66.323340999999999</c:v>
                </c:pt>
                <c:pt idx="3335">
                  <c:v>66.320357999999999</c:v>
                </c:pt>
                <c:pt idx="3336">
                  <c:v>66.314339000000004</c:v>
                </c:pt>
                <c:pt idx="3337">
                  <c:v>66.309218999999999</c:v>
                </c:pt>
                <c:pt idx="3338">
                  <c:v>66.312477000000001</c:v>
                </c:pt>
                <c:pt idx="3339">
                  <c:v>66.303191999999996</c:v>
                </c:pt>
                <c:pt idx="3340">
                  <c:v>66.290244999999999</c:v>
                </c:pt>
                <c:pt idx="3341">
                  <c:v>66.275008999999997</c:v>
                </c:pt>
                <c:pt idx="3342">
                  <c:v>66.277618000000004</c:v>
                </c:pt>
                <c:pt idx="3343">
                  <c:v>66.248039000000006</c:v>
                </c:pt>
                <c:pt idx="3344">
                  <c:v>66.219322000000005</c:v>
                </c:pt>
                <c:pt idx="3345">
                  <c:v>66.190796000000006</c:v>
                </c:pt>
                <c:pt idx="3346">
                  <c:v>66.176215999999997</c:v>
                </c:pt>
                <c:pt idx="3347">
                  <c:v>66.167618000000004</c:v>
                </c:pt>
                <c:pt idx="3348">
                  <c:v>66.166481000000005</c:v>
                </c:pt>
                <c:pt idx="3349">
                  <c:v>66.176734999999994</c:v>
                </c:pt>
                <c:pt idx="3350">
                  <c:v>66.178314</c:v>
                </c:pt>
                <c:pt idx="3351">
                  <c:v>66.188377000000003</c:v>
                </c:pt>
                <c:pt idx="3352">
                  <c:v>66.186278999999999</c:v>
                </c:pt>
                <c:pt idx="3353">
                  <c:v>66.174828000000005</c:v>
                </c:pt>
                <c:pt idx="3354">
                  <c:v>66.163048000000003</c:v>
                </c:pt>
                <c:pt idx="3355">
                  <c:v>66.179337000000004</c:v>
                </c:pt>
                <c:pt idx="3356">
                  <c:v>66.206039000000004</c:v>
                </c:pt>
                <c:pt idx="3357">
                  <c:v>66.220177000000007</c:v>
                </c:pt>
                <c:pt idx="3358">
                  <c:v>66.210402999999999</c:v>
                </c:pt>
                <c:pt idx="3359">
                  <c:v>66.206008999999995</c:v>
                </c:pt>
                <c:pt idx="3360">
                  <c:v>66.216682000000006</c:v>
                </c:pt>
                <c:pt idx="3361">
                  <c:v>66.203400000000002</c:v>
                </c:pt>
                <c:pt idx="3362">
                  <c:v>66.195510999999996</c:v>
                </c:pt>
                <c:pt idx="3363">
                  <c:v>66.204773000000003</c:v>
                </c:pt>
                <c:pt idx="3364">
                  <c:v>66.220984999999999</c:v>
                </c:pt>
                <c:pt idx="3365">
                  <c:v>66.24221</c:v>
                </c:pt>
                <c:pt idx="3366">
                  <c:v>66.243347</c:v>
                </c:pt>
                <c:pt idx="3367">
                  <c:v>66.235152999999997</c:v>
                </c:pt>
                <c:pt idx="3368">
                  <c:v>66.244750999999994</c:v>
                </c:pt>
                <c:pt idx="3369">
                  <c:v>66.247314000000003</c:v>
                </c:pt>
                <c:pt idx="3370">
                  <c:v>66.238090999999997</c:v>
                </c:pt>
                <c:pt idx="3371">
                  <c:v>66.220978000000002</c:v>
                </c:pt>
                <c:pt idx="3372">
                  <c:v>66.208275</c:v>
                </c:pt>
                <c:pt idx="3373">
                  <c:v>66.198372000000006</c:v>
                </c:pt>
                <c:pt idx="3374">
                  <c:v>66.192757</c:v>
                </c:pt>
                <c:pt idx="3375">
                  <c:v>66.175353999999999</c:v>
                </c:pt>
                <c:pt idx="3376">
                  <c:v>66.192374999999998</c:v>
                </c:pt>
                <c:pt idx="3377">
                  <c:v>66.192513000000005</c:v>
                </c:pt>
                <c:pt idx="3378">
                  <c:v>66.187027</c:v>
                </c:pt>
                <c:pt idx="3379">
                  <c:v>66.186661000000001</c:v>
                </c:pt>
                <c:pt idx="3380">
                  <c:v>66.214836000000005</c:v>
                </c:pt>
                <c:pt idx="3381">
                  <c:v>66.218947999999997</c:v>
                </c:pt>
                <c:pt idx="3382">
                  <c:v>66.231750000000005</c:v>
                </c:pt>
                <c:pt idx="3383">
                  <c:v>66.245682000000002</c:v>
                </c:pt>
                <c:pt idx="3384">
                  <c:v>66.272735999999995</c:v>
                </c:pt>
                <c:pt idx="3385">
                  <c:v>66.277602999999999</c:v>
                </c:pt>
                <c:pt idx="3386">
                  <c:v>66.265167000000005</c:v>
                </c:pt>
                <c:pt idx="3387">
                  <c:v>66.24324</c:v>
                </c:pt>
                <c:pt idx="3388">
                  <c:v>66.246207999999996</c:v>
                </c:pt>
                <c:pt idx="3389">
                  <c:v>66.244834999999995</c:v>
                </c:pt>
                <c:pt idx="3390">
                  <c:v>66.253242</c:v>
                </c:pt>
                <c:pt idx="3391">
                  <c:v>66.234611999999998</c:v>
                </c:pt>
                <c:pt idx="3392">
                  <c:v>66.218079000000003</c:v>
                </c:pt>
                <c:pt idx="3393">
                  <c:v>66.209129000000004</c:v>
                </c:pt>
                <c:pt idx="3394">
                  <c:v>66.203093999999993</c:v>
                </c:pt>
                <c:pt idx="3395">
                  <c:v>66.199127000000004</c:v>
                </c:pt>
                <c:pt idx="3396">
                  <c:v>66.196381000000002</c:v>
                </c:pt>
                <c:pt idx="3397">
                  <c:v>66.198677000000004</c:v>
                </c:pt>
                <c:pt idx="3398">
                  <c:v>66.187354999999997</c:v>
                </c:pt>
                <c:pt idx="3399">
                  <c:v>66.177482999999995</c:v>
                </c:pt>
                <c:pt idx="3400">
                  <c:v>66.181556999999998</c:v>
                </c:pt>
                <c:pt idx="3401">
                  <c:v>66.191078000000005</c:v>
                </c:pt>
                <c:pt idx="3402">
                  <c:v>66.201499999999996</c:v>
                </c:pt>
                <c:pt idx="3403">
                  <c:v>66.219703999999993</c:v>
                </c:pt>
                <c:pt idx="3404">
                  <c:v>66.240218999999996</c:v>
                </c:pt>
                <c:pt idx="3405">
                  <c:v>66.248885999999999</c:v>
                </c:pt>
                <c:pt idx="3406">
                  <c:v>66.251816000000005</c:v>
                </c:pt>
                <c:pt idx="3407">
                  <c:v>66.237990999999994</c:v>
                </c:pt>
                <c:pt idx="3408">
                  <c:v>66.218063000000001</c:v>
                </c:pt>
                <c:pt idx="3409">
                  <c:v>66.199425000000005</c:v>
                </c:pt>
                <c:pt idx="3410">
                  <c:v>66.186531000000002</c:v>
                </c:pt>
                <c:pt idx="3411">
                  <c:v>66.179214000000002</c:v>
                </c:pt>
                <c:pt idx="3412">
                  <c:v>66.176247000000004</c:v>
                </c:pt>
                <c:pt idx="3413">
                  <c:v>66.174980000000005</c:v>
                </c:pt>
                <c:pt idx="3414">
                  <c:v>66.174080000000004</c:v>
                </c:pt>
                <c:pt idx="3415">
                  <c:v>66.183623999999995</c:v>
                </c:pt>
                <c:pt idx="3416">
                  <c:v>66.190094000000002</c:v>
                </c:pt>
                <c:pt idx="3417">
                  <c:v>66.196563999999995</c:v>
                </c:pt>
                <c:pt idx="3418">
                  <c:v>66.203925999999996</c:v>
                </c:pt>
                <c:pt idx="3419">
                  <c:v>66.214827999999997</c:v>
                </c:pt>
                <c:pt idx="3420">
                  <c:v>66.218636000000004</c:v>
                </c:pt>
                <c:pt idx="3421">
                  <c:v>66.216446000000005</c:v>
                </c:pt>
                <c:pt idx="3422">
                  <c:v>66.224365000000006</c:v>
                </c:pt>
                <c:pt idx="3423">
                  <c:v>66.208763000000005</c:v>
                </c:pt>
                <c:pt idx="3424">
                  <c:v>66.193648999999994</c:v>
                </c:pt>
                <c:pt idx="3425">
                  <c:v>66.187111000000002</c:v>
                </c:pt>
                <c:pt idx="3426">
                  <c:v>66.182793000000004</c:v>
                </c:pt>
                <c:pt idx="3427">
                  <c:v>61.010201000000002</c:v>
                </c:pt>
                <c:pt idx="3428">
                  <c:v>60.783034999999998</c:v>
                </c:pt>
                <c:pt idx="3429">
                  <c:v>62.607833999999997</c:v>
                </c:pt>
                <c:pt idx="3430">
                  <c:v>63.996558999999998</c:v>
                </c:pt>
                <c:pt idx="3431">
                  <c:v>64.843734999999995</c:v>
                </c:pt>
                <c:pt idx="3432">
                  <c:v>65.171158000000005</c:v>
                </c:pt>
                <c:pt idx="3433">
                  <c:v>65.397735999999995</c:v>
                </c:pt>
                <c:pt idx="3434">
                  <c:v>65.563591000000002</c:v>
                </c:pt>
                <c:pt idx="3435">
                  <c:v>65.686653000000007</c:v>
                </c:pt>
                <c:pt idx="3436">
                  <c:v>65.777175999999997</c:v>
                </c:pt>
                <c:pt idx="3437">
                  <c:v>65.847785999999999</c:v>
                </c:pt>
                <c:pt idx="3438">
                  <c:v>65.896621999999994</c:v>
                </c:pt>
                <c:pt idx="3439">
                  <c:v>65.935851999999997</c:v>
                </c:pt>
                <c:pt idx="3440">
                  <c:v>65.963691999999995</c:v>
                </c:pt>
                <c:pt idx="3441">
                  <c:v>65.986237000000003</c:v>
                </c:pt>
                <c:pt idx="3442">
                  <c:v>65.996170000000006</c:v>
                </c:pt>
                <c:pt idx="3443">
                  <c:v>65.997260999999995</c:v>
                </c:pt>
                <c:pt idx="3444">
                  <c:v>65.998863</c:v>
                </c:pt>
                <c:pt idx="3445">
                  <c:v>66.009163000000001</c:v>
                </c:pt>
                <c:pt idx="3446">
                  <c:v>66.016655</c:v>
                </c:pt>
                <c:pt idx="3447">
                  <c:v>66.011054999999999</c:v>
                </c:pt>
                <c:pt idx="3448">
                  <c:v>66.018767999999994</c:v>
                </c:pt>
                <c:pt idx="3449">
                  <c:v>66.028755000000004</c:v>
                </c:pt>
                <c:pt idx="3450">
                  <c:v>66.028953999999999</c:v>
                </c:pt>
                <c:pt idx="3451">
                  <c:v>66.032921000000002</c:v>
                </c:pt>
                <c:pt idx="3452">
                  <c:v>66.051651000000007</c:v>
                </c:pt>
                <c:pt idx="3453">
                  <c:v>66.082329000000001</c:v>
                </c:pt>
                <c:pt idx="3454">
                  <c:v>66.103279000000001</c:v>
                </c:pt>
                <c:pt idx="3455">
                  <c:v>66.116577000000007</c:v>
                </c:pt>
                <c:pt idx="3456">
                  <c:v>66.118637000000007</c:v>
                </c:pt>
                <c:pt idx="3457">
                  <c:v>66.111732000000003</c:v>
                </c:pt>
                <c:pt idx="3458">
                  <c:v>66.098679000000004</c:v>
                </c:pt>
                <c:pt idx="3459">
                  <c:v>66.081969999999998</c:v>
                </c:pt>
                <c:pt idx="3460">
                  <c:v>66.06926</c:v>
                </c:pt>
                <c:pt idx="3461">
                  <c:v>66.061194999999998</c:v>
                </c:pt>
                <c:pt idx="3462">
                  <c:v>66.058250000000001</c:v>
                </c:pt>
                <c:pt idx="3463">
                  <c:v>66.060920999999993</c:v>
                </c:pt>
                <c:pt idx="3464">
                  <c:v>66.072647000000003</c:v>
                </c:pt>
                <c:pt idx="3465">
                  <c:v>66.084029999999998</c:v>
                </c:pt>
                <c:pt idx="3466">
                  <c:v>66.098815999999999</c:v>
                </c:pt>
                <c:pt idx="3467">
                  <c:v>66.117187999999999</c:v>
                </c:pt>
                <c:pt idx="3468">
                  <c:v>66.134788999999998</c:v>
                </c:pt>
                <c:pt idx="3469">
                  <c:v>66.154266000000007</c:v>
                </c:pt>
                <c:pt idx="3470">
                  <c:v>66.174194</c:v>
                </c:pt>
                <c:pt idx="3471">
                  <c:v>66.184714999999997</c:v>
                </c:pt>
                <c:pt idx="3472">
                  <c:v>66.189933999999994</c:v>
                </c:pt>
                <c:pt idx="3473">
                  <c:v>66.192345000000003</c:v>
                </c:pt>
                <c:pt idx="3474">
                  <c:v>66.193184000000002</c:v>
                </c:pt>
                <c:pt idx="3475">
                  <c:v>66.201499999999996</c:v>
                </c:pt>
                <c:pt idx="3476">
                  <c:v>66.196770000000001</c:v>
                </c:pt>
                <c:pt idx="3477">
                  <c:v>66.194511000000006</c:v>
                </c:pt>
                <c:pt idx="3478">
                  <c:v>66.189644000000001</c:v>
                </c:pt>
                <c:pt idx="3479">
                  <c:v>66.180008000000001</c:v>
                </c:pt>
                <c:pt idx="3480">
                  <c:v>66.170242000000002</c:v>
                </c:pt>
                <c:pt idx="3481">
                  <c:v>66.156066999999993</c:v>
                </c:pt>
                <c:pt idx="3482">
                  <c:v>66.137032000000005</c:v>
                </c:pt>
                <c:pt idx="3483">
                  <c:v>66.120102000000003</c:v>
                </c:pt>
                <c:pt idx="3484">
                  <c:v>66.101875000000007</c:v>
                </c:pt>
                <c:pt idx="3485">
                  <c:v>66.083740000000006</c:v>
                </c:pt>
                <c:pt idx="3486">
                  <c:v>66.069901000000002</c:v>
                </c:pt>
                <c:pt idx="3487">
                  <c:v>66.059128000000001</c:v>
                </c:pt>
                <c:pt idx="3488">
                  <c:v>66.058357000000001</c:v>
                </c:pt>
                <c:pt idx="3489">
                  <c:v>66.065444999999997</c:v>
                </c:pt>
                <c:pt idx="3490">
                  <c:v>66.083122000000003</c:v>
                </c:pt>
                <c:pt idx="3491">
                  <c:v>66.099761999999998</c:v>
                </c:pt>
                <c:pt idx="3492">
                  <c:v>66.118033999999994</c:v>
                </c:pt>
                <c:pt idx="3493">
                  <c:v>66.136307000000002</c:v>
                </c:pt>
                <c:pt idx="3494">
                  <c:v>66.140381000000005</c:v>
                </c:pt>
                <c:pt idx="3495">
                  <c:v>66.135529000000005</c:v>
                </c:pt>
                <c:pt idx="3496">
                  <c:v>66.125206000000006</c:v>
                </c:pt>
                <c:pt idx="3497">
                  <c:v>66.116318000000007</c:v>
                </c:pt>
                <c:pt idx="3498">
                  <c:v>66.109229999999997</c:v>
                </c:pt>
                <c:pt idx="3499">
                  <c:v>66.100432999999995</c:v>
                </c:pt>
                <c:pt idx="3500">
                  <c:v>66.091530000000006</c:v>
                </c:pt>
                <c:pt idx="3501">
                  <c:v>66.081672999999995</c:v>
                </c:pt>
                <c:pt idx="3502">
                  <c:v>66.075980999999999</c:v>
                </c:pt>
                <c:pt idx="3503">
                  <c:v>66.069892999999993</c:v>
                </c:pt>
                <c:pt idx="3504">
                  <c:v>66.067886000000001</c:v>
                </c:pt>
                <c:pt idx="3505">
                  <c:v>66.065314999999998</c:v>
                </c:pt>
                <c:pt idx="3506">
                  <c:v>66.068618999999998</c:v>
                </c:pt>
                <c:pt idx="3507">
                  <c:v>66.072128000000006</c:v>
                </c:pt>
                <c:pt idx="3508">
                  <c:v>66.075187999999997</c:v>
                </c:pt>
                <c:pt idx="3509">
                  <c:v>66.077797000000004</c:v>
                </c:pt>
                <c:pt idx="3510">
                  <c:v>66.079704000000007</c:v>
                </c:pt>
                <c:pt idx="3511">
                  <c:v>66.077881000000005</c:v>
                </c:pt>
                <c:pt idx="3512">
                  <c:v>66.079070999999999</c:v>
                </c:pt>
                <c:pt idx="3513">
                  <c:v>66.077988000000005</c:v>
                </c:pt>
                <c:pt idx="3514">
                  <c:v>66.075767999999997</c:v>
                </c:pt>
                <c:pt idx="3515">
                  <c:v>66.076453999999998</c:v>
                </c:pt>
                <c:pt idx="3516">
                  <c:v>66.082649000000004</c:v>
                </c:pt>
                <c:pt idx="3517">
                  <c:v>66.094077999999996</c:v>
                </c:pt>
                <c:pt idx="3518">
                  <c:v>66.106361000000007</c:v>
                </c:pt>
                <c:pt idx="3519">
                  <c:v>66.117203000000003</c:v>
                </c:pt>
                <c:pt idx="3520">
                  <c:v>66.128272999999993</c:v>
                </c:pt>
                <c:pt idx="3521">
                  <c:v>66.147484000000006</c:v>
                </c:pt>
                <c:pt idx="3522">
                  <c:v>66.165420999999995</c:v>
                </c:pt>
                <c:pt idx="3523">
                  <c:v>66.176704000000001</c:v>
                </c:pt>
                <c:pt idx="3524">
                  <c:v>66.179787000000005</c:v>
                </c:pt>
                <c:pt idx="3525">
                  <c:v>66.176765000000003</c:v>
                </c:pt>
                <c:pt idx="3526">
                  <c:v>66.173111000000006</c:v>
                </c:pt>
                <c:pt idx="3527">
                  <c:v>66.167266999999995</c:v>
                </c:pt>
                <c:pt idx="3528">
                  <c:v>66.158317999999994</c:v>
                </c:pt>
                <c:pt idx="3529">
                  <c:v>66.151634000000001</c:v>
                </c:pt>
                <c:pt idx="3530">
                  <c:v>66.142296000000002</c:v>
                </c:pt>
                <c:pt idx="3531">
                  <c:v>66.132194999999996</c:v>
                </c:pt>
                <c:pt idx="3532">
                  <c:v>66.114563000000004</c:v>
                </c:pt>
                <c:pt idx="3533">
                  <c:v>66.109031999999999</c:v>
                </c:pt>
                <c:pt idx="3534">
                  <c:v>66.107155000000006</c:v>
                </c:pt>
                <c:pt idx="3535">
                  <c:v>66.113219999999998</c:v>
                </c:pt>
                <c:pt idx="3536">
                  <c:v>66.119202000000001</c:v>
                </c:pt>
                <c:pt idx="3537">
                  <c:v>66.122810000000001</c:v>
                </c:pt>
                <c:pt idx="3538">
                  <c:v>66.127387999999996</c:v>
                </c:pt>
                <c:pt idx="3539">
                  <c:v>66.116973999999999</c:v>
                </c:pt>
                <c:pt idx="3540">
                  <c:v>66.104393000000002</c:v>
                </c:pt>
                <c:pt idx="3541">
                  <c:v>66.092315999999997</c:v>
                </c:pt>
                <c:pt idx="3542">
                  <c:v>66.082603000000006</c:v>
                </c:pt>
                <c:pt idx="3543">
                  <c:v>66.078772999999998</c:v>
                </c:pt>
                <c:pt idx="3544">
                  <c:v>66.078827000000004</c:v>
                </c:pt>
                <c:pt idx="3545">
                  <c:v>66.083800999999994</c:v>
                </c:pt>
                <c:pt idx="3546">
                  <c:v>66.085175000000007</c:v>
                </c:pt>
                <c:pt idx="3547">
                  <c:v>66.087424999999996</c:v>
                </c:pt>
                <c:pt idx="3548">
                  <c:v>66.092087000000006</c:v>
                </c:pt>
                <c:pt idx="3549">
                  <c:v>66.096999999999994</c:v>
                </c:pt>
                <c:pt idx="3550">
                  <c:v>66.102798000000007</c:v>
                </c:pt>
                <c:pt idx="3551">
                  <c:v>66.109047000000004</c:v>
                </c:pt>
                <c:pt idx="3552">
                  <c:v>66.114722999999998</c:v>
                </c:pt>
                <c:pt idx="3553">
                  <c:v>66.120621</c:v>
                </c:pt>
                <c:pt idx="3554">
                  <c:v>66.123947000000001</c:v>
                </c:pt>
                <c:pt idx="3555">
                  <c:v>66.125420000000005</c:v>
                </c:pt>
                <c:pt idx="3556">
                  <c:v>66.123337000000006</c:v>
                </c:pt>
                <c:pt idx="3557">
                  <c:v>66.117332000000005</c:v>
                </c:pt>
                <c:pt idx="3558">
                  <c:v>66.115416999999994</c:v>
                </c:pt>
                <c:pt idx="3559">
                  <c:v>66.116698999999997</c:v>
                </c:pt>
                <c:pt idx="3560">
                  <c:v>66.117767000000001</c:v>
                </c:pt>
                <c:pt idx="3561">
                  <c:v>66.120941000000002</c:v>
                </c:pt>
                <c:pt idx="3562">
                  <c:v>66.123671999999999</c:v>
                </c:pt>
                <c:pt idx="3563">
                  <c:v>66.132019</c:v>
                </c:pt>
                <c:pt idx="3564">
                  <c:v>66.148216000000005</c:v>
                </c:pt>
                <c:pt idx="3565">
                  <c:v>66.171379000000002</c:v>
                </c:pt>
                <c:pt idx="3566">
                  <c:v>66.194121999999993</c:v>
                </c:pt>
                <c:pt idx="3567">
                  <c:v>66.214798000000002</c:v>
                </c:pt>
                <c:pt idx="3568">
                  <c:v>66.229911999999999</c:v>
                </c:pt>
                <c:pt idx="3569">
                  <c:v>66.238617000000005</c:v>
                </c:pt>
                <c:pt idx="3570">
                  <c:v>66.245261999999997</c:v>
                </c:pt>
                <c:pt idx="3571">
                  <c:v>66.250602999999998</c:v>
                </c:pt>
                <c:pt idx="3572">
                  <c:v>66.253112999999999</c:v>
                </c:pt>
                <c:pt idx="3573">
                  <c:v>66.254745</c:v>
                </c:pt>
                <c:pt idx="3574">
                  <c:v>66.255668999999997</c:v>
                </c:pt>
                <c:pt idx="3575">
                  <c:v>66.256714000000002</c:v>
                </c:pt>
                <c:pt idx="3576">
                  <c:v>66.256446999999994</c:v>
                </c:pt>
                <c:pt idx="3577">
                  <c:v>66.257346999999996</c:v>
                </c:pt>
                <c:pt idx="3578">
                  <c:v>66.256630000000001</c:v>
                </c:pt>
                <c:pt idx="3579">
                  <c:v>66.256668000000005</c:v>
                </c:pt>
                <c:pt idx="3580">
                  <c:v>66.257857999999999</c:v>
                </c:pt>
                <c:pt idx="3581">
                  <c:v>66.258949000000001</c:v>
                </c:pt>
                <c:pt idx="3582">
                  <c:v>66.259293</c:v>
                </c:pt>
                <c:pt idx="3583">
                  <c:v>66.257392999999993</c:v>
                </c:pt>
                <c:pt idx="3584">
                  <c:v>66.258217000000002</c:v>
                </c:pt>
                <c:pt idx="3585">
                  <c:v>66.258910999999998</c:v>
                </c:pt>
                <c:pt idx="3586">
                  <c:v>66.259247000000002</c:v>
                </c:pt>
                <c:pt idx="3587">
                  <c:v>66.258567999999997</c:v>
                </c:pt>
                <c:pt idx="3588">
                  <c:v>66.260109</c:v>
                </c:pt>
                <c:pt idx="3589">
                  <c:v>66.260574000000005</c:v>
                </c:pt>
                <c:pt idx="3590">
                  <c:v>66.260627999999997</c:v>
                </c:pt>
                <c:pt idx="3591">
                  <c:v>66.260902000000002</c:v>
                </c:pt>
                <c:pt idx="3592">
                  <c:v>66.260300000000001</c:v>
                </c:pt>
                <c:pt idx="3593">
                  <c:v>66.259865000000005</c:v>
                </c:pt>
                <c:pt idx="3594">
                  <c:v>66.259521000000007</c:v>
                </c:pt>
                <c:pt idx="3595">
                  <c:v>66.257728999999998</c:v>
                </c:pt>
                <c:pt idx="3596">
                  <c:v>66.256980999999996</c:v>
                </c:pt>
                <c:pt idx="3597">
                  <c:v>66.256919999999994</c:v>
                </c:pt>
                <c:pt idx="3598">
                  <c:v>66.255736999999996</c:v>
                </c:pt>
                <c:pt idx="3599">
                  <c:v>66.259079</c:v>
                </c:pt>
                <c:pt idx="3600">
                  <c:v>66.260634999999994</c:v>
                </c:pt>
                <c:pt idx="3601">
                  <c:v>66.261177000000004</c:v>
                </c:pt>
                <c:pt idx="3602">
                  <c:v>66.261054999999999</c:v>
                </c:pt>
                <c:pt idx="3603">
                  <c:v>66.262123000000003</c:v>
                </c:pt>
                <c:pt idx="3604">
                  <c:v>66.261398</c:v>
                </c:pt>
                <c:pt idx="3605">
                  <c:v>66.261893999999998</c:v>
                </c:pt>
                <c:pt idx="3606">
                  <c:v>66.26088</c:v>
                </c:pt>
                <c:pt idx="3607">
                  <c:v>66.261336999999997</c:v>
                </c:pt>
                <c:pt idx="3608">
                  <c:v>66.260277000000002</c:v>
                </c:pt>
                <c:pt idx="3609">
                  <c:v>66.259544000000005</c:v>
                </c:pt>
                <c:pt idx="3610">
                  <c:v>66.261604000000005</c:v>
                </c:pt>
                <c:pt idx="3611">
                  <c:v>66.261619999999994</c:v>
                </c:pt>
                <c:pt idx="3612">
                  <c:v>66.261893999999998</c:v>
                </c:pt>
                <c:pt idx="3613">
                  <c:v>66.261345000000006</c:v>
                </c:pt>
                <c:pt idx="3614">
                  <c:v>66.260947999999999</c:v>
                </c:pt>
                <c:pt idx="3615">
                  <c:v>66.262535</c:v>
                </c:pt>
                <c:pt idx="3616">
                  <c:v>66.263503999999998</c:v>
                </c:pt>
                <c:pt idx="3617">
                  <c:v>66.263831999999994</c:v>
                </c:pt>
                <c:pt idx="3618">
                  <c:v>66.265556000000004</c:v>
                </c:pt>
                <c:pt idx="3619">
                  <c:v>66.264824000000004</c:v>
                </c:pt>
                <c:pt idx="3620">
                  <c:v>66.264374000000004</c:v>
                </c:pt>
                <c:pt idx="3621">
                  <c:v>66.263748000000007</c:v>
                </c:pt>
                <c:pt idx="3622">
                  <c:v>66.263672</c:v>
                </c:pt>
                <c:pt idx="3623">
                  <c:v>66.263572999999994</c:v>
                </c:pt>
                <c:pt idx="3624">
                  <c:v>66.264809</c:v>
                </c:pt>
                <c:pt idx="3625">
                  <c:v>66.266655</c:v>
                </c:pt>
                <c:pt idx="3626">
                  <c:v>66.267257999999998</c:v>
                </c:pt>
                <c:pt idx="3627">
                  <c:v>66.267501999999993</c:v>
                </c:pt>
                <c:pt idx="3628">
                  <c:v>66.267441000000005</c:v>
                </c:pt>
                <c:pt idx="3629">
                  <c:v>66.266266000000002</c:v>
                </c:pt>
                <c:pt idx="3630">
                  <c:v>66.265518</c:v>
                </c:pt>
                <c:pt idx="3631">
                  <c:v>66.264876999999998</c:v>
                </c:pt>
                <c:pt idx="3632">
                  <c:v>66.262619000000001</c:v>
                </c:pt>
                <c:pt idx="3633">
                  <c:v>66.260773</c:v>
                </c:pt>
                <c:pt idx="3634">
                  <c:v>66.259354000000002</c:v>
                </c:pt>
                <c:pt idx="3635">
                  <c:v>66.258803999999998</c:v>
                </c:pt>
                <c:pt idx="3636">
                  <c:v>66.258246999999997</c:v>
                </c:pt>
                <c:pt idx="3637">
                  <c:v>66.259842000000006</c:v>
                </c:pt>
                <c:pt idx="3638">
                  <c:v>66.263947000000002</c:v>
                </c:pt>
                <c:pt idx="3639">
                  <c:v>66.263512000000006</c:v>
                </c:pt>
                <c:pt idx="3640">
                  <c:v>66.264945999999995</c:v>
                </c:pt>
                <c:pt idx="3641">
                  <c:v>66.264931000000004</c:v>
                </c:pt>
                <c:pt idx="3642">
                  <c:v>66.264824000000004</c:v>
                </c:pt>
                <c:pt idx="3643">
                  <c:v>66.267853000000002</c:v>
                </c:pt>
                <c:pt idx="3644">
                  <c:v>66.268523999999999</c:v>
                </c:pt>
                <c:pt idx="3645">
                  <c:v>66.269233999999997</c:v>
                </c:pt>
                <c:pt idx="3646">
                  <c:v>66.269379000000001</c:v>
                </c:pt>
                <c:pt idx="3647">
                  <c:v>66.272461000000007</c:v>
                </c:pt>
                <c:pt idx="3648">
                  <c:v>66.269310000000004</c:v>
                </c:pt>
                <c:pt idx="3649">
                  <c:v>66.269081</c:v>
                </c:pt>
                <c:pt idx="3650">
                  <c:v>66.270088000000001</c:v>
                </c:pt>
                <c:pt idx="3651">
                  <c:v>66.270454000000001</c:v>
                </c:pt>
                <c:pt idx="3652">
                  <c:v>66.269774999999996</c:v>
                </c:pt>
                <c:pt idx="3653">
                  <c:v>66.269981000000001</c:v>
                </c:pt>
                <c:pt idx="3654">
                  <c:v>66.268646000000004</c:v>
                </c:pt>
                <c:pt idx="3655">
                  <c:v>66.269508000000002</c:v>
                </c:pt>
                <c:pt idx="3656">
                  <c:v>66.270447000000004</c:v>
                </c:pt>
                <c:pt idx="3657">
                  <c:v>66.269278999999997</c:v>
                </c:pt>
                <c:pt idx="3658">
                  <c:v>66.272216999999998</c:v>
                </c:pt>
                <c:pt idx="3659">
                  <c:v>66.274024999999995</c:v>
                </c:pt>
                <c:pt idx="3660">
                  <c:v>66.274704</c:v>
                </c:pt>
                <c:pt idx="3661">
                  <c:v>66.274849000000003</c:v>
                </c:pt>
                <c:pt idx="3662">
                  <c:v>66.274558999999996</c:v>
                </c:pt>
                <c:pt idx="3663">
                  <c:v>66.273337999999995</c:v>
                </c:pt>
                <c:pt idx="3664">
                  <c:v>66.274780000000007</c:v>
                </c:pt>
                <c:pt idx="3665">
                  <c:v>66.275169000000005</c:v>
                </c:pt>
                <c:pt idx="3666">
                  <c:v>66.274574000000001</c:v>
                </c:pt>
                <c:pt idx="3667">
                  <c:v>66.274428999999998</c:v>
                </c:pt>
                <c:pt idx="3668">
                  <c:v>66.275069999999999</c:v>
                </c:pt>
                <c:pt idx="3669">
                  <c:v>66.274658000000002</c:v>
                </c:pt>
                <c:pt idx="3670">
                  <c:v>66.275917000000007</c:v>
                </c:pt>
                <c:pt idx="3671">
                  <c:v>66.276679999999999</c:v>
                </c:pt>
                <c:pt idx="3672">
                  <c:v>66.277244999999994</c:v>
                </c:pt>
                <c:pt idx="3673">
                  <c:v>66.277657000000005</c:v>
                </c:pt>
                <c:pt idx="3674">
                  <c:v>66.277366999999998</c:v>
                </c:pt>
                <c:pt idx="3675">
                  <c:v>66.277175999999997</c:v>
                </c:pt>
                <c:pt idx="3676">
                  <c:v>66.276398</c:v>
                </c:pt>
                <c:pt idx="3677">
                  <c:v>66.275779999999997</c:v>
                </c:pt>
                <c:pt idx="3678">
                  <c:v>66.275810000000007</c:v>
                </c:pt>
                <c:pt idx="3679">
                  <c:v>66.275948</c:v>
                </c:pt>
                <c:pt idx="3680">
                  <c:v>66.276832999999996</c:v>
                </c:pt>
                <c:pt idx="3681">
                  <c:v>66.278259000000006</c:v>
                </c:pt>
                <c:pt idx="3682">
                  <c:v>66.278191000000007</c:v>
                </c:pt>
                <c:pt idx="3683">
                  <c:v>66.276984999999996</c:v>
                </c:pt>
                <c:pt idx="3684">
                  <c:v>66.272002999999998</c:v>
                </c:pt>
                <c:pt idx="3685">
                  <c:v>66.210350000000005</c:v>
                </c:pt>
                <c:pt idx="3686">
                  <c:v>66.073868000000004</c:v>
                </c:pt>
                <c:pt idx="3687">
                  <c:v>65.930999999999997</c:v>
                </c:pt>
                <c:pt idx="3688">
                  <c:v>65.793633</c:v>
                </c:pt>
                <c:pt idx="3689">
                  <c:v>65.687729000000004</c:v>
                </c:pt>
                <c:pt idx="3690">
                  <c:v>65.608695999999995</c:v>
                </c:pt>
                <c:pt idx="3691">
                  <c:v>65.557045000000002</c:v>
                </c:pt>
                <c:pt idx="3692">
                  <c:v>65.532332999999994</c:v>
                </c:pt>
                <c:pt idx="3693">
                  <c:v>65.532409999999999</c:v>
                </c:pt>
                <c:pt idx="3694">
                  <c:v>65.506591999999998</c:v>
                </c:pt>
                <c:pt idx="3695">
                  <c:v>65.445717000000002</c:v>
                </c:pt>
                <c:pt idx="3696">
                  <c:v>65.144394000000005</c:v>
                </c:pt>
                <c:pt idx="3697">
                  <c:v>64.668059999999997</c:v>
                </c:pt>
                <c:pt idx="3698">
                  <c:v>64.028801000000001</c:v>
                </c:pt>
                <c:pt idx="3699">
                  <c:v>63.266753999999999</c:v>
                </c:pt>
                <c:pt idx="3700">
                  <c:v>62.452209000000003</c:v>
                </c:pt>
                <c:pt idx="3701">
                  <c:v>61.505958999999997</c:v>
                </c:pt>
                <c:pt idx="3702">
                  <c:v>60.535957000000003</c:v>
                </c:pt>
                <c:pt idx="3703">
                  <c:v>59.592201000000003</c:v>
                </c:pt>
                <c:pt idx="3704">
                  <c:v>58.728752</c:v>
                </c:pt>
                <c:pt idx="3705">
                  <c:v>57.942207000000003</c:v>
                </c:pt>
                <c:pt idx="3706">
                  <c:v>57.270682999999998</c:v>
                </c:pt>
                <c:pt idx="3707">
                  <c:v>56.659526999999997</c:v>
                </c:pt>
                <c:pt idx="3708">
                  <c:v>56.070641000000002</c:v>
                </c:pt>
                <c:pt idx="3709">
                  <c:v>55.697879999999998</c:v>
                </c:pt>
                <c:pt idx="3710">
                  <c:v>55.621799000000003</c:v>
                </c:pt>
                <c:pt idx="3711">
                  <c:v>55.830649999999999</c:v>
                </c:pt>
                <c:pt idx="3712">
                  <c:v>56.26952</c:v>
                </c:pt>
                <c:pt idx="3713">
                  <c:v>57.016716000000002</c:v>
                </c:pt>
                <c:pt idx="3714">
                  <c:v>57.731395999999997</c:v>
                </c:pt>
                <c:pt idx="3715">
                  <c:v>58.213344999999997</c:v>
                </c:pt>
                <c:pt idx="3716">
                  <c:v>58.333599</c:v>
                </c:pt>
                <c:pt idx="3717">
                  <c:v>58.181964999999998</c:v>
                </c:pt>
                <c:pt idx="3718">
                  <c:v>57.816257</c:v>
                </c:pt>
                <c:pt idx="3719">
                  <c:v>57.366321999999997</c:v>
                </c:pt>
                <c:pt idx="3720">
                  <c:v>56.867812999999998</c:v>
                </c:pt>
                <c:pt idx="3721">
                  <c:v>56.444656000000002</c:v>
                </c:pt>
                <c:pt idx="3722">
                  <c:v>56.266407000000001</c:v>
                </c:pt>
                <c:pt idx="3723">
                  <c:v>56.332199000000003</c:v>
                </c:pt>
                <c:pt idx="3724">
                  <c:v>56.57217</c:v>
                </c:pt>
                <c:pt idx="3725">
                  <c:v>56.791538000000003</c:v>
                </c:pt>
                <c:pt idx="3726">
                  <c:v>56.877682</c:v>
                </c:pt>
                <c:pt idx="3727">
                  <c:v>56.668331000000002</c:v>
                </c:pt>
                <c:pt idx="3728">
                  <c:v>56.292521999999998</c:v>
                </c:pt>
                <c:pt idx="3729">
                  <c:v>55.832980999999997</c:v>
                </c:pt>
                <c:pt idx="3730">
                  <c:v>55.452128999999999</c:v>
                </c:pt>
                <c:pt idx="3731">
                  <c:v>55.283664999999999</c:v>
                </c:pt>
                <c:pt idx="3732">
                  <c:v>55.431950000000001</c:v>
                </c:pt>
                <c:pt idx="3733">
                  <c:v>55.726379000000001</c:v>
                </c:pt>
                <c:pt idx="3734">
                  <c:v>56.129002</c:v>
                </c:pt>
                <c:pt idx="3735">
                  <c:v>56.380085000000001</c:v>
                </c:pt>
                <c:pt idx="3736">
                  <c:v>56.363239</c:v>
                </c:pt>
                <c:pt idx="3737">
                  <c:v>56.159416</c:v>
                </c:pt>
                <c:pt idx="3738">
                  <c:v>55.911541</c:v>
                </c:pt>
                <c:pt idx="3739">
                  <c:v>55.275547000000003</c:v>
                </c:pt>
                <c:pt idx="3740">
                  <c:v>54.458683000000001</c:v>
                </c:pt>
                <c:pt idx="3741">
                  <c:v>53.828716</c:v>
                </c:pt>
                <c:pt idx="3742">
                  <c:v>53.607056</c:v>
                </c:pt>
                <c:pt idx="3743">
                  <c:v>53.671444000000001</c:v>
                </c:pt>
                <c:pt idx="3744">
                  <c:v>53.925510000000003</c:v>
                </c:pt>
                <c:pt idx="3745">
                  <c:v>54.089668000000003</c:v>
                </c:pt>
                <c:pt idx="3746">
                  <c:v>54.046387000000003</c:v>
                </c:pt>
                <c:pt idx="3747">
                  <c:v>53.743839000000001</c:v>
                </c:pt>
                <c:pt idx="3748">
                  <c:v>53.290421000000002</c:v>
                </c:pt>
                <c:pt idx="3749">
                  <c:v>52.921832999999999</c:v>
                </c:pt>
                <c:pt idx="3750">
                  <c:v>52.747604000000003</c:v>
                </c:pt>
                <c:pt idx="3751">
                  <c:v>52.929564999999997</c:v>
                </c:pt>
                <c:pt idx="3752">
                  <c:v>53.301974999999999</c:v>
                </c:pt>
                <c:pt idx="3753">
                  <c:v>53.777355</c:v>
                </c:pt>
                <c:pt idx="3754">
                  <c:v>54.144047</c:v>
                </c:pt>
                <c:pt idx="3755">
                  <c:v>54.360183999999997</c:v>
                </c:pt>
                <c:pt idx="3756">
                  <c:v>54.276806000000001</c:v>
                </c:pt>
                <c:pt idx="3757">
                  <c:v>53.764763000000002</c:v>
                </c:pt>
                <c:pt idx="3758">
                  <c:v>53.108555000000003</c:v>
                </c:pt>
                <c:pt idx="3759">
                  <c:v>52.436672000000002</c:v>
                </c:pt>
                <c:pt idx="3760">
                  <c:v>51.739913999999999</c:v>
                </c:pt>
                <c:pt idx="3761">
                  <c:v>51.053787</c:v>
                </c:pt>
                <c:pt idx="3762">
                  <c:v>50.583297999999999</c:v>
                </c:pt>
                <c:pt idx="3763">
                  <c:v>50.405926000000001</c:v>
                </c:pt>
                <c:pt idx="3764">
                  <c:v>50.379105000000003</c:v>
                </c:pt>
                <c:pt idx="3765">
                  <c:v>50.331043000000001</c:v>
                </c:pt>
                <c:pt idx="3766">
                  <c:v>50.23019</c:v>
                </c:pt>
                <c:pt idx="3767">
                  <c:v>49.941628000000001</c:v>
                </c:pt>
                <c:pt idx="3768">
                  <c:v>49.534122000000004</c:v>
                </c:pt>
                <c:pt idx="3769">
                  <c:v>49.194664000000003</c:v>
                </c:pt>
                <c:pt idx="3770">
                  <c:v>48.933593999999999</c:v>
                </c:pt>
                <c:pt idx="3771">
                  <c:v>48.929211000000002</c:v>
                </c:pt>
                <c:pt idx="3772">
                  <c:v>49.187077000000002</c:v>
                </c:pt>
                <c:pt idx="3773">
                  <c:v>49.565353000000002</c:v>
                </c:pt>
                <c:pt idx="3774">
                  <c:v>49.925083000000001</c:v>
                </c:pt>
                <c:pt idx="3775">
                  <c:v>50.152293999999998</c:v>
                </c:pt>
                <c:pt idx="3776">
                  <c:v>50.157131</c:v>
                </c:pt>
                <c:pt idx="3777">
                  <c:v>49.993018999999997</c:v>
                </c:pt>
                <c:pt idx="3778">
                  <c:v>49.522511000000002</c:v>
                </c:pt>
                <c:pt idx="3779">
                  <c:v>49.079067000000002</c:v>
                </c:pt>
                <c:pt idx="3780">
                  <c:v>48.677250000000001</c:v>
                </c:pt>
                <c:pt idx="3781">
                  <c:v>48.405186</c:v>
                </c:pt>
                <c:pt idx="3782">
                  <c:v>48.238033000000001</c:v>
                </c:pt>
                <c:pt idx="3783">
                  <c:v>48.323749999999997</c:v>
                </c:pt>
                <c:pt idx="3784">
                  <c:v>48.546889999999998</c:v>
                </c:pt>
                <c:pt idx="3785">
                  <c:v>48.709248000000002</c:v>
                </c:pt>
                <c:pt idx="3786">
                  <c:v>48.612827000000003</c:v>
                </c:pt>
                <c:pt idx="3787">
                  <c:v>48.396155999999998</c:v>
                </c:pt>
                <c:pt idx="3788">
                  <c:v>48.086047999999998</c:v>
                </c:pt>
                <c:pt idx="3789">
                  <c:v>47.747810000000001</c:v>
                </c:pt>
                <c:pt idx="3790">
                  <c:v>47.390697000000003</c:v>
                </c:pt>
                <c:pt idx="3791">
                  <c:v>47.164036000000003</c:v>
                </c:pt>
                <c:pt idx="3792">
                  <c:v>47.089748</c:v>
                </c:pt>
                <c:pt idx="3793">
                  <c:v>47.131591999999998</c:v>
                </c:pt>
                <c:pt idx="3794">
                  <c:v>47.210059999999999</c:v>
                </c:pt>
                <c:pt idx="3795">
                  <c:v>47.255875000000003</c:v>
                </c:pt>
                <c:pt idx="3796">
                  <c:v>47.217289000000001</c:v>
                </c:pt>
                <c:pt idx="3797">
                  <c:v>47.021931000000002</c:v>
                </c:pt>
                <c:pt idx="3798">
                  <c:v>46.645995999999997</c:v>
                </c:pt>
                <c:pt idx="3799">
                  <c:v>46.166522999999998</c:v>
                </c:pt>
                <c:pt idx="3800">
                  <c:v>45.658870999999998</c:v>
                </c:pt>
                <c:pt idx="3801">
                  <c:v>45.078648000000001</c:v>
                </c:pt>
                <c:pt idx="3802">
                  <c:v>44.494370000000004</c:v>
                </c:pt>
                <c:pt idx="3803">
                  <c:v>43.898712000000003</c:v>
                </c:pt>
                <c:pt idx="3804">
                  <c:v>43.056395999999999</c:v>
                </c:pt>
                <c:pt idx="3805">
                  <c:v>41.832560999999998</c:v>
                </c:pt>
                <c:pt idx="3806">
                  <c:v>40.254665000000003</c:v>
                </c:pt>
                <c:pt idx="3807">
                  <c:v>38.147945</c:v>
                </c:pt>
                <c:pt idx="3808">
                  <c:v>35.848315999999997</c:v>
                </c:pt>
                <c:pt idx="3809">
                  <c:v>34.975071</c:v>
                </c:pt>
                <c:pt idx="3810">
                  <c:v>34.959274000000001</c:v>
                </c:pt>
                <c:pt idx="3811">
                  <c:v>35.221744999999999</c:v>
                </c:pt>
                <c:pt idx="3812">
                  <c:v>36.510967000000001</c:v>
                </c:pt>
                <c:pt idx="3813">
                  <c:v>37.961643000000002</c:v>
                </c:pt>
                <c:pt idx="3814">
                  <c:v>39.381008000000001</c:v>
                </c:pt>
                <c:pt idx="3815">
                  <c:v>40.552669999999999</c:v>
                </c:pt>
                <c:pt idx="3816">
                  <c:v>41.400176999999999</c:v>
                </c:pt>
                <c:pt idx="3817">
                  <c:v>41.898674</c:v>
                </c:pt>
                <c:pt idx="3818">
                  <c:v>42.138714</c:v>
                </c:pt>
                <c:pt idx="3819">
                  <c:v>42.224288999999999</c:v>
                </c:pt>
                <c:pt idx="3820">
                  <c:v>42.238002999999999</c:v>
                </c:pt>
                <c:pt idx="3821">
                  <c:v>42.264136999999998</c:v>
                </c:pt>
                <c:pt idx="3822">
                  <c:v>42.347630000000002</c:v>
                </c:pt>
                <c:pt idx="3823">
                  <c:v>42.511501000000003</c:v>
                </c:pt>
                <c:pt idx="3824">
                  <c:v>42.676670000000001</c:v>
                </c:pt>
                <c:pt idx="3825">
                  <c:v>42.775069999999999</c:v>
                </c:pt>
                <c:pt idx="3826">
                  <c:v>42.754306999999997</c:v>
                </c:pt>
                <c:pt idx="3827">
                  <c:v>42.615096999999999</c:v>
                </c:pt>
                <c:pt idx="3828">
                  <c:v>42.383003000000002</c:v>
                </c:pt>
                <c:pt idx="3829">
                  <c:v>42.144523999999997</c:v>
                </c:pt>
                <c:pt idx="3830">
                  <c:v>41.916831999999999</c:v>
                </c:pt>
                <c:pt idx="3831">
                  <c:v>41.729728999999999</c:v>
                </c:pt>
                <c:pt idx="3832">
                  <c:v>41.619610000000002</c:v>
                </c:pt>
                <c:pt idx="3833">
                  <c:v>41.630687999999999</c:v>
                </c:pt>
                <c:pt idx="3834">
                  <c:v>41.676594000000001</c:v>
                </c:pt>
                <c:pt idx="3835">
                  <c:v>41.704838000000002</c:v>
                </c:pt>
                <c:pt idx="3836">
                  <c:v>41.656944000000003</c:v>
                </c:pt>
                <c:pt idx="3837">
                  <c:v>41.533797999999997</c:v>
                </c:pt>
                <c:pt idx="3838">
                  <c:v>41.366118999999998</c:v>
                </c:pt>
                <c:pt idx="3839">
                  <c:v>41.173431000000001</c:v>
                </c:pt>
                <c:pt idx="3840">
                  <c:v>41.025368</c:v>
                </c:pt>
                <c:pt idx="3841">
                  <c:v>40.916297999999998</c:v>
                </c:pt>
                <c:pt idx="3842">
                  <c:v>40.842091000000003</c:v>
                </c:pt>
                <c:pt idx="3843">
                  <c:v>40.830081999999997</c:v>
                </c:pt>
                <c:pt idx="3844">
                  <c:v>40.868195</c:v>
                </c:pt>
                <c:pt idx="3845">
                  <c:v>40.891933000000002</c:v>
                </c:pt>
                <c:pt idx="3846">
                  <c:v>40.868949999999998</c:v>
                </c:pt>
                <c:pt idx="3847">
                  <c:v>40.789420999999997</c:v>
                </c:pt>
                <c:pt idx="3848">
                  <c:v>40.675190000000001</c:v>
                </c:pt>
                <c:pt idx="3849">
                  <c:v>40.509872000000001</c:v>
                </c:pt>
                <c:pt idx="3850">
                  <c:v>40.357422</c:v>
                </c:pt>
                <c:pt idx="3851">
                  <c:v>40.248001000000002</c:v>
                </c:pt>
                <c:pt idx="3852">
                  <c:v>40.254264999999997</c:v>
                </c:pt>
                <c:pt idx="3853">
                  <c:v>40.307194000000003</c:v>
                </c:pt>
                <c:pt idx="3854">
                  <c:v>40.377766000000001</c:v>
                </c:pt>
                <c:pt idx="3855">
                  <c:v>40.429305999999997</c:v>
                </c:pt>
                <c:pt idx="3856">
                  <c:v>40.392814999999999</c:v>
                </c:pt>
                <c:pt idx="3857">
                  <c:v>40.318184000000002</c:v>
                </c:pt>
                <c:pt idx="3858">
                  <c:v>40.187302000000003</c:v>
                </c:pt>
                <c:pt idx="3859">
                  <c:v>40.038139000000001</c:v>
                </c:pt>
                <c:pt idx="3860">
                  <c:v>39.905093999999998</c:v>
                </c:pt>
                <c:pt idx="3861">
                  <c:v>39.835247000000003</c:v>
                </c:pt>
                <c:pt idx="3862">
                  <c:v>39.829292000000002</c:v>
                </c:pt>
                <c:pt idx="3863">
                  <c:v>39.917503000000004</c:v>
                </c:pt>
                <c:pt idx="3864">
                  <c:v>40.012690999999997</c:v>
                </c:pt>
                <c:pt idx="3865">
                  <c:v>40.058430000000001</c:v>
                </c:pt>
                <c:pt idx="3866">
                  <c:v>40.053082000000003</c:v>
                </c:pt>
                <c:pt idx="3867">
                  <c:v>39.960884</c:v>
                </c:pt>
                <c:pt idx="3868">
                  <c:v>39.823566</c:v>
                </c:pt>
                <c:pt idx="3869">
                  <c:v>39.684345</c:v>
                </c:pt>
                <c:pt idx="3870">
                  <c:v>39.575839999999999</c:v>
                </c:pt>
                <c:pt idx="3871">
                  <c:v>39.530064000000003</c:v>
                </c:pt>
                <c:pt idx="3872">
                  <c:v>39.555725000000002</c:v>
                </c:pt>
                <c:pt idx="3873">
                  <c:v>39.630989</c:v>
                </c:pt>
                <c:pt idx="3874">
                  <c:v>39.710239000000001</c:v>
                </c:pt>
                <c:pt idx="3875">
                  <c:v>39.761375000000001</c:v>
                </c:pt>
                <c:pt idx="3876">
                  <c:v>39.750335999999997</c:v>
                </c:pt>
                <c:pt idx="3877">
                  <c:v>39.653393000000001</c:v>
                </c:pt>
                <c:pt idx="3878">
                  <c:v>39.525565999999998</c:v>
                </c:pt>
                <c:pt idx="3879">
                  <c:v>39.403590999999999</c:v>
                </c:pt>
                <c:pt idx="3880">
                  <c:v>39.314602000000001</c:v>
                </c:pt>
                <c:pt idx="3881">
                  <c:v>39.286696999999997</c:v>
                </c:pt>
                <c:pt idx="3882">
                  <c:v>39.314185999999999</c:v>
                </c:pt>
                <c:pt idx="3883">
                  <c:v>39.382164000000003</c:v>
                </c:pt>
                <c:pt idx="3884">
                  <c:v>39.497616000000001</c:v>
                </c:pt>
                <c:pt idx="3885">
                  <c:v>39.520752000000002</c:v>
                </c:pt>
                <c:pt idx="3886">
                  <c:v>39.464008</c:v>
                </c:pt>
                <c:pt idx="3887">
                  <c:v>39.365067000000003</c:v>
                </c:pt>
                <c:pt idx="3888">
                  <c:v>39.273688999999997</c:v>
                </c:pt>
                <c:pt idx="3889">
                  <c:v>39.157223000000002</c:v>
                </c:pt>
                <c:pt idx="3890">
                  <c:v>39.093696999999999</c:v>
                </c:pt>
                <c:pt idx="3891">
                  <c:v>39.111248000000003</c:v>
                </c:pt>
                <c:pt idx="3892">
                  <c:v>39.148636000000003</c:v>
                </c:pt>
                <c:pt idx="3893">
                  <c:v>39.228161</c:v>
                </c:pt>
                <c:pt idx="3894">
                  <c:v>39.275599999999997</c:v>
                </c:pt>
                <c:pt idx="3895">
                  <c:v>39.300998999999997</c:v>
                </c:pt>
                <c:pt idx="3896">
                  <c:v>39.250464999999998</c:v>
                </c:pt>
                <c:pt idx="3897">
                  <c:v>39.161166999999999</c:v>
                </c:pt>
                <c:pt idx="3898">
                  <c:v>39.064219999999999</c:v>
                </c:pt>
                <c:pt idx="3899">
                  <c:v>38.958888999999999</c:v>
                </c:pt>
                <c:pt idx="3900">
                  <c:v>38.915782999999998</c:v>
                </c:pt>
                <c:pt idx="3901">
                  <c:v>38.939518</c:v>
                </c:pt>
                <c:pt idx="3902">
                  <c:v>39.00264</c:v>
                </c:pt>
                <c:pt idx="3903">
                  <c:v>39.086311000000002</c:v>
                </c:pt>
                <c:pt idx="3904">
                  <c:v>39.152996000000002</c:v>
                </c:pt>
                <c:pt idx="3905">
                  <c:v>39.159022999999998</c:v>
                </c:pt>
                <c:pt idx="3906">
                  <c:v>39.112929999999999</c:v>
                </c:pt>
                <c:pt idx="3907">
                  <c:v>39.014389000000001</c:v>
                </c:pt>
                <c:pt idx="3908">
                  <c:v>38.897644</c:v>
                </c:pt>
                <c:pt idx="3909">
                  <c:v>38.822018</c:v>
                </c:pt>
                <c:pt idx="3910">
                  <c:v>38.779964</c:v>
                </c:pt>
                <c:pt idx="3911">
                  <c:v>38.799636999999997</c:v>
                </c:pt>
                <c:pt idx="3912">
                  <c:v>38.851256999999997</c:v>
                </c:pt>
                <c:pt idx="3913">
                  <c:v>38.924911000000002</c:v>
                </c:pt>
                <c:pt idx="3914">
                  <c:v>38.969253999999999</c:v>
                </c:pt>
                <c:pt idx="3915">
                  <c:v>38.976368000000001</c:v>
                </c:pt>
                <c:pt idx="3916">
                  <c:v>38.925578999999999</c:v>
                </c:pt>
                <c:pt idx="3917">
                  <c:v>38.830401999999999</c:v>
                </c:pt>
                <c:pt idx="3918">
                  <c:v>38.728862999999997</c:v>
                </c:pt>
                <c:pt idx="3919">
                  <c:v>38.668788999999997</c:v>
                </c:pt>
                <c:pt idx="3920">
                  <c:v>38.655487000000001</c:v>
                </c:pt>
                <c:pt idx="3921">
                  <c:v>38.682808000000001</c:v>
                </c:pt>
                <c:pt idx="3922">
                  <c:v>38.735011999999998</c:v>
                </c:pt>
                <c:pt idx="3923">
                  <c:v>38.775002000000001</c:v>
                </c:pt>
                <c:pt idx="3924">
                  <c:v>38.814670999999997</c:v>
                </c:pt>
                <c:pt idx="3925">
                  <c:v>38.814315999999998</c:v>
                </c:pt>
                <c:pt idx="3926">
                  <c:v>38.773575000000001</c:v>
                </c:pt>
                <c:pt idx="3927">
                  <c:v>38.676639999999999</c:v>
                </c:pt>
                <c:pt idx="3928">
                  <c:v>38.574508999999999</c:v>
                </c:pt>
                <c:pt idx="3929">
                  <c:v>38.498592000000002</c:v>
                </c:pt>
                <c:pt idx="3930">
                  <c:v>38.445740000000001</c:v>
                </c:pt>
                <c:pt idx="3931">
                  <c:v>38.487423</c:v>
                </c:pt>
                <c:pt idx="3932">
                  <c:v>38.569366000000002</c:v>
                </c:pt>
                <c:pt idx="3933">
                  <c:v>38.638992000000002</c:v>
                </c:pt>
                <c:pt idx="3934">
                  <c:v>38.681564000000002</c:v>
                </c:pt>
                <c:pt idx="3935">
                  <c:v>38.668194</c:v>
                </c:pt>
                <c:pt idx="3936">
                  <c:v>38.572631999999999</c:v>
                </c:pt>
                <c:pt idx="3937">
                  <c:v>38.442055000000003</c:v>
                </c:pt>
                <c:pt idx="3938">
                  <c:v>38.323746</c:v>
                </c:pt>
                <c:pt idx="3939">
                  <c:v>38.271178999999997</c:v>
                </c:pt>
                <c:pt idx="3940">
                  <c:v>38.273646999999997</c:v>
                </c:pt>
                <c:pt idx="3941">
                  <c:v>38.306564000000002</c:v>
                </c:pt>
                <c:pt idx="3942">
                  <c:v>38.380684000000002</c:v>
                </c:pt>
                <c:pt idx="3943">
                  <c:v>38.444088000000001</c:v>
                </c:pt>
                <c:pt idx="3944">
                  <c:v>38.464798000000002</c:v>
                </c:pt>
                <c:pt idx="3945">
                  <c:v>38.420493999999998</c:v>
                </c:pt>
                <c:pt idx="3946">
                  <c:v>38.340015000000001</c:v>
                </c:pt>
                <c:pt idx="3947">
                  <c:v>38.235481</c:v>
                </c:pt>
                <c:pt idx="3948">
                  <c:v>38.158253000000002</c:v>
                </c:pt>
                <c:pt idx="3949">
                  <c:v>38.123263999999999</c:v>
                </c:pt>
                <c:pt idx="3950">
                  <c:v>38.134597999999997</c:v>
                </c:pt>
                <c:pt idx="3951">
                  <c:v>38.175884000000003</c:v>
                </c:pt>
                <c:pt idx="3952">
                  <c:v>38.213818000000003</c:v>
                </c:pt>
                <c:pt idx="3953">
                  <c:v>38.238968</c:v>
                </c:pt>
                <c:pt idx="3954">
                  <c:v>38.229869999999998</c:v>
                </c:pt>
                <c:pt idx="3955">
                  <c:v>38.180121999999997</c:v>
                </c:pt>
                <c:pt idx="3956">
                  <c:v>38.108272999999997</c:v>
                </c:pt>
                <c:pt idx="3957">
                  <c:v>38.048824000000003</c:v>
                </c:pt>
                <c:pt idx="3958">
                  <c:v>37.995735000000003</c:v>
                </c:pt>
                <c:pt idx="3959">
                  <c:v>37.958710000000004</c:v>
                </c:pt>
                <c:pt idx="3960">
                  <c:v>37.971462000000002</c:v>
                </c:pt>
                <c:pt idx="3961">
                  <c:v>38.004631000000003</c:v>
                </c:pt>
                <c:pt idx="3962">
                  <c:v>38.037562999999999</c:v>
                </c:pt>
                <c:pt idx="3963">
                  <c:v>38.061622999999997</c:v>
                </c:pt>
                <c:pt idx="3964">
                  <c:v>38.062266999999999</c:v>
                </c:pt>
                <c:pt idx="3965">
                  <c:v>38.036858000000002</c:v>
                </c:pt>
                <c:pt idx="3966">
                  <c:v>37.962237999999999</c:v>
                </c:pt>
                <c:pt idx="3967">
                  <c:v>37.888226000000003</c:v>
                </c:pt>
                <c:pt idx="3968">
                  <c:v>37.842640000000003</c:v>
                </c:pt>
                <c:pt idx="3969">
                  <c:v>37.833466000000001</c:v>
                </c:pt>
                <c:pt idx="3970">
                  <c:v>37.843361000000002</c:v>
                </c:pt>
                <c:pt idx="3971">
                  <c:v>37.866298999999998</c:v>
                </c:pt>
                <c:pt idx="3972">
                  <c:v>37.895637999999998</c:v>
                </c:pt>
                <c:pt idx="3973">
                  <c:v>37.910217000000003</c:v>
                </c:pt>
                <c:pt idx="3974">
                  <c:v>37.898895000000003</c:v>
                </c:pt>
                <c:pt idx="3975">
                  <c:v>37.850028999999999</c:v>
                </c:pt>
                <c:pt idx="3976">
                  <c:v>37.770587999999996</c:v>
                </c:pt>
                <c:pt idx="3977">
                  <c:v>37.706038999999997</c:v>
                </c:pt>
                <c:pt idx="3978">
                  <c:v>37.663142999999998</c:v>
                </c:pt>
                <c:pt idx="3979">
                  <c:v>37.640545000000003</c:v>
                </c:pt>
                <c:pt idx="3980">
                  <c:v>37.643951000000001</c:v>
                </c:pt>
                <c:pt idx="3981">
                  <c:v>37.641857000000002</c:v>
                </c:pt>
                <c:pt idx="3982">
                  <c:v>37.639907999999998</c:v>
                </c:pt>
                <c:pt idx="3983">
                  <c:v>37.631042000000001</c:v>
                </c:pt>
                <c:pt idx="3984">
                  <c:v>37.615952</c:v>
                </c:pt>
                <c:pt idx="3985">
                  <c:v>37.585875999999999</c:v>
                </c:pt>
                <c:pt idx="3986">
                  <c:v>37.549365999999999</c:v>
                </c:pt>
                <c:pt idx="3987">
                  <c:v>37.523921999999999</c:v>
                </c:pt>
                <c:pt idx="3988">
                  <c:v>37.530602000000002</c:v>
                </c:pt>
                <c:pt idx="3989">
                  <c:v>37.547935000000003</c:v>
                </c:pt>
                <c:pt idx="3990">
                  <c:v>37.582016000000003</c:v>
                </c:pt>
                <c:pt idx="3991">
                  <c:v>37.607486999999999</c:v>
                </c:pt>
                <c:pt idx="3992">
                  <c:v>37.626812000000001</c:v>
                </c:pt>
                <c:pt idx="3993">
                  <c:v>37.634579000000002</c:v>
                </c:pt>
                <c:pt idx="3994">
                  <c:v>37.606194000000002</c:v>
                </c:pt>
                <c:pt idx="3995">
                  <c:v>37.555225</c:v>
                </c:pt>
                <c:pt idx="3996">
                  <c:v>37.505713999999998</c:v>
                </c:pt>
                <c:pt idx="3997">
                  <c:v>37.468249999999998</c:v>
                </c:pt>
                <c:pt idx="3998">
                  <c:v>37.444541999999998</c:v>
                </c:pt>
                <c:pt idx="3999">
                  <c:v>37.429980999999998</c:v>
                </c:pt>
                <c:pt idx="4000">
                  <c:v>37.418224000000002</c:v>
                </c:pt>
                <c:pt idx="4001">
                  <c:v>37.428581000000001</c:v>
                </c:pt>
                <c:pt idx="4002">
                  <c:v>37.440970999999998</c:v>
                </c:pt>
                <c:pt idx="4003">
                  <c:v>37.446536999999999</c:v>
                </c:pt>
                <c:pt idx="4004">
                  <c:v>37.409945999999998</c:v>
                </c:pt>
                <c:pt idx="4005">
                  <c:v>37.361697999999997</c:v>
                </c:pt>
                <c:pt idx="4006">
                  <c:v>37.313277999999997</c:v>
                </c:pt>
                <c:pt idx="4007">
                  <c:v>37.274830000000001</c:v>
                </c:pt>
                <c:pt idx="4008">
                  <c:v>37.251530000000002</c:v>
                </c:pt>
                <c:pt idx="4009">
                  <c:v>37.241439999999997</c:v>
                </c:pt>
                <c:pt idx="4010">
                  <c:v>37.248043000000003</c:v>
                </c:pt>
                <c:pt idx="4011">
                  <c:v>37.249507999999999</c:v>
                </c:pt>
                <c:pt idx="4012">
                  <c:v>37.260277000000002</c:v>
                </c:pt>
                <c:pt idx="4013">
                  <c:v>37.251530000000002</c:v>
                </c:pt>
                <c:pt idx="4014">
                  <c:v>37.222191000000002</c:v>
                </c:pt>
                <c:pt idx="4015">
                  <c:v>37.174255000000002</c:v>
                </c:pt>
                <c:pt idx="4016">
                  <c:v>37.133277999999997</c:v>
                </c:pt>
                <c:pt idx="4017">
                  <c:v>37.137309999999999</c:v>
                </c:pt>
                <c:pt idx="4018">
                  <c:v>37.204514000000003</c:v>
                </c:pt>
                <c:pt idx="4019">
                  <c:v>37.341797</c:v>
                </c:pt>
                <c:pt idx="4020">
                  <c:v>37.591479999999997</c:v>
                </c:pt>
                <c:pt idx="4021">
                  <c:v>37.968615999999997</c:v>
                </c:pt>
                <c:pt idx="4022">
                  <c:v>38.436973999999999</c:v>
                </c:pt>
                <c:pt idx="4023">
                  <c:v>38.899062999999998</c:v>
                </c:pt>
                <c:pt idx="4024">
                  <c:v>39.228985000000002</c:v>
                </c:pt>
                <c:pt idx="4025">
                  <c:v>39.389797000000002</c:v>
                </c:pt>
                <c:pt idx="4026">
                  <c:v>39.393023999999997</c:v>
                </c:pt>
                <c:pt idx="4027">
                  <c:v>38.630177000000003</c:v>
                </c:pt>
                <c:pt idx="4028">
                  <c:v>37.888351</c:v>
                </c:pt>
                <c:pt idx="4029">
                  <c:v>37.446052999999999</c:v>
                </c:pt>
                <c:pt idx="4030">
                  <c:v>37.220661</c:v>
                </c:pt>
                <c:pt idx="4031">
                  <c:v>37.127270000000003</c:v>
                </c:pt>
                <c:pt idx="4032">
                  <c:v>37.081122999999998</c:v>
                </c:pt>
                <c:pt idx="4033">
                  <c:v>37.046925000000002</c:v>
                </c:pt>
                <c:pt idx="4034">
                  <c:v>37.008198</c:v>
                </c:pt>
                <c:pt idx="4035">
                  <c:v>36.953732000000002</c:v>
                </c:pt>
                <c:pt idx="4036">
                  <c:v>36.903010999999999</c:v>
                </c:pt>
                <c:pt idx="4037">
                  <c:v>36.84301</c:v>
                </c:pt>
                <c:pt idx="4038">
                  <c:v>36.81765</c:v>
                </c:pt>
                <c:pt idx="4039">
                  <c:v>36.81765</c:v>
                </c:pt>
                <c:pt idx="4040">
                  <c:v>36.822623999999998</c:v>
                </c:pt>
                <c:pt idx="4041">
                  <c:v>36.821216999999997</c:v>
                </c:pt>
                <c:pt idx="4042">
                  <c:v>36.81147</c:v>
                </c:pt>
                <c:pt idx="4043">
                  <c:v>36.795898000000001</c:v>
                </c:pt>
                <c:pt idx="4044">
                  <c:v>36.776508</c:v>
                </c:pt>
                <c:pt idx="4045">
                  <c:v>36.754477999999999</c:v>
                </c:pt>
                <c:pt idx="4046">
                  <c:v>36.730625000000003</c:v>
                </c:pt>
                <c:pt idx="4047">
                  <c:v>36.701358999999997</c:v>
                </c:pt>
                <c:pt idx="4048">
                  <c:v>36.671695999999997</c:v>
                </c:pt>
                <c:pt idx="4049">
                  <c:v>36.645809</c:v>
                </c:pt>
                <c:pt idx="4050">
                  <c:v>36.622570000000003</c:v>
                </c:pt>
                <c:pt idx="4051">
                  <c:v>36.599079000000003</c:v>
                </c:pt>
                <c:pt idx="4052">
                  <c:v>36.573875000000001</c:v>
                </c:pt>
                <c:pt idx="4053">
                  <c:v>36.547255999999997</c:v>
                </c:pt>
                <c:pt idx="4054">
                  <c:v>36.521469000000003</c:v>
                </c:pt>
                <c:pt idx="4055">
                  <c:v>36.499198999999997</c:v>
                </c:pt>
                <c:pt idx="4056">
                  <c:v>36.475287999999999</c:v>
                </c:pt>
                <c:pt idx="4057">
                  <c:v>36.449641999999997</c:v>
                </c:pt>
                <c:pt idx="4058">
                  <c:v>36.426830000000002</c:v>
                </c:pt>
                <c:pt idx="4059">
                  <c:v>36.409405</c:v>
                </c:pt>
                <c:pt idx="4060">
                  <c:v>36.389626</c:v>
                </c:pt>
                <c:pt idx="4061">
                  <c:v>36.371502</c:v>
                </c:pt>
                <c:pt idx="4062">
                  <c:v>36.354660000000003</c:v>
                </c:pt>
                <c:pt idx="4063">
                  <c:v>36.338757000000001</c:v>
                </c:pt>
                <c:pt idx="4064">
                  <c:v>36.312710000000003</c:v>
                </c:pt>
                <c:pt idx="4065">
                  <c:v>36.284728999999999</c:v>
                </c:pt>
                <c:pt idx="4066">
                  <c:v>36.259177999999999</c:v>
                </c:pt>
                <c:pt idx="4067">
                  <c:v>36.233561999999999</c:v>
                </c:pt>
                <c:pt idx="4068">
                  <c:v>36.214066000000003</c:v>
                </c:pt>
                <c:pt idx="4069">
                  <c:v>36.202979999999997</c:v>
                </c:pt>
                <c:pt idx="4070">
                  <c:v>36.192656999999997</c:v>
                </c:pt>
                <c:pt idx="4071">
                  <c:v>36.180064999999999</c:v>
                </c:pt>
                <c:pt idx="4072">
                  <c:v>36.164707</c:v>
                </c:pt>
                <c:pt idx="4073">
                  <c:v>36.14188</c:v>
                </c:pt>
                <c:pt idx="4074">
                  <c:v>36.116318</c:v>
                </c:pt>
                <c:pt idx="4075">
                  <c:v>36.086852999999998</c:v>
                </c:pt>
                <c:pt idx="4076">
                  <c:v>36.053829</c:v>
                </c:pt>
                <c:pt idx="4077">
                  <c:v>36.020367</c:v>
                </c:pt>
                <c:pt idx="4078">
                  <c:v>36.000149</c:v>
                </c:pt>
                <c:pt idx="4079">
                  <c:v>35.988762000000001</c:v>
                </c:pt>
                <c:pt idx="4080">
                  <c:v>35.981772999999997</c:v>
                </c:pt>
                <c:pt idx="4081">
                  <c:v>35.976646000000002</c:v>
                </c:pt>
                <c:pt idx="4082">
                  <c:v>35.968788000000004</c:v>
                </c:pt>
                <c:pt idx="4083">
                  <c:v>35.954239000000001</c:v>
                </c:pt>
                <c:pt idx="4084">
                  <c:v>35.919772999999999</c:v>
                </c:pt>
                <c:pt idx="4085">
                  <c:v>35.882747999999999</c:v>
                </c:pt>
                <c:pt idx="4086">
                  <c:v>35.852927999999999</c:v>
                </c:pt>
                <c:pt idx="4087">
                  <c:v>35.818793999999997</c:v>
                </c:pt>
                <c:pt idx="4088">
                  <c:v>35.795279999999998</c:v>
                </c:pt>
                <c:pt idx="4089">
                  <c:v>35.780293</c:v>
                </c:pt>
                <c:pt idx="4090">
                  <c:v>35.779429999999998</c:v>
                </c:pt>
                <c:pt idx="4091">
                  <c:v>35.781619999999997</c:v>
                </c:pt>
                <c:pt idx="4092">
                  <c:v>35.770831999999999</c:v>
                </c:pt>
                <c:pt idx="4093">
                  <c:v>35.752727999999998</c:v>
                </c:pt>
                <c:pt idx="4094">
                  <c:v>35.721209999999999</c:v>
                </c:pt>
                <c:pt idx="4095">
                  <c:v>35.683128000000004</c:v>
                </c:pt>
                <c:pt idx="4096">
                  <c:v>35.644142000000002</c:v>
                </c:pt>
                <c:pt idx="4097">
                  <c:v>35.613433999999998</c:v>
                </c:pt>
                <c:pt idx="4098">
                  <c:v>35.598323999999998</c:v>
                </c:pt>
                <c:pt idx="4099">
                  <c:v>35.585738999999997</c:v>
                </c:pt>
                <c:pt idx="4100">
                  <c:v>35.575642000000002</c:v>
                </c:pt>
                <c:pt idx="4101">
                  <c:v>35.569355000000002</c:v>
                </c:pt>
                <c:pt idx="4102">
                  <c:v>35.557395999999997</c:v>
                </c:pt>
                <c:pt idx="4103">
                  <c:v>35.539707</c:v>
                </c:pt>
                <c:pt idx="4104">
                  <c:v>35.502707999999998</c:v>
                </c:pt>
                <c:pt idx="4105">
                  <c:v>35.450794000000002</c:v>
                </c:pt>
                <c:pt idx="4106">
                  <c:v>35.403919000000002</c:v>
                </c:pt>
                <c:pt idx="4107">
                  <c:v>35.370510000000003</c:v>
                </c:pt>
                <c:pt idx="4108">
                  <c:v>35.355736</c:v>
                </c:pt>
                <c:pt idx="4109">
                  <c:v>35.346684000000003</c:v>
                </c:pt>
                <c:pt idx="4110">
                  <c:v>35.341937999999999</c:v>
                </c:pt>
                <c:pt idx="4111">
                  <c:v>35.331679999999999</c:v>
                </c:pt>
                <c:pt idx="4112">
                  <c:v>35.325031000000003</c:v>
                </c:pt>
                <c:pt idx="4113">
                  <c:v>35.305126000000001</c:v>
                </c:pt>
                <c:pt idx="4114">
                  <c:v>35.262870999999997</c:v>
                </c:pt>
                <c:pt idx="4115">
                  <c:v>35.207996000000001</c:v>
                </c:pt>
                <c:pt idx="4116">
                  <c:v>35.160912000000003</c:v>
                </c:pt>
                <c:pt idx="4117">
                  <c:v>35.137787000000003</c:v>
                </c:pt>
                <c:pt idx="4118">
                  <c:v>35.118729000000002</c:v>
                </c:pt>
                <c:pt idx="4119">
                  <c:v>35.101654000000003</c:v>
                </c:pt>
                <c:pt idx="4120">
                  <c:v>35.090164000000001</c:v>
                </c:pt>
                <c:pt idx="4121">
                  <c:v>35.087059000000004</c:v>
                </c:pt>
                <c:pt idx="4122">
                  <c:v>35.077316000000003</c:v>
                </c:pt>
                <c:pt idx="4123">
                  <c:v>35.060375000000001</c:v>
                </c:pt>
                <c:pt idx="4124">
                  <c:v>35.025168999999998</c:v>
                </c:pt>
                <c:pt idx="4125">
                  <c:v>34.985764000000003</c:v>
                </c:pt>
                <c:pt idx="4126">
                  <c:v>34.954357000000002</c:v>
                </c:pt>
                <c:pt idx="4127">
                  <c:v>34.920048000000001</c:v>
                </c:pt>
                <c:pt idx="4128">
                  <c:v>34.894680000000001</c:v>
                </c:pt>
                <c:pt idx="4129">
                  <c:v>34.883628999999999</c:v>
                </c:pt>
                <c:pt idx="4130">
                  <c:v>34.875366</c:v>
                </c:pt>
                <c:pt idx="4131">
                  <c:v>34.870918000000003</c:v>
                </c:pt>
                <c:pt idx="4132">
                  <c:v>34.864913999999999</c:v>
                </c:pt>
                <c:pt idx="4133">
                  <c:v>34.839934999999997</c:v>
                </c:pt>
                <c:pt idx="4134">
                  <c:v>34.802543999999997</c:v>
                </c:pt>
                <c:pt idx="4135">
                  <c:v>34.759597999999997</c:v>
                </c:pt>
                <c:pt idx="4136">
                  <c:v>34.717936999999999</c:v>
                </c:pt>
                <c:pt idx="4137">
                  <c:v>34.681446000000001</c:v>
                </c:pt>
                <c:pt idx="4138">
                  <c:v>34.653587000000002</c:v>
                </c:pt>
                <c:pt idx="4139">
                  <c:v>34.634632000000003</c:v>
                </c:pt>
                <c:pt idx="4140">
                  <c:v>34.620860999999998</c:v>
                </c:pt>
                <c:pt idx="4141">
                  <c:v>34.616267999999998</c:v>
                </c:pt>
                <c:pt idx="4142">
                  <c:v>34.612000000000002</c:v>
                </c:pt>
                <c:pt idx="4143">
                  <c:v>34.591003000000001</c:v>
                </c:pt>
                <c:pt idx="4144">
                  <c:v>34.551495000000003</c:v>
                </c:pt>
                <c:pt idx="4145">
                  <c:v>34.500343000000001</c:v>
                </c:pt>
                <c:pt idx="4146">
                  <c:v>34.455447999999997</c:v>
                </c:pt>
                <c:pt idx="4147">
                  <c:v>34.410774000000004</c:v>
                </c:pt>
                <c:pt idx="4148">
                  <c:v>34.375771</c:v>
                </c:pt>
                <c:pt idx="4149">
                  <c:v>34.360722000000003</c:v>
                </c:pt>
                <c:pt idx="4150">
                  <c:v>34.355240000000002</c:v>
                </c:pt>
                <c:pt idx="4151">
                  <c:v>34.350574000000002</c:v>
                </c:pt>
                <c:pt idx="4152">
                  <c:v>34.350310999999998</c:v>
                </c:pt>
                <c:pt idx="4153">
                  <c:v>34.331367</c:v>
                </c:pt>
                <c:pt idx="4154">
                  <c:v>34.296267999999998</c:v>
                </c:pt>
                <c:pt idx="4155">
                  <c:v>34.233500999999997</c:v>
                </c:pt>
                <c:pt idx="4156">
                  <c:v>34.174114000000003</c:v>
                </c:pt>
                <c:pt idx="4157">
                  <c:v>34.132286000000001</c:v>
                </c:pt>
                <c:pt idx="4158">
                  <c:v>34.109116</c:v>
                </c:pt>
                <c:pt idx="4159">
                  <c:v>34.098412000000003</c:v>
                </c:pt>
                <c:pt idx="4160">
                  <c:v>34.092789000000003</c:v>
                </c:pt>
                <c:pt idx="4161">
                  <c:v>34.091414999999998</c:v>
                </c:pt>
                <c:pt idx="4162">
                  <c:v>34.089565</c:v>
                </c:pt>
                <c:pt idx="4163">
                  <c:v>34.067745000000002</c:v>
                </c:pt>
                <c:pt idx="4164">
                  <c:v>34.020389999999999</c:v>
                </c:pt>
                <c:pt idx="4165">
                  <c:v>33.960903000000002</c:v>
                </c:pt>
                <c:pt idx="4166">
                  <c:v>33.924995000000003</c:v>
                </c:pt>
                <c:pt idx="4167">
                  <c:v>33.904021999999998</c:v>
                </c:pt>
                <c:pt idx="4168">
                  <c:v>33.890082999999997</c:v>
                </c:pt>
                <c:pt idx="4169">
                  <c:v>33.881725000000003</c:v>
                </c:pt>
                <c:pt idx="4170">
                  <c:v>33.876080000000002</c:v>
                </c:pt>
                <c:pt idx="4171">
                  <c:v>33.871510000000001</c:v>
                </c:pt>
                <c:pt idx="4172">
                  <c:v>33.864776999999997</c:v>
                </c:pt>
                <c:pt idx="4173">
                  <c:v>33.846972999999998</c:v>
                </c:pt>
                <c:pt idx="4174">
                  <c:v>33.819716999999997</c:v>
                </c:pt>
                <c:pt idx="4175">
                  <c:v>33.784100000000002</c:v>
                </c:pt>
                <c:pt idx="4176">
                  <c:v>33.745902999999998</c:v>
                </c:pt>
                <c:pt idx="4177">
                  <c:v>33.722664000000002</c:v>
                </c:pt>
                <c:pt idx="4178">
                  <c:v>33.707557999999999</c:v>
                </c:pt>
                <c:pt idx="4179">
                  <c:v>33.698028999999998</c:v>
                </c:pt>
                <c:pt idx="4180">
                  <c:v>33.691105</c:v>
                </c:pt>
                <c:pt idx="4181">
                  <c:v>33.685940000000002</c:v>
                </c:pt>
                <c:pt idx="4182">
                  <c:v>33.678806000000002</c:v>
                </c:pt>
                <c:pt idx="4183">
                  <c:v>33.662757999999997</c:v>
                </c:pt>
                <c:pt idx="4184">
                  <c:v>33.629795000000001</c:v>
                </c:pt>
                <c:pt idx="4185">
                  <c:v>33.589649000000001</c:v>
                </c:pt>
                <c:pt idx="4186">
                  <c:v>33.548538000000001</c:v>
                </c:pt>
                <c:pt idx="4187">
                  <c:v>33.522883999999998</c:v>
                </c:pt>
                <c:pt idx="4188">
                  <c:v>33.507950000000001</c:v>
                </c:pt>
                <c:pt idx="4189">
                  <c:v>33.496310999999999</c:v>
                </c:pt>
                <c:pt idx="4190">
                  <c:v>33.490234000000001</c:v>
                </c:pt>
                <c:pt idx="4191">
                  <c:v>33.489040000000003</c:v>
                </c:pt>
                <c:pt idx="4192">
                  <c:v>33.482368000000001</c:v>
                </c:pt>
                <c:pt idx="4193">
                  <c:v>33.462916999999997</c:v>
                </c:pt>
                <c:pt idx="4194">
                  <c:v>33.432426</c:v>
                </c:pt>
                <c:pt idx="4195">
                  <c:v>33.384036999999999</c:v>
                </c:pt>
                <c:pt idx="4196">
                  <c:v>33.345261000000001</c:v>
                </c:pt>
                <c:pt idx="4197">
                  <c:v>33.316291999999997</c:v>
                </c:pt>
                <c:pt idx="4198">
                  <c:v>33.297649</c:v>
                </c:pt>
                <c:pt idx="4199">
                  <c:v>33.294125000000001</c:v>
                </c:pt>
                <c:pt idx="4200">
                  <c:v>33.288260999999999</c:v>
                </c:pt>
                <c:pt idx="4201">
                  <c:v>33.285313000000002</c:v>
                </c:pt>
                <c:pt idx="4202">
                  <c:v>33.280785000000002</c:v>
                </c:pt>
                <c:pt idx="4203">
                  <c:v>33.265396000000003</c:v>
                </c:pt>
                <c:pt idx="4204">
                  <c:v>33.229626000000003</c:v>
                </c:pt>
                <c:pt idx="4205">
                  <c:v>33.183708000000003</c:v>
                </c:pt>
                <c:pt idx="4206">
                  <c:v>33.141604999999998</c:v>
                </c:pt>
                <c:pt idx="4207">
                  <c:v>33.107353000000003</c:v>
                </c:pt>
                <c:pt idx="4208">
                  <c:v>33.084003000000003</c:v>
                </c:pt>
                <c:pt idx="4209">
                  <c:v>33.072456000000003</c:v>
                </c:pt>
                <c:pt idx="4210">
                  <c:v>33.065910000000002</c:v>
                </c:pt>
                <c:pt idx="4211">
                  <c:v>33.063361999999998</c:v>
                </c:pt>
                <c:pt idx="4212">
                  <c:v>33.059910000000002</c:v>
                </c:pt>
                <c:pt idx="4213">
                  <c:v>33.047024</c:v>
                </c:pt>
                <c:pt idx="4214">
                  <c:v>33.007717</c:v>
                </c:pt>
                <c:pt idx="4215">
                  <c:v>32.961269000000001</c:v>
                </c:pt>
                <c:pt idx="4216">
                  <c:v>32.916221999999998</c:v>
                </c:pt>
                <c:pt idx="4217">
                  <c:v>32.884726999999998</c:v>
                </c:pt>
                <c:pt idx="4218">
                  <c:v>32.862197999999999</c:v>
                </c:pt>
                <c:pt idx="4219">
                  <c:v>32.849845999999999</c:v>
                </c:pt>
                <c:pt idx="4220">
                  <c:v>32.844700000000003</c:v>
                </c:pt>
                <c:pt idx="4221">
                  <c:v>32.842154999999998</c:v>
                </c:pt>
                <c:pt idx="4222">
                  <c:v>32.837868</c:v>
                </c:pt>
                <c:pt idx="4223">
                  <c:v>32.812793999999997</c:v>
                </c:pt>
                <c:pt idx="4224">
                  <c:v>32.775646000000002</c:v>
                </c:pt>
                <c:pt idx="4225">
                  <c:v>32.727474000000001</c:v>
                </c:pt>
                <c:pt idx="4226">
                  <c:v>32.680050000000001</c:v>
                </c:pt>
                <c:pt idx="4227">
                  <c:v>32.644558000000004</c:v>
                </c:pt>
                <c:pt idx="4228">
                  <c:v>32.622047000000002</c:v>
                </c:pt>
                <c:pt idx="4229">
                  <c:v>32.608944000000001</c:v>
                </c:pt>
                <c:pt idx="4230">
                  <c:v>32.600327</c:v>
                </c:pt>
                <c:pt idx="4231">
                  <c:v>32.595824999999998</c:v>
                </c:pt>
                <c:pt idx="4232">
                  <c:v>32.588146000000002</c:v>
                </c:pt>
                <c:pt idx="4233">
                  <c:v>32.569293999999999</c:v>
                </c:pt>
                <c:pt idx="4234">
                  <c:v>32.535522</c:v>
                </c:pt>
                <c:pt idx="4235">
                  <c:v>32.487319999999997</c:v>
                </c:pt>
                <c:pt idx="4236">
                  <c:v>32.442936000000003</c:v>
                </c:pt>
                <c:pt idx="4237">
                  <c:v>32.413071000000002</c:v>
                </c:pt>
                <c:pt idx="4238">
                  <c:v>32.392837999999998</c:v>
                </c:pt>
                <c:pt idx="4239">
                  <c:v>32.381686999999999</c:v>
                </c:pt>
                <c:pt idx="4240">
                  <c:v>32.374755999999998</c:v>
                </c:pt>
                <c:pt idx="4241">
                  <c:v>32.368076000000002</c:v>
                </c:pt>
                <c:pt idx="4242">
                  <c:v>32.355839000000003</c:v>
                </c:pt>
                <c:pt idx="4243">
                  <c:v>32.331668999999998</c:v>
                </c:pt>
                <c:pt idx="4244">
                  <c:v>32.289332999999999</c:v>
                </c:pt>
                <c:pt idx="4245">
                  <c:v>32.245415000000001</c:v>
                </c:pt>
                <c:pt idx="4246">
                  <c:v>32.201152999999998</c:v>
                </c:pt>
                <c:pt idx="4247">
                  <c:v>32.170166000000002</c:v>
                </c:pt>
                <c:pt idx="4248">
                  <c:v>32.147125000000003</c:v>
                </c:pt>
                <c:pt idx="4249">
                  <c:v>32.137787000000003</c:v>
                </c:pt>
                <c:pt idx="4250">
                  <c:v>32.134605000000001</c:v>
                </c:pt>
                <c:pt idx="4251">
                  <c:v>32.129860000000001</c:v>
                </c:pt>
                <c:pt idx="4252">
                  <c:v>32.117783000000003</c:v>
                </c:pt>
                <c:pt idx="4253">
                  <c:v>32.097316999999997</c:v>
                </c:pt>
                <c:pt idx="4254">
                  <c:v>32.056052999999999</c:v>
                </c:pt>
                <c:pt idx="4255">
                  <c:v>32.008986999999998</c:v>
                </c:pt>
                <c:pt idx="4256">
                  <c:v>31.968363</c:v>
                </c:pt>
                <c:pt idx="4257">
                  <c:v>31.938873000000001</c:v>
                </c:pt>
                <c:pt idx="4258">
                  <c:v>31.917615999999999</c:v>
                </c:pt>
                <c:pt idx="4259">
                  <c:v>31.911083000000001</c:v>
                </c:pt>
                <c:pt idx="4260">
                  <c:v>31.906652000000001</c:v>
                </c:pt>
                <c:pt idx="4261">
                  <c:v>31.903811999999999</c:v>
                </c:pt>
                <c:pt idx="4262">
                  <c:v>31.897051000000001</c:v>
                </c:pt>
                <c:pt idx="4263">
                  <c:v>31.871918000000001</c:v>
                </c:pt>
                <c:pt idx="4264">
                  <c:v>31.828754</c:v>
                </c:pt>
                <c:pt idx="4265">
                  <c:v>31.785254999999999</c:v>
                </c:pt>
                <c:pt idx="4266">
                  <c:v>31.745996000000002</c:v>
                </c:pt>
                <c:pt idx="4267">
                  <c:v>31.715831999999999</c:v>
                </c:pt>
                <c:pt idx="4268">
                  <c:v>31.696106</c:v>
                </c:pt>
                <c:pt idx="4269">
                  <c:v>31.690425999999999</c:v>
                </c:pt>
                <c:pt idx="4270">
                  <c:v>31.688896</c:v>
                </c:pt>
                <c:pt idx="4271">
                  <c:v>31.687028999999999</c:v>
                </c:pt>
                <c:pt idx="4272">
                  <c:v>31.678635</c:v>
                </c:pt>
                <c:pt idx="4273">
                  <c:v>31.65559</c:v>
                </c:pt>
                <c:pt idx="4274">
                  <c:v>31.614909999999998</c:v>
                </c:pt>
                <c:pt idx="4275">
                  <c:v>31.569089999999999</c:v>
                </c:pt>
                <c:pt idx="4276">
                  <c:v>31.522107999999999</c:v>
                </c:pt>
                <c:pt idx="4277">
                  <c:v>31.483698</c:v>
                </c:pt>
                <c:pt idx="4278">
                  <c:v>31.450529</c:v>
                </c:pt>
                <c:pt idx="4279">
                  <c:v>31.423756000000001</c:v>
                </c:pt>
                <c:pt idx="4280">
                  <c:v>31.394897</c:v>
                </c:pt>
                <c:pt idx="4281">
                  <c:v>31.361256000000001</c:v>
                </c:pt>
                <c:pt idx="4282">
                  <c:v>31.320881</c:v>
                </c:pt>
                <c:pt idx="4283">
                  <c:v>31.260508999999999</c:v>
                </c:pt>
                <c:pt idx="4284">
                  <c:v>31.179192</c:v>
                </c:pt>
                <c:pt idx="4285">
                  <c:v>31.093582000000001</c:v>
                </c:pt>
                <c:pt idx="4286">
                  <c:v>31.022487999999999</c:v>
                </c:pt>
                <c:pt idx="4287">
                  <c:v>30.960460999999999</c:v>
                </c:pt>
                <c:pt idx="4288">
                  <c:v>30.899920000000002</c:v>
                </c:pt>
                <c:pt idx="4289">
                  <c:v>30.835940999999998</c:v>
                </c:pt>
                <c:pt idx="4290">
                  <c:v>30.745104000000001</c:v>
                </c:pt>
                <c:pt idx="4291">
                  <c:v>30.616758000000001</c:v>
                </c:pt>
                <c:pt idx="4292">
                  <c:v>30.431498000000001</c:v>
                </c:pt>
                <c:pt idx="4293">
                  <c:v>30.209076</c:v>
                </c:pt>
                <c:pt idx="4294">
                  <c:v>29.921309000000001</c:v>
                </c:pt>
                <c:pt idx="4295">
                  <c:v>29.590813000000001</c:v>
                </c:pt>
                <c:pt idx="4296">
                  <c:v>29.262718</c:v>
                </c:pt>
                <c:pt idx="4297">
                  <c:v>28.970934</c:v>
                </c:pt>
                <c:pt idx="4298">
                  <c:v>28.729807000000001</c:v>
                </c:pt>
                <c:pt idx="4299">
                  <c:v>28.541678999999998</c:v>
                </c:pt>
                <c:pt idx="4300">
                  <c:v>28.402176000000001</c:v>
                </c:pt>
                <c:pt idx="4301">
                  <c:v>28.304667999999999</c:v>
                </c:pt>
                <c:pt idx="4302">
                  <c:v>28.240577999999999</c:v>
                </c:pt>
                <c:pt idx="4303">
                  <c:v>28.196726000000002</c:v>
                </c:pt>
                <c:pt idx="4304">
                  <c:v>28.162095999999998</c:v>
                </c:pt>
                <c:pt idx="4305">
                  <c:v>28.149549</c:v>
                </c:pt>
                <c:pt idx="4306">
                  <c:v>28.166250000000002</c:v>
                </c:pt>
                <c:pt idx="4307">
                  <c:v>28.215145</c:v>
                </c:pt>
                <c:pt idx="4308">
                  <c:v>28.288523000000001</c:v>
                </c:pt>
                <c:pt idx="4309">
                  <c:v>28.377737</c:v>
                </c:pt>
                <c:pt idx="4310">
                  <c:v>28.463522000000001</c:v>
                </c:pt>
                <c:pt idx="4311">
                  <c:v>28.526257999999999</c:v>
                </c:pt>
                <c:pt idx="4312">
                  <c:v>28.554182000000001</c:v>
                </c:pt>
                <c:pt idx="4313">
                  <c:v>28.534790000000001</c:v>
                </c:pt>
                <c:pt idx="4314">
                  <c:v>28.468036999999999</c:v>
                </c:pt>
                <c:pt idx="4315">
                  <c:v>28.384764000000001</c:v>
                </c:pt>
                <c:pt idx="4316">
                  <c:v>28.316389000000001</c:v>
                </c:pt>
                <c:pt idx="4317">
                  <c:v>28.272110000000001</c:v>
                </c:pt>
                <c:pt idx="4318">
                  <c:v>28.254432999999999</c:v>
                </c:pt>
                <c:pt idx="4319">
                  <c:v>28.259250999999999</c:v>
                </c:pt>
                <c:pt idx="4320">
                  <c:v>28.277139999999999</c:v>
                </c:pt>
                <c:pt idx="4321">
                  <c:v>28.292960999999998</c:v>
                </c:pt>
                <c:pt idx="4322">
                  <c:v>28.295083999999999</c:v>
                </c:pt>
                <c:pt idx="4323">
                  <c:v>28.274372</c:v>
                </c:pt>
                <c:pt idx="4324">
                  <c:v>28.228939</c:v>
                </c:pt>
                <c:pt idx="4325">
                  <c:v>28.181384999999999</c:v>
                </c:pt>
                <c:pt idx="4326">
                  <c:v>28.147421000000001</c:v>
                </c:pt>
                <c:pt idx="4327">
                  <c:v>28.134069</c:v>
                </c:pt>
                <c:pt idx="4328">
                  <c:v>28.146072</c:v>
                </c:pt>
                <c:pt idx="4329">
                  <c:v>28.170853000000001</c:v>
                </c:pt>
                <c:pt idx="4330">
                  <c:v>28.200485</c:v>
                </c:pt>
                <c:pt idx="4331">
                  <c:v>28.214914</c:v>
                </c:pt>
                <c:pt idx="4332">
                  <c:v>28.203952999999998</c:v>
                </c:pt>
                <c:pt idx="4333">
                  <c:v>28.159075000000001</c:v>
                </c:pt>
                <c:pt idx="4334">
                  <c:v>28.087129999999998</c:v>
                </c:pt>
                <c:pt idx="4335">
                  <c:v>28.006499999999999</c:v>
                </c:pt>
                <c:pt idx="4336">
                  <c:v>27.936985</c:v>
                </c:pt>
                <c:pt idx="4337">
                  <c:v>27.896999000000001</c:v>
                </c:pt>
                <c:pt idx="4338">
                  <c:v>27.879574000000002</c:v>
                </c:pt>
                <c:pt idx="4339">
                  <c:v>27.881191000000001</c:v>
                </c:pt>
                <c:pt idx="4340">
                  <c:v>27.897696</c:v>
                </c:pt>
                <c:pt idx="4341">
                  <c:v>27.913153000000001</c:v>
                </c:pt>
                <c:pt idx="4342">
                  <c:v>27.915310000000002</c:v>
                </c:pt>
                <c:pt idx="4343">
                  <c:v>27.902394999999999</c:v>
                </c:pt>
                <c:pt idx="4344">
                  <c:v>27.875378000000001</c:v>
                </c:pt>
                <c:pt idx="4345">
                  <c:v>27.849018000000001</c:v>
                </c:pt>
                <c:pt idx="4346">
                  <c:v>27.837530000000001</c:v>
                </c:pt>
                <c:pt idx="4347">
                  <c:v>27.844844999999999</c:v>
                </c:pt>
                <c:pt idx="4348">
                  <c:v>27.871389000000001</c:v>
                </c:pt>
                <c:pt idx="4349">
                  <c:v>27.905125000000002</c:v>
                </c:pt>
                <c:pt idx="4350">
                  <c:v>27.928684000000001</c:v>
                </c:pt>
                <c:pt idx="4351">
                  <c:v>27.930167999999998</c:v>
                </c:pt>
                <c:pt idx="4352">
                  <c:v>27.904064000000002</c:v>
                </c:pt>
                <c:pt idx="4353">
                  <c:v>27.850016</c:v>
                </c:pt>
                <c:pt idx="4354">
                  <c:v>27.769793</c:v>
                </c:pt>
                <c:pt idx="4355">
                  <c:v>27.687784000000001</c:v>
                </c:pt>
                <c:pt idx="4356">
                  <c:v>27.624758</c:v>
                </c:pt>
                <c:pt idx="4357">
                  <c:v>27.579065</c:v>
                </c:pt>
                <c:pt idx="4358">
                  <c:v>27.553630999999999</c:v>
                </c:pt>
                <c:pt idx="4359">
                  <c:v>27.546665000000001</c:v>
                </c:pt>
                <c:pt idx="4360">
                  <c:v>27.546348999999999</c:v>
                </c:pt>
                <c:pt idx="4361">
                  <c:v>27.547823000000001</c:v>
                </c:pt>
                <c:pt idx="4362">
                  <c:v>27.544256000000001</c:v>
                </c:pt>
                <c:pt idx="4363">
                  <c:v>27.529686000000002</c:v>
                </c:pt>
                <c:pt idx="4364">
                  <c:v>27.502689</c:v>
                </c:pt>
                <c:pt idx="4365">
                  <c:v>27.479596999999998</c:v>
                </c:pt>
                <c:pt idx="4366">
                  <c:v>27.466636999999999</c:v>
                </c:pt>
                <c:pt idx="4367">
                  <c:v>27.471218</c:v>
                </c:pt>
                <c:pt idx="4368">
                  <c:v>27.491192000000002</c:v>
                </c:pt>
                <c:pt idx="4369">
                  <c:v>27.518969999999999</c:v>
                </c:pt>
                <c:pt idx="4370">
                  <c:v>27.544270000000001</c:v>
                </c:pt>
                <c:pt idx="4371">
                  <c:v>27.557110000000002</c:v>
                </c:pt>
                <c:pt idx="4372">
                  <c:v>27.553946</c:v>
                </c:pt>
                <c:pt idx="4373">
                  <c:v>27.526297</c:v>
                </c:pt>
                <c:pt idx="4374">
                  <c:v>27.486243999999999</c:v>
                </c:pt>
                <c:pt idx="4375">
                  <c:v>27.448359</c:v>
                </c:pt>
                <c:pt idx="4376">
                  <c:v>27.42182</c:v>
                </c:pt>
                <c:pt idx="4377">
                  <c:v>27.404319999999998</c:v>
                </c:pt>
                <c:pt idx="4378">
                  <c:v>27.408266000000001</c:v>
                </c:pt>
                <c:pt idx="4379">
                  <c:v>27.419744000000001</c:v>
                </c:pt>
                <c:pt idx="4380">
                  <c:v>27.429055999999999</c:v>
                </c:pt>
                <c:pt idx="4381">
                  <c:v>27.437287999999999</c:v>
                </c:pt>
                <c:pt idx="4382">
                  <c:v>27.439003</c:v>
                </c:pt>
                <c:pt idx="4383">
                  <c:v>27.419941000000001</c:v>
                </c:pt>
                <c:pt idx="4384">
                  <c:v>27.387526000000001</c:v>
                </c:pt>
                <c:pt idx="4385">
                  <c:v>27.359525999999999</c:v>
                </c:pt>
                <c:pt idx="4386">
                  <c:v>27.340337999999999</c:v>
                </c:pt>
                <c:pt idx="4387">
                  <c:v>27.329211999999998</c:v>
                </c:pt>
                <c:pt idx="4388">
                  <c:v>27.333683000000001</c:v>
                </c:pt>
                <c:pt idx="4389">
                  <c:v>27.343363</c:v>
                </c:pt>
                <c:pt idx="4390">
                  <c:v>27.359294999999999</c:v>
                </c:pt>
                <c:pt idx="4391">
                  <c:v>27.367054</c:v>
                </c:pt>
                <c:pt idx="4392">
                  <c:v>27.366436</c:v>
                </c:pt>
                <c:pt idx="4393">
                  <c:v>27.351686000000001</c:v>
                </c:pt>
                <c:pt idx="4394">
                  <c:v>27.332149999999999</c:v>
                </c:pt>
                <c:pt idx="4395">
                  <c:v>27.302002000000002</c:v>
                </c:pt>
                <c:pt idx="4396">
                  <c:v>27.279064000000002</c:v>
                </c:pt>
                <c:pt idx="4397">
                  <c:v>27.267970999999999</c:v>
                </c:pt>
                <c:pt idx="4398">
                  <c:v>27.276731000000002</c:v>
                </c:pt>
                <c:pt idx="4399">
                  <c:v>27.286021999999999</c:v>
                </c:pt>
                <c:pt idx="4400">
                  <c:v>27.301272999999998</c:v>
                </c:pt>
                <c:pt idx="4401">
                  <c:v>27.310912999999999</c:v>
                </c:pt>
                <c:pt idx="4402">
                  <c:v>27.311077000000001</c:v>
                </c:pt>
                <c:pt idx="4403">
                  <c:v>27.293491</c:v>
                </c:pt>
                <c:pt idx="4404">
                  <c:v>27.263311000000002</c:v>
                </c:pt>
                <c:pt idx="4405">
                  <c:v>27.238520000000001</c:v>
                </c:pt>
                <c:pt idx="4406">
                  <c:v>27.219640999999999</c:v>
                </c:pt>
                <c:pt idx="4407">
                  <c:v>27.193549999999998</c:v>
                </c:pt>
                <c:pt idx="4408">
                  <c:v>27.154655000000002</c:v>
                </c:pt>
                <c:pt idx="4409">
                  <c:v>27.174977999999999</c:v>
                </c:pt>
                <c:pt idx="4410">
                  <c:v>27.185594999999999</c:v>
                </c:pt>
                <c:pt idx="4411">
                  <c:v>27.188905999999999</c:v>
                </c:pt>
                <c:pt idx="4412">
                  <c:v>27.179746999999999</c:v>
                </c:pt>
                <c:pt idx="4413">
                  <c:v>27.17277</c:v>
                </c:pt>
                <c:pt idx="4414">
                  <c:v>27.146744000000002</c:v>
                </c:pt>
                <c:pt idx="4415">
                  <c:v>27.126953</c:v>
                </c:pt>
                <c:pt idx="4416">
                  <c:v>27.097940000000001</c:v>
                </c:pt>
                <c:pt idx="4417">
                  <c:v>27.095222</c:v>
                </c:pt>
                <c:pt idx="4418">
                  <c:v>27.10154</c:v>
                </c:pt>
                <c:pt idx="4419">
                  <c:v>27.113759999999999</c:v>
                </c:pt>
                <c:pt idx="4420">
                  <c:v>27.152882000000002</c:v>
                </c:pt>
                <c:pt idx="4421">
                  <c:v>27.175889999999999</c:v>
                </c:pt>
                <c:pt idx="4422">
                  <c:v>27.186755999999999</c:v>
                </c:pt>
                <c:pt idx="4423">
                  <c:v>27.179144000000001</c:v>
                </c:pt>
                <c:pt idx="4424">
                  <c:v>27.151205000000001</c:v>
                </c:pt>
                <c:pt idx="4425">
                  <c:v>27.131820999999999</c:v>
                </c:pt>
                <c:pt idx="4426">
                  <c:v>27.118359000000002</c:v>
                </c:pt>
                <c:pt idx="4427">
                  <c:v>27.111532</c:v>
                </c:pt>
                <c:pt idx="4428">
                  <c:v>27.114854999999999</c:v>
                </c:pt>
                <c:pt idx="4429">
                  <c:v>27.133471</c:v>
                </c:pt>
                <c:pt idx="4430">
                  <c:v>27.151247000000001</c:v>
                </c:pt>
                <c:pt idx="4431">
                  <c:v>27.163895</c:v>
                </c:pt>
                <c:pt idx="4432">
                  <c:v>27.169754000000001</c:v>
                </c:pt>
                <c:pt idx="4433">
                  <c:v>27.163222999999999</c:v>
                </c:pt>
                <c:pt idx="4434">
                  <c:v>27.141400999999998</c:v>
                </c:pt>
                <c:pt idx="4435">
                  <c:v>27.122406000000002</c:v>
                </c:pt>
                <c:pt idx="4436">
                  <c:v>27.109461</c:v>
                </c:pt>
                <c:pt idx="4437">
                  <c:v>27.106964000000001</c:v>
                </c:pt>
                <c:pt idx="4438">
                  <c:v>27.114924999999999</c:v>
                </c:pt>
                <c:pt idx="4439">
                  <c:v>27.123604</c:v>
                </c:pt>
                <c:pt idx="4440">
                  <c:v>27.127103999999999</c:v>
                </c:pt>
                <c:pt idx="4441">
                  <c:v>27.140957</c:v>
                </c:pt>
                <c:pt idx="4442">
                  <c:v>27.1448</c:v>
                </c:pt>
                <c:pt idx="4443">
                  <c:v>27.134373</c:v>
                </c:pt>
                <c:pt idx="4444">
                  <c:v>27.111367999999999</c:v>
                </c:pt>
                <c:pt idx="4445">
                  <c:v>27.092652999999999</c:v>
                </c:pt>
                <c:pt idx="4446">
                  <c:v>27.082650999999998</c:v>
                </c:pt>
                <c:pt idx="4447">
                  <c:v>27.079712000000001</c:v>
                </c:pt>
                <c:pt idx="4448">
                  <c:v>27.087391</c:v>
                </c:pt>
                <c:pt idx="4449">
                  <c:v>27.100967000000001</c:v>
                </c:pt>
                <c:pt idx="4450">
                  <c:v>27.117239000000001</c:v>
                </c:pt>
                <c:pt idx="4451">
                  <c:v>27.126736000000001</c:v>
                </c:pt>
                <c:pt idx="4452">
                  <c:v>27.128235</c:v>
                </c:pt>
                <c:pt idx="4453">
                  <c:v>27.109985000000002</c:v>
                </c:pt>
                <c:pt idx="4454">
                  <c:v>27.082885999999998</c:v>
                </c:pt>
                <c:pt idx="4455">
                  <c:v>27.057661</c:v>
                </c:pt>
                <c:pt idx="4456">
                  <c:v>27.048729000000002</c:v>
                </c:pt>
                <c:pt idx="4457">
                  <c:v>27.053080000000001</c:v>
                </c:pt>
                <c:pt idx="4458">
                  <c:v>27.063863999999999</c:v>
                </c:pt>
                <c:pt idx="4459">
                  <c:v>27.079108999999999</c:v>
                </c:pt>
                <c:pt idx="4460">
                  <c:v>27.095032</c:v>
                </c:pt>
                <c:pt idx="4461">
                  <c:v>27.111184999999999</c:v>
                </c:pt>
                <c:pt idx="4462">
                  <c:v>27.116085000000002</c:v>
                </c:pt>
                <c:pt idx="4463">
                  <c:v>27.112597999999998</c:v>
                </c:pt>
                <c:pt idx="4464">
                  <c:v>27.095988999999999</c:v>
                </c:pt>
                <c:pt idx="4465">
                  <c:v>27.080690000000001</c:v>
                </c:pt>
                <c:pt idx="4466">
                  <c:v>27.068854999999999</c:v>
                </c:pt>
                <c:pt idx="4467">
                  <c:v>27.065539999999999</c:v>
                </c:pt>
                <c:pt idx="4468">
                  <c:v>27.076288000000002</c:v>
                </c:pt>
                <c:pt idx="4469">
                  <c:v>27.092009000000001</c:v>
                </c:pt>
                <c:pt idx="4470">
                  <c:v>27.107990000000001</c:v>
                </c:pt>
                <c:pt idx="4471">
                  <c:v>27.120654999999999</c:v>
                </c:pt>
                <c:pt idx="4472">
                  <c:v>27.125630999999998</c:v>
                </c:pt>
                <c:pt idx="4473">
                  <c:v>27.113759999999999</c:v>
                </c:pt>
                <c:pt idx="4474">
                  <c:v>27.092103999999999</c:v>
                </c:pt>
                <c:pt idx="4475">
                  <c:v>27.073328</c:v>
                </c:pt>
                <c:pt idx="4476">
                  <c:v>27.062591999999999</c:v>
                </c:pt>
                <c:pt idx="4477">
                  <c:v>27.061817000000001</c:v>
                </c:pt>
                <c:pt idx="4478">
                  <c:v>27.065382</c:v>
                </c:pt>
                <c:pt idx="4479">
                  <c:v>27.816670999999999</c:v>
                </c:pt>
                <c:pt idx="4480">
                  <c:v>28.713145999999998</c:v>
                </c:pt>
                <c:pt idx="4481">
                  <c:v>29.302119999999999</c:v>
                </c:pt>
                <c:pt idx="4482">
                  <c:v>29.618369999999999</c:v>
                </c:pt>
                <c:pt idx="4483">
                  <c:v>29.847249999999999</c:v>
                </c:pt>
                <c:pt idx="4484">
                  <c:v>30.045743999999999</c:v>
                </c:pt>
                <c:pt idx="4485">
                  <c:v>30.104299999999999</c:v>
                </c:pt>
                <c:pt idx="4486">
                  <c:v>30.261177</c:v>
                </c:pt>
                <c:pt idx="4487">
                  <c:v>30.060465000000001</c:v>
                </c:pt>
                <c:pt idx="4488">
                  <c:v>29.446269999999998</c:v>
                </c:pt>
                <c:pt idx="4489">
                  <c:v>28.601337000000001</c:v>
                </c:pt>
                <c:pt idx="4490">
                  <c:v>28.003605</c:v>
                </c:pt>
                <c:pt idx="4491">
                  <c:v>27.821762</c:v>
                </c:pt>
                <c:pt idx="4492">
                  <c:v>27.888079000000001</c:v>
                </c:pt>
                <c:pt idx="4493">
                  <c:v>28.047895</c:v>
                </c:pt>
                <c:pt idx="4494">
                  <c:v>28.236691</c:v>
                </c:pt>
                <c:pt idx="4495">
                  <c:v>28.335608000000001</c:v>
                </c:pt>
                <c:pt idx="4496">
                  <c:v>28.380994999999999</c:v>
                </c:pt>
                <c:pt idx="4497">
                  <c:v>28.300177000000001</c:v>
                </c:pt>
                <c:pt idx="4498">
                  <c:v>28.128532</c:v>
                </c:pt>
                <c:pt idx="4499">
                  <c:v>27.922385999999999</c:v>
                </c:pt>
                <c:pt idx="4500">
                  <c:v>27.785557000000001</c:v>
                </c:pt>
                <c:pt idx="4501">
                  <c:v>27.848026000000001</c:v>
                </c:pt>
                <c:pt idx="4502">
                  <c:v>27.909647</c:v>
                </c:pt>
                <c:pt idx="4503">
                  <c:v>27.709969999999998</c:v>
                </c:pt>
                <c:pt idx="4504">
                  <c:v>27.481573000000001</c:v>
                </c:pt>
                <c:pt idx="4505">
                  <c:v>27.521059000000001</c:v>
                </c:pt>
                <c:pt idx="4506">
                  <c:v>27.447723</c:v>
                </c:pt>
                <c:pt idx="4507">
                  <c:v>27.034485</c:v>
                </c:pt>
                <c:pt idx="4508">
                  <c:v>26.577276000000001</c:v>
                </c:pt>
                <c:pt idx="4509">
                  <c:v>26.415817000000001</c:v>
                </c:pt>
                <c:pt idx="4510">
                  <c:v>26.743549000000002</c:v>
                </c:pt>
                <c:pt idx="4511">
                  <c:v>26.728332999999999</c:v>
                </c:pt>
                <c:pt idx="4512">
                  <c:v>26.629619999999999</c:v>
                </c:pt>
                <c:pt idx="4513">
                  <c:v>26.828440000000001</c:v>
                </c:pt>
                <c:pt idx="4514">
                  <c:v>27.083797000000001</c:v>
                </c:pt>
                <c:pt idx="4515">
                  <c:v>27.162110999999999</c:v>
                </c:pt>
                <c:pt idx="4516">
                  <c:v>27.334655999999999</c:v>
                </c:pt>
                <c:pt idx="4517">
                  <c:v>27.673832000000001</c:v>
                </c:pt>
                <c:pt idx="4518">
                  <c:v>28.128665999999999</c:v>
                </c:pt>
                <c:pt idx="4519">
                  <c:v>28.547633999999999</c:v>
                </c:pt>
                <c:pt idx="4520">
                  <c:v>28.905598000000001</c:v>
                </c:pt>
                <c:pt idx="4521">
                  <c:v>29.197679999999998</c:v>
                </c:pt>
                <c:pt idx="4522">
                  <c:v>29.283548</c:v>
                </c:pt>
                <c:pt idx="4523">
                  <c:v>29.054525000000002</c:v>
                </c:pt>
                <c:pt idx="4524">
                  <c:v>28.830024999999999</c:v>
                </c:pt>
                <c:pt idx="4525">
                  <c:v>28.636507000000002</c:v>
                </c:pt>
                <c:pt idx="4526">
                  <c:v>28.252731000000001</c:v>
                </c:pt>
                <c:pt idx="4527">
                  <c:v>28.15522</c:v>
                </c:pt>
                <c:pt idx="4528">
                  <c:v>28.407071999999999</c:v>
                </c:pt>
                <c:pt idx="4529">
                  <c:v>28.553726000000001</c:v>
                </c:pt>
                <c:pt idx="4530">
                  <c:v>28.490976</c:v>
                </c:pt>
                <c:pt idx="4531">
                  <c:v>28.270847</c:v>
                </c:pt>
                <c:pt idx="4532">
                  <c:v>28.030730999999999</c:v>
                </c:pt>
                <c:pt idx="4533">
                  <c:v>27.681545</c:v>
                </c:pt>
                <c:pt idx="4534">
                  <c:v>27.169363000000001</c:v>
                </c:pt>
                <c:pt idx="4535">
                  <c:v>27.260641</c:v>
                </c:pt>
                <c:pt idx="4536">
                  <c:v>27.823672999999999</c:v>
                </c:pt>
                <c:pt idx="4537">
                  <c:v>28.169512000000001</c:v>
                </c:pt>
                <c:pt idx="4538">
                  <c:v>28.51708</c:v>
                </c:pt>
                <c:pt idx="4539">
                  <c:v>28.920570000000001</c:v>
                </c:pt>
                <c:pt idx="4540">
                  <c:v>29.180938999999999</c:v>
                </c:pt>
                <c:pt idx="4541">
                  <c:v>29.484248999999998</c:v>
                </c:pt>
                <c:pt idx="4542">
                  <c:v>29.481549999999999</c:v>
                </c:pt>
                <c:pt idx="4543">
                  <c:v>29.304400999999999</c:v>
                </c:pt>
                <c:pt idx="4544">
                  <c:v>29.037555999999999</c:v>
                </c:pt>
                <c:pt idx="4545">
                  <c:v>28.707573</c:v>
                </c:pt>
                <c:pt idx="4546">
                  <c:v>28.366561999999998</c:v>
                </c:pt>
                <c:pt idx="4547">
                  <c:v>28.243319</c:v>
                </c:pt>
                <c:pt idx="4548">
                  <c:v>28.140885999999998</c:v>
                </c:pt>
                <c:pt idx="4549">
                  <c:v>27.992249000000001</c:v>
                </c:pt>
                <c:pt idx="4550">
                  <c:v>27.897583000000001</c:v>
                </c:pt>
                <c:pt idx="4551">
                  <c:v>27.775326</c:v>
                </c:pt>
                <c:pt idx="4552">
                  <c:v>27.731915999999998</c:v>
                </c:pt>
                <c:pt idx="4553">
                  <c:v>27.910782000000001</c:v>
                </c:pt>
                <c:pt idx="4554">
                  <c:v>28.392064999999999</c:v>
                </c:pt>
                <c:pt idx="4555">
                  <c:v>28.973065999999999</c:v>
                </c:pt>
                <c:pt idx="4556">
                  <c:v>29.34675</c:v>
                </c:pt>
                <c:pt idx="4557">
                  <c:v>29.651609000000001</c:v>
                </c:pt>
                <c:pt idx="4558">
                  <c:v>29.945629</c:v>
                </c:pt>
                <c:pt idx="4559">
                  <c:v>29.897451</c:v>
                </c:pt>
                <c:pt idx="4560">
                  <c:v>29.811789000000001</c:v>
                </c:pt>
                <c:pt idx="4561">
                  <c:v>29.930971</c:v>
                </c:pt>
                <c:pt idx="4562">
                  <c:v>30.060122</c:v>
                </c:pt>
                <c:pt idx="4563">
                  <c:v>29.998622999999998</c:v>
                </c:pt>
                <c:pt idx="4564">
                  <c:v>29.55838</c:v>
                </c:pt>
                <c:pt idx="4565">
                  <c:v>28.962543</c:v>
                </c:pt>
                <c:pt idx="4566">
                  <c:v>28.625011000000001</c:v>
                </c:pt>
                <c:pt idx="4567">
                  <c:v>28.617615000000001</c:v>
                </c:pt>
                <c:pt idx="4568">
                  <c:v>28.909904000000001</c:v>
                </c:pt>
                <c:pt idx="4569">
                  <c:v>29.328789</c:v>
                </c:pt>
                <c:pt idx="4570">
                  <c:v>29.538858000000001</c:v>
                </c:pt>
                <c:pt idx="4571">
                  <c:v>29.754200000000001</c:v>
                </c:pt>
                <c:pt idx="4572">
                  <c:v>30.00816</c:v>
                </c:pt>
                <c:pt idx="4573">
                  <c:v>30.374285</c:v>
                </c:pt>
                <c:pt idx="4574">
                  <c:v>30.863720000000001</c:v>
                </c:pt>
                <c:pt idx="4575">
                  <c:v>30.652079000000001</c:v>
                </c:pt>
                <c:pt idx="4576">
                  <c:v>30.309235000000001</c:v>
                </c:pt>
                <c:pt idx="4577">
                  <c:v>30.173555</c:v>
                </c:pt>
                <c:pt idx="4578">
                  <c:v>30.122477</c:v>
                </c:pt>
                <c:pt idx="4579">
                  <c:v>30.193451</c:v>
                </c:pt>
                <c:pt idx="4580">
                  <c:v>30.236360999999999</c:v>
                </c:pt>
                <c:pt idx="4581">
                  <c:v>30.040738999999999</c:v>
                </c:pt>
                <c:pt idx="4582">
                  <c:v>29.660820000000001</c:v>
                </c:pt>
                <c:pt idx="4583">
                  <c:v>29.481483000000001</c:v>
                </c:pt>
                <c:pt idx="4584">
                  <c:v>29.322706</c:v>
                </c:pt>
                <c:pt idx="4585">
                  <c:v>29.091474999999999</c:v>
                </c:pt>
                <c:pt idx="4586">
                  <c:v>28.812441</c:v>
                </c:pt>
                <c:pt idx="4587">
                  <c:v>28.704121000000001</c:v>
                </c:pt>
                <c:pt idx="4588">
                  <c:v>28.939368999999999</c:v>
                </c:pt>
                <c:pt idx="4589">
                  <c:v>29.480671000000001</c:v>
                </c:pt>
                <c:pt idx="4590">
                  <c:v>29.831686000000001</c:v>
                </c:pt>
                <c:pt idx="4591">
                  <c:v>29.773329</c:v>
                </c:pt>
                <c:pt idx="4592">
                  <c:v>29.468133999999999</c:v>
                </c:pt>
                <c:pt idx="4593">
                  <c:v>29.515654000000001</c:v>
                </c:pt>
                <c:pt idx="4594">
                  <c:v>29.758879</c:v>
                </c:pt>
                <c:pt idx="4595">
                  <c:v>30.095177</c:v>
                </c:pt>
                <c:pt idx="4596">
                  <c:v>30.637968000000001</c:v>
                </c:pt>
                <c:pt idx="4597">
                  <c:v>31.200171000000001</c:v>
                </c:pt>
                <c:pt idx="4598">
                  <c:v>31.441631000000001</c:v>
                </c:pt>
                <c:pt idx="4599">
                  <c:v>31.323013</c:v>
                </c:pt>
                <c:pt idx="4600">
                  <c:v>31.076623999999999</c:v>
                </c:pt>
                <c:pt idx="4601">
                  <c:v>30.993680999999999</c:v>
                </c:pt>
                <c:pt idx="4602">
                  <c:v>31.158287000000001</c:v>
                </c:pt>
                <c:pt idx="4603">
                  <c:v>31.279578999999998</c:v>
                </c:pt>
                <c:pt idx="4604">
                  <c:v>31.125689999999999</c:v>
                </c:pt>
                <c:pt idx="4605">
                  <c:v>31.021281999999999</c:v>
                </c:pt>
                <c:pt idx="4606">
                  <c:v>30.988396000000002</c:v>
                </c:pt>
                <c:pt idx="4607">
                  <c:v>31.187633999999999</c:v>
                </c:pt>
                <c:pt idx="4608">
                  <c:v>31.094688000000001</c:v>
                </c:pt>
                <c:pt idx="4609">
                  <c:v>30.896550999999999</c:v>
                </c:pt>
                <c:pt idx="4610">
                  <c:v>30.648598</c:v>
                </c:pt>
                <c:pt idx="4611">
                  <c:v>30.297871000000001</c:v>
                </c:pt>
                <c:pt idx="4612">
                  <c:v>30.030059999999999</c:v>
                </c:pt>
                <c:pt idx="4613">
                  <c:v>29.710453000000001</c:v>
                </c:pt>
                <c:pt idx="4614">
                  <c:v>29.493258000000001</c:v>
                </c:pt>
                <c:pt idx="4615">
                  <c:v>29.686247000000002</c:v>
                </c:pt>
                <c:pt idx="4616">
                  <c:v>29.926493000000001</c:v>
                </c:pt>
                <c:pt idx="4617">
                  <c:v>30.00263</c:v>
                </c:pt>
                <c:pt idx="4618">
                  <c:v>29.973192000000001</c:v>
                </c:pt>
                <c:pt idx="4619">
                  <c:v>30.114647000000001</c:v>
                </c:pt>
                <c:pt idx="4620">
                  <c:v>30.374148999999999</c:v>
                </c:pt>
                <c:pt idx="4621">
                  <c:v>30.287310000000002</c:v>
                </c:pt>
                <c:pt idx="4622">
                  <c:v>29.957713999999999</c:v>
                </c:pt>
                <c:pt idx="4623">
                  <c:v>29.636095000000001</c:v>
                </c:pt>
                <c:pt idx="4624">
                  <c:v>29.307801999999999</c:v>
                </c:pt>
                <c:pt idx="4625">
                  <c:v>29.053436000000001</c:v>
                </c:pt>
                <c:pt idx="4626">
                  <c:v>28.870905</c:v>
                </c:pt>
                <c:pt idx="4627">
                  <c:v>28.789738</c:v>
                </c:pt>
                <c:pt idx="4628">
                  <c:v>28.784637</c:v>
                </c:pt>
                <c:pt idx="4629">
                  <c:v>28.754604</c:v>
                </c:pt>
                <c:pt idx="4630">
                  <c:v>28.703320999999999</c:v>
                </c:pt>
                <c:pt idx="4631">
                  <c:v>28.705221000000002</c:v>
                </c:pt>
                <c:pt idx="4632">
                  <c:v>28.698885000000001</c:v>
                </c:pt>
                <c:pt idx="4633">
                  <c:v>28.670698000000002</c:v>
                </c:pt>
                <c:pt idx="4634">
                  <c:v>28.834258999999999</c:v>
                </c:pt>
                <c:pt idx="4635">
                  <c:v>29.039448</c:v>
                </c:pt>
                <c:pt idx="4636">
                  <c:v>28.982800000000001</c:v>
                </c:pt>
                <c:pt idx="4637">
                  <c:v>29.04373</c:v>
                </c:pt>
                <c:pt idx="4638">
                  <c:v>29.495574999999999</c:v>
                </c:pt>
                <c:pt idx="4639">
                  <c:v>29.688338999999999</c:v>
                </c:pt>
                <c:pt idx="4640">
                  <c:v>29.708922999999999</c:v>
                </c:pt>
                <c:pt idx="4641">
                  <c:v>29.577190000000002</c:v>
                </c:pt>
                <c:pt idx="4642">
                  <c:v>29.266016</c:v>
                </c:pt>
                <c:pt idx="4643">
                  <c:v>29.325773000000002</c:v>
                </c:pt>
                <c:pt idx="4644">
                  <c:v>29.686792000000001</c:v>
                </c:pt>
                <c:pt idx="4645">
                  <c:v>30.246174</c:v>
                </c:pt>
                <c:pt idx="4646">
                  <c:v>30.769062000000002</c:v>
                </c:pt>
                <c:pt idx="4647">
                  <c:v>31.309094999999999</c:v>
                </c:pt>
                <c:pt idx="4648">
                  <c:v>31.770057999999999</c:v>
                </c:pt>
                <c:pt idx="4649">
                  <c:v>32.244228</c:v>
                </c:pt>
                <c:pt idx="4650">
                  <c:v>32.638885000000002</c:v>
                </c:pt>
                <c:pt idx="4651">
                  <c:v>32.978183999999999</c:v>
                </c:pt>
                <c:pt idx="4652">
                  <c:v>33.258750999999997</c:v>
                </c:pt>
                <c:pt idx="4653">
                  <c:v>33.453719999999997</c:v>
                </c:pt>
                <c:pt idx="4654">
                  <c:v>33.524666000000003</c:v>
                </c:pt>
                <c:pt idx="4655">
                  <c:v>33.444648999999998</c:v>
                </c:pt>
                <c:pt idx="4656">
                  <c:v>33.217689999999997</c:v>
                </c:pt>
                <c:pt idx="4657">
                  <c:v>33.115054999999998</c:v>
                </c:pt>
                <c:pt idx="4658">
                  <c:v>33.115898000000001</c:v>
                </c:pt>
                <c:pt idx="4659">
                  <c:v>33.215988000000003</c:v>
                </c:pt>
                <c:pt idx="4660">
                  <c:v>33.354804999999999</c:v>
                </c:pt>
                <c:pt idx="4661">
                  <c:v>33.492438999999997</c:v>
                </c:pt>
                <c:pt idx="4662">
                  <c:v>33.613491000000003</c:v>
                </c:pt>
                <c:pt idx="4663">
                  <c:v>33.745852999999997</c:v>
                </c:pt>
                <c:pt idx="4664">
                  <c:v>33.904045000000004</c:v>
                </c:pt>
                <c:pt idx="4665">
                  <c:v>34.036251</c:v>
                </c:pt>
                <c:pt idx="4666">
                  <c:v>34.182808000000001</c:v>
                </c:pt>
                <c:pt idx="4667">
                  <c:v>34.351936000000002</c:v>
                </c:pt>
                <c:pt idx="4668">
                  <c:v>34.515445999999997</c:v>
                </c:pt>
                <c:pt idx="4669">
                  <c:v>34.685448000000001</c:v>
                </c:pt>
                <c:pt idx="4670">
                  <c:v>34.669094000000001</c:v>
                </c:pt>
                <c:pt idx="4671">
                  <c:v>34.539833000000002</c:v>
                </c:pt>
                <c:pt idx="4672">
                  <c:v>34.627659000000001</c:v>
                </c:pt>
                <c:pt idx="4673">
                  <c:v>34.853167999999997</c:v>
                </c:pt>
                <c:pt idx="4674">
                  <c:v>35.139502999999998</c:v>
                </c:pt>
                <c:pt idx="4675">
                  <c:v>35.389763000000002</c:v>
                </c:pt>
                <c:pt idx="4676">
                  <c:v>35.508484000000003</c:v>
                </c:pt>
                <c:pt idx="4677">
                  <c:v>35.353583999999998</c:v>
                </c:pt>
                <c:pt idx="4678">
                  <c:v>35.075268000000001</c:v>
                </c:pt>
                <c:pt idx="4679">
                  <c:v>34.963974</c:v>
                </c:pt>
                <c:pt idx="4680">
                  <c:v>34.987521999999998</c:v>
                </c:pt>
                <c:pt idx="4681">
                  <c:v>34.901741000000001</c:v>
                </c:pt>
                <c:pt idx="4682">
                  <c:v>34.608508999999998</c:v>
                </c:pt>
                <c:pt idx="4683">
                  <c:v>34.340992</c:v>
                </c:pt>
                <c:pt idx="4684">
                  <c:v>34.060116000000001</c:v>
                </c:pt>
                <c:pt idx="4685">
                  <c:v>33.582653000000001</c:v>
                </c:pt>
                <c:pt idx="4686">
                  <c:v>32.861305000000002</c:v>
                </c:pt>
                <c:pt idx="4687">
                  <c:v>32.178165</c:v>
                </c:pt>
                <c:pt idx="4688">
                  <c:v>31.416878000000001</c:v>
                </c:pt>
                <c:pt idx="4689">
                  <c:v>30.107229</c:v>
                </c:pt>
                <c:pt idx="4690">
                  <c:v>30.085730000000002</c:v>
                </c:pt>
                <c:pt idx="4691">
                  <c:v>33.272812000000002</c:v>
                </c:pt>
                <c:pt idx="4692">
                  <c:v>35.759106000000003</c:v>
                </c:pt>
                <c:pt idx="4693">
                  <c:v>37.122928999999999</c:v>
                </c:pt>
                <c:pt idx="4694">
                  <c:v>37.848025999999997</c:v>
                </c:pt>
                <c:pt idx="4695">
                  <c:v>38.146278000000002</c:v>
                </c:pt>
                <c:pt idx="4696">
                  <c:v>38.248116000000003</c:v>
                </c:pt>
                <c:pt idx="4697">
                  <c:v>38.278008</c:v>
                </c:pt>
                <c:pt idx="4698">
                  <c:v>38.405247000000003</c:v>
                </c:pt>
                <c:pt idx="4699">
                  <c:v>38.480583000000003</c:v>
                </c:pt>
                <c:pt idx="4700">
                  <c:v>38.412379999999999</c:v>
                </c:pt>
                <c:pt idx="4701">
                  <c:v>38.327896000000003</c:v>
                </c:pt>
                <c:pt idx="4702">
                  <c:v>38.272326999999997</c:v>
                </c:pt>
                <c:pt idx="4703">
                  <c:v>38.354931000000001</c:v>
                </c:pt>
                <c:pt idx="4704">
                  <c:v>38.010097999999999</c:v>
                </c:pt>
                <c:pt idx="4705">
                  <c:v>37.641457000000003</c:v>
                </c:pt>
                <c:pt idx="4706">
                  <c:v>37.632755000000003</c:v>
                </c:pt>
                <c:pt idx="4707">
                  <c:v>37.903706</c:v>
                </c:pt>
                <c:pt idx="4708">
                  <c:v>38.135784000000001</c:v>
                </c:pt>
                <c:pt idx="4709">
                  <c:v>38.286358</c:v>
                </c:pt>
                <c:pt idx="4710">
                  <c:v>38.794418</c:v>
                </c:pt>
                <c:pt idx="4711">
                  <c:v>39.216343000000002</c:v>
                </c:pt>
                <c:pt idx="4712">
                  <c:v>39.43092</c:v>
                </c:pt>
                <c:pt idx="4713">
                  <c:v>39.480727999999999</c:v>
                </c:pt>
                <c:pt idx="4714">
                  <c:v>39.553249000000001</c:v>
                </c:pt>
                <c:pt idx="4715">
                  <c:v>39.698684999999998</c:v>
                </c:pt>
                <c:pt idx="4716">
                  <c:v>39.815243000000002</c:v>
                </c:pt>
                <c:pt idx="4717">
                  <c:v>39.853946999999998</c:v>
                </c:pt>
                <c:pt idx="4718">
                  <c:v>39.941727</c:v>
                </c:pt>
                <c:pt idx="4719">
                  <c:v>39.801281000000003</c:v>
                </c:pt>
                <c:pt idx="4720">
                  <c:v>39.703972</c:v>
                </c:pt>
                <c:pt idx="4721">
                  <c:v>39.870632000000001</c:v>
                </c:pt>
                <c:pt idx="4722">
                  <c:v>39.988022000000001</c:v>
                </c:pt>
                <c:pt idx="4723">
                  <c:v>40.004688000000002</c:v>
                </c:pt>
                <c:pt idx="4724">
                  <c:v>39.831767999999997</c:v>
                </c:pt>
                <c:pt idx="4725">
                  <c:v>39.593738999999999</c:v>
                </c:pt>
                <c:pt idx="4726">
                  <c:v>39.556624999999997</c:v>
                </c:pt>
                <c:pt idx="4727">
                  <c:v>39.481994999999998</c:v>
                </c:pt>
                <c:pt idx="4728">
                  <c:v>39.292499999999997</c:v>
                </c:pt>
                <c:pt idx="4729">
                  <c:v>39.235207000000003</c:v>
                </c:pt>
                <c:pt idx="4730">
                  <c:v>39.349766000000002</c:v>
                </c:pt>
                <c:pt idx="4731">
                  <c:v>39.769939000000001</c:v>
                </c:pt>
                <c:pt idx="4732">
                  <c:v>40.189213000000002</c:v>
                </c:pt>
                <c:pt idx="4733">
                  <c:v>40.040954999999997</c:v>
                </c:pt>
                <c:pt idx="4734">
                  <c:v>39.562859000000003</c:v>
                </c:pt>
                <c:pt idx="4735">
                  <c:v>39.480843</c:v>
                </c:pt>
                <c:pt idx="4736">
                  <c:v>39.777512000000002</c:v>
                </c:pt>
                <c:pt idx="4737">
                  <c:v>40.058514000000002</c:v>
                </c:pt>
                <c:pt idx="4738">
                  <c:v>39.957157000000002</c:v>
                </c:pt>
                <c:pt idx="4739">
                  <c:v>39.860439</c:v>
                </c:pt>
                <c:pt idx="4740">
                  <c:v>39.860908999999999</c:v>
                </c:pt>
                <c:pt idx="4741">
                  <c:v>39.750576000000002</c:v>
                </c:pt>
                <c:pt idx="4742">
                  <c:v>39.672885999999998</c:v>
                </c:pt>
                <c:pt idx="4743">
                  <c:v>39.644669</c:v>
                </c:pt>
                <c:pt idx="4744">
                  <c:v>39.736645000000003</c:v>
                </c:pt>
                <c:pt idx="4745">
                  <c:v>39.733280000000001</c:v>
                </c:pt>
                <c:pt idx="4746">
                  <c:v>39.623741000000003</c:v>
                </c:pt>
                <c:pt idx="4747">
                  <c:v>39.586951999999997</c:v>
                </c:pt>
                <c:pt idx="4748">
                  <c:v>39.657741999999999</c:v>
                </c:pt>
                <c:pt idx="4749">
                  <c:v>39.723576000000001</c:v>
                </c:pt>
                <c:pt idx="4750">
                  <c:v>39.894801999999999</c:v>
                </c:pt>
                <c:pt idx="4751">
                  <c:v>40.207644999999999</c:v>
                </c:pt>
                <c:pt idx="4752">
                  <c:v>40.449649999999998</c:v>
                </c:pt>
                <c:pt idx="4753">
                  <c:v>40.627105999999998</c:v>
                </c:pt>
                <c:pt idx="4754">
                  <c:v>40.564895999999997</c:v>
                </c:pt>
                <c:pt idx="4755">
                  <c:v>40.512462999999997</c:v>
                </c:pt>
                <c:pt idx="4756">
                  <c:v>40.557502999999997</c:v>
                </c:pt>
                <c:pt idx="4757">
                  <c:v>40.472794</c:v>
                </c:pt>
                <c:pt idx="4758">
                  <c:v>40.304256000000002</c:v>
                </c:pt>
                <c:pt idx="4759">
                  <c:v>40.173782000000003</c:v>
                </c:pt>
                <c:pt idx="4760">
                  <c:v>40.235081000000001</c:v>
                </c:pt>
                <c:pt idx="4761">
                  <c:v>40.323909999999998</c:v>
                </c:pt>
                <c:pt idx="4762">
                  <c:v>40.229385000000001</c:v>
                </c:pt>
                <c:pt idx="4763">
                  <c:v>40.087302999999999</c:v>
                </c:pt>
                <c:pt idx="4764">
                  <c:v>40.005859000000001</c:v>
                </c:pt>
                <c:pt idx="4765">
                  <c:v>39.878193000000003</c:v>
                </c:pt>
                <c:pt idx="4766">
                  <c:v>39.565196999999998</c:v>
                </c:pt>
                <c:pt idx="4767">
                  <c:v>39.301673999999998</c:v>
                </c:pt>
                <c:pt idx="4768">
                  <c:v>39.306133000000003</c:v>
                </c:pt>
                <c:pt idx="4769">
                  <c:v>39.333069000000002</c:v>
                </c:pt>
                <c:pt idx="4770">
                  <c:v>39.169724000000002</c:v>
                </c:pt>
                <c:pt idx="4771">
                  <c:v>39.143439999999998</c:v>
                </c:pt>
                <c:pt idx="4772">
                  <c:v>39.297558000000002</c:v>
                </c:pt>
                <c:pt idx="4773">
                  <c:v>39.496657999999996</c:v>
                </c:pt>
                <c:pt idx="4774">
                  <c:v>39.727589000000002</c:v>
                </c:pt>
                <c:pt idx="4775">
                  <c:v>39.429423999999997</c:v>
                </c:pt>
                <c:pt idx="4776">
                  <c:v>39.25808</c:v>
                </c:pt>
                <c:pt idx="4777">
                  <c:v>39.477744999999999</c:v>
                </c:pt>
                <c:pt idx="4778">
                  <c:v>39.923972999999997</c:v>
                </c:pt>
                <c:pt idx="4779">
                  <c:v>40.100223999999997</c:v>
                </c:pt>
                <c:pt idx="4780">
                  <c:v>39.881526999999998</c:v>
                </c:pt>
                <c:pt idx="4781">
                  <c:v>39.392384</c:v>
                </c:pt>
                <c:pt idx="4782">
                  <c:v>39.205826000000002</c:v>
                </c:pt>
                <c:pt idx="4783">
                  <c:v>39.527912000000001</c:v>
                </c:pt>
                <c:pt idx="4784">
                  <c:v>39.891502000000003</c:v>
                </c:pt>
                <c:pt idx="4785">
                  <c:v>40.184933000000001</c:v>
                </c:pt>
                <c:pt idx="4786">
                  <c:v>40.598381000000003</c:v>
                </c:pt>
                <c:pt idx="4787">
                  <c:v>41.128062999999997</c:v>
                </c:pt>
                <c:pt idx="4788">
                  <c:v>41.111033999999997</c:v>
                </c:pt>
                <c:pt idx="4789">
                  <c:v>40.938374000000003</c:v>
                </c:pt>
                <c:pt idx="4790">
                  <c:v>40.804595999999997</c:v>
                </c:pt>
                <c:pt idx="4791">
                  <c:v>40.685093000000002</c:v>
                </c:pt>
                <c:pt idx="4792">
                  <c:v>40.738712</c:v>
                </c:pt>
                <c:pt idx="4793">
                  <c:v>40.841244000000003</c:v>
                </c:pt>
                <c:pt idx="4794">
                  <c:v>40.771023</c:v>
                </c:pt>
                <c:pt idx="4795">
                  <c:v>40.624805000000002</c:v>
                </c:pt>
                <c:pt idx="4796">
                  <c:v>40.377921999999998</c:v>
                </c:pt>
                <c:pt idx="4797">
                  <c:v>40.155864999999999</c:v>
                </c:pt>
                <c:pt idx="4798">
                  <c:v>39.868766999999998</c:v>
                </c:pt>
                <c:pt idx="4799">
                  <c:v>39.914825</c:v>
                </c:pt>
                <c:pt idx="4800">
                  <c:v>40.126995000000001</c:v>
                </c:pt>
                <c:pt idx="4801">
                  <c:v>40.224105999999999</c:v>
                </c:pt>
                <c:pt idx="4802">
                  <c:v>40.297592000000002</c:v>
                </c:pt>
                <c:pt idx="4803">
                  <c:v>40.382362000000001</c:v>
                </c:pt>
                <c:pt idx="4804">
                  <c:v>40.408442999999998</c:v>
                </c:pt>
                <c:pt idx="4805">
                  <c:v>40.339362999999999</c:v>
                </c:pt>
                <c:pt idx="4806">
                  <c:v>40.361041999999998</c:v>
                </c:pt>
                <c:pt idx="4807">
                  <c:v>40.422569000000003</c:v>
                </c:pt>
                <c:pt idx="4808">
                  <c:v>40.554585000000003</c:v>
                </c:pt>
                <c:pt idx="4809">
                  <c:v>40.573639</c:v>
                </c:pt>
                <c:pt idx="4810">
                  <c:v>40.240642999999999</c:v>
                </c:pt>
                <c:pt idx="4811">
                  <c:v>39.912269999999999</c:v>
                </c:pt>
                <c:pt idx="4812">
                  <c:v>39.966163999999999</c:v>
                </c:pt>
                <c:pt idx="4813">
                  <c:v>40.351818000000002</c:v>
                </c:pt>
                <c:pt idx="4814">
                  <c:v>40.495167000000002</c:v>
                </c:pt>
                <c:pt idx="4815">
                  <c:v>40.231487000000001</c:v>
                </c:pt>
                <c:pt idx="4816">
                  <c:v>39.843955999999999</c:v>
                </c:pt>
                <c:pt idx="4817">
                  <c:v>39.510497999999998</c:v>
                </c:pt>
                <c:pt idx="4818">
                  <c:v>39.709358000000002</c:v>
                </c:pt>
                <c:pt idx="4819">
                  <c:v>40.236958000000001</c:v>
                </c:pt>
                <c:pt idx="4820">
                  <c:v>40.681426999999999</c:v>
                </c:pt>
                <c:pt idx="4821">
                  <c:v>41.103836000000001</c:v>
                </c:pt>
                <c:pt idx="4822">
                  <c:v>41.224936999999997</c:v>
                </c:pt>
                <c:pt idx="4823">
                  <c:v>41.101329999999997</c:v>
                </c:pt>
                <c:pt idx="4824">
                  <c:v>40.938549000000002</c:v>
                </c:pt>
                <c:pt idx="4825">
                  <c:v>41.006019999999999</c:v>
                </c:pt>
                <c:pt idx="4826">
                  <c:v>41.120429999999999</c:v>
                </c:pt>
                <c:pt idx="4827">
                  <c:v>41.209643999999997</c:v>
                </c:pt>
                <c:pt idx="4828">
                  <c:v>41.286057</c:v>
                </c:pt>
                <c:pt idx="4829">
                  <c:v>41.179381999999997</c:v>
                </c:pt>
                <c:pt idx="4830">
                  <c:v>41.123939999999997</c:v>
                </c:pt>
                <c:pt idx="4831">
                  <c:v>41.325470000000003</c:v>
                </c:pt>
                <c:pt idx="4832">
                  <c:v>41.492480999999998</c:v>
                </c:pt>
                <c:pt idx="4833">
                  <c:v>41.691837</c:v>
                </c:pt>
                <c:pt idx="4834">
                  <c:v>41.632133000000003</c:v>
                </c:pt>
                <c:pt idx="4835">
                  <c:v>41.112225000000002</c:v>
                </c:pt>
                <c:pt idx="4836">
                  <c:v>40.519226000000003</c:v>
                </c:pt>
                <c:pt idx="4837">
                  <c:v>40.017094</c:v>
                </c:pt>
                <c:pt idx="4838">
                  <c:v>39.677321999999997</c:v>
                </c:pt>
                <c:pt idx="4839">
                  <c:v>39.623207000000001</c:v>
                </c:pt>
                <c:pt idx="4840">
                  <c:v>39.397117999999999</c:v>
                </c:pt>
                <c:pt idx="4841">
                  <c:v>39.137188000000002</c:v>
                </c:pt>
                <c:pt idx="4842">
                  <c:v>39.069088000000001</c:v>
                </c:pt>
                <c:pt idx="4843">
                  <c:v>39.167254999999997</c:v>
                </c:pt>
                <c:pt idx="4844">
                  <c:v>39.631252000000003</c:v>
                </c:pt>
                <c:pt idx="4845">
                  <c:v>40.113067999999998</c:v>
                </c:pt>
                <c:pt idx="4846">
                  <c:v>40.388424000000001</c:v>
                </c:pt>
                <c:pt idx="4847">
                  <c:v>40.526958</c:v>
                </c:pt>
                <c:pt idx="4848">
                  <c:v>40.545161999999998</c:v>
                </c:pt>
                <c:pt idx="4849">
                  <c:v>40.458561000000003</c:v>
                </c:pt>
                <c:pt idx="4850">
                  <c:v>40.284336000000003</c:v>
                </c:pt>
                <c:pt idx="4851">
                  <c:v>40.060478000000003</c:v>
                </c:pt>
                <c:pt idx="4852">
                  <c:v>40.136744999999998</c:v>
                </c:pt>
                <c:pt idx="4853">
                  <c:v>40.411633000000002</c:v>
                </c:pt>
                <c:pt idx="4854">
                  <c:v>40.500323999999999</c:v>
                </c:pt>
                <c:pt idx="4855">
                  <c:v>40.471530999999999</c:v>
                </c:pt>
                <c:pt idx="4856">
                  <c:v>40.531483000000001</c:v>
                </c:pt>
                <c:pt idx="4857">
                  <c:v>40.27948</c:v>
                </c:pt>
                <c:pt idx="4858">
                  <c:v>39.879147000000003</c:v>
                </c:pt>
                <c:pt idx="4859">
                  <c:v>39.948028999999998</c:v>
                </c:pt>
                <c:pt idx="4860">
                  <c:v>40.271408000000001</c:v>
                </c:pt>
                <c:pt idx="4861">
                  <c:v>40.428772000000002</c:v>
                </c:pt>
                <c:pt idx="4862">
                  <c:v>40.506256</c:v>
                </c:pt>
                <c:pt idx="4863">
                  <c:v>40.675255</c:v>
                </c:pt>
                <c:pt idx="4864">
                  <c:v>40.817829000000003</c:v>
                </c:pt>
                <c:pt idx="4865">
                  <c:v>40.964413</c:v>
                </c:pt>
                <c:pt idx="4866">
                  <c:v>40.952540999999997</c:v>
                </c:pt>
                <c:pt idx="4867">
                  <c:v>40.731720000000003</c:v>
                </c:pt>
                <c:pt idx="4868">
                  <c:v>40.377419000000003</c:v>
                </c:pt>
                <c:pt idx="4869">
                  <c:v>40.441077999999997</c:v>
                </c:pt>
                <c:pt idx="4870">
                  <c:v>40.747925000000002</c:v>
                </c:pt>
                <c:pt idx="4871">
                  <c:v>40.853454999999997</c:v>
                </c:pt>
                <c:pt idx="4872">
                  <c:v>40.733170000000001</c:v>
                </c:pt>
                <c:pt idx="4873">
                  <c:v>40.437491999999999</c:v>
                </c:pt>
                <c:pt idx="4874">
                  <c:v>40.425288999999999</c:v>
                </c:pt>
                <c:pt idx="4875">
                  <c:v>40.902934999999999</c:v>
                </c:pt>
                <c:pt idx="4876">
                  <c:v>41.296230000000001</c:v>
                </c:pt>
                <c:pt idx="4877">
                  <c:v>41.334434999999999</c:v>
                </c:pt>
                <c:pt idx="4878">
                  <c:v>41.302245999999997</c:v>
                </c:pt>
                <c:pt idx="4879">
                  <c:v>41.422004999999999</c:v>
                </c:pt>
                <c:pt idx="4880">
                  <c:v>41.762343999999999</c:v>
                </c:pt>
                <c:pt idx="4881">
                  <c:v>42.055084000000001</c:v>
                </c:pt>
                <c:pt idx="4882">
                  <c:v>42.129863999999998</c:v>
                </c:pt>
                <c:pt idx="4883">
                  <c:v>42.144817000000003</c:v>
                </c:pt>
                <c:pt idx="4884">
                  <c:v>41.933224000000003</c:v>
                </c:pt>
                <c:pt idx="4885">
                  <c:v>41.528061000000001</c:v>
                </c:pt>
                <c:pt idx="4886">
                  <c:v>41.301132000000003</c:v>
                </c:pt>
                <c:pt idx="4887">
                  <c:v>41.346432</c:v>
                </c:pt>
                <c:pt idx="4888">
                  <c:v>41.639037999999999</c:v>
                </c:pt>
                <c:pt idx="4889">
                  <c:v>41.999924</c:v>
                </c:pt>
                <c:pt idx="4890">
                  <c:v>42.152847000000001</c:v>
                </c:pt>
                <c:pt idx="4891">
                  <c:v>42.236258999999997</c:v>
                </c:pt>
                <c:pt idx="4892">
                  <c:v>42.415523999999998</c:v>
                </c:pt>
                <c:pt idx="4893">
                  <c:v>42.628776999999999</c:v>
                </c:pt>
                <c:pt idx="4894">
                  <c:v>42.850349000000001</c:v>
                </c:pt>
                <c:pt idx="4895">
                  <c:v>42.915913000000003</c:v>
                </c:pt>
                <c:pt idx="4896">
                  <c:v>42.728270999999999</c:v>
                </c:pt>
                <c:pt idx="4897">
                  <c:v>42.431545</c:v>
                </c:pt>
                <c:pt idx="4898">
                  <c:v>42.087479000000002</c:v>
                </c:pt>
                <c:pt idx="4899">
                  <c:v>41.809379999999997</c:v>
                </c:pt>
                <c:pt idx="4900">
                  <c:v>41.563716999999997</c:v>
                </c:pt>
                <c:pt idx="4901">
                  <c:v>41.398712000000003</c:v>
                </c:pt>
                <c:pt idx="4902">
                  <c:v>41.364674000000001</c:v>
                </c:pt>
                <c:pt idx="4903">
                  <c:v>41.283633999999999</c:v>
                </c:pt>
                <c:pt idx="4904">
                  <c:v>40.852027999999997</c:v>
                </c:pt>
                <c:pt idx="4905">
                  <c:v>40.627766000000001</c:v>
                </c:pt>
                <c:pt idx="4906">
                  <c:v>40.691025000000003</c:v>
                </c:pt>
                <c:pt idx="4907">
                  <c:v>40.813526000000003</c:v>
                </c:pt>
                <c:pt idx="4908">
                  <c:v>40.906875999999997</c:v>
                </c:pt>
                <c:pt idx="4909">
                  <c:v>41.081577000000003</c:v>
                </c:pt>
                <c:pt idx="4910">
                  <c:v>41.320694000000003</c:v>
                </c:pt>
                <c:pt idx="4911">
                  <c:v>41.488410999999999</c:v>
                </c:pt>
                <c:pt idx="4912">
                  <c:v>41.730141000000003</c:v>
                </c:pt>
                <c:pt idx="4913">
                  <c:v>42.170600999999998</c:v>
                </c:pt>
                <c:pt idx="4914">
                  <c:v>42.840786000000001</c:v>
                </c:pt>
                <c:pt idx="4915">
                  <c:v>43.393856</c:v>
                </c:pt>
                <c:pt idx="4916">
                  <c:v>43.651218</c:v>
                </c:pt>
                <c:pt idx="4917">
                  <c:v>43.732044000000002</c:v>
                </c:pt>
                <c:pt idx="4918">
                  <c:v>43.857933000000003</c:v>
                </c:pt>
                <c:pt idx="4919">
                  <c:v>43.825180000000003</c:v>
                </c:pt>
                <c:pt idx="4920">
                  <c:v>43.965224999999997</c:v>
                </c:pt>
                <c:pt idx="4921">
                  <c:v>44.168666999999999</c:v>
                </c:pt>
                <c:pt idx="4922">
                  <c:v>44.447594000000002</c:v>
                </c:pt>
                <c:pt idx="4923">
                  <c:v>44.423575999999997</c:v>
                </c:pt>
                <c:pt idx="4924">
                  <c:v>44.072890999999998</c:v>
                </c:pt>
                <c:pt idx="4925">
                  <c:v>43.621166000000002</c:v>
                </c:pt>
                <c:pt idx="4926">
                  <c:v>43.493107000000002</c:v>
                </c:pt>
                <c:pt idx="4927">
                  <c:v>43.396510999999997</c:v>
                </c:pt>
                <c:pt idx="4928">
                  <c:v>43.009399000000002</c:v>
                </c:pt>
                <c:pt idx="4929">
                  <c:v>43.290585</c:v>
                </c:pt>
                <c:pt idx="4930">
                  <c:v>43.967345999999999</c:v>
                </c:pt>
                <c:pt idx="4931">
                  <c:v>44.714252000000002</c:v>
                </c:pt>
                <c:pt idx="4932">
                  <c:v>44.384799999999998</c:v>
                </c:pt>
                <c:pt idx="4933">
                  <c:v>43.835079</c:v>
                </c:pt>
                <c:pt idx="4934">
                  <c:v>43.432986999999997</c:v>
                </c:pt>
                <c:pt idx="4935">
                  <c:v>43.283935999999997</c:v>
                </c:pt>
                <c:pt idx="4936">
                  <c:v>43.286495000000002</c:v>
                </c:pt>
                <c:pt idx="4937">
                  <c:v>43.367367000000002</c:v>
                </c:pt>
                <c:pt idx="4938">
                  <c:v>43.440266000000001</c:v>
                </c:pt>
                <c:pt idx="4939">
                  <c:v>43.512183999999998</c:v>
                </c:pt>
                <c:pt idx="4940">
                  <c:v>43.501449999999998</c:v>
                </c:pt>
                <c:pt idx="4941">
                  <c:v>43.366570000000003</c:v>
                </c:pt>
                <c:pt idx="4942">
                  <c:v>43.109546999999999</c:v>
                </c:pt>
                <c:pt idx="4943">
                  <c:v>42.689774</c:v>
                </c:pt>
                <c:pt idx="4944">
                  <c:v>42.288466999999997</c:v>
                </c:pt>
                <c:pt idx="4945">
                  <c:v>41.873359999999998</c:v>
                </c:pt>
                <c:pt idx="4946">
                  <c:v>41.633301000000003</c:v>
                </c:pt>
                <c:pt idx="4947">
                  <c:v>41.642811000000002</c:v>
                </c:pt>
                <c:pt idx="4948">
                  <c:v>41.787525000000002</c:v>
                </c:pt>
                <c:pt idx="4949">
                  <c:v>41.945971999999998</c:v>
                </c:pt>
                <c:pt idx="4950">
                  <c:v>42.010345000000001</c:v>
                </c:pt>
                <c:pt idx="4951">
                  <c:v>41.915267999999998</c:v>
                </c:pt>
                <c:pt idx="4952">
                  <c:v>41.701701999999997</c:v>
                </c:pt>
                <c:pt idx="4953">
                  <c:v>41.494335</c:v>
                </c:pt>
                <c:pt idx="4954">
                  <c:v>41.104495999999997</c:v>
                </c:pt>
                <c:pt idx="4955">
                  <c:v>40.971286999999997</c:v>
                </c:pt>
                <c:pt idx="4956">
                  <c:v>41.098747000000003</c:v>
                </c:pt>
                <c:pt idx="4957">
                  <c:v>41.134121</c:v>
                </c:pt>
                <c:pt idx="4958">
                  <c:v>41.081626999999997</c:v>
                </c:pt>
                <c:pt idx="4959">
                  <c:v>40.991641999999999</c:v>
                </c:pt>
                <c:pt idx="4960">
                  <c:v>41.028117999999999</c:v>
                </c:pt>
                <c:pt idx="4961">
                  <c:v>41.253914000000002</c:v>
                </c:pt>
                <c:pt idx="4962">
                  <c:v>41.858204000000001</c:v>
                </c:pt>
                <c:pt idx="4963">
                  <c:v>42.524887</c:v>
                </c:pt>
                <c:pt idx="4964">
                  <c:v>43.113663000000003</c:v>
                </c:pt>
                <c:pt idx="4965">
                  <c:v>43.576377999999998</c:v>
                </c:pt>
                <c:pt idx="4966">
                  <c:v>43.915923999999997</c:v>
                </c:pt>
                <c:pt idx="4967">
                  <c:v>44.046551000000001</c:v>
                </c:pt>
                <c:pt idx="4968">
                  <c:v>44.224628000000003</c:v>
                </c:pt>
                <c:pt idx="4969">
                  <c:v>44.371845</c:v>
                </c:pt>
                <c:pt idx="4970">
                  <c:v>44.19746</c:v>
                </c:pt>
                <c:pt idx="4971">
                  <c:v>43.809277000000002</c:v>
                </c:pt>
                <c:pt idx="4972">
                  <c:v>43.405101999999999</c:v>
                </c:pt>
                <c:pt idx="4973">
                  <c:v>42.995403000000003</c:v>
                </c:pt>
                <c:pt idx="4974">
                  <c:v>42.536320000000003</c:v>
                </c:pt>
                <c:pt idx="4975">
                  <c:v>42.025742000000001</c:v>
                </c:pt>
                <c:pt idx="4976">
                  <c:v>41.731476000000001</c:v>
                </c:pt>
                <c:pt idx="4977">
                  <c:v>41.480136999999999</c:v>
                </c:pt>
                <c:pt idx="4978">
                  <c:v>41.204113</c:v>
                </c:pt>
                <c:pt idx="4979">
                  <c:v>41.116137999999999</c:v>
                </c:pt>
                <c:pt idx="4980">
                  <c:v>41.096859000000002</c:v>
                </c:pt>
                <c:pt idx="4981">
                  <c:v>41.249447000000004</c:v>
                </c:pt>
                <c:pt idx="4982">
                  <c:v>41.509655000000002</c:v>
                </c:pt>
                <c:pt idx="4983">
                  <c:v>41.700920000000004</c:v>
                </c:pt>
                <c:pt idx="4984">
                  <c:v>41.683993999999998</c:v>
                </c:pt>
                <c:pt idx="4985">
                  <c:v>41.541054000000003</c:v>
                </c:pt>
                <c:pt idx="4986">
                  <c:v>41.466042000000002</c:v>
                </c:pt>
                <c:pt idx="4987">
                  <c:v>41.512611</c:v>
                </c:pt>
                <c:pt idx="4988">
                  <c:v>41.567279999999997</c:v>
                </c:pt>
                <c:pt idx="4989">
                  <c:v>41.463839999999998</c:v>
                </c:pt>
                <c:pt idx="4990">
                  <c:v>41.075142</c:v>
                </c:pt>
                <c:pt idx="4991">
                  <c:v>40.913639000000003</c:v>
                </c:pt>
                <c:pt idx="4992">
                  <c:v>40.900767999999999</c:v>
                </c:pt>
                <c:pt idx="4993">
                  <c:v>41.049197999999997</c:v>
                </c:pt>
                <c:pt idx="4994">
                  <c:v>41.157986000000001</c:v>
                </c:pt>
                <c:pt idx="4995">
                  <c:v>41.104796999999998</c:v>
                </c:pt>
                <c:pt idx="4996">
                  <c:v>41.10915</c:v>
                </c:pt>
                <c:pt idx="4997">
                  <c:v>41.231341999999998</c:v>
                </c:pt>
                <c:pt idx="4998">
                  <c:v>41.523933</c:v>
                </c:pt>
                <c:pt idx="4999">
                  <c:v>41.916480999999997</c:v>
                </c:pt>
                <c:pt idx="5000">
                  <c:v>42.357799999999997</c:v>
                </c:pt>
                <c:pt idx="5001">
                  <c:v>42.762531000000003</c:v>
                </c:pt>
                <c:pt idx="5002">
                  <c:v>42.817371000000001</c:v>
                </c:pt>
                <c:pt idx="5003">
                  <c:v>42.563904000000001</c:v>
                </c:pt>
                <c:pt idx="5004">
                  <c:v>42.198895</c:v>
                </c:pt>
                <c:pt idx="5005">
                  <c:v>42.086281</c:v>
                </c:pt>
                <c:pt idx="5006">
                  <c:v>42.013809000000002</c:v>
                </c:pt>
                <c:pt idx="5007">
                  <c:v>42.003998000000003</c:v>
                </c:pt>
                <c:pt idx="5008">
                  <c:v>42.000534000000002</c:v>
                </c:pt>
                <c:pt idx="5009">
                  <c:v>41.997931999999999</c:v>
                </c:pt>
                <c:pt idx="5010">
                  <c:v>42.079524999999997</c:v>
                </c:pt>
                <c:pt idx="5011">
                  <c:v>42.088703000000002</c:v>
                </c:pt>
                <c:pt idx="5012">
                  <c:v>42.103096000000001</c:v>
                </c:pt>
                <c:pt idx="5013">
                  <c:v>42.299636999999997</c:v>
                </c:pt>
                <c:pt idx="5014">
                  <c:v>42.526184000000001</c:v>
                </c:pt>
                <c:pt idx="5015">
                  <c:v>42.715491999999998</c:v>
                </c:pt>
                <c:pt idx="5016">
                  <c:v>42.772697000000001</c:v>
                </c:pt>
                <c:pt idx="5017">
                  <c:v>42.621547999999997</c:v>
                </c:pt>
                <c:pt idx="5018">
                  <c:v>42.646061000000003</c:v>
                </c:pt>
                <c:pt idx="5019">
                  <c:v>42.819755999999998</c:v>
                </c:pt>
                <c:pt idx="5020">
                  <c:v>42.844189</c:v>
                </c:pt>
                <c:pt idx="5021">
                  <c:v>43.000027000000003</c:v>
                </c:pt>
                <c:pt idx="5022">
                  <c:v>43.18956</c:v>
                </c:pt>
                <c:pt idx="5023">
                  <c:v>43.209727999999998</c:v>
                </c:pt>
                <c:pt idx="5024">
                  <c:v>43.133395999999998</c:v>
                </c:pt>
                <c:pt idx="5025">
                  <c:v>42.994746999999997</c:v>
                </c:pt>
                <c:pt idx="5026">
                  <c:v>42.944808999999999</c:v>
                </c:pt>
                <c:pt idx="5027">
                  <c:v>43.046520000000001</c:v>
                </c:pt>
                <c:pt idx="5028">
                  <c:v>43.216662999999997</c:v>
                </c:pt>
                <c:pt idx="5029">
                  <c:v>43.507294000000002</c:v>
                </c:pt>
                <c:pt idx="5030">
                  <c:v>43.650536000000002</c:v>
                </c:pt>
                <c:pt idx="5031">
                  <c:v>43.642775999999998</c:v>
                </c:pt>
                <c:pt idx="5032">
                  <c:v>43.565818999999998</c:v>
                </c:pt>
                <c:pt idx="5033">
                  <c:v>43.660358000000002</c:v>
                </c:pt>
                <c:pt idx="5034">
                  <c:v>43.881905000000003</c:v>
                </c:pt>
                <c:pt idx="5035">
                  <c:v>43.973346999999997</c:v>
                </c:pt>
                <c:pt idx="5036">
                  <c:v>43.955589000000003</c:v>
                </c:pt>
                <c:pt idx="5037">
                  <c:v>43.598990999999998</c:v>
                </c:pt>
                <c:pt idx="5038">
                  <c:v>43.098911000000001</c:v>
                </c:pt>
                <c:pt idx="5039">
                  <c:v>42.869095000000002</c:v>
                </c:pt>
                <c:pt idx="5040">
                  <c:v>42.826022999999999</c:v>
                </c:pt>
                <c:pt idx="5041">
                  <c:v>43.027920000000002</c:v>
                </c:pt>
                <c:pt idx="5042">
                  <c:v>43.362385000000003</c:v>
                </c:pt>
                <c:pt idx="5043">
                  <c:v>43.564602000000001</c:v>
                </c:pt>
                <c:pt idx="5044">
                  <c:v>43.655211999999999</c:v>
                </c:pt>
                <c:pt idx="5045">
                  <c:v>43.528381000000003</c:v>
                </c:pt>
                <c:pt idx="5046">
                  <c:v>43.212566000000002</c:v>
                </c:pt>
                <c:pt idx="5047">
                  <c:v>43.101391</c:v>
                </c:pt>
                <c:pt idx="5048">
                  <c:v>43.188777999999999</c:v>
                </c:pt>
                <c:pt idx="5049">
                  <c:v>43.501766000000003</c:v>
                </c:pt>
                <c:pt idx="5050">
                  <c:v>44.063628999999999</c:v>
                </c:pt>
                <c:pt idx="5051">
                  <c:v>44.369883999999999</c:v>
                </c:pt>
                <c:pt idx="5052">
                  <c:v>44.260181000000003</c:v>
                </c:pt>
                <c:pt idx="5053">
                  <c:v>43.816462999999999</c:v>
                </c:pt>
                <c:pt idx="5054">
                  <c:v>43.435093000000002</c:v>
                </c:pt>
                <c:pt idx="5055">
                  <c:v>43.215617999999999</c:v>
                </c:pt>
                <c:pt idx="5056">
                  <c:v>42.994698</c:v>
                </c:pt>
                <c:pt idx="5057">
                  <c:v>42.834774000000003</c:v>
                </c:pt>
                <c:pt idx="5058">
                  <c:v>42.815520999999997</c:v>
                </c:pt>
                <c:pt idx="5059">
                  <c:v>43.035587</c:v>
                </c:pt>
                <c:pt idx="5060">
                  <c:v>43.319099000000001</c:v>
                </c:pt>
                <c:pt idx="5061">
                  <c:v>43.157840999999998</c:v>
                </c:pt>
                <c:pt idx="5062">
                  <c:v>43.358974000000003</c:v>
                </c:pt>
                <c:pt idx="5063">
                  <c:v>43.746510000000001</c:v>
                </c:pt>
                <c:pt idx="5064">
                  <c:v>43.871414000000001</c:v>
                </c:pt>
                <c:pt idx="5065">
                  <c:v>43.842261999999998</c:v>
                </c:pt>
                <c:pt idx="5066">
                  <c:v>43.730460999999998</c:v>
                </c:pt>
                <c:pt idx="5067">
                  <c:v>43.706359999999997</c:v>
                </c:pt>
                <c:pt idx="5068">
                  <c:v>43.724693000000002</c:v>
                </c:pt>
                <c:pt idx="5069">
                  <c:v>43.627445000000002</c:v>
                </c:pt>
                <c:pt idx="5070">
                  <c:v>43.648719999999997</c:v>
                </c:pt>
                <c:pt idx="5071">
                  <c:v>43.818565</c:v>
                </c:pt>
                <c:pt idx="5072">
                  <c:v>44.088295000000002</c:v>
                </c:pt>
                <c:pt idx="5073">
                  <c:v>44.025596999999998</c:v>
                </c:pt>
                <c:pt idx="5074">
                  <c:v>43.769024000000002</c:v>
                </c:pt>
                <c:pt idx="5075">
                  <c:v>43.701351000000003</c:v>
                </c:pt>
                <c:pt idx="5076">
                  <c:v>43.773181999999998</c:v>
                </c:pt>
                <c:pt idx="5077">
                  <c:v>43.700946999999999</c:v>
                </c:pt>
                <c:pt idx="5078">
                  <c:v>43.639042000000003</c:v>
                </c:pt>
                <c:pt idx="5079">
                  <c:v>43.584071999999999</c:v>
                </c:pt>
                <c:pt idx="5080">
                  <c:v>43.348590999999999</c:v>
                </c:pt>
                <c:pt idx="5081">
                  <c:v>43.147480000000002</c:v>
                </c:pt>
                <c:pt idx="5082">
                  <c:v>43.03022</c:v>
                </c:pt>
                <c:pt idx="5083">
                  <c:v>42.882832000000001</c:v>
                </c:pt>
                <c:pt idx="5084">
                  <c:v>42.642845000000001</c:v>
                </c:pt>
                <c:pt idx="5085">
                  <c:v>42.385432999999999</c:v>
                </c:pt>
                <c:pt idx="5086">
                  <c:v>42.213951000000002</c:v>
                </c:pt>
                <c:pt idx="5087">
                  <c:v>42.010910000000003</c:v>
                </c:pt>
                <c:pt idx="5088">
                  <c:v>41.739235000000001</c:v>
                </c:pt>
                <c:pt idx="5089">
                  <c:v>41.584454000000001</c:v>
                </c:pt>
                <c:pt idx="5090">
                  <c:v>41.485934999999998</c:v>
                </c:pt>
                <c:pt idx="5091">
                  <c:v>41.361865999999999</c:v>
                </c:pt>
                <c:pt idx="5092">
                  <c:v>41.030757999999999</c:v>
                </c:pt>
                <c:pt idx="5093">
                  <c:v>40.458317000000001</c:v>
                </c:pt>
                <c:pt idx="5094">
                  <c:v>39.794620999999999</c:v>
                </c:pt>
                <c:pt idx="5095">
                  <c:v>39.498305999999999</c:v>
                </c:pt>
                <c:pt idx="5096">
                  <c:v>39.649185000000003</c:v>
                </c:pt>
                <c:pt idx="5097">
                  <c:v>39.976109000000001</c:v>
                </c:pt>
                <c:pt idx="5098">
                  <c:v>40.078484000000003</c:v>
                </c:pt>
                <c:pt idx="5099">
                  <c:v>40.090786000000001</c:v>
                </c:pt>
                <c:pt idx="5100">
                  <c:v>40.178089</c:v>
                </c:pt>
                <c:pt idx="5101">
                  <c:v>40.144759999999998</c:v>
                </c:pt>
                <c:pt idx="5102">
                  <c:v>40.131141999999997</c:v>
                </c:pt>
                <c:pt idx="5103">
                  <c:v>40.045918</c:v>
                </c:pt>
                <c:pt idx="5104">
                  <c:v>39.953845999999999</c:v>
                </c:pt>
                <c:pt idx="5105">
                  <c:v>39.947749999999999</c:v>
                </c:pt>
                <c:pt idx="5106">
                  <c:v>40.081828999999999</c:v>
                </c:pt>
                <c:pt idx="5107">
                  <c:v>40.167071999999997</c:v>
                </c:pt>
                <c:pt idx="5108">
                  <c:v>40.029007</c:v>
                </c:pt>
                <c:pt idx="5109">
                  <c:v>39.944664000000003</c:v>
                </c:pt>
                <c:pt idx="5110">
                  <c:v>39.998116000000003</c:v>
                </c:pt>
                <c:pt idx="5111">
                  <c:v>40.048018999999996</c:v>
                </c:pt>
                <c:pt idx="5112">
                  <c:v>39.881149000000001</c:v>
                </c:pt>
                <c:pt idx="5113">
                  <c:v>39.502021999999997</c:v>
                </c:pt>
                <c:pt idx="5114">
                  <c:v>39.184147000000003</c:v>
                </c:pt>
                <c:pt idx="5115">
                  <c:v>39.058708000000003</c:v>
                </c:pt>
                <c:pt idx="5116">
                  <c:v>38.994830999999998</c:v>
                </c:pt>
                <c:pt idx="5117">
                  <c:v>39.160907999999999</c:v>
                </c:pt>
                <c:pt idx="5118">
                  <c:v>39.460757999999998</c:v>
                </c:pt>
                <c:pt idx="5119">
                  <c:v>39.572163000000003</c:v>
                </c:pt>
                <c:pt idx="5120">
                  <c:v>39.798721</c:v>
                </c:pt>
                <c:pt idx="5121">
                  <c:v>40.068717999999997</c:v>
                </c:pt>
                <c:pt idx="5122">
                  <c:v>40.255862999999998</c:v>
                </c:pt>
                <c:pt idx="5123">
                  <c:v>40.599967999999997</c:v>
                </c:pt>
                <c:pt idx="5124">
                  <c:v>40.636561999999998</c:v>
                </c:pt>
                <c:pt idx="5125">
                  <c:v>40.350085999999997</c:v>
                </c:pt>
                <c:pt idx="5126">
                  <c:v>40.311607000000002</c:v>
                </c:pt>
                <c:pt idx="5127">
                  <c:v>40.316113000000001</c:v>
                </c:pt>
                <c:pt idx="5128">
                  <c:v>40.082096</c:v>
                </c:pt>
                <c:pt idx="5129">
                  <c:v>39.912365000000001</c:v>
                </c:pt>
                <c:pt idx="5130">
                  <c:v>39.990433000000003</c:v>
                </c:pt>
                <c:pt idx="5131">
                  <c:v>40.247326000000001</c:v>
                </c:pt>
                <c:pt idx="5132">
                  <c:v>40.432147999999998</c:v>
                </c:pt>
                <c:pt idx="5133">
                  <c:v>40.360497000000002</c:v>
                </c:pt>
                <c:pt idx="5134">
                  <c:v>40.351593000000001</c:v>
                </c:pt>
                <c:pt idx="5135">
                  <c:v>40.667076000000002</c:v>
                </c:pt>
                <c:pt idx="5136">
                  <c:v>40.776446999999997</c:v>
                </c:pt>
                <c:pt idx="5137">
                  <c:v>40.744370000000004</c:v>
                </c:pt>
                <c:pt idx="5138">
                  <c:v>40.961933000000002</c:v>
                </c:pt>
                <c:pt idx="5139">
                  <c:v>41.275036</c:v>
                </c:pt>
                <c:pt idx="5140">
                  <c:v>41.420394999999999</c:v>
                </c:pt>
                <c:pt idx="5141">
                  <c:v>41.457535</c:v>
                </c:pt>
                <c:pt idx="5142">
                  <c:v>35.467360999999997</c:v>
                </c:pt>
                <c:pt idx="5143">
                  <c:v>37.345604000000002</c:v>
                </c:pt>
                <c:pt idx="5144">
                  <c:v>38.391232000000002</c:v>
                </c:pt>
                <c:pt idx="5145">
                  <c:v>39.166088000000002</c:v>
                </c:pt>
                <c:pt idx="5146">
                  <c:v>39.841971999999998</c:v>
                </c:pt>
                <c:pt idx="5147">
                  <c:v>40.318446999999999</c:v>
                </c:pt>
                <c:pt idx="5148">
                  <c:v>40.633698000000003</c:v>
                </c:pt>
                <c:pt idx="5149">
                  <c:v>40.701121999999998</c:v>
                </c:pt>
                <c:pt idx="5150">
                  <c:v>40.589934999999997</c:v>
                </c:pt>
                <c:pt idx="5151">
                  <c:v>40.524825999999997</c:v>
                </c:pt>
                <c:pt idx="5152">
                  <c:v>40.620044999999998</c:v>
                </c:pt>
                <c:pt idx="5153">
                  <c:v>40.795310999999998</c:v>
                </c:pt>
                <c:pt idx="5154">
                  <c:v>40.757210000000001</c:v>
                </c:pt>
                <c:pt idx="5155">
                  <c:v>40.805568999999998</c:v>
                </c:pt>
                <c:pt idx="5156">
                  <c:v>41.079205000000002</c:v>
                </c:pt>
                <c:pt idx="5157">
                  <c:v>41.356579000000004</c:v>
                </c:pt>
                <c:pt idx="5158">
                  <c:v>41.562286</c:v>
                </c:pt>
                <c:pt idx="5159">
                  <c:v>41.749659999999999</c:v>
                </c:pt>
                <c:pt idx="5160">
                  <c:v>41.830013000000001</c:v>
                </c:pt>
                <c:pt idx="5161">
                  <c:v>41.895598999999997</c:v>
                </c:pt>
                <c:pt idx="5162">
                  <c:v>42.054749000000001</c:v>
                </c:pt>
                <c:pt idx="5163">
                  <c:v>42.042385000000003</c:v>
                </c:pt>
                <c:pt idx="5164">
                  <c:v>41.990582000000003</c:v>
                </c:pt>
                <c:pt idx="5165">
                  <c:v>42.072600999999999</c:v>
                </c:pt>
                <c:pt idx="5166">
                  <c:v>42.114716000000001</c:v>
                </c:pt>
                <c:pt idx="5167">
                  <c:v>42.175651999999999</c:v>
                </c:pt>
                <c:pt idx="5168">
                  <c:v>42.410336000000001</c:v>
                </c:pt>
                <c:pt idx="5169">
                  <c:v>42.525917</c:v>
                </c:pt>
                <c:pt idx="5170">
                  <c:v>42.637169</c:v>
                </c:pt>
                <c:pt idx="5171">
                  <c:v>42.723472999999998</c:v>
                </c:pt>
                <c:pt idx="5172">
                  <c:v>42.751457000000002</c:v>
                </c:pt>
                <c:pt idx="5173">
                  <c:v>42.786419000000002</c:v>
                </c:pt>
                <c:pt idx="5174">
                  <c:v>42.866165000000002</c:v>
                </c:pt>
                <c:pt idx="5175">
                  <c:v>42.996848999999997</c:v>
                </c:pt>
                <c:pt idx="5176">
                  <c:v>43.180717000000001</c:v>
                </c:pt>
                <c:pt idx="5177">
                  <c:v>43.235706</c:v>
                </c:pt>
                <c:pt idx="5178">
                  <c:v>43.288857</c:v>
                </c:pt>
                <c:pt idx="5179">
                  <c:v>43.502285000000001</c:v>
                </c:pt>
                <c:pt idx="5180">
                  <c:v>43.746406999999998</c:v>
                </c:pt>
                <c:pt idx="5181">
                  <c:v>43.794879999999999</c:v>
                </c:pt>
                <c:pt idx="5182">
                  <c:v>43.729880999999999</c:v>
                </c:pt>
                <c:pt idx="5183">
                  <c:v>43.709384999999997</c:v>
                </c:pt>
                <c:pt idx="5184">
                  <c:v>43.661732000000001</c:v>
                </c:pt>
                <c:pt idx="5185">
                  <c:v>43.695281999999999</c:v>
                </c:pt>
                <c:pt idx="5186">
                  <c:v>43.653880999999998</c:v>
                </c:pt>
                <c:pt idx="5187">
                  <c:v>43.573078000000002</c:v>
                </c:pt>
                <c:pt idx="5188">
                  <c:v>43.587063000000001</c:v>
                </c:pt>
                <c:pt idx="5189">
                  <c:v>43.633453000000003</c:v>
                </c:pt>
                <c:pt idx="5190">
                  <c:v>43.685699</c:v>
                </c:pt>
                <c:pt idx="5191">
                  <c:v>43.836455999999998</c:v>
                </c:pt>
                <c:pt idx="5192">
                  <c:v>43.982948</c:v>
                </c:pt>
                <c:pt idx="5193">
                  <c:v>44.167568000000003</c:v>
                </c:pt>
                <c:pt idx="5194">
                  <c:v>44.510993999999997</c:v>
                </c:pt>
                <c:pt idx="5195">
                  <c:v>44.972003999999998</c:v>
                </c:pt>
                <c:pt idx="5196">
                  <c:v>45.299289999999999</c:v>
                </c:pt>
                <c:pt idx="5197">
                  <c:v>45.382820000000002</c:v>
                </c:pt>
                <c:pt idx="5198">
                  <c:v>45.184173999999999</c:v>
                </c:pt>
                <c:pt idx="5199">
                  <c:v>45.084094999999998</c:v>
                </c:pt>
                <c:pt idx="5200">
                  <c:v>45.243510999999998</c:v>
                </c:pt>
                <c:pt idx="5201">
                  <c:v>45.507506999999997</c:v>
                </c:pt>
                <c:pt idx="5202">
                  <c:v>45.473014999999997</c:v>
                </c:pt>
                <c:pt idx="5203">
                  <c:v>45.325629999999997</c:v>
                </c:pt>
                <c:pt idx="5204">
                  <c:v>45.206901999999999</c:v>
                </c:pt>
                <c:pt idx="5205">
                  <c:v>44.779308</c:v>
                </c:pt>
                <c:pt idx="5206">
                  <c:v>44.650199999999998</c:v>
                </c:pt>
                <c:pt idx="5207">
                  <c:v>44.839545999999999</c:v>
                </c:pt>
                <c:pt idx="5208">
                  <c:v>45.003494000000003</c:v>
                </c:pt>
                <c:pt idx="5209">
                  <c:v>44.995967999999998</c:v>
                </c:pt>
                <c:pt idx="5210">
                  <c:v>44.970947000000002</c:v>
                </c:pt>
                <c:pt idx="5211">
                  <c:v>44.908569</c:v>
                </c:pt>
                <c:pt idx="5212">
                  <c:v>44.946917999999997</c:v>
                </c:pt>
                <c:pt idx="5213">
                  <c:v>44.928649999999998</c:v>
                </c:pt>
                <c:pt idx="5214">
                  <c:v>44.686852000000002</c:v>
                </c:pt>
                <c:pt idx="5215">
                  <c:v>44.504973999999997</c:v>
                </c:pt>
                <c:pt idx="5216">
                  <c:v>44.439746999999997</c:v>
                </c:pt>
                <c:pt idx="5217">
                  <c:v>44.299618000000002</c:v>
                </c:pt>
                <c:pt idx="5218">
                  <c:v>44.226630999999998</c:v>
                </c:pt>
                <c:pt idx="5219">
                  <c:v>44.521362000000003</c:v>
                </c:pt>
                <c:pt idx="5220">
                  <c:v>44.970585</c:v>
                </c:pt>
                <c:pt idx="5221">
                  <c:v>45.248840000000001</c:v>
                </c:pt>
                <c:pt idx="5222">
                  <c:v>45.194499999999998</c:v>
                </c:pt>
                <c:pt idx="5223">
                  <c:v>45.011833000000003</c:v>
                </c:pt>
                <c:pt idx="5224">
                  <c:v>44.925590999999997</c:v>
                </c:pt>
                <c:pt idx="5225">
                  <c:v>45.019680000000001</c:v>
                </c:pt>
                <c:pt idx="5226">
                  <c:v>45.140259</c:v>
                </c:pt>
                <c:pt idx="5227">
                  <c:v>45.268318000000001</c:v>
                </c:pt>
                <c:pt idx="5228">
                  <c:v>45.339793999999998</c:v>
                </c:pt>
                <c:pt idx="5229">
                  <c:v>45.179039000000003</c:v>
                </c:pt>
                <c:pt idx="5230">
                  <c:v>44.986117999999998</c:v>
                </c:pt>
                <c:pt idx="5231">
                  <c:v>45.077624999999998</c:v>
                </c:pt>
                <c:pt idx="5232">
                  <c:v>45.258347000000001</c:v>
                </c:pt>
                <c:pt idx="5233">
                  <c:v>45.344372</c:v>
                </c:pt>
                <c:pt idx="5234">
                  <c:v>45.582473999999998</c:v>
                </c:pt>
                <c:pt idx="5235">
                  <c:v>45.686615000000003</c:v>
                </c:pt>
                <c:pt idx="5236">
                  <c:v>45.639442000000003</c:v>
                </c:pt>
                <c:pt idx="5237">
                  <c:v>45.809986000000002</c:v>
                </c:pt>
                <c:pt idx="5238">
                  <c:v>46.068928</c:v>
                </c:pt>
                <c:pt idx="5239">
                  <c:v>46.064658999999999</c:v>
                </c:pt>
                <c:pt idx="5240">
                  <c:v>45.819946000000002</c:v>
                </c:pt>
                <c:pt idx="5241">
                  <c:v>45.554614999999998</c:v>
                </c:pt>
                <c:pt idx="5242">
                  <c:v>45.476985999999997</c:v>
                </c:pt>
                <c:pt idx="5243">
                  <c:v>45.586810999999997</c:v>
                </c:pt>
                <c:pt idx="5244">
                  <c:v>45.586410999999998</c:v>
                </c:pt>
                <c:pt idx="5245">
                  <c:v>45.376182999999997</c:v>
                </c:pt>
                <c:pt idx="5246">
                  <c:v>45.290615000000003</c:v>
                </c:pt>
                <c:pt idx="5247">
                  <c:v>45.453986999999998</c:v>
                </c:pt>
                <c:pt idx="5248">
                  <c:v>45.842486999999998</c:v>
                </c:pt>
                <c:pt idx="5249">
                  <c:v>46.170901999999998</c:v>
                </c:pt>
                <c:pt idx="5250">
                  <c:v>45.977756999999997</c:v>
                </c:pt>
                <c:pt idx="5251">
                  <c:v>45.576796999999999</c:v>
                </c:pt>
                <c:pt idx="5252">
                  <c:v>45.485599999999998</c:v>
                </c:pt>
                <c:pt idx="5253">
                  <c:v>45.272652000000001</c:v>
                </c:pt>
                <c:pt idx="5254">
                  <c:v>44.858330000000002</c:v>
                </c:pt>
                <c:pt idx="5255">
                  <c:v>44.543391999999997</c:v>
                </c:pt>
                <c:pt idx="5256">
                  <c:v>44.325111</c:v>
                </c:pt>
                <c:pt idx="5257">
                  <c:v>44.588757000000001</c:v>
                </c:pt>
                <c:pt idx="5258">
                  <c:v>44.540691000000002</c:v>
                </c:pt>
                <c:pt idx="5259">
                  <c:v>44.252903000000003</c:v>
                </c:pt>
                <c:pt idx="5260">
                  <c:v>44.175548999999997</c:v>
                </c:pt>
                <c:pt idx="5261">
                  <c:v>44.107376000000002</c:v>
                </c:pt>
                <c:pt idx="5262">
                  <c:v>44.211731</c:v>
                </c:pt>
                <c:pt idx="5263">
                  <c:v>44.107360999999997</c:v>
                </c:pt>
                <c:pt idx="5264">
                  <c:v>44.116287</c:v>
                </c:pt>
                <c:pt idx="5265">
                  <c:v>44.033465999999997</c:v>
                </c:pt>
                <c:pt idx="5266">
                  <c:v>44.234467000000002</c:v>
                </c:pt>
                <c:pt idx="5267">
                  <c:v>44.697280999999997</c:v>
                </c:pt>
                <c:pt idx="5268">
                  <c:v>45.136992999999997</c:v>
                </c:pt>
                <c:pt idx="5269">
                  <c:v>45.148902999999997</c:v>
                </c:pt>
                <c:pt idx="5270">
                  <c:v>44.921272000000002</c:v>
                </c:pt>
                <c:pt idx="5271">
                  <c:v>44.509318999999998</c:v>
                </c:pt>
                <c:pt idx="5272">
                  <c:v>44.224105999999999</c:v>
                </c:pt>
                <c:pt idx="5273">
                  <c:v>44.399859999999997</c:v>
                </c:pt>
                <c:pt idx="5274">
                  <c:v>44.657116000000002</c:v>
                </c:pt>
                <c:pt idx="5275">
                  <c:v>44.232062999999997</c:v>
                </c:pt>
                <c:pt idx="5276">
                  <c:v>43.889076000000003</c:v>
                </c:pt>
                <c:pt idx="5277">
                  <c:v>43.696396</c:v>
                </c:pt>
                <c:pt idx="5278">
                  <c:v>43.782333000000001</c:v>
                </c:pt>
                <c:pt idx="5279">
                  <c:v>43.857990000000001</c:v>
                </c:pt>
                <c:pt idx="5280">
                  <c:v>43.930850999999997</c:v>
                </c:pt>
                <c:pt idx="5281">
                  <c:v>44.071204999999999</c:v>
                </c:pt>
                <c:pt idx="5282">
                  <c:v>44.120865000000002</c:v>
                </c:pt>
                <c:pt idx="5283">
                  <c:v>44.196818999999998</c:v>
                </c:pt>
                <c:pt idx="5284">
                  <c:v>44.122402000000001</c:v>
                </c:pt>
                <c:pt idx="5285">
                  <c:v>43.993358999999998</c:v>
                </c:pt>
                <c:pt idx="5286">
                  <c:v>43.789211000000002</c:v>
                </c:pt>
                <c:pt idx="5287">
                  <c:v>43.833697999999998</c:v>
                </c:pt>
                <c:pt idx="5288">
                  <c:v>43.962806999999998</c:v>
                </c:pt>
                <c:pt idx="5289">
                  <c:v>43.826678999999999</c:v>
                </c:pt>
                <c:pt idx="5290">
                  <c:v>43.510654000000002</c:v>
                </c:pt>
                <c:pt idx="5291">
                  <c:v>43.312939</c:v>
                </c:pt>
                <c:pt idx="5292">
                  <c:v>43.285904000000002</c:v>
                </c:pt>
                <c:pt idx="5293">
                  <c:v>43.284011999999997</c:v>
                </c:pt>
                <c:pt idx="5294">
                  <c:v>43.183028999999998</c:v>
                </c:pt>
                <c:pt idx="5295">
                  <c:v>42.886615999999997</c:v>
                </c:pt>
                <c:pt idx="5296">
                  <c:v>42.794125000000001</c:v>
                </c:pt>
                <c:pt idx="5297">
                  <c:v>42.977432</c:v>
                </c:pt>
                <c:pt idx="5298">
                  <c:v>43.392978999999997</c:v>
                </c:pt>
                <c:pt idx="5299">
                  <c:v>43.613273999999997</c:v>
                </c:pt>
                <c:pt idx="5300">
                  <c:v>43.433857000000003</c:v>
                </c:pt>
                <c:pt idx="5301">
                  <c:v>43.433017999999997</c:v>
                </c:pt>
                <c:pt idx="5302">
                  <c:v>43.636626999999997</c:v>
                </c:pt>
                <c:pt idx="5303">
                  <c:v>43.972079999999998</c:v>
                </c:pt>
                <c:pt idx="5304">
                  <c:v>43.788952000000002</c:v>
                </c:pt>
                <c:pt idx="5305">
                  <c:v>43.446579</c:v>
                </c:pt>
                <c:pt idx="5306">
                  <c:v>43.151206999999999</c:v>
                </c:pt>
                <c:pt idx="5307">
                  <c:v>42.737197999999999</c:v>
                </c:pt>
                <c:pt idx="5308">
                  <c:v>42.561309999999999</c:v>
                </c:pt>
                <c:pt idx="5309">
                  <c:v>42.518794999999997</c:v>
                </c:pt>
                <c:pt idx="5310">
                  <c:v>42.272835000000001</c:v>
                </c:pt>
                <c:pt idx="5311">
                  <c:v>41.999847000000003</c:v>
                </c:pt>
                <c:pt idx="5312">
                  <c:v>41.738627999999999</c:v>
                </c:pt>
                <c:pt idx="5313">
                  <c:v>41.371208000000003</c:v>
                </c:pt>
                <c:pt idx="5314">
                  <c:v>41.037483000000002</c:v>
                </c:pt>
                <c:pt idx="5315">
                  <c:v>41.185371000000004</c:v>
                </c:pt>
                <c:pt idx="5316">
                  <c:v>41.550499000000002</c:v>
                </c:pt>
                <c:pt idx="5317">
                  <c:v>41.775928</c:v>
                </c:pt>
                <c:pt idx="5318">
                  <c:v>41.924919000000003</c:v>
                </c:pt>
                <c:pt idx="5319">
                  <c:v>42.057808000000001</c:v>
                </c:pt>
                <c:pt idx="5320">
                  <c:v>42.208362999999999</c:v>
                </c:pt>
                <c:pt idx="5321">
                  <c:v>42.584377000000003</c:v>
                </c:pt>
                <c:pt idx="5322">
                  <c:v>42.889544999999998</c:v>
                </c:pt>
                <c:pt idx="5323">
                  <c:v>42.991627000000001</c:v>
                </c:pt>
                <c:pt idx="5324">
                  <c:v>43.128276999999997</c:v>
                </c:pt>
                <c:pt idx="5325">
                  <c:v>43.192138999999997</c:v>
                </c:pt>
                <c:pt idx="5326">
                  <c:v>43.191817999999998</c:v>
                </c:pt>
                <c:pt idx="5327">
                  <c:v>43.228161</c:v>
                </c:pt>
                <c:pt idx="5328">
                  <c:v>43.576630000000002</c:v>
                </c:pt>
                <c:pt idx="5329">
                  <c:v>43.578251000000002</c:v>
                </c:pt>
                <c:pt idx="5330">
                  <c:v>43.37265</c:v>
                </c:pt>
                <c:pt idx="5331">
                  <c:v>43.139977000000002</c:v>
                </c:pt>
                <c:pt idx="5332">
                  <c:v>42.892479000000002</c:v>
                </c:pt>
                <c:pt idx="5333">
                  <c:v>42.757987999999997</c:v>
                </c:pt>
                <c:pt idx="5334">
                  <c:v>42.671863999999999</c:v>
                </c:pt>
                <c:pt idx="5335">
                  <c:v>42.53389</c:v>
                </c:pt>
                <c:pt idx="5336">
                  <c:v>42.412703999999998</c:v>
                </c:pt>
                <c:pt idx="5337">
                  <c:v>42.114398999999999</c:v>
                </c:pt>
                <c:pt idx="5338">
                  <c:v>41.902199000000003</c:v>
                </c:pt>
                <c:pt idx="5339">
                  <c:v>42.080905999999999</c:v>
                </c:pt>
                <c:pt idx="5340">
                  <c:v>42.103821000000003</c:v>
                </c:pt>
                <c:pt idx="5341">
                  <c:v>41.826850999999998</c:v>
                </c:pt>
                <c:pt idx="5342">
                  <c:v>41.538094000000001</c:v>
                </c:pt>
                <c:pt idx="5343">
                  <c:v>41.424934</c:v>
                </c:pt>
                <c:pt idx="5344">
                  <c:v>41.492812999999998</c:v>
                </c:pt>
                <c:pt idx="5345">
                  <c:v>41.623493000000003</c:v>
                </c:pt>
                <c:pt idx="5346">
                  <c:v>41.791245000000004</c:v>
                </c:pt>
                <c:pt idx="5347">
                  <c:v>42.214359000000002</c:v>
                </c:pt>
                <c:pt idx="5348">
                  <c:v>42.683768999999998</c:v>
                </c:pt>
                <c:pt idx="5349">
                  <c:v>43.105049000000001</c:v>
                </c:pt>
                <c:pt idx="5350">
                  <c:v>43.687859000000003</c:v>
                </c:pt>
                <c:pt idx="5351">
                  <c:v>44.097889000000002</c:v>
                </c:pt>
                <c:pt idx="5352">
                  <c:v>43.642764999999997</c:v>
                </c:pt>
                <c:pt idx="5353">
                  <c:v>43.261662000000001</c:v>
                </c:pt>
                <c:pt idx="5354">
                  <c:v>43.010223000000003</c:v>
                </c:pt>
                <c:pt idx="5355">
                  <c:v>42.419063999999999</c:v>
                </c:pt>
                <c:pt idx="5356">
                  <c:v>41.760193000000001</c:v>
                </c:pt>
                <c:pt idx="5357">
                  <c:v>41.508285999999998</c:v>
                </c:pt>
                <c:pt idx="5358">
                  <c:v>41.751488000000002</c:v>
                </c:pt>
                <c:pt idx="5359">
                  <c:v>42.179935</c:v>
                </c:pt>
                <c:pt idx="5360">
                  <c:v>42.298923000000002</c:v>
                </c:pt>
                <c:pt idx="5361">
                  <c:v>41.879925</c:v>
                </c:pt>
                <c:pt idx="5362">
                  <c:v>41.489539999999998</c:v>
                </c:pt>
                <c:pt idx="5363">
                  <c:v>41.486342999999998</c:v>
                </c:pt>
                <c:pt idx="5364">
                  <c:v>41.847599000000002</c:v>
                </c:pt>
                <c:pt idx="5365">
                  <c:v>42.141972000000003</c:v>
                </c:pt>
                <c:pt idx="5366">
                  <c:v>42.349800000000002</c:v>
                </c:pt>
                <c:pt idx="5367">
                  <c:v>42.725482999999997</c:v>
                </c:pt>
                <c:pt idx="5368">
                  <c:v>43.094616000000002</c:v>
                </c:pt>
                <c:pt idx="5369">
                  <c:v>43.579849000000003</c:v>
                </c:pt>
                <c:pt idx="5370">
                  <c:v>43.200454999999998</c:v>
                </c:pt>
                <c:pt idx="5371">
                  <c:v>42.623866999999997</c:v>
                </c:pt>
                <c:pt idx="5372">
                  <c:v>42.200920000000004</c:v>
                </c:pt>
                <c:pt idx="5373">
                  <c:v>42.015759000000003</c:v>
                </c:pt>
                <c:pt idx="5374">
                  <c:v>41.91534</c:v>
                </c:pt>
                <c:pt idx="5375">
                  <c:v>41.808391999999998</c:v>
                </c:pt>
                <c:pt idx="5376">
                  <c:v>41.602786999999999</c:v>
                </c:pt>
                <c:pt idx="5377">
                  <c:v>41.296332999999997</c:v>
                </c:pt>
                <c:pt idx="5378">
                  <c:v>41.165184000000004</c:v>
                </c:pt>
                <c:pt idx="5379">
                  <c:v>41.082436000000001</c:v>
                </c:pt>
                <c:pt idx="5380">
                  <c:v>40.839561000000003</c:v>
                </c:pt>
                <c:pt idx="5381">
                  <c:v>40.55397</c:v>
                </c:pt>
                <c:pt idx="5382">
                  <c:v>40.345379000000001</c:v>
                </c:pt>
                <c:pt idx="5383">
                  <c:v>40.337783999999999</c:v>
                </c:pt>
                <c:pt idx="5384">
                  <c:v>40.395640999999998</c:v>
                </c:pt>
                <c:pt idx="5385">
                  <c:v>40.278545000000001</c:v>
                </c:pt>
                <c:pt idx="5386">
                  <c:v>40.060237999999998</c:v>
                </c:pt>
                <c:pt idx="5387">
                  <c:v>40.019996999999996</c:v>
                </c:pt>
                <c:pt idx="5388">
                  <c:v>40.192931999999999</c:v>
                </c:pt>
                <c:pt idx="5389">
                  <c:v>40.195286000000003</c:v>
                </c:pt>
                <c:pt idx="5390">
                  <c:v>40.215355000000002</c:v>
                </c:pt>
                <c:pt idx="5391">
                  <c:v>40.272387999999999</c:v>
                </c:pt>
                <c:pt idx="5392">
                  <c:v>40.120204999999999</c:v>
                </c:pt>
                <c:pt idx="5393">
                  <c:v>40.178722</c:v>
                </c:pt>
                <c:pt idx="5394">
                  <c:v>40.381641000000002</c:v>
                </c:pt>
                <c:pt idx="5395">
                  <c:v>40.652946</c:v>
                </c:pt>
                <c:pt idx="5396">
                  <c:v>40.976703999999998</c:v>
                </c:pt>
                <c:pt idx="5397">
                  <c:v>41.088028000000001</c:v>
                </c:pt>
                <c:pt idx="5398">
                  <c:v>41.058047999999999</c:v>
                </c:pt>
                <c:pt idx="5399">
                  <c:v>41.197558999999998</c:v>
                </c:pt>
                <c:pt idx="5400">
                  <c:v>41.551406999999998</c:v>
                </c:pt>
                <c:pt idx="5401">
                  <c:v>42.062190999999999</c:v>
                </c:pt>
                <c:pt idx="5402">
                  <c:v>42.320735999999997</c:v>
                </c:pt>
                <c:pt idx="5403">
                  <c:v>42.407131</c:v>
                </c:pt>
                <c:pt idx="5404">
                  <c:v>42.31617</c:v>
                </c:pt>
                <c:pt idx="5405">
                  <c:v>42.112819999999999</c:v>
                </c:pt>
                <c:pt idx="5406">
                  <c:v>42.053775999999999</c:v>
                </c:pt>
                <c:pt idx="5407">
                  <c:v>42.084518000000003</c:v>
                </c:pt>
                <c:pt idx="5408">
                  <c:v>42.261833000000003</c:v>
                </c:pt>
                <c:pt idx="5409">
                  <c:v>42.383643999999997</c:v>
                </c:pt>
                <c:pt idx="5410">
                  <c:v>42.219788000000001</c:v>
                </c:pt>
                <c:pt idx="5411">
                  <c:v>42.229965</c:v>
                </c:pt>
                <c:pt idx="5412">
                  <c:v>42.402904999999997</c:v>
                </c:pt>
                <c:pt idx="5413">
                  <c:v>42.735657000000003</c:v>
                </c:pt>
                <c:pt idx="5414">
                  <c:v>43.050235999999998</c:v>
                </c:pt>
                <c:pt idx="5415">
                  <c:v>42.698222999999999</c:v>
                </c:pt>
                <c:pt idx="5416">
                  <c:v>42.3461</c:v>
                </c:pt>
                <c:pt idx="5417">
                  <c:v>42.247875000000001</c:v>
                </c:pt>
                <c:pt idx="5418">
                  <c:v>42.294727000000002</c:v>
                </c:pt>
                <c:pt idx="5419">
                  <c:v>42.360069000000003</c:v>
                </c:pt>
                <c:pt idx="5420">
                  <c:v>42.342934</c:v>
                </c:pt>
                <c:pt idx="5421">
                  <c:v>42.234791000000001</c:v>
                </c:pt>
                <c:pt idx="5422">
                  <c:v>42.198326000000002</c:v>
                </c:pt>
                <c:pt idx="5423">
                  <c:v>42.235728999999999</c:v>
                </c:pt>
                <c:pt idx="5424">
                  <c:v>41.937553000000001</c:v>
                </c:pt>
                <c:pt idx="5425">
                  <c:v>41.766998000000001</c:v>
                </c:pt>
                <c:pt idx="5426">
                  <c:v>41.834274000000001</c:v>
                </c:pt>
                <c:pt idx="5427">
                  <c:v>42.041122000000001</c:v>
                </c:pt>
                <c:pt idx="5428">
                  <c:v>42.156368000000001</c:v>
                </c:pt>
                <c:pt idx="5429">
                  <c:v>41.207970000000003</c:v>
                </c:pt>
                <c:pt idx="5430">
                  <c:v>41.217776999999998</c:v>
                </c:pt>
                <c:pt idx="5431">
                  <c:v>41.294612999999998</c:v>
                </c:pt>
                <c:pt idx="5432">
                  <c:v>41.417262999999998</c:v>
                </c:pt>
                <c:pt idx="5433">
                  <c:v>41.506709999999998</c:v>
                </c:pt>
                <c:pt idx="5434">
                  <c:v>41.535294</c:v>
                </c:pt>
                <c:pt idx="5435">
                  <c:v>41.266826999999999</c:v>
                </c:pt>
                <c:pt idx="5436">
                  <c:v>41.003703999999999</c:v>
                </c:pt>
                <c:pt idx="5437">
                  <c:v>40.894207000000002</c:v>
                </c:pt>
                <c:pt idx="5438">
                  <c:v>40.724072</c:v>
                </c:pt>
                <c:pt idx="5439">
                  <c:v>40.690655</c:v>
                </c:pt>
                <c:pt idx="5440">
                  <c:v>40.758682</c:v>
                </c:pt>
                <c:pt idx="5441">
                  <c:v>40.969524</c:v>
                </c:pt>
                <c:pt idx="5442">
                  <c:v>41.035426999999999</c:v>
                </c:pt>
                <c:pt idx="5443">
                  <c:v>41.070549</c:v>
                </c:pt>
                <c:pt idx="5444">
                  <c:v>41.125999</c:v>
                </c:pt>
                <c:pt idx="5445">
                  <c:v>41.247954999999997</c:v>
                </c:pt>
                <c:pt idx="5446">
                  <c:v>41.50573</c:v>
                </c:pt>
                <c:pt idx="5447">
                  <c:v>41.669235</c:v>
                </c:pt>
                <c:pt idx="5448">
                  <c:v>41.665973999999999</c:v>
                </c:pt>
                <c:pt idx="5449">
                  <c:v>41.656097000000003</c:v>
                </c:pt>
                <c:pt idx="5450">
                  <c:v>41.736167999999999</c:v>
                </c:pt>
                <c:pt idx="5451">
                  <c:v>41.794331</c:v>
                </c:pt>
                <c:pt idx="5452">
                  <c:v>41.745303999999997</c:v>
                </c:pt>
                <c:pt idx="5453">
                  <c:v>41.636249999999997</c:v>
                </c:pt>
                <c:pt idx="5454">
                  <c:v>41.477027999999997</c:v>
                </c:pt>
                <c:pt idx="5455">
                  <c:v>41.250900000000001</c:v>
                </c:pt>
                <c:pt idx="5456">
                  <c:v>41.232554999999998</c:v>
                </c:pt>
                <c:pt idx="5457">
                  <c:v>41.261992999999997</c:v>
                </c:pt>
                <c:pt idx="5458">
                  <c:v>41.145000000000003</c:v>
                </c:pt>
                <c:pt idx="5459">
                  <c:v>40.818707000000003</c:v>
                </c:pt>
                <c:pt idx="5460">
                  <c:v>40.266570999999999</c:v>
                </c:pt>
                <c:pt idx="5461">
                  <c:v>39.733680999999997</c:v>
                </c:pt>
                <c:pt idx="5462">
                  <c:v>39.837035999999998</c:v>
                </c:pt>
                <c:pt idx="5463">
                  <c:v>39.853977</c:v>
                </c:pt>
                <c:pt idx="5464">
                  <c:v>39.924762999999999</c:v>
                </c:pt>
                <c:pt idx="5465">
                  <c:v>40.143912999999998</c:v>
                </c:pt>
                <c:pt idx="5466">
                  <c:v>40.392871999999997</c:v>
                </c:pt>
                <c:pt idx="5467">
                  <c:v>40.235064999999999</c:v>
                </c:pt>
                <c:pt idx="5468">
                  <c:v>40.048465999999998</c:v>
                </c:pt>
                <c:pt idx="5469">
                  <c:v>40.117271000000002</c:v>
                </c:pt>
                <c:pt idx="5470">
                  <c:v>40.276096000000003</c:v>
                </c:pt>
                <c:pt idx="5471">
                  <c:v>40.312114999999999</c:v>
                </c:pt>
                <c:pt idx="5472">
                  <c:v>40.363391999999997</c:v>
                </c:pt>
                <c:pt idx="5473">
                  <c:v>40.711894999999998</c:v>
                </c:pt>
                <c:pt idx="5474">
                  <c:v>40.859580999999999</c:v>
                </c:pt>
                <c:pt idx="5475">
                  <c:v>40.558033000000002</c:v>
                </c:pt>
                <c:pt idx="5476">
                  <c:v>40.257258999999998</c:v>
                </c:pt>
                <c:pt idx="5477">
                  <c:v>40.142516999999998</c:v>
                </c:pt>
                <c:pt idx="5478">
                  <c:v>39.877707999999998</c:v>
                </c:pt>
                <c:pt idx="5479">
                  <c:v>39.506915999999997</c:v>
                </c:pt>
                <c:pt idx="5480">
                  <c:v>39.384853</c:v>
                </c:pt>
                <c:pt idx="5481">
                  <c:v>39.423926999999999</c:v>
                </c:pt>
                <c:pt idx="5482">
                  <c:v>39.595199999999998</c:v>
                </c:pt>
                <c:pt idx="5483">
                  <c:v>39.840355000000002</c:v>
                </c:pt>
                <c:pt idx="5484">
                  <c:v>40.363166999999997</c:v>
                </c:pt>
                <c:pt idx="5485">
                  <c:v>41.004435999999998</c:v>
                </c:pt>
                <c:pt idx="5486">
                  <c:v>41.550322999999999</c:v>
                </c:pt>
                <c:pt idx="5487">
                  <c:v>41.747642999999997</c:v>
                </c:pt>
                <c:pt idx="5488">
                  <c:v>41.896403999999997</c:v>
                </c:pt>
                <c:pt idx="5489">
                  <c:v>41.975257999999997</c:v>
                </c:pt>
                <c:pt idx="5490">
                  <c:v>41.774487000000001</c:v>
                </c:pt>
                <c:pt idx="5491">
                  <c:v>41.495894999999997</c:v>
                </c:pt>
                <c:pt idx="5492">
                  <c:v>41.476990000000001</c:v>
                </c:pt>
                <c:pt idx="5493">
                  <c:v>41.728904999999997</c:v>
                </c:pt>
                <c:pt idx="5494">
                  <c:v>41.568474000000002</c:v>
                </c:pt>
                <c:pt idx="5495">
                  <c:v>41.317230000000002</c:v>
                </c:pt>
                <c:pt idx="5496">
                  <c:v>41.221477999999998</c:v>
                </c:pt>
                <c:pt idx="5497">
                  <c:v>40.963206999999997</c:v>
                </c:pt>
                <c:pt idx="5498">
                  <c:v>40.516705000000002</c:v>
                </c:pt>
                <c:pt idx="5499">
                  <c:v>40.381622</c:v>
                </c:pt>
                <c:pt idx="5500">
                  <c:v>40.222729000000001</c:v>
                </c:pt>
                <c:pt idx="5501">
                  <c:v>40.006019999999999</c:v>
                </c:pt>
                <c:pt idx="5502">
                  <c:v>39.844788000000001</c:v>
                </c:pt>
                <c:pt idx="5503">
                  <c:v>39.750664</c:v>
                </c:pt>
                <c:pt idx="5504">
                  <c:v>39.781979</c:v>
                </c:pt>
                <c:pt idx="5505">
                  <c:v>40.046593000000001</c:v>
                </c:pt>
                <c:pt idx="5506">
                  <c:v>40.359676</c:v>
                </c:pt>
                <c:pt idx="5507">
                  <c:v>40.279826999999997</c:v>
                </c:pt>
                <c:pt idx="5508">
                  <c:v>40.040154000000001</c:v>
                </c:pt>
                <c:pt idx="5509">
                  <c:v>39.933852999999999</c:v>
                </c:pt>
                <c:pt idx="5510">
                  <c:v>39.941605000000003</c:v>
                </c:pt>
                <c:pt idx="5511">
                  <c:v>39.877949000000001</c:v>
                </c:pt>
                <c:pt idx="5512">
                  <c:v>39.613567000000003</c:v>
                </c:pt>
                <c:pt idx="5513">
                  <c:v>39.440601000000001</c:v>
                </c:pt>
                <c:pt idx="5514">
                  <c:v>39.476165999999999</c:v>
                </c:pt>
                <c:pt idx="5515">
                  <c:v>39.720267999999997</c:v>
                </c:pt>
                <c:pt idx="5516">
                  <c:v>40.073227000000003</c:v>
                </c:pt>
                <c:pt idx="5517">
                  <c:v>40.221859000000002</c:v>
                </c:pt>
                <c:pt idx="5518">
                  <c:v>40.187531</c:v>
                </c:pt>
                <c:pt idx="5519">
                  <c:v>40.113444999999999</c:v>
                </c:pt>
                <c:pt idx="5520">
                  <c:v>40.201115000000001</c:v>
                </c:pt>
                <c:pt idx="5521">
                  <c:v>40.248787</c:v>
                </c:pt>
                <c:pt idx="5522">
                  <c:v>40.126086999999998</c:v>
                </c:pt>
                <c:pt idx="5523">
                  <c:v>39.836661999999997</c:v>
                </c:pt>
                <c:pt idx="5524">
                  <c:v>39.425606000000002</c:v>
                </c:pt>
                <c:pt idx="5525">
                  <c:v>39.233288000000002</c:v>
                </c:pt>
                <c:pt idx="5526">
                  <c:v>39.177695999999997</c:v>
                </c:pt>
                <c:pt idx="5527">
                  <c:v>39.368481000000003</c:v>
                </c:pt>
                <c:pt idx="5528">
                  <c:v>39.453437999999998</c:v>
                </c:pt>
                <c:pt idx="5529">
                  <c:v>39.412318999999997</c:v>
                </c:pt>
                <c:pt idx="5530">
                  <c:v>39.411293000000001</c:v>
                </c:pt>
                <c:pt idx="5531">
                  <c:v>39.503345000000003</c:v>
                </c:pt>
                <c:pt idx="5532">
                  <c:v>39.681407999999998</c:v>
                </c:pt>
                <c:pt idx="5533">
                  <c:v>39.800643999999998</c:v>
                </c:pt>
                <c:pt idx="5534">
                  <c:v>39.998367000000002</c:v>
                </c:pt>
                <c:pt idx="5535">
                  <c:v>40.280192999999997</c:v>
                </c:pt>
                <c:pt idx="5536">
                  <c:v>40.700718000000002</c:v>
                </c:pt>
                <c:pt idx="5537">
                  <c:v>41.197730999999997</c:v>
                </c:pt>
                <c:pt idx="5538">
                  <c:v>41.388579999999997</c:v>
                </c:pt>
                <c:pt idx="5539">
                  <c:v>41.318928</c:v>
                </c:pt>
                <c:pt idx="5540">
                  <c:v>41.161850000000001</c:v>
                </c:pt>
                <c:pt idx="5541">
                  <c:v>40.921562000000002</c:v>
                </c:pt>
                <c:pt idx="5542">
                  <c:v>40.649512999999999</c:v>
                </c:pt>
                <c:pt idx="5543">
                  <c:v>40.499352000000002</c:v>
                </c:pt>
                <c:pt idx="5544">
                  <c:v>40.736480999999998</c:v>
                </c:pt>
                <c:pt idx="5545">
                  <c:v>41.007542000000001</c:v>
                </c:pt>
                <c:pt idx="5546">
                  <c:v>40.969948000000002</c:v>
                </c:pt>
                <c:pt idx="5547">
                  <c:v>40.992877999999997</c:v>
                </c:pt>
                <c:pt idx="5548">
                  <c:v>41.076633000000001</c:v>
                </c:pt>
                <c:pt idx="5549">
                  <c:v>40.897948999999997</c:v>
                </c:pt>
                <c:pt idx="5550">
                  <c:v>40.705081999999997</c:v>
                </c:pt>
                <c:pt idx="5551">
                  <c:v>40.544575000000002</c:v>
                </c:pt>
                <c:pt idx="5552">
                  <c:v>40.355029999999999</c:v>
                </c:pt>
                <c:pt idx="5553">
                  <c:v>40.109088999999997</c:v>
                </c:pt>
                <c:pt idx="5554">
                  <c:v>39.802784000000003</c:v>
                </c:pt>
                <c:pt idx="5555">
                  <c:v>39.628898999999997</c:v>
                </c:pt>
                <c:pt idx="5556">
                  <c:v>39.373900999999996</c:v>
                </c:pt>
                <c:pt idx="5557">
                  <c:v>39.05827</c:v>
                </c:pt>
                <c:pt idx="5558">
                  <c:v>39.141593999999998</c:v>
                </c:pt>
                <c:pt idx="5559">
                  <c:v>39.413578000000001</c:v>
                </c:pt>
                <c:pt idx="5560">
                  <c:v>39.472602999999999</c:v>
                </c:pt>
                <c:pt idx="5561">
                  <c:v>39.485691000000003</c:v>
                </c:pt>
                <c:pt idx="5562">
                  <c:v>39.330230999999998</c:v>
                </c:pt>
                <c:pt idx="5563">
                  <c:v>39.118492000000003</c:v>
                </c:pt>
                <c:pt idx="5564">
                  <c:v>39.066135000000003</c:v>
                </c:pt>
                <c:pt idx="5565">
                  <c:v>39.014735999999999</c:v>
                </c:pt>
                <c:pt idx="5566">
                  <c:v>38.989269</c:v>
                </c:pt>
                <c:pt idx="5567">
                  <c:v>38.700657</c:v>
                </c:pt>
                <c:pt idx="5568">
                  <c:v>38.660809</c:v>
                </c:pt>
                <c:pt idx="5569">
                  <c:v>38.667499999999997</c:v>
                </c:pt>
                <c:pt idx="5570">
                  <c:v>38.685595999999997</c:v>
                </c:pt>
                <c:pt idx="5571">
                  <c:v>38.929302</c:v>
                </c:pt>
                <c:pt idx="5572">
                  <c:v>39.174312999999998</c:v>
                </c:pt>
                <c:pt idx="5573">
                  <c:v>39.090102999999999</c:v>
                </c:pt>
                <c:pt idx="5574">
                  <c:v>38.961742000000001</c:v>
                </c:pt>
                <c:pt idx="5575">
                  <c:v>38.997368000000002</c:v>
                </c:pt>
                <c:pt idx="5576">
                  <c:v>39.209400000000002</c:v>
                </c:pt>
                <c:pt idx="5577">
                  <c:v>39.514248000000002</c:v>
                </c:pt>
                <c:pt idx="5578">
                  <c:v>39.739941000000002</c:v>
                </c:pt>
                <c:pt idx="5579">
                  <c:v>39.790889999999997</c:v>
                </c:pt>
                <c:pt idx="5580">
                  <c:v>39.618298000000003</c:v>
                </c:pt>
                <c:pt idx="5581">
                  <c:v>39.425494999999998</c:v>
                </c:pt>
                <c:pt idx="5582">
                  <c:v>39.229140999999998</c:v>
                </c:pt>
                <c:pt idx="5583">
                  <c:v>38.670990000000003</c:v>
                </c:pt>
                <c:pt idx="5584">
                  <c:v>38.059223000000003</c:v>
                </c:pt>
                <c:pt idx="5585">
                  <c:v>37.235477000000003</c:v>
                </c:pt>
                <c:pt idx="5586">
                  <c:v>35.791527000000002</c:v>
                </c:pt>
                <c:pt idx="5587">
                  <c:v>33.480331</c:v>
                </c:pt>
                <c:pt idx="5588">
                  <c:v>31.019665</c:v>
                </c:pt>
                <c:pt idx="5589">
                  <c:v>30.025789</c:v>
                </c:pt>
                <c:pt idx="5590">
                  <c:v>30.564191999999998</c:v>
                </c:pt>
                <c:pt idx="5591">
                  <c:v>31.464354</c:v>
                </c:pt>
                <c:pt idx="5592">
                  <c:v>32.143875000000001</c:v>
                </c:pt>
                <c:pt idx="5593">
                  <c:v>33.076453999999998</c:v>
                </c:pt>
                <c:pt idx="5594">
                  <c:v>33.978191000000002</c:v>
                </c:pt>
                <c:pt idx="5595">
                  <c:v>34.836379999999998</c:v>
                </c:pt>
                <c:pt idx="5596">
                  <c:v>35.543872999999998</c:v>
                </c:pt>
                <c:pt idx="5597">
                  <c:v>35.850464000000002</c:v>
                </c:pt>
                <c:pt idx="5598">
                  <c:v>35.724850000000004</c:v>
                </c:pt>
                <c:pt idx="5599">
                  <c:v>34.874786</c:v>
                </c:pt>
                <c:pt idx="5600">
                  <c:v>33.432873000000001</c:v>
                </c:pt>
                <c:pt idx="5601">
                  <c:v>32.406512999999997</c:v>
                </c:pt>
                <c:pt idx="5602">
                  <c:v>32.24868</c:v>
                </c:pt>
                <c:pt idx="5603">
                  <c:v>31.786514</c:v>
                </c:pt>
                <c:pt idx="5604">
                  <c:v>29.93601</c:v>
                </c:pt>
                <c:pt idx="5605">
                  <c:v>27.957574999999999</c:v>
                </c:pt>
                <c:pt idx="5606">
                  <c:v>28.065878000000001</c:v>
                </c:pt>
                <c:pt idx="5607">
                  <c:v>28.209551000000001</c:v>
                </c:pt>
                <c:pt idx="5608">
                  <c:v>28.283985000000001</c:v>
                </c:pt>
                <c:pt idx="5609">
                  <c:v>28.307257</c:v>
                </c:pt>
                <c:pt idx="5610">
                  <c:v>28.081977999999999</c:v>
                </c:pt>
                <c:pt idx="5611">
                  <c:v>28.173093999999999</c:v>
                </c:pt>
                <c:pt idx="5612">
                  <c:v>31.825116999999999</c:v>
                </c:pt>
                <c:pt idx="5613">
                  <c:v>35.119174999999998</c:v>
                </c:pt>
                <c:pt idx="5614">
                  <c:v>36.033870999999998</c:v>
                </c:pt>
                <c:pt idx="5615">
                  <c:v>36.132004000000002</c:v>
                </c:pt>
                <c:pt idx="5616">
                  <c:v>36.199447999999997</c:v>
                </c:pt>
                <c:pt idx="5617">
                  <c:v>36.295361</c:v>
                </c:pt>
                <c:pt idx="5618">
                  <c:v>36.636169000000002</c:v>
                </c:pt>
                <c:pt idx="5619">
                  <c:v>37.046604000000002</c:v>
                </c:pt>
                <c:pt idx="5620">
                  <c:v>37.344746000000001</c:v>
                </c:pt>
                <c:pt idx="5621">
                  <c:v>37.551246999999996</c:v>
                </c:pt>
                <c:pt idx="5622">
                  <c:v>37.543266000000003</c:v>
                </c:pt>
                <c:pt idx="5623">
                  <c:v>37.402256000000001</c:v>
                </c:pt>
                <c:pt idx="5624">
                  <c:v>37.339706</c:v>
                </c:pt>
                <c:pt idx="5625">
                  <c:v>37.412579000000001</c:v>
                </c:pt>
                <c:pt idx="5626">
                  <c:v>37.641209000000003</c:v>
                </c:pt>
                <c:pt idx="5627">
                  <c:v>37.948677000000004</c:v>
                </c:pt>
                <c:pt idx="5628">
                  <c:v>38.235878</c:v>
                </c:pt>
                <c:pt idx="5629">
                  <c:v>38.201644999999999</c:v>
                </c:pt>
                <c:pt idx="5630">
                  <c:v>37.858058999999997</c:v>
                </c:pt>
                <c:pt idx="5631">
                  <c:v>37.386684000000002</c:v>
                </c:pt>
                <c:pt idx="5632">
                  <c:v>36.739212000000002</c:v>
                </c:pt>
                <c:pt idx="5633">
                  <c:v>35.946739000000001</c:v>
                </c:pt>
                <c:pt idx="5634">
                  <c:v>35.174216999999999</c:v>
                </c:pt>
                <c:pt idx="5635">
                  <c:v>34.552235000000003</c:v>
                </c:pt>
                <c:pt idx="5636">
                  <c:v>34.183928999999999</c:v>
                </c:pt>
                <c:pt idx="5637">
                  <c:v>34.135696000000003</c:v>
                </c:pt>
                <c:pt idx="5638">
                  <c:v>34.087418</c:v>
                </c:pt>
                <c:pt idx="5639">
                  <c:v>33.848681999999997</c:v>
                </c:pt>
                <c:pt idx="5640">
                  <c:v>33.381686999999999</c:v>
                </c:pt>
                <c:pt idx="5641">
                  <c:v>32.830505000000002</c:v>
                </c:pt>
                <c:pt idx="5642">
                  <c:v>32.181328000000001</c:v>
                </c:pt>
                <c:pt idx="5643">
                  <c:v>31.668483999999999</c:v>
                </c:pt>
                <c:pt idx="5644">
                  <c:v>31.138472</c:v>
                </c:pt>
                <c:pt idx="5645">
                  <c:v>30.763542000000001</c:v>
                </c:pt>
                <c:pt idx="5646">
                  <c:v>34.881053999999999</c:v>
                </c:pt>
                <c:pt idx="5647">
                  <c:v>38.513390000000001</c:v>
                </c:pt>
                <c:pt idx="5648">
                  <c:v>39.786231999999998</c:v>
                </c:pt>
                <c:pt idx="5649">
                  <c:v>40.050373</c:v>
                </c:pt>
                <c:pt idx="5650">
                  <c:v>40.273834000000001</c:v>
                </c:pt>
                <c:pt idx="5651">
                  <c:v>40.182549000000002</c:v>
                </c:pt>
                <c:pt idx="5652">
                  <c:v>39.857501999999997</c:v>
                </c:pt>
                <c:pt idx="5653">
                  <c:v>39.513095999999997</c:v>
                </c:pt>
                <c:pt idx="5654">
                  <c:v>39.319344000000001</c:v>
                </c:pt>
                <c:pt idx="5655">
                  <c:v>39.490608000000002</c:v>
                </c:pt>
                <c:pt idx="5656">
                  <c:v>39.666569000000003</c:v>
                </c:pt>
                <c:pt idx="5657">
                  <c:v>39.735064999999999</c:v>
                </c:pt>
                <c:pt idx="5658">
                  <c:v>39.838977999999997</c:v>
                </c:pt>
                <c:pt idx="5659">
                  <c:v>40.095871000000002</c:v>
                </c:pt>
                <c:pt idx="5660">
                  <c:v>40.278976</c:v>
                </c:pt>
                <c:pt idx="5661">
                  <c:v>40.172707000000003</c:v>
                </c:pt>
                <c:pt idx="5662">
                  <c:v>40.176009999999998</c:v>
                </c:pt>
                <c:pt idx="5663">
                  <c:v>40.138233</c:v>
                </c:pt>
                <c:pt idx="5664">
                  <c:v>40.112797</c:v>
                </c:pt>
                <c:pt idx="5665">
                  <c:v>40.249499999999998</c:v>
                </c:pt>
                <c:pt idx="5666">
                  <c:v>40.191586000000001</c:v>
                </c:pt>
                <c:pt idx="5667">
                  <c:v>39.838512000000001</c:v>
                </c:pt>
                <c:pt idx="5668">
                  <c:v>39.209735999999999</c:v>
                </c:pt>
                <c:pt idx="5669">
                  <c:v>38.794570999999998</c:v>
                </c:pt>
                <c:pt idx="5670">
                  <c:v>39.019421000000001</c:v>
                </c:pt>
                <c:pt idx="5671">
                  <c:v>39.344771999999999</c:v>
                </c:pt>
                <c:pt idx="5672">
                  <c:v>39.894024000000002</c:v>
                </c:pt>
                <c:pt idx="5673">
                  <c:v>40.548946000000001</c:v>
                </c:pt>
                <c:pt idx="5674">
                  <c:v>41.127872000000004</c:v>
                </c:pt>
                <c:pt idx="5675">
                  <c:v>41.564628999999996</c:v>
                </c:pt>
                <c:pt idx="5676">
                  <c:v>41.842407000000001</c:v>
                </c:pt>
                <c:pt idx="5677">
                  <c:v>42.071021999999999</c:v>
                </c:pt>
                <c:pt idx="5678">
                  <c:v>42.287681999999997</c:v>
                </c:pt>
                <c:pt idx="5679">
                  <c:v>42.028336000000003</c:v>
                </c:pt>
                <c:pt idx="5680">
                  <c:v>42.073898</c:v>
                </c:pt>
                <c:pt idx="5681">
                  <c:v>42.040233999999998</c:v>
                </c:pt>
                <c:pt idx="5682">
                  <c:v>42.055283000000003</c:v>
                </c:pt>
                <c:pt idx="5683">
                  <c:v>42.014862000000001</c:v>
                </c:pt>
                <c:pt idx="5684">
                  <c:v>41.988624999999999</c:v>
                </c:pt>
                <c:pt idx="5685">
                  <c:v>41.957253000000001</c:v>
                </c:pt>
                <c:pt idx="5686">
                  <c:v>41.805660000000003</c:v>
                </c:pt>
                <c:pt idx="5687">
                  <c:v>41.587283999999997</c:v>
                </c:pt>
                <c:pt idx="5688">
                  <c:v>41.506691000000004</c:v>
                </c:pt>
                <c:pt idx="5689">
                  <c:v>41.354137000000001</c:v>
                </c:pt>
                <c:pt idx="5690">
                  <c:v>40.974842000000002</c:v>
                </c:pt>
                <c:pt idx="5691">
                  <c:v>40.384357000000001</c:v>
                </c:pt>
                <c:pt idx="5692">
                  <c:v>40.019176000000002</c:v>
                </c:pt>
                <c:pt idx="5693">
                  <c:v>39.926315000000002</c:v>
                </c:pt>
                <c:pt idx="5694">
                  <c:v>39.940776999999997</c:v>
                </c:pt>
                <c:pt idx="5695">
                  <c:v>40.047829</c:v>
                </c:pt>
                <c:pt idx="5696">
                  <c:v>40.106838000000003</c:v>
                </c:pt>
                <c:pt idx="5697">
                  <c:v>40.309142999999999</c:v>
                </c:pt>
                <c:pt idx="5698">
                  <c:v>40.566982000000003</c:v>
                </c:pt>
                <c:pt idx="5699">
                  <c:v>40.890372999999997</c:v>
                </c:pt>
                <c:pt idx="5700">
                  <c:v>41.138306</c:v>
                </c:pt>
                <c:pt idx="5701">
                  <c:v>41.303798999999998</c:v>
                </c:pt>
                <c:pt idx="5702">
                  <c:v>41.351246000000003</c:v>
                </c:pt>
                <c:pt idx="5703">
                  <c:v>41.322479000000001</c:v>
                </c:pt>
                <c:pt idx="5704">
                  <c:v>41.190024999999999</c:v>
                </c:pt>
                <c:pt idx="5705">
                  <c:v>40.943004999999999</c:v>
                </c:pt>
                <c:pt idx="5706">
                  <c:v>40.760249999999999</c:v>
                </c:pt>
                <c:pt idx="5707">
                  <c:v>40.767173999999997</c:v>
                </c:pt>
                <c:pt idx="5708">
                  <c:v>40.745494999999998</c:v>
                </c:pt>
                <c:pt idx="5709">
                  <c:v>40.498997000000003</c:v>
                </c:pt>
                <c:pt idx="5710">
                  <c:v>40.284816999999997</c:v>
                </c:pt>
                <c:pt idx="5711">
                  <c:v>40.156627999999998</c:v>
                </c:pt>
                <c:pt idx="5712">
                  <c:v>39.850121000000001</c:v>
                </c:pt>
                <c:pt idx="5713">
                  <c:v>39.462788000000003</c:v>
                </c:pt>
                <c:pt idx="5714">
                  <c:v>39.282387</c:v>
                </c:pt>
                <c:pt idx="5715">
                  <c:v>39.085341999999997</c:v>
                </c:pt>
                <c:pt idx="5716">
                  <c:v>39.058391999999998</c:v>
                </c:pt>
                <c:pt idx="5717">
                  <c:v>39.222839</c:v>
                </c:pt>
                <c:pt idx="5718">
                  <c:v>39.185482</c:v>
                </c:pt>
                <c:pt idx="5719">
                  <c:v>39.007156000000002</c:v>
                </c:pt>
                <c:pt idx="5720">
                  <c:v>38.985835999999999</c:v>
                </c:pt>
                <c:pt idx="5721">
                  <c:v>39.380305999999997</c:v>
                </c:pt>
                <c:pt idx="5722">
                  <c:v>39.847873999999997</c:v>
                </c:pt>
                <c:pt idx="5723">
                  <c:v>40.232655000000001</c:v>
                </c:pt>
                <c:pt idx="5724">
                  <c:v>40.510986000000003</c:v>
                </c:pt>
                <c:pt idx="5725">
                  <c:v>40.708103000000001</c:v>
                </c:pt>
                <c:pt idx="5726">
                  <c:v>40.820641000000002</c:v>
                </c:pt>
                <c:pt idx="5727">
                  <c:v>40.780655000000003</c:v>
                </c:pt>
                <c:pt idx="5728">
                  <c:v>40.701991999999997</c:v>
                </c:pt>
                <c:pt idx="5729">
                  <c:v>40.710372999999997</c:v>
                </c:pt>
                <c:pt idx="5730">
                  <c:v>40.829613000000002</c:v>
                </c:pt>
                <c:pt idx="5731">
                  <c:v>40.965224999999997</c:v>
                </c:pt>
                <c:pt idx="5732">
                  <c:v>41.020954000000003</c:v>
                </c:pt>
                <c:pt idx="5733">
                  <c:v>41.014026999999999</c:v>
                </c:pt>
                <c:pt idx="5734">
                  <c:v>40.987609999999997</c:v>
                </c:pt>
                <c:pt idx="5735">
                  <c:v>40.892639000000003</c:v>
                </c:pt>
                <c:pt idx="5736">
                  <c:v>40.651843999999997</c:v>
                </c:pt>
                <c:pt idx="5737">
                  <c:v>40.335487000000001</c:v>
                </c:pt>
                <c:pt idx="5738">
                  <c:v>39.987782000000003</c:v>
                </c:pt>
                <c:pt idx="5739">
                  <c:v>39.727699000000001</c:v>
                </c:pt>
                <c:pt idx="5740">
                  <c:v>39.715449999999997</c:v>
                </c:pt>
                <c:pt idx="5741">
                  <c:v>39.829830000000001</c:v>
                </c:pt>
                <c:pt idx="5742">
                  <c:v>39.744942000000002</c:v>
                </c:pt>
                <c:pt idx="5743">
                  <c:v>39.726013000000002</c:v>
                </c:pt>
                <c:pt idx="5744">
                  <c:v>40.031677000000002</c:v>
                </c:pt>
                <c:pt idx="5745">
                  <c:v>40.190272999999998</c:v>
                </c:pt>
                <c:pt idx="5746">
                  <c:v>40.006813000000001</c:v>
                </c:pt>
                <c:pt idx="5747">
                  <c:v>39.943275</c:v>
                </c:pt>
                <c:pt idx="5748">
                  <c:v>39.832653000000001</c:v>
                </c:pt>
                <c:pt idx="5749">
                  <c:v>40.011124000000002</c:v>
                </c:pt>
                <c:pt idx="5750">
                  <c:v>40.490794999999999</c:v>
                </c:pt>
                <c:pt idx="5751">
                  <c:v>40.852080999999998</c:v>
                </c:pt>
                <c:pt idx="5752">
                  <c:v>41.094002000000003</c:v>
                </c:pt>
                <c:pt idx="5753">
                  <c:v>41.268559000000003</c:v>
                </c:pt>
                <c:pt idx="5754">
                  <c:v>41.388550000000002</c:v>
                </c:pt>
                <c:pt idx="5755">
                  <c:v>41.469391000000002</c:v>
                </c:pt>
                <c:pt idx="5756">
                  <c:v>41.470551</c:v>
                </c:pt>
                <c:pt idx="5757">
                  <c:v>41.340342999999997</c:v>
                </c:pt>
                <c:pt idx="5758">
                  <c:v>41.327049000000002</c:v>
                </c:pt>
                <c:pt idx="5759">
                  <c:v>41.255862999999998</c:v>
                </c:pt>
                <c:pt idx="5760">
                  <c:v>41.039963</c:v>
                </c:pt>
                <c:pt idx="5761">
                  <c:v>40.562461999999996</c:v>
                </c:pt>
                <c:pt idx="5762">
                  <c:v>40.240982000000002</c:v>
                </c:pt>
                <c:pt idx="5763">
                  <c:v>40.211841999999997</c:v>
                </c:pt>
                <c:pt idx="5764">
                  <c:v>40.481749999999998</c:v>
                </c:pt>
                <c:pt idx="5765">
                  <c:v>40.964649000000001</c:v>
                </c:pt>
                <c:pt idx="5766">
                  <c:v>41.390712999999998</c:v>
                </c:pt>
                <c:pt idx="5767">
                  <c:v>41.707839999999997</c:v>
                </c:pt>
                <c:pt idx="5768">
                  <c:v>41.870410999999997</c:v>
                </c:pt>
                <c:pt idx="5769">
                  <c:v>41.934547000000002</c:v>
                </c:pt>
                <c:pt idx="5770">
                  <c:v>41.998161000000003</c:v>
                </c:pt>
                <c:pt idx="5771">
                  <c:v>41.876761999999999</c:v>
                </c:pt>
                <c:pt idx="5772">
                  <c:v>41.687401000000001</c:v>
                </c:pt>
                <c:pt idx="5773">
                  <c:v>41.606766</c:v>
                </c:pt>
                <c:pt idx="5774">
                  <c:v>41.594135000000001</c:v>
                </c:pt>
                <c:pt idx="5775">
                  <c:v>41.501685999999999</c:v>
                </c:pt>
                <c:pt idx="5776">
                  <c:v>41.431381000000002</c:v>
                </c:pt>
                <c:pt idx="5777">
                  <c:v>41.359825000000001</c:v>
                </c:pt>
                <c:pt idx="5778">
                  <c:v>41.269772000000003</c:v>
                </c:pt>
                <c:pt idx="5779">
                  <c:v>41.208610999999998</c:v>
                </c:pt>
                <c:pt idx="5780">
                  <c:v>40.991711000000002</c:v>
                </c:pt>
                <c:pt idx="5781">
                  <c:v>40.684401999999999</c:v>
                </c:pt>
                <c:pt idx="5782">
                  <c:v>40.734256999999999</c:v>
                </c:pt>
                <c:pt idx="5783">
                  <c:v>41.100853000000001</c:v>
                </c:pt>
                <c:pt idx="5784">
                  <c:v>41.381729</c:v>
                </c:pt>
                <c:pt idx="5785">
                  <c:v>41.576892999999998</c:v>
                </c:pt>
                <c:pt idx="5786">
                  <c:v>41.630279999999999</c:v>
                </c:pt>
                <c:pt idx="5787">
                  <c:v>41.722968999999999</c:v>
                </c:pt>
                <c:pt idx="5788">
                  <c:v>41.723346999999997</c:v>
                </c:pt>
                <c:pt idx="5789">
                  <c:v>41.749538000000001</c:v>
                </c:pt>
                <c:pt idx="5790">
                  <c:v>41.996872000000003</c:v>
                </c:pt>
                <c:pt idx="5791">
                  <c:v>41.996571000000003</c:v>
                </c:pt>
                <c:pt idx="5792">
                  <c:v>41.946258999999998</c:v>
                </c:pt>
                <c:pt idx="5793">
                  <c:v>41.924435000000003</c:v>
                </c:pt>
                <c:pt idx="5794">
                  <c:v>42.109451</c:v>
                </c:pt>
                <c:pt idx="5795">
                  <c:v>41.976073999999997</c:v>
                </c:pt>
                <c:pt idx="5796">
                  <c:v>41.866107999999997</c:v>
                </c:pt>
                <c:pt idx="5797">
                  <c:v>41.907764</c:v>
                </c:pt>
                <c:pt idx="5798">
                  <c:v>41.861499999999999</c:v>
                </c:pt>
                <c:pt idx="5799">
                  <c:v>41.626652</c:v>
                </c:pt>
                <c:pt idx="5800">
                  <c:v>41.378509999999999</c:v>
                </c:pt>
                <c:pt idx="5801">
                  <c:v>41.177452000000002</c:v>
                </c:pt>
                <c:pt idx="5802">
                  <c:v>40.978951000000002</c:v>
                </c:pt>
                <c:pt idx="5803">
                  <c:v>40.689349999999997</c:v>
                </c:pt>
                <c:pt idx="5804">
                  <c:v>40.215671999999998</c:v>
                </c:pt>
                <c:pt idx="5805">
                  <c:v>40.009017999999998</c:v>
                </c:pt>
                <c:pt idx="5806">
                  <c:v>39.911858000000002</c:v>
                </c:pt>
                <c:pt idx="5807">
                  <c:v>40.228470000000002</c:v>
                </c:pt>
                <c:pt idx="5808">
                  <c:v>40.256385999999999</c:v>
                </c:pt>
                <c:pt idx="5809">
                  <c:v>40.035876999999999</c:v>
                </c:pt>
                <c:pt idx="5810">
                  <c:v>40.163772999999999</c:v>
                </c:pt>
                <c:pt idx="5811">
                  <c:v>40.160553</c:v>
                </c:pt>
                <c:pt idx="5812">
                  <c:v>40.057994999999998</c:v>
                </c:pt>
                <c:pt idx="5813">
                  <c:v>40.167267000000002</c:v>
                </c:pt>
                <c:pt idx="5814">
                  <c:v>40.373221999999998</c:v>
                </c:pt>
                <c:pt idx="5815">
                  <c:v>40.618789999999997</c:v>
                </c:pt>
                <c:pt idx="5816">
                  <c:v>40.704341999999997</c:v>
                </c:pt>
                <c:pt idx="5817">
                  <c:v>40.704815000000004</c:v>
                </c:pt>
                <c:pt idx="5818">
                  <c:v>40.743304999999999</c:v>
                </c:pt>
                <c:pt idx="5819">
                  <c:v>40.772865000000003</c:v>
                </c:pt>
                <c:pt idx="5820">
                  <c:v>40.629528000000001</c:v>
                </c:pt>
                <c:pt idx="5821">
                  <c:v>40.445304999999998</c:v>
                </c:pt>
                <c:pt idx="5822">
                  <c:v>40.401077000000001</c:v>
                </c:pt>
                <c:pt idx="5823">
                  <c:v>40.564663000000003</c:v>
                </c:pt>
                <c:pt idx="5824">
                  <c:v>40.667636999999999</c:v>
                </c:pt>
                <c:pt idx="5825">
                  <c:v>40.712822000000003</c:v>
                </c:pt>
                <c:pt idx="5826">
                  <c:v>40.953442000000003</c:v>
                </c:pt>
                <c:pt idx="5827">
                  <c:v>40.998730000000002</c:v>
                </c:pt>
                <c:pt idx="5828">
                  <c:v>41.020775</c:v>
                </c:pt>
                <c:pt idx="5829">
                  <c:v>41.040852000000001</c:v>
                </c:pt>
                <c:pt idx="5830">
                  <c:v>41.209662999999999</c:v>
                </c:pt>
                <c:pt idx="5831">
                  <c:v>41.237121999999999</c:v>
                </c:pt>
                <c:pt idx="5832">
                  <c:v>41.168742999999999</c:v>
                </c:pt>
                <c:pt idx="5833">
                  <c:v>41.251750999999999</c:v>
                </c:pt>
                <c:pt idx="5834">
                  <c:v>41.171737999999998</c:v>
                </c:pt>
                <c:pt idx="5835">
                  <c:v>40.734023999999998</c:v>
                </c:pt>
                <c:pt idx="5836">
                  <c:v>40.468918000000002</c:v>
                </c:pt>
                <c:pt idx="5837">
                  <c:v>40.722828</c:v>
                </c:pt>
                <c:pt idx="5838">
                  <c:v>41.012169</c:v>
                </c:pt>
                <c:pt idx="5839">
                  <c:v>41.111027</c:v>
                </c:pt>
                <c:pt idx="5840">
                  <c:v>41.184345</c:v>
                </c:pt>
                <c:pt idx="5841">
                  <c:v>41.125942000000002</c:v>
                </c:pt>
                <c:pt idx="5842">
                  <c:v>40.971943000000003</c:v>
                </c:pt>
                <c:pt idx="5843">
                  <c:v>41.139567999999997</c:v>
                </c:pt>
                <c:pt idx="5844">
                  <c:v>41.330658</c:v>
                </c:pt>
                <c:pt idx="5845">
                  <c:v>41.192504999999997</c:v>
                </c:pt>
                <c:pt idx="5846">
                  <c:v>41.086402999999997</c:v>
                </c:pt>
                <c:pt idx="5847">
                  <c:v>41.190907000000003</c:v>
                </c:pt>
                <c:pt idx="5848">
                  <c:v>41.236609999999999</c:v>
                </c:pt>
                <c:pt idx="5849">
                  <c:v>41.344791000000001</c:v>
                </c:pt>
                <c:pt idx="5850">
                  <c:v>41.564284999999998</c:v>
                </c:pt>
                <c:pt idx="5851">
                  <c:v>41.811928000000002</c:v>
                </c:pt>
                <c:pt idx="5852">
                  <c:v>42.220776000000001</c:v>
                </c:pt>
                <c:pt idx="5853">
                  <c:v>42.718983000000001</c:v>
                </c:pt>
                <c:pt idx="5854">
                  <c:v>43.122790999999999</c:v>
                </c:pt>
                <c:pt idx="5855">
                  <c:v>43.443699000000002</c:v>
                </c:pt>
                <c:pt idx="5856">
                  <c:v>43.724964</c:v>
                </c:pt>
                <c:pt idx="5857">
                  <c:v>43.882145000000001</c:v>
                </c:pt>
                <c:pt idx="5858">
                  <c:v>43.851813999999997</c:v>
                </c:pt>
                <c:pt idx="5859">
                  <c:v>43.680317000000002</c:v>
                </c:pt>
                <c:pt idx="5860">
                  <c:v>43.452205999999997</c:v>
                </c:pt>
                <c:pt idx="5861">
                  <c:v>43.496673999999999</c:v>
                </c:pt>
                <c:pt idx="5862">
                  <c:v>43.604613999999998</c:v>
                </c:pt>
                <c:pt idx="5863">
                  <c:v>43.661835000000004</c:v>
                </c:pt>
                <c:pt idx="5864">
                  <c:v>43.588462999999997</c:v>
                </c:pt>
                <c:pt idx="5865">
                  <c:v>43.242947000000001</c:v>
                </c:pt>
                <c:pt idx="5866">
                  <c:v>42.649245999999998</c:v>
                </c:pt>
                <c:pt idx="5867">
                  <c:v>42.458224999999999</c:v>
                </c:pt>
                <c:pt idx="5868">
                  <c:v>42.363219999999998</c:v>
                </c:pt>
                <c:pt idx="5869">
                  <c:v>42.365391000000002</c:v>
                </c:pt>
                <c:pt idx="5870">
                  <c:v>42.558804000000002</c:v>
                </c:pt>
                <c:pt idx="5871">
                  <c:v>42.707279</c:v>
                </c:pt>
                <c:pt idx="5872">
                  <c:v>42.744163999999998</c:v>
                </c:pt>
                <c:pt idx="5873">
                  <c:v>42.745552000000004</c:v>
                </c:pt>
                <c:pt idx="5874">
                  <c:v>42.842503000000001</c:v>
                </c:pt>
                <c:pt idx="5875">
                  <c:v>43.006393000000003</c:v>
                </c:pt>
                <c:pt idx="5876">
                  <c:v>43.126956999999997</c:v>
                </c:pt>
                <c:pt idx="5877">
                  <c:v>43.174678999999998</c:v>
                </c:pt>
                <c:pt idx="5878">
                  <c:v>43.219256999999999</c:v>
                </c:pt>
                <c:pt idx="5879">
                  <c:v>43.239531999999997</c:v>
                </c:pt>
                <c:pt idx="5880">
                  <c:v>43.216824000000003</c:v>
                </c:pt>
                <c:pt idx="5881">
                  <c:v>43.163128</c:v>
                </c:pt>
                <c:pt idx="5882">
                  <c:v>42.994858000000001</c:v>
                </c:pt>
                <c:pt idx="5883">
                  <c:v>42.668681999999997</c:v>
                </c:pt>
                <c:pt idx="5884">
                  <c:v>42.286324</c:v>
                </c:pt>
                <c:pt idx="5885">
                  <c:v>41.925198000000002</c:v>
                </c:pt>
                <c:pt idx="5886">
                  <c:v>41.554527</c:v>
                </c:pt>
                <c:pt idx="5887">
                  <c:v>41.400703</c:v>
                </c:pt>
                <c:pt idx="5888">
                  <c:v>41.345126999999998</c:v>
                </c:pt>
                <c:pt idx="5889">
                  <c:v>41.153618000000002</c:v>
                </c:pt>
                <c:pt idx="5890">
                  <c:v>41.056862000000002</c:v>
                </c:pt>
                <c:pt idx="5891">
                  <c:v>41.133403999999999</c:v>
                </c:pt>
                <c:pt idx="5892">
                  <c:v>41.095646000000002</c:v>
                </c:pt>
                <c:pt idx="5893">
                  <c:v>40.777572999999997</c:v>
                </c:pt>
                <c:pt idx="5894">
                  <c:v>40.660243999999999</c:v>
                </c:pt>
                <c:pt idx="5895">
                  <c:v>40.92868</c:v>
                </c:pt>
                <c:pt idx="5896">
                  <c:v>41.295119999999997</c:v>
                </c:pt>
                <c:pt idx="5897">
                  <c:v>41.514918999999999</c:v>
                </c:pt>
                <c:pt idx="5898">
                  <c:v>41.623401999999999</c:v>
                </c:pt>
                <c:pt idx="5899">
                  <c:v>41.562618000000001</c:v>
                </c:pt>
                <c:pt idx="5900">
                  <c:v>41.330112</c:v>
                </c:pt>
                <c:pt idx="5901">
                  <c:v>41.296073999999997</c:v>
                </c:pt>
                <c:pt idx="5902">
                  <c:v>41.403461</c:v>
                </c:pt>
                <c:pt idx="5903">
                  <c:v>41.572437000000001</c:v>
                </c:pt>
                <c:pt idx="5904">
                  <c:v>41.608226999999999</c:v>
                </c:pt>
                <c:pt idx="5905">
                  <c:v>41.465485000000001</c:v>
                </c:pt>
                <c:pt idx="5906">
                  <c:v>41.304549999999999</c:v>
                </c:pt>
                <c:pt idx="5907">
                  <c:v>41.296322000000004</c:v>
                </c:pt>
                <c:pt idx="5908">
                  <c:v>41.291438999999997</c:v>
                </c:pt>
                <c:pt idx="5909">
                  <c:v>41.147362000000001</c:v>
                </c:pt>
                <c:pt idx="5910">
                  <c:v>40.915622999999997</c:v>
                </c:pt>
                <c:pt idx="5911">
                  <c:v>40.642532000000003</c:v>
                </c:pt>
                <c:pt idx="5912">
                  <c:v>40.415793999999998</c:v>
                </c:pt>
                <c:pt idx="5913">
                  <c:v>40.211426000000003</c:v>
                </c:pt>
                <c:pt idx="5914">
                  <c:v>40.370598000000001</c:v>
                </c:pt>
                <c:pt idx="5915">
                  <c:v>40.54562</c:v>
                </c:pt>
                <c:pt idx="5916">
                  <c:v>40.765137000000003</c:v>
                </c:pt>
                <c:pt idx="5917">
                  <c:v>40.924067999999998</c:v>
                </c:pt>
                <c:pt idx="5918">
                  <c:v>41.123871000000001</c:v>
                </c:pt>
                <c:pt idx="5919">
                  <c:v>41.421455000000002</c:v>
                </c:pt>
                <c:pt idx="5920">
                  <c:v>41.613903000000001</c:v>
                </c:pt>
                <c:pt idx="5921">
                  <c:v>41.656348999999999</c:v>
                </c:pt>
                <c:pt idx="5922">
                  <c:v>41.441310999999999</c:v>
                </c:pt>
                <c:pt idx="5923">
                  <c:v>41.031005999999998</c:v>
                </c:pt>
                <c:pt idx="5924">
                  <c:v>40.942546999999998</c:v>
                </c:pt>
                <c:pt idx="5925">
                  <c:v>41.054070000000003</c:v>
                </c:pt>
                <c:pt idx="5926">
                  <c:v>41.088943</c:v>
                </c:pt>
                <c:pt idx="5927">
                  <c:v>41.271507</c:v>
                </c:pt>
                <c:pt idx="5928">
                  <c:v>41.591709000000002</c:v>
                </c:pt>
                <c:pt idx="5929">
                  <c:v>41.888767000000001</c:v>
                </c:pt>
                <c:pt idx="5930">
                  <c:v>41.975582000000003</c:v>
                </c:pt>
                <c:pt idx="5931">
                  <c:v>42.034916000000003</c:v>
                </c:pt>
                <c:pt idx="5932">
                  <c:v>42.369934000000001</c:v>
                </c:pt>
                <c:pt idx="5933">
                  <c:v>42.757637000000003</c:v>
                </c:pt>
                <c:pt idx="5934">
                  <c:v>43.089621999999999</c:v>
                </c:pt>
                <c:pt idx="5935">
                  <c:v>43.268093</c:v>
                </c:pt>
                <c:pt idx="5936">
                  <c:v>43.397545000000001</c:v>
                </c:pt>
                <c:pt idx="5937">
                  <c:v>43.669204999999998</c:v>
                </c:pt>
                <c:pt idx="5938">
                  <c:v>44.025478</c:v>
                </c:pt>
                <c:pt idx="5939">
                  <c:v>44.266773000000001</c:v>
                </c:pt>
                <c:pt idx="5940">
                  <c:v>44.296711000000002</c:v>
                </c:pt>
                <c:pt idx="5941">
                  <c:v>44.151938999999999</c:v>
                </c:pt>
                <c:pt idx="5942">
                  <c:v>43.957340000000002</c:v>
                </c:pt>
                <c:pt idx="5943">
                  <c:v>43.830826000000002</c:v>
                </c:pt>
                <c:pt idx="5944">
                  <c:v>43.657634999999999</c:v>
                </c:pt>
                <c:pt idx="5945">
                  <c:v>43.369807999999999</c:v>
                </c:pt>
                <c:pt idx="5946">
                  <c:v>43.123669</c:v>
                </c:pt>
                <c:pt idx="5947">
                  <c:v>42.866233999999999</c:v>
                </c:pt>
                <c:pt idx="5948">
                  <c:v>42.740082000000001</c:v>
                </c:pt>
                <c:pt idx="5949">
                  <c:v>42.809443999999999</c:v>
                </c:pt>
                <c:pt idx="5950">
                  <c:v>42.723793000000001</c:v>
                </c:pt>
                <c:pt idx="5951">
                  <c:v>42.363033000000001</c:v>
                </c:pt>
                <c:pt idx="5952">
                  <c:v>42.048324999999998</c:v>
                </c:pt>
                <c:pt idx="5953">
                  <c:v>42.011307000000002</c:v>
                </c:pt>
                <c:pt idx="5954">
                  <c:v>42.059894999999997</c:v>
                </c:pt>
                <c:pt idx="5955">
                  <c:v>42.133361999999998</c:v>
                </c:pt>
                <c:pt idx="5956">
                  <c:v>42.268532</c:v>
                </c:pt>
                <c:pt idx="5957">
                  <c:v>42.356144</c:v>
                </c:pt>
                <c:pt idx="5958">
                  <c:v>42.457149999999999</c:v>
                </c:pt>
                <c:pt idx="5959">
                  <c:v>42.56427</c:v>
                </c:pt>
                <c:pt idx="5960">
                  <c:v>42.814259</c:v>
                </c:pt>
                <c:pt idx="5961">
                  <c:v>43.145885</c:v>
                </c:pt>
                <c:pt idx="5962">
                  <c:v>43.299858</c:v>
                </c:pt>
                <c:pt idx="5963">
                  <c:v>43.19614</c:v>
                </c:pt>
                <c:pt idx="5964">
                  <c:v>43.104877000000002</c:v>
                </c:pt>
                <c:pt idx="5965">
                  <c:v>43.138942999999998</c:v>
                </c:pt>
                <c:pt idx="5966">
                  <c:v>43.242339999999999</c:v>
                </c:pt>
                <c:pt idx="5967">
                  <c:v>43.508217000000002</c:v>
                </c:pt>
                <c:pt idx="5968">
                  <c:v>43.836230999999998</c:v>
                </c:pt>
                <c:pt idx="5969">
                  <c:v>44.007964999999999</c:v>
                </c:pt>
                <c:pt idx="5970">
                  <c:v>43.987450000000003</c:v>
                </c:pt>
                <c:pt idx="5971">
                  <c:v>43.82423</c:v>
                </c:pt>
                <c:pt idx="5972">
                  <c:v>43.560226</c:v>
                </c:pt>
                <c:pt idx="5973">
                  <c:v>43.293044999999999</c:v>
                </c:pt>
                <c:pt idx="5974">
                  <c:v>43.302097000000003</c:v>
                </c:pt>
                <c:pt idx="5975">
                  <c:v>43.457031000000001</c:v>
                </c:pt>
                <c:pt idx="5976">
                  <c:v>43.678505000000001</c:v>
                </c:pt>
                <c:pt idx="5977">
                  <c:v>43.874302</c:v>
                </c:pt>
                <c:pt idx="5978">
                  <c:v>44.002223999999998</c:v>
                </c:pt>
                <c:pt idx="5979">
                  <c:v>44.142238999999996</c:v>
                </c:pt>
                <c:pt idx="5980">
                  <c:v>44.052086000000003</c:v>
                </c:pt>
                <c:pt idx="5981">
                  <c:v>43.884151000000003</c:v>
                </c:pt>
                <c:pt idx="5982">
                  <c:v>43.791682999999999</c:v>
                </c:pt>
                <c:pt idx="5983">
                  <c:v>43.759079</c:v>
                </c:pt>
                <c:pt idx="5984">
                  <c:v>43.549824000000001</c:v>
                </c:pt>
                <c:pt idx="5985">
                  <c:v>43.541176</c:v>
                </c:pt>
                <c:pt idx="5986">
                  <c:v>43.588562000000003</c:v>
                </c:pt>
                <c:pt idx="5987">
                  <c:v>43.57996</c:v>
                </c:pt>
                <c:pt idx="5988">
                  <c:v>43.571854000000002</c:v>
                </c:pt>
                <c:pt idx="5989">
                  <c:v>43.643093</c:v>
                </c:pt>
                <c:pt idx="5990">
                  <c:v>43.566101000000003</c:v>
                </c:pt>
                <c:pt idx="5991">
                  <c:v>43.645614999999999</c:v>
                </c:pt>
                <c:pt idx="5992">
                  <c:v>43.659691000000002</c:v>
                </c:pt>
                <c:pt idx="5993">
                  <c:v>43.522658999999997</c:v>
                </c:pt>
                <c:pt idx="5994">
                  <c:v>43.375754999999998</c:v>
                </c:pt>
                <c:pt idx="5995">
                  <c:v>43.439804000000002</c:v>
                </c:pt>
                <c:pt idx="5996">
                  <c:v>43.532302999999999</c:v>
                </c:pt>
                <c:pt idx="5997">
                  <c:v>43.614361000000002</c:v>
                </c:pt>
                <c:pt idx="5998">
                  <c:v>43.629294999999999</c:v>
                </c:pt>
                <c:pt idx="5999">
                  <c:v>43.586314999999999</c:v>
                </c:pt>
                <c:pt idx="6000">
                  <c:v>43.689166999999998</c:v>
                </c:pt>
                <c:pt idx="6001">
                  <c:v>43.821499000000003</c:v>
                </c:pt>
                <c:pt idx="6002">
                  <c:v>43.582287000000001</c:v>
                </c:pt>
                <c:pt idx="6003">
                  <c:v>43.257389000000003</c:v>
                </c:pt>
                <c:pt idx="6004">
                  <c:v>43.207644999999999</c:v>
                </c:pt>
                <c:pt idx="6005">
                  <c:v>43.244537000000001</c:v>
                </c:pt>
                <c:pt idx="6006">
                  <c:v>43.210075000000003</c:v>
                </c:pt>
                <c:pt idx="6007">
                  <c:v>43.119101999999998</c:v>
                </c:pt>
                <c:pt idx="6008">
                  <c:v>42.907246000000001</c:v>
                </c:pt>
                <c:pt idx="6009">
                  <c:v>42.646847000000001</c:v>
                </c:pt>
                <c:pt idx="6010">
                  <c:v>42.45599</c:v>
                </c:pt>
                <c:pt idx="6011">
                  <c:v>42.184612000000001</c:v>
                </c:pt>
                <c:pt idx="6012">
                  <c:v>41.987327999999998</c:v>
                </c:pt>
                <c:pt idx="6013">
                  <c:v>41.830513000000003</c:v>
                </c:pt>
                <c:pt idx="6014">
                  <c:v>41.831969999999998</c:v>
                </c:pt>
                <c:pt idx="6015">
                  <c:v>41.902805000000001</c:v>
                </c:pt>
                <c:pt idx="6016">
                  <c:v>41.744140999999999</c:v>
                </c:pt>
                <c:pt idx="6017">
                  <c:v>41.526671999999998</c:v>
                </c:pt>
                <c:pt idx="6018">
                  <c:v>41.309547000000002</c:v>
                </c:pt>
                <c:pt idx="6019">
                  <c:v>41.195900000000002</c:v>
                </c:pt>
                <c:pt idx="6020">
                  <c:v>41.398083</c:v>
                </c:pt>
                <c:pt idx="6021">
                  <c:v>41.558498</c:v>
                </c:pt>
                <c:pt idx="6022">
                  <c:v>41.544746000000004</c:v>
                </c:pt>
                <c:pt idx="6023">
                  <c:v>41.520862999999999</c:v>
                </c:pt>
                <c:pt idx="6024">
                  <c:v>41.428406000000003</c:v>
                </c:pt>
                <c:pt idx="6025">
                  <c:v>41.311222000000001</c:v>
                </c:pt>
                <c:pt idx="6026">
                  <c:v>41.330658</c:v>
                </c:pt>
                <c:pt idx="6027">
                  <c:v>41.506424000000003</c:v>
                </c:pt>
                <c:pt idx="6028">
                  <c:v>41.641582</c:v>
                </c:pt>
                <c:pt idx="6029">
                  <c:v>41.566425000000002</c:v>
                </c:pt>
                <c:pt idx="6030">
                  <c:v>41.319878000000003</c:v>
                </c:pt>
                <c:pt idx="6031">
                  <c:v>41.101818000000002</c:v>
                </c:pt>
                <c:pt idx="6032">
                  <c:v>41.000114000000004</c:v>
                </c:pt>
                <c:pt idx="6033">
                  <c:v>41.039344999999997</c:v>
                </c:pt>
                <c:pt idx="6034">
                  <c:v>40.994323999999999</c:v>
                </c:pt>
                <c:pt idx="6035">
                  <c:v>40.961722999999999</c:v>
                </c:pt>
                <c:pt idx="6036">
                  <c:v>41.095039</c:v>
                </c:pt>
                <c:pt idx="6037">
                  <c:v>41.275176999999999</c:v>
                </c:pt>
                <c:pt idx="6038">
                  <c:v>41.379086000000001</c:v>
                </c:pt>
                <c:pt idx="6039">
                  <c:v>41.283791000000001</c:v>
                </c:pt>
                <c:pt idx="6040">
                  <c:v>41.260685000000002</c:v>
                </c:pt>
                <c:pt idx="6041">
                  <c:v>41.196682000000003</c:v>
                </c:pt>
                <c:pt idx="6042">
                  <c:v>41.171222999999998</c:v>
                </c:pt>
                <c:pt idx="6043">
                  <c:v>41.184958999999999</c:v>
                </c:pt>
                <c:pt idx="6044">
                  <c:v>41.034832000000002</c:v>
                </c:pt>
                <c:pt idx="6045">
                  <c:v>41.010838</c:v>
                </c:pt>
                <c:pt idx="6046">
                  <c:v>41.090763000000003</c:v>
                </c:pt>
                <c:pt idx="6047">
                  <c:v>41.426116999999998</c:v>
                </c:pt>
                <c:pt idx="6048">
                  <c:v>41.580688000000002</c:v>
                </c:pt>
                <c:pt idx="6049">
                  <c:v>41.688744</c:v>
                </c:pt>
                <c:pt idx="6050">
                  <c:v>41.567722000000003</c:v>
                </c:pt>
                <c:pt idx="6051">
                  <c:v>41.152332000000001</c:v>
                </c:pt>
                <c:pt idx="6052">
                  <c:v>40.789200000000001</c:v>
                </c:pt>
                <c:pt idx="6053">
                  <c:v>40.633536999999997</c:v>
                </c:pt>
                <c:pt idx="6054">
                  <c:v>40.844391000000002</c:v>
                </c:pt>
                <c:pt idx="6055">
                  <c:v>41.159728999999999</c:v>
                </c:pt>
                <c:pt idx="6056">
                  <c:v>41.411811999999998</c:v>
                </c:pt>
                <c:pt idx="6057">
                  <c:v>41.655414999999998</c:v>
                </c:pt>
                <c:pt idx="6058">
                  <c:v>41.808956000000002</c:v>
                </c:pt>
                <c:pt idx="6059">
                  <c:v>41.738078999999999</c:v>
                </c:pt>
                <c:pt idx="6060">
                  <c:v>41.658386</c:v>
                </c:pt>
                <c:pt idx="6061">
                  <c:v>41.767947999999997</c:v>
                </c:pt>
                <c:pt idx="6062">
                  <c:v>41.829768999999999</c:v>
                </c:pt>
                <c:pt idx="6063">
                  <c:v>41.778320000000001</c:v>
                </c:pt>
                <c:pt idx="6064">
                  <c:v>41.759121</c:v>
                </c:pt>
                <c:pt idx="6065">
                  <c:v>41.839210999999999</c:v>
                </c:pt>
                <c:pt idx="6066">
                  <c:v>41.975718999999998</c:v>
                </c:pt>
                <c:pt idx="6067">
                  <c:v>42.070605999999998</c:v>
                </c:pt>
                <c:pt idx="6068">
                  <c:v>42.261898000000002</c:v>
                </c:pt>
                <c:pt idx="6069">
                  <c:v>42.390118000000001</c:v>
                </c:pt>
                <c:pt idx="6070">
                  <c:v>42.469501000000001</c:v>
                </c:pt>
                <c:pt idx="6071">
                  <c:v>42.476418000000002</c:v>
                </c:pt>
                <c:pt idx="6072">
                  <c:v>42.577506999999997</c:v>
                </c:pt>
                <c:pt idx="6073">
                  <c:v>42.778641</c:v>
                </c:pt>
                <c:pt idx="6074">
                  <c:v>43.003394999999998</c:v>
                </c:pt>
                <c:pt idx="6075">
                  <c:v>43.055843000000003</c:v>
                </c:pt>
                <c:pt idx="6076">
                  <c:v>42.968142999999998</c:v>
                </c:pt>
                <c:pt idx="6077">
                  <c:v>42.853614999999998</c:v>
                </c:pt>
                <c:pt idx="6078">
                  <c:v>42.644286999999998</c:v>
                </c:pt>
                <c:pt idx="6079">
                  <c:v>42.485970000000002</c:v>
                </c:pt>
                <c:pt idx="6080">
                  <c:v>42.537098</c:v>
                </c:pt>
                <c:pt idx="6081">
                  <c:v>42.518031999999998</c:v>
                </c:pt>
                <c:pt idx="6082">
                  <c:v>42.367649</c:v>
                </c:pt>
                <c:pt idx="6083">
                  <c:v>42.269340999999997</c:v>
                </c:pt>
                <c:pt idx="6084">
                  <c:v>42.329242999999998</c:v>
                </c:pt>
                <c:pt idx="6085">
                  <c:v>42.513888999999999</c:v>
                </c:pt>
                <c:pt idx="6086">
                  <c:v>42.641410999999998</c:v>
                </c:pt>
                <c:pt idx="6087">
                  <c:v>42.596305999999998</c:v>
                </c:pt>
                <c:pt idx="6088">
                  <c:v>42.488857000000003</c:v>
                </c:pt>
                <c:pt idx="6089">
                  <c:v>42.234009</c:v>
                </c:pt>
                <c:pt idx="6090">
                  <c:v>42.128352999999997</c:v>
                </c:pt>
                <c:pt idx="6091">
                  <c:v>42.073180999999998</c:v>
                </c:pt>
                <c:pt idx="6092">
                  <c:v>41.991028</c:v>
                </c:pt>
                <c:pt idx="6093">
                  <c:v>41.847144999999998</c:v>
                </c:pt>
                <c:pt idx="6094">
                  <c:v>42.046740999999997</c:v>
                </c:pt>
                <c:pt idx="6095">
                  <c:v>42.258918999999999</c:v>
                </c:pt>
                <c:pt idx="6096">
                  <c:v>42.394497000000001</c:v>
                </c:pt>
                <c:pt idx="6097">
                  <c:v>42.340980999999999</c:v>
                </c:pt>
                <c:pt idx="6098">
                  <c:v>42.234817999999997</c:v>
                </c:pt>
                <c:pt idx="6099">
                  <c:v>42.251010999999998</c:v>
                </c:pt>
                <c:pt idx="6100">
                  <c:v>42.416004000000001</c:v>
                </c:pt>
                <c:pt idx="6101">
                  <c:v>42.540343999999997</c:v>
                </c:pt>
                <c:pt idx="6102">
                  <c:v>42.400784000000002</c:v>
                </c:pt>
                <c:pt idx="6103">
                  <c:v>42.204757999999998</c:v>
                </c:pt>
                <c:pt idx="6104">
                  <c:v>42.217834000000003</c:v>
                </c:pt>
                <c:pt idx="6105">
                  <c:v>42.277180000000001</c:v>
                </c:pt>
                <c:pt idx="6106">
                  <c:v>42.125121999999998</c:v>
                </c:pt>
                <c:pt idx="6107">
                  <c:v>42.027458000000003</c:v>
                </c:pt>
                <c:pt idx="6108">
                  <c:v>42.00074</c:v>
                </c:pt>
                <c:pt idx="6109">
                  <c:v>41.991115999999998</c:v>
                </c:pt>
                <c:pt idx="6110">
                  <c:v>42.003120000000003</c:v>
                </c:pt>
                <c:pt idx="6111">
                  <c:v>42.102356</c:v>
                </c:pt>
                <c:pt idx="6112">
                  <c:v>42.321204999999999</c:v>
                </c:pt>
                <c:pt idx="6113">
                  <c:v>42.522953000000001</c:v>
                </c:pt>
                <c:pt idx="6114">
                  <c:v>42.566932999999999</c:v>
                </c:pt>
                <c:pt idx="6115">
                  <c:v>42.643355999999997</c:v>
                </c:pt>
                <c:pt idx="6116">
                  <c:v>42.893397999999998</c:v>
                </c:pt>
                <c:pt idx="6117">
                  <c:v>43.269790999999998</c:v>
                </c:pt>
                <c:pt idx="6118">
                  <c:v>43.380943000000002</c:v>
                </c:pt>
                <c:pt idx="6119">
                  <c:v>43.490265000000001</c:v>
                </c:pt>
                <c:pt idx="6120">
                  <c:v>43.583553000000002</c:v>
                </c:pt>
                <c:pt idx="6121">
                  <c:v>43.573405999999999</c:v>
                </c:pt>
                <c:pt idx="6122">
                  <c:v>43.719504999999998</c:v>
                </c:pt>
                <c:pt idx="6123">
                  <c:v>43.910961</c:v>
                </c:pt>
                <c:pt idx="6124">
                  <c:v>44.080081999999997</c:v>
                </c:pt>
                <c:pt idx="6125">
                  <c:v>44.289551000000003</c:v>
                </c:pt>
                <c:pt idx="6126">
                  <c:v>44.340767</c:v>
                </c:pt>
                <c:pt idx="6127">
                  <c:v>44.150463000000002</c:v>
                </c:pt>
                <c:pt idx="6128">
                  <c:v>44.543118</c:v>
                </c:pt>
                <c:pt idx="6129">
                  <c:v>44.626747000000002</c:v>
                </c:pt>
                <c:pt idx="6130">
                  <c:v>44.635292</c:v>
                </c:pt>
                <c:pt idx="6131">
                  <c:v>45.191242000000003</c:v>
                </c:pt>
                <c:pt idx="6132">
                  <c:v>45.470042999999997</c:v>
                </c:pt>
                <c:pt idx="6133">
                  <c:v>45.701228999999998</c:v>
                </c:pt>
                <c:pt idx="6134">
                  <c:v>45.760123999999998</c:v>
                </c:pt>
                <c:pt idx="6135">
                  <c:v>45.626567999999999</c:v>
                </c:pt>
                <c:pt idx="6136">
                  <c:v>45.564380999999997</c:v>
                </c:pt>
                <c:pt idx="6137">
                  <c:v>45.641598000000002</c:v>
                </c:pt>
                <c:pt idx="6138">
                  <c:v>45.511009000000001</c:v>
                </c:pt>
                <c:pt idx="6139">
                  <c:v>45.299697999999999</c:v>
                </c:pt>
                <c:pt idx="6140">
                  <c:v>45.488506000000001</c:v>
                </c:pt>
                <c:pt idx="6141">
                  <c:v>45.619681999999997</c:v>
                </c:pt>
                <c:pt idx="6142">
                  <c:v>45.658585000000002</c:v>
                </c:pt>
                <c:pt idx="6143">
                  <c:v>45.618904000000001</c:v>
                </c:pt>
                <c:pt idx="6144">
                  <c:v>45.397796999999997</c:v>
                </c:pt>
                <c:pt idx="6145">
                  <c:v>45.029719999999998</c:v>
                </c:pt>
                <c:pt idx="6146">
                  <c:v>44.876156000000002</c:v>
                </c:pt>
                <c:pt idx="6147">
                  <c:v>44.896687</c:v>
                </c:pt>
                <c:pt idx="6148">
                  <c:v>44.981879999999997</c:v>
                </c:pt>
                <c:pt idx="6149">
                  <c:v>45.265338999999997</c:v>
                </c:pt>
                <c:pt idx="6150">
                  <c:v>45.572479000000001</c:v>
                </c:pt>
                <c:pt idx="6151">
                  <c:v>45.839374999999997</c:v>
                </c:pt>
                <c:pt idx="6152">
                  <c:v>45.993813000000003</c:v>
                </c:pt>
                <c:pt idx="6153">
                  <c:v>46.094161999999997</c:v>
                </c:pt>
                <c:pt idx="6154">
                  <c:v>46.145556999999997</c:v>
                </c:pt>
                <c:pt idx="6155">
                  <c:v>46.320830999999998</c:v>
                </c:pt>
                <c:pt idx="6156">
                  <c:v>46.573196000000003</c:v>
                </c:pt>
                <c:pt idx="6157">
                  <c:v>46.909958000000003</c:v>
                </c:pt>
                <c:pt idx="6158">
                  <c:v>47.249001</c:v>
                </c:pt>
                <c:pt idx="6159">
                  <c:v>47.611462000000003</c:v>
                </c:pt>
                <c:pt idx="6160">
                  <c:v>47.923107000000002</c:v>
                </c:pt>
                <c:pt idx="6161">
                  <c:v>48.150688000000002</c:v>
                </c:pt>
                <c:pt idx="6162">
                  <c:v>48.289577000000001</c:v>
                </c:pt>
                <c:pt idx="6163">
                  <c:v>48.396090999999998</c:v>
                </c:pt>
                <c:pt idx="6164">
                  <c:v>48.440494999999999</c:v>
                </c:pt>
                <c:pt idx="6165">
                  <c:v>48.346806000000001</c:v>
                </c:pt>
                <c:pt idx="6166">
                  <c:v>48.272629000000002</c:v>
                </c:pt>
                <c:pt idx="6167">
                  <c:v>48.340321000000003</c:v>
                </c:pt>
                <c:pt idx="6168">
                  <c:v>48.208927000000003</c:v>
                </c:pt>
                <c:pt idx="6169">
                  <c:v>47.882057000000003</c:v>
                </c:pt>
                <c:pt idx="6170">
                  <c:v>47.564216999999999</c:v>
                </c:pt>
                <c:pt idx="6171">
                  <c:v>47.123623000000002</c:v>
                </c:pt>
                <c:pt idx="6172">
                  <c:v>46.554543000000002</c:v>
                </c:pt>
                <c:pt idx="6173">
                  <c:v>46.156314999999999</c:v>
                </c:pt>
                <c:pt idx="6174">
                  <c:v>45.850333999999997</c:v>
                </c:pt>
                <c:pt idx="6175">
                  <c:v>45.760418000000001</c:v>
                </c:pt>
                <c:pt idx="6176">
                  <c:v>45.987659000000001</c:v>
                </c:pt>
                <c:pt idx="6177">
                  <c:v>46.316989999999997</c:v>
                </c:pt>
                <c:pt idx="6178">
                  <c:v>46.726334000000001</c:v>
                </c:pt>
                <c:pt idx="6179">
                  <c:v>47.072783999999999</c:v>
                </c:pt>
                <c:pt idx="6180">
                  <c:v>47.216911000000003</c:v>
                </c:pt>
                <c:pt idx="6181">
                  <c:v>47.329841999999999</c:v>
                </c:pt>
                <c:pt idx="6182">
                  <c:v>47.318095999999997</c:v>
                </c:pt>
                <c:pt idx="6183">
                  <c:v>47.390430000000002</c:v>
                </c:pt>
                <c:pt idx="6184">
                  <c:v>47.308216000000002</c:v>
                </c:pt>
                <c:pt idx="6185">
                  <c:v>47.208022999999997</c:v>
                </c:pt>
                <c:pt idx="6186">
                  <c:v>47.271286000000003</c:v>
                </c:pt>
                <c:pt idx="6187">
                  <c:v>47.363602</c:v>
                </c:pt>
                <c:pt idx="6188">
                  <c:v>47.440514</c:v>
                </c:pt>
                <c:pt idx="6189">
                  <c:v>47.521008000000002</c:v>
                </c:pt>
                <c:pt idx="6190">
                  <c:v>47.543976000000001</c:v>
                </c:pt>
                <c:pt idx="6191">
                  <c:v>47.548233000000003</c:v>
                </c:pt>
                <c:pt idx="6192">
                  <c:v>47.463417</c:v>
                </c:pt>
                <c:pt idx="6193">
                  <c:v>47.280327</c:v>
                </c:pt>
                <c:pt idx="6194">
                  <c:v>47.297770999999997</c:v>
                </c:pt>
                <c:pt idx="6195">
                  <c:v>47.540134000000002</c:v>
                </c:pt>
                <c:pt idx="6196">
                  <c:v>47.839272000000001</c:v>
                </c:pt>
                <c:pt idx="6197">
                  <c:v>48.281016999999999</c:v>
                </c:pt>
                <c:pt idx="6198">
                  <c:v>48.479720999999998</c:v>
                </c:pt>
                <c:pt idx="6199">
                  <c:v>48.628067000000001</c:v>
                </c:pt>
                <c:pt idx="6200">
                  <c:v>48.690097999999999</c:v>
                </c:pt>
                <c:pt idx="6201">
                  <c:v>48.617260000000002</c:v>
                </c:pt>
                <c:pt idx="6202">
                  <c:v>48.374961999999996</c:v>
                </c:pt>
                <c:pt idx="6203">
                  <c:v>48.187694999999998</c:v>
                </c:pt>
                <c:pt idx="6204">
                  <c:v>48.337333999999998</c:v>
                </c:pt>
                <c:pt idx="6205">
                  <c:v>48.458556999999999</c:v>
                </c:pt>
                <c:pt idx="6206">
                  <c:v>48.608704000000003</c:v>
                </c:pt>
                <c:pt idx="6207">
                  <c:v>48.656590000000001</c:v>
                </c:pt>
                <c:pt idx="6208">
                  <c:v>48.500374000000001</c:v>
                </c:pt>
                <c:pt idx="6209">
                  <c:v>48.444122</c:v>
                </c:pt>
                <c:pt idx="6210">
                  <c:v>48.544159000000001</c:v>
                </c:pt>
                <c:pt idx="6211">
                  <c:v>48.650204000000002</c:v>
                </c:pt>
                <c:pt idx="6212">
                  <c:v>48.858302999999999</c:v>
                </c:pt>
                <c:pt idx="6213">
                  <c:v>49.228745000000004</c:v>
                </c:pt>
                <c:pt idx="6214">
                  <c:v>49.595405999999997</c:v>
                </c:pt>
                <c:pt idx="6215">
                  <c:v>49.869923</c:v>
                </c:pt>
                <c:pt idx="6216">
                  <c:v>50.175834999999999</c:v>
                </c:pt>
                <c:pt idx="6217">
                  <c:v>50.333419999999997</c:v>
                </c:pt>
                <c:pt idx="6218">
                  <c:v>50.316479000000001</c:v>
                </c:pt>
                <c:pt idx="6219">
                  <c:v>50.291190999999998</c:v>
                </c:pt>
                <c:pt idx="6220">
                  <c:v>50.312049999999999</c:v>
                </c:pt>
                <c:pt idx="6221">
                  <c:v>50.463321999999998</c:v>
                </c:pt>
                <c:pt idx="6222">
                  <c:v>50.716220999999997</c:v>
                </c:pt>
                <c:pt idx="6223">
                  <c:v>50.944679000000001</c:v>
                </c:pt>
                <c:pt idx="6224">
                  <c:v>51.206066</c:v>
                </c:pt>
                <c:pt idx="6225">
                  <c:v>51.796982</c:v>
                </c:pt>
                <c:pt idx="6226">
                  <c:v>52.301017999999999</c:v>
                </c:pt>
                <c:pt idx="6227">
                  <c:v>52.637272000000003</c:v>
                </c:pt>
                <c:pt idx="6228">
                  <c:v>51.532401999999998</c:v>
                </c:pt>
                <c:pt idx="6229">
                  <c:v>51.227061999999997</c:v>
                </c:pt>
                <c:pt idx="6230">
                  <c:v>50.837513000000001</c:v>
                </c:pt>
                <c:pt idx="6231">
                  <c:v>50.640155999999998</c:v>
                </c:pt>
                <c:pt idx="6232">
                  <c:v>50.634926</c:v>
                </c:pt>
                <c:pt idx="6233">
                  <c:v>50.734923999999999</c:v>
                </c:pt>
                <c:pt idx="6234">
                  <c:v>50.876685999999999</c:v>
                </c:pt>
                <c:pt idx="6235">
                  <c:v>51.027157000000003</c:v>
                </c:pt>
                <c:pt idx="6236">
                  <c:v>51.097850999999999</c:v>
                </c:pt>
                <c:pt idx="6237">
                  <c:v>51.213298999999999</c:v>
                </c:pt>
                <c:pt idx="6238">
                  <c:v>51.315125000000002</c:v>
                </c:pt>
                <c:pt idx="6239">
                  <c:v>51.222602999999999</c:v>
                </c:pt>
                <c:pt idx="6240">
                  <c:v>51.175277999999999</c:v>
                </c:pt>
                <c:pt idx="6241">
                  <c:v>51.164180999999999</c:v>
                </c:pt>
                <c:pt idx="6242">
                  <c:v>51.203189999999999</c:v>
                </c:pt>
                <c:pt idx="6243">
                  <c:v>51.244239999999998</c:v>
                </c:pt>
                <c:pt idx="6244">
                  <c:v>51.256087999999998</c:v>
                </c:pt>
                <c:pt idx="6245">
                  <c:v>51.304459000000001</c:v>
                </c:pt>
                <c:pt idx="6246">
                  <c:v>51.310295000000004</c:v>
                </c:pt>
                <c:pt idx="6247">
                  <c:v>51.250008000000001</c:v>
                </c:pt>
                <c:pt idx="6248">
                  <c:v>51.327472999999998</c:v>
                </c:pt>
                <c:pt idx="6249">
                  <c:v>51.496929000000002</c:v>
                </c:pt>
                <c:pt idx="6250">
                  <c:v>51.558781000000003</c:v>
                </c:pt>
                <c:pt idx="6251">
                  <c:v>51.650570000000002</c:v>
                </c:pt>
                <c:pt idx="6252">
                  <c:v>51.763683</c:v>
                </c:pt>
                <c:pt idx="6253">
                  <c:v>52.055782000000001</c:v>
                </c:pt>
                <c:pt idx="6254">
                  <c:v>52.199553999999999</c:v>
                </c:pt>
                <c:pt idx="6255">
                  <c:v>52.262816999999998</c:v>
                </c:pt>
                <c:pt idx="6256">
                  <c:v>52.256104000000001</c:v>
                </c:pt>
                <c:pt idx="6257">
                  <c:v>52.095984999999999</c:v>
                </c:pt>
                <c:pt idx="6258">
                  <c:v>52.072795999999997</c:v>
                </c:pt>
                <c:pt idx="6259">
                  <c:v>52.084674999999997</c:v>
                </c:pt>
                <c:pt idx="6260">
                  <c:v>51.934829999999998</c:v>
                </c:pt>
                <c:pt idx="6261">
                  <c:v>51.850838000000003</c:v>
                </c:pt>
                <c:pt idx="6262">
                  <c:v>51.928452</c:v>
                </c:pt>
                <c:pt idx="6263">
                  <c:v>51.933235000000003</c:v>
                </c:pt>
                <c:pt idx="6264">
                  <c:v>51.639575999999998</c:v>
                </c:pt>
                <c:pt idx="6265">
                  <c:v>51.446232000000002</c:v>
                </c:pt>
                <c:pt idx="6266">
                  <c:v>51.513866</c:v>
                </c:pt>
                <c:pt idx="6267">
                  <c:v>51.631863000000003</c:v>
                </c:pt>
                <c:pt idx="6268">
                  <c:v>51.721252</c:v>
                </c:pt>
                <c:pt idx="6269">
                  <c:v>51.651294999999998</c:v>
                </c:pt>
                <c:pt idx="6270">
                  <c:v>51.658619000000002</c:v>
                </c:pt>
                <c:pt idx="6271">
                  <c:v>51.619278000000001</c:v>
                </c:pt>
                <c:pt idx="6272">
                  <c:v>51.402996000000002</c:v>
                </c:pt>
                <c:pt idx="6273">
                  <c:v>51.215800999999999</c:v>
                </c:pt>
                <c:pt idx="6274">
                  <c:v>52.144050999999997</c:v>
                </c:pt>
                <c:pt idx="6275">
                  <c:v>52.863258000000002</c:v>
                </c:pt>
                <c:pt idx="6276">
                  <c:v>53.125748000000002</c:v>
                </c:pt>
                <c:pt idx="6277">
                  <c:v>53.162906999999997</c:v>
                </c:pt>
                <c:pt idx="6278">
                  <c:v>52.986103</c:v>
                </c:pt>
                <c:pt idx="6279">
                  <c:v>52.825561999999998</c:v>
                </c:pt>
                <c:pt idx="6280">
                  <c:v>52.835158999999997</c:v>
                </c:pt>
                <c:pt idx="6281">
                  <c:v>52.715778</c:v>
                </c:pt>
                <c:pt idx="6282">
                  <c:v>52.483027999999997</c:v>
                </c:pt>
                <c:pt idx="6283">
                  <c:v>52.419155000000003</c:v>
                </c:pt>
                <c:pt idx="6284">
                  <c:v>52.495849999999997</c:v>
                </c:pt>
                <c:pt idx="6285">
                  <c:v>52.400748999999998</c:v>
                </c:pt>
                <c:pt idx="6286">
                  <c:v>52.102093000000004</c:v>
                </c:pt>
                <c:pt idx="6287">
                  <c:v>51.855182999999997</c:v>
                </c:pt>
                <c:pt idx="6288">
                  <c:v>51.952972000000003</c:v>
                </c:pt>
                <c:pt idx="6289">
                  <c:v>52.266331000000001</c:v>
                </c:pt>
                <c:pt idx="6290">
                  <c:v>52.40202</c:v>
                </c:pt>
                <c:pt idx="6291">
                  <c:v>52.555213999999999</c:v>
                </c:pt>
                <c:pt idx="6292">
                  <c:v>52.864215999999999</c:v>
                </c:pt>
                <c:pt idx="6293">
                  <c:v>53.275874999999999</c:v>
                </c:pt>
                <c:pt idx="6294">
                  <c:v>53.844707</c:v>
                </c:pt>
                <c:pt idx="6295">
                  <c:v>54.714146</c:v>
                </c:pt>
                <c:pt idx="6296">
                  <c:v>55.422671999999999</c:v>
                </c:pt>
                <c:pt idx="6297">
                  <c:v>55.732143000000001</c:v>
                </c:pt>
                <c:pt idx="6298">
                  <c:v>55.701816999999998</c:v>
                </c:pt>
                <c:pt idx="6299">
                  <c:v>55.243457999999997</c:v>
                </c:pt>
                <c:pt idx="6300">
                  <c:v>53.723339000000003</c:v>
                </c:pt>
                <c:pt idx="6301">
                  <c:v>52.768051</c:v>
                </c:pt>
                <c:pt idx="6302">
                  <c:v>52.493907999999998</c:v>
                </c:pt>
                <c:pt idx="6303">
                  <c:v>52.197693000000001</c:v>
                </c:pt>
                <c:pt idx="6304">
                  <c:v>51.951613999999999</c:v>
                </c:pt>
                <c:pt idx="6305">
                  <c:v>51.812424</c:v>
                </c:pt>
                <c:pt idx="6306">
                  <c:v>51.689514000000003</c:v>
                </c:pt>
                <c:pt idx="6307">
                  <c:v>51.602356</c:v>
                </c:pt>
                <c:pt idx="6308">
                  <c:v>51.589699000000003</c:v>
                </c:pt>
                <c:pt idx="6309">
                  <c:v>51.627178000000001</c:v>
                </c:pt>
                <c:pt idx="6310">
                  <c:v>51.716560000000001</c:v>
                </c:pt>
                <c:pt idx="6311">
                  <c:v>51.785038</c:v>
                </c:pt>
                <c:pt idx="6312">
                  <c:v>51.885727000000003</c:v>
                </c:pt>
                <c:pt idx="6313">
                  <c:v>51.982303999999999</c:v>
                </c:pt>
                <c:pt idx="6314">
                  <c:v>52.006618000000003</c:v>
                </c:pt>
                <c:pt idx="6315">
                  <c:v>52.081924000000001</c:v>
                </c:pt>
                <c:pt idx="6316">
                  <c:v>52.177795000000003</c:v>
                </c:pt>
                <c:pt idx="6317">
                  <c:v>52.306274000000002</c:v>
                </c:pt>
                <c:pt idx="6318">
                  <c:v>52.519218000000002</c:v>
                </c:pt>
                <c:pt idx="6319">
                  <c:v>52.787028999999997</c:v>
                </c:pt>
                <c:pt idx="6320">
                  <c:v>53.060383000000002</c:v>
                </c:pt>
                <c:pt idx="6321">
                  <c:v>53.280399000000003</c:v>
                </c:pt>
                <c:pt idx="6322">
                  <c:v>53.442447999999999</c:v>
                </c:pt>
                <c:pt idx="6323">
                  <c:v>53.593445000000003</c:v>
                </c:pt>
                <c:pt idx="6324">
                  <c:v>53.767380000000003</c:v>
                </c:pt>
                <c:pt idx="6325">
                  <c:v>53.950012000000001</c:v>
                </c:pt>
                <c:pt idx="6326">
                  <c:v>54.090549000000003</c:v>
                </c:pt>
                <c:pt idx="6327">
                  <c:v>54.284568999999998</c:v>
                </c:pt>
                <c:pt idx="6328">
                  <c:v>54.489032999999999</c:v>
                </c:pt>
                <c:pt idx="6329">
                  <c:v>54.635688999999999</c:v>
                </c:pt>
                <c:pt idx="6330">
                  <c:v>54.703167000000001</c:v>
                </c:pt>
                <c:pt idx="6331">
                  <c:v>54.757995999999999</c:v>
                </c:pt>
                <c:pt idx="6332">
                  <c:v>54.885536000000002</c:v>
                </c:pt>
                <c:pt idx="6333">
                  <c:v>55.132407999999998</c:v>
                </c:pt>
                <c:pt idx="6334">
                  <c:v>55.495426000000002</c:v>
                </c:pt>
                <c:pt idx="6335">
                  <c:v>55.927371999999998</c:v>
                </c:pt>
                <c:pt idx="6336">
                  <c:v>56.339587999999999</c:v>
                </c:pt>
                <c:pt idx="6337">
                  <c:v>56.706287000000003</c:v>
                </c:pt>
                <c:pt idx="6338">
                  <c:v>57.140545000000003</c:v>
                </c:pt>
                <c:pt idx="6339">
                  <c:v>57.511662000000001</c:v>
                </c:pt>
                <c:pt idx="6340">
                  <c:v>57.653106999999999</c:v>
                </c:pt>
                <c:pt idx="6341">
                  <c:v>57.584983999999999</c:v>
                </c:pt>
                <c:pt idx="6342">
                  <c:v>57.406219</c:v>
                </c:pt>
                <c:pt idx="6343">
                  <c:v>57.150444</c:v>
                </c:pt>
                <c:pt idx="6344">
                  <c:v>56.953682000000001</c:v>
                </c:pt>
                <c:pt idx="6345">
                  <c:v>56.895218</c:v>
                </c:pt>
                <c:pt idx="6346">
                  <c:v>56.987887999999998</c:v>
                </c:pt>
                <c:pt idx="6347">
                  <c:v>57.189219999999999</c:v>
                </c:pt>
                <c:pt idx="6348">
                  <c:v>57.350906000000002</c:v>
                </c:pt>
                <c:pt idx="6349">
                  <c:v>57.487437999999997</c:v>
                </c:pt>
                <c:pt idx="6350">
                  <c:v>57.646743999999998</c:v>
                </c:pt>
                <c:pt idx="6351">
                  <c:v>57.761726000000003</c:v>
                </c:pt>
                <c:pt idx="6352">
                  <c:v>57.865645999999998</c:v>
                </c:pt>
                <c:pt idx="6353">
                  <c:v>57.965397000000003</c:v>
                </c:pt>
                <c:pt idx="6354">
                  <c:v>58.062125999999999</c:v>
                </c:pt>
                <c:pt idx="6355">
                  <c:v>58.097973000000003</c:v>
                </c:pt>
                <c:pt idx="6356">
                  <c:v>58.088527999999997</c:v>
                </c:pt>
                <c:pt idx="6357">
                  <c:v>58.067321999999997</c:v>
                </c:pt>
                <c:pt idx="6358">
                  <c:v>58.051552000000001</c:v>
                </c:pt>
                <c:pt idx="6359">
                  <c:v>58.010390999999998</c:v>
                </c:pt>
                <c:pt idx="6360">
                  <c:v>57.920822000000001</c:v>
                </c:pt>
                <c:pt idx="6361">
                  <c:v>57.744610000000002</c:v>
                </c:pt>
                <c:pt idx="6362">
                  <c:v>57.600101000000002</c:v>
                </c:pt>
                <c:pt idx="6363">
                  <c:v>57.458241000000001</c:v>
                </c:pt>
                <c:pt idx="6364">
                  <c:v>57.309460000000001</c:v>
                </c:pt>
                <c:pt idx="6365">
                  <c:v>57.179203000000001</c:v>
                </c:pt>
                <c:pt idx="6366">
                  <c:v>57.091068</c:v>
                </c:pt>
                <c:pt idx="6367">
                  <c:v>57.046936000000002</c:v>
                </c:pt>
                <c:pt idx="6368">
                  <c:v>56.979320999999999</c:v>
                </c:pt>
                <c:pt idx="6369">
                  <c:v>56.906619999999997</c:v>
                </c:pt>
                <c:pt idx="6370">
                  <c:v>56.889809</c:v>
                </c:pt>
                <c:pt idx="6371">
                  <c:v>56.964599999999997</c:v>
                </c:pt>
                <c:pt idx="6372">
                  <c:v>57.073588999999998</c:v>
                </c:pt>
                <c:pt idx="6373">
                  <c:v>57.239567000000001</c:v>
                </c:pt>
                <c:pt idx="6374">
                  <c:v>57.565562999999997</c:v>
                </c:pt>
                <c:pt idx="6375">
                  <c:v>57.979557</c:v>
                </c:pt>
                <c:pt idx="6376">
                  <c:v>58.457996000000001</c:v>
                </c:pt>
                <c:pt idx="6377">
                  <c:v>58.958351</c:v>
                </c:pt>
                <c:pt idx="6378">
                  <c:v>59.367866999999997</c:v>
                </c:pt>
                <c:pt idx="6379">
                  <c:v>59.574764000000002</c:v>
                </c:pt>
                <c:pt idx="6380">
                  <c:v>59.726027999999999</c:v>
                </c:pt>
                <c:pt idx="6381">
                  <c:v>59.855606000000002</c:v>
                </c:pt>
                <c:pt idx="6382">
                  <c:v>59.991900999999999</c:v>
                </c:pt>
                <c:pt idx="6383">
                  <c:v>60.139561</c:v>
                </c:pt>
                <c:pt idx="6384">
                  <c:v>60.318007999999999</c:v>
                </c:pt>
                <c:pt idx="6385">
                  <c:v>60.575305999999998</c:v>
                </c:pt>
                <c:pt idx="6386">
                  <c:v>60.986514999999997</c:v>
                </c:pt>
                <c:pt idx="6387">
                  <c:v>61.576000000000001</c:v>
                </c:pt>
                <c:pt idx="6388">
                  <c:v>62.241523999999998</c:v>
                </c:pt>
                <c:pt idx="6389">
                  <c:v>62.888843999999999</c:v>
                </c:pt>
                <c:pt idx="6390">
                  <c:v>63.515633000000001</c:v>
                </c:pt>
                <c:pt idx="6391">
                  <c:v>64.052391</c:v>
                </c:pt>
                <c:pt idx="6392">
                  <c:v>64.541595000000001</c:v>
                </c:pt>
                <c:pt idx="6393">
                  <c:v>64.079123999999993</c:v>
                </c:pt>
                <c:pt idx="6394">
                  <c:v>64.369995000000003</c:v>
                </c:pt>
                <c:pt idx="6395">
                  <c:v>64.511550999999997</c:v>
                </c:pt>
                <c:pt idx="6396">
                  <c:v>64.710883999999993</c:v>
                </c:pt>
                <c:pt idx="6397">
                  <c:v>64.950478000000004</c:v>
                </c:pt>
                <c:pt idx="6398">
                  <c:v>65.136093000000002</c:v>
                </c:pt>
                <c:pt idx="6399">
                  <c:v>65.250809000000004</c:v>
                </c:pt>
                <c:pt idx="6400">
                  <c:v>65.332977</c:v>
                </c:pt>
                <c:pt idx="6401">
                  <c:v>65.337547000000001</c:v>
                </c:pt>
                <c:pt idx="6402">
                  <c:v>65.240379000000004</c:v>
                </c:pt>
                <c:pt idx="6403">
                  <c:v>65.137611000000007</c:v>
                </c:pt>
                <c:pt idx="6404">
                  <c:v>65.077826999999999</c:v>
                </c:pt>
                <c:pt idx="6405">
                  <c:v>65.198325999999994</c:v>
                </c:pt>
                <c:pt idx="6406">
                  <c:v>65.365798999999996</c:v>
                </c:pt>
                <c:pt idx="6407">
                  <c:v>65.518271999999996</c:v>
                </c:pt>
                <c:pt idx="6408">
                  <c:v>65.617630000000005</c:v>
                </c:pt>
                <c:pt idx="6409">
                  <c:v>65.604607000000001</c:v>
                </c:pt>
                <c:pt idx="6410">
                  <c:v>65.628853000000007</c:v>
                </c:pt>
                <c:pt idx="6411">
                  <c:v>65.679085000000001</c:v>
                </c:pt>
                <c:pt idx="6412">
                  <c:v>65.710266000000004</c:v>
                </c:pt>
                <c:pt idx="6413">
                  <c:v>65.766189999999995</c:v>
                </c:pt>
                <c:pt idx="6414">
                  <c:v>65.850761000000006</c:v>
                </c:pt>
                <c:pt idx="6415">
                  <c:v>65.97963</c:v>
                </c:pt>
                <c:pt idx="6416">
                  <c:v>66.082008000000002</c:v>
                </c:pt>
                <c:pt idx="6417">
                  <c:v>66.097572</c:v>
                </c:pt>
                <c:pt idx="6418">
                  <c:v>66.034347999999994</c:v>
                </c:pt>
                <c:pt idx="6419">
                  <c:v>65.903762999999998</c:v>
                </c:pt>
                <c:pt idx="6420">
                  <c:v>65.657486000000006</c:v>
                </c:pt>
                <c:pt idx="6421">
                  <c:v>65.389801000000006</c:v>
                </c:pt>
                <c:pt idx="6422">
                  <c:v>65.274711999999994</c:v>
                </c:pt>
                <c:pt idx="6423">
                  <c:v>65.324218999999999</c:v>
                </c:pt>
                <c:pt idx="6424">
                  <c:v>65.460662999999997</c:v>
                </c:pt>
                <c:pt idx="6425">
                  <c:v>65.615691999999996</c:v>
                </c:pt>
                <c:pt idx="6426">
                  <c:v>65.665581000000003</c:v>
                </c:pt>
                <c:pt idx="6427">
                  <c:v>65.653144999999995</c:v>
                </c:pt>
                <c:pt idx="6428">
                  <c:v>65.641509999999997</c:v>
                </c:pt>
                <c:pt idx="6429">
                  <c:v>65.646636999999998</c:v>
                </c:pt>
                <c:pt idx="6430">
                  <c:v>65.649940000000001</c:v>
                </c:pt>
                <c:pt idx="6431">
                  <c:v>65.607887000000005</c:v>
                </c:pt>
                <c:pt idx="6432">
                  <c:v>65.586158999999995</c:v>
                </c:pt>
                <c:pt idx="6433">
                  <c:v>65.584739999999996</c:v>
                </c:pt>
                <c:pt idx="6434">
                  <c:v>65.608276000000004</c:v>
                </c:pt>
                <c:pt idx="6435">
                  <c:v>65.633101999999994</c:v>
                </c:pt>
                <c:pt idx="6436">
                  <c:v>65.668694000000002</c:v>
                </c:pt>
                <c:pt idx="6437">
                  <c:v>65.710823000000005</c:v>
                </c:pt>
                <c:pt idx="6438">
                  <c:v>65.731209000000007</c:v>
                </c:pt>
                <c:pt idx="6439">
                  <c:v>65.764824000000004</c:v>
                </c:pt>
                <c:pt idx="6440">
                  <c:v>65.868888999999996</c:v>
                </c:pt>
                <c:pt idx="6441">
                  <c:v>65.957001000000005</c:v>
                </c:pt>
                <c:pt idx="6442">
                  <c:v>65.975493999999998</c:v>
                </c:pt>
                <c:pt idx="6443">
                  <c:v>66.074196000000001</c:v>
                </c:pt>
                <c:pt idx="6444">
                  <c:v>66.254088999999993</c:v>
                </c:pt>
                <c:pt idx="6445">
                  <c:v>66.476990000000001</c:v>
                </c:pt>
                <c:pt idx="6446">
                  <c:v>66.760093999999995</c:v>
                </c:pt>
                <c:pt idx="6447">
                  <c:v>67.011284000000003</c:v>
                </c:pt>
                <c:pt idx="6448">
                  <c:v>67.119934000000001</c:v>
                </c:pt>
                <c:pt idx="6449">
                  <c:v>67.072449000000006</c:v>
                </c:pt>
                <c:pt idx="6450">
                  <c:v>67.064896000000005</c:v>
                </c:pt>
                <c:pt idx="6451">
                  <c:v>67.106750000000005</c:v>
                </c:pt>
                <c:pt idx="6452">
                  <c:v>67.162643000000003</c:v>
                </c:pt>
                <c:pt idx="6453">
                  <c:v>67.255852000000004</c:v>
                </c:pt>
                <c:pt idx="6454">
                  <c:v>67.371819000000002</c:v>
                </c:pt>
                <c:pt idx="6455">
                  <c:v>67.533935999999997</c:v>
                </c:pt>
                <c:pt idx="6456">
                  <c:v>67.801772999999997</c:v>
                </c:pt>
                <c:pt idx="6457">
                  <c:v>68.155417999999997</c:v>
                </c:pt>
                <c:pt idx="6458">
                  <c:v>68.517792</c:v>
                </c:pt>
                <c:pt idx="6459">
                  <c:v>68.921302999999995</c:v>
                </c:pt>
                <c:pt idx="6460">
                  <c:v>69.281349000000006</c:v>
                </c:pt>
                <c:pt idx="6461">
                  <c:v>69.527968999999999</c:v>
                </c:pt>
                <c:pt idx="6462">
                  <c:v>69.691727</c:v>
                </c:pt>
                <c:pt idx="6463">
                  <c:v>69.859031999999999</c:v>
                </c:pt>
                <c:pt idx="6464">
                  <c:v>70.052070999999998</c:v>
                </c:pt>
                <c:pt idx="6465">
                  <c:v>70.175331</c:v>
                </c:pt>
                <c:pt idx="6466">
                  <c:v>70.175231999999994</c:v>
                </c:pt>
                <c:pt idx="6467">
                  <c:v>70.165833000000006</c:v>
                </c:pt>
                <c:pt idx="6468">
                  <c:v>70.161445999999998</c:v>
                </c:pt>
                <c:pt idx="6469">
                  <c:v>70.155074999999997</c:v>
                </c:pt>
                <c:pt idx="6470">
                  <c:v>70.282211000000004</c:v>
                </c:pt>
                <c:pt idx="6471">
                  <c:v>70.577186999999995</c:v>
                </c:pt>
                <c:pt idx="6472">
                  <c:v>70.969261000000003</c:v>
                </c:pt>
                <c:pt idx="6473">
                  <c:v>71.413314999999997</c:v>
                </c:pt>
                <c:pt idx="6474">
                  <c:v>71.926497999999995</c:v>
                </c:pt>
                <c:pt idx="6475">
                  <c:v>72.522400000000005</c:v>
                </c:pt>
                <c:pt idx="6476">
                  <c:v>72.067702999999995</c:v>
                </c:pt>
                <c:pt idx="6477">
                  <c:v>72.301192999999998</c:v>
                </c:pt>
                <c:pt idx="6478">
                  <c:v>72.590987999999996</c:v>
                </c:pt>
                <c:pt idx="6479">
                  <c:v>72.811942999999999</c:v>
                </c:pt>
                <c:pt idx="6480">
                  <c:v>72.955971000000005</c:v>
                </c:pt>
                <c:pt idx="6481">
                  <c:v>73.003410000000002</c:v>
                </c:pt>
                <c:pt idx="6482">
                  <c:v>73.047393999999997</c:v>
                </c:pt>
                <c:pt idx="6483">
                  <c:v>73.165497000000002</c:v>
                </c:pt>
                <c:pt idx="6484">
                  <c:v>73.376480000000001</c:v>
                </c:pt>
                <c:pt idx="6485">
                  <c:v>73.622566000000006</c:v>
                </c:pt>
                <c:pt idx="6486">
                  <c:v>73.806763000000004</c:v>
                </c:pt>
                <c:pt idx="6487">
                  <c:v>73.919524999999993</c:v>
                </c:pt>
                <c:pt idx="6488">
                  <c:v>73.954894999999993</c:v>
                </c:pt>
                <c:pt idx="6489">
                  <c:v>73.920990000000003</c:v>
                </c:pt>
                <c:pt idx="6490">
                  <c:v>73.831665000000001</c:v>
                </c:pt>
                <c:pt idx="6491">
                  <c:v>73.754501000000005</c:v>
                </c:pt>
                <c:pt idx="6492">
                  <c:v>73.702797000000004</c:v>
                </c:pt>
                <c:pt idx="6493">
                  <c:v>73.646538000000007</c:v>
                </c:pt>
                <c:pt idx="6494">
                  <c:v>73.595557999999997</c:v>
                </c:pt>
                <c:pt idx="6495">
                  <c:v>73.533126999999993</c:v>
                </c:pt>
                <c:pt idx="6496">
                  <c:v>73.426063999999997</c:v>
                </c:pt>
                <c:pt idx="6497">
                  <c:v>73.302734000000001</c:v>
                </c:pt>
                <c:pt idx="6498">
                  <c:v>73.179030999999995</c:v>
                </c:pt>
                <c:pt idx="6499">
                  <c:v>73.036758000000006</c:v>
                </c:pt>
                <c:pt idx="6500">
                  <c:v>72.948700000000002</c:v>
                </c:pt>
                <c:pt idx="6501">
                  <c:v>72.974639999999994</c:v>
                </c:pt>
                <c:pt idx="6502">
                  <c:v>73.015799999999999</c:v>
                </c:pt>
                <c:pt idx="6503">
                  <c:v>72.994292999999999</c:v>
                </c:pt>
                <c:pt idx="6504">
                  <c:v>72.943504000000004</c:v>
                </c:pt>
                <c:pt idx="6505">
                  <c:v>72.860282999999995</c:v>
                </c:pt>
                <c:pt idx="6506">
                  <c:v>72.739090000000004</c:v>
                </c:pt>
                <c:pt idx="6507">
                  <c:v>72.572304000000003</c:v>
                </c:pt>
                <c:pt idx="6508">
                  <c:v>72.370041000000001</c:v>
                </c:pt>
                <c:pt idx="6509">
                  <c:v>72.197188999999995</c:v>
                </c:pt>
                <c:pt idx="6510">
                  <c:v>72.055992000000003</c:v>
                </c:pt>
                <c:pt idx="6511">
                  <c:v>71.958213999999998</c:v>
                </c:pt>
                <c:pt idx="6512">
                  <c:v>71.932136999999997</c:v>
                </c:pt>
                <c:pt idx="6513">
                  <c:v>72.017707999999999</c:v>
                </c:pt>
                <c:pt idx="6514">
                  <c:v>72.217360999999997</c:v>
                </c:pt>
                <c:pt idx="6515">
                  <c:v>72.476844999999997</c:v>
                </c:pt>
                <c:pt idx="6516">
                  <c:v>72.791138000000004</c:v>
                </c:pt>
                <c:pt idx="6517">
                  <c:v>73.074950999999999</c:v>
                </c:pt>
                <c:pt idx="6518">
                  <c:v>73.307982999999993</c:v>
                </c:pt>
                <c:pt idx="6519">
                  <c:v>73.577102999999994</c:v>
                </c:pt>
                <c:pt idx="6520">
                  <c:v>73.885947999999999</c:v>
                </c:pt>
                <c:pt idx="6521">
                  <c:v>74.229393000000002</c:v>
                </c:pt>
                <c:pt idx="6522">
                  <c:v>74.549721000000005</c:v>
                </c:pt>
                <c:pt idx="6523">
                  <c:v>74.761771999999993</c:v>
                </c:pt>
                <c:pt idx="6524">
                  <c:v>74.864433000000005</c:v>
                </c:pt>
                <c:pt idx="6525">
                  <c:v>74.901131000000007</c:v>
                </c:pt>
                <c:pt idx="6526">
                  <c:v>74.890204999999995</c:v>
                </c:pt>
                <c:pt idx="6527">
                  <c:v>74.814010999999994</c:v>
                </c:pt>
                <c:pt idx="6528">
                  <c:v>74.703216999999995</c:v>
                </c:pt>
                <c:pt idx="6529">
                  <c:v>74.601249999999993</c:v>
                </c:pt>
                <c:pt idx="6530">
                  <c:v>74.523628000000002</c:v>
                </c:pt>
                <c:pt idx="6531">
                  <c:v>74.405602000000002</c:v>
                </c:pt>
                <c:pt idx="6532">
                  <c:v>74.212761</c:v>
                </c:pt>
                <c:pt idx="6533">
                  <c:v>73.961151000000001</c:v>
                </c:pt>
                <c:pt idx="6534">
                  <c:v>73.770004</c:v>
                </c:pt>
                <c:pt idx="6535">
                  <c:v>73.671974000000006</c:v>
                </c:pt>
                <c:pt idx="6536">
                  <c:v>73.633140999999995</c:v>
                </c:pt>
                <c:pt idx="6537">
                  <c:v>73.611885000000001</c:v>
                </c:pt>
                <c:pt idx="6538">
                  <c:v>73.577933999999999</c:v>
                </c:pt>
                <c:pt idx="6539">
                  <c:v>73.528008</c:v>
                </c:pt>
                <c:pt idx="6540">
                  <c:v>73.467231999999996</c:v>
                </c:pt>
                <c:pt idx="6541">
                  <c:v>73.411499000000006</c:v>
                </c:pt>
                <c:pt idx="6542">
                  <c:v>73.362922999999995</c:v>
                </c:pt>
                <c:pt idx="6543">
                  <c:v>73.366028</c:v>
                </c:pt>
                <c:pt idx="6544">
                  <c:v>73.481803999999997</c:v>
                </c:pt>
                <c:pt idx="6545">
                  <c:v>73.707274999999996</c:v>
                </c:pt>
                <c:pt idx="6546">
                  <c:v>73.946465000000003</c:v>
                </c:pt>
                <c:pt idx="6547">
                  <c:v>74.198493999999997</c:v>
                </c:pt>
                <c:pt idx="6548">
                  <c:v>74.430572999999995</c:v>
                </c:pt>
                <c:pt idx="6549">
                  <c:v>74.621505999999997</c:v>
                </c:pt>
                <c:pt idx="6550">
                  <c:v>74.753249999999994</c:v>
                </c:pt>
                <c:pt idx="6551">
                  <c:v>74.786017999999999</c:v>
                </c:pt>
                <c:pt idx="6552">
                  <c:v>74.736214000000004</c:v>
                </c:pt>
                <c:pt idx="6553">
                  <c:v>74.656525000000002</c:v>
                </c:pt>
                <c:pt idx="6554">
                  <c:v>74.586928999999998</c:v>
                </c:pt>
                <c:pt idx="6555">
                  <c:v>74.521736000000004</c:v>
                </c:pt>
                <c:pt idx="6556">
                  <c:v>74.459564</c:v>
                </c:pt>
                <c:pt idx="6557">
                  <c:v>74.391425999999996</c:v>
                </c:pt>
                <c:pt idx="6558">
                  <c:v>74.315475000000006</c:v>
                </c:pt>
                <c:pt idx="6559">
                  <c:v>74.201667999999998</c:v>
                </c:pt>
                <c:pt idx="6560">
                  <c:v>74.081931999999995</c:v>
                </c:pt>
                <c:pt idx="6561">
                  <c:v>73.995475999999996</c:v>
                </c:pt>
                <c:pt idx="6562">
                  <c:v>73.921859999999995</c:v>
                </c:pt>
                <c:pt idx="6563">
                  <c:v>73.858054999999993</c:v>
                </c:pt>
                <c:pt idx="6564">
                  <c:v>73.760872000000006</c:v>
                </c:pt>
                <c:pt idx="6565">
                  <c:v>73.61721</c:v>
                </c:pt>
                <c:pt idx="6566">
                  <c:v>73.483870999999994</c:v>
                </c:pt>
                <c:pt idx="6567">
                  <c:v>73.412979000000007</c:v>
                </c:pt>
                <c:pt idx="6568">
                  <c:v>73.453689999999995</c:v>
                </c:pt>
                <c:pt idx="6569">
                  <c:v>73.554107999999999</c:v>
                </c:pt>
                <c:pt idx="6570">
                  <c:v>73.586219999999997</c:v>
                </c:pt>
                <c:pt idx="6571">
                  <c:v>73.542664000000002</c:v>
                </c:pt>
                <c:pt idx="6572">
                  <c:v>73.464484999999996</c:v>
                </c:pt>
                <c:pt idx="6573">
                  <c:v>73.338463000000004</c:v>
                </c:pt>
                <c:pt idx="6574">
                  <c:v>73.156738000000004</c:v>
                </c:pt>
                <c:pt idx="6575">
                  <c:v>72.957626000000005</c:v>
                </c:pt>
                <c:pt idx="6576">
                  <c:v>72.769333000000003</c:v>
                </c:pt>
                <c:pt idx="6577">
                  <c:v>72.625854000000004</c:v>
                </c:pt>
                <c:pt idx="6578">
                  <c:v>72.560860000000005</c:v>
                </c:pt>
                <c:pt idx="6579">
                  <c:v>72.512718000000007</c:v>
                </c:pt>
                <c:pt idx="6580">
                  <c:v>72.470771999999997</c:v>
                </c:pt>
                <c:pt idx="6581">
                  <c:v>72.408478000000002</c:v>
                </c:pt>
                <c:pt idx="6582">
                  <c:v>72.440337999999997</c:v>
                </c:pt>
                <c:pt idx="6583">
                  <c:v>72.646652000000003</c:v>
                </c:pt>
                <c:pt idx="6584">
                  <c:v>72.881659999999997</c:v>
                </c:pt>
                <c:pt idx="6585">
                  <c:v>73.046631000000005</c:v>
                </c:pt>
                <c:pt idx="6586">
                  <c:v>73.155235000000005</c:v>
                </c:pt>
                <c:pt idx="6587">
                  <c:v>73.269829000000001</c:v>
                </c:pt>
                <c:pt idx="6588">
                  <c:v>73.345055000000002</c:v>
                </c:pt>
                <c:pt idx="6589">
                  <c:v>73.325546000000003</c:v>
                </c:pt>
                <c:pt idx="6590">
                  <c:v>73.210769999999997</c:v>
                </c:pt>
                <c:pt idx="6591">
                  <c:v>73.075958</c:v>
                </c:pt>
                <c:pt idx="6592">
                  <c:v>73.014556999999996</c:v>
                </c:pt>
                <c:pt idx="6593">
                  <c:v>73.083572000000004</c:v>
                </c:pt>
                <c:pt idx="6594">
                  <c:v>73.250174999999999</c:v>
                </c:pt>
                <c:pt idx="6595">
                  <c:v>73.490386999999998</c:v>
                </c:pt>
                <c:pt idx="6596">
                  <c:v>73.673728999999994</c:v>
                </c:pt>
                <c:pt idx="6597">
                  <c:v>73.882430999999997</c:v>
                </c:pt>
                <c:pt idx="6598">
                  <c:v>74.132141000000004</c:v>
                </c:pt>
                <c:pt idx="6599">
                  <c:v>74.370170999999999</c:v>
                </c:pt>
                <c:pt idx="6600">
                  <c:v>74.596405000000004</c:v>
                </c:pt>
                <c:pt idx="6601">
                  <c:v>74.832549999999998</c:v>
                </c:pt>
                <c:pt idx="6602">
                  <c:v>75.015152</c:v>
                </c:pt>
                <c:pt idx="6603">
                  <c:v>75.131339999999994</c:v>
                </c:pt>
                <c:pt idx="6604">
                  <c:v>75.241294999999994</c:v>
                </c:pt>
                <c:pt idx="6605">
                  <c:v>75.312408000000005</c:v>
                </c:pt>
                <c:pt idx="6606">
                  <c:v>75.279708999999997</c:v>
                </c:pt>
                <c:pt idx="6607">
                  <c:v>75.203147999999999</c:v>
                </c:pt>
                <c:pt idx="6608">
                  <c:v>75.141846000000001</c:v>
                </c:pt>
                <c:pt idx="6609">
                  <c:v>73.876671000000002</c:v>
                </c:pt>
                <c:pt idx="6610">
                  <c:v>73.821074999999993</c:v>
                </c:pt>
                <c:pt idx="6611">
                  <c:v>73.816826000000006</c:v>
                </c:pt>
                <c:pt idx="6612">
                  <c:v>73.916167999999999</c:v>
                </c:pt>
                <c:pt idx="6613">
                  <c:v>73.970161000000004</c:v>
                </c:pt>
                <c:pt idx="6614">
                  <c:v>73.977547000000001</c:v>
                </c:pt>
                <c:pt idx="6615">
                  <c:v>73.886268999999999</c:v>
                </c:pt>
                <c:pt idx="6616">
                  <c:v>73.623428000000004</c:v>
                </c:pt>
                <c:pt idx="6617">
                  <c:v>73.157837000000001</c:v>
                </c:pt>
                <c:pt idx="6618">
                  <c:v>72.803550999999999</c:v>
                </c:pt>
                <c:pt idx="6619">
                  <c:v>72.644112000000007</c:v>
                </c:pt>
                <c:pt idx="6620">
                  <c:v>72.611671000000001</c:v>
                </c:pt>
                <c:pt idx="6621">
                  <c:v>72.627701000000002</c:v>
                </c:pt>
                <c:pt idx="6622">
                  <c:v>72.578461000000004</c:v>
                </c:pt>
                <c:pt idx="6623">
                  <c:v>72.484298999999993</c:v>
                </c:pt>
                <c:pt idx="6624">
                  <c:v>72.361580000000004</c:v>
                </c:pt>
                <c:pt idx="6625">
                  <c:v>72.292502999999996</c:v>
                </c:pt>
                <c:pt idx="6626">
                  <c:v>72.307204999999996</c:v>
                </c:pt>
                <c:pt idx="6627">
                  <c:v>72.382880999999998</c:v>
                </c:pt>
                <c:pt idx="6628">
                  <c:v>72.522803999999994</c:v>
                </c:pt>
                <c:pt idx="6629">
                  <c:v>72.674666999999999</c:v>
                </c:pt>
                <c:pt idx="6630">
                  <c:v>72.845146</c:v>
                </c:pt>
                <c:pt idx="6631">
                  <c:v>73.001648000000003</c:v>
                </c:pt>
                <c:pt idx="6632">
                  <c:v>73.072281000000004</c:v>
                </c:pt>
                <c:pt idx="6633">
                  <c:v>73.130477999999997</c:v>
                </c:pt>
                <c:pt idx="6634">
                  <c:v>73.170044000000004</c:v>
                </c:pt>
                <c:pt idx="6635">
                  <c:v>73.131134000000003</c:v>
                </c:pt>
                <c:pt idx="6636">
                  <c:v>73.028564000000003</c:v>
                </c:pt>
                <c:pt idx="6637">
                  <c:v>72.935080999999997</c:v>
                </c:pt>
                <c:pt idx="6638">
                  <c:v>72.824883</c:v>
                </c:pt>
                <c:pt idx="6639">
                  <c:v>72.759711999999993</c:v>
                </c:pt>
                <c:pt idx="6640">
                  <c:v>72.944969</c:v>
                </c:pt>
                <c:pt idx="6641">
                  <c:v>73.270088000000001</c:v>
                </c:pt>
                <c:pt idx="6642">
                  <c:v>73.593413999999996</c:v>
                </c:pt>
                <c:pt idx="6643">
                  <c:v>73.927611999999996</c:v>
                </c:pt>
                <c:pt idx="6644">
                  <c:v>74.214432000000002</c:v>
                </c:pt>
                <c:pt idx="6645">
                  <c:v>75.746582000000004</c:v>
                </c:pt>
                <c:pt idx="6646">
                  <c:v>75.503555000000006</c:v>
                </c:pt>
                <c:pt idx="6647">
                  <c:v>75.285431000000003</c:v>
                </c:pt>
                <c:pt idx="6648">
                  <c:v>75.010002</c:v>
                </c:pt>
                <c:pt idx="6649">
                  <c:v>74.692886000000001</c:v>
                </c:pt>
                <c:pt idx="6650">
                  <c:v>74.564605999999998</c:v>
                </c:pt>
                <c:pt idx="6651">
                  <c:v>74.609581000000006</c:v>
                </c:pt>
                <c:pt idx="6652">
                  <c:v>74.667739999999995</c:v>
                </c:pt>
                <c:pt idx="6653">
                  <c:v>74.774704</c:v>
                </c:pt>
                <c:pt idx="6654">
                  <c:v>74.954369</c:v>
                </c:pt>
                <c:pt idx="6655">
                  <c:v>75.192299000000006</c:v>
                </c:pt>
                <c:pt idx="6656">
                  <c:v>75.363533000000004</c:v>
                </c:pt>
                <c:pt idx="6657">
                  <c:v>75.443916000000002</c:v>
                </c:pt>
                <c:pt idx="6658">
                  <c:v>75.565369000000004</c:v>
                </c:pt>
                <c:pt idx="6659">
                  <c:v>75.617287000000005</c:v>
                </c:pt>
                <c:pt idx="6660">
                  <c:v>75.574493000000004</c:v>
                </c:pt>
                <c:pt idx="6661">
                  <c:v>75.672873999999993</c:v>
                </c:pt>
                <c:pt idx="6662">
                  <c:v>75.802834000000004</c:v>
                </c:pt>
                <c:pt idx="6663">
                  <c:v>75.949614999999994</c:v>
                </c:pt>
                <c:pt idx="6664">
                  <c:v>76.068343999999996</c:v>
                </c:pt>
                <c:pt idx="6665">
                  <c:v>76.170647000000002</c:v>
                </c:pt>
                <c:pt idx="6666">
                  <c:v>76.305831999999995</c:v>
                </c:pt>
                <c:pt idx="6667">
                  <c:v>76.325951000000003</c:v>
                </c:pt>
                <c:pt idx="6668">
                  <c:v>76.480521999999993</c:v>
                </c:pt>
                <c:pt idx="6669">
                  <c:v>76.716712999999999</c:v>
                </c:pt>
                <c:pt idx="6670">
                  <c:v>77.171288000000004</c:v>
                </c:pt>
                <c:pt idx="6671">
                  <c:v>76.400490000000005</c:v>
                </c:pt>
                <c:pt idx="6672">
                  <c:v>76.820633000000001</c:v>
                </c:pt>
                <c:pt idx="6673">
                  <c:v>77.161574999999999</c:v>
                </c:pt>
                <c:pt idx="6674">
                  <c:v>77.359595999999996</c:v>
                </c:pt>
                <c:pt idx="6675">
                  <c:v>77.530518000000001</c:v>
                </c:pt>
                <c:pt idx="6676">
                  <c:v>77.670997999999997</c:v>
                </c:pt>
                <c:pt idx="6677">
                  <c:v>77.904754999999994</c:v>
                </c:pt>
                <c:pt idx="6678">
                  <c:v>78.202126000000007</c:v>
                </c:pt>
                <c:pt idx="6679">
                  <c:v>78.460907000000006</c:v>
                </c:pt>
                <c:pt idx="6680">
                  <c:v>78.690033</c:v>
                </c:pt>
                <c:pt idx="6681">
                  <c:v>78.795753000000005</c:v>
                </c:pt>
                <c:pt idx="6682">
                  <c:v>78.806518999999994</c:v>
                </c:pt>
                <c:pt idx="6683">
                  <c:v>78.914055000000005</c:v>
                </c:pt>
                <c:pt idx="6684">
                  <c:v>79.272270000000006</c:v>
                </c:pt>
                <c:pt idx="6685">
                  <c:v>79.680404999999993</c:v>
                </c:pt>
                <c:pt idx="6686">
                  <c:v>80.010834000000003</c:v>
                </c:pt>
                <c:pt idx="6687">
                  <c:v>80.239554999999996</c:v>
                </c:pt>
                <c:pt idx="6688">
                  <c:v>80.275611999999995</c:v>
                </c:pt>
                <c:pt idx="6689">
                  <c:v>80.195328000000003</c:v>
                </c:pt>
                <c:pt idx="6690">
                  <c:v>80.090508</c:v>
                </c:pt>
                <c:pt idx="6691">
                  <c:v>79.888672</c:v>
                </c:pt>
                <c:pt idx="6692">
                  <c:v>79.718970999999996</c:v>
                </c:pt>
                <c:pt idx="6693">
                  <c:v>79.499129999999994</c:v>
                </c:pt>
                <c:pt idx="6694">
                  <c:v>79.218734999999995</c:v>
                </c:pt>
                <c:pt idx="6695">
                  <c:v>79.041290000000004</c:v>
                </c:pt>
                <c:pt idx="6696">
                  <c:v>78.955337999999998</c:v>
                </c:pt>
                <c:pt idx="6697">
                  <c:v>78.973479999999995</c:v>
                </c:pt>
                <c:pt idx="6698">
                  <c:v>78.976356999999993</c:v>
                </c:pt>
                <c:pt idx="6699">
                  <c:v>79.004097000000002</c:v>
                </c:pt>
                <c:pt idx="6700">
                  <c:v>79.105430999999996</c:v>
                </c:pt>
                <c:pt idx="6701">
                  <c:v>79.163634999999999</c:v>
                </c:pt>
                <c:pt idx="6702">
                  <c:v>79.098793000000001</c:v>
                </c:pt>
                <c:pt idx="6703">
                  <c:v>79.062515000000005</c:v>
                </c:pt>
                <c:pt idx="6704">
                  <c:v>79.100700000000003</c:v>
                </c:pt>
                <c:pt idx="6705">
                  <c:v>79.222198000000006</c:v>
                </c:pt>
                <c:pt idx="6706">
                  <c:v>79.401375000000002</c:v>
                </c:pt>
                <c:pt idx="6707">
                  <c:v>79.548385999999994</c:v>
                </c:pt>
                <c:pt idx="6708">
                  <c:v>79.692138999999997</c:v>
                </c:pt>
                <c:pt idx="6709">
                  <c:v>79.733260999999999</c:v>
                </c:pt>
                <c:pt idx="6710">
                  <c:v>79.784210000000002</c:v>
                </c:pt>
                <c:pt idx="6711">
                  <c:v>79.746048000000002</c:v>
                </c:pt>
                <c:pt idx="6712">
                  <c:v>79.673575999999997</c:v>
                </c:pt>
                <c:pt idx="6713">
                  <c:v>79.593093999999994</c:v>
                </c:pt>
                <c:pt idx="6714">
                  <c:v>79.515732</c:v>
                </c:pt>
                <c:pt idx="6715">
                  <c:v>79.521072000000004</c:v>
                </c:pt>
                <c:pt idx="6716">
                  <c:v>79.543921999999995</c:v>
                </c:pt>
                <c:pt idx="6717">
                  <c:v>79.649117000000004</c:v>
                </c:pt>
                <c:pt idx="6718">
                  <c:v>79.784415999999993</c:v>
                </c:pt>
                <c:pt idx="6719">
                  <c:v>79.879265000000004</c:v>
                </c:pt>
                <c:pt idx="6720">
                  <c:v>80.020615000000006</c:v>
                </c:pt>
                <c:pt idx="6721">
                  <c:v>80.266570999999999</c:v>
                </c:pt>
                <c:pt idx="6722">
                  <c:v>80.572342000000006</c:v>
                </c:pt>
                <c:pt idx="6723">
                  <c:v>80.919822999999994</c:v>
                </c:pt>
                <c:pt idx="6724">
                  <c:v>81.176872000000003</c:v>
                </c:pt>
                <c:pt idx="6725">
                  <c:v>81.365662</c:v>
                </c:pt>
                <c:pt idx="6726">
                  <c:v>81.448425</c:v>
                </c:pt>
                <c:pt idx="6727">
                  <c:v>81.502617000000001</c:v>
                </c:pt>
                <c:pt idx="6728">
                  <c:v>81.503219999999999</c:v>
                </c:pt>
                <c:pt idx="6729">
                  <c:v>81.546447999999998</c:v>
                </c:pt>
                <c:pt idx="6730">
                  <c:v>81.608269000000007</c:v>
                </c:pt>
                <c:pt idx="6731">
                  <c:v>81.708472999999998</c:v>
                </c:pt>
                <c:pt idx="6732">
                  <c:v>81.820403999999996</c:v>
                </c:pt>
                <c:pt idx="6733">
                  <c:v>81.939468000000005</c:v>
                </c:pt>
                <c:pt idx="6734">
                  <c:v>82.043587000000002</c:v>
                </c:pt>
                <c:pt idx="6735">
                  <c:v>82.114136000000002</c:v>
                </c:pt>
                <c:pt idx="6736">
                  <c:v>82.164023999999998</c:v>
                </c:pt>
                <c:pt idx="6737">
                  <c:v>82.153282000000004</c:v>
                </c:pt>
                <c:pt idx="6738">
                  <c:v>82.159485000000004</c:v>
                </c:pt>
                <c:pt idx="6739">
                  <c:v>82.146202000000002</c:v>
                </c:pt>
                <c:pt idx="6740">
                  <c:v>82.121551999999994</c:v>
                </c:pt>
                <c:pt idx="6741">
                  <c:v>82.143692000000001</c:v>
                </c:pt>
                <c:pt idx="6742">
                  <c:v>82.181061</c:v>
                </c:pt>
                <c:pt idx="6743">
                  <c:v>82.237907000000007</c:v>
                </c:pt>
                <c:pt idx="6744">
                  <c:v>82.324928</c:v>
                </c:pt>
                <c:pt idx="6745">
                  <c:v>82.427498</c:v>
                </c:pt>
                <c:pt idx="6746">
                  <c:v>82.536513999999997</c:v>
                </c:pt>
                <c:pt idx="6747">
                  <c:v>82.622864000000007</c:v>
                </c:pt>
                <c:pt idx="6748">
                  <c:v>82.758018000000007</c:v>
                </c:pt>
                <c:pt idx="6749">
                  <c:v>82.928344999999993</c:v>
                </c:pt>
                <c:pt idx="6750">
                  <c:v>83.113022000000001</c:v>
                </c:pt>
                <c:pt idx="6751">
                  <c:v>83.247482000000005</c:v>
                </c:pt>
                <c:pt idx="6752">
                  <c:v>83.315903000000006</c:v>
                </c:pt>
                <c:pt idx="6753">
                  <c:v>83.330223000000004</c:v>
                </c:pt>
                <c:pt idx="6754">
                  <c:v>83.324066000000002</c:v>
                </c:pt>
                <c:pt idx="6755">
                  <c:v>83.347083999999995</c:v>
                </c:pt>
                <c:pt idx="6756">
                  <c:v>83.388228999999995</c:v>
                </c:pt>
                <c:pt idx="6757">
                  <c:v>83.487717000000004</c:v>
                </c:pt>
                <c:pt idx="6758">
                  <c:v>83.653533999999993</c:v>
                </c:pt>
                <c:pt idx="6759">
                  <c:v>83.835037</c:v>
                </c:pt>
                <c:pt idx="6760">
                  <c:v>83.986419999999995</c:v>
                </c:pt>
                <c:pt idx="6761">
                  <c:v>84.002669999999995</c:v>
                </c:pt>
                <c:pt idx="6762">
                  <c:v>84.000647999999998</c:v>
                </c:pt>
                <c:pt idx="6763">
                  <c:v>83.981093999999999</c:v>
                </c:pt>
                <c:pt idx="6764">
                  <c:v>83.943496999999994</c:v>
                </c:pt>
                <c:pt idx="6765">
                  <c:v>83.922882000000001</c:v>
                </c:pt>
                <c:pt idx="6766">
                  <c:v>83.949996999999996</c:v>
                </c:pt>
                <c:pt idx="6767">
                  <c:v>84.045258000000004</c:v>
                </c:pt>
                <c:pt idx="6768">
                  <c:v>84.173653000000002</c:v>
                </c:pt>
                <c:pt idx="6769">
                  <c:v>84.262634000000006</c:v>
                </c:pt>
                <c:pt idx="6770">
                  <c:v>84.254845000000003</c:v>
                </c:pt>
                <c:pt idx="6771">
                  <c:v>84.240311000000005</c:v>
                </c:pt>
                <c:pt idx="6772">
                  <c:v>84.227958999999998</c:v>
                </c:pt>
                <c:pt idx="6773">
                  <c:v>84.225371999999993</c:v>
                </c:pt>
                <c:pt idx="6774">
                  <c:v>84.246544</c:v>
                </c:pt>
                <c:pt idx="6775">
                  <c:v>84.282432999999997</c:v>
                </c:pt>
                <c:pt idx="6776">
                  <c:v>84.357551999999998</c:v>
                </c:pt>
                <c:pt idx="6777">
                  <c:v>84.418411000000006</c:v>
                </c:pt>
                <c:pt idx="6778">
                  <c:v>84.426338000000001</c:v>
                </c:pt>
                <c:pt idx="6779">
                  <c:v>84.369331000000003</c:v>
                </c:pt>
                <c:pt idx="6780">
                  <c:v>84.360480999999993</c:v>
                </c:pt>
                <c:pt idx="6781">
                  <c:v>84.378112999999999</c:v>
                </c:pt>
                <c:pt idx="6782">
                  <c:v>84.412430000000001</c:v>
                </c:pt>
                <c:pt idx="6783">
                  <c:v>84.468895000000003</c:v>
                </c:pt>
                <c:pt idx="6784">
                  <c:v>84.54007</c:v>
                </c:pt>
                <c:pt idx="6785">
                  <c:v>84.630356000000006</c:v>
                </c:pt>
                <c:pt idx="6786">
                  <c:v>84.714645000000004</c:v>
                </c:pt>
                <c:pt idx="6787">
                  <c:v>84.780158999999998</c:v>
                </c:pt>
                <c:pt idx="6788">
                  <c:v>84.785743999999994</c:v>
                </c:pt>
                <c:pt idx="6789">
                  <c:v>84.780151000000004</c:v>
                </c:pt>
                <c:pt idx="6790">
                  <c:v>84.766677999999999</c:v>
                </c:pt>
                <c:pt idx="6791">
                  <c:v>84.800751000000005</c:v>
                </c:pt>
                <c:pt idx="6792">
                  <c:v>84.878380000000007</c:v>
                </c:pt>
                <c:pt idx="6793">
                  <c:v>84.881057999999996</c:v>
                </c:pt>
                <c:pt idx="6794">
                  <c:v>84.852813999999995</c:v>
                </c:pt>
                <c:pt idx="6795">
                  <c:v>84.791115000000005</c:v>
                </c:pt>
                <c:pt idx="6796">
                  <c:v>84.751868999999999</c:v>
                </c:pt>
                <c:pt idx="6797">
                  <c:v>84.796683999999999</c:v>
                </c:pt>
                <c:pt idx="6798">
                  <c:v>84.824852000000007</c:v>
                </c:pt>
                <c:pt idx="6799">
                  <c:v>84.853065000000001</c:v>
                </c:pt>
                <c:pt idx="6800">
                  <c:v>84.949188000000007</c:v>
                </c:pt>
                <c:pt idx="6801">
                  <c:v>85.050385000000006</c:v>
                </c:pt>
                <c:pt idx="6802">
                  <c:v>85.150940000000006</c:v>
                </c:pt>
                <c:pt idx="6803">
                  <c:v>85.282760999999994</c:v>
                </c:pt>
                <c:pt idx="6804">
                  <c:v>85.458770999999999</c:v>
                </c:pt>
                <c:pt idx="6805">
                  <c:v>85.592613</c:v>
                </c:pt>
                <c:pt idx="6806">
                  <c:v>85.679039000000003</c:v>
                </c:pt>
                <c:pt idx="6807">
                  <c:v>85.835091000000006</c:v>
                </c:pt>
                <c:pt idx="6808">
                  <c:v>86.025154000000001</c:v>
                </c:pt>
                <c:pt idx="6809">
                  <c:v>86.206596000000005</c:v>
                </c:pt>
                <c:pt idx="6810">
                  <c:v>86.321113999999994</c:v>
                </c:pt>
                <c:pt idx="6811">
                  <c:v>86.406807000000001</c:v>
                </c:pt>
                <c:pt idx="6812">
                  <c:v>86.528998999999999</c:v>
                </c:pt>
                <c:pt idx="6813">
                  <c:v>86.671126999999998</c:v>
                </c:pt>
                <c:pt idx="6814">
                  <c:v>86.837447999999995</c:v>
                </c:pt>
                <c:pt idx="6815">
                  <c:v>86.956160999999994</c:v>
                </c:pt>
                <c:pt idx="6816">
                  <c:v>87.040024000000003</c:v>
                </c:pt>
                <c:pt idx="6817">
                  <c:v>87.162193000000002</c:v>
                </c:pt>
                <c:pt idx="6818">
                  <c:v>87.336945</c:v>
                </c:pt>
                <c:pt idx="6819">
                  <c:v>87.546538999999996</c:v>
                </c:pt>
                <c:pt idx="6820">
                  <c:v>87.773055999999997</c:v>
                </c:pt>
                <c:pt idx="6821">
                  <c:v>87.981955999999997</c:v>
                </c:pt>
                <c:pt idx="6822">
                  <c:v>88.141936999999999</c:v>
                </c:pt>
                <c:pt idx="6823">
                  <c:v>88.226044000000002</c:v>
                </c:pt>
                <c:pt idx="6824">
                  <c:v>88.280006</c:v>
                </c:pt>
                <c:pt idx="6825">
                  <c:v>88.362174999999993</c:v>
                </c:pt>
                <c:pt idx="6826">
                  <c:v>88.551345999999995</c:v>
                </c:pt>
                <c:pt idx="6827">
                  <c:v>88.852097000000001</c:v>
                </c:pt>
                <c:pt idx="6828">
                  <c:v>89.279128999999998</c:v>
                </c:pt>
                <c:pt idx="6829">
                  <c:v>89.618392999999998</c:v>
                </c:pt>
                <c:pt idx="6830">
                  <c:v>89.841637000000006</c:v>
                </c:pt>
                <c:pt idx="6831">
                  <c:v>89.949798999999999</c:v>
                </c:pt>
                <c:pt idx="6832">
                  <c:v>89.948066999999995</c:v>
                </c:pt>
                <c:pt idx="6833">
                  <c:v>89.930183</c:v>
                </c:pt>
                <c:pt idx="6834">
                  <c:v>89.936790000000002</c:v>
                </c:pt>
                <c:pt idx="6835">
                  <c:v>89.874565000000004</c:v>
                </c:pt>
                <c:pt idx="6836">
                  <c:v>89.699112</c:v>
                </c:pt>
                <c:pt idx="6837">
                  <c:v>89.475966999999997</c:v>
                </c:pt>
                <c:pt idx="6838">
                  <c:v>89.352469999999997</c:v>
                </c:pt>
                <c:pt idx="6839">
                  <c:v>89.322433000000004</c:v>
                </c:pt>
                <c:pt idx="6840">
                  <c:v>89.204200999999998</c:v>
                </c:pt>
                <c:pt idx="6841">
                  <c:v>89.066688999999997</c:v>
                </c:pt>
                <c:pt idx="6842">
                  <c:v>89.060080999999997</c:v>
                </c:pt>
                <c:pt idx="6843">
                  <c:v>89.140525999999994</c:v>
                </c:pt>
                <c:pt idx="6844">
                  <c:v>89.237183000000002</c:v>
                </c:pt>
                <c:pt idx="6845">
                  <c:v>89.337935999999999</c:v>
                </c:pt>
                <c:pt idx="6846">
                  <c:v>89.472046000000006</c:v>
                </c:pt>
                <c:pt idx="6847">
                  <c:v>89.640602000000001</c:v>
                </c:pt>
                <c:pt idx="6848">
                  <c:v>89.772400000000005</c:v>
                </c:pt>
                <c:pt idx="6849">
                  <c:v>89.858931999999996</c:v>
                </c:pt>
                <c:pt idx="6850">
                  <c:v>89.836547999999993</c:v>
                </c:pt>
                <c:pt idx="6851">
                  <c:v>89.829445000000007</c:v>
                </c:pt>
                <c:pt idx="6852">
                  <c:v>89.862258999999995</c:v>
                </c:pt>
                <c:pt idx="6853">
                  <c:v>89.865250000000003</c:v>
                </c:pt>
                <c:pt idx="6854">
                  <c:v>89.813332000000003</c:v>
                </c:pt>
                <c:pt idx="6855">
                  <c:v>89.770088000000001</c:v>
                </c:pt>
                <c:pt idx="6856">
                  <c:v>89.717536999999993</c:v>
                </c:pt>
                <c:pt idx="6857">
                  <c:v>89.732819000000006</c:v>
                </c:pt>
                <c:pt idx="6858">
                  <c:v>89.792229000000006</c:v>
                </c:pt>
                <c:pt idx="6859">
                  <c:v>89.939177999999998</c:v>
                </c:pt>
                <c:pt idx="6860">
                  <c:v>90.134422000000001</c:v>
                </c:pt>
                <c:pt idx="6861">
                  <c:v>90.405556000000004</c:v>
                </c:pt>
                <c:pt idx="6862">
                  <c:v>90.715912000000003</c:v>
                </c:pt>
                <c:pt idx="6863">
                  <c:v>90.921783000000005</c:v>
                </c:pt>
                <c:pt idx="6864">
                  <c:v>90.994331000000003</c:v>
                </c:pt>
                <c:pt idx="6865">
                  <c:v>91.003746000000007</c:v>
                </c:pt>
                <c:pt idx="6866">
                  <c:v>91.011825999999999</c:v>
                </c:pt>
                <c:pt idx="6867">
                  <c:v>91.123633999999996</c:v>
                </c:pt>
                <c:pt idx="6868">
                  <c:v>91.261443999999997</c:v>
                </c:pt>
                <c:pt idx="6869">
                  <c:v>91.408493000000007</c:v>
                </c:pt>
                <c:pt idx="6870">
                  <c:v>91.499954000000002</c:v>
                </c:pt>
                <c:pt idx="6871">
                  <c:v>91.496459999999999</c:v>
                </c:pt>
                <c:pt idx="6872">
                  <c:v>91.429428000000001</c:v>
                </c:pt>
                <c:pt idx="6873">
                  <c:v>91.442062000000007</c:v>
                </c:pt>
                <c:pt idx="6874">
                  <c:v>91.575316999999998</c:v>
                </c:pt>
                <c:pt idx="6875">
                  <c:v>91.755111999999997</c:v>
                </c:pt>
                <c:pt idx="6876">
                  <c:v>91.894188</c:v>
                </c:pt>
                <c:pt idx="6877">
                  <c:v>91.940239000000005</c:v>
                </c:pt>
                <c:pt idx="6878">
                  <c:v>91.823768999999999</c:v>
                </c:pt>
                <c:pt idx="6879">
                  <c:v>91.591239999999999</c:v>
                </c:pt>
                <c:pt idx="6880">
                  <c:v>91.293273999999997</c:v>
                </c:pt>
                <c:pt idx="6881">
                  <c:v>90.956817999999998</c:v>
                </c:pt>
                <c:pt idx="6882">
                  <c:v>90.699280000000002</c:v>
                </c:pt>
                <c:pt idx="6883">
                  <c:v>90.432838000000004</c:v>
                </c:pt>
                <c:pt idx="6884">
                  <c:v>90.225380000000001</c:v>
                </c:pt>
                <c:pt idx="6885">
                  <c:v>90.097046000000006</c:v>
                </c:pt>
                <c:pt idx="6886">
                  <c:v>90.080544000000003</c:v>
                </c:pt>
                <c:pt idx="6887">
                  <c:v>90.140326999999999</c:v>
                </c:pt>
                <c:pt idx="6888">
                  <c:v>90.237746999999999</c:v>
                </c:pt>
                <c:pt idx="6889">
                  <c:v>90.417747000000006</c:v>
                </c:pt>
                <c:pt idx="6890">
                  <c:v>90.591239999999999</c:v>
                </c:pt>
                <c:pt idx="6891">
                  <c:v>90.693008000000006</c:v>
                </c:pt>
                <c:pt idx="6892">
                  <c:v>90.802841000000001</c:v>
                </c:pt>
                <c:pt idx="6893">
                  <c:v>90.986442999999994</c:v>
                </c:pt>
                <c:pt idx="6894">
                  <c:v>91.128219999999999</c:v>
                </c:pt>
                <c:pt idx="6895">
                  <c:v>91.243674999999996</c:v>
                </c:pt>
                <c:pt idx="6896">
                  <c:v>91.427986000000004</c:v>
                </c:pt>
                <c:pt idx="6897">
                  <c:v>91.705185</c:v>
                </c:pt>
                <c:pt idx="6898">
                  <c:v>91.771111000000005</c:v>
                </c:pt>
                <c:pt idx="6899">
                  <c:v>91.949698999999995</c:v>
                </c:pt>
                <c:pt idx="6900">
                  <c:v>91.955687999999995</c:v>
                </c:pt>
                <c:pt idx="6901">
                  <c:v>91.791923999999995</c:v>
                </c:pt>
                <c:pt idx="6902">
                  <c:v>91.596581</c:v>
                </c:pt>
                <c:pt idx="6903">
                  <c:v>91.872535999999997</c:v>
                </c:pt>
                <c:pt idx="6904">
                  <c:v>92.745238999999998</c:v>
                </c:pt>
                <c:pt idx="6905">
                  <c:v>93.849800000000002</c:v>
                </c:pt>
                <c:pt idx="6906">
                  <c:v>94.915870999999996</c:v>
                </c:pt>
                <c:pt idx="6907">
                  <c:v>95.822181999999998</c:v>
                </c:pt>
                <c:pt idx="6908">
                  <c:v>96.471267999999995</c:v>
                </c:pt>
                <c:pt idx="6909">
                  <c:v>96.779471999999998</c:v>
                </c:pt>
                <c:pt idx="6910">
                  <c:v>96.897400000000005</c:v>
                </c:pt>
                <c:pt idx="6911">
                  <c:v>96.902420000000006</c:v>
                </c:pt>
                <c:pt idx="6912">
                  <c:v>96.845184000000003</c:v>
                </c:pt>
                <c:pt idx="6913">
                  <c:v>96.752662999999998</c:v>
                </c:pt>
                <c:pt idx="6914">
                  <c:v>96.631859000000006</c:v>
                </c:pt>
                <c:pt idx="6915">
                  <c:v>96.492287000000005</c:v>
                </c:pt>
                <c:pt idx="6916">
                  <c:v>96.364975000000001</c:v>
                </c:pt>
                <c:pt idx="6917">
                  <c:v>96.240234000000001</c:v>
                </c:pt>
                <c:pt idx="6918">
                  <c:v>96.143585000000002</c:v>
                </c:pt>
                <c:pt idx="6919">
                  <c:v>96.072768999999994</c:v>
                </c:pt>
                <c:pt idx="6920">
                  <c:v>96.000731999999999</c:v>
                </c:pt>
                <c:pt idx="6921">
                  <c:v>95.915740999999997</c:v>
                </c:pt>
                <c:pt idx="6922">
                  <c:v>95.851310999999995</c:v>
                </c:pt>
                <c:pt idx="6923">
                  <c:v>95.800826999999998</c:v>
                </c:pt>
                <c:pt idx="6924">
                  <c:v>95.737778000000006</c:v>
                </c:pt>
                <c:pt idx="6925">
                  <c:v>95.667023</c:v>
                </c:pt>
                <c:pt idx="6926">
                  <c:v>95.592522000000002</c:v>
                </c:pt>
                <c:pt idx="6927">
                  <c:v>95.520882</c:v>
                </c:pt>
                <c:pt idx="6928">
                  <c:v>95.438773999999995</c:v>
                </c:pt>
                <c:pt idx="6929">
                  <c:v>95.309478999999996</c:v>
                </c:pt>
                <c:pt idx="6930">
                  <c:v>95.110832000000002</c:v>
                </c:pt>
                <c:pt idx="6931">
                  <c:v>94.896698000000001</c:v>
                </c:pt>
                <c:pt idx="6932">
                  <c:v>94.725905999999995</c:v>
                </c:pt>
                <c:pt idx="6933">
                  <c:v>94.683364999999995</c:v>
                </c:pt>
                <c:pt idx="6934">
                  <c:v>94.745688999999999</c:v>
                </c:pt>
                <c:pt idx="6935">
                  <c:v>94.815017999999995</c:v>
                </c:pt>
                <c:pt idx="6936">
                  <c:v>94.843520999999996</c:v>
                </c:pt>
                <c:pt idx="6937">
                  <c:v>94.816399000000004</c:v>
                </c:pt>
                <c:pt idx="6938">
                  <c:v>94.702315999999996</c:v>
                </c:pt>
                <c:pt idx="6939">
                  <c:v>94.510208000000006</c:v>
                </c:pt>
                <c:pt idx="6940">
                  <c:v>94.302666000000002</c:v>
                </c:pt>
                <c:pt idx="6941">
                  <c:v>94.159171999999998</c:v>
                </c:pt>
                <c:pt idx="6942">
                  <c:v>94.077667000000005</c:v>
                </c:pt>
                <c:pt idx="6943">
                  <c:v>94.100891000000004</c:v>
                </c:pt>
                <c:pt idx="6944">
                  <c:v>94.170463999999996</c:v>
                </c:pt>
                <c:pt idx="6945">
                  <c:v>94.256103999999993</c:v>
                </c:pt>
                <c:pt idx="6946">
                  <c:v>94.366073999999998</c:v>
                </c:pt>
                <c:pt idx="6947">
                  <c:v>94.507132999999996</c:v>
                </c:pt>
                <c:pt idx="6948">
                  <c:v>94.675292999999996</c:v>
                </c:pt>
                <c:pt idx="6949">
                  <c:v>94.838736999999995</c:v>
                </c:pt>
                <c:pt idx="6950">
                  <c:v>94.966544999999996</c:v>
                </c:pt>
                <c:pt idx="6951">
                  <c:v>95.008278000000004</c:v>
                </c:pt>
                <c:pt idx="6952">
                  <c:v>95.019874999999999</c:v>
                </c:pt>
                <c:pt idx="6953">
                  <c:v>95.035324000000003</c:v>
                </c:pt>
                <c:pt idx="6954">
                  <c:v>95.115882999999997</c:v>
                </c:pt>
                <c:pt idx="6955">
                  <c:v>95.285469000000006</c:v>
                </c:pt>
                <c:pt idx="6956">
                  <c:v>95.465316999999999</c:v>
                </c:pt>
                <c:pt idx="6957">
                  <c:v>95.606262000000001</c:v>
                </c:pt>
                <c:pt idx="6958">
                  <c:v>95.743858000000003</c:v>
                </c:pt>
                <c:pt idx="6959">
                  <c:v>95.867683</c:v>
                </c:pt>
                <c:pt idx="6960">
                  <c:v>95.959984000000006</c:v>
                </c:pt>
                <c:pt idx="6961">
                  <c:v>96.059166000000005</c:v>
                </c:pt>
                <c:pt idx="6962">
                  <c:v>96.179764000000006</c:v>
                </c:pt>
                <c:pt idx="6963">
                  <c:v>96.283996999999999</c:v>
                </c:pt>
                <c:pt idx="6964">
                  <c:v>96.318466000000001</c:v>
                </c:pt>
                <c:pt idx="6965">
                  <c:v>96.308188999999999</c:v>
                </c:pt>
                <c:pt idx="6966">
                  <c:v>96.269874999999999</c:v>
                </c:pt>
                <c:pt idx="6967">
                  <c:v>96.230255</c:v>
                </c:pt>
                <c:pt idx="6968">
                  <c:v>96.219254000000006</c:v>
                </c:pt>
                <c:pt idx="6969">
                  <c:v>96.214995999999999</c:v>
                </c:pt>
                <c:pt idx="6970">
                  <c:v>96.223029999999994</c:v>
                </c:pt>
                <c:pt idx="6971">
                  <c:v>96.2453</c:v>
                </c:pt>
                <c:pt idx="6972">
                  <c:v>96.265579000000002</c:v>
                </c:pt>
                <c:pt idx="6973">
                  <c:v>96.290229999999994</c:v>
                </c:pt>
                <c:pt idx="6974">
                  <c:v>96.292252000000005</c:v>
                </c:pt>
                <c:pt idx="6975">
                  <c:v>96.262589000000006</c:v>
                </c:pt>
                <c:pt idx="6976">
                  <c:v>96.213249000000005</c:v>
                </c:pt>
                <c:pt idx="6977">
                  <c:v>96.130782999999994</c:v>
                </c:pt>
                <c:pt idx="6978">
                  <c:v>96.028282000000004</c:v>
                </c:pt>
                <c:pt idx="6979">
                  <c:v>95.951447000000002</c:v>
                </c:pt>
                <c:pt idx="6980">
                  <c:v>95.900550999999993</c:v>
                </c:pt>
                <c:pt idx="6981">
                  <c:v>95.833504000000005</c:v>
                </c:pt>
                <c:pt idx="6982">
                  <c:v>95.739188999999996</c:v>
                </c:pt>
                <c:pt idx="6983">
                  <c:v>95.668755000000004</c:v>
                </c:pt>
                <c:pt idx="6984">
                  <c:v>95.659194999999997</c:v>
                </c:pt>
                <c:pt idx="6985">
                  <c:v>95.707130000000006</c:v>
                </c:pt>
                <c:pt idx="6986">
                  <c:v>95.793739000000002</c:v>
                </c:pt>
                <c:pt idx="6987">
                  <c:v>95.878028999999998</c:v>
                </c:pt>
                <c:pt idx="6988">
                  <c:v>95.922943000000004</c:v>
                </c:pt>
                <c:pt idx="6989">
                  <c:v>95.906302999999994</c:v>
                </c:pt>
                <c:pt idx="6990">
                  <c:v>95.871284000000003</c:v>
                </c:pt>
                <c:pt idx="6991">
                  <c:v>95.861609999999999</c:v>
                </c:pt>
                <c:pt idx="6992">
                  <c:v>95.897475999999997</c:v>
                </c:pt>
                <c:pt idx="6993">
                  <c:v>95.939155999999997</c:v>
                </c:pt>
                <c:pt idx="6994">
                  <c:v>95.970161000000004</c:v>
                </c:pt>
                <c:pt idx="6995">
                  <c:v>96.008240000000001</c:v>
                </c:pt>
                <c:pt idx="6996">
                  <c:v>96.043769999999995</c:v>
                </c:pt>
                <c:pt idx="6997">
                  <c:v>96.062836000000004</c:v>
                </c:pt>
                <c:pt idx="6998">
                  <c:v>96.055160999999998</c:v>
                </c:pt>
                <c:pt idx="6999">
                  <c:v>96.034271000000004</c:v>
                </c:pt>
                <c:pt idx="7000">
                  <c:v>96.025681000000006</c:v>
                </c:pt>
                <c:pt idx="7001">
                  <c:v>96.038573999999997</c:v>
                </c:pt>
                <c:pt idx="7002">
                  <c:v>96.062126000000006</c:v>
                </c:pt>
                <c:pt idx="7003">
                  <c:v>96.093140000000005</c:v>
                </c:pt>
                <c:pt idx="7004">
                  <c:v>96.115677000000005</c:v>
                </c:pt>
                <c:pt idx="7005">
                  <c:v>96.104095000000001</c:v>
                </c:pt>
                <c:pt idx="7006">
                  <c:v>96.075965999999994</c:v>
                </c:pt>
                <c:pt idx="7007">
                  <c:v>96.051970999999995</c:v>
                </c:pt>
                <c:pt idx="7008">
                  <c:v>96.035263</c:v>
                </c:pt>
                <c:pt idx="7009">
                  <c:v>96.003333999999995</c:v>
                </c:pt>
                <c:pt idx="7010">
                  <c:v>95.988997999999995</c:v>
                </c:pt>
                <c:pt idx="7011">
                  <c:v>95.978133999999997</c:v>
                </c:pt>
                <c:pt idx="7012">
                  <c:v>95.945601999999994</c:v>
                </c:pt>
                <c:pt idx="7013">
                  <c:v>95.927306999999999</c:v>
                </c:pt>
                <c:pt idx="7014">
                  <c:v>95.899483000000004</c:v>
                </c:pt>
                <c:pt idx="7015">
                  <c:v>95.808006000000006</c:v>
                </c:pt>
                <c:pt idx="7016">
                  <c:v>95.696815000000001</c:v>
                </c:pt>
                <c:pt idx="7017">
                  <c:v>95.606110000000001</c:v>
                </c:pt>
                <c:pt idx="7018">
                  <c:v>95.533805999999998</c:v>
                </c:pt>
                <c:pt idx="7019">
                  <c:v>95.431838999999997</c:v>
                </c:pt>
                <c:pt idx="7020">
                  <c:v>95.204291999999995</c:v>
                </c:pt>
                <c:pt idx="7021">
                  <c:v>95.009743</c:v>
                </c:pt>
                <c:pt idx="7022">
                  <c:v>94.858069999999998</c:v>
                </c:pt>
                <c:pt idx="7023">
                  <c:v>94.707465999999997</c:v>
                </c:pt>
                <c:pt idx="7024">
                  <c:v>94.629822000000004</c:v>
                </c:pt>
                <c:pt idx="7025">
                  <c:v>94.609932000000001</c:v>
                </c:pt>
                <c:pt idx="7026">
                  <c:v>94.640075999999993</c:v>
                </c:pt>
                <c:pt idx="7027">
                  <c:v>94.694564999999997</c:v>
                </c:pt>
                <c:pt idx="7028">
                  <c:v>94.757216999999997</c:v>
                </c:pt>
                <c:pt idx="7029">
                  <c:v>94.827613999999997</c:v>
                </c:pt>
                <c:pt idx="7030">
                  <c:v>94.926697000000004</c:v>
                </c:pt>
                <c:pt idx="7031">
                  <c:v>95.074188000000007</c:v>
                </c:pt>
                <c:pt idx="7032">
                  <c:v>95.252562999999995</c:v>
                </c:pt>
                <c:pt idx="7033">
                  <c:v>95.290131000000002</c:v>
                </c:pt>
                <c:pt idx="7034">
                  <c:v>95.226707000000005</c:v>
                </c:pt>
                <c:pt idx="7035">
                  <c:v>95.189628999999996</c:v>
                </c:pt>
                <c:pt idx="7036">
                  <c:v>95.196845999999994</c:v>
                </c:pt>
                <c:pt idx="7037">
                  <c:v>95.195801000000003</c:v>
                </c:pt>
                <c:pt idx="7038">
                  <c:v>95.227401999999998</c:v>
                </c:pt>
                <c:pt idx="7039">
                  <c:v>95.279860999999997</c:v>
                </c:pt>
                <c:pt idx="7040">
                  <c:v>95.329155</c:v>
                </c:pt>
                <c:pt idx="7041">
                  <c:v>95.438079999999999</c:v>
                </c:pt>
                <c:pt idx="7042">
                  <c:v>95.662132</c:v>
                </c:pt>
                <c:pt idx="7043">
                  <c:v>95.872482000000005</c:v>
                </c:pt>
                <c:pt idx="7044">
                  <c:v>96.000420000000005</c:v>
                </c:pt>
                <c:pt idx="7045">
                  <c:v>95.945221000000004</c:v>
                </c:pt>
                <c:pt idx="7046">
                  <c:v>95.895195000000001</c:v>
                </c:pt>
                <c:pt idx="7047">
                  <c:v>95.970551</c:v>
                </c:pt>
                <c:pt idx="7048">
                  <c:v>96.058364999999995</c:v>
                </c:pt>
                <c:pt idx="7049">
                  <c:v>96.104789999999994</c:v>
                </c:pt>
                <c:pt idx="7050">
                  <c:v>96.130829000000006</c:v>
                </c:pt>
                <c:pt idx="7051">
                  <c:v>96.170424999999994</c:v>
                </c:pt>
                <c:pt idx="7052">
                  <c:v>96.197495000000004</c:v>
                </c:pt>
                <c:pt idx="7053">
                  <c:v>96.213515999999998</c:v>
                </c:pt>
                <c:pt idx="7054">
                  <c:v>96.251457000000002</c:v>
                </c:pt>
                <c:pt idx="7055">
                  <c:v>96.271072000000004</c:v>
                </c:pt>
                <c:pt idx="7056">
                  <c:v>96.247444000000002</c:v>
                </c:pt>
                <c:pt idx="7057">
                  <c:v>96.137153999999995</c:v>
                </c:pt>
                <c:pt idx="7058">
                  <c:v>95.976341000000005</c:v>
                </c:pt>
                <c:pt idx="7059">
                  <c:v>95.874549999999999</c:v>
                </c:pt>
                <c:pt idx="7060">
                  <c:v>95.913780000000003</c:v>
                </c:pt>
                <c:pt idx="7061">
                  <c:v>96.087753000000006</c:v>
                </c:pt>
                <c:pt idx="7062">
                  <c:v>96.321274000000003</c:v>
                </c:pt>
                <c:pt idx="7063">
                  <c:v>96.533248999999998</c:v>
                </c:pt>
                <c:pt idx="7064">
                  <c:v>96.657646</c:v>
                </c:pt>
                <c:pt idx="7065">
                  <c:v>96.671310000000005</c:v>
                </c:pt>
                <c:pt idx="7066">
                  <c:v>96.608931999999996</c:v>
                </c:pt>
                <c:pt idx="7067">
                  <c:v>96.526245000000003</c:v>
                </c:pt>
                <c:pt idx="7068">
                  <c:v>96.43544</c:v>
                </c:pt>
                <c:pt idx="7069">
                  <c:v>96.417557000000002</c:v>
                </c:pt>
                <c:pt idx="7070">
                  <c:v>96.466498999999999</c:v>
                </c:pt>
                <c:pt idx="7071">
                  <c:v>96.551475999999994</c:v>
                </c:pt>
                <c:pt idx="7072">
                  <c:v>96.662719999999993</c:v>
                </c:pt>
                <c:pt idx="7073">
                  <c:v>96.768096999999997</c:v>
                </c:pt>
                <c:pt idx="7074">
                  <c:v>96.847710000000006</c:v>
                </c:pt>
                <c:pt idx="7075">
                  <c:v>96.881186999999997</c:v>
                </c:pt>
                <c:pt idx="7076">
                  <c:v>96.845421000000002</c:v>
                </c:pt>
                <c:pt idx="7077">
                  <c:v>96.727920999999995</c:v>
                </c:pt>
                <c:pt idx="7078">
                  <c:v>96.552093999999997</c:v>
                </c:pt>
                <c:pt idx="7079">
                  <c:v>96.410645000000002</c:v>
                </c:pt>
                <c:pt idx="7080">
                  <c:v>96.379799000000006</c:v>
                </c:pt>
                <c:pt idx="7081">
                  <c:v>96.409782000000007</c:v>
                </c:pt>
                <c:pt idx="7082">
                  <c:v>96.444603000000001</c:v>
                </c:pt>
                <c:pt idx="7083">
                  <c:v>96.471512000000004</c:v>
                </c:pt>
                <c:pt idx="7084">
                  <c:v>96.488358000000005</c:v>
                </c:pt>
                <c:pt idx="7085">
                  <c:v>96.513535000000005</c:v>
                </c:pt>
                <c:pt idx="7086">
                  <c:v>96.537604999999999</c:v>
                </c:pt>
                <c:pt idx="7087">
                  <c:v>96.545653999999999</c:v>
                </c:pt>
                <c:pt idx="7088">
                  <c:v>96.506782999999999</c:v>
                </c:pt>
                <c:pt idx="7089">
                  <c:v>96.449134999999998</c:v>
                </c:pt>
                <c:pt idx="7090">
                  <c:v>96.376114000000001</c:v>
                </c:pt>
                <c:pt idx="7091">
                  <c:v>96.371352999999999</c:v>
                </c:pt>
                <c:pt idx="7092">
                  <c:v>96.340591000000003</c:v>
                </c:pt>
                <c:pt idx="7093">
                  <c:v>96.339386000000005</c:v>
                </c:pt>
                <c:pt idx="7094">
                  <c:v>96.433846000000003</c:v>
                </c:pt>
                <c:pt idx="7095">
                  <c:v>96.543189999999996</c:v>
                </c:pt>
                <c:pt idx="7096">
                  <c:v>96.640656000000007</c:v>
                </c:pt>
                <c:pt idx="7097">
                  <c:v>96.710350000000005</c:v>
                </c:pt>
                <c:pt idx="7098">
                  <c:v>96.626579000000007</c:v>
                </c:pt>
                <c:pt idx="7099">
                  <c:v>96.526077000000001</c:v>
                </c:pt>
                <c:pt idx="7100">
                  <c:v>96.439926</c:v>
                </c:pt>
                <c:pt idx="7101">
                  <c:v>96.407309999999995</c:v>
                </c:pt>
                <c:pt idx="7102">
                  <c:v>96.399299999999997</c:v>
                </c:pt>
                <c:pt idx="7103">
                  <c:v>96.260620000000003</c:v>
                </c:pt>
                <c:pt idx="7104">
                  <c:v>96.099007</c:v>
                </c:pt>
                <c:pt idx="7105">
                  <c:v>95.982299999999995</c:v>
                </c:pt>
                <c:pt idx="7106">
                  <c:v>95.945496000000006</c:v>
                </c:pt>
                <c:pt idx="7107">
                  <c:v>95.972244000000003</c:v>
                </c:pt>
                <c:pt idx="7108">
                  <c:v>96.080742000000001</c:v>
                </c:pt>
                <c:pt idx="7109">
                  <c:v>96.250838999999999</c:v>
                </c:pt>
                <c:pt idx="7110">
                  <c:v>96.450607000000005</c:v>
                </c:pt>
                <c:pt idx="7111">
                  <c:v>96.658332999999999</c:v>
                </c:pt>
                <c:pt idx="7112">
                  <c:v>96.836181999999994</c:v>
                </c:pt>
                <c:pt idx="7113">
                  <c:v>96.971801999999997</c:v>
                </c:pt>
                <c:pt idx="7114">
                  <c:v>97.072547999999998</c:v>
                </c:pt>
                <c:pt idx="7115">
                  <c:v>97.127753999999996</c:v>
                </c:pt>
                <c:pt idx="7116">
                  <c:v>97.133422999999993</c:v>
                </c:pt>
                <c:pt idx="7117">
                  <c:v>97.131691000000004</c:v>
                </c:pt>
                <c:pt idx="7118">
                  <c:v>97.128287999999998</c:v>
                </c:pt>
                <c:pt idx="7119">
                  <c:v>97.108063000000001</c:v>
                </c:pt>
                <c:pt idx="7120">
                  <c:v>97.070976000000002</c:v>
                </c:pt>
                <c:pt idx="7121">
                  <c:v>97.037109000000001</c:v>
                </c:pt>
                <c:pt idx="7122">
                  <c:v>97.017075000000006</c:v>
                </c:pt>
                <c:pt idx="7123">
                  <c:v>96.991196000000002</c:v>
                </c:pt>
                <c:pt idx="7124">
                  <c:v>96.986808999999994</c:v>
                </c:pt>
                <c:pt idx="7125">
                  <c:v>97.052527999999995</c:v>
                </c:pt>
                <c:pt idx="7126">
                  <c:v>97.139458000000005</c:v>
                </c:pt>
                <c:pt idx="7127">
                  <c:v>97.228447000000003</c:v>
                </c:pt>
                <c:pt idx="7128">
                  <c:v>97.313025999999994</c:v>
                </c:pt>
                <c:pt idx="7129">
                  <c:v>97.361557000000005</c:v>
                </c:pt>
                <c:pt idx="7130">
                  <c:v>97.392334000000005</c:v>
                </c:pt>
                <c:pt idx="7131">
                  <c:v>97.377716000000007</c:v>
                </c:pt>
                <c:pt idx="7132">
                  <c:v>97.322327000000001</c:v>
                </c:pt>
                <c:pt idx="7133">
                  <c:v>97.331017000000003</c:v>
                </c:pt>
                <c:pt idx="7134">
                  <c:v>97.322745999999995</c:v>
                </c:pt>
                <c:pt idx="7135">
                  <c:v>97.256546</c:v>
                </c:pt>
                <c:pt idx="7136">
                  <c:v>97.079941000000005</c:v>
                </c:pt>
                <c:pt idx="7137">
                  <c:v>96.920197000000002</c:v>
                </c:pt>
                <c:pt idx="7138">
                  <c:v>96.857383999999996</c:v>
                </c:pt>
                <c:pt idx="7139">
                  <c:v>96.837569999999999</c:v>
                </c:pt>
                <c:pt idx="7140">
                  <c:v>96.740593000000004</c:v>
                </c:pt>
                <c:pt idx="7141">
                  <c:v>96.550681999999995</c:v>
                </c:pt>
                <c:pt idx="7142">
                  <c:v>96.420433000000003</c:v>
                </c:pt>
                <c:pt idx="7143">
                  <c:v>96.378021000000004</c:v>
                </c:pt>
                <c:pt idx="7144">
                  <c:v>96.395294000000007</c:v>
                </c:pt>
                <c:pt idx="7145">
                  <c:v>96.385422000000005</c:v>
                </c:pt>
                <c:pt idx="7146">
                  <c:v>96.439102000000005</c:v>
                </c:pt>
                <c:pt idx="7147">
                  <c:v>96.543487999999996</c:v>
                </c:pt>
                <c:pt idx="7148">
                  <c:v>96.597037999999998</c:v>
                </c:pt>
                <c:pt idx="7149">
                  <c:v>96.551513999999997</c:v>
                </c:pt>
                <c:pt idx="7150">
                  <c:v>96.494118</c:v>
                </c:pt>
                <c:pt idx="7151">
                  <c:v>96.407516000000001</c:v>
                </c:pt>
                <c:pt idx="7152">
                  <c:v>96.319862000000001</c:v>
                </c:pt>
                <c:pt idx="7153">
                  <c:v>96.289672999999993</c:v>
                </c:pt>
                <c:pt idx="7154">
                  <c:v>96.267998000000006</c:v>
                </c:pt>
                <c:pt idx="7155">
                  <c:v>96.131989000000004</c:v>
                </c:pt>
                <c:pt idx="7156">
                  <c:v>96.070312999999999</c:v>
                </c:pt>
                <c:pt idx="7157">
                  <c:v>96.120163000000005</c:v>
                </c:pt>
                <c:pt idx="7158">
                  <c:v>96.172591999999995</c:v>
                </c:pt>
                <c:pt idx="7159">
                  <c:v>96.143776000000003</c:v>
                </c:pt>
                <c:pt idx="7160">
                  <c:v>96.058098000000001</c:v>
                </c:pt>
                <c:pt idx="7161">
                  <c:v>95.996634999999998</c:v>
                </c:pt>
                <c:pt idx="7162">
                  <c:v>95.877089999999995</c:v>
                </c:pt>
                <c:pt idx="7163">
                  <c:v>95.792747000000006</c:v>
                </c:pt>
                <c:pt idx="7164">
                  <c:v>95.874442999999999</c:v>
                </c:pt>
                <c:pt idx="7165">
                  <c:v>96.041504000000003</c:v>
                </c:pt>
                <c:pt idx="7166">
                  <c:v>96.206596000000005</c:v>
                </c:pt>
                <c:pt idx="7167">
                  <c:v>96.123549999999994</c:v>
                </c:pt>
                <c:pt idx="7168">
                  <c:v>96.060890000000001</c:v>
                </c:pt>
                <c:pt idx="7169">
                  <c:v>96.118628999999999</c:v>
                </c:pt>
                <c:pt idx="7170">
                  <c:v>96.249840000000006</c:v>
                </c:pt>
                <c:pt idx="7171">
                  <c:v>96.438614000000001</c:v>
                </c:pt>
                <c:pt idx="7172">
                  <c:v>96.555626000000004</c:v>
                </c:pt>
                <c:pt idx="7173">
                  <c:v>96.575187999999997</c:v>
                </c:pt>
                <c:pt idx="7174">
                  <c:v>96.614479000000003</c:v>
                </c:pt>
                <c:pt idx="7175">
                  <c:v>96.687934999999996</c:v>
                </c:pt>
                <c:pt idx="7176">
                  <c:v>96.689544999999995</c:v>
                </c:pt>
                <c:pt idx="7177">
                  <c:v>96.608825999999993</c:v>
                </c:pt>
                <c:pt idx="7178">
                  <c:v>96.523064000000005</c:v>
                </c:pt>
                <c:pt idx="7179">
                  <c:v>96.492339999999999</c:v>
                </c:pt>
                <c:pt idx="7180">
                  <c:v>96.577408000000005</c:v>
                </c:pt>
                <c:pt idx="7181">
                  <c:v>96.678946999999994</c:v>
                </c:pt>
                <c:pt idx="7182">
                  <c:v>96.727051000000003</c:v>
                </c:pt>
                <c:pt idx="7183">
                  <c:v>96.679175999999998</c:v>
                </c:pt>
                <c:pt idx="7184">
                  <c:v>96.598076000000006</c:v>
                </c:pt>
                <c:pt idx="7185">
                  <c:v>96.544441000000006</c:v>
                </c:pt>
                <c:pt idx="7186">
                  <c:v>96.444114999999996</c:v>
                </c:pt>
                <c:pt idx="7187">
                  <c:v>96.309455999999997</c:v>
                </c:pt>
                <c:pt idx="7188">
                  <c:v>96.192527999999996</c:v>
                </c:pt>
                <c:pt idx="7189">
                  <c:v>96.113388</c:v>
                </c:pt>
                <c:pt idx="7190">
                  <c:v>96.076995999999994</c:v>
                </c:pt>
                <c:pt idx="7191">
                  <c:v>96.064186000000007</c:v>
                </c:pt>
                <c:pt idx="7192">
                  <c:v>96.063309000000004</c:v>
                </c:pt>
                <c:pt idx="7193">
                  <c:v>96.058211999999997</c:v>
                </c:pt>
                <c:pt idx="7194">
                  <c:v>96.049767000000003</c:v>
                </c:pt>
                <c:pt idx="7195">
                  <c:v>96.040137999999999</c:v>
                </c:pt>
                <c:pt idx="7196">
                  <c:v>96.039253000000002</c:v>
                </c:pt>
                <c:pt idx="7197">
                  <c:v>96.026657</c:v>
                </c:pt>
                <c:pt idx="7198">
                  <c:v>96.034644999999998</c:v>
                </c:pt>
                <c:pt idx="7199">
                  <c:v>96.054755999999998</c:v>
                </c:pt>
                <c:pt idx="7200">
                  <c:v>96.089127000000005</c:v>
                </c:pt>
                <c:pt idx="7201">
                  <c:v>96.131576999999993</c:v>
                </c:pt>
                <c:pt idx="7202">
                  <c:v>96.163094000000001</c:v>
                </c:pt>
                <c:pt idx="7203">
                  <c:v>96.195175000000006</c:v>
                </c:pt>
                <c:pt idx="7204">
                  <c:v>96.225616000000002</c:v>
                </c:pt>
                <c:pt idx="7205">
                  <c:v>96.240509000000003</c:v>
                </c:pt>
                <c:pt idx="7206">
                  <c:v>96.284026999999995</c:v>
                </c:pt>
                <c:pt idx="7207">
                  <c:v>96.337563000000003</c:v>
                </c:pt>
                <c:pt idx="7208">
                  <c:v>96.385741999999993</c:v>
                </c:pt>
                <c:pt idx="7209">
                  <c:v>96.414421000000004</c:v>
                </c:pt>
                <c:pt idx="7210">
                  <c:v>96.433082999999996</c:v>
                </c:pt>
                <c:pt idx="7211">
                  <c:v>96.465209999999999</c:v>
                </c:pt>
                <c:pt idx="7212">
                  <c:v>96.521461000000002</c:v>
                </c:pt>
                <c:pt idx="7213">
                  <c:v>96.552634999999995</c:v>
                </c:pt>
                <c:pt idx="7214">
                  <c:v>96.581314000000006</c:v>
                </c:pt>
                <c:pt idx="7215">
                  <c:v>96.614738000000003</c:v>
                </c:pt>
                <c:pt idx="7216">
                  <c:v>96.650931999999997</c:v>
                </c:pt>
                <c:pt idx="7217">
                  <c:v>96.667693999999997</c:v>
                </c:pt>
                <c:pt idx="7218">
                  <c:v>96.688889000000003</c:v>
                </c:pt>
                <c:pt idx="7219">
                  <c:v>96.718718999999993</c:v>
                </c:pt>
                <c:pt idx="7220">
                  <c:v>96.731064000000003</c:v>
                </c:pt>
                <c:pt idx="7221">
                  <c:v>96.722565000000003</c:v>
                </c:pt>
                <c:pt idx="7222">
                  <c:v>96.710830999999999</c:v>
                </c:pt>
                <c:pt idx="7223">
                  <c:v>96.689400000000006</c:v>
                </c:pt>
                <c:pt idx="7224">
                  <c:v>96.669906999999995</c:v>
                </c:pt>
                <c:pt idx="7225">
                  <c:v>96.670699999999997</c:v>
                </c:pt>
                <c:pt idx="7226">
                  <c:v>96.644927999999993</c:v>
                </c:pt>
                <c:pt idx="7227">
                  <c:v>96.620795999999999</c:v>
                </c:pt>
                <c:pt idx="7228">
                  <c:v>96.592903000000007</c:v>
                </c:pt>
                <c:pt idx="7229">
                  <c:v>96.574471000000003</c:v>
                </c:pt>
                <c:pt idx="7230">
                  <c:v>96.574393999999998</c:v>
                </c:pt>
                <c:pt idx="7231">
                  <c:v>96.574180999999996</c:v>
                </c:pt>
                <c:pt idx="7232">
                  <c:v>96.577545000000001</c:v>
                </c:pt>
                <c:pt idx="7233">
                  <c:v>96.573256999999998</c:v>
                </c:pt>
                <c:pt idx="7234">
                  <c:v>96.560080999999997</c:v>
                </c:pt>
                <c:pt idx="7235">
                  <c:v>96.539337000000003</c:v>
                </c:pt>
                <c:pt idx="7236">
                  <c:v>96.520775</c:v>
                </c:pt>
                <c:pt idx="7237">
                  <c:v>96.490334000000004</c:v>
                </c:pt>
                <c:pt idx="7238">
                  <c:v>96.474213000000006</c:v>
                </c:pt>
                <c:pt idx="7239">
                  <c:v>96.478943000000001</c:v>
                </c:pt>
                <c:pt idx="7240">
                  <c:v>96.515136999999996</c:v>
                </c:pt>
                <c:pt idx="7241">
                  <c:v>96.572899000000007</c:v>
                </c:pt>
                <c:pt idx="7242">
                  <c:v>96.634506000000002</c:v>
                </c:pt>
                <c:pt idx="7243">
                  <c:v>96.700333000000001</c:v>
                </c:pt>
                <c:pt idx="7244">
                  <c:v>96.765799999999999</c:v>
                </c:pt>
                <c:pt idx="7245">
                  <c:v>96.822417999999999</c:v>
                </c:pt>
                <c:pt idx="7246">
                  <c:v>96.864333999999999</c:v>
                </c:pt>
                <c:pt idx="7247">
                  <c:v>96.888771000000006</c:v>
                </c:pt>
                <c:pt idx="7248">
                  <c:v>96.901070000000004</c:v>
                </c:pt>
                <c:pt idx="7249">
                  <c:v>96.908530999999996</c:v>
                </c:pt>
                <c:pt idx="7250">
                  <c:v>96.917686000000003</c:v>
                </c:pt>
                <c:pt idx="7251">
                  <c:v>96.926124999999999</c:v>
                </c:pt>
                <c:pt idx="7252">
                  <c:v>96.931777999999994</c:v>
                </c:pt>
                <c:pt idx="7253">
                  <c:v>96.939644000000001</c:v>
                </c:pt>
                <c:pt idx="7254">
                  <c:v>96.954834000000005</c:v>
                </c:pt>
                <c:pt idx="7255">
                  <c:v>96.975776999999994</c:v>
                </c:pt>
                <c:pt idx="7256">
                  <c:v>96.999488999999997</c:v>
                </c:pt>
                <c:pt idx="7257">
                  <c:v>97.021445999999997</c:v>
                </c:pt>
                <c:pt idx="7258">
                  <c:v>97.048843000000005</c:v>
                </c:pt>
                <c:pt idx="7259">
                  <c:v>97.077820000000003</c:v>
                </c:pt>
                <c:pt idx="7260">
                  <c:v>97.097938999999997</c:v>
                </c:pt>
                <c:pt idx="7261">
                  <c:v>97.118446000000006</c:v>
                </c:pt>
                <c:pt idx="7262">
                  <c:v>97.132866000000007</c:v>
                </c:pt>
                <c:pt idx="7263">
                  <c:v>97.145118999999994</c:v>
                </c:pt>
                <c:pt idx="7264">
                  <c:v>97.157477999999998</c:v>
                </c:pt>
                <c:pt idx="7265">
                  <c:v>97.337715000000003</c:v>
                </c:pt>
                <c:pt idx="7266">
                  <c:v>97.549728000000002</c:v>
                </c:pt>
                <c:pt idx="7267">
                  <c:v>97.703377000000003</c:v>
                </c:pt>
                <c:pt idx="7268">
                  <c:v>97.801727</c:v>
                </c:pt>
                <c:pt idx="7269">
                  <c:v>97.886878999999993</c:v>
                </c:pt>
                <c:pt idx="7270">
                  <c:v>97.994361999999995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39AD-47F2-B4DB-536D3878BB77}"/>
            </c:ext>
          </c:extLst>
        </c:ser>
        <c:ser>
          <c:idx val="7"/>
          <c:order val="7"/>
          <c:tx>
            <c:strRef>
              <c:f>'DL-Model'!$W$1</c:f>
              <c:strCache>
                <c:ptCount val="1"/>
                <c:pt idx="0">
                  <c:v>T_rm_pred</c:v>
                </c:pt>
              </c:strCache>
            </c:strRef>
          </c:tx>
          <c:spPr>
            <a:ln w="19050" cap="rnd">
              <a:solidFill>
                <a:schemeClr val="accent4"/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'DL-Model'!$O$2:$O$7272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'DL-Model'!$W$2:$W$7272</c:f>
              <c:numCache>
                <c:formatCode>General</c:formatCode>
                <c:ptCount val="7271"/>
                <c:pt idx="0">
                  <c:v>53.554355999999999</c:v>
                </c:pt>
                <c:pt idx="1">
                  <c:v>54.275466999999999</c:v>
                </c:pt>
                <c:pt idx="2">
                  <c:v>54.607571</c:v>
                </c:pt>
                <c:pt idx="3">
                  <c:v>54.607208</c:v>
                </c:pt>
                <c:pt idx="4">
                  <c:v>54.700915999999999</c:v>
                </c:pt>
                <c:pt idx="5">
                  <c:v>54.873050999999997</c:v>
                </c:pt>
                <c:pt idx="6">
                  <c:v>54.829445</c:v>
                </c:pt>
                <c:pt idx="7">
                  <c:v>54.244984000000002</c:v>
                </c:pt>
                <c:pt idx="8">
                  <c:v>53.405158999999998</c:v>
                </c:pt>
                <c:pt idx="9">
                  <c:v>52.527382000000003</c:v>
                </c:pt>
                <c:pt idx="10">
                  <c:v>51.634571000000001</c:v>
                </c:pt>
                <c:pt idx="11">
                  <c:v>50.781815000000002</c:v>
                </c:pt>
                <c:pt idx="12">
                  <c:v>50.031199999999998</c:v>
                </c:pt>
                <c:pt idx="13">
                  <c:v>49.467308000000003</c:v>
                </c:pt>
                <c:pt idx="14">
                  <c:v>49.047339999999998</c:v>
                </c:pt>
                <c:pt idx="15">
                  <c:v>49.021369999999997</c:v>
                </c:pt>
                <c:pt idx="16">
                  <c:v>49.048217999999999</c:v>
                </c:pt>
                <c:pt idx="17">
                  <c:v>49.156483000000001</c:v>
                </c:pt>
                <c:pt idx="18">
                  <c:v>49.523212000000001</c:v>
                </c:pt>
                <c:pt idx="19">
                  <c:v>50.093722999999997</c:v>
                </c:pt>
                <c:pt idx="20">
                  <c:v>50.463135000000001</c:v>
                </c:pt>
                <c:pt idx="21">
                  <c:v>50.31823</c:v>
                </c:pt>
                <c:pt idx="22">
                  <c:v>50.186165000000003</c:v>
                </c:pt>
                <c:pt idx="23">
                  <c:v>50.447701000000002</c:v>
                </c:pt>
                <c:pt idx="24">
                  <c:v>51.250984000000003</c:v>
                </c:pt>
                <c:pt idx="25">
                  <c:v>51.593578000000001</c:v>
                </c:pt>
                <c:pt idx="26">
                  <c:v>51.834933999999997</c:v>
                </c:pt>
                <c:pt idx="27">
                  <c:v>52.437263000000002</c:v>
                </c:pt>
                <c:pt idx="28">
                  <c:v>52.952682000000003</c:v>
                </c:pt>
                <c:pt idx="29">
                  <c:v>53.144806000000003</c:v>
                </c:pt>
                <c:pt idx="30">
                  <c:v>53.361854999999998</c:v>
                </c:pt>
                <c:pt idx="31">
                  <c:v>53.744576000000002</c:v>
                </c:pt>
                <c:pt idx="32">
                  <c:v>54.210464000000002</c:v>
                </c:pt>
                <c:pt idx="33">
                  <c:v>54.571396</c:v>
                </c:pt>
                <c:pt idx="34">
                  <c:v>54.523910999999998</c:v>
                </c:pt>
                <c:pt idx="35">
                  <c:v>54.140143999999999</c:v>
                </c:pt>
                <c:pt idx="36">
                  <c:v>53.681736000000001</c:v>
                </c:pt>
                <c:pt idx="37">
                  <c:v>53.255699</c:v>
                </c:pt>
                <c:pt idx="38">
                  <c:v>53.053013</c:v>
                </c:pt>
                <c:pt idx="39">
                  <c:v>52.908344</c:v>
                </c:pt>
                <c:pt idx="40">
                  <c:v>52.726379000000001</c:v>
                </c:pt>
                <c:pt idx="41">
                  <c:v>52.872886999999999</c:v>
                </c:pt>
                <c:pt idx="42">
                  <c:v>53.180869999999999</c:v>
                </c:pt>
                <c:pt idx="43">
                  <c:v>53.351612000000003</c:v>
                </c:pt>
                <c:pt idx="44">
                  <c:v>53.444389000000001</c:v>
                </c:pt>
                <c:pt idx="45">
                  <c:v>53.363247000000001</c:v>
                </c:pt>
                <c:pt idx="46">
                  <c:v>53.317715</c:v>
                </c:pt>
                <c:pt idx="47">
                  <c:v>53.208748</c:v>
                </c:pt>
                <c:pt idx="48">
                  <c:v>52.979916000000003</c:v>
                </c:pt>
                <c:pt idx="49">
                  <c:v>53.350048000000001</c:v>
                </c:pt>
                <c:pt idx="50">
                  <c:v>54.156925000000001</c:v>
                </c:pt>
                <c:pt idx="51">
                  <c:v>54.640422999999998</c:v>
                </c:pt>
                <c:pt idx="52">
                  <c:v>55.046562000000002</c:v>
                </c:pt>
                <c:pt idx="53">
                  <c:v>55.352524000000003</c:v>
                </c:pt>
                <c:pt idx="54">
                  <c:v>55.206657</c:v>
                </c:pt>
                <c:pt idx="55">
                  <c:v>54.880634000000001</c:v>
                </c:pt>
                <c:pt idx="56">
                  <c:v>54.468181999999999</c:v>
                </c:pt>
                <c:pt idx="57">
                  <c:v>54.070858000000001</c:v>
                </c:pt>
                <c:pt idx="58">
                  <c:v>53.744670999999997</c:v>
                </c:pt>
                <c:pt idx="59">
                  <c:v>53.515628999999997</c:v>
                </c:pt>
                <c:pt idx="60">
                  <c:v>53.413356999999998</c:v>
                </c:pt>
                <c:pt idx="61">
                  <c:v>53.546574</c:v>
                </c:pt>
                <c:pt idx="62">
                  <c:v>53.596741000000002</c:v>
                </c:pt>
                <c:pt idx="63">
                  <c:v>53.591442000000001</c:v>
                </c:pt>
                <c:pt idx="64">
                  <c:v>53.678004999999999</c:v>
                </c:pt>
                <c:pt idx="65">
                  <c:v>53.747036000000001</c:v>
                </c:pt>
                <c:pt idx="66">
                  <c:v>53.989936999999998</c:v>
                </c:pt>
                <c:pt idx="67">
                  <c:v>54.431877</c:v>
                </c:pt>
                <c:pt idx="68">
                  <c:v>55.105240000000002</c:v>
                </c:pt>
                <c:pt idx="69">
                  <c:v>55.721446999999998</c:v>
                </c:pt>
                <c:pt idx="70">
                  <c:v>55.864567000000001</c:v>
                </c:pt>
                <c:pt idx="71">
                  <c:v>55.655025000000002</c:v>
                </c:pt>
                <c:pt idx="72">
                  <c:v>55.394848000000003</c:v>
                </c:pt>
                <c:pt idx="73">
                  <c:v>54.960448999999997</c:v>
                </c:pt>
                <c:pt idx="74">
                  <c:v>54.608749000000003</c:v>
                </c:pt>
                <c:pt idx="75">
                  <c:v>54.422657000000001</c:v>
                </c:pt>
                <c:pt idx="76">
                  <c:v>54.263415999999999</c:v>
                </c:pt>
                <c:pt idx="77">
                  <c:v>54.047615</c:v>
                </c:pt>
                <c:pt idx="78">
                  <c:v>53.773724000000001</c:v>
                </c:pt>
                <c:pt idx="79">
                  <c:v>53.664059000000002</c:v>
                </c:pt>
                <c:pt idx="80">
                  <c:v>53.897877000000001</c:v>
                </c:pt>
                <c:pt idx="81">
                  <c:v>54.310940000000002</c:v>
                </c:pt>
                <c:pt idx="82">
                  <c:v>54.793159000000003</c:v>
                </c:pt>
                <c:pt idx="83">
                  <c:v>55.212921000000001</c:v>
                </c:pt>
                <c:pt idx="84">
                  <c:v>55.373192000000003</c:v>
                </c:pt>
                <c:pt idx="85">
                  <c:v>55.464900999999998</c:v>
                </c:pt>
                <c:pt idx="86">
                  <c:v>55.480643999999998</c:v>
                </c:pt>
                <c:pt idx="87">
                  <c:v>55.456721999999999</c:v>
                </c:pt>
                <c:pt idx="88">
                  <c:v>55.304535000000001</c:v>
                </c:pt>
                <c:pt idx="89">
                  <c:v>54.942554000000001</c:v>
                </c:pt>
                <c:pt idx="90">
                  <c:v>54.579661999999999</c:v>
                </c:pt>
                <c:pt idx="91">
                  <c:v>54.308551999999999</c:v>
                </c:pt>
                <c:pt idx="92">
                  <c:v>54.081443999999998</c:v>
                </c:pt>
                <c:pt idx="93">
                  <c:v>54.057544999999998</c:v>
                </c:pt>
                <c:pt idx="94">
                  <c:v>54.161372999999998</c:v>
                </c:pt>
                <c:pt idx="95">
                  <c:v>54.248412999999999</c:v>
                </c:pt>
                <c:pt idx="96">
                  <c:v>54.387965999999999</c:v>
                </c:pt>
                <c:pt idx="97">
                  <c:v>54.722607000000004</c:v>
                </c:pt>
                <c:pt idx="98">
                  <c:v>55.090679000000002</c:v>
                </c:pt>
                <c:pt idx="99">
                  <c:v>55.505012999999998</c:v>
                </c:pt>
                <c:pt idx="100">
                  <c:v>55.745815</c:v>
                </c:pt>
                <c:pt idx="101">
                  <c:v>56.032494</c:v>
                </c:pt>
                <c:pt idx="102">
                  <c:v>56.547195000000002</c:v>
                </c:pt>
                <c:pt idx="103">
                  <c:v>57.151710999999999</c:v>
                </c:pt>
                <c:pt idx="104">
                  <c:v>57.506985</c:v>
                </c:pt>
                <c:pt idx="105">
                  <c:v>57.511325999999997</c:v>
                </c:pt>
                <c:pt idx="106">
                  <c:v>57.357674000000003</c:v>
                </c:pt>
                <c:pt idx="107">
                  <c:v>57.548504000000001</c:v>
                </c:pt>
                <c:pt idx="108">
                  <c:v>57.859634</c:v>
                </c:pt>
                <c:pt idx="109">
                  <c:v>58.246955999999997</c:v>
                </c:pt>
                <c:pt idx="110">
                  <c:v>58.759262</c:v>
                </c:pt>
                <c:pt idx="111">
                  <c:v>59.203372999999999</c:v>
                </c:pt>
                <c:pt idx="112">
                  <c:v>59.100121000000001</c:v>
                </c:pt>
                <c:pt idx="113">
                  <c:v>58.806663999999998</c:v>
                </c:pt>
                <c:pt idx="114">
                  <c:v>58.495052000000001</c:v>
                </c:pt>
                <c:pt idx="115">
                  <c:v>58.337029000000001</c:v>
                </c:pt>
                <c:pt idx="116">
                  <c:v>58.258223999999998</c:v>
                </c:pt>
                <c:pt idx="117">
                  <c:v>58.068302000000003</c:v>
                </c:pt>
                <c:pt idx="118">
                  <c:v>57.782004999999998</c:v>
                </c:pt>
                <c:pt idx="119">
                  <c:v>57.545440999999997</c:v>
                </c:pt>
                <c:pt idx="120">
                  <c:v>57.298808999999999</c:v>
                </c:pt>
                <c:pt idx="121">
                  <c:v>57.073929</c:v>
                </c:pt>
                <c:pt idx="122">
                  <c:v>56.795535999999998</c:v>
                </c:pt>
                <c:pt idx="123">
                  <c:v>56.361480999999998</c:v>
                </c:pt>
                <c:pt idx="124">
                  <c:v>55.705902000000002</c:v>
                </c:pt>
                <c:pt idx="125">
                  <c:v>54.653430999999998</c:v>
                </c:pt>
                <c:pt idx="126">
                  <c:v>53.177399000000001</c:v>
                </c:pt>
                <c:pt idx="127">
                  <c:v>54.204841999999999</c:v>
                </c:pt>
                <c:pt idx="128">
                  <c:v>55.845962999999998</c:v>
                </c:pt>
                <c:pt idx="129">
                  <c:v>56.983082000000003</c:v>
                </c:pt>
                <c:pt idx="130">
                  <c:v>57.247943999999997</c:v>
                </c:pt>
                <c:pt idx="131">
                  <c:v>56.703643999999997</c:v>
                </c:pt>
                <c:pt idx="132">
                  <c:v>55.692794999999997</c:v>
                </c:pt>
                <c:pt idx="133">
                  <c:v>54.692599999999999</c:v>
                </c:pt>
                <c:pt idx="134">
                  <c:v>54.109363999999999</c:v>
                </c:pt>
                <c:pt idx="135">
                  <c:v>53.338329000000002</c:v>
                </c:pt>
                <c:pt idx="136">
                  <c:v>52.446700999999997</c:v>
                </c:pt>
                <c:pt idx="137">
                  <c:v>51.580494000000002</c:v>
                </c:pt>
                <c:pt idx="138">
                  <c:v>51.029376999999997</c:v>
                </c:pt>
                <c:pt idx="139">
                  <c:v>50.654117999999997</c:v>
                </c:pt>
                <c:pt idx="140">
                  <c:v>50.332878000000001</c:v>
                </c:pt>
                <c:pt idx="141">
                  <c:v>50.081874999999997</c:v>
                </c:pt>
                <c:pt idx="142">
                  <c:v>49.902453999999999</c:v>
                </c:pt>
                <c:pt idx="143">
                  <c:v>49.747810000000001</c:v>
                </c:pt>
                <c:pt idx="144">
                  <c:v>49.580772000000003</c:v>
                </c:pt>
                <c:pt idx="145">
                  <c:v>49.459015000000001</c:v>
                </c:pt>
                <c:pt idx="146">
                  <c:v>49.365054999999998</c:v>
                </c:pt>
                <c:pt idx="147">
                  <c:v>49.2425</c:v>
                </c:pt>
                <c:pt idx="148">
                  <c:v>49.307476000000001</c:v>
                </c:pt>
                <c:pt idx="149">
                  <c:v>49.397987000000001</c:v>
                </c:pt>
                <c:pt idx="150">
                  <c:v>49.290725999999999</c:v>
                </c:pt>
                <c:pt idx="151">
                  <c:v>49.344104999999999</c:v>
                </c:pt>
                <c:pt idx="152">
                  <c:v>49.680678999999998</c:v>
                </c:pt>
                <c:pt idx="153">
                  <c:v>49.805565000000001</c:v>
                </c:pt>
                <c:pt idx="154">
                  <c:v>49.828536999999997</c:v>
                </c:pt>
                <c:pt idx="155">
                  <c:v>49.744602</c:v>
                </c:pt>
                <c:pt idx="156">
                  <c:v>49.605103</c:v>
                </c:pt>
                <c:pt idx="157">
                  <c:v>49.734554000000003</c:v>
                </c:pt>
                <c:pt idx="158">
                  <c:v>50.071204999999999</c:v>
                </c:pt>
                <c:pt idx="159">
                  <c:v>50.592055999999999</c:v>
                </c:pt>
                <c:pt idx="160">
                  <c:v>51.110236999999998</c:v>
                </c:pt>
                <c:pt idx="161">
                  <c:v>51.402358999999997</c:v>
                </c:pt>
                <c:pt idx="162">
                  <c:v>51.604458000000001</c:v>
                </c:pt>
                <c:pt idx="163">
                  <c:v>51.914352000000001</c:v>
                </c:pt>
                <c:pt idx="164">
                  <c:v>52.135620000000003</c:v>
                </c:pt>
                <c:pt idx="165">
                  <c:v>52.244658999999999</c:v>
                </c:pt>
                <c:pt idx="166">
                  <c:v>52.373671999999999</c:v>
                </c:pt>
                <c:pt idx="167">
                  <c:v>52.495811000000003</c:v>
                </c:pt>
                <c:pt idx="168">
                  <c:v>52.513160999999997</c:v>
                </c:pt>
                <c:pt idx="169">
                  <c:v>52.515675000000002</c:v>
                </c:pt>
                <c:pt idx="170">
                  <c:v>52.386757000000003</c:v>
                </c:pt>
                <c:pt idx="171">
                  <c:v>52.408977999999998</c:v>
                </c:pt>
                <c:pt idx="172">
                  <c:v>52.471671999999998</c:v>
                </c:pt>
                <c:pt idx="173">
                  <c:v>52.608092999999997</c:v>
                </c:pt>
                <c:pt idx="174">
                  <c:v>52.770401</c:v>
                </c:pt>
                <c:pt idx="175">
                  <c:v>52.936191999999998</c:v>
                </c:pt>
                <c:pt idx="176">
                  <c:v>53.111885000000001</c:v>
                </c:pt>
                <c:pt idx="177">
                  <c:v>53.290698999999996</c:v>
                </c:pt>
                <c:pt idx="178">
                  <c:v>53.457282999999997</c:v>
                </c:pt>
                <c:pt idx="179">
                  <c:v>53.538429000000001</c:v>
                </c:pt>
                <c:pt idx="180">
                  <c:v>53.588585000000002</c:v>
                </c:pt>
                <c:pt idx="181">
                  <c:v>53.665543</c:v>
                </c:pt>
                <c:pt idx="182">
                  <c:v>53.717086999999999</c:v>
                </c:pt>
                <c:pt idx="183">
                  <c:v>53.950859000000001</c:v>
                </c:pt>
                <c:pt idx="184">
                  <c:v>53.908206999999997</c:v>
                </c:pt>
                <c:pt idx="185">
                  <c:v>53.781818000000001</c:v>
                </c:pt>
                <c:pt idx="186">
                  <c:v>53.717765999999997</c:v>
                </c:pt>
                <c:pt idx="187">
                  <c:v>53.753310999999997</c:v>
                </c:pt>
                <c:pt idx="188">
                  <c:v>53.902222000000002</c:v>
                </c:pt>
                <c:pt idx="189">
                  <c:v>54.155487000000001</c:v>
                </c:pt>
                <c:pt idx="190">
                  <c:v>54.487450000000003</c:v>
                </c:pt>
                <c:pt idx="191">
                  <c:v>54.519683999999998</c:v>
                </c:pt>
                <c:pt idx="192">
                  <c:v>54.344898000000001</c:v>
                </c:pt>
                <c:pt idx="193">
                  <c:v>54.308551999999999</c:v>
                </c:pt>
                <c:pt idx="194">
                  <c:v>54.329906000000001</c:v>
                </c:pt>
                <c:pt idx="195">
                  <c:v>54.153087999999997</c:v>
                </c:pt>
                <c:pt idx="196">
                  <c:v>53.942036000000002</c:v>
                </c:pt>
                <c:pt idx="197">
                  <c:v>53.699795000000002</c:v>
                </c:pt>
                <c:pt idx="198">
                  <c:v>53.328589999999998</c:v>
                </c:pt>
                <c:pt idx="199">
                  <c:v>52.730316000000002</c:v>
                </c:pt>
                <c:pt idx="200">
                  <c:v>52.064788999999998</c:v>
                </c:pt>
                <c:pt idx="201">
                  <c:v>51.637965999999999</c:v>
                </c:pt>
                <c:pt idx="202">
                  <c:v>51.325690999999999</c:v>
                </c:pt>
                <c:pt idx="203">
                  <c:v>50.978230000000003</c:v>
                </c:pt>
                <c:pt idx="204">
                  <c:v>50.938766000000001</c:v>
                </c:pt>
                <c:pt idx="205">
                  <c:v>51.130645999999999</c:v>
                </c:pt>
                <c:pt idx="206">
                  <c:v>51.238822999999996</c:v>
                </c:pt>
                <c:pt idx="207">
                  <c:v>51.280360999999999</c:v>
                </c:pt>
                <c:pt idx="208">
                  <c:v>51.356960000000001</c:v>
                </c:pt>
                <c:pt idx="209">
                  <c:v>51.430064999999999</c:v>
                </c:pt>
                <c:pt idx="210">
                  <c:v>51.524712000000001</c:v>
                </c:pt>
                <c:pt idx="211">
                  <c:v>51.628585999999999</c:v>
                </c:pt>
                <c:pt idx="212">
                  <c:v>51.737938</c:v>
                </c:pt>
                <c:pt idx="213">
                  <c:v>51.754897999999997</c:v>
                </c:pt>
                <c:pt idx="214">
                  <c:v>51.682231999999999</c:v>
                </c:pt>
                <c:pt idx="215">
                  <c:v>51.600360999999999</c:v>
                </c:pt>
                <c:pt idx="216">
                  <c:v>51.577030000000001</c:v>
                </c:pt>
                <c:pt idx="217">
                  <c:v>51.558318999999997</c:v>
                </c:pt>
                <c:pt idx="218">
                  <c:v>51.534275000000001</c:v>
                </c:pt>
                <c:pt idx="219">
                  <c:v>51.653903999999997</c:v>
                </c:pt>
                <c:pt idx="220">
                  <c:v>52.033951000000002</c:v>
                </c:pt>
                <c:pt idx="221">
                  <c:v>52.598202000000001</c:v>
                </c:pt>
                <c:pt idx="222">
                  <c:v>53.110146</c:v>
                </c:pt>
                <c:pt idx="223">
                  <c:v>53.461951999999997</c:v>
                </c:pt>
                <c:pt idx="224">
                  <c:v>53.965549000000003</c:v>
                </c:pt>
                <c:pt idx="225">
                  <c:v>54.432602000000003</c:v>
                </c:pt>
                <c:pt idx="226">
                  <c:v>54.753219999999999</c:v>
                </c:pt>
                <c:pt idx="227">
                  <c:v>54.896664000000001</c:v>
                </c:pt>
                <c:pt idx="228">
                  <c:v>55.092579000000001</c:v>
                </c:pt>
                <c:pt idx="229">
                  <c:v>55.302872000000001</c:v>
                </c:pt>
                <c:pt idx="230">
                  <c:v>55.457591999999998</c:v>
                </c:pt>
                <c:pt idx="231">
                  <c:v>55.604045999999997</c:v>
                </c:pt>
                <c:pt idx="232">
                  <c:v>55.728374000000002</c:v>
                </c:pt>
                <c:pt idx="233">
                  <c:v>55.779609999999998</c:v>
                </c:pt>
                <c:pt idx="234">
                  <c:v>55.813701999999999</c:v>
                </c:pt>
                <c:pt idx="235">
                  <c:v>56.048324999999998</c:v>
                </c:pt>
                <c:pt idx="236">
                  <c:v>56.201687</c:v>
                </c:pt>
                <c:pt idx="237">
                  <c:v>56.176425999999999</c:v>
                </c:pt>
                <c:pt idx="238">
                  <c:v>56.055228999999997</c:v>
                </c:pt>
                <c:pt idx="239">
                  <c:v>55.957977</c:v>
                </c:pt>
                <c:pt idx="240">
                  <c:v>55.981461000000003</c:v>
                </c:pt>
                <c:pt idx="241">
                  <c:v>55.995578999999999</c:v>
                </c:pt>
                <c:pt idx="242">
                  <c:v>55.969833000000001</c:v>
                </c:pt>
                <c:pt idx="243">
                  <c:v>56.119174999999998</c:v>
                </c:pt>
                <c:pt idx="244">
                  <c:v>56.254620000000003</c:v>
                </c:pt>
                <c:pt idx="245">
                  <c:v>56.522919000000002</c:v>
                </c:pt>
                <c:pt idx="246">
                  <c:v>56.559296000000003</c:v>
                </c:pt>
                <c:pt idx="247">
                  <c:v>56.304062000000002</c:v>
                </c:pt>
                <c:pt idx="248">
                  <c:v>56.050773999999997</c:v>
                </c:pt>
                <c:pt idx="249">
                  <c:v>56.092022</c:v>
                </c:pt>
                <c:pt idx="250">
                  <c:v>56.239440999999999</c:v>
                </c:pt>
                <c:pt idx="251">
                  <c:v>56.275630999999997</c:v>
                </c:pt>
                <c:pt idx="252">
                  <c:v>56.101470999999997</c:v>
                </c:pt>
                <c:pt idx="253">
                  <c:v>55.984695000000002</c:v>
                </c:pt>
                <c:pt idx="254">
                  <c:v>55.978690999999998</c:v>
                </c:pt>
                <c:pt idx="255">
                  <c:v>55.954582000000002</c:v>
                </c:pt>
                <c:pt idx="256">
                  <c:v>55.987220999999998</c:v>
                </c:pt>
                <c:pt idx="257">
                  <c:v>56.056213</c:v>
                </c:pt>
                <c:pt idx="258">
                  <c:v>56.188930999999997</c:v>
                </c:pt>
                <c:pt idx="259">
                  <c:v>56.21508</c:v>
                </c:pt>
                <c:pt idx="260">
                  <c:v>56.185226</c:v>
                </c:pt>
                <c:pt idx="261">
                  <c:v>56.205264999999997</c:v>
                </c:pt>
                <c:pt idx="262">
                  <c:v>56.329365000000003</c:v>
                </c:pt>
                <c:pt idx="263">
                  <c:v>56.433292000000002</c:v>
                </c:pt>
                <c:pt idx="264">
                  <c:v>56.610610999999999</c:v>
                </c:pt>
                <c:pt idx="265">
                  <c:v>56.747337000000002</c:v>
                </c:pt>
                <c:pt idx="266">
                  <c:v>56.740318000000002</c:v>
                </c:pt>
                <c:pt idx="267">
                  <c:v>56.663521000000003</c:v>
                </c:pt>
                <c:pt idx="268">
                  <c:v>56.511684000000002</c:v>
                </c:pt>
                <c:pt idx="269">
                  <c:v>56.397793</c:v>
                </c:pt>
                <c:pt idx="270">
                  <c:v>56.318489</c:v>
                </c:pt>
                <c:pt idx="271">
                  <c:v>56.234710999999997</c:v>
                </c:pt>
                <c:pt idx="272">
                  <c:v>56.090549000000003</c:v>
                </c:pt>
                <c:pt idx="273">
                  <c:v>55.922885999999998</c:v>
                </c:pt>
                <c:pt idx="274">
                  <c:v>55.837119999999999</c:v>
                </c:pt>
                <c:pt idx="275">
                  <c:v>55.780605000000001</c:v>
                </c:pt>
                <c:pt idx="276">
                  <c:v>55.621383999999999</c:v>
                </c:pt>
                <c:pt idx="277">
                  <c:v>55.483455999999997</c:v>
                </c:pt>
                <c:pt idx="278">
                  <c:v>55.440178000000003</c:v>
                </c:pt>
                <c:pt idx="279">
                  <c:v>55.412528999999999</c:v>
                </c:pt>
                <c:pt idx="280">
                  <c:v>55.276069999999997</c:v>
                </c:pt>
                <c:pt idx="281">
                  <c:v>55.087299000000002</c:v>
                </c:pt>
                <c:pt idx="282">
                  <c:v>55.038155000000003</c:v>
                </c:pt>
                <c:pt idx="283">
                  <c:v>55.071213</c:v>
                </c:pt>
                <c:pt idx="284">
                  <c:v>55.035507000000003</c:v>
                </c:pt>
                <c:pt idx="285">
                  <c:v>55.036994999999997</c:v>
                </c:pt>
                <c:pt idx="286">
                  <c:v>55.106605999999999</c:v>
                </c:pt>
                <c:pt idx="287">
                  <c:v>55.173682999999997</c:v>
                </c:pt>
                <c:pt idx="288">
                  <c:v>55.201466000000003</c:v>
                </c:pt>
                <c:pt idx="289">
                  <c:v>55.195644000000001</c:v>
                </c:pt>
                <c:pt idx="290">
                  <c:v>55.325096000000002</c:v>
                </c:pt>
                <c:pt idx="291">
                  <c:v>55.528576000000001</c:v>
                </c:pt>
                <c:pt idx="292">
                  <c:v>55.714325000000002</c:v>
                </c:pt>
                <c:pt idx="293">
                  <c:v>55.734023999999998</c:v>
                </c:pt>
                <c:pt idx="294">
                  <c:v>55.748997000000003</c:v>
                </c:pt>
                <c:pt idx="295">
                  <c:v>55.777228999999998</c:v>
                </c:pt>
                <c:pt idx="296">
                  <c:v>55.900772000000003</c:v>
                </c:pt>
                <c:pt idx="297">
                  <c:v>56.182186000000002</c:v>
                </c:pt>
                <c:pt idx="298">
                  <c:v>56.517361000000001</c:v>
                </c:pt>
                <c:pt idx="299">
                  <c:v>56.688782000000003</c:v>
                </c:pt>
                <c:pt idx="300">
                  <c:v>56.844681000000001</c:v>
                </c:pt>
                <c:pt idx="301">
                  <c:v>57.277602999999999</c:v>
                </c:pt>
                <c:pt idx="302">
                  <c:v>57.790008999999998</c:v>
                </c:pt>
                <c:pt idx="303">
                  <c:v>58.139488</c:v>
                </c:pt>
                <c:pt idx="304">
                  <c:v>58.455390999999999</c:v>
                </c:pt>
                <c:pt idx="305">
                  <c:v>58.684761000000002</c:v>
                </c:pt>
                <c:pt idx="306">
                  <c:v>59.106181999999997</c:v>
                </c:pt>
                <c:pt idx="307">
                  <c:v>59.458579999999998</c:v>
                </c:pt>
                <c:pt idx="308">
                  <c:v>59.648277</c:v>
                </c:pt>
                <c:pt idx="309">
                  <c:v>59.706775999999998</c:v>
                </c:pt>
                <c:pt idx="310">
                  <c:v>59.675345999999998</c:v>
                </c:pt>
                <c:pt idx="311">
                  <c:v>59.595669000000001</c:v>
                </c:pt>
                <c:pt idx="312">
                  <c:v>59.355044999999997</c:v>
                </c:pt>
                <c:pt idx="313">
                  <c:v>59.382465000000003</c:v>
                </c:pt>
                <c:pt idx="314">
                  <c:v>59.565586000000003</c:v>
                </c:pt>
                <c:pt idx="315">
                  <c:v>59.685875000000003</c:v>
                </c:pt>
                <c:pt idx="316">
                  <c:v>59.824181000000003</c:v>
                </c:pt>
                <c:pt idx="317">
                  <c:v>59.835445</c:v>
                </c:pt>
                <c:pt idx="318">
                  <c:v>59.725597</c:v>
                </c:pt>
                <c:pt idx="319">
                  <c:v>59.607295999999998</c:v>
                </c:pt>
                <c:pt idx="320">
                  <c:v>59.516646999999999</c:v>
                </c:pt>
                <c:pt idx="321">
                  <c:v>59.444564999999997</c:v>
                </c:pt>
                <c:pt idx="322">
                  <c:v>59.414535999999998</c:v>
                </c:pt>
                <c:pt idx="323">
                  <c:v>59.274689000000002</c:v>
                </c:pt>
                <c:pt idx="324">
                  <c:v>58.882590999999998</c:v>
                </c:pt>
                <c:pt idx="325">
                  <c:v>58.617584000000001</c:v>
                </c:pt>
                <c:pt idx="326">
                  <c:v>58.642921000000001</c:v>
                </c:pt>
                <c:pt idx="327">
                  <c:v>58.826388999999999</c:v>
                </c:pt>
                <c:pt idx="328">
                  <c:v>58.838237999999997</c:v>
                </c:pt>
                <c:pt idx="329">
                  <c:v>58.695430999999999</c:v>
                </c:pt>
                <c:pt idx="330">
                  <c:v>58.486075999999997</c:v>
                </c:pt>
                <c:pt idx="331">
                  <c:v>58.322871999999997</c:v>
                </c:pt>
                <c:pt idx="332">
                  <c:v>58.550139999999999</c:v>
                </c:pt>
                <c:pt idx="333">
                  <c:v>58.990105</c:v>
                </c:pt>
                <c:pt idx="334">
                  <c:v>59.235526999999998</c:v>
                </c:pt>
                <c:pt idx="335">
                  <c:v>59.386519999999997</c:v>
                </c:pt>
                <c:pt idx="336">
                  <c:v>59.297896999999999</c:v>
                </c:pt>
                <c:pt idx="337">
                  <c:v>59.122501</c:v>
                </c:pt>
                <c:pt idx="338">
                  <c:v>59.002414999999999</c:v>
                </c:pt>
                <c:pt idx="339">
                  <c:v>59.010525000000001</c:v>
                </c:pt>
                <c:pt idx="340">
                  <c:v>59.035206000000002</c:v>
                </c:pt>
                <c:pt idx="341">
                  <c:v>59.038834000000001</c:v>
                </c:pt>
                <c:pt idx="342">
                  <c:v>59.032004999999998</c:v>
                </c:pt>
                <c:pt idx="343">
                  <c:v>58.934452</c:v>
                </c:pt>
                <c:pt idx="344">
                  <c:v>58.854736000000003</c:v>
                </c:pt>
                <c:pt idx="345">
                  <c:v>58.880637999999998</c:v>
                </c:pt>
                <c:pt idx="346">
                  <c:v>58.832073000000001</c:v>
                </c:pt>
                <c:pt idx="347">
                  <c:v>58.790725999999999</c:v>
                </c:pt>
                <c:pt idx="348">
                  <c:v>58.845481999999997</c:v>
                </c:pt>
                <c:pt idx="349">
                  <c:v>58.806086999999998</c:v>
                </c:pt>
                <c:pt idx="350">
                  <c:v>58.659503999999998</c:v>
                </c:pt>
                <c:pt idx="351">
                  <c:v>58.363368999999999</c:v>
                </c:pt>
                <c:pt idx="352">
                  <c:v>58.079807000000002</c:v>
                </c:pt>
                <c:pt idx="353">
                  <c:v>57.848576000000001</c:v>
                </c:pt>
                <c:pt idx="354">
                  <c:v>57.537365000000001</c:v>
                </c:pt>
                <c:pt idx="355">
                  <c:v>57.345390000000002</c:v>
                </c:pt>
                <c:pt idx="356">
                  <c:v>57.302143000000001</c:v>
                </c:pt>
                <c:pt idx="357">
                  <c:v>57.355376999999997</c:v>
                </c:pt>
                <c:pt idx="358">
                  <c:v>57.656441000000001</c:v>
                </c:pt>
                <c:pt idx="359">
                  <c:v>57.971885999999998</c:v>
                </c:pt>
                <c:pt idx="360">
                  <c:v>58.215733</c:v>
                </c:pt>
                <c:pt idx="361">
                  <c:v>58.426399000000004</c:v>
                </c:pt>
                <c:pt idx="362">
                  <c:v>58.550133000000002</c:v>
                </c:pt>
                <c:pt idx="363">
                  <c:v>58.585636000000001</c:v>
                </c:pt>
                <c:pt idx="364">
                  <c:v>58.525131000000002</c:v>
                </c:pt>
                <c:pt idx="365">
                  <c:v>58.430945999999999</c:v>
                </c:pt>
                <c:pt idx="366">
                  <c:v>58.458275</c:v>
                </c:pt>
                <c:pt idx="367">
                  <c:v>58.629128000000001</c:v>
                </c:pt>
                <c:pt idx="368">
                  <c:v>58.656039999999997</c:v>
                </c:pt>
                <c:pt idx="369">
                  <c:v>58.512371000000002</c:v>
                </c:pt>
                <c:pt idx="370">
                  <c:v>58.344524</c:v>
                </c:pt>
                <c:pt idx="371">
                  <c:v>58.215190999999997</c:v>
                </c:pt>
                <c:pt idx="372">
                  <c:v>58.182713</c:v>
                </c:pt>
                <c:pt idx="373">
                  <c:v>58.353389999999997</c:v>
                </c:pt>
                <c:pt idx="374">
                  <c:v>58.611736000000001</c:v>
                </c:pt>
                <c:pt idx="375">
                  <c:v>58.799438000000002</c:v>
                </c:pt>
                <c:pt idx="376">
                  <c:v>58.947769000000001</c:v>
                </c:pt>
                <c:pt idx="377">
                  <c:v>59.158538999999998</c:v>
                </c:pt>
                <c:pt idx="378">
                  <c:v>59.347625999999998</c:v>
                </c:pt>
                <c:pt idx="379">
                  <c:v>59.446612999999999</c:v>
                </c:pt>
                <c:pt idx="380">
                  <c:v>59.402923999999999</c:v>
                </c:pt>
                <c:pt idx="381">
                  <c:v>59.312229000000002</c:v>
                </c:pt>
                <c:pt idx="382">
                  <c:v>59.292079999999999</c:v>
                </c:pt>
                <c:pt idx="383">
                  <c:v>59.462935999999999</c:v>
                </c:pt>
                <c:pt idx="384">
                  <c:v>59.660178999999999</c:v>
                </c:pt>
                <c:pt idx="385">
                  <c:v>59.758816000000003</c:v>
                </c:pt>
                <c:pt idx="386">
                  <c:v>59.874088</c:v>
                </c:pt>
                <c:pt idx="387">
                  <c:v>60.003700000000002</c:v>
                </c:pt>
                <c:pt idx="388">
                  <c:v>60.281970999999999</c:v>
                </c:pt>
                <c:pt idx="389">
                  <c:v>60.766415000000002</c:v>
                </c:pt>
                <c:pt idx="390">
                  <c:v>61.181910999999999</c:v>
                </c:pt>
                <c:pt idx="391">
                  <c:v>61.403809000000003</c:v>
                </c:pt>
                <c:pt idx="392">
                  <c:v>61.566234999999999</c:v>
                </c:pt>
                <c:pt idx="393">
                  <c:v>61.768504999999998</c:v>
                </c:pt>
                <c:pt idx="394">
                  <c:v>62.057133</c:v>
                </c:pt>
                <c:pt idx="395">
                  <c:v>62.35474</c:v>
                </c:pt>
                <c:pt idx="396">
                  <c:v>62.559612000000001</c:v>
                </c:pt>
                <c:pt idx="397">
                  <c:v>62.738739000000002</c:v>
                </c:pt>
                <c:pt idx="398">
                  <c:v>62.763320999999998</c:v>
                </c:pt>
                <c:pt idx="399">
                  <c:v>62.670997999999997</c:v>
                </c:pt>
                <c:pt idx="400">
                  <c:v>62.628754000000001</c:v>
                </c:pt>
                <c:pt idx="401">
                  <c:v>62.662033000000001</c:v>
                </c:pt>
                <c:pt idx="402">
                  <c:v>62.807068000000001</c:v>
                </c:pt>
                <c:pt idx="403">
                  <c:v>62.971947</c:v>
                </c:pt>
                <c:pt idx="404">
                  <c:v>62.999718000000001</c:v>
                </c:pt>
                <c:pt idx="405">
                  <c:v>62.998341000000003</c:v>
                </c:pt>
                <c:pt idx="406">
                  <c:v>63.060130999999998</c:v>
                </c:pt>
                <c:pt idx="407">
                  <c:v>63.181910999999999</c:v>
                </c:pt>
                <c:pt idx="408">
                  <c:v>63.460177999999999</c:v>
                </c:pt>
                <c:pt idx="409">
                  <c:v>63.655067000000003</c:v>
                </c:pt>
                <c:pt idx="410">
                  <c:v>63.633591000000003</c:v>
                </c:pt>
                <c:pt idx="411">
                  <c:v>63.560763999999999</c:v>
                </c:pt>
                <c:pt idx="412">
                  <c:v>63.427925000000002</c:v>
                </c:pt>
                <c:pt idx="413">
                  <c:v>63.245739</c:v>
                </c:pt>
                <c:pt idx="414">
                  <c:v>63.005488999999997</c:v>
                </c:pt>
                <c:pt idx="415">
                  <c:v>62.736671000000001</c:v>
                </c:pt>
                <c:pt idx="416">
                  <c:v>62.485348000000002</c:v>
                </c:pt>
                <c:pt idx="417">
                  <c:v>62.277050000000003</c:v>
                </c:pt>
                <c:pt idx="418">
                  <c:v>62.162708000000002</c:v>
                </c:pt>
                <c:pt idx="419">
                  <c:v>62.212780000000002</c:v>
                </c:pt>
                <c:pt idx="420">
                  <c:v>62.347724999999997</c:v>
                </c:pt>
                <c:pt idx="421">
                  <c:v>62.515976000000002</c:v>
                </c:pt>
                <c:pt idx="422">
                  <c:v>62.675877</c:v>
                </c:pt>
                <c:pt idx="423">
                  <c:v>62.874614999999999</c:v>
                </c:pt>
                <c:pt idx="424">
                  <c:v>63.079514000000003</c:v>
                </c:pt>
                <c:pt idx="425">
                  <c:v>63.237040999999998</c:v>
                </c:pt>
                <c:pt idx="426">
                  <c:v>63.456184</c:v>
                </c:pt>
                <c:pt idx="427">
                  <c:v>63.875984000000003</c:v>
                </c:pt>
                <c:pt idx="428">
                  <c:v>64.463263999999995</c:v>
                </c:pt>
                <c:pt idx="429">
                  <c:v>64.980002999999996</c:v>
                </c:pt>
                <c:pt idx="430">
                  <c:v>65.313461000000004</c:v>
                </c:pt>
                <c:pt idx="431">
                  <c:v>65.476791000000006</c:v>
                </c:pt>
                <c:pt idx="432">
                  <c:v>65.585869000000002</c:v>
                </c:pt>
                <c:pt idx="433">
                  <c:v>65.758064000000005</c:v>
                </c:pt>
                <c:pt idx="434">
                  <c:v>65.950073000000003</c:v>
                </c:pt>
                <c:pt idx="435">
                  <c:v>66.083991999999995</c:v>
                </c:pt>
                <c:pt idx="436">
                  <c:v>66.158241000000004</c:v>
                </c:pt>
                <c:pt idx="437">
                  <c:v>66.158057999999997</c:v>
                </c:pt>
                <c:pt idx="438">
                  <c:v>65.944991999999999</c:v>
                </c:pt>
                <c:pt idx="439">
                  <c:v>65.559235000000001</c:v>
                </c:pt>
                <c:pt idx="440">
                  <c:v>65.286597999999998</c:v>
                </c:pt>
                <c:pt idx="441">
                  <c:v>65.110039</c:v>
                </c:pt>
                <c:pt idx="442">
                  <c:v>65.097274999999996</c:v>
                </c:pt>
                <c:pt idx="443">
                  <c:v>65.396843000000004</c:v>
                </c:pt>
                <c:pt idx="444">
                  <c:v>65.653983999999994</c:v>
                </c:pt>
                <c:pt idx="445">
                  <c:v>65.734695000000002</c:v>
                </c:pt>
                <c:pt idx="446">
                  <c:v>65.550635999999997</c:v>
                </c:pt>
                <c:pt idx="447">
                  <c:v>65.164008999999993</c:v>
                </c:pt>
                <c:pt idx="448">
                  <c:v>64.825057999999999</c:v>
                </c:pt>
                <c:pt idx="449">
                  <c:v>64.670440999999997</c:v>
                </c:pt>
                <c:pt idx="450">
                  <c:v>64.599975999999998</c:v>
                </c:pt>
                <c:pt idx="451">
                  <c:v>64.584236000000004</c:v>
                </c:pt>
                <c:pt idx="452">
                  <c:v>64.588988999999998</c:v>
                </c:pt>
                <c:pt idx="453">
                  <c:v>64.648453000000003</c:v>
                </c:pt>
                <c:pt idx="454">
                  <c:v>64.599143999999995</c:v>
                </c:pt>
                <c:pt idx="455">
                  <c:v>64.532166000000004</c:v>
                </c:pt>
                <c:pt idx="456">
                  <c:v>64.487015</c:v>
                </c:pt>
                <c:pt idx="457">
                  <c:v>64.313370000000006</c:v>
                </c:pt>
                <c:pt idx="458">
                  <c:v>64.102958999999998</c:v>
                </c:pt>
                <c:pt idx="459">
                  <c:v>63.886929000000002</c:v>
                </c:pt>
                <c:pt idx="460">
                  <c:v>63.789341</c:v>
                </c:pt>
                <c:pt idx="461">
                  <c:v>63.816459999999999</c:v>
                </c:pt>
                <c:pt idx="462">
                  <c:v>63.896487999999998</c:v>
                </c:pt>
                <c:pt idx="463">
                  <c:v>63.987461000000003</c:v>
                </c:pt>
                <c:pt idx="464">
                  <c:v>63.981140000000003</c:v>
                </c:pt>
                <c:pt idx="465">
                  <c:v>63.852862999999999</c:v>
                </c:pt>
                <c:pt idx="466">
                  <c:v>63.671123999999999</c:v>
                </c:pt>
                <c:pt idx="467">
                  <c:v>63.484496999999998</c:v>
                </c:pt>
                <c:pt idx="468">
                  <c:v>63.278595000000003</c:v>
                </c:pt>
                <c:pt idx="469">
                  <c:v>63.221190999999997</c:v>
                </c:pt>
                <c:pt idx="470">
                  <c:v>63.307212999999997</c:v>
                </c:pt>
                <c:pt idx="471">
                  <c:v>63.347831999999997</c:v>
                </c:pt>
                <c:pt idx="472">
                  <c:v>63.339618999999999</c:v>
                </c:pt>
                <c:pt idx="473">
                  <c:v>63.324776</c:v>
                </c:pt>
                <c:pt idx="474">
                  <c:v>63.363799999999998</c:v>
                </c:pt>
                <c:pt idx="475">
                  <c:v>63.432811999999998</c:v>
                </c:pt>
                <c:pt idx="476">
                  <c:v>63.781413999999998</c:v>
                </c:pt>
                <c:pt idx="477">
                  <c:v>64.307243</c:v>
                </c:pt>
                <c:pt idx="478">
                  <c:v>64.775290999999996</c:v>
                </c:pt>
                <c:pt idx="479">
                  <c:v>65.181533999999999</c:v>
                </c:pt>
                <c:pt idx="480">
                  <c:v>65.481285</c:v>
                </c:pt>
                <c:pt idx="481">
                  <c:v>65.702117999999999</c:v>
                </c:pt>
                <c:pt idx="482">
                  <c:v>65.808350000000004</c:v>
                </c:pt>
                <c:pt idx="483">
                  <c:v>65.950858999999994</c:v>
                </c:pt>
                <c:pt idx="484">
                  <c:v>65.929466000000005</c:v>
                </c:pt>
                <c:pt idx="485">
                  <c:v>65.769722000000002</c:v>
                </c:pt>
                <c:pt idx="486">
                  <c:v>65.567161999999996</c:v>
                </c:pt>
                <c:pt idx="487">
                  <c:v>65.303528</c:v>
                </c:pt>
                <c:pt idx="488">
                  <c:v>64.936645999999996</c:v>
                </c:pt>
                <c:pt idx="489">
                  <c:v>64.534935000000004</c:v>
                </c:pt>
                <c:pt idx="490">
                  <c:v>64.220664999999997</c:v>
                </c:pt>
                <c:pt idx="491">
                  <c:v>64.039306999999994</c:v>
                </c:pt>
                <c:pt idx="492">
                  <c:v>63.961551999999998</c:v>
                </c:pt>
                <c:pt idx="493">
                  <c:v>63.984797999999998</c:v>
                </c:pt>
                <c:pt idx="494">
                  <c:v>64.104645000000005</c:v>
                </c:pt>
                <c:pt idx="495">
                  <c:v>64.371300000000005</c:v>
                </c:pt>
                <c:pt idx="496">
                  <c:v>64.701408000000001</c:v>
                </c:pt>
                <c:pt idx="497">
                  <c:v>64.885779999999997</c:v>
                </c:pt>
                <c:pt idx="498">
                  <c:v>64.914901999999998</c:v>
                </c:pt>
                <c:pt idx="499">
                  <c:v>64.864006000000003</c:v>
                </c:pt>
                <c:pt idx="500">
                  <c:v>64.810164999999998</c:v>
                </c:pt>
                <c:pt idx="501">
                  <c:v>64.739402999999996</c:v>
                </c:pt>
                <c:pt idx="502">
                  <c:v>64.603003999999999</c:v>
                </c:pt>
                <c:pt idx="503">
                  <c:v>64.465500000000006</c:v>
                </c:pt>
                <c:pt idx="504">
                  <c:v>64.378722999999994</c:v>
                </c:pt>
                <c:pt idx="505">
                  <c:v>64.406906000000006</c:v>
                </c:pt>
                <c:pt idx="506">
                  <c:v>64.554885999999996</c:v>
                </c:pt>
                <c:pt idx="507">
                  <c:v>64.789992999999996</c:v>
                </c:pt>
                <c:pt idx="508">
                  <c:v>64.967506</c:v>
                </c:pt>
                <c:pt idx="509">
                  <c:v>65.013176000000001</c:v>
                </c:pt>
                <c:pt idx="510">
                  <c:v>65.018089000000003</c:v>
                </c:pt>
                <c:pt idx="511">
                  <c:v>64.998954999999995</c:v>
                </c:pt>
                <c:pt idx="512">
                  <c:v>65.058532999999997</c:v>
                </c:pt>
                <c:pt idx="513">
                  <c:v>65.285004000000001</c:v>
                </c:pt>
                <c:pt idx="514">
                  <c:v>65.613502999999994</c:v>
                </c:pt>
                <c:pt idx="515">
                  <c:v>65.802948000000001</c:v>
                </c:pt>
                <c:pt idx="516">
                  <c:v>65.818603999999993</c:v>
                </c:pt>
                <c:pt idx="517">
                  <c:v>65.659035000000003</c:v>
                </c:pt>
                <c:pt idx="518">
                  <c:v>65.441956000000005</c:v>
                </c:pt>
                <c:pt idx="519">
                  <c:v>59.209041999999997</c:v>
                </c:pt>
                <c:pt idx="520">
                  <c:v>51.911076000000001</c:v>
                </c:pt>
                <c:pt idx="521">
                  <c:v>53.085048999999998</c:v>
                </c:pt>
                <c:pt idx="522">
                  <c:v>54.323273</c:v>
                </c:pt>
                <c:pt idx="523">
                  <c:v>55.389938000000001</c:v>
                </c:pt>
                <c:pt idx="524">
                  <c:v>56.410651999999999</c:v>
                </c:pt>
                <c:pt idx="525">
                  <c:v>57.336013999999999</c:v>
                </c:pt>
                <c:pt idx="526">
                  <c:v>58.272930000000002</c:v>
                </c:pt>
                <c:pt idx="527">
                  <c:v>59.300342999999998</c:v>
                </c:pt>
                <c:pt idx="528">
                  <c:v>60.228985000000002</c:v>
                </c:pt>
                <c:pt idx="529">
                  <c:v>61.073574000000001</c:v>
                </c:pt>
                <c:pt idx="530">
                  <c:v>61.669196999999997</c:v>
                </c:pt>
                <c:pt idx="531">
                  <c:v>62.041114999999998</c:v>
                </c:pt>
                <c:pt idx="532">
                  <c:v>62.558739000000003</c:v>
                </c:pt>
                <c:pt idx="533">
                  <c:v>63.095509</c:v>
                </c:pt>
                <c:pt idx="534">
                  <c:v>63.488312000000001</c:v>
                </c:pt>
                <c:pt idx="535">
                  <c:v>63.904578999999998</c:v>
                </c:pt>
                <c:pt idx="536">
                  <c:v>64.367385999999996</c:v>
                </c:pt>
                <c:pt idx="537">
                  <c:v>64.776275999999996</c:v>
                </c:pt>
                <c:pt idx="538">
                  <c:v>65.085280999999995</c:v>
                </c:pt>
                <c:pt idx="539">
                  <c:v>65.236419999999995</c:v>
                </c:pt>
                <c:pt idx="540">
                  <c:v>65.406424999999999</c:v>
                </c:pt>
                <c:pt idx="541">
                  <c:v>65.588881999999998</c:v>
                </c:pt>
                <c:pt idx="542">
                  <c:v>65.768416999999999</c:v>
                </c:pt>
                <c:pt idx="543">
                  <c:v>65.969604000000004</c:v>
                </c:pt>
                <c:pt idx="544">
                  <c:v>66.031975000000003</c:v>
                </c:pt>
                <c:pt idx="545">
                  <c:v>65.981658999999993</c:v>
                </c:pt>
                <c:pt idx="546">
                  <c:v>65.855407999999997</c:v>
                </c:pt>
                <c:pt idx="547">
                  <c:v>65.943625999999995</c:v>
                </c:pt>
                <c:pt idx="548">
                  <c:v>66.106498999999999</c:v>
                </c:pt>
                <c:pt idx="549">
                  <c:v>66.227585000000005</c:v>
                </c:pt>
                <c:pt idx="550">
                  <c:v>66.214232999999993</c:v>
                </c:pt>
                <c:pt idx="551">
                  <c:v>65.948348999999993</c:v>
                </c:pt>
                <c:pt idx="552">
                  <c:v>65.490234000000001</c:v>
                </c:pt>
                <c:pt idx="553">
                  <c:v>65.105705</c:v>
                </c:pt>
                <c:pt idx="554">
                  <c:v>64.772598000000002</c:v>
                </c:pt>
                <c:pt idx="555">
                  <c:v>64.596169000000003</c:v>
                </c:pt>
                <c:pt idx="556">
                  <c:v>64.660285999999999</c:v>
                </c:pt>
                <c:pt idx="557">
                  <c:v>64.646987999999993</c:v>
                </c:pt>
                <c:pt idx="558">
                  <c:v>64.553505000000001</c:v>
                </c:pt>
                <c:pt idx="559">
                  <c:v>64.513526999999996</c:v>
                </c:pt>
                <c:pt idx="560">
                  <c:v>64.372924999999995</c:v>
                </c:pt>
                <c:pt idx="561">
                  <c:v>64.383742999999996</c:v>
                </c:pt>
                <c:pt idx="562">
                  <c:v>64.452019000000007</c:v>
                </c:pt>
                <c:pt idx="563">
                  <c:v>64.638214000000005</c:v>
                </c:pt>
                <c:pt idx="564">
                  <c:v>64.701117999999994</c:v>
                </c:pt>
                <c:pt idx="565">
                  <c:v>64.524124</c:v>
                </c:pt>
                <c:pt idx="566">
                  <c:v>64.163382999999996</c:v>
                </c:pt>
                <c:pt idx="567">
                  <c:v>63.882598999999999</c:v>
                </c:pt>
                <c:pt idx="568">
                  <c:v>63.689888000000003</c:v>
                </c:pt>
                <c:pt idx="569">
                  <c:v>63.493828000000001</c:v>
                </c:pt>
                <c:pt idx="570">
                  <c:v>63.231552000000001</c:v>
                </c:pt>
                <c:pt idx="571">
                  <c:v>62.942669000000002</c:v>
                </c:pt>
                <c:pt idx="572">
                  <c:v>62.729118</c:v>
                </c:pt>
                <c:pt idx="573">
                  <c:v>62.648842000000002</c:v>
                </c:pt>
                <c:pt idx="574">
                  <c:v>55.676102</c:v>
                </c:pt>
                <c:pt idx="575">
                  <c:v>56.283240999999997</c:v>
                </c:pt>
                <c:pt idx="576">
                  <c:v>57.355404</c:v>
                </c:pt>
                <c:pt idx="577">
                  <c:v>58.363132</c:v>
                </c:pt>
                <c:pt idx="578">
                  <c:v>59.081409000000001</c:v>
                </c:pt>
                <c:pt idx="579">
                  <c:v>59.642262000000002</c:v>
                </c:pt>
                <c:pt idx="580">
                  <c:v>60.122326000000001</c:v>
                </c:pt>
                <c:pt idx="581">
                  <c:v>60.542499999999997</c:v>
                </c:pt>
                <c:pt idx="582">
                  <c:v>60.877181999999998</c:v>
                </c:pt>
                <c:pt idx="583">
                  <c:v>61.087871999999997</c:v>
                </c:pt>
                <c:pt idx="584">
                  <c:v>61.315029000000003</c:v>
                </c:pt>
                <c:pt idx="585">
                  <c:v>61.563670999999999</c:v>
                </c:pt>
                <c:pt idx="586">
                  <c:v>61.771011000000001</c:v>
                </c:pt>
                <c:pt idx="587">
                  <c:v>61.763644999999997</c:v>
                </c:pt>
                <c:pt idx="588">
                  <c:v>61.659289999999999</c:v>
                </c:pt>
                <c:pt idx="589">
                  <c:v>61.671726</c:v>
                </c:pt>
                <c:pt idx="590">
                  <c:v>61.753979000000001</c:v>
                </c:pt>
                <c:pt idx="591">
                  <c:v>61.852730000000001</c:v>
                </c:pt>
                <c:pt idx="592">
                  <c:v>62.036045000000001</c:v>
                </c:pt>
                <c:pt idx="593">
                  <c:v>62.171042999999997</c:v>
                </c:pt>
                <c:pt idx="594">
                  <c:v>62.136977999999999</c:v>
                </c:pt>
                <c:pt idx="595">
                  <c:v>62.081135000000003</c:v>
                </c:pt>
                <c:pt idx="596">
                  <c:v>62.056576</c:v>
                </c:pt>
                <c:pt idx="597">
                  <c:v>61.997748999999999</c:v>
                </c:pt>
                <c:pt idx="598">
                  <c:v>61.937522999999999</c:v>
                </c:pt>
                <c:pt idx="599">
                  <c:v>61.811740999999998</c:v>
                </c:pt>
                <c:pt idx="600">
                  <c:v>61.718547999999998</c:v>
                </c:pt>
                <c:pt idx="601">
                  <c:v>61.620148</c:v>
                </c:pt>
                <c:pt idx="602">
                  <c:v>61.489246000000001</c:v>
                </c:pt>
                <c:pt idx="603">
                  <c:v>61.404263</c:v>
                </c:pt>
                <c:pt idx="604">
                  <c:v>61.338039000000002</c:v>
                </c:pt>
                <c:pt idx="605">
                  <c:v>61.156768999999997</c:v>
                </c:pt>
                <c:pt idx="606">
                  <c:v>60.803558000000002</c:v>
                </c:pt>
                <c:pt idx="607">
                  <c:v>60.434601000000001</c:v>
                </c:pt>
                <c:pt idx="608">
                  <c:v>59.917641000000003</c:v>
                </c:pt>
                <c:pt idx="609">
                  <c:v>59.815902999999999</c:v>
                </c:pt>
                <c:pt idx="610">
                  <c:v>60.040928000000001</c:v>
                </c:pt>
                <c:pt idx="611">
                  <c:v>60.201202000000002</c:v>
                </c:pt>
                <c:pt idx="612">
                  <c:v>60.100848999999997</c:v>
                </c:pt>
                <c:pt idx="613">
                  <c:v>59.941383000000002</c:v>
                </c:pt>
                <c:pt idx="614">
                  <c:v>59.727139000000001</c:v>
                </c:pt>
                <c:pt idx="615">
                  <c:v>59.466763</c:v>
                </c:pt>
                <c:pt idx="616">
                  <c:v>59.183703999999999</c:v>
                </c:pt>
                <c:pt idx="617">
                  <c:v>58.823326000000002</c:v>
                </c:pt>
                <c:pt idx="618">
                  <c:v>58.463932</c:v>
                </c:pt>
                <c:pt idx="619">
                  <c:v>58.143447999999999</c:v>
                </c:pt>
                <c:pt idx="620">
                  <c:v>57.888229000000003</c:v>
                </c:pt>
                <c:pt idx="621">
                  <c:v>57.660716999999998</c:v>
                </c:pt>
                <c:pt idx="622">
                  <c:v>57.459632999999997</c:v>
                </c:pt>
                <c:pt idx="623">
                  <c:v>57.35783</c:v>
                </c:pt>
                <c:pt idx="624">
                  <c:v>57.364795999999998</c:v>
                </c:pt>
                <c:pt idx="625">
                  <c:v>57.447575000000001</c:v>
                </c:pt>
                <c:pt idx="626">
                  <c:v>57.466659999999997</c:v>
                </c:pt>
                <c:pt idx="627">
                  <c:v>57.507412000000002</c:v>
                </c:pt>
                <c:pt idx="628">
                  <c:v>57.701419999999999</c:v>
                </c:pt>
                <c:pt idx="629">
                  <c:v>57.942844000000001</c:v>
                </c:pt>
                <c:pt idx="630">
                  <c:v>58.165539000000003</c:v>
                </c:pt>
                <c:pt idx="631">
                  <c:v>58.365409999999997</c:v>
                </c:pt>
                <c:pt idx="632">
                  <c:v>58.482402999999998</c:v>
                </c:pt>
                <c:pt idx="633">
                  <c:v>58.414104000000002</c:v>
                </c:pt>
                <c:pt idx="634">
                  <c:v>58.366985</c:v>
                </c:pt>
                <c:pt idx="635">
                  <c:v>58.264248000000002</c:v>
                </c:pt>
                <c:pt idx="636">
                  <c:v>58.124592</c:v>
                </c:pt>
                <c:pt idx="637">
                  <c:v>57.938006999999999</c:v>
                </c:pt>
                <c:pt idx="638">
                  <c:v>57.618003999999999</c:v>
                </c:pt>
                <c:pt idx="639">
                  <c:v>57.274971000000001</c:v>
                </c:pt>
                <c:pt idx="640">
                  <c:v>57.03228</c:v>
                </c:pt>
                <c:pt idx="641">
                  <c:v>56.769725999999999</c:v>
                </c:pt>
                <c:pt idx="642">
                  <c:v>56.583416</c:v>
                </c:pt>
                <c:pt idx="643">
                  <c:v>56.534081</c:v>
                </c:pt>
                <c:pt idx="644">
                  <c:v>56.741565999999999</c:v>
                </c:pt>
                <c:pt idx="645">
                  <c:v>57.127856999999999</c:v>
                </c:pt>
                <c:pt idx="646">
                  <c:v>57.460934000000002</c:v>
                </c:pt>
                <c:pt idx="647">
                  <c:v>57.687077000000002</c:v>
                </c:pt>
                <c:pt idx="648">
                  <c:v>57.889366000000003</c:v>
                </c:pt>
                <c:pt idx="649">
                  <c:v>58.140048999999998</c:v>
                </c:pt>
                <c:pt idx="650">
                  <c:v>58.240318000000002</c:v>
                </c:pt>
                <c:pt idx="651">
                  <c:v>58.268954999999998</c:v>
                </c:pt>
                <c:pt idx="652">
                  <c:v>58.338715000000001</c:v>
                </c:pt>
                <c:pt idx="653">
                  <c:v>58.342498999999997</c:v>
                </c:pt>
                <c:pt idx="654">
                  <c:v>58.239815</c:v>
                </c:pt>
                <c:pt idx="655">
                  <c:v>58.111080000000001</c:v>
                </c:pt>
                <c:pt idx="656">
                  <c:v>57.964100000000002</c:v>
                </c:pt>
                <c:pt idx="657">
                  <c:v>57.764342999999997</c:v>
                </c:pt>
                <c:pt idx="658">
                  <c:v>57.587722999999997</c:v>
                </c:pt>
                <c:pt idx="659">
                  <c:v>57.489669999999997</c:v>
                </c:pt>
                <c:pt idx="660">
                  <c:v>57.435383000000002</c:v>
                </c:pt>
                <c:pt idx="661">
                  <c:v>57.382111000000002</c:v>
                </c:pt>
                <c:pt idx="662">
                  <c:v>57.352778999999998</c:v>
                </c:pt>
                <c:pt idx="663">
                  <c:v>57.335293</c:v>
                </c:pt>
                <c:pt idx="664">
                  <c:v>57.334918999999999</c:v>
                </c:pt>
                <c:pt idx="665">
                  <c:v>57.405838000000003</c:v>
                </c:pt>
                <c:pt idx="666">
                  <c:v>57.485774999999997</c:v>
                </c:pt>
                <c:pt idx="667">
                  <c:v>57.471848000000001</c:v>
                </c:pt>
                <c:pt idx="668">
                  <c:v>57.352974000000003</c:v>
                </c:pt>
                <c:pt idx="669">
                  <c:v>57.212558999999999</c:v>
                </c:pt>
                <c:pt idx="670">
                  <c:v>57.048110999999999</c:v>
                </c:pt>
                <c:pt idx="671">
                  <c:v>56.983455999999997</c:v>
                </c:pt>
                <c:pt idx="672">
                  <c:v>56.976638999999999</c:v>
                </c:pt>
                <c:pt idx="673">
                  <c:v>56.934742</c:v>
                </c:pt>
                <c:pt idx="674">
                  <c:v>56.836342000000002</c:v>
                </c:pt>
                <c:pt idx="675">
                  <c:v>56.826304999999998</c:v>
                </c:pt>
                <c:pt idx="676">
                  <c:v>56.86018</c:v>
                </c:pt>
                <c:pt idx="677">
                  <c:v>56.873393999999998</c:v>
                </c:pt>
                <c:pt idx="678">
                  <c:v>56.881698999999998</c:v>
                </c:pt>
                <c:pt idx="679">
                  <c:v>56.858165999999997</c:v>
                </c:pt>
                <c:pt idx="680">
                  <c:v>56.793990999999998</c:v>
                </c:pt>
                <c:pt idx="681">
                  <c:v>57.032798999999997</c:v>
                </c:pt>
                <c:pt idx="682">
                  <c:v>57.500351000000002</c:v>
                </c:pt>
                <c:pt idx="683">
                  <c:v>57.924030000000002</c:v>
                </c:pt>
                <c:pt idx="684">
                  <c:v>58.262774999999998</c:v>
                </c:pt>
                <c:pt idx="685">
                  <c:v>58.597785999999999</c:v>
                </c:pt>
                <c:pt idx="686">
                  <c:v>59.016815000000001</c:v>
                </c:pt>
                <c:pt idx="687">
                  <c:v>59.40202</c:v>
                </c:pt>
                <c:pt idx="688">
                  <c:v>59.877560000000003</c:v>
                </c:pt>
                <c:pt idx="689">
                  <c:v>60.361995999999998</c:v>
                </c:pt>
                <c:pt idx="690">
                  <c:v>60.867832</c:v>
                </c:pt>
                <c:pt idx="691">
                  <c:v>61.311881999999997</c:v>
                </c:pt>
                <c:pt idx="692">
                  <c:v>61.677345000000003</c:v>
                </c:pt>
                <c:pt idx="693">
                  <c:v>62.034607000000001</c:v>
                </c:pt>
                <c:pt idx="694">
                  <c:v>62.454371999999999</c:v>
                </c:pt>
                <c:pt idx="695">
                  <c:v>62.853405000000002</c:v>
                </c:pt>
                <c:pt idx="696">
                  <c:v>63.174827999999998</c:v>
                </c:pt>
                <c:pt idx="697">
                  <c:v>63.416817000000002</c:v>
                </c:pt>
                <c:pt idx="698">
                  <c:v>63.601306999999998</c:v>
                </c:pt>
                <c:pt idx="699">
                  <c:v>63.675507000000003</c:v>
                </c:pt>
                <c:pt idx="700">
                  <c:v>63.620617000000003</c:v>
                </c:pt>
                <c:pt idx="701">
                  <c:v>63.530048000000001</c:v>
                </c:pt>
                <c:pt idx="702">
                  <c:v>63.516120999999998</c:v>
                </c:pt>
                <c:pt idx="703">
                  <c:v>63.595534999999998</c:v>
                </c:pt>
                <c:pt idx="704">
                  <c:v>63.775024000000002</c:v>
                </c:pt>
                <c:pt idx="705">
                  <c:v>64.05677</c:v>
                </c:pt>
                <c:pt idx="706">
                  <c:v>64.401786999999999</c:v>
                </c:pt>
                <c:pt idx="707">
                  <c:v>64.824409000000003</c:v>
                </c:pt>
                <c:pt idx="708">
                  <c:v>65.300811999999993</c:v>
                </c:pt>
                <c:pt idx="709">
                  <c:v>65.793700999999999</c:v>
                </c:pt>
                <c:pt idx="710">
                  <c:v>66.156424999999999</c:v>
                </c:pt>
                <c:pt idx="711">
                  <c:v>66.362358</c:v>
                </c:pt>
                <c:pt idx="712">
                  <c:v>66.436829000000003</c:v>
                </c:pt>
                <c:pt idx="713">
                  <c:v>66.553809999999999</c:v>
                </c:pt>
                <c:pt idx="714">
                  <c:v>66.745650999999995</c:v>
                </c:pt>
                <c:pt idx="715">
                  <c:v>67.021193999999994</c:v>
                </c:pt>
                <c:pt idx="716">
                  <c:v>67.232132000000007</c:v>
                </c:pt>
                <c:pt idx="717">
                  <c:v>67.380866999999995</c:v>
                </c:pt>
                <c:pt idx="718">
                  <c:v>67.497505000000004</c:v>
                </c:pt>
                <c:pt idx="719">
                  <c:v>67.378601000000003</c:v>
                </c:pt>
                <c:pt idx="720">
                  <c:v>66.951201999999995</c:v>
                </c:pt>
                <c:pt idx="721">
                  <c:v>66.643669000000003</c:v>
                </c:pt>
                <c:pt idx="722">
                  <c:v>66.537727000000004</c:v>
                </c:pt>
                <c:pt idx="723">
                  <c:v>66.381225999999998</c:v>
                </c:pt>
                <c:pt idx="724">
                  <c:v>66.244452999999993</c:v>
                </c:pt>
                <c:pt idx="725">
                  <c:v>66.147850000000005</c:v>
                </c:pt>
                <c:pt idx="726">
                  <c:v>66.132819999999995</c:v>
                </c:pt>
                <c:pt idx="727">
                  <c:v>66.136780000000002</c:v>
                </c:pt>
                <c:pt idx="728">
                  <c:v>66.109061999999994</c:v>
                </c:pt>
                <c:pt idx="729">
                  <c:v>66.138114999999999</c:v>
                </c:pt>
                <c:pt idx="730">
                  <c:v>66.210601999999994</c:v>
                </c:pt>
                <c:pt idx="731">
                  <c:v>66.280006</c:v>
                </c:pt>
                <c:pt idx="732">
                  <c:v>66.465851000000001</c:v>
                </c:pt>
                <c:pt idx="733">
                  <c:v>66.945708999999994</c:v>
                </c:pt>
                <c:pt idx="734">
                  <c:v>67.564010999999994</c:v>
                </c:pt>
                <c:pt idx="735">
                  <c:v>68.122260999999995</c:v>
                </c:pt>
                <c:pt idx="736">
                  <c:v>68.393531999999993</c:v>
                </c:pt>
                <c:pt idx="737">
                  <c:v>68.502762000000004</c:v>
                </c:pt>
                <c:pt idx="738">
                  <c:v>68.683600999999996</c:v>
                </c:pt>
                <c:pt idx="739">
                  <c:v>68.925940999999995</c:v>
                </c:pt>
                <c:pt idx="740">
                  <c:v>69.148116999999999</c:v>
                </c:pt>
                <c:pt idx="741">
                  <c:v>69.307945000000004</c:v>
                </c:pt>
                <c:pt idx="742">
                  <c:v>69.398514000000006</c:v>
                </c:pt>
                <c:pt idx="743">
                  <c:v>69.334305000000001</c:v>
                </c:pt>
                <c:pt idx="744">
                  <c:v>69.190132000000006</c:v>
                </c:pt>
                <c:pt idx="745">
                  <c:v>69.225387999999995</c:v>
                </c:pt>
                <c:pt idx="746">
                  <c:v>69.321838</c:v>
                </c:pt>
                <c:pt idx="747">
                  <c:v>69.352760000000004</c:v>
                </c:pt>
                <c:pt idx="748">
                  <c:v>69.491135</c:v>
                </c:pt>
                <c:pt idx="749">
                  <c:v>69.413933</c:v>
                </c:pt>
                <c:pt idx="750">
                  <c:v>69.227271999999999</c:v>
                </c:pt>
                <c:pt idx="751">
                  <c:v>69.179901000000001</c:v>
                </c:pt>
                <c:pt idx="752">
                  <c:v>69.207687000000007</c:v>
                </c:pt>
                <c:pt idx="753">
                  <c:v>69.082153000000005</c:v>
                </c:pt>
                <c:pt idx="754">
                  <c:v>68.896445999999997</c:v>
                </c:pt>
                <c:pt idx="755">
                  <c:v>68.761673000000002</c:v>
                </c:pt>
                <c:pt idx="756">
                  <c:v>68.780951999999999</c:v>
                </c:pt>
                <c:pt idx="757">
                  <c:v>68.856139999999996</c:v>
                </c:pt>
                <c:pt idx="758">
                  <c:v>68.843329999999995</c:v>
                </c:pt>
                <c:pt idx="759">
                  <c:v>68.818000999999995</c:v>
                </c:pt>
                <c:pt idx="760">
                  <c:v>68.898712000000003</c:v>
                </c:pt>
                <c:pt idx="761">
                  <c:v>69.066856000000001</c:v>
                </c:pt>
                <c:pt idx="762">
                  <c:v>69.278603000000004</c:v>
                </c:pt>
                <c:pt idx="763">
                  <c:v>69.244347000000005</c:v>
                </c:pt>
                <c:pt idx="764">
                  <c:v>68.911179000000004</c:v>
                </c:pt>
                <c:pt idx="765">
                  <c:v>68.560669000000004</c:v>
                </c:pt>
                <c:pt idx="766">
                  <c:v>68.447922000000005</c:v>
                </c:pt>
                <c:pt idx="767">
                  <c:v>68.312622000000005</c:v>
                </c:pt>
                <c:pt idx="768">
                  <c:v>68.107239000000007</c:v>
                </c:pt>
                <c:pt idx="769">
                  <c:v>68.001236000000006</c:v>
                </c:pt>
                <c:pt idx="770">
                  <c:v>68.051094000000006</c:v>
                </c:pt>
                <c:pt idx="771">
                  <c:v>68.299087999999998</c:v>
                </c:pt>
                <c:pt idx="772">
                  <c:v>68.186661000000001</c:v>
                </c:pt>
                <c:pt idx="773">
                  <c:v>68.044273000000004</c:v>
                </c:pt>
                <c:pt idx="774">
                  <c:v>68.084372999999999</c:v>
                </c:pt>
                <c:pt idx="775">
                  <c:v>68.158798000000004</c:v>
                </c:pt>
                <c:pt idx="776">
                  <c:v>68.287673999999996</c:v>
                </c:pt>
                <c:pt idx="777">
                  <c:v>68.306038000000001</c:v>
                </c:pt>
                <c:pt idx="778">
                  <c:v>68.360031000000006</c:v>
                </c:pt>
                <c:pt idx="779">
                  <c:v>68.329750000000004</c:v>
                </c:pt>
                <c:pt idx="780">
                  <c:v>68.310997</c:v>
                </c:pt>
                <c:pt idx="781">
                  <c:v>68.168944999999994</c:v>
                </c:pt>
                <c:pt idx="782">
                  <c:v>67.795219000000003</c:v>
                </c:pt>
                <c:pt idx="783">
                  <c:v>67.314483999999993</c:v>
                </c:pt>
                <c:pt idx="784">
                  <c:v>66.875022999999999</c:v>
                </c:pt>
                <c:pt idx="785">
                  <c:v>66.529015000000001</c:v>
                </c:pt>
                <c:pt idx="786">
                  <c:v>66.407409999999999</c:v>
                </c:pt>
                <c:pt idx="787">
                  <c:v>66.581817999999998</c:v>
                </c:pt>
                <c:pt idx="788">
                  <c:v>66.674591000000007</c:v>
                </c:pt>
                <c:pt idx="789">
                  <c:v>65.669014000000004</c:v>
                </c:pt>
                <c:pt idx="790">
                  <c:v>64.968102000000002</c:v>
                </c:pt>
                <c:pt idx="791">
                  <c:v>64.808411000000007</c:v>
                </c:pt>
                <c:pt idx="792">
                  <c:v>64.735855000000001</c:v>
                </c:pt>
                <c:pt idx="793">
                  <c:v>64.674721000000005</c:v>
                </c:pt>
                <c:pt idx="794">
                  <c:v>64.593979000000004</c:v>
                </c:pt>
                <c:pt idx="795">
                  <c:v>64.629074000000003</c:v>
                </c:pt>
                <c:pt idx="796">
                  <c:v>64.791336000000001</c:v>
                </c:pt>
                <c:pt idx="797">
                  <c:v>64.866355999999996</c:v>
                </c:pt>
                <c:pt idx="798">
                  <c:v>64.849639999999994</c:v>
                </c:pt>
                <c:pt idx="799">
                  <c:v>64.802306999999999</c:v>
                </c:pt>
                <c:pt idx="800">
                  <c:v>64.672309999999996</c:v>
                </c:pt>
                <c:pt idx="801">
                  <c:v>64.642028999999994</c:v>
                </c:pt>
                <c:pt idx="802">
                  <c:v>64.491814000000005</c:v>
                </c:pt>
                <c:pt idx="803">
                  <c:v>64.464416999999997</c:v>
                </c:pt>
                <c:pt idx="804">
                  <c:v>64.458939000000001</c:v>
                </c:pt>
                <c:pt idx="805">
                  <c:v>64.651809999999998</c:v>
                </c:pt>
                <c:pt idx="806">
                  <c:v>64.897598000000002</c:v>
                </c:pt>
                <c:pt idx="807">
                  <c:v>65.128356999999994</c:v>
                </c:pt>
                <c:pt idx="808">
                  <c:v>65.260231000000005</c:v>
                </c:pt>
                <c:pt idx="809">
                  <c:v>65.261116000000001</c:v>
                </c:pt>
                <c:pt idx="810">
                  <c:v>65.394576999999998</c:v>
                </c:pt>
                <c:pt idx="811">
                  <c:v>65.484367000000006</c:v>
                </c:pt>
                <c:pt idx="812">
                  <c:v>65.512282999999996</c:v>
                </c:pt>
                <c:pt idx="813">
                  <c:v>65.244972000000004</c:v>
                </c:pt>
                <c:pt idx="814">
                  <c:v>64.844695999999999</c:v>
                </c:pt>
                <c:pt idx="815">
                  <c:v>64.625754999999998</c:v>
                </c:pt>
                <c:pt idx="816">
                  <c:v>64.458190999999999</c:v>
                </c:pt>
                <c:pt idx="817">
                  <c:v>64.183295999999999</c:v>
                </c:pt>
                <c:pt idx="818">
                  <c:v>64.024673000000007</c:v>
                </c:pt>
                <c:pt idx="819">
                  <c:v>63.969231000000001</c:v>
                </c:pt>
                <c:pt idx="820">
                  <c:v>63.940581999999999</c:v>
                </c:pt>
                <c:pt idx="821">
                  <c:v>63.805743999999997</c:v>
                </c:pt>
                <c:pt idx="822">
                  <c:v>63.784595000000003</c:v>
                </c:pt>
                <c:pt idx="823">
                  <c:v>63.829391000000001</c:v>
                </c:pt>
                <c:pt idx="824">
                  <c:v>63.748772000000002</c:v>
                </c:pt>
                <c:pt idx="825">
                  <c:v>63.646324</c:v>
                </c:pt>
                <c:pt idx="826">
                  <c:v>63.522742999999998</c:v>
                </c:pt>
                <c:pt idx="827">
                  <c:v>63.323486000000003</c:v>
                </c:pt>
                <c:pt idx="828">
                  <c:v>63.093674</c:v>
                </c:pt>
                <c:pt idx="829">
                  <c:v>63.125450000000001</c:v>
                </c:pt>
                <c:pt idx="830">
                  <c:v>63.273369000000002</c:v>
                </c:pt>
                <c:pt idx="831">
                  <c:v>63.375076</c:v>
                </c:pt>
                <c:pt idx="832">
                  <c:v>63.413581999999998</c:v>
                </c:pt>
                <c:pt idx="833">
                  <c:v>63.402523000000002</c:v>
                </c:pt>
                <c:pt idx="834">
                  <c:v>63.377972</c:v>
                </c:pt>
                <c:pt idx="835">
                  <c:v>63.542076000000002</c:v>
                </c:pt>
                <c:pt idx="836">
                  <c:v>63.728149000000002</c:v>
                </c:pt>
                <c:pt idx="837">
                  <c:v>63.843304000000003</c:v>
                </c:pt>
                <c:pt idx="838">
                  <c:v>63.972133999999997</c:v>
                </c:pt>
                <c:pt idx="839">
                  <c:v>64.050224</c:v>
                </c:pt>
                <c:pt idx="840">
                  <c:v>64.045517000000004</c:v>
                </c:pt>
                <c:pt idx="841">
                  <c:v>64.114493999999993</c:v>
                </c:pt>
                <c:pt idx="842">
                  <c:v>64.270882</c:v>
                </c:pt>
                <c:pt idx="843">
                  <c:v>64.312247999999997</c:v>
                </c:pt>
                <c:pt idx="844">
                  <c:v>64.258758999999998</c:v>
                </c:pt>
                <c:pt idx="845">
                  <c:v>64.207642000000007</c:v>
                </c:pt>
                <c:pt idx="846">
                  <c:v>64.136139</c:v>
                </c:pt>
                <c:pt idx="847">
                  <c:v>64.091660000000005</c:v>
                </c:pt>
                <c:pt idx="848">
                  <c:v>64.009063999999995</c:v>
                </c:pt>
                <c:pt idx="849">
                  <c:v>63.840302000000001</c:v>
                </c:pt>
                <c:pt idx="850">
                  <c:v>63.628281000000001</c:v>
                </c:pt>
                <c:pt idx="851">
                  <c:v>63.503357000000001</c:v>
                </c:pt>
                <c:pt idx="852">
                  <c:v>63.583168000000001</c:v>
                </c:pt>
                <c:pt idx="853">
                  <c:v>63.907429</c:v>
                </c:pt>
                <c:pt idx="854">
                  <c:v>64.108520999999996</c:v>
                </c:pt>
                <c:pt idx="855">
                  <c:v>64.158294999999995</c:v>
                </c:pt>
                <c:pt idx="856">
                  <c:v>64.223267000000007</c:v>
                </c:pt>
                <c:pt idx="857">
                  <c:v>64.343413999999996</c:v>
                </c:pt>
                <c:pt idx="858">
                  <c:v>64.730727999999999</c:v>
                </c:pt>
                <c:pt idx="859">
                  <c:v>65.089011999999997</c:v>
                </c:pt>
                <c:pt idx="860">
                  <c:v>65.297584999999998</c:v>
                </c:pt>
                <c:pt idx="861">
                  <c:v>65.470955000000004</c:v>
                </c:pt>
                <c:pt idx="862">
                  <c:v>65.483810000000005</c:v>
                </c:pt>
                <c:pt idx="863">
                  <c:v>65.351134999999999</c:v>
                </c:pt>
                <c:pt idx="864">
                  <c:v>65.143341000000007</c:v>
                </c:pt>
                <c:pt idx="865">
                  <c:v>64.871307000000002</c:v>
                </c:pt>
                <c:pt idx="866">
                  <c:v>64.486655999999996</c:v>
                </c:pt>
                <c:pt idx="867">
                  <c:v>64.192169000000007</c:v>
                </c:pt>
                <c:pt idx="868">
                  <c:v>63.989479000000003</c:v>
                </c:pt>
                <c:pt idx="869">
                  <c:v>63.685329000000003</c:v>
                </c:pt>
                <c:pt idx="870">
                  <c:v>63.440207999999998</c:v>
                </c:pt>
                <c:pt idx="871">
                  <c:v>63.663795</c:v>
                </c:pt>
                <c:pt idx="872">
                  <c:v>63.963932</c:v>
                </c:pt>
                <c:pt idx="873">
                  <c:v>64.085678000000001</c:v>
                </c:pt>
                <c:pt idx="874">
                  <c:v>63.954762000000002</c:v>
                </c:pt>
                <c:pt idx="875">
                  <c:v>63.737395999999997</c:v>
                </c:pt>
                <c:pt idx="876">
                  <c:v>63.740062999999999</c:v>
                </c:pt>
                <c:pt idx="877">
                  <c:v>64.072258000000005</c:v>
                </c:pt>
                <c:pt idx="878">
                  <c:v>64.532173</c:v>
                </c:pt>
                <c:pt idx="879">
                  <c:v>64.581528000000006</c:v>
                </c:pt>
                <c:pt idx="880">
                  <c:v>64.451537999999999</c:v>
                </c:pt>
                <c:pt idx="881">
                  <c:v>64.287032999999994</c:v>
                </c:pt>
                <c:pt idx="882">
                  <c:v>64.004958999999999</c:v>
                </c:pt>
                <c:pt idx="883">
                  <c:v>63.895493000000002</c:v>
                </c:pt>
                <c:pt idx="884">
                  <c:v>63.688564</c:v>
                </c:pt>
                <c:pt idx="885">
                  <c:v>63.336449000000002</c:v>
                </c:pt>
                <c:pt idx="886">
                  <c:v>63.036774000000001</c:v>
                </c:pt>
                <c:pt idx="887">
                  <c:v>62.839950999999999</c:v>
                </c:pt>
                <c:pt idx="888">
                  <c:v>62.702103000000001</c:v>
                </c:pt>
                <c:pt idx="889">
                  <c:v>62.621642999999999</c:v>
                </c:pt>
                <c:pt idx="890">
                  <c:v>62.512366999999998</c:v>
                </c:pt>
                <c:pt idx="891">
                  <c:v>62.316364</c:v>
                </c:pt>
                <c:pt idx="892">
                  <c:v>62.200145999999997</c:v>
                </c:pt>
                <c:pt idx="893">
                  <c:v>62.166153000000001</c:v>
                </c:pt>
                <c:pt idx="894">
                  <c:v>62.114066999999999</c:v>
                </c:pt>
                <c:pt idx="895">
                  <c:v>61.973903999999997</c:v>
                </c:pt>
                <c:pt idx="896">
                  <c:v>61.856934000000003</c:v>
                </c:pt>
                <c:pt idx="897">
                  <c:v>61.819884999999999</c:v>
                </c:pt>
                <c:pt idx="898">
                  <c:v>61.781981999999999</c:v>
                </c:pt>
                <c:pt idx="899">
                  <c:v>61.624763000000002</c:v>
                </c:pt>
                <c:pt idx="900">
                  <c:v>61.433815000000003</c:v>
                </c:pt>
                <c:pt idx="901">
                  <c:v>61.330322000000002</c:v>
                </c:pt>
                <c:pt idx="902">
                  <c:v>61.316195999999998</c:v>
                </c:pt>
                <c:pt idx="903">
                  <c:v>61.230761999999999</c:v>
                </c:pt>
                <c:pt idx="904">
                  <c:v>61.173321000000001</c:v>
                </c:pt>
                <c:pt idx="905">
                  <c:v>61.152348000000003</c:v>
                </c:pt>
                <c:pt idx="906">
                  <c:v>61.138939000000001</c:v>
                </c:pt>
                <c:pt idx="907">
                  <c:v>61.285491999999998</c:v>
                </c:pt>
                <c:pt idx="908">
                  <c:v>61.510277000000002</c:v>
                </c:pt>
                <c:pt idx="909">
                  <c:v>61.733485999999999</c:v>
                </c:pt>
                <c:pt idx="910">
                  <c:v>61.943226000000003</c:v>
                </c:pt>
                <c:pt idx="911">
                  <c:v>62.025471000000003</c:v>
                </c:pt>
                <c:pt idx="912">
                  <c:v>62.001204999999999</c:v>
                </c:pt>
                <c:pt idx="913">
                  <c:v>62.030380000000001</c:v>
                </c:pt>
                <c:pt idx="914">
                  <c:v>62.20364</c:v>
                </c:pt>
                <c:pt idx="915">
                  <c:v>62.499927999999997</c:v>
                </c:pt>
                <c:pt idx="916">
                  <c:v>62.810654</c:v>
                </c:pt>
                <c:pt idx="917">
                  <c:v>63.059455999999997</c:v>
                </c:pt>
                <c:pt idx="918">
                  <c:v>63.154736</c:v>
                </c:pt>
                <c:pt idx="919">
                  <c:v>63.179763999999999</c:v>
                </c:pt>
                <c:pt idx="920">
                  <c:v>63.269264</c:v>
                </c:pt>
                <c:pt idx="921">
                  <c:v>63.373100000000001</c:v>
                </c:pt>
                <c:pt idx="922">
                  <c:v>63.475327</c:v>
                </c:pt>
                <c:pt idx="923">
                  <c:v>63.501274000000002</c:v>
                </c:pt>
                <c:pt idx="924">
                  <c:v>63.418354000000001</c:v>
                </c:pt>
                <c:pt idx="925">
                  <c:v>63.433498</c:v>
                </c:pt>
                <c:pt idx="926">
                  <c:v>63.525084999999997</c:v>
                </c:pt>
                <c:pt idx="927">
                  <c:v>63.659756000000002</c:v>
                </c:pt>
                <c:pt idx="928">
                  <c:v>63.793872999999998</c:v>
                </c:pt>
                <c:pt idx="929">
                  <c:v>63.744076</c:v>
                </c:pt>
                <c:pt idx="930">
                  <c:v>63.576537999999999</c:v>
                </c:pt>
                <c:pt idx="931">
                  <c:v>63.442641999999999</c:v>
                </c:pt>
                <c:pt idx="932">
                  <c:v>63.398266</c:v>
                </c:pt>
                <c:pt idx="933">
                  <c:v>63.348885000000003</c:v>
                </c:pt>
                <c:pt idx="934">
                  <c:v>63.309894999999997</c:v>
                </c:pt>
                <c:pt idx="935">
                  <c:v>63.211067</c:v>
                </c:pt>
                <c:pt idx="936">
                  <c:v>63.146320000000003</c:v>
                </c:pt>
                <c:pt idx="937">
                  <c:v>63.061287</c:v>
                </c:pt>
                <c:pt idx="938">
                  <c:v>63.087882999999998</c:v>
                </c:pt>
                <c:pt idx="939">
                  <c:v>63.232196999999999</c:v>
                </c:pt>
                <c:pt idx="940">
                  <c:v>63.508704999999999</c:v>
                </c:pt>
                <c:pt idx="941">
                  <c:v>63.750137000000002</c:v>
                </c:pt>
                <c:pt idx="942">
                  <c:v>63.935253000000003</c:v>
                </c:pt>
                <c:pt idx="943">
                  <c:v>63.872936000000003</c:v>
                </c:pt>
                <c:pt idx="944">
                  <c:v>63.203032999999998</c:v>
                </c:pt>
                <c:pt idx="945">
                  <c:v>63.214069000000002</c:v>
                </c:pt>
                <c:pt idx="946">
                  <c:v>63.176231000000001</c:v>
                </c:pt>
                <c:pt idx="947">
                  <c:v>63.035693999999999</c:v>
                </c:pt>
                <c:pt idx="948">
                  <c:v>62.915543</c:v>
                </c:pt>
                <c:pt idx="949">
                  <c:v>62.59478</c:v>
                </c:pt>
                <c:pt idx="950">
                  <c:v>62.332980999999997</c:v>
                </c:pt>
                <c:pt idx="951">
                  <c:v>62.156692999999997</c:v>
                </c:pt>
                <c:pt idx="952">
                  <c:v>62.068398000000002</c:v>
                </c:pt>
                <c:pt idx="953">
                  <c:v>62.067646000000003</c:v>
                </c:pt>
                <c:pt idx="954">
                  <c:v>62.076241000000003</c:v>
                </c:pt>
                <c:pt idx="955">
                  <c:v>62.021453999999999</c:v>
                </c:pt>
                <c:pt idx="956">
                  <c:v>61.861179</c:v>
                </c:pt>
                <c:pt idx="957">
                  <c:v>61.687922999999998</c:v>
                </c:pt>
                <c:pt idx="958">
                  <c:v>61.493015</c:v>
                </c:pt>
                <c:pt idx="959">
                  <c:v>61.355193999999997</c:v>
                </c:pt>
                <c:pt idx="960">
                  <c:v>61.332217999999997</c:v>
                </c:pt>
                <c:pt idx="961">
                  <c:v>61.181339000000001</c:v>
                </c:pt>
                <c:pt idx="962">
                  <c:v>61.022593999999998</c:v>
                </c:pt>
                <c:pt idx="963">
                  <c:v>60.898921999999999</c:v>
                </c:pt>
                <c:pt idx="964">
                  <c:v>60.859622999999999</c:v>
                </c:pt>
                <c:pt idx="965">
                  <c:v>60.981068</c:v>
                </c:pt>
                <c:pt idx="966">
                  <c:v>61.243248000000001</c:v>
                </c:pt>
                <c:pt idx="967">
                  <c:v>61.229258999999999</c:v>
                </c:pt>
                <c:pt idx="968">
                  <c:v>61.041187000000001</c:v>
                </c:pt>
                <c:pt idx="969">
                  <c:v>60.748466000000001</c:v>
                </c:pt>
                <c:pt idx="970">
                  <c:v>60.534900999999998</c:v>
                </c:pt>
                <c:pt idx="971">
                  <c:v>60.382607</c:v>
                </c:pt>
                <c:pt idx="972">
                  <c:v>60.318176000000001</c:v>
                </c:pt>
                <c:pt idx="973">
                  <c:v>60.172984999999997</c:v>
                </c:pt>
                <c:pt idx="974">
                  <c:v>59.957481000000001</c:v>
                </c:pt>
                <c:pt idx="975">
                  <c:v>59.817580999999997</c:v>
                </c:pt>
                <c:pt idx="976">
                  <c:v>59.569611000000002</c:v>
                </c:pt>
                <c:pt idx="977">
                  <c:v>59.616013000000002</c:v>
                </c:pt>
                <c:pt idx="978">
                  <c:v>59.671264999999998</c:v>
                </c:pt>
                <c:pt idx="979">
                  <c:v>60.021954000000001</c:v>
                </c:pt>
                <c:pt idx="980">
                  <c:v>60.282383000000003</c:v>
                </c:pt>
                <c:pt idx="981">
                  <c:v>60.199696000000003</c:v>
                </c:pt>
                <c:pt idx="982">
                  <c:v>60.105789000000001</c:v>
                </c:pt>
                <c:pt idx="983">
                  <c:v>60.259079</c:v>
                </c:pt>
                <c:pt idx="984">
                  <c:v>60.451411999999998</c:v>
                </c:pt>
                <c:pt idx="985">
                  <c:v>60.404086999999997</c:v>
                </c:pt>
                <c:pt idx="986">
                  <c:v>60.272723999999997</c:v>
                </c:pt>
                <c:pt idx="987">
                  <c:v>60.258865</c:v>
                </c:pt>
                <c:pt idx="988">
                  <c:v>60.016407000000001</c:v>
                </c:pt>
                <c:pt idx="989">
                  <c:v>59.577514999999998</c:v>
                </c:pt>
                <c:pt idx="990">
                  <c:v>59.296253</c:v>
                </c:pt>
                <c:pt idx="991">
                  <c:v>59.225670000000001</c:v>
                </c:pt>
                <c:pt idx="992">
                  <c:v>59.081997000000001</c:v>
                </c:pt>
                <c:pt idx="993">
                  <c:v>58.828701000000002</c:v>
                </c:pt>
                <c:pt idx="994">
                  <c:v>58.799011</c:v>
                </c:pt>
                <c:pt idx="995">
                  <c:v>58.970469999999999</c:v>
                </c:pt>
                <c:pt idx="996">
                  <c:v>59.316299000000001</c:v>
                </c:pt>
                <c:pt idx="997">
                  <c:v>59.819622000000003</c:v>
                </c:pt>
                <c:pt idx="998">
                  <c:v>60.456665000000001</c:v>
                </c:pt>
                <c:pt idx="999">
                  <c:v>60.553939999999997</c:v>
                </c:pt>
                <c:pt idx="1000">
                  <c:v>60.289974000000001</c:v>
                </c:pt>
                <c:pt idx="1001">
                  <c:v>60.124248999999999</c:v>
                </c:pt>
                <c:pt idx="1002">
                  <c:v>60.083336000000003</c:v>
                </c:pt>
                <c:pt idx="1003">
                  <c:v>59.879669</c:v>
                </c:pt>
                <c:pt idx="1004">
                  <c:v>59.328468000000001</c:v>
                </c:pt>
                <c:pt idx="1005">
                  <c:v>58.518833000000001</c:v>
                </c:pt>
                <c:pt idx="1006">
                  <c:v>58.247948000000001</c:v>
                </c:pt>
                <c:pt idx="1007">
                  <c:v>58.243828000000001</c:v>
                </c:pt>
                <c:pt idx="1008">
                  <c:v>58.285446</c:v>
                </c:pt>
                <c:pt idx="1009">
                  <c:v>58.378475000000002</c:v>
                </c:pt>
                <c:pt idx="1010">
                  <c:v>58.273766000000002</c:v>
                </c:pt>
                <c:pt idx="1011">
                  <c:v>58.011768000000004</c:v>
                </c:pt>
                <c:pt idx="1012">
                  <c:v>57.705517</c:v>
                </c:pt>
                <c:pt idx="1013">
                  <c:v>57.607067000000001</c:v>
                </c:pt>
                <c:pt idx="1014">
                  <c:v>57.498463000000001</c:v>
                </c:pt>
                <c:pt idx="1015">
                  <c:v>57.263675999999997</c:v>
                </c:pt>
                <c:pt idx="1016">
                  <c:v>57.022415000000002</c:v>
                </c:pt>
                <c:pt idx="1017">
                  <c:v>56.878494000000003</c:v>
                </c:pt>
                <c:pt idx="1018">
                  <c:v>56.907210999999997</c:v>
                </c:pt>
                <c:pt idx="1019">
                  <c:v>57.200974000000002</c:v>
                </c:pt>
                <c:pt idx="1020">
                  <c:v>57.528106999999999</c:v>
                </c:pt>
                <c:pt idx="1021">
                  <c:v>57.470309999999998</c:v>
                </c:pt>
                <c:pt idx="1022">
                  <c:v>57.234718000000001</c:v>
                </c:pt>
                <c:pt idx="1023">
                  <c:v>57.141762</c:v>
                </c:pt>
                <c:pt idx="1024">
                  <c:v>57.187378000000002</c:v>
                </c:pt>
                <c:pt idx="1025">
                  <c:v>57.168109999999999</c:v>
                </c:pt>
                <c:pt idx="1026">
                  <c:v>56.908112000000003</c:v>
                </c:pt>
                <c:pt idx="1027">
                  <c:v>56.792670999999999</c:v>
                </c:pt>
                <c:pt idx="1028">
                  <c:v>56.892924999999998</c:v>
                </c:pt>
                <c:pt idx="1029">
                  <c:v>57.189861000000001</c:v>
                </c:pt>
                <c:pt idx="1030">
                  <c:v>57.660136999999999</c:v>
                </c:pt>
                <c:pt idx="1031">
                  <c:v>57.922787</c:v>
                </c:pt>
                <c:pt idx="1032">
                  <c:v>57.868850999999999</c:v>
                </c:pt>
                <c:pt idx="1033">
                  <c:v>57.680594999999997</c:v>
                </c:pt>
                <c:pt idx="1034">
                  <c:v>57.598914999999998</c:v>
                </c:pt>
                <c:pt idx="1035">
                  <c:v>57.587788000000003</c:v>
                </c:pt>
                <c:pt idx="1036">
                  <c:v>57.501995000000001</c:v>
                </c:pt>
                <c:pt idx="1037">
                  <c:v>57.365279999999998</c:v>
                </c:pt>
                <c:pt idx="1038">
                  <c:v>57.142426</c:v>
                </c:pt>
                <c:pt idx="1039">
                  <c:v>57.064670999999997</c:v>
                </c:pt>
                <c:pt idx="1040">
                  <c:v>57.100482999999997</c:v>
                </c:pt>
                <c:pt idx="1041">
                  <c:v>57.298740000000002</c:v>
                </c:pt>
                <c:pt idx="1042">
                  <c:v>57.312584000000001</c:v>
                </c:pt>
                <c:pt idx="1043">
                  <c:v>57.305259999999997</c:v>
                </c:pt>
                <c:pt idx="1044">
                  <c:v>57.371395</c:v>
                </c:pt>
                <c:pt idx="1045">
                  <c:v>57.532955000000001</c:v>
                </c:pt>
                <c:pt idx="1046">
                  <c:v>57.771529999999998</c:v>
                </c:pt>
                <c:pt idx="1047">
                  <c:v>58.085498999999999</c:v>
                </c:pt>
                <c:pt idx="1048">
                  <c:v>58.46405</c:v>
                </c:pt>
                <c:pt idx="1049">
                  <c:v>58.702091000000003</c:v>
                </c:pt>
                <c:pt idx="1050">
                  <c:v>58.897587000000001</c:v>
                </c:pt>
                <c:pt idx="1051">
                  <c:v>58.964424000000001</c:v>
                </c:pt>
                <c:pt idx="1052">
                  <c:v>58.713344999999997</c:v>
                </c:pt>
                <c:pt idx="1053">
                  <c:v>58.383235999999997</c:v>
                </c:pt>
                <c:pt idx="1054">
                  <c:v>58.133063999999997</c:v>
                </c:pt>
                <c:pt idx="1055">
                  <c:v>57.994610000000002</c:v>
                </c:pt>
                <c:pt idx="1056">
                  <c:v>57.849522</c:v>
                </c:pt>
                <c:pt idx="1057">
                  <c:v>57.791888999999998</c:v>
                </c:pt>
                <c:pt idx="1058">
                  <c:v>57.937603000000003</c:v>
                </c:pt>
                <c:pt idx="1059">
                  <c:v>58.030192999999997</c:v>
                </c:pt>
                <c:pt idx="1060">
                  <c:v>57.996268999999998</c:v>
                </c:pt>
                <c:pt idx="1061">
                  <c:v>58.039124000000001</c:v>
                </c:pt>
                <c:pt idx="1062">
                  <c:v>58.042171000000003</c:v>
                </c:pt>
                <c:pt idx="1063">
                  <c:v>58.019562000000001</c:v>
                </c:pt>
                <c:pt idx="1064">
                  <c:v>58.024161999999997</c:v>
                </c:pt>
                <c:pt idx="1065">
                  <c:v>58.100879999999997</c:v>
                </c:pt>
                <c:pt idx="1066">
                  <c:v>58.132232999999999</c:v>
                </c:pt>
                <c:pt idx="1067">
                  <c:v>58.236355000000003</c:v>
                </c:pt>
                <c:pt idx="1068">
                  <c:v>58.282027999999997</c:v>
                </c:pt>
                <c:pt idx="1069">
                  <c:v>58.258113999999999</c:v>
                </c:pt>
                <c:pt idx="1070">
                  <c:v>58.121872000000003</c:v>
                </c:pt>
                <c:pt idx="1071">
                  <c:v>57.855044999999997</c:v>
                </c:pt>
                <c:pt idx="1072">
                  <c:v>57.994777999999997</c:v>
                </c:pt>
                <c:pt idx="1073">
                  <c:v>58.392600999999999</c:v>
                </c:pt>
                <c:pt idx="1074">
                  <c:v>58.701050000000002</c:v>
                </c:pt>
                <c:pt idx="1075">
                  <c:v>58.962432999999997</c:v>
                </c:pt>
                <c:pt idx="1076">
                  <c:v>59.085326999999999</c:v>
                </c:pt>
                <c:pt idx="1077">
                  <c:v>59.183224000000003</c:v>
                </c:pt>
                <c:pt idx="1078">
                  <c:v>59.458095999999998</c:v>
                </c:pt>
                <c:pt idx="1079">
                  <c:v>59.772030000000001</c:v>
                </c:pt>
                <c:pt idx="1080">
                  <c:v>59.977871</c:v>
                </c:pt>
                <c:pt idx="1081">
                  <c:v>59.041289999999996</c:v>
                </c:pt>
                <c:pt idx="1082">
                  <c:v>59.088932</c:v>
                </c:pt>
                <c:pt idx="1083">
                  <c:v>59.313609999999997</c:v>
                </c:pt>
                <c:pt idx="1084">
                  <c:v>59.622166</c:v>
                </c:pt>
                <c:pt idx="1085">
                  <c:v>60.083857999999999</c:v>
                </c:pt>
                <c:pt idx="1086">
                  <c:v>60.449024000000001</c:v>
                </c:pt>
                <c:pt idx="1087">
                  <c:v>60.509315000000001</c:v>
                </c:pt>
                <c:pt idx="1088">
                  <c:v>60.534523</c:v>
                </c:pt>
                <c:pt idx="1089">
                  <c:v>60.651072999999997</c:v>
                </c:pt>
                <c:pt idx="1090">
                  <c:v>60.916122000000001</c:v>
                </c:pt>
                <c:pt idx="1091">
                  <c:v>61.259365000000003</c:v>
                </c:pt>
                <c:pt idx="1092">
                  <c:v>61.418765999999998</c:v>
                </c:pt>
                <c:pt idx="1093">
                  <c:v>61.372452000000003</c:v>
                </c:pt>
                <c:pt idx="1094">
                  <c:v>61.319336</c:v>
                </c:pt>
                <c:pt idx="1095">
                  <c:v>61.295138999999999</c:v>
                </c:pt>
                <c:pt idx="1096">
                  <c:v>61.268990000000002</c:v>
                </c:pt>
                <c:pt idx="1097">
                  <c:v>61.101233999999998</c:v>
                </c:pt>
                <c:pt idx="1098">
                  <c:v>61.105812</c:v>
                </c:pt>
                <c:pt idx="1099">
                  <c:v>61.120068000000003</c:v>
                </c:pt>
                <c:pt idx="1100">
                  <c:v>61.099460999999998</c:v>
                </c:pt>
                <c:pt idx="1101">
                  <c:v>61.000881</c:v>
                </c:pt>
                <c:pt idx="1102">
                  <c:v>60.841628999999998</c:v>
                </c:pt>
                <c:pt idx="1103">
                  <c:v>60.621143000000004</c:v>
                </c:pt>
                <c:pt idx="1104">
                  <c:v>60.359462999999998</c:v>
                </c:pt>
                <c:pt idx="1105">
                  <c:v>60.054169000000002</c:v>
                </c:pt>
                <c:pt idx="1106">
                  <c:v>59.784892999999997</c:v>
                </c:pt>
                <c:pt idx="1107">
                  <c:v>59.619250999999998</c:v>
                </c:pt>
                <c:pt idx="1108">
                  <c:v>59.526836000000003</c:v>
                </c:pt>
                <c:pt idx="1109">
                  <c:v>59.602488999999998</c:v>
                </c:pt>
                <c:pt idx="1110">
                  <c:v>59.765582999999999</c:v>
                </c:pt>
                <c:pt idx="1111">
                  <c:v>59.901069999999997</c:v>
                </c:pt>
                <c:pt idx="1112">
                  <c:v>60.032832999999997</c:v>
                </c:pt>
                <c:pt idx="1113">
                  <c:v>60.197758</c:v>
                </c:pt>
                <c:pt idx="1114">
                  <c:v>60.587550999999998</c:v>
                </c:pt>
                <c:pt idx="1115">
                  <c:v>61.065891000000001</c:v>
                </c:pt>
                <c:pt idx="1116">
                  <c:v>61.435822000000002</c:v>
                </c:pt>
                <c:pt idx="1117">
                  <c:v>61.450145999999997</c:v>
                </c:pt>
                <c:pt idx="1118">
                  <c:v>61.205719000000002</c:v>
                </c:pt>
                <c:pt idx="1119">
                  <c:v>60.740253000000003</c:v>
                </c:pt>
                <c:pt idx="1120">
                  <c:v>60.287857000000002</c:v>
                </c:pt>
                <c:pt idx="1121">
                  <c:v>60.073214999999998</c:v>
                </c:pt>
                <c:pt idx="1122">
                  <c:v>60.040923999999997</c:v>
                </c:pt>
                <c:pt idx="1123">
                  <c:v>60.077514999999998</c:v>
                </c:pt>
                <c:pt idx="1124">
                  <c:v>59.984786999999997</c:v>
                </c:pt>
                <c:pt idx="1125">
                  <c:v>59.889690000000002</c:v>
                </c:pt>
                <c:pt idx="1126">
                  <c:v>60.085075000000003</c:v>
                </c:pt>
                <c:pt idx="1127">
                  <c:v>60.19162</c:v>
                </c:pt>
                <c:pt idx="1128">
                  <c:v>60.202266999999999</c:v>
                </c:pt>
                <c:pt idx="1129">
                  <c:v>60.115650000000002</c:v>
                </c:pt>
                <c:pt idx="1130">
                  <c:v>60.060741</c:v>
                </c:pt>
                <c:pt idx="1131">
                  <c:v>60.034412000000003</c:v>
                </c:pt>
                <c:pt idx="1132">
                  <c:v>60.125221000000003</c:v>
                </c:pt>
                <c:pt idx="1133">
                  <c:v>60.284229000000003</c:v>
                </c:pt>
                <c:pt idx="1134">
                  <c:v>60.401919999999997</c:v>
                </c:pt>
                <c:pt idx="1135">
                  <c:v>60.544356999999998</c:v>
                </c:pt>
                <c:pt idx="1136">
                  <c:v>60.618282000000001</c:v>
                </c:pt>
                <c:pt idx="1137">
                  <c:v>60.645648999999999</c:v>
                </c:pt>
                <c:pt idx="1138">
                  <c:v>60.683598000000003</c:v>
                </c:pt>
                <c:pt idx="1139">
                  <c:v>60.742466</c:v>
                </c:pt>
                <c:pt idx="1140">
                  <c:v>60.778331999999999</c:v>
                </c:pt>
                <c:pt idx="1141">
                  <c:v>60.761738000000001</c:v>
                </c:pt>
                <c:pt idx="1142">
                  <c:v>60.650073999999996</c:v>
                </c:pt>
                <c:pt idx="1143">
                  <c:v>60.509582999999999</c:v>
                </c:pt>
                <c:pt idx="1144">
                  <c:v>60.349133000000002</c:v>
                </c:pt>
                <c:pt idx="1145">
                  <c:v>60.101768</c:v>
                </c:pt>
                <c:pt idx="1146">
                  <c:v>59.716769999999997</c:v>
                </c:pt>
                <c:pt idx="1147">
                  <c:v>59.214103999999999</c:v>
                </c:pt>
                <c:pt idx="1148">
                  <c:v>58.726802999999997</c:v>
                </c:pt>
                <c:pt idx="1149">
                  <c:v>58.297592000000002</c:v>
                </c:pt>
                <c:pt idx="1150">
                  <c:v>58.070923000000001</c:v>
                </c:pt>
                <c:pt idx="1151">
                  <c:v>57.900196000000001</c:v>
                </c:pt>
                <c:pt idx="1152">
                  <c:v>57.620342000000001</c:v>
                </c:pt>
                <c:pt idx="1153">
                  <c:v>57.184265000000003</c:v>
                </c:pt>
                <c:pt idx="1154">
                  <c:v>56.692267999999999</c:v>
                </c:pt>
                <c:pt idx="1155">
                  <c:v>56.243088</c:v>
                </c:pt>
                <c:pt idx="1156">
                  <c:v>56.136409999999998</c:v>
                </c:pt>
                <c:pt idx="1157">
                  <c:v>56.182597999999999</c:v>
                </c:pt>
                <c:pt idx="1158">
                  <c:v>56.277279</c:v>
                </c:pt>
                <c:pt idx="1159">
                  <c:v>56.357906</c:v>
                </c:pt>
                <c:pt idx="1160">
                  <c:v>56.472423999999997</c:v>
                </c:pt>
                <c:pt idx="1161">
                  <c:v>56.531700000000001</c:v>
                </c:pt>
                <c:pt idx="1162">
                  <c:v>56.573757000000001</c:v>
                </c:pt>
                <c:pt idx="1163">
                  <c:v>56.624802000000003</c:v>
                </c:pt>
                <c:pt idx="1164">
                  <c:v>56.680793999999999</c:v>
                </c:pt>
                <c:pt idx="1165">
                  <c:v>56.83437</c:v>
                </c:pt>
                <c:pt idx="1166">
                  <c:v>57.051299999999998</c:v>
                </c:pt>
                <c:pt idx="1167">
                  <c:v>57.337349000000003</c:v>
                </c:pt>
                <c:pt idx="1168">
                  <c:v>57.716361999999997</c:v>
                </c:pt>
                <c:pt idx="1169">
                  <c:v>58.169517999999997</c:v>
                </c:pt>
                <c:pt idx="1170">
                  <c:v>58.583458</c:v>
                </c:pt>
                <c:pt idx="1171">
                  <c:v>58.883102000000001</c:v>
                </c:pt>
                <c:pt idx="1172">
                  <c:v>59.013550000000002</c:v>
                </c:pt>
                <c:pt idx="1173">
                  <c:v>59.005901000000001</c:v>
                </c:pt>
                <c:pt idx="1174">
                  <c:v>58.698185000000002</c:v>
                </c:pt>
                <c:pt idx="1175">
                  <c:v>58.479922999999999</c:v>
                </c:pt>
                <c:pt idx="1176">
                  <c:v>58.391047999999998</c:v>
                </c:pt>
                <c:pt idx="1177">
                  <c:v>58.423183000000002</c:v>
                </c:pt>
                <c:pt idx="1178">
                  <c:v>58.500050000000002</c:v>
                </c:pt>
                <c:pt idx="1179">
                  <c:v>58.554603999999998</c:v>
                </c:pt>
                <c:pt idx="1180">
                  <c:v>58.611443000000001</c:v>
                </c:pt>
                <c:pt idx="1181">
                  <c:v>58.738017999999997</c:v>
                </c:pt>
                <c:pt idx="1182">
                  <c:v>58.968089999999997</c:v>
                </c:pt>
                <c:pt idx="1183">
                  <c:v>59.241447000000001</c:v>
                </c:pt>
                <c:pt idx="1184">
                  <c:v>59.515369</c:v>
                </c:pt>
                <c:pt idx="1185">
                  <c:v>60.059291999999999</c:v>
                </c:pt>
                <c:pt idx="1186">
                  <c:v>60.716354000000003</c:v>
                </c:pt>
                <c:pt idx="1187">
                  <c:v>61.321044999999998</c:v>
                </c:pt>
                <c:pt idx="1188">
                  <c:v>62.002037000000001</c:v>
                </c:pt>
                <c:pt idx="1189">
                  <c:v>62.629207999999998</c:v>
                </c:pt>
                <c:pt idx="1190">
                  <c:v>63.171486000000002</c:v>
                </c:pt>
                <c:pt idx="1191">
                  <c:v>63.688656000000002</c:v>
                </c:pt>
                <c:pt idx="1192">
                  <c:v>64.126311999999999</c:v>
                </c:pt>
                <c:pt idx="1193">
                  <c:v>64.257637000000003</c:v>
                </c:pt>
                <c:pt idx="1194">
                  <c:v>64.190865000000002</c:v>
                </c:pt>
                <c:pt idx="1195">
                  <c:v>64.313559999999995</c:v>
                </c:pt>
                <c:pt idx="1196">
                  <c:v>64.464211000000006</c:v>
                </c:pt>
                <c:pt idx="1197">
                  <c:v>64.563666999999995</c:v>
                </c:pt>
                <c:pt idx="1198">
                  <c:v>64.590607000000006</c:v>
                </c:pt>
                <c:pt idx="1199">
                  <c:v>64.499504000000002</c:v>
                </c:pt>
                <c:pt idx="1200">
                  <c:v>64.449318000000005</c:v>
                </c:pt>
                <c:pt idx="1201">
                  <c:v>63.458004000000003</c:v>
                </c:pt>
                <c:pt idx="1202">
                  <c:v>63.205565999999997</c:v>
                </c:pt>
                <c:pt idx="1203">
                  <c:v>62.798302</c:v>
                </c:pt>
                <c:pt idx="1204">
                  <c:v>62.379443999999999</c:v>
                </c:pt>
                <c:pt idx="1205">
                  <c:v>62.125689999999999</c:v>
                </c:pt>
                <c:pt idx="1206">
                  <c:v>62.106482999999997</c:v>
                </c:pt>
                <c:pt idx="1207">
                  <c:v>63.523476000000002</c:v>
                </c:pt>
                <c:pt idx="1208">
                  <c:v>63.602837000000001</c:v>
                </c:pt>
                <c:pt idx="1209">
                  <c:v>62.153346999999997</c:v>
                </c:pt>
                <c:pt idx="1210">
                  <c:v>62.260475</c:v>
                </c:pt>
                <c:pt idx="1211">
                  <c:v>62.507449999999999</c:v>
                </c:pt>
                <c:pt idx="1212">
                  <c:v>62.796497000000002</c:v>
                </c:pt>
                <c:pt idx="1213">
                  <c:v>63.070250999999999</c:v>
                </c:pt>
                <c:pt idx="1214">
                  <c:v>63.319426999999997</c:v>
                </c:pt>
                <c:pt idx="1215">
                  <c:v>63.530495000000002</c:v>
                </c:pt>
                <c:pt idx="1216">
                  <c:v>63.688133000000001</c:v>
                </c:pt>
                <c:pt idx="1217">
                  <c:v>63.732047999999999</c:v>
                </c:pt>
                <c:pt idx="1218">
                  <c:v>63.657935999999999</c:v>
                </c:pt>
                <c:pt idx="1219">
                  <c:v>63.564521999999997</c:v>
                </c:pt>
                <c:pt idx="1220">
                  <c:v>63.545814999999997</c:v>
                </c:pt>
                <c:pt idx="1221">
                  <c:v>63.468052</c:v>
                </c:pt>
                <c:pt idx="1222">
                  <c:v>63.269233999999997</c:v>
                </c:pt>
                <c:pt idx="1223">
                  <c:v>63.025863999999999</c:v>
                </c:pt>
                <c:pt idx="1224">
                  <c:v>62.786403999999997</c:v>
                </c:pt>
                <c:pt idx="1225">
                  <c:v>62.390205000000002</c:v>
                </c:pt>
                <c:pt idx="1226">
                  <c:v>61.906711999999999</c:v>
                </c:pt>
                <c:pt idx="1227">
                  <c:v>61.504722999999998</c:v>
                </c:pt>
                <c:pt idx="1228">
                  <c:v>61.194462000000001</c:v>
                </c:pt>
                <c:pt idx="1229">
                  <c:v>61.028286000000001</c:v>
                </c:pt>
                <c:pt idx="1230">
                  <c:v>60.988224000000002</c:v>
                </c:pt>
                <c:pt idx="1231">
                  <c:v>61.013911999999998</c:v>
                </c:pt>
                <c:pt idx="1232">
                  <c:v>61.154381000000001</c:v>
                </c:pt>
                <c:pt idx="1233">
                  <c:v>61.415779000000001</c:v>
                </c:pt>
                <c:pt idx="1234">
                  <c:v>61.833427</c:v>
                </c:pt>
                <c:pt idx="1235">
                  <c:v>62.307837999999997</c:v>
                </c:pt>
                <c:pt idx="1236">
                  <c:v>62.744228</c:v>
                </c:pt>
                <c:pt idx="1237">
                  <c:v>63.11665</c:v>
                </c:pt>
                <c:pt idx="1238">
                  <c:v>63.423484999999999</c:v>
                </c:pt>
                <c:pt idx="1239">
                  <c:v>63.640338999999997</c:v>
                </c:pt>
                <c:pt idx="1240">
                  <c:v>63.748001000000002</c:v>
                </c:pt>
                <c:pt idx="1241">
                  <c:v>63.827061</c:v>
                </c:pt>
                <c:pt idx="1242">
                  <c:v>63.947848999999998</c:v>
                </c:pt>
                <c:pt idx="1243">
                  <c:v>64.123435999999998</c:v>
                </c:pt>
                <c:pt idx="1244">
                  <c:v>64.324188000000007</c:v>
                </c:pt>
                <c:pt idx="1245">
                  <c:v>64.489716000000001</c:v>
                </c:pt>
                <c:pt idx="1246">
                  <c:v>64.597701999999998</c:v>
                </c:pt>
                <c:pt idx="1247">
                  <c:v>64.668091000000004</c:v>
                </c:pt>
                <c:pt idx="1248">
                  <c:v>64.680663999999993</c:v>
                </c:pt>
                <c:pt idx="1249">
                  <c:v>64.461883999999998</c:v>
                </c:pt>
                <c:pt idx="1250">
                  <c:v>64.147705000000002</c:v>
                </c:pt>
                <c:pt idx="1251">
                  <c:v>63.858673000000003</c:v>
                </c:pt>
                <c:pt idx="1252">
                  <c:v>63.667118000000002</c:v>
                </c:pt>
                <c:pt idx="1253">
                  <c:v>63.578795999999997</c:v>
                </c:pt>
                <c:pt idx="1254">
                  <c:v>63.548695000000002</c:v>
                </c:pt>
                <c:pt idx="1255">
                  <c:v>63.496014000000002</c:v>
                </c:pt>
                <c:pt idx="1256">
                  <c:v>63.468487000000003</c:v>
                </c:pt>
                <c:pt idx="1257">
                  <c:v>63.538952000000002</c:v>
                </c:pt>
                <c:pt idx="1258">
                  <c:v>63.547718000000003</c:v>
                </c:pt>
                <c:pt idx="1259">
                  <c:v>63.431168</c:v>
                </c:pt>
                <c:pt idx="1260">
                  <c:v>63.361865999999999</c:v>
                </c:pt>
                <c:pt idx="1261">
                  <c:v>63.42651</c:v>
                </c:pt>
                <c:pt idx="1262">
                  <c:v>63.60812</c:v>
                </c:pt>
                <c:pt idx="1263">
                  <c:v>63.866306000000002</c:v>
                </c:pt>
                <c:pt idx="1264">
                  <c:v>64.186340000000001</c:v>
                </c:pt>
                <c:pt idx="1265">
                  <c:v>64.509513999999996</c:v>
                </c:pt>
                <c:pt idx="1266">
                  <c:v>60.910324000000003</c:v>
                </c:pt>
                <c:pt idx="1267">
                  <c:v>60.563313000000001</c:v>
                </c:pt>
                <c:pt idx="1268">
                  <c:v>60.828719999999997</c:v>
                </c:pt>
                <c:pt idx="1269">
                  <c:v>61.377246999999997</c:v>
                </c:pt>
                <c:pt idx="1270">
                  <c:v>62.011940000000003</c:v>
                </c:pt>
                <c:pt idx="1271">
                  <c:v>62.640537000000002</c:v>
                </c:pt>
                <c:pt idx="1272">
                  <c:v>63.169097999999998</c:v>
                </c:pt>
                <c:pt idx="1273">
                  <c:v>63.392150999999998</c:v>
                </c:pt>
                <c:pt idx="1274">
                  <c:v>63.411774000000001</c:v>
                </c:pt>
                <c:pt idx="1275">
                  <c:v>63.505360000000003</c:v>
                </c:pt>
                <c:pt idx="1276">
                  <c:v>63.756706000000001</c:v>
                </c:pt>
                <c:pt idx="1277">
                  <c:v>64.177466999999993</c:v>
                </c:pt>
                <c:pt idx="1278">
                  <c:v>64.696586999999994</c:v>
                </c:pt>
                <c:pt idx="1279">
                  <c:v>65.248428000000004</c:v>
                </c:pt>
                <c:pt idx="1280">
                  <c:v>65.769424000000001</c:v>
                </c:pt>
                <c:pt idx="1281">
                  <c:v>66.208786000000003</c:v>
                </c:pt>
                <c:pt idx="1282">
                  <c:v>66.545517000000004</c:v>
                </c:pt>
                <c:pt idx="1283">
                  <c:v>66.794762000000006</c:v>
                </c:pt>
                <c:pt idx="1284">
                  <c:v>66.934012999999993</c:v>
                </c:pt>
                <c:pt idx="1285">
                  <c:v>67.013526999999996</c:v>
                </c:pt>
                <c:pt idx="1286">
                  <c:v>67.108078000000006</c:v>
                </c:pt>
                <c:pt idx="1287">
                  <c:v>67.215805000000003</c:v>
                </c:pt>
                <c:pt idx="1288">
                  <c:v>67.285019000000005</c:v>
                </c:pt>
                <c:pt idx="1289">
                  <c:v>67.328864999999993</c:v>
                </c:pt>
                <c:pt idx="1290">
                  <c:v>67.327774000000005</c:v>
                </c:pt>
                <c:pt idx="1291">
                  <c:v>67.295242000000002</c:v>
                </c:pt>
                <c:pt idx="1292">
                  <c:v>67.258171000000004</c:v>
                </c:pt>
                <c:pt idx="1293">
                  <c:v>67.151184000000001</c:v>
                </c:pt>
                <c:pt idx="1294">
                  <c:v>67.035347000000002</c:v>
                </c:pt>
                <c:pt idx="1295">
                  <c:v>67.039069999999995</c:v>
                </c:pt>
                <c:pt idx="1296">
                  <c:v>67.163116000000002</c:v>
                </c:pt>
                <c:pt idx="1297">
                  <c:v>67.318306000000007</c:v>
                </c:pt>
                <c:pt idx="1298">
                  <c:v>67.436133999999996</c:v>
                </c:pt>
                <c:pt idx="1299">
                  <c:v>67.508201999999997</c:v>
                </c:pt>
                <c:pt idx="1300">
                  <c:v>67.592781000000002</c:v>
                </c:pt>
                <c:pt idx="1301">
                  <c:v>67.712745999999996</c:v>
                </c:pt>
                <c:pt idx="1302">
                  <c:v>67.832206999999997</c:v>
                </c:pt>
                <c:pt idx="1303">
                  <c:v>67.962517000000005</c:v>
                </c:pt>
                <c:pt idx="1304">
                  <c:v>68.098754999999997</c:v>
                </c:pt>
                <c:pt idx="1305">
                  <c:v>68.230048999999994</c:v>
                </c:pt>
                <c:pt idx="1306">
                  <c:v>68.347099</c:v>
                </c:pt>
                <c:pt idx="1307">
                  <c:v>68.404762000000005</c:v>
                </c:pt>
                <c:pt idx="1308">
                  <c:v>68.382416000000006</c:v>
                </c:pt>
                <c:pt idx="1309">
                  <c:v>68.318984999999998</c:v>
                </c:pt>
                <c:pt idx="1310">
                  <c:v>68.296211</c:v>
                </c:pt>
                <c:pt idx="1311">
                  <c:v>68.239304000000004</c:v>
                </c:pt>
                <c:pt idx="1312">
                  <c:v>68.055762999999999</c:v>
                </c:pt>
                <c:pt idx="1313">
                  <c:v>67.813789</c:v>
                </c:pt>
                <c:pt idx="1314">
                  <c:v>67.534156999999993</c:v>
                </c:pt>
                <c:pt idx="1315">
                  <c:v>67.183136000000005</c:v>
                </c:pt>
                <c:pt idx="1316">
                  <c:v>66.731505999999996</c:v>
                </c:pt>
                <c:pt idx="1317">
                  <c:v>66.270415999999997</c:v>
                </c:pt>
                <c:pt idx="1318">
                  <c:v>65.818259999999995</c:v>
                </c:pt>
                <c:pt idx="1319">
                  <c:v>65.232658000000001</c:v>
                </c:pt>
                <c:pt idx="1320">
                  <c:v>64.769463000000002</c:v>
                </c:pt>
                <c:pt idx="1321">
                  <c:v>64.670012999999997</c:v>
                </c:pt>
                <c:pt idx="1322">
                  <c:v>64.672980999999993</c:v>
                </c:pt>
                <c:pt idx="1323">
                  <c:v>64.742103999999998</c:v>
                </c:pt>
                <c:pt idx="1324">
                  <c:v>64.840316999999999</c:v>
                </c:pt>
                <c:pt idx="1325">
                  <c:v>64.967101999999997</c:v>
                </c:pt>
                <c:pt idx="1326">
                  <c:v>65.155945000000003</c:v>
                </c:pt>
                <c:pt idx="1327">
                  <c:v>65.424453999999997</c:v>
                </c:pt>
                <c:pt idx="1328">
                  <c:v>65.711426000000003</c:v>
                </c:pt>
                <c:pt idx="1329">
                  <c:v>65.978233000000003</c:v>
                </c:pt>
                <c:pt idx="1330">
                  <c:v>66.208541999999994</c:v>
                </c:pt>
                <c:pt idx="1331">
                  <c:v>66.384163000000001</c:v>
                </c:pt>
                <c:pt idx="1332">
                  <c:v>66.481987000000004</c:v>
                </c:pt>
                <c:pt idx="1333">
                  <c:v>66.527512000000002</c:v>
                </c:pt>
                <c:pt idx="1334">
                  <c:v>66.603729000000001</c:v>
                </c:pt>
                <c:pt idx="1335">
                  <c:v>66.730605999999995</c:v>
                </c:pt>
                <c:pt idx="1336">
                  <c:v>66.886718999999999</c:v>
                </c:pt>
                <c:pt idx="1337">
                  <c:v>67.003035999999994</c:v>
                </c:pt>
                <c:pt idx="1338">
                  <c:v>67.070601999999994</c:v>
                </c:pt>
                <c:pt idx="1339">
                  <c:v>67.124556999999996</c:v>
                </c:pt>
                <c:pt idx="1340">
                  <c:v>67.168587000000002</c:v>
                </c:pt>
                <c:pt idx="1341">
                  <c:v>67.238319000000004</c:v>
                </c:pt>
                <c:pt idx="1342">
                  <c:v>67.344352999999998</c:v>
                </c:pt>
                <c:pt idx="1343">
                  <c:v>67.457404999999994</c:v>
                </c:pt>
                <c:pt idx="1344">
                  <c:v>67.535622000000004</c:v>
                </c:pt>
                <c:pt idx="1345">
                  <c:v>67.613440999999995</c:v>
                </c:pt>
                <c:pt idx="1346">
                  <c:v>67.718338000000003</c:v>
                </c:pt>
                <c:pt idx="1347">
                  <c:v>67.822417999999999</c:v>
                </c:pt>
                <c:pt idx="1348">
                  <c:v>67.957999999999998</c:v>
                </c:pt>
                <c:pt idx="1349">
                  <c:v>68.151756000000006</c:v>
                </c:pt>
                <c:pt idx="1350">
                  <c:v>68.386497000000006</c:v>
                </c:pt>
                <c:pt idx="1351">
                  <c:v>68.625220999999996</c:v>
                </c:pt>
                <c:pt idx="1352">
                  <c:v>68.915627000000001</c:v>
                </c:pt>
                <c:pt idx="1353">
                  <c:v>69.225014000000002</c:v>
                </c:pt>
                <c:pt idx="1354">
                  <c:v>69.471962000000005</c:v>
                </c:pt>
                <c:pt idx="1355">
                  <c:v>69.705078</c:v>
                </c:pt>
                <c:pt idx="1356">
                  <c:v>70.011604000000005</c:v>
                </c:pt>
                <c:pt idx="1357">
                  <c:v>70.246696</c:v>
                </c:pt>
                <c:pt idx="1358">
                  <c:v>70.327751000000006</c:v>
                </c:pt>
                <c:pt idx="1359">
                  <c:v>70.417747000000006</c:v>
                </c:pt>
                <c:pt idx="1360">
                  <c:v>70.578040999999999</c:v>
                </c:pt>
                <c:pt idx="1361">
                  <c:v>70.767380000000003</c:v>
                </c:pt>
                <c:pt idx="1362">
                  <c:v>71.038398999999998</c:v>
                </c:pt>
                <c:pt idx="1363">
                  <c:v>71.407691999999997</c:v>
                </c:pt>
                <c:pt idx="1364">
                  <c:v>71.823036000000002</c:v>
                </c:pt>
                <c:pt idx="1365">
                  <c:v>72.257232999999999</c:v>
                </c:pt>
                <c:pt idx="1366">
                  <c:v>72.724379999999996</c:v>
                </c:pt>
                <c:pt idx="1367">
                  <c:v>73.151320999999996</c:v>
                </c:pt>
                <c:pt idx="1368">
                  <c:v>73.502914000000004</c:v>
                </c:pt>
                <c:pt idx="1369">
                  <c:v>73.782707000000002</c:v>
                </c:pt>
                <c:pt idx="1370">
                  <c:v>73.959854000000007</c:v>
                </c:pt>
                <c:pt idx="1371">
                  <c:v>74.046501000000006</c:v>
                </c:pt>
                <c:pt idx="1372">
                  <c:v>74.078132999999994</c:v>
                </c:pt>
                <c:pt idx="1373">
                  <c:v>74.104843000000002</c:v>
                </c:pt>
                <c:pt idx="1374">
                  <c:v>74.179931999999994</c:v>
                </c:pt>
                <c:pt idx="1375">
                  <c:v>74.296547000000004</c:v>
                </c:pt>
                <c:pt idx="1376">
                  <c:v>74.392998000000006</c:v>
                </c:pt>
                <c:pt idx="1377">
                  <c:v>74.373397999999995</c:v>
                </c:pt>
                <c:pt idx="1378">
                  <c:v>74.054657000000006</c:v>
                </c:pt>
                <c:pt idx="1379">
                  <c:v>73.636489999999995</c:v>
                </c:pt>
                <c:pt idx="1380">
                  <c:v>73.358643000000001</c:v>
                </c:pt>
                <c:pt idx="1381">
                  <c:v>73.238426000000004</c:v>
                </c:pt>
                <c:pt idx="1382">
                  <c:v>73.241928000000001</c:v>
                </c:pt>
                <c:pt idx="1383">
                  <c:v>73.317543000000001</c:v>
                </c:pt>
                <c:pt idx="1384">
                  <c:v>73.428573999999998</c:v>
                </c:pt>
                <c:pt idx="1385">
                  <c:v>73.488410999999999</c:v>
                </c:pt>
                <c:pt idx="1386">
                  <c:v>73.539885999999996</c:v>
                </c:pt>
                <c:pt idx="1387">
                  <c:v>73.632339000000002</c:v>
                </c:pt>
                <c:pt idx="1388">
                  <c:v>73.762848000000005</c:v>
                </c:pt>
                <c:pt idx="1389">
                  <c:v>73.884079</c:v>
                </c:pt>
                <c:pt idx="1390">
                  <c:v>73.964271999999994</c:v>
                </c:pt>
                <c:pt idx="1391">
                  <c:v>74.030388000000002</c:v>
                </c:pt>
                <c:pt idx="1392">
                  <c:v>74.084273999999994</c:v>
                </c:pt>
                <c:pt idx="1393">
                  <c:v>74.107056</c:v>
                </c:pt>
                <c:pt idx="1394">
                  <c:v>74.044730999999999</c:v>
                </c:pt>
                <c:pt idx="1395">
                  <c:v>73.815406999999993</c:v>
                </c:pt>
                <c:pt idx="1396">
                  <c:v>73.396690000000007</c:v>
                </c:pt>
                <c:pt idx="1397">
                  <c:v>72.840301999999994</c:v>
                </c:pt>
                <c:pt idx="1398">
                  <c:v>72.218979000000004</c:v>
                </c:pt>
                <c:pt idx="1399">
                  <c:v>71.626625000000004</c:v>
                </c:pt>
                <c:pt idx="1400">
                  <c:v>71.157348999999996</c:v>
                </c:pt>
                <c:pt idx="1401">
                  <c:v>70.790115</c:v>
                </c:pt>
                <c:pt idx="1402">
                  <c:v>70.460121000000001</c:v>
                </c:pt>
                <c:pt idx="1403">
                  <c:v>70.274497999999994</c:v>
                </c:pt>
                <c:pt idx="1404">
                  <c:v>70.222221000000005</c:v>
                </c:pt>
                <c:pt idx="1405">
                  <c:v>70.198493999999997</c:v>
                </c:pt>
                <c:pt idx="1406">
                  <c:v>70.222297999999995</c:v>
                </c:pt>
                <c:pt idx="1407">
                  <c:v>70.409554</c:v>
                </c:pt>
                <c:pt idx="1408">
                  <c:v>70.770484999999994</c:v>
                </c:pt>
                <c:pt idx="1409">
                  <c:v>71.138656999999995</c:v>
                </c:pt>
                <c:pt idx="1410">
                  <c:v>71.406075000000001</c:v>
                </c:pt>
                <c:pt idx="1411">
                  <c:v>71.569000000000003</c:v>
                </c:pt>
                <c:pt idx="1412">
                  <c:v>71.646652000000003</c:v>
                </c:pt>
                <c:pt idx="1413">
                  <c:v>71.711226999999994</c:v>
                </c:pt>
                <c:pt idx="1414">
                  <c:v>71.877471999999997</c:v>
                </c:pt>
                <c:pt idx="1415">
                  <c:v>72.073409999999996</c:v>
                </c:pt>
                <c:pt idx="1416">
                  <c:v>72.217872999999997</c:v>
                </c:pt>
                <c:pt idx="1417">
                  <c:v>72.202606000000003</c:v>
                </c:pt>
                <c:pt idx="1418">
                  <c:v>72.056991999999994</c:v>
                </c:pt>
                <c:pt idx="1419">
                  <c:v>71.908539000000005</c:v>
                </c:pt>
                <c:pt idx="1420">
                  <c:v>71.865311000000005</c:v>
                </c:pt>
                <c:pt idx="1421">
                  <c:v>71.837868</c:v>
                </c:pt>
                <c:pt idx="1422">
                  <c:v>71.852028000000004</c:v>
                </c:pt>
                <c:pt idx="1423">
                  <c:v>71.904854</c:v>
                </c:pt>
                <c:pt idx="1424">
                  <c:v>71.968491</c:v>
                </c:pt>
                <c:pt idx="1425">
                  <c:v>71.984427999999994</c:v>
                </c:pt>
                <c:pt idx="1426">
                  <c:v>71.932068000000001</c:v>
                </c:pt>
                <c:pt idx="1427">
                  <c:v>71.807770000000005</c:v>
                </c:pt>
                <c:pt idx="1428">
                  <c:v>71.699921000000003</c:v>
                </c:pt>
                <c:pt idx="1429">
                  <c:v>71.538139000000001</c:v>
                </c:pt>
                <c:pt idx="1430">
                  <c:v>71.423630000000003</c:v>
                </c:pt>
                <c:pt idx="1431">
                  <c:v>71.346763999999993</c:v>
                </c:pt>
                <c:pt idx="1432">
                  <c:v>71.299888999999993</c:v>
                </c:pt>
                <c:pt idx="1433">
                  <c:v>71.335898999999998</c:v>
                </c:pt>
                <c:pt idx="1434">
                  <c:v>71.474159</c:v>
                </c:pt>
                <c:pt idx="1435">
                  <c:v>71.649001999999996</c:v>
                </c:pt>
                <c:pt idx="1436">
                  <c:v>71.812027</c:v>
                </c:pt>
                <c:pt idx="1437">
                  <c:v>71.933914000000001</c:v>
                </c:pt>
                <c:pt idx="1438">
                  <c:v>72.076499999999996</c:v>
                </c:pt>
                <c:pt idx="1439">
                  <c:v>72.265632999999994</c:v>
                </c:pt>
                <c:pt idx="1440">
                  <c:v>72.459479999999999</c:v>
                </c:pt>
                <c:pt idx="1441">
                  <c:v>72.665801999999999</c:v>
                </c:pt>
                <c:pt idx="1442">
                  <c:v>72.910278000000005</c:v>
                </c:pt>
                <c:pt idx="1443">
                  <c:v>73.170952</c:v>
                </c:pt>
                <c:pt idx="1444">
                  <c:v>73.392112999999995</c:v>
                </c:pt>
                <c:pt idx="1445">
                  <c:v>73.612128999999996</c:v>
                </c:pt>
                <c:pt idx="1446">
                  <c:v>73.854102999999995</c:v>
                </c:pt>
                <c:pt idx="1447">
                  <c:v>74.117241000000007</c:v>
                </c:pt>
                <c:pt idx="1448">
                  <c:v>74.422043000000002</c:v>
                </c:pt>
                <c:pt idx="1449">
                  <c:v>74.710243000000006</c:v>
                </c:pt>
                <c:pt idx="1450">
                  <c:v>74.986214000000004</c:v>
                </c:pt>
                <c:pt idx="1451">
                  <c:v>75.275475</c:v>
                </c:pt>
                <c:pt idx="1452">
                  <c:v>75.599731000000006</c:v>
                </c:pt>
                <c:pt idx="1453">
                  <c:v>75.878387000000004</c:v>
                </c:pt>
                <c:pt idx="1454">
                  <c:v>76.057152000000002</c:v>
                </c:pt>
                <c:pt idx="1455">
                  <c:v>76.143935999999997</c:v>
                </c:pt>
                <c:pt idx="1456">
                  <c:v>76.173400999999998</c:v>
                </c:pt>
                <c:pt idx="1457">
                  <c:v>76.165633999999997</c:v>
                </c:pt>
                <c:pt idx="1458">
                  <c:v>76.067336999999995</c:v>
                </c:pt>
                <c:pt idx="1459">
                  <c:v>75.848724000000004</c:v>
                </c:pt>
                <c:pt idx="1460">
                  <c:v>75.598206000000005</c:v>
                </c:pt>
                <c:pt idx="1461">
                  <c:v>75.349959999999996</c:v>
                </c:pt>
                <c:pt idx="1462">
                  <c:v>75.087975</c:v>
                </c:pt>
                <c:pt idx="1463">
                  <c:v>74.788535999999993</c:v>
                </c:pt>
                <c:pt idx="1464">
                  <c:v>74.438018999999997</c:v>
                </c:pt>
                <c:pt idx="1465">
                  <c:v>74.092895999999996</c:v>
                </c:pt>
                <c:pt idx="1466">
                  <c:v>73.814468000000005</c:v>
                </c:pt>
                <c:pt idx="1467">
                  <c:v>73.672729000000004</c:v>
                </c:pt>
                <c:pt idx="1468">
                  <c:v>73.585746999999998</c:v>
                </c:pt>
                <c:pt idx="1469">
                  <c:v>73.535072</c:v>
                </c:pt>
                <c:pt idx="1470">
                  <c:v>73.575400999999999</c:v>
                </c:pt>
                <c:pt idx="1471">
                  <c:v>73.688095000000004</c:v>
                </c:pt>
                <c:pt idx="1472">
                  <c:v>73.845039</c:v>
                </c:pt>
                <c:pt idx="1473">
                  <c:v>74.031661999999997</c:v>
                </c:pt>
                <c:pt idx="1474">
                  <c:v>74.264702</c:v>
                </c:pt>
                <c:pt idx="1475">
                  <c:v>74.512862999999996</c:v>
                </c:pt>
                <c:pt idx="1476">
                  <c:v>74.682922000000005</c:v>
                </c:pt>
                <c:pt idx="1477">
                  <c:v>74.776932000000002</c:v>
                </c:pt>
                <c:pt idx="1478">
                  <c:v>74.859893999999997</c:v>
                </c:pt>
                <c:pt idx="1479">
                  <c:v>74.922577000000004</c:v>
                </c:pt>
                <c:pt idx="1480">
                  <c:v>75.027023</c:v>
                </c:pt>
                <c:pt idx="1481">
                  <c:v>75.181800999999993</c:v>
                </c:pt>
                <c:pt idx="1482">
                  <c:v>75.382050000000007</c:v>
                </c:pt>
                <c:pt idx="1483">
                  <c:v>75.540581000000003</c:v>
                </c:pt>
                <c:pt idx="1484">
                  <c:v>75.602463</c:v>
                </c:pt>
                <c:pt idx="1485">
                  <c:v>75.592879999999994</c:v>
                </c:pt>
                <c:pt idx="1486">
                  <c:v>75.536773999999994</c:v>
                </c:pt>
                <c:pt idx="1487">
                  <c:v>75.445983999999996</c:v>
                </c:pt>
                <c:pt idx="1488">
                  <c:v>75.335182000000003</c:v>
                </c:pt>
                <c:pt idx="1489">
                  <c:v>75.397048999999996</c:v>
                </c:pt>
                <c:pt idx="1490">
                  <c:v>75.504683999999997</c:v>
                </c:pt>
                <c:pt idx="1491">
                  <c:v>75.605461000000005</c:v>
                </c:pt>
                <c:pt idx="1492">
                  <c:v>75.705871999999999</c:v>
                </c:pt>
                <c:pt idx="1493">
                  <c:v>75.742042999999995</c:v>
                </c:pt>
                <c:pt idx="1494">
                  <c:v>75.728638000000004</c:v>
                </c:pt>
                <c:pt idx="1495">
                  <c:v>75.726096999999996</c:v>
                </c:pt>
                <c:pt idx="1496">
                  <c:v>75.764731999999995</c:v>
                </c:pt>
                <c:pt idx="1497">
                  <c:v>75.854743999999997</c:v>
                </c:pt>
                <c:pt idx="1498">
                  <c:v>75.971405000000004</c:v>
                </c:pt>
                <c:pt idx="1499">
                  <c:v>76.060592999999997</c:v>
                </c:pt>
                <c:pt idx="1500">
                  <c:v>76.098800999999995</c:v>
                </c:pt>
                <c:pt idx="1501">
                  <c:v>76.090675000000005</c:v>
                </c:pt>
                <c:pt idx="1502">
                  <c:v>76.063132999999993</c:v>
                </c:pt>
                <c:pt idx="1503">
                  <c:v>76.011657999999997</c:v>
                </c:pt>
                <c:pt idx="1504">
                  <c:v>75.950751999999994</c:v>
                </c:pt>
                <c:pt idx="1505">
                  <c:v>75.881598999999994</c:v>
                </c:pt>
                <c:pt idx="1506">
                  <c:v>75.782416999999995</c:v>
                </c:pt>
                <c:pt idx="1507">
                  <c:v>75.682998999999995</c:v>
                </c:pt>
                <c:pt idx="1508">
                  <c:v>75.602310000000003</c:v>
                </c:pt>
                <c:pt idx="1509">
                  <c:v>75.515488000000005</c:v>
                </c:pt>
                <c:pt idx="1510">
                  <c:v>75.425728000000007</c:v>
                </c:pt>
                <c:pt idx="1511">
                  <c:v>75.340141000000003</c:v>
                </c:pt>
                <c:pt idx="1512">
                  <c:v>75.252517999999995</c:v>
                </c:pt>
                <c:pt idx="1513">
                  <c:v>75.166420000000002</c:v>
                </c:pt>
                <c:pt idx="1514">
                  <c:v>75.062827999999996</c:v>
                </c:pt>
                <c:pt idx="1515">
                  <c:v>74.895583999999999</c:v>
                </c:pt>
                <c:pt idx="1516">
                  <c:v>74.694396999999995</c:v>
                </c:pt>
                <c:pt idx="1517">
                  <c:v>74.560310000000001</c:v>
                </c:pt>
                <c:pt idx="1518">
                  <c:v>74.477958999999998</c:v>
                </c:pt>
                <c:pt idx="1519">
                  <c:v>74.371077999999997</c:v>
                </c:pt>
                <c:pt idx="1520">
                  <c:v>74.232017999999997</c:v>
                </c:pt>
                <c:pt idx="1521">
                  <c:v>74.040474000000003</c:v>
                </c:pt>
                <c:pt idx="1522">
                  <c:v>73.824318000000005</c:v>
                </c:pt>
                <c:pt idx="1523">
                  <c:v>73.608795000000001</c:v>
                </c:pt>
                <c:pt idx="1524">
                  <c:v>73.347282000000007</c:v>
                </c:pt>
                <c:pt idx="1525">
                  <c:v>73.090964999999997</c:v>
                </c:pt>
                <c:pt idx="1526">
                  <c:v>72.864761000000001</c:v>
                </c:pt>
                <c:pt idx="1527">
                  <c:v>72.688744</c:v>
                </c:pt>
                <c:pt idx="1528">
                  <c:v>72.531013000000002</c:v>
                </c:pt>
                <c:pt idx="1529">
                  <c:v>72.284644999999998</c:v>
                </c:pt>
                <c:pt idx="1530">
                  <c:v>72.007835</c:v>
                </c:pt>
                <c:pt idx="1531">
                  <c:v>71.775695999999996</c:v>
                </c:pt>
                <c:pt idx="1532">
                  <c:v>71.679085000000001</c:v>
                </c:pt>
                <c:pt idx="1533">
                  <c:v>71.666801000000007</c:v>
                </c:pt>
                <c:pt idx="1534">
                  <c:v>71.710669999999993</c:v>
                </c:pt>
                <c:pt idx="1535">
                  <c:v>71.688079999999999</c:v>
                </c:pt>
                <c:pt idx="1536">
                  <c:v>71.595955000000004</c:v>
                </c:pt>
                <c:pt idx="1537">
                  <c:v>71.552504999999996</c:v>
                </c:pt>
                <c:pt idx="1538">
                  <c:v>71.539658000000003</c:v>
                </c:pt>
                <c:pt idx="1539">
                  <c:v>71.542786000000007</c:v>
                </c:pt>
                <c:pt idx="1540">
                  <c:v>71.537361000000004</c:v>
                </c:pt>
                <c:pt idx="1541">
                  <c:v>71.544883999999996</c:v>
                </c:pt>
                <c:pt idx="1542">
                  <c:v>71.435599999999994</c:v>
                </c:pt>
                <c:pt idx="1543">
                  <c:v>71.238288999999995</c:v>
                </c:pt>
                <c:pt idx="1544">
                  <c:v>71.085136000000006</c:v>
                </c:pt>
                <c:pt idx="1545">
                  <c:v>71.021889000000002</c:v>
                </c:pt>
                <c:pt idx="1546">
                  <c:v>71.038276999999994</c:v>
                </c:pt>
                <c:pt idx="1547">
                  <c:v>71.081787000000006</c:v>
                </c:pt>
                <c:pt idx="1548">
                  <c:v>71.193825000000004</c:v>
                </c:pt>
                <c:pt idx="1549">
                  <c:v>71.359673000000001</c:v>
                </c:pt>
                <c:pt idx="1550">
                  <c:v>71.507591000000005</c:v>
                </c:pt>
                <c:pt idx="1551">
                  <c:v>71.581603999999999</c:v>
                </c:pt>
                <c:pt idx="1552">
                  <c:v>71.560066000000006</c:v>
                </c:pt>
                <c:pt idx="1553">
                  <c:v>71.557914999999994</c:v>
                </c:pt>
                <c:pt idx="1554">
                  <c:v>71.558434000000005</c:v>
                </c:pt>
                <c:pt idx="1555">
                  <c:v>71.597763</c:v>
                </c:pt>
                <c:pt idx="1556">
                  <c:v>71.649826000000004</c:v>
                </c:pt>
                <c:pt idx="1557">
                  <c:v>71.708122000000003</c:v>
                </c:pt>
                <c:pt idx="1558">
                  <c:v>71.835883999999993</c:v>
                </c:pt>
                <c:pt idx="1559">
                  <c:v>71.982208</c:v>
                </c:pt>
                <c:pt idx="1560">
                  <c:v>72.122093000000007</c:v>
                </c:pt>
                <c:pt idx="1561">
                  <c:v>72.096794000000003</c:v>
                </c:pt>
                <c:pt idx="1562">
                  <c:v>72.020622000000003</c:v>
                </c:pt>
                <c:pt idx="1563">
                  <c:v>71.899299999999997</c:v>
                </c:pt>
                <c:pt idx="1564">
                  <c:v>71.887054000000006</c:v>
                </c:pt>
                <c:pt idx="1565">
                  <c:v>71.975853000000001</c:v>
                </c:pt>
                <c:pt idx="1566">
                  <c:v>72.194907999999998</c:v>
                </c:pt>
                <c:pt idx="1567">
                  <c:v>72.457756000000003</c:v>
                </c:pt>
                <c:pt idx="1568">
                  <c:v>72.726112000000001</c:v>
                </c:pt>
                <c:pt idx="1569">
                  <c:v>72.973083000000003</c:v>
                </c:pt>
                <c:pt idx="1570">
                  <c:v>73.264847000000003</c:v>
                </c:pt>
                <c:pt idx="1571">
                  <c:v>73.532379000000006</c:v>
                </c:pt>
                <c:pt idx="1572">
                  <c:v>73.764053000000004</c:v>
                </c:pt>
                <c:pt idx="1573">
                  <c:v>74.020797999999999</c:v>
                </c:pt>
                <c:pt idx="1574">
                  <c:v>74.256041999999994</c:v>
                </c:pt>
                <c:pt idx="1575">
                  <c:v>74.482795999999993</c:v>
                </c:pt>
                <c:pt idx="1576">
                  <c:v>74.693268000000003</c:v>
                </c:pt>
                <c:pt idx="1577">
                  <c:v>74.851906</c:v>
                </c:pt>
                <c:pt idx="1578">
                  <c:v>74.908134000000004</c:v>
                </c:pt>
                <c:pt idx="1579">
                  <c:v>74.875084000000001</c:v>
                </c:pt>
                <c:pt idx="1580">
                  <c:v>74.831856000000002</c:v>
                </c:pt>
                <c:pt idx="1581">
                  <c:v>74.814437999999996</c:v>
                </c:pt>
                <c:pt idx="1582">
                  <c:v>74.871917999999994</c:v>
                </c:pt>
                <c:pt idx="1583">
                  <c:v>74.993080000000006</c:v>
                </c:pt>
                <c:pt idx="1584">
                  <c:v>75.158264000000003</c:v>
                </c:pt>
                <c:pt idx="1585">
                  <c:v>75.297791000000004</c:v>
                </c:pt>
                <c:pt idx="1586">
                  <c:v>75.406540000000007</c:v>
                </c:pt>
                <c:pt idx="1587">
                  <c:v>75.481093999999999</c:v>
                </c:pt>
                <c:pt idx="1588">
                  <c:v>75.560974000000002</c:v>
                </c:pt>
                <c:pt idx="1589">
                  <c:v>75.580223000000004</c:v>
                </c:pt>
                <c:pt idx="1590">
                  <c:v>75.583702000000002</c:v>
                </c:pt>
                <c:pt idx="1591">
                  <c:v>75.562477000000001</c:v>
                </c:pt>
                <c:pt idx="1592">
                  <c:v>75.526154000000005</c:v>
                </c:pt>
                <c:pt idx="1593">
                  <c:v>75.517989999999998</c:v>
                </c:pt>
                <c:pt idx="1594">
                  <c:v>75.576210000000003</c:v>
                </c:pt>
                <c:pt idx="1595">
                  <c:v>75.608688000000001</c:v>
                </c:pt>
                <c:pt idx="1596">
                  <c:v>75.522255000000001</c:v>
                </c:pt>
                <c:pt idx="1597">
                  <c:v>75.429976999999994</c:v>
                </c:pt>
                <c:pt idx="1598">
                  <c:v>75.408271999999997</c:v>
                </c:pt>
                <c:pt idx="1599">
                  <c:v>75.422584999999998</c:v>
                </c:pt>
                <c:pt idx="1600">
                  <c:v>75.365166000000002</c:v>
                </c:pt>
                <c:pt idx="1601">
                  <c:v>75.196899000000002</c:v>
                </c:pt>
                <c:pt idx="1602">
                  <c:v>74.982140000000001</c:v>
                </c:pt>
                <c:pt idx="1603">
                  <c:v>74.741202999999999</c:v>
                </c:pt>
                <c:pt idx="1604">
                  <c:v>74.494834999999995</c:v>
                </c:pt>
                <c:pt idx="1605">
                  <c:v>74.221878000000004</c:v>
                </c:pt>
                <c:pt idx="1606">
                  <c:v>73.949691999999999</c:v>
                </c:pt>
                <c:pt idx="1607">
                  <c:v>73.673584000000005</c:v>
                </c:pt>
                <c:pt idx="1608">
                  <c:v>73.455055000000002</c:v>
                </c:pt>
                <c:pt idx="1609">
                  <c:v>73.235091999999995</c:v>
                </c:pt>
                <c:pt idx="1610">
                  <c:v>73.236052999999998</c:v>
                </c:pt>
                <c:pt idx="1611">
                  <c:v>73.291809000000001</c:v>
                </c:pt>
                <c:pt idx="1612">
                  <c:v>73.355164000000002</c:v>
                </c:pt>
                <c:pt idx="1613">
                  <c:v>73.468376000000006</c:v>
                </c:pt>
                <c:pt idx="1614">
                  <c:v>73.627846000000005</c:v>
                </c:pt>
                <c:pt idx="1615">
                  <c:v>73.788764999999998</c:v>
                </c:pt>
                <c:pt idx="1616">
                  <c:v>73.932060000000007</c:v>
                </c:pt>
                <c:pt idx="1617">
                  <c:v>74.021811999999997</c:v>
                </c:pt>
                <c:pt idx="1618">
                  <c:v>74.052605</c:v>
                </c:pt>
                <c:pt idx="1619">
                  <c:v>74.024169999999998</c:v>
                </c:pt>
                <c:pt idx="1620">
                  <c:v>73.952538000000004</c:v>
                </c:pt>
                <c:pt idx="1621">
                  <c:v>73.904456999999994</c:v>
                </c:pt>
                <c:pt idx="1622">
                  <c:v>73.858863999999997</c:v>
                </c:pt>
                <c:pt idx="1623">
                  <c:v>73.831138999999993</c:v>
                </c:pt>
                <c:pt idx="1624">
                  <c:v>73.868172000000001</c:v>
                </c:pt>
                <c:pt idx="1625">
                  <c:v>73.971335999999994</c:v>
                </c:pt>
                <c:pt idx="1626">
                  <c:v>74.107849000000002</c:v>
                </c:pt>
                <c:pt idx="1627">
                  <c:v>74.253112999999999</c:v>
                </c:pt>
                <c:pt idx="1628">
                  <c:v>74.343047999999996</c:v>
                </c:pt>
                <c:pt idx="1629">
                  <c:v>74.377769000000001</c:v>
                </c:pt>
                <c:pt idx="1630">
                  <c:v>74.397705000000002</c:v>
                </c:pt>
                <c:pt idx="1631">
                  <c:v>74.439094999999995</c:v>
                </c:pt>
                <c:pt idx="1632">
                  <c:v>74.475387999999995</c:v>
                </c:pt>
                <c:pt idx="1633">
                  <c:v>74.569618000000006</c:v>
                </c:pt>
                <c:pt idx="1634">
                  <c:v>74.736496000000002</c:v>
                </c:pt>
                <c:pt idx="1635">
                  <c:v>74.947609</c:v>
                </c:pt>
                <c:pt idx="1636">
                  <c:v>75.192993000000001</c:v>
                </c:pt>
                <c:pt idx="1637">
                  <c:v>75.455298999999997</c:v>
                </c:pt>
                <c:pt idx="1638">
                  <c:v>75.704773000000003</c:v>
                </c:pt>
                <c:pt idx="1639">
                  <c:v>75.929985000000002</c:v>
                </c:pt>
                <c:pt idx="1640">
                  <c:v>76.149803000000006</c:v>
                </c:pt>
                <c:pt idx="1641">
                  <c:v>76.390900000000002</c:v>
                </c:pt>
                <c:pt idx="1642">
                  <c:v>76.589813000000007</c:v>
                </c:pt>
                <c:pt idx="1643">
                  <c:v>76.765174999999999</c:v>
                </c:pt>
                <c:pt idx="1644">
                  <c:v>76.907745000000006</c:v>
                </c:pt>
                <c:pt idx="1645">
                  <c:v>77.010093999999995</c:v>
                </c:pt>
                <c:pt idx="1646">
                  <c:v>77.072327000000001</c:v>
                </c:pt>
                <c:pt idx="1647">
                  <c:v>77.083275</c:v>
                </c:pt>
                <c:pt idx="1648">
                  <c:v>77.019997000000004</c:v>
                </c:pt>
                <c:pt idx="1649">
                  <c:v>76.892432999999997</c:v>
                </c:pt>
                <c:pt idx="1650">
                  <c:v>76.764458000000005</c:v>
                </c:pt>
                <c:pt idx="1651">
                  <c:v>76.657722000000007</c:v>
                </c:pt>
                <c:pt idx="1652">
                  <c:v>76.531868000000003</c:v>
                </c:pt>
                <c:pt idx="1653">
                  <c:v>76.363487000000006</c:v>
                </c:pt>
                <c:pt idx="1654">
                  <c:v>76.235764000000003</c:v>
                </c:pt>
                <c:pt idx="1655">
                  <c:v>76.18486</c:v>
                </c:pt>
                <c:pt idx="1656">
                  <c:v>76.224082999999993</c:v>
                </c:pt>
                <c:pt idx="1657">
                  <c:v>76.328879999999998</c:v>
                </c:pt>
                <c:pt idx="1658">
                  <c:v>76.425353999999999</c:v>
                </c:pt>
                <c:pt idx="1659">
                  <c:v>76.471748000000005</c:v>
                </c:pt>
                <c:pt idx="1660">
                  <c:v>76.511322000000007</c:v>
                </c:pt>
                <c:pt idx="1661">
                  <c:v>76.517036000000004</c:v>
                </c:pt>
                <c:pt idx="1662">
                  <c:v>76.504990000000006</c:v>
                </c:pt>
                <c:pt idx="1663">
                  <c:v>76.512016000000003</c:v>
                </c:pt>
                <c:pt idx="1664">
                  <c:v>76.559273000000005</c:v>
                </c:pt>
                <c:pt idx="1665">
                  <c:v>76.686897000000002</c:v>
                </c:pt>
                <c:pt idx="1666">
                  <c:v>76.847374000000002</c:v>
                </c:pt>
                <c:pt idx="1667">
                  <c:v>77.020004</c:v>
                </c:pt>
                <c:pt idx="1668">
                  <c:v>77.161361999999997</c:v>
                </c:pt>
                <c:pt idx="1669">
                  <c:v>77.288437000000002</c:v>
                </c:pt>
                <c:pt idx="1670">
                  <c:v>77.424187000000003</c:v>
                </c:pt>
                <c:pt idx="1671">
                  <c:v>77.573707999999996</c:v>
                </c:pt>
                <c:pt idx="1672">
                  <c:v>77.895103000000006</c:v>
                </c:pt>
                <c:pt idx="1673">
                  <c:v>78.364593999999997</c:v>
                </c:pt>
                <c:pt idx="1674">
                  <c:v>78.780395999999996</c:v>
                </c:pt>
                <c:pt idx="1675">
                  <c:v>79.132782000000006</c:v>
                </c:pt>
                <c:pt idx="1676">
                  <c:v>79.429535000000001</c:v>
                </c:pt>
                <c:pt idx="1677">
                  <c:v>79.671447999999998</c:v>
                </c:pt>
                <c:pt idx="1678">
                  <c:v>79.844215000000005</c:v>
                </c:pt>
                <c:pt idx="1679">
                  <c:v>80.006737000000001</c:v>
                </c:pt>
                <c:pt idx="1680">
                  <c:v>80.132637000000003</c:v>
                </c:pt>
                <c:pt idx="1681">
                  <c:v>80.141791999999995</c:v>
                </c:pt>
                <c:pt idx="1682">
                  <c:v>80.118934999999993</c:v>
                </c:pt>
                <c:pt idx="1683">
                  <c:v>80.031257999999994</c:v>
                </c:pt>
                <c:pt idx="1684">
                  <c:v>79.873733999999999</c:v>
                </c:pt>
                <c:pt idx="1685">
                  <c:v>79.659721000000005</c:v>
                </c:pt>
                <c:pt idx="1686">
                  <c:v>79.360634000000005</c:v>
                </c:pt>
                <c:pt idx="1687">
                  <c:v>78.948166000000001</c:v>
                </c:pt>
                <c:pt idx="1688">
                  <c:v>78.453063999999998</c:v>
                </c:pt>
                <c:pt idx="1689">
                  <c:v>77.991271999999995</c:v>
                </c:pt>
                <c:pt idx="1690">
                  <c:v>77.637962000000002</c:v>
                </c:pt>
                <c:pt idx="1691">
                  <c:v>77.443252999999999</c:v>
                </c:pt>
                <c:pt idx="1692">
                  <c:v>77.394135000000006</c:v>
                </c:pt>
                <c:pt idx="1693">
                  <c:v>77.475173999999996</c:v>
                </c:pt>
                <c:pt idx="1694">
                  <c:v>77.587981999999997</c:v>
                </c:pt>
                <c:pt idx="1695">
                  <c:v>77.663466999999997</c:v>
                </c:pt>
                <c:pt idx="1696">
                  <c:v>77.785324000000003</c:v>
                </c:pt>
                <c:pt idx="1697">
                  <c:v>77.870445000000004</c:v>
                </c:pt>
                <c:pt idx="1698">
                  <c:v>77.891777000000005</c:v>
                </c:pt>
                <c:pt idx="1699">
                  <c:v>76.285422999999994</c:v>
                </c:pt>
                <c:pt idx="1700">
                  <c:v>75.929077000000007</c:v>
                </c:pt>
                <c:pt idx="1701">
                  <c:v>75.961014000000006</c:v>
                </c:pt>
                <c:pt idx="1702">
                  <c:v>76.242019999999997</c:v>
                </c:pt>
                <c:pt idx="1703">
                  <c:v>76.657578000000001</c:v>
                </c:pt>
                <c:pt idx="1704">
                  <c:v>77.121994000000001</c:v>
                </c:pt>
                <c:pt idx="1705">
                  <c:v>77.578636000000003</c:v>
                </c:pt>
                <c:pt idx="1706">
                  <c:v>77.984832999999995</c:v>
                </c:pt>
                <c:pt idx="1707">
                  <c:v>78.509108999999995</c:v>
                </c:pt>
                <c:pt idx="1708">
                  <c:v>79.090508</c:v>
                </c:pt>
                <c:pt idx="1709">
                  <c:v>79.762421000000003</c:v>
                </c:pt>
                <c:pt idx="1710">
                  <c:v>80.438522000000006</c:v>
                </c:pt>
                <c:pt idx="1711">
                  <c:v>81.087256999999994</c:v>
                </c:pt>
                <c:pt idx="1712">
                  <c:v>81.632202000000007</c:v>
                </c:pt>
                <c:pt idx="1713">
                  <c:v>82.051636000000002</c:v>
                </c:pt>
                <c:pt idx="1714">
                  <c:v>82.256568999999999</c:v>
                </c:pt>
                <c:pt idx="1715">
                  <c:v>82.284119000000004</c:v>
                </c:pt>
                <c:pt idx="1716">
                  <c:v>82.212317999999996</c:v>
                </c:pt>
                <c:pt idx="1717">
                  <c:v>82.126518000000004</c:v>
                </c:pt>
                <c:pt idx="1718">
                  <c:v>82.058127999999996</c:v>
                </c:pt>
                <c:pt idx="1719">
                  <c:v>82.025268999999994</c:v>
                </c:pt>
                <c:pt idx="1720">
                  <c:v>82.085509999999999</c:v>
                </c:pt>
                <c:pt idx="1721">
                  <c:v>82.179610999999994</c:v>
                </c:pt>
                <c:pt idx="1722">
                  <c:v>82.246787999999995</c:v>
                </c:pt>
                <c:pt idx="1723">
                  <c:v>82.282607999999996</c:v>
                </c:pt>
                <c:pt idx="1724">
                  <c:v>82.368233000000004</c:v>
                </c:pt>
                <c:pt idx="1725">
                  <c:v>82.563850000000002</c:v>
                </c:pt>
                <c:pt idx="1726">
                  <c:v>82.896018999999995</c:v>
                </c:pt>
                <c:pt idx="1727">
                  <c:v>83.302161999999996</c:v>
                </c:pt>
                <c:pt idx="1728">
                  <c:v>83.677170000000004</c:v>
                </c:pt>
                <c:pt idx="1729">
                  <c:v>83.983153999999999</c:v>
                </c:pt>
                <c:pt idx="1730">
                  <c:v>84.183693000000005</c:v>
                </c:pt>
                <c:pt idx="1731">
                  <c:v>84.298691000000005</c:v>
                </c:pt>
                <c:pt idx="1732">
                  <c:v>84.379493999999994</c:v>
                </c:pt>
                <c:pt idx="1733">
                  <c:v>84.455680999999998</c:v>
                </c:pt>
                <c:pt idx="1734">
                  <c:v>84.523499000000001</c:v>
                </c:pt>
                <c:pt idx="1735">
                  <c:v>84.614861000000005</c:v>
                </c:pt>
                <c:pt idx="1736">
                  <c:v>84.721962000000005</c:v>
                </c:pt>
                <c:pt idx="1737">
                  <c:v>84.845473999999996</c:v>
                </c:pt>
                <c:pt idx="1738">
                  <c:v>84.973534000000001</c:v>
                </c:pt>
                <c:pt idx="1739">
                  <c:v>85.129165999999998</c:v>
                </c:pt>
                <c:pt idx="1740">
                  <c:v>85.238106000000002</c:v>
                </c:pt>
                <c:pt idx="1741">
                  <c:v>85.247130999999996</c:v>
                </c:pt>
                <c:pt idx="1742">
                  <c:v>85.165642000000005</c:v>
                </c:pt>
                <c:pt idx="1743">
                  <c:v>85.023009999999999</c:v>
                </c:pt>
                <c:pt idx="1744">
                  <c:v>84.848472999999998</c:v>
                </c:pt>
                <c:pt idx="1745">
                  <c:v>84.723716999999994</c:v>
                </c:pt>
                <c:pt idx="1746">
                  <c:v>84.678489999999996</c:v>
                </c:pt>
                <c:pt idx="1747">
                  <c:v>84.680954</c:v>
                </c:pt>
                <c:pt idx="1748">
                  <c:v>84.675888</c:v>
                </c:pt>
                <c:pt idx="1749">
                  <c:v>84.665192000000005</c:v>
                </c:pt>
                <c:pt idx="1750">
                  <c:v>84.654167000000001</c:v>
                </c:pt>
                <c:pt idx="1751">
                  <c:v>84.638572999999994</c:v>
                </c:pt>
                <c:pt idx="1752">
                  <c:v>84.582947000000004</c:v>
                </c:pt>
                <c:pt idx="1753">
                  <c:v>84.526649000000006</c:v>
                </c:pt>
                <c:pt idx="1754">
                  <c:v>84.477942999999996</c:v>
                </c:pt>
                <c:pt idx="1755">
                  <c:v>84.417679000000007</c:v>
                </c:pt>
                <c:pt idx="1756">
                  <c:v>84.304321000000002</c:v>
                </c:pt>
                <c:pt idx="1757">
                  <c:v>84.125679000000005</c:v>
                </c:pt>
                <c:pt idx="1758">
                  <c:v>83.908195000000006</c:v>
                </c:pt>
                <c:pt idx="1759">
                  <c:v>83.653312999999997</c:v>
                </c:pt>
                <c:pt idx="1760">
                  <c:v>83.412643000000003</c:v>
                </c:pt>
                <c:pt idx="1761">
                  <c:v>83.268394000000001</c:v>
                </c:pt>
                <c:pt idx="1762">
                  <c:v>83.236259000000004</c:v>
                </c:pt>
                <c:pt idx="1763">
                  <c:v>83.236618000000007</c:v>
                </c:pt>
                <c:pt idx="1764">
                  <c:v>83.201301999999998</c:v>
                </c:pt>
                <c:pt idx="1765">
                  <c:v>83.194076999999993</c:v>
                </c:pt>
                <c:pt idx="1766">
                  <c:v>83.185126999999994</c:v>
                </c:pt>
                <c:pt idx="1767">
                  <c:v>83.114615999999998</c:v>
                </c:pt>
                <c:pt idx="1768">
                  <c:v>82.935951000000003</c:v>
                </c:pt>
                <c:pt idx="1769">
                  <c:v>82.755356000000006</c:v>
                </c:pt>
                <c:pt idx="1770">
                  <c:v>82.574462999999994</c:v>
                </c:pt>
                <c:pt idx="1771">
                  <c:v>82.353615000000005</c:v>
                </c:pt>
                <c:pt idx="1772">
                  <c:v>82.175681999999995</c:v>
                </c:pt>
                <c:pt idx="1773">
                  <c:v>81.995322999999999</c:v>
                </c:pt>
                <c:pt idx="1774">
                  <c:v>81.776122999999998</c:v>
                </c:pt>
                <c:pt idx="1775">
                  <c:v>81.588783000000006</c:v>
                </c:pt>
                <c:pt idx="1776">
                  <c:v>81.457260000000005</c:v>
                </c:pt>
                <c:pt idx="1777">
                  <c:v>81.330260999999993</c:v>
                </c:pt>
                <c:pt idx="1778">
                  <c:v>81.221474000000001</c:v>
                </c:pt>
                <c:pt idx="1779">
                  <c:v>81.202194000000006</c:v>
                </c:pt>
                <c:pt idx="1780">
                  <c:v>81.238547999999994</c:v>
                </c:pt>
                <c:pt idx="1781">
                  <c:v>81.233345</c:v>
                </c:pt>
                <c:pt idx="1782">
                  <c:v>81.166183000000004</c:v>
                </c:pt>
                <c:pt idx="1783">
                  <c:v>81.062325000000001</c:v>
                </c:pt>
                <c:pt idx="1784">
                  <c:v>80.966797</c:v>
                </c:pt>
                <c:pt idx="1785">
                  <c:v>80.844932999999997</c:v>
                </c:pt>
                <c:pt idx="1786">
                  <c:v>80.659401000000003</c:v>
                </c:pt>
                <c:pt idx="1787">
                  <c:v>80.413833999999994</c:v>
                </c:pt>
                <c:pt idx="1788">
                  <c:v>80.166763000000003</c:v>
                </c:pt>
                <c:pt idx="1789">
                  <c:v>80.049919000000003</c:v>
                </c:pt>
                <c:pt idx="1790">
                  <c:v>80.056777999999994</c:v>
                </c:pt>
                <c:pt idx="1791">
                  <c:v>80.108306999999996</c:v>
                </c:pt>
                <c:pt idx="1792">
                  <c:v>80.162559999999999</c:v>
                </c:pt>
                <c:pt idx="1793">
                  <c:v>80.107239000000007</c:v>
                </c:pt>
                <c:pt idx="1794">
                  <c:v>79.983040000000003</c:v>
                </c:pt>
                <c:pt idx="1795">
                  <c:v>79.901534999999996</c:v>
                </c:pt>
                <c:pt idx="1796">
                  <c:v>79.789344999999997</c:v>
                </c:pt>
                <c:pt idx="1797">
                  <c:v>79.582199000000003</c:v>
                </c:pt>
                <c:pt idx="1798">
                  <c:v>79.352562000000006</c:v>
                </c:pt>
                <c:pt idx="1799">
                  <c:v>79.195908000000003</c:v>
                </c:pt>
                <c:pt idx="1800">
                  <c:v>79.132523000000006</c:v>
                </c:pt>
                <c:pt idx="1801">
                  <c:v>79.137352000000007</c:v>
                </c:pt>
                <c:pt idx="1802">
                  <c:v>79.187049999999999</c:v>
                </c:pt>
                <c:pt idx="1803">
                  <c:v>79.294150999999999</c:v>
                </c:pt>
                <c:pt idx="1804">
                  <c:v>79.505111999999997</c:v>
                </c:pt>
                <c:pt idx="1805">
                  <c:v>79.737480000000005</c:v>
                </c:pt>
                <c:pt idx="1806">
                  <c:v>79.942749000000006</c:v>
                </c:pt>
                <c:pt idx="1807">
                  <c:v>80.081017000000003</c:v>
                </c:pt>
                <c:pt idx="1808">
                  <c:v>80.192672999999999</c:v>
                </c:pt>
                <c:pt idx="1809">
                  <c:v>80.22287</c:v>
                </c:pt>
                <c:pt idx="1810">
                  <c:v>80.222649000000004</c:v>
                </c:pt>
                <c:pt idx="1811">
                  <c:v>80.253685000000004</c:v>
                </c:pt>
                <c:pt idx="1812">
                  <c:v>80.398208999999994</c:v>
                </c:pt>
                <c:pt idx="1813">
                  <c:v>80.517196999999996</c:v>
                </c:pt>
                <c:pt idx="1814">
                  <c:v>80.432602000000003</c:v>
                </c:pt>
                <c:pt idx="1815">
                  <c:v>80.124511999999996</c:v>
                </c:pt>
                <c:pt idx="1816">
                  <c:v>79.663573999999997</c:v>
                </c:pt>
                <c:pt idx="1817">
                  <c:v>79.106171000000003</c:v>
                </c:pt>
                <c:pt idx="1818">
                  <c:v>78.586501999999996</c:v>
                </c:pt>
                <c:pt idx="1819">
                  <c:v>78.104904000000005</c:v>
                </c:pt>
                <c:pt idx="1820">
                  <c:v>77.592444999999998</c:v>
                </c:pt>
                <c:pt idx="1821">
                  <c:v>77.225029000000006</c:v>
                </c:pt>
                <c:pt idx="1822">
                  <c:v>76.929192</c:v>
                </c:pt>
                <c:pt idx="1823">
                  <c:v>76.742355000000003</c:v>
                </c:pt>
                <c:pt idx="1824">
                  <c:v>76.618758999999997</c:v>
                </c:pt>
                <c:pt idx="1825">
                  <c:v>76.548018999999996</c:v>
                </c:pt>
                <c:pt idx="1826">
                  <c:v>76.634299999999996</c:v>
                </c:pt>
                <c:pt idx="1827">
                  <c:v>76.675246999999999</c:v>
                </c:pt>
                <c:pt idx="1828">
                  <c:v>76.690269000000001</c:v>
                </c:pt>
                <c:pt idx="1829">
                  <c:v>76.782195999999999</c:v>
                </c:pt>
                <c:pt idx="1830">
                  <c:v>76.848563999999996</c:v>
                </c:pt>
                <c:pt idx="1831">
                  <c:v>76.979675</c:v>
                </c:pt>
                <c:pt idx="1832">
                  <c:v>77.173195000000007</c:v>
                </c:pt>
                <c:pt idx="1833">
                  <c:v>77.445374000000001</c:v>
                </c:pt>
                <c:pt idx="1834">
                  <c:v>77.731018000000006</c:v>
                </c:pt>
                <c:pt idx="1835">
                  <c:v>77.967262000000005</c:v>
                </c:pt>
                <c:pt idx="1836">
                  <c:v>78.159698000000006</c:v>
                </c:pt>
                <c:pt idx="1837">
                  <c:v>78.354370000000003</c:v>
                </c:pt>
                <c:pt idx="1838">
                  <c:v>78.576072999999994</c:v>
                </c:pt>
                <c:pt idx="1839">
                  <c:v>78.785895999999994</c:v>
                </c:pt>
                <c:pt idx="1840">
                  <c:v>78.943793999999997</c:v>
                </c:pt>
                <c:pt idx="1841">
                  <c:v>79.058127999999996</c:v>
                </c:pt>
                <c:pt idx="1842">
                  <c:v>79.152755999999997</c:v>
                </c:pt>
                <c:pt idx="1843">
                  <c:v>79.229957999999996</c:v>
                </c:pt>
                <c:pt idx="1844">
                  <c:v>79.295235000000005</c:v>
                </c:pt>
                <c:pt idx="1845">
                  <c:v>79.418373000000003</c:v>
                </c:pt>
                <c:pt idx="1846">
                  <c:v>79.633651999999998</c:v>
                </c:pt>
                <c:pt idx="1847">
                  <c:v>79.939734999999999</c:v>
                </c:pt>
                <c:pt idx="1848">
                  <c:v>80.315124999999995</c:v>
                </c:pt>
                <c:pt idx="1849">
                  <c:v>80.732703999999998</c:v>
                </c:pt>
                <c:pt idx="1850">
                  <c:v>81.147757999999996</c:v>
                </c:pt>
                <c:pt idx="1851">
                  <c:v>81.521172000000007</c:v>
                </c:pt>
                <c:pt idx="1852">
                  <c:v>81.809662000000003</c:v>
                </c:pt>
                <c:pt idx="1853">
                  <c:v>81.921538999999996</c:v>
                </c:pt>
                <c:pt idx="1854">
                  <c:v>81.848572000000004</c:v>
                </c:pt>
                <c:pt idx="1855">
                  <c:v>81.661568000000003</c:v>
                </c:pt>
                <c:pt idx="1856">
                  <c:v>81.406822000000005</c:v>
                </c:pt>
                <c:pt idx="1857">
                  <c:v>81.148787999999996</c:v>
                </c:pt>
                <c:pt idx="1858">
                  <c:v>80.956940000000003</c:v>
                </c:pt>
                <c:pt idx="1859">
                  <c:v>80.923889000000003</c:v>
                </c:pt>
                <c:pt idx="1860">
                  <c:v>81.039803000000006</c:v>
                </c:pt>
                <c:pt idx="1861">
                  <c:v>81.224959999999996</c:v>
                </c:pt>
                <c:pt idx="1862">
                  <c:v>81.466758999999996</c:v>
                </c:pt>
                <c:pt idx="1863">
                  <c:v>81.738349999999997</c:v>
                </c:pt>
                <c:pt idx="1864">
                  <c:v>81.921890000000005</c:v>
                </c:pt>
                <c:pt idx="1865">
                  <c:v>81.965903999999995</c:v>
                </c:pt>
                <c:pt idx="1866">
                  <c:v>81.394951000000006</c:v>
                </c:pt>
                <c:pt idx="1867">
                  <c:v>81.067841000000001</c:v>
                </c:pt>
                <c:pt idx="1868">
                  <c:v>80.852233999999996</c:v>
                </c:pt>
                <c:pt idx="1869">
                  <c:v>80.685173000000006</c:v>
                </c:pt>
                <c:pt idx="1870">
                  <c:v>80.580177000000006</c:v>
                </c:pt>
                <c:pt idx="1871">
                  <c:v>80.477080999999998</c:v>
                </c:pt>
                <c:pt idx="1872">
                  <c:v>80.294891000000007</c:v>
                </c:pt>
                <c:pt idx="1873">
                  <c:v>80.020126000000005</c:v>
                </c:pt>
                <c:pt idx="1874">
                  <c:v>79.673446999999996</c:v>
                </c:pt>
                <c:pt idx="1875">
                  <c:v>79.348815999999999</c:v>
                </c:pt>
                <c:pt idx="1876">
                  <c:v>79.046599999999998</c:v>
                </c:pt>
                <c:pt idx="1877">
                  <c:v>78.787307999999996</c:v>
                </c:pt>
                <c:pt idx="1878">
                  <c:v>78.562286</c:v>
                </c:pt>
                <c:pt idx="1879">
                  <c:v>78.418243000000004</c:v>
                </c:pt>
                <c:pt idx="1880">
                  <c:v>78.342292999999998</c:v>
                </c:pt>
                <c:pt idx="1881">
                  <c:v>78.250709999999998</c:v>
                </c:pt>
                <c:pt idx="1882">
                  <c:v>78.168998999999999</c:v>
                </c:pt>
                <c:pt idx="1883">
                  <c:v>78.101410000000001</c:v>
                </c:pt>
                <c:pt idx="1884">
                  <c:v>78.128494000000003</c:v>
                </c:pt>
                <c:pt idx="1885">
                  <c:v>78.208068999999995</c:v>
                </c:pt>
                <c:pt idx="1886">
                  <c:v>78.316886999999994</c:v>
                </c:pt>
                <c:pt idx="1887">
                  <c:v>78.485016000000002</c:v>
                </c:pt>
                <c:pt idx="1888">
                  <c:v>78.747459000000006</c:v>
                </c:pt>
                <c:pt idx="1889">
                  <c:v>79.051247000000004</c:v>
                </c:pt>
                <c:pt idx="1890">
                  <c:v>79.329384000000005</c:v>
                </c:pt>
                <c:pt idx="1891">
                  <c:v>79.488556000000003</c:v>
                </c:pt>
                <c:pt idx="1892">
                  <c:v>79.461951999999997</c:v>
                </c:pt>
                <c:pt idx="1893">
                  <c:v>79.391846000000001</c:v>
                </c:pt>
                <c:pt idx="1894">
                  <c:v>79.339438999999999</c:v>
                </c:pt>
                <c:pt idx="1895">
                  <c:v>79.319595000000007</c:v>
                </c:pt>
                <c:pt idx="1896">
                  <c:v>79.305655999999999</c:v>
                </c:pt>
                <c:pt idx="1897">
                  <c:v>79.321556000000001</c:v>
                </c:pt>
                <c:pt idx="1898">
                  <c:v>79.363724000000005</c:v>
                </c:pt>
                <c:pt idx="1899">
                  <c:v>79.457886000000002</c:v>
                </c:pt>
                <c:pt idx="1900">
                  <c:v>79.652275000000003</c:v>
                </c:pt>
                <c:pt idx="1901">
                  <c:v>79.941794999999999</c:v>
                </c:pt>
                <c:pt idx="1902">
                  <c:v>80.324592999999993</c:v>
                </c:pt>
                <c:pt idx="1903">
                  <c:v>80.716392999999997</c:v>
                </c:pt>
                <c:pt idx="1904">
                  <c:v>81.066260999999997</c:v>
                </c:pt>
                <c:pt idx="1905">
                  <c:v>81.360106999999999</c:v>
                </c:pt>
                <c:pt idx="1906">
                  <c:v>81.614624000000006</c:v>
                </c:pt>
                <c:pt idx="1907">
                  <c:v>81.830566000000005</c:v>
                </c:pt>
                <c:pt idx="1908">
                  <c:v>82.010688999999999</c:v>
                </c:pt>
                <c:pt idx="1909">
                  <c:v>82.166961999999998</c:v>
                </c:pt>
                <c:pt idx="1910">
                  <c:v>82.307937999999993</c:v>
                </c:pt>
                <c:pt idx="1911">
                  <c:v>82.436508000000003</c:v>
                </c:pt>
                <c:pt idx="1912">
                  <c:v>82.535065000000003</c:v>
                </c:pt>
                <c:pt idx="1913">
                  <c:v>82.593361000000002</c:v>
                </c:pt>
                <c:pt idx="1914">
                  <c:v>82.574860000000001</c:v>
                </c:pt>
                <c:pt idx="1915">
                  <c:v>82.468863999999996</c:v>
                </c:pt>
                <c:pt idx="1916">
                  <c:v>82.361389000000003</c:v>
                </c:pt>
                <c:pt idx="1917">
                  <c:v>82.274780000000007</c:v>
                </c:pt>
                <c:pt idx="1918">
                  <c:v>82.221466000000007</c:v>
                </c:pt>
                <c:pt idx="1919">
                  <c:v>82.195396000000002</c:v>
                </c:pt>
                <c:pt idx="1920">
                  <c:v>82.195121999999998</c:v>
                </c:pt>
                <c:pt idx="1921">
                  <c:v>82.198265000000006</c:v>
                </c:pt>
                <c:pt idx="1922">
                  <c:v>82.140381000000005</c:v>
                </c:pt>
                <c:pt idx="1923">
                  <c:v>82.089523</c:v>
                </c:pt>
                <c:pt idx="1924">
                  <c:v>82.078093999999993</c:v>
                </c:pt>
                <c:pt idx="1925">
                  <c:v>82.083838999999998</c:v>
                </c:pt>
                <c:pt idx="1926">
                  <c:v>82.08905</c:v>
                </c:pt>
                <c:pt idx="1927">
                  <c:v>82.097724999999997</c:v>
                </c:pt>
                <c:pt idx="1928">
                  <c:v>82.110725000000002</c:v>
                </c:pt>
                <c:pt idx="1929">
                  <c:v>82.114379999999997</c:v>
                </c:pt>
                <c:pt idx="1930">
                  <c:v>82.056693999999993</c:v>
                </c:pt>
                <c:pt idx="1931">
                  <c:v>81.939430000000002</c:v>
                </c:pt>
                <c:pt idx="1932">
                  <c:v>81.790237000000005</c:v>
                </c:pt>
                <c:pt idx="1933">
                  <c:v>81.553482000000002</c:v>
                </c:pt>
                <c:pt idx="1934">
                  <c:v>81.181670999999994</c:v>
                </c:pt>
                <c:pt idx="1935">
                  <c:v>80.808441000000002</c:v>
                </c:pt>
                <c:pt idx="1936">
                  <c:v>80.503142999999994</c:v>
                </c:pt>
                <c:pt idx="1937">
                  <c:v>80.324425000000005</c:v>
                </c:pt>
                <c:pt idx="1938">
                  <c:v>80.229736000000003</c:v>
                </c:pt>
                <c:pt idx="1939">
                  <c:v>80.131432000000004</c:v>
                </c:pt>
                <c:pt idx="1940">
                  <c:v>80.003242</c:v>
                </c:pt>
                <c:pt idx="1941">
                  <c:v>79.846321000000003</c:v>
                </c:pt>
                <c:pt idx="1942">
                  <c:v>79.711005999999998</c:v>
                </c:pt>
                <c:pt idx="1943">
                  <c:v>79.597137000000004</c:v>
                </c:pt>
                <c:pt idx="1944">
                  <c:v>79.497726</c:v>
                </c:pt>
                <c:pt idx="1945">
                  <c:v>79.418944999999994</c:v>
                </c:pt>
                <c:pt idx="1946">
                  <c:v>79.425278000000006</c:v>
                </c:pt>
                <c:pt idx="1947">
                  <c:v>79.508369000000002</c:v>
                </c:pt>
                <c:pt idx="1948">
                  <c:v>79.596053999999995</c:v>
                </c:pt>
                <c:pt idx="1949">
                  <c:v>79.632980000000003</c:v>
                </c:pt>
                <c:pt idx="1950">
                  <c:v>79.637253000000001</c:v>
                </c:pt>
                <c:pt idx="1951">
                  <c:v>79.650017000000005</c:v>
                </c:pt>
                <c:pt idx="1952">
                  <c:v>79.649199999999993</c:v>
                </c:pt>
                <c:pt idx="1953">
                  <c:v>79.671470999999997</c:v>
                </c:pt>
                <c:pt idx="1954">
                  <c:v>79.746643000000006</c:v>
                </c:pt>
                <c:pt idx="1955">
                  <c:v>79.777823999999995</c:v>
                </c:pt>
                <c:pt idx="1956">
                  <c:v>79.750007999999994</c:v>
                </c:pt>
                <c:pt idx="1957">
                  <c:v>79.775672999999998</c:v>
                </c:pt>
                <c:pt idx="1958">
                  <c:v>79.836731</c:v>
                </c:pt>
                <c:pt idx="1959">
                  <c:v>79.921738000000005</c:v>
                </c:pt>
                <c:pt idx="1960">
                  <c:v>80.057509999999994</c:v>
                </c:pt>
                <c:pt idx="1961">
                  <c:v>80.180510999999996</c:v>
                </c:pt>
                <c:pt idx="1962">
                  <c:v>80.165321000000006</c:v>
                </c:pt>
                <c:pt idx="1963">
                  <c:v>80.044364999999999</c:v>
                </c:pt>
                <c:pt idx="1964">
                  <c:v>79.947952000000001</c:v>
                </c:pt>
                <c:pt idx="1965">
                  <c:v>79.883140999999995</c:v>
                </c:pt>
                <c:pt idx="1966">
                  <c:v>79.823402000000002</c:v>
                </c:pt>
                <c:pt idx="1967">
                  <c:v>79.795685000000006</c:v>
                </c:pt>
                <c:pt idx="1968">
                  <c:v>79.781563000000006</c:v>
                </c:pt>
                <c:pt idx="1969">
                  <c:v>79.796424999999999</c:v>
                </c:pt>
                <c:pt idx="1970">
                  <c:v>79.870841999999996</c:v>
                </c:pt>
                <c:pt idx="1971">
                  <c:v>80.012100000000004</c:v>
                </c:pt>
                <c:pt idx="1972">
                  <c:v>80.186240999999995</c:v>
                </c:pt>
                <c:pt idx="1973">
                  <c:v>80.394927999999993</c:v>
                </c:pt>
                <c:pt idx="1974">
                  <c:v>80.607108999999994</c:v>
                </c:pt>
                <c:pt idx="1975">
                  <c:v>80.747191999999998</c:v>
                </c:pt>
                <c:pt idx="1976">
                  <c:v>80.833893000000003</c:v>
                </c:pt>
                <c:pt idx="1977">
                  <c:v>80.915833000000006</c:v>
                </c:pt>
                <c:pt idx="1978">
                  <c:v>81.031684999999996</c:v>
                </c:pt>
                <c:pt idx="1979">
                  <c:v>81.035606000000001</c:v>
                </c:pt>
                <c:pt idx="1980">
                  <c:v>80.957413000000003</c:v>
                </c:pt>
                <c:pt idx="1981">
                  <c:v>80.859436000000002</c:v>
                </c:pt>
                <c:pt idx="1982">
                  <c:v>80.741386000000006</c:v>
                </c:pt>
                <c:pt idx="1983">
                  <c:v>80.624274999999997</c:v>
                </c:pt>
                <c:pt idx="1984">
                  <c:v>80.602042999999995</c:v>
                </c:pt>
                <c:pt idx="1985">
                  <c:v>80.697235000000006</c:v>
                </c:pt>
                <c:pt idx="1986">
                  <c:v>80.890929999999997</c:v>
                </c:pt>
                <c:pt idx="1987">
                  <c:v>81.157302999999999</c:v>
                </c:pt>
                <c:pt idx="1988">
                  <c:v>81.477622999999994</c:v>
                </c:pt>
                <c:pt idx="1989">
                  <c:v>81.845543000000006</c:v>
                </c:pt>
                <c:pt idx="1990">
                  <c:v>82.235564999999994</c:v>
                </c:pt>
                <c:pt idx="1991">
                  <c:v>82.589706000000007</c:v>
                </c:pt>
                <c:pt idx="1992">
                  <c:v>82.859886000000003</c:v>
                </c:pt>
                <c:pt idx="1993">
                  <c:v>83.062507999999994</c:v>
                </c:pt>
                <c:pt idx="1994">
                  <c:v>83.179749000000001</c:v>
                </c:pt>
                <c:pt idx="1995">
                  <c:v>83.201294000000004</c:v>
                </c:pt>
                <c:pt idx="1996">
                  <c:v>83.207274999999996</c:v>
                </c:pt>
                <c:pt idx="1997">
                  <c:v>83.253563</c:v>
                </c:pt>
                <c:pt idx="1998">
                  <c:v>83.357353000000003</c:v>
                </c:pt>
                <c:pt idx="1999">
                  <c:v>83.493576000000004</c:v>
                </c:pt>
                <c:pt idx="2000">
                  <c:v>83.604172000000005</c:v>
                </c:pt>
                <c:pt idx="2001">
                  <c:v>83.685173000000006</c:v>
                </c:pt>
                <c:pt idx="2002">
                  <c:v>83.733870999999994</c:v>
                </c:pt>
                <c:pt idx="2003">
                  <c:v>83.742050000000006</c:v>
                </c:pt>
                <c:pt idx="2004">
                  <c:v>83.720298999999997</c:v>
                </c:pt>
                <c:pt idx="2005">
                  <c:v>83.714179999999999</c:v>
                </c:pt>
                <c:pt idx="2006">
                  <c:v>83.708320999999998</c:v>
                </c:pt>
                <c:pt idx="2007">
                  <c:v>83.654182000000006</c:v>
                </c:pt>
                <c:pt idx="2008">
                  <c:v>83.560981999999996</c:v>
                </c:pt>
                <c:pt idx="2009">
                  <c:v>83.430037999999996</c:v>
                </c:pt>
                <c:pt idx="2010">
                  <c:v>83.263251999999994</c:v>
                </c:pt>
                <c:pt idx="2011">
                  <c:v>83.090262999999993</c:v>
                </c:pt>
                <c:pt idx="2012">
                  <c:v>82.919441000000006</c:v>
                </c:pt>
                <c:pt idx="2013">
                  <c:v>82.719070000000002</c:v>
                </c:pt>
                <c:pt idx="2014">
                  <c:v>82.517525000000006</c:v>
                </c:pt>
                <c:pt idx="2015">
                  <c:v>82.358970999999997</c:v>
                </c:pt>
                <c:pt idx="2016">
                  <c:v>82.197509999999994</c:v>
                </c:pt>
                <c:pt idx="2017">
                  <c:v>82.021736000000004</c:v>
                </c:pt>
                <c:pt idx="2018">
                  <c:v>81.859543000000002</c:v>
                </c:pt>
                <c:pt idx="2019">
                  <c:v>81.673935</c:v>
                </c:pt>
                <c:pt idx="2020">
                  <c:v>81.455658</c:v>
                </c:pt>
                <c:pt idx="2021">
                  <c:v>81.211212000000003</c:v>
                </c:pt>
                <c:pt idx="2022">
                  <c:v>80.947722999999996</c:v>
                </c:pt>
                <c:pt idx="2023">
                  <c:v>80.683586000000005</c:v>
                </c:pt>
                <c:pt idx="2024">
                  <c:v>80.431145000000001</c:v>
                </c:pt>
                <c:pt idx="2025">
                  <c:v>80.191108999999997</c:v>
                </c:pt>
                <c:pt idx="2026">
                  <c:v>80.001868999999999</c:v>
                </c:pt>
                <c:pt idx="2027">
                  <c:v>79.942154000000002</c:v>
                </c:pt>
                <c:pt idx="2028">
                  <c:v>79.994331000000003</c:v>
                </c:pt>
                <c:pt idx="2029">
                  <c:v>80.118590999999995</c:v>
                </c:pt>
                <c:pt idx="2030">
                  <c:v>80.305344000000005</c:v>
                </c:pt>
                <c:pt idx="2031">
                  <c:v>80.504340999999997</c:v>
                </c:pt>
                <c:pt idx="2032">
                  <c:v>80.697661999999994</c:v>
                </c:pt>
                <c:pt idx="2033">
                  <c:v>80.929992999999996</c:v>
                </c:pt>
                <c:pt idx="2034">
                  <c:v>81.194076999999993</c:v>
                </c:pt>
                <c:pt idx="2035">
                  <c:v>81.484298999999993</c:v>
                </c:pt>
                <c:pt idx="2036">
                  <c:v>81.759651000000005</c:v>
                </c:pt>
                <c:pt idx="2037">
                  <c:v>81.978645</c:v>
                </c:pt>
                <c:pt idx="2038">
                  <c:v>82.133728000000005</c:v>
                </c:pt>
                <c:pt idx="2039">
                  <c:v>82.250739999999993</c:v>
                </c:pt>
                <c:pt idx="2040">
                  <c:v>82.303550999999999</c:v>
                </c:pt>
                <c:pt idx="2041">
                  <c:v>82.308975000000004</c:v>
                </c:pt>
                <c:pt idx="2042">
                  <c:v>82.263679999999994</c:v>
                </c:pt>
                <c:pt idx="2043">
                  <c:v>82.203650999999994</c:v>
                </c:pt>
                <c:pt idx="2044">
                  <c:v>82.148491000000007</c:v>
                </c:pt>
                <c:pt idx="2045">
                  <c:v>82.068389999999994</c:v>
                </c:pt>
                <c:pt idx="2046">
                  <c:v>81.927436999999998</c:v>
                </c:pt>
                <c:pt idx="2047">
                  <c:v>81.731292999999994</c:v>
                </c:pt>
                <c:pt idx="2048">
                  <c:v>81.542793000000003</c:v>
                </c:pt>
                <c:pt idx="2049">
                  <c:v>81.400101000000006</c:v>
                </c:pt>
                <c:pt idx="2050">
                  <c:v>81.297225999999995</c:v>
                </c:pt>
                <c:pt idx="2051">
                  <c:v>81.202376999999998</c:v>
                </c:pt>
                <c:pt idx="2052">
                  <c:v>81.078216999999995</c:v>
                </c:pt>
                <c:pt idx="2053">
                  <c:v>80.928818000000007</c:v>
                </c:pt>
                <c:pt idx="2054">
                  <c:v>80.766570999999999</c:v>
                </c:pt>
                <c:pt idx="2055">
                  <c:v>80.601471000000004</c:v>
                </c:pt>
                <c:pt idx="2056">
                  <c:v>80.435958999999997</c:v>
                </c:pt>
                <c:pt idx="2057">
                  <c:v>80.310019999999994</c:v>
                </c:pt>
                <c:pt idx="2058">
                  <c:v>80.283462999999998</c:v>
                </c:pt>
                <c:pt idx="2059">
                  <c:v>80.357201000000003</c:v>
                </c:pt>
                <c:pt idx="2060">
                  <c:v>80.495979000000005</c:v>
                </c:pt>
                <c:pt idx="2061">
                  <c:v>80.652732999999998</c:v>
                </c:pt>
                <c:pt idx="2062">
                  <c:v>80.787436999999997</c:v>
                </c:pt>
                <c:pt idx="2063">
                  <c:v>80.859329000000002</c:v>
                </c:pt>
                <c:pt idx="2064">
                  <c:v>80.857039999999998</c:v>
                </c:pt>
                <c:pt idx="2065">
                  <c:v>80.812820000000002</c:v>
                </c:pt>
                <c:pt idx="2066">
                  <c:v>80.718879999999999</c:v>
                </c:pt>
                <c:pt idx="2067">
                  <c:v>80.594802999999999</c:v>
                </c:pt>
                <c:pt idx="2068">
                  <c:v>80.485748000000001</c:v>
                </c:pt>
                <c:pt idx="2069">
                  <c:v>80.383872999999994</c:v>
                </c:pt>
                <c:pt idx="2070">
                  <c:v>80.311133999999996</c:v>
                </c:pt>
                <c:pt idx="2071">
                  <c:v>80.262923999999998</c:v>
                </c:pt>
                <c:pt idx="2072">
                  <c:v>80.217315999999997</c:v>
                </c:pt>
                <c:pt idx="2073">
                  <c:v>80.184623999999999</c:v>
                </c:pt>
                <c:pt idx="2074">
                  <c:v>80.132796999999997</c:v>
                </c:pt>
                <c:pt idx="2075">
                  <c:v>80.043671000000003</c:v>
                </c:pt>
                <c:pt idx="2076">
                  <c:v>79.945114000000004</c:v>
                </c:pt>
                <c:pt idx="2077">
                  <c:v>79.850853000000001</c:v>
                </c:pt>
                <c:pt idx="2078">
                  <c:v>79.744918999999996</c:v>
                </c:pt>
                <c:pt idx="2079">
                  <c:v>79.623940000000005</c:v>
                </c:pt>
                <c:pt idx="2080">
                  <c:v>79.534476999999995</c:v>
                </c:pt>
                <c:pt idx="2081">
                  <c:v>79.459343000000004</c:v>
                </c:pt>
                <c:pt idx="2082">
                  <c:v>79.460166999999998</c:v>
                </c:pt>
                <c:pt idx="2083">
                  <c:v>79.509331000000003</c:v>
                </c:pt>
                <c:pt idx="2084">
                  <c:v>79.507812999999999</c:v>
                </c:pt>
                <c:pt idx="2085">
                  <c:v>79.466025999999999</c:v>
                </c:pt>
                <c:pt idx="2086">
                  <c:v>79.406897999999998</c:v>
                </c:pt>
                <c:pt idx="2087">
                  <c:v>79.342742999999999</c:v>
                </c:pt>
                <c:pt idx="2088">
                  <c:v>79.229896999999994</c:v>
                </c:pt>
                <c:pt idx="2089">
                  <c:v>79.120902999999998</c:v>
                </c:pt>
                <c:pt idx="2090">
                  <c:v>79.006943000000007</c:v>
                </c:pt>
                <c:pt idx="2091">
                  <c:v>78.900711000000001</c:v>
                </c:pt>
                <c:pt idx="2092">
                  <c:v>78.820351000000002</c:v>
                </c:pt>
                <c:pt idx="2093">
                  <c:v>78.757812999999999</c:v>
                </c:pt>
                <c:pt idx="2094">
                  <c:v>78.648819000000003</c:v>
                </c:pt>
                <c:pt idx="2095">
                  <c:v>78.563605999999993</c:v>
                </c:pt>
                <c:pt idx="2096">
                  <c:v>78.521248</c:v>
                </c:pt>
                <c:pt idx="2097">
                  <c:v>78.508544999999998</c:v>
                </c:pt>
                <c:pt idx="2098">
                  <c:v>78.525245999999996</c:v>
                </c:pt>
                <c:pt idx="2099">
                  <c:v>78.542869999999994</c:v>
                </c:pt>
                <c:pt idx="2100">
                  <c:v>78.573089999999993</c:v>
                </c:pt>
                <c:pt idx="2101">
                  <c:v>78.589827999999997</c:v>
                </c:pt>
                <c:pt idx="2102">
                  <c:v>78.595200000000006</c:v>
                </c:pt>
                <c:pt idx="2103">
                  <c:v>78.542831000000007</c:v>
                </c:pt>
                <c:pt idx="2104">
                  <c:v>78.448463000000004</c:v>
                </c:pt>
                <c:pt idx="2105">
                  <c:v>78.384048000000007</c:v>
                </c:pt>
                <c:pt idx="2106">
                  <c:v>78.375129999999999</c:v>
                </c:pt>
                <c:pt idx="2107">
                  <c:v>78.413741999999999</c:v>
                </c:pt>
                <c:pt idx="2108">
                  <c:v>78.523696999999999</c:v>
                </c:pt>
                <c:pt idx="2109">
                  <c:v>78.637291000000005</c:v>
                </c:pt>
                <c:pt idx="2110">
                  <c:v>78.773833999999994</c:v>
                </c:pt>
                <c:pt idx="2111">
                  <c:v>78.944626</c:v>
                </c:pt>
                <c:pt idx="2112">
                  <c:v>79.117194999999995</c:v>
                </c:pt>
                <c:pt idx="2113">
                  <c:v>79.315376000000001</c:v>
                </c:pt>
                <c:pt idx="2114">
                  <c:v>79.488403000000005</c:v>
                </c:pt>
                <c:pt idx="2115">
                  <c:v>79.679230000000004</c:v>
                </c:pt>
                <c:pt idx="2116">
                  <c:v>79.860207000000003</c:v>
                </c:pt>
                <c:pt idx="2117">
                  <c:v>80.071151999999998</c:v>
                </c:pt>
                <c:pt idx="2118">
                  <c:v>80.300438</c:v>
                </c:pt>
                <c:pt idx="2119">
                  <c:v>80.479866000000001</c:v>
                </c:pt>
                <c:pt idx="2120">
                  <c:v>80.548873999999998</c:v>
                </c:pt>
                <c:pt idx="2121">
                  <c:v>80.538962999999995</c:v>
                </c:pt>
                <c:pt idx="2122">
                  <c:v>80.509665999999996</c:v>
                </c:pt>
                <c:pt idx="2123">
                  <c:v>80.518951000000001</c:v>
                </c:pt>
                <c:pt idx="2124">
                  <c:v>80.518424999999993</c:v>
                </c:pt>
                <c:pt idx="2125">
                  <c:v>80.489509999999996</c:v>
                </c:pt>
                <c:pt idx="2126">
                  <c:v>80.449516000000003</c:v>
                </c:pt>
                <c:pt idx="2127">
                  <c:v>80.427124000000006</c:v>
                </c:pt>
                <c:pt idx="2128">
                  <c:v>80.370461000000006</c:v>
                </c:pt>
                <c:pt idx="2129">
                  <c:v>80.304237000000001</c:v>
                </c:pt>
                <c:pt idx="2130">
                  <c:v>80.204620000000006</c:v>
                </c:pt>
                <c:pt idx="2131">
                  <c:v>80.076217999999997</c:v>
                </c:pt>
                <c:pt idx="2132">
                  <c:v>79.888205999999997</c:v>
                </c:pt>
                <c:pt idx="2133">
                  <c:v>79.748313999999993</c:v>
                </c:pt>
                <c:pt idx="2134">
                  <c:v>79.686904999999996</c:v>
                </c:pt>
                <c:pt idx="2135">
                  <c:v>79.670265000000001</c:v>
                </c:pt>
                <c:pt idx="2136">
                  <c:v>79.663253999999995</c:v>
                </c:pt>
                <c:pt idx="2137">
                  <c:v>79.595450999999997</c:v>
                </c:pt>
                <c:pt idx="2138">
                  <c:v>79.474174000000005</c:v>
                </c:pt>
                <c:pt idx="2139">
                  <c:v>79.348122000000004</c:v>
                </c:pt>
                <c:pt idx="2140">
                  <c:v>79.250465000000005</c:v>
                </c:pt>
                <c:pt idx="2141">
                  <c:v>79.160026999999999</c:v>
                </c:pt>
                <c:pt idx="2142">
                  <c:v>79.051963999999998</c:v>
                </c:pt>
                <c:pt idx="2143">
                  <c:v>78.918509999999998</c:v>
                </c:pt>
                <c:pt idx="2144">
                  <c:v>78.812079999999995</c:v>
                </c:pt>
                <c:pt idx="2145">
                  <c:v>78.690025000000006</c:v>
                </c:pt>
                <c:pt idx="2146">
                  <c:v>78.572097999999997</c:v>
                </c:pt>
                <c:pt idx="2147">
                  <c:v>78.446158999999994</c:v>
                </c:pt>
                <c:pt idx="2148">
                  <c:v>78.251091000000002</c:v>
                </c:pt>
                <c:pt idx="2149">
                  <c:v>77.978081000000003</c:v>
                </c:pt>
                <c:pt idx="2150">
                  <c:v>77.678618999999998</c:v>
                </c:pt>
                <c:pt idx="2151">
                  <c:v>77.374206999999998</c:v>
                </c:pt>
                <c:pt idx="2152">
                  <c:v>77.132721000000004</c:v>
                </c:pt>
                <c:pt idx="2153">
                  <c:v>76.978690999999998</c:v>
                </c:pt>
                <c:pt idx="2154">
                  <c:v>76.904815999999997</c:v>
                </c:pt>
                <c:pt idx="2155">
                  <c:v>76.887778999999995</c:v>
                </c:pt>
                <c:pt idx="2156">
                  <c:v>76.924171000000001</c:v>
                </c:pt>
                <c:pt idx="2157">
                  <c:v>76.932961000000006</c:v>
                </c:pt>
                <c:pt idx="2158">
                  <c:v>76.854202000000001</c:v>
                </c:pt>
                <c:pt idx="2159">
                  <c:v>76.692222999999998</c:v>
                </c:pt>
                <c:pt idx="2160">
                  <c:v>76.482123999999999</c:v>
                </c:pt>
                <c:pt idx="2161">
                  <c:v>76.265297000000004</c:v>
                </c:pt>
                <c:pt idx="2162">
                  <c:v>76.205734000000007</c:v>
                </c:pt>
                <c:pt idx="2163">
                  <c:v>76.269722000000002</c:v>
                </c:pt>
                <c:pt idx="2164">
                  <c:v>76.379081999999997</c:v>
                </c:pt>
                <c:pt idx="2165">
                  <c:v>76.459389000000002</c:v>
                </c:pt>
                <c:pt idx="2166">
                  <c:v>76.538651000000002</c:v>
                </c:pt>
                <c:pt idx="2167">
                  <c:v>76.602447999999995</c:v>
                </c:pt>
                <c:pt idx="2168">
                  <c:v>76.640877000000003</c:v>
                </c:pt>
                <c:pt idx="2169">
                  <c:v>76.651840000000007</c:v>
                </c:pt>
                <c:pt idx="2170">
                  <c:v>76.632812999999999</c:v>
                </c:pt>
                <c:pt idx="2171">
                  <c:v>76.616073999999998</c:v>
                </c:pt>
                <c:pt idx="2172">
                  <c:v>76.583252000000002</c:v>
                </c:pt>
                <c:pt idx="2173">
                  <c:v>76.566276999999999</c:v>
                </c:pt>
                <c:pt idx="2174">
                  <c:v>76.607551999999998</c:v>
                </c:pt>
                <c:pt idx="2175">
                  <c:v>76.702385000000007</c:v>
                </c:pt>
                <c:pt idx="2176">
                  <c:v>76.834900000000005</c:v>
                </c:pt>
                <c:pt idx="2177">
                  <c:v>76.975594000000001</c:v>
                </c:pt>
                <c:pt idx="2178">
                  <c:v>77.128722999999994</c:v>
                </c:pt>
                <c:pt idx="2179">
                  <c:v>77.301613000000003</c:v>
                </c:pt>
                <c:pt idx="2180">
                  <c:v>77.489761000000001</c:v>
                </c:pt>
                <c:pt idx="2181">
                  <c:v>77.698173999999995</c:v>
                </c:pt>
                <c:pt idx="2182">
                  <c:v>77.896568000000002</c:v>
                </c:pt>
                <c:pt idx="2183">
                  <c:v>78.103133999999997</c:v>
                </c:pt>
                <c:pt idx="2184">
                  <c:v>78.314612999999994</c:v>
                </c:pt>
                <c:pt idx="2185">
                  <c:v>78.520020000000002</c:v>
                </c:pt>
                <c:pt idx="2186">
                  <c:v>78.686347999999995</c:v>
                </c:pt>
                <c:pt idx="2187">
                  <c:v>78.799521999999996</c:v>
                </c:pt>
                <c:pt idx="2188">
                  <c:v>78.882683</c:v>
                </c:pt>
                <c:pt idx="2189">
                  <c:v>78.952231999999995</c:v>
                </c:pt>
                <c:pt idx="2190">
                  <c:v>79.036659</c:v>
                </c:pt>
                <c:pt idx="2191">
                  <c:v>79.189460999999994</c:v>
                </c:pt>
                <c:pt idx="2192">
                  <c:v>79.456183999999993</c:v>
                </c:pt>
                <c:pt idx="2193">
                  <c:v>79.733765000000005</c:v>
                </c:pt>
                <c:pt idx="2194">
                  <c:v>79.945319999999995</c:v>
                </c:pt>
                <c:pt idx="2195">
                  <c:v>80.072593999999995</c:v>
                </c:pt>
                <c:pt idx="2196">
                  <c:v>80.113784999999993</c:v>
                </c:pt>
                <c:pt idx="2197">
                  <c:v>80.223213000000001</c:v>
                </c:pt>
                <c:pt idx="2198">
                  <c:v>80.491516000000004</c:v>
                </c:pt>
                <c:pt idx="2199">
                  <c:v>80.819214000000002</c:v>
                </c:pt>
                <c:pt idx="2200">
                  <c:v>81.129990000000006</c:v>
                </c:pt>
                <c:pt idx="2201">
                  <c:v>81.386298999999994</c:v>
                </c:pt>
                <c:pt idx="2202">
                  <c:v>81.579139999999995</c:v>
                </c:pt>
                <c:pt idx="2203">
                  <c:v>81.707854999999995</c:v>
                </c:pt>
                <c:pt idx="2204">
                  <c:v>81.721817000000001</c:v>
                </c:pt>
                <c:pt idx="2205">
                  <c:v>81.691444000000004</c:v>
                </c:pt>
                <c:pt idx="2206">
                  <c:v>81.644904999999994</c:v>
                </c:pt>
                <c:pt idx="2207">
                  <c:v>81.488708000000003</c:v>
                </c:pt>
                <c:pt idx="2208">
                  <c:v>81.202202</c:v>
                </c:pt>
                <c:pt idx="2209">
                  <c:v>80.955399</c:v>
                </c:pt>
                <c:pt idx="2210">
                  <c:v>80.774253999999999</c:v>
                </c:pt>
                <c:pt idx="2211">
                  <c:v>80.677932999999996</c:v>
                </c:pt>
                <c:pt idx="2212">
                  <c:v>80.628524999999996</c:v>
                </c:pt>
                <c:pt idx="2213">
                  <c:v>80.616455000000002</c:v>
                </c:pt>
                <c:pt idx="2214">
                  <c:v>80.682677999999996</c:v>
                </c:pt>
                <c:pt idx="2215">
                  <c:v>80.690956</c:v>
                </c:pt>
                <c:pt idx="2216">
                  <c:v>80.589211000000006</c:v>
                </c:pt>
                <c:pt idx="2217">
                  <c:v>80.562393</c:v>
                </c:pt>
                <c:pt idx="2218">
                  <c:v>80.625136999999995</c:v>
                </c:pt>
                <c:pt idx="2219">
                  <c:v>80.749923999999993</c:v>
                </c:pt>
                <c:pt idx="2220">
                  <c:v>80.90625</c:v>
                </c:pt>
                <c:pt idx="2221">
                  <c:v>81.086899000000003</c:v>
                </c:pt>
                <c:pt idx="2222">
                  <c:v>81.216919000000004</c:v>
                </c:pt>
                <c:pt idx="2223">
                  <c:v>81.328498999999994</c:v>
                </c:pt>
                <c:pt idx="2224">
                  <c:v>81.390839</c:v>
                </c:pt>
                <c:pt idx="2225">
                  <c:v>81.412604999999999</c:v>
                </c:pt>
                <c:pt idx="2226">
                  <c:v>81.369560000000007</c:v>
                </c:pt>
                <c:pt idx="2227">
                  <c:v>81.242728999999997</c:v>
                </c:pt>
                <c:pt idx="2228">
                  <c:v>81.095543000000006</c:v>
                </c:pt>
                <c:pt idx="2229">
                  <c:v>80.991028</c:v>
                </c:pt>
                <c:pt idx="2230">
                  <c:v>80.918487999999996</c:v>
                </c:pt>
                <c:pt idx="2231">
                  <c:v>80.970123000000001</c:v>
                </c:pt>
                <c:pt idx="2232">
                  <c:v>81.071753999999999</c:v>
                </c:pt>
                <c:pt idx="2233">
                  <c:v>81.123940000000005</c:v>
                </c:pt>
                <c:pt idx="2234">
                  <c:v>81.167465000000007</c:v>
                </c:pt>
                <c:pt idx="2235">
                  <c:v>81.165390000000002</c:v>
                </c:pt>
                <c:pt idx="2236">
                  <c:v>81.103393999999994</c:v>
                </c:pt>
                <c:pt idx="2237">
                  <c:v>80.969154000000003</c:v>
                </c:pt>
                <c:pt idx="2238">
                  <c:v>80.799957000000006</c:v>
                </c:pt>
                <c:pt idx="2239">
                  <c:v>80.640159999999995</c:v>
                </c:pt>
                <c:pt idx="2240">
                  <c:v>80.512130999999997</c:v>
                </c:pt>
                <c:pt idx="2241">
                  <c:v>80.393958999999995</c:v>
                </c:pt>
                <c:pt idx="2242">
                  <c:v>80.305640999999994</c:v>
                </c:pt>
                <c:pt idx="2243">
                  <c:v>80.221908999999997</c:v>
                </c:pt>
                <c:pt idx="2244">
                  <c:v>80.171211</c:v>
                </c:pt>
                <c:pt idx="2245">
                  <c:v>80.175674000000001</c:v>
                </c:pt>
                <c:pt idx="2246">
                  <c:v>80.190619999999996</c:v>
                </c:pt>
                <c:pt idx="2247">
                  <c:v>80.157004999999998</c:v>
                </c:pt>
                <c:pt idx="2248">
                  <c:v>80.082442999999998</c:v>
                </c:pt>
                <c:pt idx="2249">
                  <c:v>79.947982999999994</c:v>
                </c:pt>
                <c:pt idx="2250">
                  <c:v>79.753662000000006</c:v>
                </c:pt>
                <c:pt idx="2251">
                  <c:v>79.571349999999995</c:v>
                </c:pt>
                <c:pt idx="2252">
                  <c:v>79.486191000000005</c:v>
                </c:pt>
                <c:pt idx="2253">
                  <c:v>79.443366999999995</c:v>
                </c:pt>
                <c:pt idx="2254">
                  <c:v>79.421288000000004</c:v>
                </c:pt>
                <c:pt idx="2255">
                  <c:v>79.410194000000004</c:v>
                </c:pt>
                <c:pt idx="2256">
                  <c:v>79.436569000000006</c:v>
                </c:pt>
                <c:pt idx="2257">
                  <c:v>79.459007</c:v>
                </c:pt>
                <c:pt idx="2258">
                  <c:v>79.492042999999995</c:v>
                </c:pt>
                <c:pt idx="2259">
                  <c:v>79.543921999999995</c:v>
                </c:pt>
                <c:pt idx="2260">
                  <c:v>79.583838999999998</c:v>
                </c:pt>
                <c:pt idx="2261">
                  <c:v>79.635345000000001</c:v>
                </c:pt>
                <c:pt idx="2262">
                  <c:v>79.708481000000006</c:v>
                </c:pt>
                <c:pt idx="2263">
                  <c:v>79.786591000000001</c:v>
                </c:pt>
                <c:pt idx="2264">
                  <c:v>79.863074999999995</c:v>
                </c:pt>
                <c:pt idx="2265">
                  <c:v>79.922393999999997</c:v>
                </c:pt>
                <c:pt idx="2266">
                  <c:v>79.955742000000001</c:v>
                </c:pt>
                <c:pt idx="2267">
                  <c:v>80.009856999999997</c:v>
                </c:pt>
                <c:pt idx="2268">
                  <c:v>80.079048</c:v>
                </c:pt>
                <c:pt idx="2269">
                  <c:v>80.168053</c:v>
                </c:pt>
                <c:pt idx="2270">
                  <c:v>80.264526000000004</c:v>
                </c:pt>
                <c:pt idx="2271">
                  <c:v>80.398742999999996</c:v>
                </c:pt>
                <c:pt idx="2272">
                  <c:v>80.595237999999995</c:v>
                </c:pt>
                <c:pt idx="2273">
                  <c:v>80.779792999999998</c:v>
                </c:pt>
                <c:pt idx="2274">
                  <c:v>80.865775999999997</c:v>
                </c:pt>
                <c:pt idx="2275">
                  <c:v>80.878151000000003</c:v>
                </c:pt>
                <c:pt idx="2276">
                  <c:v>80.813995000000006</c:v>
                </c:pt>
                <c:pt idx="2277">
                  <c:v>80.669662000000002</c:v>
                </c:pt>
                <c:pt idx="2278">
                  <c:v>80.488692999999998</c:v>
                </c:pt>
                <c:pt idx="2279">
                  <c:v>80.273903000000004</c:v>
                </c:pt>
                <c:pt idx="2280">
                  <c:v>80.117988999999994</c:v>
                </c:pt>
                <c:pt idx="2281">
                  <c:v>80.018996999999999</c:v>
                </c:pt>
                <c:pt idx="2282">
                  <c:v>80.005820999999997</c:v>
                </c:pt>
                <c:pt idx="2283">
                  <c:v>80.053748999999996</c:v>
                </c:pt>
                <c:pt idx="2284">
                  <c:v>80.135840999999999</c:v>
                </c:pt>
                <c:pt idx="2285">
                  <c:v>80.206130999999999</c:v>
                </c:pt>
                <c:pt idx="2286">
                  <c:v>80.256232999999995</c:v>
                </c:pt>
                <c:pt idx="2287">
                  <c:v>80.316688999999997</c:v>
                </c:pt>
                <c:pt idx="2288">
                  <c:v>80.380295000000004</c:v>
                </c:pt>
                <c:pt idx="2289">
                  <c:v>80.431870000000004</c:v>
                </c:pt>
                <c:pt idx="2290">
                  <c:v>80.445366000000007</c:v>
                </c:pt>
                <c:pt idx="2291">
                  <c:v>80.412398999999994</c:v>
                </c:pt>
                <c:pt idx="2292">
                  <c:v>80.340523000000005</c:v>
                </c:pt>
                <c:pt idx="2293">
                  <c:v>80.275841</c:v>
                </c:pt>
                <c:pt idx="2294">
                  <c:v>80.287330999999995</c:v>
                </c:pt>
                <c:pt idx="2295">
                  <c:v>80.382362000000001</c:v>
                </c:pt>
                <c:pt idx="2296">
                  <c:v>80.504501000000005</c:v>
                </c:pt>
                <c:pt idx="2297">
                  <c:v>80.658623000000006</c:v>
                </c:pt>
                <c:pt idx="2298">
                  <c:v>80.803787</c:v>
                </c:pt>
                <c:pt idx="2299">
                  <c:v>80.531875999999997</c:v>
                </c:pt>
                <c:pt idx="2300">
                  <c:v>80.412803999999994</c:v>
                </c:pt>
                <c:pt idx="2301">
                  <c:v>80.348511000000002</c:v>
                </c:pt>
                <c:pt idx="2302">
                  <c:v>80.321808000000004</c:v>
                </c:pt>
                <c:pt idx="2303">
                  <c:v>80.284003999999996</c:v>
                </c:pt>
                <c:pt idx="2304">
                  <c:v>80.210380999999998</c:v>
                </c:pt>
                <c:pt idx="2305">
                  <c:v>80.126801</c:v>
                </c:pt>
                <c:pt idx="2306">
                  <c:v>80.061012000000005</c:v>
                </c:pt>
                <c:pt idx="2307">
                  <c:v>79.990172999999999</c:v>
                </c:pt>
                <c:pt idx="2308">
                  <c:v>79.915817000000004</c:v>
                </c:pt>
                <c:pt idx="2309">
                  <c:v>79.831642000000002</c:v>
                </c:pt>
                <c:pt idx="2310">
                  <c:v>79.742142000000001</c:v>
                </c:pt>
                <c:pt idx="2311">
                  <c:v>79.693839999999994</c:v>
                </c:pt>
                <c:pt idx="2312">
                  <c:v>79.693008000000006</c:v>
                </c:pt>
                <c:pt idx="2313">
                  <c:v>79.736298000000005</c:v>
                </c:pt>
                <c:pt idx="2314">
                  <c:v>79.779944999999998</c:v>
                </c:pt>
                <c:pt idx="2315">
                  <c:v>79.816139000000007</c:v>
                </c:pt>
                <c:pt idx="2316">
                  <c:v>79.888869999999997</c:v>
                </c:pt>
                <c:pt idx="2317">
                  <c:v>79.994620999999995</c:v>
                </c:pt>
                <c:pt idx="2318">
                  <c:v>80.111014999999995</c:v>
                </c:pt>
                <c:pt idx="2319">
                  <c:v>80.185813999999993</c:v>
                </c:pt>
                <c:pt idx="2320">
                  <c:v>80.232299999999995</c:v>
                </c:pt>
                <c:pt idx="2321">
                  <c:v>80.255447000000004</c:v>
                </c:pt>
                <c:pt idx="2322">
                  <c:v>80.278701999999996</c:v>
                </c:pt>
                <c:pt idx="2323">
                  <c:v>80.324539000000001</c:v>
                </c:pt>
                <c:pt idx="2324">
                  <c:v>80.386313999999999</c:v>
                </c:pt>
                <c:pt idx="2325">
                  <c:v>80.466751000000002</c:v>
                </c:pt>
                <c:pt idx="2326">
                  <c:v>80.566794999999999</c:v>
                </c:pt>
                <c:pt idx="2327">
                  <c:v>80.691543999999993</c:v>
                </c:pt>
                <c:pt idx="2328">
                  <c:v>80.809585999999996</c:v>
                </c:pt>
                <c:pt idx="2329">
                  <c:v>80.902610999999993</c:v>
                </c:pt>
                <c:pt idx="2330">
                  <c:v>80.978827999999993</c:v>
                </c:pt>
                <c:pt idx="2331">
                  <c:v>81.058098000000001</c:v>
                </c:pt>
                <c:pt idx="2332">
                  <c:v>81.164283999999995</c:v>
                </c:pt>
                <c:pt idx="2333">
                  <c:v>81.275199999999998</c:v>
                </c:pt>
                <c:pt idx="2334">
                  <c:v>81.375038000000004</c:v>
                </c:pt>
                <c:pt idx="2335">
                  <c:v>81.429648999999998</c:v>
                </c:pt>
                <c:pt idx="2336">
                  <c:v>81.420586</c:v>
                </c:pt>
                <c:pt idx="2337">
                  <c:v>81.388656999999995</c:v>
                </c:pt>
                <c:pt idx="2338">
                  <c:v>81.325851</c:v>
                </c:pt>
                <c:pt idx="2339">
                  <c:v>81.270508000000007</c:v>
                </c:pt>
                <c:pt idx="2340">
                  <c:v>81.251876999999993</c:v>
                </c:pt>
                <c:pt idx="2341">
                  <c:v>81.294891000000007</c:v>
                </c:pt>
                <c:pt idx="2342">
                  <c:v>81.384521000000007</c:v>
                </c:pt>
                <c:pt idx="2343">
                  <c:v>81.499793999999994</c:v>
                </c:pt>
                <c:pt idx="2344">
                  <c:v>81.593224000000006</c:v>
                </c:pt>
                <c:pt idx="2345">
                  <c:v>81.634986999999995</c:v>
                </c:pt>
                <c:pt idx="2346">
                  <c:v>81.618683000000004</c:v>
                </c:pt>
                <c:pt idx="2347">
                  <c:v>81.550049000000001</c:v>
                </c:pt>
                <c:pt idx="2348">
                  <c:v>81.488037000000006</c:v>
                </c:pt>
                <c:pt idx="2349">
                  <c:v>81.409767000000002</c:v>
                </c:pt>
                <c:pt idx="2350">
                  <c:v>81.295394999999999</c:v>
                </c:pt>
                <c:pt idx="2351">
                  <c:v>81.175651999999999</c:v>
                </c:pt>
                <c:pt idx="2352">
                  <c:v>81.081573000000006</c:v>
                </c:pt>
                <c:pt idx="2353">
                  <c:v>81.025917000000007</c:v>
                </c:pt>
                <c:pt idx="2354">
                  <c:v>80.969307000000001</c:v>
                </c:pt>
                <c:pt idx="2355">
                  <c:v>80.871429000000006</c:v>
                </c:pt>
                <c:pt idx="2356">
                  <c:v>80.785065000000003</c:v>
                </c:pt>
                <c:pt idx="2357">
                  <c:v>80.710808</c:v>
                </c:pt>
                <c:pt idx="2358">
                  <c:v>80.675895999999995</c:v>
                </c:pt>
                <c:pt idx="2359">
                  <c:v>80.674819999999997</c:v>
                </c:pt>
                <c:pt idx="2360">
                  <c:v>80.719048000000001</c:v>
                </c:pt>
                <c:pt idx="2361">
                  <c:v>80.808228</c:v>
                </c:pt>
                <c:pt idx="2362">
                  <c:v>80.914017000000001</c:v>
                </c:pt>
                <c:pt idx="2363">
                  <c:v>81.014426999999998</c:v>
                </c:pt>
                <c:pt idx="2364">
                  <c:v>81.088913000000005</c:v>
                </c:pt>
                <c:pt idx="2365">
                  <c:v>81.170776000000004</c:v>
                </c:pt>
                <c:pt idx="2366">
                  <c:v>81.208686999999998</c:v>
                </c:pt>
                <c:pt idx="2367">
                  <c:v>81.173653000000002</c:v>
                </c:pt>
                <c:pt idx="2368">
                  <c:v>81.085136000000006</c:v>
                </c:pt>
                <c:pt idx="2369">
                  <c:v>80.984825000000001</c:v>
                </c:pt>
                <c:pt idx="2370">
                  <c:v>80.852187999999998</c:v>
                </c:pt>
                <c:pt idx="2371">
                  <c:v>80.738479999999996</c:v>
                </c:pt>
                <c:pt idx="2372">
                  <c:v>80.631659999999997</c:v>
                </c:pt>
                <c:pt idx="2373">
                  <c:v>80.547920000000005</c:v>
                </c:pt>
                <c:pt idx="2374">
                  <c:v>80.486603000000002</c:v>
                </c:pt>
                <c:pt idx="2375">
                  <c:v>80.483253000000005</c:v>
                </c:pt>
                <c:pt idx="2376">
                  <c:v>80.634406999999996</c:v>
                </c:pt>
                <c:pt idx="2377">
                  <c:v>80.798964999999995</c:v>
                </c:pt>
                <c:pt idx="2378">
                  <c:v>80.916747999999998</c:v>
                </c:pt>
                <c:pt idx="2379">
                  <c:v>81.011100999999996</c:v>
                </c:pt>
                <c:pt idx="2380">
                  <c:v>81.089423999999994</c:v>
                </c:pt>
                <c:pt idx="2381">
                  <c:v>81.197884000000002</c:v>
                </c:pt>
                <c:pt idx="2382">
                  <c:v>76.786507</c:v>
                </c:pt>
                <c:pt idx="2383">
                  <c:v>76.765686000000002</c:v>
                </c:pt>
                <c:pt idx="2384">
                  <c:v>77.011275999999995</c:v>
                </c:pt>
                <c:pt idx="2385">
                  <c:v>77.524497999999994</c:v>
                </c:pt>
                <c:pt idx="2386">
                  <c:v>78.086287999999996</c:v>
                </c:pt>
                <c:pt idx="2387">
                  <c:v>78.659744000000003</c:v>
                </c:pt>
                <c:pt idx="2388">
                  <c:v>79.236435</c:v>
                </c:pt>
                <c:pt idx="2389">
                  <c:v>79.773574999999994</c:v>
                </c:pt>
                <c:pt idx="2390">
                  <c:v>80.233138999999994</c:v>
                </c:pt>
                <c:pt idx="2391">
                  <c:v>80.563582999999994</c:v>
                </c:pt>
                <c:pt idx="2392">
                  <c:v>80.685135000000002</c:v>
                </c:pt>
                <c:pt idx="2393">
                  <c:v>80.626503</c:v>
                </c:pt>
                <c:pt idx="2394">
                  <c:v>80.431579999999997</c:v>
                </c:pt>
                <c:pt idx="2395">
                  <c:v>80.147484000000006</c:v>
                </c:pt>
                <c:pt idx="2396">
                  <c:v>79.863724000000005</c:v>
                </c:pt>
                <c:pt idx="2397">
                  <c:v>79.648705000000007</c:v>
                </c:pt>
                <c:pt idx="2398">
                  <c:v>79.517257999999998</c:v>
                </c:pt>
                <c:pt idx="2399">
                  <c:v>79.418128999999993</c:v>
                </c:pt>
                <c:pt idx="2400">
                  <c:v>79.362907000000007</c:v>
                </c:pt>
                <c:pt idx="2401">
                  <c:v>79.340782000000004</c:v>
                </c:pt>
                <c:pt idx="2402">
                  <c:v>79.350807000000003</c:v>
                </c:pt>
                <c:pt idx="2403">
                  <c:v>79.411156000000005</c:v>
                </c:pt>
                <c:pt idx="2404">
                  <c:v>79.515808000000007</c:v>
                </c:pt>
                <c:pt idx="2405">
                  <c:v>79.617835999999997</c:v>
                </c:pt>
                <c:pt idx="2406">
                  <c:v>79.723419000000007</c:v>
                </c:pt>
                <c:pt idx="2407">
                  <c:v>79.873451000000003</c:v>
                </c:pt>
                <c:pt idx="2408">
                  <c:v>80.023169999999993</c:v>
                </c:pt>
                <c:pt idx="2409">
                  <c:v>80.156897999999998</c:v>
                </c:pt>
                <c:pt idx="2410">
                  <c:v>80.295272999999995</c:v>
                </c:pt>
                <c:pt idx="2411">
                  <c:v>80.448570000000004</c:v>
                </c:pt>
                <c:pt idx="2412">
                  <c:v>80.628021000000004</c:v>
                </c:pt>
                <c:pt idx="2413">
                  <c:v>80.753692999999998</c:v>
                </c:pt>
                <c:pt idx="2414">
                  <c:v>80.715262999999993</c:v>
                </c:pt>
                <c:pt idx="2415">
                  <c:v>80.603415999999996</c:v>
                </c:pt>
                <c:pt idx="2416">
                  <c:v>80.520081000000005</c:v>
                </c:pt>
                <c:pt idx="2417">
                  <c:v>80.500754999999998</c:v>
                </c:pt>
                <c:pt idx="2418">
                  <c:v>80.657653999999994</c:v>
                </c:pt>
                <c:pt idx="2419">
                  <c:v>81.550940999999995</c:v>
                </c:pt>
                <c:pt idx="2420">
                  <c:v>82.726607999999999</c:v>
                </c:pt>
                <c:pt idx="2421">
                  <c:v>84.004654000000002</c:v>
                </c:pt>
                <c:pt idx="2422">
                  <c:v>85.152137999999994</c:v>
                </c:pt>
                <c:pt idx="2423">
                  <c:v>86.004142999999999</c:v>
                </c:pt>
                <c:pt idx="2424">
                  <c:v>86.602172999999993</c:v>
                </c:pt>
                <c:pt idx="2425">
                  <c:v>87.003731000000002</c:v>
                </c:pt>
                <c:pt idx="2426">
                  <c:v>87.233765000000005</c:v>
                </c:pt>
                <c:pt idx="2427">
                  <c:v>87.365027999999995</c:v>
                </c:pt>
                <c:pt idx="2428">
                  <c:v>87.419830000000005</c:v>
                </c:pt>
                <c:pt idx="2429">
                  <c:v>87.407898000000003</c:v>
                </c:pt>
                <c:pt idx="2430">
                  <c:v>87.377853000000002</c:v>
                </c:pt>
                <c:pt idx="2431">
                  <c:v>87.316032000000007</c:v>
                </c:pt>
                <c:pt idx="2432">
                  <c:v>87.247742000000002</c:v>
                </c:pt>
                <c:pt idx="2433">
                  <c:v>87.179817</c:v>
                </c:pt>
                <c:pt idx="2434">
                  <c:v>87.107123999999999</c:v>
                </c:pt>
                <c:pt idx="2435">
                  <c:v>87.020599000000004</c:v>
                </c:pt>
                <c:pt idx="2436">
                  <c:v>86.937743999999995</c:v>
                </c:pt>
                <c:pt idx="2437">
                  <c:v>86.857337999999999</c:v>
                </c:pt>
                <c:pt idx="2438">
                  <c:v>86.764122</c:v>
                </c:pt>
                <c:pt idx="2439">
                  <c:v>86.660835000000006</c:v>
                </c:pt>
                <c:pt idx="2440">
                  <c:v>86.554107999999999</c:v>
                </c:pt>
                <c:pt idx="2441">
                  <c:v>86.447899000000007</c:v>
                </c:pt>
                <c:pt idx="2442">
                  <c:v>86.329109000000003</c:v>
                </c:pt>
                <c:pt idx="2443">
                  <c:v>86.163062999999994</c:v>
                </c:pt>
                <c:pt idx="2444">
                  <c:v>85.919914000000006</c:v>
                </c:pt>
                <c:pt idx="2445">
                  <c:v>85.628272999999993</c:v>
                </c:pt>
                <c:pt idx="2446">
                  <c:v>85.340027000000006</c:v>
                </c:pt>
                <c:pt idx="2447">
                  <c:v>85.139908000000005</c:v>
                </c:pt>
                <c:pt idx="2448">
                  <c:v>85.041259999999994</c:v>
                </c:pt>
                <c:pt idx="2449">
                  <c:v>84.981583000000001</c:v>
                </c:pt>
                <c:pt idx="2450">
                  <c:v>84.911338999999998</c:v>
                </c:pt>
                <c:pt idx="2451">
                  <c:v>84.805473000000006</c:v>
                </c:pt>
                <c:pt idx="2452">
                  <c:v>84.624634</c:v>
                </c:pt>
                <c:pt idx="2453">
                  <c:v>84.348929999999996</c:v>
                </c:pt>
                <c:pt idx="2454">
                  <c:v>84.050842000000003</c:v>
                </c:pt>
                <c:pt idx="2455">
                  <c:v>83.778312999999997</c:v>
                </c:pt>
                <c:pt idx="2456">
                  <c:v>83.565513999999993</c:v>
                </c:pt>
                <c:pt idx="2457">
                  <c:v>83.429717999999994</c:v>
                </c:pt>
                <c:pt idx="2458">
                  <c:v>83.342934</c:v>
                </c:pt>
                <c:pt idx="2459">
                  <c:v>83.296454999999995</c:v>
                </c:pt>
                <c:pt idx="2460">
                  <c:v>83.291458000000006</c:v>
                </c:pt>
                <c:pt idx="2461">
                  <c:v>83.332122999999996</c:v>
                </c:pt>
                <c:pt idx="2462">
                  <c:v>83.416602999999995</c:v>
                </c:pt>
                <c:pt idx="2463">
                  <c:v>83.521850999999998</c:v>
                </c:pt>
                <c:pt idx="2464">
                  <c:v>83.616981999999993</c:v>
                </c:pt>
                <c:pt idx="2465">
                  <c:v>83.650467000000006</c:v>
                </c:pt>
                <c:pt idx="2466">
                  <c:v>83.656807000000001</c:v>
                </c:pt>
                <c:pt idx="2467">
                  <c:v>83.668082999999996</c:v>
                </c:pt>
                <c:pt idx="2468">
                  <c:v>83.735579999999999</c:v>
                </c:pt>
                <c:pt idx="2469">
                  <c:v>83.878944000000004</c:v>
                </c:pt>
                <c:pt idx="2470">
                  <c:v>84.056679000000003</c:v>
                </c:pt>
                <c:pt idx="2471">
                  <c:v>84.208145000000002</c:v>
                </c:pt>
                <c:pt idx="2472">
                  <c:v>84.339775000000003</c:v>
                </c:pt>
                <c:pt idx="2473">
                  <c:v>84.461082000000005</c:v>
                </c:pt>
                <c:pt idx="2474">
                  <c:v>84.566444000000004</c:v>
                </c:pt>
                <c:pt idx="2475">
                  <c:v>84.677375999999995</c:v>
                </c:pt>
                <c:pt idx="2476">
                  <c:v>84.813034000000002</c:v>
                </c:pt>
                <c:pt idx="2477">
                  <c:v>84.946280999999999</c:v>
                </c:pt>
                <c:pt idx="2478">
                  <c:v>85.034583999999995</c:v>
                </c:pt>
                <c:pt idx="2479">
                  <c:v>85.080260999999993</c:v>
                </c:pt>
                <c:pt idx="2480">
                  <c:v>85.082656999999998</c:v>
                </c:pt>
                <c:pt idx="2481">
                  <c:v>85.087577999999993</c:v>
                </c:pt>
                <c:pt idx="2482">
                  <c:v>85.112815999999995</c:v>
                </c:pt>
                <c:pt idx="2483">
                  <c:v>85.155403000000007</c:v>
                </c:pt>
                <c:pt idx="2484">
                  <c:v>85.198059000000001</c:v>
                </c:pt>
                <c:pt idx="2485">
                  <c:v>85.250243999999995</c:v>
                </c:pt>
                <c:pt idx="2486">
                  <c:v>85.348488000000003</c:v>
                </c:pt>
                <c:pt idx="2487">
                  <c:v>85.394103999999999</c:v>
                </c:pt>
                <c:pt idx="2488">
                  <c:v>85.390045000000001</c:v>
                </c:pt>
                <c:pt idx="2489">
                  <c:v>85.338714999999993</c:v>
                </c:pt>
                <c:pt idx="2490">
                  <c:v>85.246307000000002</c:v>
                </c:pt>
                <c:pt idx="2491">
                  <c:v>85.109549999999999</c:v>
                </c:pt>
                <c:pt idx="2492">
                  <c:v>84.955391000000006</c:v>
                </c:pt>
                <c:pt idx="2493">
                  <c:v>84.818404999999998</c:v>
                </c:pt>
                <c:pt idx="2494">
                  <c:v>84.704620000000006</c:v>
                </c:pt>
                <c:pt idx="2495">
                  <c:v>84.587440000000001</c:v>
                </c:pt>
                <c:pt idx="2496">
                  <c:v>84.452950000000001</c:v>
                </c:pt>
                <c:pt idx="2497">
                  <c:v>84.327636999999996</c:v>
                </c:pt>
                <c:pt idx="2498">
                  <c:v>84.244643999999994</c:v>
                </c:pt>
                <c:pt idx="2499">
                  <c:v>84.211494000000002</c:v>
                </c:pt>
                <c:pt idx="2500">
                  <c:v>84.226944000000003</c:v>
                </c:pt>
                <c:pt idx="2501">
                  <c:v>84.267426</c:v>
                </c:pt>
                <c:pt idx="2502">
                  <c:v>84.292418999999995</c:v>
                </c:pt>
                <c:pt idx="2503">
                  <c:v>84.265136999999996</c:v>
                </c:pt>
                <c:pt idx="2504">
                  <c:v>84.210662999999997</c:v>
                </c:pt>
                <c:pt idx="2505">
                  <c:v>84.162757999999997</c:v>
                </c:pt>
                <c:pt idx="2506">
                  <c:v>84.145859000000002</c:v>
                </c:pt>
                <c:pt idx="2507">
                  <c:v>84.147223999999994</c:v>
                </c:pt>
                <c:pt idx="2508">
                  <c:v>84.153846999999999</c:v>
                </c:pt>
                <c:pt idx="2509">
                  <c:v>84.176437000000007</c:v>
                </c:pt>
                <c:pt idx="2510">
                  <c:v>84.207947000000004</c:v>
                </c:pt>
                <c:pt idx="2511">
                  <c:v>84.231880000000004</c:v>
                </c:pt>
                <c:pt idx="2512">
                  <c:v>84.230804000000006</c:v>
                </c:pt>
                <c:pt idx="2513">
                  <c:v>84.213722000000004</c:v>
                </c:pt>
                <c:pt idx="2514">
                  <c:v>84.198111999999995</c:v>
                </c:pt>
                <c:pt idx="2515">
                  <c:v>84.190308000000002</c:v>
                </c:pt>
                <c:pt idx="2516">
                  <c:v>84.187888999999998</c:v>
                </c:pt>
                <c:pt idx="2517">
                  <c:v>84.192451000000005</c:v>
                </c:pt>
                <c:pt idx="2518">
                  <c:v>84.193314000000001</c:v>
                </c:pt>
                <c:pt idx="2519">
                  <c:v>84.178725999999997</c:v>
                </c:pt>
                <c:pt idx="2520">
                  <c:v>84.148826999999997</c:v>
                </c:pt>
                <c:pt idx="2521">
                  <c:v>84.117919999999998</c:v>
                </c:pt>
                <c:pt idx="2522">
                  <c:v>84.093834000000001</c:v>
                </c:pt>
                <c:pt idx="2523">
                  <c:v>84.057770000000005</c:v>
                </c:pt>
                <c:pt idx="2524">
                  <c:v>84.033600000000007</c:v>
                </c:pt>
                <c:pt idx="2525">
                  <c:v>84.013915999999995</c:v>
                </c:pt>
                <c:pt idx="2526">
                  <c:v>83.977492999999996</c:v>
                </c:pt>
                <c:pt idx="2527">
                  <c:v>83.941872000000004</c:v>
                </c:pt>
                <c:pt idx="2528">
                  <c:v>83.890670999999998</c:v>
                </c:pt>
                <c:pt idx="2529">
                  <c:v>83.784233</c:v>
                </c:pt>
                <c:pt idx="2530">
                  <c:v>83.633483999999996</c:v>
                </c:pt>
                <c:pt idx="2531">
                  <c:v>83.465087999999994</c:v>
                </c:pt>
                <c:pt idx="2532">
                  <c:v>83.306006999999994</c:v>
                </c:pt>
                <c:pt idx="2533">
                  <c:v>83.116973999999999</c:v>
                </c:pt>
                <c:pt idx="2534">
                  <c:v>82.815787999999998</c:v>
                </c:pt>
                <c:pt idx="2535">
                  <c:v>82.500877000000003</c:v>
                </c:pt>
                <c:pt idx="2536">
                  <c:v>82.217315999999997</c:v>
                </c:pt>
                <c:pt idx="2537">
                  <c:v>81.936790000000002</c:v>
                </c:pt>
                <c:pt idx="2538">
                  <c:v>81.711242999999996</c:v>
                </c:pt>
                <c:pt idx="2539">
                  <c:v>81.545554999999993</c:v>
                </c:pt>
                <c:pt idx="2540">
                  <c:v>81.417679000000007</c:v>
                </c:pt>
                <c:pt idx="2541">
                  <c:v>81.327843000000001</c:v>
                </c:pt>
                <c:pt idx="2542">
                  <c:v>81.270058000000006</c:v>
                </c:pt>
                <c:pt idx="2543">
                  <c:v>81.246825999999999</c:v>
                </c:pt>
                <c:pt idx="2544">
                  <c:v>81.264815999999996</c:v>
                </c:pt>
                <c:pt idx="2545">
                  <c:v>81.346885999999998</c:v>
                </c:pt>
                <c:pt idx="2546">
                  <c:v>81.474258000000006</c:v>
                </c:pt>
                <c:pt idx="2547">
                  <c:v>81.511809999999997</c:v>
                </c:pt>
                <c:pt idx="2548">
                  <c:v>81.454894999999993</c:v>
                </c:pt>
                <c:pt idx="2549">
                  <c:v>81.395972999999998</c:v>
                </c:pt>
                <c:pt idx="2550">
                  <c:v>81.364410000000007</c:v>
                </c:pt>
                <c:pt idx="2551">
                  <c:v>81.345543000000006</c:v>
                </c:pt>
                <c:pt idx="2552">
                  <c:v>81.358352999999994</c:v>
                </c:pt>
                <c:pt idx="2553">
                  <c:v>81.384299999999996</c:v>
                </c:pt>
                <c:pt idx="2554">
                  <c:v>81.414710999999997</c:v>
                </c:pt>
                <c:pt idx="2555">
                  <c:v>81.500122000000005</c:v>
                </c:pt>
                <c:pt idx="2556">
                  <c:v>81.689896000000005</c:v>
                </c:pt>
                <c:pt idx="2557">
                  <c:v>81.903464999999997</c:v>
                </c:pt>
                <c:pt idx="2558">
                  <c:v>82.065894999999998</c:v>
                </c:pt>
                <c:pt idx="2559">
                  <c:v>82.077690000000004</c:v>
                </c:pt>
                <c:pt idx="2560">
                  <c:v>82.046959000000001</c:v>
                </c:pt>
                <c:pt idx="2561">
                  <c:v>82.090271000000001</c:v>
                </c:pt>
                <c:pt idx="2562">
                  <c:v>82.169464000000005</c:v>
                </c:pt>
                <c:pt idx="2563">
                  <c:v>82.237823000000006</c:v>
                </c:pt>
                <c:pt idx="2564">
                  <c:v>82.291908000000006</c:v>
                </c:pt>
                <c:pt idx="2565">
                  <c:v>82.354324000000005</c:v>
                </c:pt>
                <c:pt idx="2566">
                  <c:v>82.409332000000006</c:v>
                </c:pt>
                <c:pt idx="2567">
                  <c:v>82.451294000000004</c:v>
                </c:pt>
                <c:pt idx="2568">
                  <c:v>82.528396999999998</c:v>
                </c:pt>
                <c:pt idx="2569">
                  <c:v>82.605362</c:v>
                </c:pt>
                <c:pt idx="2570">
                  <c:v>82.825157000000004</c:v>
                </c:pt>
                <c:pt idx="2571">
                  <c:v>82.984488999999996</c:v>
                </c:pt>
                <c:pt idx="2572">
                  <c:v>83.043387999999993</c:v>
                </c:pt>
                <c:pt idx="2573">
                  <c:v>83.127533</c:v>
                </c:pt>
                <c:pt idx="2574">
                  <c:v>83.296340999999998</c:v>
                </c:pt>
                <c:pt idx="2575">
                  <c:v>83.560920999999993</c:v>
                </c:pt>
                <c:pt idx="2576">
                  <c:v>83.889213999999996</c:v>
                </c:pt>
                <c:pt idx="2577">
                  <c:v>84.067161999999996</c:v>
                </c:pt>
                <c:pt idx="2578">
                  <c:v>84.111839000000003</c:v>
                </c:pt>
                <c:pt idx="2579">
                  <c:v>84.026764</c:v>
                </c:pt>
                <c:pt idx="2580">
                  <c:v>83.896728999999993</c:v>
                </c:pt>
                <c:pt idx="2581">
                  <c:v>83.735671999999994</c:v>
                </c:pt>
                <c:pt idx="2582">
                  <c:v>83.568634000000003</c:v>
                </c:pt>
                <c:pt idx="2583">
                  <c:v>83.444794000000002</c:v>
                </c:pt>
                <c:pt idx="2584">
                  <c:v>83.380615000000006</c:v>
                </c:pt>
                <c:pt idx="2585">
                  <c:v>83.412909999999997</c:v>
                </c:pt>
                <c:pt idx="2586">
                  <c:v>83.443680000000001</c:v>
                </c:pt>
                <c:pt idx="2587">
                  <c:v>83.514481000000004</c:v>
                </c:pt>
                <c:pt idx="2588">
                  <c:v>83.600104999999999</c:v>
                </c:pt>
                <c:pt idx="2589">
                  <c:v>83.734870999999998</c:v>
                </c:pt>
                <c:pt idx="2590">
                  <c:v>83.904037000000002</c:v>
                </c:pt>
                <c:pt idx="2591">
                  <c:v>84.090003999999993</c:v>
                </c:pt>
                <c:pt idx="2592">
                  <c:v>84.187134</c:v>
                </c:pt>
                <c:pt idx="2593">
                  <c:v>84.184676999999994</c:v>
                </c:pt>
                <c:pt idx="2594">
                  <c:v>84.202888000000002</c:v>
                </c:pt>
                <c:pt idx="2595">
                  <c:v>84.243110999999999</c:v>
                </c:pt>
                <c:pt idx="2596">
                  <c:v>84.226546999999997</c:v>
                </c:pt>
                <c:pt idx="2597">
                  <c:v>84.130050999999995</c:v>
                </c:pt>
                <c:pt idx="2598">
                  <c:v>84.015709000000001</c:v>
                </c:pt>
                <c:pt idx="2599">
                  <c:v>83.890433999999999</c:v>
                </c:pt>
                <c:pt idx="2600">
                  <c:v>83.766921999999994</c:v>
                </c:pt>
                <c:pt idx="2601">
                  <c:v>83.670113000000001</c:v>
                </c:pt>
                <c:pt idx="2602">
                  <c:v>83.562775000000002</c:v>
                </c:pt>
                <c:pt idx="2603">
                  <c:v>83.433173999999994</c:v>
                </c:pt>
                <c:pt idx="2604">
                  <c:v>83.275658000000007</c:v>
                </c:pt>
                <c:pt idx="2605">
                  <c:v>83.163132000000004</c:v>
                </c:pt>
                <c:pt idx="2606">
                  <c:v>83.036109999999994</c:v>
                </c:pt>
                <c:pt idx="2607">
                  <c:v>82.937775000000002</c:v>
                </c:pt>
                <c:pt idx="2608">
                  <c:v>82.927909999999997</c:v>
                </c:pt>
                <c:pt idx="2609">
                  <c:v>82.982262000000006</c:v>
                </c:pt>
                <c:pt idx="2610">
                  <c:v>83.092322999999993</c:v>
                </c:pt>
                <c:pt idx="2611">
                  <c:v>83.182456999999999</c:v>
                </c:pt>
                <c:pt idx="2612">
                  <c:v>83.135101000000006</c:v>
                </c:pt>
                <c:pt idx="2613">
                  <c:v>83.046936000000002</c:v>
                </c:pt>
                <c:pt idx="2614">
                  <c:v>82.929596000000004</c:v>
                </c:pt>
                <c:pt idx="2615">
                  <c:v>82.845764000000003</c:v>
                </c:pt>
                <c:pt idx="2616">
                  <c:v>82.789779999999993</c:v>
                </c:pt>
                <c:pt idx="2617">
                  <c:v>82.650124000000005</c:v>
                </c:pt>
                <c:pt idx="2618">
                  <c:v>82.581237999999999</c:v>
                </c:pt>
                <c:pt idx="2619">
                  <c:v>82.657516000000001</c:v>
                </c:pt>
                <c:pt idx="2620">
                  <c:v>82.774223000000006</c:v>
                </c:pt>
                <c:pt idx="2621">
                  <c:v>82.907784000000007</c:v>
                </c:pt>
                <c:pt idx="2622">
                  <c:v>83.249427999999995</c:v>
                </c:pt>
                <c:pt idx="2623">
                  <c:v>83.678909000000004</c:v>
                </c:pt>
                <c:pt idx="2624">
                  <c:v>84.134972000000005</c:v>
                </c:pt>
                <c:pt idx="2625">
                  <c:v>84.613808000000006</c:v>
                </c:pt>
                <c:pt idx="2626">
                  <c:v>85.076172</c:v>
                </c:pt>
                <c:pt idx="2627">
                  <c:v>85.466178999999997</c:v>
                </c:pt>
                <c:pt idx="2628">
                  <c:v>85.782768000000004</c:v>
                </c:pt>
                <c:pt idx="2629">
                  <c:v>86.00206</c:v>
                </c:pt>
                <c:pt idx="2630">
                  <c:v>86.102324999999993</c:v>
                </c:pt>
                <c:pt idx="2631">
                  <c:v>86.137321</c:v>
                </c:pt>
                <c:pt idx="2632">
                  <c:v>86.167625000000001</c:v>
                </c:pt>
                <c:pt idx="2633">
                  <c:v>86.136718999999999</c:v>
                </c:pt>
                <c:pt idx="2634">
                  <c:v>86.040870999999996</c:v>
                </c:pt>
                <c:pt idx="2635">
                  <c:v>85.916640999999998</c:v>
                </c:pt>
                <c:pt idx="2636">
                  <c:v>85.812576000000007</c:v>
                </c:pt>
                <c:pt idx="2637">
                  <c:v>85.68647</c:v>
                </c:pt>
                <c:pt idx="2638">
                  <c:v>85.570999</c:v>
                </c:pt>
                <c:pt idx="2639">
                  <c:v>85.381530999999995</c:v>
                </c:pt>
                <c:pt idx="2640">
                  <c:v>85.174758999999995</c:v>
                </c:pt>
                <c:pt idx="2641">
                  <c:v>84.987801000000005</c:v>
                </c:pt>
                <c:pt idx="2642">
                  <c:v>84.831207000000006</c:v>
                </c:pt>
                <c:pt idx="2643">
                  <c:v>84.689835000000002</c:v>
                </c:pt>
                <c:pt idx="2644">
                  <c:v>84.542213000000004</c:v>
                </c:pt>
                <c:pt idx="2645">
                  <c:v>84.369408000000007</c:v>
                </c:pt>
                <c:pt idx="2646">
                  <c:v>84.212135000000004</c:v>
                </c:pt>
                <c:pt idx="2647">
                  <c:v>84.076103000000003</c:v>
                </c:pt>
                <c:pt idx="2648">
                  <c:v>83.948425</c:v>
                </c:pt>
                <c:pt idx="2649">
                  <c:v>83.791527000000002</c:v>
                </c:pt>
                <c:pt idx="2650">
                  <c:v>83.587378999999999</c:v>
                </c:pt>
                <c:pt idx="2651">
                  <c:v>83.374450999999993</c:v>
                </c:pt>
                <c:pt idx="2652">
                  <c:v>83.189796000000001</c:v>
                </c:pt>
                <c:pt idx="2653">
                  <c:v>83.020392999999999</c:v>
                </c:pt>
                <c:pt idx="2654">
                  <c:v>82.812507999999994</c:v>
                </c:pt>
                <c:pt idx="2655">
                  <c:v>82.547058000000007</c:v>
                </c:pt>
                <c:pt idx="2656">
                  <c:v>82.302689000000001</c:v>
                </c:pt>
                <c:pt idx="2657">
                  <c:v>82.144356000000002</c:v>
                </c:pt>
                <c:pt idx="2658">
                  <c:v>82.036354000000003</c:v>
                </c:pt>
                <c:pt idx="2659">
                  <c:v>81.933182000000002</c:v>
                </c:pt>
                <c:pt idx="2660">
                  <c:v>81.871825999999999</c:v>
                </c:pt>
                <c:pt idx="2661">
                  <c:v>81.862540999999993</c:v>
                </c:pt>
                <c:pt idx="2662">
                  <c:v>81.860313000000005</c:v>
                </c:pt>
                <c:pt idx="2663">
                  <c:v>81.817443999999995</c:v>
                </c:pt>
                <c:pt idx="2664">
                  <c:v>81.755013000000005</c:v>
                </c:pt>
                <c:pt idx="2665">
                  <c:v>81.666839999999993</c:v>
                </c:pt>
                <c:pt idx="2666">
                  <c:v>81.560813999999993</c:v>
                </c:pt>
                <c:pt idx="2667">
                  <c:v>81.485245000000006</c:v>
                </c:pt>
                <c:pt idx="2668">
                  <c:v>81.422707000000003</c:v>
                </c:pt>
                <c:pt idx="2669">
                  <c:v>81.295463999999996</c:v>
                </c:pt>
                <c:pt idx="2670">
                  <c:v>81.162529000000006</c:v>
                </c:pt>
                <c:pt idx="2671">
                  <c:v>81.087768999999994</c:v>
                </c:pt>
                <c:pt idx="2672">
                  <c:v>81.039672999999993</c:v>
                </c:pt>
                <c:pt idx="2673">
                  <c:v>80.957245</c:v>
                </c:pt>
                <c:pt idx="2674">
                  <c:v>80.828841999999995</c:v>
                </c:pt>
                <c:pt idx="2675">
                  <c:v>80.713088999999997</c:v>
                </c:pt>
                <c:pt idx="2676">
                  <c:v>80.554924</c:v>
                </c:pt>
                <c:pt idx="2677">
                  <c:v>80.416756000000007</c:v>
                </c:pt>
                <c:pt idx="2678">
                  <c:v>80.402709999999999</c:v>
                </c:pt>
                <c:pt idx="2679">
                  <c:v>80.507857999999999</c:v>
                </c:pt>
                <c:pt idx="2680">
                  <c:v>80.653885000000002</c:v>
                </c:pt>
                <c:pt idx="2681">
                  <c:v>80.661072000000004</c:v>
                </c:pt>
                <c:pt idx="2682">
                  <c:v>80.622871000000004</c:v>
                </c:pt>
                <c:pt idx="2683">
                  <c:v>80.630713999999998</c:v>
                </c:pt>
                <c:pt idx="2684">
                  <c:v>80.703232</c:v>
                </c:pt>
                <c:pt idx="2685">
                  <c:v>80.856917999999993</c:v>
                </c:pt>
                <c:pt idx="2686">
                  <c:v>80.993294000000006</c:v>
                </c:pt>
                <c:pt idx="2687">
                  <c:v>81.078804000000005</c:v>
                </c:pt>
                <c:pt idx="2688">
                  <c:v>81.149918</c:v>
                </c:pt>
                <c:pt idx="2689">
                  <c:v>81.237166999999999</c:v>
                </c:pt>
                <c:pt idx="2690">
                  <c:v>81.288871999999998</c:v>
                </c:pt>
                <c:pt idx="2691">
                  <c:v>81.273551999999995</c:v>
                </c:pt>
                <c:pt idx="2692">
                  <c:v>81.362480000000005</c:v>
                </c:pt>
                <c:pt idx="2693">
                  <c:v>81.562636999999995</c:v>
                </c:pt>
                <c:pt idx="2694">
                  <c:v>81.906029000000004</c:v>
                </c:pt>
                <c:pt idx="2695">
                  <c:v>82.336699999999993</c:v>
                </c:pt>
                <c:pt idx="2696">
                  <c:v>82.735954000000007</c:v>
                </c:pt>
                <c:pt idx="2697">
                  <c:v>83.012450999999999</c:v>
                </c:pt>
                <c:pt idx="2698">
                  <c:v>83.211838</c:v>
                </c:pt>
                <c:pt idx="2699">
                  <c:v>83.369422999999998</c:v>
                </c:pt>
                <c:pt idx="2700">
                  <c:v>83.381568999999999</c:v>
                </c:pt>
                <c:pt idx="2701">
                  <c:v>83.289467000000002</c:v>
                </c:pt>
                <c:pt idx="2702">
                  <c:v>83.145775</c:v>
                </c:pt>
                <c:pt idx="2703">
                  <c:v>83.044410999999997</c:v>
                </c:pt>
                <c:pt idx="2704">
                  <c:v>82.989433000000005</c:v>
                </c:pt>
                <c:pt idx="2705">
                  <c:v>82.955414000000005</c:v>
                </c:pt>
                <c:pt idx="2706">
                  <c:v>82.928122999999999</c:v>
                </c:pt>
                <c:pt idx="2707">
                  <c:v>82.878608999999997</c:v>
                </c:pt>
                <c:pt idx="2708">
                  <c:v>82.785758999999999</c:v>
                </c:pt>
                <c:pt idx="2709">
                  <c:v>82.692749000000006</c:v>
                </c:pt>
                <c:pt idx="2710">
                  <c:v>82.692757</c:v>
                </c:pt>
                <c:pt idx="2711">
                  <c:v>82.758422999999993</c:v>
                </c:pt>
                <c:pt idx="2712">
                  <c:v>82.883842000000001</c:v>
                </c:pt>
                <c:pt idx="2713">
                  <c:v>83.009818999999993</c:v>
                </c:pt>
                <c:pt idx="2714">
                  <c:v>83.191436999999993</c:v>
                </c:pt>
                <c:pt idx="2715">
                  <c:v>83.338729999999998</c:v>
                </c:pt>
                <c:pt idx="2716">
                  <c:v>83.407905999999997</c:v>
                </c:pt>
                <c:pt idx="2717">
                  <c:v>83.415824999999998</c:v>
                </c:pt>
                <c:pt idx="2718">
                  <c:v>83.32029</c:v>
                </c:pt>
                <c:pt idx="2719">
                  <c:v>83.149947999999995</c:v>
                </c:pt>
                <c:pt idx="2720">
                  <c:v>82.937111000000002</c:v>
                </c:pt>
                <c:pt idx="2721">
                  <c:v>82.772057000000004</c:v>
                </c:pt>
                <c:pt idx="2722">
                  <c:v>82.679855000000003</c:v>
                </c:pt>
                <c:pt idx="2723">
                  <c:v>82.665947000000003</c:v>
                </c:pt>
                <c:pt idx="2724">
                  <c:v>82.699676999999994</c:v>
                </c:pt>
                <c:pt idx="2725">
                  <c:v>82.767448000000002</c:v>
                </c:pt>
                <c:pt idx="2726">
                  <c:v>82.873481999999996</c:v>
                </c:pt>
                <c:pt idx="2727">
                  <c:v>82.979752000000005</c:v>
                </c:pt>
                <c:pt idx="2728">
                  <c:v>83.004097000000002</c:v>
                </c:pt>
                <c:pt idx="2729">
                  <c:v>82.966224999999994</c:v>
                </c:pt>
                <c:pt idx="2730">
                  <c:v>82.904067999999995</c:v>
                </c:pt>
                <c:pt idx="2731">
                  <c:v>82.829689000000002</c:v>
                </c:pt>
                <c:pt idx="2732">
                  <c:v>82.762084999999999</c:v>
                </c:pt>
                <c:pt idx="2733">
                  <c:v>82.675895999999995</c:v>
                </c:pt>
                <c:pt idx="2734">
                  <c:v>82.567581000000004</c:v>
                </c:pt>
                <c:pt idx="2735">
                  <c:v>82.439873000000006</c:v>
                </c:pt>
                <c:pt idx="2736">
                  <c:v>82.298759000000004</c:v>
                </c:pt>
                <c:pt idx="2737">
                  <c:v>82.155845999999997</c:v>
                </c:pt>
                <c:pt idx="2738">
                  <c:v>82.022980000000004</c:v>
                </c:pt>
                <c:pt idx="2739">
                  <c:v>81.902709999999999</c:v>
                </c:pt>
                <c:pt idx="2740">
                  <c:v>81.793625000000006</c:v>
                </c:pt>
                <c:pt idx="2741">
                  <c:v>81.700157000000004</c:v>
                </c:pt>
                <c:pt idx="2742">
                  <c:v>81.625823999999994</c:v>
                </c:pt>
                <c:pt idx="2743">
                  <c:v>81.576156999999995</c:v>
                </c:pt>
                <c:pt idx="2744">
                  <c:v>81.539444000000003</c:v>
                </c:pt>
                <c:pt idx="2745">
                  <c:v>81.514954000000003</c:v>
                </c:pt>
                <c:pt idx="2746">
                  <c:v>81.552443999999994</c:v>
                </c:pt>
                <c:pt idx="2747">
                  <c:v>81.594718999999998</c:v>
                </c:pt>
                <c:pt idx="2748">
                  <c:v>81.636718999999999</c:v>
                </c:pt>
                <c:pt idx="2749">
                  <c:v>81.644615000000002</c:v>
                </c:pt>
                <c:pt idx="2750">
                  <c:v>81.628272999999993</c:v>
                </c:pt>
                <c:pt idx="2751">
                  <c:v>81.648383999999993</c:v>
                </c:pt>
                <c:pt idx="2752">
                  <c:v>81.641509999999997</c:v>
                </c:pt>
                <c:pt idx="2753">
                  <c:v>81.577538000000004</c:v>
                </c:pt>
                <c:pt idx="2754">
                  <c:v>81.537903</c:v>
                </c:pt>
                <c:pt idx="2755">
                  <c:v>81.525527999999994</c:v>
                </c:pt>
                <c:pt idx="2756">
                  <c:v>81.526115000000004</c:v>
                </c:pt>
                <c:pt idx="2757">
                  <c:v>81.514731999999995</c:v>
                </c:pt>
                <c:pt idx="2758">
                  <c:v>81.483649999999997</c:v>
                </c:pt>
                <c:pt idx="2759">
                  <c:v>81.444220999999999</c:v>
                </c:pt>
                <c:pt idx="2760">
                  <c:v>81.422805999999994</c:v>
                </c:pt>
                <c:pt idx="2761">
                  <c:v>81.309760999999995</c:v>
                </c:pt>
                <c:pt idx="2762">
                  <c:v>81.257857999999999</c:v>
                </c:pt>
                <c:pt idx="2763">
                  <c:v>81.235550000000003</c:v>
                </c:pt>
                <c:pt idx="2764">
                  <c:v>81.194739999999996</c:v>
                </c:pt>
                <c:pt idx="2765">
                  <c:v>81.168289000000001</c:v>
                </c:pt>
                <c:pt idx="2766">
                  <c:v>81.137291000000005</c:v>
                </c:pt>
                <c:pt idx="2767">
                  <c:v>81.060883000000004</c:v>
                </c:pt>
                <c:pt idx="2768">
                  <c:v>81.005797999999999</c:v>
                </c:pt>
                <c:pt idx="2769">
                  <c:v>80.971283</c:v>
                </c:pt>
                <c:pt idx="2770">
                  <c:v>80.936684</c:v>
                </c:pt>
                <c:pt idx="2771">
                  <c:v>80.924773999999999</c:v>
                </c:pt>
                <c:pt idx="2772">
                  <c:v>80.948348999999993</c:v>
                </c:pt>
                <c:pt idx="2773">
                  <c:v>80.987656000000001</c:v>
                </c:pt>
                <c:pt idx="2774">
                  <c:v>80.981216000000003</c:v>
                </c:pt>
                <c:pt idx="2775">
                  <c:v>80.962646000000007</c:v>
                </c:pt>
                <c:pt idx="2776">
                  <c:v>80.999511999999996</c:v>
                </c:pt>
                <c:pt idx="2777">
                  <c:v>81.042197999999999</c:v>
                </c:pt>
                <c:pt idx="2778">
                  <c:v>81.001602000000005</c:v>
                </c:pt>
                <c:pt idx="2779">
                  <c:v>80.953238999999996</c:v>
                </c:pt>
                <c:pt idx="2780">
                  <c:v>80.915863000000002</c:v>
                </c:pt>
                <c:pt idx="2781">
                  <c:v>80.876503</c:v>
                </c:pt>
                <c:pt idx="2782">
                  <c:v>80.823502000000005</c:v>
                </c:pt>
                <c:pt idx="2783">
                  <c:v>80.782730000000001</c:v>
                </c:pt>
                <c:pt idx="2784">
                  <c:v>80.707183999999998</c:v>
                </c:pt>
                <c:pt idx="2785">
                  <c:v>80.602715000000003</c:v>
                </c:pt>
                <c:pt idx="2786">
                  <c:v>80.500113999999996</c:v>
                </c:pt>
                <c:pt idx="2787">
                  <c:v>80.408912999999998</c:v>
                </c:pt>
                <c:pt idx="2788">
                  <c:v>80.346496999999999</c:v>
                </c:pt>
                <c:pt idx="2789">
                  <c:v>80.360313000000005</c:v>
                </c:pt>
                <c:pt idx="2790">
                  <c:v>80.360657000000003</c:v>
                </c:pt>
                <c:pt idx="2791">
                  <c:v>80.317322000000004</c:v>
                </c:pt>
                <c:pt idx="2792">
                  <c:v>80.246437</c:v>
                </c:pt>
                <c:pt idx="2793">
                  <c:v>80.180817000000005</c:v>
                </c:pt>
                <c:pt idx="2794">
                  <c:v>80.115120000000005</c:v>
                </c:pt>
                <c:pt idx="2795">
                  <c:v>80.092995000000002</c:v>
                </c:pt>
                <c:pt idx="2796">
                  <c:v>80.130547000000007</c:v>
                </c:pt>
                <c:pt idx="2797">
                  <c:v>80.139290000000003</c:v>
                </c:pt>
                <c:pt idx="2798">
                  <c:v>80.118515000000002</c:v>
                </c:pt>
                <c:pt idx="2799">
                  <c:v>80.100166000000002</c:v>
                </c:pt>
                <c:pt idx="2800">
                  <c:v>80.146172000000007</c:v>
                </c:pt>
                <c:pt idx="2801">
                  <c:v>80.163871999999998</c:v>
                </c:pt>
                <c:pt idx="2802">
                  <c:v>80.153366000000005</c:v>
                </c:pt>
                <c:pt idx="2803">
                  <c:v>80.130386000000001</c:v>
                </c:pt>
                <c:pt idx="2804">
                  <c:v>80.087151000000006</c:v>
                </c:pt>
                <c:pt idx="2805">
                  <c:v>79.952522000000002</c:v>
                </c:pt>
                <c:pt idx="2806">
                  <c:v>79.764152999999993</c:v>
                </c:pt>
                <c:pt idx="2807">
                  <c:v>79.596992</c:v>
                </c:pt>
                <c:pt idx="2808">
                  <c:v>79.454514000000003</c:v>
                </c:pt>
                <c:pt idx="2809">
                  <c:v>79.371848999999997</c:v>
                </c:pt>
                <c:pt idx="2810">
                  <c:v>79.346137999999996</c:v>
                </c:pt>
                <c:pt idx="2811">
                  <c:v>79.325965999999994</c:v>
                </c:pt>
                <c:pt idx="2812">
                  <c:v>79.323013000000003</c:v>
                </c:pt>
                <c:pt idx="2813">
                  <c:v>79.304855000000003</c:v>
                </c:pt>
                <c:pt idx="2814">
                  <c:v>79.271263000000005</c:v>
                </c:pt>
                <c:pt idx="2815">
                  <c:v>79.283134000000004</c:v>
                </c:pt>
                <c:pt idx="2816">
                  <c:v>79.28595</c:v>
                </c:pt>
                <c:pt idx="2817">
                  <c:v>79.282532000000003</c:v>
                </c:pt>
                <c:pt idx="2818">
                  <c:v>79.279678000000004</c:v>
                </c:pt>
                <c:pt idx="2819">
                  <c:v>79.278426999999994</c:v>
                </c:pt>
                <c:pt idx="2820">
                  <c:v>79.207474000000005</c:v>
                </c:pt>
                <c:pt idx="2821">
                  <c:v>79.120636000000005</c:v>
                </c:pt>
                <c:pt idx="2822">
                  <c:v>79.008842000000001</c:v>
                </c:pt>
                <c:pt idx="2823">
                  <c:v>78.866211000000007</c:v>
                </c:pt>
                <c:pt idx="2824">
                  <c:v>78.730072000000007</c:v>
                </c:pt>
                <c:pt idx="2825">
                  <c:v>78.634253999999999</c:v>
                </c:pt>
                <c:pt idx="2826">
                  <c:v>78.553168999999997</c:v>
                </c:pt>
                <c:pt idx="2827">
                  <c:v>78.485389999999995</c:v>
                </c:pt>
                <c:pt idx="2828">
                  <c:v>78.396575999999996</c:v>
                </c:pt>
                <c:pt idx="2829">
                  <c:v>78.361503999999996</c:v>
                </c:pt>
                <c:pt idx="2830">
                  <c:v>78.301627999999994</c:v>
                </c:pt>
                <c:pt idx="2831">
                  <c:v>78.209334999999996</c:v>
                </c:pt>
                <c:pt idx="2832">
                  <c:v>78.078757999999993</c:v>
                </c:pt>
                <c:pt idx="2833">
                  <c:v>77.999290000000002</c:v>
                </c:pt>
                <c:pt idx="2834">
                  <c:v>77.961524999999995</c:v>
                </c:pt>
                <c:pt idx="2835">
                  <c:v>77.944312999999994</c:v>
                </c:pt>
                <c:pt idx="2836">
                  <c:v>77.923316999999997</c:v>
                </c:pt>
                <c:pt idx="2837">
                  <c:v>77.908112000000003</c:v>
                </c:pt>
                <c:pt idx="2838">
                  <c:v>77.857307000000006</c:v>
                </c:pt>
                <c:pt idx="2839">
                  <c:v>77.821999000000005</c:v>
                </c:pt>
                <c:pt idx="2840">
                  <c:v>77.748801999999998</c:v>
                </c:pt>
                <c:pt idx="2841">
                  <c:v>77.683852999999999</c:v>
                </c:pt>
                <c:pt idx="2842">
                  <c:v>77.570007000000004</c:v>
                </c:pt>
                <c:pt idx="2843">
                  <c:v>77.455916999999999</c:v>
                </c:pt>
                <c:pt idx="2844">
                  <c:v>77.363472000000002</c:v>
                </c:pt>
                <c:pt idx="2845">
                  <c:v>77.32029</c:v>
                </c:pt>
                <c:pt idx="2846">
                  <c:v>77.253883000000002</c:v>
                </c:pt>
                <c:pt idx="2847">
                  <c:v>77.145111</c:v>
                </c:pt>
                <c:pt idx="2848">
                  <c:v>77.100548000000003</c:v>
                </c:pt>
                <c:pt idx="2849">
                  <c:v>77.045822000000001</c:v>
                </c:pt>
                <c:pt idx="2850">
                  <c:v>76.941588999999993</c:v>
                </c:pt>
                <c:pt idx="2851">
                  <c:v>76.857574</c:v>
                </c:pt>
                <c:pt idx="2852">
                  <c:v>76.840744000000001</c:v>
                </c:pt>
                <c:pt idx="2853">
                  <c:v>76.857749999999996</c:v>
                </c:pt>
                <c:pt idx="2854">
                  <c:v>76.803939999999997</c:v>
                </c:pt>
                <c:pt idx="2855">
                  <c:v>76.714179999999999</c:v>
                </c:pt>
                <c:pt idx="2856">
                  <c:v>76.605193999999997</c:v>
                </c:pt>
                <c:pt idx="2857">
                  <c:v>76.491675999999998</c:v>
                </c:pt>
                <c:pt idx="2858">
                  <c:v>76.394088999999994</c:v>
                </c:pt>
                <c:pt idx="2859">
                  <c:v>76.308502000000004</c:v>
                </c:pt>
                <c:pt idx="2860">
                  <c:v>76.284926999999996</c:v>
                </c:pt>
                <c:pt idx="2861">
                  <c:v>76.31353</c:v>
                </c:pt>
                <c:pt idx="2862">
                  <c:v>76.350464000000002</c:v>
                </c:pt>
                <c:pt idx="2863">
                  <c:v>76.409439000000006</c:v>
                </c:pt>
                <c:pt idx="2864">
                  <c:v>76.499274999999997</c:v>
                </c:pt>
                <c:pt idx="2865">
                  <c:v>76.537903</c:v>
                </c:pt>
                <c:pt idx="2866">
                  <c:v>76.582229999999996</c:v>
                </c:pt>
                <c:pt idx="2867">
                  <c:v>76.600273000000001</c:v>
                </c:pt>
                <c:pt idx="2868">
                  <c:v>76.561843999999994</c:v>
                </c:pt>
                <c:pt idx="2869">
                  <c:v>76.511032</c:v>
                </c:pt>
                <c:pt idx="2870">
                  <c:v>76.451965000000001</c:v>
                </c:pt>
                <c:pt idx="2871">
                  <c:v>76.322533000000007</c:v>
                </c:pt>
                <c:pt idx="2872">
                  <c:v>76.162979000000007</c:v>
                </c:pt>
                <c:pt idx="2873">
                  <c:v>75.984984999999995</c:v>
                </c:pt>
                <c:pt idx="2874">
                  <c:v>75.824104000000005</c:v>
                </c:pt>
                <c:pt idx="2875">
                  <c:v>75.659797999999995</c:v>
                </c:pt>
                <c:pt idx="2876">
                  <c:v>75.483215000000001</c:v>
                </c:pt>
                <c:pt idx="2877">
                  <c:v>75.312804999999997</c:v>
                </c:pt>
                <c:pt idx="2878">
                  <c:v>75.157578000000001</c:v>
                </c:pt>
                <c:pt idx="2879">
                  <c:v>75.026015999999998</c:v>
                </c:pt>
                <c:pt idx="2880">
                  <c:v>74.923682999999997</c:v>
                </c:pt>
                <c:pt idx="2881">
                  <c:v>74.828406999999999</c:v>
                </c:pt>
                <c:pt idx="2882">
                  <c:v>74.746467999999993</c:v>
                </c:pt>
                <c:pt idx="2883">
                  <c:v>74.685828999999998</c:v>
                </c:pt>
                <c:pt idx="2884">
                  <c:v>74.643287999999998</c:v>
                </c:pt>
                <c:pt idx="2885">
                  <c:v>74.604361999999995</c:v>
                </c:pt>
                <c:pt idx="2886">
                  <c:v>74.591560000000001</c:v>
                </c:pt>
                <c:pt idx="2887">
                  <c:v>74.576317000000003</c:v>
                </c:pt>
                <c:pt idx="2888">
                  <c:v>74.585327000000007</c:v>
                </c:pt>
                <c:pt idx="2889">
                  <c:v>74.599143999999995</c:v>
                </c:pt>
                <c:pt idx="2890">
                  <c:v>74.632560999999995</c:v>
                </c:pt>
                <c:pt idx="2891">
                  <c:v>74.625129999999999</c:v>
                </c:pt>
                <c:pt idx="2892">
                  <c:v>74.626625000000004</c:v>
                </c:pt>
                <c:pt idx="2893">
                  <c:v>74.627678000000003</c:v>
                </c:pt>
                <c:pt idx="2894">
                  <c:v>74.536293000000001</c:v>
                </c:pt>
                <c:pt idx="2895">
                  <c:v>74.412543999999997</c:v>
                </c:pt>
                <c:pt idx="2896">
                  <c:v>74.290878000000006</c:v>
                </c:pt>
                <c:pt idx="2897">
                  <c:v>74.204871999999995</c:v>
                </c:pt>
                <c:pt idx="2898">
                  <c:v>74.145561000000001</c:v>
                </c:pt>
                <c:pt idx="2899">
                  <c:v>74.081055000000006</c:v>
                </c:pt>
                <c:pt idx="2900">
                  <c:v>74.022614000000004</c:v>
                </c:pt>
                <c:pt idx="2901">
                  <c:v>73.953224000000006</c:v>
                </c:pt>
                <c:pt idx="2902">
                  <c:v>73.940033</c:v>
                </c:pt>
                <c:pt idx="2903">
                  <c:v>73.920699999999997</c:v>
                </c:pt>
                <c:pt idx="2904">
                  <c:v>73.940117000000001</c:v>
                </c:pt>
                <c:pt idx="2905">
                  <c:v>73.911727999999997</c:v>
                </c:pt>
                <c:pt idx="2906">
                  <c:v>73.922943000000004</c:v>
                </c:pt>
                <c:pt idx="2907">
                  <c:v>73.910026999999999</c:v>
                </c:pt>
                <c:pt idx="2908">
                  <c:v>73.889397000000002</c:v>
                </c:pt>
                <c:pt idx="2909">
                  <c:v>73.874733000000006</c:v>
                </c:pt>
                <c:pt idx="2910">
                  <c:v>73.855727999999999</c:v>
                </c:pt>
                <c:pt idx="2911">
                  <c:v>73.831847999999994</c:v>
                </c:pt>
                <c:pt idx="2912">
                  <c:v>73.831383000000002</c:v>
                </c:pt>
                <c:pt idx="2913">
                  <c:v>73.825569000000002</c:v>
                </c:pt>
                <c:pt idx="2914">
                  <c:v>73.812736999999998</c:v>
                </c:pt>
                <c:pt idx="2915">
                  <c:v>73.815331</c:v>
                </c:pt>
                <c:pt idx="2916">
                  <c:v>73.851073999999997</c:v>
                </c:pt>
                <c:pt idx="2917">
                  <c:v>73.884117000000003</c:v>
                </c:pt>
                <c:pt idx="2918">
                  <c:v>73.902100000000004</c:v>
                </c:pt>
                <c:pt idx="2919">
                  <c:v>73.921020999999996</c:v>
                </c:pt>
                <c:pt idx="2920">
                  <c:v>73.914917000000003</c:v>
                </c:pt>
                <c:pt idx="2921">
                  <c:v>73.956481999999994</c:v>
                </c:pt>
                <c:pt idx="2922">
                  <c:v>73.954605000000001</c:v>
                </c:pt>
                <c:pt idx="2923">
                  <c:v>73.910431000000003</c:v>
                </c:pt>
                <c:pt idx="2924">
                  <c:v>73.814712999999998</c:v>
                </c:pt>
                <c:pt idx="2925">
                  <c:v>73.715462000000002</c:v>
                </c:pt>
                <c:pt idx="2926">
                  <c:v>73.638274999999993</c:v>
                </c:pt>
                <c:pt idx="2927">
                  <c:v>73.547943000000004</c:v>
                </c:pt>
                <c:pt idx="2928">
                  <c:v>73.432281000000003</c:v>
                </c:pt>
                <c:pt idx="2929">
                  <c:v>73.363472000000002</c:v>
                </c:pt>
                <c:pt idx="2930">
                  <c:v>73.287673999999996</c:v>
                </c:pt>
                <c:pt idx="2931">
                  <c:v>73.233779999999996</c:v>
                </c:pt>
                <c:pt idx="2932">
                  <c:v>73.150208000000006</c:v>
                </c:pt>
                <c:pt idx="2933">
                  <c:v>73.158851999999996</c:v>
                </c:pt>
                <c:pt idx="2934">
                  <c:v>73.167052999999996</c:v>
                </c:pt>
                <c:pt idx="2935">
                  <c:v>73.200248999999999</c:v>
                </c:pt>
                <c:pt idx="2936">
                  <c:v>73.192772000000005</c:v>
                </c:pt>
                <c:pt idx="2937">
                  <c:v>73.171135000000007</c:v>
                </c:pt>
                <c:pt idx="2938">
                  <c:v>73.170212000000006</c:v>
                </c:pt>
                <c:pt idx="2939">
                  <c:v>73.108406000000002</c:v>
                </c:pt>
                <c:pt idx="2940">
                  <c:v>73.033180000000002</c:v>
                </c:pt>
                <c:pt idx="2941">
                  <c:v>72.942352</c:v>
                </c:pt>
                <c:pt idx="2942">
                  <c:v>72.865004999999996</c:v>
                </c:pt>
                <c:pt idx="2943">
                  <c:v>72.797318000000004</c:v>
                </c:pt>
                <c:pt idx="2944">
                  <c:v>72.723488000000003</c:v>
                </c:pt>
                <c:pt idx="2945">
                  <c:v>72.685844000000003</c:v>
                </c:pt>
                <c:pt idx="2946">
                  <c:v>72.637771999999998</c:v>
                </c:pt>
                <c:pt idx="2947">
                  <c:v>72.596648999999999</c:v>
                </c:pt>
                <c:pt idx="2948">
                  <c:v>72.550835000000006</c:v>
                </c:pt>
                <c:pt idx="2949">
                  <c:v>72.503135999999998</c:v>
                </c:pt>
                <c:pt idx="2950">
                  <c:v>72.480323999999996</c:v>
                </c:pt>
                <c:pt idx="2951">
                  <c:v>72.472733000000005</c:v>
                </c:pt>
                <c:pt idx="2952">
                  <c:v>72.455391000000006</c:v>
                </c:pt>
                <c:pt idx="2953">
                  <c:v>72.434539999999998</c:v>
                </c:pt>
                <c:pt idx="2954">
                  <c:v>72.417923000000002</c:v>
                </c:pt>
                <c:pt idx="2955">
                  <c:v>72.409469999999999</c:v>
                </c:pt>
                <c:pt idx="2956">
                  <c:v>72.372910000000005</c:v>
                </c:pt>
                <c:pt idx="2957">
                  <c:v>72.326767000000004</c:v>
                </c:pt>
                <c:pt idx="2958">
                  <c:v>72.298057999999997</c:v>
                </c:pt>
                <c:pt idx="2959">
                  <c:v>72.271216999999993</c:v>
                </c:pt>
                <c:pt idx="2960">
                  <c:v>72.233413999999996</c:v>
                </c:pt>
                <c:pt idx="2961">
                  <c:v>72.176247000000004</c:v>
                </c:pt>
                <c:pt idx="2962">
                  <c:v>72.088493</c:v>
                </c:pt>
                <c:pt idx="2963">
                  <c:v>72.016486999999998</c:v>
                </c:pt>
                <c:pt idx="2964">
                  <c:v>71.953452999999996</c:v>
                </c:pt>
                <c:pt idx="2965">
                  <c:v>71.901580999999993</c:v>
                </c:pt>
                <c:pt idx="2966">
                  <c:v>71.812873999999994</c:v>
                </c:pt>
                <c:pt idx="2967">
                  <c:v>71.694229000000007</c:v>
                </c:pt>
                <c:pt idx="2968">
                  <c:v>71.547034999999994</c:v>
                </c:pt>
                <c:pt idx="2969">
                  <c:v>71.382591000000005</c:v>
                </c:pt>
                <c:pt idx="2970">
                  <c:v>71.257544999999993</c:v>
                </c:pt>
                <c:pt idx="2971">
                  <c:v>71.176070999999993</c:v>
                </c:pt>
                <c:pt idx="2972">
                  <c:v>71.112517999999994</c:v>
                </c:pt>
                <c:pt idx="2973">
                  <c:v>71.061203000000006</c:v>
                </c:pt>
                <c:pt idx="2974">
                  <c:v>71.041397000000003</c:v>
                </c:pt>
                <c:pt idx="2975">
                  <c:v>71.101639000000006</c:v>
                </c:pt>
                <c:pt idx="2976">
                  <c:v>71.353035000000006</c:v>
                </c:pt>
                <c:pt idx="2977">
                  <c:v>71.942093</c:v>
                </c:pt>
                <c:pt idx="2978">
                  <c:v>72.786620999999997</c:v>
                </c:pt>
                <c:pt idx="2979">
                  <c:v>73.563400000000001</c:v>
                </c:pt>
                <c:pt idx="2980">
                  <c:v>73.956703000000005</c:v>
                </c:pt>
                <c:pt idx="2981">
                  <c:v>73.865784000000005</c:v>
                </c:pt>
                <c:pt idx="2982">
                  <c:v>72.662277000000003</c:v>
                </c:pt>
                <c:pt idx="2983">
                  <c:v>71.760650999999996</c:v>
                </c:pt>
                <c:pt idx="2984">
                  <c:v>71.264190999999997</c:v>
                </c:pt>
                <c:pt idx="2985">
                  <c:v>71.016159000000002</c:v>
                </c:pt>
                <c:pt idx="2986">
                  <c:v>70.903380999999996</c:v>
                </c:pt>
                <c:pt idx="2987">
                  <c:v>70.839943000000005</c:v>
                </c:pt>
                <c:pt idx="2988">
                  <c:v>70.774017000000001</c:v>
                </c:pt>
                <c:pt idx="2989">
                  <c:v>70.689582999999999</c:v>
                </c:pt>
                <c:pt idx="2990">
                  <c:v>70.586135999999996</c:v>
                </c:pt>
                <c:pt idx="2991">
                  <c:v>70.470894000000001</c:v>
                </c:pt>
                <c:pt idx="2992">
                  <c:v>70.364647000000005</c:v>
                </c:pt>
                <c:pt idx="2993">
                  <c:v>70.269683999999998</c:v>
                </c:pt>
                <c:pt idx="2994">
                  <c:v>70.187447000000006</c:v>
                </c:pt>
                <c:pt idx="2995">
                  <c:v>70.116234000000006</c:v>
                </c:pt>
                <c:pt idx="2996">
                  <c:v>70.044776999999996</c:v>
                </c:pt>
                <c:pt idx="2997">
                  <c:v>69.995070999999996</c:v>
                </c:pt>
                <c:pt idx="2998">
                  <c:v>69.962715000000003</c:v>
                </c:pt>
                <c:pt idx="2999">
                  <c:v>69.959487999999993</c:v>
                </c:pt>
                <c:pt idx="3000">
                  <c:v>69.950218000000007</c:v>
                </c:pt>
                <c:pt idx="3001">
                  <c:v>69.941047999999995</c:v>
                </c:pt>
                <c:pt idx="3002">
                  <c:v>69.935562000000004</c:v>
                </c:pt>
                <c:pt idx="3003">
                  <c:v>69.913071000000002</c:v>
                </c:pt>
                <c:pt idx="3004">
                  <c:v>69.882132999999996</c:v>
                </c:pt>
                <c:pt idx="3005">
                  <c:v>69.845603999999994</c:v>
                </c:pt>
                <c:pt idx="3006">
                  <c:v>69.801368999999994</c:v>
                </c:pt>
                <c:pt idx="3007">
                  <c:v>69.750579999999999</c:v>
                </c:pt>
                <c:pt idx="3008">
                  <c:v>69.724541000000002</c:v>
                </c:pt>
                <c:pt idx="3009">
                  <c:v>69.732215999999994</c:v>
                </c:pt>
                <c:pt idx="3010">
                  <c:v>69.774749999999997</c:v>
                </c:pt>
                <c:pt idx="3011">
                  <c:v>69.807677999999996</c:v>
                </c:pt>
                <c:pt idx="3012">
                  <c:v>69.807686000000004</c:v>
                </c:pt>
                <c:pt idx="3013">
                  <c:v>69.782448000000002</c:v>
                </c:pt>
                <c:pt idx="3014">
                  <c:v>69.774199999999993</c:v>
                </c:pt>
                <c:pt idx="3015">
                  <c:v>69.834441999999996</c:v>
                </c:pt>
                <c:pt idx="3016">
                  <c:v>69.956192000000001</c:v>
                </c:pt>
                <c:pt idx="3017">
                  <c:v>70.075691000000006</c:v>
                </c:pt>
                <c:pt idx="3018">
                  <c:v>70.165656999999996</c:v>
                </c:pt>
                <c:pt idx="3019">
                  <c:v>70.253135999999998</c:v>
                </c:pt>
                <c:pt idx="3020">
                  <c:v>70.335364999999996</c:v>
                </c:pt>
                <c:pt idx="3021">
                  <c:v>70.402016000000003</c:v>
                </c:pt>
                <c:pt idx="3022">
                  <c:v>70.455337999999998</c:v>
                </c:pt>
                <c:pt idx="3023">
                  <c:v>70.505523999999994</c:v>
                </c:pt>
                <c:pt idx="3024">
                  <c:v>70.553436000000005</c:v>
                </c:pt>
                <c:pt idx="3025">
                  <c:v>70.597176000000005</c:v>
                </c:pt>
                <c:pt idx="3026">
                  <c:v>70.625541999999996</c:v>
                </c:pt>
                <c:pt idx="3027">
                  <c:v>70.639572000000001</c:v>
                </c:pt>
                <c:pt idx="3028">
                  <c:v>70.644813999999997</c:v>
                </c:pt>
                <c:pt idx="3029">
                  <c:v>70.643860000000004</c:v>
                </c:pt>
                <c:pt idx="3030">
                  <c:v>70.638160999999997</c:v>
                </c:pt>
                <c:pt idx="3031">
                  <c:v>70.628676999999996</c:v>
                </c:pt>
                <c:pt idx="3032">
                  <c:v>70.614349000000004</c:v>
                </c:pt>
                <c:pt idx="3033">
                  <c:v>70.598433999999997</c:v>
                </c:pt>
                <c:pt idx="3034">
                  <c:v>70.588645999999997</c:v>
                </c:pt>
                <c:pt idx="3035">
                  <c:v>70.598404000000002</c:v>
                </c:pt>
                <c:pt idx="3036">
                  <c:v>70.629669000000007</c:v>
                </c:pt>
                <c:pt idx="3037">
                  <c:v>70.690291999999999</c:v>
                </c:pt>
                <c:pt idx="3038">
                  <c:v>70.789351999999994</c:v>
                </c:pt>
                <c:pt idx="3039">
                  <c:v>70.891364999999993</c:v>
                </c:pt>
                <c:pt idx="3040">
                  <c:v>70.987762000000004</c:v>
                </c:pt>
                <c:pt idx="3041">
                  <c:v>71.060317999999995</c:v>
                </c:pt>
                <c:pt idx="3042">
                  <c:v>71.103309999999993</c:v>
                </c:pt>
                <c:pt idx="3043">
                  <c:v>71.128829999999994</c:v>
                </c:pt>
                <c:pt idx="3044">
                  <c:v>71.158676</c:v>
                </c:pt>
                <c:pt idx="3045">
                  <c:v>71.207160999999999</c:v>
                </c:pt>
                <c:pt idx="3046">
                  <c:v>71.272827000000007</c:v>
                </c:pt>
                <c:pt idx="3047">
                  <c:v>71.349800000000002</c:v>
                </c:pt>
                <c:pt idx="3048">
                  <c:v>71.396895999999998</c:v>
                </c:pt>
                <c:pt idx="3049">
                  <c:v>71.407013000000006</c:v>
                </c:pt>
                <c:pt idx="3050">
                  <c:v>71.369857999999994</c:v>
                </c:pt>
                <c:pt idx="3051">
                  <c:v>71.291138000000004</c:v>
                </c:pt>
                <c:pt idx="3052">
                  <c:v>71.193916000000002</c:v>
                </c:pt>
                <c:pt idx="3053">
                  <c:v>71.107544000000004</c:v>
                </c:pt>
                <c:pt idx="3054">
                  <c:v>71.042098999999993</c:v>
                </c:pt>
                <c:pt idx="3055">
                  <c:v>70.994156000000004</c:v>
                </c:pt>
                <c:pt idx="3056">
                  <c:v>70.969359999999995</c:v>
                </c:pt>
                <c:pt idx="3057">
                  <c:v>70.939216999999999</c:v>
                </c:pt>
                <c:pt idx="3058">
                  <c:v>70.943138000000005</c:v>
                </c:pt>
                <c:pt idx="3059">
                  <c:v>70.936295000000001</c:v>
                </c:pt>
                <c:pt idx="3060">
                  <c:v>70.924362000000002</c:v>
                </c:pt>
                <c:pt idx="3061">
                  <c:v>70.891991000000004</c:v>
                </c:pt>
                <c:pt idx="3062">
                  <c:v>70.822013999999996</c:v>
                </c:pt>
                <c:pt idx="3063">
                  <c:v>70.716942000000003</c:v>
                </c:pt>
                <c:pt idx="3064">
                  <c:v>70.595695000000006</c:v>
                </c:pt>
                <c:pt idx="3065">
                  <c:v>70.493781999999996</c:v>
                </c:pt>
                <c:pt idx="3066">
                  <c:v>70.416656000000003</c:v>
                </c:pt>
                <c:pt idx="3067">
                  <c:v>70.356757999999999</c:v>
                </c:pt>
                <c:pt idx="3068">
                  <c:v>70.296463000000003</c:v>
                </c:pt>
                <c:pt idx="3069">
                  <c:v>70.228317000000004</c:v>
                </c:pt>
                <c:pt idx="3070">
                  <c:v>70.169562999999997</c:v>
                </c:pt>
                <c:pt idx="3071">
                  <c:v>70.104881000000006</c:v>
                </c:pt>
                <c:pt idx="3072">
                  <c:v>70.048721</c:v>
                </c:pt>
                <c:pt idx="3073">
                  <c:v>70.006057999999996</c:v>
                </c:pt>
                <c:pt idx="3074">
                  <c:v>69.975136000000006</c:v>
                </c:pt>
                <c:pt idx="3075">
                  <c:v>69.945601999999994</c:v>
                </c:pt>
                <c:pt idx="3076">
                  <c:v>69.911850000000001</c:v>
                </c:pt>
                <c:pt idx="3077">
                  <c:v>69.870834000000002</c:v>
                </c:pt>
                <c:pt idx="3078">
                  <c:v>69.825783000000001</c:v>
                </c:pt>
                <c:pt idx="3079">
                  <c:v>69.783187999999996</c:v>
                </c:pt>
                <c:pt idx="3080">
                  <c:v>69.746123999999995</c:v>
                </c:pt>
                <c:pt idx="3081">
                  <c:v>69.725052000000005</c:v>
                </c:pt>
                <c:pt idx="3082">
                  <c:v>69.711494000000002</c:v>
                </c:pt>
                <c:pt idx="3083">
                  <c:v>69.705887000000004</c:v>
                </c:pt>
                <c:pt idx="3084">
                  <c:v>69.703384</c:v>
                </c:pt>
                <c:pt idx="3085">
                  <c:v>69.705475000000007</c:v>
                </c:pt>
                <c:pt idx="3086">
                  <c:v>69.759369000000007</c:v>
                </c:pt>
                <c:pt idx="3087">
                  <c:v>69.793434000000005</c:v>
                </c:pt>
                <c:pt idx="3088">
                  <c:v>69.817558000000005</c:v>
                </c:pt>
                <c:pt idx="3089">
                  <c:v>69.83596</c:v>
                </c:pt>
                <c:pt idx="3090">
                  <c:v>69.846146000000005</c:v>
                </c:pt>
                <c:pt idx="3091">
                  <c:v>69.842453000000006</c:v>
                </c:pt>
                <c:pt idx="3092">
                  <c:v>69.822036999999995</c:v>
                </c:pt>
                <c:pt idx="3093">
                  <c:v>69.781272999999999</c:v>
                </c:pt>
                <c:pt idx="3094">
                  <c:v>69.723243999999994</c:v>
                </c:pt>
                <c:pt idx="3095">
                  <c:v>69.664337000000003</c:v>
                </c:pt>
                <c:pt idx="3096">
                  <c:v>69.621337999999994</c:v>
                </c:pt>
                <c:pt idx="3097">
                  <c:v>69.596915999999993</c:v>
                </c:pt>
                <c:pt idx="3098">
                  <c:v>69.586792000000003</c:v>
                </c:pt>
                <c:pt idx="3099">
                  <c:v>69.579162999999994</c:v>
                </c:pt>
                <c:pt idx="3100">
                  <c:v>69.561256</c:v>
                </c:pt>
                <c:pt idx="3101">
                  <c:v>69.528450000000007</c:v>
                </c:pt>
                <c:pt idx="3102">
                  <c:v>69.486358999999993</c:v>
                </c:pt>
                <c:pt idx="3103">
                  <c:v>69.444489000000004</c:v>
                </c:pt>
                <c:pt idx="3104">
                  <c:v>69.407257000000001</c:v>
                </c:pt>
                <c:pt idx="3105">
                  <c:v>69.371582000000004</c:v>
                </c:pt>
                <c:pt idx="3106">
                  <c:v>69.340232999999998</c:v>
                </c:pt>
                <c:pt idx="3107">
                  <c:v>69.310958999999997</c:v>
                </c:pt>
                <c:pt idx="3108">
                  <c:v>69.282852000000005</c:v>
                </c:pt>
                <c:pt idx="3109">
                  <c:v>69.252846000000005</c:v>
                </c:pt>
                <c:pt idx="3110">
                  <c:v>69.221328999999997</c:v>
                </c:pt>
                <c:pt idx="3111">
                  <c:v>69.191360000000003</c:v>
                </c:pt>
                <c:pt idx="3112">
                  <c:v>69.168518000000006</c:v>
                </c:pt>
                <c:pt idx="3113">
                  <c:v>69.154540999999995</c:v>
                </c:pt>
                <c:pt idx="3114">
                  <c:v>69.149269000000004</c:v>
                </c:pt>
                <c:pt idx="3115">
                  <c:v>69.151978</c:v>
                </c:pt>
                <c:pt idx="3116">
                  <c:v>69.16037</c:v>
                </c:pt>
                <c:pt idx="3117">
                  <c:v>69.177475000000001</c:v>
                </c:pt>
                <c:pt idx="3118">
                  <c:v>69.205292</c:v>
                </c:pt>
                <c:pt idx="3119">
                  <c:v>69.242339999999999</c:v>
                </c:pt>
                <c:pt idx="3120">
                  <c:v>69.291709999999995</c:v>
                </c:pt>
                <c:pt idx="3121">
                  <c:v>69.350966999999997</c:v>
                </c:pt>
                <c:pt idx="3122">
                  <c:v>69.420417999999998</c:v>
                </c:pt>
                <c:pt idx="3123">
                  <c:v>69.498244999999997</c:v>
                </c:pt>
                <c:pt idx="3124">
                  <c:v>69.579987000000003</c:v>
                </c:pt>
                <c:pt idx="3125">
                  <c:v>69.664321999999999</c:v>
                </c:pt>
                <c:pt idx="3126">
                  <c:v>69.750052999999994</c:v>
                </c:pt>
                <c:pt idx="3127">
                  <c:v>69.839264</c:v>
                </c:pt>
                <c:pt idx="3128">
                  <c:v>69.935103999999995</c:v>
                </c:pt>
                <c:pt idx="3129">
                  <c:v>70.037079000000006</c:v>
                </c:pt>
                <c:pt idx="3130">
                  <c:v>70.114868000000001</c:v>
                </c:pt>
                <c:pt idx="3131">
                  <c:v>70.136780000000002</c:v>
                </c:pt>
                <c:pt idx="3132">
                  <c:v>70.099152000000004</c:v>
                </c:pt>
                <c:pt idx="3133">
                  <c:v>70.011107999999993</c:v>
                </c:pt>
                <c:pt idx="3134">
                  <c:v>69.938689999999994</c:v>
                </c:pt>
                <c:pt idx="3135">
                  <c:v>69.868774000000002</c:v>
                </c:pt>
                <c:pt idx="3136">
                  <c:v>69.800658999999996</c:v>
                </c:pt>
                <c:pt idx="3137">
                  <c:v>69.749329000000003</c:v>
                </c:pt>
                <c:pt idx="3138">
                  <c:v>69.703674000000007</c:v>
                </c:pt>
                <c:pt idx="3139">
                  <c:v>69.66404</c:v>
                </c:pt>
                <c:pt idx="3140">
                  <c:v>69.641113000000004</c:v>
                </c:pt>
                <c:pt idx="3141">
                  <c:v>69.637444000000002</c:v>
                </c:pt>
                <c:pt idx="3142">
                  <c:v>69.650169000000005</c:v>
                </c:pt>
                <c:pt idx="3143">
                  <c:v>69.667029999999997</c:v>
                </c:pt>
                <c:pt idx="3144">
                  <c:v>69.672141999999994</c:v>
                </c:pt>
                <c:pt idx="3145">
                  <c:v>69.635101000000006</c:v>
                </c:pt>
                <c:pt idx="3146">
                  <c:v>69.543457000000004</c:v>
                </c:pt>
                <c:pt idx="3147">
                  <c:v>69.453522000000007</c:v>
                </c:pt>
                <c:pt idx="3148">
                  <c:v>69.387505000000004</c:v>
                </c:pt>
                <c:pt idx="3149">
                  <c:v>69.324798999999999</c:v>
                </c:pt>
                <c:pt idx="3150">
                  <c:v>69.264838999999995</c:v>
                </c:pt>
                <c:pt idx="3151">
                  <c:v>69.223145000000002</c:v>
                </c:pt>
                <c:pt idx="3152">
                  <c:v>69.198279999999997</c:v>
                </c:pt>
                <c:pt idx="3153">
                  <c:v>69.196312000000006</c:v>
                </c:pt>
                <c:pt idx="3154">
                  <c:v>69.209175000000002</c:v>
                </c:pt>
                <c:pt idx="3155">
                  <c:v>69.204284999999999</c:v>
                </c:pt>
                <c:pt idx="3156">
                  <c:v>69.155265999999997</c:v>
                </c:pt>
                <c:pt idx="3157">
                  <c:v>69.081490000000002</c:v>
                </c:pt>
                <c:pt idx="3158">
                  <c:v>69.019592000000003</c:v>
                </c:pt>
                <c:pt idx="3159">
                  <c:v>69.000420000000005</c:v>
                </c:pt>
                <c:pt idx="3160">
                  <c:v>68.99118</c:v>
                </c:pt>
                <c:pt idx="3161">
                  <c:v>68.963188000000002</c:v>
                </c:pt>
                <c:pt idx="3162">
                  <c:v>68.922150000000002</c:v>
                </c:pt>
                <c:pt idx="3163">
                  <c:v>68.887161000000006</c:v>
                </c:pt>
                <c:pt idx="3164">
                  <c:v>68.835976000000002</c:v>
                </c:pt>
                <c:pt idx="3165">
                  <c:v>68.717461</c:v>
                </c:pt>
                <c:pt idx="3166">
                  <c:v>68.535979999999995</c:v>
                </c:pt>
                <c:pt idx="3167">
                  <c:v>68.280968000000001</c:v>
                </c:pt>
                <c:pt idx="3168">
                  <c:v>67.951781999999994</c:v>
                </c:pt>
                <c:pt idx="3169">
                  <c:v>67.577606000000003</c:v>
                </c:pt>
                <c:pt idx="3170">
                  <c:v>67.304512000000003</c:v>
                </c:pt>
                <c:pt idx="3171">
                  <c:v>67.122123999999999</c:v>
                </c:pt>
                <c:pt idx="3172">
                  <c:v>67.051536999999996</c:v>
                </c:pt>
                <c:pt idx="3173">
                  <c:v>67.126953</c:v>
                </c:pt>
                <c:pt idx="3174">
                  <c:v>67.320426999999995</c:v>
                </c:pt>
                <c:pt idx="3175">
                  <c:v>67.604416000000001</c:v>
                </c:pt>
                <c:pt idx="3176">
                  <c:v>67.913887000000003</c:v>
                </c:pt>
                <c:pt idx="3177">
                  <c:v>68.052582000000001</c:v>
                </c:pt>
                <c:pt idx="3178">
                  <c:v>68.060364000000007</c:v>
                </c:pt>
                <c:pt idx="3179">
                  <c:v>67.970634000000004</c:v>
                </c:pt>
                <c:pt idx="3180">
                  <c:v>67.868483999999995</c:v>
                </c:pt>
                <c:pt idx="3181">
                  <c:v>67.761505</c:v>
                </c:pt>
                <c:pt idx="3182">
                  <c:v>67.676247000000004</c:v>
                </c:pt>
                <c:pt idx="3183">
                  <c:v>67.598579000000001</c:v>
                </c:pt>
                <c:pt idx="3184">
                  <c:v>67.530395999999996</c:v>
                </c:pt>
                <c:pt idx="3185">
                  <c:v>67.487846000000005</c:v>
                </c:pt>
                <c:pt idx="3186">
                  <c:v>67.362930000000006</c:v>
                </c:pt>
                <c:pt idx="3187">
                  <c:v>67.164771999999999</c:v>
                </c:pt>
                <c:pt idx="3188">
                  <c:v>66.893219000000002</c:v>
                </c:pt>
                <c:pt idx="3189">
                  <c:v>66.633087000000003</c:v>
                </c:pt>
                <c:pt idx="3190">
                  <c:v>66.460594</c:v>
                </c:pt>
                <c:pt idx="3191">
                  <c:v>66.479247999999998</c:v>
                </c:pt>
                <c:pt idx="3192">
                  <c:v>66.724236000000005</c:v>
                </c:pt>
                <c:pt idx="3193">
                  <c:v>67.016541000000004</c:v>
                </c:pt>
                <c:pt idx="3194">
                  <c:v>67.310676999999998</c:v>
                </c:pt>
                <c:pt idx="3195">
                  <c:v>67.601326</c:v>
                </c:pt>
                <c:pt idx="3196">
                  <c:v>67.848938000000004</c:v>
                </c:pt>
                <c:pt idx="3197">
                  <c:v>68.009758000000005</c:v>
                </c:pt>
                <c:pt idx="3198">
                  <c:v>68.116057999999995</c:v>
                </c:pt>
                <c:pt idx="3199">
                  <c:v>68.157837000000001</c:v>
                </c:pt>
                <c:pt idx="3200">
                  <c:v>68.140418999999994</c:v>
                </c:pt>
                <c:pt idx="3201">
                  <c:v>68.104668000000004</c:v>
                </c:pt>
                <c:pt idx="3202">
                  <c:v>68.081344999999999</c:v>
                </c:pt>
                <c:pt idx="3203">
                  <c:v>68.057648</c:v>
                </c:pt>
                <c:pt idx="3204">
                  <c:v>68.010002</c:v>
                </c:pt>
                <c:pt idx="3205">
                  <c:v>67.979911999999999</c:v>
                </c:pt>
                <c:pt idx="3206">
                  <c:v>67.993758999999997</c:v>
                </c:pt>
                <c:pt idx="3207">
                  <c:v>68.018921000000006</c:v>
                </c:pt>
                <c:pt idx="3208">
                  <c:v>68.070189999999997</c:v>
                </c:pt>
                <c:pt idx="3209">
                  <c:v>68.113853000000006</c:v>
                </c:pt>
                <c:pt idx="3210">
                  <c:v>68.186904999999996</c:v>
                </c:pt>
                <c:pt idx="3211">
                  <c:v>68.175072</c:v>
                </c:pt>
                <c:pt idx="3212">
                  <c:v>68.114067000000006</c:v>
                </c:pt>
                <c:pt idx="3213">
                  <c:v>67.948479000000006</c:v>
                </c:pt>
                <c:pt idx="3214">
                  <c:v>67.669257999999999</c:v>
                </c:pt>
                <c:pt idx="3215">
                  <c:v>67.255363000000003</c:v>
                </c:pt>
                <c:pt idx="3216">
                  <c:v>66.731635999999995</c:v>
                </c:pt>
                <c:pt idx="3217">
                  <c:v>66.217178000000004</c:v>
                </c:pt>
                <c:pt idx="3218">
                  <c:v>65.793709000000007</c:v>
                </c:pt>
                <c:pt idx="3219">
                  <c:v>65.470757000000006</c:v>
                </c:pt>
                <c:pt idx="3220">
                  <c:v>65.232123999999999</c:v>
                </c:pt>
                <c:pt idx="3221">
                  <c:v>65.121589999999998</c:v>
                </c:pt>
                <c:pt idx="3222">
                  <c:v>65.090255999999997</c:v>
                </c:pt>
                <c:pt idx="3223">
                  <c:v>65.042907999999997</c:v>
                </c:pt>
                <c:pt idx="3224">
                  <c:v>65.000473</c:v>
                </c:pt>
                <c:pt idx="3225">
                  <c:v>64.969154000000003</c:v>
                </c:pt>
                <c:pt idx="3226">
                  <c:v>64.959121999999994</c:v>
                </c:pt>
                <c:pt idx="3227">
                  <c:v>64.965057000000002</c:v>
                </c:pt>
                <c:pt idx="3228">
                  <c:v>64.987396000000004</c:v>
                </c:pt>
                <c:pt idx="3229">
                  <c:v>65.023544000000001</c:v>
                </c:pt>
                <c:pt idx="3230">
                  <c:v>65.065619999999996</c:v>
                </c:pt>
                <c:pt idx="3231">
                  <c:v>65.108208000000005</c:v>
                </c:pt>
                <c:pt idx="3232">
                  <c:v>65.166092000000006</c:v>
                </c:pt>
                <c:pt idx="3233">
                  <c:v>65.327506999999997</c:v>
                </c:pt>
                <c:pt idx="3234">
                  <c:v>65.467772999999994</c:v>
                </c:pt>
                <c:pt idx="3235">
                  <c:v>65.642669999999995</c:v>
                </c:pt>
                <c:pt idx="3236">
                  <c:v>65.871360999999993</c:v>
                </c:pt>
                <c:pt idx="3237">
                  <c:v>66.123267999999996</c:v>
                </c:pt>
                <c:pt idx="3238">
                  <c:v>66.408187999999996</c:v>
                </c:pt>
                <c:pt idx="3239">
                  <c:v>66.572310999999999</c:v>
                </c:pt>
                <c:pt idx="3240">
                  <c:v>66.662719999999993</c:v>
                </c:pt>
                <c:pt idx="3241">
                  <c:v>66.731407000000004</c:v>
                </c:pt>
                <c:pt idx="3242">
                  <c:v>66.822006000000002</c:v>
                </c:pt>
                <c:pt idx="3243">
                  <c:v>66.932006999999999</c:v>
                </c:pt>
                <c:pt idx="3244">
                  <c:v>67.028533999999993</c:v>
                </c:pt>
                <c:pt idx="3245">
                  <c:v>67.115027999999995</c:v>
                </c:pt>
                <c:pt idx="3246">
                  <c:v>67.192313999999996</c:v>
                </c:pt>
                <c:pt idx="3247">
                  <c:v>67.251930000000002</c:v>
                </c:pt>
                <c:pt idx="3248">
                  <c:v>67.310874999999996</c:v>
                </c:pt>
                <c:pt idx="3249">
                  <c:v>67.365982000000002</c:v>
                </c:pt>
                <c:pt idx="3250">
                  <c:v>67.413741999999999</c:v>
                </c:pt>
                <c:pt idx="3251">
                  <c:v>67.434532000000004</c:v>
                </c:pt>
                <c:pt idx="3252">
                  <c:v>67.415413000000001</c:v>
                </c:pt>
                <c:pt idx="3253">
                  <c:v>67.361571999999995</c:v>
                </c:pt>
                <c:pt idx="3254">
                  <c:v>67.295235000000005</c:v>
                </c:pt>
                <c:pt idx="3255">
                  <c:v>67.242965999999996</c:v>
                </c:pt>
                <c:pt idx="3256">
                  <c:v>67.210448999999997</c:v>
                </c:pt>
                <c:pt idx="3257">
                  <c:v>67.204536000000004</c:v>
                </c:pt>
                <c:pt idx="3258">
                  <c:v>67.234772000000007</c:v>
                </c:pt>
                <c:pt idx="3259">
                  <c:v>67.292441999999994</c:v>
                </c:pt>
                <c:pt idx="3260">
                  <c:v>67.373238000000001</c:v>
                </c:pt>
                <c:pt idx="3261">
                  <c:v>67.442085000000006</c:v>
                </c:pt>
                <c:pt idx="3262">
                  <c:v>67.501587000000001</c:v>
                </c:pt>
                <c:pt idx="3263">
                  <c:v>67.555901000000006</c:v>
                </c:pt>
                <c:pt idx="3264">
                  <c:v>67.604484999999997</c:v>
                </c:pt>
                <c:pt idx="3265">
                  <c:v>67.648758000000001</c:v>
                </c:pt>
                <c:pt idx="3266">
                  <c:v>67.684134999999998</c:v>
                </c:pt>
                <c:pt idx="3267">
                  <c:v>67.712372000000002</c:v>
                </c:pt>
                <c:pt idx="3268">
                  <c:v>67.738669999999999</c:v>
                </c:pt>
                <c:pt idx="3269">
                  <c:v>67.770736999999997</c:v>
                </c:pt>
                <c:pt idx="3270">
                  <c:v>67.785774000000004</c:v>
                </c:pt>
                <c:pt idx="3271">
                  <c:v>67.761443999999997</c:v>
                </c:pt>
                <c:pt idx="3272">
                  <c:v>67.696556000000001</c:v>
                </c:pt>
                <c:pt idx="3273">
                  <c:v>67.618026999999998</c:v>
                </c:pt>
                <c:pt idx="3274">
                  <c:v>67.556442000000004</c:v>
                </c:pt>
                <c:pt idx="3275">
                  <c:v>67.522223999999994</c:v>
                </c:pt>
                <c:pt idx="3276">
                  <c:v>67.544730999999999</c:v>
                </c:pt>
                <c:pt idx="3277">
                  <c:v>67.590369999999993</c:v>
                </c:pt>
                <c:pt idx="3278">
                  <c:v>67.568061999999998</c:v>
                </c:pt>
                <c:pt idx="3279">
                  <c:v>67.493874000000005</c:v>
                </c:pt>
                <c:pt idx="3280">
                  <c:v>67.387801999999994</c:v>
                </c:pt>
                <c:pt idx="3281">
                  <c:v>67.360359000000003</c:v>
                </c:pt>
                <c:pt idx="3282">
                  <c:v>67.352547000000001</c:v>
                </c:pt>
                <c:pt idx="3283">
                  <c:v>67.311913000000004</c:v>
                </c:pt>
                <c:pt idx="3284">
                  <c:v>67.252785000000003</c:v>
                </c:pt>
                <c:pt idx="3285">
                  <c:v>67.176772999999997</c:v>
                </c:pt>
                <c:pt idx="3286">
                  <c:v>67.065971000000005</c:v>
                </c:pt>
                <c:pt idx="3287">
                  <c:v>66.904242999999994</c:v>
                </c:pt>
                <c:pt idx="3288">
                  <c:v>66.659103000000002</c:v>
                </c:pt>
                <c:pt idx="3289">
                  <c:v>66.301047999999994</c:v>
                </c:pt>
                <c:pt idx="3290">
                  <c:v>65.923491999999996</c:v>
                </c:pt>
                <c:pt idx="3291">
                  <c:v>65.512878000000001</c:v>
                </c:pt>
                <c:pt idx="3292">
                  <c:v>65.281609000000003</c:v>
                </c:pt>
                <c:pt idx="3293">
                  <c:v>65.180037999999996</c:v>
                </c:pt>
                <c:pt idx="3294">
                  <c:v>65.150268999999994</c:v>
                </c:pt>
                <c:pt idx="3295">
                  <c:v>65.147163000000006</c:v>
                </c:pt>
                <c:pt idx="3296">
                  <c:v>65.158851999999996</c:v>
                </c:pt>
                <c:pt idx="3297">
                  <c:v>65.174369999999996</c:v>
                </c:pt>
                <c:pt idx="3298">
                  <c:v>65.193909000000005</c:v>
                </c:pt>
                <c:pt idx="3299">
                  <c:v>65.196708999999998</c:v>
                </c:pt>
                <c:pt idx="3300">
                  <c:v>65.201080000000005</c:v>
                </c:pt>
                <c:pt idx="3301">
                  <c:v>65.218620000000001</c:v>
                </c:pt>
                <c:pt idx="3302">
                  <c:v>65.161208999999999</c:v>
                </c:pt>
                <c:pt idx="3303">
                  <c:v>65.109313999999998</c:v>
                </c:pt>
                <c:pt idx="3304">
                  <c:v>65.060539000000006</c:v>
                </c:pt>
                <c:pt idx="3305">
                  <c:v>65.000290000000007</c:v>
                </c:pt>
                <c:pt idx="3306">
                  <c:v>64.941749999999999</c:v>
                </c:pt>
                <c:pt idx="3307">
                  <c:v>64.895325</c:v>
                </c:pt>
                <c:pt idx="3308">
                  <c:v>64.834969000000001</c:v>
                </c:pt>
                <c:pt idx="3309">
                  <c:v>64.734589</c:v>
                </c:pt>
                <c:pt idx="3310">
                  <c:v>64.610504000000006</c:v>
                </c:pt>
                <c:pt idx="3311">
                  <c:v>64.496139999999997</c:v>
                </c:pt>
                <c:pt idx="3312">
                  <c:v>64.415558000000004</c:v>
                </c:pt>
                <c:pt idx="3313">
                  <c:v>64.390502999999995</c:v>
                </c:pt>
                <c:pt idx="3314">
                  <c:v>64.406570000000002</c:v>
                </c:pt>
                <c:pt idx="3315">
                  <c:v>64.465607000000006</c:v>
                </c:pt>
                <c:pt idx="3316">
                  <c:v>64.549873000000005</c:v>
                </c:pt>
                <c:pt idx="3317">
                  <c:v>64.645698999999993</c:v>
                </c:pt>
                <c:pt idx="3318">
                  <c:v>64.725730999999996</c:v>
                </c:pt>
                <c:pt idx="3319">
                  <c:v>64.774322999999995</c:v>
                </c:pt>
                <c:pt idx="3320">
                  <c:v>64.796913000000004</c:v>
                </c:pt>
                <c:pt idx="3321">
                  <c:v>64.789153999999996</c:v>
                </c:pt>
                <c:pt idx="3322">
                  <c:v>64.767180999999994</c:v>
                </c:pt>
                <c:pt idx="3323">
                  <c:v>64.743285999999998</c:v>
                </c:pt>
                <c:pt idx="3324">
                  <c:v>64.734734000000003</c:v>
                </c:pt>
                <c:pt idx="3325">
                  <c:v>64.743285999999998</c:v>
                </c:pt>
                <c:pt idx="3326">
                  <c:v>64.762123000000003</c:v>
                </c:pt>
                <c:pt idx="3327">
                  <c:v>64.789237999999997</c:v>
                </c:pt>
                <c:pt idx="3328">
                  <c:v>64.810142999999997</c:v>
                </c:pt>
                <c:pt idx="3329">
                  <c:v>64.818809999999999</c:v>
                </c:pt>
                <c:pt idx="3330">
                  <c:v>64.822036999999995</c:v>
                </c:pt>
                <c:pt idx="3331">
                  <c:v>64.820640999999995</c:v>
                </c:pt>
                <c:pt idx="3332">
                  <c:v>64.831008999999995</c:v>
                </c:pt>
                <c:pt idx="3333">
                  <c:v>64.827834999999993</c:v>
                </c:pt>
                <c:pt idx="3334">
                  <c:v>64.831046999999998</c:v>
                </c:pt>
                <c:pt idx="3335">
                  <c:v>64.824966000000003</c:v>
                </c:pt>
                <c:pt idx="3336">
                  <c:v>64.815291999999999</c:v>
                </c:pt>
                <c:pt idx="3337">
                  <c:v>64.804496999999998</c:v>
                </c:pt>
                <c:pt idx="3338">
                  <c:v>64.804337000000004</c:v>
                </c:pt>
                <c:pt idx="3339">
                  <c:v>64.788878999999994</c:v>
                </c:pt>
                <c:pt idx="3340">
                  <c:v>64.766266000000002</c:v>
                </c:pt>
                <c:pt idx="3341">
                  <c:v>64.736969000000002</c:v>
                </c:pt>
                <c:pt idx="3342">
                  <c:v>64.732208</c:v>
                </c:pt>
                <c:pt idx="3343">
                  <c:v>64.690880000000007</c:v>
                </c:pt>
                <c:pt idx="3344">
                  <c:v>64.643448000000006</c:v>
                </c:pt>
                <c:pt idx="3345">
                  <c:v>64.593102000000002</c:v>
                </c:pt>
                <c:pt idx="3346">
                  <c:v>64.562279000000004</c:v>
                </c:pt>
                <c:pt idx="3347">
                  <c:v>64.545272999999995</c:v>
                </c:pt>
                <c:pt idx="3348">
                  <c:v>64.542320000000004</c:v>
                </c:pt>
                <c:pt idx="3349">
                  <c:v>64.554633999999993</c:v>
                </c:pt>
                <c:pt idx="3350">
                  <c:v>64.560623000000007</c:v>
                </c:pt>
                <c:pt idx="3351">
                  <c:v>64.579971</c:v>
                </c:pt>
                <c:pt idx="3352">
                  <c:v>64.582108000000005</c:v>
                </c:pt>
                <c:pt idx="3353">
                  <c:v>64.561935000000005</c:v>
                </c:pt>
                <c:pt idx="3354">
                  <c:v>64.540290999999996</c:v>
                </c:pt>
                <c:pt idx="3355">
                  <c:v>64.557274000000007</c:v>
                </c:pt>
                <c:pt idx="3356">
                  <c:v>64.599936999999997</c:v>
                </c:pt>
                <c:pt idx="3357">
                  <c:v>64.638122999999993</c:v>
                </c:pt>
                <c:pt idx="3358">
                  <c:v>64.644752999999994</c:v>
                </c:pt>
                <c:pt idx="3359">
                  <c:v>64.649344999999997</c:v>
                </c:pt>
                <c:pt idx="3360">
                  <c:v>64.668105999999995</c:v>
                </c:pt>
                <c:pt idx="3361">
                  <c:v>64.646263000000005</c:v>
                </c:pt>
                <c:pt idx="3362">
                  <c:v>64.630257</c:v>
                </c:pt>
                <c:pt idx="3363">
                  <c:v>64.639503000000005</c:v>
                </c:pt>
                <c:pt idx="3364">
                  <c:v>64.662818999999999</c:v>
                </c:pt>
                <c:pt idx="3365">
                  <c:v>64.699409000000003</c:v>
                </c:pt>
                <c:pt idx="3366">
                  <c:v>64.712806999999998</c:v>
                </c:pt>
                <c:pt idx="3367">
                  <c:v>64.703468000000001</c:v>
                </c:pt>
                <c:pt idx="3368">
                  <c:v>64.710541000000006</c:v>
                </c:pt>
                <c:pt idx="3369">
                  <c:v>64.714684000000005</c:v>
                </c:pt>
                <c:pt idx="3370">
                  <c:v>64.702849999999998</c:v>
                </c:pt>
                <c:pt idx="3371">
                  <c:v>64.678291000000002</c:v>
                </c:pt>
                <c:pt idx="3372">
                  <c:v>64.655365000000003</c:v>
                </c:pt>
                <c:pt idx="3373">
                  <c:v>64.634979000000001</c:v>
                </c:pt>
                <c:pt idx="3374">
                  <c:v>64.615516999999997</c:v>
                </c:pt>
                <c:pt idx="3375">
                  <c:v>64.583855</c:v>
                </c:pt>
                <c:pt idx="3376">
                  <c:v>64.603317000000004</c:v>
                </c:pt>
                <c:pt idx="3377">
                  <c:v>64.613129000000001</c:v>
                </c:pt>
                <c:pt idx="3378">
                  <c:v>64.607246000000004</c:v>
                </c:pt>
                <c:pt idx="3379">
                  <c:v>64.603127000000001</c:v>
                </c:pt>
                <c:pt idx="3380">
                  <c:v>64.639206000000001</c:v>
                </c:pt>
                <c:pt idx="3381">
                  <c:v>64.654754999999994</c:v>
                </c:pt>
                <c:pt idx="3382">
                  <c:v>64.676201000000006</c:v>
                </c:pt>
                <c:pt idx="3383">
                  <c:v>64.701508000000004</c:v>
                </c:pt>
                <c:pt idx="3384">
                  <c:v>64.744300999999993</c:v>
                </c:pt>
                <c:pt idx="3385">
                  <c:v>64.762489000000002</c:v>
                </c:pt>
                <c:pt idx="3386">
                  <c:v>64.757773999999998</c:v>
                </c:pt>
                <c:pt idx="3387">
                  <c:v>64.735939000000002</c:v>
                </c:pt>
                <c:pt idx="3388">
                  <c:v>64.743415999999996</c:v>
                </c:pt>
                <c:pt idx="3389">
                  <c:v>64.756653</c:v>
                </c:pt>
                <c:pt idx="3390">
                  <c:v>64.779044999999996</c:v>
                </c:pt>
                <c:pt idx="3391">
                  <c:v>64.762848000000005</c:v>
                </c:pt>
                <c:pt idx="3392">
                  <c:v>64.738060000000004</c:v>
                </c:pt>
                <c:pt idx="3393">
                  <c:v>64.718269000000006</c:v>
                </c:pt>
                <c:pt idx="3394">
                  <c:v>64.696952999999993</c:v>
                </c:pt>
                <c:pt idx="3395">
                  <c:v>64.677443999999994</c:v>
                </c:pt>
                <c:pt idx="3396">
                  <c:v>64.662673999999996</c:v>
                </c:pt>
                <c:pt idx="3397">
                  <c:v>64.652145000000004</c:v>
                </c:pt>
                <c:pt idx="3398">
                  <c:v>64.626953</c:v>
                </c:pt>
                <c:pt idx="3399">
                  <c:v>64.603309999999993</c:v>
                </c:pt>
                <c:pt idx="3400">
                  <c:v>64.604752000000005</c:v>
                </c:pt>
                <c:pt idx="3401">
                  <c:v>64.614388000000005</c:v>
                </c:pt>
                <c:pt idx="3402">
                  <c:v>64.628471000000005</c:v>
                </c:pt>
                <c:pt idx="3403">
                  <c:v>64.655036999999993</c:v>
                </c:pt>
                <c:pt idx="3404">
                  <c:v>64.687027</c:v>
                </c:pt>
                <c:pt idx="3405">
                  <c:v>64.697906000000003</c:v>
                </c:pt>
                <c:pt idx="3406">
                  <c:v>64.694671999999997</c:v>
                </c:pt>
                <c:pt idx="3407">
                  <c:v>64.669739000000007</c:v>
                </c:pt>
                <c:pt idx="3408">
                  <c:v>64.631332</c:v>
                </c:pt>
                <c:pt idx="3409">
                  <c:v>64.595466999999999</c:v>
                </c:pt>
                <c:pt idx="3410">
                  <c:v>64.571205000000006</c:v>
                </c:pt>
                <c:pt idx="3411">
                  <c:v>64.554466000000005</c:v>
                </c:pt>
                <c:pt idx="3412">
                  <c:v>64.546409999999995</c:v>
                </c:pt>
                <c:pt idx="3413">
                  <c:v>64.541672000000005</c:v>
                </c:pt>
                <c:pt idx="3414">
                  <c:v>64.541527000000002</c:v>
                </c:pt>
                <c:pt idx="3415">
                  <c:v>64.557884000000001</c:v>
                </c:pt>
                <c:pt idx="3416">
                  <c:v>64.569327999999999</c:v>
                </c:pt>
                <c:pt idx="3417">
                  <c:v>64.579764999999995</c:v>
                </c:pt>
                <c:pt idx="3418">
                  <c:v>64.593163000000004</c:v>
                </c:pt>
                <c:pt idx="3419">
                  <c:v>64.613045</c:v>
                </c:pt>
                <c:pt idx="3420">
                  <c:v>64.617401000000001</c:v>
                </c:pt>
                <c:pt idx="3421">
                  <c:v>64.613112999999998</c:v>
                </c:pt>
                <c:pt idx="3422">
                  <c:v>64.620789000000002</c:v>
                </c:pt>
                <c:pt idx="3423">
                  <c:v>64.600966999999997</c:v>
                </c:pt>
                <c:pt idx="3424">
                  <c:v>64.577461</c:v>
                </c:pt>
                <c:pt idx="3425">
                  <c:v>64.565948000000006</c:v>
                </c:pt>
                <c:pt idx="3426">
                  <c:v>64.559417999999994</c:v>
                </c:pt>
                <c:pt idx="3427">
                  <c:v>59.960098000000002</c:v>
                </c:pt>
                <c:pt idx="3428">
                  <c:v>59.020091999999998</c:v>
                </c:pt>
                <c:pt idx="3429">
                  <c:v>59.923859</c:v>
                </c:pt>
                <c:pt idx="3430">
                  <c:v>60.788184999999999</c:v>
                </c:pt>
                <c:pt idx="3431">
                  <c:v>61.468899</c:v>
                </c:pt>
                <c:pt idx="3432">
                  <c:v>61.900874999999999</c:v>
                </c:pt>
                <c:pt idx="3433">
                  <c:v>62.300499000000002</c:v>
                </c:pt>
                <c:pt idx="3434">
                  <c:v>62.666096000000003</c:v>
                </c:pt>
                <c:pt idx="3435">
                  <c:v>62.988154999999999</c:v>
                </c:pt>
                <c:pt idx="3436">
                  <c:v>63.261467000000003</c:v>
                </c:pt>
                <c:pt idx="3437">
                  <c:v>63.493228999999999</c:v>
                </c:pt>
                <c:pt idx="3438">
                  <c:v>63.677379999999999</c:v>
                </c:pt>
                <c:pt idx="3439">
                  <c:v>63.834820000000001</c:v>
                </c:pt>
                <c:pt idx="3440">
                  <c:v>63.957557999999999</c:v>
                </c:pt>
                <c:pt idx="3441">
                  <c:v>64.059723000000005</c:v>
                </c:pt>
                <c:pt idx="3442">
                  <c:v>64.128105000000005</c:v>
                </c:pt>
                <c:pt idx="3443">
                  <c:v>64.171745000000001</c:v>
                </c:pt>
                <c:pt idx="3444">
                  <c:v>64.208686999999998</c:v>
                </c:pt>
                <c:pt idx="3445">
                  <c:v>64.255508000000006</c:v>
                </c:pt>
                <c:pt idx="3446">
                  <c:v>64.292991999999998</c:v>
                </c:pt>
                <c:pt idx="3447">
                  <c:v>64.305344000000005</c:v>
                </c:pt>
                <c:pt idx="3448">
                  <c:v>64.332649000000004</c:v>
                </c:pt>
                <c:pt idx="3449">
                  <c:v>64.360969999999995</c:v>
                </c:pt>
                <c:pt idx="3450">
                  <c:v>64.370543999999995</c:v>
                </c:pt>
                <c:pt idx="3451">
                  <c:v>64.383430000000004</c:v>
                </c:pt>
                <c:pt idx="3452">
                  <c:v>64.422606999999999</c:v>
                </c:pt>
                <c:pt idx="3453">
                  <c:v>64.482772999999995</c:v>
                </c:pt>
                <c:pt idx="3454">
                  <c:v>64.527389999999997</c:v>
                </c:pt>
                <c:pt idx="3455">
                  <c:v>64.553939999999997</c:v>
                </c:pt>
                <c:pt idx="3456">
                  <c:v>64.561629999999994</c:v>
                </c:pt>
                <c:pt idx="3457">
                  <c:v>64.55162</c:v>
                </c:pt>
                <c:pt idx="3458">
                  <c:v>64.53022</c:v>
                </c:pt>
                <c:pt idx="3459">
                  <c:v>64.500602999999998</c:v>
                </c:pt>
                <c:pt idx="3460">
                  <c:v>64.476639000000006</c:v>
                </c:pt>
                <c:pt idx="3461">
                  <c:v>64.462265000000002</c:v>
                </c:pt>
                <c:pt idx="3462">
                  <c:v>64.455344999999994</c:v>
                </c:pt>
                <c:pt idx="3463">
                  <c:v>64.460487000000001</c:v>
                </c:pt>
                <c:pt idx="3464">
                  <c:v>64.483542999999997</c:v>
                </c:pt>
                <c:pt idx="3465">
                  <c:v>64.504493999999994</c:v>
                </c:pt>
                <c:pt idx="3466">
                  <c:v>64.532661000000004</c:v>
                </c:pt>
                <c:pt idx="3467">
                  <c:v>64.566474999999997</c:v>
                </c:pt>
                <c:pt idx="3468">
                  <c:v>64.597594999999998</c:v>
                </c:pt>
                <c:pt idx="3469">
                  <c:v>64.631377999999998</c:v>
                </c:pt>
                <c:pt idx="3470">
                  <c:v>64.667029999999997</c:v>
                </c:pt>
                <c:pt idx="3471">
                  <c:v>64.687241</c:v>
                </c:pt>
                <c:pt idx="3472">
                  <c:v>64.699378999999993</c:v>
                </c:pt>
                <c:pt idx="3473">
                  <c:v>64.705269000000001</c:v>
                </c:pt>
                <c:pt idx="3474">
                  <c:v>64.707053999999999</c:v>
                </c:pt>
                <c:pt idx="3475">
                  <c:v>64.715903999999995</c:v>
                </c:pt>
                <c:pt idx="3476">
                  <c:v>64.711487000000005</c:v>
                </c:pt>
                <c:pt idx="3477">
                  <c:v>64.706985000000003</c:v>
                </c:pt>
                <c:pt idx="3478">
                  <c:v>64.696808000000004</c:v>
                </c:pt>
                <c:pt idx="3479">
                  <c:v>64.680465999999996</c:v>
                </c:pt>
                <c:pt idx="3480">
                  <c:v>64.661743000000001</c:v>
                </c:pt>
                <c:pt idx="3481">
                  <c:v>64.635216</c:v>
                </c:pt>
                <c:pt idx="3482">
                  <c:v>64.602378999999999</c:v>
                </c:pt>
                <c:pt idx="3483">
                  <c:v>64.570098999999999</c:v>
                </c:pt>
                <c:pt idx="3484">
                  <c:v>64.536361999999997</c:v>
                </c:pt>
                <c:pt idx="3485">
                  <c:v>64.502776999999995</c:v>
                </c:pt>
                <c:pt idx="3486">
                  <c:v>64.476234000000005</c:v>
                </c:pt>
                <c:pt idx="3487">
                  <c:v>64.454514000000003</c:v>
                </c:pt>
                <c:pt idx="3488">
                  <c:v>64.449173000000002</c:v>
                </c:pt>
                <c:pt idx="3489">
                  <c:v>64.459487999999993</c:v>
                </c:pt>
                <c:pt idx="3490">
                  <c:v>64.489288000000002</c:v>
                </c:pt>
                <c:pt idx="3491">
                  <c:v>64.519653000000005</c:v>
                </c:pt>
                <c:pt idx="3492">
                  <c:v>64.553482000000002</c:v>
                </c:pt>
                <c:pt idx="3493">
                  <c:v>64.586662000000004</c:v>
                </c:pt>
                <c:pt idx="3494">
                  <c:v>64.593727000000001</c:v>
                </c:pt>
                <c:pt idx="3495">
                  <c:v>64.582817000000006</c:v>
                </c:pt>
                <c:pt idx="3496">
                  <c:v>64.562790000000007</c:v>
                </c:pt>
                <c:pt idx="3497">
                  <c:v>64.546135000000007</c:v>
                </c:pt>
                <c:pt idx="3498">
                  <c:v>64.532584999999997</c:v>
                </c:pt>
                <c:pt idx="3499">
                  <c:v>64.516045000000005</c:v>
                </c:pt>
                <c:pt idx="3500">
                  <c:v>64.499840000000006</c:v>
                </c:pt>
                <c:pt idx="3501">
                  <c:v>64.480980000000002</c:v>
                </c:pt>
                <c:pt idx="3502">
                  <c:v>64.471100000000007</c:v>
                </c:pt>
                <c:pt idx="3503">
                  <c:v>64.458961000000002</c:v>
                </c:pt>
                <c:pt idx="3504">
                  <c:v>64.455826000000002</c:v>
                </c:pt>
                <c:pt idx="3505">
                  <c:v>64.449318000000005</c:v>
                </c:pt>
                <c:pt idx="3506">
                  <c:v>64.456237999999999</c:v>
                </c:pt>
                <c:pt idx="3507">
                  <c:v>64.463379000000003</c:v>
                </c:pt>
                <c:pt idx="3508">
                  <c:v>64.468200999999993</c:v>
                </c:pt>
                <c:pt idx="3509">
                  <c:v>64.471053999999995</c:v>
                </c:pt>
                <c:pt idx="3510">
                  <c:v>64.472153000000006</c:v>
                </c:pt>
                <c:pt idx="3511">
                  <c:v>64.470618999999999</c:v>
                </c:pt>
                <c:pt idx="3512">
                  <c:v>64.474029999999999</c:v>
                </c:pt>
                <c:pt idx="3513">
                  <c:v>64.473785000000007</c:v>
                </c:pt>
                <c:pt idx="3514">
                  <c:v>64.470978000000002</c:v>
                </c:pt>
                <c:pt idx="3515">
                  <c:v>64.473404000000002</c:v>
                </c:pt>
                <c:pt idx="3516">
                  <c:v>64.487206</c:v>
                </c:pt>
                <c:pt idx="3517">
                  <c:v>64.508217000000002</c:v>
                </c:pt>
                <c:pt idx="3518">
                  <c:v>64.529777999999993</c:v>
                </c:pt>
                <c:pt idx="3519">
                  <c:v>64.552681000000007</c:v>
                </c:pt>
                <c:pt idx="3520">
                  <c:v>64.572906000000003</c:v>
                </c:pt>
                <c:pt idx="3521">
                  <c:v>64.607872</c:v>
                </c:pt>
                <c:pt idx="3522">
                  <c:v>64.639526000000004</c:v>
                </c:pt>
                <c:pt idx="3523">
                  <c:v>64.660843</c:v>
                </c:pt>
                <c:pt idx="3524">
                  <c:v>64.664840999999996</c:v>
                </c:pt>
                <c:pt idx="3525">
                  <c:v>64.659026999999995</c:v>
                </c:pt>
                <c:pt idx="3526">
                  <c:v>64.653458000000001</c:v>
                </c:pt>
                <c:pt idx="3527">
                  <c:v>64.644394000000005</c:v>
                </c:pt>
                <c:pt idx="3528">
                  <c:v>64.627601999999996</c:v>
                </c:pt>
                <c:pt idx="3529">
                  <c:v>64.613822999999996</c:v>
                </c:pt>
                <c:pt idx="3530">
                  <c:v>64.593986999999998</c:v>
                </c:pt>
                <c:pt idx="3531">
                  <c:v>64.574387000000002</c:v>
                </c:pt>
                <c:pt idx="3532">
                  <c:v>64.543273999999997</c:v>
                </c:pt>
                <c:pt idx="3533">
                  <c:v>64.533057999999997</c:v>
                </c:pt>
                <c:pt idx="3534">
                  <c:v>64.529976000000005</c:v>
                </c:pt>
                <c:pt idx="3535">
                  <c:v>64.539687999999998</c:v>
                </c:pt>
                <c:pt idx="3536">
                  <c:v>64.547698999999994</c:v>
                </c:pt>
                <c:pt idx="3537">
                  <c:v>64.550872999999996</c:v>
                </c:pt>
                <c:pt idx="3538">
                  <c:v>64.554817</c:v>
                </c:pt>
                <c:pt idx="3539">
                  <c:v>64.533698999999999</c:v>
                </c:pt>
                <c:pt idx="3540">
                  <c:v>64.505263999999997</c:v>
                </c:pt>
                <c:pt idx="3541">
                  <c:v>64.477164999999999</c:v>
                </c:pt>
                <c:pt idx="3542">
                  <c:v>64.459579000000005</c:v>
                </c:pt>
                <c:pt idx="3543">
                  <c:v>64.452866</c:v>
                </c:pt>
                <c:pt idx="3544">
                  <c:v>64.449234000000004</c:v>
                </c:pt>
                <c:pt idx="3545">
                  <c:v>64.454430000000002</c:v>
                </c:pt>
                <c:pt idx="3546">
                  <c:v>64.456992999999997</c:v>
                </c:pt>
                <c:pt idx="3547">
                  <c:v>64.462081999999995</c:v>
                </c:pt>
                <c:pt idx="3548">
                  <c:v>64.469223</c:v>
                </c:pt>
                <c:pt idx="3549">
                  <c:v>64.475548000000003</c:v>
                </c:pt>
                <c:pt idx="3550">
                  <c:v>64.486510999999993</c:v>
                </c:pt>
                <c:pt idx="3551">
                  <c:v>64.499046000000007</c:v>
                </c:pt>
                <c:pt idx="3552">
                  <c:v>64.508667000000003</c:v>
                </c:pt>
                <c:pt idx="3553">
                  <c:v>64.516875999999996</c:v>
                </c:pt>
                <c:pt idx="3554">
                  <c:v>64.520934999999994</c:v>
                </c:pt>
                <c:pt idx="3555">
                  <c:v>64.522544999999994</c:v>
                </c:pt>
                <c:pt idx="3556">
                  <c:v>64.517464000000004</c:v>
                </c:pt>
                <c:pt idx="3557">
                  <c:v>64.507171999999997</c:v>
                </c:pt>
                <c:pt idx="3558">
                  <c:v>64.503105000000005</c:v>
                </c:pt>
                <c:pt idx="3559">
                  <c:v>64.503731000000002</c:v>
                </c:pt>
                <c:pt idx="3560">
                  <c:v>64.505156999999997</c:v>
                </c:pt>
                <c:pt idx="3561">
                  <c:v>64.508301000000003</c:v>
                </c:pt>
                <c:pt idx="3562">
                  <c:v>64.511688000000007</c:v>
                </c:pt>
                <c:pt idx="3563">
                  <c:v>64.527275000000003</c:v>
                </c:pt>
                <c:pt idx="3564">
                  <c:v>64.556434999999993</c:v>
                </c:pt>
                <c:pt idx="3565">
                  <c:v>64.597763</c:v>
                </c:pt>
                <c:pt idx="3566">
                  <c:v>64.639533999999998</c:v>
                </c:pt>
                <c:pt idx="3567">
                  <c:v>64.676238999999995</c:v>
                </c:pt>
                <c:pt idx="3568">
                  <c:v>64.702713000000003</c:v>
                </c:pt>
                <c:pt idx="3569">
                  <c:v>64.716910999999996</c:v>
                </c:pt>
                <c:pt idx="3570">
                  <c:v>64.726494000000002</c:v>
                </c:pt>
                <c:pt idx="3571">
                  <c:v>64.734549999999999</c:v>
                </c:pt>
                <c:pt idx="3572">
                  <c:v>64.738640000000004</c:v>
                </c:pt>
                <c:pt idx="3573">
                  <c:v>64.740996999999993</c:v>
                </c:pt>
                <c:pt idx="3574">
                  <c:v>64.742194999999995</c:v>
                </c:pt>
                <c:pt idx="3575">
                  <c:v>64.742949999999993</c:v>
                </c:pt>
                <c:pt idx="3576">
                  <c:v>64.743026999999998</c:v>
                </c:pt>
                <c:pt idx="3577">
                  <c:v>64.743567999999996</c:v>
                </c:pt>
                <c:pt idx="3578">
                  <c:v>64.743324000000001</c:v>
                </c:pt>
                <c:pt idx="3579">
                  <c:v>64.743506999999994</c:v>
                </c:pt>
                <c:pt idx="3580">
                  <c:v>64.743637000000007</c:v>
                </c:pt>
                <c:pt idx="3581">
                  <c:v>64.743865999999997</c:v>
                </c:pt>
                <c:pt idx="3582">
                  <c:v>64.743590999999995</c:v>
                </c:pt>
                <c:pt idx="3583">
                  <c:v>64.742958000000002</c:v>
                </c:pt>
                <c:pt idx="3584">
                  <c:v>64.743979999999993</c:v>
                </c:pt>
                <c:pt idx="3585">
                  <c:v>64.744536999999994</c:v>
                </c:pt>
                <c:pt idx="3586">
                  <c:v>64.744857999999994</c:v>
                </c:pt>
                <c:pt idx="3587">
                  <c:v>64.744698</c:v>
                </c:pt>
                <c:pt idx="3588">
                  <c:v>64.745437999999993</c:v>
                </c:pt>
                <c:pt idx="3589">
                  <c:v>64.745452999999998</c:v>
                </c:pt>
                <c:pt idx="3590">
                  <c:v>64.745033000000006</c:v>
                </c:pt>
                <c:pt idx="3591">
                  <c:v>64.745102000000003</c:v>
                </c:pt>
                <c:pt idx="3592">
                  <c:v>64.744118</c:v>
                </c:pt>
                <c:pt idx="3593">
                  <c:v>64.743561</c:v>
                </c:pt>
                <c:pt idx="3594">
                  <c:v>64.743149000000003</c:v>
                </c:pt>
                <c:pt idx="3595">
                  <c:v>64.742301999999995</c:v>
                </c:pt>
                <c:pt idx="3596">
                  <c:v>64.742148999999998</c:v>
                </c:pt>
                <c:pt idx="3597">
                  <c:v>64.742332000000005</c:v>
                </c:pt>
                <c:pt idx="3598">
                  <c:v>64.741805999999997</c:v>
                </c:pt>
                <c:pt idx="3599">
                  <c:v>64.745521999999994</c:v>
                </c:pt>
                <c:pt idx="3600">
                  <c:v>64.747085999999996</c:v>
                </c:pt>
                <c:pt idx="3601">
                  <c:v>64.747642999999997</c:v>
                </c:pt>
                <c:pt idx="3602">
                  <c:v>64.747398000000004</c:v>
                </c:pt>
                <c:pt idx="3603">
                  <c:v>64.747298999999998</c:v>
                </c:pt>
                <c:pt idx="3604">
                  <c:v>64.745911000000007</c:v>
                </c:pt>
                <c:pt idx="3605">
                  <c:v>64.744934000000001</c:v>
                </c:pt>
                <c:pt idx="3606">
                  <c:v>64.742904999999993</c:v>
                </c:pt>
                <c:pt idx="3607">
                  <c:v>64.741759999999999</c:v>
                </c:pt>
                <c:pt idx="3608">
                  <c:v>64.739929000000004</c:v>
                </c:pt>
                <c:pt idx="3609">
                  <c:v>64.738311999999993</c:v>
                </c:pt>
                <c:pt idx="3610">
                  <c:v>64.740157999999994</c:v>
                </c:pt>
                <c:pt idx="3611">
                  <c:v>64.740111999999996</c:v>
                </c:pt>
                <c:pt idx="3612">
                  <c:v>64.739922000000007</c:v>
                </c:pt>
                <c:pt idx="3613">
                  <c:v>64.739211999999995</c:v>
                </c:pt>
                <c:pt idx="3614">
                  <c:v>64.738502999999994</c:v>
                </c:pt>
                <c:pt idx="3615">
                  <c:v>64.741219000000001</c:v>
                </c:pt>
                <c:pt idx="3616">
                  <c:v>64.742737000000005</c:v>
                </c:pt>
                <c:pt idx="3617">
                  <c:v>64.743331999999995</c:v>
                </c:pt>
                <c:pt idx="3618">
                  <c:v>64.744277999999994</c:v>
                </c:pt>
                <c:pt idx="3619">
                  <c:v>64.744185999999999</c:v>
                </c:pt>
                <c:pt idx="3620">
                  <c:v>64.744575999999995</c:v>
                </c:pt>
                <c:pt idx="3621">
                  <c:v>64.745079000000004</c:v>
                </c:pt>
                <c:pt idx="3622">
                  <c:v>64.745872000000006</c:v>
                </c:pt>
                <c:pt idx="3623">
                  <c:v>64.746391000000003</c:v>
                </c:pt>
                <c:pt idx="3624">
                  <c:v>64.747428999999997</c:v>
                </c:pt>
                <c:pt idx="3625">
                  <c:v>64.747833</c:v>
                </c:pt>
                <c:pt idx="3626">
                  <c:v>64.747603999999995</c:v>
                </c:pt>
                <c:pt idx="3627">
                  <c:v>64.747162000000003</c:v>
                </c:pt>
                <c:pt idx="3628">
                  <c:v>64.746651</c:v>
                </c:pt>
                <c:pt idx="3629">
                  <c:v>64.744591</c:v>
                </c:pt>
                <c:pt idx="3630">
                  <c:v>64.742996000000005</c:v>
                </c:pt>
                <c:pt idx="3631">
                  <c:v>64.740677000000005</c:v>
                </c:pt>
                <c:pt idx="3632">
                  <c:v>64.736953999999997</c:v>
                </c:pt>
                <c:pt idx="3633">
                  <c:v>64.732947999999993</c:v>
                </c:pt>
                <c:pt idx="3634">
                  <c:v>64.730025999999995</c:v>
                </c:pt>
                <c:pt idx="3635">
                  <c:v>64.728142000000005</c:v>
                </c:pt>
                <c:pt idx="3636">
                  <c:v>64.726799</c:v>
                </c:pt>
                <c:pt idx="3637">
                  <c:v>64.728806000000006</c:v>
                </c:pt>
                <c:pt idx="3638">
                  <c:v>64.734245000000001</c:v>
                </c:pt>
                <c:pt idx="3639">
                  <c:v>64.734177000000003</c:v>
                </c:pt>
                <c:pt idx="3640">
                  <c:v>64.735252000000003</c:v>
                </c:pt>
                <c:pt idx="3641">
                  <c:v>64.735138000000006</c:v>
                </c:pt>
                <c:pt idx="3642">
                  <c:v>64.733528000000007</c:v>
                </c:pt>
                <c:pt idx="3643">
                  <c:v>64.734741</c:v>
                </c:pt>
                <c:pt idx="3644">
                  <c:v>64.734863000000004</c:v>
                </c:pt>
                <c:pt idx="3645">
                  <c:v>64.735832000000002</c:v>
                </c:pt>
                <c:pt idx="3646">
                  <c:v>64.736710000000002</c:v>
                </c:pt>
                <c:pt idx="3647">
                  <c:v>64.740959000000004</c:v>
                </c:pt>
                <c:pt idx="3648">
                  <c:v>64.739006000000003</c:v>
                </c:pt>
                <c:pt idx="3649">
                  <c:v>64.738204999999994</c:v>
                </c:pt>
                <c:pt idx="3650">
                  <c:v>64.738831000000005</c:v>
                </c:pt>
                <c:pt idx="3651">
                  <c:v>64.739104999999995</c:v>
                </c:pt>
                <c:pt idx="3652">
                  <c:v>64.736930999999998</c:v>
                </c:pt>
                <c:pt idx="3653">
                  <c:v>64.735512</c:v>
                </c:pt>
                <c:pt idx="3654">
                  <c:v>64.733292000000006</c:v>
                </c:pt>
                <c:pt idx="3655">
                  <c:v>64.734215000000006</c:v>
                </c:pt>
                <c:pt idx="3656">
                  <c:v>64.735862999999995</c:v>
                </c:pt>
                <c:pt idx="3657">
                  <c:v>64.735106999999999</c:v>
                </c:pt>
                <c:pt idx="3658">
                  <c:v>64.740645999999998</c:v>
                </c:pt>
                <c:pt idx="3659">
                  <c:v>64.744484</c:v>
                </c:pt>
                <c:pt idx="3660">
                  <c:v>64.746467999999993</c:v>
                </c:pt>
                <c:pt idx="3661">
                  <c:v>64.746582000000004</c:v>
                </c:pt>
                <c:pt idx="3662">
                  <c:v>64.745575000000002</c:v>
                </c:pt>
                <c:pt idx="3663">
                  <c:v>64.743758999999997</c:v>
                </c:pt>
                <c:pt idx="3664">
                  <c:v>64.744225</c:v>
                </c:pt>
                <c:pt idx="3665">
                  <c:v>64.743813000000003</c:v>
                </c:pt>
                <c:pt idx="3666">
                  <c:v>64.742844000000005</c:v>
                </c:pt>
                <c:pt idx="3667">
                  <c:v>64.742508000000001</c:v>
                </c:pt>
                <c:pt idx="3668">
                  <c:v>64.742583999999994</c:v>
                </c:pt>
                <c:pt idx="3669">
                  <c:v>64.741874999999993</c:v>
                </c:pt>
                <c:pt idx="3670">
                  <c:v>64.744506999999999</c:v>
                </c:pt>
                <c:pt idx="3671">
                  <c:v>64.746077999999997</c:v>
                </c:pt>
                <c:pt idx="3672">
                  <c:v>64.747130999999996</c:v>
                </c:pt>
                <c:pt idx="3673">
                  <c:v>64.747780000000006</c:v>
                </c:pt>
                <c:pt idx="3674">
                  <c:v>64.747924999999995</c:v>
                </c:pt>
                <c:pt idx="3675">
                  <c:v>64.748192000000003</c:v>
                </c:pt>
                <c:pt idx="3676">
                  <c:v>64.748435999999998</c:v>
                </c:pt>
                <c:pt idx="3677">
                  <c:v>64.748558000000003</c:v>
                </c:pt>
                <c:pt idx="3678">
                  <c:v>64.749488999999997</c:v>
                </c:pt>
                <c:pt idx="3679">
                  <c:v>64.750366</c:v>
                </c:pt>
                <c:pt idx="3680">
                  <c:v>64.751350000000002</c:v>
                </c:pt>
                <c:pt idx="3681">
                  <c:v>64.752098000000004</c:v>
                </c:pt>
                <c:pt idx="3682">
                  <c:v>64.751914999999997</c:v>
                </c:pt>
                <c:pt idx="3683">
                  <c:v>64.751441999999997</c:v>
                </c:pt>
                <c:pt idx="3684">
                  <c:v>64.750381000000004</c:v>
                </c:pt>
                <c:pt idx="3685">
                  <c:v>64.734070000000003</c:v>
                </c:pt>
                <c:pt idx="3686">
                  <c:v>64.712074000000001</c:v>
                </c:pt>
                <c:pt idx="3687">
                  <c:v>64.716881000000001</c:v>
                </c:pt>
                <c:pt idx="3688">
                  <c:v>64.740928999999994</c:v>
                </c:pt>
                <c:pt idx="3689">
                  <c:v>64.784690999999995</c:v>
                </c:pt>
                <c:pt idx="3690">
                  <c:v>64.835555999999997</c:v>
                </c:pt>
                <c:pt idx="3691">
                  <c:v>64.888137999999998</c:v>
                </c:pt>
                <c:pt idx="3692">
                  <c:v>64.938263000000006</c:v>
                </c:pt>
                <c:pt idx="3693">
                  <c:v>64.982596999999998</c:v>
                </c:pt>
                <c:pt idx="3694">
                  <c:v>65.002266000000006</c:v>
                </c:pt>
                <c:pt idx="3695">
                  <c:v>65.003860000000003</c:v>
                </c:pt>
                <c:pt idx="3696">
                  <c:v>64.916672000000005</c:v>
                </c:pt>
                <c:pt idx="3697">
                  <c:v>64.804351999999994</c:v>
                </c:pt>
                <c:pt idx="3698">
                  <c:v>64.672020000000003</c:v>
                </c:pt>
                <c:pt idx="3699">
                  <c:v>64.528114000000002</c:v>
                </c:pt>
                <c:pt idx="3700">
                  <c:v>64.390952999999996</c:v>
                </c:pt>
                <c:pt idx="3701">
                  <c:v>64.203423000000001</c:v>
                </c:pt>
                <c:pt idx="3702">
                  <c:v>64.016570999999999</c:v>
                </c:pt>
                <c:pt idx="3703">
                  <c:v>63.838951000000002</c:v>
                </c:pt>
                <c:pt idx="3704">
                  <c:v>63.684044</c:v>
                </c:pt>
                <c:pt idx="3705">
                  <c:v>63.541488999999999</c:v>
                </c:pt>
                <c:pt idx="3706">
                  <c:v>63.428607999999997</c:v>
                </c:pt>
                <c:pt idx="3707">
                  <c:v>63.314503000000002</c:v>
                </c:pt>
                <c:pt idx="3708">
                  <c:v>63.183922000000003</c:v>
                </c:pt>
                <c:pt idx="3709">
                  <c:v>63.406723</c:v>
                </c:pt>
                <c:pt idx="3710">
                  <c:v>63.676785000000002</c:v>
                </c:pt>
                <c:pt idx="3711">
                  <c:v>63.953978999999997</c:v>
                </c:pt>
                <c:pt idx="3712">
                  <c:v>64.209907999999999</c:v>
                </c:pt>
                <c:pt idx="3713">
                  <c:v>64.474013999999997</c:v>
                </c:pt>
                <c:pt idx="3714">
                  <c:v>64.617378000000002</c:v>
                </c:pt>
                <c:pt idx="3715">
                  <c:v>64.634781000000004</c:v>
                </c:pt>
                <c:pt idx="3716">
                  <c:v>64.645743999999993</c:v>
                </c:pt>
                <c:pt idx="3717">
                  <c:v>64.527953999999994</c:v>
                </c:pt>
                <c:pt idx="3718">
                  <c:v>64.320503000000002</c:v>
                </c:pt>
                <c:pt idx="3719">
                  <c:v>64.095528000000002</c:v>
                </c:pt>
                <c:pt idx="3720">
                  <c:v>63.882415999999999</c:v>
                </c:pt>
                <c:pt idx="3721">
                  <c:v>63.853783</c:v>
                </c:pt>
                <c:pt idx="3722">
                  <c:v>63.920363999999999</c:v>
                </c:pt>
                <c:pt idx="3723">
                  <c:v>64.041550000000001</c:v>
                </c:pt>
                <c:pt idx="3724">
                  <c:v>64.172218000000001</c:v>
                </c:pt>
                <c:pt idx="3725">
                  <c:v>64.242896999999999</c:v>
                </c:pt>
                <c:pt idx="3726">
                  <c:v>64.241798000000003</c:v>
                </c:pt>
                <c:pt idx="3727">
                  <c:v>64.142998000000006</c:v>
                </c:pt>
                <c:pt idx="3728">
                  <c:v>64.033332999999999</c:v>
                </c:pt>
                <c:pt idx="3729">
                  <c:v>63.942734000000002</c:v>
                </c:pt>
                <c:pt idx="3730">
                  <c:v>63.919128000000001</c:v>
                </c:pt>
                <c:pt idx="3731">
                  <c:v>63.977535000000003</c:v>
                </c:pt>
                <c:pt idx="3732">
                  <c:v>64.118347</c:v>
                </c:pt>
                <c:pt idx="3733">
                  <c:v>64.248642000000004</c:v>
                </c:pt>
                <c:pt idx="3734">
                  <c:v>64.362273999999999</c:v>
                </c:pt>
                <c:pt idx="3735">
                  <c:v>64.376434000000003</c:v>
                </c:pt>
                <c:pt idx="3736">
                  <c:v>64.294494999999998</c:v>
                </c:pt>
                <c:pt idx="3737">
                  <c:v>64.201262999999997</c:v>
                </c:pt>
                <c:pt idx="3738">
                  <c:v>64.148162999999997</c:v>
                </c:pt>
                <c:pt idx="3739">
                  <c:v>63.971496999999999</c:v>
                </c:pt>
                <c:pt idx="3740">
                  <c:v>63.803958999999999</c:v>
                </c:pt>
                <c:pt idx="3741">
                  <c:v>63.767890999999999</c:v>
                </c:pt>
                <c:pt idx="3742">
                  <c:v>63.880038999999996</c:v>
                </c:pt>
                <c:pt idx="3743">
                  <c:v>64.041466</c:v>
                </c:pt>
                <c:pt idx="3744">
                  <c:v>64.207374999999999</c:v>
                </c:pt>
                <c:pt idx="3745">
                  <c:v>64.277596000000003</c:v>
                </c:pt>
                <c:pt idx="3746">
                  <c:v>64.256432000000004</c:v>
                </c:pt>
                <c:pt idx="3747">
                  <c:v>64.162834000000004</c:v>
                </c:pt>
                <c:pt idx="3748">
                  <c:v>64.059394999999995</c:v>
                </c:pt>
                <c:pt idx="3749">
                  <c:v>64.028182999999999</c:v>
                </c:pt>
                <c:pt idx="3750">
                  <c:v>64.071601999999999</c:v>
                </c:pt>
                <c:pt idx="3751">
                  <c:v>64.212997000000001</c:v>
                </c:pt>
                <c:pt idx="3752">
                  <c:v>64.357085999999995</c:v>
                </c:pt>
                <c:pt idx="3753">
                  <c:v>64.475898999999998</c:v>
                </c:pt>
                <c:pt idx="3754">
                  <c:v>64.509438000000003</c:v>
                </c:pt>
                <c:pt idx="3755">
                  <c:v>64.477858999999995</c:v>
                </c:pt>
                <c:pt idx="3756">
                  <c:v>64.353820999999996</c:v>
                </c:pt>
                <c:pt idx="3757">
                  <c:v>64.133812000000006</c:v>
                </c:pt>
                <c:pt idx="3758">
                  <c:v>63.951358999999997</c:v>
                </c:pt>
                <c:pt idx="3759">
                  <c:v>63.830379000000001</c:v>
                </c:pt>
                <c:pt idx="3760">
                  <c:v>63.742474000000001</c:v>
                </c:pt>
                <c:pt idx="3761">
                  <c:v>63.688923000000003</c:v>
                </c:pt>
                <c:pt idx="3762">
                  <c:v>63.727164999999999</c:v>
                </c:pt>
                <c:pt idx="3763">
                  <c:v>63.848849999999999</c:v>
                </c:pt>
                <c:pt idx="3764">
                  <c:v>63.970855999999998</c:v>
                </c:pt>
                <c:pt idx="3765">
                  <c:v>64.034278999999998</c:v>
                </c:pt>
                <c:pt idx="3766">
                  <c:v>64.055412000000004</c:v>
                </c:pt>
                <c:pt idx="3767">
                  <c:v>63.997729999999997</c:v>
                </c:pt>
                <c:pt idx="3768">
                  <c:v>63.912945000000001</c:v>
                </c:pt>
                <c:pt idx="3769">
                  <c:v>63.875694000000003</c:v>
                </c:pt>
                <c:pt idx="3770">
                  <c:v>63.867645000000003</c:v>
                </c:pt>
                <c:pt idx="3771">
                  <c:v>63.947955999999998</c:v>
                </c:pt>
                <c:pt idx="3772">
                  <c:v>64.090912000000003</c:v>
                </c:pt>
                <c:pt idx="3773">
                  <c:v>64.231971999999999</c:v>
                </c:pt>
                <c:pt idx="3774">
                  <c:v>64.323898</c:v>
                </c:pt>
                <c:pt idx="3775">
                  <c:v>64.342551999999998</c:v>
                </c:pt>
                <c:pt idx="3776">
                  <c:v>64.278419</c:v>
                </c:pt>
                <c:pt idx="3777">
                  <c:v>64.175315999999995</c:v>
                </c:pt>
                <c:pt idx="3778">
                  <c:v>63.985294000000003</c:v>
                </c:pt>
                <c:pt idx="3779">
                  <c:v>63.859509000000003</c:v>
                </c:pt>
                <c:pt idx="3780">
                  <c:v>63.771197999999998</c:v>
                </c:pt>
                <c:pt idx="3781">
                  <c:v>63.740326000000003</c:v>
                </c:pt>
                <c:pt idx="3782">
                  <c:v>63.741337000000001</c:v>
                </c:pt>
                <c:pt idx="3783">
                  <c:v>63.82497</c:v>
                </c:pt>
                <c:pt idx="3784">
                  <c:v>63.926417999999998</c:v>
                </c:pt>
                <c:pt idx="3785">
                  <c:v>63.970157999999998</c:v>
                </c:pt>
                <c:pt idx="3786">
                  <c:v>63.903931</c:v>
                </c:pt>
                <c:pt idx="3787">
                  <c:v>63.815764999999999</c:v>
                </c:pt>
                <c:pt idx="3788">
                  <c:v>63.714840000000002</c:v>
                </c:pt>
                <c:pt idx="3789">
                  <c:v>63.62294</c:v>
                </c:pt>
                <c:pt idx="3790">
                  <c:v>63.537308000000003</c:v>
                </c:pt>
                <c:pt idx="3791">
                  <c:v>63.509663000000003</c:v>
                </c:pt>
                <c:pt idx="3792">
                  <c:v>63.531436999999997</c:v>
                </c:pt>
                <c:pt idx="3793">
                  <c:v>63.574890000000003</c:v>
                </c:pt>
                <c:pt idx="3794">
                  <c:v>63.604968999999997</c:v>
                </c:pt>
                <c:pt idx="3795">
                  <c:v>63.600304000000001</c:v>
                </c:pt>
                <c:pt idx="3796">
                  <c:v>63.548530999999997</c:v>
                </c:pt>
                <c:pt idx="3797">
                  <c:v>63.426181999999997</c:v>
                </c:pt>
                <c:pt idx="3798">
                  <c:v>63.228703000000003</c:v>
                </c:pt>
                <c:pt idx="3799">
                  <c:v>62.983997000000002</c:v>
                </c:pt>
                <c:pt idx="3800">
                  <c:v>62.700091999999998</c:v>
                </c:pt>
                <c:pt idx="3801">
                  <c:v>62.318610999999997</c:v>
                </c:pt>
                <c:pt idx="3802">
                  <c:v>61.856327</c:v>
                </c:pt>
                <c:pt idx="3803">
                  <c:v>61.298225000000002</c:v>
                </c:pt>
                <c:pt idx="3804">
                  <c:v>60.447552000000002</c:v>
                </c:pt>
                <c:pt idx="3805">
                  <c:v>59.253162000000003</c:v>
                </c:pt>
                <c:pt idx="3806">
                  <c:v>57.771458000000003</c:v>
                </c:pt>
                <c:pt idx="3807">
                  <c:v>55.878506000000002</c:v>
                </c:pt>
                <c:pt idx="3808">
                  <c:v>53.906753999999999</c:v>
                </c:pt>
                <c:pt idx="3809">
                  <c:v>53.342635999999999</c:v>
                </c:pt>
                <c:pt idx="3810">
                  <c:v>53.576118000000001</c:v>
                </c:pt>
                <c:pt idx="3811">
                  <c:v>54.055442999999997</c:v>
                </c:pt>
                <c:pt idx="3812">
                  <c:v>55.565601000000001</c:v>
                </c:pt>
                <c:pt idx="3813">
                  <c:v>57.174759000000002</c:v>
                </c:pt>
                <c:pt idx="3814">
                  <c:v>58.712521000000002</c:v>
                </c:pt>
                <c:pt idx="3815">
                  <c:v>60.037796</c:v>
                </c:pt>
                <c:pt idx="3816">
                  <c:v>61.079453000000001</c:v>
                </c:pt>
                <c:pt idx="3817">
                  <c:v>61.831223000000001</c:v>
                </c:pt>
                <c:pt idx="3818">
                  <c:v>62.354697999999999</c:v>
                </c:pt>
                <c:pt idx="3819">
                  <c:v>62.718299999999999</c:v>
                </c:pt>
                <c:pt idx="3820">
                  <c:v>62.978766999999998</c:v>
                </c:pt>
                <c:pt idx="3821">
                  <c:v>63.181666999999997</c:v>
                </c:pt>
                <c:pt idx="3822">
                  <c:v>63.363216000000001</c:v>
                </c:pt>
                <c:pt idx="3823">
                  <c:v>63.560276000000002</c:v>
                </c:pt>
                <c:pt idx="3824">
                  <c:v>63.725971000000001</c:v>
                </c:pt>
                <c:pt idx="3825">
                  <c:v>63.832611</c:v>
                </c:pt>
                <c:pt idx="3826">
                  <c:v>63.859485999999997</c:v>
                </c:pt>
                <c:pt idx="3827">
                  <c:v>63.819324000000002</c:v>
                </c:pt>
                <c:pt idx="3828">
                  <c:v>63.725150999999997</c:v>
                </c:pt>
                <c:pt idx="3829">
                  <c:v>63.628857000000004</c:v>
                </c:pt>
                <c:pt idx="3830">
                  <c:v>63.540882000000003</c:v>
                </c:pt>
                <c:pt idx="3831">
                  <c:v>63.469658000000003</c:v>
                </c:pt>
                <c:pt idx="3832">
                  <c:v>63.434497999999998</c:v>
                </c:pt>
                <c:pt idx="3833">
                  <c:v>63.458843000000002</c:v>
                </c:pt>
                <c:pt idx="3834">
                  <c:v>63.491652999999999</c:v>
                </c:pt>
                <c:pt idx="3835">
                  <c:v>63.506270999999998</c:v>
                </c:pt>
                <c:pt idx="3836">
                  <c:v>63.477898000000003</c:v>
                </c:pt>
                <c:pt idx="3837">
                  <c:v>63.410544999999999</c:v>
                </c:pt>
                <c:pt idx="3838">
                  <c:v>63.322837999999997</c:v>
                </c:pt>
                <c:pt idx="3839">
                  <c:v>63.225085999999997</c:v>
                </c:pt>
                <c:pt idx="3840">
                  <c:v>63.153258999999998</c:v>
                </c:pt>
                <c:pt idx="3841">
                  <c:v>63.103149000000002</c:v>
                </c:pt>
                <c:pt idx="3842">
                  <c:v>63.070518</c:v>
                </c:pt>
                <c:pt idx="3843">
                  <c:v>63.067538999999996</c:v>
                </c:pt>
                <c:pt idx="3844">
                  <c:v>63.088149999999999</c:v>
                </c:pt>
                <c:pt idx="3845">
                  <c:v>63.096428000000003</c:v>
                </c:pt>
                <c:pt idx="3846">
                  <c:v>63.077373999999999</c:v>
                </c:pt>
                <c:pt idx="3847">
                  <c:v>63.028815999999999</c:v>
                </c:pt>
                <c:pt idx="3848">
                  <c:v>62.964359000000002</c:v>
                </c:pt>
                <c:pt idx="3849">
                  <c:v>62.875186999999997</c:v>
                </c:pt>
                <c:pt idx="3850">
                  <c:v>62.797244999999997</c:v>
                </c:pt>
                <c:pt idx="3851">
                  <c:v>62.742145999999998</c:v>
                </c:pt>
                <c:pt idx="3852">
                  <c:v>62.750622</c:v>
                </c:pt>
                <c:pt idx="3853">
                  <c:v>62.778106999999999</c:v>
                </c:pt>
                <c:pt idx="3854">
                  <c:v>62.810543000000003</c:v>
                </c:pt>
                <c:pt idx="3855">
                  <c:v>62.828808000000002</c:v>
                </c:pt>
                <c:pt idx="3856">
                  <c:v>62.798889000000003</c:v>
                </c:pt>
                <c:pt idx="3857">
                  <c:v>62.751835</c:v>
                </c:pt>
                <c:pt idx="3858">
                  <c:v>62.676979000000003</c:v>
                </c:pt>
                <c:pt idx="3859">
                  <c:v>62.596057999999999</c:v>
                </c:pt>
                <c:pt idx="3860">
                  <c:v>62.529460999999998</c:v>
                </c:pt>
                <c:pt idx="3861">
                  <c:v>62.498897999999997</c:v>
                </c:pt>
                <c:pt idx="3862">
                  <c:v>62.500366</c:v>
                </c:pt>
                <c:pt idx="3863">
                  <c:v>62.549048999999997</c:v>
                </c:pt>
                <c:pt idx="3864">
                  <c:v>62.595463000000002</c:v>
                </c:pt>
                <c:pt idx="3865">
                  <c:v>62.612034000000001</c:v>
                </c:pt>
                <c:pt idx="3866">
                  <c:v>62.601818000000002</c:v>
                </c:pt>
                <c:pt idx="3867">
                  <c:v>62.546421000000002</c:v>
                </c:pt>
                <c:pt idx="3868">
                  <c:v>62.469929</c:v>
                </c:pt>
                <c:pt idx="3869">
                  <c:v>62.398097999999997</c:v>
                </c:pt>
                <c:pt idx="3870">
                  <c:v>62.344684999999998</c:v>
                </c:pt>
                <c:pt idx="3871">
                  <c:v>62.325237000000001</c:v>
                </c:pt>
                <c:pt idx="3872">
                  <c:v>62.341576000000003</c:v>
                </c:pt>
                <c:pt idx="3873">
                  <c:v>62.380580999999999</c:v>
                </c:pt>
                <c:pt idx="3874">
                  <c:v>62.417965000000002</c:v>
                </c:pt>
                <c:pt idx="3875">
                  <c:v>62.437435000000001</c:v>
                </c:pt>
                <c:pt idx="3876">
                  <c:v>62.423572999999998</c:v>
                </c:pt>
                <c:pt idx="3877">
                  <c:v>62.371730999999997</c:v>
                </c:pt>
                <c:pt idx="3878">
                  <c:v>62.306282000000003</c:v>
                </c:pt>
                <c:pt idx="3879">
                  <c:v>62.244770000000003</c:v>
                </c:pt>
                <c:pt idx="3880">
                  <c:v>62.202213</c:v>
                </c:pt>
                <c:pt idx="3881">
                  <c:v>62.193821</c:v>
                </c:pt>
                <c:pt idx="3882">
                  <c:v>62.214869999999998</c:v>
                </c:pt>
                <c:pt idx="3883">
                  <c:v>62.253487</c:v>
                </c:pt>
                <c:pt idx="3884">
                  <c:v>62.311317000000003</c:v>
                </c:pt>
                <c:pt idx="3885">
                  <c:v>62.316581999999997</c:v>
                </c:pt>
                <c:pt idx="3886">
                  <c:v>62.281429000000003</c:v>
                </c:pt>
                <c:pt idx="3887">
                  <c:v>62.225451999999997</c:v>
                </c:pt>
                <c:pt idx="3888">
                  <c:v>62.182228000000002</c:v>
                </c:pt>
                <c:pt idx="3889">
                  <c:v>62.121268999999998</c:v>
                </c:pt>
                <c:pt idx="3890">
                  <c:v>62.095779</c:v>
                </c:pt>
                <c:pt idx="3891">
                  <c:v>62.115828999999998</c:v>
                </c:pt>
                <c:pt idx="3892">
                  <c:v>62.134995000000004</c:v>
                </c:pt>
                <c:pt idx="3893">
                  <c:v>62.177711000000002</c:v>
                </c:pt>
                <c:pt idx="3894">
                  <c:v>62.197639000000002</c:v>
                </c:pt>
                <c:pt idx="3895">
                  <c:v>62.205630999999997</c:v>
                </c:pt>
                <c:pt idx="3896">
                  <c:v>62.173779000000003</c:v>
                </c:pt>
                <c:pt idx="3897">
                  <c:v>62.123210999999998</c:v>
                </c:pt>
                <c:pt idx="3898">
                  <c:v>62.073681000000001</c:v>
                </c:pt>
                <c:pt idx="3899">
                  <c:v>62.017082000000002</c:v>
                </c:pt>
                <c:pt idx="3900">
                  <c:v>61.995975000000001</c:v>
                </c:pt>
                <c:pt idx="3901">
                  <c:v>62.017471</c:v>
                </c:pt>
                <c:pt idx="3902">
                  <c:v>62.054119</c:v>
                </c:pt>
                <c:pt idx="3903">
                  <c:v>62.098582999999998</c:v>
                </c:pt>
                <c:pt idx="3904">
                  <c:v>62.132370000000002</c:v>
                </c:pt>
                <c:pt idx="3905">
                  <c:v>62.130749000000002</c:v>
                </c:pt>
                <c:pt idx="3906">
                  <c:v>62.101661999999997</c:v>
                </c:pt>
                <c:pt idx="3907">
                  <c:v>62.046238000000002</c:v>
                </c:pt>
                <c:pt idx="3908">
                  <c:v>61.982368000000001</c:v>
                </c:pt>
                <c:pt idx="3909">
                  <c:v>61.943801999999998</c:v>
                </c:pt>
                <c:pt idx="3910">
                  <c:v>61.922691</c:v>
                </c:pt>
                <c:pt idx="3911">
                  <c:v>61.932301000000002</c:v>
                </c:pt>
                <c:pt idx="3912">
                  <c:v>61.957348000000003</c:v>
                </c:pt>
                <c:pt idx="3913">
                  <c:v>61.994804000000002</c:v>
                </c:pt>
                <c:pt idx="3914">
                  <c:v>62.015385000000002</c:v>
                </c:pt>
                <c:pt idx="3915">
                  <c:v>62.015808</c:v>
                </c:pt>
                <c:pt idx="3916">
                  <c:v>61.985798000000003</c:v>
                </c:pt>
                <c:pt idx="3917">
                  <c:v>61.931862000000002</c:v>
                </c:pt>
                <c:pt idx="3918">
                  <c:v>61.877281000000004</c:v>
                </c:pt>
                <c:pt idx="3919">
                  <c:v>61.845233999999998</c:v>
                </c:pt>
                <c:pt idx="3920">
                  <c:v>61.838839999999998</c:v>
                </c:pt>
                <c:pt idx="3921">
                  <c:v>61.851726999999997</c:v>
                </c:pt>
                <c:pt idx="3922">
                  <c:v>61.875476999999997</c:v>
                </c:pt>
                <c:pt idx="3923">
                  <c:v>61.889834999999998</c:v>
                </c:pt>
                <c:pt idx="3924">
                  <c:v>61.905963999999997</c:v>
                </c:pt>
                <c:pt idx="3925">
                  <c:v>61.901072999999997</c:v>
                </c:pt>
                <c:pt idx="3926">
                  <c:v>61.877048000000002</c:v>
                </c:pt>
                <c:pt idx="3927">
                  <c:v>61.822647000000003</c:v>
                </c:pt>
                <c:pt idx="3928">
                  <c:v>61.766460000000002</c:v>
                </c:pt>
                <c:pt idx="3929">
                  <c:v>61.726063000000003</c:v>
                </c:pt>
                <c:pt idx="3930">
                  <c:v>61.697529000000003</c:v>
                </c:pt>
                <c:pt idx="3931">
                  <c:v>61.718905999999997</c:v>
                </c:pt>
                <c:pt idx="3932">
                  <c:v>61.759773000000003</c:v>
                </c:pt>
                <c:pt idx="3933">
                  <c:v>61.789206999999998</c:v>
                </c:pt>
                <c:pt idx="3934">
                  <c:v>61.805320999999999</c:v>
                </c:pt>
                <c:pt idx="3935">
                  <c:v>61.789763999999998</c:v>
                </c:pt>
                <c:pt idx="3936">
                  <c:v>61.729850999999996</c:v>
                </c:pt>
                <c:pt idx="3937">
                  <c:v>61.655498999999999</c:v>
                </c:pt>
                <c:pt idx="3938">
                  <c:v>61.592236</c:v>
                </c:pt>
                <c:pt idx="3939">
                  <c:v>61.564113999999996</c:v>
                </c:pt>
                <c:pt idx="3940">
                  <c:v>61.563507000000001</c:v>
                </c:pt>
                <c:pt idx="3941">
                  <c:v>61.575705999999997</c:v>
                </c:pt>
                <c:pt idx="3942">
                  <c:v>61.614871999999998</c:v>
                </c:pt>
                <c:pt idx="3943">
                  <c:v>61.643501000000001</c:v>
                </c:pt>
                <c:pt idx="3944">
                  <c:v>61.645724999999999</c:v>
                </c:pt>
                <c:pt idx="3945">
                  <c:v>61.613846000000002</c:v>
                </c:pt>
                <c:pt idx="3946">
                  <c:v>61.563099000000001</c:v>
                </c:pt>
                <c:pt idx="3947">
                  <c:v>61.500984000000003</c:v>
                </c:pt>
                <c:pt idx="3948">
                  <c:v>61.454394999999998</c:v>
                </c:pt>
                <c:pt idx="3949">
                  <c:v>61.430908000000002</c:v>
                </c:pt>
                <c:pt idx="3950">
                  <c:v>61.432037000000001</c:v>
                </c:pt>
                <c:pt idx="3951">
                  <c:v>61.447741999999998</c:v>
                </c:pt>
                <c:pt idx="3952">
                  <c:v>61.455768999999997</c:v>
                </c:pt>
                <c:pt idx="3953">
                  <c:v>61.456328999999997</c:v>
                </c:pt>
                <c:pt idx="3954">
                  <c:v>61.437614000000004</c:v>
                </c:pt>
                <c:pt idx="3955">
                  <c:v>61.403247999999998</c:v>
                </c:pt>
                <c:pt idx="3956">
                  <c:v>61.363624999999999</c:v>
                </c:pt>
                <c:pt idx="3957">
                  <c:v>61.334418999999997</c:v>
                </c:pt>
                <c:pt idx="3958">
                  <c:v>61.304783</c:v>
                </c:pt>
                <c:pt idx="3959">
                  <c:v>61.280582000000003</c:v>
                </c:pt>
                <c:pt idx="3960">
                  <c:v>61.280639999999998</c:v>
                </c:pt>
                <c:pt idx="3961">
                  <c:v>61.290306000000001</c:v>
                </c:pt>
                <c:pt idx="3962">
                  <c:v>61.297030999999997</c:v>
                </c:pt>
                <c:pt idx="3963">
                  <c:v>61.298575999999997</c:v>
                </c:pt>
                <c:pt idx="3964">
                  <c:v>61.290165000000002</c:v>
                </c:pt>
                <c:pt idx="3965">
                  <c:v>61.273955999999998</c:v>
                </c:pt>
                <c:pt idx="3966">
                  <c:v>61.226837000000003</c:v>
                </c:pt>
                <c:pt idx="3967">
                  <c:v>61.180103000000003</c:v>
                </c:pt>
                <c:pt idx="3968">
                  <c:v>61.149856999999997</c:v>
                </c:pt>
                <c:pt idx="3969">
                  <c:v>61.143352999999998</c:v>
                </c:pt>
                <c:pt idx="3970">
                  <c:v>61.145386000000002</c:v>
                </c:pt>
                <c:pt idx="3971">
                  <c:v>61.150562000000001</c:v>
                </c:pt>
                <c:pt idx="3972">
                  <c:v>61.156154999999998</c:v>
                </c:pt>
                <c:pt idx="3973">
                  <c:v>61.151851999999998</c:v>
                </c:pt>
                <c:pt idx="3974">
                  <c:v>61.134524999999996</c:v>
                </c:pt>
                <c:pt idx="3975">
                  <c:v>61.095874999999999</c:v>
                </c:pt>
                <c:pt idx="3976">
                  <c:v>61.043731999999999</c:v>
                </c:pt>
                <c:pt idx="3977">
                  <c:v>60.999885999999996</c:v>
                </c:pt>
                <c:pt idx="3978">
                  <c:v>60.966358</c:v>
                </c:pt>
                <c:pt idx="3979">
                  <c:v>60.939529</c:v>
                </c:pt>
                <c:pt idx="3980">
                  <c:v>60.930022999999998</c:v>
                </c:pt>
                <c:pt idx="3981">
                  <c:v>60.913204</c:v>
                </c:pt>
                <c:pt idx="3982">
                  <c:v>60.896351000000003</c:v>
                </c:pt>
                <c:pt idx="3983">
                  <c:v>60.876125000000002</c:v>
                </c:pt>
                <c:pt idx="3984">
                  <c:v>60.859009</c:v>
                </c:pt>
                <c:pt idx="3985">
                  <c:v>60.836266000000002</c:v>
                </c:pt>
                <c:pt idx="3986">
                  <c:v>60.812584000000001</c:v>
                </c:pt>
                <c:pt idx="3987">
                  <c:v>60.794421999999997</c:v>
                </c:pt>
                <c:pt idx="3988">
                  <c:v>60.799297000000003</c:v>
                </c:pt>
                <c:pt idx="3989">
                  <c:v>60.809787999999998</c:v>
                </c:pt>
                <c:pt idx="3990">
                  <c:v>60.830063000000003</c:v>
                </c:pt>
                <c:pt idx="3991">
                  <c:v>60.839919999999999</c:v>
                </c:pt>
                <c:pt idx="3992">
                  <c:v>60.843285000000002</c:v>
                </c:pt>
                <c:pt idx="3993">
                  <c:v>60.837443999999998</c:v>
                </c:pt>
                <c:pt idx="3994">
                  <c:v>60.811912999999997</c:v>
                </c:pt>
                <c:pt idx="3995">
                  <c:v>60.774994</c:v>
                </c:pt>
                <c:pt idx="3996">
                  <c:v>60.738444999999999</c:v>
                </c:pt>
                <c:pt idx="3997">
                  <c:v>60.711768999999997</c:v>
                </c:pt>
                <c:pt idx="3998">
                  <c:v>60.691887000000001</c:v>
                </c:pt>
                <c:pt idx="3999">
                  <c:v>60.675789000000002</c:v>
                </c:pt>
                <c:pt idx="4000">
                  <c:v>60.661026</c:v>
                </c:pt>
                <c:pt idx="4001">
                  <c:v>60.657547000000001</c:v>
                </c:pt>
                <c:pt idx="4002">
                  <c:v>60.653579999999998</c:v>
                </c:pt>
                <c:pt idx="4003">
                  <c:v>60.644973999999998</c:v>
                </c:pt>
                <c:pt idx="4004">
                  <c:v>60.613166999999997</c:v>
                </c:pt>
                <c:pt idx="4005">
                  <c:v>60.578384</c:v>
                </c:pt>
                <c:pt idx="4006">
                  <c:v>60.545642999999998</c:v>
                </c:pt>
                <c:pt idx="4007">
                  <c:v>60.516987</c:v>
                </c:pt>
                <c:pt idx="4008">
                  <c:v>60.496398999999997</c:v>
                </c:pt>
                <c:pt idx="4009">
                  <c:v>60.482044000000002</c:v>
                </c:pt>
                <c:pt idx="4010">
                  <c:v>60.474991000000003</c:v>
                </c:pt>
                <c:pt idx="4011">
                  <c:v>60.464905000000002</c:v>
                </c:pt>
                <c:pt idx="4012">
                  <c:v>60.457745000000003</c:v>
                </c:pt>
                <c:pt idx="4013">
                  <c:v>60.441051000000002</c:v>
                </c:pt>
                <c:pt idx="4014">
                  <c:v>60.413254000000002</c:v>
                </c:pt>
                <c:pt idx="4015">
                  <c:v>60.376556000000001</c:v>
                </c:pt>
                <c:pt idx="4016">
                  <c:v>60.348064000000001</c:v>
                </c:pt>
                <c:pt idx="4017">
                  <c:v>60.353104000000002</c:v>
                </c:pt>
                <c:pt idx="4018">
                  <c:v>60.407043000000002</c:v>
                </c:pt>
                <c:pt idx="4019">
                  <c:v>60.522469000000001</c:v>
                </c:pt>
                <c:pt idx="4020">
                  <c:v>60.730297</c:v>
                </c:pt>
                <c:pt idx="4021">
                  <c:v>61.045577999999999</c:v>
                </c:pt>
                <c:pt idx="4022">
                  <c:v>61.440143999999997</c:v>
                </c:pt>
                <c:pt idx="4023">
                  <c:v>61.825417000000002</c:v>
                </c:pt>
                <c:pt idx="4024">
                  <c:v>62.107776999999999</c:v>
                </c:pt>
                <c:pt idx="4025">
                  <c:v>62.252808000000002</c:v>
                </c:pt>
                <c:pt idx="4026">
                  <c:v>62.265244000000003</c:v>
                </c:pt>
                <c:pt idx="4027">
                  <c:v>61.615603999999998</c:v>
                </c:pt>
                <c:pt idx="4028">
                  <c:v>60.965229000000001</c:v>
                </c:pt>
                <c:pt idx="4029">
                  <c:v>60.568435999999998</c:v>
                </c:pt>
                <c:pt idx="4030">
                  <c:v>60.353752</c:v>
                </c:pt>
                <c:pt idx="4031">
                  <c:v>60.245995000000001</c:v>
                </c:pt>
                <c:pt idx="4032">
                  <c:v>60.185828999999998</c:v>
                </c:pt>
                <c:pt idx="4033">
                  <c:v>60.142597000000002</c:v>
                </c:pt>
                <c:pt idx="4034">
                  <c:v>60.102966000000002</c:v>
                </c:pt>
                <c:pt idx="4035">
                  <c:v>60.058562999999999</c:v>
                </c:pt>
                <c:pt idx="4036">
                  <c:v>60.019238000000001</c:v>
                </c:pt>
                <c:pt idx="4037">
                  <c:v>59.976143</c:v>
                </c:pt>
                <c:pt idx="4038">
                  <c:v>59.952613999999997</c:v>
                </c:pt>
                <c:pt idx="4039">
                  <c:v>59.940739000000001</c:v>
                </c:pt>
                <c:pt idx="4040">
                  <c:v>59.933281000000001</c:v>
                </c:pt>
                <c:pt idx="4041">
                  <c:v>59.921745000000001</c:v>
                </c:pt>
                <c:pt idx="4042">
                  <c:v>59.904915000000003</c:v>
                </c:pt>
                <c:pt idx="4043">
                  <c:v>59.885489999999997</c:v>
                </c:pt>
                <c:pt idx="4044">
                  <c:v>59.864082000000003</c:v>
                </c:pt>
                <c:pt idx="4045">
                  <c:v>59.841304999999998</c:v>
                </c:pt>
                <c:pt idx="4046">
                  <c:v>59.816516999999997</c:v>
                </c:pt>
                <c:pt idx="4047">
                  <c:v>59.786625000000001</c:v>
                </c:pt>
                <c:pt idx="4048">
                  <c:v>59.758277999999997</c:v>
                </c:pt>
                <c:pt idx="4049">
                  <c:v>59.732596999999998</c:v>
                </c:pt>
                <c:pt idx="4050">
                  <c:v>59.707450999999999</c:v>
                </c:pt>
                <c:pt idx="4051">
                  <c:v>59.683781000000003</c:v>
                </c:pt>
                <c:pt idx="4052">
                  <c:v>59.659298</c:v>
                </c:pt>
                <c:pt idx="4053">
                  <c:v>59.634323000000002</c:v>
                </c:pt>
                <c:pt idx="4054">
                  <c:v>59.609130999999998</c:v>
                </c:pt>
                <c:pt idx="4055">
                  <c:v>59.586491000000002</c:v>
                </c:pt>
                <c:pt idx="4056">
                  <c:v>59.562550000000002</c:v>
                </c:pt>
                <c:pt idx="4057">
                  <c:v>59.538424999999997</c:v>
                </c:pt>
                <c:pt idx="4058">
                  <c:v>59.513756000000001</c:v>
                </c:pt>
                <c:pt idx="4059">
                  <c:v>59.494304999999997</c:v>
                </c:pt>
                <c:pt idx="4060">
                  <c:v>59.472923000000002</c:v>
                </c:pt>
                <c:pt idx="4061">
                  <c:v>59.452399999999997</c:v>
                </c:pt>
                <c:pt idx="4062">
                  <c:v>59.432400000000001</c:v>
                </c:pt>
                <c:pt idx="4063">
                  <c:v>59.412776999999998</c:v>
                </c:pt>
                <c:pt idx="4064">
                  <c:v>59.387318</c:v>
                </c:pt>
                <c:pt idx="4065">
                  <c:v>59.361632999999998</c:v>
                </c:pt>
                <c:pt idx="4066">
                  <c:v>59.336337999999998</c:v>
                </c:pt>
                <c:pt idx="4067">
                  <c:v>59.310875000000003</c:v>
                </c:pt>
                <c:pt idx="4068">
                  <c:v>59.289825</c:v>
                </c:pt>
                <c:pt idx="4069">
                  <c:v>59.272392000000004</c:v>
                </c:pt>
                <c:pt idx="4070">
                  <c:v>59.254680999999998</c:v>
                </c:pt>
                <c:pt idx="4071">
                  <c:v>59.235767000000003</c:v>
                </c:pt>
                <c:pt idx="4072">
                  <c:v>59.215541999999999</c:v>
                </c:pt>
                <c:pt idx="4073">
                  <c:v>59.190769000000003</c:v>
                </c:pt>
                <c:pt idx="4074">
                  <c:v>59.165176000000002</c:v>
                </c:pt>
                <c:pt idx="4075">
                  <c:v>59.138911999999998</c:v>
                </c:pt>
                <c:pt idx="4076">
                  <c:v>59.112147999999998</c:v>
                </c:pt>
                <c:pt idx="4077">
                  <c:v>59.083553000000002</c:v>
                </c:pt>
                <c:pt idx="4078">
                  <c:v>59.063152000000002</c:v>
                </c:pt>
                <c:pt idx="4079">
                  <c:v>59.046416999999998</c:v>
                </c:pt>
                <c:pt idx="4080">
                  <c:v>59.031689</c:v>
                </c:pt>
                <c:pt idx="4081">
                  <c:v>59.017173999999997</c:v>
                </c:pt>
                <c:pt idx="4082">
                  <c:v>59.001274000000002</c:v>
                </c:pt>
                <c:pt idx="4083">
                  <c:v>58.980831000000002</c:v>
                </c:pt>
                <c:pt idx="4084">
                  <c:v>58.951011999999999</c:v>
                </c:pt>
                <c:pt idx="4085">
                  <c:v>58.920119999999997</c:v>
                </c:pt>
                <c:pt idx="4086">
                  <c:v>58.892429</c:v>
                </c:pt>
                <c:pt idx="4087">
                  <c:v>58.863326999999998</c:v>
                </c:pt>
                <c:pt idx="4088">
                  <c:v>58.841006999999998</c:v>
                </c:pt>
                <c:pt idx="4089">
                  <c:v>58.822262000000002</c:v>
                </c:pt>
                <c:pt idx="4090">
                  <c:v>58.810844000000003</c:v>
                </c:pt>
                <c:pt idx="4091">
                  <c:v>58.799084000000001</c:v>
                </c:pt>
                <c:pt idx="4092">
                  <c:v>58.780937000000002</c:v>
                </c:pt>
                <c:pt idx="4093">
                  <c:v>58.758620999999998</c:v>
                </c:pt>
                <c:pt idx="4094">
                  <c:v>58.728484999999999</c:v>
                </c:pt>
                <c:pt idx="4095">
                  <c:v>58.697121000000003</c:v>
                </c:pt>
                <c:pt idx="4096">
                  <c:v>58.666203000000003</c:v>
                </c:pt>
                <c:pt idx="4097">
                  <c:v>58.639439000000003</c:v>
                </c:pt>
                <c:pt idx="4098">
                  <c:v>58.620711999999997</c:v>
                </c:pt>
                <c:pt idx="4099">
                  <c:v>58.602558000000002</c:v>
                </c:pt>
                <c:pt idx="4100">
                  <c:v>58.585804000000003</c:v>
                </c:pt>
                <c:pt idx="4101">
                  <c:v>58.57029</c:v>
                </c:pt>
                <c:pt idx="4102">
                  <c:v>58.549579999999999</c:v>
                </c:pt>
                <c:pt idx="4103">
                  <c:v>58.527847000000001</c:v>
                </c:pt>
                <c:pt idx="4104">
                  <c:v>58.496127999999999</c:v>
                </c:pt>
                <c:pt idx="4105">
                  <c:v>58.456890000000001</c:v>
                </c:pt>
                <c:pt idx="4106">
                  <c:v>58.422103999999997</c:v>
                </c:pt>
                <c:pt idx="4107">
                  <c:v>58.394581000000002</c:v>
                </c:pt>
                <c:pt idx="4108">
                  <c:v>58.376159999999999</c:v>
                </c:pt>
                <c:pt idx="4109">
                  <c:v>58.360058000000002</c:v>
                </c:pt>
                <c:pt idx="4110">
                  <c:v>58.343581999999998</c:v>
                </c:pt>
                <c:pt idx="4111">
                  <c:v>58.326251999999997</c:v>
                </c:pt>
                <c:pt idx="4112">
                  <c:v>58.310471</c:v>
                </c:pt>
                <c:pt idx="4113">
                  <c:v>58.287230999999998</c:v>
                </c:pt>
                <c:pt idx="4114">
                  <c:v>58.252850000000002</c:v>
                </c:pt>
                <c:pt idx="4115">
                  <c:v>58.212882999999998</c:v>
                </c:pt>
                <c:pt idx="4116">
                  <c:v>58.178176999999998</c:v>
                </c:pt>
                <c:pt idx="4117">
                  <c:v>58.155968000000001</c:v>
                </c:pt>
                <c:pt idx="4118">
                  <c:v>58.133105999999998</c:v>
                </c:pt>
                <c:pt idx="4119">
                  <c:v>58.112926000000002</c:v>
                </c:pt>
                <c:pt idx="4120">
                  <c:v>58.095615000000002</c:v>
                </c:pt>
                <c:pt idx="4121">
                  <c:v>58.081691999999997</c:v>
                </c:pt>
                <c:pt idx="4122">
                  <c:v>58.064030000000002</c:v>
                </c:pt>
                <c:pt idx="4123">
                  <c:v>58.042782000000003</c:v>
                </c:pt>
                <c:pt idx="4124">
                  <c:v>58.012276</c:v>
                </c:pt>
                <c:pt idx="4125">
                  <c:v>57.980091000000002</c:v>
                </c:pt>
                <c:pt idx="4126">
                  <c:v>57.951324</c:v>
                </c:pt>
                <c:pt idx="4127">
                  <c:v>57.922320999999997</c:v>
                </c:pt>
                <c:pt idx="4128">
                  <c:v>57.898853000000003</c:v>
                </c:pt>
                <c:pt idx="4129">
                  <c:v>57.880527000000001</c:v>
                </c:pt>
                <c:pt idx="4130">
                  <c:v>57.865245999999999</c:v>
                </c:pt>
                <c:pt idx="4131">
                  <c:v>57.851761000000003</c:v>
                </c:pt>
                <c:pt idx="4132">
                  <c:v>57.836945</c:v>
                </c:pt>
                <c:pt idx="4133">
                  <c:v>57.811207000000003</c:v>
                </c:pt>
                <c:pt idx="4134">
                  <c:v>57.779502999999998</c:v>
                </c:pt>
                <c:pt idx="4135">
                  <c:v>57.744762000000001</c:v>
                </c:pt>
                <c:pt idx="4136">
                  <c:v>57.711834000000003</c:v>
                </c:pt>
                <c:pt idx="4137">
                  <c:v>57.679451</c:v>
                </c:pt>
                <c:pt idx="4138">
                  <c:v>57.654381000000001</c:v>
                </c:pt>
                <c:pt idx="4139">
                  <c:v>57.632359000000001</c:v>
                </c:pt>
                <c:pt idx="4140">
                  <c:v>57.611877</c:v>
                </c:pt>
                <c:pt idx="4141">
                  <c:v>57.596592000000001</c:v>
                </c:pt>
                <c:pt idx="4142">
                  <c:v>57.581077999999998</c:v>
                </c:pt>
                <c:pt idx="4143">
                  <c:v>57.556637000000002</c:v>
                </c:pt>
                <c:pt idx="4144">
                  <c:v>57.523121000000003</c:v>
                </c:pt>
                <c:pt idx="4145">
                  <c:v>57.483429000000001</c:v>
                </c:pt>
                <c:pt idx="4146">
                  <c:v>57.447631999999999</c:v>
                </c:pt>
                <c:pt idx="4147">
                  <c:v>57.413212000000001</c:v>
                </c:pt>
                <c:pt idx="4148">
                  <c:v>57.384148000000003</c:v>
                </c:pt>
                <c:pt idx="4149">
                  <c:v>57.365806999999997</c:v>
                </c:pt>
                <c:pt idx="4150">
                  <c:v>57.351146999999997</c:v>
                </c:pt>
                <c:pt idx="4151">
                  <c:v>57.336517000000001</c:v>
                </c:pt>
                <c:pt idx="4152">
                  <c:v>57.323394999999998</c:v>
                </c:pt>
                <c:pt idx="4153">
                  <c:v>57.299987999999999</c:v>
                </c:pt>
                <c:pt idx="4154">
                  <c:v>57.267242000000003</c:v>
                </c:pt>
                <c:pt idx="4155">
                  <c:v>57.222541999999997</c:v>
                </c:pt>
                <c:pt idx="4156">
                  <c:v>57.180286000000002</c:v>
                </c:pt>
                <c:pt idx="4157">
                  <c:v>57.148212000000001</c:v>
                </c:pt>
                <c:pt idx="4158">
                  <c:v>57.125374000000001</c:v>
                </c:pt>
                <c:pt idx="4159">
                  <c:v>57.108798999999998</c:v>
                </c:pt>
                <c:pt idx="4160">
                  <c:v>57.093314999999997</c:v>
                </c:pt>
                <c:pt idx="4161">
                  <c:v>57.079723000000001</c:v>
                </c:pt>
                <c:pt idx="4162">
                  <c:v>57.064185999999999</c:v>
                </c:pt>
                <c:pt idx="4163">
                  <c:v>57.038719</c:v>
                </c:pt>
                <c:pt idx="4164">
                  <c:v>57.000565000000002</c:v>
                </c:pt>
                <c:pt idx="4165">
                  <c:v>56.955719000000002</c:v>
                </c:pt>
                <c:pt idx="4166">
                  <c:v>56.917599000000003</c:v>
                </c:pt>
                <c:pt idx="4167">
                  <c:v>56.891609000000003</c:v>
                </c:pt>
                <c:pt idx="4168">
                  <c:v>56.870871999999999</c:v>
                </c:pt>
                <c:pt idx="4169">
                  <c:v>56.853991999999998</c:v>
                </c:pt>
                <c:pt idx="4170">
                  <c:v>56.838284000000002</c:v>
                </c:pt>
                <c:pt idx="4171">
                  <c:v>56.822777000000002</c:v>
                </c:pt>
                <c:pt idx="4172">
                  <c:v>56.805145000000003</c:v>
                </c:pt>
                <c:pt idx="4173">
                  <c:v>56.778357999999997</c:v>
                </c:pt>
                <c:pt idx="4174">
                  <c:v>56.744712999999997</c:v>
                </c:pt>
                <c:pt idx="4175">
                  <c:v>56.705371999999997</c:v>
                </c:pt>
                <c:pt idx="4176">
                  <c:v>56.664794999999998</c:v>
                </c:pt>
                <c:pt idx="4177">
                  <c:v>56.636336999999997</c:v>
                </c:pt>
                <c:pt idx="4178">
                  <c:v>56.614131999999998</c:v>
                </c:pt>
                <c:pt idx="4179">
                  <c:v>56.595748999999998</c:v>
                </c:pt>
                <c:pt idx="4180">
                  <c:v>56.578476000000002</c:v>
                </c:pt>
                <c:pt idx="4181">
                  <c:v>56.561562000000002</c:v>
                </c:pt>
                <c:pt idx="4182">
                  <c:v>56.542740000000002</c:v>
                </c:pt>
                <c:pt idx="4183">
                  <c:v>56.516834000000003</c:v>
                </c:pt>
                <c:pt idx="4184">
                  <c:v>56.478110999999998</c:v>
                </c:pt>
                <c:pt idx="4185">
                  <c:v>56.434714999999997</c:v>
                </c:pt>
                <c:pt idx="4186">
                  <c:v>56.391621000000001</c:v>
                </c:pt>
                <c:pt idx="4187">
                  <c:v>56.360988999999996</c:v>
                </c:pt>
                <c:pt idx="4188">
                  <c:v>56.338577000000001</c:v>
                </c:pt>
                <c:pt idx="4189">
                  <c:v>56.317794999999997</c:v>
                </c:pt>
                <c:pt idx="4190">
                  <c:v>56.300797000000003</c:v>
                </c:pt>
                <c:pt idx="4191">
                  <c:v>56.286811999999998</c:v>
                </c:pt>
                <c:pt idx="4192">
                  <c:v>56.267437000000001</c:v>
                </c:pt>
                <c:pt idx="4193">
                  <c:v>56.238007000000003</c:v>
                </c:pt>
                <c:pt idx="4194">
                  <c:v>56.200412999999998</c:v>
                </c:pt>
                <c:pt idx="4195">
                  <c:v>56.149909999999998</c:v>
                </c:pt>
                <c:pt idx="4196">
                  <c:v>56.108006000000003</c:v>
                </c:pt>
                <c:pt idx="4197">
                  <c:v>56.073925000000003</c:v>
                </c:pt>
                <c:pt idx="4198">
                  <c:v>56.047820999999999</c:v>
                </c:pt>
                <c:pt idx="4199">
                  <c:v>56.032795</c:v>
                </c:pt>
                <c:pt idx="4200">
                  <c:v>56.014671</c:v>
                </c:pt>
                <c:pt idx="4201">
                  <c:v>55.998341000000003</c:v>
                </c:pt>
                <c:pt idx="4202">
                  <c:v>55.979987999999999</c:v>
                </c:pt>
                <c:pt idx="4203">
                  <c:v>55.952702000000002</c:v>
                </c:pt>
                <c:pt idx="4204">
                  <c:v>55.909633999999997</c:v>
                </c:pt>
                <c:pt idx="4205">
                  <c:v>55.859653000000002</c:v>
                </c:pt>
                <c:pt idx="4206">
                  <c:v>55.813682999999997</c:v>
                </c:pt>
                <c:pt idx="4207">
                  <c:v>55.774478999999999</c:v>
                </c:pt>
                <c:pt idx="4208">
                  <c:v>55.743515000000002</c:v>
                </c:pt>
                <c:pt idx="4209">
                  <c:v>55.721541999999999</c:v>
                </c:pt>
                <c:pt idx="4210">
                  <c:v>55.702613999999997</c:v>
                </c:pt>
                <c:pt idx="4211">
                  <c:v>55.685738000000001</c:v>
                </c:pt>
                <c:pt idx="4212">
                  <c:v>55.667236000000003</c:v>
                </c:pt>
                <c:pt idx="4213">
                  <c:v>55.640762000000002</c:v>
                </c:pt>
                <c:pt idx="4214">
                  <c:v>55.593941000000001</c:v>
                </c:pt>
                <c:pt idx="4215">
                  <c:v>55.542788999999999</c:v>
                </c:pt>
                <c:pt idx="4216">
                  <c:v>55.493350999999997</c:v>
                </c:pt>
                <c:pt idx="4217">
                  <c:v>55.455455999999998</c:v>
                </c:pt>
                <c:pt idx="4218">
                  <c:v>55.424446000000003</c:v>
                </c:pt>
                <c:pt idx="4219">
                  <c:v>55.400790999999998</c:v>
                </c:pt>
                <c:pt idx="4220">
                  <c:v>55.381946999999997</c:v>
                </c:pt>
                <c:pt idx="4221">
                  <c:v>55.364097999999998</c:v>
                </c:pt>
                <c:pt idx="4222">
                  <c:v>55.343964</c:v>
                </c:pt>
                <c:pt idx="4223">
                  <c:v>55.307285</c:v>
                </c:pt>
                <c:pt idx="4224">
                  <c:v>55.261851999999998</c:v>
                </c:pt>
                <c:pt idx="4225">
                  <c:v>55.208644999999997</c:v>
                </c:pt>
                <c:pt idx="4226">
                  <c:v>55.157539</c:v>
                </c:pt>
                <c:pt idx="4227">
                  <c:v>55.116447000000001</c:v>
                </c:pt>
                <c:pt idx="4228">
                  <c:v>55.085808</c:v>
                </c:pt>
                <c:pt idx="4229">
                  <c:v>55.061824999999999</c:v>
                </c:pt>
                <c:pt idx="4230">
                  <c:v>55.040714000000001</c:v>
                </c:pt>
                <c:pt idx="4231">
                  <c:v>55.021678999999999</c:v>
                </c:pt>
                <c:pt idx="4232">
                  <c:v>54.999125999999997</c:v>
                </c:pt>
                <c:pt idx="4233">
                  <c:v>54.967055999999999</c:v>
                </c:pt>
                <c:pt idx="4234">
                  <c:v>54.923931000000003</c:v>
                </c:pt>
                <c:pt idx="4235">
                  <c:v>54.870232000000001</c:v>
                </c:pt>
                <c:pt idx="4236">
                  <c:v>54.820788999999998</c:v>
                </c:pt>
                <c:pt idx="4237">
                  <c:v>54.783603999999997</c:v>
                </c:pt>
                <c:pt idx="4238">
                  <c:v>54.753830000000001</c:v>
                </c:pt>
                <c:pt idx="4239">
                  <c:v>54.730057000000002</c:v>
                </c:pt>
                <c:pt idx="4240">
                  <c:v>54.708796999999997</c:v>
                </c:pt>
                <c:pt idx="4241">
                  <c:v>54.686481000000001</c:v>
                </c:pt>
                <c:pt idx="4242">
                  <c:v>54.659058000000002</c:v>
                </c:pt>
                <c:pt idx="4243">
                  <c:v>54.622588999999998</c:v>
                </c:pt>
                <c:pt idx="4244">
                  <c:v>54.572783999999999</c:v>
                </c:pt>
                <c:pt idx="4245">
                  <c:v>54.523471999999998</c:v>
                </c:pt>
                <c:pt idx="4246">
                  <c:v>54.475223999999997</c:v>
                </c:pt>
                <c:pt idx="4247">
                  <c:v>54.437935000000003</c:v>
                </c:pt>
                <c:pt idx="4248">
                  <c:v>54.406261000000001</c:v>
                </c:pt>
                <c:pt idx="4249">
                  <c:v>54.384360999999998</c:v>
                </c:pt>
                <c:pt idx="4250">
                  <c:v>54.366610999999999</c:v>
                </c:pt>
                <c:pt idx="4251">
                  <c:v>54.346770999999997</c:v>
                </c:pt>
                <c:pt idx="4252">
                  <c:v>54.320053000000001</c:v>
                </c:pt>
                <c:pt idx="4253">
                  <c:v>54.287230999999998</c:v>
                </c:pt>
                <c:pt idx="4254">
                  <c:v>54.239021000000001</c:v>
                </c:pt>
                <c:pt idx="4255">
                  <c:v>54.187911999999997</c:v>
                </c:pt>
                <c:pt idx="4256">
                  <c:v>54.143143000000002</c:v>
                </c:pt>
                <c:pt idx="4257">
                  <c:v>54.107384000000003</c:v>
                </c:pt>
                <c:pt idx="4258">
                  <c:v>54.078133000000001</c:v>
                </c:pt>
                <c:pt idx="4259">
                  <c:v>54.059936999999998</c:v>
                </c:pt>
                <c:pt idx="4260">
                  <c:v>54.042102999999997</c:v>
                </c:pt>
                <c:pt idx="4261">
                  <c:v>54.024872000000002</c:v>
                </c:pt>
                <c:pt idx="4262">
                  <c:v>54.003673999999997</c:v>
                </c:pt>
                <c:pt idx="4263">
                  <c:v>53.968304000000003</c:v>
                </c:pt>
                <c:pt idx="4264">
                  <c:v>53.920485999999997</c:v>
                </c:pt>
                <c:pt idx="4265">
                  <c:v>53.874175999999999</c:v>
                </c:pt>
                <c:pt idx="4266">
                  <c:v>53.832465999999997</c:v>
                </c:pt>
                <c:pt idx="4267">
                  <c:v>53.798748000000003</c:v>
                </c:pt>
                <c:pt idx="4268">
                  <c:v>53.772896000000003</c:v>
                </c:pt>
                <c:pt idx="4269">
                  <c:v>53.757796999999997</c:v>
                </c:pt>
                <c:pt idx="4270">
                  <c:v>53.744995000000003</c:v>
                </c:pt>
                <c:pt idx="4271">
                  <c:v>53.730880999999997</c:v>
                </c:pt>
                <c:pt idx="4272">
                  <c:v>53.710835000000003</c:v>
                </c:pt>
                <c:pt idx="4273">
                  <c:v>53.679115000000003</c:v>
                </c:pt>
                <c:pt idx="4274">
                  <c:v>53.633991000000002</c:v>
                </c:pt>
                <c:pt idx="4275">
                  <c:v>53.585433999999999</c:v>
                </c:pt>
                <c:pt idx="4276">
                  <c:v>53.535809</c:v>
                </c:pt>
                <c:pt idx="4277">
                  <c:v>53.492367000000002</c:v>
                </c:pt>
                <c:pt idx="4278">
                  <c:v>53.451469000000003</c:v>
                </c:pt>
                <c:pt idx="4279">
                  <c:v>53.412979</c:v>
                </c:pt>
                <c:pt idx="4280">
                  <c:v>53.369911000000002</c:v>
                </c:pt>
                <c:pt idx="4281">
                  <c:v>53.320113999999997</c:v>
                </c:pt>
                <c:pt idx="4282">
                  <c:v>53.262588999999998</c:v>
                </c:pt>
                <c:pt idx="4283">
                  <c:v>53.187809000000001</c:v>
                </c:pt>
                <c:pt idx="4284">
                  <c:v>53.0961</c:v>
                </c:pt>
                <c:pt idx="4285">
                  <c:v>53.002955999999998</c:v>
                </c:pt>
                <c:pt idx="4286">
                  <c:v>52.925078999999997</c:v>
                </c:pt>
                <c:pt idx="4287">
                  <c:v>52.854813</c:v>
                </c:pt>
                <c:pt idx="4288">
                  <c:v>52.782012999999999</c:v>
                </c:pt>
                <c:pt idx="4289">
                  <c:v>52.696750999999999</c:v>
                </c:pt>
                <c:pt idx="4290">
                  <c:v>52.575020000000002</c:v>
                </c:pt>
                <c:pt idx="4291">
                  <c:v>52.401730000000001</c:v>
                </c:pt>
                <c:pt idx="4292">
                  <c:v>52.145180000000003</c:v>
                </c:pt>
                <c:pt idx="4293">
                  <c:v>51.863598000000003</c:v>
                </c:pt>
                <c:pt idx="4294">
                  <c:v>51.514857999999997</c:v>
                </c:pt>
                <c:pt idx="4295">
                  <c:v>51.113132</c:v>
                </c:pt>
                <c:pt idx="4296">
                  <c:v>50.709671</c:v>
                </c:pt>
                <c:pt idx="4297">
                  <c:v>50.342402999999997</c:v>
                </c:pt>
                <c:pt idx="4298">
                  <c:v>50.031131999999999</c:v>
                </c:pt>
                <c:pt idx="4299">
                  <c:v>49.781174</c:v>
                </c:pt>
                <c:pt idx="4300">
                  <c:v>49.589306000000001</c:v>
                </c:pt>
                <c:pt idx="4301">
                  <c:v>49.451014999999998</c:v>
                </c:pt>
                <c:pt idx="4302">
                  <c:v>49.357619999999997</c:v>
                </c:pt>
                <c:pt idx="4303">
                  <c:v>49.297150000000002</c:v>
                </c:pt>
                <c:pt idx="4304">
                  <c:v>49.260441</c:v>
                </c:pt>
                <c:pt idx="4305">
                  <c:v>49.256905000000003</c:v>
                </c:pt>
                <c:pt idx="4306">
                  <c:v>49.289771999999999</c:v>
                </c:pt>
                <c:pt idx="4307">
                  <c:v>49.359070000000003</c:v>
                </c:pt>
                <c:pt idx="4308">
                  <c:v>49.456833000000003</c:v>
                </c:pt>
                <c:pt idx="4309">
                  <c:v>49.567504999999997</c:v>
                </c:pt>
                <c:pt idx="4310">
                  <c:v>49.669640000000001</c:v>
                </c:pt>
                <c:pt idx="4311">
                  <c:v>49.741379000000002</c:v>
                </c:pt>
                <c:pt idx="4312">
                  <c:v>49.769215000000003</c:v>
                </c:pt>
                <c:pt idx="4313">
                  <c:v>49.740036000000003</c:v>
                </c:pt>
                <c:pt idx="4314">
                  <c:v>49.660553</c:v>
                </c:pt>
                <c:pt idx="4315">
                  <c:v>49.564003</c:v>
                </c:pt>
                <c:pt idx="4316">
                  <c:v>49.482807000000001</c:v>
                </c:pt>
                <c:pt idx="4317">
                  <c:v>49.428019999999997</c:v>
                </c:pt>
                <c:pt idx="4318">
                  <c:v>49.403606000000003</c:v>
                </c:pt>
                <c:pt idx="4319">
                  <c:v>49.403556999999999</c:v>
                </c:pt>
                <c:pt idx="4320">
                  <c:v>49.417385000000003</c:v>
                </c:pt>
                <c:pt idx="4321">
                  <c:v>49.428600000000003</c:v>
                </c:pt>
                <c:pt idx="4322">
                  <c:v>49.424393000000002</c:v>
                </c:pt>
                <c:pt idx="4323">
                  <c:v>49.396254999999996</c:v>
                </c:pt>
                <c:pt idx="4324">
                  <c:v>49.345061999999999</c:v>
                </c:pt>
                <c:pt idx="4325">
                  <c:v>49.292693999999997</c:v>
                </c:pt>
                <c:pt idx="4326">
                  <c:v>49.255763999999999</c:v>
                </c:pt>
                <c:pt idx="4327">
                  <c:v>49.243153</c:v>
                </c:pt>
                <c:pt idx="4328">
                  <c:v>49.256706000000001</c:v>
                </c:pt>
                <c:pt idx="4329">
                  <c:v>49.283648999999997</c:v>
                </c:pt>
                <c:pt idx="4330">
                  <c:v>49.312550000000002</c:v>
                </c:pt>
                <c:pt idx="4331">
                  <c:v>49.321967999999998</c:v>
                </c:pt>
                <c:pt idx="4332">
                  <c:v>49.299247999999999</c:v>
                </c:pt>
                <c:pt idx="4333">
                  <c:v>49.239066999999999</c:v>
                </c:pt>
                <c:pt idx="4334">
                  <c:v>49.149726999999999</c:v>
                </c:pt>
                <c:pt idx="4335">
                  <c:v>49.053761000000002</c:v>
                </c:pt>
                <c:pt idx="4336">
                  <c:v>48.972625999999998</c:v>
                </c:pt>
                <c:pt idx="4337">
                  <c:v>48.924518999999997</c:v>
                </c:pt>
                <c:pt idx="4338">
                  <c:v>48.901623000000001</c:v>
                </c:pt>
                <c:pt idx="4339">
                  <c:v>48.898575000000001</c:v>
                </c:pt>
                <c:pt idx="4340">
                  <c:v>48.911014999999999</c:v>
                </c:pt>
                <c:pt idx="4341">
                  <c:v>48.922134</c:v>
                </c:pt>
                <c:pt idx="4342">
                  <c:v>48.918678</c:v>
                </c:pt>
                <c:pt idx="4343">
                  <c:v>48.901577000000003</c:v>
                </c:pt>
                <c:pt idx="4344">
                  <c:v>48.874180000000003</c:v>
                </c:pt>
                <c:pt idx="4345">
                  <c:v>48.851005999999998</c:v>
                </c:pt>
                <c:pt idx="4346">
                  <c:v>48.845303000000001</c:v>
                </c:pt>
                <c:pt idx="4347">
                  <c:v>48.860087999999998</c:v>
                </c:pt>
                <c:pt idx="4348">
                  <c:v>48.893158</c:v>
                </c:pt>
                <c:pt idx="4349">
                  <c:v>48.929851999999997</c:v>
                </c:pt>
                <c:pt idx="4350">
                  <c:v>48.950935000000001</c:v>
                </c:pt>
                <c:pt idx="4351">
                  <c:v>48.942687999999997</c:v>
                </c:pt>
                <c:pt idx="4352">
                  <c:v>48.900120000000001</c:v>
                </c:pt>
                <c:pt idx="4353">
                  <c:v>48.825802000000003</c:v>
                </c:pt>
                <c:pt idx="4354">
                  <c:v>48.727398000000001</c:v>
                </c:pt>
                <c:pt idx="4355">
                  <c:v>48.628639</c:v>
                </c:pt>
                <c:pt idx="4356">
                  <c:v>48.549973000000001</c:v>
                </c:pt>
                <c:pt idx="4357">
                  <c:v>48.493248000000001</c:v>
                </c:pt>
                <c:pt idx="4358">
                  <c:v>48.458378000000003</c:v>
                </c:pt>
                <c:pt idx="4359">
                  <c:v>48.441817999999998</c:v>
                </c:pt>
                <c:pt idx="4360">
                  <c:v>48.432461000000004</c:v>
                </c:pt>
                <c:pt idx="4361">
                  <c:v>48.425288999999999</c:v>
                </c:pt>
                <c:pt idx="4362">
                  <c:v>48.413680999999997</c:v>
                </c:pt>
                <c:pt idx="4363">
                  <c:v>48.393889999999999</c:v>
                </c:pt>
                <c:pt idx="4364">
                  <c:v>48.367229000000002</c:v>
                </c:pt>
                <c:pt idx="4365">
                  <c:v>48.348267</c:v>
                </c:pt>
                <c:pt idx="4366">
                  <c:v>48.341571999999999</c:v>
                </c:pt>
                <c:pt idx="4367">
                  <c:v>48.353175999999998</c:v>
                </c:pt>
                <c:pt idx="4368">
                  <c:v>48.378760999999997</c:v>
                </c:pt>
                <c:pt idx="4369">
                  <c:v>48.408897000000003</c:v>
                </c:pt>
                <c:pt idx="4370">
                  <c:v>48.433211999999997</c:v>
                </c:pt>
                <c:pt idx="4371">
                  <c:v>48.441291999999997</c:v>
                </c:pt>
                <c:pt idx="4372">
                  <c:v>48.429504000000001</c:v>
                </c:pt>
                <c:pt idx="4373">
                  <c:v>48.394260000000003</c:v>
                </c:pt>
                <c:pt idx="4374">
                  <c:v>48.348297000000002</c:v>
                </c:pt>
                <c:pt idx="4375">
                  <c:v>48.306193999999998</c:v>
                </c:pt>
                <c:pt idx="4376">
                  <c:v>48.277214000000001</c:v>
                </c:pt>
                <c:pt idx="4377">
                  <c:v>48.259647000000001</c:v>
                </c:pt>
                <c:pt idx="4378">
                  <c:v>48.262486000000003</c:v>
                </c:pt>
                <c:pt idx="4379">
                  <c:v>48.271617999999997</c:v>
                </c:pt>
                <c:pt idx="4380">
                  <c:v>48.277515000000001</c:v>
                </c:pt>
                <c:pt idx="4381">
                  <c:v>48.279170999999998</c:v>
                </c:pt>
                <c:pt idx="4382">
                  <c:v>48.272773999999998</c:v>
                </c:pt>
                <c:pt idx="4383">
                  <c:v>48.247523999999999</c:v>
                </c:pt>
                <c:pt idx="4384">
                  <c:v>48.211922000000001</c:v>
                </c:pt>
                <c:pt idx="4385">
                  <c:v>48.181460999999999</c:v>
                </c:pt>
                <c:pt idx="4386">
                  <c:v>48.161579000000003</c:v>
                </c:pt>
                <c:pt idx="4387">
                  <c:v>48.151080999999998</c:v>
                </c:pt>
                <c:pt idx="4388">
                  <c:v>48.154259000000003</c:v>
                </c:pt>
                <c:pt idx="4389">
                  <c:v>48.161639999999998</c:v>
                </c:pt>
                <c:pt idx="4390">
                  <c:v>48.172451000000002</c:v>
                </c:pt>
                <c:pt idx="4391">
                  <c:v>48.174048999999997</c:v>
                </c:pt>
                <c:pt idx="4392">
                  <c:v>48.166862000000002</c:v>
                </c:pt>
                <c:pt idx="4393">
                  <c:v>48.147284999999997</c:v>
                </c:pt>
                <c:pt idx="4394">
                  <c:v>48.124039000000003</c:v>
                </c:pt>
                <c:pt idx="4395">
                  <c:v>48.094852000000003</c:v>
                </c:pt>
                <c:pt idx="4396">
                  <c:v>48.074055000000001</c:v>
                </c:pt>
                <c:pt idx="4397">
                  <c:v>48.065066999999999</c:v>
                </c:pt>
                <c:pt idx="4398">
                  <c:v>48.072524999999999</c:v>
                </c:pt>
                <c:pt idx="4399">
                  <c:v>48.079993999999999</c:v>
                </c:pt>
                <c:pt idx="4400">
                  <c:v>48.090407999999996</c:v>
                </c:pt>
                <c:pt idx="4401">
                  <c:v>48.094268999999997</c:v>
                </c:pt>
                <c:pt idx="4402">
                  <c:v>48.088088999999997</c:v>
                </c:pt>
                <c:pt idx="4403">
                  <c:v>48.067611999999997</c:v>
                </c:pt>
                <c:pt idx="4404">
                  <c:v>48.037334000000001</c:v>
                </c:pt>
                <c:pt idx="4405">
                  <c:v>48.012233999999999</c:v>
                </c:pt>
                <c:pt idx="4406">
                  <c:v>47.993690000000001</c:v>
                </c:pt>
                <c:pt idx="4407">
                  <c:v>47.967345999999999</c:v>
                </c:pt>
                <c:pt idx="4408">
                  <c:v>47.925078999999997</c:v>
                </c:pt>
                <c:pt idx="4409">
                  <c:v>47.935260999999997</c:v>
                </c:pt>
                <c:pt idx="4410">
                  <c:v>47.937099000000003</c:v>
                </c:pt>
                <c:pt idx="4411">
                  <c:v>47.930878</c:v>
                </c:pt>
                <c:pt idx="4412">
                  <c:v>47.911628999999998</c:v>
                </c:pt>
                <c:pt idx="4413">
                  <c:v>47.896583999999997</c:v>
                </c:pt>
                <c:pt idx="4414">
                  <c:v>47.867741000000002</c:v>
                </c:pt>
                <c:pt idx="4415">
                  <c:v>47.847197999999999</c:v>
                </c:pt>
                <c:pt idx="4416">
                  <c:v>47.818218000000002</c:v>
                </c:pt>
                <c:pt idx="4417">
                  <c:v>47.813557000000003</c:v>
                </c:pt>
                <c:pt idx="4418">
                  <c:v>47.816521000000002</c:v>
                </c:pt>
                <c:pt idx="4419">
                  <c:v>47.825164999999998</c:v>
                </c:pt>
                <c:pt idx="4420">
                  <c:v>47.858749000000003</c:v>
                </c:pt>
                <c:pt idx="4421">
                  <c:v>47.878715999999997</c:v>
                </c:pt>
                <c:pt idx="4422">
                  <c:v>47.887638000000003</c:v>
                </c:pt>
                <c:pt idx="4423">
                  <c:v>47.881453999999998</c:v>
                </c:pt>
                <c:pt idx="4424">
                  <c:v>47.857478999999998</c:v>
                </c:pt>
                <c:pt idx="4425">
                  <c:v>47.841586999999997</c:v>
                </c:pt>
                <c:pt idx="4426">
                  <c:v>47.831935999999999</c:v>
                </c:pt>
                <c:pt idx="4427">
                  <c:v>47.829673999999997</c:v>
                </c:pt>
                <c:pt idx="4428">
                  <c:v>47.834763000000002</c:v>
                </c:pt>
                <c:pt idx="4429">
                  <c:v>47.851944000000003</c:v>
                </c:pt>
                <c:pt idx="4430">
                  <c:v>47.867893000000002</c:v>
                </c:pt>
                <c:pt idx="4431">
                  <c:v>47.878383999999997</c:v>
                </c:pt>
                <c:pt idx="4432">
                  <c:v>47.881644999999999</c:v>
                </c:pt>
                <c:pt idx="4433">
                  <c:v>47.874808999999999</c:v>
                </c:pt>
                <c:pt idx="4434">
                  <c:v>47.856471999999997</c:v>
                </c:pt>
                <c:pt idx="4435">
                  <c:v>47.841681999999999</c:v>
                </c:pt>
                <c:pt idx="4436">
                  <c:v>47.832602999999999</c:v>
                </c:pt>
                <c:pt idx="4437">
                  <c:v>47.832484999999998</c:v>
                </c:pt>
                <c:pt idx="4438">
                  <c:v>47.840209999999999</c:v>
                </c:pt>
                <c:pt idx="4439">
                  <c:v>47.847743999999999</c:v>
                </c:pt>
                <c:pt idx="4440">
                  <c:v>47.847965000000002</c:v>
                </c:pt>
                <c:pt idx="4441">
                  <c:v>47.855601999999998</c:v>
                </c:pt>
                <c:pt idx="4442">
                  <c:v>47.854191</c:v>
                </c:pt>
                <c:pt idx="4443">
                  <c:v>47.842219999999998</c:v>
                </c:pt>
                <c:pt idx="4444">
                  <c:v>47.82206</c:v>
                </c:pt>
                <c:pt idx="4445">
                  <c:v>47.806823999999999</c:v>
                </c:pt>
                <c:pt idx="4446">
                  <c:v>47.800685999999999</c:v>
                </c:pt>
                <c:pt idx="4447">
                  <c:v>47.800654999999999</c:v>
                </c:pt>
                <c:pt idx="4448">
                  <c:v>47.807709000000003</c:v>
                </c:pt>
                <c:pt idx="4449">
                  <c:v>47.819037999999999</c:v>
                </c:pt>
                <c:pt idx="4450">
                  <c:v>47.831378999999998</c:v>
                </c:pt>
                <c:pt idx="4451">
                  <c:v>47.836319000000003</c:v>
                </c:pt>
                <c:pt idx="4452">
                  <c:v>47.833824</c:v>
                </c:pt>
                <c:pt idx="4453">
                  <c:v>47.816806999999997</c:v>
                </c:pt>
                <c:pt idx="4454">
                  <c:v>47.794105999999999</c:v>
                </c:pt>
                <c:pt idx="4455">
                  <c:v>47.773944999999998</c:v>
                </c:pt>
                <c:pt idx="4456">
                  <c:v>47.768405999999999</c:v>
                </c:pt>
                <c:pt idx="4457">
                  <c:v>47.775055000000002</c:v>
                </c:pt>
                <c:pt idx="4458">
                  <c:v>47.786957000000001</c:v>
                </c:pt>
                <c:pt idx="4459">
                  <c:v>47.801242999999999</c:v>
                </c:pt>
                <c:pt idx="4460">
                  <c:v>47.814709000000001</c:v>
                </c:pt>
                <c:pt idx="4461">
                  <c:v>47.826644999999999</c:v>
                </c:pt>
                <c:pt idx="4462">
                  <c:v>47.828322999999997</c:v>
                </c:pt>
                <c:pt idx="4463">
                  <c:v>47.823188999999999</c:v>
                </c:pt>
                <c:pt idx="4464">
                  <c:v>47.808650999999998</c:v>
                </c:pt>
                <c:pt idx="4465">
                  <c:v>47.797150000000002</c:v>
                </c:pt>
                <c:pt idx="4466">
                  <c:v>47.789997</c:v>
                </c:pt>
                <c:pt idx="4467">
                  <c:v>47.790084999999998</c:v>
                </c:pt>
                <c:pt idx="4468">
                  <c:v>47.800953</c:v>
                </c:pt>
                <c:pt idx="4469">
                  <c:v>47.814430000000002</c:v>
                </c:pt>
                <c:pt idx="4470">
                  <c:v>47.825920000000004</c:v>
                </c:pt>
                <c:pt idx="4471">
                  <c:v>47.833354999999997</c:v>
                </c:pt>
                <c:pt idx="4472">
                  <c:v>47.833632999999999</c:v>
                </c:pt>
                <c:pt idx="4473">
                  <c:v>47.820889000000001</c:v>
                </c:pt>
                <c:pt idx="4474">
                  <c:v>47.802452000000002</c:v>
                </c:pt>
                <c:pt idx="4475">
                  <c:v>47.787585999999997</c:v>
                </c:pt>
                <c:pt idx="4476">
                  <c:v>47.780918</c:v>
                </c:pt>
                <c:pt idx="4477">
                  <c:v>47.782786999999999</c:v>
                </c:pt>
                <c:pt idx="4478">
                  <c:v>47.786762000000003</c:v>
                </c:pt>
                <c:pt idx="4479">
                  <c:v>48.453288999999998</c:v>
                </c:pt>
                <c:pt idx="4480">
                  <c:v>49.270392999999999</c:v>
                </c:pt>
                <c:pt idx="4481">
                  <c:v>49.822865</c:v>
                </c:pt>
                <c:pt idx="4482">
                  <c:v>50.122540000000001</c:v>
                </c:pt>
                <c:pt idx="4483">
                  <c:v>50.352516000000001</c:v>
                </c:pt>
                <c:pt idx="4484">
                  <c:v>50.562911999999997</c:v>
                </c:pt>
                <c:pt idx="4485">
                  <c:v>50.627330999999998</c:v>
                </c:pt>
                <c:pt idx="4486">
                  <c:v>50.750439</c:v>
                </c:pt>
                <c:pt idx="4487">
                  <c:v>50.551082999999998</c:v>
                </c:pt>
                <c:pt idx="4488">
                  <c:v>49.977466999999997</c:v>
                </c:pt>
                <c:pt idx="4489">
                  <c:v>49.180537999999999</c:v>
                </c:pt>
                <c:pt idx="4490">
                  <c:v>48.575474</c:v>
                </c:pt>
                <c:pt idx="4491">
                  <c:v>48.330441</c:v>
                </c:pt>
                <c:pt idx="4492">
                  <c:v>48.318565</c:v>
                </c:pt>
                <c:pt idx="4493">
                  <c:v>48.408870999999998</c:v>
                </c:pt>
                <c:pt idx="4494">
                  <c:v>48.536895999999999</c:v>
                </c:pt>
                <c:pt idx="4495">
                  <c:v>48.587006000000002</c:v>
                </c:pt>
                <c:pt idx="4496">
                  <c:v>48.582042999999999</c:v>
                </c:pt>
                <c:pt idx="4497">
                  <c:v>48.454524999999997</c:v>
                </c:pt>
                <c:pt idx="4498">
                  <c:v>48.234867000000001</c:v>
                </c:pt>
                <c:pt idx="4499">
                  <c:v>47.973778000000003</c:v>
                </c:pt>
                <c:pt idx="4500">
                  <c:v>47.766269999999999</c:v>
                </c:pt>
                <c:pt idx="4501">
                  <c:v>47.734561999999997</c:v>
                </c:pt>
                <c:pt idx="4502">
                  <c:v>47.724831000000002</c:v>
                </c:pt>
                <c:pt idx="4503">
                  <c:v>47.519913000000003</c:v>
                </c:pt>
                <c:pt idx="4504">
                  <c:v>47.314929999999997</c:v>
                </c:pt>
                <c:pt idx="4505">
                  <c:v>47.363650999999997</c:v>
                </c:pt>
                <c:pt idx="4506">
                  <c:v>47.329253999999999</c:v>
                </c:pt>
                <c:pt idx="4507">
                  <c:v>46.996811000000001</c:v>
                </c:pt>
                <c:pt idx="4508">
                  <c:v>46.617545999999997</c:v>
                </c:pt>
                <c:pt idx="4509">
                  <c:v>46.497188999999999</c:v>
                </c:pt>
                <c:pt idx="4510">
                  <c:v>46.821278</c:v>
                </c:pt>
                <c:pt idx="4511">
                  <c:v>46.860584000000003</c:v>
                </c:pt>
                <c:pt idx="4512">
                  <c:v>46.818863</c:v>
                </c:pt>
                <c:pt idx="4513">
                  <c:v>47.039261000000003</c:v>
                </c:pt>
                <c:pt idx="4514">
                  <c:v>47.323914000000002</c:v>
                </c:pt>
                <c:pt idx="4515">
                  <c:v>47.460662999999997</c:v>
                </c:pt>
                <c:pt idx="4516">
                  <c:v>47.678435999999998</c:v>
                </c:pt>
                <c:pt idx="4517">
                  <c:v>48.042679</c:v>
                </c:pt>
                <c:pt idx="4518">
                  <c:v>48.505913</c:v>
                </c:pt>
                <c:pt idx="4519">
                  <c:v>48.931412000000002</c:v>
                </c:pt>
                <c:pt idx="4520">
                  <c:v>49.291553</c:v>
                </c:pt>
                <c:pt idx="4521">
                  <c:v>49.575375000000001</c:v>
                </c:pt>
                <c:pt idx="4522">
                  <c:v>49.664546999999999</c:v>
                </c:pt>
                <c:pt idx="4523">
                  <c:v>49.471820999999998</c:v>
                </c:pt>
                <c:pt idx="4524">
                  <c:v>49.274127999999997</c:v>
                </c:pt>
                <c:pt idx="4525">
                  <c:v>49.095764000000003</c:v>
                </c:pt>
                <c:pt idx="4526">
                  <c:v>48.745269999999998</c:v>
                </c:pt>
                <c:pt idx="4527">
                  <c:v>48.635936999999998</c:v>
                </c:pt>
                <c:pt idx="4528">
                  <c:v>48.833373999999999</c:v>
                </c:pt>
                <c:pt idx="4529">
                  <c:v>48.948425</c:v>
                </c:pt>
                <c:pt idx="4530">
                  <c:v>48.883178999999998</c:v>
                </c:pt>
                <c:pt idx="4531">
                  <c:v>48.676296000000001</c:v>
                </c:pt>
                <c:pt idx="4532">
                  <c:v>48.445217</c:v>
                </c:pt>
                <c:pt idx="4533">
                  <c:v>48.114806999999999</c:v>
                </c:pt>
                <c:pt idx="4534">
                  <c:v>47.632584000000001</c:v>
                </c:pt>
                <c:pt idx="4535">
                  <c:v>47.677424999999999</c:v>
                </c:pt>
                <c:pt idx="4536">
                  <c:v>48.161560000000001</c:v>
                </c:pt>
                <c:pt idx="4537">
                  <c:v>48.484081000000003</c:v>
                </c:pt>
                <c:pt idx="4538">
                  <c:v>48.819763000000002</c:v>
                </c:pt>
                <c:pt idx="4539">
                  <c:v>49.210762000000003</c:v>
                </c:pt>
                <c:pt idx="4540">
                  <c:v>49.480964999999998</c:v>
                </c:pt>
                <c:pt idx="4541">
                  <c:v>49.786963999999998</c:v>
                </c:pt>
                <c:pt idx="4542">
                  <c:v>49.824894</c:v>
                </c:pt>
                <c:pt idx="4543">
                  <c:v>49.702781999999999</c:v>
                </c:pt>
                <c:pt idx="4544">
                  <c:v>49.493110999999999</c:v>
                </c:pt>
                <c:pt idx="4545">
                  <c:v>49.219684999999998</c:v>
                </c:pt>
                <c:pt idx="4546">
                  <c:v>48.928505000000001</c:v>
                </c:pt>
                <c:pt idx="4547">
                  <c:v>48.820374000000001</c:v>
                </c:pt>
                <c:pt idx="4548">
                  <c:v>48.731589999999997</c:v>
                </c:pt>
                <c:pt idx="4549">
                  <c:v>48.601711000000002</c:v>
                </c:pt>
                <c:pt idx="4550">
                  <c:v>48.517325999999997</c:v>
                </c:pt>
                <c:pt idx="4551">
                  <c:v>48.408969999999997</c:v>
                </c:pt>
                <c:pt idx="4552">
                  <c:v>48.369754999999998</c:v>
                </c:pt>
                <c:pt idx="4553">
                  <c:v>48.53434</c:v>
                </c:pt>
                <c:pt idx="4554">
                  <c:v>48.984406</c:v>
                </c:pt>
                <c:pt idx="4555">
                  <c:v>49.544978999999998</c:v>
                </c:pt>
                <c:pt idx="4556">
                  <c:v>49.938262999999999</c:v>
                </c:pt>
                <c:pt idx="4557">
                  <c:v>50.270332000000003</c:v>
                </c:pt>
                <c:pt idx="4558">
                  <c:v>50.585971999999998</c:v>
                </c:pt>
                <c:pt idx="4559">
                  <c:v>50.597023</c:v>
                </c:pt>
                <c:pt idx="4560">
                  <c:v>50.560577000000002</c:v>
                </c:pt>
                <c:pt idx="4561">
                  <c:v>50.691752999999999</c:v>
                </c:pt>
                <c:pt idx="4562">
                  <c:v>50.832062000000001</c:v>
                </c:pt>
                <c:pt idx="4563">
                  <c:v>50.808537000000001</c:v>
                </c:pt>
                <c:pt idx="4564">
                  <c:v>50.453662999999999</c:v>
                </c:pt>
                <c:pt idx="4565">
                  <c:v>49.950783000000001</c:v>
                </c:pt>
                <c:pt idx="4566">
                  <c:v>49.657192000000002</c:v>
                </c:pt>
                <c:pt idx="4567">
                  <c:v>49.648018</c:v>
                </c:pt>
                <c:pt idx="4568">
                  <c:v>49.908225999999999</c:v>
                </c:pt>
                <c:pt idx="4569">
                  <c:v>50.292892000000002</c:v>
                </c:pt>
                <c:pt idx="4570">
                  <c:v>50.507378000000003</c:v>
                </c:pt>
                <c:pt idx="4571">
                  <c:v>50.728264000000003</c:v>
                </c:pt>
                <c:pt idx="4572">
                  <c:v>50.984520000000003</c:v>
                </c:pt>
                <c:pt idx="4573">
                  <c:v>51.341301000000001</c:v>
                </c:pt>
                <c:pt idx="4574">
                  <c:v>51.808577999999997</c:v>
                </c:pt>
                <c:pt idx="4575">
                  <c:v>51.748032000000002</c:v>
                </c:pt>
                <c:pt idx="4576">
                  <c:v>51.533279</c:v>
                </c:pt>
                <c:pt idx="4577">
                  <c:v>51.438721000000001</c:v>
                </c:pt>
                <c:pt idx="4578">
                  <c:v>51.349666999999997</c:v>
                </c:pt>
                <c:pt idx="4579">
                  <c:v>51.368155999999999</c:v>
                </c:pt>
                <c:pt idx="4580">
                  <c:v>51.412663000000002</c:v>
                </c:pt>
                <c:pt idx="4581">
                  <c:v>51.254714999999997</c:v>
                </c:pt>
                <c:pt idx="4582">
                  <c:v>50.936397999999997</c:v>
                </c:pt>
                <c:pt idx="4583">
                  <c:v>50.787509999999997</c:v>
                </c:pt>
                <c:pt idx="4584">
                  <c:v>50.658687999999998</c:v>
                </c:pt>
                <c:pt idx="4585">
                  <c:v>50.468693000000002</c:v>
                </c:pt>
                <c:pt idx="4586">
                  <c:v>50.235764000000003</c:v>
                </c:pt>
                <c:pt idx="4587">
                  <c:v>50.146687</c:v>
                </c:pt>
                <c:pt idx="4588">
                  <c:v>50.358353000000001</c:v>
                </c:pt>
                <c:pt idx="4589">
                  <c:v>50.884590000000003</c:v>
                </c:pt>
                <c:pt idx="4590">
                  <c:v>51.259186</c:v>
                </c:pt>
                <c:pt idx="4591">
                  <c:v>51.266444999999997</c:v>
                </c:pt>
                <c:pt idx="4592">
                  <c:v>51.046275999999999</c:v>
                </c:pt>
                <c:pt idx="4593">
                  <c:v>51.125625999999997</c:v>
                </c:pt>
                <c:pt idx="4594">
                  <c:v>51.379058999999998</c:v>
                </c:pt>
                <c:pt idx="4595">
                  <c:v>51.716003000000001</c:v>
                </c:pt>
                <c:pt idx="4596">
                  <c:v>52.229743999999997</c:v>
                </c:pt>
                <c:pt idx="4597">
                  <c:v>52.752842000000001</c:v>
                </c:pt>
                <c:pt idx="4598">
                  <c:v>52.984122999999997</c:v>
                </c:pt>
                <c:pt idx="4599">
                  <c:v>52.885402999999997</c:v>
                </c:pt>
                <c:pt idx="4600">
                  <c:v>52.660969000000001</c:v>
                </c:pt>
                <c:pt idx="4601">
                  <c:v>52.571671000000002</c:v>
                </c:pt>
                <c:pt idx="4602">
                  <c:v>52.696689999999997</c:v>
                </c:pt>
                <c:pt idx="4603">
                  <c:v>52.784824</c:v>
                </c:pt>
                <c:pt idx="4604">
                  <c:v>52.633136999999998</c:v>
                </c:pt>
                <c:pt idx="4605">
                  <c:v>52.520049999999998</c:v>
                </c:pt>
                <c:pt idx="4606">
                  <c:v>52.471347999999999</c:v>
                </c:pt>
                <c:pt idx="4607">
                  <c:v>52.664608000000001</c:v>
                </c:pt>
                <c:pt idx="4608">
                  <c:v>52.705620000000003</c:v>
                </c:pt>
                <c:pt idx="4609">
                  <c:v>52.679352000000002</c:v>
                </c:pt>
                <c:pt idx="4610">
                  <c:v>52.625808999999997</c:v>
                </c:pt>
                <c:pt idx="4611">
                  <c:v>52.441467000000003</c:v>
                </c:pt>
                <c:pt idx="4612">
                  <c:v>52.303986000000002</c:v>
                </c:pt>
                <c:pt idx="4613">
                  <c:v>52.054878000000002</c:v>
                </c:pt>
                <c:pt idx="4614">
                  <c:v>51.798119</c:v>
                </c:pt>
                <c:pt idx="4615">
                  <c:v>51.897410999999998</c:v>
                </c:pt>
                <c:pt idx="4616">
                  <c:v>52.094410000000003</c:v>
                </c:pt>
                <c:pt idx="4617">
                  <c:v>52.168895999999997</c:v>
                </c:pt>
                <c:pt idx="4618">
                  <c:v>52.110142000000003</c:v>
                </c:pt>
                <c:pt idx="4619">
                  <c:v>52.192497000000003</c:v>
                </c:pt>
                <c:pt idx="4620">
                  <c:v>52.509495000000001</c:v>
                </c:pt>
                <c:pt idx="4621">
                  <c:v>52.599232000000001</c:v>
                </c:pt>
                <c:pt idx="4622">
                  <c:v>52.461886999999997</c:v>
                </c:pt>
                <c:pt idx="4623">
                  <c:v>52.309562999999997</c:v>
                </c:pt>
                <c:pt idx="4624">
                  <c:v>52.115589</c:v>
                </c:pt>
                <c:pt idx="4625">
                  <c:v>51.955325999999999</c:v>
                </c:pt>
                <c:pt idx="4626">
                  <c:v>51.830170000000003</c:v>
                </c:pt>
                <c:pt idx="4627">
                  <c:v>51.776691</c:v>
                </c:pt>
                <c:pt idx="4628">
                  <c:v>51.793224000000002</c:v>
                </c:pt>
                <c:pt idx="4629">
                  <c:v>51.788006000000003</c:v>
                </c:pt>
                <c:pt idx="4630">
                  <c:v>51.751964999999998</c:v>
                </c:pt>
                <c:pt idx="4631">
                  <c:v>51.755656999999999</c:v>
                </c:pt>
                <c:pt idx="4632">
                  <c:v>51.744731999999999</c:v>
                </c:pt>
                <c:pt idx="4633">
                  <c:v>51.688160000000003</c:v>
                </c:pt>
                <c:pt idx="4634">
                  <c:v>51.805495999999998</c:v>
                </c:pt>
                <c:pt idx="4635">
                  <c:v>51.997520000000002</c:v>
                </c:pt>
                <c:pt idx="4636">
                  <c:v>51.934199999999997</c:v>
                </c:pt>
                <c:pt idx="4637">
                  <c:v>51.919640000000001</c:v>
                </c:pt>
                <c:pt idx="4638">
                  <c:v>52.317841000000001</c:v>
                </c:pt>
                <c:pt idx="4639">
                  <c:v>52.540466000000002</c:v>
                </c:pt>
                <c:pt idx="4640">
                  <c:v>52.634524999999996</c:v>
                </c:pt>
                <c:pt idx="4641">
                  <c:v>52.571078999999997</c:v>
                </c:pt>
                <c:pt idx="4642">
                  <c:v>52.25967</c:v>
                </c:pt>
                <c:pt idx="4643">
                  <c:v>52.197566999999999</c:v>
                </c:pt>
                <c:pt idx="4644">
                  <c:v>52.373176999999998</c:v>
                </c:pt>
                <c:pt idx="4645">
                  <c:v>52.746558999999998</c:v>
                </c:pt>
                <c:pt idx="4646">
                  <c:v>53.153827999999997</c:v>
                </c:pt>
                <c:pt idx="4647">
                  <c:v>53.668652000000002</c:v>
                </c:pt>
                <c:pt idx="4648">
                  <c:v>54.127808000000002</c:v>
                </c:pt>
                <c:pt idx="4649">
                  <c:v>54.602454999999999</c:v>
                </c:pt>
                <c:pt idx="4650">
                  <c:v>55.009377000000001</c:v>
                </c:pt>
                <c:pt idx="4651">
                  <c:v>55.368113999999998</c:v>
                </c:pt>
                <c:pt idx="4652">
                  <c:v>55.681465000000003</c:v>
                </c:pt>
                <c:pt idx="4653">
                  <c:v>55.934756999999998</c:v>
                </c:pt>
                <c:pt idx="4654">
                  <c:v>56.121529000000002</c:v>
                </c:pt>
                <c:pt idx="4655">
                  <c:v>56.171764000000003</c:v>
                </c:pt>
                <c:pt idx="4656">
                  <c:v>56.024943999999998</c:v>
                </c:pt>
                <c:pt idx="4657">
                  <c:v>55.941265000000001</c:v>
                </c:pt>
                <c:pt idx="4658">
                  <c:v>55.940918000000003</c:v>
                </c:pt>
                <c:pt idx="4659">
                  <c:v>56.032024</c:v>
                </c:pt>
                <c:pt idx="4660">
                  <c:v>56.154418999999997</c:v>
                </c:pt>
                <c:pt idx="4661">
                  <c:v>56.273147999999999</c:v>
                </c:pt>
                <c:pt idx="4662">
                  <c:v>56.376274000000002</c:v>
                </c:pt>
                <c:pt idx="4663">
                  <c:v>56.492310000000003</c:v>
                </c:pt>
                <c:pt idx="4664">
                  <c:v>56.635834000000003</c:v>
                </c:pt>
                <c:pt idx="4665">
                  <c:v>56.758110000000002</c:v>
                </c:pt>
                <c:pt idx="4666">
                  <c:v>56.895992</c:v>
                </c:pt>
                <c:pt idx="4667">
                  <c:v>57.057377000000002</c:v>
                </c:pt>
                <c:pt idx="4668">
                  <c:v>57.216552999999998</c:v>
                </c:pt>
                <c:pt idx="4669">
                  <c:v>57.434840999999999</c:v>
                </c:pt>
                <c:pt idx="4670">
                  <c:v>57.484543000000002</c:v>
                </c:pt>
                <c:pt idx="4671">
                  <c:v>57.361870000000003</c:v>
                </c:pt>
                <c:pt idx="4672">
                  <c:v>57.391468000000003</c:v>
                </c:pt>
                <c:pt idx="4673">
                  <c:v>57.543308000000003</c:v>
                </c:pt>
                <c:pt idx="4674">
                  <c:v>57.784092000000001</c:v>
                </c:pt>
                <c:pt idx="4675">
                  <c:v>58.053325999999998</c:v>
                </c:pt>
                <c:pt idx="4676">
                  <c:v>58.276260000000001</c:v>
                </c:pt>
                <c:pt idx="4677">
                  <c:v>58.256653</c:v>
                </c:pt>
                <c:pt idx="4678">
                  <c:v>58.064281000000001</c:v>
                </c:pt>
                <c:pt idx="4679">
                  <c:v>57.987586999999998</c:v>
                </c:pt>
                <c:pt idx="4680">
                  <c:v>58.068641999999997</c:v>
                </c:pt>
                <c:pt idx="4681">
                  <c:v>58.095210999999999</c:v>
                </c:pt>
                <c:pt idx="4682">
                  <c:v>57.935371000000004</c:v>
                </c:pt>
                <c:pt idx="4683">
                  <c:v>57.816451999999998</c:v>
                </c:pt>
                <c:pt idx="4684">
                  <c:v>57.729992000000003</c:v>
                </c:pt>
                <c:pt idx="4685">
                  <c:v>57.452357999999997</c:v>
                </c:pt>
                <c:pt idx="4686">
                  <c:v>56.877040999999998</c:v>
                </c:pt>
                <c:pt idx="4687">
                  <c:v>56.270760000000003</c:v>
                </c:pt>
                <c:pt idx="4688">
                  <c:v>55.537903</c:v>
                </c:pt>
                <c:pt idx="4689">
                  <c:v>54.205502000000003</c:v>
                </c:pt>
                <c:pt idx="4690">
                  <c:v>54.041409000000002</c:v>
                </c:pt>
                <c:pt idx="4691">
                  <c:v>57.008899999999997</c:v>
                </c:pt>
                <c:pt idx="4692">
                  <c:v>59.325676000000001</c:v>
                </c:pt>
                <c:pt idx="4693">
                  <c:v>60.573177000000001</c:v>
                </c:pt>
                <c:pt idx="4694">
                  <c:v>61.181941999999999</c:v>
                </c:pt>
                <c:pt idx="4695">
                  <c:v>61.353653000000001</c:v>
                </c:pt>
                <c:pt idx="4696">
                  <c:v>61.307246999999997</c:v>
                </c:pt>
                <c:pt idx="4697">
                  <c:v>61.166198999999999</c:v>
                </c:pt>
                <c:pt idx="4698">
                  <c:v>61.101967000000002</c:v>
                </c:pt>
                <c:pt idx="4699">
                  <c:v>60.989643000000001</c:v>
                </c:pt>
                <c:pt idx="4700">
                  <c:v>60.739285000000002</c:v>
                </c:pt>
                <c:pt idx="4701">
                  <c:v>60.462215</c:v>
                </c:pt>
                <c:pt idx="4702">
                  <c:v>60.202950000000001</c:v>
                </c:pt>
                <c:pt idx="4703">
                  <c:v>60.065876000000003</c:v>
                </c:pt>
                <c:pt idx="4704">
                  <c:v>59.571536999999999</c:v>
                </c:pt>
                <c:pt idx="4705">
                  <c:v>59.036751000000002</c:v>
                </c:pt>
                <c:pt idx="4706">
                  <c:v>58.773918000000002</c:v>
                </c:pt>
                <c:pt idx="4707">
                  <c:v>58.742046000000002</c:v>
                </c:pt>
                <c:pt idx="4708">
                  <c:v>58.657603999999999</c:v>
                </c:pt>
                <c:pt idx="4709">
                  <c:v>58.433852999999999</c:v>
                </c:pt>
                <c:pt idx="4710">
                  <c:v>58.510078</c:v>
                </c:pt>
                <c:pt idx="4711">
                  <c:v>58.547707000000003</c:v>
                </c:pt>
                <c:pt idx="4712">
                  <c:v>58.435608000000002</c:v>
                </c:pt>
                <c:pt idx="4713">
                  <c:v>58.170143000000003</c:v>
                </c:pt>
                <c:pt idx="4714">
                  <c:v>57.90831</c:v>
                </c:pt>
                <c:pt idx="4715">
                  <c:v>57.717159000000002</c:v>
                </c:pt>
                <c:pt idx="4716">
                  <c:v>57.511364</c:v>
                </c:pt>
                <c:pt idx="4717">
                  <c:v>57.276958</c:v>
                </c:pt>
                <c:pt idx="4718">
                  <c:v>57.237594999999999</c:v>
                </c:pt>
                <c:pt idx="4719">
                  <c:v>57.078625000000002</c:v>
                </c:pt>
                <c:pt idx="4720">
                  <c:v>56.952956999999998</c:v>
                </c:pt>
                <c:pt idx="4721">
                  <c:v>57.038586000000002</c:v>
                </c:pt>
                <c:pt idx="4722">
                  <c:v>57.076180000000001</c:v>
                </c:pt>
                <c:pt idx="4723">
                  <c:v>57.027248</c:v>
                </c:pt>
                <c:pt idx="4724">
                  <c:v>56.829101999999999</c:v>
                </c:pt>
                <c:pt idx="4725">
                  <c:v>56.587806999999998</c:v>
                </c:pt>
                <c:pt idx="4726">
                  <c:v>56.521476999999997</c:v>
                </c:pt>
                <c:pt idx="4727">
                  <c:v>56.433433999999998</c:v>
                </c:pt>
                <c:pt idx="4728">
                  <c:v>56.256348000000003</c:v>
                </c:pt>
                <c:pt idx="4729">
                  <c:v>56.190860999999998</c:v>
                </c:pt>
                <c:pt idx="4730">
                  <c:v>56.261467000000003</c:v>
                </c:pt>
                <c:pt idx="4731">
                  <c:v>56.548126000000003</c:v>
                </c:pt>
                <c:pt idx="4732">
                  <c:v>56.811965999999998</c:v>
                </c:pt>
                <c:pt idx="4733">
                  <c:v>56.622528000000003</c:v>
                </c:pt>
                <c:pt idx="4734">
                  <c:v>56.191895000000002</c:v>
                </c:pt>
                <c:pt idx="4735">
                  <c:v>56.111117999999998</c:v>
                </c:pt>
                <c:pt idx="4736">
                  <c:v>56.331619000000003</c:v>
                </c:pt>
                <c:pt idx="4737">
                  <c:v>56.517600999999999</c:v>
                </c:pt>
                <c:pt idx="4738">
                  <c:v>56.391018000000003</c:v>
                </c:pt>
                <c:pt idx="4739">
                  <c:v>56.277026999999997</c:v>
                </c:pt>
                <c:pt idx="4740">
                  <c:v>56.246284000000003</c:v>
                </c:pt>
                <c:pt idx="4741">
                  <c:v>56.134422000000001</c:v>
                </c:pt>
                <c:pt idx="4742">
                  <c:v>56.063209999999998</c:v>
                </c:pt>
                <c:pt idx="4743">
                  <c:v>56.044491000000001</c:v>
                </c:pt>
                <c:pt idx="4744">
                  <c:v>56.123916999999999</c:v>
                </c:pt>
                <c:pt idx="4745">
                  <c:v>56.124229</c:v>
                </c:pt>
                <c:pt idx="4746">
                  <c:v>56.042988000000001</c:v>
                </c:pt>
                <c:pt idx="4747">
                  <c:v>56.025931999999997</c:v>
                </c:pt>
                <c:pt idx="4748">
                  <c:v>56.091076000000001</c:v>
                </c:pt>
                <c:pt idx="4749">
                  <c:v>56.144618999999999</c:v>
                </c:pt>
                <c:pt idx="4750">
                  <c:v>56.268546999999998</c:v>
                </c:pt>
                <c:pt idx="4751">
                  <c:v>56.482360999999997</c:v>
                </c:pt>
                <c:pt idx="4752">
                  <c:v>56.615822000000001</c:v>
                </c:pt>
                <c:pt idx="4753">
                  <c:v>56.679512000000003</c:v>
                </c:pt>
                <c:pt idx="4754">
                  <c:v>56.555546</c:v>
                </c:pt>
                <c:pt idx="4755">
                  <c:v>56.451602999999999</c:v>
                </c:pt>
                <c:pt idx="4756">
                  <c:v>56.433276999999997</c:v>
                </c:pt>
                <c:pt idx="4757">
                  <c:v>56.331173</c:v>
                </c:pt>
                <c:pt idx="4758">
                  <c:v>56.143459</c:v>
                </c:pt>
                <c:pt idx="4759">
                  <c:v>55.97242</c:v>
                </c:pt>
                <c:pt idx="4760">
                  <c:v>55.969154000000003</c:v>
                </c:pt>
                <c:pt idx="4761">
                  <c:v>55.999392999999998</c:v>
                </c:pt>
                <c:pt idx="4762">
                  <c:v>55.876961000000001</c:v>
                </c:pt>
                <c:pt idx="4763">
                  <c:v>55.716354000000003</c:v>
                </c:pt>
                <c:pt idx="4764">
                  <c:v>55.610210000000002</c:v>
                </c:pt>
                <c:pt idx="4765">
                  <c:v>55.442104</c:v>
                </c:pt>
                <c:pt idx="4766">
                  <c:v>55.079425999999998</c:v>
                </c:pt>
                <c:pt idx="4767">
                  <c:v>54.743267000000003</c:v>
                </c:pt>
                <c:pt idx="4768">
                  <c:v>54.612845999999998</c:v>
                </c:pt>
                <c:pt idx="4769">
                  <c:v>54.426952</c:v>
                </c:pt>
                <c:pt idx="4770">
                  <c:v>54.004176999999999</c:v>
                </c:pt>
                <c:pt idx="4771">
                  <c:v>53.645386000000002</c:v>
                </c:pt>
                <c:pt idx="4772">
                  <c:v>53.375422999999998</c:v>
                </c:pt>
                <c:pt idx="4773">
                  <c:v>53.066830000000003</c:v>
                </c:pt>
                <c:pt idx="4774">
                  <c:v>52.671047000000002</c:v>
                </c:pt>
                <c:pt idx="4775">
                  <c:v>52.018290999999998</c:v>
                </c:pt>
                <c:pt idx="4776">
                  <c:v>51.672710000000002</c:v>
                </c:pt>
                <c:pt idx="4777">
                  <c:v>51.641055999999999</c:v>
                </c:pt>
                <c:pt idx="4778">
                  <c:v>51.620337999999997</c:v>
                </c:pt>
                <c:pt idx="4779">
                  <c:v>51.351677000000002</c:v>
                </c:pt>
                <c:pt idx="4780">
                  <c:v>51.105815999999997</c:v>
                </c:pt>
                <c:pt idx="4781">
                  <c:v>50.976467</c:v>
                </c:pt>
                <c:pt idx="4782">
                  <c:v>51.276446999999997</c:v>
                </c:pt>
                <c:pt idx="4783">
                  <c:v>51.988815000000002</c:v>
                </c:pt>
                <c:pt idx="4784">
                  <c:v>52.801048000000002</c:v>
                </c:pt>
                <c:pt idx="4785">
                  <c:v>53.622222999999998</c:v>
                </c:pt>
                <c:pt idx="4786">
                  <c:v>54.526493000000002</c:v>
                </c:pt>
                <c:pt idx="4787">
                  <c:v>55.488705000000003</c:v>
                </c:pt>
                <c:pt idx="4788">
                  <c:v>56.014225000000003</c:v>
                </c:pt>
                <c:pt idx="4789">
                  <c:v>56.326172</c:v>
                </c:pt>
                <c:pt idx="4790">
                  <c:v>56.586559000000001</c:v>
                </c:pt>
                <c:pt idx="4791">
                  <c:v>56.784798000000002</c:v>
                </c:pt>
                <c:pt idx="4792">
                  <c:v>57.057701000000002</c:v>
                </c:pt>
                <c:pt idx="4793">
                  <c:v>57.317703000000002</c:v>
                </c:pt>
                <c:pt idx="4794">
                  <c:v>57.401245000000003</c:v>
                </c:pt>
                <c:pt idx="4795">
                  <c:v>57.401904999999999</c:v>
                </c:pt>
                <c:pt idx="4796">
                  <c:v>57.307549000000002</c:v>
                </c:pt>
                <c:pt idx="4797">
                  <c:v>57.218074999999999</c:v>
                </c:pt>
                <c:pt idx="4798">
                  <c:v>57.058444999999999</c:v>
                </c:pt>
                <c:pt idx="4799">
                  <c:v>57.140430000000002</c:v>
                </c:pt>
                <c:pt idx="4800">
                  <c:v>57.328304000000003</c:v>
                </c:pt>
                <c:pt idx="4801">
                  <c:v>57.406063000000003</c:v>
                </c:pt>
                <c:pt idx="4802">
                  <c:v>57.457633999999999</c:v>
                </c:pt>
                <c:pt idx="4803">
                  <c:v>57.506100000000004</c:v>
                </c:pt>
                <c:pt idx="4804">
                  <c:v>57.484768000000003</c:v>
                </c:pt>
                <c:pt idx="4805">
                  <c:v>57.384369</c:v>
                </c:pt>
                <c:pt idx="4806">
                  <c:v>57.362834999999997</c:v>
                </c:pt>
                <c:pt idx="4807">
                  <c:v>57.370421999999998</c:v>
                </c:pt>
                <c:pt idx="4808">
                  <c:v>57.436259999999997</c:v>
                </c:pt>
                <c:pt idx="4809">
                  <c:v>57.410145</c:v>
                </c:pt>
                <c:pt idx="4810">
                  <c:v>57.094231000000001</c:v>
                </c:pt>
                <c:pt idx="4811">
                  <c:v>56.766692999999997</c:v>
                </c:pt>
                <c:pt idx="4812">
                  <c:v>56.745063999999999</c:v>
                </c:pt>
                <c:pt idx="4813">
                  <c:v>56.998244999999997</c:v>
                </c:pt>
                <c:pt idx="4814">
                  <c:v>57.050083000000001</c:v>
                </c:pt>
                <c:pt idx="4815">
                  <c:v>56.782024</c:v>
                </c:pt>
                <c:pt idx="4816">
                  <c:v>56.445422999999998</c:v>
                </c:pt>
                <c:pt idx="4817">
                  <c:v>56.192450999999998</c:v>
                </c:pt>
                <c:pt idx="4818">
                  <c:v>56.408909000000001</c:v>
                </c:pt>
                <c:pt idx="4819">
                  <c:v>56.886809999999997</c:v>
                </c:pt>
                <c:pt idx="4820">
                  <c:v>57.25732</c:v>
                </c:pt>
                <c:pt idx="4821">
                  <c:v>57.590313000000002</c:v>
                </c:pt>
                <c:pt idx="4822">
                  <c:v>57.678840999999998</c:v>
                </c:pt>
                <c:pt idx="4823">
                  <c:v>57.596744999999999</c:v>
                </c:pt>
                <c:pt idx="4824">
                  <c:v>57.507896000000002</c:v>
                </c:pt>
                <c:pt idx="4825">
                  <c:v>57.594150999999997</c:v>
                </c:pt>
                <c:pt idx="4826">
                  <c:v>57.699654000000002</c:v>
                </c:pt>
                <c:pt idx="4827">
                  <c:v>57.767505999999997</c:v>
                </c:pt>
                <c:pt idx="4828">
                  <c:v>57.811283000000003</c:v>
                </c:pt>
                <c:pt idx="4829">
                  <c:v>57.704281000000002</c:v>
                </c:pt>
                <c:pt idx="4830">
                  <c:v>57.640887999999997</c:v>
                </c:pt>
                <c:pt idx="4831">
                  <c:v>57.774478999999999</c:v>
                </c:pt>
                <c:pt idx="4832">
                  <c:v>57.868518999999999</c:v>
                </c:pt>
                <c:pt idx="4833">
                  <c:v>57.969276000000001</c:v>
                </c:pt>
                <c:pt idx="4834">
                  <c:v>57.903049000000003</c:v>
                </c:pt>
                <c:pt idx="4835">
                  <c:v>57.444262999999999</c:v>
                </c:pt>
                <c:pt idx="4836">
                  <c:v>56.823833</c:v>
                </c:pt>
                <c:pt idx="4837">
                  <c:v>56.179828999999998</c:v>
                </c:pt>
                <c:pt idx="4838">
                  <c:v>55.608490000000003</c:v>
                </c:pt>
                <c:pt idx="4839">
                  <c:v>55.201199000000003</c:v>
                </c:pt>
                <c:pt idx="4840">
                  <c:v>54.691417999999999</c:v>
                </c:pt>
                <c:pt idx="4841">
                  <c:v>54.300277999999999</c:v>
                </c:pt>
                <c:pt idx="4842">
                  <c:v>54.223480000000002</c:v>
                </c:pt>
                <c:pt idx="4843">
                  <c:v>54.428885999999999</c:v>
                </c:pt>
                <c:pt idx="4844">
                  <c:v>55.006324999999997</c:v>
                </c:pt>
                <c:pt idx="4845">
                  <c:v>55.611462000000003</c:v>
                </c:pt>
                <c:pt idx="4846">
                  <c:v>56.028205999999997</c:v>
                </c:pt>
                <c:pt idx="4847">
                  <c:v>56.294547999999999</c:v>
                </c:pt>
                <c:pt idx="4848">
                  <c:v>56.474850000000004</c:v>
                </c:pt>
                <c:pt idx="4849">
                  <c:v>56.575145999999997</c:v>
                </c:pt>
                <c:pt idx="4850">
                  <c:v>56.563656000000002</c:v>
                </c:pt>
                <c:pt idx="4851">
                  <c:v>56.502228000000002</c:v>
                </c:pt>
                <c:pt idx="4852">
                  <c:v>56.704998000000003</c:v>
                </c:pt>
                <c:pt idx="4853">
                  <c:v>57.083565</c:v>
                </c:pt>
                <c:pt idx="4854">
                  <c:v>57.257534</c:v>
                </c:pt>
                <c:pt idx="4855">
                  <c:v>57.252533</c:v>
                </c:pt>
                <c:pt idx="4856">
                  <c:v>57.257595000000002</c:v>
                </c:pt>
                <c:pt idx="4857">
                  <c:v>57.072749999999999</c:v>
                </c:pt>
                <c:pt idx="4858">
                  <c:v>56.89246</c:v>
                </c:pt>
                <c:pt idx="4859">
                  <c:v>57.142440999999998</c:v>
                </c:pt>
                <c:pt idx="4860">
                  <c:v>57.602637999999999</c:v>
                </c:pt>
                <c:pt idx="4861">
                  <c:v>57.929070000000003</c:v>
                </c:pt>
                <c:pt idx="4862">
                  <c:v>58.199741000000003</c:v>
                </c:pt>
                <c:pt idx="4863">
                  <c:v>58.548943000000001</c:v>
                </c:pt>
                <c:pt idx="4864">
                  <c:v>58.860267999999998</c:v>
                </c:pt>
                <c:pt idx="4865">
                  <c:v>59.109504999999999</c:v>
                </c:pt>
                <c:pt idx="4866">
                  <c:v>59.136532000000003</c:v>
                </c:pt>
                <c:pt idx="4867">
                  <c:v>58.984627000000003</c:v>
                </c:pt>
                <c:pt idx="4868">
                  <c:v>58.804786999999997</c:v>
                </c:pt>
                <c:pt idx="4869">
                  <c:v>58.994328000000003</c:v>
                </c:pt>
                <c:pt idx="4870">
                  <c:v>59.361496000000002</c:v>
                </c:pt>
                <c:pt idx="4871">
                  <c:v>59.552276999999997</c:v>
                </c:pt>
                <c:pt idx="4872">
                  <c:v>59.588951000000002</c:v>
                </c:pt>
                <c:pt idx="4873">
                  <c:v>59.540000999999997</c:v>
                </c:pt>
                <c:pt idx="4874">
                  <c:v>59.739432999999998</c:v>
                </c:pt>
                <c:pt idx="4875">
                  <c:v>60.338408999999999</c:v>
                </c:pt>
                <c:pt idx="4876">
                  <c:v>60.863658999999998</c:v>
                </c:pt>
                <c:pt idx="4877">
                  <c:v>61.059685000000002</c:v>
                </c:pt>
                <c:pt idx="4878">
                  <c:v>61.149044000000004</c:v>
                </c:pt>
                <c:pt idx="4879">
                  <c:v>61.31953</c:v>
                </c:pt>
                <c:pt idx="4880">
                  <c:v>61.665858999999998</c:v>
                </c:pt>
                <c:pt idx="4881">
                  <c:v>62.000506999999999</c:v>
                </c:pt>
                <c:pt idx="4882">
                  <c:v>62.168793000000001</c:v>
                </c:pt>
                <c:pt idx="4883">
                  <c:v>62.331119999999999</c:v>
                </c:pt>
                <c:pt idx="4884">
                  <c:v>62.294308000000001</c:v>
                </c:pt>
                <c:pt idx="4885">
                  <c:v>62.030692999999999</c:v>
                </c:pt>
                <c:pt idx="4886">
                  <c:v>61.860497000000002</c:v>
                </c:pt>
                <c:pt idx="4887">
                  <c:v>61.877357000000003</c:v>
                </c:pt>
                <c:pt idx="4888">
                  <c:v>62.095481999999997</c:v>
                </c:pt>
                <c:pt idx="4889">
                  <c:v>62.401629999999997</c:v>
                </c:pt>
                <c:pt idx="4890">
                  <c:v>62.527222000000002</c:v>
                </c:pt>
                <c:pt idx="4891">
                  <c:v>62.565055999999998</c:v>
                </c:pt>
                <c:pt idx="4892">
                  <c:v>62.676968000000002</c:v>
                </c:pt>
                <c:pt idx="4893">
                  <c:v>62.835456999999998</c:v>
                </c:pt>
                <c:pt idx="4894">
                  <c:v>63.077182999999998</c:v>
                </c:pt>
                <c:pt idx="4895">
                  <c:v>63.279437999999999</c:v>
                </c:pt>
                <c:pt idx="4896">
                  <c:v>63.302849000000002</c:v>
                </c:pt>
                <c:pt idx="4897">
                  <c:v>63.224220000000003</c:v>
                </c:pt>
                <c:pt idx="4898">
                  <c:v>63.052928999999999</c:v>
                </c:pt>
                <c:pt idx="4899">
                  <c:v>62.876595000000002</c:v>
                </c:pt>
                <c:pt idx="4900">
                  <c:v>62.662025</c:v>
                </c:pt>
                <c:pt idx="4901">
                  <c:v>62.466521999999998</c:v>
                </c:pt>
                <c:pt idx="4902">
                  <c:v>62.337994000000002</c:v>
                </c:pt>
                <c:pt idx="4903">
                  <c:v>62.164256999999999</c:v>
                </c:pt>
                <c:pt idx="4904">
                  <c:v>61.781464</c:v>
                </c:pt>
                <c:pt idx="4905">
                  <c:v>61.629173000000002</c:v>
                </c:pt>
                <c:pt idx="4906">
                  <c:v>61.737178999999998</c:v>
                </c:pt>
                <c:pt idx="4907">
                  <c:v>61.909382000000001</c:v>
                </c:pt>
                <c:pt idx="4908">
                  <c:v>62.057743000000002</c:v>
                </c:pt>
                <c:pt idx="4909">
                  <c:v>62.265549</c:v>
                </c:pt>
                <c:pt idx="4910">
                  <c:v>62.510654000000002</c:v>
                </c:pt>
                <c:pt idx="4911">
                  <c:v>62.659534000000001</c:v>
                </c:pt>
                <c:pt idx="4912">
                  <c:v>62.818953999999998</c:v>
                </c:pt>
                <c:pt idx="4913">
                  <c:v>63.098483999999999</c:v>
                </c:pt>
                <c:pt idx="4914">
                  <c:v>63.594608000000001</c:v>
                </c:pt>
                <c:pt idx="4915">
                  <c:v>64.055710000000005</c:v>
                </c:pt>
                <c:pt idx="4916">
                  <c:v>64.289969999999997</c:v>
                </c:pt>
                <c:pt idx="4917">
                  <c:v>64.337188999999995</c:v>
                </c:pt>
                <c:pt idx="4918">
                  <c:v>64.376625000000004</c:v>
                </c:pt>
                <c:pt idx="4919">
                  <c:v>64.343506000000005</c:v>
                </c:pt>
                <c:pt idx="4920">
                  <c:v>64.457558000000006</c:v>
                </c:pt>
                <c:pt idx="4921">
                  <c:v>64.627983</c:v>
                </c:pt>
                <c:pt idx="4922">
                  <c:v>64.868224999999995</c:v>
                </c:pt>
                <c:pt idx="4923">
                  <c:v>64.96566</c:v>
                </c:pt>
                <c:pt idx="4924">
                  <c:v>64.778510999999995</c:v>
                </c:pt>
                <c:pt idx="4925">
                  <c:v>64.376487999999995</c:v>
                </c:pt>
                <c:pt idx="4926">
                  <c:v>64.142319000000001</c:v>
                </c:pt>
                <c:pt idx="4927">
                  <c:v>63.918140000000001</c:v>
                </c:pt>
                <c:pt idx="4928">
                  <c:v>63.530403</c:v>
                </c:pt>
                <c:pt idx="4929">
                  <c:v>63.723049000000003</c:v>
                </c:pt>
                <c:pt idx="4930">
                  <c:v>64.278114000000002</c:v>
                </c:pt>
                <c:pt idx="4931">
                  <c:v>64.912543999999997</c:v>
                </c:pt>
                <c:pt idx="4932">
                  <c:v>64.804687999999999</c:v>
                </c:pt>
                <c:pt idx="4933">
                  <c:v>64.431702000000001</c:v>
                </c:pt>
                <c:pt idx="4934">
                  <c:v>64.090323999999995</c:v>
                </c:pt>
                <c:pt idx="4935">
                  <c:v>63.915024000000003</c:v>
                </c:pt>
                <c:pt idx="4936">
                  <c:v>63.849594000000003</c:v>
                </c:pt>
                <c:pt idx="4937">
                  <c:v>63.860900999999998</c:v>
                </c:pt>
                <c:pt idx="4938">
                  <c:v>63.883938000000001</c:v>
                </c:pt>
                <c:pt idx="4939">
                  <c:v>63.950920000000004</c:v>
                </c:pt>
                <c:pt idx="4940">
                  <c:v>63.998798000000001</c:v>
                </c:pt>
                <c:pt idx="4941">
                  <c:v>63.991858999999998</c:v>
                </c:pt>
                <c:pt idx="4942">
                  <c:v>63.917946000000001</c:v>
                </c:pt>
                <c:pt idx="4943">
                  <c:v>63.684646999999998</c:v>
                </c:pt>
                <c:pt idx="4944">
                  <c:v>63.429248999999999</c:v>
                </c:pt>
                <c:pt idx="4945">
                  <c:v>63.104595000000003</c:v>
                </c:pt>
                <c:pt idx="4946">
                  <c:v>62.882458</c:v>
                </c:pt>
                <c:pt idx="4947">
                  <c:v>62.860863000000002</c:v>
                </c:pt>
                <c:pt idx="4948">
                  <c:v>62.974620999999999</c:v>
                </c:pt>
                <c:pt idx="4949">
                  <c:v>63.140804000000003</c:v>
                </c:pt>
                <c:pt idx="4950">
                  <c:v>63.257064999999997</c:v>
                </c:pt>
                <c:pt idx="4951">
                  <c:v>63.233719000000001</c:v>
                </c:pt>
                <c:pt idx="4952">
                  <c:v>63.079768999999999</c:v>
                </c:pt>
                <c:pt idx="4953">
                  <c:v>62.905987000000003</c:v>
                </c:pt>
                <c:pt idx="4954">
                  <c:v>62.572723000000003</c:v>
                </c:pt>
                <c:pt idx="4955">
                  <c:v>62.462234000000002</c:v>
                </c:pt>
                <c:pt idx="4956">
                  <c:v>62.582748000000002</c:v>
                </c:pt>
                <c:pt idx="4957">
                  <c:v>62.630360000000003</c:v>
                </c:pt>
                <c:pt idx="4958">
                  <c:v>62.604033999999999</c:v>
                </c:pt>
                <c:pt idx="4959">
                  <c:v>62.533199000000003</c:v>
                </c:pt>
                <c:pt idx="4960">
                  <c:v>62.534607000000001</c:v>
                </c:pt>
                <c:pt idx="4961">
                  <c:v>62.640835000000003</c:v>
                </c:pt>
                <c:pt idx="4962">
                  <c:v>63.040534999999998</c:v>
                </c:pt>
                <c:pt idx="4963">
                  <c:v>63.501525999999998</c:v>
                </c:pt>
                <c:pt idx="4964">
                  <c:v>63.924773999999999</c:v>
                </c:pt>
                <c:pt idx="4965">
                  <c:v>64.264190999999997</c:v>
                </c:pt>
                <c:pt idx="4966">
                  <c:v>64.522957000000005</c:v>
                </c:pt>
                <c:pt idx="4967">
                  <c:v>64.641182000000001</c:v>
                </c:pt>
                <c:pt idx="4968">
                  <c:v>64.802261000000001</c:v>
                </c:pt>
                <c:pt idx="4969">
                  <c:v>65.052788000000007</c:v>
                </c:pt>
                <c:pt idx="4970">
                  <c:v>65.100380000000001</c:v>
                </c:pt>
                <c:pt idx="4971">
                  <c:v>64.955353000000002</c:v>
                </c:pt>
                <c:pt idx="4972">
                  <c:v>64.787766000000005</c:v>
                </c:pt>
                <c:pt idx="4973">
                  <c:v>64.597510999999997</c:v>
                </c:pt>
                <c:pt idx="4974">
                  <c:v>64.301445000000001</c:v>
                </c:pt>
                <c:pt idx="4975">
                  <c:v>63.885035999999999</c:v>
                </c:pt>
                <c:pt idx="4976">
                  <c:v>63.608051000000003</c:v>
                </c:pt>
                <c:pt idx="4977">
                  <c:v>63.342007000000002</c:v>
                </c:pt>
                <c:pt idx="4978">
                  <c:v>63.056885000000001</c:v>
                </c:pt>
                <c:pt idx="4979">
                  <c:v>62.942928000000002</c:v>
                </c:pt>
                <c:pt idx="4980">
                  <c:v>62.899956000000003</c:v>
                </c:pt>
                <c:pt idx="4981">
                  <c:v>63.017651000000001</c:v>
                </c:pt>
                <c:pt idx="4982">
                  <c:v>63.253864</c:v>
                </c:pt>
                <c:pt idx="4983">
                  <c:v>63.452652</c:v>
                </c:pt>
                <c:pt idx="4984">
                  <c:v>63.468944999999998</c:v>
                </c:pt>
                <c:pt idx="4985">
                  <c:v>63.362361999999997</c:v>
                </c:pt>
                <c:pt idx="4986">
                  <c:v>63.299629000000003</c:v>
                </c:pt>
                <c:pt idx="4987">
                  <c:v>63.318558000000003</c:v>
                </c:pt>
                <c:pt idx="4988">
                  <c:v>63.309967</c:v>
                </c:pt>
                <c:pt idx="4989">
                  <c:v>63.157471000000001</c:v>
                </c:pt>
                <c:pt idx="4990">
                  <c:v>62.822777000000002</c:v>
                </c:pt>
                <c:pt idx="4991">
                  <c:v>62.702198000000003</c:v>
                </c:pt>
                <c:pt idx="4992">
                  <c:v>62.720486000000001</c:v>
                </c:pt>
                <c:pt idx="4993">
                  <c:v>62.880383000000002</c:v>
                </c:pt>
                <c:pt idx="4994">
                  <c:v>63.001652</c:v>
                </c:pt>
                <c:pt idx="4995">
                  <c:v>62.959057000000001</c:v>
                </c:pt>
                <c:pt idx="4996">
                  <c:v>62.921391</c:v>
                </c:pt>
                <c:pt idx="4997">
                  <c:v>62.932808000000001</c:v>
                </c:pt>
                <c:pt idx="4998">
                  <c:v>63.068728999999998</c:v>
                </c:pt>
                <c:pt idx="4999">
                  <c:v>63.311176000000003</c:v>
                </c:pt>
                <c:pt idx="5000">
                  <c:v>63.645786000000001</c:v>
                </c:pt>
                <c:pt idx="5001">
                  <c:v>64.011902000000006</c:v>
                </c:pt>
                <c:pt idx="5002">
                  <c:v>64.098618000000002</c:v>
                </c:pt>
                <c:pt idx="5003">
                  <c:v>63.904732000000003</c:v>
                </c:pt>
                <c:pt idx="5004">
                  <c:v>63.582939000000003</c:v>
                </c:pt>
                <c:pt idx="5005">
                  <c:v>63.460613000000002</c:v>
                </c:pt>
                <c:pt idx="5006">
                  <c:v>63.361660000000001</c:v>
                </c:pt>
                <c:pt idx="5007">
                  <c:v>63.309570000000001</c:v>
                </c:pt>
                <c:pt idx="5008">
                  <c:v>63.253971</c:v>
                </c:pt>
                <c:pt idx="5009">
                  <c:v>63.187679000000003</c:v>
                </c:pt>
                <c:pt idx="5010">
                  <c:v>63.194789999999998</c:v>
                </c:pt>
                <c:pt idx="5011">
                  <c:v>63.140338999999997</c:v>
                </c:pt>
                <c:pt idx="5012">
                  <c:v>63.091557000000002</c:v>
                </c:pt>
                <c:pt idx="5013">
                  <c:v>63.219585000000002</c:v>
                </c:pt>
                <c:pt idx="5014">
                  <c:v>63.415947000000003</c:v>
                </c:pt>
                <c:pt idx="5015">
                  <c:v>63.620902999999998</c:v>
                </c:pt>
                <c:pt idx="5016">
                  <c:v>63.717319000000003</c:v>
                </c:pt>
                <c:pt idx="5017">
                  <c:v>63.614986000000002</c:v>
                </c:pt>
                <c:pt idx="5018">
                  <c:v>63.648972000000001</c:v>
                </c:pt>
                <c:pt idx="5019">
                  <c:v>63.809910000000002</c:v>
                </c:pt>
                <c:pt idx="5020">
                  <c:v>63.835144</c:v>
                </c:pt>
                <c:pt idx="5021">
                  <c:v>63.981338999999998</c:v>
                </c:pt>
                <c:pt idx="5022">
                  <c:v>64.186950999999993</c:v>
                </c:pt>
                <c:pt idx="5023">
                  <c:v>64.252846000000005</c:v>
                </c:pt>
                <c:pt idx="5024">
                  <c:v>64.235664</c:v>
                </c:pt>
                <c:pt idx="5025">
                  <c:v>64.149055000000004</c:v>
                </c:pt>
                <c:pt idx="5026">
                  <c:v>64.094550999999996</c:v>
                </c:pt>
                <c:pt idx="5027">
                  <c:v>64.150695999999996</c:v>
                </c:pt>
                <c:pt idx="5028">
                  <c:v>64.252716000000007</c:v>
                </c:pt>
                <c:pt idx="5029">
                  <c:v>64.463463000000004</c:v>
                </c:pt>
                <c:pt idx="5030">
                  <c:v>64.554573000000005</c:v>
                </c:pt>
                <c:pt idx="5031">
                  <c:v>64.518837000000005</c:v>
                </c:pt>
                <c:pt idx="5032">
                  <c:v>64.415985000000006</c:v>
                </c:pt>
                <c:pt idx="5033">
                  <c:v>64.471419999999995</c:v>
                </c:pt>
                <c:pt idx="5034">
                  <c:v>64.705032000000003</c:v>
                </c:pt>
                <c:pt idx="5035">
                  <c:v>64.884231999999997</c:v>
                </c:pt>
                <c:pt idx="5036">
                  <c:v>64.993674999999996</c:v>
                </c:pt>
                <c:pt idx="5037">
                  <c:v>64.779373000000007</c:v>
                </c:pt>
                <c:pt idx="5038">
                  <c:v>64.351653999999996</c:v>
                </c:pt>
                <c:pt idx="5039">
                  <c:v>64.074348000000001</c:v>
                </c:pt>
                <c:pt idx="5040">
                  <c:v>63.893279999999997</c:v>
                </c:pt>
                <c:pt idx="5041">
                  <c:v>63.908596000000003</c:v>
                </c:pt>
                <c:pt idx="5042">
                  <c:v>64.079078999999993</c:v>
                </c:pt>
                <c:pt idx="5043">
                  <c:v>64.162148000000002</c:v>
                </c:pt>
                <c:pt idx="5044">
                  <c:v>64.143951000000001</c:v>
                </c:pt>
                <c:pt idx="5045">
                  <c:v>64.005363000000003</c:v>
                </c:pt>
                <c:pt idx="5046">
                  <c:v>63.713799000000002</c:v>
                </c:pt>
                <c:pt idx="5047">
                  <c:v>63.591952999999997</c:v>
                </c:pt>
                <c:pt idx="5048">
                  <c:v>63.642310999999999</c:v>
                </c:pt>
                <c:pt idx="5049">
                  <c:v>63.894497000000001</c:v>
                </c:pt>
                <c:pt idx="5050">
                  <c:v>64.365204000000006</c:v>
                </c:pt>
                <c:pt idx="5051">
                  <c:v>64.615654000000006</c:v>
                </c:pt>
                <c:pt idx="5052">
                  <c:v>64.5578</c:v>
                </c:pt>
                <c:pt idx="5053">
                  <c:v>64.248360000000005</c:v>
                </c:pt>
                <c:pt idx="5054">
                  <c:v>63.963901999999997</c:v>
                </c:pt>
                <c:pt idx="5055">
                  <c:v>63.776459000000003</c:v>
                </c:pt>
                <c:pt idx="5056">
                  <c:v>63.544575000000002</c:v>
                </c:pt>
                <c:pt idx="5057">
                  <c:v>63.310519999999997</c:v>
                </c:pt>
                <c:pt idx="5058">
                  <c:v>63.124504000000002</c:v>
                </c:pt>
                <c:pt idx="5059">
                  <c:v>63.113101999999998</c:v>
                </c:pt>
                <c:pt idx="5060">
                  <c:v>63.168571</c:v>
                </c:pt>
                <c:pt idx="5061">
                  <c:v>62.973984000000002</c:v>
                </c:pt>
                <c:pt idx="5062">
                  <c:v>63.110809000000003</c:v>
                </c:pt>
                <c:pt idx="5063">
                  <c:v>63.434714999999997</c:v>
                </c:pt>
                <c:pt idx="5064">
                  <c:v>63.552841000000001</c:v>
                </c:pt>
                <c:pt idx="5065">
                  <c:v>63.543869000000001</c:v>
                </c:pt>
                <c:pt idx="5066">
                  <c:v>63.458331999999999</c:v>
                </c:pt>
                <c:pt idx="5067">
                  <c:v>63.438118000000003</c:v>
                </c:pt>
                <c:pt idx="5068">
                  <c:v>63.446953000000001</c:v>
                </c:pt>
                <c:pt idx="5069">
                  <c:v>63.346663999999997</c:v>
                </c:pt>
                <c:pt idx="5070">
                  <c:v>63.340888999999997</c:v>
                </c:pt>
                <c:pt idx="5071">
                  <c:v>63.472060999999997</c:v>
                </c:pt>
                <c:pt idx="5072">
                  <c:v>63.707481000000001</c:v>
                </c:pt>
                <c:pt idx="5073">
                  <c:v>63.671978000000003</c:v>
                </c:pt>
                <c:pt idx="5074">
                  <c:v>63.472732999999998</c:v>
                </c:pt>
                <c:pt idx="5075">
                  <c:v>63.434429000000002</c:v>
                </c:pt>
                <c:pt idx="5076">
                  <c:v>63.502395999999997</c:v>
                </c:pt>
                <c:pt idx="5077">
                  <c:v>63.497227000000002</c:v>
                </c:pt>
                <c:pt idx="5078">
                  <c:v>63.541428000000003</c:v>
                </c:pt>
                <c:pt idx="5079">
                  <c:v>63.590145</c:v>
                </c:pt>
                <c:pt idx="5080">
                  <c:v>63.406235000000002</c:v>
                </c:pt>
                <c:pt idx="5081">
                  <c:v>63.150570000000002</c:v>
                </c:pt>
                <c:pt idx="5082">
                  <c:v>62.935119999999998</c:v>
                </c:pt>
                <c:pt idx="5083">
                  <c:v>62.739071000000003</c:v>
                </c:pt>
                <c:pt idx="5084">
                  <c:v>62.519450999999997</c:v>
                </c:pt>
                <c:pt idx="5085">
                  <c:v>62.333838999999998</c:v>
                </c:pt>
                <c:pt idx="5086">
                  <c:v>62.277439000000001</c:v>
                </c:pt>
                <c:pt idx="5087">
                  <c:v>62.213009</c:v>
                </c:pt>
                <c:pt idx="5088">
                  <c:v>62.080181000000003</c:v>
                </c:pt>
                <c:pt idx="5089">
                  <c:v>62.033855000000003</c:v>
                </c:pt>
                <c:pt idx="5090">
                  <c:v>62.030571000000002</c:v>
                </c:pt>
                <c:pt idx="5091">
                  <c:v>61.998576999999997</c:v>
                </c:pt>
                <c:pt idx="5092">
                  <c:v>61.777489000000003</c:v>
                </c:pt>
                <c:pt idx="5093">
                  <c:v>61.315666</c:v>
                </c:pt>
                <c:pt idx="5094">
                  <c:v>60.710158999999997</c:v>
                </c:pt>
                <c:pt idx="5095">
                  <c:v>60.354560999999997</c:v>
                </c:pt>
                <c:pt idx="5096">
                  <c:v>60.344265</c:v>
                </c:pt>
                <c:pt idx="5097">
                  <c:v>60.452061</c:v>
                </c:pt>
                <c:pt idx="5098">
                  <c:v>60.312035000000002</c:v>
                </c:pt>
                <c:pt idx="5099">
                  <c:v>60.038772999999999</c:v>
                </c:pt>
                <c:pt idx="5100">
                  <c:v>59.760708000000001</c:v>
                </c:pt>
                <c:pt idx="5101">
                  <c:v>59.287906999999997</c:v>
                </c:pt>
                <c:pt idx="5102">
                  <c:v>58.742218000000001</c:v>
                </c:pt>
                <c:pt idx="5103">
                  <c:v>58.042273999999999</c:v>
                </c:pt>
                <c:pt idx="5104">
                  <c:v>57.312561000000002</c:v>
                </c:pt>
                <c:pt idx="5105">
                  <c:v>56.759158999999997</c:v>
                </c:pt>
                <c:pt idx="5106">
                  <c:v>56.452435000000001</c:v>
                </c:pt>
                <c:pt idx="5107">
                  <c:v>56.189326999999999</c:v>
                </c:pt>
                <c:pt idx="5108">
                  <c:v>55.810310000000001</c:v>
                </c:pt>
                <c:pt idx="5109">
                  <c:v>55.517834000000001</c:v>
                </c:pt>
                <c:pt idx="5110">
                  <c:v>55.372501</c:v>
                </c:pt>
                <c:pt idx="5111">
                  <c:v>55.294894999999997</c:v>
                </c:pt>
                <c:pt idx="5112">
                  <c:v>55.142014000000003</c:v>
                </c:pt>
                <c:pt idx="5113">
                  <c:v>54.958542000000001</c:v>
                </c:pt>
                <c:pt idx="5114">
                  <c:v>54.896701999999998</c:v>
                </c:pt>
                <c:pt idx="5115">
                  <c:v>54.906322000000003</c:v>
                </c:pt>
                <c:pt idx="5116">
                  <c:v>54.859493000000001</c:v>
                </c:pt>
                <c:pt idx="5117">
                  <c:v>54.936672000000002</c:v>
                </c:pt>
                <c:pt idx="5118">
                  <c:v>55.019550000000002</c:v>
                </c:pt>
                <c:pt idx="5119">
                  <c:v>54.830311000000002</c:v>
                </c:pt>
                <c:pt idx="5120">
                  <c:v>54.618091999999997</c:v>
                </c:pt>
                <c:pt idx="5121">
                  <c:v>54.296641999999999</c:v>
                </c:pt>
                <c:pt idx="5122">
                  <c:v>53.832107999999998</c:v>
                </c:pt>
                <c:pt idx="5123">
                  <c:v>53.404133000000002</c:v>
                </c:pt>
                <c:pt idx="5124">
                  <c:v>52.711745999999998</c:v>
                </c:pt>
                <c:pt idx="5125">
                  <c:v>51.889294</c:v>
                </c:pt>
                <c:pt idx="5126">
                  <c:v>51.322544000000001</c:v>
                </c:pt>
                <c:pt idx="5127">
                  <c:v>50.796630999999998</c:v>
                </c:pt>
                <c:pt idx="5128">
                  <c:v>50.461284999999997</c:v>
                </c:pt>
                <c:pt idx="5129">
                  <c:v>50.259211999999998</c:v>
                </c:pt>
                <c:pt idx="5130">
                  <c:v>50.292453999999999</c:v>
                </c:pt>
                <c:pt idx="5131">
                  <c:v>50.563713</c:v>
                </c:pt>
                <c:pt idx="5132">
                  <c:v>50.796863999999999</c:v>
                </c:pt>
                <c:pt idx="5133">
                  <c:v>50.790770999999999</c:v>
                </c:pt>
                <c:pt idx="5134">
                  <c:v>50.813496000000001</c:v>
                </c:pt>
                <c:pt idx="5135">
                  <c:v>51.100498000000002</c:v>
                </c:pt>
                <c:pt idx="5136">
                  <c:v>51.234585000000003</c:v>
                </c:pt>
                <c:pt idx="5137">
                  <c:v>51.207031000000001</c:v>
                </c:pt>
                <c:pt idx="5138">
                  <c:v>51.317726</c:v>
                </c:pt>
                <c:pt idx="5139">
                  <c:v>51.493682999999997</c:v>
                </c:pt>
                <c:pt idx="5140">
                  <c:v>51.534168000000001</c:v>
                </c:pt>
                <c:pt idx="5141">
                  <c:v>51.462615999999997</c:v>
                </c:pt>
                <c:pt idx="5142">
                  <c:v>45.279186000000003</c:v>
                </c:pt>
                <c:pt idx="5143">
                  <c:v>45.741745000000002</c:v>
                </c:pt>
                <c:pt idx="5144">
                  <c:v>46.080475</c:v>
                </c:pt>
                <c:pt idx="5145">
                  <c:v>46.487090999999999</c:v>
                </c:pt>
                <c:pt idx="5146">
                  <c:v>46.977791000000003</c:v>
                </c:pt>
                <c:pt idx="5147">
                  <c:v>47.421574</c:v>
                </c:pt>
                <c:pt idx="5148">
                  <c:v>47.806838999999997</c:v>
                </c:pt>
                <c:pt idx="5149">
                  <c:v>48.031821999999998</c:v>
                </c:pt>
                <c:pt idx="5150">
                  <c:v>48.134372999999997</c:v>
                </c:pt>
                <c:pt idx="5151">
                  <c:v>48.259315000000001</c:v>
                </c:pt>
                <c:pt idx="5152">
                  <c:v>48.469836999999998</c:v>
                </c:pt>
                <c:pt idx="5153">
                  <c:v>48.707816999999999</c:v>
                </c:pt>
                <c:pt idx="5154">
                  <c:v>48.770522999999997</c:v>
                </c:pt>
                <c:pt idx="5155">
                  <c:v>48.893467000000001</c:v>
                </c:pt>
                <c:pt idx="5156">
                  <c:v>49.164467000000002</c:v>
                </c:pt>
                <c:pt idx="5157">
                  <c:v>49.413563000000003</c:v>
                </c:pt>
                <c:pt idx="5158">
                  <c:v>49.596493000000002</c:v>
                </c:pt>
                <c:pt idx="5159">
                  <c:v>49.755752999999999</c:v>
                </c:pt>
                <c:pt idx="5160">
                  <c:v>49.839599999999997</c:v>
                </c:pt>
                <c:pt idx="5161">
                  <c:v>49.926684999999999</c:v>
                </c:pt>
                <c:pt idx="5162">
                  <c:v>50.112670999999999</c:v>
                </c:pt>
                <c:pt idx="5163">
                  <c:v>50.195942000000002</c:v>
                </c:pt>
                <c:pt idx="5164">
                  <c:v>50.263019999999997</c:v>
                </c:pt>
                <c:pt idx="5165">
                  <c:v>50.428192000000003</c:v>
                </c:pt>
                <c:pt idx="5166">
                  <c:v>50.546013000000002</c:v>
                </c:pt>
                <c:pt idx="5167">
                  <c:v>50.656368000000001</c:v>
                </c:pt>
                <c:pt idx="5168">
                  <c:v>50.881568999999999</c:v>
                </c:pt>
                <c:pt idx="5169">
                  <c:v>51.003124</c:v>
                </c:pt>
                <c:pt idx="5170">
                  <c:v>51.156139000000003</c:v>
                </c:pt>
                <c:pt idx="5171">
                  <c:v>51.339970000000001</c:v>
                </c:pt>
                <c:pt idx="5172">
                  <c:v>51.497028</c:v>
                </c:pt>
                <c:pt idx="5173">
                  <c:v>51.664158</c:v>
                </c:pt>
                <c:pt idx="5174">
                  <c:v>51.876575000000003</c:v>
                </c:pt>
                <c:pt idx="5175">
                  <c:v>52.135734999999997</c:v>
                </c:pt>
                <c:pt idx="5176">
                  <c:v>52.463214999999998</c:v>
                </c:pt>
                <c:pt idx="5177">
                  <c:v>52.700007999999997</c:v>
                </c:pt>
                <c:pt idx="5178">
                  <c:v>52.900874999999999</c:v>
                </c:pt>
                <c:pt idx="5179">
                  <c:v>53.214779</c:v>
                </c:pt>
                <c:pt idx="5180">
                  <c:v>53.567824999999999</c:v>
                </c:pt>
                <c:pt idx="5181">
                  <c:v>53.778866000000001</c:v>
                </c:pt>
                <c:pt idx="5182">
                  <c:v>53.900429000000003</c:v>
                </c:pt>
                <c:pt idx="5183">
                  <c:v>54.039078000000003</c:v>
                </c:pt>
                <c:pt idx="5184">
                  <c:v>54.104889</c:v>
                </c:pt>
                <c:pt idx="5185">
                  <c:v>54.176819000000002</c:v>
                </c:pt>
                <c:pt idx="5186">
                  <c:v>54.151809999999998</c:v>
                </c:pt>
                <c:pt idx="5187">
                  <c:v>54.067279999999997</c:v>
                </c:pt>
                <c:pt idx="5188">
                  <c:v>54.088211000000001</c:v>
                </c:pt>
                <c:pt idx="5189">
                  <c:v>54.223801000000002</c:v>
                </c:pt>
                <c:pt idx="5190">
                  <c:v>54.452545000000001</c:v>
                </c:pt>
                <c:pt idx="5191">
                  <c:v>54.833354999999997</c:v>
                </c:pt>
                <c:pt idx="5192">
                  <c:v>55.240532000000002</c:v>
                </c:pt>
                <c:pt idx="5193">
                  <c:v>55.685116000000001</c:v>
                </c:pt>
                <c:pt idx="5194">
                  <c:v>56.230468999999999</c:v>
                </c:pt>
                <c:pt idx="5195">
                  <c:v>56.855721000000003</c:v>
                </c:pt>
                <c:pt idx="5196">
                  <c:v>57.375667999999997</c:v>
                </c:pt>
                <c:pt idx="5197">
                  <c:v>57.700229999999998</c:v>
                </c:pt>
                <c:pt idx="5198">
                  <c:v>57.782665000000001</c:v>
                </c:pt>
                <c:pt idx="5199">
                  <c:v>57.937313000000003</c:v>
                </c:pt>
                <c:pt idx="5200">
                  <c:v>58.307437999999998</c:v>
                </c:pt>
                <c:pt idx="5201">
                  <c:v>58.863010000000003</c:v>
                </c:pt>
                <c:pt idx="5202">
                  <c:v>59.724995</c:v>
                </c:pt>
                <c:pt idx="5203">
                  <c:v>60.456631000000002</c:v>
                </c:pt>
                <c:pt idx="5204">
                  <c:v>61.130890000000001</c:v>
                </c:pt>
                <c:pt idx="5205">
                  <c:v>60.926833999999999</c:v>
                </c:pt>
                <c:pt idx="5206">
                  <c:v>61.026637999999998</c:v>
                </c:pt>
                <c:pt idx="5207">
                  <c:v>61.499332000000003</c:v>
                </c:pt>
                <c:pt idx="5208">
                  <c:v>61.825996000000004</c:v>
                </c:pt>
                <c:pt idx="5209">
                  <c:v>61.938308999999997</c:v>
                </c:pt>
                <c:pt idx="5210">
                  <c:v>62.016201000000002</c:v>
                </c:pt>
                <c:pt idx="5211">
                  <c:v>62.091552999999998</c:v>
                </c:pt>
                <c:pt idx="5212">
                  <c:v>62.252929999999999</c:v>
                </c:pt>
                <c:pt idx="5213">
                  <c:v>62.344704</c:v>
                </c:pt>
                <c:pt idx="5214">
                  <c:v>62.269852</c:v>
                </c:pt>
                <c:pt idx="5215">
                  <c:v>62.281685000000003</c:v>
                </c:pt>
                <c:pt idx="5216">
                  <c:v>62.448211999999998</c:v>
                </c:pt>
                <c:pt idx="5217">
                  <c:v>62.61692</c:v>
                </c:pt>
                <c:pt idx="5218">
                  <c:v>62.899250000000002</c:v>
                </c:pt>
                <c:pt idx="5219">
                  <c:v>63.497261000000002</c:v>
                </c:pt>
                <c:pt idx="5220">
                  <c:v>64.196067999999997</c:v>
                </c:pt>
                <c:pt idx="5221">
                  <c:v>64.713325999999995</c:v>
                </c:pt>
                <c:pt idx="5222">
                  <c:v>64.925597999999994</c:v>
                </c:pt>
                <c:pt idx="5223">
                  <c:v>65.018676999999997</c:v>
                </c:pt>
                <c:pt idx="5224">
                  <c:v>65.195678999999998</c:v>
                </c:pt>
                <c:pt idx="5225">
                  <c:v>65.521056999999999</c:v>
                </c:pt>
                <c:pt idx="5226">
                  <c:v>65.850479000000007</c:v>
                </c:pt>
                <c:pt idx="5227">
                  <c:v>66.158951000000002</c:v>
                </c:pt>
                <c:pt idx="5228">
                  <c:v>66.392364999999998</c:v>
                </c:pt>
                <c:pt idx="5229">
                  <c:v>66.368530000000007</c:v>
                </c:pt>
                <c:pt idx="5230">
                  <c:v>66.257171999999997</c:v>
                </c:pt>
                <c:pt idx="5231">
                  <c:v>66.361626000000001</c:v>
                </c:pt>
                <c:pt idx="5232">
                  <c:v>66.538269</c:v>
                </c:pt>
                <c:pt idx="5233">
                  <c:v>66.628456</c:v>
                </c:pt>
                <c:pt idx="5234">
                  <c:v>66.854782</c:v>
                </c:pt>
                <c:pt idx="5235">
                  <c:v>66.960075000000003</c:v>
                </c:pt>
                <c:pt idx="5236">
                  <c:v>66.889374000000004</c:v>
                </c:pt>
                <c:pt idx="5237">
                  <c:v>66.973929999999996</c:v>
                </c:pt>
                <c:pt idx="5238">
                  <c:v>67.156723</c:v>
                </c:pt>
                <c:pt idx="5239">
                  <c:v>67.111946000000003</c:v>
                </c:pt>
                <c:pt idx="5240">
                  <c:v>66.864822000000004</c:v>
                </c:pt>
                <c:pt idx="5241">
                  <c:v>66.663582000000005</c:v>
                </c:pt>
                <c:pt idx="5242">
                  <c:v>66.629372000000004</c:v>
                </c:pt>
                <c:pt idx="5243">
                  <c:v>66.749542000000005</c:v>
                </c:pt>
                <c:pt idx="5244">
                  <c:v>66.766227999999998</c:v>
                </c:pt>
                <c:pt idx="5245">
                  <c:v>66.595839999999995</c:v>
                </c:pt>
                <c:pt idx="5246">
                  <c:v>66.529342999999997</c:v>
                </c:pt>
                <c:pt idx="5247">
                  <c:v>66.673241000000004</c:v>
                </c:pt>
                <c:pt idx="5248">
                  <c:v>67.006553999999994</c:v>
                </c:pt>
                <c:pt idx="5249">
                  <c:v>67.280518000000001</c:v>
                </c:pt>
                <c:pt idx="5250">
                  <c:v>67.109534999999994</c:v>
                </c:pt>
                <c:pt idx="5251">
                  <c:v>66.730957000000004</c:v>
                </c:pt>
                <c:pt idx="5252">
                  <c:v>66.599570999999997</c:v>
                </c:pt>
                <c:pt idx="5253">
                  <c:v>66.381714000000002</c:v>
                </c:pt>
                <c:pt idx="5254">
                  <c:v>65.995170999999999</c:v>
                </c:pt>
                <c:pt idx="5255">
                  <c:v>65.692535000000007</c:v>
                </c:pt>
                <c:pt idx="5256">
                  <c:v>65.465896999999998</c:v>
                </c:pt>
                <c:pt idx="5257">
                  <c:v>65.649681000000001</c:v>
                </c:pt>
                <c:pt idx="5258">
                  <c:v>65.568366999999995</c:v>
                </c:pt>
                <c:pt idx="5259">
                  <c:v>65.278885000000002</c:v>
                </c:pt>
                <c:pt idx="5260">
                  <c:v>65.174392999999995</c:v>
                </c:pt>
                <c:pt idx="5261">
                  <c:v>65.094291999999996</c:v>
                </c:pt>
                <c:pt idx="5262">
                  <c:v>65.171356000000003</c:v>
                </c:pt>
                <c:pt idx="5263">
                  <c:v>65.073516999999995</c:v>
                </c:pt>
                <c:pt idx="5264">
                  <c:v>65.06926</c:v>
                </c:pt>
                <c:pt idx="5265">
                  <c:v>64.981521999999998</c:v>
                </c:pt>
                <c:pt idx="5266">
                  <c:v>65.132683</c:v>
                </c:pt>
                <c:pt idx="5267">
                  <c:v>65.517403000000002</c:v>
                </c:pt>
                <c:pt idx="5268">
                  <c:v>65.892760999999993</c:v>
                </c:pt>
                <c:pt idx="5269">
                  <c:v>65.906929000000005</c:v>
                </c:pt>
                <c:pt idx="5270">
                  <c:v>65.714248999999995</c:v>
                </c:pt>
                <c:pt idx="5271">
                  <c:v>65.362076000000002</c:v>
                </c:pt>
                <c:pt idx="5272">
                  <c:v>65.124199000000004</c:v>
                </c:pt>
                <c:pt idx="5273">
                  <c:v>65.309227000000007</c:v>
                </c:pt>
                <c:pt idx="5274">
                  <c:v>65.577003000000005</c:v>
                </c:pt>
                <c:pt idx="5275">
                  <c:v>64.888656999999995</c:v>
                </c:pt>
                <c:pt idx="5276">
                  <c:v>64.564269999999993</c:v>
                </c:pt>
                <c:pt idx="5277">
                  <c:v>64.377296000000001</c:v>
                </c:pt>
                <c:pt idx="5278">
                  <c:v>64.443747999999999</c:v>
                </c:pt>
                <c:pt idx="5279">
                  <c:v>64.506073000000001</c:v>
                </c:pt>
                <c:pt idx="5280">
                  <c:v>64.552063000000004</c:v>
                </c:pt>
                <c:pt idx="5281">
                  <c:v>64.644904999999994</c:v>
                </c:pt>
                <c:pt idx="5282">
                  <c:v>64.660988000000003</c:v>
                </c:pt>
                <c:pt idx="5283">
                  <c:v>64.711357000000007</c:v>
                </c:pt>
                <c:pt idx="5284">
                  <c:v>64.718688999999998</c:v>
                </c:pt>
                <c:pt idx="5285">
                  <c:v>64.653312999999997</c:v>
                </c:pt>
                <c:pt idx="5286">
                  <c:v>64.448715000000007</c:v>
                </c:pt>
                <c:pt idx="5287">
                  <c:v>64.404266000000007</c:v>
                </c:pt>
                <c:pt idx="5288">
                  <c:v>64.402732999999998</c:v>
                </c:pt>
                <c:pt idx="5289">
                  <c:v>64.233756999999997</c:v>
                </c:pt>
                <c:pt idx="5290">
                  <c:v>63.939979999999998</c:v>
                </c:pt>
                <c:pt idx="5291">
                  <c:v>63.733822000000004</c:v>
                </c:pt>
                <c:pt idx="5292">
                  <c:v>63.664912999999999</c:v>
                </c:pt>
                <c:pt idx="5293">
                  <c:v>63.619770000000003</c:v>
                </c:pt>
                <c:pt idx="5294">
                  <c:v>63.482922000000002</c:v>
                </c:pt>
                <c:pt idx="5295">
                  <c:v>63.163238999999997</c:v>
                </c:pt>
                <c:pt idx="5296">
                  <c:v>63.001125000000002</c:v>
                </c:pt>
                <c:pt idx="5297">
                  <c:v>63.067191999999999</c:v>
                </c:pt>
                <c:pt idx="5298">
                  <c:v>63.325870999999999</c:v>
                </c:pt>
                <c:pt idx="5299">
                  <c:v>63.407187999999998</c:v>
                </c:pt>
                <c:pt idx="5300">
                  <c:v>63.130023999999999</c:v>
                </c:pt>
                <c:pt idx="5301">
                  <c:v>62.997458999999999</c:v>
                </c:pt>
                <c:pt idx="5302">
                  <c:v>63.059246000000002</c:v>
                </c:pt>
                <c:pt idx="5303">
                  <c:v>63.283298000000002</c:v>
                </c:pt>
                <c:pt idx="5304">
                  <c:v>63.192309999999999</c:v>
                </c:pt>
                <c:pt idx="5305">
                  <c:v>63.004337</c:v>
                </c:pt>
                <c:pt idx="5306">
                  <c:v>62.850971000000001</c:v>
                </c:pt>
                <c:pt idx="5307">
                  <c:v>62.561047000000002</c:v>
                </c:pt>
                <c:pt idx="5308">
                  <c:v>62.444622000000003</c:v>
                </c:pt>
                <c:pt idx="5309">
                  <c:v>62.438023000000001</c:v>
                </c:pt>
                <c:pt idx="5310">
                  <c:v>62.261386999999999</c:v>
                </c:pt>
                <c:pt idx="5311">
                  <c:v>62.052208</c:v>
                </c:pt>
                <c:pt idx="5312">
                  <c:v>61.858848999999999</c:v>
                </c:pt>
                <c:pt idx="5313">
                  <c:v>61.552371999999998</c:v>
                </c:pt>
                <c:pt idx="5314">
                  <c:v>61.207946999999997</c:v>
                </c:pt>
                <c:pt idx="5315">
                  <c:v>61.247664999999998</c:v>
                </c:pt>
                <c:pt idx="5316">
                  <c:v>61.518371999999999</c:v>
                </c:pt>
                <c:pt idx="5317">
                  <c:v>61.694457999999997</c:v>
                </c:pt>
                <c:pt idx="5318">
                  <c:v>61.785992</c:v>
                </c:pt>
                <c:pt idx="5319">
                  <c:v>61.804684000000002</c:v>
                </c:pt>
                <c:pt idx="5320">
                  <c:v>61.782359999999997</c:v>
                </c:pt>
                <c:pt idx="5321">
                  <c:v>61.988734999999998</c:v>
                </c:pt>
                <c:pt idx="5322">
                  <c:v>62.224232000000001</c:v>
                </c:pt>
                <c:pt idx="5323">
                  <c:v>62.318306</c:v>
                </c:pt>
                <c:pt idx="5324">
                  <c:v>62.464587999999999</c:v>
                </c:pt>
                <c:pt idx="5325">
                  <c:v>62.560595999999997</c:v>
                </c:pt>
                <c:pt idx="5326">
                  <c:v>62.556469</c:v>
                </c:pt>
                <c:pt idx="5327">
                  <c:v>62.593463999999997</c:v>
                </c:pt>
                <c:pt idx="5328">
                  <c:v>62.895710000000001</c:v>
                </c:pt>
                <c:pt idx="5329">
                  <c:v>62.970173000000003</c:v>
                </c:pt>
                <c:pt idx="5330">
                  <c:v>62.859893999999997</c:v>
                </c:pt>
                <c:pt idx="5331">
                  <c:v>62.722813000000002</c:v>
                </c:pt>
                <c:pt idx="5332">
                  <c:v>62.558388000000001</c:v>
                </c:pt>
                <c:pt idx="5333">
                  <c:v>62.453197000000003</c:v>
                </c:pt>
                <c:pt idx="5334">
                  <c:v>62.342773000000001</c:v>
                </c:pt>
                <c:pt idx="5335">
                  <c:v>62.142014000000003</c:v>
                </c:pt>
                <c:pt idx="5336">
                  <c:v>61.905056000000002</c:v>
                </c:pt>
                <c:pt idx="5337">
                  <c:v>61.548889000000003</c:v>
                </c:pt>
                <c:pt idx="5338">
                  <c:v>61.311667999999997</c:v>
                </c:pt>
                <c:pt idx="5339">
                  <c:v>61.422569000000003</c:v>
                </c:pt>
                <c:pt idx="5340">
                  <c:v>61.421402</c:v>
                </c:pt>
                <c:pt idx="5341">
                  <c:v>61.168587000000002</c:v>
                </c:pt>
                <c:pt idx="5342">
                  <c:v>60.912987000000001</c:v>
                </c:pt>
                <c:pt idx="5343">
                  <c:v>60.828834999999998</c:v>
                </c:pt>
                <c:pt idx="5344">
                  <c:v>60.929245000000002</c:v>
                </c:pt>
                <c:pt idx="5345">
                  <c:v>61.104477000000003</c:v>
                </c:pt>
                <c:pt idx="5346">
                  <c:v>61.314289000000002</c:v>
                </c:pt>
                <c:pt idx="5347">
                  <c:v>61.740558999999998</c:v>
                </c:pt>
                <c:pt idx="5348">
                  <c:v>62.198433000000001</c:v>
                </c:pt>
                <c:pt idx="5349">
                  <c:v>62.595492999999998</c:v>
                </c:pt>
                <c:pt idx="5350">
                  <c:v>63.115479000000001</c:v>
                </c:pt>
                <c:pt idx="5351">
                  <c:v>63.486888999999998</c:v>
                </c:pt>
                <c:pt idx="5352">
                  <c:v>63.221809</c:v>
                </c:pt>
                <c:pt idx="5353">
                  <c:v>62.939968</c:v>
                </c:pt>
                <c:pt idx="5354">
                  <c:v>62.411541</c:v>
                </c:pt>
                <c:pt idx="5355">
                  <c:v>61.434756999999998</c:v>
                </c:pt>
                <c:pt idx="5356">
                  <c:v>60.698943999999997</c:v>
                </c:pt>
                <c:pt idx="5357">
                  <c:v>60.350338000000001</c:v>
                </c:pt>
                <c:pt idx="5358">
                  <c:v>60.442287</c:v>
                </c:pt>
                <c:pt idx="5359">
                  <c:v>60.710856999999997</c:v>
                </c:pt>
                <c:pt idx="5360">
                  <c:v>60.761420999999999</c:v>
                </c:pt>
                <c:pt idx="5361">
                  <c:v>60.36253</c:v>
                </c:pt>
                <c:pt idx="5362">
                  <c:v>59.981701000000001</c:v>
                </c:pt>
                <c:pt idx="5363">
                  <c:v>59.969189</c:v>
                </c:pt>
                <c:pt idx="5364">
                  <c:v>60.359240999999997</c:v>
                </c:pt>
                <c:pt idx="5365">
                  <c:v>60.758423000000001</c:v>
                </c:pt>
                <c:pt idx="5366">
                  <c:v>61.114719000000001</c:v>
                </c:pt>
                <c:pt idx="5367">
                  <c:v>61.645873999999999</c:v>
                </c:pt>
                <c:pt idx="5368">
                  <c:v>62.028866000000001</c:v>
                </c:pt>
                <c:pt idx="5369">
                  <c:v>62.367579999999997</c:v>
                </c:pt>
                <c:pt idx="5370">
                  <c:v>62.059013</c:v>
                </c:pt>
                <c:pt idx="5371">
                  <c:v>61.459335000000003</c:v>
                </c:pt>
                <c:pt idx="5372">
                  <c:v>60.864643000000001</c:v>
                </c:pt>
                <c:pt idx="5373">
                  <c:v>60.418281999999998</c:v>
                </c:pt>
                <c:pt idx="5374">
                  <c:v>60.047393999999997</c:v>
                </c:pt>
                <c:pt idx="5375">
                  <c:v>59.722099</c:v>
                </c:pt>
                <c:pt idx="5376">
                  <c:v>59.315254000000003</c:v>
                </c:pt>
                <c:pt idx="5377">
                  <c:v>58.791373999999998</c:v>
                </c:pt>
                <c:pt idx="5378">
                  <c:v>58.575088999999998</c:v>
                </c:pt>
                <c:pt idx="5379">
                  <c:v>58.44117</c:v>
                </c:pt>
                <c:pt idx="5380">
                  <c:v>58.200477999999997</c:v>
                </c:pt>
                <c:pt idx="5381">
                  <c:v>58.009143999999999</c:v>
                </c:pt>
                <c:pt idx="5382">
                  <c:v>57.877377000000003</c:v>
                </c:pt>
                <c:pt idx="5383">
                  <c:v>57.953311999999997</c:v>
                </c:pt>
                <c:pt idx="5384">
                  <c:v>58.150351999999998</c:v>
                </c:pt>
                <c:pt idx="5385">
                  <c:v>58.180926999999997</c:v>
                </c:pt>
                <c:pt idx="5386">
                  <c:v>58.078319999999998</c:v>
                </c:pt>
                <c:pt idx="5387">
                  <c:v>58.114105000000002</c:v>
                </c:pt>
                <c:pt idx="5388">
                  <c:v>58.326424000000003</c:v>
                </c:pt>
                <c:pt idx="5389">
                  <c:v>58.356194000000002</c:v>
                </c:pt>
                <c:pt idx="5390">
                  <c:v>58.377406999999998</c:v>
                </c:pt>
                <c:pt idx="5391">
                  <c:v>58.439579000000002</c:v>
                </c:pt>
                <c:pt idx="5392">
                  <c:v>58.386668999999998</c:v>
                </c:pt>
                <c:pt idx="5393">
                  <c:v>58.585365000000003</c:v>
                </c:pt>
                <c:pt idx="5394">
                  <c:v>58.950198999999998</c:v>
                </c:pt>
                <c:pt idx="5395">
                  <c:v>59.389183000000003</c:v>
                </c:pt>
                <c:pt idx="5396">
                  <c:v>59.881354999999999</c:v>
                </c:pt>
                <c:pt idx="5397">
                  <c:v>60.158661000000002</c:v>
                </c:pt>
                <c:pt idx="5398">
                  <c:v>60.21875</c:v>
                </c:pt>
                <c:pt idx="5399">
                  <c:v>60.331721999999999</c:v>
                </c:pt>
                <c:pt idx="5400">
                  <c:v>60.568480999999998</c:v>
                </c:pt>
                <c:pt idx="5401">
                  <c:v>60.924537999999998</c:v>
                </c:pt>
                <c:pt idx="5402">
                  <c:v>61.144298999999997</c:v>
                </c:pt>
                <c:pt idx="5403">
                  <c:v>61.246062999999999</c:v>
                </c:pt>
                <c:pt idx="5404">
                  <c:v>61.172728999999997</c:v>
                </c:pt>
                <c:pt idx="5405">
                  <c:v>60.984482</c:v>
                </c:pt>
                <c:pt idx="5406">
                  <c:v>60.915607000000001</c:v>
                </c:pt>
                <c:pt idx="5407">
                  <c:v>60.922809999999998</c:v>
                </c:pt>
                <c:pt idx="5408">
                  <c:v>61.055774999999997</c:v>
                </c:pt>
                <c:pt idx="5409">
                  <c:v>61.132655999999997</c:v>
                </c:pt>
                <c:pt idx="5410">
                  <c:v>60.936275000000002</c:v>
                </c:pt>
                <c:pt idx="5411">
                  <c:v>60.875546</c:v>
                </c:pt>
                <c:pt idx="5412">
                  <c:v>61.005535000000002</c:v>
                </c:pt>
                <c:pt idx="5413">
                  <c:v>61.356693</c:v>
                </c:pt>
                <c:pt idx="5414">
                  <c:v>61.800021999999998</c:v>
                </c:pt>
                <c:pt idx="5415">
                  <c:v>61.729134000000002</c:v>
                </c:pt>
                <c:pt idx="5416">
                  <c:v>61.500259</c:v>
                </c:pt>
                <c:pt idx="5417">
                  <c:v>61.361488000000001</c:v>
                </c:pt>
                <c:pt idx="5418">
                  <c:v>61.326244000000003</c:v>
                </c:pt>
                <c:pt idx="5419">
                  <c:v>61.350982999999999</c:v>
                </c:pt>
                <c:pt idx="5420">
                  <c:v>61.341728000000003</c:v>
                </c:pt>
                <c:pt idx="5421">
                  <c:v>61.246918000000001</c:v>
                </c:pt>
                <c:pt idx="5422">
                  <c:v>61.177528000000002</c:v>
                </c:pt>
                <c:pt idx="5423">
                  <c:v>61.158123000000003</c:v>
                </c:pt>
                <c:pt idx="5424">
                  <c:v>60.942656999999997</c:v>
                </c:pt>
                <c:pt idx="5425">
                  <c:v>60.854762999999998</c:v>
                </c:pt>
                <c:pt idx="5426">
                  <c:v>61.012936000000003</c:v>
                </c:pt>
                <c:pt idx="5427">
                  <c:v>61.334698000000003</c:v>
                </c:pt>
                <c:pt idx="5428">
                  <c:v>61.588650000000001</c:v>
                </c:pt>
                <c:pt idx="5429">
                  <c:v>59.685389999999998</c:v>
                </c:pt>
                <c:pt idx="5430">
                  <c:v>59.665706999999998</c:v>
                </c:pt>
                <c:pt idx="5431">
                  <c:v>59.683509999999998</c:v>
                </c:pt>
                <c:pt idx="5432">
                  <c:v>59.738875999999998</c:v>
                </c:pt>
                <c:pt idx="5433">
                  <c:v>59.759590000000003</c:v>
                </c:pt>
                <c:pt idx="5434">
                  <c:v>59.708454000000003</c:v>
                </c:pt>
                <c:pt idx="5435">
                  <c:v>59.372833</c:v>
                </c:pt>
                <c:pt idx="5436">
                  <c:v>59.017242000000003</c:v>
                </c:pt>
                <c:pt idx="5437">
                  <c:v>58.897990999999998</c:v>
                </c:pt>
                <c:pt idx="5438">
                  <c:v>58.726612000000003</c:v>
                </c:pt>
                <c:pt idx="5439">
                  <c:v>58.676361</c:v>
                </c:pt>
                <c:pt idx="5440">
                  <c:v>58.713496999999997</c:v>
                </c:pt>
                <c:pt idx="5441">
                  <c:v>58.864849</c:v>
                </c:pt>
                <c:pt idx="5442">
                  <c:v>58.898060000000001</c:v>
                </c:pt>
                <c:pt idx="5443">
                  <c:v>58.909247999999998</c:v>
                </c:pt>
                <c:pt idx="5444">
                  <c:v>58.937106999999997</c:v>
                </c:pt>
                <c:pt idx="5445">
                  <c:v>59.016319000000003</c:v>
                </c:pt>
                <c:pt idx="5446">
                  <c:v>59.197788000000003</c:v>
                </c:pt>
                <c:pt idx="5447">
                  <c:v>59.274467000000001</c:v>
                </c:pt>
                <c:pt idx="5448">
                  <c:v>59.199730000000002</c:v>
                </c:pt>
                <c:pt idx="5449">
                  <c:v>59.127051999999999</c:v>
                </c:pt>
                <c:pt idx="5450">
                  <c:v>59.148865000000001</c:v>
                </c:pt>
                <c:pt idx="5451">
                  <c:v>59.159030999999999</c:v>
                </c:pt>
                <c:pt idx="5452">
                  <c:v>59.084525999999997</c:v>
                </c:pt>
                <c:pt idx="5453">
                  <c:v>58.969073999999999</c:v>
                </c:pt>
                <c:pt idx="5454">
                  <c:v>58.824801999999998</c:v>
                </c:pt>
                <c:pt idx="5455">
                  <c:v>58.633980000000001</c:v>
                </c:pt>
                <c:pt idx="5456">
                  <c:v>58.611904000000003</c:v>
                </c:pt>
                <c:pt idx="5457">
                  <c:v>58.626896000000002</c:v>
                </c:pt>
                <c:pt idx="5458">
                  <c:v>58.527045999999999</c:v>
                </c:pt>
                <c:pt idx="5459">
                  <c:v>58.248305999999999</c:v>
                </c:pt>
                <c:pt idx="5460">
                  <c:v>57.770786000000001</c:v>
                </c:pt>
                <c:pt idx="5461">
                  <c:v>57.320270999999998</c:v>
                </c:pt>
                <c:pt idx="5462">
                  <c:v>57.740772</c:v>
                </c:pt>
                <c:pt idx="5463">
                  <c:v>57.760444999999997</c:v>
                </c:pt>
                <c:pt idx="5464">
                  <c:v>57.816887000000001</c:v>
                </c:pt>
                <c:pt idx="5465">
                  <c:v>57.977691999999998</c:v>
                </c:pt>
                <c:pt idx="5466">
                  <c:v>58.135921000000003</c:v>
                </c:pt>
                <c:pt idx="5467">
                  <c:v>57.930641000000001</c:v>
                </c:pt>
                <c:pt idx="5468">
                  <c:v>57.679828999999998</c:v>
                </c:pt>
                <c:pt idx="5469">
                  <c:v>57.630051000000002</c:v>
                </c:pt>
                <c:pt idx="5470">
                  <c:v>57.664814</c:v>
                </c:pt>
                <c:pt idx="5471">
                  <c:v>57.622397999999997</c:v>
                </c:pt>
                <c:pt idx="5472">
                  <c:v>57.621597000000001</c:v>
                </c:pt>
                <c:pt idx="5473">
                  <c:v>57.888652999999998</c:v>
                </c:pt>
                <c:pt idx="5474">
                  <c:v>57.988956000000002</c:v>
                </c:pt>
                <c:pt idx="5475">
                  <c:v>57.712425000000003</c:v>
                </c:pt>
                <c:pt idx="5476">
                  <c:v>57.434631000000003</c:v>
                </c:pt>
                <c:pt idx="5477">
                  <c:v>57.315510000000003</c:v>
                </c:pt>
                <c:pt idx="5478">
                  <c:v>57.054096000000001</c:v>
                </c:pt>
                <c:pt idx="5479">
                  <c:v>56.692616000000001</c:v>
                </c:pt>
                <c:pt idx="5480">
                  <c:v>56.54974</c:v>
                </c:pt>
                <c:pt idx="5481">
                  <c:v>56.545932999999998</c:v>
                </c:pt>
                <c:pt idx="5482">
                  <c:v>56.654071999999999</c:v>
                </c:pt>
                <c:pt idx="5483">
                  <c:v>56.830986000000003</c:v>
                </c:pt>
                <c:pt idx="5484">
                  <c:v>57.253825999999997</c:v>
                </c:pt>
                <c:pt idx="5485">
                  <c:v>57.780616999999999</c:v>
                </c:pt>
                <c:pt idx="5486">
                  <c:v>58.238563999999997</c:v>
                </c:pt>
                <c:pt idx="5487">
                  <c:v>58.397464999999997</c:v>
                </c:pt>
                <c:pt idx="5488">
                  <c:v>58.506222000000001</c:v>
                </c:pt>
                <c:pt idx="5489">
                  <c:v>58.51408</c:v>
                </c:pt>
                <c:pt idx="5490">
                  <c:v>58.253250000000001</c:v>
                </c:pt>
                <c:pt idx="5491">
                  <c:v>57.985278999999998</c:v>
                </c:pt>
                <c:pt idx="5492">
                  <c:v>57.971103999999997</c:v>
                </c:pt>
                <c:pt idx="5493">
                  <c:v>58.163215999999998</c:v>
                </c:pt>
                <c:pt idx="5494">
                  <c:v>58.080750000000002</c:v>
                </c:pt>
                <c:pt idx="5495">
                  <c:v>57.917828</c:v>
                </c:pt>
                <c:pt idx="5496">
                  <c:v>57.836716000000003</c:v>
                </c:pt>
                <c:pt idx="5497">
                  <c:v>57.617381999999999</c:v>
                </c:pt>
                <c:pt idx="5498">
                  <c:v>57.262287000000001</c:v>
                </c:pt>
                <c:pt idx="5499">
                  <c:v>57.175303999999997</c:v>
                </c:pt>
                <c:pt idx="5500">
                  <c:v>57.076884999999997</c:v>
                </c:pt>
                <c:pt idx="5501">
                  <c:v>56.936236999999998</c:v>
                </c:pt>
                <c:pt idx="5502">
                  <c:v>56.846789999999999</c:v>
                </c:pt>
                <c:pt idx="5503">
                  <c:v>56.817543000000001</c:v>
                </c:pt>
                <c:pt idx="5504">
                  <c:v>56.883034000000002</c:v>
                </c:pt>
                <c:pt idx="5505">
                  <c:v>57.118758999999997</c:v>
                </c:pt>
                <c:pt idx="5506">
                  <c:v>57.371043999999998</c:v>
                </c:pt>
                <c:pt idx="5507">
                  <c:v>57.292912000000001</c:v>
                </c:pt>
                <c:pt idx="5508">
                  <c:v>57.088363999999999</c:v>
                </c:pt>
                <c:pt idx="5509">
                  <c:v>57.000908000000003</c:v>
                </c:pt>
                <c:pt idx="5510">
                  <c:v>57.012805999999998</c:v>
                </c:pt>
                <c:pt idx="5511">
                  <c:v>56.968364999999999</c:v>
                </c:pt>
                <c:pt idx="5512">
                  <c:v>56.763984999999998</c:v>
                </c:pt>
                <c:pt idx="5513">
                  <c:v>56.641852999999998</c:v>
                </c:pt>
                <c:pt idx="5514">
                  <c:v>56.693378000000003</c:v>
                </c:pt>
                <c:pt idx="5515">
                  <c:v>56.905448999999997</c:v>
                </c:pt>
                <c:pt idx="5516">
                  <c:v>57.190162999999998</c:v>
                </c:pt>
                <c:pt idx="5517">
                  <c:v>57.290408999999997</c:v>
                </c:pt>
                <c:pt idx="5518">
                  <c:v>57.229424000000002</c:v>
                </c:pt>
                <c:pt idx="5519">
                  <c:v>57.129761000000002</c:v>
                </c:pt>
                <c:pt idx="5520">
                  <c:v>57.161251</c:v>
                </c:pt>
                <c:pt idx="5521">
                  <c:v>57.165936000000002</c:v>
                </c:pt>
                <c:pt idx="5522">
                  <c:v>57.047741000000002</c:v>
                </c:pt>
                <c:pt idx="5523">
                  <c:v>56.816814000000001</c:v>
                </c:pt>
                <c:pt idx="5524">
                  <c:v>56.506523000000001</c:v>
                </c:pt>
                <c:pt idx="5525">
                  <c:v>56.393543000000001</c:v>
                </c:pt>
                <c:pt idx="5526">
                  <c:v>56.390056999999999</c:v>
                </c:pt>
                <c:pt idx="5527">
                  <c:v>56.574199999999998</c:v>
                </c:pt>
                <c:pt idx="5528">
                  <c:v>56.648784999999997</c:v>
                </c:pt>
                <c:pt idx="5529">
                  <c:v>56.61092</c:v>
                </c:pt>
                <c:pt idx="5530">
                  <c:v>56.609577000000002</c:v>
                </c:pt>
                <c:pt idx="5531">
                  <c:v>56.689475999999999</c:v>
                </c:pt>
                <c:pt idx="5532">
                  <c:v>56.842945</c:v>
                </c:pt>
                <c:pt idx="5533">
                  <c:v>56.950423999999998</c:v>
                </c:pt>
                <c:pt idx="5534">
                  <c:v>57.119236000000001</c:v>
                </c:pt>
                <c:pt idx="5535">
                  <c:v>57.344192999999997</c:v>
                </c:pt>
                <c:pt idx="5536">
                  <c:v>57.656441000000001</c:v>
                </c:pt>
                <c:pt idx="5537">
                  <c:v>57.994307999999997</c:v>
                </c:pt>
                <c:pt idx="5538">
                  <c:v>58.043906999999997</c:v>
                </c:pt>
                <c:pt idx="5539">
                  <c:v>57.860104</c:v>
                </c:pt>
                <c:pt idx="5540">
                  <c:v>57.640289000000003</c:v>
                </c:pt>
                <c:pt idx="5541">
                  <c:v>57.385280999999999</c:v>
                </c:pt>
                <c:pt idx="5542">
                  <c:v>57.102314</c:v>
                </c:pt>
                <c:pt idx="5543">
                  <c:v>56.915298</c:v>
                </c:pt>
                <c:pt idx="5544">
                  <c:v>57.068226000000003</c:v>
                </c:pt>
                <c:pt idx="5545">
                  <c:v>57.266846000000001</c:v>
                </c:pt>
                <c:pt idx="5546">
                  <c:v>57.230044999999997</c:v>
                </c:pt>
                <c:pt idx="5547">
                  <c:v>57.261051000000002</c:v>
                </c:pt>
                <c:pt idx="5548">
                  <c:v>57.318249000000002</c:v>
                </c:pt>
                <c:pt idx="5549">
                  <c:v>57.164768000000002</c:v>
                </c:pt>
                <c:pt idx="5550">
                  <c:v>57.017563000000003</c:v>
                </c:pt>
                <c:pt idx="5551">
                  <c:v>56.913657999999998</c:v>
                </c:pt>
                <c:pt idx="5552">
                  <c:v>56.795223</c:v>
                </c:pt>
                <c:pt idx="5553">
                  <c:v>56.657978</c:v>
                </c:pt>
                <c:pt idx="5554">
                  <c:v>56.493679</c:v>
                </c:pt>
                <c:pt idx="5555">
                  <c:v>56.433861</c:v>
                </c:pt>
                <c:pt idx="5556">
                  <c:v>56.297091999999999</c:v>
                </c:pt>
                <c:pt idx="5557">
                  <c:v>56.115031999999999</c:v>
                </c:pt>
                <c:pt idx="5558">
                  <c:v>56.244408</c:v>
                </c:pt>
                <c:pt idx="5559">
                  <c:v>56.506866000000002</c:v>
                </c:pt>
                <c:pt idx="5560">
                  <c:v>56.580787999999998</c:v>
                </c:pt>
                <c:pt idx="5561">
                  <c:v>56.622005000000001</c:v>
                </c:pt>
                <c:pt idx="5562">
                  <c:v>56.530388000000002</c:v>
                </c:pt>
                <c:pt idx="5563">
                  <c:v>56.394455000000001</c:v>
                </c:pt>
                <c:pt idx="5564">
                  <c:v>56.399341999999997</c:v>
                </c:pt>
                <c:pt idx="5565">
                  <c:v>56.408946999999998</c:v>
                </c:pt>
                <c:pt idx="5566">
                  <c:v>56.425465000000003</c:v>
                </c:pt>
                <c:pt idx="5567">
                  <c:v>56.082034999999998</c:v>
                </c:pt>
                <c:pt idx="5568">
                  <c:v>55.986538000000003</c:v>
                </c:pt>
                <c:pt idx="5569">
                  <c:v>55.958728999999998</c:v>
                </c:pt>
                <c:pt idx="5570">
                  <c:v>55.951118000000001</c:v>
                </c:pt>
                <c:pt idx="5571">
                  <c:v>56.151947</c:v>
                </c:pt>
                <c:pt idx="5572">
                  <c:v>56.387492999999999</c:v>
                </c:pt>
                <c:pt idx="5573">
                  <c:v>56.345219</c:v>
                </c:pt>
                <c:pt idx="5574">
                  <c:v>56.256535</c:v>
                </c:pt>
                <c:pt idx="5575">
                  <c:v>56.303607999999997</c:v>
                </c:pt>
                <c:pt idx="5576">
                  <c:v>56.474013999999997</c:v>
                </c:pt>
                <c:pt idx="5577">
                  <c:v>56.700114999999997</c:v>
                </c:pt>
                <c:pt idx="5578">
                  <c:v>56.846386000000003</c:v>
                </c:pt>
                <c:pt idx="5579">
                  <c:v>56.836128000000002</c:v>
                </c:pt>
                <c:pt idx="5580">
                  <c:v>56.652897000000003</c:v>
                </c:pt>
                <c:pt idx="5581">
                  <c:v>56.470511999999999</c:v>
                </c:pt>
                <c:pt idx="5582">
                  <c:v>56.293605999999997</c:v>
                </c:pt>
                <c:pt idx="5583">
                  <c:v>55.791328</c:v>
                </c:pt>
                <c:pt idx="5584">
                  <c:v>55.215324000000003</c:v>
                </c:pt>
                <c:pt idx="5585">
                  <c:v>54.441783999999998</c:v>
                </c:pt>
                <c:pt idx="5586">
                  <c:v>53.133633000000003</c:v>
                </c:pt>
                <c:pt idx="5587">
                  <c:v>51.060550999999997</c:v>
                </c:pt>
                <c:pt idx="5588">
                  <c:v>48.874577000000002</c:v>
                </c:pt>
                <c:pt idx="5589">
                  <c:v>48.008011000000003</c:v>
                </c:pt>
                <c:pt idx="5590">
                  <c:v>48.498409000000002</c:v>
                </c:pt>
                <c:pt idx="5591">
                  <c:v>49.307589999999998</c:v>
                </c:pt>
                <c:pt idx="5592">
                  <c:v>49.920901999999998</c:v>
                </c:pt>
                <c:pt idx="5593">
                  <c:v>50.736381999999999</c:v>
                </c:pt>
                <c:pt idx="5594">
                  <c:v>51.509453000000001</c:v>
                </c:pt>
                <c:pt idx="5595">
                  <c:v>52.253177999999998</c:v>
                </c:pt>
                <c:pt idx="5596">
                  <c:v>52.879390999999998</c:v>
                </c:pt>
                <c:pt idx="5597">
                  <c:v>53.165256999999997</c:v>
                </c:pt>
                <c:pt idx="5598">
                  <c:v>53.070942000000002</c:v>
                </c:pt>
                <c:pt idx="5599">
                  <c:v>52.341751000000002</c:v>
                </c:pt>
                <c:pt idx="5600">
                  <c:v>51.091011000000002</c:v>
                </c:pt>
                <c:pt idx="5601">
                  <c:v>50.193961999999999</c:v>
                </c:pt>
                <c:pt idx="5602">
                  <c:v>50.050724000000002</c:v>
                </c:pt>
                <c:pt idx="5603">
                  <c:v>49.655647000000002</c:v>
                </c:pt>
                <c:pt idx="5604">
                  <c:v>48.055053999999998</c:v>
                </c:pt>
                <c:pt idx="5605">
                  <c:v>46.373829000000001</c:v>
                </c:pt>
                <c:pt idx="5606">
                  <c:v>46.653793</c:v>
                </c:pt>
                <c:pt idx="5607">
                  <c:v>46.932220000000001</c:v>
                </c:pt>
                <c:pt idx="5608">
                  <c:v>47.094658000000003</c:v>
                </c:pt>
                <c:pt idx="5609">
                  <c:v>47.201168000000003</c:v>
                </c:pt>
                <c:pt idx="5610">
                  <c:v>47.089976999999998</c:v>
                </c:pt>
                <c:pt idx="5611">
                  <c:v>47.340313000000002</c:v>
                </c:pt>
                <c:pt idx="5612">
                  <c:v>52.526488999999998</c:v>
                </c:pt>
                <c:pt idx="5613">
                  <c:v>57.869594999999997</c:v>
                </c:pt>
                <c:pt idx="5614">
                  <c:v>59.541705999999998</c:v>
                </c:pt>
                <c:pt idx="5615">
                  <c:v>59.862639999999999</c:v>
                </c:pt>
                <c:pt idx="5616">
                  <c:v>60.018065999999997</c:v>
                </c:pt>
                <c:pt idx="5617">
                  <c:v>60.178711</c:v>
                </c:pt>
                <c:pt idx="5618">
                  <c:v>60.525387000000002</c:v>
                </c:pt>
                <c:pt idx="5619">
                  <c:v>60.912556000000002</c:v>
                </c:pt>
                <c:pt idx="5620">
                  <c:v>61.192386999999997</c:v>
                </c:pt>
                <c:pt idx="5621">
                  <c:v>61.378734999999999</c:v>
                </c:pt>
                <c:pt idx="5622">
                  <c:v>61.368099000000001</c:v>
                </c:pt>
                <c:pt idx="5623">
                  <c:v>61.233863999999997</c:v>
                </c:pt>
                <c:pt idx="5624">
                  <c:v>61.161194000000002</c:v>
                </c:pt>
                <c:pt idx="5625">
                  <c:v>61.202567999999999</c:v>
                </c:pt>
                <c:pt idx="5626">
                  <c:v>61.374668</c:v>
                </c:pt>
                <c:pt idx="5627">
                  <c:v>61.609028000000002</c:v>
                </c:pt>
                <c:pt idx="5628">
                  <c:v>61.81662</c:v>
                </c:pt>
                <c:pt idx="5629">
                  <c:v>61.806773999999997</c:v>
                </c:pt>
                <c:pt idx="5630">
                  <c:v>61.575645000000002</c:v>
                </c:pt>
                <c:pt idx="5631">
                  <c:v>61.259441000000002</c:v>
                </c:pt>
                <c:pt idx="5632">
                  <c:v>60.84948</c:v>
                </c:pt>
                <c:pt idx="5633">
                  <c:v>60.249991999999999</c:v>
                </c:pt>
                <c:pt idx="5634">
                  <c:v>59.575459000000002</c:v>
                </c:pt>
                <c:pt idx="5635">
                  <c:v>58.959491999999997</c:v>
                </c:pt>
                <c:pt idx="5636">
                  <c:v>58.539185000000003</c:v>
                </c:pt>
                <c:pt idx="5637">
                  <c:v>58.458241000000001</c:v>
                </c:pt>
                <c:pt idx="5638">
                  <c:v>58.467388</c:v>
                </c:pt>
                <c:pt idx="5639">
                  <c:v>58.364432999999998</c:v>
                </c:pt>
                <c:pt idx="5640">
                  <c:v>58.044933</c:v>
                </c:pt>
                <c:pt idx="5641">
                  <c:v>57.618369999999999</c:v>
                </c:pt>
                <c:pt idx="5642">
                  <c:v>57.052321999999997</c:v>
                </c:pt>
                <c:pt idx="5643">
                  <c:v>56.557102</c:v>
                </c:pt>
                <c:pt idx="5644">
                  <c:v>55.986832</c:v>
                </c:pt>
                <c:pt idx="5645">
                  <c:v>55.645271000000001</c:v>
                </c:pt>
                <c:pt idx="5646">
                  <c:v>59.507744000000002</c:v>
                </c:pt>
                <c:pt idx="5647">
                  <c:v>62.908462999999998</c:v>
                </c:pt>
                <c:pt idx="5648">
                  <c:v>64.038666000000006</c:v>
                </c:pt>
                <c:pt idx="5649">
                  <c:v>64.182167000000007</c:v>
                </c:pt>
                <c:pt idx="5650">
                  <c:v>64.214652999999998</c:v>
                </c:pt>
                <c:pt idx="5651">
                  <c:v>63.981960000000001</c:v>
                </c:pt>
                <c:pt idx="5652">
                  <c:v>63.604267</c:v>
                </c:pt>
                <c:pt idx="5653">
                  <c:v>63.271576000000003</c:v>
                </c:pt>
                <c:pt idx="5654">
                  <c:v>63.063670999999999</c:v>
                </c:pt>
                <c:pt idx="5655">
                  <c:v>63.089827999999997</c:v>
                </c:pt>
                <c:pt idx="5656">
                  <c:v>63.066830000000003</c:v>
                </c:pt>
                <c:pt idx="5657">
                  <c:v>62.913403000000002</c:v>
                </c:pt>
                <c:pt idx="5658">
                  <c:v>62.793877000000002</c:v>
                </c:pt>
                <c:pt idx="5659">
                  <c:v>62.818244999999997</c:v>
                </c:pt>
                <c:pt idx="5660">
                  <c:v>62.805252000000003</c:v>
                </c:pt>
                <c:pt idx="5661">
                  <c:v>62.594878999999999</c:v>
                </c:pt>
                <c:pt idx="5662">
                  <c:v>62.489887000000003</c:v>
                </c:pt>
                <c:pt idx="5663">
                  <c:v>62.332858999999999</c:v>
                </c:pt>
                <c:pt idx="5664">
                  <c:v>62.167118000000002</c:v>
                </c:pt>
                <c:pt idx="5665">
                  <c:v>62.112335000000002</c:v>
                </c:pt>
                <c:pt idx="5666">
                  <c:v>61.909306000000001</c:v>
                </c:pt>
                <c:pt idx="5667">
                  <c:v>61.517426</c:v>
                </c:pt>
                <c:pt idx="5668">
                  <c:v>60.952846999999998</c:v>
                </c:pt>
                <c:pt idx="5669">
                  <c:v>60.582850999999998</c:v>
                </c:pt>
                <c:pt idx="5670">
                  <c:v>60.675021999999998</c:v>
                </c:pt>
                <c:pt idx="5671">
                  <c:v>60.769978000000002</c:v>
                </c:pt>
                <c:pt idx="5672">
                  <c:v>60.986904000000003</c:v>
                </c:pt>
                <c:pt idx="5673">
                  <c:v>61.272216999999998</c:v>
                </c:pt>
                <c:pt idx="5674">
                  <c:v>61.503776999999999</c:v>
                </c:pt>
                <c:pt idx="5675">
                  <c:v>61.619934000000001</c:v>
                </c:pt>
                <c:pt idx="5676">
                  <c:v>61.515819999999998</c:v>
                </c:pt>
                <c:pt idx="5677">
                  <c:v>61.261501000000003</c:v>
                </c:pt>
                <c:pt idx="5678">
                  <c:v>61.275925000000001</c:v>
                </c:pt>
                <c:pt idx="5679">
                  <c:v>63.895035</c:v>
                </c:pt>
                <c:pt idx="5680">
                  <c:v>63.729042</c:v>
                </c:pt>
                <c:pt idx="5681">
                  <c:v>63.489593999999997</c:v>
                </c:pt>
                <c:pt idx="5682">
                  <c:v>63.305110999999997</c:v>
                </c:pt>
                <c:pt idx="5683">
                  <c:v>63.063828000000001</c:v>
                </c:pt>
                <c:pt idx="5684">
                  <c:v>62.846584</c:v>
                </c:pt>
                <c:pt idx="5685">
                  <c:v>62.694996000000003</c:v>
                </c:pt>
                <c:pt idx="5686">
                  <c:v>62.452255000000001</c:v>
                </c:pt>
                <c:pt idx="5687">
                  <c:v>62.110947000000003</c:v>
                </c:pt>
                <c:pt idx="5688">
                  <c:v>61.933520999999999</c:v>
                </c:pt>
                <c:pt idx="5689">
                  <c:v>61.815967999999998</c:v>
                </c:pt>
                <c:pt idx="5690">
                  <c:v>61.513320999999998</c:v>
                </c:pt>
                <c:pt idx="5691">
                  <c:v>60.926352999999999</c:v>
                </c:pt>
                <c:pt idx="5692">
                  <c:v>60.446300999999998</c:v>
                </c:pt>
                <c:pt idx="5693">
                  <c:v>60.166527000000002</c:v>
                </c:pt>
                <c:pt idx="5694">
                  <c:v>60.041266999999998</c:v>
                </c:pt>
                <c:pt idx="5695">
                  <c:v>59.985447000000001</c:v>
                </c:pt>
                <c:pt idx="5696">
                  <c:v>59.843479000000002</c:v>
                </c:pt>
                <c:pt idx="5697">
                  <c:v>59.787426000000004</c:v>
                </c:pt>
                <c:pt idx="5698">
                  <c:v>59.752021999999997</c:v>
                </c:pt>
                <c:pt idx="5699">
                  <c:v>59.800266000000001</c:v>
                </c:pt>
                <c:pt idx="5700">
                  <c:v>59.821651000000003</c:v>
                </c:pt>
                <c:pt idx="5701">
                  <c:v>59.815403000000003</c:v>
                </c:pt>
                <c:pt idx="5702">
                  <c:v>59.756751999999999</c:v>
                </c:pt>
                <c:pt idx="5703">
                  <c:v>59.686363</c:v>
                </c:pt>
                <c:pt idx="5704">
                  <c:v>59.566192999999998</c:v>
                </c:pt>
                <c:pt idx="5705">
                  <c:v>59.310448000000001</c:v>
                </c:pt>
                <c:pt idx="5706">
                  <c:v>59.055706000000001</c:v>
                </c:pt>
                <c:pt idx="5707">
                  <c:v>58.989742</c:v>
                </c:pt>
                <c:pt idx="5708">
                  <c:v>58.972037999999998</c:v>
                </c:pt>
                <c:pt idx="5709">
                  <c:v>58.766376000000001</c:v>
                </c:pt>
                <c:pt idx="5710">
                  <c:v>58.603240999999997</c:v>
                </c:pt>
                <c:pt idx="5711">
                  <c:v>58.605342999999998</c:v>
                </c:pt>
                <c:pt idx="5712">
                  <c:v>58.459063999999998</c:v>
                </c:pt>
                <c:pt idx="5713">
                  <c:v>58.181621999999997</c:v>
                </c:pt>
                <c:pt idx="5714">
                  <c:v>58.049244000000002</c:v>
                </c:pt>
                <c:pt idx="5715">
                  <c:v>57.885314999999999</c:v>
                </c:pt>
                <c:pt idx="5716">
                  <c:v>57.863934</c:v>
                </c:pt>
                <c:pt idx="5717">
                  <c:v>58.021385000000002</c:v>
                </c:pt>
                <c:pt idx="5718">
                  <c:v>58.006968999999998</c:v>
                </c:pt>
                <c:pt idx="5719">
                  <c:v>57.853943000000001</c:v>
                </c:pt>
                <c:pt idx="5720">
                  <c:v>57.795872000000003</c:v>
                </c:pt>
                <c:pt idx="5721">
                  <c:v>58.075721999999999</c:v>
                </c:pt>
                <c:pt idx="5722">
                  <c:v>58.429985000000002</c:v>
                </c:pt>
                <c:pt idx="5723">
                  <c:v>58.733283999999998</c:v>
                </c:pt>
                <c:pt idx="5724">
                  <c:v>58.951157000000002</c:v>
                </c:pt>
                <c:pt idx="5725">
                  <c:v>59.114220000000003</c:v>
                </c:pt>
                <c:pt idx="5726">
                  <c:v>59.237304999999999</c:v>
                </c:pt>
                <c:pt idx="5727">
                  <c:v>59.209454000000001</c:v>
                </c:pt>
                <c:pt idx="5728">
                  <c:v>59.100417999999998</c:v>
                </c:pt>
                <c:pt idx="5729">
                  <c:v>59.031405999999997</c:v>
                </c:pt>
                <c:pt idx="5730">
                  <c:v>59.054057999999998</c:v>
                </c:pt>
                <c:pt idx="5731">
                  <c:v>59.122219000000001</c:v>
                </c:pt>
                <c:pt idx="5732">
                  <c:v>59.143405999999999</c:v>
                </c:pt>
                <c:pt idx="5733">
                  <c:v>59.111522999999998</c:v>
                </c:pt>
                <c:pt idx="5734">
                  <c:v>59.072605000000003</c:v>
                </c:pt>
                <c:pt idx="5735">
                  <c:v>59.071983000000003</c:v>
                </c:pt>
                <c:pt idx="5736">
                  <c:v>58.967030000000001</c:v>
                </c:pt>
                <c:pt idx="5737">
                  <c:v>58.765498999999998</c:v>
                </c:pt>
                <c:pt idx="5738">
                  <c:v>58.479965</c:v>
                </c:pt>
                <c:pt idx="5739">
                  <c:v>58.221305999999998</c:v>
                </c:pt>
                <c:pt idx="5740">
                  <c:v>58.169829999999997</c:v>
                </c:pt>
                <c:pt idx="5741">
                  <c:v>58.263382</c:v>
                </c:pt>
                <c:pt idx="5742">
                  <c:v>58.200665000000001</c:v>
                </c:pt>
                <c:pt idx="5743">
                  <c:v>58.159663999999999</c:v>
                </c:pt>
                <c:pt idx="5744">
                  <c:v>58.445335</c:v>
                </c:pt>
                <c:pt idx="5745">
                  <c:v>58.656177999999997</c:v>
                </c:pt>
                <c:pt idx="5746">
                  <c:v>58.534412000000003</c:v>
                </c:pt>
                <c:pt idx="5747">
                  <c:v>58.472900000000003</c:v>
                </c:pt>
                <c:pt idx="5748">
                  <c:v>58.310679999999998</c:v>
                </c:pt>
                <c:pt idx="5749">
                  <c:v>58.361758999999999</c:v>
                </c:pt>
                <c:pt idx="5750">
                  <c:v>58.691586000000001</c:v>
                </c:pt>
                <c:pt idx="5751">
                  <c:v>58.943413</c:v>
                </c:pt>
                <c:pt idx="5752">
                  <c:v>59.115451999999998</c:v>
                </c:pt>
                <c:pt idx="5753">
                  <c:v>59.245322999999999</c:v>
                </c:pt>
                <c:pt idx="5754">
                  <c:v>59.336570999999999</c:v>
                </c:pt>
                <c:pt idx="5755">
                  <c:v>59.417828</c:v>
                </c:pt>
                <c:pt idx="5756">
                  <c:v>59.434184999999999</c:v>
                </c:pt>
                <c:pt idx="5757">
                  <c:v>59.315033</c:v>
                </c:pt>
                <c:pt idx="5758">
                  <c:v>59.333953999999999</c:v>
                </c:pt>
                <c:pt idx="5759">
                  <c:v>59.413184999999999</c:v>
                </c:pt>
                <c:pt idx="5760">
                  <c:v>59.387230000000002</c:v>
                </c:pt>
                <c:pt idx="5761">
                  <c:v>59.044781</c:v>
                </c:pt>
                <c:pt idx="5762">
                  <c:v>58.754471000000002</c:v>
                </c:pt>
                <c:pt idx="5763">
                  <c:v>58.647326999999997</c:v>
                </c:pt>
                <c:pt idx="5764">
                  <c:v>58.760418000000001</c:v>
                </c:pt>
                <c:pt idx="5765">
                  <c:v>59.060814000000001</c:v>
                </c:pt>
                <c:pt idx="5766">
                  <c:v>59.329402999999999</c:v>
                </c:pt>
                <c:pt idx="5767">
                  <c:v>59.524360999999999</c:v>
                </c:pt>
                <c:pt idx="5768">
                  <c:v>59.617503999999997</c:v>
                </c:pt>
                <c:pt idx="5769">
                  <c:v>59.648293000000002</c:v>
                </c:pt>
                <c:pt idx="5770">
                  <c:v>59.721809</c:v>
                </c:pt>
                <c:pt idx="5771">
                  <c:v>59.659115</c:v>
                </c:pt>
                <c:pt idx="5772">
                  <c:v>59.502110000000002</c:v>
                </c:pt>
                <c:pt idx="5773">
                  <c:v>59.420467000000002</c:v>
                </c:pt>
                <c:pt idx="5774">
                  <c:v>59.419967999999997</c:v>
                </c:pt>
                <c:pt idx="5775">
                  <c:v>59.346603000000002</c:v>
                </c:pt>
                <c:pt idx="5776">
                  <c:v>59.289127000000001</c:v>
                </c:pt>
                <c:pt idx="5777">
                  <c:v>59.237426999999997</c:v>
                </c:pt>
                <c:pt idx="5778">
                  <c:v>59.167586999999997</c:v>
                </c:pt>
                <c:pt idx="5779">
                  <c:v>59.153191</c:v>
                </c:pt>
                <c:pt idx="5780">
                  <c:v>58.977169000000004</c:v>
                </c:pt>
                <c:pt idx="5781">
                  <c:v>58.636597000000002</c:v>
                </c:pt>
                <c:pt idx="5782">
                  <c:v>58.564011000000001</c:v>
                </c:pt>
                <c:pt idx="5783">
                  <c:v>58.787917999999998</c:v>
                </c:pt>
                <c:pt idx="5784">
                  <c:v>58.990169999999999</c:v>
                </c:pt>
                <c:pt idx="5785">
                  <c:v>59.161678000000002</c:v>
                </c:pt>
                <c:pt idx="5786">
                  <c:v>59.193187999999999</c:v>
                </c:pt>
                <c:pt idx="5787">
                  <c:v>59.233874999999998</c:v>
                </c:pt>
                <c:pt idx="5788">
                  <c:v>59.192436000000001</c:v>
                </c:pt>
                <c:pt idx="5789">
                  <c:v>59.208595000000003</c:v>
                </c:pt>
                <c:pt idx="5790">
                  <c:v>59.729194999999997</c:v>
                </c:pt>
                <c:pt idx="5791">
                  <c:v>59.814776999999999</c:v>
                </c:pt>
                <c:pt idx="5792">
                  <c:v>59.776367</c:v>
                </c:pt>
                <c:pt idx="5793">
                  <c:v>59.725464000000002</c:v>
                </c:pt>
                <c:pt idx="5794">
                  <c:v>59.837893999999999</c:v>
                </c:pt>
                <c:pt idx="5795">
                  <c:v>59.702572000000004</c:v>
                </c:pt>
                <c:pt idx="5796">
                  <c:v>59.566181</c:v>
                </c:pt>
                <c:pt idx="5797">
                  <c:v>59.629703999999997</c:v>
                </c:pt>
                <c:pt idx="5798">
                  <c:v>59.692031999999998</c:v>
                </c:pt>
                <c:pt idx="5799">
                  <c:v>59.616191999999998</c:v>
                </c:pt>
                <c:pt idx="5800">
                  <c:v>59.557102</c:v>
                </c:pt>
                <c:pt idx="5801">
                  <c:v>59.601433</c:v>
                </c:pt>
                <c:pt idx="5802">
                  <c:v>59.669952000000002</c:v>
                </c:pt>
                <c:pt idx="5803">
                  <c:v>59.538989999999998</c:v>
                </c:pt>
                <c:pt idx="5804">
                  <c:v>58.535514999999997</c:v>
                </c:pt>
                <c:pt idx="5805">
                  <c:v>58.203944999999997</c:v>
                </c:pt>
                <c:pt idx="5806">
                  <c:v>58.168129</c:v>
                </c:pt>
                <c:pt idx="5807">
                  <c:v>58.465941999999998</c:v>
                </c:pt>
                <c:pt idx="5808">
                  <c:v>58.522095</c:v>
                </c:pt>
                <c:pt idx="5809">
                  <c:v>58.418194</c:v>
                </c:pt>
                <c:pt idx="5810">
                  <c:v>58.612006999999998</c:v>
                </c:pt>
                <c:pt idx="5811">
                  <c:v>58.712639000000003</c:v>
                </c:pt>
                <c:pt idx="5812">
                  <c:v>58.752986999999997</c:v>
                </c:pt>
                <c:pt idx="5813">
                  <c:v>58.994357999999998</c:v>
                </c:pt>
                <c:pt idx="5814">
                  <c:v>59.338160999999999</c:v>
                </c:pt>
                <c:pt idx="5815">
                  <c:v>59.722110999999998</c:v>
                </c:pt>
                <c:pt idx="5816">
                  <c:v>59.960552</c:v>
                </c:pt>
                <c:pt idx="5817">
                  <c:v>60.060135000000002</c:v>
                </c:pt>
                <c:pt idx="5818">
                  <c:v>60.087688</c:v>
                </c:pt>
                <c:pt idx="5819">
                  <c:v>60.050781000000001</c:v>
                </c:pt>
                <c:pt idx="5820">
                  <c:v>59.897739000000001</c:v>
                </c:pt>
                <c:pt idx="5821">
                  <c:v>59.774559000000004</c:v>
                </c:pt>
                <c:pt idx="5822">
                  <c:v>59.801448999999998</c:v>
                </c:pt>
                <c:pt idx="5823">
                  <c:v>59.983364000000002</c:v>
                </c:pt>
                <c:pt idx="5824">
                  <c:v>60.071125000000002</c:v>
                </c:pt>
                <c:pt idx="5825">
                  <c:v>60.086604999999999</c:v>
                </c:pt>
                <c:pt idx="5826">
                  <c:v>60.218322999999998</c:v>
                </c:pt>
                <c:pt idx="5827">
                  <c:v>60.202148000000001</c:v>
                </c:pt>
                <c:pt idx="5828">
                  <c:v>60.200623</c:v>
                </c:pt>
                <c:pt idx="5829">
                  <c:v>60.195301000000001</c:v>
                </c:pt>
                <c:pt idx="5830">
                  <c:v>60.232872</c:v>
                </c:pt>
                <c:pt idx="5831">
                  <c:v>60.138714</c:v>
                </c:pt>
                <c:pt idx="5832">
                  <c:v>60.003563</c:v>
                </c:pt>
                <c:pt idx="5833">
                  <c:v>59.972392999999997</c:v>
                </c:pt>
                <c:pt idx="5834">
                  <c:v>59.884025999999999</c:v>
                </c:pt>
                <c:pt idx="5835">
                  <c:v>59.665916000000003</c:v>
                </c:pt>
                <c:pt idx="5836">
                  <c:v>59.675407</c:v>
                </c:pt>
                <c:pt idx="5837">
                  <c:v>60.114449</c:v>
                </c:pt>
                <c:pt idx="5838">
                  <c:v>60.587981999999997</c:v>
                </c:pt>
                <c:pt idx="5839">
                  <c:v>60.897632999999999</c:v>
                </c:pt>
                <c:pt idx="5840">
                  <c:v>61.166218000000001</c:v>
                </c:pt>
                <c:pt idx="5841">
                  <c:v>61.319347</c:v>
                </c:pt>
                <c:pt idx="5842">
                  <c:v>61.384200999999997</c:v>
                </c:pt>
                <c:pt idx="5843">
                  <c:v>61.689929999999997</c:v>
                </c:pt>
                <c:pt idx="5844">
                  <c:v>61.969017000000001</c:v>
                </c:pt>
                <c:pt idx="5845">
                  <c:v>61.920169999999999</c:v>
                </c:pt>
                <c:pt idx="5846">
                  <c:v>61.859431999999998</c:v>
                </c:pt>
                <c:pt idx="5847">
                  <c:v>61.955112</c:v>
                </c:pt>
                <c:pt idx="5848">
                  <c:v>62.008316000000001</c:v>
                </c:pt>
                <c:pt idx="5849">
                  <c:v>62.122604000000003</c:v>
                </c:pt>
                <c:pt idx="5850">
                  <c:v>62.316077999999997</c:v>
                </c:pt>
                <c:pt idx="5851">
                  <c:v>62.498370999999999</c:v>
                </c:pt>
                <c:pt idx="5852">
                  <c:v>62.798782000000003</c:v>
                </c:pt>
                <c:pt idx="5853">
                  <c:v>63.186374999999998</c:v>
                </c:pt>
                <c:pt idx="5854">
                  <c:v>63.502215999999997</c:v>
                </c:pt>
                <c:pt idx="5855">
                  <c:v>63.753357000000001</c:v>
                </c:pt>
                <c:pt idx="5856">
                  <c:v>64.010597000000004</c:v>
                </c:pt>
                <c:pt idx="5857">
                  <c:v>64.217392000000004</c:v>
                </c:pt>
                <c:pt idx="5858">
                  <c:v>64.278366000000005</c:v>
                </c:pt>
                <c:pt idx="5859">
                  <c:v>64.183487</c:v>
                </c:pt>
                <c:pt idx="5860">
                  <c:v>63.966850000000001</c:v>
                </c:pt>
                <c:pt idx="5861">
                  <c:v>63.968451999999999</c:v>
                </c:pt>
                <c:pt idx="5862">
                  <c:v>64.045417999999998</c:v>
                </c:pt>
                <c:pt idx="5863">
                  <c:v>64.139495999999994</c:v>
                </c:pt>
                <c:pt idx="5864">
                  <c:v>64.261977999999999</c:v>
                </c:pt>
                <c:pt idx="5865">
                  <c:v>64.139731999999995</c:v>
                </c:pt>
                <c:pt idx="5866">
                  <c:v>63.661487999999999</c:v>
                </c:pt>
                <c:pt idx="5867">
                  <c:v>63.456851999999998</c:v>
                </c:pt>
                <c:pt idx="5868">
                  <c:v>63.292819999999999</c:v>
                </c:pt>
                <c:pt idx="5869">
                  <c:v>63.193623000000002</c:v>
                </c:pt>
                <c:pt idx="5870">
                  <c:v>63.275790999999998</c:v>
                </c:pt>
                <c:pt idx="5871">
                  <c:v>63.364204000000001</c:v>
                </c:pt>
                <c:pt idx="5872">
                  <c:v>63.370899000000001</c:v>
                </c:pt>
                <c:pt idx="5873">
                  <c:v>63.334358000000002</c:v>
                </c:pt>
                <c:pt idx="5874">
                  <c:v>63.381625999999997</c:v>
                </c:pt>
                <c:pt idx="5875">
                  <c:v>63.504790999999997</c:v>
                </c:pt>
                <c:pt idx="5876">
                  <c:v>63.608626999999998</c:v>
                </c:pt>
                <c:pt idx="5877">
                  <c:v>63.638966000000003</c:v>
                </c:pt>
                <c:pt idx="5878">
                  <c:v>63.658633999999999</c:v>
                </c:pt>
                <c:pt idx="5879">
                  <c:v>63.664023999999998</c:v>
                </c:pt>
                <c:pt idx="5880">
                  <c:v>63.667113999999998</c:v>
                </c:pt>
                <c:pt idx="5881">
                  <c:v>63.718822000000003</c:v>
                </c:pt>
                <c:pt idx="5882">
                  <c:v>63.740684999999999</c:v>
                </c:pt>
                <c:pt idx="5883">
                  <c:v>63.626235999999999</c:v>
                </c:pt>
                <c:pt idx="5884">
                  <c:v>63.415267999999998</c:v>
                </c:pt>
                <c:pt idx="5885">
                  <c:v>63.163024999999998</c:v>
                </c:pt>
                <c:pt idx="5886">
                  <c:v>62.843989999999998</c:v>
                </c:pt>
                <c:pt idx="5887">
                  <c:v>62.678665000000002</c:v>
                </c:pt>
                <c:pt idx="5888">
                  <c:v>62.577373999999999</c:v>
                </c:pt>
                <c:pt idx="5889">
                  <c:v>62.367924000000002</c:v>
                </c:pt>
                <c:pt idx="5890">
                  <c:v>62.263359000000001</c:v>
                </c:pt>
                <c:pt idx="5891">
                  <c:v>62.317355999999997</c:v>
                </c:pt>
                <c:pt idx="5892">
                  <c:v>62.289394000000001</c:v>
                </c:pt>
                <c:pt idx="5893">
                  <c:v>62.082313999999997</c:v>
                </c:pt>
                <c:pt idx="5894">
                  <c:v>62.05368</c:v>
                </c:pt>
                <c:pt idx="5895">
                  <c:v>62.365772</c:v>
                </c:pt>
                <c:pt idx="5896">
                  <c:v>62.765456999999998</c:v>
                </c:pt>
                <c:pt idx="5897">
                  <c:v>63.040260000000004</c:v>
                </c:pt>
                <c:pt idx="5898">
                  <c:v>63.207298000000002</c:v>
                </c:pt>
                <c:pt idx="5899">
                  <c:v>63.210144</c:v>
                </c:pt>
                <c:pt idx="5900">
                  <c:v>63.061756000000003</c:v>
                </c:pt>
                <c:pt idx="5901">
                  <c:v>63.081862999999998</c:v>
                </c:pt>
                <c:pt idx="5902">
                  <c:v>63.218094000000001</c:v>
                </c:pt>
                <c:pt idx="5903">
                  <c:v>63.39996</c:v>
                </c:pt>
                <c:pt idx="5904">
                  <c:v>63.444339999999997</c:v>
                </c:pt>
                <c:pt idx="5905">
                  <c:v>63.312893000000003</c:v>
                </c:pt>
                <c:pt idx="5906">
                  <c:v>63.160308999999998</c:v>
                </c:pt>
                <c:pt idx="5907">
                  <c:v>63.131946999999997</c:v>
                </c:pt>
                <c:pt idx="5908">
                  <c:v>63.110518999999996</c:v>
                </c:pt>
                <c:pt idx="5909">
                  <c:v>62.993499999999997</c:v>
                </c:pt>
                <c:pt idx="5910">
                  <c:v>62.812775000000002</c:v>
                </c:pt>
                <c:pt idx="5911">
                  <c:v>62.590611000000003</c:v>
                </c:pt>
                <c:pt idx="5912">
                  <c:v>62.384853</c:v>
                </c:pt>
                <c:pt idx="5913">
                  <c:v>62.158915999999998</c:v>
                </c:pt>
                <c:pt idx="5914">
                  <c:v>62.218097999999998</c:v>
                </c:pt>
                <c:pt idx="5915">
                  <c:v>62.280113</c:v>
                </c:pt>
                <c:pt idx="5916">
                  <c:v>62.382976999999997</c:v>
                </c:pt>
                <c:pt idx="5917">
                  <c:v>62.435417000000001</c:v>
                </c:pt>
                <c:pt idx="5918">
                  <c:v>62.526294999999998</c:v>
                </c:pt>
                <c:pt idx="5919">
                  <c:v>62.722678999999999</c:v>
                </c:pt>
                <c:pt idx="5920">
                  <c:v>62.865851999999997</c:v>
                </c:pt>
                <c:pt idx="5921">
                  <c:v>62.915241000000002</c:v>
                </c:pt>
                <c:pt idx="5922">
                  <c:v>62.761744999999998</c:v>
                </c:pt>
                <c:pt idx="5923">
                  <c:v>62.431252000000001</c:v>
                </c:pt>
                <c:pt idx="5924">
                  <c:v>62.357590000000002</c:v>
                </c:pt>
                <c:pt idx="5925">
                  <c:v>62.450535000000002</c:v>
                </c:pt>
                <c:pt idx="5926">
                  <c:v>62.452309</c:v>
                </c:pt>
                <c:pt idx="5927">
                  <c:v>62.551845999999998</c:v>
                </c:pt>
                <c:pt idx="5928">
                  <c:v>62.779654999999998</c:v>
                </c:pt>
                <c:pt idx="5929">
                  <c:v>62.996307000000002</c:v>
                </c:pt>
                <c:pt idx="5930">
                  <c:v>63.034945999999998</c:v>
                </c:pt>
                <c:pt idx="5931">
                  <c:v>63.032822000000003</c:v>
                </c:pt>
                <c:pt idx="5932">
                  <c:v>63.283676</c:v>
                </c:pt>
                <c:pt idx="5933">
                  <c:v>63.603831999999997</c:v>
                </c:pt>
                <c:pt idx="5934">
                  <c:v>63.881439</c:v>
                </c:pt>
                <c:pt idx="5935">
                  <c:v>64.018874999999994</c:v>
                </c:pt>
                <c:pt idx="5936">
                  <c:v>64.091492000000002</c:v>
                </c:pt>
                <c:pt idx="5937">
                  <c:v>64.279067999999995</c:v>
                </c:pt>
                <c:pt idx="5938">
                  <c:v>64.552231000000006</c:v>
                </c:pt>
                <c:pt idx="5939">
                  <c:v>64.775818000000001</c:v>
                </c:pt>
                <c:pt idx="5940">
                  <c:v>64.866020000000006</c:v>
                </c:pt>
                <c:pt idx="5941">
                  <c:v>64.823447999999999</c:v>
                </c:pt>
                <c:pt idx="5942">
                  <c:v>64.720100000000002</c:v>
                </c:pt>
                <c:pt idx="5943">
                  <c:v>64.680633999999998</c:v>
                </c:pt>
                <c:pt idx="5944">
                  <c:v>64.606055999999995</c:v>
                </c:pt>
                <c:pt idx="5945">
                  <c:v>64.424476999999996</c:v>
                </c:pt>
                <c:pt idx="5946">
                  <c:v>64.226189000000005</c:v>
                </c:pt>
                <c:pt idx="5947">
                  <c:v>63.934035999999999</c:v>
                </c:pt>
                <c:pt idx="5948">
                  <c:v>63.710743000000001</c:v>
                </c:pt>
                <c:pt idx="5949">
                  <c:v>63.693928</c:v>
                </c:pt>
                <c:pt idx="5950">
                  <c:v>63.602134999999997</c:v>
                </c:pt>
                <c:pt idx="5951">
                  <c:v>63.258274</c:v>
                </c:pt>
                <c:pt idx="5952">
                  <c:v>62.922927999999999</c:v>
                </c:pt>
                <c:pt idx="5953">
                  <c:v>62.807597999999999</c:v>
                </c:pt>
                <c:pt idx="5954">
                  <c:v>62.761626999999997</c:v>
                </c:pt>
                <c:pt idx="5955">
                  <c:v>62.737941999999997</c:v>
                </c:pt>
                <c:pt idx="5956">
                  <c:v>62.755817</c:v>
                </c:pt>
                <c:pt idx="5957">
                  <c:v>62.716994999999997</c:v>
                </c:pt>
                <c:pt idx="5958">
                  <c:v>62.689326999999999</c:v>
                </c:pt>
                <c:pt idx="5959">
                  <c:v>62.688023000000001</c:v>
                </c:pt>
                <c:pt idx="5960">
                  <c:v>62.867637999999999</c:v>
                </c:pt>
                <c:pt idx="5961">
                  <c:v>63.182709000000003</c:v>
                </c:pt>
                <c:pt idx="5962">
                  <c:v>63.383732000000002</c:v>
                </c:pt>
                <c:pt idx="5963">
                  <c:v>63.36121</c:v>
                </c:pt>
                <c:pt idx="5964">
                  <c:v>63.319256000000003</c:v>
                </c:pt>
                <c:pt idx="5965">
                  <c:v>63.375560999999998</c:v>
                </c:pt>
                <c:pt idx="5966">
                  <c:v>63.457256000000001</c:v>
                </c:pt>
                <c:pt idx="5967">
                  <c:v>63.674174999999998</c:v>
                </c:pt>
                <c:pt idx="5968">
                  <c:v>63.978850999999999</c:v>
                </c:pt>
                <c:pt idx="5969">
                  <c:v>64.195899999999995</c:v>
                </c:pt>
                <c:pt idx="5970">
                  <c:v>64.284026999999995</c:v>
                </c:pt>
                <c:pt idx="5971">
                  <c:v>64.251098999999996</c:v>
                </c:pt>
                <c:pt idx="5972">
                  <c:v>64.088172999999998</c:v>
                </c:pt>
                <c:pt idx="5973">
                  <c:v>63.807414999999999</c:v>
                </c:pt>
                <c:pt idx="5974">
                  <c:v>63.652901</c:v>
                </c:pt>
                <c:pt idx="5975">
                  <c:v>63.679661000000003</c:v>
                </c:pt>
                <c:pt idx="5976">
                  <c:v>63.860259999999997</c:v>
                </c:pt>
                <c:pt idx="5977">
                  <c:v>64.060989000000006</c:v>
                </c:pt>
                <c:pt idx="5978">
                  <c:v>64.201744000000005</c:v>
                </c:pt>
                <c:pt idx="5979">
                  <c:v>64.391936999999999</c:v>
                </c:pt>
                <c:pt idx="5980">
                  <c:v>64.382003999999995</c:v>
                </c:pt>
                <c:pt idx="5981">
                  <c:v>64.261916999999997</c:v>
                </c:pt>
                <c:pt idx="5982">
                  <c:v>64.150222999999997</c:v>
                </c:pt>
                <c:pt idx="5983">
                  <c:v>63.992061999999997</c:v>
                </c:pt>
                <c:pt idx="5984">
                  <c:v>63.678317999999997</c:v>
                </c:pt>
                <c:pt idx="5985">
                  <c:v>63.590240000000001</c:v>
                </c:pt>
                <c:pt idx="5986">
                  <c:v>63.584876999999999</c:v>
                </c:pt>
                <c:pt idx="5987">
                  <c:v>63.530330999999997</c:v>
                </c:pt>
                <c:pt idx="5988">
                  <c:v>63.490692000000003</c:v>
                </c:pt>
                <c:pt idx="5989">
                  <c:v>63.553111999999999</c:v>
                </c:pt>
                <c:pt idx="5990">
                  <c:v>63.483939999999997</c:v>
                </c:pt>
                <c:pt idx="5991">
                  <c:v>63.569724999999998</c:v>
                </c:pt>
                <c:pt idx="5992">
                  <c:v>63.591777999999998</c:v>
                </c:pt>
                <c:pt idx="5993">
                  <c:v>63.462463</c:v>
                </c:pt>
                <c:pt idx="5994">
                  <c:v>63.301246999999996</c:v>
                </c:pt>
                <c:pt idx="5995">
                  <c:v>63.314959999999999</c:v>
                </c:pt>
                <c:pt idx="5996">
                  <c:v>63.373939999999997</c:v>
                </c:pt>
                <c:pt idx="5997">
                  <c:v>63.436915999999997</c:v>
                </c:pt>
                <c:pt idx="5998">
                  <c:v>63.439857000000003</c:v>
                </c:pt>
                <c:pt idx="5999">
                  <c:v>63.389400000000002</c:v>
                </c:pt>
                <c:pt idx="6000">
                  <c:v>63.464485000000003</c:v>
                </c:pt>
                <c:pt idx="6001">
                  <c:v>63.633907000000001</c:v>
                </c:pt>
                <c:pt idx="6002">
                  <c:v>63.539371000000003</c:v>
                </c:pt>
                <c:pt idx="6003">
                  <c:v>63.302612000000003</c:v>
                </c:pt>
                <c:pt idx="6004">
                  <c:v>63.285491999999998</c:v>
                </c:pt>
                <c:pt idx="6005">
                  <c:v>63.379505000000002</c:v>
                </c:pt>
                <c:pt idx="6006">
                  <c:v>63.445777999999997</c:v>
                </c:pt>
                <c:pt idx="6007">
                  <c:v>63.491000999999997</c:v>
                </c:pt>
                <c:pt idx="6008">
                  <c:v>63.419884000000003</c:v>
                </c:pt>
                <c:pt idx="6009">
                  <c:v>63.273712000000003</c:v>
                </c:pt>
                <c:pt idx="6010">
                  <c:v>63.171539000000003</c:v>
                </c:pt>
                <c:pt idx="6011">
                  <c:v>62.966301000000001</c:v>
                </c:pt>
                <c:pt idx="6012">
                  <c:v>62.795830000000002</c:v>
                </c:pt>
                <c:pt idx="6013">
                  <c:v>62.640510999999996</c:v>
                </c:pt>
                <c:pt idx="6014">
                  <c:v>62.643062999999998</c:v>
                </c:pt>
                <c:pt idx="6015">
                  <c:v>62.750945999999999</c:v>
                </c:pt>
                <c:pt idx="6016">
                  <c:v>62.636626999999997</c:v>
                </c:pt>
                <c:pt idx="6017">
                  <c:v>62.428452</c:v>
                </c:pt>
                <c:pt idx="6018">
                  <c:v>62.183177999999998</c:v>
                </c:pt>
                <c:pt idx="6019">
                  <c:v>62.023800000000001</c:v>
                </c:pt>
                <c:pt idx="6020">
                  <c:v>62.180152999999997</c:v>
                </c:pt>
                <c:pt idx="6021">
                  <c:v>62.369292999999999</c:v>
                </c:pt>
                <c:pt idx="6022">
                  <c:v>62.445247999999999</c:v>
                </c:pt>
                <c:pt idx="6023">
                  <c:v>62.500411999999997</c:v>
                </c:pt>
                <c:pt idx="6024">
                  <c:v>62.478667999999999</c:v>
                </c:pt>
                <c:pt idx="6025">
                  <c:v>62.420326000000003</c:v>
                </c:pt>
                <c:pt idx="6026">
                  <c:v>62.476280000000003</c:v>
                </c:pt>
                <c:pt idx="6027">
                  <c:v>62.660477</c:v>
                </c:pt>
                <c:pt idx="6028">
                  <c:v>62.825699</c:v>
                </c:pt>
                <c:pt idx="6029">
                  <c:v>62.792797</c:v>
                </c:pt>
                <c:pt idx="6030">
                  <c:v>62.589168999999998</c:v>
                </c:pt>
                <c:pt idx="6031">
                  <c:v>62.406737999999997</c:v>
                </c:pt>
                <c:pt idx="6032">
                  <c:v>62.335574999999999</c:v>
                </c:pt>
                <c:pt idx="6033">
                  <c:v>62.399757000000001</c:v>
                </c:pt>
                <c:pt idx="6034">
                  <c:v>62.403534000000001</c:v>
                </c:pt>
                <c:pt idx="6035">
                  <c:v>62.421146</c:v>
                </c:pt>
                <c:pt idx="6036">
                  <c:v>62.580039999999997</c:v>
                </c:pt>
                <c:pt idx="6037">
                  <c:v>62.773045000000003</c:v>
                </c:pt>
                <c:pt idx="6038">
                  <c:v>62.883212999999998</c:v>
                </c:pt>
                <c:pt idx="6039">
                  <c:v>62.812331999999998</c:v>
                </c:pt>
                <c:pt idx="6040">
                  <c:v>62.793757999999997</c:v>
                </c:pt>
                <c:pt idx="6041">
                  <c:v>62.741588999999998</c:v>
                </c:pt>
                <c:pt idx="6042">
                  <c:v>62.725203999999998</c:v>
                </c:pt>
                <c:pt idx="6043">
                  <c:v>62.737594999999999</c:v>
                </c:pt>
                <c:pt idx="6044">
                  <c:v>62.631252000000003</c:v>
                </c:pt>
                <c:pt idx="6045">
                  <c:v>62.633823</c:v>
                </c:pt>
                <c:pt idx="6046">
                  <c:v>62.718955999999999</c:v>
                </c:pt>
                <c:pt idx="6047">
                  <c:v>62.966830999999999</c:v>
                </c:pt>
                <c:pt idx="6048">
                  <c:v>63.011028000000003</c:v>
                </c:pt>
                <c:pt idx="6049">
                  <c:v>62.974750999999998</c:v>
                </c:pt>
                <c:pt idx="6050">
                  <c:v>62.773395999999998</c:v>
                </c:pt>
                <c:pt idx="6051">
                  <c:v>62.421805999999997</c:v>
                </c:pt>
                <c:pt idx="6052">
                  <c:v>62.190372000000004</c:v>
                </c:pt>
                <c:pt idx="6053">
                  <c:v>62.152084000000002</c:v>
                </c:pt>
                <c:pt idx="6054">
                  <c:v>62.407631000000002</c:v>
                </c:pt>
                <c:pt idx="6055">
                  <c:v>62.745255</c:v>
                </c:pt>
                <c:pt idx="6056">
                  <c:v>63.032260999999998</c:v>
                </c:pt>
                <c:pt idx="6057">
                  <c:v>63.317467000000001</c:v>
                </c:pt>
                <c:pt idx="6058">
                  <c:v>63.536918999999997</c:v>
                </c:pt>
                <c:pt idx="6059">
                  <c:v>63.558311000000003</c:v>
                </c:pt>
                <c:pt idx="6060">
                  <c:v>63.554935</c:v>
                </c:pt>
                <c:pt idx="6061">
                  <c:v>63.695881</c:v>
                </c:pt>
                <c:pt idx="6062">
                  <c:v>63.776474</c:v>
                </c:pt>
                <c:pt idx="6063">
                  <c:v>63.738419</c:v>
                </c:pt>
                <c:pt idx="6064">
                  <c:v>63.720261000000001</c:v>
                </c:pt>
                <c:pt idx="6065">
                  <c:v>63.797592000000002</c:v>
                </c:pt>
                <c:pt idx="6066">
                  <c:v>63.927013000000002</c:v>
                </c:pt>
                <c:pt idx="6067">
                  <c:v>64.001434000000003</c:v>
                </c:pt>
                <c:pt idx="6068">
                  <c:v>64.139792999999997</c:v>
                </c:pt>
                <c:pt idx="6069">
                  <c:v>64.211028999999996</c:v>
                </c:pt>
                <c:pt idx="6070">
                  <c:v>64.229827999999998</c:v>
                </c:pt>
                <c:pt idx="6071">
                  <c:v>64.178719000000001</c:v>
                </c:pt>
                <c:pt idx="6072">
                  <c:v>64.216247999999993</c:v>
                </c:pt>
                <c:pt idx="6073">
                  <c:v>64.387114999999994</c:v>
                </c:pt>
                <c:pt idx="6074">
                  <c:v>64.618865999999997</c:v>
                </c:pt>
                <c:pt idx="6075">
                  <c:v>64.743522999999996</c:v>
                </c:pt>
                <c:pt idx="6076">
                  <c:v>64.756836000000007</c:v>
                </c:pt>
                <c:pt idx="6077">
                  <c:v>64.739365000000006</c:v>
                </c:pt>
                <c:pt idx="6078">
                  <c:v>64.615325999999996</c:v>
                </c:pt>
                <c:pt idx="6079">
                  <c:v>64.541175999999993</c:v>
                </c:pt>
                <c:pt idx="6080">
                  <c:v>64.710007000000004</c:v>
                </c:pt>
                <c:pt idx="6081">
                  <c:v>64.760300000000001</c:v>
                </c:pt>
                <c:pt idx="6082">
                  <c:v>64.664351999999994</c:v>
                </c:pt>
                <c:pt idx="6083">
                  <c:v>64.561492999999999</c:v>
                </c:pt>
                <c:pt idx="6084">
                  <c:v>64.545760999999999</c:v>
                </c:pt>
                <c:pt idx="6085">
                  <c:v>64.674294000000003</c:v>
                </c:pt>
                <c:pt idx="6086">
                  <c:v>64.803878999999995</c:v>
                </c:pt>
                <c:pt idx="6087">
                  <c:v>64.792511000000005</c:v>
                </c:pt>
                <c:pt idx="6088">
                  <c:v>64.710014000000001</c:v>
                </c:pt>
                <c:pt idx="6089">
                  <c:v>64.482155000000006</c:v>
                </c:pt>
                <c:pt idx="6090">
                  <c:v>64.358559</c:v>
                </c:pt>
                <c:pt idx="6091">
                  <c:v>64.256469999999993</c:v>
                </c:pt>
                <c:pt idx="6092">
                  <c:v>64.117324999999994</c:v>
                </c:pt>
                <c:pt idx="6093">
                  <c:v>63.910549000000003</c:v>
                </c:pt>
                <c:pt idx="6094">
                  <c:v>63.955970999999998</c:v>
                </c:pt>
                <c:pt idx="6095">
                  <c:v>63.951084000000002</c:v>
                </c:pt>
                <c:pt idx="6096">
                  <c:v>63.849578999999999</c:v>
                </c:pt>
                <c:pt idx="6097">
                  <c:v>63.609378999999997</c:v>
                </c:pt>
                <c:pt idx="6098">
                  <c:v>63.349747000000001</c:v>
                </c:pt>
                <c:pt idx="6099">
                  <c:v>63.247523999999999</c:v>
                </c:pt>
                <c:pt idx="6100">
                  <c:v>63.349696999999999</c:v>
                </c:pt>
                <c:pt idx="6101">
                  <c:v>63.456127000000002</c:v>
                </c:pt>
                <c:pt idx="6102">
                  <c:v>63.399760999999998</c:v>
                </c:pt>
                <c:pt idx="6103">
                  <c:v>63.297584999999998</c:v>
                </c:pt>
                <c:pt idx="6104">
                  <c:v>63.314888000000003</c:v>
                </c:pt>
                <c:pt idx="6105">
                  <c:v>63.282722</c:v>
                </c:pt>
                <c:pt idx="6106">
                  <c:v>63.005797999999999</c:v>
                </c:pt>
                <c:pt idx="6107">
                  <c:v>62.766342000000002</c:v>
                </c:pt>
                <c:pt idx="6108">
                  <c:v>62.555508000000003</c:v>
                </c:pt>
                <c:pt idx="6109">
                  <c:v>62.328158999999999</c:v>
                </c:pt>
                <c:pt idx="6110">
                  <c:v>62.170673000000001</c:v>
                </c:pt>
                <c:pt idx="6111">
                  <c:v>62.168179000000002</c:v>
                </c:pt>
                <c:pt idx="6112">
                  <c:v>62.304603999999998</c:v>
                </c:pt>
                <c:pt idx="6113">
                  <c:v>62.454738999999996</c:v>
                </c:pt>
                <c:pt idx="6114">
                  <c:v>62.425449</c:v>
                </c:pt>
                <c:pt idx="6115">
                  <c:v>62.328110000000002</c:v>
                </c:pt>
                <c:pt idx="6116">
                  <c:v>62.276932000000002</c:v>
                </c:pt>
                <c:pt idx="6117">
                  <c:v>62.258392000000001</c:v>
                </c:pt>
                <c:pt idx="6118">
                  <c:v>61.984000999999999</c:v>
                </c:pt>
                <c:pt idx="6119">
                  <c:v>61.783042999999999</c:v>
                </c:pt>
                <c:pt idx="6120">
                  <c:v>61.712662000000002</c:v>
                </c:pt>
                <c:pt idx="6121">
                  <c:v>61.677410000000002</c:v>
                </c:pt>
                <c:pt idx="6122">
                  <c:v>61.857990000000001</c:v>
                </c:pt>
                <c:pt idx="6123">
                  <c:v>62.166836000000004</c:v>
                </c:pt>
                <c:pt idx="6124">
                  <c:v>62.470847999999997</c:v>
                </c:pt>
                <c:pt idx="6125">
                  <c:v>62.771431</c:v>
                </c:pt>
                <c:pt idx="6126">
                  <c:v>62.984665</c:v>
                </c:pt>
                <c:pt idx="6127">
                  <c:v>63.168953000000002</c:v>
                </c:pt>
                <c:pt idx="6128">
                  <c:v>63.719810000000003</c:v>
                </c:pt>
                <c:pt idx="6129">
                  <c:v>64.001579000000007</c:v>
                </c:pt>
                <c:pt idx="6130">
                  <c:v>64.195960999999997</c:v>
                </c:pt>
                <c:pt idx="6131">
                  <c:v>64.623733999999999</c:v>
                </c:pt>
                <c:pt idx="6132">
                  <c:v>64.636657999999997</c:v>
                </c:pt>
                <c:pt idx="6133">
                  <c:v>64.365189000000001</c:v>
                </c:pt>
                <c:pt idx="6134">
                  <c:v>63.729294000000003</c:v>
                </c:pt>
                <c:pt idx="6135">
                  <c:v>62.740020999999999</c:v>
                </c:pt>
                <c:pt idx="6136">
                  <c:v>61.740226999999997</c:v>
                </c:pt>
                <c:pt idx="6137">
                  <c:v>60.811230000000002</c:v>
                </c:pt>
                <c:pt idx="6138">
                  <c:v>59.717441999999998</c:v>
                </c:pt>
                <c:pt idx="6139">
                  <c:v>58.515377000000001</c:v>
                </c:pt>
                <c:pt idx="6140">
                  <c:v>57.736713000000002</c:v>
                </c:pt>
                <c:pt idx="6141">
                  <c:v>57.436829000000003</c:v>
                </c:pt>
                <c:pt idx="6142">
                  <c:v>57.192314000000003</c:v>
                </c:pt>
                <c:pt idx="6143">
                  <c:v>57.018645999999997</c:v>
                </c:pt>
                <c:pt idx="6144">
                  <c:v>56.767769000000001</c:v>
                </c:pt>
                <c:pt idx="6145">
                  <c:v>56.429195</c:v>
                </c:pt>
                <c:pt idx="6146">
                  <c:v>56.333500000000001</c:v>
                </c:pt>
                <c:pt idx="6147">
                  <c:v>56.388469999999998</c:v>
                </c:pt>
                <c:pt idx="6148">
                  <c:v>56.502586000000001</c:v>
                </c:pt>
                <c:pt idx="6149">
                  <c:v>56.778956999999998</c:v>
                </c:pt>
                <c:pt idx="6150">
                  <c:v>57.099269999999997</c:v>
                </c:pt>
                <c:pt idx="6151">
                  <c:v>57.470267999999997</c:v>
                </c:pt>
                <c:pt idx="6152">
                  <c:v>57.783054</c:v>
                </c:pt>
                <c:pt idx="6153">
                  <c:v>58.062466000000001</c:v>
                </c:pt>
                <c:pt idx="6154">
                  <c:v>58.287781000000003</c:v>
                </c:pt>
                <c:pt idx="6155">
                  <c:v>58.613937</c:v>
                </c:pt>
                <c:pt idx="6156">
                  <c:v>59.035763000000003</c:v>
                </c:pt>
                <c:pt idx="6157">
                  <c:v>59.565959999999997</c:v>
                </c:pt>
                <c:pt idx="6158">
                  <c:v>60.122996999999998</c:v>
                </c:pt>
                <c:pt idx="6159">
                  <c:v>60.681541000000003</c:v>
                </c:pt>
                <c:pt idx="6160">
                  <c:v>61.191147000000001</c:v>
                </c:pt>
                <c:pt idx="6161">
                  <c:v>61.633513999999998</c:v>
                </c:pt>
                <c:pt idx="6162">
                  <c:v>61.996479000000001</c:v>
                </c:pt>
                <c:pt idx="6163">
                  <c:v>62.315781000000001</c:v>
                </c:pt>
                <c:pt idx="6164">
                  <c:v>62.796962999999998</c:v>
                </c:pt>
                <c:pt idx="6165">
                  <c:v>63.282584999999997</c:v>
                </c:pt>
                <c:pt idx="6166">
                  <c:v>63.731247000000003</c:v>
                </c:pt>
                <c:pt idx="6167">
                  <c:v>64.126137</c:v>
                </c:pt>
                <c:pt idx="6168">
                  <c:v>64.337378999999999</c:v>
                </c:pt>
                <c:pt idx="6169">
                  <c:v>64.413337999999996</c:v>
                </c:pt>
                <c:pt idx="6170">
                  <c:v>64.496566999999999</c:v>
                </c:pt>
                <c:pt idx="6171">
                  <c:v>64.530845999999997</c:v>
                </c:pt>
                <c:pt idx="6172">
                  <c:v>64.494124999999997</c:v>
                </c:pt>
                <c:pt idx="6173">
                  <c:v>64.443909000000005</c:v>
                </c:pt>
                <c:pt idx="6174">
                  <c:v>64.353065000000001</c:v>
                </c:pt>
                <c:pt idx="6175">
                  <c:v>64.362419000000003</c:v>
                </c:pt>
                <c:pt idx="6176">
                  <c:v>64.567581000000004</c:v>
                </c:pt>
                <c:pt idx="6177">
                  <c:v>64.840430999999995</c:v>
                </c:pt>
                <c:pt idx="6178">
                  <c:v>65.142853000000002</c:v>
                </c:pt>
                <c:pt idx="6179">
                  <c:v>65.417831000000007</c:v>
                </c:pt>
                <c:pt idx="6180">
                  <c:v>65.546020999999996</c:v>
                </c:pt>
                <c:pt idx="6181">
                  <c:v>65.580505000000002</c:v>
                </c:pt>
                <c:pt idx="6182">
                  <c:v>65.405685000000005</c:v>
                </c:pt>
                <c:pt idx="6183">
                  <c:v>65.134559999999993</c:v>
                </c:pt>
                <c:pt idx="6184">
                  <c:v>64.607810999999998</c:v>
                </c:pt>
                <c:pt idx="6185">
                  <c:v>64.034644999999998</c:v>
                </c:pt>
                <c:pt idx="6186">
                  <c:v>63.611938000000002</c:v>
                </c:pt>
                <c:pt idx="6187">
                  <c:v>63.294853000000003</c:v>
                </c:pt>
                <c:pt idx="6188">
                  <c:v>63.131202999999999</c:v>
                </c:pt>
                <c:pt idx="6189">
                  <c:v>63.166252</c:v>
                </c:pt>
                <c:pt idx="6190">
                  <c:v>63.356388000000003</c:v>
                </c:pt>
                <c:pt idx="6191">
                  <c:v>63.722515000000001</c:v>
                </c:pt>
                <c:pt idx="6192">
                  <c:v>64.182877000000005</c:v>
                </c:pt>
                <c:pt idx="6193">
                  <c:v>64.653175000000005</c:v>
                </c:pt>
                <c:pt idx="6194">
                  <c:v>65.315810999999997</c:v>
                </c:pt>
                <c:pt idx="6195">
                  <c:v>66.128448000000006</c:v>
                </c:pt>
                <c:pt idx="6196">
                  <c:v>66.920340999999993</c:v>
                </c:pt>
                <c:pt idx="6197">
                  <c:v>67.748435999999998</c:v>
                </c:pt>
                <c:pt idx="6198">
                  <c:v>68.290610999999998</c:v>
                </c:pt>
                <c:pt idx="6199">
                  <c:v>68.705719000000002</c:v>
                </c:pt>
                <c:pt idx="6200">
                  <c:v>68.959273999999994</c:v>
                </c:pt>
                <c:pt idx="6201">
                  <c:v>69.025527999999994</c:v>
                </c:pt>
                <c:pt idx="6202">
                  <c:v>68.890418999999994</c:v>
                </c:pt>
                <c:pt idx="6203">
                  <c:v>68.755981000000006</c:v>
                </c:pt>
                <c:pt idx="6204">
                  <c:v>68.868628999999999</c:v>
                </c:pt>
                <c:pt idx="6205">
                  <c:v>68.930419999999998</c:v>
                </c:pt>
                <c:pt idx="6206">
                  <c:v>69.012939000000003</c:v>
                </c:pt>
                <c:pt idx="6207">
                  <c:v>69.008285999999998</c:v>
                </c:pt>
                <c:pt idx="6208">
                  <c:v>68.833061000000001</c:v>
                </c:pt>
                <c:pt idx="6209">
                  <c:v>68.738556000000003</c:v>
                </c:pt>
                <c:pt idx="6210">
                  <c:v>68.781959999999998</c:v>
                </c:pt>
                <c:pt idx="6211">
                  <c:v>68.856926000000001</c:v>
                </c:pt>
                <c:pt idx="6212">
                  <c:v>69.057663000000005</c:v>
                </c:pt>
                <c:pt idx="6213">
                  <c:v>69.409119000000004</c:v>
                </c:pt>
                <c:pt idx="6214">
                  <c:v>69.743201999999997</c:v>
                </c:pt>
                <c:pt idx="6215">
                  <c:v>69.988167000000004</c:v>
                </c:pt>
                <c:pt idx="6216">
                  <c:v>70.253067000000001</c:v>
                </c:pt>
                <c:pt idx="6217">
                  <c:v>70.380981000000006</c:v>
                </c:pt>
                <c:pt idx="6218">
                  <c:v>70.346869999999996</c:v>
                </c:pt>
                <c:pt idx="6219">
                  <c:v>70.302498</c:v>
                </c:pt>
                <c:pt idx="6220">
                  <c:v>70.300087000000005</c:v>
                </c:pt>
                <c:pt idx="6221">
                  <c:v>70.418830999999997</c:v>
                </c:pt>
                <c:pt idx="6222">
                  <c:v>70.643790999999993</c:v>
                </c:pt>
                <c:pt idx="6223">
                  <c:v>70.860825000000006</c:v>
                </c:pt>
                <c:pt idx="6224">
                  <c:v>71.099556000000007</c:v>
                </c:pt>
                <c:pt idx="6225">
                  <c:v>71.659430999999998</c:v>
                </c:pt>
                <c:pt idx="6226">
                  <c:v>72.178534999999997</c:v>
                </c:pt>
                <c:pt idx="6227">
                  <c:v>72.589759999999998</c:v>
                </c:pt>
                <c:pt idx="6228">
                  <c:v>71.193236999999996</c:v>
                </c:pt>
                <c:pt idx="6229">
                  <c:v>70.873192000000003</c:v>
                </c:pt>
                <c:pt idx="6230">
                  <c:v>70.413734000000005</c:v>
                </c:pt>
                <c:pt idx="6231">
                  <c:v>70.084145000000007</c:v>
                </c:pt>
                <c:pt idx="6232">
                  <c:v>69.922522999999998</c:v>
                </c:pt>
                <c:pt idx="6233">
                  <c:v>69.860366999999997</c:v>
                </c:pt>
                <c:pt idx="6234">
                  <c:v>69.844193000000004</c:v>
                </c:pt>
                <c:pt idx="6235">
                  <c:v>69.846908999999997</c:v>
                </c:pt>
                <c:pt idx="6236">
                  <c:v>69.795501999999999</c:v>
                </c:pt>
                <c:pt idx="6237">
                  <c:v>69.808341999999996</c:v>
                </c:pt>
                <c:pt idx="6238">
                  <c:v>69.840232999999998</c:v>
                </c:pt>
                <c:pt idx="6239">
                  <c:v>69.712090000000003</c:v>
                </c:pt>
                <c:pt idx="6240">
                  <c:v>69.617087999999995</c:v>
                </c:pt>
                <c:pt idx="6241">
                  <c:v>69.542914999999994</c:v>
                </c:pt>
                <c:pt idx="6242">
                  <c:v>69.489638999999997</c:v>
                </c:pt>
                <c:pt idx="6243">
                  <c:v>69.381316999999996</c:v>
                </c:pt>
                <c:pt idx="6244">
                  <c:v>69.187873999999994</c:v>
                </c:pt>
                <c:pt idx="6245">
                  <c:v>68.935599999999994</c:v>
                </c:pt>
                <c:pt idx="6246">
                  <c:v>68.617812999999998</c:v>
                </c:pt>
                <c:pt idx="6247">
                  <c:v>68.286377000000002</c:v>
                </c:pt>
                <c:pt idx="6248">
                  <c:v>68.112388999999993</c:v>
                </c:pt>
                <c:pt idx="6249">
                  <c:v>68.055724999999995</c:v>
                </c:pt>
                <c:pt idx="6250">
                  <c:v>67.920531999999994</c:v>
                </c:pt>
                <c:pt idx="6251">
                  <c:v>67.847465999999997</c:v>
                </c:pt>
                <c:pt idx="6252">
                  <c:v>67.831528000000006</c:v>
                </c:pt>
                <c:pt idx="6253">
                  <c:v>67.964813000000007</c:v>
                </c:pt>
                <c:pt idx="6254">
                  <c:v>67.963454999999996</c:v>
                </c:pt>
                <c:pt idx="6255">
                  <c:v>67.848831000000004</c:v>
                </c:pt>
                <c:pt idx="6256">
                  <c:v>67.621651</c:v>
                </c:pt>
                <c:pt idx="6257">
                  <c:v>67.239609000000002</c:v>
                </c:pt>
                <c:pt idx="6258">
                  <c:v>66.928382999999997</c:v>
                </c:pt>
                <c:pt idx="6259">
                  <c:v>66.597092000000004</c:v>
                </c:pt>
                <c:pt idx="6260">
                  <c:v>66.106505999999996</c:v>
                </c:pt>
                <c:pt idx="6261">
                  <c:v>65.667075999999994</c:v>
                </c:pt>
                <c:pt idx="6262">
                  <c:v>65.346656999999993</c:v>
                </c:pt>
                <c:pt idx="6263">
                  <c:v>64.975479000000007</c:v>
                </c:pt>
                <c:pt idx="6264">
                  <c:v>64.620887999999994</c:v>
                </c:pt>
                <c:pt idx="6265">
                  <c:v>64.337058999999996</c:v>
                </c:pt>
                <c:pt idx="6266">
                  <c:v>64.283600000000007</c:v>
                </c:pt>
                <c:pt idx="6267">
                  <c:v>64.325622999999993</c:v>
                </c:pt>
                <c:pt idx="6268">
                  <c:v>64.399795999999995</c:v>
                </c:pt>
                <c:pt idx="6269">
                  <c:v>64.356789000000006</c:v>
                </c:pt>
                <c:pt idx="6270">
                  <c:v>64.374290000000002</c:v>
                </c:pt>
                <c:pt idx="6271">
                  <c:v>64.353049999999996</c:v>
                </c:pt>
                <c:pt idx="6272">
                  <c:v>64.188057000000001</c:v>
                </c:pt>
                <c:pt idx="6273">
                  <c:v>64.009345999999994</c:v>
                </c:pt>
                <c:pt idx="6274">
                  <c:v>64.010101000000006</c:v>
                </c:pt>
                <c:pt idx="6275">
                  <c:v>64.161300999999995</c:v>
                </c:pt>
                <c:pt idx="6276">
                  <c:v>64.321228000000005</c:v>
                </c:pt>
                <c:pt idx="6277">
                  <c:v>64.455108999999993</c:v>
                </c:pt>
                <c:pt idx="6278">
                  <c:v>64.592545000000001</c:v>
                </c:pt>
                <c:pt idx="6279">
                  <c:v>64.595634000000004</c:v>
                </c:pt>
                <c:pt idx="6280">
                  <c:v>64.535872999999995</c:v>
                </c:pt>
                <c:pt idx="6281">
                  <c:v>64.541022999999996</c:v>
                </c:pt>
                <c:pt idx="6282">
                  <c:v>64.543212999999994</c:v>
                </c:pt>
                <c:pt idx="6283">
                  <c:v>64.420517000000004</c:v>
                </c:pt>
                <c:pt idx="6284">
                  <c:v>64.267769000000001</c:v>
                </c:pt>
                <c:pt idx="6285">
                  <c:v>64.133087000000003</c:v>
                </c:pt>
                <c:pt idx="6286">
                  <c:v>63.977939999999997</c:v>
                </c:pt>
                <c:pt idx="6287">
                  <c:v>63.786391999999999</c:v>
                </c:pt>
                <c:pt idx="6288">
                  <c:v>63.692557999999998</c:v>
                </c:pt>
                <c:pt idx="6289">
                  <c:v>63.742203000000003</c:v>
                </c:pt>
                <c:pt idx="6290">
                  <c:v>63.856425999999999</c:v>
                </c:pt>
                <c:pt idx="6291">
                  <c:v>63.949084999999997</c:v>
                </c:pt>
                <c:pt idx="6292">
                  <c:v>64.091437999999997</c:v>
                </c:pt>
                <c:pt idx="6293">
                  <c:v>64.191451999999998</c:v>
                </c:pt>
                <c:pt idx="6294">
                  <c:v>64.301361</c:v>
                </c:pt>
                <c:pt idx="6295">
                  <c:v>64.511702999999997</c:v>
                </c:pt>
                <c:pt idx="6296">
                  <c:v>64.776557999999994</c:v>
                </c:pt>
                <c:pt idx="6297">
                  <c:v>64.918578999999994</c:v>
                </c:pt>
                <c:pt idx="6298">
                  <c:v>65.033882000000006</c:v>
                </c:pt>
                <c:pt idx="6299">
                  <c:v>65.356071</c:v>
                </c:pt>
                <c:pt idx="6300">
                  <c:v>65.347992000000005</c:v>
                </c:pt>
                <c:pt idx="6301">
                  <c:v>65.131836000000007</c:v>
                </c:pt>
                <c:pt idx="6302">
                  <c:v>64.897255000000001</c:v>
                </c:pt>
                <c:pt idx="6303">
                  <c:v>64.503624000000002</c:v>
                </c:pt>
                <c:pt idx="6304">
                  <c:v>64.039848000000006</c:v>
                </c:pt>
                <c:pt idx="6305">
                  <c:v>63.602020000000003</c:v>
                </c:pt>
                <c:pt idx="6306">
                  <c:v>63.119045</c:v>
                </c:pt>
                <c:pt idx="6307">
                  <c:v>62.679901000000001</c:v>
                </c:pt>
                <c:pt idx="6308">
                  <c:v>62.316833000000003</c:v>
                </c:pt>
                <c:pt idx="6309">
                  <c:v>62.055050000000001</c:v>
                </c:pt>
                <c:pt idx="6310">
                  <c:v>61.888556999999999</c:v>
                </c:pt>
                <c:pt idx="6311">
                  <c:v>61.728335999999999</c:v>
                </c:pt>
                <c:pt idx="6312">
                  <c:v>61.663455999999996</c:v>
                </c:pt>
                <c:pt idx="6313">
                  <c:v>61.603724999999997</c:v>
                </c:pt>
                <c:pt idx="6314">
                  <c:v>61.488899000000004</c:v>
                </c:pt>
                <c:pt idx="6315">
                  <c:v>61.469226999999997</c:v>
                </c:pt>
                <c:pt idx="6316">
                  <c:v>61.473007000000003</c:v>
                </c:pt>
                <c:pt idx="6317">
                  <c:v>61.553665000000002</c:v>
                </c:pt>
                <c:pt idx="6318">
                  <c:v>61.759650999999998</c:v>
                </c:pt>
                <c:pt idx="6319">
                  <c:v>62.063507000000001</c:v>
                </c:pt>
                <c:pt idx="6320">
                  <c:v>62.379429000000002</c:v>
                </c:pt>
                <c:pt idx="6321">
                  <c:v>62.642567</c:v>
                </c:pt>
                <c:pt idx="6322">
                  <c:v>62.851978000000003</c:v>
                </c:pt>
                <c:pt idx="6323">
                  <c:v>63.059196</c:v>
                </c:pt>
                <c:pt idx="6324">
                  <c:v>63.300922</c:v>
                </c:pt>
                <c:pt idx="6325">
                  <c:v>63.554470000000002</c:v>
                </c:pt>
                <c:pt idx="6326">
                  <c:v>63.772030000000001</c:v>
                </c:pt>
                <c:pt idx="6327">
                  <c:v>64.046218999999994</c:v>
                </c:pt>
                <c:pt idx="6328">
                  <c:v>64.320746999999997</c:v>
                </c:pt>
                <c:pt idx="6329">
                  <c:v>64.514503000000005</c:v>
                </c:pt>
                <c:pt idx="6330">
                  <c:v>64.603088</c:v>
                </c:pt>
                <c:pt idx="6331">
                  <c:v>64.675499000000002</c:v>
                </c:pt>
                <c:pt idx="6332">
                  <c:v>64.836226999999994</c:v>
                </c:pt>
                <c:pt idx="6333">
                  <c:v>65.125823999999994</c:v>
                </c:pt>
                <c:pt idx="6334">
                  <c:v>65.532203999999993</c:v>
                </c:pt>
                <c:pt idx="6335">
                  <c:v>66.006209999999996</c:v>
                </c:pt>
                <c:pt idx="6336">
                  <c:v>66.463081000000003</c:v>
                </c:pt>
                <c:pt idx="6337">
                  <c:v>66.874931000000004</c:v>
                </c:pt>
                <c:pt idx="6338">
                  <c:v>67.248412999999999</c:v>
                </c:pt>
                <c:pt idx="6339">
                  <c:v>67.505806000000007</c:v>
                </c:pt>
                <c:pt idx="6340">
                  <c:v>67.559501999999995</c:v>
                </c:pt>
                <c:pt idx="6341">
                  <c:v>67.459014999999994</c:v>
                </c:pt>
                <c:pt idx="6342">
                  <c:v>67.248917000000006</c:v>
                </c:pt>
                <c:pt idx="6343">
                  <c:v>66.958693999999994</c:v>
                </c:pt>
                <c:pt idx="6344">
                  <c:v>66.715346999999994</c:v>
                </c:pt>
                <c:pt idx="6345">
                  <c:v>66.601783999999995</c:v>
                </c:pt>
                <c:pt idx="6346">
                  <c:v>66.643044000000003</c:v>
                </c:pt>
                <c:pt idx="6347">
                  <c:v>66.783607000000003</c:v>
                </c:pt>
                <c:pt idx="6348">
                  <c:v>66.889183000000003</c:v>
                </c:pt>
                <c:pt idx="6349">
                  <c:v>66.967804000000001</c:v>
                </c:pt>
                <c:pt idx="6350">
                  <c:v>67.047211000000004</c:v>
                </c:pt>
                <c:pt idx="6351">
                  <c:v>67.092262000000005</c:v>
                </c:pt>
                <c:pt idx="6352">
                  <c:v>67.121429000000006</c:v>
                </c:pt>
                <c:pt idx="6353">
                  <c:v>67.145943000000003</c:v>
                </c:pt>
                <c:pt idx="6354">
                  <c:v>67.137955000000005</c:v>
                </c:pt>
                <c:pt idx="6355">
                  <c:v>67.072722999999996</c:v>
                </c:pt>
                <c:pt idx="6356">
                  <c:v>66.991637999999995</c:v>
                </c:pt>
                <c:pt idx="6357">
                  <c:v>66.892302999999998</c:v>
                </c:pt>
                <c:pt idx="6358">
                  <c:v>66.745361000000003</c:v>
                </c:pt>
                <c:pt idx="6359">
                  <c:v>66.528747999999993</c:v>
                </c:pt>
                <c:pt idx="6360">
                  <c:v>66.251793000000006</c:v>
                </c:pt>
                <c:pt idx="6361">
                  <c:v>65.963431999999997</c:v>
                </c:pt>
                <c:pt idx="6362">
                  <c:v>65.689177999999998</c:v>
                </c:pt>
                <c:pt idx="6363">
                  <c:v>65.404578999999998</c:v>
                </c:pt>
                <c:pt idx="6364">
                  <c:v>65.104843000000002</c:v>
                </c:pt>
                <c:pt idx="6365">
                  <c:v>64.843047999999996</c:v>
                </c:pt>
                <c:pt idx="6366">
                  <c:v>64.667739999999995</c:v>
                </c:pt>
                <c:pt idx="6367">
                  <c:v>64.500290000000007</c:v>
                </c:pt>
                <c:pt idx="6368">
                  <c:v>64.337051000000002</c:v>
                </c:pt>
                <c:pt idx="6369">
                  <c:v>64.176040999999998</c:v>
                </c:pt>
                <c:pt idx="6370">
                  <c:v>64.129195999999993</c:v>
                </c:pt>
                <c:pt idx="6371">
                  <c:v>64.181335000000004</c:v>
                </c:pt>
                <c:pt idx="6372">
                  <c:v>64.270615000000006</c:v>
                </c:pt>
                <c:pt idx="6373">
                  <c:v>64.432891999999995</c:v>
                </c:pt>
                <c:pt idx="6374">
                  <c:v>64.749481000000003</c:v>
                </c:pt>
                <c:pt idx="6375">
                  <c:v>65.175208999999995</c:v>
                </c:pt>
                <c:pt idx="6376">
                  <c:v>65.631493000000006</c:v>
                </c:pt>
                <c:pt idx="6377">
                  <c:v>66.013312999999997</c:v>
                </c:pt>
                <c:pt idx="6378">
                  <c:v>66.185364000000007</c:v>
                </c:pt>
                <c:pt idx="6379">
                  <c:v>66.243713</c:v>
                </c:pt>
                <c:pt idx="6380">
                  <c:v>66.285956999999996</c:v>
                </c:pt>
                <c:pt idx="6381">
                  <c:v>66.325301999999994</c:v>
                </c:pt>
                <c:pt idx="6382">
                  <c:v>66.335746999999998</c:v>
                </c:pt>
                <c:pt idx="6383">
                  <c:v>66.382087999999996</c:v>
                </c:pt>
                <c:pt idx="6384">
                  <c:v>66.473511000000002</c:v>
                </c:pt>
                <c:pt idx="6385">
                  <c:v>66.641113000000004</c:v>
                </c:pt>
                <c:pt idx="6386">
                  <c:v>66.949889999999996</c:v>
                </c:pt>
                <c:pt idx="6387">
                  <c:v>67.408332999999999</c:v>
                </c:pt>
                <c:pt idx="6388">
                  <c:v>67.975479000000007</c:v>
                </c:pt>
                <c:pt idx="6389">
                  <c:v>68.584038000000007</c:v>
                </c:pt>
                <c:pt idx="6390">
                  <c:v>69.167304999999999</c:v>
                </c:pt>
                <c:pt idx="6391">
                  <c:v>69.714241000000001</c:v>
                </c:pt>
                <c:pt idx="6392">
                  <c:v>70.271216999999993</c:v>
                </c:pt>
                <c:pt idx="6393">
                  <c:v>69.758492000000004</c:v>
                </c:pt>
                <c:pt idx="6394">
                  <c:v>70.072304000000003</c:v>
                </c:pt>
                <c:pt idx="6395">
                  <c:v>70.233208000000005</c:v>
                </c:pt>
                <c:pt idx="6396">
                  <c:v>70.375809000000004</c:v>
                </c:pt>
                <c:pt idx="6397">
                  <c:v>70.507964999999999</c:v>
                </c:pt>
                <c:pt idx="6398">
                  <c:v>70.607506000000001</c:v>
                </c:pt>
                <c:pt idx="6399">
                  <c:v>70.666045999999994</c:v>
                </c:pt>
                <c:pt idx="6400">
                  <c:v>70.659842999999995</c:v>
                </c:pt>
                <c:pt idx="6401">
                  <c:v>70.576721000000006</c:v>
                </c:pt>
                <c:pt idx="6402">
                  <c:v>70.469031999999999</c:v>
                </c:pt>
                <c:pt idx="6403">
                  <c:v>70.369606000000005</c:v>
                </c:pt>
                <c:pt idx="6404">
                  <c:v>70.295867999999999</c:v>
                </c:pt>
                <c:pt idx="6405">
                  <c:v>70.263633999999996</c:v>
                </c:pt>
                <c:pt idx="6406">
                  <c:v>70.286949000000007</c:v>
                </c:pt>
                <c:pt idx="6407">
                  <c:v>70.327743999999996</c:v>
                </c:pt>
                <c:pt idx="6408">
                  <c:v>70.319862000000001</c:v>
                </c:pt>
                <c:pt idx="6409">
                  <c:v>70.290001000000004</c:v>
                </c:pt>
                <c:pt idx="6410">
                  <c:v>70.290428000000006</c:v>
                </c:pt>
                <c:pt idx="6411">
                  <c:v>70.323395000000005</c:v>
                </c:pt>
                <c:pt idx="6412">
                  <c:v>70.359702999999996</c:v>
                </c:pt>
                <c:pt idx="6413">
                  <c:v>70.404044999999996</c:v>
                </c:pt>
                <c:pt idx="6414">
                  <c:v>70.460739000000004</c:v>
                </c:pt>
                <c:pt idx="6415">
                  <c:v>70.522086999999999</c:v>
                </c:pt>
                <c:pt idx="6416">
                  <c:v>70.538917999999995</c:v>
                </c:pt>
                <c:pt idx="6417">
                  <c:v>70.490547000000007</c:v>
                </c:pt>
                <c:pt idx="6418">
                  <c:v>70.385611999999995</c:v>
                </c:pt>
                <c:pt idx="6419">
                  <c:v>70.161011000000002</c:v>
                </c:pt>
                <c:pt idx="6420">
                  <c:v>69.791129999999995</c:v>
                </c:pt>
                <c:pt idx="6421">
                  <c:v>69.433220000000006</c:v>
                </c:pt>
                <c:pt idx="6422">
                  <c:v>69.213325999999995</c:v>
                </c:pt>
                <c:pt idx="6423">
                  <c:v>69.128890999999996</c:v>
                </c:pt>
                <c:pt idx="6424">
                  <c:v>69.141846000000001</c:v>
                </c:pt>
                <c:pt idx="6425">
                  <c:v>69.189659000000006</c:v>
                </c:pt>
                <c:pt idx="6426">
                  <c:v>69.124054000000001</c:v>
                </c:pt>
                <c:pt idx="6427">
                  <c:v>69.001655999999997</c:v>
                </c:pt>
                <c:pt idx="6428">
                  <c:v>68.88279</c:v>
                </c:pt>
                <c:pt idx="6429">
                  <c:v>68.776000999999994</c:v>
                </c:pt>
                <c:pt idx="6430">
                  <c:v>68.625777999999997</c:v>
                </c:pt>
                <c:pt idx="6431">
                  <c:v>68.427077999999995</c:v>
                </c:pt>
                <c:pt idx="6432">
                  <c:v>68.264778000000007</c:v>
                </c:pt>
                <c:pt idx="6433">
                  <c:v>68.132095000000007</c:v>
                </c:pt>
                <c:pt idx="6434">
                  <c:v>68.037780999999995</c:v>
                </c:pt>
                <c:pt idx="6435">
                  <c:v>67.961333999999994</c:v>
                </c:pt>
                <c:pt idx="6436">
                  <c:v>67.900406000000004</c:v>
                </c:pt>
                <c:pt idx="6437">
                  <c:v>67.846146000000005</c:v>
                </c:pt>
                <c:pt idx="6438">
                  <c:v>67.764610000000005</c:v>
                </c:pt>
                <c:pt idx="6439">
                  <c:v>67.697128000000006</c:v>
                </c:pt>
                <c:pt idx="6440">
                  <c:v>67.704741999999996</c:v>
                </c:pt>
                <c:pt idx="6441">
                  <c:v>67.703391999999994</c:v>
                </c:pt>
                <c:pt idx="6442">
                  <c:v>67.644431999999995</c:v>
                </c:pt>
                <c:pt idx="6443">
                  <c:v>67.656754000000006</c:v>
                </c:pt>
                <c:pt idx="6444">
                  <c:v>67.756477000000004</c:v>
                </c:pt>
                <c:pt idx="6445">
                  <c:v>67.914901999999998</c:v>
                </c:pt>
                <c:pt idx="6446">
                  <c:v>68.145270999999994</c:v>
                </c:pt>
                <c:pt idx="6447">
                  <c:v>68.385329999999996</c:v>
                </c:pt>
                <c:pt idx="6448">
                  <c:v>68.479797000000005</c:v>
                </c:pt>
                <c:pt idx="6449">
                  <c:v>68.422539</c:v>
                </c:pt>
                <c:pt idx="6450">
                  <c:v>68.385040000000004</c:v>
                </c:pt>
                <c:pt idx="6451">
                  <c:v>68.373230000000007</c:v>
                </c:pt>
                <c:pt idx="6452">
                  <c:v>68.341232000000005</c:v>
                </c:pt>
                <c:pt idx="6453">
                  <c:v>68.332085000000006</c:v>
                </c:pt>
                <c:pt idx="6454">
                  <c:v>68.337761</c:v>
                </c:pt>
                <c:pt idx="6455">
                  <c:v>68.392775999999998</c:v>
                </c:pt>
                <c:pt idx="6456">
                  <c:v>68.560699</c:v>
                </c:pt>
                <c:pt idx="6457">
                  <c:v>68.828918000000002</c:v>
                </c:pt>
                <c:pt idx="6458">
                  <c:v>69.139114000000006</c:v>
                </c:pt>
                <c:pt idx="6459">
                  <c:v>69.477508999999998</c:v>
                </c:pt>
                <c:pt idx="6460">
                  <c:v>69.777420000000006</c:v>
                </c:pt>
                <c:pt idx="6461">
                  <c:v>69.985245000000006</c:v>
                </c:pt>
                <c:pt idx="6462">
                  <c:v>70.110588000000007</c:v>
                </c:pt>
                <c:pt idx="6463">
                  <c:v>70.233894000000006</c:v>
                </c:pt>
                <c:pt idx="6464">
                  <c:v>70.390533000000005</c:v>
                </c:pt>
                <c:pt idx="6465">
                  <c:v>70.466956999999994</c:v>
                </c:pt>
                <c:pt idx="6466">
                  <c:v>70.444610999999995</c:v>
                </c:pt>
                <c:pt idx="6467">
                  <c:v>70.404381000000001</c:v>
                </c:pt>
                <c:pt idx="6468">
                  <c:v>70.336555000000004</c:v>
                </c:pt>
                <c:pt idx="6469">
                  <c:v>70.242301999999995</c:v>
                </c:pt>
                <c:pt idx="6470">
                  <c:v>70.254386999999994</c:v>
                </c:pt>
                <c:pt idx="6471">
                  <c:v>70.420433000000003</c:v>
                </c:pt>
                <c:pt idx="6472">
                  <c:v>70.718413999999996</c:v>
                </c:pt>
                <c:pt idx="6473">
                  <c:v>71.118851000000006</c:v>
                </c:pt>
                <c:pt idx="6474">
                  <c:v>71.619926000000007</c:v>
                </c:pt>
                <c:pt idx="6475">
                  <c:v>72.223113999999995</c:v>
                </c:pt>
                <c:pt idx="6476">
                  <c:v>71.622260999999995</c:v>
                </c:pt>
                <c:pt idx="6477">
                  <c:v>71.893783999999997</c:v>
                </c:pt>
                <c:pt idx="6478">
                  <c:v>72.262435999999994</c:v>
                </c:pt>
                <c:pt idx="6479">
                  <c:v>72.554016000000004</c:v>
                </c:pt>
                <c:pt idx="6480">
                  <c:v>72.762932000000006</c:v>
                </c:pt>
                <c:pt idx="6481">
                  <c:v>72.862480000000005</c:v>
                </c:pt>
                <c:pt idx="6482">
                  <c:v>72.929801999999995</c:v>
                </c:pt>
                <c:pt idx="6483">
                  <c:v>73.035163999999995</c:v>
                </c:pt>
                <c:pt idx="6484">
                  <c:v>73.201981000000004</c:v>
                </c:pt>
                <c:pt idx="6485">
                  <c:v>73.408882000000006</c:v>
                </c:pt>
                <c:pt idx="6486">
                  <c:v>73.604377999999997</c:v>
                </c:pt>
                <c:pt idx="6487">
                  <c:v>73.756743999999998</c:v>
                </c:pt>
                <c:pt idx="6488">
                  <c:v>73.854774000000006</c:v>
                </c:pt>
                <c:pt idx="6489">
                  <c:v>73.894531000000001</c:v>
                </c:pt>
                <c:pt idx="6490">
                  <c:v>73.879013</c:v>
                </c:pt>
                <c:pt idx="6491">
                  <c:v>73.842026000000004</c:v>
                </c:pt>
                <c:pt idx="6492">
                  <c:v>73.807243</c:v>
                </c:pt>
                <c:pt idx="6493">
                  <c:v>73.768592999999996</c:v>
                </c:pt>
                <c:pt idx="6494">
                  <c:v>73.730202000000006</c:v>
                </c:pt>
                <c:pt idx="6495">
                  <c:v>73.676970999999995</c:v>
                </c:pt>
                <c:pt idx="6496">
                  <c:v>73.577895999999996</c:v>
                </c:pt>
                <c:pt idx="6497">
                  <c:v>73.448081999999999</c:v>
                </c:pt>
                <c:pt idx="6498">
                  <c:v>73.294205000000005</c:v>
                </c:pt>
                <c:pt idx="6499">
                  <c:v>73.106933999999995</c:v>
                </c:pt>
                <c:pt idx="6500">
                  <c:v>72.948509000000001</c:v>
                </c:pt>
                <c:pt idx="6501">
                  <c:v>72.871834000000007</c:v>
                </c:pt>
                <c:pt idx="6502">
                  <c:v>72.823593000000002</c:v>
                </c:pt>
                <c:pt idx="6503">
                  <c:v>72.729866000000001</c:v>
                </c:pt>
                <c:pt idx="6504">
                  <c:v>72.603249000000005</c:v>
                </c:pt>
                <c:pt idx="6505">
                  <c:v>72.448593000000002</c:v>
                </c:pt>
                <c:pt idx="6506">
                  <c:v>72.257698000000005</c:v>
                </c:pt>
                <c:pt idx="6507">
                  <c:v>72.013740999999996</c:v>
                </c:pt>
                <c:pt idx="6508">
                  <c:v>71.721915999999993</c:v>
                </c:pt>
                <c:pt idx="6509">
                  <c:v>71.440010000000001</c:v>
                </c:pt>
                <c:pt idx="6510">
                  <c:v>71.169944999999998</c:v>
                </c:pt>
                <c:pt idx="6511">
                  <c:v>70.929428000000001</c:v>
                </c:pt>
                <c:pt idx="6512">
                  <c:v>70.755898000000002</c:v>
                </c:pt>
                <c:pt idx="6513">
                  <c:v>70.698768999999999</c:v>
                </c:pt>
                <c:pt idx="6514">
                  <c:v>70.778205999999997</c:v>
                </c:pt>
                <c:pt idx="6515">
                  <c:v>70.952529999999996</c:v>
                </c:pt>
                <c:pt idx="6516">
                  <c:v>71.203995000000006</c:v>
                </c:pt>
                <c:pt idx="6517">
                  <c:v>71.473754999999997</c:v>
                </c:pt>
                <c:pt idx="6518">
                  <c:v>71.729584000000003</c:v>
                </c:pt>
                <c:pt idx="6519">
                  <c:v>72.027550000000005</c:v>
                </c:pt>
                <c:pt idx="6520">
                  <c:v>72.382355000000004</c:v>
                </c:pt>
                <c:pt idx="6521">
                  <c:v>72.791206000000003</c:v>
                </c:pt>
                <c:pt idx="6522">
                  <c:v>73.206931999999995</c:v>
                </c:pt>
                <c:pt idx="6523">
                  <c:v>73.542595000000006</c:v>
                </c:pt>
                <c:pt idx="6524">
                  <c:v>73.781600999999995</c:v>
                </c:pt>
                <c:pt idx="6525">
                  <c:v>73.950974000000002</c:v>
                </c:pt>
                <c:pt idx="6526">
                  <c:v>74.054771000000002</c:v>
                </c:pt>
                <c:pt idx="6527">
                  <c:v>74.089706000000007</c:v>
                </c:pt>
                <c:pt idx="6528">
                  <c:v>74.077781999999999</c:v>
                </c:pt>
                <c:pt idx="6529">
                  <c:v>74.056113999999994</c:v>
                </c:pt>
                <c:pt idx="6530">
                  <c:v>74.034378000000004</c:v>
                </c:pt>
                <c:pt idx="6531">
                  <c:v>73.974174000000005</c:v>
                </c:pt>
                <c:pt idx="6532">
                  <c:v>73.849486999999996</c:v>
                </c:pt>
                <c:pt idx="6533">
                  <c:v>73.659485000000004</c:v>
                </c:pt>
                <c:pt idx="6534">
                  <c:v>73.479225</c:v>
                </c:pt>
                <c:pt idx="6535">
                  <c:v>73.345543000000006</c:v>
                </c:pt>
                <c:pt idx="6536">
                  <c:v>73.250916000000004</c:v>
                </c:pt>
                <c:pt idx="6537">
                  <c:v>73.180328000000003</c:v>
                </c:pt>
                <c:pt idx="6538">
                  <c:v>73.109863000000004</c:v>
                </c:pt>
                <c:pt idx="6539">
                  <c:v>73.027634000000006</c:v>
                </c:pt>
                <c:pt idx="6540">
                  <c:v>72.936690999999996</c:v>
                </c:pt>
                <c:pt idx="6541">
                  <c:v>72.845237999999995</c:v>
                </c:pt>
                <c:pt idx="6542">
                  <c:v>72.757041999999998</c:v>
                </c:pt>
                <c:pt idx="6543">
                  <c:v>72.711181999999994</c:v>
                </c:pt>
                <c:pt idx="6544">
                  <c:v>72.763114999999999</c:v>
                </c:pt>
                <c:pt idx="6545">
                  <c:v>72.914055000000005</c:v>
                </c:pt>
                <c:pt idx="6546">
                  <c:v>73.134979000000001</c:v>
                </c:pt>
                <c:pt idx="6547">
                  <c:v>73.375404000000003</c:v>
                </c:pt>
                <c:pt idx="6548">
                  <c:v>73.588027999999994</c:v>
                </c:pt>
                <c:pt idx="6549">
                  <c:v>73.731644000000003</c:v>
                </c:pt>
                <c:pt idx="6550">
                  <c:v>73.786957000000001</c:v>
                </c:pt>
                <c:pt idx="6551">
                  <c:v>73.777907999999996</c:v>
                </c:pt>
                <c:pt idx="6552">
                  <c:v>73.695273999999998</c:v>
                </c:pt>
                <c:pt idx="6553">
                  <c:v>73.561295000000001</c:v>
                </c:pt>
                <c:pt idx="6554">
                  <c:v>73.430756000000002</c:v>
                </c:pt>
                <c:pt idx="6555">
                  <c:v>73.297516000000002</c:v>
                </c:pt>
                <c:pt idx="6556">
                  <c:v>73.203316000000001</c:v>
                </c:pt>
                <c:pt idx="6557">
                  <c:v>73.137694999999994</c:v>
                </c:pt>
                <c:pt idx="6558">
                  <c:v>73.068747999999999</c:v>
                </c:pt>
                <c:pt idx="6559">
                  <c:v>72.997200000000007</c:v>
                </c:pt>
                <c:pt idx="6560">
                  <c:v>72.895850999999993</c:v>
                </c:pt>
                <c:pt idx="6561">
                  <c:v>72.767371999999995</c:v>
                </c:pt>
                <c:pt idx="6562">
                  <c:v>72.645615000000006</c:v>
                </c:pt>
                <c:pt idx="6563">
                  <c:v>72.533348000000004</c:v>
                </c:pt>
                <c:pt idx="6564">
                  <c:v>72.398292999999995</c:v>
                </c:pt>
                <c:pt idx="6565">
                  <c:v>72.209496000000001</c:v>
                </c:pt>
                <c:pt idx="6566">
                  <c:v>72.012237999999996</c:v>
                </c:pt>
                <c:pt idx="6567">
                  <c:v>71.830901999999995</c:v>
                </c:pt>
                <c:pt idx="6568">
                  <c:v>71.773598000000007</c:v>
                </c:pt>
                <c:pt idx="6569">
                  <c:v>71.830650000000006</c:v>
                </c:pt>
                <c:pt idx="6570">
                  <c:v>71.871048000000002</c:v>
                </c:pt>
                <c:pt idx="6571">
                  <c:v>71.872635000000002</c:v>
                </c:pt>
                <c:pt idx="6572">
                  <c:v>71.848190000000002</c:v>
                </c:pt>
                <c:pt idx="6573">
                  <c:v>71.795096999999998</c:v>
                </c:pt>
                <c:pt idx="6574">
                  <c:v>71.671768</c:v>
                </c:pt>
                <c:pt idx="6575">
                  <c:v>71.532630999999995</c:v>
                </c:pt>
                <c:pt idx="6576">
                  <c:v>71.389495999999994</c:v>
                </c:pt>
                <c:pt idx="6577">
                  <c:v>71.266852999999998</c:v>
                </c:pt>
                <c:pt idx="6578">
                  <c:v>71.186774999999997</c:v>
                </c:pt>
                <c:pt idx="6579">
                  <c:v>71.152122000000006</c:v>
                </c:pt>
                <c:pt idx="6580">
                  <c:v>71.079987000000003</c:v>
                </c:pt>
                <c:pt idx="6581">
                  <c:v>71.018249999999995</c:v>
                </c:pt>
                <c:pt idx="6582">
                  <c:v>71.004807</c:v>
                </c:pt>
                <c:pt idx="6583">
                  <c:v>71.028510999999995</c:v>
                </c:pt>
                <c:pt idx="6584">
                  <c:v>71.089813000000007</c:v>
                </c:pt>
                <c:pt idx="6585">
                  <c:v>71.154242999999994</c:v>
                </c:pt>
                <c:pt idx="6586">
                  <c:v>71.224754000000004</c:v>
                </c:pt>
                <c:pt idx="6587">
                  <c:v>71.278724999999994</c:v>
                </c:pt>
                <c:pt idx="6588">
                  <c:v>71.322670000000002</c:v>
                </c:pt>
                <c:pt idx="6589">
                  <c:v>71.310654</c:v>
                </c:pt>
                <c:pt idx="6590">
                  <c:v>71.237778000000006</c:v>
                </c:pt>
                <c:pt idx="6591">
                  <c:v>71.182525999999996</c:v>
                </c:pt>
                <c:pt idx="6592">
                  <c:v>71.198723000000001</c:v>
                </c:pt>
                <c:pt idx="6593">
                  <c:v>71.275313999999995</c:v>
                </c:pt>
                <c:pt idx="6594">
                  <c:v>71.430008000000001</c:v>
                </c:pt>
                <c:pt idx="6595">
                  <c:v>71.663055</c:v>
                </c:pt>
                <c:pt idx="6596">
                  <c:v>71.835312000000002</c:v>
                </c:pt>
                <c:pt idx="6597">
                  <c:v>72.074425000000005</c:v>
                </c:pt>
                <c:pt idx="6598">
                  <c:v>72.323943999999997</c:v>
                </c:pt>
                <c:pt idx="6599">
                  <c:v>72.608024999999998</c:v>
                </c:pt>
                <c:pt idx="6600">
                  <c:v>72.880898000000002</c:v>
                </c:pt>
                <c:pt idx="6601">
                  <c:v>73.182060000000007</c:v>
                </c:pt>
                <c:pt idx="6602">
                  <c:v>73.433127999999996</c:v>
                </c:pt>
                <c:pt idx="6603">
                  <c:v>73.664542999999995</c:v>
                </c:pt>
                <c:pt idx="6604">
                  <c:v>73.915878000000006</c:v>
                </c:pt>
                <c:pt idx="6605">
                  <c:v>74.127167</c:v>
                </c:pt>
                <c:pt idx="6606">
                  <c:v>74.241996999999998</c:v>
                </c:pt>
                <c:pt idx="6607">
                  <c:v>74.287696999999994</c:v>
                </c:pt>
                <c:pt idx="6608">
                  <c:v>74.291602999999995</c:v>
                </c:pt>
                <c:pt idx="6609">
                  <c:v>72.795456000000001</c:v>
                </c:pt>
                <c:pt idx="6610">
                  <c:v>72.833602999999997</c:v>
                </c:pt>
                <c:pt idx="6611">
                  <c:v>72.877739000000005</c:v>
                </c:pt>
                <c:pt idx="6612">
                  <c:v>73.001793000000006</c:v>
                </c:pt>
                <c:pt idx="6613">
                  <c:v>73.141791999999995</c:v>
                </c:pt>
                <c:pt idx="6614">
                  <c:v>73.251244</c:v>
                </c:pt>
                <c:pt idx="6615">
                  <c:v>73.324966000000003</c:v>
                </c:pt>
                <c:pt idx="6616">
                  <c:v>73.294471999999999</c:v>
                </c:pt>
                <c:pt idx="6617">
                  <c:v>73.094566</c:v>
                </c:pt>
                <c:pt idx="6618">
                  <c:v>72.858390999999997</c:v>
                </c:pt>
                <c:pt idx="6619">
                  <c:v>72.701674999999994</c:v>
                </c:pt>
                <c:pt idx="6620">
                  <c:v>72.588463000000004</c:v>
                </c:pt>
                <c:pt idx="6621">
                  <c:v>72.475266000000005</c:v>
                </c:pt>
                <c:pt idx="6622">
                  <c:v>72.360923999999997</c:v>
                </c:pt>
                <c:pt idx="6623">
                  <c:v>72.192169000000007</c:v>
                </c:pt>
                <c:pt idx="6624">
                  <c:v>71.992935000000003</c:v>
                </c:pt>
                <c:pt idx="6625">
                  <c:v>71.798164</c:v>
                </c:pt>
                <c:pt idx="6626">
                  <c:v>71.657013000000006</c:v>
                </c:pt>
                <c:pt idx="6627">
                  <c:v>71.548575999999997</c:v>
                </c:pt>
                <c:pt idx="6628">
                  <c:v>71.438727999999998</c:v>
                </c:pt>
                <c:pt idx="6629">
                  <c:v>71.286834999999996</c:v>
                </c:pt>
                <c:pt idx="6630">
                  <c:v>71.163696000000002</c:v>
                </c:pt>
                <c:pt idx="6631">
                  <c:v>71.045670000000001</c:v>
                </c:pt>
                <c:pt idx="6632">
                  <c:v>70.969954999999999</c:v>
                </c:pt>
                <c:pt idx="6633">
                  <c:v>70.919562999999997</c:v>
                </c:pt>
                <c:pt idx="6634">
                  <c:v>70.815169999999995</c:v>
                </c:pt>
                <c:pt idx="6635">
                  <c:v>70.619392000000005</c:v>
                </c:pt>
                <c:pt idx="6636">
                  <c:v>70.402602999999999</c:v>
                </c:pt>
                <c:pt idx="6637">
                  <c:v>70.203345999999996</c:v>
                </c:pt>
                <c:pt idx="6638">
                  <c:v>70.059471000000002</c:v>
                </c:pt>
                <c:pt idx="6639">
                  <c:v>70.051169999999999</c:v>
                </c:pt>
                <c:pt idx="6640">
                  <c:v>70.269287000000006</c:v>
                </c:pt>
                <c:pt idx="6641">
                  <c:v>70.589432000000002</c:v>
                </c:pt>
                <c:pt idx="6642">
                  <c:v>70.963798999999995</c:v>
                </c:pt>
                <c:pt idx="6643">
                  <c:v>71.335471999999996</c:v>
                </c:pt>
                <c:pt idx="6644">
                  <c:v>71.624481000000003</c:v>
                </c:pt>
                <c:pt idx="6645">
                  <c:v>73.441535999999999</c:v>
                </c:pt>
                <c:pt idx="6646">
                  <c:v>73.212585000000004</c:v>
                </c:pt>
                <c:pt idx="6647">
                  <c:v>72.972519000000005</c:v>
                </c:pt>
                <c:pt idx="6648">
                  <c:v>72.669273000000004</c:v>
                </c:pt>
                <c:pt idx="6649">
                  <c:v>72.347198000000006</c:v>
                </c:pt>
                <c:pt idx="6650">
                  <c:v>72.205780000000004</c:v>
                </c:pt>
                <c:pt idx="6651">
                  <c:v>72.158767999999995</c:v>
                </c:pt>
                <c:pt idx="6652">
                  <c:v>72.171256999999997</c:v>
                </c:pt>
                <c:pt idx="6653">
                  <c:v>72.253463999999994</c:v>
                </c:pt>
                <c:pt idx="6654">
                  <c:v>72.387298999999999</c:v>
                </c:pt>
                <c:pt idx="6655">
                  <c:v>72.510932999999994</c:v>
                </c:pt>
                <c:pt idx="6656">
                  <c:v>72.597237000000007</c:v>
                </c:pt>
                <c:pt idx="6657">
                  <c:v>72.652023</c:v>
                </c:pt>
                <c:pt idx="6658">
                  <c:v>72.682640000000006</c:v>
                </c:pt>
                <c:pt idx="6659">
                  <c:v>72.692618999999993</c:v>
                </c:pt>
                <c:pt idx="6660">
                  <c:v>72.706626999999997</c:v>
                </c:pt>
                <c:pt idx="6661">
                  <c:v>72.841125000000005</c:v>
                </c:pt>
                <c:pt idx="6662">
                  <c:v>73.019135000000006</c:v>
                </c:pt>
                <c:pt idx="6663">
                  <c:v>73.223754999999997</c:v>
                </c:pt>
                <c:pt idx="6664">
                  <c:v>73.477508999999998</c:v>
                </c:pt>
                <c:pt idx="6665">
                  <c:v>73.74324</c:v>
                </c:pt>
                <c:pt idx="6666">
                  <c:v>74.043800000000005</c:v>
                </c:pt>
                <c:pt idx="6667">
                  <c:v>74.309334000000007</c:v>
                </c:pt>
                <c:pt idx="6668">
                  <c:v>74.580878999999996</c:v>
                </c:pt>
                <c:pt idx="6669">
                  <c:v>74.924437999999995</c:v>
                </c:pt>
                <c:pt idx="6670">
                  <c:v>75.465355000000002</c:v>
                </c:pt>
                <c:pt idx="6671">
                  <c:v>74.586143000000007</c:v>
                </c:pt>
                <c:pt idx="6672">
                  <c:v>74.913848999999999</c:v>
                </c:pt>
                <c:pt idx="6673">
                  <c:v>75.169021999999998</c:v>
                </c:pt>
                <c:pt idx="6674">
                  <c:v>75.394767999999999</c:v>
                </c:pt>
                <c:pt idx="6675">
                  <c:v>75.597251999999997</c:v>
                </c:pt>
                <c:pt idx="6676">
                  <c:v>75.844215000000005</c:v>
                </c:pt>
                <c:pt idx="6677">
                  <c:v>76.173537999999994</c:v>
                </c:pt>
                <c:pt idx="6678">
                  <c:v>76.513687000000004</c:v>
                </c:pt>
                <c:pt idx="6679">
                  <c:v>76.798134000000005</c:v>
                </c:pt>
                <c:pt idx="6680">
                  <c:v>77.046370999999994</c:v>
                </c:pt>
                <c:pt idx="6681">
                  <c:v>77.192008999999999</c:v>
                </c:pt>
                <c:pt idx="6682">
                  <c:v>77.220519999999993</c:v>
                </c:pt>
                <c:pt idx="6683">
                  <c:v>77.317986000000005</c:v>
                </c:pt>
                <c:pt idx="6684">
                  <c:v>77.636589000000001</c:v>
                </c:pt>
                <c:pt idx="6685">
                  <c:v>78.036629000000005</c:v>
                </c:pt>
                <c:pt idx="6686">
                  <c:v>78.446983000000003</c:v>
                </c:pt>
                <c:pt idx="6687">
                  <c:v>78.776955000000001</c:v>
                </c:pt>
                <c:pt idx="6688">
                  <c:v>78.922432000000001</c:v>
                </c:pt>
                <c:pt idx="6689">
                  <c:v>78.930167999999995</c:v>
                </c:pt>
                <c:pt idx="6690">
                  <c:v>78.849250999999995</c:v>
                </c:pt>
                <c:pt idx="6691">
                  <c:v>78.697090000000003</c:v>
                </c:pt>
                <c:pt idx="6692">
                  <c:v>78.526259999999994</c:v>
                </c:pt>
                <c:pt idx="6693">
                  <c:v>78.253471000000005</c:v>
                </c:pt>
                <c:pt idx="6694">
                  <c:v>77.854125999999994</c:v>
                </c:pt>
                <c:pt idx="6695">
                  <c:v>77.513335999999995</c:v>
                </c:pt>
                <c:pt idx="6696">
                  <c:v>77.249947000000006</c:v>
                </c:pt>
                <c:pt idx="6697">
                  <c:v>77.117255999999998</c:v>
                </c:pt>
                <c:pt idx="6698">
                  <c:v>76.991966000000005</c:v>
                </c:pt>
                <c:pt idx="6699">
                  <c:v>76.903892999999997</c:v>
                </c:pt>
                <c:pt idx="6700">
                  <c:v>76.895599000000004</c:v>
                </c:pt>
                <c:pt idx="6701">
                  <c:v>76.868813000000003</c:v>
                </c:pt>
                <c:pt idx="6702">
                  <c:v>76.733520999999996</c:v>
                </c:pt>
                <c:pt idx="6703">
                  <c:v>76.616684000000006</c:v>
                </c:pt>
                <c:pt idx="6704">
                  <c:v>76.565619999999996</c:v>
                </c:pt>
                <c:pt idx="6705">
                  <c:v>76.596107000000003</c:v>
                </c:pt>
                <c:pt idx="6706">
                  <c:v>76.659569000000005</c:v>
                </c:pt>
                <c:pt idx="6707">
                  <c:v>76.762352000000007</c:v>
                </c:pt>
                <c:pt idx="6708">
                  <c:v>76.852760000000004</c:v>
                </c:pt>
                <c:pt idx="6709">
                  <c:v>76.898109000000005</c:v>
                </c:pt>
                <c:pt idx="6710">
                  <c:v>76.906302999999994</c:v>
                </c:pt>
                <c:pt idx="6711">
                  <c:v>76.876266000000001</c:v>
                </c:pt>
                <c:pt idx="6712">
                  <c:v>76.800842000000003</c:v>
                </c:pt>
                <c:pt idx="6713">
                  <c:v>76.679717999999994</c:v>
                </c:pt>
                <c:pt idx="6714">
                  <c:v>76.534560999999997</c:v>
                </c:pt>
                <c:pt idx="6715">
                  <c:v>76.469543000000002</c:v>
                </c:pt>
                <c:pt idx="6716">
                  <c:v>76.428039999999996</c:v>
                </c:pt>
                <c:pt idx="6717">
                  <c:v>76.464989000000003</c:v>
                </c:pt>
                <c:pt idx="6718">
                  <c:v>76.541327999999993</c:v>
                </c:pt>
                <c:pt idx="6719">
                  <c:v>76.598236</c:v>
                </c:pt>
                <c:pt idx="6720">
                  <c:v>76.696426000000002</c:v>
                </c:pt>
                <c:pt idx="6721">
                  <c:v>76.802322000000004</c:v>
                </c:pt>
                <c:pt idx="6722">
                  <c:v>76.897971999999996</c:v>
                </c:pt>
                <c:pt idx="6723">
                  <c:v>77.098884999999996</c:v>
                </c:pt>
                <c:pt idx="6724">
                  <c:v>77.279838999999996</c:v>
                </c:pt>
                <c:pt idx="6725">
                  <c:v>77.482506000000001</c:v>
                </c:pt>
                <c:pt idx="6726">
                  <c:v>77.656136000000004</c:v>
                </c:pt>
                <c:pt idx="6727">
                  <c:v>77.788962999999995</c:v>
                </c:pt>
                <c:pt idx="6728">
                  <c:v>77.900040000000004</c:v>
                </c:pt>
                <c:pt idx="6729">
                  <c:v>78.031043999999994</c:v>
                </c:pt>
                <c:pt idx="6730">
                  <c:v>78.166343999999995</c:v>
                </c:pt>
                <c:pt idx="6731">
                  <c:v>78.370070999999996</c:v>
                </c:pt>
                <c:pt idx="6732">
                  <c:v>78.556304999999995</c:v>
                </c:pt>
                <c:pt idx="6733">
                  <c:v>78.675803999999999</c:v>
                </c:pt>
                <c:pt idx="6734">
                  <c:v>78.723419000000007</c:v>
                </c:pt>
                <c:pt idx="6735">
                  <c:v>78.742050000000006</c:v>
                </c:pt>
                <c:pt idx="6736">
                  <c:v>78.732956000000001</c:v>
                </c:pt>
                <c:pt idx="6737">
                  <c:v>78.675040999999993</c:v>
                </c:pt>
                <c:pt idx="6738">
                  <c:v>78.666435000000007</c:v>
                </c:pt>
                <c:pt idx="6739">
                  <c:v>78.632392999999993</c:v>
                </c:pt>
                <c:pt idx="6740">
                  <c:v>78.597945999999993</c:v>
                </c:pt>
                <c:pt idx="6741">
                  <c:v>78.583481000000006</c:v>
                </c:pt>
                <c:pt idx="6742">
                  <c:v>78.617821000000006</c:v>
                </c:pt>
                <c:pt idx="6743">
                  <c:v>78.634483000000003</c:v>
                </c:pt>
                <c:pt idx="6744">
                  <c:v>78.661034000000001</c:v>
                </c:pt>
                <c:pt idx="6745">
                  <c:v>78.717354</c:v>
                </c:pt>
                <c:pt idx="6746">
                  <c:v>78.782416999999995</c:v>
                </c:pt>
                <c:pt idx="6747">
                  <c:v>78.868187000000006</c:v>
                </c:pt>
                <c:pt idx="6748">
                  <c:v>79.042511000000005</c:v>
                </c:pt>
                <c:pt idx="6749">
                  <c:v>79.248351999999997</c:v>
                </c:pt>
                <c:pt idx="6750">
                  <c:v>79.460814999999997</c:v>
                </c:pt>
                <c:pt idx="6751">
                  <c:v>79.624640999999997</c:v>
                </c:pt>
                <c:pt idx="6752">
                  <c:v>79.686806000000004</c:v>
                </c:pt>
                <c:pt idx="6753">
                  <c:v>79.711533000000003</c:v>
                </c:pt>
                <c:pt idx="6754">
                  <c:v>79.740584999999996</c:v>
                </c:pt>
                <c:pt idx="6755">
                  <c:v>79.815521000000004</c:v>
                </c:pt>
                <c:pt idx="6756">
                  <c:v>79.923180000000002</c:v>
                </c:pt>
                <c:pt idx="6757">
                  <c:v>80.096237000000002</c:v>
                </c:pt>
                <c:pt idx="6758">
                  <c:v>80.378051999999997</c:v>
                </c:pt>
                <c:pt idx="6759">
                  <c:v>80.646797000000007</c:v>
                </c:pt>
                <c:pt idx="6760">
                  <c:v>80.810158000000001</c:v>
                </c:pt>
                <c:pt idx="6761">
                  <c:v>80.812781999999999</c:v>
                </c:pt>
                <c:pt idx="6762">
                  <c:v>80.726630999999998</c:v>
                </c:pt>
                <c:pt idx="6763">
                  <c:v>80.543616999999998</c:v>
                </c:pt>
                <c:pt idx="6764">
                  <c:v>80.349074999999999</c:v>
                </c:pt>
                <c:pt idx="6765">
                  <c:v>80.120575000000002</c:v>
                </c:pt>
                <c:pt idx="6766">
                  <c:v>79.94323</c:v>
                </c:pt>
                <c:pt idx="6767">
                  <c:v>79.897178999999994</c:v>
                </c:pt>
                <c:pt idx="6768">
                  <c:v>79.973618000000002</c:v>
                </c:pt>
                <c:pt idx="6769">
                  <c:v>80.064437999999996</c:v>
                </c:pt>
                <c:pt idx="6770">
                  <c:v>80.012748999999999</c:v>
                </c:pt>
                <c:pt idx="6771">
                  <c:v>79.895308999999997</c:v>
                </c:pt>
                <c:pt idx="6772">
                  <c:v>79.730857999999998</c:v>
                </c:pt>
                <c:pt idx="6773">
                  <c:v>79.567947000000004</c:v>
                </c:pt>
                <c:pt idx="6774">
                  <c:v>79.458968999999996</c:v>
                </c:pt>
                <c:pt idx="6775">
                  <c:v>79.340980999999999</c:v>
                </c:pt>
                <c:pt idx="6776">
                  <c:v>79.199935999999994</c:v>
                </c:pt>
                <c:pt idx="6777">
                  <c:v>79.183402999999998</c:v>
                </c:pt>
                <c:pt idx="6778">
                  <c:v>79.195656</c:v>
                </c:pt>
                <c:pt idx="6779">
                  <c:v>79.106575000000007</c:v>
                </c:pt>
                <c:pt idx="6780">
                  <c:v>79.026932000000002</c:v>
                </c:pt>
                <c:pt idx="6781">
                  <c:v>78.978476999999998</c:v>
                </c:pt>
                <c:pt idx="6782">
                  <c:v>78.922309999999996</c:v>
                </c:pt>
                <c:pt idx="6783">
                  <c:v>78.892250000000004</c:v>
                </c:pt>
                <c:pt idx="6784">
                  <c:v>78.900475</c:v>
                </c:pt>
                <c:pt idx="6785">
                  <c:v>78.921204000000003</c:v>
                </c:pt>
                <c:pt idx="6786">
                  <c:v>78.888130000000004</c:v>
                </c:pt>
                <c:pt idx="6787">
                  <c:v>78.806540999999996</c:v>
                </c:pt>
                <c:pt idx="6788">
                  <c:v>78.714507999999995</c:v>
                </c:pt>
                <c:pt idx="6789">
                  <c:v>78.626739999999998</c:v>
                </c:pt>
                <c:pt idx="6790">
                  <c:v>78.511298999999994</c:v>
                </c:pt>
                <c:pt idx="6791">
                  <c:v>78.402930999999995</c:v>
                </c:pt>
                <c:pt idx="6792">
                  <c:v>78.336417999999995</c:v>
                </c:pt>
                <c:pt idx="6793">
                  <c:v>78.220664999999997</c:v>
                </c:pt>
                <c:pt idx="6794">
                  <c:v>78.099761999999998</c:v>
                </c:pt>
                <c:pt idx="6795">
                  <c:v>77.970039</c:v>
                </c:pt>
                <c:pt idx="6796">
                  <c:v>77.849068000000003</c:v>
                </c:pt>
                <c:pt idx="6797">
                  <c:v>77.804603999999998</c:v>
                </c:pt>
                <c:pt idx="6798">
                  <c:v>77.784813</c:v>
                </c:pt>
                <c:pt idx="6799">
                  <c:v>77.797295000000005</c:v>
                </c:pt>
                <c:pt idx="6800">
                  <c:v>77.849807999999996</c:v>
                </c:pt>
                <c:pt idx="6801">
                  <c:v>77.891532999999995</c:v>
                </c:pt>
                <c:pt idx="6802">
                  <c:v>77.929848000000007</c:v>
                </c:pt>
                <c:pt idx="6803">
                  <c:v>77.984298999999993</c:v>
                </c:pt>
                <c:pt idx="6804">
                  <c:v>78.055908000000002</c:v>
                </c:pt>
                <c:pt idx="6805">
                  <c:v>78.075912000000002</c:v>
                </c:pt>
                <c:pt idx="6806">
                  <c:v>78.061385999999999</c:v>
                </c:pt>
                <c:pt idx="6807">
                  <c:v>78.091576000000003</c:v>
                </c:pt>
                <c:pt idx="6808">
                  <c:v>78.134804000000003</c:v>
                </c:pt>
                <c:pt idx="6809">
                  <c:v>78.205437000000003</c:v>
                </c:pt>
                <c:pt idx="6810">
                  <c:v>78.270447000000004</c:v>
                </c:pt>
                <c:pt idx="6811">
                  <c:v>78.34008</c:v>
                </c:pt>
                <c:pt idx="6812">
                  <c:v>78.429344</c:v>
                </c:pt>
                <c:pt idx="6813">
                  <c:v>78.479225</c:v>
                </c:pt>
                <c:pt idx="6814">
                  <c:v>78.504524000000004</c:v>
                </c:pt>
                <c:pt idx="6815">
                  <c:v>78.467742999999999</c:v>
                </c:pt>
                <c:pt idx="6816">
                  <c:v>78.375763000000006</c:v>
                </c:pt>
                <c:pt idx="6817">
                  <c:v>78.270515000000003</c:v>
                </c:pt>
                <c:pt idx="6818">
                  <c:v>78.204338000000007</c:v>
                </c:pt>
                <c:pt idx="6819">
                  <c:v>78.156181000000004</c:v>
                </c:pt>
                <c:pt idx="6820">
                  <c:v>78.105721000000003</c:v>
                </c:pt>
                <c:pt idx="6821">
                  <c:v>78.015465000000006</c:v>
                </c:pt>
                <c:pt idx="6822">
                  <c:v>77.932365000000004</c:v>
                </c:pt>
                <c:pt idx="6823">
                  <c:v>77.862160000000003</c:v>
                </c:pt>
                <c:pt idx="6824">
                  <c:v>77.844748999999993</c:v>
                </c:pt>
                <c:pt idx="6825">
                  <c:v>77.920364000000006</c:v>
                </c:pt>
                <c:pt idx="6826">
                  <c:v>78.098067999999998</c:v>
                </c:pt>
                <c:pt idx="6827">
                  <c:v>78.333641</c:v>
                </c:pt>
                <c:pt idx="6828">
                  <c:v>78.653450000000007</c:v>
                </c:pt>
                <c:pt idx="6829">
                  <c:v>78.903892999999997</c:v>
                </c:pt>
                <c:pt idx="6830">
                  <c:v>79.070380999999998</c:v>
                </c:pt>
                <c:pt idx="6831">
                  <c:v>79.152298000000002</c:v>
                </c:pt>
                <c:pt idx="6832">
                  <c:v>79.148116999999999</c:v>
                </c:pt>
                <c:pt idx="6833">
                  <c:v>79.121605000000002</c:v>
                </c:pt>
                <c:pt idx="6834">
                  <c:v>79.134749999999997</c:v>
                </c:pt>
                <c:pt idx="6835">
                  <c:v>79.134567000000004</c:v>
                </c:pt>
                <c:pt idx="6836">
                  <c:v>79.088852000000003</c:v>
                </c:pt>
                <c:pt idx="6837">
                  <c:v>79.00309</c:v>
                </c:pt>
                <c:pt idx="6838">
                  <c:v>78.947517000000005</c:v>
                </c:pt>
                <c:pt idx="6839">
                  <c:v>78.930412000000004</c:v>
                </c:pt>
                <c:pt idx="6840">
                  <c:v>78.789032000000006</c:v>
                </c:pt>
                <c:pt idx="6841">
                  <c:v>78.578254999999999</c:v>
                </c:pt>
                <c:pt idx="6842">
                  <c:v>78.419098000000005</c:v>
                </c:pt>
                <c:pt idx="6843">
                  <c:v>78.309792000000002</c:v>
                </c:pt>
                <c:pt idx="6844">
                  <c:v>78.206505000000007</c:v>
                </c:pt>
                <c:pt idx="6845">
                  <c:v>78.124161000000001</c:v>
                </c:pt>
                <c:pt idx="6846">
                  <c:v>78.076942000000003</c:v>
                </c:pt>
                <c:pt idx="6847">
                  <c:v>78.066756999999996</c:v>
                </c:pt>
                <c:pt idx="6848">
                  <c:v>78.0364</c:v>
                </c:pt>
                <c:pt idx="6849">
                  <c:v>77.979416000000001</c:v>
                </c:pt>
                <c:pt idx="6850">
                  <c:v>77.981209000000007</c:v>
                </c:pt>
                <c:pt idx="6851">
                  <c:v>77.995407</c:v>
                </c:pt>
                <c:pt idx="6852">
                  <c:v>77.99736</c:v>
                </c:pt>
                <c:pt idx="6853">
                  <c:v>77.948493999999997</c:v>
                </c:pt>
                <c:pt idx="6854">
                  <c:v>77.850341999999998</c:v>
                </c:pt>
                <c:pt idx="6855">
                  <c:v>77.760101000000006</c:v>
                </c:pt>
                <c:pt idx="6856">
                  <c:v>77.644806000000003</c:v>
                </c:pt>
                <c:pt idx="6857">
                  <c:v>77.559760999999995</c:v>
                </c:pt>
                <c:pt idx="6858">
                  <c:v>77.484961999999996</c:v>
                </c:pt>
                <c:pt idx="6859">
                  <c:v>77.459159999999997</c:v>
                </c:pt>
                <c:pt idx="6860">
                  <c:v>77.459823999999998</c:v>
                </c:pt>
                <c:pt idx="6861">
                  <c:v>77.520675999999995</c:v>
                </c:pt>
                <c:pt idx="6862">
                  <c:v>77.622292000000002</c:v>
                </c:pt>
                <c:pt idx="6863">
                  <c:v>77.692238000000003</c:v>
                </c:pt>
                <c:pt idx="6864">
                  <c:v>77.725952000000007</c:v>
                </c:pt>
                <c:pt idx="6865">
                  <c:v>77.733986000000002</c:v>
                </c:pt>
                <c:pt idx="6866">
                  <c:v>77.725227000000004</c:v>
                </c:pt>
                <c:pt idx="6867">
                  <c:v>77.763779</c:v>
                </c:pt>
                <c:pt idx="6868">
                  <c:v>77.823775999999995</c:v>
                </c:pt>
                <c:pt idx="6869">
                  <c:v>77.912375999999995</c:v>
                </c:pt>
                <c:pt idx="6870">
                  <c:v>77.985648999999995</c:v>
                </c:pt>
                <c:pt idx="6871">
                  <c:v>78.024520999999993</c:v>
                </c:pt>
                <c:pt idx="6872">
                  <c:v>78.004165999999998</c:v>
                </c:pt>
                <c:pt idx="6873">
                  <c:v>78.006247999999999</c:v>
                </c:pt>
                <c:pt idx="6874">
                  <c:v>78.069321000000002</c:v>
                </c:pt>
                <c:pt idx="6875">
                  <c:v>78.159653000000006</c:v>
                </c:pt>
                <c:pt idx="6876">
                  <c:v>78.253563</c:v>
                </c:pt>
                <c:pt idx="6877">
                  <c:v>78.328445000000002</c:v>
                </c:pt>
                <c:pt idx="6878">
                  <c:v>78.316642999999999</c:v>
                </c:pt>
                <c:pt idx="6879">
                  <c:v>78.214813000000007</c:v>
                </c:pt>
                <c:pt idx="6880">
                  <c:v>78.036475999999993</c:v>
                </c:pt>
                <c:pt idx="6881">
                  <c:v>77.790908999999999</c:v>
                </c:pt>
                <c:pt idx="6882">
                  <c:v>77.575789999999998</c:v>
                </c:pt>
                <c:pt idx="6883">
                  <c:v>77.353522999999996</c:v>
                </c:pt>
                <c:pt idx="6884">
                  <c:v>77.175956999999997</c:v>
                </c:pt>
                <c:pt idx="6885">
                  <c:v>77.050139999999999</c:v>
                </c:pt>
                <c:pt idx="6886">
                  <c:v>76.992835999999997</c:v>
                </c:pt>
                <c:pt idx="6887">
                  <c:v>76.981148000000005</c:v>
                </c:pt>
                <c:pt idx="6888">
                  <c:v>76.987472999999994</c:v>
                </c:pt>
                <c:pt idx="6889">
                  <c:v>77.047813000000005</c:v>
                </c:pt>
                <c:pt idx="6890">
                  <c:v>77.139045999999993</c:v>
                </c:pt>
                <c:pt idx="6891">
                  <c:v>77.216651999999996</c:v>
                </c:pt>
                <c:pt idx="6892">
                  <c:v>77.304764000000006</c:v>
                </c:pt>
                <c:pt idx="6893">
                  <c:v>77.464286999999999</c:v>
                </c:pt>
                <c:pt idx="6894">
                  <c:v>77.634438000000003</c:v>
                </c:pt>
                <c:pt idx="6895">
                  <c:v>77.802077999999995</c:v>
                </c:pt>
                <c:pt idx="6896">
                  <c:v>78.007118000000006</c:v>
                </c:pt>
                <c:pt idx="6897">
                  <c:v>78.256354999999999</c:v>
                </c:pt>
                <c:pt idx="6898">
                  <c:v>78.208832000000001</c:v>
                </c:pt>
                <c:pt idx="6899">
                  <c:v>78.332786999999996</c:v>
                </c:pt>
                <c:pt idx="6900">
                  <c:v>78.363631999999996</c:v>
                </c:pt>
                <c:pt idx="6901">
                  <c:v>78.293648000000005</c:v>
                </c:pt>
                <c:pt idx="6902">
                  <c:v>78.219147000000007</c:v>
                </c:pt>
                <c:pt idx="6903">
                  <c:v>78.314743000000007</c:v>
                </c:pt>
                <c:pt idx="6904">
                  <c:v>78.664451999999997</c:v>
                </c:pt>
                <c:pt idx="6905">
                  <c:v>79.215591000000003</c:v>
                </c:pt>
                <c:pt idx="6906">
                  <c:v>79.807259000000002</c:v>
                </c:pt>
                <c:pt idx="6907">
                  <c:v>80.369583000000006</c:v>
                </c:pt>
                <c:pt idx="6908">
                  <c:v>80.827492000000007</c:v>
                </c:pt>
                <c:pt idx="6909">
                  <c:v>81.549957000000006</c:v>
                </c:pt>
                <c:pt idx="6910">
                  <c:v>82.204757999999998</c:v>
                </c:pt>
                <c:pt idx="6911">
                  <c:v>82.703232</c:v>
                </c:pt>
                <c:pt idx="6912">
                  <c:v>83.081474</c:v>
                </c:pt>
                <c:pt idx="6913">
                  <c:v>83.355262999999994</c:v>
                </c:pt>
                <c:pt idx="6914">
                  <c:v>83.533355999999998</c:v>
                </c:pt>
                <c:pt idx="6915">
                  <c:v>83.633858000000004</c:v>
                </c:pt>
                <c:pt idx="6916">
                  <c:v>83.693961999999999</c:v>
                </c:pt>
                <c:pt idx="6917">
                  <c:v>83.713836999999998</c:v>
                </c:pt>
                <c:pt idx="6918">
                  <c:v>83.723831000000004</c:v>
                </c:pt>
                <c:pt idx="6919">
                  <c:v>83.730628999999993</c:v>
                </c:pt>
                <c:pt idx="6920">
                  <c:v>83.718497999999997</c:v>
                </c:pt>
                <c:pt idx="6921">
                  <c:v>83.678154000000006</c:v>
                </c:pt>
                <c:pt idx="6922">
                  <c:v>83.637527000000006</c:v>
                </c:pt>
                <c:pt idx="6923">
                  <c:v>83.594916999999995</c:v>
                </c:pt>
                <c:pt idx="6924">
                  <c:v>83.528214000000006</c:v>
                </c:pt>
                <c:pt idx="6925">
                  <c:v>83.441856000000001</c:v>
                </c:pt>
                <c:pt idx="6926">
                  <c:v>83.347054</c:v>
                </c:pt>
                <c:pt idx="6927">
                  <c:v>83.253662000000006</c:v>
                </c:pt>
                <c:pt idx="6928">
                  <c:v>83.147132999999997</c:v>
                </c:pt>
                <c:pt idx="6929">
                  <c:v>82.988135999999997</c:v>
                </c:pt>
                <c:pt idx="6930">
                  <c:v>82.743735999999998</c:v>
                </c:pt>
                <c:pt idx="6931">
                  <c:v>82.447356999999997</c:v>
                </c:pt>
                <c:pt idx="6932">
                  <c:v>82.151427999999996</c:v>
                </c:pt>
                <c:pt idx="6933">
                  <c:v>81.951683000000003</c:v>
                </c:pt>
                <c:pt idx="6934">
                  <c:v>81.856384000000006</c:v>
                </c:pt>
                <c:pt idx="6935">
                  <c:v>81.787537</c:v>
                </c:pt>
                <c:pt idx="6936">
                  <c:v>81.689102000000005</c:v>
                </c:pt>
                <c:pt idx="6937">
                  <c:v>81.531807000000001</c:v>
                </c:pt>
                <c:pt idx="6938">
                  <c:v>81.271957</c:v>
                </c:pt>
                <c:pt idx="6939">
                  <c:v>80.912254000000004</c:v>
                </c:pt>
                <c:pt idx="6940">
                  <c:v>80.783767999999995</c:v>
                </c:pt>
                <c:pt idx="6941">
                  <c:v>80.719772000000006</c:v>
                </c:pt>
                <c:pt idx="6942">
                  <c:v>80.692413000000002</c:v>
                </c:pt>
                <c:pt idx="6943">
                  <c:v>80.710616999999999</c:v>
                </c:pt>
                <c:pt idx="6944">
                  <c:v>80.756507999999997</c:v>
                </c:pt>
                <c:pt idx="6945">
                  <c:v>80.810654</c:v>
                </c:pt>
                <c:pt idx="6946">
                  <c:v>80.870399000000006</c:v>
                </c:pt>
                <c:pt idx="6947">
                  <c:v>80.939407000000003</c:v>
                </c:pt>
                <c:pt idx="6948">
                  <c:v>81.015868999999995</c:v>
                </c:pt>
                <c:pt idx="6949">
                  <c:v>81.094436999999999</c:v>
                </c:pt>
                <c:pt idx="6950">
                  <c:v>81.169739000000007</c:v>
                </c:pt>
                <c:pt idx="6951">
                  <c:v>81.226189000000005</c:v>
                </c:pt>
                <c:pt idx="6952">
                  <c:v>81.277664000000001</c:v>
                </c:pt>
                <c:pt idx="6953">
                  <c:v>81.325783000000001</c:v>
                </c:pt>
                <c:pt idx="6954">
                  <c:v>81.382430999999997</c:v>
                </c:pt>
                <c:pt idx="6955">
                  <c:v>81.449448000000004</c:v>
                </c:pt>
                <c:pt idx="6956">
                  <c:v>81.502419000000003</c:v>
                </c:pt>
                <c:pt idx="6957">
                  <c:v>81.550262000000004</c:v>
                </c:pt>
                <c:pt idx="6958">
                  <c:v>81.603493</c:v>
                </c:pt>
                <c:pt idx="6959">
                  <c:v>81.657966999999999</c:v>
                </c:pt>
                <c:pt idx="6960">
                  <c:v>81.705169999999995</c:v>
                </c:pt>
                <c:pt idx="6961">
                  <c:v>81.749054000000001</c:v>
                </c:pt>
                <c:pt idx="6962">
                  <c:v>81.794562999999997</c:v>
                </c:pt>
                <c:pt idx="6963">
                  <c:v>81.836464000000007</c:v>
                </c:pt>
                <c:pt idx="6964">
                  <c:v>81.900351999999998</c:v>
                </c:pt>
                <c:pt idx="6965">
                  <c:v>82.019088999999994</c:v>
                </c:pt>
                <c:pt idx="6966">
                  <c:v>82.097426999999996</c:v>
                </c:pt>
                <c:pt idx="6967">
                  <c:v>82.158980999999997</c:v>
                </c:pt>
                <c:pt idx="6968">
                  <c:v>82.239075</c:v>
                </c:pt>
                <c:pt idx="6969">
                  <c:v>82.326026999999996</c:v>
                </c:pt>
                <c:pt idx="6970">
                  <c:v>82.423957999999999</c:v>
                </c:pt>
                <c:pt idx="6971">
                  <c:v>82.538673000000003</c:v>
                </c:pt>
                <c:pt idx="6972">
                  <c:v>82.653419</c:v>
                </c:pt>
                <c:pt idx="6973">
                  <c:v>82.768822</c:v>
                </c:pt>
                <c:pt idx="6974">
                  <c:v>82.850982999999999</c:v>
                </c:pt>
                <c:pt idx="6975">
                  <c:v>82.884856999999997</c:v>
                </c:pt>
                <c:pt idx="6976">
                  <c:v>82.881789999999995</c:v>
                </c:pt>
                <c:pt idx="6977">
                  <c:v>82.829200999999998</c:v>
                </c:pt>
                <c:pt idx="6978">
                  <c:v>82.739677</c:v>
                </c:pt>
                <c:pt idx="6979">
                  <c:v>82.658707000000007</c:v>
                </c:pt>
                <c:pt idx="6980">
                  <c:v>82.596069</c:v>
                </c:pt>
                <c:pt idx="6981">
                  <c:v>82.513023000000004</c:v>
                </c:pt>
                <c:pt idx="6982">
                  <c:v>82.396148999999994</c:v>
                </c:pt>
                <c:pt idx="6983">
                  <c:v>82.292846999999995</c:v>
                </c:pt>
                <c:pt idx="6984">
                  <c:v>82.248626999999999</c:v>
                </c:pt>
                <c:pt idx="6985">
                  <c:v>82.272582999999997</c:v>
                </c:pt>
                <c:pt idx="6986">
                  <c:v>82.353485000000006</c:v>
                </c:pt>
                <c:pt idx="6987">
                  <c:v>82.456733999999997</c:v>
                </c:pt>
                <c:pt idx="6988">
                  <c:v>82.536865000000006</c:v>
                </c:pt>
                <c:pt idx="6989">
                  <c:v>82.555251999999996</c:v>
                </c:pt>
                <c:pt idx="6990">
                  <c:v>82.543364999999994</c:v>
                </c:pt>
                <c:pt idx="6991">
                  <c:v>82.549042</c:v>
                </c:pt>
                <c:pt idx="6992">
                  <c:v>82.604889</c:v>
                </c:pt>
                <c:pt idx="6993">
                  <c:v>82.677482999999995</c:v>
                </c:pt>
                <c:pt idx="6994">
                  <c:v>82.747673000000006</c:v>
                </c:pt>
                <c:pt idx="6995">
                  <c:v>82.826576000000003</c:v>
                </c:pt>
                <c:pt idx="6996">
                  <c:v>82.906379999999999</c:v>
                </c:pt>
                <c:pt idx="6997">
                  <c:v>82.974334999999996</c:v>
                </c:pt>
                <c:pt idx="6998">
                  <c:v>83.012664999999998</c:v>
                </c:pt>
                <c:pt idx="6999">
                  <c:v>83.030036999999993</c:v>
                </c:pt>
                <c:pt idx="7000">
                  <c:v>83.058914000000001</c:v>
                </c:pt>
                <c:pt idx="7001">
                  <c:v>83.122535999999997</c:v>
                </c:pt>
                <c:pt idx="7002">
                  <c:v>83.208388999999997</c:v>
                </c:pt>
                <c:pt idx="7003">
                  <c:v>83.311638000000002</c:v>
                </c:pt>
                <c:pt idx="7004">
                  <c:v>83.412689</c:v>
                </c:pt>
                <c:pt idx="7005">
                  <c:v>83.470070000000007</c:v>
                </c:pt>
                <c:pt idx="7006">
                  <c:v>83.502335000000002</c:v>
                </c:pt>
                <c:pt idx="7007">
                  <c:v>83.529319999999998</c:v>
                </c:pt>
                <c:pt idx="7008">
                  <c:v>83.560257000000007</c:v>
                </c:pt>
                <c:pt idx="7009">
                  <c:v>83.569053999999994</c:v>
                </c:pt>
                <c:pt idx="7010">
                  <c:v>83.590736000000007</c:v>
                </c:pt>
                <c:pt idx="7011">
                  <c:v>83.610427999999999</c:v>
                </c:pt>
                <c:pt idx="7012">
                  <c:v>83.597733000000005</c:v>
                </c:pt>
                <c:pt idx="7013">
                  <c:v>83.584496000000001</c:v>
                </c:pt>
                <c:pt idx="7014">
                  <c:v>83.546493999999996</c:v>
                </c:pt>
                <c:pt idx="7015">
                  <c:v>83.419792000000001</c:v>
                </c:pt>
                <c:pt idx="7016">
                  <c:v>83.243256000000002</c:v>
                </c:pt>
                <c:pt idx="7017">
                  <c:v>83.061194999999998</c:v>
                </c:pt>
                <c:pt idx="7018">
                  <c:v>82.884604999999993</c:v>
                </c:pt>
                <c:pt idx="7019">
                  <c:v>82.672606999999999</c:v>
                </c:pt>
                <c:pt idx="7020">
                  <c:v>82.316917000000004</c:v>
                </c:pt>
                <c:pt idx="7021">
                  <c:v>81.955985999999996</c:v>
                </c:pt>
                <c:pt idx="7022">
                  <c:v>81.861275000000006</c:v>
                </c:pt>
                <c:pt idx="7023">
                  <c:v>81.816329999999994</c:v>
                </c:pt>
                <c:pt idx="7024">
                  <c:v>81.792213000000004</c:v>
                </c:pt>
                <c:pt idx="7025">
                  <c:v>81.788512999999995</c:v>
                </c:pt>
                <c:pt idx="7026">
                  <c:v>81.804893000000007</c:v>
                </c:pt>
                <c:pt idx="7027">
                  <c:v>81.833495999999997</c:v>
                </c:pt>
                <c:pt idx="7028">
                  <c:v>81.866837000000004</c:v>
                </c:pt>
                <c:pt idx="7029">
                  <c:v>81.904633000000004</c:v>
                </c:pt>
                <c:pt idx="7030">
                  <c:v>81.954102000000006</c:v>
                </c:pt>
                <c:pt idx="7031">
                  <c:v>82.017532000000003</c:v>
                </c:pt>
                <c:pt idx="7032">
                  <c:v>82.083220999999995</c:v>
                </c:pt>
                <c:pt idx="7033">
                  <c:v>82.102951000000004</c:v>
                </c:pt>
                <c:pt idx="7034">
                  <c:v>82.092269999999999</c:v>
                </c:pt>
                <c:pt idx="7035">
                  <c:v>82.093956000000006</c:v>
                </c:pt>
                <c:pt idx="7036">
                  <c:v>82.110893000000004</c:v>
                </c:pt>
                <c:pt idx="7037">
                  <c:v>82.127037000000001</c:v>
                </c:pt>
                <c:pt idx="7038">
                  <c:v>82.156554999999997</c:v>
                </c:pt>
                <c:pt idx="7039">
                  <c:v>82.194655999999995</c:v>
                </c:pt>
                <c:pt idx="7040">
                  <c:v>82.232819000000006</c:v>
                </c:pt>
                <c:pt idx="7041">
                  <c:v>82.289642000000001</c:v>
                </c:pt>
                <c:pt idx="7042">
                  <c:v>82.378296000000006</c:v>
                </c:pt>
                <c:pt idx="7043">
                  <c:v>82.471778999999998</c:v>
                </c:pt>
                <c:pt idx="7044">
                  <c:v>82.553314</c:v>
                </c:pt>
                <c:pt idx="7045">
                  <c:v>82.566360000000003</c:v>
                </c:pt>
                <c:pt idx="7046">
                  <c:v>82.563271</c:v>
                </c:pt>
                <c:pt idx="7047">
                  <c:v>82.582024000000004</c:v>
                </c:pt>
                <c:pt idx="7048">
                  <c:v>82.604042000000007</c:v>
                </c:pt>
                <c:pt idx="7049">
                  <c:v>82.616569999999996</c:v>
                </c:pt>
                <c:pt idx="7050">
                  <c:v>82.621063000000007</c:v>
                </c:pt>
                <c:pt idx="7051">
                  <c:v>82.627814999999998</c:v>
                </c:pt>
                <c:pt idx="7052">
                  <c:v>82.635795999999999</c:v>
                </c:pt>
                <c:pt idx="7053">
                  <c:v>82.643562000000003</c:v>
                </c:pt>
                <c:pt idx="7054">
                  <c:v>82.662909999999997</c:v>
                </c:pt>
                <c:pt idx="7055">
                  <c:v>82.684180999999995</c:v>
                </c:pt>
                <c:pt idx="7056">
                  <c:v>82.694480999999996</c:v>
                </c:pt>
                <c:pt idx="7057">
                  <c:v>82.674644000000001</c:v>
                </c:pt>
                <c:pt idx="7058">
                  <c:v>82.641448999999994</c:v>
                </c:pt>
                <c:pt idx="7059">
                  <c:v>82.629326000000006</c:v>
                </c:pt>
                <c:pt idx="7060">
                  <c:v>82.665924000000004</c:v>
                </c:pt>
                <c:pt idx="7061">
                  <c:v>82.737015</c:v>
                </c:pt>
                <c:pt idx="7062">
                  <c:v>82.809639000000004</c:v>
                </c:pt>
                <c:pt idx="7063">
                  <c:v>82.874495999999994</c:v>
                </c:pt>
                <c:pt idx="7064">
                  <c:v>82.904831000000001</c:v>
                </c:pt>
                <c:pt idx="7065">
                  <c:v>82.898773000000006</c:v>
                </c:pt>
                <c:pt idx="7066">
                  <c:v>82.868340000000003</c:v>
                </c:pt>
                <c:pt idx="7067">
                  <c:v>82.834343000000004</c:v>
                </c:pt>
                <c:pt idx="7068">
                  <c:v>82.804519999999997</c:v>
                </c:pt>
                <c:pt idx="7069">
                  <c:v>82.804755999999998</c:v>
                </c:pt>
                <c:pt idx="7070">
                  <c:v>82.825149999999994</c:v>
                </c:pt>
                <c:pt idx="7071">
                  <c:v>82.919394999999994</c:v>
                </c:pt>
                <c:pt idx="7072">
                  <c:v>83.075812999999997</c:v>
                </c:pt>
                <c:pt idx="7073">
                  <c:v>83.257248000000004</c:v>
                </c:pt>
                <c:pt idx="7074">
                  <c:v>83.443382</c:v>
                </c:pt>
                <c:pt idx="7075">
                  <c:v>83.592560000000006</c:v>
                </c:pt>
                <c:pt idx="7076">
                  <c:v>83.660056999999995</c:v>
                </c:pt>
                <c:pt idx="7077">
                  <c:v>83.625320000000002</c:v>
                </c:pt>
                <c:pt idx="7078">
                  <c:v>83.526320999999996</c:v>
                </c:pt>
                <c:pt idx="7079">
                  <c:v>83.425338999999994</c:v>
                </c:pt>
                <c:pt idx="7080">
                  <c:v>83.394356000000002</c:v>
                </c:pt>
                <c:pt idx="7081">
                  <c:v>83.417823999999996</c:v>
                </c:pt>
                <c:pt idx="7082">
                  <c:v>83.461319000000003</c:v>
                </c:pt>
                <c:pt idx="7083">
                  <c:v>83.509651000000005</c:v>
                </c:pt>
                <c:pt idx="7084">
                  <c:v>83.548119</c:v>
                </c:pt>
                <c:pt idx="7085">
                  <c:v>83.598488000000003</c:v>
                </c:pt>
                <c:pt idx="7086">
                  <c:v>83.650452000000001</c:v>
                </c:pt>
                <c:pt idx="7087">
                  <c:v>83.686546000000007</c:v>
                </c:pt>
                <c:pt idx="7088">
                  <c:v>83.664574000000002</c:v>
                </c:pt>
                <c:pt idx="7089">
                  <c:v>83.608810000000005</c:v>
                </c:pt>
                <c:pt idx="7090">
                  <c:v>83.516495000000006</c:v>
                </c:pt>
                <c:pt idx="7091">
                  <c:v>83.469527999999997</c:v>
                </c:pt>
                <c:pt idx="7092">
                  <c:v>83.390572000000006</c:v>
                </c:pt>
                <c:pt idx="7093">
                  <c:v>83.336089999999999</c:v>
                </c:pt>
                <c:pt idx="7094">
                  <c:v>83.384331000000003</c:v>
                </c:pt>
                <c:pt idx="7095">
                  <c:v>83.482703999999998</c:v>
                </c:pt>
                <c:pt idx="7096">
                  <c:v>83.600470999999999</c:v>
                </c:pt>
                <c:pt idx="7097">
                  <c:v>83.716232000000005</c:v>
                </c:pt>
                <c:pt idx="7098">
                  <c:v>83.670479</c:v>
                </c:pt>
                <c:pt idx="7099">
                  <c:v>83.587090000000003</c:v>
                </c:pt>
                <c:pt idx="7100">
                  <c:v>83.495697000000007</c:v>
                </c:pt>
                <c:pt idx="7101">
                  <c:v>83.44014</c:v>
                </c:pt>
                <c:pt idx="7102">
                  <c:v>83.399269000000004</c:v>
                </c:pt>
                <c:pt idx="7103">
                  <c:v>83.215407999999996</c:v>
                </c:pt>
                <c:pt idx="7104">
                  <c:v>82.986915999999994</c:v>
                </c:pt>
                <c:pt idx="7105">
                  <c:v>82.947708000000006</c:v>
                </c:pt>
                <c:pt idx="7106">
                  <c:v>82.921790999999999</c:v>
                </c:pt>
                <c:pt idx="7107">
                  <c:v>82.907059000000004</c:v>
                </c:pt>
                <c:pt idx="7108">
                  <c:v>82.910301000000004</c:v>
                </c:pt>
                <c:pt idx="7109">
                  <c:v>82.935271999999998</c:v>
                </c:pt>
                <c:pt idx="7110">
                  <c:v>82.977080999999998</c:v>
                </c:pt>
                <c:pt idx="7111">
                  <c:v>83.126816000000005</c:v>
                </c:pt>
                <c:pt idx="7112">
                  <c:v>83.425445999999994</c:v>
                </c:pt>
                <c:pt idx="7113">
                  <c:v>83.717490999999995</c:v>
                </c:pt>
                <c:pt idx="7114">
                  <c:v>83.996917999999994</c:v>
                </c:pt>
                <c:pt idx="7115">
                  <c:v>84.242157000000006</c:v>
                </c:pt>
                <c:pt idx="7116">
                  <c:v>84.439232000000004</c:v>
                </c:pt>
                <c:pt idx="7117">
                  <c:v>84.630684000000002</c:v>
                </c:pt>
                <c:pt idx="7118">
                  <c:v>84.812431000000004</c:v>
                </c:pt>
                <c:pt idx="7119">
                  <c:v>84.966187000000005</c:v>
                </c:pt>
                <c:pt idx="7120">
                  <c:v>85.087768999999994</c:v>
                </c:pt>
                <c:pt idx="7121">
                  <c:v>85.191649999999996</c:v>
                </c:pt>
                <c:pt idx="7122">
                  <c:v>85.292320000000004</c:v>
                </c:pt>
                <c:pt idx="7123">
                  <c:v>85.378570999999994</c:v>
                </c:pt>
                <c:pt idx="7124">
                  <c:v>85.486953999999997</c:v>
                </c:pt>
                <c:pt idx="7125">
                  <c:v>85.697158999999999</c:v>
                </c:pt>
                <c:pt idx="7126">
                  <c:v>85.952376999999998</c:v>
                </c:pt>
                <c:pt idx="7127">
                  <c:v>86.226273000000006</c:v>
                </c:pt>
                <c:pt idx="7128">
                  <c:v>86.508269999999996</c:v>
                </c:pt>
                <c:pt idx="7129">
                  <c:v>86.745673999999994</c:v>
                </c:pt>
                <c:pt idx="7130">
                  <c:v>86.946456999999995</c:v>
                </c:pt>
                <c:pt idx="7131">
                  <c:v>87.084045000000003</c:v>
                </c:pt>
                <c:pt idx="7132">
                  <c:v>87.159621999999999</c:v>
                </c:pt>
                <c:pt idx="7133">
                  <c:v>87.297623000000002</c:v>
                </c:pt>
                <c:pt idx="7134">
                  <c:v>87.415336999999994</c:v>
                </c:pt>
                <c:pt idx="7135">
                  <c:v>87.465057000000002</c:v>
                </c:pt>
                <c:pt idx="7136">
                  <c:v>87.379333000000003</c:v>
                </c:pt>
                <c:pt idx="7137">
                  <c:v>87.265227999999993</c:v>
                </c:pt>
                <c:pt idx="7138">
                  <c:v>87.210739000000004</c:v>
                </c:pt>
                <c:pt idx="7139">
                  <c:v>87.197829999999996</c:v>
                </c:pt>
                <c:pt idx="7140">
                  <c:v>87.122467</c:v>
                </c:pt>
                <c:pt idx="7141">
                  <c:v>86.952881000000005</c:v>
                </c:pt>
                <c:pt idx="7142">
                  <c:v>86.809928999999997</c:v>
                </c:pt>
                <c:pt idx="7143">
                  <c:v>86.713524000000007</c:v>
                </c:pt>
                <c:pt idx="7144">
                  <c:v>86.685539000000006</c:v>
                </c:pt>
                <c:pt idx="7145">
                  <c:v>86.656357</c:v>
                </c:pt>
                <c:pt idx="7146">
                  <c:v>86.690628000000004</c:v>
                </c:pt>
                <c:pt idx="7147">
                  <c:v>86.786643999999995</c:v>
                </c:pt>
                <c:pt idx="7148">
                  <c:v>86.867699000000002</c:v>
                </c:pt>
                <c:pt idx="7149">
                  <c:v>86.868958000000006</c:v>
                </c:pt>
                <c:pt idx="7150">
                  <c:v>86.854293999999996</c:v>
                </c:pt>
                <c:pt idx="7151">
                  <c:v>86.802566999999996</c:v>
                </c:pt>
                <c:pt idx="7152">
                  <c:v>86.738403000000005</c:v>
                </c:pt>
                <c:pt idx="7153">
                  <c:v>86.706031999999993</c:v>
                </c:pt>
                <c:pt idx="7154">
                  <c:v>86.678618999999998</c:v>
                </c:pt>
                <c:pt idx="7155">
                  <c:v>86.542914999999994</c:v>
                </c:pt>
                <c:pt idx="7156">
                  <c:v>86.462822000000003</c:v>
                </c:pt>
                <c:pt idx="7157">
                  <c:v>86.480545000000006</c:v>
                </c:pt>
                <c:pt idx="7158">
                  <c:v>86.517669999999995</c:v>
                </c:pt>
                <c:pt idx="7159">
                  <c:v>86.488892000000007</c:v>
                </c:pt>
                <c:pt idx="7160">
                  <c:v>86.397780999999995</c:v>
                </c:pt>
                <c:pt idx="7161">
                  <c:v>86.304046999999997</c:v>
                </c:pt>
                <c:pt idx="7162">
                  <c:v>86.136353</c:v>
                </c:pt>
                <c:pt idx="7163">
                  <c:v>85.974914999999996</c:v>
                </c:pt>
                <c:pt idx="7164">
                  <c:v>85.957085000000006</c:v>
                </c:pt>
                <c:pt idx="7165">
                  <c:v>86.047089</c:v>
                </c:pt>
                <c:pt idx="7166">
                  <c:v>86.198051000000007</c:v>
                </c:pt>
                <c:pt idx="7167">
                  <c:v>86.139403999999999</c:v>
                </c:pt>
                <c:pt idx="7168">
                  <c:v>86.087119999999999</c:v>
                </c:pt>
                <c:pt idx="7169">
                  <c:v>86.138717999999997</c:v>
                </c:pt>
                <c:pt idx="7170">
                  <c:v>86.269088999999994</c:v>
                </c:pt>
                <c:pt idx="7171">
                  <c:v>86.473099000000005</c:v>
                </c:pt>
                <c:pt idx="7172">
                  <c:v>86.639847000000003</c:v>
                </c:pt>
                <c:pt idx="7173">
                  <c:v>86.725761000000006</c:v>
                </c:pt>
                <c:pt idx="7174">
                  <c:v>86.819030999999995</c:v>
                </c:pt>
                <c:pt idx="7175">
                  <c:v>86.937049999999999</c:v>
                </c:pt>
                <c:pt idx="7176">
                  <c:v>86.991874999999993</c:v>
                </c:pt>
                <c:pt idx="7177">
                  <c:v>86.961426000000003</c:v>
                </c:pt>
                <c:pt idx="7178">
                  <c:v>86.905158999999998</c:v>
                </c:pt>
                <c:pt idx="7179">
                  <c:v>86.879020999999995</c:v>
                </c:pt>
                <c:pt idx="7180">
                  <c:v>86.951888999999994</c:v>
                </c:pt>
                <c:pt idx="7181">
                  <c:v>87.063828000000001</c:v>
                </c:pt>
                <c:pt idx="7182">
                  <c:v>87.148955999999998</c:v>
                </c:pt>
                <c:pt idx="7183">
                  <c:v>87.151863000000006</c:v>
                </c:pt>
                <c:pt idx="7184">
                  <c:v>87.112517999999994</c:v>
                </c:pt>
                <c:pt idx="7185">
                  <c:v>87.077393000000001</c:v>
                </c:pt>
                <c:pt idx="7186">
                  <c:v>86.983817999999999</c:v>
                </c:pt>
                <c:pt idx="7187">
                  <c:v>86.834739999999996</c:v>
                </c:pt>
                <c:pt idx="7188">
                  <c:v>86.671325999999993</c:v>
                </c:pt>
                <c:pt idx="7189">
                  <c:v>86.521507</c:v>
                </c:pt>
                <c:pt idx="7190">
                  <c:v>86.404137000000006</c:v>
                </c:pt>
                <c:pt idx="7191">
                  <c:v>86.310424999999995</c:v>
                </c:pt>
                <c:pt idx="7192">
                  <c:v>86.235054000000005</c:v>
                </c:pt>
                <c:pt idx="7193">
                  <c:v>86.162964000000002</c:v>
                </c:pt>
                <c:pt idx="7194">
                  <c:v>86.094238000000004</c:v>
                </c:pt>
                <c:pt idx="7195">
                  <c:v>86.028778000000003</c:v>
                </c:pt>
                <c:pt idx="7196">
                  <c:v>85.976035999999993</c:v>
                </c:pt>
                <c:pt idx="7197">
                  <c:v>85.911254999999997</c:v>
                </c:pt>
                <c:pt idx="7198">
                  <c:v>85.867416000000006</c:v>
                </c:pt>
                <c:pt idx="7199">
                  <c:v>85.839286999999999</c:v>
                </c:pt>
                <c:pt idx="7200">
                  <c:v>85.830269000000001</c:v>
                </c:pt>
                <c:pt idx="7201">
                  <c:v>85.834534000000005</c:v>
                </c:pt>
                <c:pt idx="7202">
                  <c:v>85.828193999999996</c:v>
                </c:pt>
                <c:pt idx="7203">
                  <c:v>85.823668999999995</c:v>
                </c:pt>
                <c:pt idx="7204">
                  <c:v>85.820403999999996</c:v>
                </c:pt>
                <c:pt idx="7205">
                  <c:v>85.802459999999996</c:v>
                </c:pt>
                <c:pt idx="7206">
                  <c:v>85.823997000000006</c:v>
                </c:pt>
                <c:pt idx="7207">
                  <c:v>85.871268999999998</c:v>
                </c:pt>
                <c:pt idx="7208">
                  <c:v>85.924903999999998</c:v>
                </c:pt>
                <c:pt idx="7209">
                  <c:v>85.962142999999998</c:v>
                </c:pt>
                <c:pt idx="7210">
                  <c:v>85.985184000000004</c:v>
                </c:pt>
                <c:pt idx="7211">
                  <c:v>86.020034999999993</c:v>
                </c:pt>
                <c:pt idx="7212">
                  <c:v>86.083411999999996</c:v>
                </c:pt>
                <c:pt idx="7213">
                  <c:v>86.115966999999998</c:v>
                </c:pt>
                <c:pt idx="7214">
                  <c:v>86.140472000000003</c:v>
                </c:pt>
                <c:pt idx="7215">
                  <c:v>86.165237000000005</c:v>
                </c:pt>
                <c:pt idx="7216">
                  <c:v>86.190383999999995</c:v>
                </c:pt>
                <c:pt idx="7217">
                  <c:v>86.190299999999993</c:v>
                </c:pt>
                <c:pt idx="7218">
                  <c:v>86.193755999999993</c:v>
                </c:pt>
                <c:pt idx="7219">
                  <c:v>86.204987000000003</c:v>
                </c:pt>
                <c:pt idx="7220">
                  <c:v>86.194892999999993</c:v>
                </c:pt>
                <c:pt idx="7221">
                  <c:v>86.160454000000001</c:v>
                </c:pt>
                <c:pt idx="7222">
                  <c:v>86.123276000000004</c:v>
                </c:pt>
                <c:pt idx="7223">
                  <c:v>86.077049000000002</c:v>
                </c:pt>
                <c:pt idx="7224">
                  <c:v>86.034430999999998</c:v>
                </c:pt>
                <c:pt idx="7225">
                  <c:v>86.019256999999996</c:v>
                </c:pt>
                <c:pt idx="7226">
                  <c:v>85.975441000000004</c:v>
                </c:pt>
                <c:pt idx="7227">
                  <c:v>85.930556999999993</c:v>
                </c:pt>
                <c:pt idx="7228">
                  <c:v>85.876143999999996</c:v>
                </c:pt>
                <c:pt idx="7229">
                  <c:v>85.826308999999995</c:v>
                </c:pt>
                <c:pt idx="7230">
                  <c:v>85.796745000000001</c:v>
                </c:pt>
                <c:pt idx="7231">
                  <c:v>85.770920000000004</c:v>
                </c:pt>
                <c:pt idx="7232">
                  <c:v>85.754417000000004</c:v>
                </c:pt>
                <c:pt idx="7233">
                  <c:v>85.733444000000006</c:v>
                </c:pt>
                <c:pt idx="7234">
                  <c:v>85.706778999999997</c:v>
                </c:pt>
                <c:pt idx="7235">
                  <c:v>85.676010000000005</c:v>
                </c:pt>
                <c:pt idx="7236">
                  <c:v>85.653373999999999</c:v>
                </c:pt>
                <c:pt idx="7237">
                  <c:v>85.621063000000007</c:v>
                </c:pt>
                <c:pt idx="7238">
                  <c:v>85.608421000000007</c:v>
                </c:pt>
                <c:pt idx="7239">
                  <c:v>85.625252000000003</c:v>
                </c:pt>
                <c:pt idx="7240">
                  <c:v>85.689796000000001</c:v>
                </c:pt>
                <c:pt idx="7241">
                  <c:v>85.793166999999997</c:v>
                </c:pt>
                <c:pt idx="7242">
                  <c:v>85.910927000000001</c:v>
                </c:pt>
                <c:pt idx="7243">
                  <c:v>86.040283000000002</c:v>
                </c:pt>
                <c:pt idx="7244">
                  <c:v>86.169807000000006</c:v>
                </c:pt>
                <c:pt idx="7245">
                  <c:v>86.285788999999994</c:v>
                </c:pt>
                <c:pt idx="7246">
                  <c:v>86.379456000000005</c:v>
                </c:pt>
                <c:pt idx="7247">
                  <c:v>86.445755000000005</c:v>
                </c:pt>
                <c:pt idx="7248">
                  <c:v>86.491446999999994</c:v>
                </c:pt>
                <c:pt idx="7249">
                  <c:v>86.524994000000007</c:v>
                </c:pt>
                <c:pt idx="7250">
                  <c:v>86.556304999999995</c:v>
                </c:pt>
                <c:pt idx="7251">
                  <c:v>86.584914999999995</c:v>
                </c:pt>
                <c:pt idx="7252">
                  <c:v>86.606566999999998</c:v>
                </c:pt>
                <c:pt idx="7253">
                  <c:v>86.628051999999997</c:v>
                </c:pt>
                <c:pt idx="7254">
                  <c:v>86.655899000000005</c:v>
                </c:pt>
                <c:pt idx="7255">
                  <c:v>86.689460999999994</c:v>
                </c:pt>
                <c:pt idx="7256">
                  <c:v>86.725975000000005</c:v>
                </c:pt>
                <c:pt idx="7257">
                  <c:v>86.760216</c:v>
                </c:pt>
                <c:pt idx="7258">
                  <c:v>86.799149</c:v>
                </c:pt>
                <c:pt idx="7259">
                  <c:v>86.838234</c:v>
                </c:pt>
                <c:pt idx="7260">
                  <c:v>86.866660999999993</c:v>
                </c:pt>
                <c:pt idx="7261">
                  <c:v>86.895004</c:v>
                </c:pt>
                <c:pt idx="7262">
                  <c:v>86.915030999999999</c:v>
                </c:pt>
                <c:pt idx="7263">
                  <c:v>86.931647999999996</c:v>
                </c:pt>
                <c:pt idx="7264">
                  <c:v>86.947861000000003</c:v>
                </c:pt>
                <c:pt idx="7265">
                  <c:v>87.078864999999993</c:v>
                </c:pt>
                <c:pt idx="7266">
                  <c:v>87.300201000000001</c:v>
                </c:pt>
                <c:pt idx="7267">
                  <c:v>87.523544000000001</c:v>
                </c:pt>
                <c:pt idx="7268">
                  <c:v>87.725470999999999</c:v>
                </c:pt>
                <c:pt idx="7269">
                  <c:v>87.923141000000001</c:v>
                </c:pt>
                <c:pt idx="7270">
                  <c:v>88.135475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39AD-47F2-B4DB-536D3878B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7546623"/>
        <c:axId val="2127545183"/>
      </c:scatterChart>
      <c:valAx>
        <c:axId val="212754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127545183"/>
        <c:crosses val="autoZero"/>
        <c:crossBetween val="midCat"/>
      </c:valAx>
      <c:valAx>
        <c:axId val="21275451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000" b="0" i="0" u="none" strike="noStrike" kern="1200" baseline="0" dirty="0">
                    <a:solidFill>
                      <a:schemeClr val="tx1"/>
                    </a:solidFill>
                  </a:rPr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21275466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'DL-Model'!$AN$1</c:f>
              <c:strCache>
                <c:ptCount val="1"/>
                <c:pt idx="0">
                  <c:v>T_sw_true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'DL-Model'!$AN$2:$AN$7272</c:f>
              <c:numCache>
                <c:formatCode>General</c:formatCode>
                <c:ptCount val="7271"/>
                <c:pt idx="0">
                  <c:v>38.895034790039098</c:v>
                </c:pt>
                <c:pt idx="1">
                  <c:v>38.907047271728501</c:v>
                </c:pt>
                <c:pt idx="2">
                  <c:v>38.928535461425803</c:v>
                </c:pt>
                <c:pt idx="3">
                  <c:v>38.931137084960902</c:v>
                </c:pt>
                <c:pt idx="4">
                  <c:v>38.897544860839801</c:v>
                </c:pt>
                <c:pt idx="5">
                  <c:v>38.886775970458999</c:v>
                </c:pt>
                <c:pt idx="6">
                  <c:v>38.835586547851598</c:v>
                </c:pt>
                <c:pt idx="7">
                  <c:v>38.839466094970703</c:v>
                </c:pt>
                <c:pt idx="8">
                  <c:v>38.804042816162102</c:v>
                </c:pt>
                <c:pt idx="9">
                  <c:v>38.864063262939503</c:v>
                </c:pt>
                <c:pt idx="10">
                  <c:v>38.960189819335902</c:v>
                </c:pt>
                <c:pt idx="11">
                  <c:v>39.0046195983887</c:v>
                </c:pt>
                <c:pt idx="12">
                  <c:v>39.067573547363303</c:v>
                </c:pt>
                <c:pt idx="13">
                  <c:v>39.109119415283203</c:v>
                </c:pt>
                <c:pt idx="14">
                  <c:v>39.204200744628899</c:v>
                </c:pt>
                <c:pt idx="15">
                  <c:v>39.275627136230497</c:v>
                </c:pt>
                <c:pt idx="16">
                  <c:v>39.257431030273402</c:v>
                </c:pt>
                <c:pt idx="17">
                  <c:v>39.319553375244098</c:v>
                </c:pt>
                <c:pt idx="18">
                  <c:v>39.373046875</c:v>
                </c:pt>
                <c:pt idx="19">
                  <c:v>39.391769409179702</c:v>
                </c:pt>
                <c:pt idx="20">
                  <c:v>39.417060852050803</c:v>
                </c:pt>
                <c:pt idx="21">
                  <c:v>39.431571960449197</c:v>
                </c:pt>
                <c:pt idx="22">
                  <c:v>39.436798095703097</c:v>
                </c:pt>
                <c:pt idx="23">
                  <c:v>39.436595916748097</c:v>
                </c:pt>
                <c:pt idx="24">
                  <c:v>39.442272186279297</c:v>
                </c:pt>
                <c:pt idx="25">
                  <c:v>39.445552825927699</c:v>
                </c:pt>
                <c:pt idx="26">
                  <c:v>39.447109222412102</c:v>
                </c:pt>
                <c:pt idx="27">
                  <c:v>39.448150634765597</c:v>
                </c:pt>
                <c:pt idx="28">
                  <c:v>39.448570251464801</c:v>
                </c:pt>
                <c:pt idx="29">
                  <c:v>39.440071105957003</c:v>
                </c:pt>
                <c:pt idx="30">
                  <c:v>39.442832946777301</c:v>
                </c:pt>
                <c:pt idx="31">
                  <c:v>39.442653656005902</c:v>
                </c:pt>
                <c:pt idx="32">
                  <c:v>39.43701171875</c:v>
                </c:pt>
                <c:pt idx="33">
                  <c:v>39.4437065124512</c:v>
                </c:pt>
                <c:pt idx="34">
                  <c:v>39.447879791259801</c:v>
                </c:pt>
                <c:pt idx="35">
                  <c:v>39.447635650634801</c:v>
                </c:pt>
                <c:pt idx="36">
                  <c:v>39.449535369873097</c:v>
                </c:pt>
                <c:pt idx="37">
                  <c:v>39.450077056884801</c:v>
                </c:pt>
                <c:pt idx="38">
                  <c:v>39.4510307312012</c:v>
                </c:pt>
                <c:pt idx="39">
                  <c:v>39.4516410827637</c:v>
                </c:pt>
                <c:pt idx="40">
                  <c:v>39.450477600097699</c:v>
                </c:pt>
                <c:pt idx="41">
                  <c:v>39.450618743896499</c:v>
                </c:pt>
                <c:pt idx="42">
                  <c:v>39.451431274414098</c:v>
                </c:pt>
                <c:pt idx="43">
                  <c:v>39.450309753417997</c:v>
                </c:pt>
                <c:pt idx="44">
                  <c:v>39.4511528015137</c:v>
                </c:pt>
                <c:pt idx="45">
                  <c:v>39.451705932617202</c:v>
                </c:pt>
                <c:pt idx="46">
                  <c:v>39.451988220214801</c:v>
                </c:pt>
                <c:pt idx="47">
                  <c:v>39.452133178710902</c:v>
                </c:pt>
                <c:pt idx="48">
                  <c:v>39.4522094726563</c:v>
                </c:pt>
                <c:pt idx="49">
                  <c:v>39.452247619628899</c:v>
                </c:pt>
                <c:pt idx="50">
                  <c:v>39.452266693115199</c:v>
                </c:pt>
                <c:pt idx="51">
                  <c:v>39.452274322509801</c:v>
                </c:pt>
                <c:pt idx="52">
                  <c:v>39.452281951904297</c:v>
                </c:pt>
                <c:pt idx="53">
                  <c:v>39.452281951904297</c:v>
                </c:pt>
                <c:pt idx="54">
                  <c:v>39.452285766601598</c:v>
                </c:pt>
                <c:pt idx="55">
                  <c:v>39.452285766601598</c:v>
                </c:pt>
                <c:pt idx="56">
                  <c:v>39.452285766601598</c:v>
                </c:pt>
                <c:pt idx="57">
                  <c:v>39.452285766601598</c:v>
                </c:pt>
                <c:pt idx="58">
                  <c:v>39.452285766601598</c:v>
                </c:pt>
                <c:pt idx="59">
                  <c:v>39.475929260253899</c:v>
                </c:pt>
                <c:pt idx="60">
                  <c:v>39.515403747558601</c:v>
                </c:pt>
                <c:pt idx="61">
                  <c:v>39.539688110351598</c:v>
                </c:pt>
                <c:pt idx="62">
                  <c:v>39.620918273925803</c:v>
                </c:pt>
                <c:pt idx="63">
                  <c:v>39.6213569641113</c:v>
                </c:pt>
                <c:pt idx="64">
                  <c:v>39.611869812011697</c:v>
                </c:pt>
                <c:pt idx="65">
                  <c:v>39.638187408447301</c:v>
                </c:pt>
                <c:pt idx="66">
                  <c:v>39.633918762207003</c:v>
                </c:pt>
                <c:pt idx="67">
                  <c:v>39.8236083984375</c:v>
                </c:pt>
                <c:pt idx="68">
                  <c:v>39.953239440917997</c:v>
                </c:pt>
                <c:pt idx="69">
                  <c:v>40.2606391906738</c:v>
                </c:pt>
                <c:pt idx="70">
                  <c:v>40.165611267089801</c:v>
                </c:pt>
                <c:pt idx="71">
                  <c:v>40.174179077148402</c:v>
                </c:pt>
                <c:pt idx="72">
                  <c:v>40.380016326904297</c:v>
                </c:pt>
                <c:pt idx="73">
                  <c:v>40.6438179016113</c:v>
                </c:pt>
                <c:pt idx="74">
                  <c:v>40.878646850585902</c:v>
                </c:pt>
                <c:pt idx="75">
                  <c:v>40.992671966552699</c:v>
                </c:pt>
                <c:pt idx="76">
                  <c:v>40.944412231445298</c:v>
                </c:pt>
                <c:pt idx="77">
                  <c:v>41.085277557373097</c:v>
                </c:pt>
                <c:pt idx="78">
                  <c:v>41.222625732421903</c:v>
                </c:pt>
                <c:pt idx="79">
                  <c:v>41.408535003662102</c:v>
                </c:pt>
                <c:pt idx="80">
                  <c:v>41.588592529296903</c:v>
                </c:pt>
                <c:pt idx="81">
                  <c:v>41.732173919677699</c:v>
                </c:pt>
                <c:pt idx="82">
                  <c:v>41.861865997314503</c:v>
                </c:pt>
                <c:pt idx="83">
                  <c:v>41.947269439697301</c:v>
                </c:pt>
                <c:pt idx="84">
                  <c:v>41.927528381347699</c:v>
                </c:pt>
                <c:pt idx="85">
                  <c:v>41.894542694091797</c:v>
                </c:pt>
                <c:pt idx="86">
                  <c:v>42.046546936035199</c:v>
                </c:pt>
                <c:pt idx="87">
                  <c:v>42.0582275390625</c:v>
                </c:pt>
                <c:pt idx="88">
                  <c:v>42.074066162109403</c:v>
                </c:pt>
                <c:pt idx="89">
                  <c:v>42.200645446777301</c:v>
                </c:pt>
                <c:pt idx="90">
                  <c:v>42.472915649414098</c:v>
                </c:pt>
                <c:pt idx="91">
                  <c:v>42.596992492675803</c:v>
                </c:pt>
                <c:pt idx="92">
                  <c:v>42.646141052246101</c:v>
                </c:pt>
                <c:pt idx="93">
                  <c:v>42.727455139160199</c:v>
                </c:pt>
                <c:pt idx="94">
                  <c:v>42.828182220458999</c:v>
                </c:pt>
                <c:pt idx="95">
                  <c:v>42.934597015380902</c:v>
                </c:pt>
                <c:pt idx="96">
                  <c:v>42.933799743652301</c:v>
                </c:pt>
                <c:pt idx="97">
                  <c:v>42.966548919677699</c:v>
                </c:pt>
                <c:pt idx="98">
                  <c:v>43.052608489990199</c:v>
                </c:pt>
                <c:pt idx="99">
                  <c:v>43.215633392333999</c:v>
                </c:pt>
                <c:pt idx="100">
                  <c:v>43.349857330322301</c:v>
                </c:pt>
                <c:pt idx="101">
                  <c:v>43.438758850097699</c:v>
                </c:pt>
                <c:pt idx="102">
                  <c:v>43.474609375</c:v>
                </c:pt>
                <c:pt idx="103">
                  <c:v>43.504013061523402</c:v>
                </c:pt>
                <c:pt idx="104">
                  <c:v>43.528968811035199</c:v>
                </c:pt>
                <c:pt idx="105">
                  <c:v>43.633895874023402</c:v>
                </c:pt>
                <c:pt idx="106">
                  <c:v>43.592010498046903</c:v>
                </c:pt>
                <c:pt idx="107">
                  <c:v>43.612823486328097</c:v>
                </c:pt>
                <c:pt idx="108">
                  <c:v>43.642471313476598</c:v>
                </c:pt>
                <c:pt idx="109">
                  <c:v>43.599189758300803</c:v>
                </c:pt>
                <c:pt idx="110">
                  <c:v>43.5774536132813</c:v>
                </c:pt>
                <c:pt idx="111">
                  <c:v>43.576648712158203</c:v>
                </c:pt>
                <c:pt idx="112">
                  <c:v>43.571296691894503</c:v>
                </c:pt>
                <c:pt idx="113">
                  <c:v>43.565902709960902</c:v>
                </c:pt>
                <c:pt idx="114">
                  <c:v>43.664016723632798</c:v>
                </c:pt>
                <c:pt idx="115">
                  <c:v>43.794429779052699</c:v>
                </c:pt>
                <c:pt idx="116">
                  <c:v>43.751197814941399</c:v>
                </c:pt>
                <c:pt idx="117">
                  <c:v>43.953170776367202</c:v>
                </c:pt>
                <c:pt idx="118">
                  <c:v>44.095565795898402</c:v>
                </c:pt>
                <c:pt idx="119">
                  <c:v>44.2189331054688</c:v>
                </c:pt>
                <c:pt idx="120">
                  <c:v>44.291538238525398</c:v>
                </c:pt>
                <c:pt idx="121">
                  <c:v>44.344844818115199</c:v>
                </c:pt>
                <c:pt idx="122">
                  <c:v>44.236339569091797</c:v>
                </c:pt>
                <c:pt idx="123">
                  <c:v>44.171794891357401</c:v>
                </c:pt>
                <c:pt idx="124">
                  <c:v>44.310226440429702</c:v>
                </c:pt>
                <c:pt idx="125">
                  <c:v>44.448654174804702</c:v>
                </c:pt>
                <c:pt idx="126">
                  <c:v>44.5461616516113</c:v>
                </c:pt>
                <c:pt idx="127">
                  <c:v>44.584232330322301</c:v>
                </c:pt>
                <c:pt idx="128">
                  <c:v>44.720626831054702</c:v>
                </c:pt>
                <c:pt idx="129">
                  <c:v>44.861404418945298</c:v>
                </c:pt>
                <c:pt idx="130">
                  <c:v>45.076099395752003</c:v>
                </c:pt>
                <c:pt idx="131">
                  <c:v>45.338298797607401</c:v>
                </c:pt>
                <c:pt idx="132">
                  <c:v>45.359550476074197</c:v>
                </c:pt>
                <c:pt idx="133">
                  <c:v>45.580612182617202</c:v>
                </c:pt>
                <c:pt idx="134">
                  <c:v>45.753536224365199</c:v>
                </c:pt>
                <c:pt idx="135">
                  <c:v>45.859920501708999</c:v>
                </c:pt>
                <c:pt idx="136">
                  <c:v>45.896251678466797</c:v>
                </c:pt>
                <c:pt idx="137">
                  <c:v>45.9397583007813</c:v>
                </c:pt>
                <c:pt idx="138">
                  <c:v>45.962345123291001</c:v>
                </c:pt>
                <c:pt idx="139">
                  <c:v>46.1476860046387</c:v>
                </c:pt>
                <c:pt idx="140">
                  <c:v>46.855648040771499</c:v>
                </c:pt>
                <c:pt idx="141">
                  <c:v>47.682826995849602</c:v>
                </c:pt>
                <c:pt idx="142">
                  <c:v>48.402210235595703</c:v>
                </c:pt>
                <c:pt idx="143">
                  <c:v>48.790885925292997</c:v>
                </c:pt>
                <c:pt idx="144">
                  <c:v>49.028003692627003</c:v>
                </c:pt>
                <c:pt idx="145">
                  <c:v>49.415729522705099</c:v>
                </c:pt>
                <c:pt idx="146">
                  <c:v>49.961219787597699</c:v>
                </c:pt>
                <c:pt idx="147">
                  <c:v>50.381683349609403</c:v>
                </c:pt>
                <c:pt idx="148">
                  <c:v>50.868080139160199</c:v>
                </c:pt>
                <c:pt idx="149">
                  <c:v>51.371006011962898</c:v>
                </c:pt>
                <c:pt idx="150">
                  <c:v>51.869915008544901</c:v>
                </c:pt>
                <c:pt idx="151">
                  <c:v>52.308887481689503</c:v>
                </c:pt>
                <c:pt idx="152">
                  <c:v>52.667045593261697</c:v>
                </c:pt>
                <c:pt idx="153">
                  <c:v>53.109405517578097</c:v>
                </c:pt>
                <c:pt idx="154">
                  <c:v>53.532375335693402</c:v>
                </c:pt>
                <c:pt idx="155">
                  <c:v>53.854785919189503</c:v>
                </c:pt>
                <c:pt idx="156">
                  <c:v>54.366184234619098</c:v>
                </c:pt>
                <c:pt idx="157">
                  <c:v>54.807014465332003</c:v>
                </c:pt>
                <c:pt idx="158">
                  <c:v>55.2845268249512</c:v>
                </c:pt>
                <c:pt idx="159">
                  <c:v>55.584339141845703</c:v>
                </c:pt>
                <c:pt idx="160">
                  <c:v>55.820259094238303</c:v>
                </c:pt>
                <c:pt idx="161">
                  <c:v>56.048408508300803</c:v>
                </c:pt>
                <c:pt idx="162">
                  <c:v>56.250720977783203</c:v>
                </c:pt>
                <c:pt idx="163">
                  <c:v>56.453834533691399</c:v>
                </c:pt>
                <c:pt idx="164">
                  <c:v>56.600021362304702</c:v>
                </c:pt>
                <c:pt idx="165">
                  <c:v>56.764125823974602</c:v>
                </c:pt>
                <c:pt idx="166">
                  <c:v>57.0853080749512</c:v>
                </c:pt>
                <c:pt idx="167">
                  <c:v>57.207897186279297</c:v>
                </c:pt>
                <c:pt idx="168">
                  <c:v>57.314151763916001</c:v>
                </c:pt>
                <c:pt idx="169">
                  <c:v>57.385063171386697</c:v>
                </c:pt>
                <c:pt idx="170">
                  <c:v>57.4268608093262</c:v>
                </c:pt>
                <c:pt idx="171">
                  <c:v>57.498405456542997</c:v>
                </c:pt>
                <c:pt idx="172">
                  <c:v>57.496730804443402</c:v>
                </c:pt>
                <c:pt idx="173">
                  <c:v>57.538063049316399</c:v>
                </c:pt>
                <c:pt idx="174">
                  <c:v>57.6376762390137</c:v>
                </c:pt>
                <c:pt idx="175">
                  <c:v>57.700870513916001</c:v>
                </c:pt>
                <c:pt idx="176">
                  <c:v>57.843227386474602</c:v>
                </c:pt>
                <c:pt idx="177">
                  <c:v>57.933807373046903</c:v>
                </c:pt>
                <c:pt idx="178">
                  <c:v>58.010013580322301</c:v>
                </c:pt>
                <c:pt idx="179">
                  <c:v>57.986679077148402</c:v>
                </c:pt>
                <c:pt idx="180">
                  <c:v>58.064205169677699</c:v>
                </c:pt>
                <c:pt idx="181">
                  <c:v>58.180816650390597</c:v>
                </c:pt>
                <c:pt idx="182">
                  <c:v>58.253574371337898</c:v>
                </c:pt>
                <c:pt idx="183">
                  <c:v>58.186100006103501</c:v>
                </c:pt>
                <c:pt idx="184">
                  <c:v>58.118366241455099</c:v>
                </c:pt>
                <c:pt idx="185">
                  <c:v>58.008975982666001</c:v>
                </c:pt>
                <c:pt idx="186">
                  <c:v>58.087497711181598</c:v>
                </c:pt>
                <c:pt idx="187">
                  <c:v>58.1802368164063</c:v>
                </c:pt>
                <c:pt idx="188">
                  <c:v>58.243724822998097</c:v>
                </c:pt>
                <c:pt idx="189">
                  <c:v>58.263046264648402</c:v>
                </c:pt>
                <c:pt idx="190">
                  <c:v>58.297164916992202</c:v>
                </c:pt>
                <c:pt idx="191">
                  <c:v>58.090114593505902</c:v>
                </c:pt>
                <c:pt idx="192">
                  <c:v>57.998207092285199</c:v>
                </c:pt>
                <c:pt idx="193">
                  <c:v>57.871295928955099</c:v>
                </c:pt>
                <c:pt idx="194">
                  <c:v>57.956222534179702</c:v>
                </c:pt>
                <c:pt idx="195">
                  <c:v>57.922985076904297</c:v>
                </c:pt>
                <c:pt idx="196">
                  <c:v>57.925716400146499</c:v>
                </c:pt>
                <c:pt idx="197">
                  <c:v>58.0260620117188</c:v>
                </c:pt>
                <c:pt idx="198">
                  <c:v>57.9630737304688</c:v>
                </c:pt>
                <c:pt idx="199">
                  <c:v>58.194911956787102</c:v>
                </c:pt>
                <c:pt idx="200">
                  <c:v>58.339954376220703</c:v>
                </c:pt>
                <c:pt idx="201">
                  <c:v>58.426673889160199</c:v>
                </c:pt>
                <c:pt idx="202">
                  <c:v>58.553310394287102</c:v>
                </c:pt>
                <c:pt idx="203">
                  <c:v>58.769218444824197</c:v>
                </c:pt>
                <c:pt idx="204">
                  <c:v>59.019729614257798</c:v>
                </c:pt>
                <c:pt idx="205">
                  <c:v>59.582714080810597</c:v>
                </c:pt>
                <c:pt idx="206">
                  <c:v>59.902626037597699</c:v>
                </c:pt>
                <c:pt idx="207">
                  <c:v>60.056396484375</c:v>
                </c:pt>
                <c:pt idx="208">
                  <c:v>60.334873199462898</c:v>
                </c:pt>
                <c:pt idx="209">
                  <c:v>60.500343322753899</c:v>
                </c:pt>
                <c:pt idx="210">
                  <c:v>60.600208282470703</c:v>
                </c:pt>
                <c:pt idx="211">
                  <c:v>60.829898834228501</c:v>
                </c:pt>
                <c:pt idx="212">
                  <c:v>61.213539123535199</c:v>
                </c:pt>
                <c:pt idx="213">
                  <c:v>61.615779876708999</c:v>
                </c:pt>
                <c:pt idx="214">
                  <c:v>61.6769828796387</c:v>
                </c:pt>
                <c:pt idx="215">
                  <c:v>61.96923828125</c:v>
                </c:pt>
                <c:pt idx="216">
                  <c:v>62.178874969482401</c:v>
                </c:pt>
                <c:pt idx="217">
                  <c:v>62.322723388671903</c:v>
                </c:pt>
                <c:pt idx="218">
                  <c:v>62.505233764648402</c:v>
                </c:pt>
                <c:pt idx="219">
                  <c:v>62.726348876953097</c:v>
                </c:pt>
                <c:pt idx="220">
                  <c:v>62.938510894775398</c:v>
                </c:pt>
                <c:pt idx="221">
                  <c:v>63.353206634521499</c:v>
                </c:pt>
                <c:pt idx="222">
                  <c:v>63.557918548583999</c:v>
                </c:pt>
                <c:pt idx="223">
                  <c:v>63.540458679199197</c:v>
                </c:pt>
                <c:pt idx="224">
                  <c:v>63.754554748535199</c:v>
                </c:pt>
                <c:pt idx="225">
                  <c:v>63.871158599853501</c:v>
                </c:pt>
                <c:pt idx="226">
                  <c:v>63.897796630859403</c:v>
                </c:pt>
                <c:pt idx="227">
                  <c:v>63.952667236328097</c:v>
                </c:pt>
                <c:pt idx="228">
                  <c:v>63.980339050292997</c:v>
                </c:pt>
                <c:pt idx="229">
                  <c:v>63.989566802978501</c:v>
                </c:pt>
                <c:pt idx="230">
                  <c:v>63.971683502197301</c:v>
                </c:pt>
                <c:pt idx="231">
                  <c:v>63.9452934265137</c:v>
                </c:pt>
                <c:pt idx="232">
                  <c:v>63.793697357177699</c:v>
                </c:pt>
                <c:pt idx="233">
                  <c:v>63.770927429199197</c:v>
                </c:pt>
                <c:pt idx="234">
                  <c:v>63.692234039306598</c:v>
                </c:pt>
                <c:pt idx="235">
                  <c:v>63.6017456054688</c:v>
                </c:pt>
                <c:pt idx="236">
                  <c:v>63.491497039794901</c:v>
                </c:pt>
                <c:pt idx="237">
                  <c:v>63.528148651123097</c:v>
                </c:pt>
                <c:pt idx="238">
                  <c:v>63.3724174499512</c:v>
                </c:pt>
                <c:pt idx="239">
                  <c:v>63.185680389404297</c:v>
                </c:pt>
                <c:pt idx="240">
                  <c:v>63.0633354187012</c:v>
                </c:pt>
                <c:pt idx="241">
                  <c:v>62.9957885742188</c:v>
                </c:pt>
                <c:pt idx="242">
                  <c:v>62.879108428955099</c:v>
                </c:pt>
                <c:pt idx="243">
                  <c:v>62.747467041015597</c:v>
                </c:pt>
                <c:pt idx="244">
                  <c:v>62.6434936523438</c:v>
                </c:pt>
                <c:pt idx="245">
                  <c:v>62.560272216796903</c:v>
                </c:pt>
                <c:pt idx="246">
                  <c:v>62.461360931396499</c:v>
                </c:pt>
                <c:pt idx="247">
                  <c:v>62.327262878417997</c:v>
                </c:pt>
                <c:pt idx="248">
                  <c:v>62.257389068603501</c:v>
                </c:pt>
                <c:pt idx="249">
                  <c:v>62.220954895019503</c:v>
                </c:pt>
                <c:pt idx="250">
                  <c:v>62.165416717529297</c:v>
                </c:pt>
                <c:pt idx="251">
                  <c:v>62.100013732910199</c:v>
                </c:pt>
                <c:pt idx="252">
                  <c:v>62.137042999267599</c:v>
                </c:pt>
                <c:pt idx="253">
                  <c:v>62.097476959228501</c:v>
                </c:pt>
                <c:pt idx="254">
                  <c:v>61.947635650634801</c:v>
                </c:pt>
                <c:pt idx="255">
                  <c:v>61.822196960449197</c:v>
                </c:pt>
                <c:pt idx="256">
                  <c:v>61.720809936523402</c:v>
                </c:pt>
                <c:pt idx="257">
                  <c:v>61.685337066650398</c:v>
                </c:pt>
                <c:pt idx="258">
                  <c:v>61.5789794921875</c:v>
                </c:pt>
                <c:pt idx="259">
                  <c:v>61.482696533203097</c:v>
                </c:pt>
                <c:pt idx="260">
                  <c:v>61.402641296386697</c:v>
                </c:pt>
                <c:pt idx="261">
                  <c:v>61.403675079345703</c:v>
                </c:pt>
                <c:pt idx="262">
                  <c:v>61.285308837890597</c:v>
                </c:pt>
                <c:pt idx="263">
                  <c:v>61.169853210449197</c:v>
                </c:pt>
                <c:pt idx="264">
                  <c:v>61.079833984375</c:v>
                </c:pt>
                <c:pt idx="265">
                  <c:v>60.957324981689503</c:v>
                </c:pt>
                <c:pt idx="266">
                  <c:v>60.940322875976598</c:v>
                </c:pt>
                <c:pt idx="267">
                  <c:v>60.882881164550803</c:v>
                </c:pt>
                <c:pt idx="268">
                  <c:v>60.743721008300803</c:v>
                </c:pt>
                <c:pt idx="269">
                  <c:v>60.700099945068402</c:v>
                </c:pt>
                <c:pt idx="270">
                  <c:v>60.686122894287102</c:v>
                </c:pt>
                <c:pt idx="271">
                  <c:v>60.702407836914098</c:v>
                </c:pt>
                <c:pt idx="272">
                  <c:v>60.687503814697301</c:v>
                </c:pt>
                <c:pt idx="273">
                  <c:v>60.705432891845703</c:v>
                </c:pt>
                <c:pt idx="274">
                  <c:v>60.714073181152301</c:v>
                </c:pt>
                <c:pt idx="275">
                  <c:v>60.749832153320298</c:v>
                </c:pt>
                <c:pt idx="276">
                  <c:v>60.738239288330099</c:v>
                </c:pt>
                <c:pt idx="277">
                  <c:v>60.741626739502003</c:v>
                </c:pt>
                <c:pt idx="278">
                  <c:v>60.867424011230497</c:v>
                </c:pt>
                <c:pt idx="279">
                  <c:v>60.786891937255902</c:v>
                </c:pt>
                <c:pt idx="280">
                  <c:v>60.922210693359403</c:v>
                </c:pt>
                <c:pt idx="281">
                  <c:v>60.995937347412102</c:v>
                </c:pt>
                <c:pt idx="282">
                  <c:v>60.909557342529297</c:v>
                </c:pt>
                <c:pt idx="283">
                  <c:v>61.152145385742202</c:v>
                </c:pt>
                <c:pt idx="284">
                  <c:v>61.292892456054702</c:v>
                </c:pt>
                <c:pt idx="285">
                  <c:v>61.636428833007798</c:v>
                </c:pt>
                <c:pt idx="286">
                  <c:v>61.704761505127003</c:v>
                </c:pt>
                <c:pt idx="287">
                  <c:v>61.861114501953097</c:v>
                </c:pt>
                <c:pt idx="288">
                  <c:v>62.121017456054702</c:v>
                </c:pt>
                <c:pt idx="289">
                  <c:v>62.359546661377003</c:v>
                </c:pt>
                <c:pt idx="290">
                  <c:v>62.742378234863303</c:v>
                </c:pt>
                <c:pt idx="291">
                  <c:v>63.235198974609403</c:v>
                </c:pt>
                <c:pt idx="292">
                  <c:v>63.5554008483887</c:v>
                </c:pt>
                <c:pt idx="293">
                  <c:v>63.836765289306598</c:v>
                </c:pt>
                <c:pt idx="294">
                  <c:v>64.026687622070298</c:v>
                </c:pt>
                <c:pt idx="295">
                  <c:v>64.512977600097699</c:v>
                </c:pt>
                <c:pt idx="296">
                  <c:v>64.870635986328097</c:v>
                </c:pt>
                <c:pt idx="297">
                  <c:v>65.128257751464801</c:v>
                </c:pt>
                <c:pt idx="298">
                  <c:v>65.327323913574205</c:v>
                </c:pt>
                <c:pt idx="299">
                  <c:v>65.427200317382798</c:v>
                </c:pt>
                <c:pt idx="300">
                  <c:v>65.500511169433594</c:v>
                </c:pt>
                <c:pt idx="301">
                  <c:v>65.543006896972699</c:v>
                </c:pt>
                <c:pt idx="302">
                  <c:v>65.563980102539105</c:v>
                </c:pt>
                <c:pt idx="303">
                  <c:v>65.575592041015597</c:v>
                </c:pt>
                <c:pt idx="304">
                  <c:v>65.581550598144503</c:v>
                </c:pt>
                <c:pt idx="305">
                  <c:v>65.583770751953097</c:v>
                </c:pt>
                <c:pt idx="306">
                  <c:v>65.58447265625</c:v>
                </c:pt>
                <c:pt idx="307">
                  <c:v>65.581146240234403</c:v>
                </c:pt>
                <c:pt idx="308">
                  <c:v>65.559074401855497</c:v>
                </c:pt>
                <c:pt idx="309">
                  <c:v>65.538581848144503</c:v>
                </c:pt>
                <c:pt idx="310">
                  <c:v>65.464302062988295</c:v>
                </c:pt>
                <c:pt idx="311">
                  <c:v>65.358901977539105</c:v>
                </c:pt>
                <c:pt idx="312">
                  <c:v>65.238677978515597</c:v>
                </c:pt>
                <c:pt idx="313">
                  <c:v>65.093971252441406</c:v>
                </c:pt>
                <c:pt idx="314">
                  <c:v>64.962097167968807</c:v>
                </c:pt>
                <c:pt idx="315">
                  <c:v>64.827941894531307</c:v>
                </c:pt>
                <c:pt idx="316">
                  <c:v>64.684509277343807</c:v>
                </c:pt>
                <c:pt idx="317">
                  <c:v>64.524497985839801</c:v>
                </c:pt>
                <c:pt idx="318">
                  <c:v>64.408103942871094</c:v>
                </c:pt>
                <c:pt idx="319">
                  <c:v>64.260795593261705</c:v>
                </c:pt>
                <c:pt idx="320">
                  <c:v>64.163162231445298</c:v>
                </c:pt>
                <c:pt idx="321">
                  <c:v>64.093490600585895</c:v>
                </c:pt>
                <c:pt idx="322">
                  <c:v>63.978500366210902</c:v>
                </c:pt>
                <c:pt idx="323">
                  <c:v>63.765144348144503</c:v>
                </c:pt>
                <c:pt idx="324">
                  <c:v>63.570747375488303</c:v>
                </c:pt>
                <c:pt idx="325">
                  <c:v>63.378849029541001</c:v>
                </c:pt>
                <c:pt idx="326">
                  <c:v>63.212043762207003</c:v>
                </c:pt>
                <c:pt idx="327">
                  <c:v>63.081745147705099</c:v>
                </c:pt>
                <c:pt idx="328">
                  <c:v>62.9301948547363</c:v>
                </c:pt>
                <c:pt idx="329">
                  <c:v>62.783123016357401</c:v>
                </c:pt>
                <c:pt idx="330">
                  <c:v>62.652084350585902</c:v>
                </c:pt>
                <c:pt idx="331">
                  <c:v>62.560684204101598</c:v>
                </c:pt>
                <c:pt idx="332">
                  <c:v>62.497463226318402</c:v>
                </c:pt>
                <c:pt idx="333">
                  <c:v>62.384971618652301</c:v>
                </c:pt>
                <c:pt idx="334">
                  <c:v>62.314792633056598</c:v>
                </c:pt>
                <c:pt idx="335">
                  <c:v>62.259559631347699</c:v>
                </c:pt>
                <c:pt idx="336">
                  <c:v>62.100421905517599</c:v>
                </c:pt>
                <c:pt idx="337">
                  <c:v>61.939910888671903</c:v>
                </c:pt>
                <c:pt idx="338">
                  <c:v>61.821979522705099</c:v>
                </c:pt>
                <c:pt idx="339">
                  <c:v>61.7512016296387</c:v>
                </c:pt>
                <c:pt idx="340">
                  <c:v>61.587741851806598</c:v>
                </c:pt>
                <c:pt idx="341">
                  <c:v>61.404487609863303</c:v>
                </c:pt>
                <c:pt idx="342">
                  <c:v>61.297061920166001</c:v>
                </c:pt>
                <c:pt idx="343">
                  <c:v>61.278984069824197</c:v>
                </c:pt>
                <c:pt idx="344">
                  <c:v>61.268802642822301</c:v>
                </c:pt>
                <c:pt idx="345">
                  <c:v>61.106807708740199</c:v>
                </c:pt>
                <c:pt idx="346">
                  <c:v>60.921890258789098</c:v>
                </c:pt>
                <c:pt idx="347">
                  <c:v>60.887786865234403</c:v>
                </c:pt>
                <c:pt idx="348">
                  <c:v>60.801826477050803</c:v>
                </c:pt>
                <c:pt idx="349">
                  <c:v>60.812831878662102</c:v>
                </c:pt>
                <c:pt idx="350">
                  <c:v>60.680229187011697</c:v>
                </c:pt>
                <c:pt idx="351">
                  <c:v>60.625724792480497</c:v>
                </c:pt>
                <c:pt idx="352">
                  <c:v>60.889446258544901</c:v>
                </c:pt>
                <c:pt idx="353">
                  <c:v>61.0758247375488</c:v>
                </c:pt>
                <c:pt idx="354">
                  <c:v>61.280574798583999</c:v>
                </c:pt>
                <c:pt idx="355">
                  <c:v>61.6090698242188</c:v>
                </c:pt>
                <c:pt idx="356">
                  <c:v>61.958877563476598</c:v>
                </c:pt>
                <c:pt idx="357">
                  <c:v>62.196018218994098</c:v>
                </c:pt>
                <c:pt idx="358">
                  <c:v>62.445682525634801</c:v>
                </c:pt>
                <c:pt idx="359">
                  <c:v>62.744155883789098</c:v>
                </c:pt>
                <c:pt idx="360">
                  <c:v>63.032135009765597</c:v>
                </c:pt>
                <c:pt idx="361">
                  <c:v>63.266063690185597</c:v>
                </c:pt>
                <c:pt idx="362">
                  <c:v>63.322811126708999</c:v>
                </c:pt>
                <c:pt idx="363">
                  <c:v>63.527809143066399</c:v>
                </c:pt>
                <c:pt idx="364">
                  <c:v>63.81591796875</c:v>
                </c:pt>
                <c:pt idx="365">
                  <c:v>63.919181823730497</c:v>
                </c:pt>
                <c:pt idx="366">
                  <c:v>64.016731262207003</c:v>
                </c:pt>
                <c:pt idx="367">
                  <c:v>64.173355102539105</c:v>
                </c:pt>
                <c:pt idx="368">
                  <c:v>64.299484252929702</c:v>
                </c:pt>
                <c:pt idx="369">
                  <c:v>64.322998046875</c:v>
                </c:pt>
                <c:pt idx="370">
                  <c:v>64.56982421875</c:v>
                </c:pt>
                <c:pt idx="371">
                  <c:v>64.755897521972699</c:v>
                </c:pt>
                <c:pt idx="372">
                  <c:v>65.019447326660199</c:v>
                </c:pt>
                <c:pt idx="373">
                  <c:v>65.291709899902301</c:v>
                </c:pt>
                <c:pt idx="374">
                  <c:v>65.438407897949205</c:v>
                </c:pt>
                <c:pt idx="375">
                  <c:v>65.519668579101605</c:v>
                </c:pt>
                <c:pt idx="376">
                  <c:v>65.556350708007798</c:v>
                </c:pt>
                <c:pt idx="377">
                  <c:v>65.646011352539105</c:v>
                </c:pt>
                <c:pt idx="378">
                  <c:v>65.7642822265625</c:v>
                </c:pt>
                <c:pt idx="379">
                  <c:v>65.989097595214801</c:v>
                </c:pt>
                <c:pt idx="380">
                  <c:v>66.264266967773395</c:v>
                </c:pt>
                <c:pt idx="381">
                  <c:v>66.331886291503906</c:v>
                </c:pt>
                <c:pt idx="382">
                  <c:v>66.728019714355497</c:v>
                </c:pt>
                <c:pt idx="383">
                  <c:v>67.047828674316406</c:v>
                </c:pt>
                <c:pt idx="384">
                  <c:v>67.252967834472699</c:v>
                </c:pt>
                <c:pt idx="385">
                  <c:v>67.558326721191406</c:v>
                </c:pt>
                <c:pt idx="386">
                  <c:v>67.722251892089801</c:v>
                </c:pt>
                <c:pt idx="387">
                  <c:v>68.022254943847699</c:v>
                </c:pt>
                <c:pt idx="388">
                  <c:v>68.212013244628906</c:v>
                </c:pt>
                <c:pt idx="389">
                  <c:v>68.596168518066406</c:v>
                </c:pt>
                <c:pt idx="390">
                  <c:v>68.817893981933594</c:v>
                </c:pt>
                <c:pt idx="391">
                  <c:v>68.890731811523395</c:v>
                </c:pt>
                <c:pt idx="392">
                  <c:v>68.999763488769503</c:v>
                </c:pt>
                <c:pt idx="393">
                  <c:v>69.066764831542997</c:v>
                </c:pt>
                <c:pt idx="394">
                  <c:v>69.142768859863295</c:v>
                </c:pt>
                <c:pt idx="395">
                  <c:v>69.127525329589801</c:v>
                </c:pt>
                <c:pt idx="396">
                  <c:v>69.120651245117202</c:v>
                </c:pt>
                <c:pt idx="397">
                  <c:v>69.156524658203097</c:v>
                </c:pt>
                <c:pt idx="398">
                  <c:v>69.250602722167997</c:v>
                </c:pt>
                <c:pt idx="399">
                  <c:v>69.318710327148395</c:v>
                </c:pt>
                <c:pt idx="400">
                  <c:v>69.391311645507798</c:v>
                </c:pt>
                <c:pt idx="401">
                  <c:v>69.408432006835895</c:v>
                </c:pt>
                <c:pt idx="402">
                  <c:v>69.379501342773395</c:v>
                </c:pt>
                <c:pt idx="403">
                  <c:v>69.498954772949205</c:v>
                </c:pt>
                <c:pt idx="404">
                  <c:v>69.464584350585895</c:v>
                </c:pt>
                <c:pt idx="405">
                  <c:v>69.549598693847699</c:v>
                </c:pt>
                <c:pt idx="406">
                  <c:v>69.534065246582003</c:v>
                </c:pt>
                <c:pt idx="407">
                  <c:v>69.355331420898395</c:v>
                </c:pt>
                <c:pt idx="408">
                  <c:v>69.260490417480497</c:v>
                </c:pt>
                <c:pt idx="409">
                  <c:v>69.210693359375</c:v>
                </c:pt>
                <c:pt idx="410">
                  <c:v>69.183235168457003</c:v>
                </c:pt>
                <c:pt idx="411">
                  <c:v>69.160308837890597</c:v>
                </c:pt>
                <c:pt idx="412">
                  <c:v>69.068786621093807</c:v>
                </c:pt>
                <c:pt idx="413">
                  <c:v>69.080787658691406</c:v>
                </c:pt>
                <c:pt idx="414">
                  <c:v>69.067413330078097</c:v>
                </c:pt>
                <c:pt idx="415">
                  <c:v>69.200843811035199</c:v>
                </c:pt>
                <c:pt idx="416">
                  <c:v>69.229560852050795</c:v>
                </c:pt>
                <c:pt idx="417">
                  <c:v>69.540390014648395</c:v>
                </c:pt>
                <c:pt idx="418">
                  <c:v>69.844169616699205</c:v>
                </c:pt>
                <c:pt idx="419">
                  <c:v>70.103492736816406</c:v>
                </c:pt>
                <c:pt idx="420">
                  <c:v>70.348030090332003</c:v>
                </c:pt>
                <c:pt idx="421">
                  <c:v>70.552070617675795</c:v>
                </c:pt>
                <c:pt idx="422">
                  <c:v>70.827087402343807</c:v>
                </c:pt>
                <c:pt idx="423">
                  <c:v>71.036216735839801</c:v>
                </c:pt>
                <c:pt idx="424">
                  <c:v>71.144302368164105</c:v>
                </c:pt>
                <c:pt idx="425">
                  <c:v>71.314064025878906</c:v>
                </c:pt>
                <c:pt idx="426">
                  <c:v>71.398727416992202</c:v>
                </c:pt>
                <c:pt idx="427">
                  <c:v>71.493324279785199</c:v>
                </c:pt>
                <c:pt idx="428">
                  <c:v>71.595062255859403</c:v>
                </c:pt>
                <c:pt idx="429">
                  <c:v>71.623603820800795</c:v>
                </c:pt>
                <c:pt idx="430">
                  <c:v>71.526260375976605</c:v>
                </c:pt>
                <c:pt idx="431">
                  <c:v>71.471031188964801</c:v>
                </c:pt>
                <c:pt idx="432">
                  <c:v>71.405105590820298</c:v>
                </c:pt>
                <c:pt idx="433">
                  <c:v>71.352577209472699</c:v>
                </c:pt>
                <c:pt idx="434">
                  <c:v>71.225433349609403</c:v>
                </c:pt>
                <c:pt idx="435">
                  <c:v>71.005783081054702</c:v>
                </c:pt>
                <c:pt idx="436">
                  <c:v>70.826240539550795</c:v>
                </c:pt>
                <c:pt idx="437">
                  <c:v>70.738990783691406</c:v>
                </c:pt>
                <c:pt idx="438">
                  <c:v>70.643424987792997</c:v>
                </c:pt>
                <c:pt idx="439">
                  <c:v>70.589035034179702</c:v>
                </c:pt>
                <c:pt idx="440">
                  <c:v>70.515396118164105</c:v>
                </c:pt>
                <c:pt idx="441">
                  <c:v>70.310310363769503</c:v>
                </c:pt>
                <c:pt idx="442">
                  <c:v>70.038909912109403</c:v>
                </c:pt>
                <c:pt idx="443">
                  <c:v>69.8349609375</c:v>
                </c:pt>
                <c:pt idx="444">
                  <c:v>69.614120483398395</c:v>
                </c:pt>
                <c:pt idx="445">
                  <c:v>69.461463928222699</c:v>
                </c:pt>
                <c:pt idx="446">
                  <c:v>69.279296875</c:v>
                </c:pt>
                <c:pt idx="447">
                  <c:v>69.153343200683594</c:v>
                </c:pt>
                <c:pt idx="448">
                  <c:v>69.061660766601605</c:v>
                </c:pt>
                <c:pt idx="449">
                  <c:v>69.008628845214801</c:v>
                </c:pt>
                <c:pt idx="450">
                  <c:v>68.956771850585895</c:v>
                </c:pt>
                <c:pt idx="451">
                  <c:v>68.917938232421903</c:v>
                </c:pt>
                <c:pt idx="452">
                  <c:v>68.832122802734403</c:v>
                </c:pt>
                <c:pt idx="453">
                  <c:v>68.632987976074205</c:v>
                </c:pt>
                <c:pt idx="454">
                  <c:v>68.386474609375</c:v>
                </c:pt>
                <c:pt idx="455">
                  <c:v>68.200752258300795</c:v>
                </c:pt>
                <c:pt idx="456">
                  <c:v>68.339340209960895</c:v>
                </c:pt>
                <c:pt idx="457">
                  <c:v>68.255233764648395</c:v>
                </c:pt>
                <c:pt idx="458">
                  <c:v>67.877899169921903</c:v>
                </c:pt>
                <c:pt idx="459">
                  <c:v>67.783744812011705</c:v>
                </c:pt>
                <c:pt idx="460">
                  <c:v>67.790763854980497</c:v>
                </c:pt>
                <c:pt idx="461">
                  <c:v>67.737045288085895</c:v>
                </c:pt>
                <c:pt idx="462">
                  <c:v>67.991256713867202</c:v>
                </c:pt>
                <c:pt idx="463">
                  <c:v>68.131919860839801</c:v>
                </c:pt>
                <c:pt idx="464">
                  <c:v>68.246551513671903</c:v>
                </c:pt>
                <c:pt idx="465">
                  <c:v>68.196884155273395</c:v>
                </c:pt>
                <c:pt idx="466">
                  <c:v>68.161338806152301</c:v>
                </c:pt>
                <c:pt idx="467">
                  <c:v>68.254455566406307</c:v>
                </c:pt>
                <c:pt idx="468">
                  <c:v>68.455863952636705</c:v>
                </c:pt>
                <c:pt idx="469">
                  <c:v>68.727645874023395</c:v>
                </c:pt>
                <c:pt idx="470">
                  <c:v>68.831443786621094</c:v>
                </c:pt>
                <c:pt idx="471">
                  <c:v>68.908119201660199</c:v>
                </c:pt>
                <c:pt idx="472">
                  <c:v>69.113250732421903</c:v>
                </c:pt>
                <c:pt idx="473">
                  <c:v>69.280838012695298</c:v>
                </c:pt>
                <c:pt idx="474">
                  <c:v>69.422683715820298</c:v>
                </c:pt>
                <c:pt idx="475">
                  <c:v>69.883399963378906</c:v>
                </c:pt>
                <c:pt idx="476">
                  <c:v>70.068656921386705</c:v>
                </c:pt>
                <c:pt idx="477">
                  <c:v>70.177688598632798</c:v>
                </c:pt>
                <c:pt idx="478">
                  <c:v>70.3212890625</c:v>
                </c:pt>
                <c:pt idx="479">
                  <c:v>70.304412841796903</c:v>
                </c:pt>
                <c:pt idx="480">
                  <c:v>70.094985961914105</c:v>
                </c:pt>
                <c:pt idx="481">
                  <c:v>69.908363342285199</c:v>
                </c:pt>
                <c:pt idx="482">
                  <c:v>69.787879943847699</c:v>
                </c:pt>
                <c:pt idx="483">
                  <c:v>69.702308654785199</c:v>
                </c:pt>
                <c:pt idx="484">
                  <c:v>69.651863098144503</c:v>
                </c:pt>
                <c:pt idx="485">
                  <c:v>69.485092163085895</c:v>
                </c:pt>
                <c:pt idx="486">
                  <c:v>69.480987548828097</c:v>
                </c:pt>
                <c:pt idx="487">
                  <c:v>69.279396057128906</c:v>
                </c:pt>
                <c:pt idx="488">
                  <c:v>69.327651977539105</c:v>
                </c:pt>
                <c:pt idx="489">
                  <c:v>69.366378784179702</c:v>
                </c:pt>
                <c:pt idx="490">
                  <c:v>69.386573791503906</c:v>
                </c:pt>
                <c:pt idx="491">
                  <c:v>69.438613891601605</c:v>
                </c:pt>
                <c:pt idx="492">
                  <c:v>69.497871398925795</c:v>
                </c:pt>
                <c:pt idx="493">
                  <c:v>69.819633483886705</c:v>
                </c:pt>
                <c:pt idx="494">
                  <c:v>70.162788391113295</c:v>
                </c:pt>
                <c:pt idx="495">
                  <c:v>70.376136779785199</c:v>
                </c:pt>
                <c:pt idx="496">
                  <c:v>70.477058410644503</c:v>
                </c:pt>
                <c:pt idx="497">
                  <c:v>70.562065124511705</c:v>
                </c:pt>
                <c:pt idx="498">
                  <c:v>70.754524230957003</c:v>
                </c:pt>
                <c:pt idx="499">
                  <c:v>71.042640686035199</c:v>
                </c:pt>
                <c:pt idx="500">
                  <c:v>71.3939208984375</c:v>
                </c:pt>
                <c:pt idx="501">
                  <c:v>71.386077880859403</c:v>
                </c:pt>
                <c:pt idx="502">
                  <c:v>71.573326110839801</c:v>
                </c:pt>
                <c:pt idx="503">
                  <c:v>71.763000488281307</c:v>
                </c:pt>
                <c:pt idx="504">
                  <c:v>71.892616271972699</c:v>
                </c:pt>
                <c:pt idx="505">
                  <c:v>71.989585876464801</c:v>
                </c:pt>
                <c:pt idx="506">
                  <c:v>72.053886413574205</c:v>
                </c:pt>
                <c:pt idx="507">
                  <c:v>72.086898803710895</c:v>
                </c:pt>
                <c:pt idx="508">
                  <c:v>72.103843688964801</c:v>
                </c:pt>
                <c:pt idx="509">
                  <c:v>72.112548828125</c:v>
                </c:pt>
                <c:pt idx="510">
                  <c:v>72.117019653320298</c:v>
                </c:pt>
                <c:pt idx="511">
                  <c:v>72.119308471679702</c:v>
                </c:pt>
                <c:pt idx="512">
                  <c:v>72.120491027832003</c:v>
                </c:pt>
                <c:pt idx="513">
                  <c:v>72.12109375</c:v>
                </c:pt>
                <c:pt idx="514">
                  <c:v>72.121406555175795</c:v>
                </c:pt>
                <c:pt idx="515">
                  <c:v>72.121559143066406</c:v>
                </c:pt>
                <c:pt idx="516">
                  <c:v>72.121643066406307</c:v>
                </c:pt>
                <c:pt idx="517">
                  <c:v>72.121688842773395</c:v>
                </c:pt>
                <c:pt idx="518">
                  <c:v>72.1217041015625</c:v>
                </c:pt>
                <c:pt idx="519">
                  <c:v>72.121719360351605</c:v>
                </c:pt>
                <c:pt idx="520">
                  <c:v>72.121726989746094</c:v>
                </c:pt>
                <c:pt idx="521">
                  <c:v>72.121726989746094</c:v>
                </c:pt>
                <c:pt idx="522">
                  <c:v>72.087516784667997</c:v>
                </c:pt>
                <c:pt idx="523">
                  <c:v>71.991340637207003</c:v>
                </c:pt>
                <c:pt idx="524">
                  <c:v>72.023551940917997</c:v>
                </c:pt>
                <c:pt idx="525">
                  <c:v>72.034248352050795</c:v>
                </c:pt>
                <c:pt idx="526">
                  <c:v>71.944374084472699</c:v>
                </c:pt>
                <c:pt idx="527">
                  <c:v>71.831047058105497</c:v>
                </c:pt>
                <c:pt idx="528">
                  <c:v>71.805488586425795</c:v>
                </c:pt>
                <c:pt idx="529">
                  <c:v>71.831863403320298</c:v>
                </c:pt>
                <c:pt idx="530">
                  <c:v>71.617218017578097</c:v>
                </c:pt>
                <c:pt idx="531">
                  <c:v>71.492851257324205</c:v>
                </c:pt>
                <c:pt idx="532">
                  <c:v>71.466873168945298</c:v>
                </c:pt>
                <c:pt idx="533">
                  <c:v>71.383827209472699</c:v>
                </c:pt>
                <c:pt idx="534">
                  <c:v>71.268592834472699</c:v>
                </c:pt>
                <c:pt idx="535">
                  <c:v>71.304695129394503</c:v>
                </c:pt>
                <c:pt idx="536">
                  <c:v>71.137596130371094</c:v>
                </c:pt>
                <c:pt idx="537">
                  <c:v>71.0614013671875</c:v>
                </c:pt>
                <c:pt idx="538">
                  <c:v>70.946220397949205</c:v>
                </c:pt>
                <c:pt idx="539">
                  <c:v>70.928955078125</c:v>
                </c:pt>
                <c:pt idx="540">
                  <c:v>70.924819946289105</c:v>
                </c:pt>
                <c:pt idx="541">
                  <c:v>70.810089111328097</c:v>
                </c:pt>
                <c:pt idx="542">
                  <c:v>70.686622619628906</c:v>
                </c:pt>
                <c:pt idx="543">
                  <c:v>70.609588623046903</c:v>
                </c:pt>
                <c:pt idx="544">
                  <c:v>70.578010559082003</c:v>
                </c:pt>
                <c:pt idx="545">
                  <c:v>70.565254211425795</c:v>
                </c:pt>
                <c:pt idx="546">
                  <c:v>70.520217895507798</c:v>
                </c:pt>
                <c:pt idx="547">
                  <c:v>70.395500183105497</c:v>
                </c:pt>
                <c:pt idx="548">
                  <c:v>70.320549011230497</c:v>
                </c:pt>
                <c:pt idx="549">
                  <c:v>70.0494384765625</c:v>
                </c:pt>
                <c:pt idx="550">
                  <c:v>69.8638916015625</c:v>
                </c:pt>
                <c:pt idx="551">
                  <c:v>69.583625793457003</c:v>
                </c:pt>
                <c:pt idx="552">
                  <c:v>69.411720275878906</c:v>
                </c:pt>
                <c:pt idx="553">
                  <c:v>69.319259643554702</c:v>
                </c:pt>
                <c:pt idx="554">
                  <c:v>69.230072021484403</c:v>
                </c:pt>
                <c:pt idx="555">
                  <c:v>69.141174316406307</c:v>
                </c:pt>
                <c:pt idx="556">
                  <c:v>69.066833496093807</c:v>
                </c:pt>
                <c:pt idx="557">
                  <c:v>68.992912292480497</c:v>
                </c:pt>
                <c:pt idx="558">
                  <c:v>68.950538635253906</c:v>
                </c:pt>
                <c:pt idx="559">
                  <c:v>68.929481506347699</c:v>
                </c:pt>
                <c:pt idx="560">
                  <c:v>68.863952636718807</c:v>
                </c:pt>
                <c:pt idx="561">
                  <c:v>68.677192687988295</c:v>
                </c:pt>
                <c:pt idx="562">
                  <c:v>68.487785339355497</c:v>
                </c:pt>
                <c:pt idx="563">
                  <c:v>68.246826171875</c:v>
                </c:pt>
                <c:pt idx="564">
                  <c:v>68.049545288085895</c:v>
                </c:pt>
                <c:pt idx="565">
                  <c:v>67.881271362304702</c:v>
                </c:pt>
                <c:pt idx="566">
                  <c:v>67.599792480468807</c:v>
                </c:pt>
                <c:pt idx="567">
                  <c:v>67.426689147949205</c:v>
                </c:pt>
                <c:pt idx="568">
                  <c:v>67.291030883789105</c:v>
                </c:pt>
                <c:pt idx="569">
                  <c:v>67.220115661621094</c:v>
                </c:pt>
                <c:pt idx="570">
                  <c:v>67.106712341308594</c:v>
                </c:pt>
                <c:pt idx="571">
                  <c:v>66.7818603515625</c:v>
                </c:pt>
                <c:pt idx="572">
                  <c:v>66.710784912109403</c:v>
                </c:pt>
                <c:pt idx="573">
                  <c:v>66.481765747070298</c:v>
                </c:pt>
                <c:pt idx="574">
                  <c:v>66.121902465820298</c:v>
                </c:pt>
                <c:pt idx="575">
                  <c:v>65.912727355957003</c:v>
                </c:pt>
                <c:pt idx="576">
                  <c:v>65.797691345214801</c:v>
                </c:pt>
                <c:pt idx="577">
                  <c:v>65.695587158203097</c:v>
                </c:pt>
                <c:pt idx="578">
                  <c:v>65.643157958984403</c:v>
                </c:pt>
                <c:pt idx="579">
                  <c:v>65.615280151367202</c:v>
                </c:pt>
                <c:pt idx="580">
                  <c:v>65.597381591796903</c:v>
                </c:pt>
                <c:pt idx="581">
                  <c:v>65.579635620117202</c:v>
                </c:pt>
                <c:pt idx="582">
                  <c:v>65.572166442871094</c:v>
                </c:pt>
                <c:pt idx="583">
                  <c:v>65.563232421875</c:v>
                </c:pt>
                <c:pt idx="584">
                  <c:v>65.409751892089801</c:v>
                </c:pt>
                <c:pt idx="585">
                  <c:v>65.293395996093807</c:v>
                </c:pt>
                <c:pt idx="586">
                  <c:v>65.215904235839801</c:v>
                </c:pt>
                <c:pt idx="587">
                  <c:v>65.117790222167997</c:v>
                </c:pt>
                <c:pt idx="588">
                  <c:v>64.969291687011705</c:v>
                </c:pt>
                <c:pt idx="589">
                  <c:v>64.882675170898395</c:v>
                </c:pt>
                <c:pt idx="590">
                  <c:v>64.674537658691406</c:v>
                </c:pt>
                <c:pt idx="591">
                  <c:v>64.556228637695298</c:v>
                </c:pt>
                <c:pt idx="592">
                  <c:v>64.3968505859375</c:v>
                </c:pt>
                <c:pt idx="593">
                  <c:v>64.237030029296903</c:v>
                </c:pt>
                <c:pt idx="594">
                  <c:v>64.166419982910199</c:v>
                </c:pt>
                <c:pt idx="595">
                  <c:v>64.097320556640597</c:v>
                </c:pt>
                <c:pt idx="596">
                  <c:v>64.069564819335895</c:v>
                </c:pt>
                <c:pt idx="597">
                  <c:v>64.044006347656307</c:v>
                </c:pt>
                <c:pt idx="598">
                  <c:v>64.008674621582003</c:v>
                </c:pt>
                <c:pt idx="599">
                  <c:v>64.002952575683594</c:v>
                </c:pt>
                <c:pt idx="600">
                  <c:v>64.025100708007798</c:v>
                </c:pt>
                <c:pt idx="601">
                  <c:v>63.999137878417997</c:v>
                </c:pt>
                <c:pt idx="602">
                  <c:v>64.006149291992202</c:v>
                </c:pt>
                <c:pt idx="603">
                  <c:v>63.993350982666001</c:v>
                </c:pt>
                <c:pt idx="604">
                  <c:v>64.110275268554702</c:v>
                </c:pt>
                <c:pt idx="605">
                  <c:v>64.231887817382798</c:v>
                </c:pt>
                <c:pt idx="606">
                  <c:v>64.365028381347699</c:v>
                </c:pt>
                <c:pt idx="607">
                  <c:v>64.684646606445298</c:v>
                </c:pt>
                <c:pt idx="608">
                  <c:v>64.844619750976605</c:v>
                </c:pt>
                <c:pt idx="609">
                  <c:v>64.814025878906307</c:v>
                </c:pt>
                <c:pt idx="610">
                  <c:v>64.967323303222699</c:v>
                </c:pt>
                <c:pt idx="611">
                  <c:v>65.072738647460895</c:v>
                </c:pt>
                <c:pt idx="612">
                  <c:v>65.126716613769503</c:v>
                </c:pt>
                <c:pt idx="613">
                  <c:v>65.137481689453097</c:v>
                </c:pt>
                <c:pt idx="614">
                  <c:v>65.339065551757798</c:v>
                </c:pt>
                <c:pt idx="615">
                  <c:v>65.448814392089801</c:v>
                </c:pt>
                <c:pt idx="616">
                  <c:v>65.496315002441406</c:v>
                </c:pt>
                <c:pt idx="617">
                  <c:v>65.443153381347699</c:v>
                </c:pt>
                <c:pt idx="618">
                  <c:v>65.501564025878906</c:v>
                </c:pt>
                <c:pt idx="619">
                  <c:v>65.542579650878906</c:v>
                </c:pt>
                <c:pt idx="620">
                  <c:v>65.851379394531307</c:v>
                </c:pt>
                <c:pt idx="621">
                  <c:v>66.191757202148395</c:v>
                </c:pt>
                <c:pt idx="622">
                  <c:v>66.403289794921903</c:v>
                </c:pt>
                <c:pt idx="623">
                  <c:v>66.979545593261705</c:v>
                </c:pt>
                <c:pt idx="624">
                  <c:v>67.314102172851605</c:v>
                </c:pt>
                <c:pt idx="625">
                  <c:v>67.432312011718807</c:v>
                </c:pt>
                <c:pt idx="626">
                  <c:v>68.073257446289105</c:v>
                </c:pt>
                <c:pt idx="627">
                  <c:v>68.376480102539105</c:v>
                </c:pt>
                <c:pt idx="628">
                  <c:v>68.646049499511705</c:v>
                </c:pt>
                <c:pt idx="629">
                  <c:v>68.837738037109403</c:v>
                </c:pt>
                <c:pt idx="630">
                  <c:v>69.092491149902301</c:v>
                </c:pt>
                <c:pt idx="631">
                  <c:v>69.2020263671875</c:v>
                </c:pt>
                <c:pt idx="632">
                  <c:v>69.473533630371094</c:v>
                </c:pt>
                <c:pt idx="633">
                  <c:v>69.547821044921903</c:v>
                </c:pt>
                <c:pt idx="634">
                  <c:v>69.814300537109403</c:v>
                </c:pt>
                <c:pt idx="635">
                  <c:v>69.897377014160199</c:v>
                </c:pt>
                <c:pt idx="636">
                  <c:v>69.895912170410199</c:v>
                </c:pt>
                <c:pt idx="637">
                  <c:v>70.235466003417997</c:v>
                </c:pt>
                <c:pt idx="638">
                  <c:v>70.366424560546903</c:v>
                </c:pt>
                <c:pt idx="639">
                  <c:v>70.487503051757798</c:v>
                </c:pt>
                <c:pt idx="640">
                  <c:v>70.621742248535199</c:v>
                </c:pt>
                <c:pt idx="641">
                  <c:v>70.947967529296903</c:v>
                </c:pt>
                <c:pt idx="642">
                  <c:v>71.019340515136705</c:v>
                </c:pt>
                <c:pt idx="643">
                  <c:v>71.153335571289105</c:v>
                </c:pt>
                <c:pt idx="644">
                  <c:v>71.528182983398395</c:v>
                </c:pt>
                <c:pt idx="645">
                  <c:v>71.774543762207003</c:v>
                </c:pt>
                <c:pt idx="646">
                  <c:v>71.937362670898395</c:v>
                </c:pt>
                <c:pt idx="647">
                  <c:v>72.025474548339801</c:v>
                </c:pt>
                <c:pt idx="648">
                  <c:v>72.072074890136705</c:v>
                </c:pt>
                <c:pt idx="649">
                  <c:v>72.096237182617202</c:v>
                </c:pt>
                <c:pt idx="650">
                  <c:v>72.108642578125</c:v>
                </c:pt>
                <c:pt idx="651">
                  <c:v>72.164146423339801</c:v>
                </c:pt>
                <c:pt idx="652">
                  <c:v>72.147361755371094</c:v>
                </c:pt>
                <c:pt idx="653">
                  <c:v>72.160377502441406</c:v>
                </c:pt>
                <c:pt idx="654">
                  <c:v>72.271774291992202</c:v>
                </c:pt>
                <c:pt idx="655">
                  <c:v>72.198768615722699</c:v>
                </c:pt>
                <c:pt idx="656">
                  <c:v>72.285408020019503</c:v>
                </c:pt>
                <c:pt idx="657">
                  <c:v>72.205764770507798</c:v>
                </c:pt>
                <c:pt idx="658">
                  <c:v>72.496788024902301</c:v>
                </c:pt>
                <c:pt idx="659">
                  <c:v>73.381912231445298</c:v>
                </c:pt>
                <c:pt idx="660">
                  <c:v>73.939216613769503</c:v>
                </c:pt>
                <c:pt idx="661">
                  <c:v>74.595031738281307</c:v>
                </c:pt>
                <c:pt idx="662">
                  <c:v>75.0206298828125</c:v>
                </c:pt>
                <c:pt idx="663">
                  <c:v>75.406951904296903</c:v>
                </c:pt>
                <c:pt idx="664">
                  <c:v>75.666145324707003</c:v>
                </c:pt>
                <c:pt idx="665">
                  <c:v>76.198715209960895</c:v>
                </c:pt>
                <c:pt idx="666">
                  <c:v>76.844207763671903</c:v>
                </c:pt>
                <c:pt idx="667">
                  <c:v>77.484565734863295</c:v>
                </c:pt>
                <c:pt idx="668">
                  <c:v>77.979843139648395</c:v>
                </c:pt>
                <c:pt idx="669">
                  <c:v>78.221572875976605</c:v>
                </c:pt>
                <c:pt idx="670">
                  <c:v>78.44482421875</c:v>
                </c:pt>
                <c:pt idx="671">
                  <c:v>78.584541320800795</c:v>
                </c:pt>
                <c:pt idx="672">
                  <c:v>78.651916503906307</c:v>
                </c:pt>
                <c:pt idx="673">
                  <c:v>78.768386840820298</c:v>
                </c:pt>
                <c:pt idx="674">
                  <c:v>78.972282409667997</c:v>
                </c:pt>
                <c:pt idx="675">
                  <c:v>79.354804992675795</c:v>
                </c:pt>
                <c:pt idx="676">
                  <c:v>79.580833435058594</c:v>
                </c:pt>
                <c:pt idx="677">
                  <c:v>80.149208068847699</c:v>
                </c:pt>
                <c:pt idx="678">
                  <c:v>80.385993957519503</c:v>
                </c:pt>
                <c:pt idx="679">
                  <c:v>80.532867431640597</c:v>
                </c:pt>
                <c:pt idx="680">
                  <c:v>81.032646179199205</c:v>
                </c:pt>
                <c:pt idx="681">
                  <c:v>81.428123474121094</c:v>
                </c:pt>
                <c:pt idx="682">
                  <c:v>81.612663269042997</c:v>
                </c:pt>
                <c:pt idx="683">
                  <c:v>81.839012145996094</c:v>
                </c:pt>
                <c:pt idx="684">
                  <c:v>82.01708984375</c:v>
                </c:pt>
                <c:pt idx="685">
                  <c:v>82.031867980957003</c:v>
                </c:pt>
                <c:pt idx="686">
                  <c:v>82.201377868652301</c:v>
                </c:pt>
                <c:pt idx="687">
                  <c:v>82.507858276367202</c:v>
                </c:pt>
                <c:pt idx="688">
                  <c:v>82.637313842773395</c:v>
                </c:pt>
                <c:pt idx="689">
                  <c:v>82.768264770507798</c:v>
                </c:pt>
                <c:pt idx="690">
                  <c:v>83.012191772460895</c:v>
                </c:pt>
                <c:pt idx="691">
                  <c:v>83.294090270996094</c:v>
                </c:pt>
                <c:pt idx="692">
                  <c:v>83.311393737792997</c:v>
                </c:pt>
                <c:pt idx="693">
                  <c:v>83.421379089355497</c:v>
                </c:pt>
                <c:pt idx="694">
                  <c:v>83.520965576171903</c:v>
                </c:pt>
                <c:pt idx="695">
                  <c:v>83.573791503906307</c:v>
                </c:pt>
                <c:pt idx="696">
                  <c:v>83.584762573242202</c:v>
                </c:pt>
                <c:pt idx="697">
                  <c:v>83.400497436523395</c:v>
                </c:pt>
                <c:pt idx="698">
                  <c:v>83.500198364257798</c:v>
                </c:pt>
                <c:pt idx="699">
                  <c:v>83.568061828613295</c:v>
                </c:pt>
                <c:pt idx="700">
                  <c:v>83.587966918945298</c:v>
                </c:pt>
                <c:pt idx="701">
                  <c:v>83.583717346191406</c:v>
                </c:pt>
                <c:pt idx="702">
                  <c:v>83.909606933593807</c:v>
                </c:pt>
                <c:pt idx="703">
                  <c:v>83.854637145996094</c:v>
                </c:pt>
                <c:pt idx="704">
                  <c:v>83.981582641601605</c:v>
                </c:pt>
                <c:pt idx="705">
                  <c:v>83.949645996093807</c:v>
                </c:pt>
                <c:pt idx="706">
                  <c:v>84.049446105957003</c:v>
                </c:pt>
                <c:pt idx="707">
                  <c:v>84.099685668945298</c:v>
                </c:pt>
                <c:pt idx="708">
                  <c:v>84.081069946289105</c:v>
                </c:pt>
                <c:pt idx="709">
                  <c:v>84.095382690429702</c:v>
                </c:pt>
                <c:pt idx="710">
                  <c:v>84.145988464355497</c:v>
                </c:pt>
                <c:pt idx="711">
                  <c:v>84.162010192871094</c:v>
                </c:pt>
                <c:pt idx="712">
                  <c:v>84.093391418457003</c:v>
                </c:pt>
                <c:pt idx="713">
                  <c:v>83.965957641601605</c:v>
                </c:pt>
                <c:pt idx="714">
                  <c:v>83.83544921875</c:v>
                </c:pt>
                <c:pt idx="715">
                  <c:v>83.890838623046903</c:v>
                </c:pt>
                <c:pt idx="716">
                  <c:v>83.786720275878906</c:v>
                </c:pt>
                <c:pt idx="717">
                  <c:v>83.726371765136705</c:v>
                </c:pt>
                <c:pt idx="718">
                  <c:v>83.630805969238295</c:v>
                </c:pt>
                <c:pt idx="719">
                  <c:v>83.372177124023395</c:v>
                </c:pt>
                <c:pt idx="720">
                  <c:v>83.097145080566406</c:v>
                </c:pt>
                <c:pt idx="721">
                  <c:v>82.978332519531307</c:v>
                </c:pt>
                <c:pt idx="722">
                  <c:v>82.847808837890597</c:v>
                </c:pt>
                <c:pt idx="723">
                  <c:v>82.673675537109403</c:v>
                </c:pt>
                <c:pt idx="724">
                  <c:v>82.491165161132798</c:v>
                </c:pt>
                <c:pt idx="725">
                  <c:v>82.2794189453125</c:v>
                </c:pt>
                <c:pt idx="726">
                  <c:v>82.220359802246094</c:v>
                </c:pt>
                <c:pt idx="727">
                  <c:v>82.173973083496094</c:v>
                </c:pt>
                <c:pt idx="728">
                  <c:v>82.189521789550795</c:v>
                </c:pt>
                <c:pt idx="729">
                  <c:v>82.240386962890597</c:v>
                </c:pt>
                <c:pt idx="730">
                  <c:v>82.211090087890597</c:v>
                </c:pt>
                <c:pt idx="731">
                  <c:v>82.153236389160199</c:v>
                </c:pt>
                <c:pt idx="732">
                  <c:v>82.097702026367202</c:v>
                </c:pt>
                <c:pt idx="733">
                  <c:v>81.876182556152301</c:v>
                </c:pt>
                <c:pt idx="734">
                  <c:v>81.861404418945298</c:v>
                </c:pt>
                <c:pt idx="735">
                  <c:v>81.8045654296875</c:v>
                </c:pt>
                <c:pt idx="736">
                  <c:v>81.668540954589801</c:v>
                </c:pt>
                <c:pt idx="737">
                  <c:v>81.415931701660199</c:v>
                </c:pt>
                <c:pt idx="738">
                  <c:v>81.316719055175795</c:v>
                </c:pt>
                <c:pt idx="739">
                  <c:v>81.196891784667997</c:v>
                </c:pt>
                <c:pt idx="740">
                  <c:v>81.142967224121094</c:v>
                </c:pt>
                <c:pt idx="741">
                  <c:v>80.973945617675795</c:v>
                </c:pt>
                <c:pt idx="742">
                  <c:v>80.8577880859375</c:v>
                </c:pt>
                <c:pt idx="743">
                  <c:v>80.672943115234403</c:v>
                </c:pt>
                <c:pt idx="744">
                  <c:v>80.513832092285199</c:v>
                </c:pt>
                <c:pt idx="745">
                  <c:v>80.415176391601605</c:v>
                </c:pt>
                <c:pt idx="746">
                  <c:v>80.353347778320298</c:v>
                </c:pt>
                <c:pt idx="747">
                  <c:v>80.212501525878906</c:v>
                </c:pt>
                <c:pt idx="748">
                  <c:v>79.954528808593807</c:v>
                </c:pt>
                <c:pt idx="749">
                  <c:v>79.791213989257798</c:v>
                </c:pt>
                <c:pt idx="750">
                  <c:v>79.621887207031307</c:v>
                </c:pt>
                <c:pt idx="751">
                  <c:v>79.438858032226605</c:v>
                </c:pt>
                <c:pt idx="752">
                  <c:v>79.301826477050795</c:v>
                </c:pt>
                <c:pt idx="753">
                  <c:v>79.089111328125</c:v>
                </c:pt>
                <c:pt idx="754">
                  <c:v>78.915420532226605</c:v>
                </c:pt>
                <c:pt idx="755">
                  <c:v>78.814758300781307</c:v>
                </c:pt>
                <c:pt idx="756">
                  <c:v>78.762283325195298</c:v>
                </c:pt>
                <c:pt idx="757">
                  <c:v>78.735221862792997</c:v>
                </c:pt>
                <c:pt idx="758">
                  <c:v>78.721328735351605</c:v>
                </c:pt>
                <c:pt idx="759">
                  <c:v>78.688705444335895</c:v>
                </c:pt>
                <c:pt idx="760">
                  <c:v>78.550369262695298</c:v>
                </c:pt>
                <c:pt idx="761">
                  <c:v>78.025283813476605</c:v>
                </c:pt>
                <c:pt idx="762">
                  <c:v>77.568870544433594</c:v>
                </c:pt>
                <c:pt idx="763">
                  <c:v>77.054985046386705</c:v>
                </c:pt>
                <c:pt idx="764">
                  <c:v>76.676834106445298</c:v>
                </c:pt>
                <c:pt idx="765">
                  <c:v>76.321220397949205</c:v>
                </c:pt>
                <c:pt idx="766">
                  <c:v>76.026863098144503</c:v>
                </c:pt>
                <c:pt idx="767">
                  <c:v>75.829254150390597</c:v>
                </c:pt>
                <c:pt idx="768">
                  <c:v>75.666854858398395</c:v>
                </c:pt>
                <c:pt idx="769">
                  <c:v>75.559654235839801</c:v>
                </c:pt>
                <c:pt idx="770">
                  <c:v>75.501296997070298</c:v>
                </c:pt>
                <c:pt idx="771">
                  <c:v>75.301696777343807</c:v>
                </c:pt>
                <c:pt idx="772">
                  <c:v>75.056533813476605</c:v>
                </c:pt>
                <c:pt idx="773">
                  <c:v>74.717681884765597</c:v>
                </c:pt>
                <c:pt idx="774">
                  <c:v>74.330352783203097</c:v>
                </c:pt>
                <c:pt idx="775">
                  <c:v>73.714851379394503</c:v>
                </c:pt>
                <c:pt idx="776">
                  <c:v>72.985755920410199</c:v>
                </c:pt>
                <c:pt idx="777">
                  <c:v>72.569190979003906</c:v>
                </c:pt>
                <c:pt idx="778">
                  <c:v>72.351463317871094</c:v>
                </c:pt>
                <c:pt idx="779">
                  <c:v>72.239677429199205</c:v>
                </c:pt>
                <c:pt idx="780">
                  <c:v>72.182289123535199</c:v>
                </c:pt>
                <c:pt idx="781">
                  <c:v>72.152824401855497</c:v>
                </c:pt>
                <c:pt idx="782">
                  <c:v>72.1376953125</c:v>
                </c:pt>
                <c:pt idx="783">
                  <c:v>72.128334045410199</c:v>
                </c:pt>
                <c:pt idx="784">
                  <c:v>72.115318298339801</c:v>
                </c:pt>
                <c:pt idx="785">
                  <c:v>72.061721801757798</c:v>
                </c:pt>
                <c:pt idx="786">
                  <c:v>72.007171630859403</c:v>
                </c:pt>
                <c:pt idx="787">
                  <c:v>71.899848937988295</c:v>
                </c:pt>
                <c:pt idx="788">
                  <c:v>71.766494750976605</c:v>
                </c:pt>
                <c:pt idx="789">
                  <c:v>71.554336547851605</c:v>
                </c:pt>
                <c:pt idx="790">
                  <c:v>71.425514221191406</c:v>
                </c:pt>
                <c:pt idx="791">
                  <c:v>71.350265502929702</c:v>
                </c:pt>
                <c:pt idx="792">
                  <c:v>71.244865417480497</c:v>
                </c:pt>
                <c:pt idx="793">
                  <c:v>71.041915893554702</c:v>
                </c:pt>
                <c:pt idx="794">
                  <c:v>70.865783691406307</c:v>
                </c:pt>
                <c:pt idx="795">
                  <c:v>70.727378845214801</c:v>
                </c:pt>
                <c:pt idx="796">
                  <c:v>70.644096374511705</c:v>
                </c:pt>
                <c:pt idx="797">
                  <c:v>70.593109130859403</c:v>
                </c:pt>
                <c:pt idx="798">
                  <c:v>70.4901123046875</c:v>
                </c:pt>
                <c:pt idx="799">
                  <c:v>70.2589111328125</c:v>
                </c:pt>
                <c:pt idx="800">
                  <c:v>70.074317932128906</c:v>
                </c:pt>
                <c:pt idx="801">
                  <c:v>69.798995971679702</c:v>
                </c:pt>
                <c:pt idx="802">
                  <c:v>69.561676025390597</c:v>
                </c:pt>
                <c:pt idx="803">
                  <c:v>69.389923095703097</c:v>
                </c:pt>
                <c:pt idx="804">
                  <c:v>69.239967346191406</c:v>
                </c:pt>
                <c:pt idx="805">
                  <c:v>69.127357482910199</c:v>
                </c:pt>
                <c:pt idx="806">
                  <c:v>69.041175842285199</c:v>
                </c:pt>
                <c:pt idx="807">
                  <c:v>68.980209350585895</c:v>
                </c:pt>
                <c:pt idx="808">
                  <c:v>68.944831848144503</c:v>
                </c:pt>
                <c:pt idx="809">
                  <c:v>68.911437988281307</c:v>
                </c:pt>
                <c:pt idx="810">
                  <c:v>68.726753234863295</c:v>
                </c:pt>
                <c:pt idx="811">
                  <c:v>68.553321838378906</c:v>
                </c:pt>
                <c:pt idx="812">
                  <c:v>68.329414367675795</c:v>
                </c:pt>
                <c:pt idx="813">
                  <c:v>68.148658752441406</c:v>
                </c:pt>
                <c:pt idx="814">
                  <c:v>67.989662170410199</c:v>
                </c:pt>
                <c:pt idx="815">
                  <c:v>67.766578674316406</c:v>
                </c:pt>
                <c:pt idx="816">
                  <c:v>67.540832519531307</c:v>
                </c:pt>
                <c:pt idx="817">
                  <c:v>67.416481018066406</c:v>
                </c:pt>
                <c:pt idx="818">
                  <c:v>67.313179016113295</c:v>
                </c:pt>
                <c:pt idx="819">
                  <c:v>67.252845764160199</c:v>
                </c:pt>
                <c:pt idx="820">
                  <c:v>67.179656982421903</c:v>
                </c:pt>
                <c:pt idx="821">
                  <c:v>67.019737243652301</c:v>
                </c:pt>
                <c:pt idx="822">
                  <c:v>66.879623413085895</c:v>
                </c:pt>
                <c:pt idx="823">
                  <c:v>66.668624877929702</c:v>
                </c:pt>
                <c:pt idx="824">
                  <c:v>66.522361755371094</c:v>
                </c:pt>
                <c:pt idx="825">
                  <c:v>66.331970214843807</c:v>
                </c:pt>
                <c:pt idx="826">
                  <c:v>66.164329528808594</c:v>
                </c:pt>
                <c:pt idx="827">
                  <c:v>66.398757934570298</c:v>
                </c:pt>
                <c:pt idx="828">
                  <c:v>66.443679809570298</c:v>
                </c:pt>
                <c:pt idx="829">
                  <c:v>66.479476928710895</c:v>
                </c:pt>
                <c:pt idx="830">
                  <c:v>66.661712646484403</c:v>
                </c:pt>
                <c:pt idx="831">
                  <c:v>66.598648071289105</c:v>
                </c:pt>
                <c:pt idx="832">
                  <c:v>66.450492858886705</c:v>
                </c:pt>
                <c:pt idx="833">
                  <c:v>66.256614685058594</c:v>
                </c:pt>
                <c:pt idx="834">
                  <c:v>66.179763793945298</c:v>
                </c:pt>
                <c:pt idx="835">
                  <c:v>66.167869567871094</c:v>
                </c:pt>
                <c:pt idx="836">
                  <c:v>65.988082885742202</c:v>
                </c:pt>
                <c:pt idx="837">
                  <c:v>65.8330078125</c:v>
                </c:pt>
                <c:pt idx="838">
                  <c:v>65.749496459960895</c:v>
                </c:pt>
                <c:pt idx="839">
                  <c:v>65.677024841308594</c:v>
                </c:pt>
                <c:pt idx="840">
                  <c:v>65.675041198730497</c:v>
                </c:pt>
                <c:pt idx="841">
                  <c:v>65.659065246582003</c:v>
                </c:pt>
                <c:pt idx="842">
                  <c:v>65.624404907226605</c:v>
                </c:pt>
                <c:pt idx="843">
                  <c:v>65.606613159179702</c:v>
                </c:pt>
                <c:pt idx="844">
                  <c:v>65.597480773925795</c:v>
                </c:pt>
                <c:pt idx="845">
                  <c:v>65.592788696289105</c:v>
                </c:pt>
                <c:pt idx="846">
                  <c:v>65.587852478027301</c:v>
                </c:pt>
                <c:pt idx="847">
                  <c:v>65.585723876953097</c:v>
                </c:pt>
                <c:pt idx="848">
                  <c:v>65.584815979003906</c:v>
                </c:pt>
                <c:pt idx="849">
                  <c:v>65.582908630371094</c:v>
                </c:pt>
                <c:pt idx="850">
                  <c:v>65.580718994140597</c:v>
                </c:pt>
                <c:pt idx="851">
                  <c:v>65.5810546875</c:v>
                </c:pt>
                <c:pt idx="852">
                  <c:v>65.575500488281307</c:v>
                </c:pt>
                <c:pt idx="853">
                  <c:v>65.536605834960895</c:v>
                </c:pt>
                <c:pt idx="854">
                  <c:v>65.505622863769503</c:v>
                </c:pt>
                <c:pt idx="855">
                  <c:v>65.460014343261705</c:v>
                </c:pt>
                <c:pt idx="856">
                  <c:v>65.356697082519503</c:v>
                </c:pt>
                <c:pt idx="857">
                  <c:v>65.257408142089801</c:v>
                </c:pt>
                <c:pt idx="858">
                  <c:v>65.093231201171903</c:v>
                </c:pt>
                <c:pt idx="859">
                  <c:v>64.9888916015625</c:v>
                </c:pt>
                <c:pt idx="860">
                  <c:v>64.916786193847699</c:v>
                </c:pt>
                <c:pt idx="861">
                  <c:v>64.854766845703097</c:v>
                </c:pt>
                <c:pt idx="862">
                  <c:v>64.726341247558594</c:v>
                </c:pt>
                <c:pt idx="863">
                  <c:v>64.5584716796875</c:v>
                </c:pt>
                <c:pt idx="864">
                  <c:v>64.431297302246094</c:v>
                </c:pt>
                <c:pt idx="865">
                  <c:v>64.313293457031307</c:v>
                </c:pt>
                <c:pt idx="866">
                  <c:v>64.209068298339801</c:v>
                </c:pt>
                <c:pt idx="867">
                  <c:v>64.137458801269503</c:v>
                </c:pt>
                <c:pt idx="868">
                  <c:v>64.083976745605497</c:v>
                </c:pt>
                <c:pt idx="869">
                  <c:v>64.042236328125</c:v>
                </c:pt>
                <c:pt idx="870">
                  <c:v>64.017082214355497</c:v>
                </c:pt>
                <c:pt idx="871">
                  <c:v>64.002899169921903</c:v>
                </c:pt>
                <c:pt idx="872">
                  <c:v>63.974876403808601</c:v>
                </c:pt>
                <c:pt idx="873">
                  <c:v>63.778400421142599</c:v>
                </c:pt>
                <c:pt idx="874">
                  <c:v>63.518199920654297</c:v>
                </c:pt>
                <c:pt idx="875">
                  <c:v>63.370449066162102</c:v>
                </c:pt>
                <c:pt idx="876">
                  <c:v>63.286094665527301</c:v>
                </c:pt>
                <c:pt idx="877">
                  <c:v>63.158973693847699</c:v>
                </c:pt>
                <c:pt idx="878">
                  <c:v>63.021190643310597</c:v>
                </c:pt>
                <c:pt idx="879">
                  <c:v>62.935634613037102</c:v>
                </c:pt>
                <c:pt idx="880">
                  <c:v>62.783126831054702</c:v>
                </c:pt>
                <c:pt idx="881">
                  <c:v>62.668601989746101</c:v>
                </c:pt>
                <c:pt idx="882">
                  <c:v>62.603996276855497</c:v>
                </c:pt>
                <c:pt idx="883">
                  <c:v>62.552146911621101</c:v>
                </c:pt>
                <c:pt idx="884">
                  <c:v>62.499771118164098</c:v>
                </c:pt>
                <c:pt idx="885">
                  <c:v>62.469799041748097</c:v>
                </c:pt>
                <c:pt idx="886">
                  <c:v>62.4647407531738</c:v>
                </c:pt>
                <c:pt idx="887">
                  <c:v>62.463897705078097</c:v>
                </c:pt>
                <c:pt idx="888">
                  <c:v>62.459014892578097</c:v>
                </c:pt>
                <c:pt idx="889">
                  <c:v>62.4536323547363</c:v>
                </c:pt>
                <c:pt idx="890">
                  <c:v>62.440723419189503</c:v>
                </c:pt>
                <c:pt idx="891">
                  <c:v>62.459049224853501</c:v>
                </c:pt>
                <c:pt idx="892">
                  <c:v>62.445262908935597</c:v>
                </c:pt>
                <c:pt idx="893">
                  <c:v>62.378757476806598</c:v>
                </c:pt>
                <c:pt idx="894">
                  <c:v>62.322017669677699</c:v>
                </c:pt>
                <c:pt idx="895">
                  <c:v>62.461345672607401</c:v>
                </c:pt>
                <c:pt idx="896">
                  <c:v>62.514110565185597</c:v>
                </c:pt>
                <c:pt idx="897">
                  <c:v>62.573051452636697</c:v>
                </c:pt>
                <c:pt idx="898">
                  <c:v>62.653575897216797</c:v>
                </c:pt>
                <c:pt idx="899">
                  <c:v>62.805698394775398</c:v>
                </c:pt>
                <c:pt idx="900">
                  <c:v>62.992301940917997</c:v>
                </c:pt>
                <c:pt idx="901">
                  <c:v>63.157466888427699</c:v>
                </c:pt>
                <c:pt idx="902">
                  <c:v>63.486522674560597</c:v>
                </c:pt>
                <c:pt idx="903">
                  <c:v>63.873218536377003</c:v>
                </c:pt>
                <c:pt idx="904">
                  <c:v>64.163833618164105</c:v>
                </c:pt>
                <c:pt idx="905">
                  <c:v>64.467185974121094</c:v>
                </c:pt>
                <c:pt idx="906">
                  <c:v>64.700134277343807</c:v>
                </c:pt>
                <c:pt idx="907">
                  <c:v>64.940139770507798</c:v>
                </c:pt>
                <c:pt idx="908">
                  <c:v>65.054519653320298</c:v>
                </c:pt>
                <c:pt idx="909">
                  <c:v>65.259056091308594</c:v>
                </c:pt>
                <c:pt idx="910">
                  <c:v>65.418647766113295</c:v>
                </c:pt>
                <c:pt idx="911">
                  <c:v>65.497154235839801</c:v>
                </c:pt>
                <c:pt idx="912">
                  <c:v>65.531005859375</c:v>
                </c:pt>
                <c:pt idx="913">
                  <c:v>65.553245544433594</c:v>
                </c:pt>
                <c:pt idx="914">
                  <c:v>65.569229125976605</c:v>
                </c:pt>
                <c:pt idx="915">
                  <c:v>65.5775146484375</c:v>
                </c:pt>
                <c:pt idx="916">
                  <c:v>65.582115173339801</c:v>
                </c:pt>
                <c:pt idx="917">
                  <c:v>65.583244323730497</c:v>
                </c:pt>
                <c:pt idx="918">
                  <c:v>65.584251403808594</c:v>
                </c:pt>
                <c:pt idx="919">
                  <c:v>65.585998535156307</c:v>
                </c:pt>
                <c:pt idx="920">
                  <c:v>65.586051940917997</c:v>
                </c:pt>
                <c:pt idx="921">
                  <c:v>65.584381103515597</c:v>
                </c:pt>
                <c:pt idx="922">
                  <c:v>65.582740783691406</c:v>
                </c:pt>
                <c:pt idx="923">
                  <c:v>65.572319030761705</c:v>
                </c:pt>
                <c:pt idx="924">
                  <c:v>65.541694641113295</c:v>
                </c:pt>
                <c:pt idx="925">
                  <c:v>65.436851501464801</c:v>
                </c:pt>
                <c:pt idx="926">
                  <c:v>65.393836975097699</c:v>
                </c:pt>
                <c:pt idx="927">
                  <c:v>65.325401306152301</c:v>
                </c:pt>
                <c:pt idx="928">
                  <c:v>65.180290222167997</c:v>
                </c:pt>
                <c:pt idx="929">
                  <c:v>65.088996887207003</c:v>
                </c:pt>
                <c:pt idx="930">
                  <c:v>64.981643676757798</c:v>
                </c:pt>
                <c:pt idx="931">
                  <c:v>64.9630126953125</c:v>
                </c:pt>
                <c:pt idx="932">
                  <c:v>64.924865722656307</c:v>
                </c:pt>
                <c:pt idx="933">
                  <c:v>64.914054870605497</c:v>
                </c:pt>
                <c:pt idx="934">
                  <c:v>64.790985107421903</c:v>
                </c:pt>
                <c:pt idx="935">
                  <c:v>64.775177001953097</c:v>
                </c:pt>
                <c:pt idx="936">
                  <c:v>64.831642150878906</c:v>
                </c:pt>
                <c:pt idx="937">
                  <c:v>64.767654418945298</c:v>
                </c:pt>
                <c:pt idx="938">
                  <c:v>64.6832275390625</c:v>
                </c:pt>
                <c:pt idx="939">
                  <c:v>64.630714416503906</c:v>
                </c:pt>
                <c:pt idx="940">
                  <c:v>64.550811767578097</c:v>
                </c:pt>
                <c:pt idx="941">
                  <c:v>64.398254394531307</c:v>
                </c:pt>
                <c:pt idx="942">
                  <c:v>64.316238403320298</c:v>
                </c:pt>
                <c:pt idx="943">
                  <c:v>64.217742919921903</c:v>
                </c:pt>
                <c:pt idx="944">
                  <c:v>64.168266296386705</c:v>
                </c:pt>
                <c:pt idx="945">
                  <c:v>64.093292236328097</c:v>
                </c:pt>
                <c:pt idx="946">
                  <c:v>64.020240783691406</c:v>
                </c:pt>
                <c:pt idx="947">
                  <c:v>63.832931518554702</c:v>
                </c:pt>
                <c:pt idx="948">
                  <c:v>63.675876617431598</c:v>
                </c:pt>
                <c:pt idx="949">
                  <c:v>63.482376098632798</c:v>
                </c:pt>
                <c:pt idx="950">
                  <c:v>63.328041076660199</c:v>
                </c:pt>
                <c:pt idx="951">
                  <c:v>63.306015014648402</c:v>
                </c:pt>
                <c:pt idx="952">
                  <c:v>63.168498992919901</c:v>
                </c:pt>
                <c:pt idx="953">
                  <c:v>63.026531219482401</c:v>
                </c:pt>
                <c:pt idx="954">
                  <c:v>62.946884155273402</c:v>
                </c:pt>
                <c:pt idx="955">
                  <c:v>62.820369720458999</c:v>
                </c:pt>
                <c:pt idx="956">
                  <c:v>62.702033996582003</c:v>
                </c:pt>
                <c:pt idx="957">
                  <c:v>62.602092742919901</c:v>
                </c:pt>
                <c:pt idx="958">
                  <c:v>62.498275756835902</c:v>
                </c:pt>
                <c:pt idx="959">
                  <c:v>62.423976898193402</c:v>
                </c:pt>
                <c:pt idx="960">
                  <c:v>62.395957946777301</c:v>
                </c:pt>
                <c:pt idx="961">
                  <c:v>62.288246154785199</c:v>
                </c:pt>
                <c:pt idx="962">
                  <c:v>62.271183013916001</c:v>
                </c:pt>
                <c:pt idx="963">
                  <c:v>62.220954895019503</c:v>
                </c:pt>
                <c:pt idx="964">
                  <c:v>62.108432769775398</c:v>
                </c:pt>
                <c:pt idx="965">
                  <c:v>62.001010894775398</c:v>
                </c:pt>
                <c:pt idx="966">
                  <c:v>62.002754211425803</c:v>
                </c:pt>
                <c:pt idx="967">
                  <c:v>61.9635009765625</c:v>
                </c:pt>
                <c:pt idx="968">
                  <c:v>61.902755737304702</c:v>
                </c:pt>
                <c:pt idx="969">
                  <c:v>61.761940002441399</c:v>
                </c:pt>
                <c:pt idx="970">
                  <c:v>61.736396789550803</c:v>
                </c:pt>
                <c:pt idx="971">
                  <c:v>61.648239135742202</c:v>
                </c:pt>
                <c:pt idx="972">
                  <c:v>61.599498748779297</c:v>
                </c:pt>
                <c:pt idx="973">
                  <c:v>61.595794677734403</c:v>
                </c:pt>
                <c:pt idx="974">
                  <c:v>61.550083160400398</c:v>
                </c:pt>
                <c:pt idx="975">
                  <c:v>61.4986381530762</c:v>
                </c:pt>
                <c:pt idx="976">
                  <c:v>61.496173858642599</c:v>
                </c:pt>
                <c:pt idx="977">
                  <c:v>61.507705688476598</c:v>
                </c:pt>
                <c:pt idx="978">
                  <c:v>61.357257843017599</c:v>
                </c:pt>
                <c:pt idx="979">
                  <c:v>61.224704742431598</c:v>
                </c:pt>
                <c:pt idx="980">
                  <c:v>61.117942810058601</c:v>
                </c:pt>
                <c:pt idx="981">
                  <c:v>61.011756896972699</c:v>
                </c:pt>
                <c:pt idx="982">
                  <c:v>60.870700836181598</c:v>
                </c:pt>
                <c:pt idx="983">
                  <c:v>60.778308868408203</c:v>
                </c:pt>
                <c:pt idx="984">
                  <c:v>60.716831207275398</c:v>
                </c:pt>
                <c:pt idx="985">
                  <c:v>60.653564453125</c:v>
                </c:pt>
                <c:pt idx="986">
                  <c:v>60.605228424072301</c:v>
                </c:pt>
                <c:pt idx="987">
                  <c:v>60.554004669189503</c:v>
                </c:pt>
                <c:pt idx="988">
                  <c:v>60.416328430175803</c:v>
                </c:pt>
                <c:pt idx="989">
                  <c:v>60.308944702148402</c:v>
                </c:pt>
                <c:pt idx="990">
                  <c:v>60.139015197753899</c:v>
                </c:pt>
                <c:pt idx="991">
                  <c:v>60.033054351806598</c:v>
                </c:pt>
                <c:pt idx="992">
                  <c:v>59.618415832519503</c:v>
                </c:pt>
                <c:pt idx="993">
                  <c:v>59.763660430908203</c:v>
                </c:pt>
                <c:pt idx="994">
                  <c:v>59.820068359375</c:v>
                </c:pt>
                <c:pt idx="995">
                  <c:v>59.768314361572301</c:v>
                </c:pt>
                <c:pt idx="996">
                  <c:v>59.659915924072301</c:v>
                </c:pt>
                <c:pt idx="997">
                  <c:v>59.576282501220703</c:v>
                </c:pt>
                <c:pt idx="998">
                  <c:v>59.5147514343262</c:v>
                </c:pt>
                <c:pt idx="999">
                  <c:v>59.489566802978501</c:v>
                </c:pt>
                <c:pt idx="1000">
                  <c:v>59.473495483398402</c:v>
                </c:pt>
                <c:pt idx="1001">
                  <c:v>59.351776123046903</c:v>
                </c:pt>
                <c:pt idx="1002">
                  <c:v>59.176212310791001</c:v>
                </c:pt>
                <c:pt idx="1003">
                  <c:v>59.134487152099602</c:v>
                </c:pt>
                <c:pt idx="1004">
                  <c:v>59.084766387939503</c:v>
                </c:pt>
                <c:pt idx="1005">
                  <c:v>59.060829162597699</c:v>
                </c:pt>
                <c:pt idx="1006">
                  <c:v>59.107986450195298</c:v>
                </c:pt>
                <c:pt idx="1007">
                  <c:v>59.095462799072301</c:v>
                </c:pt>
                <c:pt idx="1008">
                  <c:v>59.072971343994098</c:v>
                </c:pt>
                <c:pt idx="1009">
                  <c:v>59.087989807128899</c:v>
                </c:pt>
                <c:pt idx="1010">
                  <c:v>59.181797027587898</c:v>
                </c:pt>
                <c:pt idx="1011">
                  <c:v>59.230995178222699</c:v>
                </c:pt>
                <c:pt idx="1012">
                  <c:v>59.256832122802699</c:v>
                </c:pt>
                <c:pt idx="1013">
                  <c:v>59.223476409912102</c:v>
                </c:pt>
                <c:pt idx="1014">
                  <c:v>59.2532348632813</c:v>
                </c:pt>
                <c:pt idx="1015">
                  <c:v>59.192417144775398</c:v>
                </c:pt>
                <c:pt idx="1016">
                  <c:v>59.1645698547363</c:v>
                </c:pt>
                <c:pt idx="1017">
                  <c:v>59.119693756103501</c:v>
                </c:pt>
                <c:pt idx="1018">
                  <c:v>59.086490631103501</c:v>
                </c:pt>
                <c:pt idx="1019">
                  <c:v>59.061100006103501</c:v>
                </c:pt>
                <c:pt idx="1020">
                  <c:v>59.006820678710902</c:v>
                </c:pt>
                <c:pt idx="1021">
                  <c:v>58.951930999755902</c:v>
                </c:pt>
                <c:pt idx="1022">
                  <c:v>58.956905364990199</c:v>
                </c:pt>
                <c:pt idx="1023">
                  <c:v>58.906558990478501</c:v>
                </c:pt>
                <c:pt idx="1024">
                  <c:v>58.858402252197301</c:v>
                </c:pt>
                <c:pt idx="1025">
                  <c:v>58.819400787353501</c:v>
                </c:pt>
                <c:pt idx="1026">
                  <c:v>58.803310394287102</c:v>
                </c:pt>
                <c:pt idx="1027">
                  <c:v>58.798145294189503</c:v>
                </c:pt>
                <c:pt idx="1028">
                  <c:v>58.750247955322301</c:v>
                </c:pt>
                <c:pt idx="1029">
                  <c:v>58.672767639160199</c:v>
                </c:pt>
                <c:pt idx="1030">
                  <c:v>58.6069526672363</c:v>
                </c:pt>
                <c:pt idx="1031">
                  <c:v>58.539039611816399</c:v>
                </c:pt>
                <c:pt idx="1032">
                  <c:v>58.494251251220703</c:v>
                </c:pt>
                <c:pt idx="1033">
                  <c:v>58.482723236083999</c:v>
                </c:pt>
                <c:pt idx="1034">
                  <c:v>58.403644561767599</c:v>
                </c:pt>
                <c:pt idx="1035">
                  <c:v>58.336536407470703</c:v>
                </c:pt>
                <c:pt idx="1036">
                  <c:v>58.300037384033203</c:v>
                </c:pt>
                <c:pt idx="1037">
                  <c:v>58.248802185058601</c:v>
                </c:pt>
                <c:pt idx="1038">
                  <c:v>58.216281890869098</c:v>
                </c:pt>
                <c:pt idx="1039">
                  <c:v>58.195041656494098</c:v>
                </c:pt>
                <c:pt idx="1040">
                  <c:v>58.088432312011697</c:v>
                </c:pt>
                <c:pt idx="1041">
                  <c:v>58.006092071533203</c:v>
                </c:pt>
                <c:pt idx="1042">
                  <c:v>57.9293823242188</c:v>
                </c:pt>
                <c:pt idx="1043">
                  <c:v>57.842849731445298</c:v>
                </c:pt>
                <c:pt idx="1044">
                  <c:v>57.761486053466797</c:v>
                </c:pt>
                <c:pt idx="1045">
                  <c:v>57.6926460266113</c:v>
                </c:pt>
                <c:pt idx="1046">
                  <c:v>57.627098083496101</c:v>
                </c:pt>
                <c:pt idx="1047">
                  <c:v>57.564544677734403</c:v>
                </c:pt>
                <c:pt idx="1048">
                  <c:v>57.561923980712898</c:v>
                </c:pt>
                <c:pt idx="1049">
                  <c:v>57.558109283447301</c:v>
                </c:pt>
                <c:pt idx="1050">
                  <c:v>57.542484283447301</c:v>
                </c:pt>
                <c:pt idx="1051">
                  <c:v>57.512126922607401</c:v>
                </c:pt>
                <c:pt idx="1052">
                  <c:v>57.502517700195298</c:v>
                </c:pt>
                <c:pt idx="1053">
                  <c:v>57.495193481445298</c:v>
                </c:pt>
                <c:pt idx="1054">
                  <c:v>57.502006530761697</c:v>
                </c:pt>
                <c:pt idx="1055">
                  <c:v>57.494644165039098</c:v>
                </c:pt>
                <c:pt idx="1056">
                  <c:v>57.493568420410199</c:v>
                </c:pt>
                <c:pt idx="1057">
                  <c:v>57.494953155517599</c:v>
                </c:pt>
                <c:pt idx="1058">
                  <c:v>57.491683959960902</c:v>
                </c:pt>
                <c:pt idx="1059">
                  <c:v>57.460739135742202</c:v>
                </c:pt>
                <c:pt idx="1060">
                  <c:v>57.444534301757798</c:v>
                </c:pt>
                <c:pt idx="1061">
                  <c:v>57.459030151367202</c:v>
                </c:pt>
                <c:pt idx="1062">
                  <c:v>57.4629936218262</c:v>
                </c:pt>
                <c:pt idx="1063">
                  <c:v>57.504962921142599</c:v>
                </c:pt>
                <c:pt idx="1064">
                  <c:v>57.558021545410199</c:v>
                </c:pt>
                <c:pt idx="1065">
                  <c:v>57.562629699707003</c:v>
                </c:pt>
                <c:pt idx="1066">
                  <c:v>57.581951141357401</c:v>
                </c:pt>
                <c:pt idx="1067">
                  <c:v>57.582496643066399</c:v>
                </c:pt>
                <c:pt idx="1068">
                  <c:v>57.585922241210902</c:v>
                </c:pt>
                <c:pt idx="1069">
                  <c:v>57.600715637207003</c:v>
                </c:pt>
                <c:pt idx="1070">
                  <c:v>57.587490081787102</c:v>
                </c:pt>
                <c:pt idx="1071">
                  <c:v>57.574520111083999</c:v>
                </c:pt>
                <c:pt idx="1072">
                  <c:v>57.548423767089801</c:v>
                </c:pt>
                <c:pt idx="1073">
                  <c:v>57.529911041259801</c:v>
                </c:pt>
                <c:pt idx="1074">
                  <c:v>57.524669647216797</c:v>
                </c:pt>
                <c:pt idx="1075">
                  <c:v>57.5228271484375</c:v>
                </c:pt>
                <c:pt idx="1076">
                  <c:v>57.512622833252003</c:v>
                </c:pt>
                <c:pt idx="1077">
                  <c:v>57.504909515380902</c:v>
                </c:pt>
                <c:pt idx="1078">
                  <c:v>57.4886665344238</c:v>
                </c:pt>
                <c:pt idx="1079">
                  <c:v>57.463047027587898</c:v>
                </c:pt>
                <c:pt idx="1080">
                  <c:v>57.438831329345703</c:v>
                </c:pt>
                <c:pt idx="1081">
                  <c:v>57.445064544677699</c:v>
                </c:pt>
                <c:pt idx="1082">
                  <c:v>57.395694732666001</c:v>
                </c:pt>
                <c:pt idx="1083">
                  <c:v>57.325393676757798</c:v>
                </c:pt>
                <c:pt idx="1084">
                  <c:v>57.287887573242202</c:v>
                </c:pt>
                <c:pt idx="1085">
                  <c:v>57.212703704833999</c:v>
                </c:pt>
                <c:pt idx="1086">
                  <c:v>56.982688903808601</c:v>
                </c:pt>
                <c:pt idx="1087">
                  <c:v>56.9293212890625</c:v>
                </c:pt>
                <c:pt idx="1088">
                  <c:v>56.866600036621101</c:v>
                </c:pt>
                <c:pt idx="1089">
                  <c:v>56.746818542480497</c:v>
                </c:pt>
                <c:pt idx="1090">
                  <c:v>56.682170867919901</c:v>
                </c:pt>
                <c:pt idx="1091">
                  <c:v>56.670616149902301</c:v>
                </c:pt>
                <c:pt idx="1092">
                  <c:v>56.674293518066399</c:v>
                </c:pt>
                <c:pt idx="1093">
                  <c:v>56.518146514892599</c:v>
                </c:pt>
                <c:pt idx="1094">
                  <c:v>56.398872375488303</c:v>
                </c:pt>
                <c:pt idx="1095">
                  <c:v>56.332973480224602</c:v>
                </c:pt>
                <c:pt idx="1096">
                  <c:v>56.270198822021499</c:v>
                </c:pt>
                <c:pt idx="1097">
                  <c:v>56.3043022155762</c:v>
                </c:pt>
                <c:pt idx="1098">
                  <c:v>56.254066467285199</c:v>
                </c:pt>
                <c:pt idx="1099">
                  <c:v>56.242454528808601</c:v>
                </c:pt>
                <c:pt idx="1100">
                  <c:v>56.2264595031738</c:v>
                </c:pt>
                <c:pt idx="1101">
                  <c:v>56.172157287597699</c:v>
                </c:pt>
                <c:pt idx="1102">
                  <c:v>56.148120880127003</c:v>
                </c:pt>
                <c:pt idx="1103">
                  <c:v>56.0825004577637</c:v>
                </c:pt>
                <c:pt idx="1104">
                  <c:v>56.066844940185597</c:v>
                </c:pt>
                <c:pt idx="1105">
                  <c:v>56.045181274414098</c:v>
                </c:pt>
                <c:pt idx="1106">
                  <c:v>56.074760437011697</c:v>
                </c:pt>
                <c:pt idx="1107">
                  <c:v>56.1119384765625</c:v>
                </c:pt>
                <c:pt idx="1108">
                  <c:v>56.129341125488303</c:v>
                </c:pt>
                <c:pt idx="1109">
                  <c:v>56.195198059082003</c:v>
                </c:pt>
                <c:pt idx="1110">
                  <c:v>56.208690643310597</c:v>
                </c:pt>
                <c:pt idx="1111">
                  <c:v>56.250492095947301</c:v>
                </c:pt>
                <c:pt idx="1112">
                  <c:v>56.254589080810597</c:v>
                </c:pt>
                <c:pt idx="1113">
                  <c:v>56.260852813720703</c:v>
                </c:pt>
                <c:pt idx="1114">
                  <c:v>56.241996765136697</c:v>
                </c:pt>
                <c:pt idx="1115">
                  <c:v>56.217655181884801</c:v>
                </c:pt>
                <c:pt idx="1116">
                  <c:v>56.296142578125</c:v>
                </c:pt>
                <c:pt idx="1117">
                  <c:v>56.304519653320298</c:v>
                </c:pt>
                <c:pt idx="1118">
                  <c:v>56.277072906494098</c:v>
                </c:pt>
                <c:pt idx="1119">
                  <c:v>56.221134185791001</c:v>
                </c:pt>
                <c:pt idx="1120">
                  <c:v>56.238807678222699</c:v>
                </c:pt>
                <c:pt idx="1121">
                  <c:v>56.223190307617202</c:v>
                </c:pt>
                <c:pt idx="1122">
                  <c:v>56.221954345703097</c:v>
                </c:pt>
                <c:pt idx="1123">
                  <c:v>56.295372009277301</c:v>
                </c:pt>
                <c:pt idx="1124">
                  <c:v>56.276809692382798</c:v>
                </c:pt>
                <c:pt idx="1125">
                  <c:v>56.23291015625</c:v>
                </c:pt>
                <c:pt idx="1126">
                  <c:v>56.218406677246101</c:v>
                </c:pt>
                <c:pt idx="1127">
                  <c:v>56.192298889160199</c:v>
                </c:pt>
                <c:pt idx="1128">
                  <c:v>56.182350158691399</c:v>
                </c:pt>
                <c:pt idx="1129">
                  <c:v>56.188686370849602</c:v>
                </c:pt>
                <c:pt idx="1130">
                  <c:v>56.186702728271499</c:v>
                </c:pt>
                <c:pt idx="1131">
                  <c:v>56.1928520202637</c:v>
                </c:pt>
                <c:pt idx="1132">
                  <c:v>56.190769195556598</c:v>
                </c:pt>
                <c:pt idx="1133">
                  <c:v>56.171485900878899</c:v>
                </c:pt>
                <c:pt idx="1134">
                  <c:v>56.171115875244098</c:v>
                </c:pt>
                <c:pt idx="1135">
                  <c:v>56.103179931640597</c:v>
                </c:pt>
                <c:pt idx="1136">
                  <c:v>56.056423187255902</c:v>
                </c:pt>
                <c:pt idx="1137">
                  <c:v>56.051433563232401</c:v>
                </c:pt>
                <c:pt idx="1138">
                  <c:v>56.099399566650398</c:v>
                </c:pt>
                <c:pt idx="1139">
                  <c:v>56.063678741455099</c:v>
                </c:pt>
                <c:pt idx="1140">
                  <c:v>56.095161437988303</c:v>
                </c:pt>
                <c:pt idx="1141">
                  <c:v>56.138393402099602</c:v>
                </c:pt>
                <c:pt idx="1142">
                  <c:v>56.078968048095703</c:v>
                </c:pt>
                <c:pt idx="1143">
                  <c:v>56.017078399658203</c:v>
                </c:pt>
                <c:pt idx="1144">
                  <c:v>56.132328033447301</c:v>
                </c:pt>
                <c:pt idx="1145">
                  <c:v>56.140323638916001</c:v>
                </c:pt>
                <c:pt idx="1146">
                  <c:v>56.341510772705099</c:v>
                </c:pt>
                <c:pt idx="1147">
                  <c:v>56.290031433105497</c:v>
                </c:pt>
                <c:pt idx="1148">
                  <c:v>56.253818511962898</c:v>
                </c:pt>
                <c:pt idx="1149">
                  <c:v>56.339744567871101</c:v>
                </c:pt>
                <c:pt idx="1150">
                  <c:v>56.665023803710902</c:v>
                </c:pt>
                <c:pt idx="1151">
                  <c:v>56.883518218994098</c:v>
                </c:pt>
                <c:pt idx="1152">
                  <c:v>57.082897186279297</c:v>
                </c:pt>
                <c:pt idx="1153">
                  <c:v>56.983997344970703</c:v>
                </c:pt>
                <c:pt idx="1154">
                  <c:v>57.5015258789063</c:v>
                </c:pt>
                <c:pt idx="1155">
                  <c:v>58.041114807128899</c:v>
                </c:pt>
                <c:pt idx="1156">
                  <c:v>57.970584869384801</c:v>
                </c:pt>
                <c:pt idx="1157">
                  <c:v>58.365261077880902</c:v>
                </c:pt>
                <c:pt idx="1158">
                  <c:v>58.888111114502003</c:v>
                </c:pt>
                <c:pt idx="1159">
                  <c:v>59.162590026855497</c:v>
                </c:pt>
                <c:pt idx="1160">
                  <c:v>59.350978851318402</c:v>
                </c:pt>
                <c:pt idx="1161">
                  <c:v>59.875980377197301</c:v>
                </c:pt>
                <c:pt idx="1162">
                  <c:v>60.261009216308601</c:v>
                </c:pt>
                <c:pt idx="1163">
                  <c:v>60.922477722167997</c:v>
                </c:pt>
                <c:pt idx="1164">
                  <c:v>61.200313568115199</c:v>
                </c:pt>
                <c:pt idx="1165">
                  <c:v>61.5642280578613</c:v>
                </c:pt>
                <c:pt idx="1166">
                  <c:v>62.446369171142599</c:v>
                </c:pt>
                <c:pt idx="1167">
                  <c:v>63.027309417724602</c:v>
                </c:pt>
                <c:pt idx="1168">
                  <c:v>63.706348419189503</c:v>
                </c:pt>
                <c:pt idx="1169">
                  <c:v>64.188697814941406</c:v>
                </c:pt>
                <c:pt idx="1170">
                  <c:v>64.708770751953097</c:v>
                </c:pt>
                <c:pt idx="1171">
                  <c:v>64.897537231445298</c:v>
                </c:pt>
                <c:pt idx="1172">
                  <c:v>65.167762756347699</c:v>
                </c:pt>
                <c:pt idx="1173">
                  <c:v>65.315246582031307</c:v>
                </c:pt>
                <c:pt idx="1174">
                  <c:v>65.447891235351605</c:v>
                </c:pt>
                <c:pt idx="1175">
                  <c:v>65.531425476074205</c:v>
                </c:pt>
                <c:pt idx="1176">
                  <c:v>65.725837707519503</c:v>
                </c:pt>
                <c:pt idx="1177">
                  <c:v>66.581565856933594</c:v>
                </c:pt>
                <c:pt idx="1178">
                  <c:v>67.209129333496094</c:v>
                </c:pt>
                <c:pt idx="1179">
                  <c:v>67.6153564453125</c:v>
                </c:pt>
                <c:pt idx="1180">
                  <c:v>68.158035278320298</c:v>
                </c:pt>
                <c:pt idx="1181">
                  <c:v>68.894340515136705</c:v>
                </c:pt>
                <c:pt idx="1182">
                  <c:v>69.476020812988295</c:v>
                </c:pt>
                <c:pt idx="1183">
                  <c:v>69.871643066406307</c:v>
                </c:pt>
                <c:pt idx="1184">
                  <c:v>70.268394470214801</c:v>
                </c:pt>
                <c:pt idx="1185">
                  <c:v>70.454666137695298</c:v>
                </c:pt>
                <c:pt idx="1186">
                  <c:v>70.647888183593807</c:v>
                </c:pt>
                <c:pt idx="1187">
                  <c:v>70.987495422363295</c:v>
                </c:pt>
                <c:pt idx="1188">
                  <c:v>71.191131591796903</c:v>
                </c:pt>
                <c:pt idx="1189">
                  <c:v>71.302528381347699</c:v>
                </c:pt>
                <c:pt idx="1190">
                  <c:v>71.358406066894503</c:v>
                </c:pt>
                <c:pt idx="1191">
                  <c:v>71.422569274902301</c:v>
                </c:pt>
                <c:pt idx="1192">
                  <c:v>71.48974609375</c:v>
                </c:pt>
                <c:pt idx="1193">
                  <c:v>71.479476928710895</c:v>
                </c:pt>
                <c:pt idx="1194">
                  <c:v>71.500282287597699</c:v>
                </c:pt>
                <c:pt idx="1195">
                  <c:v>71.468452453613295</c:v>
                </c:pt>
                <c:pt idx="1196">
                  <c:v>71.459716796875</c:v>
                </c:pt>
                <c:pt idx="1197">
                  <c:v>71.424461364746094</c:v>
                </c:pt>
                <c:pt idx="1198">
                  <c:v>71.390220642089801</c:v>
                </c:pt>
                <c:pt idx="1199">
                  <c:v>71.381462097167997</c:v>
                </c:pt>
                <c:pt idx="1200">
                  <c:v>71.273063659667997</c:v>
                </c:pt>
                <c:pt idx="1201">
                  <c:v>71.1865234375</c:v>
                </c:pt>
                <c:pt idx="1202">
                  <c:v>71.185043334960895</c:v>
                </c:pt>
                <c:pt idx="1203">
                  <c:v>71.151947021484403</c:v>
                </c:pt>
                <c:pt idx="1204">
                  <c:v>71.085960388183594</c:v>
                </c:pt>
                <c:pt idx="1205">
                  <c:v>71.077735900878906</c:v>
                </c:pt>
                <c:pt idx="1206">
                  <c:v>71.074600219726605</c:v>
                </c:pt>
                <c:pt idx="1207">
                  <c:v>71.082382202148395</c:v>
                </c:pt>
                <c:pt idx="1208">
                  <c:v>71.262031555175795</c:v>
                </c:pt>
                <c:pt idx="1209">
                  <c:v>71.560165405273395</c:v>
                </c:pt>
                <c:pt idx="1210">
                  <c:v>71.619522094726605</c:v>
                </c:pt>
                <c:pt idx="1211">
                  <c:v>71.725898742675795</c:v>
                </c:pt>
                <c:pt idx="1212">
                  <c:v>71.802566528320298</c:v>
                </c:pt>
                <c:pt idx="1213">
                  <c:v>71.904815673828097</c:v>
                </c:pt>
                <c:pt idx="1214">
                  <c:v>71.920600891113295</c:v>
                </c:pt>
                <c:pt idx="1215">
                  <c:v>71.961830139160199</c:v>
                </c:pt>
                <c:pt idx="1216">
                  <c:v>71.968719482421903</c:v>
                </c:pt>
                <c:pt idx="1217">
                  <c:v>71.965362548828097</c:v>
                </c:pt>
                <c:pt idx="1218">
                  <c:v>71.975059509277301</c:v>
                </c:pt>
                <c:pt idx="1219">
                  <c:v>72.024955749511705</c:v>
                </c:pt>
                <c:pt idx="1220">
                  <c:v>72.056221008300795</c:v>
                </c:pt>
                <c:pt idx="1221">
                  <c:v>72.084861755371094</c:v>
                </c:pt>
                <c:pt idx="1222">
                  <c:v>72.088584899902301</c:v>
                </c:pt>
                <c:pt idx="1223">
                  <c:v>72.075912475585895</c:v>
                </c:pt>
                <c:pt idx="1224">
                  <c:v>72.0938720703125</c:v>
                </c:pt>
                <c:pt idx="1225">
                  <c:v>72.038024902343807</c:v>
                </c:pt>
                <c:pt idx="1226">
                  <c:v>72.016288757324205</c:v>
                </c:pt>
                <c:pt idx="1227">
                  <c:v>71.949127197265597</c:v>
                </c:pt>
                <c:pt idx="1228">
                  <c:v>72.001739501953097</c:v>
                </c:pt>
                <c:pt idx="1229">
                  <c:v>72.059265136718807</c:v>
                </c:pt>
                <c:pt idx="1230">
                  <c:v>72.089660644531307</c:v>
                </c:pt>
                <c:pt idx="1231">
                  <c:v>72.105262756347699</c:v>
                </c:pt>
                <c:pt idx="1232">
                  <c:v>72.378532409667997</c:v>
                </c:pt>
                <c:pt idx="1233">
                  <c:v>73.139305114746094</c:v>
                </c:pt>
                <c:pt idx="1234">
                  <c:v>73.874725341796903</c:v>
                </c:pt>
                <c:pt idx="1235">
                  <c:v>74.520675659179702</c:v>
                </c:pt>
                <c:pt idx="1236">
                  <c:v>74.779045104980497</c:v>
                </c:pt>
                <c:pt idx="1237">
                  <c:v>75.0416259765625</c:v>
                </c:pt>
                <c:pt idx="1238">
                  <c:v>75.244285583496094</c:v>
                </c:pt>
                <c:pt idx="1239">
                  <c:v>75.404312133789105</c:v>
                </c:pt>
                <c:pt idx="1240">
                  <c:v>75.476600646972699</c:v>
                </c:pt>
                <c:pt idx="1241">
                  <c:v>75.648933410644503</c:v>
                </c:pt>
                <c:pt idx="1242">
                  <c:v>75.821762084960895</c:v>
                </c:pt>
                <c:pt idx="1243">
                  <c:v>75.814628601074205</c:v>
                </c:pt>
                <c:pt idx="1244">
                  <c:v>75.938362121582003</c:v>
                </c:pt>
                <c:pt idx="1245">
                  <c:v>76.005966186523395</c:v>
                </c:pt>
                <c:pt idx="1246">
                  <c:v>76.092247009277301</c:v>
                </c:pt>
                <c:pt idx="1247">
                  <c:v>76.205894470214801</c:v>
                </c:pt>
                <c:pt idx="1248">
                  <c:v>76.196418762207003</c:v>
                </c:pt>
                <c:pt idx="1249">
                  <c:v>76.261543273925795</c:v>
                </c:pt>
                <c:pt idx="1250">
                  <c:v>76.375404357910199</c:v>
                </c:pt>
                <c:pt idx="1251">
                  <c:v>76.365280151367202</c:v>
                </c:pt>
                <c:pt idx="1252">
                  <c:v>76.657272338867202</c:v>
                </c:pt>
                <c:pt idx="1253">
                  <c:v>76.880043029785199</c:v>
                </c:pt>
                <c:pt idx="1254">
                  <c:v>77.120597839355497</c:v>
                </c:pt>
                <c:pt idx="1255">
                  <c:v>77.833053588867202</c:v>
                </c:pt>
                <c:pt idx="1256">
                  <c:v>78.258140563964801</c:v>
                </c:pt>
                <c:pt idx="1257">
                  <c:v>78.476387023925795</c:v>
                </c:pt>
                <c:pt idx="1258">
                  <c:v>78.588432312011705</c:v>
                </c:pt>
                <c:pt idx="1259">
                  <c:v>78.645965576171903</c:v>
                </c:pt>
                <c:pt idx="1260">
                  <c:v>78.684478759765597</c:v>
                </c:pt>
                <c:pt idx="1261">
                  <c:v>78.702400207519503</c:v>
                </c:pt>
                <c:pt idx="1262">
                  <c:v>78.723106384277301</c:v>
                </c:pt>
                <c:pt idx="1263">
                  <c:v>78.772987365722699</c:v>
                </c:pt>
                <c:pt idx="1264">
                  <c:v>78.895782470703097</c:v>
                </c:pt>
                <c:pt idx="1265">
                  <c:v>78.980476379394503</c:v>
                </c:pt>
                <c:pt idx="1266">
                  <c:v>79.162986755371094</c:v>
                </c:pt>
                <c:pt idx="1267">
                  <c:v>79.224800109863295</c:v>
                </c:pt>
                <c:pt idx="1268">
                  <c:v>79.2373046875</c:v>
                </c:pt>
                <c:pt idx="1269">
                  <c:v>79.276542663574205</c:v>
                </c:pt>
                <c:pt idx="1270">
                  <c:v>79.382545471191406</c:v>
                </c:pt>
                <c:pt idx="1271">
                  <c:v>79.451202392578097</c:v>
                </c:pt>
                <c:pt idx="1272">
                  <c:v>79.488693237304702</c:v>
                </c:pt>
                <c:pt idx="1273">
                  <c:v>79.469261169433594</c:v>
                </c:pt>
                <c:pt idx="1274">
                  <c:v>79.381370544433594</c:v>
                </c:pt>
                <c:pt idx="1275">
                  <c:v>79.335433959960895</c:v>
                </c:pt>
                <c:pt idx="1276">
                  <c:v>79.638565063476605</c:v>
                </c:pt>
                <c:pt idx="1277">
                  <c:v>79.823562622070298</c:v>
                </c:pt>
                <c:pt idx="1278">
                  <c:v>80.001670837402301</c:v>
                </c:pt>
                <c:pt idx="1279">
                  <c:v>80.131568908691406</c:v>
                </c:pt>
                <c:pt idx="1280">
                  <c:v>80.193367004394503</c:v>
                </c:pt>
                <c:pt idx="1281">
                  <c:v>80.232620239257798</c:v>
                </c:pt>
                <c:pt idx="1282">
                  <c:v>80.273414611816406</c:v>
                </c:pt>
                <c:pt idx="1283">
                  <c:v>80.281044006347699</c:v>
                </c:pt>
                <c:pt idx="1284">
                  <c:v>80.288719177246094</c:v>
                </c:pt>
                <c:pt idx="1285">
                  <c:v>80.307479858398395</c:v>
                </c:pt>
                <c:pt idx="1286">
                  <c:v>80.307189941406307</c:v>
                </c:pt>
                <c:pt idx="1287">
                  <c:v>80.291091918945298</c:v>
                </c:pt>
                <c:pt idx="1288">
                  <c:v>80.331428527832003</c:v>
                </c:pt>
                <c:pt idx="1289">
                  <c:v>80.3160400390625</c:v>
                </c:pt>
                <c:pt idx="1290">
                  <c:v>80.2769775390625</c:v>
                </c:pt>
                <c:pt idx="1291">
                  <c:v>80.261550903320298</c:v>
                </c:pt>
                <c:pt idx="1292">
                  <c:v>80.273750305175795</c:v>
                </c:pt>
                <c:pt idx="1293">
                  <c:v>80.280578613281307</c:v>
                </c:pt>
                <c:pt idx="1294">
                  <c:v>80.301551818847699</c:v>
                </c:pt>
                <c:pt idx="1295">
                  <c:v>80.344497680664105</c:v>
                </c:pt>
                <c:pt idx="1296">
                  <c:v>80.469909667968807</c:v>
                </c:pt>
                <c:pt idx="1297">
                  <c:v>80.671249389648395</c:v>
                </c:pt>
                <c:pt idx="1298">
                  <c:v>80.843101501464801</c:v>
                </c:pt>
                <c:pt idx="1299">
                  <c:v>80.854026794433594</c:v>
                </c:pt>
                <c:pt idx="1300">
                  <c:v>80.960197448730497</c:v>
                </c:pt>
                <c:pt idx="1301">
                  <c:v>80.798820495605497</c:v>
                </c:pt>
                <c:pt idx="1302">
                  <c:v>80.609535217285199</c:v>
                </c:pt>
                <c:pt idx="1303">
                  <c:v>80.704765319824205</c:v>
                </c:pt>
                <c:pt idx="1304">
                  <c:v>80.562995910644503</c:v>
                </c:pt>
                <c:pt idx="1305">
                  <c:v>80.477432250976605</c:v>
                </c:pt>
                <c:pt idx="1306">
                  <c:v>80.547370910644503</c:v>
                </c:pt>
                <c:pt idx="1307">
                  <c:v>80.608856201171903</c:v>
                </c:pt>
                <c:pt idx="1308">
                  <c:v>80.568611145019503</c:v>
                </c:pt>
                <c:pt idx="1309">
                  <c:v>80.655296325683594</c:v>
                </c:pt>
                <c:pt idx="1310">
                  <c:v>80.673202514648395</c:v>
                </c:pt>
                <c:pt idx="1311">
                  <c:v>80.557067871093807</c:v>
                </c:pt>
                <c:pt idx="1312">
                  <c:v>80.662414550781307</c:v>
                </c:pt>
                <c:pt idx="1313">
                  <c:v>80.642356872558594</c:v>
                </c:pt>
                <c:pt idx="1314">
                  <c:v>80.679130554199205</c:v>
                </c:pt>
                <c:pt idx="1315">
                  <c:v>80.615242004394503</c:v>
                </c:pt>
                <c:pt idx="1316">
                  <c:v>80.755363464355497</c:v>
                </c:pt>
                <c:pt idx="1317">
                  <c:v>80.919265747070298</c:v>
                </c:pt>
                <c:pt idx="1318">
                  <c:v>80.958587646484403</c:v>
                </c:pt>
                <c:pt idx="1319">
                  <c:v>81.24658203125</c:v>
                </c:pt>
                <c:pt idx="1320">
                  <c:v>81.541999816894503</c:v>
                </c:pt>
                <c:pt idx="1321">
                  <c:v>81.594009399414105</c:v>
                </c:pt>
                <c:pt idx="1322">
                  <c:v>81.945762634277301</c:v>
                </c:pt>
                <c:pt idx="1323">
                  <c:v>82.277633666992202</c:v>
                </c:pt>
                <c:pt idx="1324">
                  <c:v>82.760932922363295</c:v>
                </c:pt>
                <c:pt idx="1325">
                  <c:v>83.162345886230497</c:v>
                </c:pt>
                <c:pt idx="1326">
                  <c:v>83.339714050292997</c:v>
                </c:pt>
                <c:pt idx="1327">
                  <c:v>83.496566772460895</c:v>
                </c:pt>
                <c:pt idx="1328">
                  <c:v>83.625160217285199</c:v>
                </c:pt>
                <c:pt idx="1329">
                  <c:v>83.878562927246094</c:v>
                </c:pt>
                <c:pt idx="1330">
                  <c:v>84.126319885253906</c:v>
                </c:pt>
                <c:pt idx="1331">
                  <c:v>84.236930847167997</c:v>
                </c:pt>
                <c:pt idx="1332">
                  <c:v>84.369277954101605</c:v>
                </c:pt>
                <c:pt idx="1333">
                  <c:v>84.569549560546903</c:v>
                </c:pt>
                <c:pt idx="1334">
                  <c:v>84.889823913574205</c:v>
                </c:pt>
                <c:pt idx="1335">
                  <c:v>85.078552246093807</c:v>
                </c:pt>
                <c:pt idx="1336">
                  <c:v>85.334388732910199</c:v>
                </c:pt>
                <c:pt idx="1337">
                  <c:v>85.594619750976605</c:v>
                </c:pt>
                <c:pt idx="1338">
                  <c:v>85.842941284179702</c:v>
                </c:pt>
                <c:pt idx="1339">
                  <c:v>86.359130859375</c:v>
                </c:pt>
                <c:pt idx="1340">
                  <c:v>86.728187561035199</c:v>
                </c:pt>
                <c:pt idx="1341">
                  <c:v>86.957168579101605</c:v>
                </c:pt>
                <c:pt idx="1342">
                  <c:v>87.331703186035199</c:v>
                </c:pt>
                <c:pt idx="1343">
                  <c:v>87.866241455078097</c:v>
                </c:pt>
                <c:pt idx="1344">
                  <c:v>88.219146728515597</c:v>
                </c:pt>
                <c:pt idx="1345">
                  <c:v>88.377632141113295</c:v>
                </c:pt>
                <c:pt idx="1346">
                  <c:v>88.602058410644503</c:v>
                </c:pt>
                <c:pt idx="1347">
                  <c:v>88.830284118652301</c:v>
                </c:pt>
                <c:pt idx="1348">
                  <c:v>89.132255554199205</c:v>
                </c:pt>
                <c:pt idx="1349">
                  <c:v>89.383346557617202</c:v>
                </c:pt>
                <c:pt idx="1350">
                  <c:v>89.776550292968807</c:v>
                </c:pt>
                <c:pt idx="1351">
                  <c:v>90.334503173828097</c:v>
                </c:pt>
                <c:pt idx="1352">
                  <c:v>90.776649475097699</c:v>
                </c:pt>
                <c:pt idx="1353">
                  <c:v>91.167045593261705</c:v>
                </c:pt>
                <c:pt idx="1354">
                  <c:v>91.219085693359403</c:v>
                </c:pt>
                <c:pt idx="1355">
                  <c:v>91.485588073730497</c:v>
                </c:pt>
                <c:pt idx="1356">
                  <c:v>91.606376647949205</c:v>
                </c:pt>
                <c:pt idx="1357">
                  <c:v>91.786674499511705</c:v>
                </c:pt>
                <c:pt idx="1358">
                  <c:v>92.014060974121094</c:v>
                </c:pt>
                <c:pt idx="1359">
                  <c:v>92.184249877929702</c:v>
                </c:pt>
                <c:pt idx="1360">
                  <c:v>92.200645446777301</c:v>
                </c:pt>
                <c:pt idx="1361">
                  <c:v>92.228401184082003</c:v>
                </c:pt>
                <c:pt idx="1362">
                  <c:v>92.425376892089801</c:v>
                </c:pt>
                <c:pt idx="1363">
                  <c:v>92.726509094238295</c:v>
                </c:pt>
                <c:pt idx="1364">
                  <c:v>92.869918823242202</c:v>
                </c:pt>
                <c:pt idx="1365">
                  <c:v>92.960060119628906</c:v>
                </c:pt>
                <c:pt idx="1366">
                  <c:v>92.792205810546903</c:v>
                </c:pt>
                <c:pt idx="1367">
                  <c:v>92.792999267578097</c:v>
                </c:pt>
                <c:pt idx="1368">
                  <c:v>92.840591430664105</c:v>
                </c:pt>
                <c:pt idx="1369">
                  <c:v>92.748374938964801</c:v>
                </c:pt>
                <c:pt idx="1370">
                  <c:v>92.645812988281307</c:v>
                </c:pt>
                <c:pt idx="1371">
                  <c:v>92.563911437988295</c:v>
                </c:pt>
                <c:pt idx="1372">
                  <c:v>92.560157775878906</c:v>
                </c:pt>
                <c:pt idx="1373">
                  <c:v>92.519477844238295</c:v>
                </c:pt>
                <c:pt idx="1374">
                  <c:v>92.340072631835895</c:v>
                </c:pt>
                <c:pt idx="1375">
                  <c:v>92.231765747070298</c:v>
                </c:pt>
                <c:pt idx="1376">
                  <c:v>92.124015808105497</c:v>
                </c:pt>
                <c:pt idx="1377">
                  <c:v>92.059753417968807</c:v>
                </c:pt>
                <c:pt idx="1378">
                  <c:v>91.931457519531307</c:v>
                </c:pt>
                <c:pt idx="1379">
                  <c:v>91.8414306640625</c:v>
                </c:pt>
                <c:pt idx="1380">
                  <c:v>91.8236083984375</c:v>
                </c:pt>
                <c:pt idx="1381">
                  <c:v>91.806823730468807</c:v>
                </c:pt>
                <c:pt idx="1382">
                  <c:v>91.751708984375</c:v>
                </c:pt>
                <c:pt idx="1383">
                  <c:v>91.669967651367202</c:v>
                </c:pt>
                <c:pt idx="1384">
                  <c:v>91.63330078125</c:v>
                </c:pt>
                <c:pt idx="1385">
                  <c:v>91.602333068847699</c:v>
                </c:pt>
                <c:pt idx="1386">
                  <c:v>91.601776123046903</c:v>
                </c:pt>
                <c:pt idx="1387">
                  <c:v>91.638519287109403</c:v>
                </c:pt>
                <c:pt idx="1388">
                  <c:v>91.563781738281307</c:v>
                </c:pt>
                <c:pt idx="1389">
                  <c:v>91.458702087402301</c:v>
                </c:pt>
                <c:pt idx="1390">
                  <c:v>91.370384216308594</c:v>
                </c:pt>
                <c:pt idx="1391">
                  <c:v>91.214866638183594</c:v>
                </c:pt>
                <c:pt idx="1392">
                  <c:v>91.172500610351605</c:v>
                </c:pt>
                <c:pt idx="1393">
                  <c:v>91.137466430664105</c:v>
                </c:pt>
                <c:pt idx="1394">
                  <c:v>91.084548950195298</c:v>
                </c:pt>
                <c:pt idx="1395">
                  <c:v>90.961677551269503</c:v>
                </c:pt>
                <c:pt idx="1396">
                  <c:v>90.944419860839801</c:v>
                </c:pt>
                <c:pt idx="1397">
                  <c:v>90.9090576171875</c:v>
                </c:pt>
                <c:pt idx="1398">
                  <c:v>90.738594055175795</c:v>
                </c:pt>
                <c:pt idx="1399">
                  <c:v>90.651550292968807</c:v>
                </c:pt>
                <c:pt idx="1400">
                  <c:v>90.549781799316406</c:v>
                </c:pt>
                <c:pt idx="1401">
                  <c:v>90.720367431640597</c:v>
                </c:pt>
                <c:pt idx="1402">
                  <c:v>90.932891845703097</c:v>
                </c:pt>
                <c:pt idx="1403">
                  <c:v>91.164756774902301</c:v>
                </c:pt>
                <c:pt idx="1404">
                  <c:v>91.327537536621094</c:v>
                </c:pt>
                <c:pt idx="1405">
                  <c:v>91.605415344238295</c:v>
                </c:pt>
                <c:pt idx="1406">
                  <c:v>91.793441772460895</c:v>
                </c:pt>
                <c:pt idx="1407">
                  <c:v>91.993988037109403</c:v>
                </c:pt>
                <c:pt idx="1408">
                  <c:v>92.271614074707003</c:v>
                </c:pt>
                <c:pt idx="1409">
                  <c:v>92.535324096679702</c:v>
                </c:pt>
                <c:pt idx="1410">
                  <c:v>92.739227294921903</c:v>
                </c:pt>
                <c:pt idx="1411">
                  <c:v>92.777900695800795</c:v>
                </c:pt>
                <c:pt idx="1412">
                  <c:v>92.985763549804702</c:v>
                </c:pt>
                <c:pt idx="1413">
                  <c:v>93.195465087890597</c:v>
                </c:pt>
                <c:pt idx="1414">
                  <c:v>93.258468627929702</c:v>
                </c:pt>
                <c:pt idx="1415">
                  <c:v>93.319267272949205</c:v>
                </c:pt>
                <c:pt idx="1416">
                  <c:v>93.643524169921903</c:v>
                </c:pt>
                <c:pt idx="1417">
                  <c:v>94.056953430175795</c:v>
                </c:pt>
                <c:pt idx="1418">
                  <c:v>94.274177551269503</c:v>
                </c:pt>
                <c:pt idx="1419">
                  <c:v>94.382728576660199</c:v>
                </c:pt>
                <c:pt idx="1420">
                  <c:v>94.649429321289105</c:v>
                </c:pt>
                <c:pt idx="1421">
                  <c:v>94.857971191406307</c:v>
                </c:pt>
                <c:pt idx="1422">
                  <c:v>94.949066162109403</c:v>
                </c:pt>
                <c:pt idx="1423">
                  <c:v>95.000190734863295</c:v>
                </c:pt>
                <c:pt idx="1424">
                  <c:v>95.028518676757798</c:v>
                </c:pt>
                <c:pt idx="1425">
                  <c:v>95.117591857910199</c:v>
                </c:pt>
                <c:pt idx="1426">
                  <c:v>95.285636901855497</c:v>
                </c:pt>
                <c:pt idx="1427">
                  <c:v>95.486709594726605</c:v>
                </c:pt>
                <c:pt idx="1428">
                  <c:v>95.527099609375</c:v>
                </c:pt>
                <c:pt idx="1429">
                  <c:v>95.589408874511705</c:v>
                </c:pt>
                <c:pt idx="1430">
                  <c:v>95.595878601074205</c:v>
                </c:pt>
                <c:pt idx="1431">
                  <c:v>95.530212402343807</c:v>
                </c:pt>
                <c:pt idx="1432">
                  <c:v>95.541595458984403</c:v>
                </c:pt>
                <c:pt idx="1433">
                  <c:v>95.688774108886705</c:v>
                </c:pt>
                <c:pt idx="1434">
                  <c:v>95.890396118164105</c:v>
                </c:pt>
                <c:pt idx="1435">
                  <c:v>95.813369750976605</c:v>
                </c:pt>
                <c:pt idx="1436">
                  <c:v>95.865539550781307</c:v>
                </c:pt>
                <c:pt idx="1437">
                  <c:v>95.915336608886705</c:v>
                </c:pt>
                <c:pt idx="1438">
                  <c:v>95.749526977539105</c:v>
                </c:pt>
                <c:pt idx="1439">
                  <c:v>95.717918395996094</c:v>
                </c:pt>
                <c:pt idx="1440">
                  <c:v>95.866943359375</c:v>
                </c:pt>
                <c:pt idx="1441">
                  <c:v>96.108367919921903</c:v>
                </c:pt>
                <c:pt idx="1442">
                  <c:v>95.998115539550795</c:v>
                </c:pt>
                <c:pt idx="1443">
                  <c:v>95.926918029785199</c:v>
                </c:pt>
                <c:pt idx="1444">
                  <c:v>95.937652587890597</c:v>
                </c:pt>
                <c:pt idx="1445">
                  <c:v>95.852233886718807</c:v>
                </c:pt>
                <c:pt idx="1446">
                  <c:v>95.794990539550795</c:v>
                </c:pt>
                <c:pt idx="1447">
                  <c:v>95.732795715332003</c:v>
                </c:pt>
                <c:pt idx="1448">
                  <c:v>95.620933532714801</c:v>
                </c:pt>
                <c:pt idx="1449">
                  <c:v>95.458831787109403</c:v>
                </c:pt>
                <c:pt idx="1450">
                  <c:v>95.336921691894503</c:v>
                </c:pt>
                <c:pt idx="1451">
                  <c:v>95.256866455078097</c:v>
                </c:pt>
                <c:pt idx="1452">
                  <c:v>95.176795959472699</c:v>
                </c:pt>
                <c:pt idx="1453">
                  <c:v>95.124870300292997</c:v>
                </c:pt>
                <c:pt idx="1454">
                  <c:v>95.085479736328097</c:v>
                </c:pt>
                <c:pt idx="1455">
                  <c:v>95.052185058593807</c:v>
                </c:pt>
                <c:pt idx="1456">
                  <c:v>94.9083251953125</c:v>
                </c:pt>
                <c:pt idx="1457">
                  <c:v>94.774894714355497</c:v>
                </c:pt>
                <c:pt idx="1458">
                  <c:v>94.512825012207003</c:v>
                </c:pt>
                <c:pt idx="1459">
                  <c:v>94.425811767578097</c:v>
                </c:pt>
                <c:pt idx="1460">
                  <c:v>94.194183349609403</c:v>
                </c:pt>
                <c:pt idx="1461">
                  <c:v>93.993110656738295</c:v>
                </c:pt>
                <c:pt idx="1462">
                  <c:v>93.785362243652301</c:v>
                </c:pt>
                <c:pt idx="1463">
                  <c:v>93.578636169433594</c:v>
                </c:pt>
                <c:pt idx="1464">
                  <c:v>93.444366455078097</c:v>
                </c:pt>
                <c:pt idx="1465">
                  <c:v>93.330924987792997</c:v>
                </c:pt>
                <c:pt idx="1466">
                  <c:v>93.268379211425795</c:v>
                </c:pt>
                <c:pt idx="1467">
                  <c:v>93.003532409667997</c:v>
                </c:pt>
                <c:pt idx="1468">
                  <c:v>92.789154052734403</c:v>
                </c:pt>
                <c:pt idx="1469">
                  <c:v>92.668518066406307</c:v>
                </c:pt>
                <c:pt idx="1470">
                  <c:v>92.612365722656307</c:v>
                </c:pt>
                <c:pt idx="1471">
                  <c:v>92.570182800292997</c:v>
                </c:pt>
                <c:pt idx="1472">
                  <c:v>92.512016296386705</c:v>
                </c:pt>
                <c:pt idx="1473">
                  <c:v>92.472831726074205</c:v>
                </c:pt>
                <c:pt idx="1474">
                  <c:v>92.340873718261705</c:v>
                </c:pt>
                <c:pt idx="1475">
                  <c:v>92.209465026855497</c:v>
                </c:pt>
                <c:pt idx="1476">
                  <c:v>92.090774536132798</c:v>
                </c:pt>
                <c:pt idx="1477">
                  <c:v>91.976303100585895</c:v>
                </c:pt>
                <c:pt idx="1478">
                  <c:v>91.887496948242202</c:v>
                </c:pt>
                <c:pt idx="1479">
                  <c:v>91.835601806640597</c:v>
                </c:pt>
                <c:pt idx="1480">
                  <c:v>91.782302856445298</c:v>
                </c:pt>
                <c:pt idx="1481">
                  <c:v>91.721031188964801</c:v>
                </c:pt>
                <c:pt idx="1482">
                  <c:v>91.602958679199205</c:v>
                </c:pt>
                <c:pt idx="1483">
                  <c:v>91.440742492675795</c:v>
                </c:pt>
                <c:pt idx="1484">
                  <c:v>91.215423583984403</c:v>
                </c:pt>
                <c:pt idx="1485">
                  <c:v>91.081451416015597</c:v>
                </c:pt>
                <c:pt idx="1486">
                  <c:v>91.055358886718807</c:v>
                </c:pt>
                <c:pt idx="1487">
                  <c:v>90.915229797363295</c:v>
                </c:pt>
                <c:pt idx="1488">
                  <c:v>90.890640258789105</c:v>
                </c:pt>
                <c:pt idx="1489">
                  <c:v>90.904685974121094</c:v>
                </c:pt>
                <c:pt idx="1490">
                  <c:v>90.879577636718807</c:v>
                </c:pt>
                <c:pt idx="1491">
                  <c:v>90.754928588867202</c:v>
                </c:pt>
                <c:pt idx="1492">
                  <c:v>90.615180969238295</c:v>
                </c:pt>
                <c:pt idx="1493">
                  <c:v>90.486190795898395</c:v>
                </c:pt>
                <c:pt idx="1494">
                  <c:v>90.397476196289105</c:v>
                </c:pt>
                <c:pt idx="1495">
                  <c:v>90.313369750976605</c:v>
                </c:pt>
                <c:pt idx="1496">
                  <c:v>90.237159729003906</c:v>
                </c:pt>
                <c:pt idx="1497">
                  <c:v>90.197692871093807</c:v>
                </c:pt>
                <c:pt idx="1498">
                  <c:v>90.1474609375</c:v>
                </c:pt>
                <c:pt idx="1499">
                  <c:v>90.090011596679702</c:v>
                </c:pt>
                <c:pt idx="1500">
                  <c:v>89.981689453125</c:v>
                </c:pt>
                <c:pt idx="1501">
                  <c:v>89.842964172363295</c:v>
                </c:pt>
                <c:pt idx="1502">
                  <c:v>89.659568786621094</c:v>
                </c:pt>
                <c:pt idx="1503">
                  <c:v>89.510551452636705</c:v>
                </c:pt>
                <c:pt idx="1504">
                  <c:v>89.413841247558594</c:v>
                </c:pt>
                <c:pt idx="1505">
                  <c:v>89.321258544921903</c:v>
                </c:pt>
                <c:pt idx="1506">
                  <c:v>89.213432312011705</c:v>
                </c:pt>
                <c:pt idx="1507">
                  <c:v>89.062461853027301</c:v>
                </c:pt>
                <c:pt idx="1508">
                  <c:v>88.899726867675795</c:v>
                </c:pt>
                <c:pt idx="1509">
                  <c:v>88.818305969238295</c:v>
                </c:pt>
                <c:pt idx="1510">
                  <c:v>88.719375610351605</c:v>
                </c:pt>
                <c:pt idx="1511">
                  <c:v>88.671089172363295</c:v>
                </c:pt>
                <c:pt idx="1512">
                  <c:v>88.603157043457003</c:v>
                </c:pt>
                <c:pt idx="1513">
                  <c:v>88.591339111328097</c:v>
                </c:pt>
                <c:pt idx="1514">
                  <c:v>88.530952453613295</c:v>
                </c:pt>
                <c:pt idx="1515">
                  <c:v>88.409614562988295</c:v>
                </c:pt>
                <c:pt idx="1516">
                  <c:v>88.368400573730497</c:v>
                </c:pt>
                <c:pt idx="1517">
                  <c:v>88.427543640136705</c:v>
                </c:pt>
                <c:pt idx="1518">
                  <c:v>88.319595336914105</c:v>
                </c:pt>
                <c:pt idx="1519">
                  <c:v>88.2064208984375</c:v>
                </c:pt>
                <c:pt idx="1520">
                  <c:v>88.196525573730497</c:v>
                </c:pt>
                <c:pt idx="1521">
                  <c:v>88.141731262207003</c:v>
                </c:pt>
                <c:pt idx="1522">
                  <c:v>88.141929626464801</c:v>
                </c:pt>
                <c:pt idx="1523">
                  <c:v>88.042083740234403</c:v>
                </c:pt>
                <c:pt idx="1524">
                  <c:v>88.0633544921875</c:v>
                </c:pt>
                <c:pt idx="1525">
                  <c:v>88.075065612792997</c:v>
                </c:pt>
                <c:pt idx="1526">
                  <c:v>87.953109741210895</c:v>
                </c:pt>
                <c:pt idx="1527">
                  <c:v>87.846443176269503</c:v>
                </c:pt>
                <c:pt idx="1528">
                  <c:v>87.945495605468807</c:v>
                </c:pt>
                <c:pt idx="1529">
                  <c:v>88.169380187988295</c:v>
                </c:pt>
                <c:pt idx="1530">
                  <c:v>88.332145690917997</c:v>
                </c:pt>
                <c:pt idx="1531">
                  <c:v>88.317214965820298</c:v>
                </c:pt>
                <c:pt idx="1532">
                  <c:v>88.415626525878906</c:v>
                </c:pt>
                <c:pt idx="1533">
                  <c:v>88.481697082519503</c:v>
                </c:pt>
                <c:pt idx="1534">
                  <c:v>88.523178100585895</c:v>
                </c:pt>
                <c:pt idx="1535">
                  <c:v>88.618499755859403</c:v>
                </c:pt>
                <c:pt idx="1536">
                  <c:v>88.627731323242202</c:v>
                </c:pt>
                <c:pt idx="1537">
                  <c:v>88.622665405273395</c:v>
                </c:pt>
                <c:pt idx="1538">
                  <c:v>88.760017395019503</c:v>
                </c:pt>
                <c:pt idx="1539">
                  <c:v>88.738853454589801</c:v>
                </c:pt>
                <c:pt idx="1540">
                  <c:v>88.742538452148395</c:v>
                </c:pt>
                <c:pt idx="1541">
                  <c:v>88.841697692871094</c:v>
                </c:pt>
                <c:pt idx="1542">
                  <c:v>88.9339599609375</c:v>
                </c:pt>
                <c:pt idx="1543">
                  <c:v>89.016914367675795</c:v>
                </c:pt>
                <c:pt idx="1544">
                  <c:v>89.153869628906307</c:v>
                </c:pt>
                <c:pt idx="1545">
                  <c:v>89.207008361816406</c:v>
                </c:pt>
                <c:pt idx="1546">
                  <c:v>89.2305908203125</c:v>
                </c:pt>
                <c:pt idx="1547">
                  <c:v>89.327217102050795</c:v>
                </c:pt>
                <c:pt idx="1548">
                  <c:v>89.5838623046875</c:v>
                </c:pt>
                <c:pt idx="1549">
                  <c:v>89.879096984863295</c:v>
                </c:pt>
                <c:pt idx="1550">
                  <c:v>90.169784545898395</c:v>
                </c:pt>
                <c:pt idx="1551">
                  <c:v>90.310699462890597</c:v>
                </c:pt>
                <c:pt idx="1552">
                  <c:v>90.729667663574205</c:v>
                </c:pt>
                <c:pt idx="1553">
                  <c:v>90.881912231445298</c:v>
                </c:pt>
                <c:pt idx="1554">
                  <c:v>90.868362426757798</c:v>
                </c:pt>
                <c:pt idx="1555">
                  <c:v>91.2000732421875</c:v>
                </c:pt>
                <c:pt idx="1556">
                  <c:v>91.437965393066406</c:v>
                </c:pt>
                <c:pt idx="1557">
                  <c:v>91.564018249511705</c:v>
                </c:pt>
                <c:pt idx="1558">
                  <c:v>91.885894775390597</c:v>
                </c:pt>
                <c:pt idx="1559">
                  <c:v>92.100395202636705</c:v>
                </c:pt>
                <c:pt idx="1560">
                  <c:v>92.223167419433594</c:v>
                </c:pt>
                <c:pt idx="1561">
                  <c:v>92.352951049804702</c:v>
                </c:pt>
                <c:pt idx="1562">
                  <c:v>92.616325378417997</c:v>
                </c:pt>
                <c:pt idx="1563">
                  <c:v>92.844566345214801</c:v>
                </c:pt>
                <c:pt idx="1564">
                  <c:v>93.283279418945298</c:v>
                </c:pt>
                <c:pt idx="1565">
                  <c:v>93.557174682617202</c:v>
                </c:pt>
                <c:pt idx="1566">
                  <c:v>94.053039550781307</c:v>
                </c:pt>
                <c:pt idx="1567">
                  <c:v>94.520446777343807</c:v>
                </c:pt>
                <c:pt idx="1568">
                  <c:v>94.775627136230497</c:v>
                </c:pt>
                <c:pt idx="1569">
                  <c:v>94.977912902832003</c:v>
                </c:pt>
                <c:pt idx="1570">
                  <c:v>95.119689941406307</c:v>
                </c:pt>
                <c:pt idx="1571">
                  <c:v>95.3038330078125</c:v>
                </c:pt>
                <c:pt idx="1572">
                  <c:v>95.455001831054702</c:v>
                </c:pt>
                <c:pt idx="1573">
                  <c:v>95.509735107421903</c:v>
                </c:pt>
                <c:pt idx="1574">
                  <c:v>95.654060363769503</c:v>
                </c:pt>
                <c:pt idx="1575">
                  <c:v>95.784088134765597</c:v>
                </c:pt>
                <c:pt idx="1576">
                  <c:v>95.792503356933594</c:v>
                </c:pt>
                <c:pt idx="1577">
                  <c:v>95.668434143066406</c:v>
                </c:pt>
                <c:pt idx="1578">
                  <c:v>95.602508544921903</c:v>
                </c:pt>
                <c:pt idx="1579">
                  <c:v>95.771011352539105</c:v>
                </c:pt>
                <c:pt idx="1580">
                  <c:v>95.963516235351605</c:v>
                </c:pt>
                <c:pt idx="1581">
                  <c:v>96.011604309082003</c:v>
                </c:pt>
                <c:pt idx="1582">
                  <c:v>95.976661682128906</c:v>
                </c:pt>
                <c:pt idx="1583">
                  <c:v>95.697479248046903</c:v>
                </c:pt>
                <c:pt idx="1584">
                  <c:v>95.563537597656307</c:v>
                </c:pt>
                <c:pt idx="1585">
                  <c:v>95.460342407226605</c:v>
                </c:pt>
                <c:pt idx="1586">
                  <c:v>95.513633728027301</c:v>
                </c:pt>
                <c:pt idx="1587">
                  <c:v>95.556465148925795</c:v>
                </c:pt>
                <c:pt idx="1588">
                  <c:v>95.422546386718807</c:v>
                </c:pt>
                <c:pt idx="1589">
                  <c:v>95.3701171875</c:v>
                </c:pt>
                <c:pt idx="1590">
                  <c:v>95.253028869628906</c:v>
                </c:pt>
                <c:pt idx="1591">
                  <c:v>95.20751953125</c:v>
                </c:pt>
                <c:pt idx="1592">
                  <c:v>95.122535705566406</c:v>
                </c:pt>
                <c:pt idx="1593">
                  <c:v>95.092330932617202</c:v>
                </c:pt>
                <c:pt idx="1594">
                  <c:v>95.172859191894503</c:v>
                </c:pt>
                <c:pt idx="1595">
                  <c:v>95.151008605957003</c:v>
                </c:pt>
                <c:pt idx="1596">
                  <c:v>95.122238159179702</c:v>
                </c:pt>
                <c:pt idx="1597">
                  <c:v>95.090187072753906</c:v>
                </c:pt>
                <c:pt idx="1598">
                  <c:v>95.183624267578097</c:v>
                </c:pt>
                <c:pt idx="1599">
                  <c:v>95.225776672363295</c:v>
                </c:pt>
                <c:pt idx="1600">
                  <c:v>95.1593017578125</c:v>
                </c:pt>
                <c:pt idx="1601">
                  <c:v>95.259956359863295</c:v>
                </c:pt>
                <c:pt idx="1602">
                  <c:v>95.379264831542997</c:v>
                </c:pt>
                <c:pt idx="1603">
                  <c:v>95.291099548339801</c:v>
                </c:pt>
                <c:pt idx="1604">
                  <c:v>95.175460815429702</c:v>
                </c:pt>
                <c:pt idx="1605">
                  <c:v>95.283660888671903</c:v>
                </c:pt>
                <c:pt idx="1606">
                  <c:v>95.724311828613295</c:v>
                </c:pt>
                <c:pt idx="1607">
                  <c:v>95.531455993652301</c:v>
                </c:pt>
                <c:pt idx="1608">
                  <c:v>95.342803955078097</c:v>
                </c:pt>
                <c:pt idx="1609">
                  <c:v>95.438484191894503</c:v>
                </c:pt>
                <c:pt idx="1610">
                  <c:v>95.565200805664105</c:v>
                </c:pt>
                <c:pt idx="1611">
                  <c:v>96.192672729492202</c:v>
                </c:pt>
                <c:pt idx="1612">
                  <c:v>96.595062255859403</c:v>
                </c:pt>
                <c:pt idx="1613">
                  <c:v>96.969467163085895</c:v>
                </c:pt>
                <c:pt idx="1614">
                  <c:v>97.197341918945298</c:v>
                </c:pt>
                <c:pt idx="1615">
                  <c:v>97.162193298339801</c:v>
                </c:pt>
                <c:pt idx="1616">
                  <c:v>97.418701171875</c:v>
                </c:pt>
                <c:pt idx="1617">
                  <c:v>97.742637634277301</c:v>
                </c:pt>
                <c:pt idx="1618">
                  <c:v>97.992286682128906</c:v>
                </c:pt>
                <c:pt idx="1619">
                  <c:v>98.121231079101605</c:v>
                </c:pt>
                <c:pt idx="1620">
                  <c:v>98.187431335449205</c:v>
                </c:pt>
                <c:pt idx="1621">
                  <c:v>98.377174377441406</c:v>
                </c:pt>
                <c:pt idx="1622">
                  <c:v>98.916595458984403</c:v>
                </c:pt>
                <c:pt idx="1623">
                  <c:v>99.325851440429702</c:v>
                </c:pt>
                <c:pt idx="1624">
                  <c:v>99.466499328613295</c:v>
                </c:pt>
                <c:pt idx="1625">
                  <c:v>99.589492797851605</c:v>
                </c:pt>
                <c:pt idx="1626">
                  <c:v>99.962562561035199</c:v>
                </c:pt>
                <c:pt idx="1627">
                  <c:v>100.591720581055</c:v>
                </c:pt>
                <c:pt idx="1628">
                  <c:v>100.746040344238</c:v>
                </c:pt>
                <c:pt idx="1629">
                  <c:v>100.89963531494099</c:v>
                </c:pt>
                <c:pt idx="1630">
                  <c:v>101.194282531738</c:v>
                </c:pt>
                <c:pt idx="1631">
                  <c:v>101.602249145508</c:v>
                </c:pt>
                <c:pt idx="1632">
                  <c:v>101.94997406005901</c:v>
                </c:pt>
                <c:pt idx="1633">
                  <c:v>102.20922088623</c:v>
                </c:pt>
                <c:pt idx="1634">
                  <c:v>102.730278015137</c:v>
                </c:pt>
                <c:pt idx="1635">
                  <c:v>103.006797790527</c:v>
                </c:pt>
                <c:pt idx="1636">
                  <c:v>103.258491516113</c:v>
                </c:pt>
                <c:pt idx="1637">
                  <c:v>103.505981445313</c:v>
                </c:pt>
                <c:pt idx="1638">
                  <c:v>103.84714508056599</c:v>
                </c:pt>
                <c:pt idx="1639">
                  <c:v>104.11590576171901</c:v>
                </c:pt>
                <c:pt idx="1640">
                  <c:v>104.32837677002</c:v>
                </c:pt>
                <c:pt idx="1641">
                  <c:v>104.386474609375</c:v>
                </c:pt>
                <c:pt idx="1642">
                  <c:v>104.56313323974599</c:v>
                </c:pt>
                <c:pt idx="1643">
                  <c:v>104.668754577637</c:v>
                </c:pt>
                <c:pt idx="1644">
                  <c:v>104.728324890137</c:v>
                </c:pt>
                <c:pt idx="1645">
                  <c:v>104.758903503418</c:v>
                </c:pt>
                <c:pt idx="1646">
                  <c:v>104.774604797363</c:v>
                </c:pt>
                <c:pt idx="1647">
                  <c:v>104.782669067383</c:v>
                </c:pt>
                <c:pt idx="1648">
                  <c:v>104.78680419921901</c:v>
                </c:pt>
                <c:pt idx="1649">
                  <c:v>104.788932800293</c:v>
                </c:pt>
                <c:pt idx="1650">
                  <c:v>104.79002380371099</c:v>
                </c:pt>
                <c:pt idx="1651">
                  <c:v>104.790580749512</c:v>
                </c:pt>
                <c:pt idx="1652">
                  <c:v>104.79087066650401</c:v>
                </c:pt>
                <c:pt idx="1653">
                  <c:v>104.791015625</c:v>
                </c:pt>
                <c:pt idx="1654">
                  <c:v>105.283615112305</c:v>
                </c:pt>
                <c:pt idx="1655">
                  <c:v>106.848007202148</c:v>
                </c:pt>
                <c:pt idx="1656">
                  <c:v>108.36221313476599</c:v>
                </c:pt>
                <c:pt idx="1657">
                  <c:v>109.630805969238</c:v>
                </c:pt>
                <c:pt idx="1658">
                  <c:v>110.130531311035</c:v>
                </c:pt>
                <c:pt idx="1659">
                  <c:v>110.48649597168</c:v>
                </c:pt>
                <c:pt idx="1660">
                  <c:v>110.829376220703</c:v>
                </c:pt>
                <c:pt idx="1661">
                  <c:v>111.246528625488</c:v>
                </c:pt>
                <c:pt idx="1662">
                  <c:v>111.436805725098</c:v>
                </c:pt>
                <c:pt idx="1663">
                  <c:v>111.780326843262</c:v>
                </c:pt>
                <c:pt idx="1664">
                  <c:v>111.981010437012</c:v>
                </c:pt>
                <c:pt idx="1665">
                  <c:v>112.08674621582</c:v>
                </c:pt>
                <c:pt idx="1666">
                  <c:v>112.479057312012</c:v>
                </c:pt>
                <c:pt idx="1667">
                  <c:v>112.852210998535</c:v>
                </c:pt>
                <c:pt idx="1668">
                  <c:v>112.91152191162099</c:v>
                </c:pt>
                <c:pt idx="1669">
                  <c:v>112.90689086914099</c:v>
                </c:pt>
                <c:pt idx="1670">
                  <c:v>112.905410766602</c:v>
                </c:pt>
                <c:pt idx="1671">
                  <c:v>113.002960205078</c:v>
                </c:pt>
                <c:pt idx="1672">
                  <c:v>113.176727294922</c:v>
                </c:pt>
                <c:pt idx="1673">
                  <c:v>113.23224639892599</c:v>
                </c:pt>
                <c:pt idx="1674">
                  <c:v>113.32748413085901</c:v>
                </c:pt>
                <c:pt idx="1675">
                  <c:v>113.14882659912099</c:v>
                </c:pt>
                <c:pt idx="1676">
                  <c:v>113.066413879395</c:v>
                </c:pt>
                <c:pt idx="1677">
                  <c:v>113.085639953613</c:v>
                </c:pt>
                <c:pt idx="1678">
                  <c:v>113.07625579834</c:v>
                </c:pt>
                <c:pt idx="1679">
                  <c:v>113.064735412598</c:v>
                </c:pt>
                <c:pt idx="1680">
                  <c:v>113.005401611328</c:v>
                </c:pt>
                <c:pt idx="1681">
                  <c:v>112.931030273438</c:v>
                </c:pt>
                <c:pt idx="1682">
                  <c:v>112.87705230712901</c:v>
                </c:pt>
                <c:pt idx="1683">
                  <c:v>112.83225250244099</c:v>
                </c:pt>
                <c:pt idx="1684">
                  <c:v>112.81583404541</c:v>
                </c:pt>
                <c:pt idx="1685">
                  <c:v>112.866691589355</c:v>
                </c:pt>
                <c:pt idx="1686">
                  <c:v>112.614738464355</c:v>
                </c:pt>
                <c:pt idx="1687">
                  <c:v>112.499351501465</c:v>
                </c:pt>
                <c:pt idx="1688">
                  <c:v>112.360710144043</c:v>
                </c:pt>
                <c:pt idx="1689">
                  <c:v>112.54850769043</c:v>
                </c:pt>
                <c:pt idx="1690">
                  <c:v>112.691078186035</c:v>
                </c:pt>
                <c:pt idx="1691">
                  <c:v>112.299194335938</c:v>
                </c:pt>
                <c:pt idx="1692">
                  <c:v>112.39918518066401</c:v>
                </c:pt>
                <c:pt idx="1693">
                  <c:v>112.365730285645</c:v>
                </c:pt>
                <c:pt idx="1694">
                  <c:v>112.14028167724599</c:v>
                </c:pt>
                <c:pt idx="1695">
                  <c:v>112.048797607422</c:v>
                </c:pt>
                <c:pt idx="1696">
                  <c:v>111.930458068848</c:v>
                </c:pt>
                <c:pt idx="1697">
                  <c:v>111.899620056152</c:v>
                </c:pt>
                <c:pt idx="1698">
                  <c:v>112.152069091797</c:v>
                </c:pt>
                <c:pt idx="1699">
                  <c:v>112.218864440918</c:v>
                </c:pt>
                <c:pt idx="1700">
                  <c:v>112.486976623535</c:v>
                </c:pt>
                <c:pt idx="1701">
                  <c:v>112.68815612793</c:v>
                </c:pt>
                <c:pt idx="1702">
                  <c:v>112.67262268066401</c:v>
                </c:pt>
                <c:pt idx="1703">
                  <c:v>112.803230285645</c:v>
                </c:pt>
                <c:pt idx="1704">
                  <c:v>112.82990264892599</c:v>
                </c:pt>
                <c:pt idx="1705">
                  <c:v>112.85285186767599</c:v>
                </c:pt>
                <c:pt idx="1706">
                  <c:v>113.255813598633</c:v>
                </c:pt>
                <c:pt idx="1707">
                  <c:v>113.456977844238</c:v>
                </c:pt>
                <c:pt idx="1708">
                  <c:v>113.34405517578099</c:v>
                </c:pt>
                <c:pt idx="1709">
                  <c:v>113.145866394043</c:v>
                </c:pt>
                <c:pt idx="1710">
                  <c:v>113.043342590332</c:v>
                </c:pt>
                <c:pt idx="1711">
                  <c:v>113.00220489502</c:v>
                </c:pt>
                <c:pt idx="1712">
                  <c:v>112.97972869873</c:v>
                </c:pt>
                <c:pt idx="1713">
                  <c:v>112.929191589355</c:v>
                </c:pt>
                <c:pt idx="1714">
                  <c:v>112.64299774169901</c:v>
                </c:pt>
                <c:pt idx="1715">
                  <c:v>112.448783874512</c:v>
                </c:pt>
                <c:pt idx="1716">
                  <c:v>112.26553344726599</c:v>
                </c:pt>
                <c:pt idx="1717">
                  <c:v>112.050827026367</c:v>
                </c:pt>
                <c:pt idx="1718">
                  <c:v>111.87109375</c:v>
                </c:pt>
                <c:pt idx="1719">
                  <c:v>111.66439819335901</c:v>
                </c:pt>
                <c:pt idx="1720">
                  <c:v>111.587287902832</c:v>
                </c:pt>
                <c:pt idx="1721">
                  <c:v>111.45457458496099</c:v>
                </c:pt>
                <c:pt idx="1722">
                  <c:v>111.254432678223</c:v>
                </c:pt>
                <c:pt idx="1723">
                  <c:v>111.00421905517599</c:v>
                </c:pt>
                <c:pt idx="1724">
                  <c:v>110.87229156494099</c:v>
                </c:pt>
                <c:pt idx="1725">
                  <c:v>110.725311279297</c:v>
                </c:pt>
                <c:pt idx="1726">
                  <c:v>110.499565124512</c:v>
                </c:pt>
                <c:pt idx="1727">
                  <c:v>110.258178710938</c:v>
                </c:pt>
                <c:pt idx="1728">
                  <c:v>110.029678344727</c:v>
                </c:pt>
                <c:pt idx="1729">
                  <c:v>109.871658325195</c:v>
                </c:pt>
                <c:pt idx="1730">
                  <c:v>109.70697021484401</c:v>
                </c:pt>
                <c:pt idx="1731">
                  <c:v>109.05548858642599</c:v>
                </c:pt>
                <c:pt idx="1732">
                  <c:v>107.36930847168</c:v>
                </c:pt>
                <c:pt idx="1733">
                  <c:v>106.15754699707</c:v>
                </c:pt>
                <c:pt idx="1734">
                  <c:v>105.49269104003901</c:v>
                </c:pt>
                <c:pt idx="1735">
                  <c:v>105.15134429931599</c:v>
                </c:pt>
                <c:pt idx="1736">
                  <c:v>104.97608947753901</c:v>
                </c:pt>
                <c:pt idx="1737">
                  <c:v>104.886116027832</c:v>
                </c:pt>
                <c:pt idx="1738">
                  <c:v>104.839920043945</c:v>
                </c:pt>
                <c:pt idx="1739">
                  <c:v>104.816200256348</c:v>
                </c:pt>
                <c:pt idx="1740">
                  <c:v>104.80402374267599</c:v>
                </c:pt>
                <c:pt idx="1741">
                  <c:v>104.79776763916</c:v>
                </c:pt>
                <c:pt idx="1742">
                  <c:v>104.794563293457</c:v>
                </c:pt>
                <c:pt idx="1743">
                  <c:v>104.792915344238</c:v>
                </c:pt>
                <c:pt idx="1744">
                  <c:v>104.792068481445</c:v>
                </c:pt>
                <c:pt idx="1745">
                  <c:v>104.791633605957</c:v>
                </c:pt>
                <c:pt idx="1746">
                  <c:v>104.79141235351599</c:v>
                </c:pt>
                <c:pt idx="1747">
                  <c:v>104.790176391602</c:v>
                </c:pt>
                <c:pt idx="1748">
                  <c:v>104.7578125</c:v>
                </c:pt>
                <c:pt idx="1749">
                  <c:v>104.710243225098</c:v>
                </c:pt>
                <c:pt idx="1750">
                  <c:v>104.60125732421901</c:v>
                </c:pt>
                <c:pt idx="1751">
                  <c:v>104.422203063965</c:v>
                </c:pt>
                <c:pt idx="1752">
                  <c:v>104.199745178223</c:v>
                </c:pt>
                <c:pt idx="1753">
                  <c:v>103.921592712402</c:v>
                </c:pt>
                <c:pt idx="1754">
                  <c:v>103.702392578125</c:v>
                </c:pt>
                <c:pt idx="1755">
                  <c:v>103.50457000732401</c:v>
                </c:pt>
                <c:pt idx="1756">
                  <c:v>103.36708831787099</c:v>
                </c:pt>
                <c:pt idx="1757">
                  <c:v>103.17977905273401</c:v>
                </c:pt>
                <c:pt idx="1758">
                  <c:v>102.81906890869099</c:v>
                </c:pt>
                <c:pt idx="1759">
                  <c:v>102.574676513672</c:v>
                </c:pt>
                <c:pt idx="1760">
                  <c:v>102.326858520508</c:v>
                </c:pt>
                <c:pt idx="1761">
                  <c:v>102.19277191162099</c:v>
                </c:pt>
                <c:pt idx="1762">
                  <c:v>102.07209014892599</c:v>
                </c:pt>
                <c:pt idx="1763">
                  <c:v>101.903800964355</c:v>
                </c:pt>
                <c:pt idx="1764">
                  <c:v>101.80249786377</c:v>
                </c:pt>
                <c:pt idx="1765">
                  <c:v>101.69025421142599</c:v>
                </c:pt>
                <c:pt idx="1766">
                  <c:v>101.60336303710901</c:v>
                </c:pt>
                <c:pt idx="1767">
                  <c:v>101.32236480712901</c:v>
                </c:pt>
                <c:pt idx="1768">
                  <c:v>101.091064453125</c:v>
                </c:pt>
                <c:pt idx="1769">
                  <c:v>100.89176940918</c:v>
                </c:pt>
                <c:pt idx="1770">
                  <c:v>100.64479827880901</c:v>
                </c:pt>
                <c:pt idx="1771">
                  <c:v>100.385604858398</c:v>
                </c:pt>
                <c:pt idx="1772">
                  <c:v>100.17234039306599</c:v>
                </c:pt>
                <c:pt idx="1773">
                  <c:v>100.045700073242</c:v>
                </c:pt>
                <c:pt idx="1774">
                  <c:v>99.86865234375</c:v>
                </c:pt>
                <c:pt idx="1775">
                  <c:v>99.589042663574205</c:v>
                </c:pt>
                <c:pt idx="1776">
                  <c:v>99.178390502929702</c:v>
                </c:pt>
                <c:pt idx="1777">
                  <c:v>98.777053833007798</c:v>
                </c:pt>
                <c:pt idx="1778">
                  <c:v>98.576522827148395</c:v>
                </c:pt>
                <c:pt idx="1779">
                  <c:v>98.484336853027301</c:v>
                </c:pt>
                <c:pt idx="1780">
                  <c:v>98.373855590820298</c:v>
                </c:pt>
                <c:pt idx="1781">
                  <c:v>98.316230773925795</c:v>
                </c:pt>
                <c:pt idx="1782">
                  <c:v>98.282821655273395</c:v>
                </c:pt>
                <c:pt idx="1783">
                  <c:v>98.269859313964801</c:v>
                </c:pt>
                <c:pt idx="1784">
                  <c:v>98.257957458496094</c:v>
                </c:pt>
                <c:pt idx="1785">
                  <c:v>98.245071411132798</c:v>
                </c:pt>
                <c:pt idx="1786">
                  <c:v>98.223442077636705</c:v>
                </c:pt>
                <c:pt idx="1787">
                  <c:v>98.119247436523395</c:v>
                </c:pt>
                <c:pt idx="1788">
                  <c:v>98.019172668457003</c:v>
                </c:pt>
                <c:pt idx="1789">
                  <c:v>97.797248840332003</c:v>
                </c:pt>
                <c:pt idx="1790">
                  <c:v>97.667297363281307</c:v>
                </c:pt>
                <c:pt idx="1791">
                  <c:v>97.545852661132798</c:v>
                </c:pt>
                <c:pt idx="1792">
                  <c:v>97.414932250976605</c:v>
                </c:pt>
                <c:pt idx="1793">
                  <c:v>97.231117248535199</c:v>
                </c:pt>
                <c:pt idx="1794">
                  <c:v>97.085922241210895</c:v>
                </c:pt>
                <c:pt idx="1795">
                  <c:v>96.936660766601605</c:v>
                </c:pt>
                <c:pt idx="1796">
                  <c:v>96.873855590820298</c:v>
                </c:pt>
                <c:pt idx="1797">
                  <c:v>96.752235412597699</c:v>
                </c:pt>
                <c:pt idx="1798">
                  <c:v>96.732208251953097</c:v>
                </c:pt>
                <c:pt idx="1799">
                  <c:v>96.705589294433594</c:v>
                </c:pt>
                <c:pt idx="1800">
                  <c:v>96.694908142089801</c:v>
                </c:pt>
                <c:pt idx="1801">
                  <c:v>96.594474792480497</c:v>
                </c:pt>
                <c:pt idx="1802">
                  <c:v>96.315704345703097</c:v>
                </c:pt>
                <c:pt idx="1803">
                  <c:v>96.108116149902301</c:v>
                </c:pt>
                <c:pt idx="1804">
                  <c:v>96.097709655761705</c:v>
                </c:pt>
                <c:pt idx="1805">
                  <c:v>95.888313293457003</c:v>
                </c:pt>
                <c:pt idx="1806">
                  <c:v>95.836532592773395</c:v>
                </c:pt>
                <c:pt idx="1807">
                  <c:v>95.711090087890597</c:v>
                </c:pt>
                <c:pt idx="1808">
                  <c:v>95.504447937011705</c:v>
                </c:pt>
                <c:pt idx="1809">
                  <c:v>95.4033203125</c:v>
                </c:pt>
                <c:pt idx="1810">
                  <c:v>95.319938659667997</c:v>
                </c:pt>
                <c:pt idx="1811">
                  <c:v>95.237548828125</c:v>
                </c:pt>
                <c:pt idx="1812">
                  <c:v>95.147209167480497</c:v>
                </c:pt>
                <c:pt idx="1813">
                  <c:v>95.098068237304702</c:v>
                </c:pt>
                <c:pt idx="1814">
                  <c:v>95.070487976074205</c:v>
                </c:pt>
                <c:pt idx="1815">
                  <c:v>94.756668090820298</c:v>
                </c:pt>
                <c:pt idx="1816">
                  <c:v>94.824005126953097</c:v>
                </c:pt>
                <c:pt idx="1817">
                  <c:v>94.9029541015625</c:v>
                </c:pt>
                <c:pt idx="1818">
                  <c:v>95.020523071289105</c:v>
                </c:pt>
                <c:pt idx="1819">
                  <c:v>95.022956848144503</c:v>
                </c:pt>
                <c:pt idx="1820">
                  <c:v>94.796791076660199</c:v>
                </c:pt>
                <c:pt idx="1821">
                  <c:v>94.9385986328125</c:v>
                </c:pt>
                <c:pt idx="1822">
                  <c:v>95.080818176269503</c:v>
                </c:pt>
                <c:pt idx="1823">
                  <c:v>95.090644836425795</c:v>
                </c:pt>
                <c:pt idx="1824">
                  <c:v>95.605712890625</c:v>
                </c:pt>
                <c:pt idx="1825">
                  <c:v>96.144271850585895</c:v>
                </c:pt>
                <c:pt idx="1826">
                  <c:v>96.777084350585895</c:v>
                </c:pt>
                <c:pt idx="1827">
                  <c:v>97.039619445800795</c:v>
                </c:pt>
                <c:pt idx="1828">
                  <c:v>97.416542053222699</c:v>
                </c:pt>
                <c:pt idx="1829">
                  <c:v>97.675025939941406</c:v>
                </c:pt>
                <c:pt idx="1830">
                  <c:v>98.034553527832003</c:v>
                </c:pt>
                <c:pt idx="1831">
                  <c:v>98.196571350097699</c:v>
                </c:pt>
                <c:pt idx="1832">
                  <c:v>98.738822937011705</c:v>
                </c:pt>
                <c:pt idx="1833">
                  <c:v>99.268486022949205</c:v>
                </c:pt>
                <c:pt idx="1834">
                  <c:v>99.742416381835895</c:v>
                </c:pt>
                <c:pt idx="1835">
                  <c:v>99.861152648925795</c:v>
                </c:pt>
                <c:pt idx="1836">
                  <c:v>100.23609924316401</c:v>
                </c:pt>
                <c:pt idx="1837">
                  <c:v>100.48602294921901</c:v>
                </c:pt>
                <c:pt idx="1838">
                  <c:v>100.556587219238</c:v>
                </c:pt>
                <c:pt idx="1839">
                  <c:v>100.753051757813</c:v>
                </c:pt>
                <c:pt idx="1840">
                  <c:v>100.760581970215</c:v>
                </c:pt>
                <c:pt idx="1841">
                  <c:v>100.91607666015599</c:v>
                </c:pt>
                <c:pt idx="1842">
                  <c:v>101.181045532227</c:v>
                </c:pt>
                <c:pt idx="1843">
                  <c:v>101.295570373535</c:v>
                </c:pt>
                <c:pt idx="1844">
                  <c:v>101.44911956787099</c:v>
                </c:pt>
                <c:pt idx="1845">
                  <c:v>101.52016448974599</c:v>
                </c:pt>
                <c:pt idx="1846">
                  <c:v>101.63027954101599</c:v>
                </c:pt>
                <c:pt idx="1847">
                  <c:v>101.62947845459</c:v>
                </c:pt>
                <c:pt idx="1848">
                  <c:v>101.620239257813</c:v>
                </c:pt>
                <c:pt idx="1849">
                  <c:v>101.680015563965</c:v>
                </c:pt>
                <c:pt idx="1850">
                  <c:v>101.69057464599599</c:v>
                </c:pt>
                <c:pt idx="1851">
                  <c:v>101.745079040527</c:v>
                </c:pt>
                <c:pt idx="1852">
                  <c:v>101.675994873047</c:v>
                </c:pt>
                <c:pt idx="1853">
                  <c:v>101.636924743652</c:v>
                </c:pt>
                <c:pt idx="1854">
                  <c:v>101.51735687255901</c:v>
                </c:pt>
                <c:pt idx="1855">
                  <c:v>101.231155395508</c:v>
                </c:pt>
                <c:pt idx="1856">
                  <c:v>101.307266235352</c:v>
                </c:pt>
                <c:pt idx="1857">
                  <c:v>101.18913269043</c:v>
                </c:pt>
                <c:pt idx="1858">
                  <c:v>100.877250671387</c:v>
                </c:pt>
                <c:pt idx="1859">
                  <c:v>100.771186828613</c:v>
                </c:pt>
                <c:pt idx="1860">
                  <c:v>100.792488098145</c:v>
                </c:pt>
                <c:pt idx="1861">
                  <c:v>100.80881500244099</c:v>
                </c:pt>
                <c:pt idx="1862">
                  <c:v>100.779251098633</c:v>
                </c:pt>
                <c:pt idx="1863">
                  <c:v>100.813278198242</c:v>
                </c:pt>
                <c:pt idx="1864">
                  <c:v>100.63185882568401</c:v>
                </c:pt>
                <c:pt idx="1865">
                  <c:v>100.683563232422</c:v>
                </c:pt>
                <c:pt idx="1866">
                  <c:v>100.48023223877</c:v>
                </c:pt>
                <c:pt idx="1867">
                  <c:v>100.343719482422</c:v>
                </c:pt>
                <c:pt idx="1868">
                  <c:v>100.173858642578</c:v>
                </c:pt>
                <c:pt idx="1869">
                  <c:v>100.173141479492</c:v>
                </c:pt>
                <c:pt idx="1870">
                  <c:v>100.08937835693401</c:v>
                </c:pt>
                <c:pt idx="1871">
                  <c:v>99.983779907226605</c:v>
                </c:pt>
                <c:pt idx="1872">
                  <c:v>99.956733703613295</c:v>
                </c:pt>
                <c:pt idx="1873">
                  <c:v>99.884918212890597</c:v>
                </c:pt>
                <c:pt idx="1874">
                  <c:v>99.763931274414105</c:v>
                </c:pt>
                <c:pt idx="1875">
                  <c:v>100.035942077637</c:v>
                </c:pt>
                <c:pt idx="1876">
                  <c:v>100.175590515137</c:v>
                </c:pt>
                <c:pt idx="1877">
                  <c:v>100.133293151855</c:v>
                </c:pt>
                <c:pt idx="1878">
                  <c:v>100.208625793457</c:v>
                </c:pt>
                <c:pt idx="1879">
                  <c:v>100.71213531494099</c:v>
                </c:pt>
                <c:pt idx="1880">
                  <c:v>101.107284545898</c:v>
                </c:pt>
                <c:pt idx="1881">
                  <c:v>101.354988098145</c:v>
                </c:pt>
                <c:pt idx="1882">
                  <c:v>101.45294952392599</c:v>
                </c:pt>
                <c:pt idx="1883">
                  <c:v>101.69490814209</c:v>
                </c:pt>
                <c:pt idx="1884">
                  <c:v>102.029136657715</c:v>
                </c:pt>
                <c:pt idx="1885">
                  <c:v>101.97369384765599</c:v>
                </c:pt>
                <c:pt idx="1886">
                  <c:v>102.29817199707</c:v>
                </c:pt>
                <c:pt idx="1887">
                  <c:v>102.798446655273</c:v>
                </c:pt>
                <c:pt idx="1888">
                  <c:v>103.055213928223</c:v>
                </c:pt>
                <c:pt idx="1889">
                  <c:v>103.370765686035</c:v>
                </c:pt>
                <c:pt idx="1890">
                  <c:v>103.65029144287099</c:v>
                </c:pt>
                <c:pt idx="1891">
                  <c:v>103.979461669922</c:v>
                </c:pt>
                <c:pt idx="1892">
                  <c:v>104.295768737793</c:v>
                </c:pt>
                <c:pt idx="1893">
                  <c:v>104.417694091797</c:v>
                </c:pt>
                <c:pt idx="1894">
                  <c:v>104.58699798584</c:v>
                </c:pt>
                <c:pt idx="1895">
                  <c:v>104.67943572998</c:v>
                </c:pt>
                <c:pt idx="1896">
                  <c:v>104.728965759277</c:v>
                </c:pt>
                <c:pt idx="1897">
                  <c:v>104.759239196777</c:v>
                </c:pt>
                <c:pt idx="1898">
                  <c:v>104.774772644043</c:v>
                </c:pt>
                <c:pt idx="1899">
                  <c:v>104.782752990723</c:v>
                </c:pt>
                <c:pt idx="1900">
                  <c:v>104.78684997558599</c:v>
                </c:pt>
                <c:pt idx="1901">
                  <c:v>104.788955688477</c:v>
                </c:pt>
                <c:pt idx="1902">
                  <c:v>104.790031433105</c:v>
                </c:pt>
                <c:pt idx="1903">
                  <c:v>104.79058837890599</c:v>
                </c:pt>
                <c:pt idx="1904">
                  <c:v>104.79087066650401</c:v>
                </c:pt>
                <c:pt idx="1905">
                  <c:v>104.791023254395</c:v>
                </c:pt>
                <c:pt idx="1906">
                  <c:v>104.791091918945</c:v>
                </c:pt>
                <c:pt idx="1907">
                  <c:v>104.791130065918</c:v>
                </c:pt>
                <c:pt idx="1908">
                  <c:v>104.791152954102</c:v>
                </c:pt>
                <c:pt idx="1909">
                  <c:v>104.79116058349599</c:v>
                </c:pt>
                <c:pt idx="1910">
                  <c:v>104.79116821289099</c:v>
                </c:pt>
                <c:pt idx="1911">
                  <c:v>104.79116821289099</c:v>
                </c:pt>
                <c:pt idx="1912">
                  <c:v>104.791175842285</c:v>
                </c:pt>
                <c:pt idx="1913">
                  <c:v>104.791175842285</c:v>
                </c:pt>
                <c:pt idx="1914">
                  <c:v>104.791175842285</c:v>
                </c:pt>
                <c:pt idx="1915">
                  <c:v>104.791175842285</c:v>
                </c:pt>
                <c:pt idx="1916">
                  <c:v>104.791175842285</c:v>
                </c:pt>
                <c:pt idx="1917">
                  <c:v>104.791175842285</c:v>
                </c:pt>
                <c:pt idx="1918">
                  <c:v>104.791175842285</c:v>
                </c:pt>
                <c:pt idx="1919">
                  <c:v>104.791175842285</c:v>
                </c:pt>
                <c:pt idx="1920">
                  <c:v>104.791175842285</c:v>
                </c:pt>
                <c:pt idx="1921">
                  <c:v>104.791175842285</c:v>
                </c:pt>
                <c:pt idx="1922">
                  <c:v>104.791175842285</c:v>
                </c:pt>
                <c:pt idx="1923">
                  <c:v>104.791175842285</c:v>
                </c:pt>
                <c:pt idx="1924">
                  <c:v>104.791175842285</c:v>
                </c:pt>
                <c:pt idx="1925">
                  <c:v>104.791175842285</c:v>
                </c:pt>
                <c:pt idx="1926">
                  <c:v>104.791175842285</c:v>
                </c:pt>
                <c:pt idx="1927">
                  <c:v>104.791175842285</c:v>
                </c:pt>
                <c:pt idx="1928">
                  <c:v>104.791175842285</c:v>
                </c:pt>
                <c:pt idx="1929">
                  <c:v>104.791175842285</c:v>
                </c:pt>
                <c:pt idx="1930">
                  <c:v>104.791175842285</c:v>
                </c:pt>
                <c:pt idx="1931">
                  <c:v>104.78400421142599</c:v>
                </c:pt>
                <c:pt idx="1932">
                  <c:v>104.78419494628901</c:v>
                </c:pt>
                <c:pt idx="1933">
                  <c:v>104.70327758789099</c:v>
                </c:pt>
                <c:pt idx="1934">
                  <c:v>104.71883392334</c:v>
                </c:pt>
                <c:pt idx="1935">
                  <c:v>104.68547821044901</c:v>
                </c:pt>
                <c:pt idx="1936">
                  <c:v>104.65870666503901</c:v>
                </c:pt>
                <c:pt idx="1937">
                  <c:v>104.66477966308599</c:v>
                </c:pt>
                <c:pt idx="1938">
                  <c:v>104.721183776855</c:v>
                </c:pt>
                <c:pt idx="1939">
                  <c:v>104.75511932373</c:v>
                </c:pt>
                <c:pt idx="1940">
                  <c:v>104.772666931152</c:v>
                </c:pt>
                <c:pt idx="1941">
                  <c:v>104.780876159668</c:v>
                </c:pt>
                <c:pt idx="1942">
                  <c:v>104.785766601563</c:v>
                </c:pt>
                <c:pt idx="1943">
                  <c:v>104.78839874267599</c:v>
                </c:pt>
                <c:pt idx="1944">
                  <c:v>104.789749145508</c:v>
                </c:pt>
                <c:pt idx="1945">
                  <c:v>104.79044342041</c:v>
                </c:pt>
                <c:pt idx="1946">
                  <c:v>104.790802001953</c:v>
                </c:pt>
                <c:pt idx="1947">
                  <c:v>104.790977478027</c:v>
                </c:pt>
                <c:pt idx="1948">
                  <c:v>104.79107666015599</c:v>
                </c:pt>
                <c:pt idx="1949">
                  <c:v>104.791122436523</c:v>
                </c:pt>
                <c:pt idx="1950">
                  <c:v>104.791145324707</c:v>
                </c:pt>
                <c:pt idx="1951">
                  <c:v>104.79116058349599</c:v>
                </c:pt>
                <c:pt idx="1952">
                  <c:v>104.79116821289099</c:v>
                </c:pt>
                <c:pt idx="1953">
                  <c:v>104.79116821289099</c:v>
                </c:pt>
                <c:pt idx="1954">
                  <c:v>104.791175842285</c:v>
                </c:pt>
                <c:pt idx="1955">
                  <c:v>104.791175842285</c:v>
                </c:pt>
                <c:pt idx="1956">
                  <c:v>104.791175842285</c:v>
                </c:pt>
                <c:pt idx="1957">
                  <c:v>105.735832214355</c:v>
                </c:pt>
                <c:pt idx="1958">
                  <c:v>107.50254058837901</c:v>
                </c:pt>
                <c:pt idx="1959">
                  <c:v>106.883918762207</c:v>
                </c:pt>
                <c:pt idx="1960">
                  <c:v>107.61277770996099</c:v>
                </c:pt>
                <c:pt idx="1961">
                  <c:v>108.66860198974599</c:v>
                </c:pt>
                <c:pt idx="1962">
                  <c:v>109.25315856933599</c:v>
                </c:pt>
                <c:pt idx="1963">
                  <c:v>109.516479492188</c:v>
                </c:pt>
                <c:pt idx="1964">
                  <c:v>109.796356201172</c:v>
                </c:pt>
                <c:pt idx="1965">
                  <c:v>109.98495483398401</c:v>
                </c:pt>
                <c:pt idx="1966">
                  <c:v>110.22866821289099</c:v>
                </c:pt>
                <c:pt idx="1967">
                  <c:v>110.442413330078</c:v>
                </c:pt>
                <c:pt idx="1968">
                  <c:v>110.546493530273</c:v>
                </c:pt>
                <c:pt idx="1969">
                  <c:v>110.631675720215</c:v>
                </c:pt>
                <c:pt idx="1970">
                  <c:v>110.66925811767599</c:v>
                </c:pt>
                <c:pt idx="1971">
                  <c:v>110.70973968505901</c:v>
                </c:pt>
                <c:pt idx="1972">
                  <c:v>110.911674499512</c:v>
                </c:pt>
                <c:pt idx="1973">
                  <c:v>111.145614624023</c:v>
                </c:pt>
                <c:pt idx="1974">
                  <c:v>111.52011871337901</c:v>
                </c:pt>
                <c:pt idx="1975">
                  <c:v>111.82275390625</c:v>
                </c:pt>
                <c:pt idx="1976">
                  <c:v>111.805335998535</c:v>
                </c:pt>
                <c:pt idx="1977">
                  <c:v>111.743522644043</c:v>
                </c:pt>
                <c:pt idx="1978">
                  <c:v>111.90187072753901</c:v>
                </c:pt>
                <c:pt idx="1979">
                  <c:v>112.105392456055</c:v>
                </c:pt>
                <c:pt idx="1980">
                  <c:v>112.05991363525401</c:v>
                </c:pt>
                <c:pt idx="1981">
                  <c:v>111.98040008544901</c:v>
                </c:pt>
                <c:pt idx="1982">
                  <c:v>112.02938079834</c:v>
                </c:pt>
                <c:pt idx="1983">
                  <c:v>112.11785888671901</c:v>
                </c:pt>
                <c:pt idx="1984">
                  <c:v>112.20728302002</c:v>
                </c:pt>
                <c:pt idx="1985">
                  <c:v>112.48533630371099</c:v>
                </c:pt>
                <c:pt idx="1986">
                  <c:v>112.65323638916</c:v>
                </c:pt>
                <c:pt idx="1987">
                  <c:v>112.851280212402</c:v>
                </c:pt>
                <c:pt idx="1988">
                  <c:v>113.00381469726599</c:v>
                </c:pt>
                <c:pt idx="1989">
                  <c:v>112.985275268555</c:v>
                </c:pt>
                <c:pt idx="1990">
                  <c:v>113.02109527587901</c:v>
                </c:pt>
                <c:pt idx="1991">
                  <c:v>112.985229492188</c:v>
                </c:pt>
                <c:pt idx="1992">
                  <c:v>112.940353393555</c:v>
                </c:pt>
                <c:pt idx="1993">
                  <c:v>112.97723388671901</c:v>
                </c:pt>
                <c:pt idx="1994">
                  <c:v>112.903038024902</c:v>
                </c:pt>
                <c:pt idx="1995">
                  <c:v>112.681358337402</c:v>
                </c:pt>
                <c:pt idx="1996">
                  <c:v>112.52027893066401</c:v>
                </c:pt>
                <c:pt idx="1997">
                  <c:v>112.34316253662099</c:v>
                </c:pt>
                <c:pt idx="1998">
                  <c:v>112.24542236328099</c:v>
                </c:pt>
                <c:pt idx="1999">
                  <c:v>112.093269348145</c:v>
                </c:pt>
                <c:pt idx="2000">
                  <c:v>111.90415191650401</c:v>
                </c:pt>
                <c:pt idx="2001">
                  <c:v>111.71257019043</c:v>
                </c:pt>
                <c:pt idx="2002">
                  <c:v>111.45803070068401</c:v>
                </c:pt>
                <c:pt idx="2003">
                  <c:v>111.23801422119099</c:v>
                </c:pt>
                <c:pt idx="2004">
                  <c:v>111.046577453613</c:v>
                </c:pt>
                <c:pt idx="2005">
                  <c:v>110.85841369628901</c:v>
                </c:pt>
                <c:pt idx="2006">
                  <c:v>110.704711914063</c:v>
                </c:pt>
                <c:pt idx="2007">
                  <c:v>110.41542816162099</c:v>
                </c:pt>
                <c:pt idx="2008">
                  <c:v>110.19955444335901</c:v>
                </c:pt>
                <c:pt idx="2009">
                  <c:v>110.040977478027</c:v>
                </c:pt>
                <c:pt idx="2010">
                  <c:v>109.81976318359401</c:v>
                </c:pt>
                <c:pt idx="2011">
                  <c:v>109.513374328613</c:v>
                </c:pt>
                <c:pt idx="2012">
                  <c:v>108.334754943848</c:v>
                </c:pt>
                <c:pt idx="2013">
                  <c:v>107.216346740723</c:v>
                </c:pt>
                <c:pt idx="2014">
                  <c:v>106.25160980224599</c:v>
                </c:pt>
                <c:pt idx="2015">
                  <c:v>105.540985107422</c:v>
                </c:pt>
                <c:pt idx="2016">
                  <c:v>105.176139831543</c:v>
                </c:pt>
                <c:pt idx="2017">
                  <c:v>104.988822937012</c:v>
                </c:pt>
                <c:pt idx="2018">
                  <c:v>104.89264678955099</c:v>
                </c:pt>
                <c:pt idx="2019">
                  <c:v>104.84327697753901</c:v>
                </c:pt>
                <c:pt idx="2020">
                  <c:v>104.817924499512</c:v>
                </c:pt>
                <c:pt idx="2021">
                  <c:v>104.80490875244099</c:v>
                </c:pt>
                <c:pt idx="2022">
                  <c:v>104.798225402832</c:v>
                </c:pt>
                <c:pt idx="2023">
                  <c:v>104.794792175293</c:v>
                </c:pt>
                <c:pt idx="2024">
                  <c:v>104.79302978515599</c:v>
                </c:pt>
                <c:pt idx="2025">
                  <c:v>104.792129516602</c:v>
                </c:pt>
                <c:pt idx="2026">
                  <c:v>104.791664123535</c:v>
                </c:pt>
                <c:pt idx="2027">
                  <c:v>104.791427612305</c:v>
                </c:pt>
                <c:pt idx="2028">
                  <c:v>104.791305541992</c:v>
                </c:pt>
                <c:pt idx="2029">
                  <c:v>104.79123687744099</c:v>
                </c:pt>
                <c:pt idx="2030">
                  <c:v>104.791206359863</c:v>
                </c:pt>
                <c:pt idx="2031">
                  <c:v>104.854736328125</c:v>
                </c:pt>
                <c:pt idx="2032">
                  <c:v>104.823806762695</c:v>
                </c:pt>
                <c:pt idx="2033">
                  <c:v>104.80792999267599</c:v>
                </c:pt>
                <c:pt idx="2034">
                  <c:v>104.799774169922</c:v>
                </c:pt>
                <c:pt idx="2035">
                  <c:v>104.79559326171901</c:v>
                </c:pt>
                <c:pt idx="2036">
                  <c:v>104.79344177246099</c:v>
                </c:pt>
                <c:pt idx="2037">
                  <c:v>104.79233551025401</c:v>
                </c:pt>
                <c:pt idx="2038">
                  <c:v>104.79177093505901</c:v>
                </c:pt>
                <c:pt idx="2039">
                  <c:v>104.79148101806599</c:v>
                </c:pt>
                <c:pt idx="2040">
                  <c:v>104.79132843017599</c:v>
                </c:pt>
                <c:pt idx="2041">
                  <c:v>104.79125213623</c:v>
                </c:pt>
                <c:pt idx="2042">
                  <c:v>104.791213989258</c:v>
                </c:pt>
                <c:pt idx="2043">
                  <c:v>104.79119873046901</c:v>
                </c:pt>
                <c:pt idx="2044">
                  <c:v>104.79118347168</c:v>
                </c:pt>
                <c:pt idx="2045">
                  <c:v>104.79118347168</c:v>
                </c:pt>
                <c:pt idx="2046">
                  <c:v>104.791175842285</c:v>
                </c:pt>
                <c:pt idx="2047">
                  <c:v>104.791175842285</c:v>
                </c:pt>
                <c:pt idx="2048">
                  <c:v>104.791175842285</c:v>
                </c:pt>
                <c:pt idx="2049">
                  <c:v>104.791175842285</c:v>
                </c:pt>
                <c:pt idx="2050">
                  <c:v>104.791175842285</c:v>
                </c:pt>
                <c:pt idx="2051">
                  <c:v>104.791175842285</c:v>
                </c:pt>
                <c:pt idx="2052">
                  <c:v>104.791175842285</c:v>
                </c:pt>
                <c:pt idx="2053">
                  <c:v>104.791175842285</c:v>
                </c:pt>
                <c:pt idx="2054">
                  <c:v>104.791175842285</c:v>
                </c:pt>
                <c:pt idx="2055">
                  <c:v>104.791175842285</c:v>
                </c:pt>
                <c:pt idx="2056">
                  <c:v>104.791175842285</c:v>
                </c:pt>
                <c:pt idx="2057">
                  <c:v>104.791175842285</c:v>
                </c:pt>
                <c:pt idx="2058">
                  <c:v>104.791175842285</c:v>
                </c:pt>
                <c:pt idx="2059">
                  <c:v>104.786743164063</c:v>
                </c:pt>
                <c:pt idx="2060">
                  <c:v>104.78889465332</c:v>
                </c:pt>
                <c:pt idx="2061">
                  <c:v>104.790008544922</c:v>
                </c:pt>
                <c:pt idx="2062">
                  <c:v>104.78977966308599</c:v>
                </c:pt>
                <c:pt idx="2063">
                  <c:v>104.78874206543</c:v>
                </c:pt>
                <c:pt idx="2064">
                  <c:v>104.78035736084</c:v>
                </c:pt>
                <c:pt idx="2065">
                  <c:v>104.70554351806599</c:v>
                </c:pt>
                <c:pt idx="2066">
                  <c:v>104.66586303710901</c:v>
                </c:pt>
                <c:pt idx="2067">
                  <c:v>104.622764587402</c:v>
                </c:pt>
                <c:pt idx="2068">
                  <c:v>104.52902984619099</c:v>
                </c:pt>
                <c:pt idx="2069">
                  <c:v>104.32732391357401</c:v>
                </c:pt>
                <c:pt idx="2070">
                  <c:v>104.172439575195</c:v>
                </c:pt>
                <c:pt idx="2071">
                  <c:v>103.984985351563</c:v>
                </c:pt>
                <c:pt idx="2072">
                  <c:v>103.86737060546901</c:v>
                </c:pt>
                <c:pt idx="2073">
                  <c:v>103.748161315918</c:v>
                </c:pt>
                <c:pt idx="2074">
                  <c:v>103.650680541992</c:v>
                </c:pt>
                <c:pt idx="2075">
                  <c:v>103.53875732421901</c:v>
                </c:pt>
                <c:pt idx="2076">
                  <c:v>103.410507202148</c:v>
                </c:pt>
                <c:pt idx="2077">
                  <c:v>103.31989288330099</c:v>
                </c:pt>
                <c:pt idx="2078">
                  <c:v>103.25131988525401</c:v>
                </c:pt>
                <c:pt idx="2079">
                  <c:v>103.178009033203</c:v>
                </c:pt>
                <c:pt idx="2080">
                  <c:v>103.04069519043</c:v>
                </c:pt>
                <c:pt idx="2081">
                  <c:v>102.85052490234401</c:v>
                </c:pt>
                <c:pt idx="2082">
                  <c:v>102.642372131348</c:v>
                </c:pt>
                <c:pt idx="2083">
                  <c:v>102.47354125976599</c:v>
                </c:pt>
                <c:pt idx="2084">
                  <c:v>102.32691192627</c:v>
                </c:pt>
                <c:pt idx="2085">
                  <c:v>102.270431518555</c:v>
                </c:pt>
                <c:pt idx="2086">
                  <c:v>102.196739196777</c:v>
                </c:pt>
                <c:pt idx="2087">
                  <c:v>102.058380126953</c:v>
                </c:pt>
                <c:pt idx="2088">
                  <c:v>101.99651336669901</c:v>
                </c:pt>
                <c:pt idx="2089">
                  <c:v>101.911102294922</c:v>
                </c:pt>
                <c:pt idx="2090">
                  <c:v>101.780235290527</c:v>
                </c:pt>
                <c:pt idx="2091">
                  <c:v>101.69352722168</c:v>
                </c:pt>
                <c:pt idx="2092">
                  <c:v>101.64177703857401</c:v>
                </c:pt>
                <c:pt idx="2093">
                  <c:v>101.615394592285</c:v>
                </c:pt>
                <c:pt idx="2094">
                  <c:v>101.59462738037099</c:v>
                </c:pt>
                <c:pt idx="2095">
                  <c:v>101.60929107666</c:v>
                </c:pt>
                <c:pt idx="2096">
                  <c:v>101.607070922852</c:v>
                </c:pt>
                <c:pt idx="2097">
                  <c:v>101.59880828857401</c:v>
                </c:pt>
                <c:pt idx="2098">
                  <c:v>101.58376312255901</c:v>
                </c:pt>
                <c:pt idx="2099">
                  <c:v>101.58651733398401</c:v>
                </c:pt>
                <c:pt idx="2100">
                  <c:v>101.58303070068401</c:v>
                </c:pt>
                <c:pt idx="2101">
                  <c:v>101.502059936523</c:v>
                </c:pt>
                <c:pt idx="2102">
                  <c:v>101.52215576171901</c:v>
                </c:pt>
                <c:pt idx="2103">
                  <c:v>101.551620483398</c:v>
                </c:pt>
                <c:pt idx="2104">
                  <c:v>101.569816589355</c:v>
                </c:pt>
                <c:pt idx="2105">
                  <c:v>101.322303771973</c:v>
                </c:pt>
                <c:pt idx="2106">
                  <c:v>101.342979431152</c:v>
                </c:pt>
                <c:pt idx="2107">
                  <c:v>101.326362609863</c:v>
                </c:pt>
                <c:pt idx="2108">
                  <c:v>101.20189666748</c:v>
                </c:pt>
                <c:pt idx="2109">
                  <c:v>101.18080902099599</c:v>
                </c:pt>
                <c:pt idx="2110">
                  <c:v>101.173469543457</c:v>
                </c:pt>
                <c:pt idx="2111">
                  <c:v>101.27857208252</c:v>
                </c:pt>
                <c:pt idx="2112">
                  <c:v>101.33771514892599</c:v>
                </c:pt>
                <c:pt idx="2113">
                  <c:v>101.265586853027</c:v>
                </c:pt>
                <c:pt idx="2114">
                  <c:v>101.14234161377</c:v>
                </c:pt>
                <c:pt idx="2115">
                  <c:v>101.1220703125</c:v>
                </c:pt>
                <c:pt idx="2116">
                  <c:v>100.99098205566401</c:v>
                </c:pt>
                <c:pt idx="2117">
                  <c:v>100.898483276367</c:v>
                </c:pt>
                <c:pt idx="2118">
                  <c:v>100.84756469726599</c:v>
                </c:pt>
                <c:pt idx="2119">
                  <c:v>100.69252777099599</c:v>
                </c:pt>
                <c:pt idx="2120">
                  <c:v>100.61644744873</c:v>
                </c:pt>
                <c:pt idx="2121">
                  <c:v>100.43186950683599</c:v>
                </c:pt>
                <c:pt idx="2122">
                  <c:v>100.22402954101599</c:v>
                </c:pt>
                <c:pt idx="2123">
                  <c:v>100.12229156494099</c:v>
                </c:pt>
                <c:pt idx="2124">
                  <c:v>99.968307495117202</c:v>
                </c:pt>
                <c:pt idx="2125">
                  <c:v>99.914131164550795</c:v>
                </c:pt>
                <c:pt idx="2126">
                  <c:v>99.797294616699205</c:v>
                </c:pt>
                <c:pt idx="2127">
                  <c:v>99.670600891113295</c:v>
                </c:pt>
                <c:pt idx="2128">
                  <c:v>99.539093017578097</c:v>
                </c:pt>
                <c:pt idx="2129">
                  <c:v>99.389114379882798</c:v>
                </c:pt>
                <c:pt idx="2130">
                  <c:v>98.892715454101605</c:v>
                </c:pt>
                <c:pt idx="2131">
                  <c:v>98.655082702636705</c:v>
                </c:pt>
                <c:pt idx="2132">
                  <c:v>98.582046508789105</c:v>
                </c:pt>
                <c:pt idx="2133">
                  <c:v>98.424018859863295</c:v>
                </c:pt>
                <c:pt idx="2134">
                  <c:v>98.375274658203097</c:v>
                </c:pt>
                <c:pt idx="2135">
                  <c:v>98.673316955566406</c:v>
                </c:pt>
                <c:pt idx="2136">
                  <c:v>99.124443054199205</c:v>
                </c:pt>
                <c:pt idx="2137">
                  <c:v>98.830528259277301</c:v>
                </c:pt>
                <c:pt idx="2138">
                  <c:v>98.835113525390597</c:v>
                </c:pt>
                <c:pt idx="2139">
                  <c:v>98.896881103515597</c:v>
                </c:pt>
                <c:pt idx="2140">
                  <c:v>98.887199401855497</c:v>
                </c:pt>
                <c:pt idx="2141">
                  <c:v>99.177749633789105</c:v>
                </c:pt>
                <c:pt idx="2142">
                  <c:v>99.494934082031307</c:v>
                </c:pt>
                <c:pt idx="2143">
                  <c:v>99.627265930175795</c:v>
                </c:pt>
                <c:pt idx="2144">
                  <c:v>99.739318847656307</c:v>
                </c:pt>
                <c:pt idx="2145">
                  <c:v>99.829856872558594</c:v>
                </c:pt>
                <c:pt idx="2146">
                  <c:v>99.977844238281307</c:v>
                </c:pt>
                <c:pt idx="2147">
                  <c:v>100.075691223145</c:v>
                </c:pt>
                <c:pt idx="2148">
                  <c:v>100.273147583008</c:v>
                </c:pt>
                <c:pt idx="2149">
                  <c:v>100.487632751465</c:v>
                </c:pt>
                <c:pt idx="2150">
                  <c:v>100.74755859375</c:v>
                </c:pt>
                <c:pt idx="2151">
                  <c:v>100.788932800293</c:v>
                </c:pt>
                <c:pt idx="2152">
                  <c:v>100.86058044433599</c:v>
                </c:pt>
                <c:pt idx="2153">
                  <c:v>100.81890869140599</c:v>
                </c:pt>
                <c:pt idx="2154">
                  <c:v>100.990768432617</c:v>
                </c:pt>
                <c:pt idx="2155">
                  <c:v>101.071174621582</c:v>
                </c:pt>
                <c:pt idx="2156">
                  <c:v>101.268447875977</c:v>
                </c:pt>
                <c:pt idx="2157">
                  <c:v>101.45041656494099</c:v>
                </c:pt>
                <c:pt idx="2158">
                  <c:v>101.542671203613</c:v>
                </c:pt>
                <c:pt idx="2159">
                  <c:v>101.61187744140599</c:v>
                </c:pt>
                <c:pt idx="2160">
                  <c:v>101.70126342773401</c:v>
                </c:pt>
                <c:pt idx="2161">
                  <c:v>101.884574890137</c:v>
                </c:pt>
                <c:pt idx="2162">
                  <c:v>102.094284057617</c:v>
                </c:pt>
                <c:pt idx="2163">
                  <c:v>102.10825347900401</c:v>
                </c:pt>
                <c:pt idx="2164">
                  <c:v>102.43284606933599</c:v>
                </c:pt>
                <c:pt idx="2165">
                  <c:v>102.48405456543</c:v>
                </c:pt>
                <c:pt idx="2166">
                  <c:v>102.335563659668</c:v>
                </c:pt>
                <c:pt idx="2167">
                  <c:v>102.528022766113</c:v>
                </c:pt>
                <c:pt idx="2168">
                  <c:v>102.88729858398401</c:v>
                </c:pt>
                <c:pt idx="2169">
                  <c:v>103.30939483642599</c:v>
                </c:pt>
                <c:pt idx="2170">
                  <c:v>103.56957244873</c:v>
                </c:pt>
                <c:pt idx="2171">
                  <c:v>103.918411254883</c:v>
                </c:pt>
                <c:pt idx="2172">
                  <c:v>104.09088134765599</c:v>
                </c:pt>
                <c:pt idx="2173">
                  <c:v>104.35402679443401</c:v>
                </c:pt>
                <c:pt idx="2174">
                  <c:v>104.554718017578</c:v>
                </c:pt>
                <c:pt idx="2175">
                  <c:v>104.65202331543</c:v>
                </c:pt>
                <c:pt idx="2176">
                  <c:v>104.719734191895</c:v>
                </c:pt>
                <c:pt idx="2177">
                  <c:v>104.75449371337901</c:v>
                </c:pt>
                <c:pt idx="2178">
                  <c:v>104.772338867188</c:v>
                </c:pt>
                <c:pt idx="2179">
                  <c:v>104.78150939941401</c:v>
                </c:pt>
                <c:pt idx="2180">
                  <c:v>104.786209106445</c:v>
                </c:pt>
                <c:pt idx="2181">
                  <c:v>104.788627624512</c:v>
                </c:pt>
                <c:pt idx="2182">
                  <c:v>104.78986358642599</c:v>
                </c:pt>
                <c:pt idx="2183">
                  <c:v>104.79050445556599</c:v>
                </c:pt>
                <c:pt idx="2184">
                  <c:v>104.79083251953099</c:v>
                </c:pt>
                <c:pt idx="2185">
                  <c:v>104.79100036621099</c:v>
                </c:pt>
                <c:pt idx="2186">
                  <c:v>104.85427093505901</c:v>
                </c:pt>
                <c:pt idx="2187">
                  <c:v>104.87477111816401</c:v>
                </c:pt>
                <c:pt idx="2188">
                  <c:v>106.261367797852</c:v>
                </c:pt>
                <c:pt idx="2189">
                  <c:v>107.61434173584</c:v>
                </c:pt>
                <c:pt idx="2190">
                  <c:v>108.70140838623</c:v>
                </c:pt>
                <c:pt idx="2191">
                  <c:v>109.35097503662099</c:v>
                </c:pt>
                <c:pt idx="2192">
                  <c:v>109.68402099609401</c:v>
                </c:pt>
                <c:pt idx="2193">
                  <c:v>109.90048217773401</c:v>
                </c:pt>
                <c:pt idx="2194">
                  <c:v>110.12760925293</c:v>
                </c:pt>
                <c:pt idx="2195">
                  <c:v>110.29248046875</c:v>
                </c:pt>
                <c:pt idx="2196">
                  <c:v>110.355712890625</c:v>
                </c:pt>
                <c:pt idx="2197">
                  <c:v>110.601928710938</c:v>
                </c:pt>
                <c:pt idx="2198">
                  <c:v>110.84243011474599</c:v>
                </c:pt>
                <c:pt idx="2199">
                  <c:v>111.072647094727</c:v>
                </c:pt>
                <c:pt idx="2200">
                  <c:v>111.178764343262</c:v>
                </c:pt>
                <c:pt idx="2201">
                  <c:v>111.30418395996099</c:v>
                </c:pt>
                <c:pt idx="2202">
                  <c:v>111.318962097168</c:v>
                </c:pt>
                <c:pt idx="2203">
                  <c:v>111.34405517578099</c:v>
                </c:pt>
                <c:pt idx="2204">
                  <c:v>111.41179656982401</c:v>
                </c:pt>
                <c:pt idx="2205">
                  <c:v>111.36589050293</c:v>
                </c:pt>
                <c:pt idx="2206">
                  <c:v>111.298210144043</c:v>
                </c:pt>
                <c:pt idx="2207">
                  <c:v>111.28867340087901</c:v>
                </c:pt>
                <c:pt idx="2208">
                  <c:v>111.32492828369099</c:v>
                </c:pt>
                <c:pt idx="2209">
                  <c:v>111.44402313232401</c:v>
                </c:pt>
                <c:pt idx="2210">
                  <c:v>111.365928649902</c:v>
                </c:pt>
                <c:pt idx="2211">
                  <c:v>111.28070068359401</c:v>
                </c:pt>
                <c:pt idx="2212">
                  <c:v>111.30271911621099</c:v>
                </c:pt>
                <c:pt idx="2213">
                  <c:v>111.58283233642599</c:v>
                </c:pt>
                <c:pt idx="2214">
                  <c:v>111.714553833008</c:v>
                </c:pt>
                <c:pt idx="2215">
                  <c:v>111.69382476806599</c:v>
                </c:pt>
                <c:pt idx="2216">
                  <c:v>111.82960510253901</c:v>
                </c:pt>
                <c:pt idx="2217">
                  <c:v>111.974990844727</c:v>
                </c:pt>
                <c:pt idx="2218">
                  <c:v>112.190956115723</c:v>
                </c:pt>
                <c:pt idx="2219">
                  <c:v>112.35676574707</c:v>
                </c:pt>
                <c:pt idx="2220">
                  <c:v>112.40030670166</c:v>
                </c:pt>
                <c:pt idx="2221">
                  <c:v>112.48600769043</c:v>
                </c:pt>
                <c:pt idx="2222">
                  <c:v>112.688339233398</c:v>
                </c:pt>
                <c:pt idx="2223">
                  <c:v>112.70257568359401</c:v>
                </c:pt>
                <c:pt idx="2224">
                  <c:v>112.764373779297</c:v>
                </c:pt>
                <c:pt idx="2225">
                  <c:v>112.93178558349599</c:v>
                </c:pt>
                <c:pt idx="2226">
                  <c:v>113.06813812255901</c:v>
                </c:pt>
                <c:pt idx="2227">
                  <c:v>113.00203704834</c:v>
                </c:pt>
                <c:pt idx="2228">
                  <c:v>113.12680816650401</c:v>
                </c:pt>
                <c:pt idx="2229">
                  <c:v>113.11497497558599</c:v>
                </c:pt>
                <c:pt idx="2230">
                  <c:v>113.255508422852</c:v>
                </c:pt>
                <c:pt idx="2231">
                  <c:v>113.461669921875</c:v>
                </c:pt>
                <c:pt idx="2232">
                  <c:v>113.74909210205099</c:v>
                </c:pt>
                <c:pt idx="2233">
                  <c:v>113.991989135742</c:v>
                </c:pt>
                <c:pt idx="2234">
                  <c:v>114.15592956543</c:v>
                </c:pt>
                <c:pt idx="2235">
                  <c:v>114.42911529541</c:v>
                </c:pt>
                <c:pt idx="2236">
                  <c:v>114.68743896484401</c:v>
                </c:pt>
                <c:pt idx="2237">
                  <c:v>114.693161010742</c:v>
                </c:pt>
                <c:pt idx="2238">
                  <c:v>114.74520874023401</c:v>
                </c:pt>
                <c:pt idx="2239">
                  <c:v>114.848587036133</c:v>
                </c:pt>
                <c:pt idx="2240">
                  <c:v>114.93384552002</c:v>
                </c:pt>
                <c:pt idx="2241">
                  <c:v>114.995155334473</c:v>
                </c:pt>
                <c:pt idx="2242">
                  <c:v>115.13132476806599</c:v>
                </c:pt>
                <c:pt idx="2243">
                  <c:v>115.19484710693401</c:v>
                </c:pt>
                <c:pt idx="2244">
                  <c:v>115.37205505371099</c:v>
                </c:pt>
                <c:pt idx="2245">
                  <c:v>115.609100341797</c:v>
                </c:pt>
                <c:pt idx="2246">
                  <c:v>115.64679718017599</c:v>
                </c:pt>
                <c:pt idx="2247">
                  <c:v>115.64898681640599</c:v>
                </c:pt>
                <c:pt idx="2248">
                  <c:v>115.699920654297</c:v>
                </c:pt>
                <c:pt idx="2249">
                  <c:v>115.91407775878901</c:v>
                </c:pt>
                <c:pt idx="2250">
                  <c:v>116.06712341308599</c:v>
                </c:pt>
                <c:pt idx="2251">
                  <c:v>116.273849487305</c:v>
                </c:pt>
                <c:pt idx="2252">
                  <c:v>116.360137939453</c:v>
                </c:pt>
                <c:pt idx="2253">
                  <c:v>116.117553710938</c:v>
                </c:pt>
                <c:pt idx="2254">
                  <c:v>116.131546020508</c:v>
                </c:pt>
                <c:pt idx="2255">
                  <c:v>116.300003051758</c:v>
                </c:pt>
                <c:pt idx="2256">
                  <c:v>116.28677368164099</c:v>
                </c:pt>
                <c:pt idx="2257">
                  <c:v>116.506629943848</c:v>
                </c:pt>
                <c:pt idx="2258">
                  <c:v>116.63714599609401</c:v>
                </c:pt>
                <c:pt idx="2259">
                  <c:v>116.639266967773</c:v>
                </c:pt>
                <c:pt idx="2260">
                  <c:v>116.72744750976599</c:v>
                </c:pt>
                <c:pt idx="2261">
                  <c:v>117.021842956543</c:v>
                </c:pt>
                <c:pt idx="2262">
                  <c:v>117.22560119628901</c:v>
                </c:pt>
                <c:pt idx="2263">
                  <c:v>117.317031860352</c:v>
                </c:pt>
                <c:pt idx="2264">
                  <c:v>117.44960784912099</c:v>
                </c:pt>
                <c:pt idx="2265">
                  <c:v>117.570442199707</c:v>
                </c:pt>
                <c:pt idx="2266">
                  <c:v>117.61841583252</c:v>
                </c:pt>
                <c:pt idx="2267">
                  <c:v>117.722053527832</c:v>
                </c:pt>
                <c:pt idx="2268">
                  <c:v>117.77902984619099</c:v>
                </c:pt>
                <c:pt idx="2269">
                  <c:v>117.798377990723</c:v>
                </c:pt>
                <c:pt idx="2270">
                  <c:v>117.79486083984401</c:v>
                </c:pt>
                <c:pt idx="2271">
                  <c:v>117.808319091797</c:v>
                </c:pt>
                <c:pt idx="2272">
                  <c:v>117.832954406738</c:v>
                </c:pt>
                <c:pt idx="2273">
                  <c:v>117.84560394287099</c:v>
                </c:pt>
                <c:pt idx="2274">
                  <c:v>117.852096557617</c:v>
                </c:pt>
                <c:pt idx="2275">
                  <c:v>117.869911193848</c:v>
                </c:pt>
                <c:pt idx="2276">
                  <c:v>117.917129516602</c:v>
                </c:pt>
                <c:pt idx="2277">
                  <c:v>118.016899108887</c:v>
                </c:pt>
                <c:pt idx="2278">
                  <c:v>117.932655334473</c:v>
                </c:pt>
                <c:pt idx="2279">
                  <c:v>117.916297912598</c:v>
                </c:pt>
                <c:pt idx="2280">
                  <c:v>118.15329742431599</c:v>
                </c:pt>
                <c:pt idx="2281">
                  <c:v>118.02740478515599</c:v>
                </c:pt>
                <c:pt idx="2282">
                  <c:v>118.04143524169901</c:v>
                </c:pt>
                <c:pt idx="2283">
                  <c:v>118.28855895996099</c:v>
                </c:pt>
                <c:pt idx="2284">
                  <c:v>118.21401214599599</c:v>
                </c:pt>
                <c:pt idx="2285">
                  <c:v>118.092391967773</c:v>
                </c:pt>
                <c:pt idx="2286">
                  <c:v>118.247192382813</c:v>
                </c:pt>
                <c:pt idx="2287">
                  <c:v>118.324272155762</c:v>
                </c:pt>
                <c:pt idx="2288">
                  <c:v>118.42746734619099</c:v>
                </c:pt>
                <c:pt idx="2289">
                  <c:v>118.486404418945</c:v>
                </c:pt>
                <c:pt idx="2290">
                  <c:v>119.03741455078099</c:v>
                </c:pt>
                <c:pt idx="2291">
                  <c:v>119.27703857421901</c:v>
                </c:pt>
                <c:pt idx="2292">
                  <c:v>119.75399017334</c:v>
                </c:pt>
                <c:pt idx="2293">
                  <c:v>120.150337219238</c:v>
                </c:pt>
                <c:pt idx="2294">
                  <c:v>120.24969482421901</c:v>
                </c:pt>
                <c:pt idx="2295">
                  <c:v>120.29638671875</c:v>
                </c:pt>
                <c:pt idx="2296">
                  <c:v>120.675788879395</c:v>
                </c:pt>
                <c:pt idx="2297">
                  <c:v>120.996543884277</c:v>
                </c:pt>
                <c:pt idx="2298">
                  <c:v>121.2412109375</c:v>
                </c:pt>
                <c:pt idx="2299">
                  <c:v>121.62180328369099</c:v>
                </c:pt>
                <c:pt idx="2300">
                  <c:v>121.83843994140599</c:v>
                </c:pt>
                <c:pt idx="2301">
                  <c:v>122.235313415527</c:v>
                </c:pt>
                <c:pt idx="2302">
                  <c:v>122.516891479492</c:v>
                </c:pt>
                <c:pt idx="2303">
                  <c:v>122.949409484863</c:v>
                </c:pt>
                <c:pt idx="2304">
                  <c:v>123.246391296387</c:v>
                </c:pt>
                <c:pt idx="2305">
                  <c:v>123.450576782227</c:v>
                </c:pt>
                <c:pt idx="2306">
                  <c:v>123.626747131348</c:v>
                </c:pt>
                <c:pt idx="2307">
                  <c:v>123.77288818359401</c:v>
                </c:pt>
                <c:pt idx="2308">
                  <c:v>123.902137756348</c:v>
                </c:pt>
                <c:pt idx="2309">
                  <c:v>124.11964416503901</c:v>
                </c:pt>
                <c:pt idx="2310">
                  <c:v>124.251792907715</c:v>
                </c:pt>
                <c:pt idx="2311">
                  <c:v>124.32004547119099</c:v>
                </c:pt>
                <c:pt idx="2312">
                  <c:v>124.355461120605</c:v>
                </c:pt>
                <c:pt idx="2313">
                  <c:v>124.37322235107401</c:v>
                </c:pt>
                <c:pt idx="2314">
                  <c:v>124.38238525390599</c:v>
                </c:pt>
                <c:pt idx="2315">
                  <c:v>124.387046813965</c:v>
                </c:pt>
                <c:pt idx="2316">
                  <c:v>124.402221679688</c:v>
                </c:pt>
                <c:pt idx="2317">
                  <c:v>124.422004699707</c:v>
                </c:pt>
                <c:pt idx="2318">
                  <c:v>124.59154510498</c:v>
                </c:pt>
                <c:pt idx="2319">
                  <c:v>124.64263916015599</c:v>
                </c:pt>
                <c:pt idx="2320">
                  <c:v>125.03133392334</c:v>
                </c:pt>
                <c:pt idx="2321">
                  <c:v>125.333358764648</c:v>
                </c:pt>
                <c:pt idx="2322">
                  <c:v>125.60947418212901</c:v>
                </c:pt>
                <c:pt idx="2323">
                  <c:v>125.90151977539099</c:v>
                </c:pt>
                <c:pt idx="2324">
                  <c:v>126.21541595459</c:v>
                </c:pt>
                <c:pt idx="2325">
                  <c:v>126.001502990723</c:v>
                </c:pt>
                <c:pt idx="2326">
                  <c:v>125.89447021484401</c:v>
                </c:pt>
                <c:pt idx="2327">
                  <c:v>125.98934936523401</c:v>
                </c:pt>
                <c:pt idx="2328">
                  <c:v>126.22898101806599</c:v>
                </c:pt>
                <c:pt idx="2329">
                  <c:v>126.25180053710901</c:v>
                </c:pt>
                <c:pt idx="2330">
                  <c:v>126.780471801758</c:v>
                </c:pt>
                <c:pt idx="2331">
                  <c:v>127.16558837890599</c:v>
                </c:pt>
                <c:pt idx="2332">
                  <c:v>127.438117980957</c:v>
                </c:pt>
                <c:pt idx="2333">
                  <c:v>127.46750640869099</c:v>
                </c:pt>
                <c:pt idx="2334">
                  <c:v>127.550003051758</c:v>
                </c:pt>
                <c:pt idx="2335">
                  <c:v>127.70484161377</c:v>
                </c:pt>
                <c:pt idx="2336">
                  <c:v>127.84832000732401</c:v>
                </c:pt>
                <c:pt idx="2337">
                  <c:v>127.993530273438</c:v>
                </c:pt>
                <c:pt idx="2338">
                  <c:v>128.13681030273401</c:v>
                </c:pt>
                <c:pt idx="2339">
                  <c:v>128.20419311523401</c:v>
                </c:pt>
                <c:pt idx="2340">
                  <c:v>128.17759704589801</c:v>
                </c:pt>
                <c:pt idx="2341">
                  <c:v>128.37503051757801</c:v>
                </c:pt>
                <c:pt idx="2342">
                  <c:v>128.24327087402301</c:v>
                </c:pt>
                <c:pt idx="2343">
                  <c:v>128.28228759765599</c:v>
                </c:pt>
                <c:pt idx="2344">
                  <c:v>128.51126098632801</c:v>
                </c:pt>
                <c:pt idx="2345">
                  <c:v>128.52178955078099</c:v>
                </c:pt>
                <c:pt idx="2346">
                  <c:v>128.48724365234401</c:v>
                </c:pt>
                <c:pt idx="2347">
                  <c:v>128.63052368164099</c:v>
                </c:pt>
                <c:pt idx="2348">
                  <c:v>128.68466186523401</c:v>
                </c:pt>
                <c:pt idx="2349">
                  <c:v>128.93028259277301</c:v>
                </c:pt>
                <c:pt idx="2350">
                  <c:v>128.89300537109401</c:v>
                </c:pt>
                <c:pt idx="2351">
                  <c:v>128.598220825195</c:v>
                </c:pt>
                <c:pt idx="2352">
                  <c:v>128.49888610839801</c:v>
                </c:pt>
                <c:pt idx="2353">
                  <c:v>128.57998657226599</c:v>
                </c:pt>
                <c:pt idx="2354">
                  <c:v>128.50193786621099</c:v>
                </c:pt>
                <c:pt idx="2355">
                  <c:v>128.72593688964801</c:v>
                </c:pt>
                <c:pt idx="2356">
                  <c:v>128.76760864257801</c:v>
                </c:pt>
                <c:pt idx="2357">
                  <c:v>128.71728515625</c:v>
                </c:pt>
                <c:pt idx="2358">
                  <c:v>128.56706237793</c:v>
                </c:pt>
                <c:pt idx="2359">
                  <c:v>128.57386779785199</c:v>
                </c:pt>
                <c:pt idx="2360">
                  <c:v>128.419357299805</c:v>
                </c:pt>
                <c:pt idx="2361">
                  <c:v>128.43634033203099</c:v>
                </c:pt>
                <c:pt idx="2362">
                  <c:v>128.33926391601599</c:v>
                </c:pt>
                <c:pt idx="2363">
                  <c:v>128.43736267089801</c:v>
                </c:pt>
                <c:pt idx="2364">
                  <c:v>128.19190979003901</c:v>
                </c:pt>
                <c:pt idx="2365">
                  <c:v>128.07041931152301</c:v>
                </c:pt>
                <c:pt idx="2366">
                  <c:v>128.02233886718801</c:v>
                </c:pt>
                <c:pt idx="2367">
                  <c:v>127.89493560791</c:v>
                </c:pt>
                <c:pt idx="2368">
                  <c:v>127.80133056640599</c:v>
                </c:pt>
                <c:pt idx="2369">
                  <c:v>127.76743316650401</c:v>
                </c:pt>
                <c:pt idx="2370">
                  <c:v>127.839065551758</c:v>
                </c:pt>
                <c:pt idx="2371">
                  <c:v>127.819129943848</c:v>
                </c:pt>
                <c:pt idx="2372">
                  <c:v>127.71369171142599</c:v>
                </c:pt>
                <c:pt idx="2373">
                  <c:v>127.57942199707</c:v>
                </c:pt>
                <c:pt idx="2374">
                  <c:v>127.55190277099599</c:v>
                </c:pt>
                <c:pt idx="2375">
                  <c:v>127.298149108887</c:v>
                </c:pt>
                <c:pt idx="2376">
                  <c:v>127.087196350098</c:v>
                </c:pt>
                <c:pt idx="2377">
                  <c:v>127.01327514648401</c:v>
                </c:pt>
                <c:pt idx="2378">
                  <c:v>126.937225341797</c:v>
                </c:pt>
                <c:pt idx="2379">
                  <c:v>126.80763244628901</c:v>
                </c:pt>
                <c:pt idx="2380">
                  <c:v>126.44107055664099</c:v>
                </c:pt>
                <c:pt idx="2381">
                  <c:v>126.16123199462901</c:v>
                </c:pt>
                <c:pt idx="2382">
                  <c:v>125.50269317627</c:v>
                </c:pt>
                <c:pt idx="2383">
                  <c:v>125.00673675537099</c:v>
                </c:pt>
                <c:pt idx="2384">
                  <c:v>124.70806884765599</c:v>
                </c:pt>
                <c:pt idx="2385">
                  <c:v>124.55471038818401</c:v>
                </c:pt>
                <c:pt idx="2386">
                  <c:v>124.475936889648</c:v>
                </c:pt>
                <c:pt idx="2387">
                  <c:v>124.40598297119099</c:v>
                </c:pt>
                <c:pt idx="2388">
                  <c:v>124.36814880371099</c:v>
                </c:pt>
                <c:pt idx="2389">
                  <c:v>124.18784332275401</c:v>
                </c:pt>
                <c:pt idx="2390">
                  <c:v>124.096405029297</c:v>
                </c:pt>
                <c:pt idx="2391">
                  <c:v>123.901481628418</c:v>
                </c:pt>
                <c:pt idx="2392">
                  <c:v>123.658500671387</c:v>
                </c:pt>
                <c:pt idx="2393">
                  <c:v>123.633628845215</c:v>
                </c:pt>
                <c:pt idx="2394">
                  <c:v>123.490966796875</c:v>
                </c:pt>
                <c:pt idx="2395">
                  <c:v>123.24405670166</c:v>
                </c:pt>
                <c:pt idx="2396">
                  <c:v>123.040405273438</c:v>
                </c:pt>
                <c:pt idx="2397">
                  <c:v>122.95530700683599</c:v>
                </c:pt>
                <c:pt idx="2398">
                  <c:v>122.915534973145</c:v>
                </c:pt>
                <c:pt idx="2399">
                  <c:v>122.78273010253901</c:v>
                </c:pt>
                <c:pt idx="2400">
                  <c:v>122.796195983887</c:v>
                </c:pt>
                <c:pt idx="2401">
                  <c:v>122.596382141113</c:v>
                </c:pt>
                <c:pt idx="2402">
                  <c:v>122.68008422851599</c:v>
                </c:pt>
                <c:pt idx="2403">
                  <c:v>122.47727203369099</c:v>
                </c:pt>
                <c:pt idx="2404">
                  <c:v>122.332466125488</c:v>
                </c:pt>
                <c:pt idx="2405">
                  <c:v>122.19612121582</c:v>
                </c:pt>
                <c:pt idx="2406">
                  <c:v>122.09683227539099</c:v>
                </c:pt>
                <c:pt idx="2407">
                  <c:v>121.971817016602</c:v>
                </c:pt>
                <c:pt idx="2408">
                  <c:v>121.997436523438</c:v>
                </c:pt>
                <c:pt idx="2409">
                  <c:v>121.94003295898401</c:v>
                </c:pt>
                <c:pt idx="2410">
                  <c:v>121.97292327880901</c:v>
                </c:pt>
                <c:pt idx="2411">
                  <c:v>121.927772521973</c:v>
                </c:pt>
                <c:pt idx="2412">
                  <c:v>121.889457702637</c:v>
                </c:pt>
                <c:pt idx="2413">
                  <c:v>121.75821685791</c:v>
                </c:pt>
                <c:pt idx="2414">
                  <c:v>121.64495849609401</c:v>
                </c:pt>
                <c:pt idx="2415">
                  <c:v>121.61627960205099</c:v>
                </c:pt>
                <c:pt idx="2416">
                  <c:v>121.52498626709</c:v>
                </c:pt>
                <c:pt idx="2417">
                  <c:v>121.39939880371099</c:v>
                </c:pt>
                <c:pt idx="2418">
                  <c:v>121.38719177246099</c:v>
                </c:pt>
                <c:pt idx="2419">
                  <c:v>121.339302062988</c:v>
                </c:pt>
                <c:pt idx="2420">
                  <c:v>121.27418518066401</c:v>
                </c:pt>
                <c:pt idx="2421">
                  <c:v>121.228477478027</c:v>
                </c:pt>
                <c:pt idx="2422">
                  <c:v>121.200546264648</c:v>
                </c:pt>
                <c:pt idx="2423">
                  <c:v>121.117065429688</c:v>
                </c:pt>
                <c:pt idx="2424">
                  <c:v>120.750816345215</c:v>
                </c:pt>
                <c:pt idx="2425">
                  <c:v>120.441734313965</c:v>
                </c:pt>
                <c:pt idx="2426">
                  <c:v>120.100379943848</c:v>
                </c:pt>
                <c:pt idx="2427">
                  <c:v>119.807777404785</c:v>
                </c:pt>
                <c:pt idx="2428">
                  <c:v>119.610717773438</c:v>
                </c:pt>
                <c:pt idx="2429">
                  <c:v>119.29557800293</c:v>
                </c:pt>
                <c:pt idx="2430">
                  <c:v>118.95230102539099</c:v>
                </c:pt>
                <c:pt idx="2431">
                  <c:v>118.57253265380901</c:v>
                </c:pt>
                <c:pt idx="2432">
                  <c:v>118.225143432617</c:v>
                </c:pt>
                <c:pt idx="2433">
                  <c:v>118.04400634765599</c:v>
                </c:pt>
                <c:pt idx="2434">
                  <c:v>117.92561340332</c:v>
                </c:pt>
                <c:pt idx="2435">
                  <c:v>117.715942382813</c:v>
                </c:pt>
                <c:pt idx="2436">
                  <c:v>117.502067565918</c:v>
                </c:pt>
                <c:pt idx="2437">
                  <c:v>117.26141357421901</c:v>
                </c:pt>
                <c:pt idx="2438">
                  <c:v>117.03334808349599</c:v>
                </c:pt>
                <c:pt idx="2439">
                  <c:v>116.80005645752</c:v>
                </c:pt>
                <c:pt idx="2440">
                  <c:v>116.61270141601599</c:v>
                </c:pt>
                <c:pt idx="2441">
                  <c:v>116.430229187012</c:v>
                </c:pt>
                <c:pt idx="2442">
                  <c:v>116.18075561523401</c:v>
                </c:pt>
                <c:pt idx="2443">
                  <c:v>115.934677124023</c:v>
                </c:pt>
                <c:pt idx="2444">
                  <c:v>115.672233581543</c:v>
                </c:pt>
                <c:pt idx="2445">
                  <c:v>115.468872070313</c:v>
                </c:pt>
                <c:pt idx="2446">
                  <c:v>115.247398376465</c:v>
                </c:pt>
                <c:pt idx="2447">
                  <c:v>115.162956237793</c:v>
                </c:pt>
                <c:pt idx="2448">
                  <c:v>114.983528137207</c:v>
                </c:pt>
                <c:pt idx="2449">
                  <c:v>114.82642364502</c:v>
                </c:pt>
                <c:pt idx="2450">
                  <c:v>114.710693359375</c:v>
                </c:pt>
                <c:pt idx="2451">
                  <c:v>114.638565063477</c:v>
                </c:pt>
                <c:pt idx="2452">
                  <c:v>114.62526702880901</c:v>
                </c:pt>
                <c:pt idx="2453">
                  <c:v>114.504257202148</c:v>
                </c:pt>
                <c:pt idx="2454">
                  <c:v>114.42098236084</c:v>
                </c:pt>
                <c:pt idx="2455">
                  <c:v>114.38402557373</c:v>
                </c:pt>
                <c:pt idx="2456">
                  <c:v>114.38360595703099</c:v>
                </c:pt>
                <c:pt idx="2457">
                  <c:v>114.407989501953</c:v>
                </c:pt>
                <c:pt idx="2458">
                  <c:v>114.43804931640599</c:v>
                </c:pt>
                <c:pt idx="2459">
                  <c:v>114.37567138671901</c:v>
                </c:pt>
                <c:pt idx="2460">
                  <c:v>114.50766754150401</c:v>
                </c:pt>
                <c:pt idx="2461">
                  <c:v>114.727165222168</c:v>
                </c:pt>
                <c:pt idx="2462">
                  <c:v>114.85446929931599</c:v>
                </c:pt>
                <c:pt idx="2463">
                  <c:v>115.17433166503901</c:v>
                </c:pt>
                <c:pt idx="2464">
                  <c:v>115.28639984130901</c:v>
                </c:pt>
                <c:pt idx="2465">
                  <c:v>115.171920776367</c:v>
                </c:pt>
                <c:pt idx="2466">
                  <c:v>115.25417327880901</c:v>
                </c:pt>
                <c:pt idx="2467">
                  <c:v>115.45701599121099</c:v>
                </c:pt>
                <c:pt idx="2468">
                  <c:v>115.748573303223</c:v>
                </c:pt>
                <c:pt idx="2469">
                  <c:v>115.77309417724599</c:v>
                </c:pt>
                <c:pt idx="2470">
                  <c:v>115.94651794433599</c:v>
                </c:pt>
                <c:pt idx="2471">
                  <c:v>116.03278350830099</c:v>
                </c:pt>
                <c:pt idx="2472">
                  <c:v>116.139320373535</c:v>
                </c:pt>
                <c:pt idx="2473">
                  <c:v>116.295600891113</c:v>
                </c:pt>
                <c:pt idx="2474">
                  <c:v>116.26455688476599</c:v>
                </c:pt>
                <c:pt idx="2475">
                  <c:v>116.264770507813</c:v>
                </c:pt>
                <c:pt idx="2476">
                  <c:v>116.253425598145</c:v>
                </c:pt>
                <c:pt idx="2477">
                  <c:v>116.255088806152</c:v>
                </c:pt>
                <c:pt idx="2478">
                  <c:v>116.256546020508</c:v>
                </c:pt>
                <c:pt idx="2479">
                  <c:v>116.22442626953099</c:v>
                </c:pt>
                <c:pt idx="2480">
                  <c:v>115.94708251953099</c:v>
                </c:pt>
                <c:pt idx="2481">
                  <c:v>115.76015472412099</c:v>
                </c:pt>
                <c:pt idx="2482">
                  <c:v>115.604789733887</c:v>
                </c:pt>
                <c:pt idx="2483">
                  <c:v>115.458908081055</c:v>
                </c:pt>
                <c:pt idx="2484">
                  <c:v>115.350425720215</c:v>
                </c:pt>
                <c:pt idx="2485">
                  <c:v>115.284797668457</c:v>
                </c:pt>
                <c:pt idx="2486">
                  <c:v>115.08074188232401</c:v>
                </c:pt>
                <c:pt idx="2487">
                  <c:v>115.005081176758</c:v>
                </c:pt>
                <c:pt idx="2488">
                  <c:v>114.848037719727</c:v>
                </c:pt>
                <c:pt idx="2489">
                  <c:v>114.65232849121099</c:v>
                </c:pt>
                <c:pt idx="2490">
                  <c:v>114.47103881835901</c:v>
                </c:pt>
                <c:pt idx="2491">
                  <c:v>114.255813598633</c:v>
                </c:pt>
                <c:pt idx="2492">
                  <c:v>114.061317443848</c:v>
                </c:pt>
                <c:pt idx="2493">
                  <c:v>113.88256072998</c:v>
                </c:pt>
                <c:pt idx="2494">
                  <c:v>113.749954223633</c:v>
                </c:pt>
                <c:pt idx="2495">
                  <c:v>113.54824066162099</c:v>
                </c:pt>
                <c:pt idx="2496">
                  <c:v>113.40518188476599</c:v>
                </c:pt>
                <c:pt idx="2497">
                  <c:v>113.25089263916</c:v>
                </c:pt>
                <c:pt idx="2498">
                  <c:v>113.08806610107401</c:v>
                </c:pt>
                <c:pt idx="2499">
                  <c:v>112.97373199462901</c:v>
                </c:pt>
                <c:pt idx="2500">
                  <c:v>112.82423400878901</c:v>
                </c:pt>
                <c:pt idx="2501">
                  <c:v>112.66570281982401</c:v>
                </c:pt>
                <c:pt idx="2502">
                  <c:v>112.491912841797</c:v>
                </c:pt>
                <c:pt idx="2503">
                  <c:v>112.45566558837901</c:v>
                </c:pt>
                <c:pt idx="2504">
                  <c:v>112.283073425293</c:v>
                </c:pt>
                <c:pt idx="2505">
                  <c:v>112.083213806152</c:v>
                </c:pt>
                <c:pt idx="2506">
                  <c:v>112.032272338867</c:v>
                </c:pt>
                <c:pt idx="2507">
                  <c:v>111.786819458008</c:v>
                </c:pt>
                <c:pt idx="2508">
                  <c:v>111.697708129883</c:v>
                </c:pt>
                <c:pt idx="2509">
                  <c:v>111.621444702148</c:v>
                </c:pt>
                <c:pt idx="2510">
                  <c:v>111.55517578125</c:v>
                </c:pt>
                <c:pt idx="2511">
                  <c:v>111.47478485107401</c:v>
                </c:pt>
                <c:pt idx="2512">
                  <c:v>111.31990814209</c:v>
                </c:pt>
                <c:pt idx="2513">
                  <c:v>111.109016418457</c:v>
                </c:pt>
                <c:pt idx="2514">
                  <c:v>110.98891448974599</c:v>
                </c:pt>
                <c:pt idx="2515">
                  <c:v>110.905731201172</c:v>
                </c:pt>
                <c:pt idx="2516">
                  <c:v>110.834907531738</c:v>
                </c:pt>
                <c:pt idx="2517">
                  <c:v>110.70986938476599</c:v>
                </c:pt>
                <c:pt idx="2518">
                  <c:v>110.622528076172</c:v>
                </c:pt>
                <c:pt idx="2519">
                  <c:v>110.466430664063</c:v>
                </c:pt>
                <c:pt idx="2520">
                  <c:v>110.27507781982401</c:v>
                </c:pt>
                <c:pt idx="2521">
                  <c:v>110.07102966308599</c:v>
                </c:pt>
                <c:pt idx="2522">
                  <c:v>109.92642211914099</c:v>
                </c:pt>
                <c:pt idx="2523">
                  <c:v>109.84636688232401</c:v>
                </c:pt>
                <c:pt idx="2524">
                  <c:v>109.799758911133</c:v>
                </c:pt>
                <c:pt idx="2525">
                  <c:v>109.615226745605</c:v>
                </c:pt>
                <c:pt idx="2526">
                  <c:v>108.122833251953</c:v>
                </c:pt>
                <c:pt idx="2527">
                  <c:v>107.59860992431599</c:v>
                </c:pt>
                <c:pt idx="2528">
                  <c:v>106.826385498047</c:v>
                </c:pt>
                <c:pt idx="2529">
                  <c:v>105.836288452148</c:v>
                </c:pt>
                <c:pt idx="2530">
                  <c:v>105.32765197753901</c:v>
                </c:pt>
                <c:pt idx="2531">
                  <c:v>105.14377593994099</c:v>
                </c:pt>
                <c:pt idx="2532">
                  <c:v>105.027503967285</c:v>
                </c:pt>
                <c:pt idx="2533">
                  <c:v>104.91253662109401</c:v>
                </c:pt>
                <c:pt idx="2534">
                  <c:v>104.853469848633</c:v>
                </c:pt>
                <c:pt idx="2535">
                  <c:v>104.82315063476599</c:v>
                </c:pt>
                <c:pt idx="2536">
                  <c:v>104.80759429931599</c:v>
                </c:pt>
                <c:pt idx="2537">
                  <c:v>104.799606323242</c:v>
                </c:pt>
                <c:pt idx="2538">
                  <c:v>104.79550170898401</c:v>
                </c:pt>
                <c:pt idx="2539">
                  <c:v>104.79339599609401</c:v>
                </c:pt>
                <c:pt idx="2540">
                  <c:v>105.295867919922</c:v>
                </c:pt>
                <c:pt idx="2541">
                  <c:v>105.22679138183599</c:v>
                </c:pt>
                <c:pt idx="2542">
                  <c:v>106.05573272705099</c:v>
                </c:pt>
                <c:pt idx="2543">
                  <c:v>107.78150177002</c:v>
                </c:pt>
                <c:pt idx="2544">
                  <c:v>108.756591796875</c:v>
                </c:pt>
                <c:pt idx="2545">
                  <c:v>109.25203704834</c:v>
                </c:pt>
                <c:pt idx="2546">
                  <c:v>109.596839904785</c:v>
                </c:pt>
                <c:pt idx="2547">
                  <c:v>109.873649597168</c:v>
                </c:pt>
                <c:pt idx="2548">
                  <c:v>110.08715057373</c:v>
                </c:pt>
                <c:pt idx="2549">
                  <c:v>110.298965454102</c:v>
                </c:pt>
                <c:pt idx="2550">
                  <c:v>110.60041809082</c:v>
                </c:pt>
                <c:pt idx="2551">
                  <c:v>110.81097412109401</c:v>
                </c:pt>
                <c:pt idx="2552">
                  <c:v>111.001113891602</c:v>
                </c:pt>
                <c:pt idx="2553">
                  <c:v>111.146209716797</c:v>
                </c:pt>
                <c:pt idx="2554">
                  <c:v>111.48329925537099</c:v>
                </c:pt>
                <c:pt idx="2555">
                  <c:v>111.81576538085901</c:v>
                </c:pt>
                <c:pt idx="2556">
                  <c:v>111.98210144043</c:v>
                </c:pt>
                <c:pt idx="2557">
                  <c:v>112.196235656738</c:v>
                </c:pt>
                <c:pt idx="2558">
                  <c:v>112.429145812988</c:v>
                </c:pt>
                <c:pt idx="2559">
                  <c:v>112.465927124023</c:v>
                </c:pt>
                <c:pt idx="2560">
                  <c:v>112.64764404296901</c:v>
                </c:pt>
                <c:pt idx="2561">
                  <c:v>112.722732543945</c:v>
                </c:pt>
                <c:pt idx="2562">
                  <c:v>113.04929351806599</c:v>
                </c:pt>
                <c:pt idx="2563">
                  <c:v>113.23187255859401</c:v>
                </c:pt>
                <c:pt idx="2564">
                  <c:v>113.407272338867</c:v>
                </c:pt>
                <c:pt idx="2565">
                  <c:v>113.50335693359401</c:v>
                </c:pt>
                <c:pt idx="2566">
                  <c:v>113.574165344238</c:v>
                </c:pt>
                <c:pt idx="2567">
                  <c:v>113.62735748291</c:v>
                </c:pt>
                <c:pt idx="2568">
                  <c:v>113.46786499023401</c:v>
                </c:pt>
                <c:pt idx="2569">
                  <c:v>113.339645385742</c:v>
                </c:pt>
                <c:pt idx="2570">
                  <c:v>113.67398071289099</c:v>
                </c:pt>
                <c:pt idx="2571">
                  <c:v>113.840034484863</c:v>
                </c:pt>
                <c:pt idx="2572">
                  <c:v>113.89461517334</c:v>
                </c:pt>
                <c:pt idx="2573">
                  <c:v>113.540885925293</c:v>
                </c:pt>
                <c:pt idx="2574">
                  <c:v>113.64495086669901</c:v>
                </c:pt>
                <c:pt idx="2575">
                  <c:v>113.760360717773</c:v>
                </c:pt>
                <c:pt idx="2576">
                  <c:v>113.889518737793</c:v>
                </c:pt>
                <c:pt idx="2577">
                  <c:v>113.999351501465</c:v>
                </c:pt>
                <c:pt idx="2578">
                  <c:v>114.06063079834</c:v>
                </c:pt>
                <c:pt idx="2579">
                  <c:v>114.11167144775401</c:v>
                </c:pt>
                <c:pt idx="2580">
                  <c:v>114.004402160645</c:v>
                </c:pt>
                <c:pt idx="2581">
                  <c:v>113.95458984375</c:v>
                </c:pt>
                <c:pt idx="2582">
                  <c:v>114.084022521973</c:v>
                </c:pt>
                <c:pt idx="2583">
                  <c:v>114.072952270508</c:v>
                </c:pt>
                <c:pt idx="2584">
                  <c:v>114.06435394287099</c:v>
                </c:pt>
                <c:pt idx="2585">
                  <c:v>113.93605804443401</c:v>
                </c:pt>
                <c:pt idx="2586">
                  <c:v>113.97975158691401</c:v>
                </c:pt>
                <c:pt idx="2587">
                  <c:v>113.91024780273401</c:v>
                </c:pt>
                <c:pt idx="2588">
                  <c:v>113.93788909912099</c:v>
                </c:pt>
                <c:pt idx="2589">
                  <c:v>113.910751342773</c:v>
                </c:pt>
                <c:pt idx="2590">
                  <c:v>113.90940856933599</c:v>
                </c:pt>
                <c:pt idx="2591">
                  <c:v>113.70223999023401</c:v>
                </c:pt>
                <c:pt idx="2592">
                  <c:v>113.494987487793</c:v>
                </c:pt>
                <c:pt idx="2593">
                  <c:v>113.27571105957</c:v>
                </c:pt>
                <c:pt idx="2594">
                  <c:v>113.378852844238</c:v>
                </c:pt>
                <c:pt idx="2595">
                  <c:v>113.202583312988</c:v>
                </c:pt>
                <c:pt idx="2596">
                  <c:v>113.08579254150401</c:v>
                </c:pt>
                <c:pt idx="2597">
                  <c:v>113.029418945313</c:v>
                </c:pt>
                <c:pt idx="2598">
                  <c:v>113.017654418945</c:v>
                </c:pt>
                <c:pt idx="2599">
                  <c:v>112.99591064453099</c:v>
                </c:pt>
                <c:pt idx="2600">
                  <c:v>112.96809387207</c:v>
                </c:pt>
                <c:pt idx="2601">
                  <c:v>112.927047729492</c:v>
                </c:pt>
                <c:pt idx="2602">
                  <c:v>112.73121643066401</c:v>
                </c:pt>
                <c:pt idx="2603">
                  <c:v>112.72653961181599</c:v>
                </c:pt>
                <c:pt idx="2604">
                  <c:v>112.707061767578</c:v>
                </c:pt>
                <c:pt idx="2605">
                  <c:v>112.77938842773401</c:v>
                </c:pt>
                <c:pt idx="2606">
                  <c:v>112.59080505371099</c:v>
                </c:pt>
                <c:pt idx="2607">
                  <c:v>112.39549255371099</c:v>
                </c:pt>
                <c:pt idx="2608">
                  <c:v>112.41782379150401</c:v>
                </c:pt>
                <c:pt idx="2609">
                  <c:v>112.40615844726599</c:v>
                </c:pt>
                <c:pt idx="2610">
                  <c:v>112.354118347168</c:v>
                </c:pt>
                <c:pt idx="2611">
                  <c:v>112.272323608398</c:v>
                </c:pt>
                <c:pt idx="2612">
                  <c:v>112.33961486816401</c:v>
                </c:pt>
                <c:pt idx="2613">
                  <c:v>112.30874633789099</c:v>
                </c:pt>
                <c:pt idx="2614">
                  <c:v>112.29539489746099</c:v>
                </c:pt>
                <c:pt idx="2615">
                  <c:v>112.22751617431599</c:v>
                </c:pt>
                <c:pt idx="2616">
                  <c:v>112.20871734619099</c:v>
                </c:pt>
                <c:pt idx="2617">
                  <c:v>112.14841461181599</c:v>
                </c:pt>
                <c:pt idx="2618">
                  <c:v>112.111434936523</c:v>
                </c:pt>
                <c:pt idx="2619">
                  <c:v>112.03400421142599</c:v>
                </c:pt>
                <c:pt idx="2620">
                  <c:v>112.06989288330099</c:v>
                </c:pt>
                <c:pt idx="2621">
                  <c:v>112.23194885253901</c:v>
                </c:pt>
                <c:pt idx="2622">
                  <c:v>112.18350219726599</c:v>
                </c:pt>
                <c:pt idx="2623">
                  <c:v>112.30633544921901</c:v>
                </c:pt>
                <c:pt idx="2624">
                  <c:v>112.584884643555</c:v>
                </c:pt>
                <c:pt idx="2625">
                  <c:v>112.67137145996099</c:v>
                </c:pt>
                <c:pt idx="2626">
                  <c:v>112.597625732422</c:v>
                </c:pt>
                <c:pt idx="2627">
                  <c:v>112.742218017578</c:v>
                </c:pt>
                <c:pt idx="2628">
                  <c:v>112.78509521484401</c:v>
                </c:pt>
                <c:pt idx="2629">
                  <c:v>112.564781188965</c:v>
                </c:pt>
                <c:pt idx="2630">
                  <c:v>112.37628936767599</c:v>
                </c:pt>
                <c:pt idx="2631">
                  <c:v>112.281463623047</c:v>
                </c:pt>
                <c:pt idx="2632">
                  <c:v>112.211051940918</c:v>
                </c:pt>
                <c:pt idx="2633">
                  <c:v>112.08229064941401</c:v>
                </c:pt>
                <c:pt idx="2634">
                  <c:v>111.88729095459</c:v>
                </c:pt>
                <c:pt idx="2635">
                  <c:v>111.722366333008</c:v>
                </c:pt>
                <c:pt idx="2636">
                  <c:v>111.562576293945</c:v>
                </c:pt>
                <c:pt idx="2637">
                  <c:v>111.425621032715</c:v>
                </c:pt>
                <c:pt idx="2638">
                  <c:v>111.21752166748</c:v>
                </c:pt>
                <c:pt idx="2639">
                  <c:v>110.998207092285</c:v>
                </c:pt>
                <c:pt idx="2640">
                  <c:v>110.827880859375</c:v>
                </c:pt>
                <c:pt idx="2641">
                  <c:v>110.645469665527</c:v>
                </c:pt>
                <c:pt idx="2642">
                  <c:v>110.460906982422</c:v>
                </c:pt>
                <c:pt idx="2643">
                  <c:v>110.26507568359401</c:v>
                </c:pt>
                <c:pt idx="2644">
                  <c:v>110.041999816895</c:v>
                </c:pt>
                <c:pt idx="2645">
                  <c:v>109.82501220703099</c:v>
                </c:pt>
                <c:pt idx="2646">
                  <c:v>109.75547027587901</c:v>
                </c:pt>
                <c:pt idx="2647">
                  <c:v>109.42726898193401</c:v>
                </c:pt>
                <c:pt idx="2648">
                  <c:v>108.51361083984401</c:v>
                </c:pt>
                <c:pt idx="2649">
                  <c:v>107.76300048828099</c:v>
                </c:pt>
                <c:pt idx="2650">
                  <c:v>106.55516052246099</c:v>
                </c:pt>
                <c:pt idx="2651">
                  <c:v>105.706825256348</c:v>
                </c:pt>
                <c:pt idx="2652">
                  <c:v>105.261352539063</c:v>
                </c:pt>
                <c:pt idx="2653">
                  <c:v>105.03261566162099</c:v>
                </c:pt>
                <c:pt idx="2654">
                  <c:v>104.91510772705099</c:v>
                </c:pt>
                <c:pt idx="2655">
                  <c:v>104.85479736328099</c:v>
                </c:pt>
                <c:pt idx="2656">
                  <c:v>104.823844909668</c:v>
                </c:pt>
                <c:pt idx="2657">
                  <c:v>104.807945251465</c:v>
                </c:pt>
                <c:pt idx="2658">
                  <c:v>104.79978942871099</c:v>
                </c:pt>
                <c:pt idx="2659">
                  <c:v>104.79559326171901</c:v>
                </c:pt>
                <c:pt idx="2660">
                  <c:v>104.79344177246099</c:v>
                </c:pt>
                <c:pt idx="2661">
                  <c:v>104.792343139648</c:v>
                </c:pt>
                <c:pt idx="2662">
                  <c:v>104.79177093505901</c:v>
                </c:pt>
                <c:pt idx="2663">
                  <c:v>104.79148101806599</c:v>
                </c:pt>
                <c:pt idx="2664">
                  <c:v>104.79132843017599</c:v>
                </c:pt>
                <c:pt idx="2665">
                  <c:v>104.79125213623</c:v>
                </c:pt>
                <c:pt idx="2666">
                  <c:v>104.791213989258</c:v>
                </c:pt>
                <c:pt idx="2667">
                  <c:v>104.79119873046901</c:v>
                </c:pt>
                <c:pt idx="2668">
                  <c:v>104.79118347168</c:v>
                </c:pt>
                <c:pt idx="2669">
                  <c:v>104.79118347168</c:v>
                </c:pt>
                <c:pt idx="2670">
                  <c:v>104.791175842285</c:v>
                </c:pt>
                <c:pt idx="2671">
                  <c:v>104.791175842285</c:v>
                </c:pt>
                <c:pt idx="2672">
                  <c:v>104.791175842285</c:v>
                </c:pt>
                <c:pt idx="2673">
                  <c:v>104.791175842285</c:v>
                </c:pt>
                <c:pt idx="2674">
                  <c:v>104.791175842285</c:v>
                </c:pt>
                <c:pt idx="2675">
                  <c:v>104.791175842285</c:v>
                </c:pt>
                <c:pt idx="2676">
                  <c:v>104.791175842285</c:v>
                </c:pt>
                <c:pt idx="2677">
                  <c:v>104.791175842285</c:v>
                </c:pt>
                <c:pt idx="2678">
                  <c:v>104.791175842285</c:v>
                </c:pt>
                <c:pt idx="2679">
                  <c:v>104.791175842285</c:v>
                </c:pt>
                <c:pt idx="2680">
                  <c:v>104.791175842285</c:v>
                </c:pt>
                <c:pt idx="2681">
                  <c:v>104.791175842285</c:v>
                </c:pt>
                <c:pt idx="2682">
                  <c:v>104.791175842285</c:v>
                </c:pt>
                <c:pt idx="2683">
                  <c:v>104.791175842285</c:v>
                </c:pt>
                <c:pt idx="2684">
                  <c:v>104.791175842285</c:v>
                </c:pt>
                <c:pt idx="2685">
                  <c:v>104.791175842285</c:v>
                </c:pt>
                <c:pt idx="2686">
                  <c:v>104.791175842285</c:v>
                </c:pt>
                <c:pt idx="2687">
                  <c:v>104.791175842285</c:v>
                </c:pt>
                <c:pt idx="2688">
                  <c:v>104.791175842285</c:v>
                </c:pt>
                <c:pt idx="2689">
                  <c:v>104.791175842285</c:v>
                </c:pt>
                <c:pt idx="2690">
                  <c:v>104.791175842285</c:v>
                </c:pt>
                <c:pt idx="2691">
                  <c:v>104.791175842285</c:v>
                </c:pt>
                <c:pt idx="2692">
                  <c:v>104.791175842285</c:v>
                </c:pt>
                <c:pt idx="2693">
                  <c:v>104.791175842285</c:v>
                </c:pt>
                <c:pt idx="2694">
                  <c:v>104.791175842285</c:v>
                </c:pt>
                <c:pt idx="2695">
                  <c:v>104.791175842285</c:v>
                </c:pt>
                <c:pt idx="2696">
                  <c:v>104.791175842285</c:v>
                </c:pt>
                <c:pt idx="2697">
                  <c:v>104.791175842285</c:v>
                </c:pt>
                <c:pt idx="2698">
                  <c:v>104.791175842285</c:v>
                </c:pt>
                <c:pt idx="2699">
                  <c:v>104.791175842285</c:v>
                </c:pt>
                <c:pt idx="2700">
                  <c:v>104.791175842285</c:v>
                </c:pt>
                <c:pt idx="2701">
                  <c:v>104.791175842285</c:v>
                </c:pt>
                <c:pt idx="2702">
                  <c:v>104.791175842285</c:v>
                </c:pt>
                <c:pt idx="2703">
                  <c:v>104.791175842285</c:v>
                </c:pt>
                <c:pt idx="2704">
                  <c:v>104.791175842285</c:v>
                </c:pt>
                <c:pt idx="2705">
                  <c:v>104.791175842285</c:v>
                </c:pt>
                <c:pt idx="2706">
                  <c:v>104.791175842285</c:v>
                </c:pt>
                <c:pt idx="2707">
                  <c:v>104.791175842285</c:v>
                </c:pt>
                <c:pt idx="2708">
                  <c:v>104.791175842285</c:v>
                </c:pt>
                <c:pt idx="2709">
                  <c:v>104.791175842285</c:v>
                </c:pt>
                <c:pt idx="2710">
                  <c:v>104.791175842285</c:v>
                </c:pt>
                <c:pt idx="2711">
                  <c:v>104.791175842285</c:v>
                </c:pt>
                <c:pt idx="2712">
                  <c:v>104.791175842285</c:v>
                </c:pt>
                <c:pt idx="2713">
                  <c:v>104.791175842285</c:v>
                </c:pt>
                <c:pt idx="2714">
                  <c:v>104.791175842285</c:v>
                </c:pt>
                <c:pt idx="2715">
                  <c:v>104.791175842285</c:v>
                </c:pt>
                <c:pt idx="2716">
                  <c:v>104.791175842285</c:v>
                </c:pt>
                <c:pt idx="2717">
                  <c:v>104.791175842285</c:v>
                </c:pt>
                <c:pt idx="2718">
                  <c:v>104.791175842285</c:v>
                </c:pt>
                <c:pt idx="2719">
                  <c:v>104.791175842285</c:v>
                </c:pt>
                <c:pt idx="2720">
                  <c:v>104.791175842285</c:v>
                </c:pt>
                <c:pt idx="2721">
                  <c:v>104.791175842285</c:v>
                </c:pt>
                <c:pt idx="2722">
                  <c:v>104.791175842285</c:v>
                </c:pt>
                <c:pt idx="2723">
                  <c:v>104.78091430664099</c:v>
                </c:pt>
                <c:pt idx="2724">
                  <c:v>104.694229125977</c:v>
                </c:pt>
                <c:pt idx="2725">
                  <c:v>104.61810302734401</c:v>
                </c:pt>
                <c:pt idx="2726">
                  <c:v>104.45061492919901</c:v>
                </c:pt>
                <c:pt idx="2727">
                  <c:v>104.27214813232401</c:v>
                </c:pt>
                <c:pt idx="2728">
                  <c:v>104.11262512207</c:v>
                </c:pt>
                <c:pt idx="2729">
                  <c:v>103.840225219727</c:v>
                </c:pt>
                <c:pt idx="2730">
                  <c:v>103.65940856933599</c:v>
                </c:pt>
                <c:pt idx="2731">
                  <c:v>103.453559875488</c:v>
                </c:pt>
                <c:pt idx="2732">
                  <c:v>103.29542541503901</c:v>
                </c:pt>
                <c:pt idx="2733">
                  <c:v>103.086906433105</c:v>
                </c:pt>
                <c:pt idx="2734">
                  <c:v>102.95077514648401</c:v>
                </c:pt>
                <c:pt idx="2735">
                  <c:v>102.678192138672</c:v>
                </c:pt>
                <c:pt idx="2736">
                  <c:v>102.34865570068401</c:v>
                </c:pt>
                <c:pt idx="2737">
                  <c:v>102.10765838623</c:v>
                </c:pt>
                <c:pt idx="2738">
                  <c:v>101.88981628418</c:v>
                </c:pt>
                <c:pt idx="2739">
                  <c:v>101.73911285400401</c:v>
                </c:pt>
                <c:pt idx="2740">
                  <c:v>101.651573181152</c:v>
                </c:pt>
                <c:pt idx="2741">
                  <c:v>101.50552368164099</c:v>
                </c:pt>
                <c:pt idx="2742">
                  <c:v>101.20928955078099</c:v>
                </c:pt>
                <c:pt idx="2743">
                  <c:v>101.019248962402</c:v>
                </c:pt>
                <c:pt idx="2744">
                  <c:v>100.78752899169901</c:v>
                </c:pt>
                <c:pt idx="2745">
                  <c:v>100.579971313477</c:v>
                </c:pt>
                <c:pt idx="2746">
                  <c:v>100.33684539794901</c:v>
                </c:pt>
                <c:pt idx="2747">
                  <c:v>100.143936157227</c:v>
                </c:pt>
                <c:pt idx="2748">
                  <c:v>99.978935241699205</c:v>
                </c:pt>
                <c:pt idx="2749">
                  <c:v>99.811347961425795</c:v>
                </c:pt>
                <c:pt idx="2750">
                  <c:v>99.247329711914105</c:v>
                </c:pt>
                <c:pt idx="2751">
                  <c:v>98.770698547363295</c:v>
                </c:pt>
                <c:pt idx="2752">
                  <c:v>98.520919799804702</c:v>
                </c:pt>
                <c:pt idx="2753">
                  <c:v>98.405403137207003</c:v>
                </c:pt>
                <c:pt idx="2754">
                  <c:v>98.335250854492202</c:v>
                </c:pt>
                <c:pt idx="2755">
                  <c:v>98.297302246093807</c:v>
                </c:pt>
                <c:pt idx="2756">
                  <c:v>98.276359558105497</c:v>
                </c:pt>
                <c:pt idx="2757">
                  <c:v>98.238594055175795</c:v>
                </c:pt>
                <c:pt idx="2758">
                  <c:v>98.161727905273395</c:v>
                </c:pt>
                <c:pt idx="2759">
                  <c:v>98.0599365234375</c:v>
                </c:pt>
                <c:pt idx="2760">
                  <c:v>97.959289550781307</c:v>
                </c:pt>
                <c:pt idx="2761">
                  <c:v>97.787513732910199</c:v>
                </c:pt>
                <c:pt idx="2762">
                  <c:v>97.661964416503906</c:v>
                </c:pt>
                <c:pt idx="2763">
                  <c:v>97.540107727050795</c:v>
                </c:pt>
                <c:pt idx="2764">
                  <c:v>97.374046325683594</c:v>
                </c:pt>
                <c:pt idx="2765">
                  <c:v>97.169692993164105</c:v>
                </c:pt>
                <c:pt idx="2766">
                  <c:v>97.014427185058594</c:v>
                </c:pt>
                <c:pt idx="2767">
                  <c:v>96.900619506835895</c:v>
                </c:pt>
                <c:pt idx="2768">
                  <c:v>96.827888488769503</c:v>
                </c:pt>
                <c:pt idx="2769">
                  <c:v>96.747856140136705</c:v>
                </c:pt>
                <c:pt idx="2770">
                  <c:v>96.669975280761705</c:v>
                </c:pt>
                <c:pt idx="2771">
                  <c:v>96.461135864257798</c:v>
                </c:pt>
                <c:pt idx="2772">
                  <c:v>96.286964416503906</c:v>
                </c:pt>
                <c:pt idx="2773">
                  <c:v>96.110954284667997</c:v>
                </c:pt>
                <c:pt idx="2774">
                  <c:v>95.902305603027301</c:v>
                </c:pt>
                <c:pt idx="2775">
                  <c:v>95.680755615234403</c:v>
                </c:pt>
                <c:pt idx="2776">
                  <c:v>95.516700744628906</c:v>
                </c:pt>
                <c:pt idx="2777">
                  <c:v>95.343978881835895</c:v>
                </c:pt>
                <c:pt idx="2778">
                  <c:v>95.232177734375</c:v>
                </c:pt>
                <c:pt idx="2779">
                  <c:v>95.146530151367202</c:v>
                </c:pt>
                <c:pt idx="2780">
                  <c:v>95.100532531738295</c:v>
                </c:pt>
                <c:pt idx="2781">
                  <c:v>95.071762084960895</c:v>
                </c:pt>
                <c:pt idx="2782">
                  <c:v>95.056976318359403</c:v>
                </c:pt>
                <c:pt idx="2783">
                  <c:v>95.001930236816406</c:v>
                </c:pt>
                <c:pt idx="2784">
                  <c:v>94.985458374023395</c:v>
                </c:pt>
                <c:pt idx="2785">
                  <c:v>94.748855590820298</c:v>
                </c:pt>
                <c:pt idx="2786">
                  <c:v>94.464691162109403</c:v>
                </c:pt>
                <c:pt idx="2787">
                  <c:v>94.254981994628906</c:v>
                </c:pt>
                <c:pt idx="2788">
                  <c:v>94.000022888183594</c:v>
                </c:pt>
                <c:pt idx="2789">
                  <c:v>93.771514892578097</c:v>
                </c:pt>
                <c:pt idx="2790">
                  <c:v>93.600547790527301</c:v>
                </c:pt>
                <c:pt idx="2791">
                  <c:v>93.493476867675795</c:v>
                </c:pt>
                <c:pt idx="2792">
                  <c:v>93.410064697265597</c:v>
                </c:pt>
                <c:pt idx="2793">
                  <c:v>93.333053588867202</c:v>
                </c:pt>
                <c:pt idx="2794">
                  <c:v>93.199966430664105</c:v>
                </c:pt>
                <c:pt idx="2795">
                  <c:v>92.978019714355497</c:v>
                </c:pt>
                <c:pt idx="2796">
                  <c:v>92.845611572265597</c:v>
                </c:pt>
                <c:pt idx="2797">
                  <c:v>92.693870544433594</c:v>
                </c:pt>
                <c:pt idx="2798">
                  <c:v>92.597122192382798</c:v>
                </c:pt>
                <c:pt idx="2799">
                  <c:v>92.506950378417997</c:v>
                </c:pt>
                <c:pt idx="2800">
                  <c:v>92.393074035644503</c:v>
                </c:pt>
                <c:pt idx="2801">
                  <c:v>92.284866333007798</c:v>
                </c:pt>
                <c:pt idx="2802">
                  <c:v>92.203598022460895</c:v>
                </c:pt>
                <c:pt idx="2803">
                  <c:v>92.123489379882798</c:v>
                </c:pt>
                <c:pt idx="2804">
                  <c:v>92.004737854003906</c:v>
                </c:pt>
                <c:pt idx="2805">
                  <c:v>91.915359497070298</c:v>
                </c:pt>
                <c:pt idx="2806">
                  <c:v>91.848274230957003</c:v>
                </c:pt>
                <c:pt idx="2807">
                  <c:v>91.774971008300795</c:v>
                </c:pt>
                <c:pt idx="2808">
                  <c:v>91.700721740722699</c:v>
                </c:pt>
                <c:pt idx="2809">
                  <c:v>91.623985290527301</c:v>
                </c:pt>
                <c:pt idx="2810">
                  <c:v>91.464920043945298</c:v>
                </c:pt>
                <c:pt idx="2811">
                  <c:v>91.298919677734403</c:v>
                </c:pt>
                <c:pt idx="2812">
                  <c:v>91.179328918457003</c:v>
                </c:pt>
                <c:pt idx="2813">
                  <c:v>91.071083068847699</c:v>
                </c:pt>
                <c:pt idx="2814">
                  <c:v>90.958732604980497</c:v>
                </c:pt>
                <c:pt idx="2815">
                  <c:v>90.836357116699205</c:v>
                </c:pt>
                <c:pt idx="2816">
                  <c:v>90.764625549316406</c:v>
                </c:pt>
                <c:pt idx="2817">
                  <c:v>90.684959411621094</c:v>
                </c:pt>
                <c:pt idx="2818">
                  <c:v>90.521751403808594</c:v>
                </c:pt>
                <c:pt idx="2819">
                  <c:v>90.401931762695298</c:v>
                </c:pt>
                <c:pt idx="2820">
                  <c:v>90.2911376953125</c:v>
                </c:pt>
                <c:pt idx="2821">
                  <c:v>90.225685119628906</c:v>
                </c:pt>
                <c:pt idx="2822">
                  <c:v>90.184173583984403</c:v>
                </c:pt>
                <c:pt idx="2823">
                  <c:v>90.109016418457003</c:v>
                </c:pt>
                <c:pt idx="2824">
                  <c:v>90.034187316894503</c:v>
                </c:pt>
                <c:pt idx="2825">
                  <c:v>89.934783935546903</c:v>
                </c:pt>
                <c:pt idx="2826">
                  <c:v>89.738067626953097</c:v>
                </c:pt>
                <c:pt idx="2827">
                  <c:v>89.580741882324205</c:v>
                </c:pt>
                <c:pt idx="2828">
                  <c:v>89.433807373046903</c:v>
                </c:pt>
                <c:pt idx="2829">
                  <c:v>89.301261901855497</c:v>
                </c:pt>
                <c:pt idx="2830">
                  <c:v>89.217681884765597</c:v>
                </c:pt>
                <c:pt idx="2831">
                  <c:v>89.128196716308594</c:v>
                </c:pt>
                <c:pt idx="2832">
                  <c:v>89.022903442382798</c:v>
                </c:pt>
                <c:pt idx="2833">
                  <c:v>88.900939941406307</c:v>
                </c:pt>
                <c:pt idx="2834">
                  <c:v>88.788185119628906</c:v>
                </c:pt>
                <c:pt idx="2835">
                  <c:v>88.689353942871094</c:v>
                </c:pt>
                <c:pt idx="2836">
                  <c:v>88.625778198242202</c:v>
                </c:pt>
                <c:pt idx="2837">
                  <c:v>88.573181152343807</c:v>
                </c:pt>
                <c:pt idx="2838">
                  <c:v>88.545082092285199</c:v>
                </c:pt>
                <c:pt idx="2839">
                  <c:v>88.527565002441406</c:v>
                </c:pt>
                <c:pt idx="2840">
                  <c:v>88.457893371582003</c:v>
                </c:pt>
                <c:pt idx="2841">
                  <c:v>88.330253601074205</c:v>
                </c:pt>
                <c:pt idx="2842">
                  <c:v>88.251708984375</c:v>
                </c:pt>
                <c:pt idx="2843">
                  <c:v>88.138839721679702</c:v>
                </c:pt>
                <c:pt idx="2844">
                  <c:v>88.005767822265597</c:v>
                </c:pt>
                <c:pt idx="2845">
                  <c:v>87.861747741699205</c:v>
                </c:pt>
                <c:pt idx="2846">
                  <c:v>87.788116455078097</c:v>
                </c:pt>
                <c:pt idx="2847">
                  <c:v>87.721450805664105</c:v>
                </c:pt>
                <c:pt idx="2848">
                  <c:v>87.614204406738295</c:v>
                </c:pt>
                <c:pt idx="2849">
                  <c:v>87.483985900878906</c:v>
                </c:pt>
                <c:pt idx="2850">
                  <c:v>87.319938659667997</c:v>
                </c:pt>
                <c:pt idx="2851">
                  <c:v>87.117698669433594</c:v>
                </c:pt>
                <c:pt idx="2852">
                  <c:v>86.977508544921903</c:v>
                </c:pt>
                <c:pt idx="2853">
                  <c:v>86.905418395996094</c:v>
                </c:pt>
                <c:pt idx="2854">
                  <c:v>86.866172790527301</c:v>
                </c:pt>
                <c:pt idx="2855">
                  <c:v>86.832328796386705</c:v>
                </c:pt>
                <c:pt idx="2856">
                  <c:v>86.808982849121094</c:v>
                </c:pt>
                <c:pt idx="2857">
                  <c:v>86.689880371093807</c:v>
                </c:pt>
                <c:pt idx="2858">
                  <c:v>86.553092956542997</c:v>
                </c:pt>
                <c:pt idx="2859">
                  <c:v>86.468444824218807</c:v>
                </c:pt>
                <c:pt idx="2860">
                  <c:v>86.4356689453125</c:v>
                </c:pt>
                <c:pt idx="2861">
                  <c:v>86.258674621582003</c:v>
                </c:pt>
                <c:pt idx="2862">
                  <c:v>86.135406494140597</c:v>
                </c:pt>
                <c:pt idx="2863">
                  <c:v>86.059295654296903</c:v>
                </c:pt>
                <c:pt idx="2864">
                  <c:v>86.033241271972699</c:v>
                </c:pt>
                <c:pt idx="2865">
                  <c:v>85.995872497558594</c:v>
                </c:pt>
                <c:pt idx="2866">
                  <c:v>85.902320861816406</c:v>
                </c:pt>
                <c:pt idx="2867">
                  <c:v>85.715576171875</c:v>
                </c:pt>
                <c:pt idx="2868">
                  <c:v>85.541267395019503</c:v>
                </c:pt>
                <c:pt idx="2869">
                  <c:v>85.408584594726605</c:v>
                </c:pt>
                <c:pt idx="2870">
                  <c:v>85.350242614746094</c:v>
                </c:pt>
                <c:pt idx="2871">
                  <c:v>85.278625488281307</c:v>
                </c:pt>
                <c:pt idx="2872">
                  <c:v>85.234405517578097</c:v>
                </c:pt>
                <c:pt idx="2873">
                  <c:v>85.215652465820298</c:v>
                </c:pt>
                <c:pt idx="2874">
                  <c:v>85.202674865722699</c:v>
                </c:pt>
                <c:pt idx="2875">
                  <c:v>85.165328979492202</c:v>
                </c:pt>
                <c:pt idx="2876">
                  <c:v>85.090492248535199</c:v>
                </c:pt>
                <c:pt idx="2877">
                  <c:v>85.104415893554702</c:v>
                </c:pt>
                <c:pt idx="2878">
                  <c:v>85.104393005371094</c:v>
                </c:pt>
                <c:pt idx="2879">
                  <c:v>85.039627075195298</c:v>
                </c:pt>
                <c:pt idx="2880">
                  <c:v>84.997283935546903</c:v>
                </c:pt>
                <c:pt idx="2881">
                  <c:v>84.905364990234403</c:v>
                </c:pt>
                <c:pt idx="2882">
                  <c:v>84.856887817382798</c:v>
                </c:pt>
                <c:pt idx="2883">
                  <c:v>84.806175231933594</c:v>
                </c:pt>
                <c:pt idx="2884">
                  <c:v>84.703826904296903</c:v>
                </c:pt>
                <c:pt idx="2885">
                  <c:v>84.650688171386705</c:v>
                </c:pt>
                <c:pt idx="2886">
                  <c:v>84.605918884277301</c:v>
                </c:pt>
                <c:pt idx="2887">
                  <c:v>84.528976440429702</c:v>
                </c:pt>
                <c:pt idx="2888">
                  <c:v>84.482490539550795</c:v>
                </c:pt>
                <c:pt idx="2889">
                  <c:v>84.421859741210895</c:v>
                </c:pt>
                <c:pt idx="2890">
                  <c:v>84.328086853027301</c:v>
                </c:pt>
                <c:pt idx="2891">
                  <c:v>84.202285766601605</c:v>
                </c:pt>
                <c:pt idx="2892">
                  <c:v>84.079391479492202</c:v>
                </c:pt>
                <c:pt idx="2893">
                  <c:v>84.047264099121094</c:v>
                </c:pt>
                <c:pt idx="2894">
                  <c:v>83.981384277343807</c:v>
                </c:pt>
                <c:pt idx="2895">
                  <c:v>83.899330139160199</c:v>
                </c:pt>
                <c:pt idx="2896">
                  <c:v>83.811134338378906</c:v>
                </c:pt>
                <c:pt idx="2897">
                  <c:v>83.742538452148395</c:v>
                </c:pt>
                <c:pt idx="2898">
                  <c:v>83.688148498535199</c:v>
                </c:pt>
                <c:pt idx="2899">
                  <c:v>83.661994934082003</c:v>
                </c:pt>
                <c:pt idx="2900">
                  <c:v>83.643539428710895</c:v>
                </c:pt>
                <c:pt idx="2901">
                  <c:v>83.626296997070298</c:v>
                </c:pt>
                <c:pt idx="2902">
                  <c:v>83.582077026367202</c:v>
                </c:pt>
                <c:pt idx="2903">
                  <c:v>83.560043334960895</c:v>
                </c:pt>
                <c:pt idx="2904">
                  <c:v>83.501495361328097</c:v>
                </c:pt>
                <c:pt idx="2905">
                  <c:v>83.419105529785199</c:v>
                </c:pt>
                <c:pt idx="2906">
                  <c:v>83.239547729492202</c:v>
                </c:pt>
                <c:pt idx="2907">
                  <c:v>83.185317993164105</c:v>
                </c:pt>
                <c:pt idx="2908">
                  <c:v>83.047897338867202</c:v>
                </c:pt>
                <c:pt idx="2909">
                  <c:v>82.940338134765597</c:v>
                </c:pt>
                <c:pt idx="2910">
                  <c:v>82.905052185058594</c:v>
                </c:pt>
                <c:pt idx="2911">
                  <c:v>82.846458435058594</c:v>
                </c:pt>
                <c:pt idx="2912">
                  <c:v>82.783866882324205</c:v>
                </c:pt>
                <c:pt idx="2913">
                  <c:v>82.755638122558594</c:v>
                </c:pt>
                <c:pt idx="2914">
                  <c:v>82.616592407226605</c:v>
                </c:pt>
                <c:pt idx="2915">
                  <c:v>82.501571655273395</c:v>
                </c:pt>
                <c:pt idx="2916">
                  <c:v>82.441429138183594</c:v>
                </c:pt>
                <c:pt idx="2917">
                  <c:v>82.373779296875</c:v>
                </c:pt>
                <c:pt idx="2918">
                  <c:v>82.313591003417997</c:v>
                </c:pt>
                <c:pt idx="2919">
                  <c:v>82.269058227539105</c:v>
                </c:pt>
                <c:pt idx="2920">
                  <c:v>82.200592041015597</c:v>
                </c:pt>
                <c:pt idx="2921">
                  <c:v>82.143722534179702</c:v>
                </c:pt>
                <c:pt idx="2922">
                  <c:v>82.115341186523395</c:v>
                </c:pt>
                <c:pt idx="2923">
                  <c:v>82.076156616210895</c:v>
                </c:pt>
                <c:pt idx="2924">
                  <c:v>82.013519287109403</c:v>
                </c:pt>
                <c:pt idx="2925">
                  <c:v>81.984664916992202</c:v>
                </c:pt>
                <c:pt idx="2926">
                  <c:v>81.963470458984403</c:v>
                </c:pt>
                <c:pt idx="2927">
                  <c:v>81.938568115234403</c:v>
                </c:pt>
                <c:pt idx="2928">
                  <c:v>81.921478271484403</c:v>
                </c:pt>
                <c:pt idx="2929">
                  <c:v>81.850669860839801</c:v>
                </c:pt>
                <c:pt idx="2930">
                  <c:v>81.723480224609403</c:v>
                </c:pt>
                <c:pt idx="2931">
                  <c:v>81.657852172851605</c:v>
                </c:pt>
                <c:pt idx="2932">
                  <c:v>81.56884765625</c:v>
                </c:pt>
                <c:pt idx="2933">
                  <c:v>81.504890441894503</c:v>
                </c:pt>
                <c:pt idx="2934">
                  <c:v>81.462791442871094</c:v>
                </c:pt>
                <c:pt idx="2935">
                  <c:v>81.428794860839801</c:v>
                </c:pt>
                <c:pt idx="2936">
                  <c:v>81.331398010253906</c:v>
                </c:pt>
                <c:pt idx="2937">
                  <c:v>81.275436401367202</c:v>
                </c:pt>
                <c:pt idx="2938">
                  <c:v>81.226104736328097</c:v>
                </c:pt>
                <c:pt idx="2939">
                  <c:v>81.140556335449205</c:v>
                </c:pt>
                <c:pt idx="2940">
                  <c:v>81.080886840820298</c:v>
                </c:pt>
                <c:pt idx="2941">
                  <c:v>81.045349121093807</c:v>
                </c:pt>
                <c:pt idx="2942">
                  <c:v>80.993721008300795</c:v>
                </c:pt>
                <c:pt idx="2943">
                  <c:v>80.8118896484375</c:v>
                </c:pt>
                <c:pt idx="2944">
                  <c:v>80.747131347656307</c:v>
                </c:pt>
                <c:pt idx="2945">
                  <c:v>80.644538879394503</c:v>
                </c:pt>
                <c:pt idx="2946">
                  <c:v>80.48046875</c:v>
                </c:pt>
                <c:pt idx="2947">
                  <c:v>80.411430358886705</c:v>
                </c:pt>
                <c:pt idx="2948">
                  <c:v>80.389083862304702</c:v>
                </c:pt>
                <c:pt idx="2949">
                  <c:v>80.340438842773395</c:v>
                </c:pt>
                <c:pt idx="2950">
                  <c:v>80.314178466796903</c:v>
                </c:pt>
                <c:pt idx="2951">
                  <c:v>80.29443359375</c:v>
                </c:pt>
                <c:pt idx="2952">
                  <c:v>80.260993957519503</c:v>
                </c:pt>
                <c:pt idx="2953">
                  <c:v>80.236663818359403</c:v>
                </c:pt>
                <c:pt idx="2954">
                  <c:v>80.223175048828097</c:v>
                </c:pt>
                <c:pt idx="2955">
                  <c:v>80.207328796386705</c:v>
                </c:pt>
                <c:pt idx="2956">
                  <c:v>80.188133239746094</c:v>
                </c:pt>
                <c:pt idx="2957">
                  <c:v>80.1590576171875</c:v>
                </c:pt>
                <c:pt idx="2958">
                  <c:v>80.124214172363295</c:v>
                </c:pt>
                <c:pt idx="2959">
                  <c:v>80.073074340820298</c:v>
                </c:pt>
                <c:pt idx="2960">
                  <c:v>79.914207458496094</c:v>
                </c:pt>
                <c:pt idx="2961">
                  <c:v>79.819808959960895</c:v>
                </c:pt>
                <c:pt idx="2962">
                  <c:v>79.701652526855497</c:v>
                </c:pt>
                <c:pt idx="2963">
                  <c:v>79.600395202636705</c:v>
                </c:pt>
                <c:pt idx="2964">
                  <c:v>79.553421020507798</c:v>
                </c:pt>
                <c:pt idx="2965">
                  <c:v>79.525939941406307</c:v>
                </c:pt>
                <c:pt idx="2966">
                  <c:v>79.510040283203097</c:v>
                </c:pt>
                <c:pt idx="2967">
                  <c:v>79.479240417480497</c:v>
                </c:pt>
                <c:pt idx="2968">
                  <c:v>79.456985473632798</c:v>
                </c:pt>
                <c:pt idx="2969">
                  <c:v>79.468025207519503</c:v>
                </c:pt>
                <c:pt idx="2970">
                  <c:v>79.456077575683594</c:v>
                </c:pt>
                <c:pt idx="2971">
                  <c:v>79.447814941406307</c:v>
                </c:pt>
                <c:pt idx="2972">
                  <c:v>79.400833129882798</c:v>
                </c:pt>
                <c:pt idx="2973">
                  <c:v>79.322204589843807</c:v>
                </c:pt>
                <c:pt idx="2974">
                  <c:v>79.231895446777301</c:v>
                </c:pt>
                <c:pt idx="2975">
                  <c:v>79.136634826660199</c:v>
                </c:pt>
                <c:pt idx="2976">
                  <c:v>79.076393127441406</c:v>
                </c:pt>
                <c:pt idx="2977">
                  <c:v>79.046241760253906</c:v>
                </c:pt>
                <c:pt idx="2978">
                  <c:v>79.014297485351605</c:v>
                </c:pt>
                <c:pt idx="2979">
                  <c:v>79.009017944335895</c:v>
                </c:pt>
                <c:pt idx="2980">
                  <c:v>78.944175720214801</c:v>
                </c:pt>
                <c:pt idx="2981">
                  <c:v>78.901657104492202</c:v>
                </c:pt>
                <c:pt idx="2982">
                  <c:v>78.865493774414105</c:v>
                </c:pt>
                <c:pt idx="2983">
                  <c:v>78.806976318359403</c:v>
                </c:pt>
                <c:pt idx="2984">
                  <c:v>78.775604248046903</c:v>
                </c:pt>
                <c:pt idx="2985">
                  <c:v>78.766288757324205</c:v>
                </c:pt>
                <c:pt idx="2986">
                  <c:v>78.757583618164105</c:v>
                </c:pt>
                <c:pt idx="2987">
                  <c:v>78.736862182617202</c:v>
                </c:pt>
                <c:pt idx="2988">
                  <c:v>78.725013732910199</c:v>
                </c:pt>
                <c:pt idx="2989">
                  <c:v>78.716087341308594</c:v>
                </c:pt>
                <c:pt idx="2990">
                  <c:v>78.714881896972699</c:v>
                </c:pt>
                <c:pt idx="2991">
                  <c:v>78.711730957031307</c:v>
                </c:pt>
                <c:pt idx="2992">
                  <c:v>78.710037231445298</c:v>
                </c:pt>
                <c:pt idx="2993">
                  <c:v>78.712203979492202</c:v>
                </c:pt>
                <c:pt idx="2994">
                  <c:v>78.711097717285199</c:v>
                </c:pt>
                <c:pt idx="2995">
                  <c:v>78.710166931152301</c:v>
                </c:pt>
                <c:pt idx="2996">
                  <c:v>78.708465576171903</c:v>
                </c:pt>
                <c:pt idx="2997">
                  <c:v>78.707588195800795</c:v>
                </c:pt>
                <c:pt idx="2998">
                  <c:v>78.707138061523395</c:v>
                </c:pt>
                <c:pt idx="2999">
                  <c:v>78.707336425781307</c:v>
                </c:pt>
                <c:pt idx="3000">
                  <c:v>78.7073974609375</c:v>
                </c:pt>
                <c:pt idx="3001">
                  <c:v>78.707038879394503</c:v>
                </c:pt>
                <c:pt idx="3002">
                  <c:v>78.706855773925795</c:v>
                </c:pt>
                <c:pt idx="3003">
                  <c:v>78.706764221191406</c:v>
                </c:pt>
                <c:pt idx="3004">
                  <c:v>78.706718444824205</c:v>
                </c:pt>
                <c:pt idx="3005">
                  <c:v>78.706687927246094</c:v>
                </c:pt>
                <c:pt idx="3006">
                  <c:v>78.706680297851605</c:v>
                </c:pt>
                <c:pt idx="3007">
                  <c:v>78.706672668457003</c:v>
                </c:pt>
                <c:pt idx="3008">
                  <c:v>78.7066650390625</c:v>
                </c:pt>
                <c:pt idx="3009">
                  <c:v>78.7066650390625</c:v>
                </c:pt>
                <c:pt idx="3010">
                  <c:v>78.7066650390625</c:v>
                </c:pt>
                <c:pt idx="3011">
                  <c:v>78.7066650390625</c:v>
                </c:pt>
                <c:pt idx="3012">
                  <c:v>78.7066650390625</c:v>
                </c:pt>
                <c:pt idx="3013">
                  <c:v>78.7066650390625</c:v>
                </c:pt>
                <c:pt idx="3014">
                  <c:v>78.666053771972699</c:v>
                </c:pt>
                <c:pt idx="3015">
                  <c:v>78.632827758789105</c:v>
                </c:pt>
                <c:pt idx="3016">
                  <c:v>78.642784118652301</c:v>
                </c:pt>
                <c:pt idx="3017">
                  <c:v>78.621315002441406</c:v>
                </c:pt>
                <c:pt idx="3018">
                  <c:v>78.584320068359403</c:v>
                </c:pt>
                <c:pt idx="3019">
                  <c:v>78.512275695800795</c:v>
                </c:pt>
                <c:pt idx="3020">
                  <c:v>78.448333740234403</c:v>
                </c:pt>
                <c:pt idx="3021">
                  <c:v>78.254859924316406</c:v>
                </c:pt>
                <c:pt idx="3022">
                  <c:v>78.165489196777301</c:v>
                </c:pt>
                <c:pt idx="3023">
                  <c:v>78.081047058105497</c:v>
                </c:pt>
                <c:pt idx="3024">
                  <c:v>77.685165405273395</c:v>
                </c:pt>
                <c:pt idx="3025">
                  <c:v>77.497329711914105</c:v>
                </c:pt>
                <c:pt idx="3026">
                  <c:v>77.507766723632798</c:v>
                </c:pt>
                <c:pt idx="3027">
                  <c:v>77.488334655761705</c:v>
                </c:pt>
                <c:pt idx="3028">
                  <c:v>77.283340454101605</c:v>
                </c:pt>
                <c:pt idx="3029">
                  <c:v>77.208282470703097</c:v>
                </c:pt>
                <c:pt idx="3030">
                  <c:v>77.256034851074205</c:v>
                </c:pt>
                <c:pt idx="3031">
                  <c:v>77.220039367675795</c:v>
                </c:pt>
                <c:pt idx="3032">
                  <c:v>77.152526855468807</c:v>
                </c:pt>
                <c:pt idx="3033">
                  <c:v>77.113937377929702</c:v>
                </c:pt>
                <c:pt idx="3034">
                  <c:v>77.094108581542997</c:v>
                </c:pt>
                <c:pt idx="3035">
                  <c:v>77.074150085449205</c:v>
                </c:pt>
                <c:pt idx="3036">
                  <c:v>77.055450439453097</c:v>
                </c:pt>
                <c:pt idx="3037">
                  <c:v>76.999221801757798</c:v>
                </c:pt>
                <c:pt idx="3038">
                  <c:v>76.909263610839801</c:v>
                </c:pt>
                <c:pt idx="3039">
                  <c:v>76.866523742675795</c:v>
                </c:pt>
                <c:pt idx="3040">
                  <c:v>76.858573913574205</c:v>
                </c:pt>
                <c:pt idx="3041">
                  <c:v>76.815124511718807</c:v>
                </c:pt>
                <c:pt idx="3042">
                  <c:v>76.763816833496094</c:v>
                </c:pt>
                <c:pt idx="3043">
                  <c:v>76.708389282226605</c:v>
                </c:pt>
                <c:pt idx="3044">
                  <c:v>76.580886840820298</c:v>
                </c:pt>
                <c:pt idx="3045">
                  <c:v>76.482360839843807</c:v>
                </c:pt>
                <c:pt idx="3046">
                  <c:v>76.449638366699205</c:v>
                </c:pt>
                <c:pt idx="3047">
                  <c:v>76.388839721679702</c:v>
                </c:pt>
                <c:pt idx="3048">
                  <c:v>76.301284790039105</c:v>
                </c:pt>
                <c:pt idx="3049">
                  <c:v>76.241531372070298</c:v>
                </c:pt>
                <c:pt idx="3050">
                  <c:v>76.218841552734403</c:v>
                </c:pt>
                <c:pt idx="3051">
                  <c:v>76.206550598144503</c:v>
                </c:pt>
                <c:pt idx="3052">
                  <c:v>76.178756713867202</c:v>
                </c:pt>
                <c:pt idx="3053">
                  <c:v>76.1881103515625</c:v>
                </c:pt>
                <c:pt idx="3054">
                  <c:v>76.173530578613295</c:v>
                </c:pt>
                <c:pt idx="3055">
                  <c:v>76.060127258300795</c:v>
                </c:pt>
                <c:pt idx="3056">
                  <c:v>76.006622314453097</c:v>
                </c:pt>
                <c:pt idx="3057">
                  <c:v>75.981826782226605</c:v>
                </c:pt>
                <c:pt idx="3058">
                  <c:v>75.939880371093807</c:v>
                </c:pt>
                <c:pt idx="3059">
                  <c:v>75.884429931640597</c:v>
                </c:pt>
                <c:pt idx="3060">
                  <c:v>75.835632324218807</c:v>
                </c:pt>
                <c:pt idx="3061">
                  <c:v>75.796875</c:v>
                </c:pt>
                <c:pt idx="3062">
                  <c:v>75.792778015136705</c:v>
                </c:pt>
                <c:pt idx="3063">
                  <c:v>75.787521362304702</c:v>
                </c:pt>
                <c:pt idx="3064">
                  <c:v>75.777633666992202</c:v>
                </c:pt>
                <c:pt idx="3065">
                  <c:v>75.754913330078097</c:v>
                </c:pt>
                <c:pt idx="3066">
                  <c:v>75.732604980468807</c:v>
                </c:pt>
                <c:pt idx="3067">
                  <c:v>75.739715576171903</c:v>
                </c:pt>
                <c:pt idx="3068">
                  <c:v>75.688377380371094</c:v>
                </c:pt>
                <c:pt idx="3069">
                  <c:v>75.629692077636705</c:v>
                </c:pt>
                <c:pt idx="3070">
                  <c:v>75.596023559570298</c:v>
                </c:pt>
                <c:pt idx="3071">
                  <c:v>75.570289611816406</c:v>
                </c:pt>
                <c:pt idx="3072">
                  <c:v>75.567962646484403</c:v>
                </c:pt>
                <c:pt idx="3073">
                  <c:v>75.521636962890597</c:v>
                </c:pt>
                <c:pt idx="3074">
                  <c:v>75.494964599609403</c:v>
                </c:pt>
                <c:pt idx="3075">
                  <c:v>75.483627319335895</c:v>
                </c:pt>
                <c:pt idx="3076">
                  <c:v>75.476272583007798</c:v>
                </c:pt>
                <c:pt idx="3077">
                  <c:v>75.463699340820298</c:v>
                </c:pt>
                <c:pt idx="3078">
                  <c:v>75.452033996582003</c:v>
                </c:pt>
                <c:pt idx="3079">
                  <c:v>75.446037292480497</c:v>
                </c:pt>
                <c:pt idx="3080">
                  <c:v>75.442962646484403</c:v>
                </c:pt>
                <c:pt idx="3081">
                  <c:v>75.441383361816406</c:v>
                </c:pt>
                <c:pt idx="3082">
                  <c:v>75.441230773925795</c:v>
                </c:pt>
                <c:pt idx="3083">
                  <c:v>75.445465087890597</c:v>
                </c:pt>
                <c:pt idx="3084">
                  <c:v>75.446975708007798</c:v>
                </c:pt>
                <c:pt idx="3085">
                  <c:v>75.443664550781307</c:v>
                </c:pt>
                <c:pt idx="3086">
                  <c:v>75.430549621582003</c:v>
                </c:pt>
                <c:pt idx="3087">
                  <c:v>75.435012817382798</c:v>
                </c:pt>
                <c:pt idx="3088">
                  <c:v>75.437301635742202</c:v>
                </c:pt>
                <c:pt idx="3089">
                  <c:v>75.419486999511705</c:v>
                </c:pt>
                <c:pt idx="3090">
                  <c:v>75.410774230957003</c:v>
                </c:pt>
                <c:pt idx="3091">
                  <c:v>75.393020629882798</c:v>
                </c:pt>
                <c:pt idx="3092">
                  <c:v>75.4100341796875</c:v>
                </c:pt>
                <c:pt idx="3093">
                  <c:v>75.407516479492202</c:v>
                </c:pt>
                <c:pt idx="3094">
                  <c:v>75.369712829589801</c:v>
                </c:pt>
                <c:pt idx="3095">
                  <c:v>75.363563537597699</c:v>
                </c:pt>
                <c:pt idx="3096">
                  <c:v>75.310363769531307</c:v>
                </c:pt>
                <c:pt idx="3097">
                  <c:v>75.195983886718807</c:v>
                </c:pt>
                <c:pt idx="3098">
                  <c:v>75.139945983886705</c:v>
                </c:pt>
                <c:pt idx="3099">
                  <c:v>74.955574035644503</c:v>
                </c:pt>
                <c:pt idx="3100">
                  <c:v>74.871162414550795</c:v>
                </c:pt>
                <c:pt idx="3101">
                  <c:v>74.836860656738295</c:v>
                </c:pt>
                <c:pt idx="3102">
                  <c:v>74.830650329589801</c:v>
                </c:pt>
                <c:pt idx="3103">
                  <c:v>74.830085754394503</c:v>
                </c:pt>
                <c:pt idx="3104">
                  <c:v>74.848411560058594</c:v>
                </c:pt>
                <c:pt idx="3105">
                  <c:v>74.751693725585895</c:v>
                </c:pt>
                <c:pt idx="3106">
                  <c:v>74.735008239746094</c:v>
                </c:pt>
                <c:pt idx="3107">
                  <c:v>74.6883544921875</c:v>
                </c:pt>
                <c:pt idx="3108">
                  <c:v>74.659027099609403</c:v>
                </c:pt>
                <c:pt idx="3109">
                  <c:v>74.606163024902301</c:v>
                </c:pt>
                <c:pt idx="3110">
                  <c:v>74.552833557128906</c:v>
                </c:pt>
                <c:pt idx="3111">
                  <c:v>74.452507019042997</c:v>
                </c:pt>
                <c:pt idx="3112">
                  <c:v>74.329559326171903</c:v>
                </c:pt>
                <c:pt idx="3113">
                  <c:v>74.290847778320298</c:v>
                </c:pt>
                <c:pt idx="3114">
                  <c:v>74.304969787597699</c:v>
                </c:pt>
                <c:pt idx="3115">
                  <c:v>74.279144287109403</c:v>
                </c:pt>
                <c:pt idx="3116">
                  <c:v>74.322013854980497</c:v>
                </c:pt>
                <c:pt idx="3117">
                  <c:v>74.314422607421903</c:v>
                </c:pt>
                <c:pt idx="3118">
                  <c:v>74.234016418457003</c:v>
                </c:pt>
                <c:pt idx="3119">
                  <c:v>74.289093017578097</c:v>
                </c:pt>
                <c:pt idx="3120">
                  <c:v>74.180953979492202</c:v>
                </c:pt>
                <c:pt idx="3121">
                  <c:v>74.014442443847699</c:v>
                </c:pt>
                <c:pt idx="3122">
                  <c:v>73.891914367675795</c:v>
                </c:pt>
                <c:pt idx="3123">
                  <c:v>73.7537841796875</c:v>
                </c:pt>
                <c:pt idx="3124">
                  <c:v>73.451263427734403</c:v>
                </c:pt>
                <c:pt idx="3125">
                  <c:v>73.259414672851605</c:v>
                </c:pt>
                <c:pt idx="3126">
                  <c:v>73.377372741699205</c:v>
                </c:pt>
                <c:pt idx="3127">
                  <c:v>73.053352355957003</c:v>
                </c:pt>
                <c:pt idx="3128">
                  <c:v>72.735137939453097</c:v>
                </c:pt>
                <c:pt idx="3129">
                  <c:v>72.501548767089801</c:v>
                </c:pt>
                <c:pt idx="3130">
                  <c:v>72.491432189941406</c:v>
                </c:pt>
                <c:pt idx="3131">
                  <c:v>72.457939147949205</c:v>
                </c:pt>
                <c:pt idx="3132">
                  <c:v>72.491744995117202</c:v>
                </c:pt>
                <c:pt idx="3133">
                  <c:v>72.443557739257798</c:v>
                </c:pt>
                <c:pt idx="3134">
                  <c:v>72.443168640136705</c:v>
                </c:pt>
                <c:pt idx="3135">
                  <c:v>72.453544616699205</c:v>
                </c:pt>
                <c:pt idx="3136">
                  <c:v>72.2921142578125</c:v>
                </c:pt>
                <c:pt idx="3137">
                  <c:v>72.216247558593807</c:v>
                </c:pt>
                <c:pt idx="3138">
                  <c:v>72.201385498046903</c:v>
                </c:pt>
                <c:pt idx="3139">
                  <c:v>72.225662231445298</c:v>
                </c:pt>
                <c:pt idx="3140">
                  <c:v>72.175094604492202</c:v>
                </c:pt>
                <c:pt idx="3141">
                  <c:v>72.178001403808594</c:v>
                </c:pt>
                <c:pt idx="3142">
                  <c:v>72.150627136230497</c:v>
                </c:pt>
                <c:pt idx="3143">
                  <c:v>72.136566162109403</c:v>
                </c:pt>
                <c:pt idx="3144">
                  <c:v>72.129348754882798</c:v>
                </c:pt>
                <c:pt idx="3145">
                  <c:v>72.125640869140597</c:v>
                </c:pt>
                <c:pt idx="3146">
                  <c:v>72.152618408203097</c:v>
                </c:pt>
                <c:pt idx="3147">
                  <c:v>72.137588500976605</c:v>
                </c:pt>
                <c:pt idx="3148">
                  <c:v>72.129875183105497</c:v>
                </c:pt>
                <c:pt idx="3149">
                  <c:v>72.125907897949205</c:v>
                </c:pt>
                <c:pt idx="3150">
                  <c:v>72.123878479003906</c:v>
                </c:pt>
                <c:pt idx="3151">
                  <c:v>72.122833251953097</c:v>
                </c:pt>
                <c:pt idx="3152">
                  <c:v>72.122299194335895</c:v>
                </c:pt>
                <c:pt idx="3153">
                  <c:v>72.122024536132798</c:v>
                </c:pt>
                <c:pt idx="3154">
                  <c:v>72.121879577636705</c:v>
                </c:pt>
                <c:pt idx="3155">
                  <c:v>72.121803283691406</c:v>
                </c:pt>
                <c:pt idx="3156">
                  <c:v>72.121772766113295</c:v>
                </c:pt>
                <c:pt idx="3157">
                  <c:v>72.121749877929702</c:v>
                </c:pt>
                <c:pt idx="3158">
                  <c:v>72.128761291503906</c:v>
                </c:pt>
                <c:pt idx="3159">
                  <c:v>72.142425537109403</c:v>
                </c:pt>
                <c:pt idx="3160">
                  <c:v>72.132354736328097</c:v>
                </c:pt>
                <c:pt idx="3161">
                  <c:v>72.127189636230497</c:v>
                </c:pt>
                <c:pt idx="3162">
                  <c:v>72.124534606933594</c:v>
                </c:pt>
                <c:pt idx="3163">
                  <c:v>72.1231689453125</c:v>
                </c:pt>
                <c:pt idx="3164">
                  <c:v>72.122467041015597</c:v>
                </c:pt>
                <c:pt idx="3165">
                  <c:v>72.122108459472699</c:v>
                </c:pt>
                <c:pt idx="3166">
                  <c:v>72.121925354003906</c:v>
                </c:pt>
                <c:pt idx="3167">
                  <c:v>72.121833801269503</c:v>
                </c:pt>
                <c:pt idx="3168">
                  <c:v>72.121780395507798</c:v>
                </c:pt>
                <c:pt idx="3169">
                  <c:v>72.121757507324205</c:v>
                </c:pt>
                <c:pt idx="3170">
                  <c:v>72.121742248535199</c:v>
                </c:pt>
                <c:pt idx="3171">
                  <c:v>72.121734619140597</c:v>
                </c:pt>
                <c:pt idx="3172">
                  <c:v>72.121734619140597</c:v>
                </c:pt>
                <c:pt idx="3173">
                  <c:v>72.121734619140597</c:v>
                </c:pt>
                <c:pt idx="3174">
                  <c:v>72.121734619140597</c:v>
                </c:pt>
                <c:pt idx="3175">
                  <c:v>72.121734619140597</c:v>
                </c:pt>
                <c:pt idx="3176">
                  <c:v>72.121726989746094</c:v>
                </c:pt>
                <c:pt idx="3177">
                  <c:v>72.121726989746094</c:v>
                </c:pt>
                <c:pt idx="3178">
                  <c:v>72.121726989746094</c:v>
                </c:pt>
                <c:pt idx="3179">
                  <c:v>72.121726989746094</c:v>
                </c:pt>
                <c:pt idx="3180">
                  <c:v>72.121726989746094</c:v>
                </c:pt>
                <c:pt idx="3181">
                  <c:v>72.121726989746094</c:v>
                </c:pt>
                <c:pt idx="3182">
                  <c:v>72.121726989746094</c:v>
                </c:pt>
                <c:pt idx="3183">
                  <c:v>72.121726989746094</c:v>
                </c:pt>
                <c:pt idx="3184">
                  <c:v>72.121726989746094</c:v>
                </c:pt>
                <c:pt idx="3185">
                  <c:v>72.121726989746094</c:v>
                </c:pt>
                <c:pt idx="3186">
                  <c:v>72.121726989746094</c:v>
                </c:pt>
                <c:pt idx="3187">
                  <c:v>72.121726989746094</c:v>
                </c:pt>
                <c:pt idx="3188">
                  <c:v>72.121726989746094</c:v>
                </c:pt>
                <c:pt idx="3189">
                  <c:v>72.121726989746094</c:v>
                </c:pt>
                <c:pt idx="3190">
                  <c:v>72.121726989746094</c:v>
                </c:pt>
                <c:pt idx="3191">
                  <c:v>72.121726989746094</c:v>
                </c:pt>
                <c:pt idx="3192">
                  <c:v>72.121726989746094</c:v>
                </c:pt>
                <c:pt idx="3193">
                  <c:v>72.121726989746094</c:v>
                </c:pt>
                <c:pt idx="3194">
                  <c:v>72.121726989746094</c:v>
                </c:pt>
                <c:pt idx="3195">
                  <c:v>72.121726989746094</c:v>
                </c:pt>
                <c:pt idx="3196">
                  <c:v>72.121726989746094</c:v>
                </c:pt>
                <c:pt idx="3197">
                  <c:v>72.119926452636705</c:v>
                </c:pt>
                <c:pt idx="3198">
                  <c:v>72.120803833007798</c:v>
                </c:pt>
                <c:pt idx="3199">
                  <c:v>72.120353698730497</c:v>
                </c:pt>
                <c:pt idx="3200">
                  <c:v>72.121025085449205</c:v>
                </c:pt>
                <c:pt idx="3201">
                  <c:v>72.120491027832003</c:v>
                </c:pt>
                <c:pt idx="3202">
                  <c:v>72.118957519531307</c:v>
                </c:pt>
                <c:pt idx="3203">
                  <c:v>72.120307922363295</c:v>
                </c:pt>
                <c:pt idx="3204">
                  <c:v>72.121002197265597</c:v>
                </c:pt>
                <c:pt idx="3205">
                  <c:v>72.121353149414105</c:v>
                </c:pt>
                <c:pt idx="3206">
                  <c:v>72.121315002441406</c:v>
                </c:pt>
                <c:pt idx="3207">
                  <c:v>72.120079040527301</c:v>
                </c:pt>
                <c:pt idx="3208">
                  <c:v>72.119346618652301</c:v>
                </c:pt>
                <c:pt idx="3209">
                  <c:v>72.116767883300795</c:v>
                </c:pt>
                <c:pt idx="3210">
                  <c:v>72.112434387207003</c:v>
                </c:pt>
                <c:pt idx="3211">
                  <c:v>72.1136474609375</c:v>
                </c:pt>
                <c:pt idx="3212">
                  <c:v>72.102821350097699</c:v>
                </c:pt>
                <c:pt idx="3213">
                  <c:v>72.106361389160199</c:v>
                </c:pt>
                <c:pt idx="3214">
                  <c:v>72.106254577636705</c:v>
                </c:pt>
                <c:pt idx="3215">
                  <c:v>72.107032775878906</c:v>
                </c:pt>
                <c:pt idx="3216">
                  <c:v>72.084136962890597</c:v>
                </c:pt>
                <c:pt idx="3217">
                  <c:v>72.083106994628906</c:v>
                </c:pt>
                <c:pt idx="3218">
                  <c:v>72.092384338378906</c:v>
                </c:pt>
                <c:pt idx="3219">
                  <c:v>72.090522766113295</c:v>
                </c:pt>
                <c:pt idx="3220">
                  <c:v>72.064430236816406</c:v>
                </c:pt>
                <c:pt idx="3221">
                  <c:v>72.032157897949205</c:v>
                </c:pt>
                <c:pt idx="3222">
                  <c:v>72.007301330566406</c:v>
                </c:pt>
                <c:pt idx="3223">
                  <c:v>71.988319396972699</c:v>
                </c:pt>
                <c:pt idx="3224">
                  <c:v>71.995010375976605</c:v>
                </c:pt>
                <c:pt idx="3225">
                  <c:v>71.983795166015597</c:v>
                </c:pt>
                <c:pt idx="3226">
                  <c:v>71.984947204589801</c:v>
                </c:pt>
                <c:pt idx="3227">
                  <c:v>71.977844238281307</c:v>
                </c:pt>
                <c:pt idx="3228">
                  <c:v>71.980369567871094</c:v>
                </c:pt>
                <c:pt idx="3229">
                  <c:v>71.972160339355497</c:v>
                </c:pt>
                <c:pt idx="3230">
                  <c:v>71.981582641601605</c:v>
                </c:pt>
                <c:pt idx="3231">
                  <c:v>71.980224609375</c:v>
                </c:pt>
                <c:pt idx="3232">
                  <c:v>71.953330993652301</c:v>
                </c:pt>
                <c:pt idx="3233">
                  <c:v>71.907798767089801</c:v>
                </c:pt>
                <c:pt idx="3234">
                  <c:v>71.869354248046903</c:v>
                </c:pt>
                <c:pt idx="3235">
                  <c:v>71.883705139160199</c:v>
                </c:pt>
                <c:pt idx="3236">
                  <c:v>71.875076293945298</c:v>
                </c:pt>
                <c:pt idx="3237">
                  <c:v>71.845672607421903</c:v>
                </c:pt>
                <c:pt idx="3238">
                  <c:v>71.830123901367202</c:v>
                </c:pt>
                <c:pt idx="3239">
                  <c:v>71.817604064941406</c:v>
                </c:pt>
                <c:pt idx="3240">
                  <c:v>71.815322875976605</c:v>
                </c:pt>
                <c:pt idx="3241">
                  <c:v>71.819366455078097</c:v>
                </c:pt>
                <c:pt idx="3242">
                  <c:v>71.806968688964801</c:v>
                </c:pt>
                <c:pt idx="3243">
                  <c:v>71.799942016601605</c:v>
                </c:pt>
                <c:pt idx="3244">
                  <c:v>71.800155639648395</c:v>
                </c:pt>
                <c:pt idx="3245">
                  <c:v>71.804435729980497</c:v>
                </c:pt>
                <c:pt idx="3246">
                  <c:v>71.797790527343807</c:v>
                </c:pt>
                <c:pt idx="3247">
                  <c:v>71.781715393066406</c:v>
                </c:pt>
                <c:pt idx="3248">
                  <c:v>71.755920410156307</c:v>
                </c:pt>
                <c:pt idx="3249">
                  <c:v>71.746803283691406</c:v>
                </c:pt>
                <c:pt idx="3250">
                  <c:v>71.754112243652301</c:v>
                </c:pt>
                <c:pt idx="3251">
                  <c:v>71.742004394531307</c:v>
                </c:pt>
                <c:pt idx="3252">
                  <c:v>71.731941223144503</c:v>
                </c:pt>
                <c:pt idx="3253">
                  <c:v>71.731704711914105</c:v>
                </c:pt>
                <c:pt idx="3254">
                  <c:v>71.72900390625</c:v>
                </c:pt>
                <c:pt idx="3255">
                  <c:v>71.719337463378906</c:v>
                </c:pt>
                <c:pt idx="3256">
                  <c:v>71.697952270507798</c:v>
                </c:pt>
                <c:pt idx="3257">
                  <c:v>71.712615966796903</c:v>
                </c:pt>
                <c:pt idx="3258">
                  <c:v>71.715728759765597</c:v>
                </c:pt>
                <c:pt idx="3259">
                  <c:v>71.671424865722699</c:v>
                </c:pt>
                <c:pt idx="3260">
                  <c:v>71.6861572265625</c:v>
                </c:pt>
                <c:pt idx="3261">
                  <c:v>71.660537719726605</c:v>
                </c:pt>
                <c:pt idx="3262">
                  <c:v>71.657676696777301</c:v>
                </c:pt>
                <c:pt idx="3263">
                  <c:v>71.626983642578097</c:v>
                </c:pt>
                <c:pt idx="3264">
                  <c:v>71.552009582519503</c:v>
                </c:pt>
                <c:pt idx="3265">
                  <c:v>71.529769897460895</c:v>
                </c:pt>
                <c:pt idx="3266">
                  <c:v>71.521408081054702</c:v>
                </c:pt>
                <c:pt idx="3267">
                  <c:v>71.502777099609403</c:v>
                </c:pt>
                <c:pt idx="3268">
                  <c:v>71.508682250976605</c:v>
                </c:pt>
                <c:pt idx="3269">
                  <c:v>71.474449157714801</c:v>
                </c:pt>
                <c:pt idx="3270">
                  <c:v>71.482246398925795</c:v>
                </c:pt>
                <c:pt idx="3271">
                  <c:v>71.485565185546903</c:v>
                </c:pt>
                <c:pt idx="3272">
                  <c:v>71.439682006835895</c:v>
                </c:pt>
                <c:pt idx="3273">
                  <c:v>71.421875</c:v>
                </c:pt>
                <c:pt idx="3274">
                  <c:v>71.422958374023395</c:v>
                </c:pt>
                <c:pt idx="3275">
                  <c:v>71.401435852050795</c:v>
                </c:pt>
                <c:pt idx="3276">
                  <c:v>71.373420715332003</c:v>
                </c:pt>
                <c:pt idx="3277">
                  <c:v>71.372146606445298</c:v>
                </c:pt>
                <c:pt idx="3278">
                  <c:v>71.375900268554702</c:v>
                </c:pt>
                <c:pt idx="3279">
                  <c:v>71.373970031738295</c:v>
                </c:pt>
                <c:pt idx="3280">
                  <c:v>71.357528686523395</c:v>
                </c:pt>
                <c:pt idx="3281">
                  <c:v>71.3443603515625</c:v>
                </c:pt>
                <c:pt idx="3282">
                  <c:v>71.349365234375</c:v>
                </c:pt>
                <c:pt idx="3283">
                  <c:v>71.361839294433594</c:v>
                </c:pt>
                <c:pt idx="3284">
                  <c:v>71.375038146972699</c:v>
                </c:pt>
                <c:pt idx="3285">
                  <c:v>71.380828857421903</c:v>
                </c:pt>
                <c:pt idx="3286">
                  <c:v>71.363235473632798</c:v>
                </c:pt>
                <c:pt idx="3287">
                  <c:v>71.377128601074205</c:v>
                </c:pt>
                <c:pt idx="3288">
                  <c:v>71.348281860351605</c:v>
                </c:pt>
                <c:pt idx="3289">
                  <c:v>71.339591979980497</c:v>
                </c:pt>
                <c:pt idx="3290">
                  <c:v>71.261207580566406</c:v>
                </c:pt>
                <c:pt idx="3291">
                  <c:v>71.272666931152301</c:v>
                </c:pt>
                <c:pt idx="3292">
                  <c:v>71.265815734863295</c:v>
                </c:pt>
                <c:pt idx="3293">
                  <c:v>71.221870422363295</c:v>
                </c:pt>
                <c:pt idx="3294">
                  <c:v>71.239196777343807</c:v>
                </c:pt>
                <c:pt idx="3295">
                  <c:v>71.206405639648395</c:v>
                </c:pt>
                <c:pt idx="3296">
                  <c:v>71.188980102539105</c:v>
                </c:pt>
                <c:pt idx="3297">
                  <c:v>71.168304443359403</c:v>
                </c:pt>
                <c:pt idx="3298">
                  <c:v>71.156196594238295</c:v>
                </c:pt>
                <c:pt idx="3299">
                  <c:v>71.154335021972699</c:v>
                </c:pt>
                <c:pt idx="3300">
                  <c:v>71.155227661132798</c:v>
                </c:pt>
                <c:pt idx="3301">
                  <c:v>71.081581115722699</c:v>
                </c:pt>
                <c:pt idx="3302">
                  <c:v>71.077827453613295</c:v>
                </c:pt>
                <c:pt idx="3303">
                  <c:v>71.054405212402301</c:v>
                </c:pt>
                <c:pt idx="3304">
                  <c:v>70.966323852539105</c:v>
                </c:pt>
                <c:pt idx="3305">
                  <c:v>70.982261657714801</c:v>
                </c:pt>
                <c:pt idx="3306">
                  <c:v>70.957420349121094</c:v>
                </c:pt>
                <c:pt idx="3307">
                  <c:v>70.924697875976605</c:v>
                </c:pt>
                <c:pt idx="3308">
                  <c:v>70.931846618652301</c:v>
                </c:pt>
                <c:pt idx="3309">
                  <c:v>70.918968200683594</c:v>
                </c:pt>
                <c:pt idx="3310">
                  <c:v>70.904624938964801</c:v>
                </c:pt>
                <c:pt idx="3311">
                  <c:v>70.919784545898395</c:v>
                </c:pt>
                <c:pt idx="3312">
                  <c:v>70.942306518554702</c:v>
                </c:pt>
                <c:pt idx="3313">
                  <c:v>70.899124145507798</c:v>
                </c:pt>
                <c:pt idx="3314">
                  <c:v>70.887161254882798</c:v>
                </c:pt>
                <c:pt idx="3315">
                  <c:v>70.904479980468807</c:v>
                </c:pt>
                <c:pt idx="3316">
                  <c:v>70.902030944824205</c:v>
                </c:pt>
                <c:pt idx="3317">
                  <c:v>70.879241943359403</c:v>
                </c:pt>
                <c:pt idx="3318">
                  <c:v>70.886993408203097</c:v>
                </c:pt>
                <c:pt idx="3319">
                  <c:v>70.887115478515597</c:v>
                </c:pt>
                <c:pt idx="3320">
                  <c:v>70.903594970703097</c:v>
                </c:pt>
                <c:pt idx="3321">
                  <c:v>70.899696350097699</c:v>
                </c:pt>
                <c:pt idx="3322">
                  <c:v>70.894081115722699</c:v>
                </c:pt>
                <c:pt idx="3323">
                  <c:v>70.853546142578097</c:v>
                </c:pt>
                <c:pt idx="3324">
                  <c:v>70.845832824707003</c:v>
                </c:pt>
                <c:pt idx="3325">
                  <c:v>70.840850830078097</c:v>
                </c:pt>
                <c:pt idx="3326">
                  <c:v>70.8779296875</c:v>
                </c:pt>
                <c:pt idx="3327">
                  <c:v>70.802543640136705</c:v>
                </c:pt>
                <c:pt idx="3328">
                  <c:v>70.761245727539105</c:v>
                </c:pt>
                <c:pt idx="3329">
                  <c:v>70.768127441406307</c:v>
                </c:pt>
                <c:pt idx="3330">
                  <c:v>70.739570617675795</c:v>
                </c:pt>
                <c:pt idx="3331">
                  <c:v>70.7232666015625</c:v>
                </c:pt>
                <c:pt idx="3332">
                  <c:v>70.711578369140597</c:v>
                </c:pt>
                <c:pt idx="3333">
                  <c:v>70.697868347167997</c:v>
                </c:pt>
                <c:pt idx="3334">
                  <c:v>70.705307006835895</c:v>
                </c:pt>
                <c:pt idx="3335">
                  <c:v>70.698074340820298</c:v>
                </c:pt>
                <c:pt idx="3336">
                  <c:v>70.690467834472699</c:v>
                </c:pt>
                <c:pt idx="3337">
                  <c:v>70.670616149902301</c:v>
                </c:pt>
                <c:pt idx="3338">
                  <c:v>70.678352355957003</c:v>
                </c:pt>
                <c:pt idx="3339">
                  <c:v>70.658424377441406</c:v>
                </c:pt>
                <c:pt idx="3340">
                  <c:v>70.609443664550795</c:v>
                </c:pt>
                <c:pt idx="3341">
                  <c:v>70.590225219726605</c:v>
                </c:pt>
                <c:pt idx="3342">
                  <c:v>70.619255065917997</c:v>
                </c:pt>
                <c:pt idx="3343">
                  <c:v>70.595405578613295</c:v>
                </c:pt>
                <c:pt idx="3344">
                  <c:v>70.584251403808594</c:v>
                </c:pt>
                <c:pt idx="3345">
                  <c:v>70.581001281738295</c:v>
                </c:pt>
                <c:pt idx="3346">
                  <c:v>70.583892822265597</c:v>
                </c:pt>
                <c:pt idx="3347">
                  <c:v>70.587570190429702</c:v>
                </c:pt>
                <c:pt idx="3348">
                  <c:v>70.592376708984403</c:v>
                </c:pt>
                <c:pt idx="3349">
                  <c:v>70.590255737304702</c:v>
                </c:pt>
                <c:pt idx="3350">
                  <c:v>70.594276428222699</c:v>
                </c:pt>
                <c:pt idx="3351">
                  <c:v>70.583396911621094</c:v>
                </c:pt>
                <c:pt idx="3352">
                  <c:v>70.579299926757798</c:v>
                </c:pt>
                <c:pt idx="3353">
                  <c:v>70.578170776367202</c:v>
                </c:pt>
                <c:pt idx="3354">
                  <c:v>70.576919555664105</c:v>
                </c:pt>
                <c:pt idx="3355">
                  <c:v>70.570625305175795</c:v>
                </c:pt>
                <c:pt idx="3356">
                  <c:v>70.579376220703097</c:v>
                </c:pt>
                <c:pt idx="3357">
                  <c:v>70.579139709472699</c:v>
                </c:pt>
                <c:pt idx="3358">
                  <c:v>70.584320068359403</c:v>
                </c:pt>
                <c:pt idx="3359">
                  <c:v>70.582283020019503</c:v>
                </c:pt>
                <c:pt idx="3360">
                  <c:v>70.585105895996094</c:v>
                </c:pt>
                <c:pt idx="3361">
                  <c:v>70.578559875488295</c:v>
                </c:pt>
                <c:pt idx="3362">
                  <c:v>70.562263488769503</c:v>
                </c:pt>
                <c:pt idx="3363">
                  <c:v>70.558708190917997</c:v>
                </c:pt>
                <c:pt idx="3364">
                  <c:v>70.562034606933594</c:v>
                </c:pt>
                <c:pt idx="3365">
                  <c:v>70.545516967773395</c:v>
                </c:pt>
                <c:pt idx="3366">
                  <c:v>70.559486389160199</c:v>
                </c:pt>
                <c:pt idx="3367">
                  <c:v>70.550384521484403</c:v>
                </c:pt>
                <c:pt idx="3368">
                  <c:v>70.552841186523395</c:v>
                </c:pt>
                <c:pt idx="3369">
                  <c:v>70.556434631347699</c:v>
                </c:pt>
                <c:pt idx="3370">
                  <c:v>70.541481018066406</c:v>
                </c:pt>
                <c:pt idx="3371">
                  <c:v>70.544265747070298</c:v>
                </c:pt>
                <c:pt idx="3372">
                  <c:v>70.544364929199205</c:v>
                </c:pt>
                <c:pt idx="3373">
                  <c:v>70.544242858886705</c:v>
                </c:pt>
                <c:pt idx="3374">
                  <c:v>70.536102294921903</c:v>
                </c:pt>
                <c:pt idx="3375">
                  <c:v>70.533859252929702</c:v>
                </c:pt>
                <c:pt idx="3376">
                  <c:v>70.518661499023395</c:v>
                </c:pt>
                <c:pt idx="3377">
                  <c:v>70.527381896972699</c:v>
                </c:pt>
                <c:pt idx="3378">
                  <c:v>70.531242370605497</c:v>
                </c:pt>
                <c:pt idx="3379">
                  <c:v>70.534202575683594</c:v>
                </c:pt>
                <c:pt idx="3380">
                  <c:v>70.536682128906307</c:v>
                </c:pt>
                <c:pt idx="3381">
                  <c:v>70.517272949218807</c:v>
                </c:pt>
                <c:pt idx="3382">
                  <c:v>70.527992248535199</c:v>
                </c:pt>
                <c:pt idx="3383">
                  <c:v>70.533493041992202</c:v>
                </c:pt>
                <c:pt idx="3384">
                  <c:v>70.538536071777301</c:v>
                </c:pt>
                <c:pt idx="3385">
                  <c:v>70.529304504394503</c:v>
                </c:pt>
                <c:pt idx="3386">
                  <c:v>70.537864685058594</c:v>
                </c:pt>
                <c:pt idx="3387">
                  <c:v>70.528961181640597</c:v>
                </c:pt>
                <c:pt idx="3388">
                  <c:v>70.533996582031307</c:v>
                </c:pt>
                <c:pt idx="3389">
                  <c:v>70.526969909667997</c:v>
                </c:pt>
                <c:pt idx="3390">
                  <c:v>70.524108886718807</c:v>
                </c:pt>
                <c:pt idx="3391">
                  <c:v>70.514610290527301</c:v>
                </c:pt>
                <c:pt idx="3392">
                  <c:v>70.502151489257798</c:v>
                </c:pt>
                <c:pt idx="3393">
                  <c:v>70.509422302246094</c:v>
                </c:pt>
                <c:pt idx="3394">
                  <c:v>70.512290954589801</c:v>
                </c:pt>
                <c:pt idx="3395">
                  <c:v>70.505477905273395</c:v>
                </c:pt>
                <c:pt idx="3396">
                  <c:v>70.510025024414105</c:v>
                </c:pt>
                <c:pt idx="3397">
                  <c:v>70.517623901367202</c:v>
                </c:pt>
                <c:pt idx="3398">
                  <c:v>70.511169433593807</c:v>
                </c:pt>
                <c:pt idx="3399">
                  <c:v>70.526985168457003</c:v>
                </c:pt>
                <c:pt idx="3400">
                  <c:v>70.513023376464801</c:v>
                </c:pt>
                <c:pt idx="3401">
                  <c:v>70.524246215820298</c:v>
                </c:pt>
                <c:pt idx="3402">
                  <c:v>70.524925231933594</c:v>
                </c:pt>
                <c:pt idx="3403">
                  <c:v>70.481048583984403</c:v>
                </c:pt>
                <c:pt idx="3404">
                  <c:v>70.510284423828097</c:v>
                </c:pt>
                <c:pt idx="3405">
                  <c:v>70.52587890625</c:v>
                </c:pt>
                <c:pt idx="3406">
                  <c:v>70.523651123046903</c:v>
                </c:pt>
                <c:pt idx="3407">
                  <c:v>70.506034851074205</c:v>
                </c:pt>
                <c:pt idx="3408">
                  <c:v>70.500885009765597</c:v>
                </c:pt>
                <c:pt idx="3409">
                  <c:v>70.509963989257798</c:v>
                </c:pt>
                <c:pt idx="3410">
                  <c:v>70.503532409667997</c:v>
                </c:pt>
                <c:pt idx="3411">
                  <c:v>70.508949279785199</c:v>
                </c:pt>
                <c:pt idx="3412">
                  <c:v>70.505393981933594</c:v>
                </c:pt>
                <c:pt idx="3413">
                  <c:v>70.492843627929702</c:v>
                </c:pt>
                <c:pt idx="3414">
                  <c:v>70.457489013671903</c:v>
                </c:pt>
                <c:pt idx="3415">
                  <c:v>70.455093383789105</c:v>
                </c:pt>
                <c:pt idx="3416">
                  <c:v>70.4647216796875</c:v>
                </c:pt>
                <c:pt idx="3417">
                  <c:v>70.489990234375</c:v>
                </c:pt>
                <c:pt idx="3418">
                  <c:v>70.456657409667997</c:v>
                </c:pt>
                <c:pt idx="3419">
                  <c:v>70.472961425781307</c:v>
                </c:pt>
                <c:pt idx="3420">
                  <c:v>70.483955383300795</c:v>
                </c:pt>
                <c:pt idx="3421">
                  <c:v>70.498970031738295</c:v>
                </c:pt>
                <c:pt idx="3422">
                  <c:v>70.501708984375</c:v>
                </c:pt>
                <c:pt idx="3423">
                  <c:v>70.476310729980497</c:v>
                </c:pt>
                <c:pt idx="3424">
                  <c:v>70.452949523925795</c:v>
                </c:pt>
                <c:pt idx="3425">
                  <c:v>70.411735534667997</c:v>
                </c:pt>
                <c:pt idx="3426">
                  <c:v>70.455284118652301</c:v>
                </c:pt>
                <c:pt idx="3427">
                  <c:v>70.409523010253906</c:v>
                </c:pt>
                <c:pt idx="3428">
                  <c:v>70.307189941406307</c:v>
                </c:pt>
                <c:pt idx="3429">
                  <c:v>70.241226196289105</c:v>
                </c:pt>
                <c:pt idx="3430">
                  <c:v>70.313781738281307</c:v>
                </c:pt>
                <c:pt idx="3431">
                  <c:v>70.259193420410199</c:v>
                </c:pt>
                <c:pt idx="3432">
                  <c:v>70.295646667480497</c:v>
                </c:pt>
                <c:pt idx="3433">
                  <c:v>70.220069885253906</c:v>
                </c:pt>
                <c:pt idx="3434">
                  <c:v>70.261177062988295</c:v>
                </c:pt>
                <c:pt idx="3435">
                  <c:v>70.161735534667997</c:v>
                </c:pt>
                <c:pt idx="3436">
                  <c:v>70.041397094726605</c:v>
                </c:pt>
                <c:pt idx="3437">
                  <c:v>70.009117126464801</c:v>
                </c:pt>
                <c:pt idx="3438">
                  <c:v>69.977104187011705</c:v>
                </c:pt>
                <c:pt idx="3439">
                  <c:v>70.057266235351605</c:v>
                </c:pt>
                <c:pt idx="3440">
                  <c:v>70.007835388183594</c:v>
                </c:pt>
                <c:pt idx="3441">
                  <c:v>69.984130859375</c:v>
                </c:pt>
                <c:pt idx="3442">
                  <c:v>69.933151245117202</c:v>
                </c:pt>
                <c:pt idx="3443">
                  <c:v>69.891868591308594</c:v>
                </c:pt>
                <c:pt idx="3444">
                  <c:v>69.854988098144503</c:v>
                </c:pt>
                <c:pt idx="3445">
                  <c:v>69.923324584960895</c:v>
                </c:pt>
                <c:pt idx="3446">
                  <c:v>69.873359680175795</c:v>
                </c:pt>
                <c:pt idx="3447">
                  <c:v>69.843338012695298</c:v>
                </c:pt>
                <c:pt idx="3448">
                  <c:v>69.810653686523395</c:v>
                </c:pt>
                <c:pt idx="3449">
                  <c:v>69.803718566894503</c:v>
                </c:pt>
                <c:pt idx="3450">
                  <c:v>69.851692199707003</c:v>
                </c:pt>
                <c:pt idx="3451">
                  <c:v>69.8994140625</c:v>
                </c:pt>
                <c:pt idx="3452">
                  <c:v>69.926177978515597</c:v>
                </c:pt>
                <c:pt idx="3453">
                  <c:v>69.969055175781307</c:v>
                </c:pt>
                <c:pt idx="3454">
                  <c:v>69.926368713378906</c:v>
                </c:pt>
                <c:pt idx="3455">
                  <c:v>69.962310791015597</c:v>
                </c:pt>
                <c:pt idx="3456">
                  <c:v>69.979736328125</c:v>
                </c:pt>
                <c:pt idx="3457">
                  <c:v>69.876121520996094</c:v>
                </c:pt>
                <c:pt idx="3458">
                  <c:v>69.836883544921903</c:v>
                </c:pt>
                <c:pt idx="3459">
                  <c:v>69.837982177734403</c:v>
                </c:pt>
                <c:pt idx="3460">
                  <c:v>69.773979187011705</c:v>
                </c:pt>
                <c:pt idx="3461">
                  <c:v>69.761222839355497</c:v>
                </c:pt>
                <c:pt idx="3462">
                  <c:v>69.752021789550795</c:v>
                </c:pt>
                <c:pt idx="3463">
                  <c:v>69.779716491699205</c:v>
                </c:pt>
                <c:pt idx="3464">
                  <c:v>69.776596069335895</c:v>
                </c:pt>
                <c:pt idx="3465">
                  <c:v>69.735153198242202</c:v>
                </c:pt>
                <c:pt idx="3466">
                  <c:v>69.728164672851605</c:v>
                </c:pt>
                <c:pt idx="3467">
                  <c:v>69.790107727050795</c:v>
                </c:pt>
                <c:pt idx="3468">
                  <c:v>69.810638427734403</c:v>
                </c:pt>
                <c:pt idx="3469">
                  <c:v>69.800254821777301</c:v>
                </c:pt>
                <c:pt idx="3470">
                  <c:v>69.739967346191406</c:v>
                </c:pt>
                <c:pt idx="3471">
                  <c:v>69.722694396972699</c:v>
                </c:pt>
                <c:pt idx="3472">
                  <c:v>69.716697692871094</c:v>
                </c:pt>
                <c:pt idx="3473">
                  <c:v>69.697128295898395</c:v>
                </c:pt>
                <c:pt idx="3474">
                  <c:v>69.704040527343807</c:v>
                </c:pt>
                <c:pt idx="3475">
                  <c:v>69.704841613769503</c:v>
                </c:pt>
                <c:pt idx="3476">
                  <c:v>69.674217224121094</c:v>
                </c:pt>
                <c:pt idx="3477">
                  <c:v>69.674552917480497</c:v>
                </c:pt>
                <c:pt idx="3478">
                  <c:v>69.679252624511705</c:v>
                </c:pt>
                <c:pt idx="3479">
                  <c:v>69.680046081542997</c:v>
                </c:pt>
                <c:pt idx="3480">
                  <c:v>69.685325622558594</c:v>
                </c:pt>
                <c:pt idx="3481">
                  <c:v>69.686630249023395</c:v>
                </c:pt>
                <c:pt idx="3482">
                  <c:v>69.655334472656307</c:v>
                </c:pt>
                <c:pt idx="3483">
                  <c:v>69.6783447265625</c:v>
                </c:pt>
                <c:pt idx="3484">
                  <c:v>69.702316284179702</c:v>
                </c:pt>
                <c:pt idx="3485">
                  <c:v>69.683860778808594</c:v>
                </c:pt>
                <c:pt idx="3486">
                  <c:v>69.670753479003906</c:v>
                </c:pt>
                <c:pt idx="3487">
                  <c:v>69.692916870117202</c:v>
                </c:pt>
                <c:pt idx="3488">
                  <c:v>69.709190368652301</c:v>
                </c:pt>
                <c:pt idx="3489">
                  <c:v>69.690216064453097</c:v>
                </c:pt>
                <c:pt idx="3490">
                  <c:v>69.665603637695298</c:v>
                </c:pt>
                <c:pt idx="3491">
                  <c:v>69.689918518066406</c:v>
                </c:pt>
                <c:pt idx="3492">
                  <c:v>69.67041015625</c:v>
                </c:pt>
                <c:pt idx="3493">
                  <c:v>69.695465087890597</c:v>
                </c:pt>
                <c:pt idx="3494">
                  <c:v>69.662574768066406</c:v>
                </c:pt>
                <c:pt idx="3495">
                  <c:v>69.630355834960895</c:v>
                </c:pt>
                <c:pt idx="3496">
                  <c:v>69.603584289550795</c:v>
                </c:pt>
                <c:pt idx="3497">
                  <c:v>69.6087646484375</c:v>
                </c:pt>
                <c:pt idx="3498">
                  <c:v>69.616188049316406</c:v>
                </c:pt>
                <c:pt idx="3499">
                  <c:v>69.590835571289105</c:v>
                </c:pt>
                <c:pt idx="3500">
                  <c:v>69.516220092773395</c:v>
                </c:pt>
                <c:pt idx="3501">
                  <c:v>69.511871337890597</c:v>
                </c:pt>
                <c:pt idx="3502">
                  <c:v>69.530464172363295</c:v>
                </c:pt>
                <c:pt idx="3503">
                  <c:v>69.494117736816406</c:v>
                </c:pt>
                <c:pt idx="3504">
                  <c:v>69.485092163085895</c:v>
                </c:pt>
                <c:pt idx="3505">
                  <c:v>69.477783203125</c:v>
                </c:pt>
                <c:pt idx="3506">
                  <c:v>69.477233886718807</c:v>
                </c:pt>
                <c:pt idx="3507">
                  <c:v>69.4765625</c:v>
                </c:pt>
                <c:pt idx="3508">
                  <c:v>69.479705810546903</c:v>
                </c:pt>
                <c:pt idx="3509">
                  <c:v>69.505844116210895</c:v>
                </c:pt>
                <c:pt idx="3510">
                  <c:v>69.503952026367202</c:v>
                </c:pt>
                <c:pt idx="3511">
                  <c:v>69.498802185058594</c:v>
                </c:pt>
                <c:pt idx="3512">
                  <c:v>69.483421325683594</c:v>
                </c:pt>
                <c:pt idx="3513">
                  <c:v>69.476547241210895</c:v>
                </c:pt>
                <c:pt idx="3514">
                  <c:v>69.483871459960895</c:v>
                </c:pt>
                <c:pt idx="3515">
                  <c:v>69.488029479980497</c:v>
                </c:pt>
                <c:pt idx="3516">
                  <c:v>69.464813232421903</c:v>
                </c:pt>
                <c:pt idx="3517">
                  <c:v>69.454475402832003</c:v>
                </c:pt>
                <c:pt idx="3518">
                  <c:v>69.459213256835895</c:v>
                </c:pt>
                <c:pt idx="3519">
                  <c:v>69.476493835449205</c:v>
                </c:pt>
                <c:pt idx="3520">
                  <c:v>69.496162414550795</c:v>
                </c:pt>
                <c:pt idx="3521">
                  <c:v>69.478034973144503</c:v>
                </c:pt>
                <c:pt idx="3522">
                  <c:v>69.469429016113295</c:v>
                </c:pt>
                <c:pt idx="3523">
                  <c:v>69.455734252929702</c:v>
                </c:pt>
                <c:pt idx="3524">
                  <c:v>69.479461669921903</c:v>
                </c:pt>
                <c:pt idx="3525">
                  <c:v>69.473899841308594</c:v>
                </c:pt>
                <c:pt idx="3526">
                  <c:v>69.457725524902301</c:v>
                </c:pt>
                <c:pt idx="3527">
                  <c:v>69.470436096191406</c:v>
                </c:pt>
                <c:pt idx="3528">
                  <c:v>69.453727722167997</c:v>
                </c:pt>
                <c:pt idx="3529">
                  <c:v>69.442436218261705</c:v>
                </c:pt>
                <c:pt idx="3530">
                  <c:v>69.4498291015625</c:v>
                </c:pt>
                <c:pt idx="3531">
                  <c:v>69.439720153808594</c:v>
                </c:pt>
                <c:pt idx="3532">
                  <c:v>69.504478454589801</c:v>
                </c:pt>
                <c:pt idx="3533">
                  <c:v>69.504570007324205</c:v>
                </c:pt>
                <c:pt idx="3534">
                  <c:v>69.4661865234375</c:v>
                </c:pt>
                <c:pt idx="3535">
                  <c:v>69.436271667480497</c:v>
                </c:pt>
                <c:pt idx="3536">
                  <c:v>69.400047302246094</c:v>
                </c:pt>
                <c:pt idx="3537">
                  <c:v>69.429328918457003</c:v>
                </c:pt>
                <c:pt idx="3538">
                  <c:v>69.432731628417997</c:v>
                </c:pt>
                <c:pt idx="3539">
                  <c:v>69.377769470214801</c:v>
                </c:pt>
                <c:pt idx="3540">
                  <c:v>69.338241577148395</c:v>
                </c:pt>
                <c:pt idx="3541">
                  <c:v>69.359840393066406</c:v>
                </c:pt>
                <c:pt idx="3542">
                  <c:v>69.308700561523395</c:v>
                </c:pt>
                <c:pt idx="3543">
                  <c:v>69.371452331542997</c:v>
                </c:pt>
                <c:pt idx="3544">
                  <c:v>69.367668151855497</c:v>
                </c:pt>
                <c:pt idx="3545">
                  <c:v>69.335853576660199</c:v>
                </c:pt>
                <c:pt idx="3546">
                  <c:v>69.344039916992202</c:v>
                </c:pt>
                <c:pt idx="3547">
                  <c:v>69.386283874511705</c:v>
                </c:pt>
                <c:pt idx="3548">
                  <c:v>69.325645446777301</c:v>
                </c:pt>
                <c:pt idx="3549">
                  <c:v>69.319938659667997</c:v>
                </c:pt>
                <c:pt idx="3550">
                  <c:v>69.296066284179702</c:v>
                </c:pt>
                <c:pt idx="3551">
                  <c:v>69.274597167968807</c:v>
                </c:pt>
                <c:pt idx="3552">
                  <c:v>69.269050598144503</c:v>
                </c:pt>
                <c:pt idx="3553">
                  <c:v>69.273628234863295</c:v>
                </c:pt>
                <c:pt idx="3554">
                  <c:v>69.295104980468807</c:v>
                </c:pt>
                <c:pt idx="3555">
                  <c:v>69.277275085449205</c:v>
                </c:pt>
                <c:pt idx="3556">
                  <c:v>69.272903442382798</c:v>
                </c:pt>
                <c:pt idx="3557">
                  <c:v>69.264289855957003</c:v>
                </c:pt>
                <c:pt idx="3558">
                  <c:v>69.264221191406307</c:v>
                </c:pt>
                <c:pt idx="3559">
                  <c:v>69.288658142089801</c:v>
                </c:pt>
                <c:pt idx="3560">
                  <c:v>69.276397705078097</c:v>
                </c:pt>
                <c:pt idx="3561">
                  <c:v>69.268234252929702</c:v>
                </c:pt>
                <c:pt idx="3562">
                  <c:v>69.266540527343807</c:v>
                </c:pt>
                <c:pt idx="3563">
                  <c:v>69.247131347656307</c:v>
                </c:pt>
                <c:pt idx="3564">
                  <c:v>69.241004943847699</c:v>
                </c:pt>
                <c:pt idx="3565">
                  <c:v>69.244941711425795</c:v>
                </c:pt>
                <c:pt idx="3566">
                  <c:v>69.236267089843807</c:v>
                </c:pt>
                <c:pt idx="3567">
                  <c:v>69.236579895019503</c:v>
                </c:pt>
                <c:pt idx="3568">
                  <c:v>69.250053405761705</c:v>
                </c:pt>
                <c:pt idx="3569">
                  <c:v>69.2540283203125</c:v>
                </c:pt>
                <c:pt idx="3570">
                  <c:v>69.255569458007798</c:v>
                </c:pt>
                <c:pt idx="3571">
                  <c:v>69.246009826660199</c:v>
                </c:pt>
                <c:pt idx="3572">
                  <c:v>69.254211425781307</c:v>
                </c:pt>
                <c:pt idx="3573">
                  <c:v>69.2454833984375</c:v>
                </c:pt>
                <c:pt idx="3574">
                  <c:v>69.231132507324205</c:v>
                </c:pt>
                <c:pt idx="3575">
                  <c:v>69.182418823242202</c:v>
                </c:pt>
                <c:pt idx="3576">
                  <c:v>69.175201416015597</c:v>
                </c:pt>
                <c:pt idx="3577">
                  <c:v>69.192680358886705</c:v>
                </c:pt>
                <c:pt idx="3578">
                  <c:v>69.198112487792997</c:v>
                </c:pt>
                <c:pt idx="3579">
                  <c:v>69.184341430664105</c:v>
                </c:pt>
                <c:pt idx="3580">
                  <c:v>69.161880493164105</c:v>
                </c:pt>
                <c:pt idx="3581">
                  <c:v>69.133544921875</c:v>
                </c:pt>
                <c:pt idx="3582">
                  <c:v>69.133018493652301</c:v>
                </c:pt>
                <c:pt idx="3583">
                  <c:v>69.116966247558594</c:v>
                </c:pt>
                <c:pt idx="3584">
                  <c:v>69.133575439453097</c:v>
                </c:pt>
                <c:pt idx="3585">
                  <c:v>69.166725158691406</c:v>
                </c:pt>
                <c:pt idx="3586">
                  <c:v>69.128211975097699</c:v>
                </c:pt>
                <c:pt idx="3587">
                  <c:v>69.103523254394503</c:v>
                </c:pt>
                <c:pt idx="3588">
                  <c:v>69.079643249511705</c:v>
                </c:pt>
                <c:pt idx="3589">
                  <c:v>69.120132446289105</c:v>
                </c:pt>
                <c:pt idx="3590">
                  <c:v>69.0927734375</c:v>
                </c:pt>
                <c:pt idx="3591">
                  <c:v>69.083000183105497</c:v>
                </c:pt>
                <c:pt idx="3592">
                  <c:v>69.085281372070298</c:v>
                </c:pt>
                <c:pt idx="3593">
                  <c:v>69.087638854980497</c:v>
                </c:pt>
                <c:pt idx="3594">
                  <c:v>69.108657836914105</c:v>
                </c:pt>
                <c:pt idx="3595">
                  <c:v>69.108428955078097</c:v>
                </c:pt>
                <c:pt idx="3596">
                  <c:v>69.108085632324205</c:v>
                </c:pt>
                <c:pt idx="3597">
                  <c:v>69.080986022949205</c:v>
                </c:pt>
                <c:pt idx="3598">
                  <c:v>69.069587707519503</c:v>
                </c:pt>
                <c:pt idx="3599">
                  <c:v>69.071319580078097</c:v>
                </c:pt>
                <c:pt idx="3600">
                  <c:v>69.059349060058594</c:v>
                </c:pt>
                <c:pt idx="3601">
                  <c:v>69.075424194335895</c:v>
                </c:pt>
                <c:pt idx="3602">
                  <c:v>69.101066589355497</c:v>
                </c:pt>
                <c:pt idx="3603">
                  <c:v>69.085769653320298</c:v>
                </c:pt>
                <c:pt idx="3604">
                  <c:v>69.069854736328097</c:v>
                </c:pt>
                <c:pt idx="3605">
                  <c:v>69.067077636718807</c:v>
                </c:pt>
                <c:pt idx="3606">
                  <c:v>69.083541870117202</c:v>
                </c:pt>
                <c:pt idx="3607">
                  <c:v>69.074836730957003</c:v>
                </c:pt>
                <c:pt idx="3608">
                  <c:v>69.0736083984375</c:v>
                </c:pt>
                <c:pt idx="3609">
                  <c:v>69.067108154296903</c:v>
                </c:pt>
                <c:pt idx="3610">
                  <c:v>69.064537048339801</c:v>
                </c:pt>
                <c:pt idx="3611">
                  <c:v>69.052742004394503</c:v>
                </c:pt>
                <c:pt idx="3612">
                  <c:v>69.0711669921875</c:v>
                </c:pt>
                <c:pt idx="3613">
                  <c:v>69.079742431640597</c:v>
                </c:pt>
                <c:pt idx="3614">
                  <c:v>69.086708068847699</c:v>
                </c:pt>
                <c:pt idx="3615">
                  <c:v>69.097961425781307</c:v>
                </c:pt>
                <c:pt idx="3616">
                  <c:v>69.093055725097699</c:v>
                </c:pt>
                <c:pt idx="3617">
                  <c:v>69.079025268554702</c:v>
                </c:pt>
                <c:pt idx="3618">
                  <c:v>69.069496154785199</c:v>
                </c:pt>
                <c:pt idx="3619">
                  <c:v>69.065788269042997</c:v>
                </c:pt>
                <c:pt idx="3620">
                  <c:v>69.075866699218807</c:v>
                </c:pt>
                <c:pt idx="3621">
                  <c:v>69.068138122558594</c:v>
                </c:pt>
                <c:pt idx="3622">
                  <c:v>69.0771484375</c:v>
                </c:pt>
                <c:pt idx="3623">
                  <c:v>69.080108642578097</c:v>
                </c:pt>
                <c:pt idx="3624">
                  <c:v>69.064788818359403</c:v>
                </c:pt>
                <c:pt idx="3625">
                  <c:v>69.074325561523395</c:v>
                </c:pt>
                <c:pt idx="3626">
                  <c:v>69.072410583496094</c:v>
                </c:pt>
                <c:pt idx="3627">
                  <c:v>69.072708129882798</c:v>
                </c:pt>
                <c:pt idx="3628">
                  <c:v>69.071372985839801</c:v>
                </c:pt>
                <c:pt idx="3629">
                  <c:v>69.084312438964801</c:v>
                </c:pt>
                <c:pt idx="3630">
                  <c:v>69.093200683593807</c:v>
                </c:pt>
                <c:pt idx="3631">
                  <c:v>69.081573486328097</c:v>
                </c:pt>
                <c:pt idx="3632">
                  <c:v>69.076484680175795</c:v>
                </c:pt>
                <c:pt idx="3633">
                  <c:v>69.074287414550795</c:v>
                </c:pt>
                <c:pt idx="3634">
                  <c:v>69.073211669921903</c:v>
                </c:pt>
                <c:pt idx="3635">
                  <c:v>69.078834533691406</c:v>
                </c:pt>
                <c:pt idx="3636">
                  <c:v>69.073425292968807</c:v>
                </c:pt>
                <c:pt idx="3637">
                  <c:v>69.042335510253906</c:v>
                </c:pt>
                <c:pt idx="3638">
                  <c:v>69.042411804199205</c:v>
                </c:pt>
                <c:pt idx="3639">
                  <c:v>69.048179626464801</c:v>
                </c:pt>
                <c:pt idx="3640">
                  <c:v>69.055313110351605</c:v>
                </c:pt>
                <c:pt idx="3641">
                  <c:v>69.050743103027301</c:v>
                </c:pt>
                <c:pt idx="3642">
                  <c:v>69.069091796875</c:v>
                </c:pt>
                <c:pt idx="3643">
                  <c:v>69.056785583496094</c:v>
                </c:pt>
                <c:pt idx="3644">
                  <c:v>69.043319702148395</c:v>
                </c:pt>
                <c:pt idx="3645">
                  <c:v>69.008605957031307</c:v>
                </c:pt>
                <c:pt idx="3646">
                  <c:v>69.015068054199205</c:v>
                </c:pt>
                <c:pt idx="3647">
                  <c:v>68.991729736328097</c:v>
                </c:pt>
                <c:pt idx="3648">
                  <c:v>68.973625183105497</c:v>
                </c:pt>
                <c:pt idx="3649">
                  <c:v>68.985183715820298</c:v>
                </c:pt>
                <c:pt idx="3650">
                  <c:v>68.998550415039105</c:v>
                </c:pt>
                <c:pt idx="3651">
                  <c:v>69.024848937988295</c:v>
                </c:pt>
                <c:pt idx="3652">
                  <c:v>69.017295837402301</c:v>
                </c:pt>
                <c:pt idx="3653">
                  <c:v>68.990341186523395</c:v>
                </c:pt>
                <c:pt idx="3654">
                  <c:v>68.962821960449205</c:v>
                </c:pt>
                <c:pt idx="3655">
                  <c:v>68.987228393554702</c:v>
                </c:pt>
                <c:pt idx="3656">
                  <c:v>68.996505737304702</c:v>
                </c:pt>
                <c:pt idx="3657">
                  <c:v>68.974784851074205</c:v>
                </c:pt>
                <c:pt idx="3658">
                  <c:v>68.972267150878906</c:v>
                </c:pt>
                <c:pt idx="3659">
                  <c:v>68.956024169921903</c:v>
                </c:pt>
                <c:pt idx="3660">
                  <c:v>68.947570800781307</c:v>
                </c:pt>
                <c:pt idx="3661">
                  <c:v>68.943038940429702</c:v>
                </c:pt>
                <c:pt idx="3662">
                  <c:v>68.945587158203097</c:v>
                </c:pt>
                <c:pt idx="3663">
                  <c:v>68.939971923828097</c:v>
                </c:pt>
                <c:pt idx="3664">
                  <c:v>68.943809509277301</c:v>
                </c:pt>
                <c:pt idx="3665">
                  <c:v>68.939353942871094</c:v>
                </c:pt>
                <c:pt idx="3666">
                  <c:v>68.933738708496094</c:v>
                </c:pt>
                <c:pt idx="3667">
                  <c:v>68.939262390136705</c:v>
                </c:pt>
                <c:pt idx="3668">
                  <c:v>68.937637329101605</c:v>
                </c:pt>
                <c:pt idx="3669">
                  <c:v>68.950920104980497</c:v>
                </c:pt>
                <c:pt idx="3670">
                  <c:v>68.970382690429702</c:v>
                </c:pt>
                <c:pt idx="3671">
                  <c:v>68.968269348144503</c:v>
                </c:pt>
                <c:pt idx="3672">
                  <c:v>68.954734802246094</c:v>
                </c:pt>
                <c:pt idx="3673">
                  <c:v>68.952224731445298</c:v>
                </c:pt>
                <c:pt idx="3674">
                  <c:v>68.952995300292997</c:v>
                </c:pt>
                <c:pt idx="3675">
                  <c:v>68.953277587890597</c:v>
                </c:pt>
                <c:pt idx="3676">
                  <c:v>68.950248718261705</c:v>
                </c:pt>
                <c:pt idx="3677">
                  <c:v>68.947509765625</c:v>
                </c:pt>
                <c:pt idx="3678">
                  <c:v>68.947067260742202</c:v>
                </c:pt>
                <c:pt idx="3679">
                  <c:v>68.944885253906307</c:v>
                </c:pt>
                <c:pt idx="3680">
                  <c:v>68.944976806640597</c:v>
                </c:pt>
                <c:pt idx="3681">
                  <c:v>68.948303222656307</c:v>
                </c:pt>
                <c:pt idx="3682">
                  <c:v>68.939826965332003</c:v>
                </c:pt>
                <c:pt idx="3683">
                  <c:v>68.941978454589801</c:v>
                </c:pt>
                <c:pt idx="3684">
                  <c:v>68.942726135253906</c:v>
                </c:pt>
                <c:pt idx="3685">
                  <c:v>68.950614929199205</c:v>
                </c:pt>
                <c:pt idx="3686">
                  <c:v>68.950889587402301</c:v>
                </c:pt>
                <c:pt idx="3687">
                  <c:v>68.942245483398395</c:v>
                </c:pt>
                <c:pt idx="3688">
                  <c:v>68.928260803222699</c:v>
                </c:pt>
                <c:pt idx="3689">
                  <c:v>68.936256408691406</c:v>
                </c:pt>
                <c:pt idx="3690">
                  <c:v>68.943321228027301</c:v>
                </c:pt>
                <c:pt idx="3691">
                  <c:v>68.940567016601605</c:v>
                </c:pt>
                <c:pt idx="3692">
                  <c:v>68.938835144042997</c:v>
                </c:pt>
                <c:pt idx="3693">
                  <c:v>68.939590454101605</c:v>
                </c:pt>
                <c:pt idx="3694">
                  <c:v>68.943710327148395</c:v>
                </c:pt>
                <c:pt idx="3695">
                  <c:v>68.950531005859403</c:v>
                </c:pt>
                <c:pt idx="3696">
                  <c:v>68.945953369140597</c:v>
                </c:pt>
                <c:pt idx="3697">
                  <c:v>68.935043334960895</c:v>
                </c:pt>
                <c:pt idx="3698">
                  <c:v>68.930549621582003</c:v>
                </c:pt>
                <c:pt idx="3699">
                  <c:v>68.928764343261705</c:v>
                </c:pt>
                <c:pt idx="3700">
                  <c:v>68.9373779296875</c:v>
                </c:pt>
                <c:pt idx="3701">
                  <c:v>68.930305480957003</c:v>
                </c:pt>
                <c:pt idx="3702">
                  <c:v>68.928916931152301</c:v>
                </c:pt>
                <c:pt idx="3703">
                  <c:v>68.923446655273395</c:v>
                </c:pt>
                <c:pt idx="3704">
                  <c:v>68.9205322265625</c:v>
                </c:pt>
                <c:pt idx="3705">
                  <c:v>68.931617736816406</c:v>
                </c:pt>
                <c:pt idx="3706">
                  <c:v>68.927299499511705</c:v>
                </c:pt>
                <c:pt idx="3707">
                  <c:v>68.921691894531307</c:v>
                </c:pt>
                <c:pt idx="3708">
                  <c:v>68.916900634765597</c:v>
                </c:pt>
                <c:pt idx="3709">
                  <c:v>68.916046142578097</c:v>
                </c:pt>
                <c:pt idx="3710">
                  <c:v>68.920005798339801</c:v>
                </c:pt>
                <c:pt idx="3711">
                  <c:v>68.921562194824205</c:v>
                </c:pt>
                <c:pt idx="3712">
                  <c:v>68.920196533203097</c:v>
                </c:pt>
                <c:pt idx="3713">
                  <c:v>68.920028686523395</c:v>
                </c:pt>
                <c:pt idx="3714">
                  <c:v>68.922172546386705</c:v>
                </c:pt>
                <c:pt idx="3715">
                  <c:v>68.924911499023395</c:v>
                </c:pt>
                <c:pt idx="3716">
                  <c:v>68.930313110351605</c:v>
                </c:pt>
                <c:pt idx="3717">
                  <c:v>68.938697814941406</c:v>
                </c:pt>
                <c:pt idx="3718">
                  <c:v>68.937950134277301</c:v>
                </c:pt>
                <c:pt idx="3719">
                  <c:v>68.924278259277301</c:v>
                </c:pt>
                <c:pt idx="3720">
                  <c:v>68.915229797363295</c:v>
                </c:pt>
                <c:pt idx="3721">
                  <c:v>68.914558410644503</c:v>
                </c:pt>
                <c:pt idx="3722">
                  <c:v>68.920013427734403</c:v>
                </c:pt>
                <c:pt idx="3723">
                  <c:v>68.919685363769503</c:v>
                </c:pt>
                <c:pt idx="3724">
                  <c:v>68.919349670410199</c:v>
                </c:pt>
                <c:pt idx="3725">
                  <c:v>68.917678833007798</c:v>
                </c:pt>
                <c:pt idx="3726">
                  <c:v>68.926933288574205</c:v>
                </c:pt>
                <c:pt idx="3727">
                  <c:v>68.927734375</c:v>
                </c:pt>
                <c:pt idx="3728">
                  <c:v>68.921485900878906</c:v>
                </c:pt>
                <c:pt idx="3729">
                  <c:v>68.921218872070298</c:v>
                </c:pt>
                <c:pt idx="3730">
                  <c:v>68.920654296875</c:v>
                </c:pt>
                <c:pt idx="3731">
                  <c:v>68.919754028320298</c:v>
                </c:pt>
                <c:pt idx="3732">
                  <c:v>68.914924621582003</c:v>
                </c:pt>
                <c:pt idx="3733">
                  <c:v>68.915344238281307</c:v>
                </c:pt>
                <c:pt idx="3734">
                  <c:v>68.908523559570298</c:v>
                </c:pt>
                <c:pt idx="3735">
                  <c:v>68.901924133300795</c:v>
                </c:pt>
                <c:pt idx="3736">
                  <c:v>68.899551391601605</c:v>
                </c:pt>
                <c:pt idx="3737">
                  <c:v>68.902610778808594</c:v>
                </c:pt>
                <c:pt idx="3738">
                  <c:v>68.891540527343807</c:v>
                </c:pt>
                <c:pt idx="3739">
                  <c:v>68.895195007324205</c:v>
                </c:pt>
                <c:pt idx="3740">
                  <c:v>68.889953613281307</c:v>
                </c:pt>
                <c:pt idx="3741">
                  <c:v>68.892021179199205</c:v>
                </c:pt>
                <c:pt idx="3742">
                  <c:v>68.874374389648395</c:v>
                </c:pt>
                <c:pt idx="3743">
                  <c:v>68.806449890136705</c:v>
                </c:pt>
                <c:pt idx="3744">
                  <c:v>68.591476440429702</c:v>
                </c:pt>
                <c:pt idx="3745">
                  <c:v>68.475646972656307</c:v>
                </c:pt>
                <c:pt idx="3746">
                  <c:v>68.398155212402301</c:v>
                </c:pt>
                <c:pt idx="3747">
                  <c:v>68.343574523925795</c:v>
                </c:pt>
                <c:pt idx="3748">
                  <c:v>68.262062072753906</c:v>
                </c:pt>
                <c:pt idx="3749">
                  <c:v>68.239356994628906</c:v>
                </c:pt>
                <c:pt idx="3750">
                  <c:v>68.177772521972699</c:v>
                </c:pt>
                <c:pt idx="3751">
                  <c:v>68.173133850097699</c:v>
                </c:pt>
                <c:pt idx="3752">
                  <c:v>68.138053894042997</c:v>
                </c:pt>
                <c:pt idx="3753">
                  <c:v>68.069297790527301</c:v>
                </c:pt>
                <c:pt idx="3754">
                  <c:v>68.001960754394503</c:v>
                </c:pt>
                <c:pt idx="3755">
                  <c:v>67.863250732421903</c:v>
                </c:pt>
                <c:pt idx="3756">
                  <c:v>67.743217468261705</c:v>
                </c:pt>
                <c:pt idx="3757">
                  <c:v>67.700363159179702</c:v>
                </c:pt>
                <c:pt idx="3758">
                  <c:v>67.628631591796903</c:v>
                </c:pt>
                <c:pt idx="3759">
                  <c:v>67.552032470703097</c:v>
                </c:pt>
                <c:pt idx="3760">
                  <c:v>67.408470153808594</c:v>
                </c:pt>
                <c:pt idx="3761">
                  <c:v>67.322006225585895</c:v>
                </c:pt>
                <c:pt idx="3762">
                  <c:v>67.275497436523395</c:v>
                </c:pt>
                <c:pt idx="3763">
                  <c:v>67.244552612304702</c:v>
                </c:pt>
                <c:pt idx="3764">
                  <c:v>67.214096069335895</c:v>
                </c:pt>
                <c:pt idx="3765">
                  <c:v>67.186828613281307</c:v>
                </c:pt>
                <c:pt idx="3766">
                  <c:v>67.134651184082003</c:v>
                </c:pt>
                <c:pt idx="3767">
                  <c:v>67.079681396484403</c:v>
                </c:pt>
                <c:pt idx="3768">
                  <c:v>67.062728881835895</c:v>
                </c:pt>
                <c:pt idx="3769">
                  <c:v>67.005813598632798</c:v>
                </c:pt>
                <c:pt idx="3770">
                  <c:v>66.875518798828097</c:v>
                </c:pt>
                <c:pt idx="3771">
                  <c:v>66.609031677246094</c:v>
                </c:pt>
                <c:pt idx="3772">
                  <c:v>66.233291625976605</c:v>
                </c:pt>
                <c:pt idx="3773">
                  <c:v>65.965919494628906</c:v>
                </c:pt>
                <c:pt idx="3774">
                  <c:v>65.828010559082003</c:v>
                </c:pt>
                <c:pt idx="3775">
                  <c:v>65.788513183593807</c:v>
                </c:pt>
                <c:pt idx="3776">
                  <c:v>65.719177246093807</c:v>
                </c:pt>
                <c:pt idx="3777">
                  <c:v>65.655288696289105</c:v>
                </c:pt>
                <c:pt idx="3778">
                  <c:v>65.622459411621094</c:v>
                </c:pt>
                <c:pt idx="3779">
                  <c:v>65.605613708496094</c:v>
                </c:pt>
                <c:pt idx="3780">
                  <c:v>65.596969604492202</c:v>
                </c:pt>
                <c:pt idx="3781">
                  <c:v>65.592529296875</c:v>
                </c:pt>
                <c:pt idx="3782">
                  <c:v>65.590248107910199</c:v>
                </c:pt>
                <c:pt idx="3783">
                  <c:v>65.588386535644503</c:v>
                </c:pt>
                <c:pt idx="3784">
                  <c:v>65.585502624511705</c:v>
                </c:pt>
                <c:pt idx="3785">
                  <c:v>65.585945129394503</c:v>
                </c:pt>
                <c:pt idx="3786">
                  <c:v>65.572097778320298</c:v>
                </c:pt>
                <c:pt idx="3787">
                  <c:v>65.565933227539105</c:v>
                </c:pt>
                <c:pt idx="3788">
                  <c:v>65.508018493652301</c:v>
                </c:pt>
                <c:pt idx="3789">
                  <c:v>65.455795288085895</c:v>
                </c:pt>
                <c:pt idx="3790">
                  <c:v>65.379440307617202</c:v>
                </c:pt>
                <c:pt idx="3791">
                  <c:v>65.300888061523395</c:v>
                </c:pt>
                <c:pt idx="3792">
                  <c:v>65.214820861816406</c:v>
                </c:pt>
                <c:pt idx="3793">
                  <c:v>65.161201477050795</c:v>
                </c:pt>
                <c:pt idx="3794">
                  <c:v>65.011833190917997</c:v>
                </c:pt>
                <c:pt idx="3795">
                  <c:v>64.950576782226605</c:v>
                </c:pt>
                <c:pt idx="3796">
                  <c:v>64.877082824707003</c:v>
                </c:pt>
                <c:pt idx="3797">
                  <c:v>64.840972900390597</c:v>
                </c:pt>
                <c:pt idx="3798">
                  <c:v>64.841743469238295</c:v>
                </c:pt>
                <c:pt idx="3799">
                  <c:v>64.753997802734403</c:v>
                </c:pt>
                <c:pt idx="3800">
                  <c:v>64.643112182617202</c:v>
                </c:pt>
                <c:pt idx="3801">
                  <c:v>64.507423400878906</c:v>
                </c:pt>
                <c:pt idx="3802">
                  <c:v>64.422332763671903</c:v>
                </c:pt>
                <c:pt idx="3803">
                  <c:v>64.307632446289105</c:v>
                </c:pt>
                <c:pt idx="3804">
                  <c:v>64.200347900390597</c:v>
                </c:pt>
                <c:pt idx="3805">
                  <c:v>64.135459899902301</c:v>
                </c:pt>
                <c:pt idx="3806">
                  <c:v>64.086402893066406</c:v>
                </c:pt>
                <c:pt idx="3807">
                  <c:v>64.042724609375</c:v>
                </c:pt>
                <c:pt idx="3808">
                  <c:v>63.940345764160199</c:v>
                </c:pt>
                <c:pt idx="3809">
                  <c:v>63.833538055419901</c:v>
                </c:pt>
                <c:pt idx="3810">
                  <c:v>63.772083282470703</c:v>
                </c:pt>
                <c:pt idx="3811">
                  <c:v>63.647045135498097</c:v>
                </c:pt>
                <c:pt idx="3812">
                  <c:v>63.5228462219238</c:v>
                </c:pt>
                <c:pt idx="3813">
                  <c:v>63.342071533203097</c:v>
                </c:pt>
                <c:pt idx="3814">
                  <c:v>63.285629272460902</c:v>
                </c:pt>
                <c:pt idx="3815">
                  <c:v>63.168891906738303</c:v>
                </c:pt>
                <c:pt idx="3816">
                  <c:v>63.040489196777301</c:v>
                </c:pt>
                <c:pt idx="3817">
                  <c:v>62.907276153564503</c:v>
                </c:pt>
                <c:pt idx="3818">
                  <c:v>62.809745788574197</c:v>
                </c:pt>
                <c:pt idx="3819">
                  <c:v>62.733890533447301</c:v>
                </c:pt>
                <c:pt idx="3820">
                  <c:v>62.629711151123097</c:v>
                </c:pt>
                <c:pt idx="3821">
                  <c:v>62.5546684265137</c:v>
                </c:pt>
                <c:pt idx="3822">
                  <c:v>62.489219665527301</c:v>
                </c:pt>
                <c:pt idx="3823">
                  <c:v>62.413898468017599</c:v>
                </c:pt>
                <c:pt idx="3824">
                  <c:v>62.2905883789063</c:v>
                </c:pt>
                <c:pt idx="3825">
                  <c:v>62.183803558349602</c:v>
                </c:pt>
                <c:pt idx="3826">
                  <c:v>62.1063232421875</c:v>
                </c:pt>
                <c:pt idx="3827">
                  <c:v>62.029281616210902</c:v>
                </c:pt>
                <c:pt idx="3828">
                  <c:v>61.929031372070298</c:v>
                </c:pt>
                <c:pt idx="3829">
                  <c:v>61.847232818603501</c:v>
                </c:pt>
                <c:pt idx="3830">
                  <c:v>61.747402191162102</c:v>
                </c:pt>
                <c:pt idx="3831">
                  <c:v>61.685298919677699</c:v>
                </c:pt>
                <c:pt idx="3832">
                  <c:v>61.522670745849602</c:v>
                </c:pt>
                <c:pt idx="3833">
                  <c:v>61.408565521240199</c:v>
                </c:pt>
                <c:pt idx="3834">
                  <c:v>61.244960784912102</c:v>
                </c:pt>
                <c:pt idx="3835">
                  <c:v>61.083793640136697</c:v>
                </c:pt>
                <c:pt idx="3836">
                  <c:v>60.896480560302699</c:v>
                </c:pt>
                <c:pt idx="3837">
                  <c:v>60.810096740722699</c:v>
                </c:pt>
                <c:pt idx="3838">
                  <c:v>60.748741149902301</c:v>
                </c:pt>
                <c:pt idx="3839">
                  <c:v>60.703319549560597</c:v>
                </c:pt>
                <c:pt idx="3840">
                  <c:v>60.656970977783203</c:v>
                </c:pt>
                <c:pt idx="3841">
                  <c:v>60.504070281982401</c:v>
                </c:pt>
                <c:pt idx="3842">
                  <c:v>60.406154632568402</c:v>
                </c:pt>
                <c:pt idx="3843">
                  <c:v>60.172908782958999</c:v>
                </c:pt>
                <c:pt idx="3844">
                  <c:v>60.0355224609375</c:v>
                </c:pt>
                <c:pt idx="3845">
                  <c:v>59.9633178710938</c:v>
                </c:pt>
                <c:pt idx="3846">
                  <c:v>59.899509429931598</c:v>
                </c:pt>
                <c:pt idx="3847">
                  <c:v>59.851833343505902</c:v>
                </c:pt>
                <c:pt idx="3848">
                  <c:v>59.789867401123097</c:v>
                </c:pt>
                <c:pt idx="3849">
                  <c:v>59.671909332275398</c:v>
                </c:pt>
                <c:pt idx="3850">
                  <c:v>59.541202545166001</c:v>
                </c:pt>
                <c:pt idx="3851">
                  <c:v>59.456836700439503</c:v>
                </c:pt>
                <c:pt idx="3852">
                  <c:v>59.291072845458999</c:v>
                </c:pt>
                <c:pt idx="3853">
                  <c:v>59.164859771728501</c:v>
                </c:pt>
                <c:pt idx="3854">
                  <c:v>59.086471557617202</c:v>
                </c:pt>
                <c:pt idx="3855">
                  <c:v>58.975547790527301</c:v>
                </c:pt>
                <c:pt idx="3856">
                  <c:v>58.944156646728501</c:v>
                </c:pt>
                <c:pt idx="3857">
                  <c:v>58.838150024414098</c:v>
                </c:pt>
                <c:pt idx="3858">
                  <c:v>58.748306274414098</c:v>
                </c:pt>
                <c:pt idx="3859">
                  <c:v>58.630035400390597</c:v>
                </c:pt>
                <c:pt idx="3860">
                  <c:v>58.531364440917997</c:v>
                </c:pt>
                <c:pt idx="3861">
                  <c:v>58.467750549316399</c:v>
                </c:pt>
                <c:pt idx="3862">
                  <c:v>58.389003753662102</c:v>
                </c:pt>
                <c:pt idx="3863">
                  <c:v>58.306217193603501</c:v>
                </c:pt>
                <c:pt idx="3864">
                  <c:v>58.204875946044901</c:v>
                </c:pt>
                <c:pt idx="3865">
                  <c:v>58.061004638671903</c:v>
                </c:pt>
                <c:pt idx="3866">
                  <c:v>57.915500640869098</c:v>
                </c:pt>
                <c:pt idx="3867">
                  <c:v>57.797336578369098</c:v>
                </c:pt>
                <c:pt idx="3868">
                  <c:v>57.679943084716797</c:v>
                </c:pt>
                <c:pt idx="3869">
                  <c:v>57.605335235595703</c:v>
                </c:pt>
                <c:pt idx="3870">
                  <c:v>57.549747467041001</c:v>
                </c:pt>
                <c:pt idx="3871">
                  <c:v>57.496242523193402</c:v>
                </c:pt>
                <c:pt idx="3872">
                  <c:v>57.475234985351598</c:v>
                </c:pt>
                <c:pt idx="3873">
                  <c:v>57.473430633544901</c:v>
                </c:pt>
                <c:pt idx="3874">
                  <c:v>57.247344970703097</c:v>
                </c:pt>
                <c:pt idx="3875">
                  <c:v>57.015281677246101</c:v>
                </c:pt>
                <c:pt idx="3876">
                  <c:v>56.874149322509801</c:v>
                </c:pt>
                <c:pt idx="3877">
                  <c:v>56.720367431640597</c:v>
                </c:pt>
                <c:pt idx="3878">
                  <c:v>56.580615997314503</c:v>
                </c:pt>
                <c:pt idx="3879">
                  <c:v>56.5059814453125</c:v>
                </c:pt>
                <c:pt idx="3880">
                  <c:v>56.363418579101598</c:v>
                </c:pt>
                <c:pt idx="3881">
                  <c:v>56.252887725830099</c:v>
                </c:pt>
                <c:pt idx="3882">
                  <c:v>56.1342163085938</c:v>
                </c:pt>
                <c:pt idx="3883">
                  <c:v>56.044075012207003</c:v>
                </c:pt>
                <c:pt idx="3884">
                  <c:v>55.964557647705099</c:v>
                </c:pt>
                <c:pt idx="3885">
                  <c:v>55.906471252441399</c:v>
                </c:pt>
                <c:pt idx="3886">
                  <c:v>55.874832153320298</c:v>
                </c:pt>
                <c:pt idx="3887">
                  <c:v>55.851406097412102</c:v>
                </c:pt>
                <c:pt idx="3888">
                  <c:v>55.829475402832003</c:v>
                </c:pt>
                <c:pt idx="3889">
                  <c:v>55.743560791015597</c:v>
                </c:pt>
                <c:pt idx="3890">
                  <c:v>55.739852905273402</c:v>
                </c:pt>
                <c:pt idx="3891">
                  <c:v>55.445201873779297</c:v>
                </c:pt>
                <c:pt idx="3892">
                  <c:v>55.232017517089801</c:v>
                </c:pt>
                <c:pt idx="3893">
                  <c:v>55.045284271240199</c:v>
                </c:pt>
                <c:pt idx="3894">
                  <c:v>54.900913238525398</c:v>
                </c:pt>
                <c:pt idx="3895">
                  <c:v>54.801059722900398</c:v>
                </c:pt>
                <c:pt idx="3896">
                  <c:v>54.657737731933601</c:v>
                </c:pt>
                <c:pt idx="3897">
                  <c:v>54.486351013183601</c:v>
                </c:pt>
                <c:pt idx="3898">
                  <c:v>54.332504272460902</c:v>
                </c:pt>
                <c:pt idx="3899">
                  <c:v>54.255382537841797</c:v>
                </c:pt>
                <c:pt idx="3900">
                  <c:v>54.193553924560597</c:v>
                </c:pt>
                <c:pt idx="3901">
                  <c:v>54.127239227294901</c:v>
                </c:pt>
                <c:pt idx="3902">
                  <c:v>54.030220031738303</c:v>
                </c:pt>
                <c:pt idx="3903">
                  <c:v>53.926265716552699</c:v>
                </c:pt>
                <c:pt idx="3904">
                  <c:v>53.811969757080099</c:v>
                </c:pt>
                <c:pt idx="3905">
                  <c:v>53.655162811279297</c:v>
                </c:pt>
                <c:pt idx="3906">
                  <c:v>53.524658203125</c:v>
                </c:pt>
                <c:pt idx="3907">
                  <c:v>53.420387268066399</c:v>
                </c:pt>
                <c:pt idx="3908">
                  <c:v>53.339035034179702</c:v>
                </c:pt>
                <c:pt idx="3909">
                  <c:v>53.2178955078125</c:v>
                </c:pt>
                <c:pt idx="3910">
                  <c:v>53.075111389160199</c:v>
                </c:pt>
                <c:pt idx="3911">
                  <c:v>53.017261505127003</c:v>
                </c:pt>
                <c:pt idx="3912">
                  <c:v>52.9314575195313</c:v>
                </c:pt>
                <c:pt idx="3913">
                  <c:v>52.828197479248097</c:v>
                </c:pt>
                <c:pt idx="3914">
                  <c:v>52.7596626281738</c:v>
                </c:pt>
                <c:pt idx="3915">
                  <c:v>52.681842803955099</c:v>
                </c:pt>
                <c:pt idx="3916">
                  <c:v>52.639156341552699</c:v>
                </c:pt>
                <c:pt idx="3917">
                  <c:v>52.610202789306598</c:v>
                </c:pt>
                <c:pt idx="3918">
                  <c:v>52.592830657958999</c:v>
                </c:pt>
                <c:pt idx="3919">
                  <c:v>52.5822563171387</c:v>
                </c:pt>
                <c:pt idx="3920">
                  <c:v>52.5664672851563</c:v>
                </c:pt>
                <c:pt idx="3921">
                  <c:v>52.553298950195298</c:v>
                </c:pt>
                <c:pt idx="3922">
                  <c:v>52.5465278625488</c:v>
                </c:pt>
                <c:pt idx="3923">
                  <c:v>52.4794311523438</c:v>
                </c:pt>
                <c:pt idx="3924">
                  <c:v>52.4942436218262</c:v>
                </c:pt>
                <c:pt idx="3925">
                  <c:v>52.099037170410199</c:v>
                </c:pt>
                <c:pt idx="3926">
                  <c:v>51.9067192077637</c:v>
                </c:pt>
                <c:pt idx="3927">
                  <c:v>51.619663238525398</c:v>
                </c:pt>
                <c:pt idx="3928">
                  <c:v>51.4126167297363</c:v>
                </c:pt>
                <c:pt idx="3929">
                  <c:v>51.234088897705099</c:v>
                </c:pt>
                <c:pt idx="3930">
                  <c:v>51.152069091796903</c:v>
                </c:pt>
                <c:pt idx="3931">
                  <c:v>51.088600158691399</c:v>
                </c:pt>
                <c:pt idx="3932">
                  <c:v>51.0187377929688</c:v>
                </c:pt>
                <c:pt idx="3933">
                  <c:v>50.9870796203613</c:v>
                </c:pt>
                <c:pt idx="3934">
                  <c:v>50.971065521240199</c:v>
                </c:pt>
                <c:pt idx="3935">
                  <c:v>50.933074951171903</c:v>
                </c:pt>
                <c:pt idx="3936">
                  <c:v>50.849029541015597</c:v>
                </c:pt>
                <c:pt idx="3937">
                  <c:v>50.670215606689503</c:v>
                </c:pt>
                <c:pt idx="3938">
                  <c:v>50.544147491455099</c:v>
                </c:pt>
                <c:pt idx="3939">
                  <c:v>50.335685729980497</c:v>
                </c:pt>
                <c:pt idx="3940">
                  <c:v>50.177242279052699</c:v>
                </c:pt>
                <c:pt idx="3941">
                  <c:v>50.042591094970703</c:v>
                </c:pt>
                <c:pt idx="3942">
                  <c:v>49.902206420898402</c:v>
                </c:pt>
                <c:pt idx="3943">
                  <c:v>49.775188446044901</c:v>
                </c:pt>
                <c:pt idx="3944">
                  <c:v>49.664024353027301</c:v>
                </c:pt>
                <c:pt idx="3945">
                  <c:v>49.578258514404297</c:v>
                </c:pt>
                <c:pt idx="3946">
                  <c:v>49.520912170410199</c:v>
                </c:pt>
                <c:pt idx="3947">
                  <c:v>49.462661743164098</c:v>
                </c:pt>
                <c:pt idx="3948">
                  <c:v>49.405490875244098</c:v>
                </c:pt>
                <c:pt idx="3949">
                  <c:v>49.366626739502003</c:v>
                </c:pt>
                <c:pt idx="3950">
                  <c:v>49.346927642822301</c:v>
                </c:pt>
                <c:pt idx="3951">
                  <c:v>49.328575134277301</c:v>
                </c:pt>
                <c:pt idx="3952">
                  <c:v>49.280853271484403</c:v>
                </c:pt>
                <c:pt idx="3953">
                  <c:v>49.288249969482401</c:v>
                </c:pt>
                <c:pt idx="3954">
                  <c:v>49.273693084716797</c:v>
                </c:pt>
                <c:pt idx="3955">
                  <c:v>49.182094573974602</c:v>
                </c:pt>
                <c:pt idx="3956">
                  <c:v>48.966884613037102</c:v>
                </c:pt>
                <c:pt idx="3957">
                  <c:v>48.756336212158203</c:v>
                </c:pt>
                <c:pt idx="3958">
                  <c:v>48.605869293212898</c:v>
                </c:pt>
                <c:pt idx="3959">
                  <c:v>48.4329643249512</c:v>
                </c:pt>
                <c:pt idx="3960">
                  <c:v>48.2310981750488</c:v>
                </c:pt>
                <c:pt idx="3961">
                  <c:v>48.152732849121101</c:v>
                </c:pt>
                <c:pt idx="3962">
                  <c:v>48.000755310058601</c:v>
                </c:pt>
                <c:pt idx="3963">
                  <c:v>47.738109588623097</c:v>
                </c:pt>
                <c:pt idx="3964">
                  <c:v>47.427215576171903</c:v>
                </c:pt>
                <c:pt idx="3965">
                  <c:v>46.7964057922363</c:v>
                </c:pt>
                <c:pt idx="3966">
                  <c:v>46.460788726806598</c:v>
                </c:pt>
                <c:pt idx="3967">
                  <c:v>46.261173248291001</c:v>
                </c:pt>
                <c:pt idx="3968">
                  <c:v>46.176513671875</c:v>
                </c:pt>
                <c:pt idx="3969">
                  <c:v>46.111415863037102</c:v>
                </c:pt>
                <c:pt idx="3970">
                  <c:v>46.050464630127003</c:v>
                </c:pt>
                <c:pt idx="3971">
                  <c:v>46.019180297851598</c:v>
                </c:pt>
                <c:pt idx="3972">
                  <c:v>46.003120422363303</c:v>
                </c:pt>
                <c:pt idx="3973">
                  <c:v>45.994876861572301</c:v>
                </c:pt>
                <c:pt idx="3974">
                  <c:v>45.990642547607401</c:v>
                </c:pt>
                <c:pt idx="3975">
                  <c:v>45.988468170166001</c:v>
                </c:pt>
                <c:pt idx="3976">
                  <c:v>45.987354278564503</c:v>
                </c:pt>
                <c:pt idx="3977">
                  <c:v>45.986778259277301</c:v>
                </c:pt>
                <c:pt idx="3978">
                  <c:v>45.986484527587898</c:v>
                </c:pt>
                <c:pt idx="3979">
                  <c:v>45.986335754394503</c:v>
                </c:pt>
                <c:pt idx="3980">
                  <c:v>45.986255645752003</c:v>
                </c:pt>
                <c:pt idx="3981">
                  <c:v>45.986217498779297</c:v>
                </c:pt>
                <c:pt idx="3982">
                  <c:v>45.982501983642599</c:v>
                </c:pt>
                <c:pt idx="3983">
                  <c:v>45.979682922363303</c:v>
                </c:pt>
                <c:pt idx="3984">
                  <c:v>45.980945587158203</c:v>
                </c:pt>
                <c:pt idx="3985">
                  <c:v>45.964664459228501</c:v>
                </c:pt>
                <c:pt idx="3986">
                  <c:v>45.902370452880902</c:v>
                </c:pt>
                <c:pt idx="3987">
                  <c:v>45.8300590515137</c:v>
                </c:pt>
                <c:pt idx="3988">
                  <c:v>45.799289703369098</c:v>
                </c:pt>
                <c:pt idx="3989">
                  <c:v>45.716587066650398</c:v>
                </c:pt>
                <c:pt idx="3990">
                  <c:v>45.633190155029297</c:v>
                </c:pt>
                <c:pt idx="3991">
                  <c:v>45.514156341552699</c:v>
                </c:pt>
                <c:pt idx="3992">
                  <c:v>45.444664001464801</c:v>
                </c:pt>
                <c:pt idx="3993">
                  <c:v>45.394821166992202</c:v>
                </c:pt>
                <c:pt idx="3994">
                  <c:v>45.329647064208999</c:v>
                </c:pt>
                <c:pt idx="3995">
                  <c:v>45.262504577636697</c:v>
                </c:pt>
                <c:pt idx="3996">
                  <c:v>45.231761932373097</c:v>
                </c:pt>
                <c:pt idx="3997">
                  <c:v>45.186275482177699</c:v>
                </c:pt>
                <c:pt idx="3998">
                  <c:v>45.1238822937012</c:v>
                </c:pt>
                <c:pt idx="3999">
                  <c:v>45.040714263916001</c:v>
                </c:pt>
                <c:pt idx="4000">
                  <c:v>44.937366485595703</c:v>
                </c:pt>
                <c:pt idx="4001">
                  <c:v>44.806957244873097</c:v>
                </c:pt>
                <c:pt idx="4002">
                  <c:v>44.758934020996101</c:v>
                </c:pt>
                <c:pt idx="4003">
                  <c:v>44.693046569824197</c:v>
                </c:pt>
                <c:pt idx="4004">
                  <c:v>44.6392211914063</c:v>
                </c:pt>
                <c:pt idx="4005">
                  <c:v>44.532909393310597</c:v>
                </c:pt>
                <c:pt idx="4006">
                  <c:v>44.472446441650398</c:v>
                </c:pt>
                <c:pt idx="4007">
                  <c:v>44.439926147460902</c:v>
                </c:pt>
                <c:pt idx="4008">
                  <c:v>44.415233612060597</c:v>
                </c:pt>
                <c:pt idx="4009">
                  <c:v>44.393287658691399</c:v>
                </c:pt>
                <c:pt idx="4010">
                  <c:v>44.363185882568402</c:v>
                </c:pt>
                <c:pt idx="4011">
                  <c:v>44.298774719238303</c:v>
                </c:pt>
                <c:pt idx="4012">
                  <c:v>44.163898468017599</c:v>
                </c:pt>
                <c:pt idx="4013">
                  <c:v>44.0338325500488</c:v>
                </c:pt>
                <c:pt idx="4014">
                  <c:v>43.877628326416001</c:v>
                </c:pt>
                <c:pt idx="4015">
                  <c:v>43.712318420410199</c:v>
                </c:pt>
                <c:pt idx="4016">
                  <c:v>43.622463226318402</c:v>
                </c:pt>
                <c:pt idx="4017">
                  <c:v>43.540592193603501</c:v>
                </c:pt>
                <c:pt idx="4018">
                  <c:v>43.412094116210902</c:v>
                </c:pt>
                <c:pt idx="4019">
                  <c:v>43.307621002197301</c:v>
                </c:pt>
                <c:pt idx="4020">
                  <c:v>43.201126098632798</c:v>
                </c:pt>
                <c:pt idx="4021">
                  <c:v>43.139156341552699</c:v>
                </c:pt>
                <c:pt idx="4022">
                  <c:v>43.087615966796903</c:v>
                </c:pt>
                <c:pt idx="4023">
                  <c:v>43.045093536377003</c:v>
                </c:pt>
                <c:pt idx="4024">
                  <c:v>42.972454071044901</c:v>
                </c:pt>
                <c:pt idx="4025">
                  <c:v>42.884452819824197</c:v>
                </c:pt>
                <c:pt idx="4026">
                  <c:v>42.838638305664098</c:v>
                </c:pt>
                <c:pt idx="4027">
                  <c:v>42.812473297119098</c:v>
                </c:pt>
                <c:pt idx="4028">
                  <c:v>42.7926635742188</c:v>
                </c:pt>
                <c:pt idx="4029">
                  <c:v>42.781776428222699</c:v>
                </c:pt>
                <c:pt idx="4030">
                  <c:v>42.779872894287102</c:v>
                </c:pt>
                <c:pt idx="4031">
                  <c:v>42.7670707702637</c:v>
                </c:pt>
                <c:pt idx="4032">
                  <c:v>42.750209808349602</c:v>
                </c:pt>
                <c:pt idx="4033">
                  <c:v>42.7585258483887</c:v>
                </c:pt>
                <c:pt idx="4034">
                  <c:v>42.736366271972699</c:v>
                </c:pt>
                <c:pt idx="4035">
                  <c:v>42.618114471435597</c:v>
                </c:pt>
                <c:pt idx="4036">
                  <c:v>42.441051483154297</c:v>
                </c:pt>
                <c:pt idx="4037">
                  <c:v>42.251083374023402</c:v>
                </c:pt>
                <c:pt idx="4038">
                  <c:v>42.194107055664098</c:v>
                </c:pt>
                <c:pt idx="4039">
                  <c:v>42.059474945068402</c:v>
                </c:pt>
                <c:pt idx="4040">
                  <c:v>41.9718017578125</c:v>
                </c:pt>
                <c:pt idx="4041">
                  <c:v>41.919647216796903</c:v>
                </c:pt>
                <c:pt idx="4042">
                  <c:v>41.788818359375</c:v>
                </c:pt>
                <c:pt idx="4043">
                  <c:v>41.702346801757798</c:v>
                </c:pt>
                <c:pt idx="4044">
                  <c:v>41.647037506103501</c:v>
                </c:pt>
                <c:pt idx="4045">
                  <c:v>41.466129302978501</c:v>
                </c:pt>
                <c:pt idx="4046">
                  <c:v>41.285789489746101</c:v>
                </c:pt>
                <c:pt idx="4047">
                  <c:v>41.209976196289098</c:v>
                </c:pt>
                <c:pt idx="4048">
                  <c:v>41.178924560546903</c:v>
                </c:pt>
                <c:pt idx="4049">
                  <c:v>41.152439117431598</c:v>
                </c:pt>
                <c:pt idx="4050">
                  <c:v>41.090400695800803</c:v>
                </c:pt>
                <c:pt idx="4051">
                  <c:v>41.053321838378899</c:v>
                </c:pt>
                <c:pt idx="4052">
                  <c:v>40.767368316650398</c:v>
                </c:pt>
                <c:pt idx="4053">
                  <c:v>40.7923774719238</c:v>
                </c:pt>
                <c:pt idx="4054">
                  <c:v>40.262344360351598</c:v>
                </c:pt>
                <c:pt idx="4055">
                  <c:v>39.94580078125</c:v>
                </c:pt>
                <c:pt idx="4056">
                  <c:v>39.713287353515597</c:v>
                </c:pt>
                <c:pt idx="4057">
                  <c:v>39.586315155029297</c:v>
                </c:pt>
                <c:pt idx="4058">
                  <c:v>39.521083831787102</c:v>
                </c:pt>
                <c:pt idx="4059">
                  <c:v>39.487606048583999</c:v>
                </c:pt>
                <c:pt idx="4060">
                  <c:v>39.470420837402301</c:v>
                </c:pt>
                <c:pt idx="4061">
                  <c:v>39.461597442627003</c:v>
                </c:pt>
                <c:pt idx="4062">
                  <c:v>39.457065582275398</c:v>
                </c:pt>
                <c:pt idx="4063">
                  <c:v>39.454742431640597</c:v>
                </c:pt>
                <c:pt idx="4064">
                  <c:v>39.453548431396499</c:v>
                </c:pt>
                <c:pt idx="4065">
                  <c:v>39.452934265136697</c:v>
                </c:pt>
                <c:pt idx="4066">
                  <c:v>39.4526176452637</c:v>
                </c:pt>
                <c:pt idx="4067">
                  <c:v>39.452457427978501</c:v>
                </c:pt>
                <c:pt idx="4068">
                  <c:v>39.4523735046387</c:v>
                </c:pt>
                <c:pt idx="4069">
                  <c:v>39.4523315429688</c:v>
                </c:pt>
                <c:pt idx="4070">
                  <c:v>39.452308654785199</c:v>
                </c:pt>
                <c:pt idx="4071">
                  <c:v>39.452297210693402</c:v>
                </c:pt>
                <c:pt idx="4072">
                  <c:v>39.452293395996101</c:v>
                </c:pt>
                <c:pt idx="4073">
                  <c:v>39.449203491210902</c:v>
                </c:pt>
                <c:pt idx="4074">
                  <c:v>39.4486694335938</c:v>
                </c:pt>
                <c:pt idx="4075">
                  <c:v>39.448848724365199</c:v>
                </c:pt>
                <c:pt idx="4076">
                  <c:v>39.443931579589801</c:v>
                </c:pt>
                <c:pt idx="4077">
                  <c:v>39.437309265136697</c:v>
                </c:pt>
                <c:pt idx="4078">
                  <c:v>39.430870056152301</c:v>
                </c:pt>
                <c:pt idx="4079">
                  <c:v>39.429122924804702</c:v>
                </c:pt>
                <c:pt idx="4080">
                  <c:v>39.360469818115199</c:v>
                </c:pt>
                <c:pt idx="4081">
                  <c:v>39.3356323242188</c:v>
                </c:pt>
                <c:pt idx="4082">
                  <c:v>39.307056427002003</c:v>
                </c:pt>
                <c:pt idx="4083">
                  <c:v>39.301429748535199</c:v>
                </c:pt>
                <c:pt idx="4084">
                  <c:v>39.238441467285199</c:v>
                </c:pt>
                <c:pt idx="4085">
                  <c:v>39.181888580322301</c:v>
                </c:pt>
                <c:pt idx="4086">
                  <c:v>39.15283203125</c:v>
                </c:pt>
                <c:pt idx="4087">
                  <c:v>39.1027221679688</c:v>
                </c:pt>
                <c:pt idx="4088">
                  <c:v>39.0601196289063</c:v>
                </c:pt>
                <c:pt idx="4089">
                  <c:v>39.043113708496101</c:v>
                </c:pt>
                <c:pt idx="4090">
                  <c:v>39.033882141113303</c:v>
                </c:pt>
                <c:pt idx="4091">
                  <c:v>38.964260101318402</c:v>
                </c:pt>
                <c:pt idx="4092">
                  <c:v>38.885993957519503</c:v>
                </c:pt>
                <c:pt idx="4093">
                  <c:v>38.853786468505902</c:v>
                </c:pt>
                <c:pt idx="4094">
                  <c:v>38.843460083007798</c:v>
                </c:pt>
                <c:pt idx="4095">
                  <c:v>38.771923065185597</c:v>
                </c:pt>
                <c:pt idx="4096">
                  <c:v>38.720897674560597</c:v>
                </c:pt>
                <c:pt idx="4097">
                  <c:v>38.694293975830099</c:v>
                </c:pt>
                <c:pt idx="4098">
                  <c:v>38.688591003417997</c:v>
                </c:pt>
                <c:pt idx="4099">
                  <c:v>38.619571685791001</c:v>
                </c:pt>
                <c:pt idx="4100">
                  <c:v>38.588485717773402</c:v>
                </c:pt>
                <c:pt idx="4101">
                  <c:v>38.510086059570298</c:v>
                </c:pt>
                <c:pt idx="4102">
                  <c:v>38.407119750976598</c:v>
                </c:pt>
                <c:pt idx="4103">
                  <c:v>38.327728271484403</c:v>
                </c:pt>
                <c:pt idx="4104">
                  <c:v>38.268604278564503</c:v>
                </c:pt>
                <c:pt idx="4105">
                  <c:v>38.229873657226598</c:v>
                </c:pt>
                <c:pt idx="4106">
                  <c:v>38.199203491210902</c:v>
                </c:pt>
                <c:pt idx="4107">
                  <c:v>38.157756805419901</c:v>
                </c:pt>
                <c:pt idx="4108">
                  <c:v>38.090385437011697</c:v>
                </c:pt>
                <c:pt idx="4109">
                  <c:v>38.044998168945298</c:v>
                </c:pt>
                <c:pt idx="4110">
                  <c:v>38.009857177734403</c:v>
                </c:pt>
                <c:pt idx="4111">
                  <c:v>37.974662780761697</c:v>
                </c:pt>
                <c:pt idx="4112">
                  <c:v>37.946102142333999</c:v>
                </c:pt>
                <c:pt idx="4113">
                  <c:v>37.9124946594238</c:v>
                </c:pt>
                <c:pt idx="4114">
                  <c:v>37.902633666992202</c:v>
                </c:pt>
                <c:pt idx="4115">
                  <c:v>37.896091461181598</c:v>
                </c:pt>
                <c:pt idx="4116">
                  <c:v>37.888439178466797</c:v>
                </c:pt>
                <c:pt idx="4117">
                  <c:v>37.879398345947301</c:v>
                </c:pt>
                <c:pt idx="4118">
                  <c:v>37.852672576904297</c:v>
                </c:pt>
                <c:pt idx="4119">
                  <c:v>37.795658111572301</c:v>
                </c:pt>
                <c:pt idx="4120">
                  <c:v>37.708065032958999</c:v>
                </c:pt>
                <c:pt idx="4121">
                  <c:v>37.634201049804702</c:v>
                </c:pt>
                <c:pt idx="4122">
                  <c:v>37.624759674072301</c:v>
                </c:pt>
                <c:pt idx="4123">
                  <c:v>37.581455230712898</c:v>
                </c:pt>
                <c:pt idx="4124">
                  <c:v>37.460357666015597</c:v>
                </c:pt>
                <c:pt idx="4125">
                  <c:v>37.371753692627003</c:v>
                </c:pt>
                <c:pt idx="4126">
                  <c:v>37.270923614502003</c:v>
                </c:pt>
                <c:pt idx="4127">
                  <c:v>37.193954467773402</c:v>
                </c:pt>
                <c:pt idx="4128">
                  <c:v>37.107208251953097</c:v>
                </c:pt>
                <c:pt idx="4129">
                  <c:v>37.056159973144503</c:v>
                </c:pt>
                <c:pt idx="4130">
                  <c:v>37.022087097167997</c:v>
                </c:pt>
                <c:pt idx="4131">
                  <c:v>37.0060424804688</c:v>
                </c:pt>
                <c:pt idx="4132">
                  <c:v>37.012359619140597</c:v>
                </c:pt>
                <c:pt idx="4133">
                  <c:v>36.985103607177699</c:v>
                </c:pt>
                <c:pt idx="4134">
                  <c:v>36.938163757324197</c:v>
                </c:pt>
                <c:pt idx="4135">
                  <c:v>36.837879180908203</c:v>
                </c:pt>
                <c:pt idx="4136">
                  <c:v>36.761375427246101</c:v>
                </c:pt>
                <c:pt idx="4137">
                  <c:v>36.691352844238303</c:v>
                </c:pt>
                <c:pt idx="4138">
                  <c:v>36.634902954101598</c:v>
                </c:pt>
                <c:pt idx="4139">
                  <c:v>36.621803283691399</c:v>
                </c:pt>
                <c:pt idx="4140">
                  <c:v>36.615234375</c:v>
                </c:pt>
                <c:pt idx="4141">
                  <c:v>36.629524230957003</c:v>
                </c:pt>
                <c:pt idx="4142">
                  <c:v>36.594486236572301</c:v>
                </c:pt>
                <c:pt idx="4143">
                  <c:v>36.540573120117202</c:v>
                </c:pt>
                <c:pt idx="4144">
                  <c:v>36.511791229248097</c:v>
                </c:pt>
                <c:pt idx="4145">
                  <c:v>36.4820556640625</c:v>
                </c:pt>
                <c:pt idx="4146">
                  <c:v>36.432052612304702</c:v>
                </c:pt>
                <c:pt idx="4147">
                  <c:v>36.395256042480497</c:v>
                </c:pt>
                <c:pt idx="4148">
                  <c:v>36.363689422607401</c:v>
                </c:pt>
                <c:pt idx="4149">
                  <c:v>36.334205627441399</c:v>
                </c:pt>
                <c:pt idx="4150">
                  <c:v>36.323177337646499</c:v>
                </c:pt>
                <c:pt idx="4151">
                  <c:v>36.324615478515597</c:v>
                </c:pt>
                <c:pt idx="4152">
                  <c:v>36.318302154541001</c:v>
                </c:pt>
                <c:pt idx="4153">
                  <c:v>36.2813529968262</c:v>
                </c:pt>
                <c:pt idx="4154">
                  <c:v>36.258846282958999</c:v>
                </c:pt>
                <c:pt idx="4155">
                  <c:v>36.243339538574197</c:v>
                </c:pt>
                <c:pt idx="4156">
                  <c:v>36.231307983398402</c:v>
                </c:pt>
                <c:pt idx="4157">
                  <c:v>36.139060974121101</c:v>
                </c:pt>
                <c:pt idx="4158">
                  <c:v>36.081153869628899</c:v>
                </c:pt>
                <c:pt idx="4159">
                  <c:v>36.075759887695298</c:v>
                </c:pt>
                <c:pt idx="4160">
                  <c:v>36.045738220214801</c:v>
                </c:pt>
                <c:pt idx="4161">
                  <c:v>36.036491394042997</c:v>
                </c:pt>
                <c:pt idx="4162">
                  <c:v>36.0391235351563</c:v>
                </c:pt>
                <c:pt idx="4163">
                  <c:v>35.988246917724602</c:v>
                </c:pt>
                <c:pt idx="4164">
                  <c:v>35.901786804199197</c:v>
                </c:pt>
                <c:pt idx="4165">
                  <c:v>35.851261138916001</c:v>
                </c:pt>
                <c:pt idx="4166">
                  <c:v>35.831657409667997</c:v>
                </c:pt>
                <c:pt idx="4167">
                  <c:v>35.725433349609403</c:v>
                </c:pt>
                <c:pt idx="4168">
                  <c:v>35.726600646972699</c:v>
                </c:pt>
                <c:pt idx="4169">
                  <c:v>35.645389556884801</c:v>
                </c:pt>
                <c:pt idx="4170">
                  <c:v>35.595829010009801</c:v>
                </c:pt>
                <c:pt idx="4171">
                  <c:v>35.557662963867202</c:v>
                </c:pt>
                <c:pt idx="4172">
                  <c:v>35.550559997558601</c:v>
                </c:pt>
                <c:pt idx="4173">
                  <c:v>35.540046691894503</c:v>
                </c:pt>
                <c:pt idx="4174">
                  <c:v>35.525234222412102</c:v>
                </c:pt>
                <c:pt idx="4175">
                  <c:v>35.511730194091797</c:v>
                </c:pt>
                <c:pt idx="4176">
                  <c:v>35.482627868652301</c:v>
                </c:pt>
                <c:pt idx="4177">
                  <c:v>35.407749176025398</c:v>
                </c:pt>
                <c:pt idx="4178">
                  <c:v>35.359085083007798</c:v>
                </c:pt>
                <c:pt idx="4179">
                  <c:v>35.286930084228501</c:v>
                </c:pt>
                <c:pt idx="4180">
                  <c:v>35.240383148193402</c:v>
                </c:pt>
                <c:pt idx="4181">
                  <c:v>35.199752807617202</c:v>
                </c:pt>
                <c:pt idx="4182">
                  <c:v>35.180633544921903</c:v>
                </c:pt>
                <c:pt idx="4183">
                  <c:v>35.177162170410199</c:v>
                </c:pt>
                <c:pt idx="4184">
                  <c:v>35.1661567687988</c:v>
                </c:pt>
                <c:pt idx="4185">
                  <c:v>35.128978729248097</c:v>
                </c:pt>
                <c:pt idx="4186">
                  <c:v>35.139015197753899</c:v>
                </c:pt>
                <c:pt idx="4187">
                  <c:v>35.062656402587898</c:v>
                </c:pt>
                <c:pt idx="4188">
                  <c:v>34.892204284667997</c:v>
                </c:pt>
                <c:pt idx="4189">
                  <c:v>34.7822456359863</c:v>
                </c:pt>
                <c:pt idx="4190">
                  <c:v>34.712131500244098</c:v>
                </c:pt>
                <c:pt idx="4191">
                  <c:v>34.676509857177699</c:v>
                </c:pt>
                <c:pt idx="4192">
                  <c:v>34.619113922119098</c:v>
                </c:pt>
                <c:pt idx="4193">
                  <c:v>34.616691589355497</c:v>
                </c:pt>
                <c:pt idx="4194">
                  <c:v>34.616550445556598</c:v>
                </c:pt>
                <c:pt idx="4195">
                  <c:v>34.588699340820298</c:v>
                </c:pt>
                <c:pt idx="4196">
                  <c:v>34.585170745849602</c:v>
                </c:pt>
                <c:pt idx="4197">
                  <c:v>34.590164184570298</c:v>
                </c:pt>
                <c:pt idx="4198">
                  <c:v>34.586860656738303</c:v>
                </c:pt>
                <c:pt idx="4199">
                  <c:v>34.581008911132798</c:v>
                </c:pt>
                <c:pt idx="4200">
                  <c:v>34.567520141601598</c:v>
                </c:pt>
                <c:pt idx="4201">
                  <c:v>34.554588317871101</c:v>
                </c:pt>
                <c:pt idx="4202">
                  <c:v>34.548263549804702</c:v>
                </c:pt>
                <c:pt idx="4203">
                  <c:v>34.552528381347699</c:v>
                </c:pt>
                <c:pt idx="4204">
                  <c:v>34.541938781738303</c:v>
                </c:pt>
                <c:pt idx="4205">
                  <c:v>34.512485504150398</c:v>
                </c:pt>
                <c:pt idx="4206">
                  <c:v>34.495719909667997</c:v>
                </c:pt>
                <c:pt idx="4207">
                  <c:v>34.483009338378899</c:v>
                </c:pt>
                <c:pt idx="4208">
                  <c:v>34.456470489502003</c:v>
                </c:pt>
                <c:pt idx="4209">
                  <c:v>34.455646514892599</c:v>
                </c:pt>
                <c:pt idx="4210">
                  <c:v>34.432464599609403</c:v>
                </c:pt>
                <c:pt idx="4211">
                  <c:v>34.443840026855497</c:v>
                </c:pt>
                <c:pt idx="4212">
                  <c:v>34.4205513000488</c:v>
                </c:pt>
                <c:pt idx="4213">
                  <c:v>34.377365112304702</c:v>
                </c:pt>
                <c:pt idx="4214">
                  <c:v>34.293575286865199</c:v>
                </c:pt>
                <c:pt idx="4215">
                  <c:v>34.236507415771499</c:v>
                </c:pt>
                <c:pt idx="4216">
                  <c:v>34.235435485839801</c:v>
                </c:pt>
                <c:pt idx="4217">
                  <c:v>34.223957061767599</c:v>
                </c:pt>
                <c:pt idx="4218">
                  <c:v>34.069534301757798</c:v>
                </c:pt>
                <c:pt idx="4219">
                  <c:v>33.959850311279297</c:v>
                </c:pt>
                <c:pt idx="4220">
                  <c:v>33.864177703857401</c:v>
                </c:pt>
                <c:pt idx="4221">
                  <c:v>33.857261657714801</c:v>
                </c:pt>
                <c:pt idx="4222">
                  <c:v>33.844139099121101</c:v>
                </c:pt>
                <c:pt idx="4223">
                  <c:v>33.821292877197301</c:v>
                </c:pt>
                <c:pt idx="4224">
                  <c:v>33.815444946289098</c:v>
                </c:pt>
                <c:pt idx="4225">
                  <c:v>33.801437377929702</c:v>
                </c:pt>
                <c:pt idx="4226">
                  <c:v>33.776866912841797</c:v>
                </c:pt>
                <c:pt idx="4227">
                  <c:v>33.758773803710902</c:v>
                </c:pt>
                <c:pt idx="4228">
                  <c:v>33.742641448974602</c:v>
                </c:pt>
                <c:pt idx="4229">
                  <c:v>33.773479461669901</c:v>
                </c:pt>
                <c:pt idx="4230">
                  <c:v>33.7824897766113</c:v>
                </c:pt>
                <c:pt idx="4231">
                  <c:v>33.771392822265597</c:v>
                </c:pt>
                <c:pt idx="4232">
                  <c:v>33.769496917724602</c:v>
                </c:pt>
                <c:pt idx="4233">
                  <c:v>33.753726959228501</c:v>
                </c:pt>
                <c:pt idx="4234">
                  <c:v>33.740005493164098</c:v>
                </c:pt>
                <c:pt idx="4235">
                  <c:v>33.712226867675803</c:v>
                </c:pt>
                <c:pt idx="4236">
                  <c:v>33.724025726318402</c:v>
                </c:pt>
                <c:pt idx="4237">
                  <c:v>33.705966949462898</c:v>
                </c:pt>
                <c:pt idx="4238">
                  <c:v>33.695259094238303</c:v>
                </c:pt>
                <c:pt idx="4239">
                  <c:v>33.698150634765597</c:v>
                </c:pt>
                <c:pt idx="4240">
                  <c:v>33.684181213378899</c:v>
                </c:pt>
                <c:pt idx="4241">
                  <c:v>33.681934356689503</c:v>
                </c:pt>
                <c:pt idx="4242">
                  <c:v>33.688709259033203</c:v>
                </c:pt>
                <c:pt idx="4243">
                  <c:v>33.664886474609403</c:v>
                </c:pt>
                <c:pt idx="4244">
                  <c:v>33.585582733154297</c:v>
                </c:pt>
                <c:pt idx="4245">
                  <c:v>33.5335502624512</c:v>
                </c:pt>
                <c:pt idx="4246">
                  <c:v>33.508907318115199</c:v>
                </c:pt>
                <c:pt idx="4247">
                  <c:v>33.495883941650398</c:v>
                </c:pt>
                <c:pt idx="4248">
                  <c:v>33.503715515136697</c:v>
                </c:pt>
                <c:pt idx="4249">
                  <c:v>33.447822570800803</c:v>
                </c:pt>
                <c:pt idx="4250">
                  <c:v>33.399906158447301</c:v>
                </c:pt>
                <c:pt idx="4251">
                  <c:v>33.367477416992202</c:v>
                </c:pt>
                <c:pt idx="4252">
                  <c:v>33.324081420898402</c:v>
                </c:pt>
                <c:pt idx="4253">
                  <c:v>33.309181213378899</c:v>
                </c:pt>
                <c:pt idx="4254">
                  <c:v>33.309230804443402</c:v>
                </c:pt>
                <c:pt idx="4255">
                  <c:v>33.306686401367202</c:v>
                </c:pt>
                <c:pt idx="4256">
                  <c:v>33.280559539794901</c:v>
                </c:pt>
                <c:pt idx="4257">
                  <c:v>33.275447845458999</c:v>
                </c:pt>
                <c:pt idx="4258">
                  <c:v>33.285865783691399</c:v>
                </c:pt>
                <c:pt idx="4259">
                  <c:v>33.235073089599602</c:v>
                </c:pt>
                <c:pt idx="4260">
                  <c:v>33.190052032470703</c:v>
                </c:pt>
                <c:pt idx="4261">
                  <c:v>33.166465759277301</c:v>
                </c:pt>
                <c:pt idx="4262">
                  <c:v>33.154468536377003</c:v>
                </c:pt>
                <c:pt idx="4263">
                  <c:v>33.127490997314503</c:v>
                </c:pt>
                <c:pt idx="4264">
                  <c:v>33.088710784912102</c:v>
                </c:pt>
                <c:pt idx="4265">
                  <c:v>33.079734802246101</c:v>
                </c:pt>
                <c:pt idx="4266">
                  <c:v>33.023113250732401</c:v>
                </c:pt>
                <c:pt idx="4267">
                  <c:v>32.986476898193402</c:v>
                </c:pt>
                <c:pt idx="4268">
                  <c:v>32.951568603515597</c:v>
                </c:pt>
                <c:pt idx="4269">
                  <c:v>32.937038421630902</c:v>
                </c:pt>
                <c:pt idx="4270">
                  <c:v>32.940284729003899</c:v>
                </c:pt>
                <c:pt idx="4271">
                  <c:v>32.945636749267599</c:v>
                </c:pt>
                <c:pt idx="4272">
                  <c:v>32.931125640869098</c:v>
                </c:pt>
                <c:pt idx="4273">
                  <c:v>32.926902770996101</c:v>
                </c:pt>
                <c:pt idx="4274">
                  <c:v>32.923137664794901</c:v>
                </c:pt>
                <c:pt idx="4275">
                  <c:v>32.908351898193402</c:v>
                </c:pt>
                <c:pt idx="4276">
                  <c:v>32.883152008056598</c:v>
                </c:pt>
                <c:pt idx="4277">
                  <c:v>32.878879547119098</c:v>
                </c:pt>
                <c:pt idx="4278">
                  <c:v>32.799732208252003</c:v>
                </c:pt>
                <c:pt idx="4279">
                  <c:v>32.742969512939503</c:v>
                </c:pt>
                <c:pt idx="4280">
                  <c:v>32.731487274169901</c:v>
                </c:pt>
                <c:pt idx="4281">
                  <c:v>32.710586547851598</c:v>
                </c:pt>
                <c:pt idx="4282">
                  <c:v>32.673175811767599</c:v>
                </c:pt>
                <c:pt idx="4283">
                  <c:v>32.677970886230497</c:v>
                </c:pt>
                <c:pt idx="4284">
                  <c:v>32.639041900634801</c:v>
                </c:pt>
                <c:pt idx="4285">
                  <c:v>32.592979431152301</c:v>
                </c:pt>
                <c:pt idx="4286">
                  <c:v>32.575332641601598</c:v>
                </c:pt>
                <c:pt idx="4287">
                  <c:v>32.535190582275398</c:v>
                </c:pt>
                <c:pt idx="4288">
                  <c:v>32.5283203125</c:v>
                </c:pt>
                <c:pt idx="4289">
                  <c:v>32.52001953125</c:v>
                </c:pt>
                <c:pt idx="4290">
                  <c:v>32.508296966552699</c:v>
                </c:pt>
                <c:pt idx="4291">
                  <c:v>32.494480133056598</c:v>
                </c:pt>
                <c:pt idx="4292">
                  <c:v>32.449871063232401</c:v>
                </c:pt>
                <c:pt idx="4293">
                  <c:v>32.389350891113303</c:v>
                </c:pt>
                <c:pt idx="4294">
                  <c:v>32.352149963378899</c:v>
                </c:pt>
                <c:pt idx="4295">
                  <c:v>32.330211639404297</c:v>
                </c:pt>
                <c:pt idx="4296">
                  <c:v>32.328582763671903</c:v>
                </c:pt>
                <c:pt idx="4297">
                  <c:v>32.277801513671903</c:v>
                </c:pt>
                <c:pt idx="4298">
                  <c:v>32.217655181884801</c:v>
                </c:pt>
                <c:pt idx="4299">
                  <c:v>32.191261291503899</c:v>
                </c:pt>
                <c:pt idx="4300">
                  <c:v>32.172904968261697</c:v>
                </c:pt>
                <c:pt idx="4301">
                  <c:v>32.175933837890597</c:v>
                </c:pt>
                <c:pt idx="4302">
                  <c:v>32.158115386962898</c:v>
                </c:pt>
                <c:pt idx="4303">
                  <c:v>32.156448364257798</c:v>
                </c:pt>
                <c:pt idx="4304">
                  <c:v>32.1633491516113</c:v>
                </c:pt>
                <c:pt idx="4305">
                  <c:v>32.160274505615199</c:v>
                </c:pt>
                <c:pt idx="4306">
                  <c:v>32.146053314208999</c:v>
                </c:pt>
                <c:pt idx="4307">
                  <c:v>32.117916107177699</c:v>
                </c:pt>
                <c:pt idx="4308">
                  <c:v>32.124362945556598</c:v>
                </c:pt>
                <c:pt idx="4309">
                  <c:v>32.142742156982401</c:v>
                </c:pt>
                <c:pt idx="4310">
                  <c:v>32.117340087890597</c:v>
                </c:pt>
                <c:pt idx="4311">
                  <c:v>32.097480773925803</c:v>
                </c:pt>
                <c:pt idx="4312">
                  <c:v>32.095077514648402</c:v>
                </c:pt>
                <c:pt idx="4313">
                  <c:v>32.010974884033203</c:v>
                </c:pt>
                <c:pt idx="4314">
                  <c:v>31.970277786254901</c:v>
                </c:pt>
                <c:pt idx="4315">
                  <c:v>31.965692520141602</c:v>
                </c:pt>
                <c:pt idx="4316">
                  <c:v>31.922431945800799</c:v>
                </c:pt>
                <c:pt idx="4317">
                  <c:v>31.912796020507798</c:v>
                </c:pt>
                <c:pt idx="4318">
                  <c:v>31.804632186889702</c:v>
                </c:pt>
                <c:pt idx="4319">
                  <c:v>31.741477966308601</c:v>
                </c:pt>
                <c:pt idx="4320">
                  <c:v>31.721603393554702</c:v>
                </c:pt>
                <c:pt idx="4321">
                  <c:v>31.697034835815401</c:v>
                </c:pt>
                <c:pt idx="4322">
                  <c:v>31.707370758056602</c:v>
                </c:pt>
                <c:pt idx="4323">
                  <c:v>31.685419082641602</c:v>
                </c:pt>
                <c:pt idx="4324">
                  <c:v>31.649744033813501</c:v>
                </c:pt>
                <c:pt idx="4325">
                  <c:v>31.6352214813232</c:v>
                </c:pt>
                <c:pt idx="4326">
                  <c:v>31.659399032592798</c:v>
                </c:pt>
                <c:pt idx="4327">
                  <c:v>31.690689086914102</c:v>
                </c:pt>
                <c:pt idx="4328">
                  <c:v>31.697998046875</c:v>
                </c:pt>
                <c:pt idx="4329">
                  <c:v>31.705873489379901</c:v>
                </c:pt>
                <c:pt idx="4330">
                  <c:v>31.668052673339801</c:v>
                </c:pt>
                <c:pt idx="4331">
                  <c:v>31.630683898925799</c:v>
                </c:pt>
                <c:pt idx="4332">
                  <c:v>31.648208618164102</c:v>
                </c:pt>
                <c:pt idx="4333">
                  <c:v>31.580154418945298</c:v>
                </c:pt>
                <c:pt idx="4334">
                  <c:v>31.5831184387207</c:v>
                </c:pt>
                <c:pt idx="4335">
                  <c:v>31.562395095825199</c:v>
                </c:pt>
                <c:pt idx="4336">
                  <c:v>31.535902023315401</c:v>
                </c:pt>
                <c:pt idx="4337">
                  <c:v>31.525463104248001</c:v>
                </c:pt>
                <c:pt idx="4338">
                  <c:v>31.492322921752901</c:v>
                </c:pt>
                <c:pt idx="4339">
                  <c:v>31.4647121429443</c:v>
                </c:pt>
                <c:pt idx="4340">
                  <c:v>31.465713500976602</c:v>
                </c:pt>
                <c:pt idx="4341">
                  <c:v>31.4416694641113</c:v>
                </c:pt>
                <c:pt idx="4342">
                  <c:v>31.412061691284201</c:v>
                </c:pt>
                <c:pt idx="4343">
                  <c:v>31.4132785797119</c:v>
                </c:pt>
                <c:pt idx="4344">
                  <c:v>31.4164714813232</c:v>
                </c:pt>
                <c:pt idx="4345">
                  <c:v>31.3982849121094</c:v>
                </c:pt>
                <c:pt idx="4346">
                  <c:v>31.3842067718506</c:v>
                </c:pt>
                <c:pt idx="4347">
                  <c:v>31.376886367797901</c:v>
                </c:pt>
                <c:pt idx="4348">
                  <c:v>31.3835144042969</c:v>
                </c:pt>
                <c:pt idx="4349">
                  <c:v>31.3892936706543</c:v>
                </c:pt>
                <c:pt idx="4350">
                  <c:v>31.3702087402344</c:v>
                </c:pt>
                <c:pt idx="4351">
                  <c:v>31.362907409668001</c:v>
                </c:pt>
                <c:pt idx="4352">
                  <c:v>31.3651828765869</c:v>
                </c:pt>
                <c:pt idx="4353">
                  <c:v>31.366289138793899</c:v>
                </c:pt>
                <c:pt idx="4354">
                  <c:v>31.352071762085</c:v>
                </c:pt>
                <c:pt idx="4355">
                  <c:v>31.345335006713899</c:v>
                </c:pt>
                <c:pt idx="4356">
                  <c:v>31.334424972534201</c:v>
                </c:pt>
                <c:pt idx="4357">
                  <c:v>31.328859329223601</c:v>
                </c:pt>
                <c:pt idx="4358">
                  <c:v>31.332759857177699</c:v>
                </c:pt>
                <c:pt idx="4359">
                  <c:v>31.323657989501999</c:v>
                </c:pt>
                <c:pt idx="4360">
                  <c:v>31.329648971557599</c:v>
                </c:pt>
                <c:pt idx="4361">
                  <c:v>31.343311309814499</c:v>
                </c:pt>
                <c:pt idx="4362">
                  <c:v>31.335023880004901</c:v>
                </c:pt>
                <c:pt idx="4363">
                  <c:v>31.335779190063501</c:v>
                </c:pt>
                <c:pt idx="4364">
                  <c:v>31.327146530151399</c:v>
                </c:pt>
                <c:pt idx="4365">
                  <c:v>31.290962219238299</c:v>
                </c:pt>
                <c:pt idx="4366">
                  <c:v>31.295995712280298</c:v>
                </c:pt>
                <c:pt idx="4367">
                  <c:v>31.300861358642599</c:v>
                </c:pt>
                <c:pt idx="4368">
                  <c:v>31.297077178955099</c:v>
                </c:pt>
                <c:pt idx="4369">
                  <c:v>31.310956954956101</c:v>
                </c:pt>
                <c:pt idx="4370">
                  <c:v>31.3017673492432</c:v>
                </c:pt>
                <c:pt idx="4371">
                  <c:v>31.305543899536101</c:v>
                </c:pt>
                <c:pt idx="4372">
                  <c:v>31.277469635009801</c:v>
                </c:pt>
                <c:pt idx="4373">
                  <c:v>31.265090942382798</c:v>
                </c:pt>
                <c:pt idx="4374">
                  <c:v>31.281953811645501</c:v>
                </c:pt>
                <c:pt idx="4375">
                  <c:v>31.276044845581101</c:v>
                </c:pt>
                <c:pt idx="4376">
                  <c:v>31.281055450439499</c:v>
                </c:pt>
                <c:pt idx="4377">
                  <c:v>31.238811492919901</c:v>
                </c:pt>
                <c:pt idx="4378">
                  <c:v>31.172977447509801</c:v>
                </c:pt>
                <c:pt idx="4379">
                  <c:v>31.1743469238281</c:v>
                </c:pt>
                <c:pt idx="4380">
                  <c:v>31.1523628234863</c:v>
                </c:pt>
                <c:pt idx="4381">
                  <c:v>31.128757476806602</c:v>
                </c:pt>
                <c:pt idx="4382">
                  <c:v>31.0203647613525</c:v>
                </c:pt>
                <c:pt idx="4383">
                  <c:v>30.939273834228501</c:v>
                </c:pt>
                <c:pt idx="4384">
                  <c:v>30.877386093139702</c:v>
                </c:pt>
                <c:pt idx="4385">
                  <c:v>30.873350143432599</c:v>
                </c:pt>
                <c:pt idx="4386">
                  <c:v>30.851701736450199</c:v>
                </c:pt>
                <c:pt idx="4387">
                  <c:v>30.8406791687012</c:v>
                </c:pt>
                <c:pt idx="4388">
                  <c:v>30.828973770141602</c:v>
                </c:pt>
                <c:pt idx="4389">
                  <c:v>30.8162441253662</c:v>
                </c:pt>
                <c:pt idx="4390">
                  <c:v>30.812450408935501</c:v>
                </c:pt>
                <c:pt idx="4391">
                  <c:v>30.821752548217798</c:v>
                </c:pt>
                <c:pt idx="4392">
                  <c:v>30.839147567748999</c:v>
                </c:pt>
                <c:pt idx="4393">
                  <c:v>30.707086563110401</c:v>
                </c:pt>
                <c:pt idx="4394">
                  <c:v>30.616798400878899</c:v>
                </c:pt>
                <c:pt idx="4395">
                  <c:v>30.568689346313501</c:v>
                </c:pt>
                <c:pt idx="4396">
                  <c:v>30.541660308837901</c:v>
                </c:pt>
                <c:pt idx="4397">
                  <c:v>30.521951675415</c:v>
                </c:pt>
                <c:pt idx="4398">
                  <c:v>30.506961822509801</c:v>
                </c:pt>
                <c:pt idx="4399">
                  <c:v>30.49582862854</c:v>
                </c:pt>
                <c:pt idx="4400">
                  <c:v>30.503105163574201</c:v>
                </c:pt>
                <c:pt idx="4401">
                  <c:v>30.457965850830099</c:v>
                </c:pt>
                <c:pt idx="4402">
                  <c:v>30.479667663574201</c:v>
                </c:pt>
                <c:pt idx="4403">
                  <c:v>30.489997863769499</c:v>
                </c:pt>
                <c:pt idx="4404">
                  <c:v>30.478469848632798</c:v>
                </c:pt>
                <c:pt idx="4405">
                  <c:v>30.4857273101807</c:v>
                </c:pt>
                <c:pt idx="4406">
                  <c:v>30.4685363769531</c:v>
                </c:pt>
                <c:pt idx="4407">
                  <c:v>30.481494903564499</c:v>
                </c:pt>
                <c:pt idx="4408">
                  <c:v>30.440523147583001</c:v>
                </c:pt>
                <c:pt idx="4409">
                  <c:v>30.431657791137699</c:v>
                </c:pt>
                <c:pt idx="4410">
                  <c:v>30.4310817718506</c:v>
                </c:pt>
                <c:pt idx="4411">
                  <c:v>30.4252834320068</c:v>
                </c:pt>
                <c:pt idx="4412">
                  <c:v>30.388685226440401</c:v>
                </c:pt>
                <c:pt idx="4413">
                  <c:v>30.3657341003418</c:v>
                </c:pt>
                <c:pt idx="4414">
                  <c:v>30.350734710693398</c:v>
                </c:pt>
                <c:pt idx="4415">
                  <c:v>30.351263046264702</c:v>
                </c:pt>
                <c:pt idx="4416">
                  <c:v>30.354164123535199</c:v>
                </c:pt>
                <c:pt idx="4417">
                  <c:v>30.3296222686768</c:v>
                </c:pt>
                <c:pt idx="4418">
                  <c:v>30.322410583496101</c:v>
                </c:pt>
                <c:pt idx="4419">
                  <c:v>30.3503303527832</c:v>
                </c:pt>
                <c:pt idx="4420">
                  <c:v>30.3483486175537</c:v>
                </c:pt>
                <c:pt idx="4421">
                  <c:v>30.297327041626001</c:v>
                </c:pt>
                <c:pt idx="4422">
                  <c:v>30.231897354126001</c:v>
                </c:pt>
                <c:pt idx="4423">
                  <c:v>30.200874328613299</c:v>
                </c:pt>
                <c:pt idx="4424">
                  <c:v>30.139080047607401</c:v>
                </c:pt>
                <c:pt idx="4425">
                  <c:v>30.1140041351318</c:v>
                </c:pt>
                <c:pt idx="4426">
                  <c:v>30.096603393554702</c:v>
                </c:pt>
                <c:pt idx="4427">
                  <c:v>30.103134155273398</c:v>
                </c:pt>
                <c:pt idx="4428">
                  <c:v>30.085454940795898</c:v>
                </c:pt>
                <c:pt idx="4429">
                  <c:v>30.092735290527301</c:v>
                </c:pt>
                <c:pt idx="4430">
                  <c:v>30.087022781372099</c:v>
                </c:pt>
                <c:pt idx="4431">
                  <c:v>30.07594871521</c:v>
                </c:pt>
                <c:pt idx="4432">
                  <c:v>30.075031280517599</c:v>
                </c:pt>
                <c:pt idx="4433">
                  <c:v>30.070121765136701</c:v>
                </c:pt>
                <c:pt idx="4434">
                  <c:v>30.063510894775401</c:v>
                </c:pt>
                <c:pt idx="4435">
                  <c:v>30.0431423187256</c:v>
                </c:pt>
                <c:pt idx="4436">
                  <c:v>30.0761909484863</c:v>
                </c:pt>
                <c:pt idx="4437">
                  <c:v>30.072660446166999</c:v>
                </c:pt>
                <c:pt idx="4438">
                  <c:v>30.073135375976602</c:v>
                </c:pt>
                <c:pt idx="4439">
                  <c:v>30.046043395996101</c:v>
                </c:pt>
                <c:pt idx="4440">
                  <c:v>30.046390533447301</c:v>
                </c:pt>
                <c:pt idx="4441">
                  <c:v>30.034255981445298</c:v>
                </c:pt>
                <c:pt idx="4442">
                  <c:v>30.051773071289102</c:v>
                </c:pt>
                <c:pt idx="4443">
                  <c:v>29.981868743896499</c:v>
                </c:pt>
                <c:pt idx="4444">
                  <c:v>29.943090438842798</c:v>
                </c:pt>
                <c:pt idx="4445">
                  <c:v>29.952247619628899</c:v>
                </c:pt>
                <c:pt idx="4446">
                  <c:v>29.914278030395501</c:v>
                </c:pt>
                <c:pt idx="4447">
                  <c:v>29.892328262329102</c:v>
                </c:pt>
                <c:pt idx="4448">
                  <c:v>29.918809890747099</c:v>
                </c:pt>
                <c:pt idx="4449">
                  <c:v>29.913364410400401</c:v>
                </c:pt>
                <c:pt idx="4450">
                  <c:v>29.905252456665</c:v>
                </c:pt>
                <c:pt idx="4451">
                  <c:v>29.9112033843994</c:v>
                </c:pt>
                <c:pt idx="4452">
                  <c:v>29.898887634277301</c:v>
                </c:pt>
                <c:pt idx="4453">
                  <c:v>29.885524749755898</c:v>
                </c:pt>
                <c:pt idx="4454">
                  <c:v>29.871013641357401</c:v>
                </c:pt>
                <c:pt idx="4455">
                  <c:v>29.887092590331999</c:v>
                </c:pt>
                <c:pt idx="4456">
                  <c:v>29.887393951416001</c:v>
                </c:pt>
                <c:pt idx="4457">
                  <c:v>29.897577285766602</c:v>
                </c:pt>
                <c:pt idx="4458">
                  <c:v>29.857124328613299</c:v>
                </c:pt>
                <c:pt idx="4459">
                  <c:v>29.8315734863281</c:v>
                </c:pt>
                <c:pt idx="4460">
                  <c:v>29.835809707641602</c:v>
                </c:pt>
                <c:pt idx="4461">
                  <c:v>29.837120056152301</c:v>
                </c:pt>
                <c:pt idx="4462">
                  <c:v>29.797971725463899</c:v>
                </c:pt>
                <c:pt idx="4463">
                  <c:v>29.7769584655762</c:v>
                </c:pt>
                <c:pt idx="4464">
                  <c:v>29.7652473449707</c:v>
                </c:pt>
                <c:pt idx="4465">
                  <c:v>29.777494430541999</c:v>
                </c:pt>
                <c:pt idx="4466">
                  <c:v>29.760480880737301</c:v>
                </c:pt>
                <c:pt idx="4467">
                  <c:v>29.750104904174801</c:v>
                </c:pt>
                <c:pt idx="4468">
                  <c:v>29.729640960693398</c:v>
                </c:pt>
                <c:pt idx="4469">
                  <c:v>29.744585037231399</c:v>
                </c:pt>
                <c:pt idx="4470">
                  <c:v>29.739671707153299</c:v>
                </c:pt>
                <c:pt idx="4471">
                  <c:v>29.734169006347699</c:v>
                </c:pt>
                <c:pt idx="4472">
                  <c:v>29.740562438964801</c:v>
                </c:pt>
                <c:pt idx="4473">
                  <c:v>29.742448806762699</c:v>
                </c:pt>
                <c:pt idx="4474">
                  <c:v>29.7307224273682</c:v>
                </c:pt>
                <c:pt idx="4475">
                  <c:v>29.724445343017599</c:v>
                </c:pt>
                <c:pt idx="4476">
                  <c:v>29.7209072113037</c:v>
                </c:pt>
                <c:pt idx="4477">
                  <c:v>29.705650329589801</c:v>
                </c:pt>
                <c:pt idx="4478">
                  <c:v>29.715795516967798</c:v>
                </c:pt>
                <c:pt idx="4479">
                  <c:v>29.739000320434599</c:v>
                </c:pt>
                <c:pt idx="4480">
                  <c:v>29.721843719482401</c:v>
                </c:pt>
                <c:pt idx="4481">
                  <c:v>29.7150993347168</c:v>
                </c:pt>
                <c:pt idx="4482">
                  <c:v>29.725263595581101</c:v>
                </c:pt>
                <c:pt idx="4483">
                  <c:v>29.701366424560501</c:v>
                </c:pt>
                <c:pt idx="4484">
                  <c:v>29.6994228363037</c:v>
                </c:pt>
                <c:pt idx="4485">
                  <c:v>29.671850204467798</c:v>
                </c:pt>
                <c:pt idx="4486">
                  <c:v>29.7668552398682</c:v>
                </c:pt>
                <c:pt idx="4487">
                  <c:v>29.888034820556602</c:v>
                </c:pt>
                <c:pt idx="4488">
                  <c:v>29.8838214874268</c:v>
                </c:pt>
                <c:pt idx="4489">
                  <c:v>29.969120025634801</c:v>
                </c:pt>
                <c:pt idx="4490">
                  <c:v>30.0339469909668</c:v>
                </c:pt>
                <c:pt idx="4491">
                  <c:v>30.085283279418899</c:v>
                </c:pt>
                <c:pt idx="4492">
                  <c:v>30.091108322143601</c:v>
                </c:pt>
                <c:pt idx="4493">
                  <c:v>30.185111999511701</c:v>
                </c:pt>
                <c:pt idx="4494">
                  <c:v>30.306179046630898</c:v>
                </c:pt>
                <c:pt idx="4495">
                  <c:v>30.3418979644775</c:v>
                </c:pt>
                <c:pt idx="4496">
                  <c:v>30.3609428405762</c:v>
                </c:pt>
                <c:pt idx="4497">
                  <c:v>30.557567596435501</c:v>
                </c:pt>
                <c:pt idx="4498">
                  <c:v>30.571851730346701</c:v>
                </c:pt>
                <c:pt idx="4499">
                  <c:v>30.579124450683601</c:v>
                </c:pt>
                <c:pt idx="4500">
                  <c:v>30.699853897094702</c:v>
                </c:pt>
                <c:pt idx="4501">
                  <c:v>30.968725204467798</c:v>
                </c:pt>
                <c:pt idx="4502">
                  <c:v>31.01926612854</c:v>
                </c:pt>
                <c:pt idx="4503">
                  <c:v>31.119083404541001</c:v>
                </c:pt>
                <c:pt idx="4504">
                  <c:v>31.126661300659201</c:v>
                </c:pt>
                <c:pt idx="4505">
                  <c:v>31.228507995605501</c:v>
                </c:pt>
                <c:pt idx="4506">
                  <c:v>31.251075744628899</c:v>
                </c:pt>
                <c:pt idx="4507">
                  <c:v>31.292385101318398</c:v>
                </c:pt>
                <c:pt idx="4508">
                  <c:v>31.304607391357401</c:v>
                </c:pt>
                <c:pt idx="4509">
                  <c:v>31.285467147827202</c:v>
                </c:pt>
                <c:pt idx="4510">
                  <c:v>31.286859512329102</c:v>
                </c:pt>
                <c:pt idx="4511">
                  <c:v>31.312829971313501</c:v>
                </c:pt>
                <c:pt idx="4512">
                  <c:v>31.313478469848601</c:v>
                </c:pt>
                <c:pt idx="4513">
                  <c:v>31.289810180664102</c:v>
                </c:pt>
                <c:pt idx="4514">
                  <c:v>31.312271118164102</c:v>
                </c:pt>
                <c:pt idx="4515">
                  <c:v>31.329317092895501</c:v>
                </c:pt>
                <c:pt idx="4516">
                  <c:v>31.312442779541001</c:v>
                </c:pt>
                <c:pt idx="4517">
                  <c:v>31.314905166626001</c:v>
                </c:pt>
                <c:pt idx="4518">
                  <c:v>31.3166179656982</c:v>
                </c:pt>
                <c:pt idx="4519">
                  <c:v>31.274908065795898</c:v>
                </c:pt>
                <c:pt idx="4520">
                  <c:v>31.2712001800537</c:v>
                </c:pt>
                <c:pt idx="4521">
                  <c:v>31.2825717926025</c:v>
                </c:pt>
                <c:pt idx="4522">
                  <c:v>31.309246063232401</c:v>
                </c:pt>
                <c:pt idx="4523">
                  <c:v>31.334388732910199</c:v>
                </c:pt>
                <c:pt idx="4524">
                  <c:v>31.341638565063501</c:v>
                </c:pt>
                <c:pt idx="4525">
                  <c:v>31.349796295166001</c:v>
                </c:pt>
                <c:pt idx="4526">
                  <c:v>31.346927642822301</c:v>
                </c:pt>
                <c:pt idx="4527">
                  <c:v>31.354570388793899</c:v>
                </c:pt>
                <c:pt idx="4528">
                  <c:v>31.360149383544901</c:v>
                </c:pt>
                <c:pt idx="4529">
                  <c:v>31.362596511840799</c:v>
                </c:pt>
                <c:pt idx="4530">
                  <c:v>31.379575729370099</c:v>
                </c:pt>
                <c:pt idx="4531">
                  <c:v>31.380592346191399</c:v>
                </c:pt>
                <c:pt idx="4532">
                  <c:v>31.378189086914102</c:v>
                </c:pt>
                <c:pt idx="4533">
                  <c:v>31.387998580932599</c:v>
                </c:pt>
                <c:pt idx="4534">
                  <c:v>31.407566070556602</c:v>
                </c:pt>
                <c:pt idx="4535">
                  <c:v>31.383628845214801</c:v>
                </c:pt>
                <c:pt idx="4536">
                  <c:v>31.440628051757798</c:v>
                </c:pt>
                <c:pt idx="4537">
                  <c:v>31.514198303222699</c:v>
                </c:pt>
                <c:pt idx="4538">
                  <c:v>31.461847305297901</c:v>
                </c:pt>
                <c:pt idx="4539">
                  <c:v>31.506126403808601</c:v>
                </c:pt>
                <c:pt idx="4540">
                  <c:v>31.467220306396499</c:v>
                </c:pt>
                <c:pt idx="4541">
                  <c:v>31.454689025878899</c:v>
                </c:pt>
                <c:pt idx="4542">
                  <c:v>31.518812179565401</c:v>
                </c:pt>
                <c:pt idx="4543">
                  <c:v>31.5846157073975</c:v>
                </c:pt>
                <c:pt idx="4544">
                  <c:v>31.6909790039063</c:v>
                </c:pt>
                <c:pt idx="4545">
                  <c:v>31.773683547973601</c:v>
                </c:pt>
                <c:pt idx="4546">
                  <c:v>31.822776794433601</c:v>
                </c:pt>
                <c:pt idx="4547">
                  <c:v>31.919267654418899</c:v>
                </c:pt>
                <c:pt idx="4548">
                  <c:v>31.935083389282202</c:v>
                </c:pt>
                <c:pt idx="4549">
                  <c:v>32.022296905517599</c:v>
                </c:pt>
                <c:pt idx="4550">
                  <c:v>32.044757843017599</c:v>
                </c:pt>
                <c:pt idx="4551">
                  <c:v>32.087089538574197</c:v>
                </c:pt>
                <c:pt idx="4552">
                  <c:v>32.127876281738303</c:v>
                </c:pt>
                <c:pt idx="4553">
                  <c:v>32.119556427002003</c:v>
                </c:pt>
                <c:pt idx="4554">
                  <c:v>32.126327514648402</c:v>
                </c:pt>
                <c:pt idx="4555">
                  <c:v>32.136241912841797</c:v>
                </c:pt>
                <c:pt idx="4556">
                  <c:v>32.222164154052699</c:v>
                </c:pt>
                <c:pt idx="4557">
                  <c:v>32.214229583740199</c:v>
                </c:pt>
                <c:pt idx="4558">
                  <c:v>32.354225158691399</c:v>
                </c:pt>
                <c:pt idx="4559">
                  <c:v>32.526657104492202</c:v>
                </c:pt>
                <c:pt idx="4560">
                  <c:v>32.581748962402301</c:v>
                </c:pt>
                <c:pt idx="4561">
                  <c:v>32.536914825439503</c:v>
                </c:pt>
                <c:pt idx="4562">
                  <c:v>32.559768676757798</c:v>
                </c:pt>
                <c:pt idx="4563">
                  <c:v>32.675350189208999</c:v>
                </c:pt>
                <c:pt idx="4564">
                  <c:v>32.785129547119098</c:v>
                </c:pt>
                <c:pt idx="4565">
                  <c:v>32.853286743164098</c:v>
                </c:pt>
                <c:pt idx="4566">
                  <c:v>32.881671905517599</c:v>
                </c:pt>
                <c:pt idx="4567">
                  <c:v>32.982078552246101</c:v>
                </c:pt>
                <c:pt idx="4568">
                  <c:v>33.130504608154297</c:v>
                </c:pt>
                <c:pt idx="4569">
                  <c:v>33.204719543457003</c:v>
                </c:pt>
                <c:pt idx="4570">
                  <c:v>33.310970306396499</c:v>
                </c:pt>
                <c:pt idx="4571">
                  <c:v>33.321445465087898</c:v>
                </c:pt>
                <c:pt idx="4572">
                  <c:v>33.405261993408203</c:v>
                </c:pt>
                <c:pt idx="4573">
                  <c:v>33.385280609130902</c:v>
                </c:pt>
                <c:pt idx="4574">
                  <c:v>33.360553741455099</c:v>
                </c:pt>
                <c:pt idx="4575">
                  <c:v>33.413795471191399</c:v>
                </c:pt>
                <c:pt idx="4576">
                  <c:v>33.600498199462898</c:v>
                </c:pt>
                <c:pt idx="4577">
                  <c:v>33.717082977294901</c:v>
                </c:pt>
                <c:pt idx="4578">
                  <c:v>33.743148803710902</c:v>
                </c:pt>
                <c:pt idx="4579">
                  <c:v>33.872425079345703</c:v>
                </c:pt>
                <c:pt idx="4580">
                  <c:v>34.055831909179702</c:v>
                </c:pt>
                <c:pt idx="4581">
                  <c:v>34.183540344238303</c:v>
                </c:pt>
                <c:pt idx="4582">
                  <c:v>34.297683715820298</c:v>
                </c:pt>
                <c:pt idx="4583">
                  <c:v>34.380729675292997</c:v>
                </c:pt>
                <c:pt idx="4584">
                  <c:v>34.640613555908203</c:v>
                </c:pt>
                <c:pt idx="4585">
                  <c:v>34.704357147216797</c:v>
                </c:pt>
                <c:pt idx="4586">
                  <c:v>34.789138793945298</c:v>
                </c:pt>
                <c:pt idx="4587">
                  <c:v>34.890228271484403</c:v>
                </c:pt>
                <c:pt idx="4588">
                  <c:v>34.9984741210938</c:v>
                </c:pt>
                <c:pt idx="4589">
                  <c:v>35.0062866210938</c:v>
                </c:pt>
                <c:pt idx="4590">
                  <c:v>34.941799163818402</c:v>
                </c:pt>
                <c:pt idx="4591">
                  <c:v>35.046318054199197</c:v>
                </c:pt>
                <c:pt idx="4592">
                  <c:v>35.160083770752003</c:v>
                </c:pt>
                <c:pt idx="4593">
                  <c:v>35.165088653564503</c:v>
                </c:pt>
                <c:pt idx="4594">
                  <c:v>35.225128173828097</c:v>
                </c:pt>
                <c:pt idx="4595">
                  <c:v>35.208580017089801</c:v>
                </c:pt>
                <c:pt idx="4596">
                  <c:v>35.223262786865199</c:v>
                </c:pt>
                <c:pt idx="4597">
                  <c:v>35.224945068359403</c:v>
                </c:pt>
                <c:pt idx="4598">
                  <c:v>35.1559448242188</c:v>
                </c:pt>
                <c:pt idx="4599">
                  <c:v>35.139621734619098</c:v>
                </c:pt>
                <c:pt idx="4600">
                  <c:v>35.288936614990199</c:v>
                </c:pt>
                <c:pt idx="4601">
                  <c:v>35.307785034179702</c:v>
                </c:pt>
                <c:pt idx="4602">
                  <c:v>35.2284965515137</c:v>
                </c:pt>
                <c:pt idx="4603">
                  <c:v>35.248992919921903</c:v>
                </c:pt>
                <c:pt idx="4604">
                  <c:v>35.359748840332003</c:v>
                </c:pt>
                <c:pt idx="4605">
                  <c:v>35.438156127929702</c:v>
                </c:pt>
                <c:pt idx="4606">
                  <c:v>35.549217224121101</c:v>
                </c:pt>
                <c:pt idx="4607">
                  <c:v>35.528709411621101</c:v>
                </c:pt>
                <c:pt idx="4608">
                  <c:v>35.540641784667997</c:v>
                </c:pt>
                <c:pt idx="4609">
                  <c:v>35.591648101806598</c:v>
                </c:pt>
                <c:pt idx="4610">
                  <c:v>35.813438415527301</c:v>
                </c:pt>
                <c:pt idx="4611">
                  <c:v>35.949440002441399</c:v>
                </c:pt>
                <c:pt idx="4612">
                  <c:v>36.1689643859863</c:v>
                </c:pt>
                <c:pt idx="4613">
                  <c:v>36.336376190185597</c:v>
                </c:pt>
                <c:pt idx="4614">
                  <c:v>36.493339538574197</c:v>
                </c:pt>
                <c:pt idx="4615">
                  <c:v>36.632156372070298</c:v>
                </c:pt>
                <c:pt idx="4616">
                  <c:v>36.876735687255902</c:v>
                </c:pt>
                <c:pt idx="4617">
                  <c:v>37.191127777099602</c:v>
                </c:pt>
                <c:pt idx="4618">
                  <c:v>37.194984436035199</c:v>
                </c:pt>
                <c:pt idx="4619">
                  <c:v>37.545421600341797</c:v>
                </c:pt>
                <c:pt idx="4620">
                  <c:v>37.7972412109375</c:v>
                </c:pt>
                <c:pt idx="4621">
                  <c:v>37.941719055175803</c:v>
                </c:pt>
                <c:pt idx="4622">
                  <c:v>38.270885467529297</c:v>
                </c:pt>
                <c:pt idx="4623">
                  <c:v>38.441082000732401</c:v>
                </c:pt>
                <c:pt idx="4624">
                  <c:v>38.576824188232401</c:v>
                </c:pt>
                <c:pt idx="4625">
                  <c:v>38.841384887695298</c:v>
                </c:pt>
                <c:pt idx="4626">
                  <c:v>39.131771087646499</c:v>
                </c:pt>
                <c:pt idx="4627">
                  <c:v>39.275230407714801</c:v>
                </c:pt>
                <c:pt idx="4628">
                  <c:v>39.356544494628899</c:v>
                </c:pt>
                <c:pt idx="4629">
                  <c:v>39.717838287353501</c:v>
                </c:pt>
                <c:pt idx="4630">
                  <c:v>40.046302795410199</c:v>
                </c:pt>
                <c:pt idx="4631">
                  <c:v>40.795276641845703</c:v>
                </c:pt>
                <c:pt idx="4632">
                  <c:v>41.683975219726598</c:v>
                </c:pt>
                <c:pt idx="4633">
                  <c:v>42.395153045654297</c:v>
                </c:pt>
                <c:pt idx="4634">
                  <c:v>43.042041778564503</c:v>
                </c:pt>
                <c:pt idx="4635">
                  <c:v>43.645511627197301</c:v>
                </c:pt>
                <c:pt idx="4636">
                  <c:v>44.052192687988303</c:v>
                </c:pt>
                <c:pt idx="4637">
                  <c:v>44.386425018310597</c:v>
                </c:pt>
                <c:pt idx="4638">
                  <c:v>44.805271148681598</c:v>
                </c:pt>
                <c:pt idx="4639">
                  <c:v>45.0499076843262</c:v>
                </c:pt>
                <c:pt idx="4640">
                  <c:v>45.48291015625</c:v>
                </c:pt>
                <c:pt idx="4641">
                  <c:v>45.725276947021499</c:v>
                </c:pt>
                <c:pt idx="4642">
                  <c:v>45.848072052002003</c:v>
                </c:pt>
                <c:pt idx="4643">
                  <c:v>45.914695739746101</c:v>
                </c:pt>
                <c:pt idx="4644">
                  <c:v>45.974964141845703</c:v>
                </c:pt>
                <c:pt idx="4645">
                  <c:v>46.1102485656738</c:v>
                </c:pt>
                <c:pt idx="4646">
                  <c:v>46.852573394775398</c:v>
                </c:pt>
                <c:pt idx="4647">
                  <c:v>47.620185852050803</c:v>
                </c:pt>
                <c:pt idx="4648">
                  <c:v>47.9489936828613</c:v>
                </c:pt>
                <c:pt idx="4649">
                  <c:v>48.497753143310597</c:v>
                </c:pt>
                <c:pt idx="4650">
                  <c:v>48.856460571289098</c:v>
                </c:pt>
                <c:pt idx="4651">
                  <c:v>49.071865081787102</c:v>
                </c:pt>
                <c:pt idx="4652">
                  <c:v>49.195648193359403</c:v>
                </c:pt>
                <c:pt idx="4653">
                  <c:v>49.244110107421903</c:v>
                </c:pt>
                <c:pt idx="4654">
                  <c:v>49.273983001708999</c:v>
                </c:pt>
                <c:pt idx="4655">
                  <c:v>49.268707275390597</c:v>
                </c:pt>
                <c:pt idx="4656">
                  <c:v>49.276313781738303</c:v>
                </c:pt>
                <c:pt idx="4657">
                  <c:v>49.377384185791001</c:v>
                </c:pt>
                <c:pt idx="4658">
                  <c:v>49.360862731933601</c:v>
                </c:pt>
                <c:pt idx="4659">
                  <c:v>49.416175842285199</c:v>
                </c:pt>
                <c:pt idx="4660">
                  <c:v>49.525848388671903</c:v>
                </c:pt>
                <c:pt idx="4661">
                  <c:v>49.576904296875</c:v>
                </c:pt>
                <c:pt idx="4662">
                  <c:v>49.790771484375</c:v>
                </c:pt>
                <c:pt idx="4663">
                  <c:v>49.935722351074197</c:v>
                </c:pt>
                <c:pt idx="4664">
                  <c:v>49.992069244384801</c:v>
                </c:pt>
                <c:pt idx="4665">
                  <c:v>50.115894317627003</c:v>
                </c:pt>
                <c:pt idx="4666">
                  <c:v>50.403182983398402</c:v>
                </c:pt>
                <c:pt idx="4667">
                  <c:v>50.510929107666001</c:v>
                </c:pt>
                <c:pt idx="4668">
                  <c:v>50.419094085693402</c:v>
                </c:pt>
                <c:pt idx="4669">
                  <c:v>50.327842712402301</c:v>
                </c:pt>
                <c:pt idx="4670">
                  <c:v>50.276042938232401</c:v>
                </c:pt>
                <c:pt idx="4671">
                  <c:v>50.3286743164063</c:v>
                </c:pt>
                <c:pt idx="4672">
                  <c:v>50.332481384277301</c:v>
                </c:pt>
                <c:pt idx="4673">
                  <c:v>50.459758758544901</c:v>
                </c:pt>
                <c:pt idx="4674">
                  <c:v>50.583980560302699</c:v>
                </c:pt>
                <c:pt idx="4675">
                  <c:v>50.629791259765597</c:v>
                </c:pt>
                <c:pt idx="4676">
                  <c:v>50.442287445068402</c:v>
                </c:pt>
                <c:pt idx="4677">
                  <c:v>50.492809295654297</c:v>
                </c:pt>
                <c:pt idx="4678">
                  <c:v>50.455101013183601</c:v>
                </c:pt>
                <c:pt idx="4679">
                  <c:v>50.314693450927699</c:v>
                </c:pt>
                <c:pt idx="4680">
                  <c:v>50.201236724853501</c:v>
                </c:pt>
                <c:pt idx="4681">
                  <c:v>50.132152557373097</c:v>
                </c:pt>
                <c:pt idx="4682">
                  <c:v>50.118732452392599</c:v>
                </c:pt>
                <c:pt idx="4683">
                  <c:v>50.293888092041001</c:v>
                </c:pt>
                <c:pt idx="4684">
                  <c:v>50.317108154296903</c:v>
                </c:pt>
                <c:pt idx="4685">
                  <c:v>50.595882415771499</c:v>
                </c:pt>
                <c:pt idx="4686">
                  <c:v>50.596359252929702</c:v>
                </c:pt>
                <c:pt idx="4687">
                  <c:v>50.738239288330099</c:v>
                </c:pt>
                <c:pt idx="4688">
                  <c:v>51.3215141296387</c:v>
                </c:pt>
                <c:pt idx="4689">
                  <c:v>51.261100769042997</c:v>
                </c:pt>
                <c:pt idx="4690">
                  <c:v>51.695274353027301</c:v>
                </c:pt>
                <c:pt idx="4691">
                  <c:v>52.122329711914098</c:v>
                </c:pt>
                <c:pt idx="4692">
                  <c:v>52.349910736083999</c:v>
                </c:pt>
                <c:pt idx="4693">
                  <c:v>52.538291931152301</c:v>
                </c:pt>
                <c:pt idx="4694">
                  <c:v>52.652976989746101</c:v>
                </c:pt>
                <c:pt idx="4695">
                  <c:v>52.862701416015597</c:v>
                </c:pt>
                <c:pt idx="4696">
                  <c:v>53.077095031738303</c:v>
                </c:pt>
                <c:pt idx="4697">
                  <c:v>53.527877807617202</c:v>
                </c:pt>
                <c:pt idx="4698">
                  <c:v>53.835479736328097</c:v>
                </c:pt>
                <c:pt idx="4699">
                  <c:v>53.718479156494098</c:v>
                </c:pt>
                <c:pt idx="4700">
                  <c:v>53.855152130127003</c:v>
                </c:pt>
                <c:pt idx="4701">
                  <c:v>54.196659088134801</c:v>
                </c:pt>
                <c:pt idx="4702">
                  <c:v>54.501846313476598</c:v>
                </c:pt>
                <c:pt idx="4703">
                  <c:v>54.868606567382798</c:v>
                </c:pt>
                <c:pt idx="4704">
                  <c:v>55.215888977050803</c:v>
                </c:pt>
                <c:pt idx="4705">
                  <c:v>55.523178100585902</c:v>
                </c:pt>
                <c:pt idx="4706">
                  <c:v>55.740211486816399</c:v>
                </c:pt>
                <c:pt idx="4707">
                  <c:v>55.925632476806598</c:v>
                </c:pt>
                <c:pt idx="4708">
                  <c:v>55.917274475097699</c:v>
                </c:pt>
                <c:pt idx="4709">
                  <c:v>56.080101013183601</c:v>
                </c:pt>
                <c:pt idx="4710">
                  <c:v>56.278354644775398</c:v>
                </c:pt>
                <c:pt idx="4711">
                  <c:v>56.387367248535199</c:v>
                </c:pt>
                <c:pt idx="4712">
                  <c:v>56.432094573974602</c:v>
                </c:pt>
                <c:pt idx="4713">
                  <c:v>56.440986633300803</c:v>
                </c:pt>
                <c:pt idx="4714">
                  <c:v>56.354629516601598</c:v>
                </c:pt>
                <c:pt idx="4715">
                  <c:v>56.275405883789098</c:v>
                </c:pt>
                <c:pt idx="4716">
                  <c:v>56.343551635742202</c:v>
                </c:pt>
                <c:pt idx="4717">
                  <c:v>56.355361938476598</c:v>
                </c:pt>
                <c:pt idx="4718">
                  <c:v>56.302722930908203</c:v>
                </c:pt>
                <c:pt idx="4719">
                  <c:v>56.192737579345703</c:v>
                </c:pt>
                <c:pt idx="4720">
                  <c:v>56.117713928222699</c:v>
                </c:pt>
                <c:pt idx="4721">
                  <c:v>56.065513610839801</c:v>
                </c:pt>
                <c:pt idx="4722">
                  <c:v>56.001262664794901</c:v>
                </c:pt>
                <c:pt idx="4723">
                  <c:v>55.926773071289098</c:v>
                </c:pt>
                <c:pt idx="4724">
                  <c:v>55.826854705810597</c:v>
                </c:pt>
                <c:pt idx="4725">
                  <c:v>55.790935516357401</c:v>
                </c:pt>
                <c:pt idx="4726">
                  <c:v>55.811912536621101</c:v>
                </c:pt>
                <c:pt idx="4727">
                  <c:v>55.796684265136697</c:v>
                </c:pt>
                <c:pt idx="4728">
                  <c:v>55.806697845458999</c:v>
                </c:pt>
                <c:pt idx="4729">
                  <c:v>55.790870666503899</c:v>
                </c:pt>
                <c:pt idx="4730">
                  <c:v>55.609420776367202</c:v>
                </c:pt>
                <c:pt idx="4731">
                  <c:v>55.558994293212898</c:v>
                </c:pt>
                <c:pt idx="4732">
                  <c:v>55.432582855224602</c:v>
                </c:pt>
                <c:pt idx="4733">
                  <c:v>55.225215911865199</c:v>
                </c:pt>
                <c:pt idx="4734">
                  <c:v>55.133838653564503</c:v>
                </c:pt>
                <c:pt idx="4735">
                  <c:v>55.001720428466797</c:v>
                </c:pt>
                <c:pt idx="4736">
                  <c:v>54.775348663330099</c:v>
                </c:pt>
                <c:pt idx="4737">
                  <c:v>54.679351806640597</c:v>
                </c:pt>
                <c:pt idx="4738">
                  <c:v>54.674983978271499</c:v>
                </c:pt>
                <c:pt idx="4739">
                  <c:v>54.642791748046903</c:v>
                </c:pt>
                <c:pt idx="4740">
                  <c:v>54.483806610107401</c:v>
                </c:pt>
                <c:pt idx="4741">
                  <c:v>54.361686706542997</c:v>
                </c:pt>
                <c:pt idx="4742">
                  <c:v>54.266689300537102</c:v>
                </c:pt>
                <c:pt idx="4743">
                  <c:v>54.254055023193402</c:v>
                </c:pt>
                <c:pt idx="4744">
                  <c:v>54.200107574462898</c:v>
                </c:pt>
                <c:pt idx="4745">
                  <c:v>54.160514831542997</c:v>
                </c:pt>
                <c:pt idx="4746">
                  <c:v>54.148715972900398</c:v>
                </c:pt>
                <c:pt idx="4747">
                  <c:v>54.124458312988303</c:v>
                </c:pt>
                <c:pt idx="4748">
                  <c:v>54.0411186218262</c:v>
                </c:pt>
                <c:pt idx="4749">
                  <c:v>54.060234069824197</c:v>
                </c:pt>
                <c:pt idx="4750">
                  <c:v>54.105316162109403</c:v>
                </c:pt>
                <c:pt idx="4751">
                  <c:v>54.000064849853501</c:v>
                </c:pt>
                <c:pt idx="4752">
                  <c:v>53.866153717041001</c:v>
                </c:pt>
                <c:pt idx="4753">
                  <c:v>53.582443237304702</c:v>
                </c:pt>
                <c:pt idx="4754">
                  <c:v>53.471874237060597</c:v>
                </c:pt>
                <c:pt idx="4755">
                  <c:v>53.465583801269503</c:v>
                </c:pt>
                <c:pt idx="4756">
                  <c:v>53.394119262695298</c:v>
                </c:pt>
                <c:pt idx="4757">
                  <c:v>53.3468017578125</c:v>
                </c:pt>
                <c:pt idx="4758">
                  <c:v>53.306365966796903</c:v>
                </c:pt>
                <c:pt idx="4759">
                  <c:v>53.289566040039098</c:v>
                </c:pt>
                <c:pt idx="4760">
                  <c:v>53.344661712646499</c:v>
                </c:pt>
                <c:pt idx="4761">
                  <c:v>53.398796081542997</c:v>
                </c:pt>
                <c:pt idx="4762">
                  <c:v>53.450790405273402</c:v>
                </c:pt>
                <c:pt idx="4763">
                  <c:v>53.545639038085902</c:v>
                </c:pt>
                <c:pt idx="4764">
                  <c:v>53.707035064697301</c:v>
                </c:pt>
                <c:pt idx="4765">
                  <c:v>53.533519744873097</c:v>
                </c:pt>
                <c:pt idx="4766">
                  <c:v>53.585464477539098</c:v>
                </c:pt>
                <c:pt idx="4767">
                  <c:v>53.6085205078125</c:v>
                </c:pt>
                <c:pt idx="4768">
                  <c:v>53.615184783935597</c:v>
                </c:pt>
                <c:pt idx="4769">
                  <c:v>53.862640380859403</c:v>
                </c:pt>
                <c:pt idx="4770">
                  <c:v>54.009243011474602</c:v>
                </c:pt>
                <c:pt idx="4771">
                  <c:v>54.315250396728501</c:v>
                </c:pt>
                <c:pt idx="4772">
                  <c:v>54.510593414306598</c:v>
                </c:pt>
                <c:pt idx="4773">
                  <c:v>54.366283416748097</c:v>
                </c:pt>
                <c:pt idx="4774">
                  <c:v>54.741497039794901</c:v>
                </c:pt>
                <c:pt idx="4775">
                  <c:v>55.249435424804702</c:v>
                </c:pt>
                <c:pt idx="4776">
                  <c:v>55.5690727233887</c:v>
                </c:pt>
                <c:pt idx="4777">
                  <c:v>55.763221740722699</c:v>
                </c:pt>
                <c:pt idx="4778">
                  <c:v>55.970870971679702</c:v>
                </c:pt>
                <c:pt idx="4779">
                  <c:v>56.2301216125488</c:v>
                </c:pt>
                <c:pt idx="4780">
                  <c:v>56.458972930908203</c:v>
                </c:pt>
                <c:pt idx="4781">
                  <c:v>56.864170074462898</c:v>
                </c:pt>
                <c:pt idx="4782">
                  <c:v>57.296768188476598</c:v>
                </c:pt>
                <c:pt idx="4783">
                  <c:v>57.845577239990199</c:v>
                </c:pt>
                <c:pt idx="4784">
                  <c:v>58.171890258789098</c:v>
                </c:pt>
                <c:pt idx="4785">
                  <c:v>58.4278755187988</c:v>
                </c:pt>
                <c:pt idx="4786">
                  <c:v>58.564643859863303</c:v>
                </c:pt>
                <c:pt idx="4787">
                  <c:v>58.691558837890597</c:v>
                </c:pt>
                <c:pt idx="4788">
                  <c:v>58.715389251708999</c:v>
                </c:pt>
                <c:pt idx="4789">
                  <c:v>58.776241302490199</c:v>
                </c:pt>
                <c:pt idx="4790">
                  <c:v>58.788284301757798</c:v>
                </c:pt>
                <c:pt idx="4791">
                  <c:v>58.759513854980497</c:v>
                </c:pt>
                <c:pt idx="4792">
                  <c:v>58.703113555908203</c:v>
                </c:pt>
                <c:pt idx="4793">
                  <c:v>58.613914489746101</c:v>
                </c:pt>
                <c:pt idx="4794">
                  <c:v>58.5351753234863</c:v>
                </c:pt>
                <c:pt idx="4795">
                  <c:v>58.410423278808601</c:v>
                </c:pt>
                <c:pt idx="4796">
                  <c:v>58.256443023681598</c:v>
                </c:pt>
                <c:pt idx="4797">
                  <c:v>58.124500274658203</c:v>
                </c:pt>
                <c:pt idx="4798">
                  <c:v>57.9944877624512</c:v>
                </c:pt>
                <c:pt idx="4799">
                  <c:v>57.892845153808601</c:v>
                </c:pt>
                <c:pt idx="4800">
                  <c:v>57.761932373046903</c:v>
                </c:pt>
                <c:pt idx="4801">
                  <c:v>57.667510986328097</c:v>
                </c:pt>
                <c:pt idx="4802">
                  <c:v>57.577545166015597</c:v>
                </c:pt>
                <c:pt idx="4803">
                  <c:v>57.4945259094238</c:v>
                </c:pt>
                <c:pt idx="4804">
                  <c:v>57.267894744873097</c:v>
                </c:pt>
                <c:pt idx="4805">
                  <c:v>56.993820190429702</c:v>
                </c:pt>
                <c:pt idx="4806">
                  <c:v>56.8033256530762</c:v>
                </c:pt>
                <c:pt idx="4807">
                  <c:v>56.633460998535199</c:v>
                </c:pt>
                <c:pt idx="4808">
                  <c:v>56.430343627929702</c:v>
                </c:pt>
                <c:pt idx="4809">
                  <c:v>56.316471099853501</c:v>
                </c:pt>
                <c:pt idx="4810">
                  <c:v>56.226173400878899</c:v>
                </c:pt>
                <c:pt idx="4811">
                  <c:v>56.130374908447301</c:v>
                </c:pt>
                <c:pt idx="4812">
                  <c:v>56.021369934082003</c:v>
                </c:pt>
                <c:pt idx="4813">
                  <c:v>55.934165954589801</c:v>
                </c:pt>
                <c:pt idx="4814">
                  <c:v>55.879959106445298</c:v>
                </c:pt>
                <c:pt idx="4815">
                  <c:v>55.825004577636697</c:v>
                </c:pt>
                <c:pt idx="4816">
                  <c:v>55.814701080322301</c:v>
                </c:pt>
                <c:pt idx="4817">
                  <c:v>55.748043060302699</c:v>
                </c:pt>
                <c:pt idx="4818">
                  <c:v>55.550426483154297</c:v>
                </c:pt>
                <c:pt idx="4819">
                  <c:v>55.2946586608887</c:v>
                </c:pt>
                <c:pt idx="4820">
                  <c:v>55.149063110351598</c:v>
                </c:pt>
                <c:pt idx="4821">
                  <c:v>54.936782836914098</c:v>
                </c:pt>
                <c:pt idx="4822">
                  <c:v>54.655834197998097</c:v>
                </c:pt>
                <c:pt idx="4823">
                  <c:v>54.449371337890597</c:v>
                </c:pt>
                <c:pt idx="4824">
                  <c:v>54.360057830810597</c:v>
                </c:pt>
                <c:pt idx="4825">
                  <c:v>54.258205413818402</c:v>
                </c:pt>
                <c:pt idx="4826">
                  <c:v>54.189987182617202</c:v>
                </c:pt>
                <c:pt idx="4827">
                  <c:v>54.139049530029297</c:v>
                </c:pt>
                <c:pt idx="4828">
                  <c:v>54.149135589599602</c:v>
                </c:pt>
                <c:pt idx="4829">
                  <c:v>54.039215087890597</c:v>
                </c:pt>
                <c:pt idx="4830">
                  <c:v>53.948291778564503</c:v>
                </c:pt>
                <c:pt idx="4831">
                  <c:v>53.713142395019503</c:v>
                </c:pt>
                <c:pt idx="4832">
                  <c:v>53.619789123535199</c:v>
                </c:pt>
                <c:pt idx="4833">
                  <c:v>53.758762359619098</c:v>
                </c:pt>
                <c:pt idx="4834">
                  <c:v>53.742504119873097</c:v>
                </c:pt>
                <c:pt idx="4835">
                  <c:v>53.551841735839801</c:v>
                </c:pt>
                <c:pt idx="4836">
                  <c:v>53.658943176269503</c:v>
                </c:pt>
                <c:pt idx="4837">
                  <c:v>53.5009155273438</c:v>
                </c:pt>
                <c:pt idx="4838">
                  <c:v>53.630672454833999</c:v>
                </c:pt>
                <c:pt idx="4839">
                  <c:v>53.850254058837898</c:v>
                </c:pt>
                <c:pt idx="4840">
                  <c:v>54.026542663574197</c:v>
                </c:pt>
                <c:pt idx="4841">
                  <c:v>54.269527435302699</c:v>
                </c:pt>
                <c:pt idx="4842">
                  <c:v>54.773128509521499</c:v>
                </c:pt>
                <c:pt idx="4843">
                  <c:v>54.8903198242188</c:v>
                </c:pt>
                <c:pt idx="4844">
                  <c:v>55.222126007080099</c:v>
                </c:pt>
                <c:pt idx="4845">
                  <c:v>55.521827697753899</c:v>
                </c:pt>
                <c:pt idx="4846">
                  <c:v>55.734565734863303</c:v>
                </c:pt>
                <c:pt idx="4847">
                  <c:v>55.861286163330099</c:v>
                </c:pt>
                <c:pt idx="4848">
                  <c:v>56.035568237304702</c:v>
                </c:pt>
                <c:pt idx="4849">
                  <c:v>56.249359130859403</c:v>
                </c:pt>
                <c:pt idx="4850">
                  <c:v>56.3974609375</c:v>
                </c:pt>
                <c:pt idx="4851">
                  <c:v>56.398712158203097</c:v>
                </c:pt>
                <c:pt idx="4852">
                  <c:v>56.612430572509801</c:v>
                </c:pt>
                <c:pt idx="4853">
                  <c:v>56.670413970947301</c:v>
                </c:pt>
                <c:pt idx="4854">
                  <c:v>56.620021820068402</c:v>
                </c:pt>
                <c:pt idx="4855">
                  <c:v>56.810489654541001</c:v>
                </c:pt>
                <c:pt idx="4856">
                  <c:v>57.044548034667997</c:v>
                </c:pt>
                <c:pt idx="4857">
                  <c:v>57.243785858154297</c:v>
                </c:pt>
                <c:pt idx="4858">
                  <c:v>57.566192626953097</c:v>
                </c:pt>
                <c:pt idx="4859">
                  <c:v>58.040054321289098</c:v>
                </c:pt>
                <c:pt idx="4860">
                  <c:v>58.306247711181598</c:v>
                </c:pt>
                <c:pt idx="4861">
                  <c:v>58.388309478759801</c:v>
                </c:pt>
                <c:pt idx="4862">
                  <c:v>58.497367858886697</c:v>
                </c:pt>
                <c:pt idx="4863">
                  <c:v>58.781547546386697</c:v>
                </c:pt>
                <c:pt idx="4864">
                  <c:v>58.905372619628899</c:v>
                </c:pt>
                <c:pt idx="4865">
                  <c:v>58.808269500732401</c:v>
                </c:pt>
                <c:pt idx="4866">
                  <c:v>58.939765930175803</c:v>
                </c:pt>
                <c:pt idx="4867">
                  <c:v>59.336654663085902</c:v>
                </c:pt>
                <c:pt idx="4868">
                  <c:v>59.441242218017599</c:v>
                </c:pt>
                <c:pt idx="4869">
                  <c:v>59.772499084472699</c:v>
                </c:pt>
                <c:pt idx="4870">
                  <c:v>59.985675811767599</c:v>
                </c:pt>
                <c:pt idx="4871">
                  <c:v>60.090408325195298</c:v>
                </c:pt>
                <c:pt idx="4872">
                  <c:v>60.6060180664063</c:v>
                </c:pt>
                <c:pt idx="4873">
                  <c:v>60.903633117675803</c:v>
                </c:pt>
                <c:pt idx="4874">
                  <c:v>61.2169189453125</c:v>
                </c:pt>
                <c:pt idx="4875">
                  <c:v>61.332912445068402</c:v>
                </c:pt>
                <c:pt idx="4876">
                  <c:v>61.247604370117202</c:v>
                </c:pt>
                <c:pt idx="4877">
                  <c:v>61.345851898193402</c:v>
                </c:pt>
                <c:pt idx="4878">
                  <c:v>61.529212951660199</c:v>
                </c:pt>
                <c:pt idx="4879">
                  <c:v>61.646568298339801</c:v>
                </c:pt>
                <c:pt idx="4880">
                  <c:v>61.635707855224602</c:v>
                </c:pt>
                <c:pt idx="4881">
                  <c:v>61.769611358642599</c:v>
                </c:pt>
                <c:pt idx="4882">
                  <c:v>61.8355522155762</c:v>
                </c:pt>
                <c:pt idx="4883">
                  <c:v>61.711704254150398</c:v>
                </c:pt>
                <c:pt idx="4884">
                  <c:v>61.704811096191399</c:v>
                </c:pt>
                <c:pt idx="4885">
                  <c:v>61.66455078125</c:v>
                </c:pt>
                <c:pt idx="4886">
                  <c:v>61.727863311767599</c:v>
                </c:pt>
                <c:pt idx="4887">
                  <c:v>61.875820159912102</c:v>
                </c:pt>
                <c:pt idx="4888">
                  <c:v>61.844123840332003</c:v>
                </c:pt>
                <c:pt idx="4889">
                  <c:v>61.893932342529297</c:v>
                </c:pt>
                <c:pt idx="4890">
                  <c:v>61.965793609619098</c:v>
                </c:pt>
                <c:pt idx="4891">
                  <c:v>61.981815338134801</c:v>
                </c:pt>
                <c:pt idx="4892">
                  <c:v>61.927967071533203</c:v>
                </c:pt>
                <c:pt idx="4893">
                  <c:v>61.891777038574197</c:v>
                </c:pt>
                <c:pt idx="4894">
                  <c:v>61.898601531982401</c:v>
                </c:pt>
                <c:pt idx="4895">
                  <c:v>61.818897247314503</c:v>
                </c:pt>
                <c:pt idx="4896">
                  <c:v>61.770072937011697</c:v>
                </c:pt>
                <c:pt idx="4897">
                  <c:v>61.737747192382798</c:v>
                </c:pt>
                <c:pt idx="4898">
                  <c:v>61.5907173156738</c:v>
                </c:pt>
                <c:pt idx="4899">
                  <c:v>61.473453521728501</c:v>
                </c:pt>
                <c:pt idx="4900">
                  <c:v>61.380992889404297</c:v>
                </c:pt>
                <c:pt idx="4901">
                  <c:v>61.549953460693402</c:v>
                </c:pt>
                <c:pt idx="4902">
                  <c:v>61.660064697265597</c:v>
                </c:pt>
                <c:pt idx="4903">
                  <c:v>61.941947937011697</c:v>
                </c:pt>
                <c:pt idx="4904">
                  <c:v>62.247962951660199</c:v>
                </c:pt>
                <c:pt idx="4905">
                  <c:v>62.558513641357401</c:v>
                </c:pt>
                <c:pt idx="4906">
                  <c:v>62.723472595214801</c:v>
                </c:pt>
                <c:pt idx="4907">
                  <c:v>62.959598541259801</c:v>
                </c:pt>
                <c:pt idx="4908">
                  <c:v>63.324935913085902</c:v>
                </c:pt>
                <c:pt idx="4909">
                  <c:v>63.6708793640137</c:v>
                </c:pt>
                <c:pt idx="4910">
                  <c:v>63.845691680908203</c:v>
                </c:pt>
                <c:pt idx="4911">
                  <c:v>64.021781921386705</c:v>
                </c:pt>
                <c:pt idx="4912">
                  <c:v>64.112663269042997</c:v>
                </c:pt>
                <c:pt idx="4913">
                  <c:v>64.156433105468807</c:v>
                </c:pt>
                <c:pt idx="4914">
                  <c:v>64.135955810546903</c:v>
                </c:pt>
                <c:pt idx="4915">
                  <c:v>64.118347167968807</c:v>
                </c:pt>
                <c:pt idx="4916">
                  <c:v>64.084655761718807</c:v>
                </c:pt>
                <c:pt idx="4917">
                  <c:v>64.091941833496094</c:v>
                </c:pt>
                <c:pt idx="4918">
                  <c:v>64.046897888183594</c:v>
                </c:pt>
                <c:pt idx="4919">
                  <c:v>63.946453094482401</c:v>
                </c:pt>
                <c:pt idx="4920">
                  <c:v>63.833305358886697</c:v>
                </c:pt>
                <c:pt idx="4921">
                  <c:v>63.6378784179688</c:v>
                </c:pt>
                <c:pt idx="4922">
                  <c:v>63.400642395019503</c:v>
                </c:pt>
                <c:pt idx="4923">
                  <c:v>63.268379211425803</c:v>
                </c:pt>
                <c:pt idx="4924">
                  <c:v>63.125785827636697</c:v>
                </c:pt>
                <c:pt idx="4925">
                  <c:v>62.952163696289098</c:v>
                </c:pt>
                <c:pt idx="4926">
                  <c:v>62.810127258300803</c:v>
                </c:pt>
                <c:pt idx="4927">
                  <c:v>62.654819488525398</c:v>
                </c:pt>
                <c:pt idx="4928">
                  <c:v>62.500495910644503</c:v>
                </c:pt>
                <c:pt idx="4929">
                  <c:v>62.324756622314503</c:v>
                </c:pt>
                <c:pt idx="4930">
                  <c:v>62.155101776123097</c:v>
                </c:pt>
                <c:pt idx="4931">
                  <c:v>61.991291046142599</c:v>
                </c:pt>
                <c:pt idx="4932">
                  <c:v>61.847164154052699</c:v>
                </c:pt>
                <c:pt idx="4933">
                  <c:v>61.706462860107401</c:v>
                </c:pt>
                <c:pt idx="4934">
                  <c:v>61.569793701171903</c:v>
                </c:pt>
                <c:pt idx="4935">
                  <c:v>61.301540374755902</c:v>
                </c:pt>
                <c:pt idx="4936">
                  <c:v>61.083080291748097</c:v>
                </c:pt>
                <c:pt idx="4937">
                  <c:v>61.007869720458999</c:v>
                </c:pt>
                <c:pt idx="4938">
                  <c:v>60.840576171875</c:v>
                </c:pt>
                <c:pt idx="4939">
                  <c:v>60.7471923828125</c:v>
                </c:pt>
                <c:pt idx="4940">
                  <c:v>60.661537170410199</c:v>
                </c:pt>
                <c:pt idx="4941">
                  <c:v>60.545921325683601</c:v>
                </c:pt>
                <c:pt idx="4942">
                  <c:v>60.425224304199197</c:v>
                </c:pt>
                <c:pt idx="4943">
                  <c:v>60.190383911132798</c:v>
                </c:pt>
                <c:pt idx="4944">
                  <c:v>60.118202209472699</c:v>
                </c:pt>
                <c:pt idx="4945">
                  <c:v>60.258586883544901</c:v>
                </c:pt>
                <c:pt idx="4946">
                  <c:v>60.3706245422363</c:v>
                </c:pt>
                <c:pt idx="4947">
                  <c:v>60.4052734375</c:v>
                </c:pt>
                <c:pt idx="4948">
                  <c:v>60.283634185791001</c:v>
                </c:pt>
                <c:pt idx="4949">
                  <c:v>60.211193084716797</c:v>
                </c:pt>
                <c:pt idx="4950">
                  <c:v>60.245742797851598</c:v>
                </c:pt>
                <c:pt idx="4951">
                  <c:v>60.357864379882798</c:v>
                </c:pt>
                <c:pt idx="4952">
                  <c:v>60.501922607421903</c:v>
                </c:pt>
                <c:pt idx="4953">
                  <c:v>60.545825958252003</c:v>
                </c:pt>
                <c:pt idx="4954">
                  <c:v>60.698451995849602</c:v>
                </c:pt>
                <c:pt idx="4955">
                  <c:v>60.946979522705099</c:v>
                </c:pt>
                <c:pt idx="4956">
                  <c:v>61.130298614502003</c:v>
                </c:pt>
                <c:pt idx="4957">
                  <c:v>61.508590698242202</c:v>
                </c:pt>
                <c:pt idx="4958">
                  <c:v>61.683860778808601</c:v>
                </c:pt>
                <c:pt idx="4959">
                  <c:v>61.872230529785199</c:v>
                </c:pt>
                <c:pt idx="4960">
                  <c:v>61.930046081542997</c:v>
                </c:pt>
                <c:pt idx="4961">
                  <c:v>62.078739166259801</c:v>
                </c:pt>
                <c:pt idx="4962">
                  <c:v>62.210407257080099</c:v>
                </c:pt>
                <c:pt idx="4963">
                  <c:v>62.330417633056598</c:v>
                </c:pt>
                <c:pt idx="4964">
                  <c:v>62.385906219482401</c:v>
                </c:pt>
                <c:pt idx="4965">
                  <c:v>62.4085884094238</c:v>
                </c:pt>
                <c:pt idx="4966">
                  <c:v>62.395645141601598</c:v>
                </c:pt>
                <c:pt idx="4967">
                  <c:v>62.280830383300803</c:v>
                </c:pt>
                <c:pt idx="4968">
                  <c:v>62.189208984375</c:v>
                </c:pt>
                <c:pt idx="4969">
                  <c:v>62.069576263427699</c:v>
                </c:pt>
                <c:pt idx="4970">
                  <c:v>61.927532196044901</c:v>
                </c:pt>
                <c:pt idx="4971">
                  <c:v>61.825145721435597</c:v>
                </c:pt>
                <c:pt idx="4972">
                  <c:v>61.761905670166001</c:v>
                </c:pt>
                <c:pt idx="4973">
                  <c:v>61.775886535644503</c:v>
                </c:pt>
                <c:pt idx="4974">
                  <c:v>61.767875671386697</c:v>
                </c:pt>
                <c:pt idx="4975">
                  <c:v>61.853588104248097</c:v>
                </c:pt>
                <c:pt idx="4976">
                  <c:v>61.748374938964801</c:v>
                </c:pt>
                <c:pt idx="4977">
                  <c:v>61.722103118896499</c:v>
                </c:pt>
                <c:pt idx="4978">
                  <c:v>61.937801361083999</c:v>
                </c:pt>
                <c:pt idx="4979">
                  <c:v>62.1830444335938</c:v>
                </c:pt>
                <c:pt idx="4980">
                  <c:v>62.326389312744098</c:v>
                </c:pt>
                <c:pt idx="4981">
                  <c:v>62.484146118164098</c:v>
                </c:pt>
                <c:pt idx="4982">
                  <c:v>62.613124847412102</c:v>
                </c:pt>
                <c:pt idx="4983">
                  <c:v>62.732418060302699</c:v>
                </c:pt>
                <c:pt idx="4984">
                  <c:v>63.2051811218262</c:v>
                </c:pt>
                <c:pt idx="4985">
                  <c:v>63.573623657226598</c:v>
                </c:pt>
                <c:pt idx="4986">
                  <c:v>63.6793823242188</c:v>
                </c:pt>
                <c:pt idx="4987">
                  <c:v>63.693687438964801</c:v>
                </c:pt>
                <c:pt idx="4988">
                  <c:v>63.894054412841797</c:v>
                </c:pt>
                <c:pt idx="4989">
                  <c:v>64.142044067382798</c:v>
                </c:pt>
                <c:pt idx="4990">
                  <c:v>64.362731933593807</c:v>
                </c:pt>
                <c:pt idx="4991">
                  <c:v>64.622489929199205</c:v>
                </c:pt>
                <c:pt idx="4992">
                  <c:v>64.919914245605497</c:v>
                </c:pt>
                <c:pt idx="4993">
                  <c:v>65.128829956054702</c:v>
                </c:pt>
                <c:pt idx="4994">
                  <c:v>65.261589050292997</c:v>
                </c:pt>
                <c:pt idx="4995">
                  <c:v>65.388763427734403</c:v>
                </c:pt>
                <c:pt idx="4996">
                  <c:v>65.439773559570298</c:v>
                </c:pt>
                <c:pt idx="4997">
                  <c:v>65.424789428710895</c:v>
                </c:pt>
                <c:pt idx="4998">
                  <c:v>65.411346435546903</c:v>
                </c:pt>
                <c:pt idx="4999">
                  <c:v>65.386863708496094</c:v>
                </c:pt>
                <c:pt idx="5000">
                  <c:v>65.360046386718807</c:v>
                </c:pt>
                <c:pt idx="5001">
                  <c:v>65.312309265136705</c:v>
                </c:pt>
                <c:pt idx="5002">
                  <c:v>65.269706726074205</c:v>
                </c:pt>
                <c:pt idx="5003">
                  <c:v>65.145324707031307</c:v>
                </c:pt>
                <c:pt idx="5004">
                  <c:v>65.004264831542997</c:v>
                </c:pt>
                <c:pt idx="5005">
                  <c:v>64.946868896484403</c:v>
                </c:pt>
                <c:pt idx="5006">
                  <c:v>64.919540405273395</c:v>
                </c:pt>
                <c:pt idx="5007">
                  <c:v>64.808395385742202</c:v>
                </c:pt>
                <c:pt idx="5008">
                  <c:v>64.639762878417997</c:v>
                </c:pt>
                <c:pt idx="5009">
                  <c:v>64.535118103027301</c:v>
                </c:pt>
                <c:pt idx="5010">
                  <c:v>64.533172607421903</c:v>
                </c:pt>
                <c:pt idx="5011">
                  <c:v>64.400253295898395</c:v>
                </c:pt>
                <c:pt idx="5012">
                  <c:v>64.370880126953097</c:v>
                </c:pt>
                <c:pt idx="5013">
                  <c:v>64.330146789550795</c:v>
                </c:pt>
                <c:pt idx="5014">
                  <c:v>64.226631164550795</c:v>
                </c:pt>
                <c:pt idx="5015">
                  <c:v>64.107986450195298</c:v>
                </c:pt>
                <c:pt idx="5016">
                  <c:v>64.045219421386705</c:v>
                </c:pt>
                <c:pt idx="5017">
                  <c:v>63.9131469726563</c:v>
                </c:pt>
                <c:pt idx="5018">
                  <c:v>63.894893646240199</c:v>
                </c:pt>
                <c:pt idx="5019">
                  <c:v>63.790351867675803</c:v>
                </c:pt>
                <c:pt idx="5020">
                  <c:v>63.707191467285199</c:v>
                </c:pt>
                <c:pt idx="5021">
                  <c:v>63.640048980712898</c:v>
                </c:pt>
                <c:pt idx="5022">
                  <c:v>63.617866516113303</c:v>
                </c:pt>
                <c:pt idx="5023">
                  <c:v>63.433078765869098</c:v>
                </c:pt>
                <c:pt idx="5024">
                  <c:v>63.366722106933601</c:v>
                </c:pt>
                <c:pt idx="5025">
                  <c:v>63.220241546630902</c:v>
                </c:pt>
                <c:pt idx="5026">
                  <c:v>63.075038909912102</c:v>
                </c:pt>
                <c:pt idx="5027">
                  <c:v>63.003185272216797</c:v>
                </c:pt>
                <c:pt idx="5028">
                  <c:v>62.873176574707003</c:v>
                </c:pt>
                <c:pt idx="5029">
                  <c:v>62.808895111083999</c:v>
                </c:pt>
                <c:pt idx="5030">
                  <c:v>62.670013427734403</c:v>
                </c:pt>
                <c:pt idx="5031">
                  <c:v>62.542564392089801</c:v>
                </c:pt>
                <c:pt idx="5032">
                  <c:v>62.478096008300803</c:v>
                </c:pt>
                <c:pt idx="5033">
                  <c:v>62.388992309570298</c:v>
                </c:pt>
                <c:pt idx="5034">
                  <c:v>62.233974456787102</c:v>
                </c:pt>
                <c:pt idx="5035">
                  <c:v>62.086013793945298</c:v>
                </c:pt>
                <c:pt idx="5036">
                  <c:v>61.931606292724602</c:v>
                </c:pt>
                <c:pt idx="5037">
                  <c:v>61.779060363769503</c:v>
                </c:pt>
                <c:pt idx="5038">
                  <c:v>61.659507751464801</c:v>
                </c:pt>
                <c:pt idx="5039">
                  <c:v>61.576225280761697</c:v>
                </c:pt>
                <c:pt idx="5040">
                  <c:v>61.523521423339801</c:v>
                </c:pt>
                <c:pt idx="5041">
                  <c:v>61.406982421875</c:v>
                </c:pt>
                <c:pt idx="5042">
                  <c:v>61.276031494140597</c:v>
                </c:pt>
                <c:pt idx="5043">
                  <c:v>61.0170288085938</c:v>
                </c:pt>
                <c:pt idx="5044">
                  <c:v>60.880935668945298</c:v>
                </c:pt>
                <c:pt idx="5045">
                  <c:v>60.773017883300803</c:v>
                </c:pt>
                <c:pt idx="5046">
                  <c:v>60.697513580322301</c:v>
                </c:pt>
                <c:pt idx="5047">
                  <c:v>60.558994293212898</c:v>
                </c:pt>
                <c:pt idx="5048">
                  <c:v>60.298469543457003</c:v>
                </c:pt>
                <c:pt idx="5049">
                  <c:v>60.119426727294901</c:v>
                </c:pt>
                <c:pt idx="5050">
                  <c:v>60.0310668945313</c:v>
                </c:pt>
                <c:pt idx="5051">
                  <c:v>59.949298858642599</c:v>
                </c:pt>
                <c:pt idx="5052">
                  <c:v>59.780941009521499</c:v>
                </c:pt>
                <c:pt idx="5053">
                  <c:v>59.644645690917997</c:v>
                </c:pt>
                <c:pt idx="5054">
                  <c:v>59.479446411132798</c:v>
                </c:pt>
                <c:pt idx="5055">
                  <c:v>59.390445709228501</c:v>
                </c:pt>
                <c:pt idx="5056">
                  <c:v>59.265357971191399</c:v>
                </c:pt>
                <c:pt idx="5057">
                  <c:v>59.116046905517599</c:v>
                </c:pt>
                <c:pt idx="5058">
                  <c:v>58.964942932128899</c:v>
                </c:pt>
                <c:pt idx="5059">
                  <c:v>58.867397308349602</c:v>
                </c:pt>
                <c:pt idx="5060">
                  <c:v>58.762531280517599</c:v>
                </c:pt>
                <c:pt idx="5061">
                  <c:v>58.620105743408203</c:v>
                </c:pt>
                <c:pt idx="5062">
                  <c:v>58.476764678955099</c:v>
                </c:pt>
                <c:pt idx="5063">
                  <c:v>58.399276733398402</c:v>
                </c:pt>
                <c:pt idx="5064">
                  <c:v>58.246143341064503</c:v>
                </c:pt>
                <c:pt idx="5065">
                  <c:v>58.122714996337898</c:v>
                </c:pt>
                <c:pt idx="5066">
                  <c:v>57.9996147155762</c:v>
                </c:pt>
                <c:pt idx="5067">
                  <c:v>57.918663024902301</c:v>
                </c:pt>
                <c:pt idx="5068">
                  <c:v>57.776954650878899</c:v>
                </c:pt>
                <c:pt idx="5069">
                  <c:v>57.692169189453097</c:v>
                </c:pt>
                <c:pt idx="5070">
                  <c:v>57.587448120117202</c:v>
                </c:pt>
                <c:pt idx="5071">
                  <c:v>57.531059265136697</c:v>
                </c:pt>
                <c:pt idx="5072">
                  <c:v>57.390682220458999</c:v>
                </c:pt>
                <c:pt idx="5073">
                  <c:v>57.145088195800803</c:v>
                </c:pt>
                <c:pt idx="5074">
                  <c:v>57.003726959228501</c:v>
                </c:pt>
                <c:pt idx="5075">
                  <c:v>56.847213745117202</c:v>
                </c:pt>
                <c:pt idx="5076">
                  <c:v>56.643539428710902</c:v>
                </c:pt>
                <c:pt idx="5077">
                  <c:v>56.464530944824197</c:v>
                </c:pt>
                <c:pt idx="5078">
                  <c:v>56.293510437011697</c:v>
                </c:pt>
                <c:pt idx="5079">
                  <c:v>56.173904418945298</c:v>
                </c:pt>
                <c:pt idx="5080">
                  <c:v>56.095272064208999</c:v>
                </c:pt>
                <c:pt idx="5081">
                  <c:v>56.0436820983887</c:v>
                </c:pt>
                <c:pt idx="5082">
                  <c:v>56.025814056396499</c:v>
                </c:pt>
                <c:pt idx="5083">
                  <c:v>56.006725311279297</c:v>
                </c:pt>
                <c:pt idx="5084">
                  <c:v>55.970352172851598</c:v>
                </c:pt>
                <c:pt idx="5085">
                  <c:v>55.942451477050803</c:v>
                </c:pt>
                <c:pt idx="5086">
                  <c:v>55.934402465820298</c:v>
                </c:pt>
                <c:pt idx="5087">
                  <c:v>55.953262329101598</c:v>
                </c:pt>
                <c:pt idx="5088">
                  <c:v>55.980537414550803</c:v>
                </c:pt>
                <c:pt idx="5089">
                  <c:v>55.947639465332003</c:v>
                </c:pt>
                <c:pt idx="5090">
                  <c:v>55.966915130615199</c:v>
                </c:pt>
                <c:pt idx="5091">
                  <c:v>56.115299224853501</c:v>
                </c:pt>
                <c:pt idx="5092">
                  <c:v>56.436622619628899</c:v>
                </c:pt>
                <c:pt idx="5093">
                  <c:v>56.651744842529297</c:v>
                </c:pt>
                <c:pt idx="5094">
                  <c:v>56.672214508056598</c:v>
                </c:pt>
                <c:pt idx="5095">
                  <c:v>56.84326171875</c:v>
                </c:pt>
                <c:pt idx="5096">
                  <c:v>56.979385375976598</c:v>
                </c:pt>
                <c:pt idx="5097">
                  <c:v>57.1881294250488</c:v>
                </c:pt>
                <c:pt idx="5098">
                  <c:v>57.2905464172363</c:v>
                </c:pt>
                <c:pt idx="5099">
                  <c:v>57.396984100341797</c:v>
                </c:pt>
                <c:pt idx="5100">
                  <c:v>57.508773803710902</c:v>
                </c:pt>
                <c:pt idx="5101">
                  <c:v>57.506195068359403</c:v>
                </c:pt>
                <c:pt idx="5102">
                  <c:v>57.672859191894503</c:v>
                </c:pt>
                <c:pt idx="5103">
                  <c:v>57.992988586425803</c:v>
                </c:pt>
                <c:pt idx="5104">
                  <c:v>57.988723754882798</c:v>
                </c:pt>
                <c:pt idx="5105">
                  <c:v>58.187934875488303</c:v>
                </c:pt>
                <c:pt idx="5106">
                  <c:v>58.402286529541001</c:v>
                </c:pt>
                <c:pt idx="5107">
                  <c:v>58.405551910400398</c:v>
                </c:pt>
                <c:pt idx="5108">
                  <c:v>58.6842651367188</c:v>
                </c:pt>
                <c:pt idx="5109">
                  <c:v>58.812911987304702</c:v>
                </c:pt>
                <c:pt idx="5110">
                  <c:v>59.080417633056598</c:v>
                </c:pt>
                <c:pt idx="5111">
                  <c:v>59.34375</c:v>
                </c:pt>
                <c:pt idx="5112">
                  <c:v>59.434722900390597</c:v>
                </c:pt>
                <c:pt idx="5113">
                  <c:v>59.760536193847699</c:v>
                </c:pt>
                <c:pt idx="5114">
                  <c:v>59.947200775146499</c:v>
                </c:pt>
                <c:pt idx="5115">
                  <c:v>60.245288848877003</c:v>
                </c:pt>
                <c:pt idx="5116">
                  <c:v>60.463287353515597</c:v>
                </c:pt>
                <c:pt idx="5117">
                  <c:v>60.511440277099602</c:v>
                </c:pt>
                <c:pt idx="5118">
                  <c:v>60.610984802246101</c:v>
                </c:pt>
                <c:pt idx="5119">
                  <c:v>60.916248321533203</c:v>
                </c:pt>
                <c:pt idx="5120">
                  <c:v>60.817466735839801</c:v>
                </c:pt>
                <c:pt idx="5121">
                  <c:v>61.1052856445313</c:v>
                </c:pt>
                <c:pt idx="5122">
                  <c:v>61.3872680664063</c:v>
                </c:pt>
                <c:pt idx="5123">
                  <c:v>61.413436889648402</c:v>
                </c:pt>
                <c:pt idx="5124">
                  <c:v>61.618354797363303</c:v>
                </c:pt>
                <c:pt idx="5125">
                  <c:v>61.758693695068402</c:v>
                </c:pt>
                <c:pt idx="5126">
                  <c:v>61.9971733093262</c:v>
                </c:pt>
                <c:pt idx="5127">
                  <c:v>62.3521537780762</c:v>
                </c:pt>
                <c:pt idx="5128">
                  <c:v>62.705635070800803</c:v>
                </c:pt>
                <c:pt idx="5129">
                  <c:v>62.9798583984375</c:v>
                </c:pt>
                <c:pt idx="5130">
                  <c:v>63.3839111328125</c:v>
                </c:pt>
                <c:pt idx="5131">
                  <c:v>63.523014068603501</c:v>
                </c:pt>
                <c:pt idx="5132">
                  <c:v>63.546829223632798</c:v>
                </c:pt>
                <c:pt idx="5133">
                  <c:v>63.648727416992202</c:v>
                </c:pt>
                <c:pt idx="5134">
                  <c:v>63.789714813232401</c:v>
                </c:pt>
                <c:pt idx="5135">
                  <c:v>63.957084655761697</c:v>
                </c:pt>
                <c:pt idx="5136">
                  <c:v>64.129188537597699</c:v>
                </c:pt>
                <c:pt idx="5137">
                  <c:v>64.226127624511705</c:v>
                </c:pt>
                <c:pt idx="5138">
                  <c:v>64.149154663085895</c:v>
                </c:pt>
                <c:pt idx="5139">
                  <c:v>64.355339050292997</c:v>
                </c:pt>
                <c:pt idx="5140">
                  <c:v>64.558631896972699</c:v>
                </c:pt>
                <c:pt idx="5141">
                  <c:v>64.645111083984403</c:v>
                </c:pt>
                <c:pt idx="5142">
                  <c:v>64.882553100585895</c:v>
                </c:pt>
                <c:pt idx="5143">
                  <c:v>65.002868652343807</c:v>
                </c:pt>
                <c:pt idx="5144">
                  <c:v>65.273666381835895</c:v>
                </c:pt>
                <c:pt idx="5145">
                  <c:v>65.462120056152301</c:v>
                </c:pt>
                <c:pt idx="5146">
                  <c:v>65.498695373535199</c:v>
                </c:pt>
                <c:pt idx="5147">
                  <c:v>65.657608032226605</c:v>
                </c:pt>
                <c:pt idx="5148">
                  <c:v>65.714080810546903</c:v>
                </c:pt>
                <c:pt idx="5149">
                  <c:v>66.372726440429702</c:v>
                </c:pt>
                <c:pt idx="5150">
                  <c:v>66.693489074707003</c:v>
                </c:pt>
                <c:pt idx="5151">
                  <c:v>67.115028381347699</c:v>
                </c:pt>
                <c:pt idx="5152">
                  <c:v>67.284469604492202</c:v>
                </c:pt>
                <c:pt idx="5153">
                  <c:v>67.611839294433594</c:v>
                </c:pt>
                <c:pt idx="5154">
                  <c:v>68.061050415039105</c:v>
                </c:pt>
                <c:pt idx="5155">
                  <c:v>68.532089233398395</c:v>
                </c:pt>
                <c:pt idx="5156">
                  <c:v>68.918525695800795</c:v>
                </c:pt>
                <c:pt idx="5157">
                  <c:v>68.928428649902301</c:v>
                </c:pt>
                <c:pt idx="5158">
                  <c:v>69.087692260742202</c:v>
                </c:pt>
                <c:pt idx="5159">
                  <c:v>69.473014831542997</c:v>
                </c:pt>
                <c:pt idx="5160">
                  <c:v>69.998420715332003</c:v>
                </c:pt>
                <c:pt idx="5161">
                  <c:v>70.567886352539105</c:v>
                </c:pt>
                <c:pt idx="5162">
                  <c:v>70.859580993652301</c:v>
                </c:pt>
                <c:pt idx="5163">
                  <c:v>71.152542114257798</c:v>
                </c:pt>
                <c:pt idx="5164">
                  <c:v>71.495162963867202</c:v>
                </c:pt>
                <c:pt idx="5165">
                  <c:v>71.720405578613295</c:v>
                </c:pt>
                <c:pt idx="5166">
                  <c:v>71.84228515625</c:v>
                </c:pt>
                <c:pt idx="5167">
                  <c:v>71.977684020996094</c:v>
                </c:pt>
                <c:pt idx="5168">
                  <c:v>72.047775268554702</c:v>
                </c:pt>
                <c:pt idx="5169">
                  <c:v>72.083763122558594</c:v>
                </c:pt>
                <c:pt idx="5170">
                  <c:v>72.109245300292997</c:v>
                </c:pt>
                <c:pt idx="5171">
                  <c:v>72.132415771484403</c:v>
                </c:pt>
                <c:pt idx="5172">
                  <c:v>72.143020629882798</c:v>
                </c:pt>
                <c:pt idx="5173">
                  <c:v>72.171104431152301</c:v>
                </c:pt>
                <c:pt idx="5174">
                  <c:v>72.162948608398395</c:v>
                </c:pt>
                <c:pt idx="5175">
                  <c:v>72.324905395507798</c:v>
                </c:pt>
                <c:pt idx="5176">
                  <c:v>72.455734252929702</c:v>
                </c:pt>
                <c:pt idx="5177">
                  <c:v>72.326103210449205</c:v>
                </c:pt>
                <c:pt idx="5178">
                  <c:v>72.358146667480497</c:v>
                </c:pt>
                <c:pt idx="5179">
                  <c:v>72.532546997070298</c:v>
                </c:pt>
                <c:pt idx="5180">
                  <c:v>73.058547973632798</c:v>
                </c:pt>
                <c:pt idx="5181">
                  <c:v>73.1107177734375</c:v>
                </c:pt>
                <c:pt idx="5182">
                  <c:v>72.944869995117202</c:v>
                </c:pt>
                <c:pt idx="5183">
                  <c:v>73.300483703613295</c:v>
                </c:pt>
                <c:pt idx="5184">
                  <c:v>73.308883666992202</c:v>
                </c:pt>
                <c:pt idx="5185">
                  <c:v>73.697265625</c:v>
                </c:pt>
                <c:pt idx="5186">
                  <c:v>73.227561950683594</c:v>
                </c:pt>
                <c:pt idx="5187">
                  <c:v>73.697830200195298</c:v>
                </c:pt>
                <c:pt idx="5188">
                  <c:v>74.026679992675795</c:v>
                </c:pt>
                <c:pt idx="5189">
                  <c:v>73.992912292480497</c:v>
                </c:pt>
                <c:pt idx="5190">
                  <c:v>74.441421508789105</c:v>
                </c:pt>
                <c:pt idx="5191">
                  <c:v>74.369277954101605</c:v>
                </c:pt>
                <c:pt idx="5192">
                  <c:v>74.4849853515625</c:v>
                </c:pt>
                <c:pt idx="5193">
                  <c:v>74.780197143554702</c:v>
                </c:pt>
                <c:pt idx="5194">
                  <c:v>74.745925903320298</c:v>
                </c:pt>
                <c:pt idx="5195">
                  <c:v>74.684585571289105</c:v>
                </c:pt>
                <c:pt idx="5196">
                  <c:v>74.622688293457003</c:v>
                </c:pt>
                <c:pt idx="5197">
                  <c:v>74.636322021484403</c:v>
                </c:pt>
                <c:pt idx="5198">
                  <c:v>74.229629516601605</c:v>
                </c:pt>
                <c:pt idx="5199">
                  <c:v>73.781494140625</c:v>
                </c:pt>
                <c:pt idx="5200">
                  <c:v>73.712348937988295</c:v>
                </c:pt>
                <c:pt idx="5201">
                  <c:v>73.111747741699205</c:v>
                </c:pt>
                <c:pt idx="5202">
                  <c:v>73.001533508300795</c:v>
                </c:pt>
                <c:pt idx="5203">
                  <c:v>72.777496337890597</c:v>
                </c:pt>
                <c:pt idx="5204">
                  <c:v>72.458412170410199</c:v>
                </c:pt>
                <c:pt idx="5205">
                  <c:v>72.294586181640597</c:v>
                </c:pt>
                <c:pt idx="5206">
                  <c:v>72.210456848144503</c:v>
                </c:pt>
                <c:pt idx="5207">
                  <c:v>72.167297363281307</c:v>
                </c:pt>
                <c:pt idx="5208">
                  <c:v>72.145126342773395</c:v>
                </c:pt>
                <c:pt idx="5209">
                  <c:v>72.133743286132798</c:v>
                </c:pt>
                <c:pt idx="5210">
                  <c:v>72.127899169921903</c:v>
                </c:pt>
                <c:pt idx="5211">
                  <c:v>72.106842041015597</c:v>
                </c:pt>
                <c:pt idx="5212">
                  <c:v>72.114082336425795</c:v>
                </c:pt>
                <c:pt idx="5213">
                  <c:v>72.087295532226605</c:v>
                </c:pt>
                <c:pt idx="5214">
                  <c:v>72.104049682617202</c:v>
                </c:pt>
                <c:pt idx="5215">
                  <c:v>72.109886169433594</c:v>
                </c:pt>
                <c:pt idx="5216">
                  <c:v>72.084831237792997</c:v>
                </c:pt>
                <c:pt idx="5217">
                  <c:v>72.075088500976605</c:v>
                </c:pt>
                <c:pt idx="5218">
                  <c:v>72.083587646484403</c:v>
                </c:pt>
                <c:pt idx="5219">
                  <c:v>71.980880737304702</c:v>
                </c:pt>
                <c:pt idx="5220">
                  <c:v>71.919036865234403</c:v>
                </c:pt>
                <c:pt idx="5221">
                  <c:v>71.905426025390597</c:v>
                </c:pt>
                <c:pt idx="5222">
                  <c:v>71.802749633789105</c:v>
                </c:pt>
                <c:pt idx="5223">
                  <c:v>71.645523071289105</c:v>
                </c:pt>
                <c:pt idx="5224">
                  <c:v>71.529388427734403</c:v>
                </c:pt>
                <c:pt idx="5225">
                  <c:v>71.534660339355497</c:v>
                </c:pt>
                <c:pt idx="5226">
                  <c:v>71.515121459960895</c:v>
                </c:pt>
                <c:pt idx="5227">
                  <c:v>71.405471801757798</c:v>
                </c:pt>
                <c:pt idx="5228">
                  <c:v>71.224761962890597</c:v>
                </c:pt>
                <c:pt idx="5229">
                  <c:v>71.027862548828097</c:v>
                </c:pt>
                <c:pt idx="5230">
                  <c:v>70.958869934082003</c:v>
                </c:pt>
                <c:pt idx="5231">
                  <c:v>70.797828674316406</c:v>
                </c:pt>
                <c:pt idx="5232">
                  <c:v>70.675621032714801</c:v>
                </c:pt>
                <c:pt idx="5233">
                  <c:v>70.613296508789105</c:v>
                </c:pt>
                <c:pt idx="5234">
                  <c:v>70.505027770996094</c:v>
                </c:pt>
                <c:pt idx="5235">
                  <c:v>70.376655578613295</c:v>
                </c:pt>
                <c:pt idx="5236">
                  <c:v>70.179229736328097</c:v>
                </c:pt>
                <c:pt idx="5237">
                  <c:v>69.9124755859375</c:v>
                </c:pt>
                <c:pt idx="5238">
                  <c:v>69.579734802246094</c:v>
                </c:pt>
                <c:pt idx="5239">
                  <c:v>69.321182250976605</c:v>
                </c:pt>
                <c:pt idx="5240">
                  <c:v>69.132759094238295</c:v>
                </c:pt>
                <c:pt idx="5241">
                  <c:v>69.012840270996094</c:v>
                </c:pt>
                <c:pt idx="5242">
                  <c:v>68.887702941894503</c:v>
                </c:pt>
                <c:pt idx="5243">
                  <c:v>68.580619812011705</c:v>
                </c:pt>
                <c:pt idx="5244">
                  <c:v>68.391128540039105</c:v>
                </c:pt>
                <c:pt idx="5245">
                  <c:v>68.049880981445298</c:v>
                </c:pt>
                <c:pt idx="5246">
                  <c:v>67.692878723144503</c:v>
                </c:pt>
                <c:pt idx="5247">
                  <c:v>67.420585632324205</c:v>
                </c:pt>
                <c:pt idx="5248">
                  <c:v>67.224060058593807</c:v>
                </c:pt>
                <c:pt idx="5249">
                  <c:v>66.739494323730497</c:v>
                </c:pt>
                <c:pt idx="5250">
                  <c:v>66.287101745605497</c:v>
                </c:pt>
                <c:pt idx="5251">
                  <c:v>65.988151550292997</c:v>
                </c:pt>
                <c:pt idx="5252">
                  <c:v>65.793365478515597</c:v>
                </c:pt>
                <c:pt idx="5253">
                  <c:v>65.693359375</c:v>
                </c:pt>
                <c:pt idx="5254">
                  <c:v>65.615936279296903</c:v>
                </c:pt>
                <c:pt idx="5255">
                  <c:v>65.516349792480497</c:v>
                </c:pt>
                <c:pt idx="5256">
                  <c:v>65.377700805664105</c:v>
                </c:pt>
                <c:pt idx="5257">
                  <c:v>65.259895324707003</c:v>
                </c:pt>
                <c:pt idx="5258">
                  <c:v>65.0732421875</c:v>
                </c:pt>
                <c:pt idx="5259">
                  <c:v>64.946052551269503</c:v>
                </c:pt>
                <c:pt idx="5260">
                  <c:v>64.715576171875</c:v>
                </c:pt>
                <c:pt idx="5261">
                  <c:v>64.504455566406307</c:v>
                </c:pt>
                <c:pt idx="5262">
                  <c:v>64.288040161132798</c:v>
                </c:pt>
                <c:pt idx="5263">
                  <c:v>64.119674682617202</c:v>
                </c:pt>
                <c:pt idx="5264">
                  <c:v>63.934261322021499</c:v>
                </c:pt>
                <c:pt idx="5265">
                  <c:v>63.734287261962898</c:v>
                </c:pt>
                <c:pt idx="5266">
                  <c:v>63.4591064453125</c:v>
                </c:pt>
                <c:pt idx="5267">
                  <c:v>63.222789764404297</c:v>
                </c:pt>
                <c:pt idx="5268">
                  <c:v>62.999496459960902</c:v>
                </c:pt>
                <c:pt idx="5269">
                  <c:v>62.7983589172363</c:v>
                </c:pt>
                <c:pt idx="5270">
                  <c:v>62.649051666259801</c:v>
                </c:pt>
                <c:pt idx="5271">
                  <c:v>62.5348091125488</c:v>
                </c:pt>
                <c:pt idx="5272">
                  <c:v>62.379596710205099</c:v>
                </c:pt>
                <c:pt idx="5273">
                  <c:v>62.213211059570298</c:v>
                </c:pt>
                <c:pt idx="5274">
                  <c:v>62.027179718017599</c:v>
                </c:pt>
                <c:pt idx="5275">
                  <c:v>61.893947601318402</c:v>
                </c:pt>
                <c:pt idx="5276">
                  <c:v>61.756885528564503</c:v>
                </c:pt>
                <c:pt idx="5277">
                  <c:v>61.594303131103501</c:v>
                </c:pt>
                <c:pt idx="5278">
                  <c:v>61.385635375976598</c:v>
                </c:pt>
                <c:pt idx="5279">
                  <c:v>61.122074127197301</c:v>
                </c:pt>
                <c:pt idx="5280">
                  <c:v>60.910755157470703</c:v>
                </c:pt>
                <c:pt idx="5281">
                  <c:v>60.792022705078097</c:v>
                </c:pt>
                <c:pt idx="5282">
                  <c:v>60.636119842529297</c:v>
                </c:pt>
                <c:pt idx="5283">
                  <c:v>60.433097839355497</c:v>
                </c:pt>
                <c:pt idx="5284">
                  <c:v>60.295455932617202</c:v>
                </c:pt>
                <c:pt idx="5285">
                  <c:v>60.104957580566399</c:v>
                </c:pt>
                <c:pt idx="5286">
                  <c:v>60.005821228027301</c:v>
                </c:pt>
                <c:pt idx="5287">
                  <c:v>59.934417724609403</c:v>
                </c:pt>
                <c:pt idx="5288">
                  <c:v>59.864662170410199</c:v>
                </c:pt>
                <c:pt idx="5289">
                  <c:v>59.673294067382798</c:v>
                </c:pt>
                <c:pt idx="5290">
                  <c:v>59.573509216308601</c:v>
                </c:pt>
                <c:pt idx="5291">
                  <c:v>59.401901245117202</c:v>
                </c:pt>
                <c:pt idx="5292">
                  <c:v>59.217994689941399</c:v>
                </c:pt>
                <c:pt idx="5293">
                  <c:v>59.1162300109863</c:v>
                </c:pt>
                <c:pt idx="5294">
                  <c:v>59.011680603027301</c:v>
                </c:pt>
                <c:pt idx="5295">
                  <c:v>58.850173950195298</c:v>
                </c:pt>
                <c:pt idx="5296">
                  <c:v>58.695640563964801</c:v>
                </c:pt>
                <c:pt idx="5297">
                  <c:v>58.608936309814503</c:v>
                </c:pt>
                <c:pt idx="5298">
                  <c:v>58.500968933105497</c:v>
                </c:pt>
                <c:pt idx="5299">
                  <c:v>58.371963500976598</c:v>
                </c:pt>
                <c:pt idx="5300">
                  <c:v>58.206855773925803</c:v>
                </c:pt>
                <c:pt idx="5301">
                  <c:v>58.086151123046903</c:v>
                </c:pt>
                <c:pt idx="5302">
                  <c:v>57.938743591308601</c:v>
                </c:pt>
                <c:pt idx="5303">
                  <c:v>57.7987060546875</c:v>
                </c:pt>
                <c:pt idx="5304">
                  <c:v>57.648475646972699</c:v>
                </c:pt>
                <c:pt idx="5305">
                  <c:v>57.666103363037102</c:v>
                </c:pt>
                <c:pt idx="5306">
                  <c:v>57.5640678405762</c:v>
                </c:pt>
                <c:pt idx="5307">
                  <c:v>57.4785766601563</c:v>
                </c:pt>
                <c:pt idx="5308">
                  <c:v>57.475147247314503</c:v>
                </c:pt>
                <c:pt idx="5309">
                  <c:v>57.473384857177699</c:v>
                </c:pt>
                <c:pt idx="5310">
                  <c:v>57.484088897705099</c:v>
                </c:pt>
                <c:pt idx="5311">
                  <c:v>57.488204956054702</c:v>
                </c:pt>
                <c:pt idx="5312">
                  <c:v>57.420677185058601</c:v>
                </c:pt>
                <c:pt idx="5313">
                  <c:v>57.438636779785199</c:v>
                </c:pt>
                <c:pt idx="5314">
                  <c:v>57.475059509277301</c:v>
                </c:pt>
                <c:pt idx="5315">
                  <c:v>57.473346710205099</c:v>
                </c:pt>
                <c:pt idx="5316">
                  <c:v>57.436222076416001</c:v>
                </c:pt>
                <c:pt idx="5317">
                  <c:v>57.392131805419901</c:v>
                </c:pt>
                <c:pt idx="5318">
                  <c:v>57.180950164794901</c:v>
                </c:pt>
                <c:pt idx="5319">
                  <c:v>57.236541748046903</c:v>
                </c:pt>
                <c:pt idx="5320">
                  <c:v>57.1693115234375</c:v>
                </c:pt>
                <c:pt idx="5321">
                  <c:v>57.258453369140597</c:v>
                </c:pt>
                <c:pt idx="5322">
                  <c:v>57.100101470947301</c:v>
                </c:pt>
                <c:pt idx="5323">
                  <c:v>57.053302764892599</c:v>
                </c:pt>
                <c:pt idx="5324">
                  <c:v>56.887886047363303</c:v>
                </c:pt>
                <c:pt idx="5325">
                  <c:v>56.792510986328097</c:v>
                </c:pt>
                <c:pt idx="5326">
                  <c:v>56.712547302246101</c:v>
                </c:pt>
                <c:pt idx="5327">
                  <c:v>56.577613830566399</c:v>
                </c:pt>
                <c:pt idx="5328">
                  <c:v>56.418262481689503</c:v>
                </c:pt>
                <c:pt idx="5329">
                  <c:v>56.315498352050803</c:v>
                </c:pt>
                <c:pt idx="5330">
                  <c:v>56.286506652832003</c:v>
                </c:pt>
                <c:pt idx="5331">
                  <c:v>56.2752876281738</c:v>
                </c:pt>
                <c:pt idx="5332">
                  <c:v>56.202770233154297</c:v>
                </c:pt>
                <c:pt idx="5333">
                  <c:v>56.128963470458999</c:v>
                </c:pt>
                <c:pt idx="5334">
                  <c:v>56.064701080322301</c:v>
                </c:pt>
                <c:pt idx="5335">
                  <c:v>56.054298400878899</c:v>
                </c:pt>
                <c:pt idx="5336">
                  <c:v>56.1156005859375</c:v>
                </c:pt>
                <c:pt idx="5337">
                  <c:v>56.030788421630902</c:v>
                </c:pt>
                <c:pt idx="5338">
                  <c:v>55.962295532226598</c:v>
                </c:pt>
                <c:pt idx="5339">
                  <c:v>55.911617279052699</c:v>
                </c:pt>
                <c:pt idx="5340">
                  <c:v>55.884246826171903</c:v>
                </c:pt>
                <c:pt idx="5341">
                  <c:v>55.861770629882798</c:v>
                </c:pt>
                <c:pt idx="5342">
                  <c:v>55.841228485107401</c:v>
                </c:pt>
                <c:pt idx="5343">
                  <c:v>55.799144744873097</c:v>
                </c:pt>
                <c:pt idx="5344">
                  <c:v>55.762760162353501</c:v>
                </c:pt>
                <c:pt idx="5345">
                  <c:v>55.544673919677699</c:v>
                </c:pt>
                <c:pt idx="5346">
                  <c:v>55.296047210693402</c:v>
                </c:pt>
                <c:pt idx="5347">
                  <c:v>55.117221832275398</c:v>
                </c:pt>
                <c:pt idx="5348">
                  <c:v>54.903373718261697</c:v>
                </c:pt>
                <c:pt idx="5349">
                  <c:v>54.758014678955099</c:v>
                </c:pt>
                <c:pt idx="5350">
                  <c:v>54.638412475585902</c:v>
                </c:pt>
                <c:pt idx="5351">
                  <c:v>54.493980407714801</c:v>
                </c:pt>
                <c:pt idx="5352">
                  <c:v>54.352317810058601</c:v>
                </c:pt>
                <c:pt idx="5353">
                  <c:v>54.260875701904297</c:v>
                </c:pt>
                <c:pt idx="5354">
                  <c:v>54.204845428466797</c:v>
                </c:pt>
                <c:pt idx="5355">
                  <c:v>54.170005798339801</c:v>
                </c:pt>
                <c:pt idx="5356">
                  <c:v>54.140045166015597</c:v>
                </c:pt>
                <c:pt idx="5357">
                  <c:v>54.081478118896499</c:v>
                </c:pt>
                <c:pt idx="5358">
                  <c:v>54.006210327148402</c:v>
                </c:pt>
                <c:pt idx="5359">
                  <c:v>53.816616058349602</c:v>
                </c:pt>
                <c:pt idx="5360">
                  <c:v>53.626235961914098</c:v>
                </c:pt>
                <c:pt idx="5361">
                  <c:v>53.474079132080099</c:v>
                </c:pt>
                <c:pt idx="5362">
                  <c:v>53.394577026367202</c:v>
                </c:pt>
                <c:pt idx="5363">
                  <c:v>53.3621635437012</c:v>
                </c:pt>
                <c:pt idx="5364">
                  <c:v>53.314254760742202</c:v>
                </c:pt>
                <c:pt idx="5365">
                  <c:v>53.2246704101563</c:v>
                </c:pt>
                <c:pt idx="5366">
                  <c:v>53.115200042724602</c:v>
                </c:pt>
                <c:pt idx="5367">
                  <c:v>53.034652709960902</c:v>
                </c:pt>
                <c:pt idx="5368">
                  <c:v>52.983890533447301</c:v>
                </c:pt>
                <c:pt idx="5369">
                  <c:v>52.961158752441399</c:v>
                </c:pt>
                <c:pt idx="5370">
                  <c:v>52.914710998535199</c:v>
                </c:pt>
                <c:pt idx="5371">
                  <c:v>52.914863586425803</c:v>
                </c:pt>
                <c:pt idx="5372">
                  <c:v>52.860721588134801</c:v>
                </c:pt>
                <c:pt idx="5373">
                  <c:v>52.831104278564503</c:v>
                </c:pt>
                <c:pt idx="5374">
                  <c:v>52.755699157714801</c:v>
                </c:pt>
                <c:pt idx="5375">
                  <c:v>52.747203826904297</c:v>
                </c:pt>
                <c:pt idx="5376">
                  <c:v>52.693534851074197</c:v>
                </c:pt>
                <c:pt idx="5377">
                  <c:v>52.723812103271499</c:v>
                </c:pt>
                <c:pt idx="5378">
                  <c:v>52.750259399414098</c:v>
                </c:pt>
                <c:pt idx="5379">
                  <c:v>52.779323577880902</c:v>
                </c:pt>
                <c:pt idx="5380">
                  <c:v>52.810390472412102</c:v>
                </c:pt>
                <c:pt idx="5381">
                  <c:v>52.732841491699197</c:v>
                </c:pt>
                <c:pt idx="5382">
                  <c:v>52.761093139648402</c:v>
                </c:pt>
                <c:pt idx="5383">
                  <c:v>52.938156127929702</c:v>
                </c:pt>
                <c:pt idx="5384">
                  <c:v>53.123668670654297</c:v>
                </c:pt>
                <c:pt idx="5385">
                  <c:v>53.272842407226598</c:v>
                </c:pt>
                <c:pt idx="5386">
                  <c:v>53.405109405517599</c:v>
                </c:pt>
                <c:pt idx="5387">
                  <c:v>53.704658508300803</c:v>
                </c:pt>
                <c:pt idx="5388">
                  <c:v>53.869476318359403</c:v>
                </c:pt>
                <c:pt idx="5389">
                  <c:v>54.0097465515137</c:v>
                </c:pt>
                <c:pt idx="5390">
                  <c:v>54.210597991943402</c:v>
                </c:pt>
                <c:pt idx="5391">
                  <c:v>54.558681488037102</c:v>
                </c:pt>
                <c:pt idx="5392">
                  <c:v>54.833782196044901</c:v>
                </c:pt>
                <c:pt idx="5393">
                  <c:v>55.258148193359403</c:v>
                </c:pt>
                <c:pt idx="5394">
                  <c:v>55.547027587890597</c:v>
                </c:pt>
                <c:pt idx="5395">
                  <c:v>55.702194213867202</c:v>
                </c:pt>
                <c:pt idx="5396">
                  <c:v>55.907684326171903</c:v>
                </c:pt>
                <c:pt idx="5397">
                  <c:v>55.980503082275398</c:v>
                </c:pt>
                <c:pt idx="5398">
                  <c:v>56.165725708007798</c:v>
                </c:pt>
                <c:pt idx="5399">
                  <c:v>56.316390991210902</c:v>
                </c:pt>
                <c:pt idx="5400">
                  <c:v>56.426647186279297</c:v>
                </c:pt>
                <c:pt idx="5401">
                  <c:v>56.467880249023402</c:v>
                </c:pt>
                <c:pt idx="5402">
                  <c:v>56.506935119628899</c:v>
                </c:pt>
                <c:pt idx="5403">
                  <c:v>56.5323486328125</c:v>
                </c:pt>
                <c:pt idx="5404">
                  <c:v>56.536361694335902</c:v>
                </c:pt>
                <c:pt idx="5405">
                  <c:v>56.5042915344238</c:v>
                </c:pt>
                <c:pt idx="5406">
                  <c:v>56.464191436767599</c:v>
                </c:pt>
                <c:pt idx="5407">
                  <c:v>56.376480102539098</c:v>
                </c:pt>
                <c:pt idx="5408">
                  <c:v>56.242866516113303</c:v>
                </c:pt>
                <c:pt idx="5409">
                  <c:v>56.190685272216797</c:v>
                </c:pt>
                <c:pt idx="5410">
                  <c:v>56.133174896240199</c:v>
                </c:pt>
                <c:pt idx="5411">
                  <c:v>56.037502288818402</c:v>
                </c:pt>
                <c:pt idx="5412">
                  <c:v>55.951839447021499</c:v>
                </c:pt>
                <c:pt idx="5413">
                  <c:v>55.900070190429702</c:v>
                </c:pt>
                <c:pt idx="5414">
                  <c:v>55.870246887207003</c:v>
                </c:pt>
                <c:pt idx="5415">
                  <c:v>55.857601165771499</c:v>
                </c:pt>
                <c:pt idx="5416">
                  <c:v>55.839401245117202</c:v>
                </c:pt>
                <c:pt idx="5417">
                  <c:v>55.7217826843262</c:v>
                </c:pt>
                <c:pt idx="5418">
                  <c:v>55.545833587646499</c:v>
                </c:pt>
                <c:pt idx="5419">
                  <c:v>55.549087524414098</c:v>
                </c:pt>
                <c:pt idx="5420">
                  <c:v>55.485149383544901</c:v>
                </c:pt>
                <c:pt idx="5421">
                  <c:v>55.449832916259801</c:v>
                </c:pt>
                <c:pt idx="5422">
                  <c:v>55.287837982177699</c:v>
                </c:pt>
                <c:pt idx="5423">
                  <c:v>55.224830627441399</c:v>
                </c:pt>
                <c:pt idx="5424">
                  <c:v>55.122676849365199</c:v>
                </c:pt>
                <c:pt idx="5425">
                  <c:v>55.042518615722699</c:v>
                </c:pt>
                <c:pt idx="5426">
                  <c:v>54.967243194580099</c:v>
                </c:pt>
                <c:pt idx="5427">
                  <c:v>54.903648376464801</c:v>
                </c:pt>
                <c:pt idx="5428">
                  <c:v>54.843029022216797</c:v>
                </c:pt>
                <c:pt idx="5429">
                  <c:v>54.723445892333999</c:v>
                </c:pt>
                <c:pt idx="5430">
                  <c:v>54.519229888916001</c:v>
                </c:pt>
                <c:pt idx="5431">
                  <c:v>54.405815124511697</c:v>
                </c:pt>
                <c:pt idx="5432">
                  <c:v>54.319797515869098</c:v>
                </c:pt>
                <c:pt idx="5433">
                  <c:v>54.245365142822301</c:v>
                </c:pt>
                <c:pt idx="5434">
                  <c:v>54.156013488769503</c:v>
                </c:pt>
                <c:pt idx="5435">
                  <c:v>54.082283020019503</c:v>
                </c:pt>
                <c:pt idx="5436">
                  <c:v>53.984172821044901</c:v>
                </c:pt>
                <c:pt idx="5437">
                  <c:v>53.887477874755902</c:v>
                </c:pt>
                <c:pt idx="5438">
                  <c:v>53.701362609863303</c:v>
                </c:pt>
                <c:pt idx="5439">
                  <c:v>53.539398193359403</c:v>
                </c:pt>
                <c:pt idx="5440">
                  <c:v>53.440845489502003</c:v>
                </c:pt>
                <c:pt idx="5441">
                  <c:v>53.3726196289063</c:v>
                </c:pt>
                <c:pt idx="5442">
                  <c:v>53.254016876220703</c:v>
                </c:pt>
                <c:pt idx="5443">
                  <c:v>53.120723724365199</c:v>
                </c:pt>
                <c:pt idx="5444">
                  <c:v>53.054908752441399</c:v>
                </c:pt>
                <c:pt idx="5445">
                  <c:v>52.9855346679688</c:v>
                </c:pt>
                <c:pt idx="5446">
                  <c:v>52.887481689453097</c:v>
                </c:pt>
                <c:pt idx="5447">
                  <c:v>52.845848083496101</c:v>
                </c:pt>
                <c:pt idx="5448">
                  <c:v>52.765590667724602</c:v>
                </c:pt>
                <c:pt idx="5449">
                  <c:v>52.691570281982401</c:v>
                </c:pt>
                <c:pt idx="5450">
                  <c:v>52.683498382568402</c:v>
                </c:pt>
                <c:pt idx="5451">
                  <c:v>52.654853820800803</c:v>
                </c:pt>
                <c:pt idx="5452">
                  <c:v>52.615188598632798</c:v>
                </c:pt>
                <c:pt idx="5453">
                  <c:v>52.599765777587898</c:v>
                </c:pt>
                <c:pt idx="5454">
                  <c:v>52.588394165039098</c:v>
                </c:pt>
                <c:pt idx="5455">
                  <c:v>52.581024169921903</c:v>
                </c:pt>
                <c:pt idx="5456">
                  <c:v>52.577854156494098</c:v>
                </c:pt>
                <c:pt idx="5457">
                  <c:v>52.5770263671875</c:v>
                </c:pt>
                <c:pt idx="5458">
                  <c:v>52.574386596679702</c:v>
                </c:pt>
                <c:pt idx="5459">
                  <c:v>52.572792053222699</c:v>
                </c:pt>
                <c:pt idx="5460">
                  <c:v>52.571975708007798</c:v>
                </c:pt>
                <c:pt idx="5461">
                  <c:v>52.5715522766113</c:v>
                </c:pt>
                <c:pt idx="5462">
                  <c:v>52.571323394775398</c:v>
                </c:pt>
                <c:pt idx="5463">
                  <c:v>52.554973602294901</c:v>
                </c:pt>
                <c:pt idx="5464">
                  <c:v>52.516357421875</c:v>
                </c:pt>
                <c:pt idx="5465">
                  <c:v>52.450920104980497</c:v>
                </c:pt>
                <c:pt idx="5466">
                  <c:v>52.2542114257813</c:v>
                </c:pt>
                <c:pt idx="5467">
                  <c:v>52.093578338623097</c:v>
                </c:pt>
                <c:pt idx="5468">
                  <c:v>51.8263549804688</c:v>
                </c:pt>
                <c:pt idx="5469">
                  <c:v>51.533409118652301</c:v>
                </c:pt>
                <c:pt idx="5470">
                  <c:v>51.348537445068402</c:v>
                </c:pt>
                <c:pt idx="5471">
                  <c:v>51.239322662353501</c:v>
                </c:pt>
                <c:pt idx="5472">
                  <c:v>51.171630859375</c:v>
                </c:pt>
                <c:pt idx="5473">
                  <c:v>51.083103179931598</c:v>
                </c:pt>
                <c:pt idx="5474">
                  <c:v>51.037467956542997</c:v>
                </c:pt>
                <c:pt idx="5475">
                  <c:v>50.99169921875</c:v>
                </c:pt>
                <c:pt idx="5476">
                  <c:v>50.9653930664063</c:v>
                </c:pt>
                <c:pt idx="5477">
                  <c:v>50.943923950195298</c:v>
                </c:pt>
                <c:pt idx="5478">
                  <c:v>50.894474029541001</c:v>
                </c:pt>
                <c:pt idx="5479">
                  <c:v>50.843330383300803</c:v>
                </c:pt>
                <c:pt idx="5480">
                  <c:v>50.800094604492202</c:v>
                </c:pt>
                <c:pt idx="5481">
                  <c:v>50.652824401855497</c:v>
                </c:pt>
                <c:pt idx="5482">
                  <c:v>50.478794097900398</c:v>
                </c:pt>
                <c:pt idx="5483">
                  <c:v>50.343803405761697</c:v>
                </c:pt>
                <c:pt idx="5484">
                  <c:v>50.240852355957003</c:v>
                </c:pt>
                <c:pt idx="5485">
                  <c:v>50.142181396484403</c:v>
                </c:pt>
                <c:pt idx="5486">
                  <c:v>49.957801818847699</c:v>
                </c:pt>
                <c:pt idx="5487">
                  <c:v>49.820560455322301</c:v>
                </c:pt>
                <c:pt idx="5488">
                  <c:v>49.8180961608887</c:v>
                </c:pt>
                <c:pt idx="5489">
                  <c:v>49.874752044677699</c:v>
                </c:pt>
                <c:pt idx="5490">
                  <c:v>49.8404350280762</c:v>
                </c:pt>
                <c:pt idx="5491">
                  <c:v>49.907890319824197</c:v>
                </c:pt>
                <c:pt idx="5492">
                  <c:v>49.8568305969238</c:v>
                </c:pt>
                <c:pt idx="5493">
                  <c:v>49.760257720947301</c:v>
                </c:pt>
                <c:pt idx="5494">
                  <c:v>49.618373870849602</c:v>
                </c:pt>
                <c:pt idx="5495">
                  <c:v>49.648250579833999</c:v>
                </c:pt>
                <c:pt idx="5496">
                  <c:v>49.671043395996101</c:v>
                </c:pt>
                <c:pt idx="5497">
                  <c:v>49.650074005127003</c:v>
                </c:pt>
                <c:pt idx="5498">
                  <c:v>49.670436859130902</c:v>
                </c:pt>
                <c:pt idx="5499">
                  <c:v>49.7161674499512</c:v>
                </c:pt>
                <c:pt idx="5500">
                  <c:v>49.80029296875</c:v>
                </c:pt>
                <c:pt idx="5501">
                  <c:v>49.796016693115199</c:v>
                </c:pt>
                <c:pt idx="5502">
                  <c:v>49.711704254150398</c:v>
                </c:pt>
                <c:pt idx="5503">
                  <c:v>49.6767768859863</c:v>
                </c:pt>
                <c:pt idx="5504">
                  <c:v>49.6458549499512</c:v>
                </c:pt>
                <c:pt idx="5505">
                  <c:v>49.645984649658203</c:v>
                </c:pt>
                <c:pt idx="5506">
                  <c:v>49.641937255859403</c:v>
                </c:pt>
                <c:pt idx="5507">
                  <c:v>49.595462799072301</c:v>
                </c:pt>
                <c:pt idx="5508">
                  <c:v>49.5390014648438</c:v>
                </c:pt>
                <c:pt idx="5509">
                  <c:v>49.5120239257813</c:v>
                </c:pt>
                <c:pt idx="5510">
                  <c:v>49.462848663330099</c:v>
                </c:pt>
                <c:pt idx="5511">
                  <c:v>49.407474517822301</c:v>
                </c:pt>
                <c:pt idx="5512">
                  <c:v>49.377758026123097</c:v>
                </c:pt>
                <c:pt idx="5513">
                  <c:v>49.359222412109403</c:v>
                </c:pt>
                <c:pt idx="5514">
                  <c:v>49.335475921630902</c:v>
                </c:pt>
                <c:pt idx="5515">
                  <c:v>49.3130073547363</c:v>
                </c:pt>
                <c:pt idx="5516">
                  <c:v>49.28515625</c:v>
                </c:pt>
                <c:pt idx="5517">
                  <c:v>49.291282653808601</c:v>
                </c:pt>
                <c:pt idx="5518">
                  <c:v>49.279499053955099</c:v>
                </c:pt>
                <c:pt idx="5519">
                  <c:v>49.1908988952637</c:v>
                </c:pt>
                <c:pt idx="5520">
                  <c:v>49.0761528015137</c:v>
                </c:pt>
                <c:pt idx="5521">
                  <c:v>49.032356262207003</c:v>
                </c:pt>
                <c:pt idx="5522">
                  <c:v>48.982357025146499</c:v>
                </c:pt>
                <c:pt idx="5523">
                  <c:v>49.0115966796875</c:v>
                </c:pt>
                <c:pt idx="5524">
                  <c:v>48.838172912597699</c:v>
                </c:pt>
                <c:pt idx="5525">
                  <c:v>48.760536193847699</c:v>
                </c:pt>
                <c:pt idx="5526">
                  <c:v>48.688720703125</c:v>
                </c:pt>
                <c:pt idx="5527">
                  <c:v>48.607551574707003</c:v>
                </c:pt>
                <c:pt idx="5528">
                  <c:v>48.525508880615199</c:v>
                </c:pt>
                <c:pt idx="5529">
                  <c:v>48.344268798828097</c:v>
                </c:pt>
                <c:pt idx="5530">
                  <c:v>48.173831939697301</c:v>
                </c:pt>
                <c:pt idx="5531">
                  <c:v>48.084693908691399</c:v>
                </c:pt>
                <c:pt idx="5532">
                  <c:v>48.015754699707003</c:v>
                </c:pt>
                <c:pt idx="5533">
                  <c:v>47.570480346679702</c:v>
                </c:pt>
                <c:pt idx="5534">
                  <c:v>47.149734497070298</c:v>
                </c:pt>
                <c:pt idx="5535">
                  <c:v>46.836463928222699</c:v>
                </c:pt>
                <c:pt idx="5536">
                  <c:v>46.440670013427699</c:v>
                </c:pt>
                <c:pt idx="5537">
                  <c:v>46.264533996582003</c:v>
                </c:pt>
                <c:pt idx="5538">
                  <c:v>46.187656402587898</c:v>
                </c:pt>
                <c:pt idx="5539">
                  <c:v>46.208034515380902</c:v>
                </c:pt>
                <c:pt idx="5540">
                  <c:v>46.515174865722699</c:v>
                </c:pt>
                <c:pt idx="5541">
                  <c:v>46.375003814697301</c:v>
                </c:pt>
                <c:pt idx="5542">
                  <c:v>46.599357604980497</c:v>
                </c:pt>
                <c:pt idx="5543">
                  <c:v>46.596446990966797</c:v>
                </c:pt>
                <c:pt idx="5544">
                  <c:v>46.816135406494098</c:v>
                </c:pt>
                <c:pt idx="5545">
                  <c:v>47.042953491210902</c:v>
                </c:pt>
                <c:pt idx="5546">
                  <c:v>46.811031341552699</c:v>
                </c:pt>
                <c:pt idx="5547">
                  <c:v>46.757633209228501</c:v>
                </c:pt>
                <c:pt idx="5548">
                  <c:v>47.018314361572301</c:v>
                </c:pt>
                <c:pt idx="5549">
                  <c:v>46.6794242858887</c:v>
                </c:pt>
                <c:pt idx="5550">
                  <c:v>46.441795349121101</c:v>
                </c:pt>
                <c:pt idx="5551">
                  <c:v>46.459396362304702</c:v>
                </c:pt>
                <c:pt idx="5552">
                  <c:v>46.625339508056598</c:v>
                </c:pt>
                <c:pt idx="5553">
                  <c:v>46.647251129150398</c:v>
                </c:pt>
                <c:pt idx="5554">
                  <c:v>46.672027587890597</c:v>
                </c:pt>
                <c:pt idx="5555">
                  <c:v>46.932853698730497</c:v>
                </c:pt>
                <c:pt idx="5556">
                  <c:v>47.055717468261697</c:v>
                </c:pt>
                <c:pt idx="5557">
                  <c:v>46.874965667724602</c:v>
                </c:pt>
                <c:pt idx="5558">
                  <c:v>46.692104339599602</c:v>
                </c:pt>
                <c:pt idx="5559">
                  <c:v>46.534954071044901</c:v>
                </c:pt>
                <c:pt idx="5560">
                  <c:v>46.329227447509801</c:v>
                </c:pt>
                <c:pt idx="5561">
                  <c:v>46.195552825927699</c:v>
                </c:pt>
                <c:pt idx="5562">
                  <c:v>46.093715667724602</c:v>
                </c:pt>
                <c:pt idx="5563">
                  <c:v>46.041366577148402</c:v>
                </c:pt>
                <c:pt idx="5564">
                  <c:v>46.046104431152301</c:v>
                </c:pt>
                <c:pt idx="5565">
                  <c:v>46.016944885253899</c:v>
                </c:pt>
                <c:pt idx="5566">
                  <c:v>46.001968383789098</c:v>
                </c:pt>
                <c:pt idx="5567">
                  <c:v>45.994285583496101</c:v>
                </c:pt>
                <c:pt idx="5568">
                  <c:v>45.990341186523402</c:v>
                </c:pt>
                <c:pt idx="5569">
                  <c:v>45.988311767578097</c:v>
                </c:pt>
                <c:pt idx="5570">
                  <c:v>45.987274169921903</c:v>
                </c:pt>
                <c:pt idx="5571">
                  <c:v>45.986740112304702</c:v>
                </c:pt>
                <c:pt idx="5572">
                  <c:v>45.986465454101598</c:v>
                </c:pt>
                <c:pt idx="5573">
                  <c:v>45.986324310302699</c:v>
                </c:pt>
                <c:pt idx="5574">
                  <c:v>45.986251831054702</c:v>
                </c:pt>
                <c:pt idx="5575">
                  <c:v>45.986213684082003</c:v>
                </c:pt>
                <c:pt idx="5576">
                  <c:v>45.986194610595703</c:v>
                </c:pt>
                <c:pt idx="5577">
                  <c:v>45.9861869812012</c:v>
                </c:pt>
                <c:pt idx="5578">
                  <c:v>45.986179351806598</c:v>
                </c:pt>
                <c:pt idx="5579">
                  <c:v>45.986179351806598</c:v>
                </c:pt>
                <c:pt idx="5580">
                  <c:v>45.986175537109403</c:v>
                </c:pt>
                <c:pt idx="5581">
                  <c:v>45.984596252441399</c:v>
                </c:pt>
                <c:pt idx="5582">
                  <c:v>45.985363006591797</c:v>
                </c:pt>
                <c:pt idx="5583">
                  <c:v>45.983291625976598</c:v>
                </c:pt>
                <c:pt idx="5584">
                  <c:v>45.983699798583999</c:v>
                </c:pt>
                <c:pt idx="5585">
                  <c:v>45.984287261962898</c:v>
                </c:pt>
                <c:pt idx="5586">
                  <c:v>45.977828979492202</c:v>
                </c:pt>
                <c:pt idx="5587">
                  <c:v>45.967159271240199</c:v>
                </c:pt>
                <c:pt idx="5588">
                  <c:v>45.968292236328097</c:v>
                </c:pt>
                <c:pt idx="5589">
                  <c:v>45.941764831542997</c:v>
                </c:pt>
                <c:pt idx="5590">
                  <c:v>45.914714813232401</c:v>
                </c:pt>
                <c:pt idx="5591">
                  <c:v>45.860286712646499</c:v>
                </c:pt>
                <c:pt idx="5592">
                  <c:v>45.812900543212898</c:v>
                </c:pt>
                <c:pt idx="5593">
                  <c:v>45.828208923339801</c:v>
                </c:pt>
                <c:pt idx="5594">
                  <c:v>45.851505279541001</c:v>
                </c:pt>
                <c:pt idx="5595">
                  <c:v>45.856163024902301</c:v>
                </c:pt>
                <c:pt idx="5596">
                  <c:v>45.867256164550803</c:v>
                </c:pt>
                <c:pt idx="5597">
                  <c:v>45.840030670166001</c:v>
                </c:pt>
                <c:pt idx="5598">
                  <c:v>45.834514617919901</c:v>
                </c:pt>
                <c:pt idx="5599">
                  <c:v>45.8210639953613</c:v>
                </c:pt>
                <c:pt idx="5600">
                  <c:v>45.798828125</c:v>
                </c:pt>
                <c:pt idx="5601">
                  <c:v>45.763832092285199</c:v>
                </c:pt>
                <c:pt idx="5602">
                  <c:v>45.715343475341797</c:v>
                </c:pt>
                <c:pt idx="5603">
                  <c:v>45.672069549560597</c:v>
                </c:pt>
                <c:pt idx="5604">
                  <c:v>45.608444213867202</c:v>
                </c:pt>
                <c:pt idx="5605">
                  <c:v>45.620449066162102</c:v>
                </c:pt>
                <c:pt idx="5606">
                  <c:v>45.602001190185597</c:v>
                </c:pt>
                <c:pt idx="5607">
                  <c:v>45.572952270507798</c:v>
                </c:pt>
                <c:pt idx="5608">
                  <c:v>45.497184753417997</c:v>
                </c:pt>
                <c:pt idx="5609">
                  <c:v>45.437896728515597</c:v>
                </c:pt>
                <c:pt idx="5610">
                  <c:v>45.4161186218262</c:v>
                </c:pt>
                <c:pt idx="5611">
                  <c:v>45.3937797546387</c:v>
                </c:pt>
                <c:pt idx="5612">
                  <c:v>45.380985260009801</c:v>
                </c:pt>
                <c:pt idx="5613">
                  <c:v>45.334743499755902</c:v>
                </c:pt>
                <c:pt idx="5614">
                  <c:v>45.334743499755902</c:v>
                </c:pt>
                <c:pt idx="5615">
                  <c:v>45.284431457519503</c:v>
                </c:pt>
                <c:pt idx="5616">
                  <c:v>45.231376647949197</c:v>
                </c:pt>
                <c:pt idx="5617">
                  <c:v>45.224407196044901</c:v>
                </c:pt>
                <c:pt idx="5618">
                  <c:v>45.226875305175803</c:v>
                </c:pt>
                <c:pt idx="5619">
                  <c:v>45.180770874023402</c:v>
                </c:pt>
                <c:pt idx="5620">
                  <c:v>45.141021728515597</c:v>
                </c:pt>
                <c:pt idx="5621">
                  <c:v>45.0872802734375</c:v>
                </c:pt>
                <c:pt idx="5622">
                  <c:v>44.968116760253899</c:v>
                </c:pt>
                <c:pt idx="5623">
                  <c:v>44.875988006591797</c:v>
                </c:pt>
                <c:pt idx="5624">
                  <c:v>44.843059539794901</c:v>
                </c:pt>
                <c:pt idx="5625">
                  <c:v>44.808475494384801</c:v>
                </c:pt>
                <c:pt idx="5626">
                  <c:v>44.7747993469238</c:v>
                </c:pt>
                <c:pt idx="5627">
                  <c:v>44.678173065185597</c:v>
                </c:pt>
                <c:pt idx="5628">
                  <c:v>44.648166656494098</c:v>
                </c:pt>
                <c:pt idx="5629">
                  <c:v>44.676727294921903</c:v>
                </c:pt>
                <c:pt idx="5630">
                  <c:v>44.684688568115199</c:v>
                </c:pt>
                <c:pt idx="5631">
                  <c:v>44.647556304931598</c:v>
                </c:pt>
                <c:pt idx="5632">
                  <c:v>44.580345153808601</c:v>
                </c:pt>
                <c:pt idx="5633">
                  <c:v>44.544113159179702</c:v>
                </c:pt>
                <c:pt idx="5634">
                  <c:v>44.476226806640597</c:v>
                </c:pt>
                <c:pt idx="5635">
                  <c:v>44.525894165039098</c:v>
                </c:pt>
                <c:pt idx="5636">
                  <c:v>44.732143402099602</c:v>
                </c:pt>
                <c:pt idx="5637">
                  <c:v>44.958911895752003</c:v>
                </c:pt>
                <c:pt idx="5638">
                  <c:v>45.152458190917997</c:v>
                </c:pt>
                <c:pt idx="5639">
                  <c:v>45.300918579101598</c:v>
                </c:pt>
                <c:pt idx="5640">
                  <c:v>45.554786682128899</c:v>
                </c:pt>
                <c:pt idx="5641">
                  <c:v>45.758064270019503</c:v>
                </c:pt>
                <c:pt idx="5642">
                  <c:v>45.866691589355497</c:v>
                </c:pt>
                <c:pt idx="5643">
                  <c:v>45.924854278564503</c:v>
                </c:pt>
                <c:pt idx="5644">
                  <c:v>45.9546928405762</c:v>
                </c:pt>
                <c:pt idx="5645">
                  <c:v>45.987003326416001</c:v>
                </c:pt>
                <c:pt idx="5646">
                  <c:v>46.432113647460902</c:v>
                </c:pt>
                <c:pt idx="5647">
                  <c:v>46.821952819824197</c:v>
                </c:pt>
                <c:pt idx="5648">
                  <c:v>47.678646087646499</c:v>
                </c:pt>
                <c:pt idx="5649">
                  <c:v>48.343406677246101</c:v>
                </c:pt>
                <c:pt idx="5650">
                  <c:v>48.8692626953125</c:v>
                </c:pt>
                <c:pt idx="5651">
                  <c:v>49.4520263671875</c:v>
                </c:pt>
                <c:pt idx="5652">
                  <c:v>49.938503265380902</c:v>
                </c:pt>
                <c:pt idx="5653">
                  <c:v>50.316257476806598</c:v>
                </c:pt>
                <c:pt idx="5654">
                  <c:v>50.726276397705099</c:v>
                </c:pt>
                <c:pt idx="5655">
                  <c:v>51.338138580322301</c:v>
                </c:pt>
                <c:pt idx="5656">
                  <c:v>51.7892456054688</c:v>
                </c:pt>
                <c:pt idx="5657">
                  <c:v>51.887466430664098</c:v>
                </c:pt>
                <c:pt idx="5658">
                  <c:v>52.247493743896499</c:v>
                </c:pt>
                <c:pt idx="5659">
                  <c:v>52.488376617431598</c:v>
                </c:pt>
                <c:pt idx="5660">
                  <c:v>52.760204315185597</c:v>
                </c:pt>
                <c:pt idx="5661">
                  <c:v>52.911510467529297</c:v>
                </c:pt>
                <c:pt idx="5662">
                  <c:v>53.196994781494098</c:v>
                </c:pt>
                <c:pt idx="5663">
                  <c:v>53.547874450683601</c:v>
                </c:pt>
                <c:pt idx="5664">
                  <c:v>53.898990631103501</c:v>
                </c:pt>
                <c:pt idx="5665">
                  <c:v>54.669147491455099</c:v>
                </c:pt>
                <c:pt idx="5666">
                  <c:v>55.285133361816399</c:v>
                </c:pt>
                <c:pt idx="5667">
                  <c:v>55.784252166748097</c:v>
                </c:pt>
                <c:pt idx="5668">
                  <c:v>56.010211944580099</c:v>
                </c:pt>
                <c:pt idx="5669">
                  <c:v>56.213191986083999</c:v>
                </c:pt>
                <c:pt idx="5670">
                  <c:v>56.6633911132813</c:v>
                </c:pt>
                <c:pt idx="5671">
                  <c:v>57.069217681884801</c:v>
                </c:pt>
                <c:pt idx="5672">
                  <c:v>57.346351623535199</c:v>
                </c:pt>
                <c:pt idx="5673">
                  <c:v>57.488025665283203</c:v>
                </c:pt>
                <c:pt idx="5674">
                  <c:v>57.651390075683601</c:v>
                </c:pt>
                <c:pt idx="5675">
                  <c:v>57.752147674560597</c:v>
                </c:pt>
                <c:pt idx="5676">
                  <c:v>57.792098999023402</c:v>
                </c:pt>
                <c:pt idx="5677">
                  <c:v>57.777538299560597</c:v>
                </c:pt>
                <c:pt idx="5678">
                  <c:v>57.724147796630902</c:v>
                </c:pt>
                <c:pt idx="5679">
                  <c:v>57.731101989746101</c:v>
                </c:pt>
                <c:pt idx="5680">
                  <c:v>57.671157836914098</c:v>
                </c:pt>
                <c:pt idx="5681">
                  <c:v>57.604457855224602</c:v>
                </c:pt>
                <c:pt idx="5682">
                  <c:v>57.549396514892599</c:v>
                </c:pt>
                <c:pt idx="5683">
                  <c:v>57.5258178710938</c:v>
                </c:pt>
                <c:pt idx="5684">
                  <c:v>57.502712249755902</c:v>
                </c:pt>
                <c:pt idx="5685">
                  <c:v>57.459148406982401</c:v>
                </c:pt>
                <c:pt idx="5686">
                  <c:v>57.169303894042997</c:v>
                </c:pt>
                <c:pt idx="5687">
                  <c:v>57.111644744873097</c:v>
                </c:pt>
                <c:pt idx="5688">
                  <c:v>56.962005615234403</c:v>
                </c:pt>
                <c:pt idx="5689">
                  <c:v>56.804286956787102</c:v>
                </c:pt>
                <c:pt idx="5690">
                  <c:v>56.638877868652301</c:v>
                </c:pt>
                <c:pt idx="5691">
                  <c:v>56.476062774658203</c:v>
                </c:pt>
                <c:pt idx="5692">
                  <c:v>56.486198425292997</c:v>
                </c:pt>
                <c:pt idx="5693">
                  <c:v>56.673145294189503</c:v>
                </c:pt>
                <c:pt idx="5694">
                  <c:v>56.807361602783203</c:v>
                </c:pt>
                <c:pt idx="5695">
                  <c:v>56.968990325927699</c:v>
                </c:pt>
                <c:pt idx="5696">
                  <c:v>56.856945037841797</c:v>
                </c:pt>
                <c:pt idx="5697">
                  <c:v>56.979824066162102</c:v>
                </c:pt>
                <c:pt idx="5698">
                  <c:v>57.1036987304688</c:v>
                </c:pt>
                <c:pt idx="5699">
                  <c:v>57.219211578369098</c:v>
                </c:pt>
                <c:pt idx="5700">
                  <c:v>57.266925811767599</c:v>
                </c:pt>
                <c:pt idx="5701">
                  <c:v>57.261184692382798</c:v>
                </c:pt>
                <c:pt idx="5702">
                  <c:v>57.184104919433601</c:v>
                </c:pt>
                <c:pt idx="5703">
                  <c:v>57.2794799804688</c:v>
                </c:pt>
                <c:pt idx="5704">
                  <c:v>57.264785766601598</c:v>
                </c:pt>
                <c:pt idx="5705">
                  <c:v>56.978488922119098</c:v>
                </c:pt>
                <c:pt idx="5706">
                  <c:v>56.825733184814503</c:v>
                </c:pt>
                <c:pt idx="5707">
                  <c:v>56.773849487304702</c:v>
                </c:pt>
                <c:pt idx="5708">
                  <c:v>56.608821868896499</c:v>
                </c:pt>
                <c:pt idx="5709">
                  <c:v>56.681880950927699</c:v>
                </c:pt>
                <c:pt idx="5710">
                  <c:v>56.586845397949197</c:v>
                </c:pt>
                <c:pt idx="5711">
                  <c:v>56.719364166259801</c:v>
                </c:pt>
                <c:pt idx="5712">
                  <c:v>56.601520538330099</c:v>
                </c:pt>
                <c:pt idx="5713">
                  <c:v>56.788661956787102</c:v>
                </c:pt>
                <c:pt idx="5714">
                  <c:v>56.548042297363303</c:v>
                </c:pt>
                <c:pt idx="5715">
                  <c:v>56.848659515380902</c:v>
                </c:pt>
                <c:pt idx="5716">
                  <c:v>57.162368774414098</c:v>
                </c:pt>
                <c:pt idx="5717">
                  <c:v>57.448135375976598</c:v>
                </c:pt>
                <c:pt idx="5718">
                  <c:v>57.761398315429702</c:v>
                </c:pt>
                <c:pt idx="5719">
                  <c:v>58.039352416992202</c:v>
                </c:pt>
                <c:pt idx="5720">
                  <c:v>58.120399475097699</c:v>
                </c:pt>
                <c:pt idx="5721">
                  <c:v>58.287075042724602</c:v>
                </c:pt>
                <c:pt idx="5722">
                  <c:v>58.520256042480497</c:v>
                </c:pt>
                <c:pt idx="5723">
                  <c:v>58.725395202636697</c:v>
                </c:pt>
                <c:pt idx="5724">
                  <c:v>58.834312438964801</c:v>
                </c:pt>
                <c:pt idx="5725">
                  <c:v>58.953693389892599</c:v>
                </c:pt>
                <c:pt idx="5726">
                  <c:v>59.143943786621101</c:v>
                </c:pt>
                <c:pt idx="5727">
                  <c:v>59.140892028808601</c:v>
                </c:pt>
                <c:pt idx="5728">
                  <c:v>59.076549530029297</c:v>
                </c:pt>
                <c:pt idx="5729">
                  <c:v>59.067966461181598</c:v>
                </c:pt>
                <c:pt idx="5730">
                  <c:v>59.192298889160199</c:v>
                </c:pt>
                <c:pt idx="5731">
                  <c:v>59.210910797119098</c:v>
                </c:pt>
                <c:pt idx="5732">
                  <c:v>59.261241912841797</c:v>
                </c:pt>
                <c:pt idx="5733">
                  <c:v>59.389900207519503</c:v>
                </c:pt>
                <c:pt idx="5734">
                  <c:v>59.344684600830099</c:v>
                </c:pt>
                <c:pt idx="5735">
                  <c:v>59.318229675292997</c:v>
                </c:pt>
                <c:pt idx="5736">
                  <c:v>59.326980590820298</c:v>
                </c:pt>
                <c:pt idx="5737">
                  <c:v>59.459598541259801</c:v>
                </c:pt>
                <c:pt idx="5738">
                  <c:v>59.504611968994098</c:v>
                </c:pt>
                <c:pt idx="5739">
                  <c:v>59.5349311828613</c:v>
                </c:pt>
                <c:pt idx="5740">
                  <c:v>59.497955322265597</c:v>
                </c:pt>
                <c:pt idx="5741">
                  <c:v>59.620307922363303</c:v>
                </c:pt>
                <c:pt idx="5742">
                  <c:v>59.801467895507798</c:v>
                </c:pt>
                <c:pt idx="5743">
                  <c:v>59.9116401672363</c:v>
                </c:pt>
                <c:pt idx="5744">
                  <c:v>60.056343078613303</c:v>
                </c:pt>
                <c:pt idx="5745">
                  <c:v>60.325912475585902</c:v>
                </c:pt>
                <c:pt idx="5746">
                  <c:v>60.447788238525398</c:v>
                </c:pt>
                <c:pt idx="5747">
                  <c:v>60.598133087158203</c:v>
                </c:pt>
                <c:pt idx="5748">
                  <c:v>60.949710845947301</c:v>
                </c:pt>
                <c:pt idx="5749">
                  <c:v>61.1830444335938</c:v>
                </c:pt>
                <c:pt idx="5750">
                  <c:v>61.257148742675803</c:v>
                </c:pt>
                <c:pt idx="5751">
                  <c:v>61.354034423828097</c:v>
                </c:pt>
                <c:pt idx="5752">
                  <c:v>61.463748931884801</c:v>
                </c:pt>
                <c:pt idx="5753">
                  <c:v>61.515762329101598</c:v>
                </c:pt>
                <c:pt idx="5754">
                  <c:v>61.541908264160199</c:v>
                </c:pt>
                <c:pt idx="5755">
                  <c:v>61.551399230957003</c:v>
                </c:pt>
                <c:pt idx="5756">
                  <c:v>61.505542755127003</c:v>
                </c:pt>
                <c:pt idx="5757">
                  <c:v>61.513881683349602</c:v>
                </c:pt>
                <c:pt idx="5758">
                  <c:v>61.4743041992188</c:v>
                </c:pt>
                <c:pt idx="5759">
                  <c:v>61.326507568359403</c:v>
                </c:pt>
                <c:pt idx="5760">
                  <c:v>61.118309020996101</c:v>
                </c:pt>
                <c:pt idx="5761">
                  <c:v>61.230796813964801</c:v>
                </c:pt>
                <c:pt idx="5762">
                  <c:v>61.351253509521499</c:v>
                </c:pt>
                <c:pt idx="5763">
                  <c:v>61.352893829345703</c:v>
                </c:pt>
                <c:pt idx="5764">
                  <c:v>61.454883575439503</c:v>
                </c:pt>
                <c:pt idx="5765">
                  <c:v>61.606025695800803</c:v>
                </c:pt>
                <c:pt idx="5766">
                  <c:v>61.743007659912102</c:v>
                </c:pt>
                <c:pt idx="5767">
                  <c:v>61.707473754882798</c:v>
                </c:pt>
                <c:pt idx="5768">
                  <c:v>61.687953948974602</c:v>
                </c:pt>
                <c:pt idx="5769">
                  <c:v>61.650497436523402</c:v>
                </c:pt>
                <c:pt idx="5770">
                  <c:v>61.610279083252003</c:v>
                </c:pt>
                <c:pt idx="5771">
                  <c:v>61.6238822937012</c:v>
                </c:pt>
                <c:pt idx="5772">
                  <c:v>61.528621673583999</c:v>
                </c:pt>
                <c:pt idx="5773">
                  <c:v>61.376747131347699</c:v>
                </c:pt>
                <c:pt idx="5774">
                  <c:v>61.336082458496101</c:v>
                </c:pt>
                <c:pt idx="5775">
                  <c:v>61.25</c:v>
                </c:pt>
                <c:pt idx="5776">
                  <c:v>61.024700164794901</c:v>
                </c:pt>
                <c:pt idx="5777">
                  <c:v>60.960830688476598</c:v>
                </c:pt>
                <c:pt idx="5778">
                  <c:v>60.853752136230497</c:v>
                </c:pt>
                <c:pt idx="5779">
                  <c:v>60.799324035644503</c:v>
                </c:pt>
                <c:pt idx="5780">
                  <c:v>60.9178657531738</c:v>
                </c:pt>
                <c:pt idx="5781">
                  <c:v>60.801017761230497</c:v>
                </c:pt>
                <c:pt idx="5782">
                  <c:v>60.720218658447301</c:v>
                </c:pt>
                <c:pt idx="5783">
                  <c:v>60.761966705322301</c:v>
                </c:pt>
                <c:pt idx="5784">
                  <c:v>60.746047973632798</c:v>
                </c:pt>
                <c:pt idx="5785">
                  <c:v>60.739875793457003</c:v>
                </c:pt>
                <c:pt idx="5786">
                  <c:v>60.720344543457003</c:v>
                </c:pt>
                <c:pt idx="5787">
                  <c:v>60.720798492431598</c:v>
                </c:pt>
                <c:pt idx="5788">
                  <c:v>60.7132377624512</c:v>
                </c:pt>
                <c:pt idx="5789">
                  <c:v>60.700252532958999</c:v>
                </c:pt>
                <c:pt idx="5790">
                  <c:v>60.679981231689503</c:v>
                </c:pt>
                <c:pt idx="5791">
                  <c:v>60.663928985595703</c:v>
                </c:pt>
                <c:pt idx="5792">
                  <c:v>60.56103515625</c:v>
                </c:pt>
                <c:pt idx="5793">
                  <c:v>60.483650207519503</c:v>
                </c:pt>
                <c:pt idx="5794">
                  <c:v>60.380165100097699</c:v>
                </c:pt>
                <c:pt idx="5795">
                  <c:v>60.128864288330099</c:v>
                </c:pt>
                <c:pt idx="5796">
                  <c:v>60.025928497314503</c:v>
                </c:pt>
                <c:pt idx="5797">
                  <c:v>59.956798553466797</c:v>
                </c:pt>
                <c:pt idx="5798">
                  <c:v>59.891117095947301</c:v>
                </c:pt>
                <c:pt idx="5799">
                  <c:v>59.857845306396499</c:v>
                </c:pt>
                <c:pt idx="5800">
                  <c:v>59.845001220703097</c:v>
                </c:pt>
                <c:pt idx="5801">
                  <c:v>59.7952690124512</c:v>
                </c:pt>
                <c:pt idx="5802">
                  <c:v>59.805408477783203</c:v>
                </c:pt>
                <c:pt idx="5803">
                  <c:v>59.848403930664098</c:v>
                </c:pt>
                <c:pt idx="5804">
                  <c:v>59.8729057312012</c:v>
                </c:pt>
                <c:pt idx="5805">
                  <c:v>59.882415771484403</c:v>
                </c:pt>
                <c:pt idx="5806">
                  <c:v>60.0798530578613</c:v>
                </c:pt>
                <c:pt idx="5807">
                  <c:v>60.332870483398402</c:v>
                </c:pt>
                <c:pt idx="5808">
                  <c:v>60.626785278320298</c:v>
                </c:pt>
                <c:pt idx="5809">
                  <c:v>61.047130584716797</c:v>
                </c:pt>
                <c:pt idx="5810">
                  <c:v>61.301967620849602</c:v>
                </c:pt>
                <c:pt idx="5811">
                  <c:v>61.534130096435597</c:v>
                </c:pt>
                <c:pt idx="5812">
                  <c:v>61.692802429199197</c:v>
                </c:pt>
                <c:pt idx="5813">
                  <c:v>61.906425476074197</c:v>
                </c:pt>
                <c:pt idx="5814">
                  <c:v>62.057029724121101</c:v>
                </c:pt>
                <c:pt idx="5815">
                  <c:v>62.275779724121101</c:v>
                </c:pt>
                <c:pt idx="5816">
                  <c:v>62.425743103027301</c:v>
                </c:pt>
                <c:pt idx="5817">
                  <c:v>62.528659820556598</c:v>
                </c:pt>
                <c:pt idx="5818">
                  <c:v>62.612987518310597</c:v>
                </c:pt>
                <c:pt idx="5819">
                  <c:v>62.8219184875488</c:v>
                </c:pt>
                <c:pt idx="5820">
                  <c:v>62.963703155517599</c:v>
                </c:pt>
                <c:pt idx="5821">
                  <c:v>63.306568145752003</c:v>
                </c:pt>
                <c:pt idx="5822">
                  <c:v>63.629344940185597</c:v>
                </c:pt>
                <c:pt idx="5823">
                  <c:v>63.831325531005902</c:v>
                </c:pt>
                <c:pt idx="5824">
                  <c:v>64.1195068359375</c:v>
                </c:pt>
                <c:pt idx="5825">
                  <c:v>64.260803222656307</c:v>
                </c:pt>
                <c:pt idx="5826">
                  <c:v>64.415298461914105</c:v>
                </c:pt>
                <c:pt idx="5827">
                  <c:v>64.609329223632798</c:v>
                </c:pt>
                <c:pt idx="5828">
                  <c:v>64.847846984863295</c:v>
                </c:pt>
                <c:pt idx="5829">
                  <c:v>64.979347229003906</c:v>
                </c:pt>
                <c:pt idx="5830">
                  <c:v>65.156921386718807</c:v>
                </c:pt>
                <c:pt idx="5831">
                  <c:v>65.346076965332003</c:v>
                </c:pt>
                <c:pt idx="5832">
                  <c:v>65.477157592773395</c:v>
                </c:pt>
                <c:pt idx="5833">
                  <c:v>65.654304504394503</c:v>
                </c:pt>
                <c:pt idx="5834">
                  <c:v>65.719497680664105</c:v>
                </c:pt>
                <c:pt idx="5835">
                  <c:v>66.073234558105497</c:v>
                </c:pt>
                <c:pt idx="5836">
                  <c:v>66.693634033203097</c:v>
                </c:pt>
                <c:pt idx="5837">
                  <c:v>67.021324157714801</c:v>
                </c:pt>
                <c:pt idx="5838">
                  <c:v>67.4720458984375</c:v>
                </c:pt>
                <c:pt idx="5839">
                  <c:v>68.011756896972699</c:v>
                </c:pt>
                <c:pt idx="5840">
                  <c:v>68.121345520019503</c:v>
                </c:pt>
                <c:pt idx="5841">
                  <c:v>68.334991455078097</c:v>
                </c:pt>
                <c:pt idx="5842">
                  <c:v>68.621192932128906</c:v>
                </c:pt>
                <c:pt idx="5843">
                  <c:v>68.812767028808594</c:v>
                </c:pt>
                <c:pt idx="5844">
                  <c:v>69.028785705566406</c:v>
                </c:pt>
                <c:pt idx="5845">
                  <c:v>69.032897949218807</c:v>
                </c:pt>
                <c:pt idx="5846">
                  <c:v>69.125633239746094</c:v>
                </c:pt>
                <c:pt idx="5847">
                  <c:v>69.169807434082003</c:v>
                </c:pt>
                <c:pt idx="5848">
                  <c:v>69.311676025390597</c:v>
                </c:pt>
                <c:pt idx="5849">
                  <c:v>69.477073669433594</c:v>
                </c:pt>
                <c:pt idx="5850">
                  <c:v>69.600914001464801</c:v>
                </c:pt>
                <c:pt idx="5851">
                  <c:v>69.6307373046875</c:v>
                </c:pt>
                <c:pt idx="5852">
                  <c:v>69.603729248046903</c:v>
                </c:pt>
                <c:pt idx="5853">
                  <c:v>69.495628356933594</c:v>
                </c:pt>
                <c:pt idx="5854">
                  <c:v>69.401176452636705</c:v>
                </c:pt>
                <c:pt idx="5855">
                  <c:v>69.266685485839801</c:v>
                </c:pt>
                <c:pt idx="5856">
                  <c:v>69.138816833496094</c:v>
                </c:pt>
                <c:pt idx="5857">
                  <c:v>69.035614013671903</c:v>
                </c:pt>
                <c:pt idx="5858">
                  <c:v>68.966888427734403</c:v>
                </c:pt>
                <c:pt idx="5859">
                  <c:v>68.727096557617202</c:v>
                </c:pt>
                <c:pt idx="5860">
                  <c:v>68.651962280273395</c:v>
                </c:pt>
                <c:pt idx="5861">
                  <c:v>68.404121398925795</c:v>
                </c:pt>
                <c:pt idx="5862">
                  <c:v>68.2884521484375</c:v>
                </c:pt>
                <c:pt idx="5863">
                  <c:v>68.046791076660199</c:v>
                </c:pt>
                <c:pt idx="5864">
                  <c:v>67.722648620605497</c:v>
                </c:pt>
                <c:pt idx="5865">
                  <c:v>67.463935852050795</c:v>
                </c:pt>
                <c:pt idx="5866">
                  <c:v>67.335716247558594</c:v>
                </c:pt>
                <c:pt idx="5867">
                  <c:v>67.268341064453097</c:v>
                </c:pt>
                <c:pt idx="5868">
                  <c:v>67.1766357421875</c:v>
                </c:pt>
                <c:pt idx="5869">
                  <c:v>67.093551635742202</c:v>
                </c:pt>
                <c:pt idx="5870">
                  <c:v>67.042297363281307</c:v>
                </c:pt>
                <c:pt idx="5871">
                  <c:v>67.0126953125</c:v>
                </c:pt>
                <c:pt idx="5872">
                  <c:v>66.878196716308594</c:v>
                </c:pt>
                <c:pt idx="5873">
                  <c:v>66.603706359863295</c:v>
                </c:pt>
                <c:pt idx="5874">
                  <c:v>66.248573303222699</c:v>
                </c:pt>
                <c:pt idx="5875">
                  <c:v>66.023994445800795</c:v>
                </c:pt>
                <c:pt idx="5876">
                  <c:v>65.850608825683594</c:v>
                </c:pt>
                <c:pt idx="5877">
                  <c:v>65.744186401367202</c:v>
                </c:pt>
                <c:pt idx="5878">
                  <c:v>65.714042663574205</c:v>
                </c:pt>
                <c:pt idx="5879">
                  <c:v>65.652656555175795</c:v>
                </c:pt>
                <c:pt idx="5880">
                  <c:v>65.620216369628906</c:v>
                </c:pt>
                <c:pt idx="5881">
                  <c:v>65.604461669921903</c:v>
                </c:pt>
                <c:pt idx="5882">
                  <c:v>65.5927734375</c:v>
                </c:pt>
                <c:pt idx="5883">
                  <c:v>65.536514282226605</c:v>
                </c:pt>
                <c:pt idx="5884">
                  <c:v>65.530029296875</c:v>
                </c:pt>
                <c:pt idx="5885">
                  <c:v>65.449836730957003</c:v>
                </c:pt>
                <c:pt idx="5886">
                  <c:v>65.385879516601605</c:v>
                </c:pt>
                <c:pt idx="5887">
                  <c:v>65.352890014648395</c:v>
                </c:pt>
                <c:pt idx="5888">
                  <c:v>65.434684753417997</c:v>
                </c:pt>
                <c:pt idx="5889">
                  <c:v>65.470382690429702</c:v>
                </c:pt>
                <c:pt idx="5890">
                  <c:v>65.526077270507798</c:v>
                </c:pt>
                <c:pt idx="5891">
                  <c:v>65.566680908203097</c:v>
                </c:pt>
                <c:pt idx="5892">
                  <c:v>65.765632629394503</c:v>
                </c:pt>
                <c:pt idx="5893">
                  <c:v>66.052947998046903</c:v>
                </c:pt>
                <c:pt idx="5894">
                  <c:v>66.557502746582003</c:v>
                </c:pt>
                <c:pt idx="5895">
                  <c:v>66.901252746582003</c:v>
                </c:pt>
                <c:pt idx="5896">
                  <c:v>67.081611633300795</c:v>
                </c:pt>
                <c:pt idx="5897">
                  <c:v>67.438316345214801</c:v>
                </c:pt>
                <c:pt idx="5898">
                  <c:v>67.687873840332003</c:v>
                </c:pt>
                <c:pt idx="5899">
                  <c:v>67.833557128906307</c:v>
                </c:pt>
                <c:pt idx="5900">
                  <c:v>68.032302856445298</c:v>
                </c:pt>
                <c:pt idx="5901">
                  <c:v>68.279876708984403</c:v>
                </c:pt>
                <c:pt idx="5902">
                  <c:v>68.481674194335895</c:v>
                </c:pt>
                <c:pt idx="5903">
                  <c:v>68.433532714843807</c:v>
                </c:pt>
                <c:pt idx="5904">
                  <c:v>68.642868041992202</c:v>
                </c:pt>
                <c:pt idx="5905">
                  <c:v>68.731353759765597</c:v>
                </c:pt>
                <c:pt idx="5906">
                  <c:v>68.825180053710895</c:v>
                </c:pt>
                <c:pt idx="5907">
                  <c:v>68.968254089355497</c:v>
                </c:pt>
                <c:pt idx="5908">
                  <c:v>69.016845703125</c:v>
                </c:pt>
                <c:pt idx="5909">
                  <c:v>69.091407775878906</c:v>
                </c:pt>
                <c:pt idx="5910">
                  <c:v>69.1707763671875</c:v>
                </c:pt>
                <c:pt idx="5911">
                  <c:v>69.396690368652301</c:v>
                </c:pt>
                <c:pt idx="5912">
                  <c:v>69.379669189453097</c:v>
                </c:pt>
                <c:pt idx="5913">
                  <c:v>69.456581115722699</c:v>
                </c:pt>
                <c:pt idx="5914">
                  <c:v>69.482582092285199</c:v>
                </c:pt>
                <c:pt idx="5915">
                  <c:v>69.490585327148395</c:v>
                </c:pt>
                <c:pt idx="5916">
                  <c:v>69.578475952148395</c:v>
                </c:pt>
                <c:pt idx="5917">
                  <c:v>69.630729675292997</c:v>
                </c:pt>
                <c:pt idx="5918">
                  <c:v>69.534011840820298</c:v>
                </c:pt>
                <c:pt idx="5919">
                  <c:v>69.336112976074205</c:v>
                </c:pt>
                <c:pt idx="5920">
                  <c:v>69.300498962402301</c:v>
                </c:pt>
                <c:pt idx="5921">
                  <c:v>69.180130004882798</c:v>
                </c:pt>
                <c:pt idx="5922">
                  <c:v>69.287483215332003</c:v>
                </c:pt>
                <c:pt idx="5923">
                  <c:v>69.330322265625</c:v>
                </c:pt>
                <c:pt idx="5924">
                  <c:v>69.268112182617202</c:v>
                </c:pt>
                <c:pt idx="5925">
                  <c:v>69.194496154785199</c:v>
                </c:pt>
                <c:pt idx="5926">
                  <c:v>69.241737365722699</c:v>
                </c:pt>
                <c:pt idx="5927">
                  <c:v>69.259895324707003</c:v>
                </c:pt>
                <c:pt idx="5928">
                  <c:v>69.193183898925795</c:v>
                </c:pt>
                <c:pt idx="5929">
                  <c:v>69.151847839355497</c:v>
                </c:pt>
                <c:pt idx="5930">
                  <c:v>69.083969116210895</c:v>
                </c:pt>
                <c:pt idx="5931">
                  <c:v>69.025657653808594</c:v>
                </c:pt>
                <c:pt idx="5932">
                  <c:v>68.973571777343807</c:v>
                </c:pt>
                <c:pt idx="5933">
                  <c:v>68.916496276855497</c:v>
                </c:pt>
                <c:pt idx="5934">
                  <c:v>68.781822204589801</c:v>
                </c:pt>
                <c:pt idx="5935">
                  <c:v>68.700218200683594</c:v>
                </c:pt>
                <c:pt idx="5936">
                  <c:v>68.592422485351605</c:v>
                </c:pt>
                <c:pt idx="5937">
                  <c:v>68.432830810546903</c:v>
                </c:pt>
                <c:pt idx="5938">
                  <c:v>68.156929016113295</c:v>
                </c:pt>
                <c:pt idx="5939">
                  <c:v>68.027809143066406</c:v>
                </c:pt>
                <c:pt idx="5940">
                  <c:v>67.648628234863295</c:v>
                </c:pt>
                <c:pt idx="5941">
                  <c:v>67.423469543457003</c:v>
                </c:pt>
                <c:pt idx="5942">
                  <c:v>67.183242797851605</c:v>
                </c:pt>
                <c:pt idx="5943">
                  <c:v>67.004768371582003</c:v>
                </c:pt>
                <c:pt idx="5944">
                  <c:v>66.593788146972699</c:v>
                </c:pt>
                <c:pt idx="5945">
                  <c:v>66.126426696777301</c:v>
                </c:pt>
                <c:pt idx="5946">
                  <c:v>65.864471435546903</c:v>
                </c:pt>
                <c:pt idx="5947">
                  <c:v>65.729812622070298</c:v>
                </c:pt>
                <c:pt idx="5948">
                  <c:v>65.660728454589801</c:v>
                </c:pt>
                <c:pt idx="5949">
                  <c:v>65.620437622070298</c:v>
                </c:pt>
                <c:pt idx="5950">
                  <c:v>65.591300964355497</c:v>
                </c:pt>
                <c:pt idx="5951">
                  <c:v>65.540374755859403</c:v>
                </c:pt>
                <c:pt idx="5952">
                  <c:v>65.520126342773395</c:v>
                </c:pt>
                <c:pt idx="5953">
                  <c:v>65.415008544921903</c:v>
                </c:pt>
                <c:pt idx="5954">
                  <c:v>65.264793395996094</c:v>
                </c:pt>
                <c:pt idx="5955">
                  <c:v>65.087867736816406</c:v>
                </c:pt>
                <c:pt idx="5956">
                  <c:v>64.980522155761705</c:v>
                </c:pt>
                <c:pt idx="5957">
                  <c:v>64.847122192382798</c:v>
                </c:pt>
                <c:pt idx="5958">
                  <c:v>64.667045593261705</c:v>
                </c:pt>
                <c:pt idx="5959">
                  <c:v>64.489830017089801</c:v>
                </c:pt>
                <c:pt idx="5960">
                  <c:v>64.353401184082003</c:v>
                </c:pt>
                <c:pt idx="5961">
                  <c:v>64.243156433105497</c:v>
                </c:pt>
                <c:pt idx="5962">
                  <c:v>64.087211608886705</c:v>
                </c:pt>
                <c:pt idx="5963">
                  <c:v>64.026420593261705</c:v>
                </c:pt>
                <c:pt idx="5964">
                  <c:v>63.902732849121101</c:v>
                </c:pt>
                <c:pt idx="5965">
                  <c:v>63.589717864990199</c:v>
                </c:pt>
                <c:pt idx="5966">
                  <c:v>63.384609222412102</c:v>
                </c:pt>
                <c:pt idx="5967">
                  <c:v>63.231540679931598</c:v>
                </c:pt>
                <c:pt idx="5968">
                  <c:v>63.046352386474602</c:v>
                </c:pt>
                <c:pt idx="5969">
                  <c:v>62.984790802002003</c:v>
                </c:pt>
                <c:pt idx="5970">
                  <c:v>62.796543121337898</c:v>
                </c:pt>
                <c:pt idx="5971">
                  <c:v>62.589019775390597</c:v>
                </c:pt>
                <c:pt idx="5972">
                  <c:v>62.456787109375</c:v>
                </c:pt>
                <c:pt idx="5973">
                  <c:v>62.426822662353501</c:v>
                </c:pt>
                <c:pt idx="5974">
                  <c:v>62.282569885253899</c:v>
                </c:pt>
                <c:pt idx="5975">
                  <c:v>62.141330718994098</c:v>
                </c:pt>
                <c:pt idx="5976">
                  <c:v>61.985755920410199</c:v>
                </c:pt>
                <c:pt idx="5977">
                  <c:v>61.905158996582003</c:v>
                </c:pt>
                <c:pt idx="5978">
                  <c:v>61.838768005371101</c:v>
                </c:pt>
                <c:pt idx="5979">
                  <c:v>61.683704376220703</c:v>
                </c:pt>
                <c:pt idx="5980">
                  <c:v>61.573577880859403</c:v>
                </c:pt>
                <c:pt idx="5981">
                  <c:v>61.4742431640625</c:v>
                </c:pt>
                <c:pt idx="5982">
                  <c:v>61.273143768310597</c:v>
                </c:pt>
                <c:pt idx="5983">
                  <c:v>61.039997100830099</c:v>
                </c:pt>
                <c:pt idx="5984">
                  <c:v>60.894660949707003</c:v>
                </c:pt>
                <c:pt idx="5985">
                  <c:v>60.7938232421875</c:v>
                </c:pt>
                <c:pt idx="5986">
                  <c:v>60.723297119140597</c:v>
                </c:pt>
                <c:pt idx="5987">
                  <c:v>60.656314849853501</c:v>
                </c:pt>
                <c:pt idx="5988">
                  <c:v>60.587001800537102</c:v>
                </c:pt>
                <c:pt idx="5989">
                  <c:v>60.403778076171903</c:v>
                </c:pt>
                <c:pt idx="5990">
                  <c:v>60.19384765625</c:v>
                </c:pt>
                <c:pt idx="5991">
                  <c:v>60.065101623535199</c:v>
                </c:pt>
                <c:pt idx="5992">
                  <c:v>59.9863090515137</c:v>
                </c:pt>
                <c:pt idx="5993">
                  <c:v>59.891941070556598</c:v>
                </c:pt>
                <c:pt idx="5994">
                  <c:v>59.846279144287102</c:v>
                </c:pt>
                <c:pt idx="5995">
                  <c:v>59.682010650634801</c:v>
                </c:pt>
                <c:pt idx="5996">
                  <c:v>59.521450042724602</c:v>
                </c:pt>
                <c:pt idx="5997">
                  <c:v>59.358097076416001</c:v>
                </c:pt>
                <c:pt idx="5998">
                  <c:v>59.233364105224602</c:v>
                </c:pt>
                <c:pt idx="5999">
                  <c:v>59.079658508300803</c:v>
                </c:pt>
                <c:pt idx="6000">
                  <c:v>58.997978210449197</c:v>
                </c:pt>
                <c:pt idx="6001">
                  <c:v>58.9547309875488</c:v>
                </c:pt>
                <c:pt idx="6002">
                  <c:v>58.818992614746101</c:v>
                </c:pt>
                <c:pt idx="6003">
                  <c:v>58.691890716552699</c:v>
                </c:pt>
                <c:pt idx="6004">
                  <c:v>58.637866973877003</c:v>
                </c:pt>
                <c:pt idx="6005">
                  <c:v>58.556465148925803</c:v>
                </c:pt>
                <c:pt idx="6006">
                  <c:v>58.484912872314503</c:v>
                </c:pt>
                <c:pt idx="6007">
                  <c:v>58.39599609375</c:v>
                </c:pt>
                <c:pt idx="6008">
                  <c:v>58.3717231750488</c:v>
                </c:pt>
                <c:pt idx="6009">
                  <c:v>58.2325439453125</c:v>
                </c:pt>
                <c:pt idx="6010">
                  <c:v>58.135734558105497</c:v>
                </c:pt>
                <c:pt idx="6011">
                  <c:v>58.032859802246101</c:v>
                </c:pt>
                <c:pt idx="6012">
                  <c:v>58.128910064697301</c:v>
                </c:pt>
                <c:pt idx="6013">
                  <c:v>58.179924011230497</c:v>
                </c:pt>
                <c:pt idx="6014">
                  <c:v>58.228836059570298</c:v>
                </c:pt>
                <c:pt idx="6015">
                  <c:v>58.2658882141113</c:v>
                </c:pt>
                <c:pt idx="6016">
                  <c:v>58.458381652832003</c:v>
                </c:pt>
                <c:pt idx="6017">
                  <c:v>58.477024078369098</c:v>
                </c:pt>
                <c:pt idx="6018">
                  <c:v>58.570079803466797</c:v>
                </c:pt>
                <c:pt idx="6019">
                  <c:v>58.514453887939503</c:v>
                </c:pt>
                <c:pt idx="6020">
                  <c:v>58.6533203125</c:v>
                </c:pt>
                <c:pt idx="6021">
                  <c:v>58.668342590332003</c:v>
                </c:pt>
                <c:pt idx="6022">
                  <c:v>58.567256927490199</c:v>
                </c:pt>
                <c:pt idx="6023">
                  <c:v>58.653636932373097</c:v>
                </c:pt>
                <c:pt idx="6024">
                  <c:v>58.616123199462898</c:v>
                </c:pt>
                <c:pt idx="6025">
                  <c:v>58.6668891906738</c:v>
                </c:pt>
                <c:pt idx="6026">
                  <c:v>58.629264831542997</c:v>
                </c:pt>
                <c:pt idx="6027">
                  <c:v>58.706539154052699</c:v>
                </c:pt>
                <c:pt idx="6028">
                  <c:v>58.756565093994098</c:v>
                </c:pt>
                <c:pt idx="6029">
                  <c:v>58.782360076904297</c:v>
                </c:pt>
                <c:pt idx="6030">
                  <c:v>58.854606628417997</c:v>
                </c:pt>
                <c:pt idx="6031">
                  <c:v>59.015995025634801</c:v>
                </c:pt>
                <c:pt idx="6032">
                  <c:v>59.111598968505902</c:v>
                </c:pt>
                <c:pt idx="6033">
                  <c:v>59.181396484375</c:v>
                </c:pt>
                <c:pt idx="6034">
                  <c:v>59.322113037109403</c:v>
                </c:pt>
                <c:pt idx="6035">
                  <c:v>59.659042358398402</c:v>
                </c:pt>
                <c:pt idx="6036">
                  <c:v>59.752635955810597</c:v>
                </c:pt>
                <c:pt idx="6037">
                  <c:v>59.899951934814503</c:v>
                </c:pt>
                <c:pt idx="6038">
                  <c:v>60.289180755615199</c:v>
                </c:pt>
                <c:pt idx="6039">
                  <c:v>60.441696166992202</c:v>
                </c:pt>
                <c:pt idx="6040">
                  <c:v>60.464706420898402</c:v>
                </c:pt>
                <c:pt idx="6041">
                  <c:v>60.527366638183601</c:v>
                </c:pt>
                <c:pt idx="6042">
                  <c:v>61.078498840332003</c:v>
                </c:pt>
                <c:pt idx="6043">
                  <c:v>61.267066955566399</c:v>
                </c:pt>
                <c:pt idx="6044">
                  <c:v>61.532222747802699</c:v>
                </c:pt>
                <c:pt idx="6045">
                  <c:v>61.608932495117202</c:v>
                </c:pt>
                <c:pt idx="6046">
                  <c:v>61.916759490966797</c:v>
                </c:pt>
                <c:pt idx="6047">
                  <c:v>62.241481781005902</c:v>
                </c:pt>
                <c:pt idx="6048">
                  <c:v>62.517642974853501</c:v>
                </c:pt>
                <c:pt idx="6049">
                  <c:v>62.684238433837898</c:v>
                </c:pt>
                <c:pt idx="6050">
                  <c:v>62.620449066162102</c:v>
                </c:pt>
                <c:pt idx="6051">
                  <c:v>63.209877014160199</c:v>
                </c:pt>
                <c:pt idx="6052">
                  <c:v>63.352626800537102</c:v>
                </c:pt>
                <c:pt idx="6053">
                  <c:v>63.752696990966797</c:v>
                </c:pt>
                <c:pt idx="6054">
                  <c:v>63.954063415527301</c:v>
                </c:pt>
                <c:pt idx="6055">
                  <c:v>63.980697631835902</c:v>
                </c:pt>
                <c:pt idx="6056">
                  <c:v>64.062271118164105</c:v>
                </c:pt>
                <c:pt idx="6057">
                  <c:v>64.405357360839801</c:v>
                </c:pt>
                <c:pt idx="6058">
                  <c:v>64.674285888671903</c:v>
                </c:pt>
                <c:pt idx="6059">
                  <c:v>64.882072448730497</c:v>
                </c:pt>
                <c:pt idx="6060">
                  <c:v>64.768943786621094</c:v>
                </c:pt>
                <c:pt idx="6061">
                  <c:v>64.942207336425795</c:v>
                </c:pt>
                <c:pt idx="6062">
                  <c:v>64.888092041015597</c:v>
                </c:pt>
                <c:pt idx="6063">
                  <c:v>64.818679809570298</c:v>
                </c:pt>
                <c:pt idx="6064">
                  <c:v>64.831008911132798</c:v>
                </c:pt>
                <c:pt idx="6065">
                  <c:v>64.844772338867202</c:v>
                </c:pt>
                <c:pt idx="6066">
                  <c:v>64.831924438476605</c:v>
                </c:pt>
                <c:pt idx="6067">
                  <c:v>64.803260803222699</c:v>
                </c:pt>
                <c:pt idx="6068">
                  <c:v>64.742874145507798</c:v>
                </c:pt>
                <c:pt idx="6069">
                  <c:v>64.6949462890625</c:v>
                </c:pt>
                <c:pt idx="6070">
                  <c:v>64.705902099609403</c:v>
                </c:pt>
                <c:pt idx="6071">
                  <c:v>64.521980285644503</c:v>
                </c:pt>
                <c:pt idx="6072">
                  <c:v>64.435501098632798</c:v>
                </c:pt>
                <c:pt idx="6073">
                  <c:v>64.306076049804702</c:v>
                </c:pt>
                <c:pt idx="6074">
                  <c:v>64.242057800292997</c:v>
                </c:pt>
                <c:pt idx="6075">
                  <c:v>64.143264770507798</c:v>
                </c:pt>
                <c:pt idx="6076">
                  <c:v>64.101875305175795</c:v>
                </c:pt>
                <c:pt idx="6077">
                  <c:v>64.130455017089801</c:v>
                </c:pt>
                <c:pt idx="6078">
                  <c:v>64.0897216796875</c:v>
                </c:pt>
                <c:pt idx="6079">
                  <c:v>64.030075073242202</c:v>
                </c:pt>
                <c:pt idx="6080">
                  <c:v>63.830814361572301</c:v>
                </c:pt>
                <c:pt idx="6081">
                  <c:v>63.871391296386697</c:v>
                </c:pt>
                <c:pt idx="6082">
                  <c:v>63.891410827636697</c:v>
                </c:pt>
                <c:pt idx="6083">
                  <c:v>63.913982391357401</c:v>
                </c:pt>
                <c:pt idx="6084">
                  <c:v>63.9118041992188</c:v>
                </c:pt>
                <c:pt idx="6085">
                  <c:v>63.642929077148402</c:v>
                </c:pt>
                <c:pt idx="6086">
                  <c:v>63.696628570556598</c:v>
                </c:pt>
                <c:pt idx="6087">
                  <c:v>63.754581451416001</c:v>
                </c:pt>
                <c:pt idx="6088">
                  <c:v>63.852210998535199</c:v>
                </c:pt>
                <c:pt idx="6089">
                  <c:v>63.953460693359403</c:v>
                </c:pt>
                <c:pt idx="6090">
                  <c:v>63.866016387939503</c:v>
                </c:pt>
                <c:pt idx="6091">
                  <c:v>64.013954162597699</c:v>
                </c:pt>
                <c:pt idx="6092">
                  <c:v>63.804454803466797</c:v>
                </c:pt>
                <c:pt idx="6093">
                  <c:v>63.928989410400398</c:v>
                </c:pt>
                <c:pt idx="6094">
                  <c:v>63.997501373291001</c:v>
                </c:pt>
                <c:pt idx="6095">
                  <c:v>64.198562622070298</c:v>
                </c:pt>
                <c:pt idx="6096">
                  <c:v>64.277381896972699</c:v>
                </c:pt>
                <c:pt idx="6097">
                  <c:v>64.658172607421903</c:v>
                </c:pt>
                <c:pt idx="6098">
                  <c:v>64.655281066894503</c:v>
                </c:pt>
                <c:pt idx="6099">
                  <c:v>64.973037719726605</c:v>
                </c:pt>
                <c:pt idx="6100">
                  <c:v>65.180572509765597</c:v>
                </c:pt>
                <c:pt idx="6101">
                  <c:v>65.277320861816406</c:v>
                </c:pt>
                <c:pt idx="6102">
                  <c:v>65.374153137207003</c:v>
                </c:pt>
                <c:pt idx="6103">
                  <c:v>65.49072265625</c:v>
                </c:pt>
                <c:pt idx="6104">
                  <c:v>65.539909362792997</c:v>
                </c:pt>
                <c:pt idx="6105">
                  <c:v>65.994308471679702</c:v>
                </c:pt>
                <c:pt idx="6106">
                  <c:v>66.575721740722699</c:v>
                </c:pt>
                <c:pt idx="6107">
                  <c:v>66.839942932128906</c:v>
                </c:pt>
                <c:pt idx="6108">
                  <c:v>67.073356628417997</c:v>
                </c:pt>
                <c:pt idx="6109">
                  <c:v>67.194869995117202</c:v>
                </c:pt>
                <c:pt idx="6110">
                  <c:v>67.599029541015597</c:v>
                </c:pt>
                <c:pt idx="6111">
                  <c:v>67.977149963378906</c:v>
                </c:pt>
                <c:pt idx="6112">
                  <c:v>68.303192138671903</c:v>
                </c:pt>
                <c:pt idx="6113">
                  <c:v>68.587242126464801</c:v>
                </c:pt>
                <c:pt idx="6114">
                  <c:v>68.733444213867202</c:v>
                </c:pt>
                <c:pt idx="6115">
                  <c:v>68.968803405761705</c:v>
                </c:pt>
                <c:pt idx="6116">
                  <c:v>69.500617980957003</c:v>
                </c:pt>
                <c:pt idx="6117">
                  <c:v>69.787658691406307</c:v>
                </c:pt>
                <c:pt idx="6118">
                  <c:v>69.760780334472699</c:v>
                </c:pt>
                <c:pt idx="6119">
                  <c:v>69.870361328125</c:v>
                </c:pt>
                <c:pt idx="6120">
                  <c:v>70.216316223144503</c:v>
                </c:pt>
                <c:pt idx="6121">
                  <c:v>70.374435424804702</c:v>
                </c:pt>
                <c:pt idx="6122">
                  <c:v>70.703872680664105</c:v>
                </c:pt>
                <c:pt idx="6123">
                  <c:v>70.999237060546903</c:v>
                </c:pt>
                <c:pt idx="6124">
                  <c:v>71.334167480468807</c:v>
                </c:pt>
                <c:pt idx="6125">
                  <c:v>71.278388977050795</c:v>
                </c:pt>
                <c:pt idx="6126">
                  <c:v>71.331604003906307</c:v>
                </c:pt>
                <c:pt idx="6127">
                  <c:v>71.550437927246094</c:v>
                </c:pt>
                <c:pt idx="6128">
                  <c:v>71.781631469726605</c:v>
                </c:pt>
                <c:pt idx="6129">
                  <c:v>71.946037292480497</c:v>
                </c:pt>
                <c:pt idx="6130">
                  <c:v>72.031486511230497</c:v>
                </c:pt>
                <c:pt idx="6131">
                  <c:v>72.075416564941406</c:v>
                </c:pt>
                <c:pt idx="6132">
                  <c:v>72.097953796386705</c:v>
                </c:pt>
                <c:pt idx="6133">
                  <c:v>72.310493469238295</c:v>
                </c:pt>
                <c:pt idx="6134">
                  <c:v>72.487487792968807</c:v>
                </c:pt>
                <c:pt idx="6135">
                  <c:v>72.3095703125</c:v>
                </c:pt>
                <c:pt idx="6136">
                  <c:v>72.374298095703097</c:v>
                </c:pt>
                <c:pt idx="6137">
                  <c:v>73.697219848632798</c:v>
                </c:pt>
                <c:pt idx="6138">
                  <c:v>74.308853149414105</c:v>
                </c:pt>
                <c:pt idx="6139">
                  <c:v>74.649230957031307</c:v>
                </c:pt>
                <c:pt idx="6140">
                  <c:v>75.147956848144503</c:v>
                </c:pt>
                <c:pt idx="6141">
                  <c:v>75.391700744628906</c:v>
                </c:pt>
                <c:pt idx="6142">
                  <c:v>75.565254211425795</c:v>
                </c:pt>
                <c:pt idx="6143">
                  <c:v>76.425285339355497</c:v>
                </c:pt>
                <c:pt idx="6144">
                  <c:v>77.4876708984375</c:v>
                </c:pt>
                <c:pt idx="6145">
                  <c:v>78.077079772949205</c:v>
                </c:pt>
                <c:pt idx="6146">
                  <c:v>78.38330078125</c:v>
                </c:pt>
                <c:pt idx="6147">
                  <c:v>78.540710449218807</c:v>
                </c:pt>
                <c:pt idx="6148">
                  <c:v>78.649963378906307</c:v>
                </c:pt>
                <c:pt idx="6149">
                  <c:v>78.85693359375</c:v>
                </c:pt>
                <c:pt idx="6150">
                  <c:v>78.874473571777301</c:v>
                </c:pt>
                <c:pt idx="6151">
                  <c:v>78.798049926757798</c:v>
                </c:pt>
                <c:pt idx="6152">
                  <c:v>78.965835571289105</c:v>
                </c:pt>
                <c:pt idx="6153">
                  <c:v>79.037971496582003</c:v>
                </c:pt>
                <c:pt idx="6154">
                  <c:v>79.148124694824205</c:v>
                </c:pt>
                <c:pt idx="6155">
                  <c:v>79.404075622558594</c:v>
                </c:pt>
                <c:pt idx="6156">
                  <c:v>79.519096374511705</c:v>
                </c:pt>
                <c:pt idx="6157">
                  <c:v>79.349967956542997</c:v>
                </c:pt>
                <c:pt idx="6158">
                  <c:v>79.209037780761705</c:v>
                </c:pt>
                <c:pt idx="6159">
                  <c:v>79.347251892089801</c:v>
                </c:pt>
                <c:pt idx="6160">
                  <c:v>79.329338073730497</c:v>
                </c:pt>
                <c:pt idx="6161">
                  <c:v>79.310615539550795</c:v>
                </c:pt>
                <c:pt idx="6162">
                  <c:v>79.234062194824205</c:v>
                </c:pt>
                <c:pt idx="6163">
                  <c:v>79.213356018066406</c:v>
                </c:pt>
                <c:pt idx="6164">
                  <c:v>79.188995361328097</c:v>
                </c:pt>
                <c:pt idx="6165">
                  <c:v>79.064949035644503</c:v>
                </c:pt>
                <c:pt idx="6166">
                  <c:v>78.983383178710895</c:v>
                </c:pt>
                <c:pt idx="6167">
                  <c:v>78.852478027343807</c:v>
                </c:pt>
                <c:pt idx="6168">
                  <c:v>78.826568603515597</c:v>
                </c:pt>
                <c:pt idx="6169">
                  <c:v>78.873039245605497</c:v>
                </c:pt>
                <c:pt idx="6170">
                  <c:v>78.807243347167997</c:v>
                </c:pt>
                <c:pt idx="6171">
                  <c:v>78.799163818359403</c:v>
                </c:pt>
                <c:pt idx="6172">
                  <c:v>78.804039001464801</c:v>
                </c:pt>
                <c:pt idx="6173">
                  <c:v>78.760032653808594</c:v>
                </c:pt>
                <c:pt idx="6174">
                  <c:v>78.734054565429702</c:v>
                </c:pt>
                <c:pt idx="6175">
                  <c:v>78.721473693847699</c:v>
                </c:pt>
                <c:pt idx="6176">
                  <c:v>78.754096984863295</c:v>
                </c:pt>
                <c:pt idx="6177">
                  <c:v>78.754768371582003</c:v>
                </c:pt>
                <c:pt idx="6178">
                  <c:v>78.735069274902301</c:v>
                </c:pt>
                <c:pt idx="6179">
                  <c:v>78.721244812011705</c:v>
                </c:pt>
                <c:pt idx="6180">
                  <c:v>78.714889526367202</c:v>
                </c:pt>
                <c:pt idx="6181">
                  <c:v>78.711685180664105</c:v>
                </c:pt>
                <c:pt idx="6182">
                  <c:v>78.685729980468807</c:v>
                </c:pt>
                <c:pt idx="6183">
                  <c:v>78.701316833496094</c:v>
                </c:pt>
                <c:pt idx="6184">
                  <c:v>78.707351684570298</c:v>
                </c:pt>
                <c:pt idx="6185">
                  <c:v>78.708610534667997</c:v>
                </c:pt>
                <c:pt idx="6186">
                  <c:v>78.762191772460895</c:v>
                </c:pt>
                <c:pt idx="6187">
                  <c:v>78.759178161621094</c:v>
                </c:pt>
                <c:pt idx="6188">
                  <c:v>78.7384033203125</c:v>
                </c:pt>
                <c:pt idx="6189">
                  <c:v>78.7252197265625</c:v>
                </c:pt>
                <c:pt idx="6190">
                  <c:v>78.718704223632798</c:v>
                </c:pt>
                <c:pt idx="6191">
                  <c:v>78.720886230468807</c:v>
                </c:pt>
                <c:pt idx="6192">
                  <c:v>78.761085510253906</c:v>
                </c:pt>
                <c:pt idx="6193">
                  <c:v>78.750015258789105</c:v>
                </c:pt>
                <c:pt idx="6194">
                  <c:v>78.768386840820298</c:v>
                </c:pt>
                <c:pt idx="6195">
                  <c:v>78.787994384765597</c:v>
                </c:pt>
                <c:pt idx="6196">
                  <c:v>78.761787414550795</c:v>
                </c:pt>
                <c:pt idx="6197">
                  <c:v>78.739196777343807</c:v>
                </c:pt>
                <c:pt idx="6198">
                  <c:v>78.723480224609403</c:v>
                </c:pt>
                <c:pt idx="6199">
                  <c:v>78.715301513671903</c:v>
                </c:pt>
                <c:pt idx="6200">
                  <c:v>78.711097717285199</c:v>
                </c:pt>
                <c:pt idx="6201">
                  <c:v>78.708938598632798</c:v>
                </c:pt>
                <c:pt idx="6202">
                  <c:v>78.682365417480497</c:v>
                </c:pt>
                <c:pt idx="6203">
                  <c:v>78.690322875976605</c:v>
                </c:pt>
                <c:pt idx="6204">
                  <c:v>78.412254333496094</c:v>
                </c:pt>
                <c:pt idx="6205">
                  <c:v>77.787063598632798</c:v>
                </c:pt>
                <c:pt idx="6206">
                  <c:v>77.232818603515597</c:v>
                </c:pt>
                <c:pt idx="6207">
                  <c:v>77.050033569335895</c:v>
                </c:pt>
                <c:pt idx="6208">
                  <c:v>76.685211181640597</c:v>
                </c:pt>
                <c:pt idx="6209">
                  <c:v>76.368553161621094</c:v>
                </c:pt>
                <c:pt idx="6210">
                  <c:v>76.125816345214801</c:v>
                </c:pt>
                <c:pt idx="6211">
                  <c:v>75.884498596191406</c:v>
                </c:pt>
                <c:pt idx="6212">
                  <c:v>75.677131652832003</c:v>
                </c:pt>
                <c:pt idx="6213">
                  <c:v>75.566345214843807</c:v>
                </c:pt>
                <c:pt idx="6214">
                  <c:v>75.424659729003906</c:v>
                </c:pt>
                <c:pt idx="6215">
                  <c:v>75.231910705566406</c:v>
                </c:pt>
                <c:pt idx="6216">
                  <c:v>74.924179077148395</c:v>
                </c:pt>
                <c:pt idx="6217">
                  <c:v>74.2835693359375</c:v>
                </c:pt>
                <c:pt idx="6218">
                  <c:v>73.587020874023395</c:v>
                </c:pt>
                <c:pt idx="6219">
                  <c:v>72.889801025390597</c:v>
                </c:pt>
                <c:pt idx="6220">
                  <c:v>72.541343688964801</c:v>
                </c:pt>
                <c:pt idx="6221">
                  <c:v>72.337165832519503</c:v>
                </c:pt>
                <c:pt idx="6222">
                  <c:v>72.232307434082003</c:v>
                </c:pt>
                <c:pt idx="6223">
                  <c:v>72.178520202636705</c:v>
                </c:pt>
                <c:pt idx="6224">
                  <c:v>72.150886535644503</c:v>
                </c:pt>
                <c:pt idx="6225">
                  <c:v>72.1085205078125</c:v>
                </c:pt>
                <c:pt idx="6226">
                  <c:v>72.015129089355497</c:v>
                </c:pt>
                <c:pt idx="6227">
                  <c:v>71.829650878906307</c:v>
                </c:pt>
                <c:pt idx="6228">
                  <c:v>71.608619689941406</c:v>
                </c:pt>
                <c:pt idx="6229">
                  <c:v>71.456977844238295</c:v>
                </c:pt>
                <c:pt idx="6230">
                  <c:v>71.174530029296903</c:v>
                </c:pt>
                <c:pt idx="6231">
                  <c:v>70.924568176269503</c:v>
                </c:pt>
                <c:pt idx="6232">
                  <c:v>70.748634338378906</c:v>
                </c:pt>
                <c:pt idx="6233">
                  <c:v>70.649024963378906</c:v>
                </c:pt>
                <c:pt idx="6234">
                  <c:v>70.419212341308594</c:v>
                </c:pt>
                <c:pt idx="6235">
                  <c:v>70.093452453613295</c:v>
                </c:pt>
                <c:pt idx="6236">
                  <c:v>69.818031311035199</c:v>
                </c:pt>
                <c:pt idx="6237">
                  <c:v>69.557319641113295</c:v>
                </c:pt>
                <c:pt idx="6238">
                  <c:v>69.303527832031307</c:v>
                </c:pt>
                <c:pt idx="6239">
                  <c:v>69.118896484375</c:v>
                </c:pt>
                <c:pt idx="6240">
                  <c:v>69.009704589843807</c:v>
                </c:pt>
                <c:pt idx="6241">
                  <c:v>68.891067504882798</c:v>
                </c:pt>
                <c:pt idx="6242">
                  <c:v>68.662925720214801</c:v>
                </c:pt>
                <c:pt idx="6243">
                  <c:v>68.379592895507798</c:v>
                </c:pt>
                <c:pt idx="6244">
                  <c:v>68.022071838378906</c:v>
                </c:pt>
                <c:pt idx="6245">
                  <c:v>67.727478027343807</c:v>
                </c:pt>
                <c:pt idx="6246">
                  <c:v>67.499778747558594</c:v>
                </c:pt>
                <c:pt idx="6247">
                  <c:v>67.346969604492202</c:v>
                </c:pt>
                <c:pt idx="6248">
                  <c:v>67.246406555175795</c:v>
                </c:pt>
                <c:pt idx="6249">
                  <c:v>67.084014892578097</c:v>
                </c:pt>
                <c:pt idx="6250">
                  <c:v>66.628517150878906</c:v>
                </c:pt>
                <c:pt idx="6251">
                  <c:v>66.202018737792997</c:v>
                </c:pt>
                <c:pt idx="6252">
                  <c:v>65.936866760253906</c:v>
                </c:pt>
                <c:pt idx="6253">
                  <c:v>65.775009155273395</c:v>
                </c:pt>
                <c:pt idx="6254">
                  <c:v>65.683914184570298</c:v>
                </c:pt>
                <c:pt idx="6255">
                  <c:v>65.637176513671903</c:v>
                </c:pt>
                <c:pt idx="6256">
                  <c:v>65.607620239257798</c:v>
                </c:pt>
                <c:pt idx="6257">
                  <c:v>65.564285278320298</c:v>
                </c:pt>
                <c:pt idx="6258">
                  <c:v>65.551055908203097</c:v>
                </c:pt>
                <c:pt idx="6259">
                  <c:v>65.505783081054702</c:v>
                </c:pt>
                <c:pt idx="6260">
                  <c:v>65.408424377441406</c:v>
                </c:pt>
                <c:pt idx="6261">
                  <c:v>65.328353881835895</c:v>
                </c:pt>
                <c:pt idx="6262">
                  <c:v>65.2222900390625</c:v>
                </c:pt>
                <c:pt idx="6263">
                  <c:v>65.08154296875</c:v>
                </c:pt>
                <c:pt idx="6264">
                  <c:v>64.999687194824205</c:v>
                </c:pt>
                <c:pt idx="6265">
                  <c:v>64.806617736816406</c:v>
                </c:pt>
                <c:pt idx="6266">
                  <c:v>64.632629394531307</c:v>
                </c:pt>
                <c:pt idx="6267">
                  <c:v>64.501953125</c:v>
                </c:pt>
                <c:pt idx="6268">
                  <c:v>64.309799194335895</c:v>
                </c:pt>
                <c:pt idx="6269">
                  <c:v>64.183746337890597</c:v>
                </c:pt>
                <c:pt idx="6270">
                  <c:v>64.106544494628906</c:v>
                </c:pt>
                <c:pt idx="6271">
                  <c:v>64.076515197753906</c:v>
                </c:pt>
                <c:pt idx="6272">
                  <c:v>64.045295715332003</c:v>
                </c:pt>
                <c:pt idx="6273">
                  <c:v>63.9580688476563</c:v>
                </c:pt>
                <c:pt idx="6274">
                  <c:v>63.816009521484403</c:v>
                </c:pt>
                <c:pt idx="6275">
                  <c:v>63.634639739990199</c:v>
                </c:pt>
                <c:pt idx="6276">
                  <c:v>63.484588623046903</c:v>
                </c:pt>
                <c:pt idx="6277">
                  <c:v>63.3176078796387</c:v>
                </c:pt>
                <c:pt idx="6278">
                  <c:v>63.256721496582003</c:v>
                </c:pt>
                <c:pt idx="6279">
                  <c:v>63.118721008300803</c:v>
                </c:pt>
                <c:pt idx="6280">
                  <c:v>62.985176086425803</c:v>
                </c:pt>
                <c:pt idx="6281">
                  <c:v>62.820583343505902</c:v>
                </c:pt>
                <c:pt idx="6282">
                  <c:v>62.670528411865199</c:v>
                </c:pt>
                <c:pt idx="6283">
                  <c:v>62.581813812255902</c:v>
                </c:pt>
                <c:pt idx="6284">
                  <c:v>62.471755981445298</c:v>
                </c:pt>
                <c:pt idx="6285">
                  <c:v>62.378864288330099</c:v>
                </c:pt>
                <c:pt idx="6286">
                  <c:v>62.344486236572301</c:v>
                </c:pt>
                <c:pt idx="6287">
                  <c:v>62.314098358154297</c:v>
                </c:pt>
                <c:pt idx="6288">
                  <c:v>62.287120819091797</c:v>
                </c:pt>
                <c:pt idx="6289">
                  <c:v>62.210647583007798</c:v>
                </c:pt>
                <c:pt idx="6290">
                  <c:v>62.154708862304702</c:v>
                </c:pt>
                <c:pt idx="6291">
                  <c:v>62.111526489257798</c:v>
                </c:pt>
                <c:pt idx="6292">
                  <c:v>62.045017242431598</c:v>
                </c:pt>
                <c:pt idx="6293">
                  <c:v>61.983470916748097</c:v>
                </c:pt>
                <c:pt idx="6294">
                  <c:v>61.874954223632798</c:v>
                </c:pt>
                <c:pt idx="6295">
                  <c:v>61.7785034179688</c:v>
                </c:pt>
                <c:pt idx="6296">
                  <c:v>61.649726867675803</c:v>
                </c:pt>
                <c:pt idx="6297">
                  <c:v>61.528469085693402</c:v>
                </c:pt>
                <c:pt idx="6298">
                  <c:v>61.3741264343262</c:v>
                </c:pt>
                <c:pt idx="6299">
                  <c:v>61.215583801269503</c:v>
                </c:pt>
                <c:pt idx="6300">
                  <c:v>61.0771675109863</c:v>
                </c:pt>
                <c:pt idx="6301">
                  <c:v>60.933753967285199</c:v>
                </c:pt>
                <c:pt idx="6302">
                  <c:v>60.811080932617202</c:v>
                </c:pt>
                <c:pt idx="6303">
                  <c:v>60.824325561523402</c:v>
                </c:pt>
                <c:pt idx="6304">
                  <c:v>60.5814018249512</c:v>
                </c:pt>
                <c:pt idx="6305">
                  <c:v>60.640064239502003</c:v>
                </c:pt>
                <c:pt idx="6306">
                  <c:v>60.880523681640597</c:v>
                </c:pt>
                <c:pt idx="6307">
                  <c:v>61.171131134033203</c:v>
                </c:pt>
                <c:pt idx="6308">
                  <c:v>61.607551574707003</c:v>
                </c:pt>
                <c:pt idx="6309">
                  <c:v>61.980880737304702</c:v>
                </c:pt>
                <c:pt idx="6310">
                  <c:v>62.266925811767599</c:v>
                </c:pt>
                <c:pt idx="6311">
                  <c:v>63.074275970458999</c:v>
                </c:pt>
                <c:pt idx="6312">
                  <c:v>63.406742095947301</c:v>
                </c:pt>
                <c:pt idx="6313">
                  <c:v>63.825237274169901</c:v>
                </c:pt>
                <c:pt idx="6314">
                  <c:v>64.025123596191406</c:v>
                </c:pt>
                <c:pt idx="6315">
                  <c:v>64.425796508789105</c:v>
                </c:pt>
                <c:pt idx="6316">
                  <c:v>64.847602844238295</c:v>
                </c:pt>
                <c:pt idx="6317">
                  <c:v>65.131660461425795</c:v>
                </c:pt>
                <c:pt idx="6318">
                  <c:v>65.607902526855497</c:v>
                </c:pt>
                <c:pt idx="6319">
                  <c:v>65.878356933593807</c:v>
                </c:pt>
                <c:pt idx="6320">
                  <c:v>66.479843139648395</c:v>
                </c:pt>
                <c:pt idx="6321">
                  <c:v>66.587905883789105</c:v>
                </c:pt>
                <c:pt idx="6322">
                  <c:v>66.913772583007798</c:v>
                </c:pt>
                <c:pt idx="6323">
                  <c:v>67.121437072753906</c:v>
                </c:pt>
                <c:pt idx="6324">
                  <c:v>67.547210693359403</c:v>
                </c:pt>
                <c:pt idx="6325">
                  <c:v>67.961265563964801</c:v>
                </c:pt>
                <c:pt idx="6326">
                  <c:v>68.274879455566406</c:v>
                </c:pt>
                <c:pt idx="6327">
                  <c:v>68.523178100585895</c:v>
                </c:pt>
                <c:pt idx="6328">
                  <c:v>68.390769958496094</c:v>
                </c:pt>
                <c:pt idx="6329">
                  <c:v>68.546371459960895</c:v>
                </c:pt>
                <c:pt idx="6330">
                  <c:v>68.767784118652301</c:v>
                </c:pt>
                <c:pt idx="6331">
                  <c:v>68.869171142578097</c:v>
                </c:pt>
                <c:pt idx="6332">
                  <c:v>68.895462036132798</c:v>
                </c:pt>
                <c:pt idx="6333">
                  <c:v>68.924819946289105</c:v>
                </c:pt>
                <c:pt idx="6334">
                  <c:v>68.979820251464801</c:v>
                </c:pt>
                <c:pt idx="6335">
                  <c:v>69.043312072753906</c:v>
                </c:pt>
                <c:pt idx="6336">
                  <c:v>69.180763244628906</c:v>
                </c:pt>
                <c:pt idx="6337">
                  <c:v>69.172149658203097</c:v>
                </c:pt>
                <c:pt idx="6338">
                  <c:v>69.122169494628906</c:v>
                </c:pt>
                <c:pt idx="6339">
                  <c:v>69.0947265625</c:v>
                </c:pt>
                <c:pt idx="6340">
                  <c:v>69.028030395507798</c:v>
                </c:pt>
                <c:pt idx="6341">
                  <c:v>68.964889526367202</c:v>
                </c:pt>
                <c:pt idx="6342">
                  <c:v>68.951591491699205</c:v>
                </c:pt>
                <c:pt idx="6343">
                  <c:v>68.876480102539105</c:v>
                </c:pt>
                <c:pt idx="6344">
                  <c:v>68.856643676757798</c:v>
                </c:pt>
                <c:pt idx="6345">
                  <c:v>68.812049865722699</c:v>
                </c:pt>
                <c:pt idx="6346">
                  <c:v>68.825759887695298</c:v>
                </c:pt>
                <c:pt idx="6347">
                  <c:v>68.857925415039105</c:v>
                </c:pt>
                <c:pt idx="6348">
                  <c:v>68.860809326171903</c:v>
                </c:pt>
                <c:pt idx="6349">
                  <c:v>68.843399047851605</c:v>
                </c:pt>
                <c:pt idx="6350">
                  <c:v>68.868644714355497</c:v>
                </c:pt>
                <c:pt idx="6351">
                  <c:v>68.881690979003906</c:v>
                </c:pt>
                <c:pt idx="6352">
                  <c:v>68.842445373535199</c:v>
                </c:pt>
                <c:pt idx="6353">
                  <c:v>68.851379394531307</c:v>
                </c:pt>
                <c:pt idx="6354">
                  <c:v>68.849433898925795</c:v>
                </c:pt>
                <c:pt idx="6355">
                  <c:v>68.897872924804702</c:v>
                </c:pt>
                <c:pt idx="6356">
                  <c:v>68.888748168945298</c:v>
                </c:pt>
                <c:pt idx="6357">
                  <c:v>68.852195739746094</c:v>
                </c:pt>
                <c:pt idx="6358">
                  <c:v>68.879020690917997</c:v>
                </c:pt>
                <c:pt idx="6359">
                  <c:v>68.897552490234403</c:v>
                </c:pt>
                <c:pt idx="6360">
                  <c:v>68.867218017578097</c:v>
                </c:pt>
                <c:pt idx="6361">
                  <c:v>68.948837280273395</c:v>
                </c:pt>
                <c:pt idx="6362">
                  <c:v>69.056747436523395</c:v>
                </c:pt>
                <c:pt idx="6363">
                  <c:v>69.09619140625</c:v>
                </c:pt>
                <c:pt idx="6364">
                  <c:v>69.439048767089801</c:v>
                </c:pt>
                <c:pt idx="6365">
                  <c:v>69.986602783203097</c:v>
                </c:pt>
                <c:pt idx="6366">
                  <c:v>70.245750427246094</c:v>
                </c:pt>
                <c:pt idx="6367">
                  <c:v>70.332069396972699</c:v>
                </c:pt>
                <c:pt idx="6368">
                  <c:v>70.533210754394503</c:v>
                </c:pt>
                <c:pt idx="6369">
                  <c:v>70.641731262207003</c:v>
                </c:pt>
                <c:pt idx="6370">
                  <c:v>70.867881774902301</c:v>
                </c:pt>
                <c:pt idx="6371">
                  <c:v>71.242500305175795</c:v>
                </c:pt>
                <c:pt idx="6372">
                  <c:v>71.670318603515597</c:v>
                </c:pt>
                <c:pt idx="6373">
                  <c:v>71.889968872070298</c:v>
                </c:pt>
                <c:pt idx="6374">
                  <c:v>72.009819030761705</c:v>
                </c:pt>
                <c:pt idx="6375">
                  <c:v>72.081329345703097</c:v>
                </c:pt>
                <c:pt idx="6376">
                  <c:v>72.769187927246094</c:v>
                </c:pt>
                <c:pt idx="6377">
                  <c:v>73.514404296875</c:v>
                </c:pt>
                <c:pt idx="6378">
                  <c:v>73.984931945800795</c:v>
                </c:pt>
                <c:pt idx="6379">
                  <c:v>74.5042724609375</c:v>
                </c:pt>
                <c:pt idx="6380">
                  <c:v>74.964660644531307</c:v>
                </c:pt>
                <c:pt idx="6381">
                  <c:v>75.193275451660199</c:v>
                </c:pt>
                <c:pt idx="6382">
                  <c:v>75.306427001953097</c:v>
                </c:pt>
                <c:pt idx="6383">
                  <c:v>75.453636169433594</c:v>
                </c:pt>
                <c:pt idx="6384">
                  <c:v>75.603080749511705</c:v>
                </c:pt>
                <c:pt idx="6385">
                  <c:v>75.938812255859403</c:v>
                </c:pt>
                <c:pt idx="6386">
                  <c:v>76.296340942382798</c:v>
                </c:pt>
                <c:pt idx="6387">
                  <c:v>77.094062805175795</c:v>
                </c:pt>
                <c:pt idx="6388">
                  <c:v>77.788314819335895</c:v>
                </c:pt>
                <c:pt idx="6389">
                  <c:v>78.219146728515597</c:v>
                </c:pt>
                <c:pt idx="6390">
                  <c:v>78.456436157226605</c:v>
                </c:pt>
                <c:pt idx="6391">
                  <c:v>78.578155517578097</c:v>
                </c:pt>
                <c:pt idx="6392">
                  <c:v>78.640686035156307</c:v>
                </c:pt>
                <c:pt idx="6393">
                  <c:v>78.672790527343807</c:v>
                </c:pt>
                <c:pt idx="6394">
                  <c:v>78.689262390136705</c:v>
                </c:pt>
                <c:pt idx="6395">
                  <c:v>78.697738647460895</c:v>
                </c:pt>
                <c:pt idx="6396">
                  <c:v>78.702079772949205</c:v>
                </c:pt>
                <c:pt idx="6397">
                  <c:v>78.704315185546903</c:v>
                </c:pt>
                <c:pt idx="6398">
                  <c:v>78.705459594726605</c:v>
                </c:pt>
                <c:pt idx="6399">
                  <c:v>78.706047058105497</c:v>
                </c:pt>
                <c:pt idx="6400">
                  <c:v>78.706344604492202</c:v>
                </c:pt>
                <c:pt idx="6401">
                  <c:v>78.706504821777301</c:v>
                </c:pt>
                <c:pt idx="6402">
                  <c:v>78.706581115722699</c:v>
                </c:pt>
                <c:pt idx="6403">
                  <c:v>78.706619262695298</c:v>
                </c:pt>
                <c:pt idx="6404">
                  <c:v>78.706642150878906</c:v>
                </c:pt>
                <c:pt idx="6405">
                  <c:v>78.706657409667997</c:v>
                </c:pt>
                <c:pt idx="6406">
                  <c:v>78.706657409667997</c:v>
                </c:pt>
                <c:pt idx="6407">
                  <c:v>78.7066650390625</c:v>
                </c:pt>
                <c:pt idx="6408">
                  <c:v>78.7066650390625</c:v>
                </c:pt>
                <c:pt idx="6409">
                  <c:v>78.7066650390625</c:v>
                </c:pt>
                <c:pt idx="6410">
                  <c:v>78.7066650390625</c:v>
                </c:pt>
                <c:pt idx="6411">
                  <c:v>78.7066650390625</c:v>
                </c:pt>
                <c:pt idx="6412">
                  <c:v>78.7066650390625</c:v>
                </c:pt>
                <c:pt idx="6413">
                  <c:v>78.7066650390625</c:v>
                </c:pt>
                <c:pt idx="6414">
                  <c:v>78.7066650390625</c:v>
                </c:pt>
                <c:pt idx="6415">
                  <c:v>78.7066650390625</c:v>
                </c:pt>
                <c:pt idx="6416">
                  <c:v>78.7066650390625</c:v>
                </c:pt>
                <c:pt idx="6417">
                  <c:v>78.7066650390625</c:v>
                </c:pt>
                <c:pt idx="6418">
                  <c:v>78.706886291503906</c:v>
                </c:pt>
                <c:pt idx="6419">
                  <c:v>78.707313537597699</c:v>
                </c:pt>
                <c:pt idx="6420">
                  <c:v>78.707000732421903</c:v>
                </c:pt>
                <c:pt idx="6421">
                  <c:v>78.707275390625</c:v>
                </c:pt>
                <c:pt idx="6422">
                  <c:v>78.709587097167997</c:v>
                </c:pt>
                <c:pt idx="6423">
                  <c:v>78.711898803710895</c:v>
                </c:pt>
                <c:pt idx="6424">
                  <c:v>78.714622497558594</c:v>
                </c:pt>
                <c:pt idx="6425">
                  <c:v>78.741073608398395</c:v>
                </c:pt>
                <c:pt idx="6426">
                  <c:v>78.8681640625</c:v>
                </c:pt>
                <c:pt idx="6427">
                  <c:v>78.980911254882798</c:v>
                </c:pt>
                <c:pt idx="6428">
                  <c:v>79.110084533691406</c:v>
                </c:pt>
                <c:pt idx="6429">
                  <c:v>79.534202575683594</c:v>
                </c:pt>
                <c:pt idx="6430">
                  <c:v>79.615638732910199</c:v>
                </c:pt>
                <c:pt idx="6431">
                  <c:v>79.794189453125</c:v>
                </c:pt>
                <c:pt idx="6432">
                  <c:v>79.966384887695298</c:v>
                </c:pt>
                <c:pt idx="6433">
                  <c:v>80.3275146484375</c:v>
                </c:pt>
                <c:pt idx="6434">
                  <c:v>80.913055419921903</c:v>
                </c:pt>
                <c:pt idx="6435">
                  <c:v>81.364601135253906</c:v>
                </c:pt>
                <c:pt idx="6436">
                  <c:v>81.743034362792997</c:v>
                </c:pt>
                <c:pt idx="6437">
                  <c:v>82.002693176269503</c:v>
                </c:pt>
                <c:pt idx="6438">
                  <c:v>82.200851440429702</c:v>
                </c:pt>
                <c:pt idx="6439">
                  <c:v>82.619140625</c:v>
                </c:pt>
                <c:pt idx="6440">
                  <c:v>83.088294982910199</c:v>
                </c:pt>
                <c:pt idx="6441">
                  <c:v>83.335350036621094</c:v>
                </c:pt>
                <c:pt idx="6442">
                  <c:v>83.544754028320298</c:v>
                </c:pt>
                <c:pt idx="6443">
                  <c:v>83.722328186035199</c:v>
                </c:pt>
                <c:pt idx="6444">
                  <c:v>83.967224121093807</c:v>
                </c:pt>
                <c:pt idx="6445">
                  <c:v>84.216903686523395</c:v>
                </c:pt>
                <c:pt idx="6446">
                  <c:v>84.454429626464801</c:v>
                </c:pt>
                <c:pt idx="6447">
                  <c:v>84.717193603515597</c:v>
                </c:pt>
                <c:pt idx="6448">
                  <c:v>84.943054199218807</c:v>
                </c:pt>
                <c:pt idx="6449">
                  <c:v>85.130577087402301</c:v>
                </c:pt>
                <c:pt idx="6450">
                  <c:v>85.299545288085895</c:v>
                </c:pt>
                <c:pt idx="6451">
                  <c:v>85.365333557128906</c:v>
                </c:pt>
                <c:pt idx="6452">
                  <c:v>85.815780639648395</c:v>
                </c:pt>
                <c:pt idx="6453">
                  <c:v>85.956695556640597</c:v>
                </c:pt>
                <c:pt idx="6454">
                  <c:v>86.170509338378906</c:v>
                </c:pt>
                <c:pt idx="6455">
                  <c:v>86.425613403320298</c:v>
                </c:pt>
                <c:pt idx="6456">
                  <c:v>86.6932373046875</c:v>
                </c:pt>
                <c:pt idx="6457">
                  <c:v>87.005966186523395</c:v>
                </c:pt>
                <c:pt idx="6458">
                  <c:v>87.395545959472699</c:v>
                </c:pt>
                <c:pt idx="6459">
                  <c:v>87.635894775390597</c:v>
                </c:pt>
                <c:pt idx="6460">
                  <c:v>88.073585510253906</c:v>
                </c:pt>
                <c:pt idx="6461">
                  <c:v>88.304298400878906</c:v>
                </c:pt>
                <c:pt idx="6462">
                  <c:v>88.500167846679702</c:v>
                </c:pt>
                <c:pt idx="6463">
                  <c:v>88.846008300781307</c:v>
                </c:pt>
                <c:pt idx="6464">
                  <c:v>89.0452880859375</c:v>
                </c:pt>
                <c:pt idx="6465">
                  <c:v>89.037437438964801</c:v>
                </c:pt>
                <c:pt idx="6466">
                  <c:v>89.080131530761705</c:v>
                </c:pt>
                <c:pt idx="6467">
                  <c:v>89.241371154785199</c:v>
                </c:pt>
                <c:pt idx="6468">
                  <c:v>89.606330871582003</c:v>
                </c:pt>
                <c:pt idx="6469">
                  <c:v>89.839179992675795</c:v>
                </c:pt>
                <c:pt idx="6470">
                  <c:v>89.962814331054702</c:v>
                </c:pt>
                <c:pt idx="6471">
                  <c:v>90.200180053710895</c:v>
                </c:pt>
                <c:pt idx="6472">
                  <c:v>90.276329040527301</c:v>
                </c:pt>
                <c:pt idx="6473">
                  <c:v>90.611953735351605</c:v>
                </c:pt>
                <c:pt idx="6474">
                  <c:v>90.882751464843807</c:v>
                </c:pt>
                <c:pt idx="6475">
                  <c:v>91.036888122558594</c:v>
                </c:pt>
                <c:pt idx="6476">
                  <c:v>91.103050231933594</c:v>
                </c:pt>
                <c:pt idx="6477">
                  <c:v>91.251243591308594</c:v>
                </c:pt>
                <c:pt idx="6478">
                  <c:v>91.256790161132798</c:v>
                </c:pt>
                <c:pt idx="6479">
                  <c:v>91.219177246093807</c:v>
                </c:pt>
                <c:pt idx="6480">
                  <c:v>91.275520324707003</c:v>
                </c:pt>
                <c:pt idx="6481">
                  <c:v>91.335823059082003</c:v>
                </c:pt>
                <c:pt idx="6482">
                  <c:v>91.319717407226605</c:v>
                </c:pt>
                <c:pt idx="6483">
                  <c:v>91.164855957031307</c:v>
                </c:pt>
                <c:pt idx="6484">
                  <c:v>91.009094238281307</c:v>
                </c:pt>
                <c:pt idx="6485">
                  <c:v>90.882240295410199</c:v>
                </c:pt>
                <c:pt idx="6486">
                  <c:v>90.717071533203097</c:v>
                </c:pt>
                <c:pt idx="6487">
                  <c:v>90.622520446777301</c:v>
                </c:pt>
                <c:pt idx="6488">
                  <c:v>90.494285583496094</c:v>
                </c:pt>
                <c:pt idx="6489">
                  <c:v>90.415100097656307</c:v>
                </c:pt>
                <c:pt idx="6490">
                  <c:v>90.266075134277301</c:v>
                </c:pt>
                <c:pt idx="6491">
                  <c:v>90.146171569824205</c:v>
                </c:pt>
                <c:pt idx="6492">
                  <c:v>89.848960876464801</c:v>
                </c:pt>
                <c:pt idx="6493">
                  <c:v>89.694084167480497</c:v>
                </c:pt>
                <c:pt idx="6494">
                  <c:v>89.632438659667997</c:v>
                </c:pt>
                <c:pt idx="6495">
                  <c:v>89.270103454589801</c:v>
                </c:pt>
                <c:pt idx="6496">
                  <c:v>89.093765258789105</c:v>
                </c:pt>
                <c:pt idx="6497">
                  <c:v>88.950691223144503</c:v>
                </c:pt>
                <c:pt idx="6498">
                  <c:v>88.891761779785199</c:v>
                </c:pt>
                <c:pt idx="6499">
                  <c:v>88.738578796386705</c:v>
                </c:pt>
                <c:pt idx="6500">
                  <c:v>88.712570190429702</c:v>
                </c:pt>
                <c:pt idx="6501">
                  <c:v>88.675712585449205</c:v>
                </c:pt>
                <c:pt idx="6502">
                  <c:v>88.709739685058594</c:v>
                </c:pt>
                <c:pt idx="6503">
                  <c:v>88.675476074218807</c:v>
                </c:pt>
                <c:pt idx="6504">
                  <c:v>88.618095397949205</c:v>
                </c:pt>
                <c:pt idx="6505">
                  <c:v>88.553939819335895</c:v>
                </c:pt>
                <c:pt idx="6506">
                  <c:v>88.524436950683594</c:v>
                </c:pt>
                <c:pt idx="6507">
                  <c:v>88.517814636230497</c:v>
                </c:pt>
                <c:pt idx="6508">
                  <c:v>88.549354553222699</c:v>
                </c:pt>
                <c:pt idx="6509">
                  <c:v>88.486724853515597</c:v>
                </c:pt>
                <c:pt idx="6510">
                  <c:v>88.488822937011705</c:v>
                </c:pt>
                <c:pt idx="6511">
                  <c:v>88.5450439453125</c:v>
                </c:pt>
                <c:pt idx="6512">
                  <c:v>88.601188659667997</c:v>
                </c:pt>
                <c:pt idx="6513">
                  <c:v>88.679313659667997</c:v>
                </c:pt>
                <c:pt idx="6514">
                  <c:v>88.764404296875</c:v>
                </c:pt>
                <c:pt idx="6515">
                  <c:v>88.992500305175795</c:v>
                </c:pt>
                <c:pt idx="6516">
                  <c:v>89.164619445800795</c:v>
                </c:pt>
                <c:pt idx="6517">
                  <c:v>89.257186889648395</c:v>
                </c:pt>
                <c:pt idx="6518">
                  <c:v>89.454261779785199</c:v>
                </c:pt>
                <c:pt idx="6519">
                  <c:v>89.781929016113295</c:v>
                </c:pt>
                <c:pt idx="6520">
                  <c:v>89.981468200683594</c:v>
                </c:pt>
                <c:pt idx="6521">
                  <c:v>90.065299987792997</c:v>
                </c:pt>
                <c:pt idx="6522">
                  <c:v>90.094398498535199</c:v>
                </c:pt>
                <c:pt idx="6523">
                  <c:v>90.069038391113295</c:v>
                </c:pt>
                <c:pt idx="6524">
                  <c:v>90.101135253906307</c:v>
                </c:pt>
                <c:pt idx="6525">
                  <c:v>90.023994445800795</c:v>
                </c:pt>
                <c:pt idx="6526">
                  <c:v>90.032135009765597</c:v>
                </c:pt>
                <c:pt idx="6527">
                  <c:v>89.803459167480497</c:v>
                </c:pt>
                <c:pt idx="6528">
                  <c:v>89.680854797363295</c:v>
                </c:pt>
                <c:pt idx="6529">
                  <c:v>89.571105957031307</c:v>
                </c:pt>
                <c:pt idx="6530">
                  <c:v>89.437774658203097</c:v>
                </c:pt>
                <c:pt idx="6531">
                  <c:v>89.280426025390597</c:v>
                </c:pt>
                <c:pt idx="6532">
                  <c:v>89.164123535156307</c:v>
                </c:pt>
                <c:pt idx="6533">
                  <c:v>89.034996032714801</c:v>
                </c:pt>
                <c:pt idx="6534">
                  <c:v>89.011978149414105</c:v>
                </c:pt>
                <c:pt idx="6535">
                  <c:v>88.890586853027301</c:v>
                </c:pt>
                <c:pt idx="6536">
                  <c:v>88.840370178222699</c:v>
                </c:pt>
                <c:pt idx="6537">
                  <c:v>88.844787597656307</c:v>
                </c:pt>
                <c:pt idx="6538">
                  <c:v>88.769195556640597</c:v>
                </c:pt>
                <c:pt idx="6539">
                  <c:v>88.754798889160199</c:v>
                </c:pt>
                <c:pt idx="6540">
                  <c:v>88.732116699218807</c:v>
                </c:pt>
                <c:pt idx="6541">
                  <c:v>88.646995544433594</c:v>
                </c:pt>
                <c:pt idx="6542">
                  <c:v>88.678970336914105</c:v>
                </c:pt>
                <c:pt idx="6543">
                  <c:v>88.679718017578097</c:v>
                </c:pt>
                <c:pt idx="6544">
                  <c:v>88.689727783203097</c:v>
                </c:pt>
                <c:pt idx="6545">
                  <c:v>88.767868041992202</c:v>
                </c:pt>
                <c:pt idx="6546">
                  <c:v>88.811584472656307</c:v>
                </c:pt>
                <c:pt idx="6547">
                  <c:v>88.718978881835895</c:v>
                </c:pt>
                <c:pt idx="6548">
                  <c:v>88.701881408691406</c:v>
                </c:pt>
                <c:pt idx="6549">
                  <c:v>88.703079223632798</c:v>
                </c:pt>
                <c:pt idx="6550">
                  <c:v>88.715217590332003</c:v>
                </c:pt>
                <c:pt idx="6551">
                  <c:v>88.705184936523395</c:v>
                </c:pt>
                <c:pt idx="6552">
                  <c:v>88.728218078613295</c:v>
                </c:pt>
                <c:pt idx="6553">
                  <c:v>88.700302124023395</c:v>
                </c:pt>
                <c:pt idx="6554">
                  <c:v>88.619789123535199</c:v>
                </c:pt>
                <c:pt idx="6555">
                  <c:v>88.586799621582003</c:v>
                </c:pt>
                <c:pt idx="6556">
                  <c:v>88.568489074707003</c:v>
                </c:pt>
                <c:pt idx="6557">
                  <c:v>88.544326782226605</c:v>
                </c:pt>
                <c:pt idx="6558">
                  <c:v>88.518615722656307</c:v>
                </c:pt>
                <c:pt idx="6559">
                  <c:v>88.324546813964801</c:v>
                </c:pt>
                <c:pt idx="6560">
                  <c:v>88.387336730957003</c:v>
                </c:pt>
                <c:pt idx="6561">
                  <c:v>88.159339904785199</c:v>
                </c:pt>
                <c:pt idx="6562">
                  <c:v>88.190658569335895</c:v>
                </c:pt>
                <c:pt idx="6563">
                  <c:v>87.979965209960895</c:v>
                </c:pt>
                <c:pt idx="6564">
                  <c:v>87.881904602050795</c:v>
                </c:pt>
                <c:pt idx="6565">
                  <c:v>87.959022521972699</c:v>
                </c:pt>
                <c:pt idx="6566">
                  <c:v>87.931503295898395</c:v>
                </c:pt>
                <c:pt idx="6567">
                  <c:v>87.878799438476605</c:v>
                </c:pt>
                <c:pt idx="6568">
                  <c:v>87.779891967773395</c:v>
                </c:pt>
                <c:pt idx="6569">
                  <c:v>87.643379211425795</c:v>
                </c:pt>
                <c:pt idx="6570">
                  <c:v>87.358062744140597</c:v>
                </c:pt>
                <c:pt idx="6571">
                  <c:v>87.358337402343807</c:v>
                </c:pt>
                <c:pt idx="6572">
                  <c:v>87.391784667968807</c:v>
                </c:pt>
                <c:pt idx="6573">
                  <c:v>87.326599121093807</c:v>
                </c:pt>
                <c:pt idx="6574">
                  <c:v>87.075294494628906</c:v>
                </c:pt>
                <c:pt idx="6575">
                  <c:v>86.989807128906307</c:v>
                </c:pt>
                <c:pt idx="6576">
                  <c:v>87.089347839355497</c:v>
                </c:pt>
                <c:pt idx="6577">
                  <c:v>87.028968811035199</c:v>
                </c:pt>
                <c:pt idx="6578">
                  <c:v>87.0289306640625</c:v>
                </c:pt>
                <c:pt idx="6579">
                  <c:v>87.236869812011705</c:v>
                </c:pt>
                <c:pt idx="6580">
                  <c:v>87.216552734375</c:v>
                </c:pt>
                <c:pt idx="6581">
                  <c:v>87.167137145996094</c:v>
                </c:pt>
                <c:pt idx="6582">
                  <c:v>87.049392700195298</c:v>
                </c:pt>
                <c:pt idx="6583">
                  <c:v>87.148765563964801</c:v>
                </c:pt>
                <c:pt idx="6584">
                  <c:v>87.304527282714801</c:v>
                </c:pt>
                <c:pt idx="6585">
                  <c:v>87.284881591796903</c:v>
                </c:pt>
                <c:pt idx="6586">
                  <c:v>87.409461975097699</c:v>
                </c:pt>
                <c:pt idx="6587">
                  <c:v>87.389579772949205</c:v>
                </c:pt>
                <c:pt idx="6588">
                  <c:v>87.507987976074205</c:v>
                </c:pt>
                <c:pt idx="6589">
                  <c:v>87.607711791992202</c:v>
                </c:pt>
                <c:pt idx="6590">
                  <c:v>87.707527160644503</c:v>
                </c:pt>
                <c:pt idx="6591">
                  <c:v>87.810821533203097</c:v>
                </c:pt>
                <c:pt idx="6592">
                  <c:v>87.962608337402301</c:v>
                </c:pt>
                <c:pt idx="6593">
                  <c:v>87.797904968261705</c:v>
                </c:pt>
                <c:pt idx="6594">
                  <c:v>87.834510803222699</c:v>
                </c:pt>
                <c:pt idx="6595">
                  <c:v>87.807403564453097</c:v>
                </c:pt>
                <c:pt idx="6596">
                  <c:v>87.950569152832003</c:v>
                </c:pt>
                <c:pt idx="6597">
                  <c:v>87.927345275878906</c:v>
                </c:pt>
                <c:pt idx="6598">
                  <c:v>87.884971618652301</c:v>
                </c:pt>
                <c:pt idx="6599">
                  <c:v>87.931373596191406</c:v>
                </c:pt>
                <c:pt idx="6600">
                  <c:v>88.058326721191406</c:v>
                </c:pt>
                <c:pt idx="6601">
                  <c:v>88.013603210449205</c:v>
                </c:pt>
                <c:pt idx="6602">
                  <c:v>87.941207885742202</c:v>
                </c:pt>
                <c:pt idx="6603">
                  <c:v>88.017890930175795</c:v>
                </c:pt>
                <c:pt idx="6604">
                  <c:v>87.873733520507798</c:v>
                </c:pt>
                <c:pt idx="6605">
                  <c:v>87.814811706542997</c:v>
                </c:pt>
                <c:pt idx="6606">
                  <c:v>87.799827575683594</c:v>
                </c:pt>
                <c:pt idx="6607">
                  <c:v>87.747177124023395</c:v>
                </c:pt>
                <c:pt idx="6608">
                  <c:v>87.701271057128906</c:v>
                </c:pt>
                <c:pt idx="6609">
                  <c:v>87.543952941894503</c:v>
                </c:pt>
                <c:pt idx="6610">
                  <c:v>87.616317749023395</c:v>
                </c:pt>
                <c:pt idx="6611">
                  <c:v>87.494209289550795</c:v>
                </c:pt>
                <c:pt idx="6612">
                  <c:v>87.360610961914105</c:v>
                </c:pt>
                <c:pt idx="6613">
                  <c:v>87.282173156738295</c:v>
                </c:pt>
                <c:pt idx="6614">
                  <c:v>87.358833312988295</c:v>
                </c:pt>
                <c:pt idx="6615">
                  <c:v>87.191795349121094</c:v>
                </c:pt>
                <c:pt idx="6616">
                  <c:v>87.010681152343807</c:v>
                </c:pt>
                <c:pt idx="6617">
                  <c:v>87.073371887207003</c:v>
                </c:pt>
                <c:pt idx="6618">
                  <c:v>87.193771362304702</c:v>
                </c:pt>
                <c:pt idx="6619">
                  <c:v>87.132583618164105</c:v>
                </c:pt>
                <c:pt idx="6620">
                  <c:v>87.046569824218807</c:v>
                </c:pt>
                <c:pt idx="6621">
                  <c:v>87.013381958007798</c:v>
                </c:pt>
                <c:pt idx="6622">
                  <c:v>87.183349609375</c:v>
                </c:pt>
                <c:pt idx="6623">
                  <c:v>87.416358947753906</c:v>
                </c:pt>
                <c:pt idx="6624">
                  <c:v>87.616752624511705</c:v>
                </c:pt>
                <c:pt idx="6625">
                  <c:v>87.627601623535199</c:v>
                </c:pt>
                <c:pt idx="6626">
                  <c:v>87.706642150878906</c:v>
                </c:pt>
                <c:pt idx="6627">
                  <c:v>87.682449340820298</c:v>
                </c:pt>
                <c:pt idx="6628">
                  <c:v>87.958984375</c:v>
                </c:pt>
                <c:pt idx="6629">
                  <c:v>88.160552978515597</c:v>
                </c:pt>
                <c:pt idx="6630">
                  <c:v>88.252708435058594</c:v>
                </c:pt>
                <c:pt idx="6631">
                  <c:v>88.472076416015597</c:v>
                </c:pt>
                <c:pt idx="6632">
                  <c:v>88.600509643554702</c:v>
                </c:pt>
                <c:pt idx="6633">
                  <c:v>88.658668518066406</c:v>
                </c:pt>
                <c:pt idx="6634">
                  <c:v>88.888603210449205</c:v>
                </c:pt>
                <c:pt idx="6635">
                  <c:v>88.946212768554702</c:v>
                </c:pt>
                <c:pt idx="6636">
                  <c:v>88.947685241699205</c:v>
                </c:pt>
                <c:pt idx="6637">
                  <c:v>89.186332702636705</c:v>
                </c:pt>
                <c:pt idx="6638">
                  <c:v>89.356826782226605</c:v>
                </c:pt>
                <c:pt idx="6639">
                  <c:v>89.475273132324205</c:v>
                </c:pt>
                <c:pt idx="6640">
                  <c:v>89.843315124511705</c:v>
                </c:pt>
                <c:pt idx="6641">
                  <c:v>89.910430908203097</c:v>
                </c:pt>
                <c:pt idx="6642">
                  <c:v>90.024475097656307</c:v>
                </c:pt>
                <c:pt idx="6643">
                  <c:v>90.273773193359403</c:v>
                </c:pt>
                <c:pt idx="6644">
                  <c:v>90.410804748535199</c:v>
                </c:pt>
                <c:pt idx="6645">
                  <c:v>90.538810729980497</c:v>
                </c:pt>
                <c:pt idx="6646">
                  <c:v>90.826667785644503</c:v>
                </c:pt>
                <c:pt idx="6647">
                  <c:v>90.961891174316406</c:v>
                </c:pt>
                <c:pt idx="6648">
                  <c:v>90.809532165527301</c:v>
                </c:pt>
                <c:pt idx="6649">
                  <c:v>91.184638977050795</c:v>
                </c:pt>
                <c:pt idx="6650">
                  <c:v>91.4755859375</c:v>
                </c:pt>
                <c:pt idx="6651">
                  <c:v>91.732612609863295</c:v>
                </c:pt>
                <c:pt idx="6652">
                  <c:v>92.012733459472699</c:v>
                </c:pt>
                <c:pt idx="6653">
                  <c:v>92.188514709472699</c:v>
                </c:pt>
                <c:pt idx="6654">
                  <c:v>92.278282165527301</c:v>
                </c:pt>
                <c:pt idx="6655">
                  <c:v>92.410087585449205</c:v>
                </c:pt>
                <c:pt idx="6656">
                  <c:v>92.777870178222699</c:v>
                </c:pt>
                <c:pt idx="6657">
                  <c:v>93.120010375976605</c:v>
                </c:pt>
                <c:pt idx="6658">
                  <c:v>93.327629089355497</c:v>
                </c:pt>
                <c:pt idx="6659">
                  <c:v>93.781410217285199</c:v>
                </c:pt>
                <c:pt idx="6660">
                  <c:v>94.138160705566406</c:v>
                </c:pt>
                <c:pt idx="6661">
                  <c:v>94.565742492675795</c:v>
                </c:pt>
                <c:pt idx="6662">
                  <c:v>94.835395812988295</c:v>
                </c:pt>
                <c:pt idx="6663">
                  <c:v>95.116691589355497</c:v>
                </c:pt>
                <c:pt idx="6664">
                  <c:v>95.165725708007798</c:v>
                </c:pt>
                <c:pt idx="6665">
                  <c:v>95.531440734863295</c:v>
                </c:pt>
                <c:pt idx="6666">
                  <c:v>95.927062988281307</c:v>
                </c:pt>
                <c:pt idx="6667">
                  <c:v>96.375068664550795</c:v>
                </c:pt>
                <c:pt idx="6668">
                  <c:v>96.520103454589801</c:v>
                </c:pt>
                <c:pt idx="6669">
                  <c:v>96.695571899414105</c:v>
                </c:pt>
                <c:pt idx="6670">
                  <c:v>96.988258361816406</c:v>
                </c:pt>
                <c:pt idx="6671">
                  <c:v>97.193634033203097</c:v>
                </c:pt>
                <c:pt idx="6672">
                  <c:v>97.508850097656307</c:v>
                </c:pt>
                <c:pt idx="6673">
                  <c:v>97.800346374511705</c:v>
                </c:pt>
                <c:pt idx="6674">
                  <c:v>98.064598083496094</c:v>
                </c:pt>
                <c:pt idx="6675">
                  <c:v>98.325279235839801</c:v>
                </c:pt>
                <c:pt idx="6676">
                  <c:v>98.595878601074205</c:v>
                </c:pt>
                <c:pt idx="6677">
                  <c:v>98.857048034667997</c:v>
                </c:pt>
                <c:pt idx="6678">
                  <c:v>99.340843200683594</c:v>
                </c:pt>
                <c:pt idx="6679">
                  <c:v>99.75244140625</c:v>
                </c:pt>
                <c:pt idx="6680">
                  <c:v>100.23122406005901</c:v>
                </c:pt>
                <c:pt idx="6681">
                  <c:v>100.548583984375</c:v>
                </c:pt>
                <c:pt idx="6682">
                  <c:v>100.542854309082</c:v>
                </c:pt>
                <c:pt idx="6683">
                  <c:v>100.697128295898</c:v>
                </c:pt>
                <c:pt idx="6684">
                  <c:v>100.983352661133</c:v>
                </c:pt>
                <c:pt idx="6685">
                  <c:v>101.260200500488</c:v>
                </c:pt>
                <c:pt idx="6686">
                  <c:v>101.49584197998</c:v>
                </c:pt>
                <c:pt idx="6687">
                  <c:v>101.63169097900401</c:v>
                </c:pt>
                <c:pt idx="6688">
                  <c:v>101.674613952637</c:v>
                </c:pt>
                <c:pt idx="6689">
                  <c:v>101.712860107422</c:v>
                </c:pt>
                <c:pt idx="6690">
                  <c:v>101.76319885253901</c:v>
                </c:pt>
                <c:pt idx="6691">
                  <c:v>101.765190124512</c:v>
                </c:pt>
                <c:pt idx="6692">
                  <c:v>101.726287841797</c:v>
                </c:pt>
                <c:pt idx="6693">
                  <c:v>101.80680847168</c:v>
                </c:pt>
                <c:pt idx="6694">
                  <c:v>101.92071533203099</c:v>
                </c:pt>
                <c:pt idx="6695">
                  <c:v>101.95794677734401</c:v>
                </c:pt>
                <c:pt idx="6696">
                  <c:v>101.84691619873</c:v>
                </c:pt>
                <c:pt idx="6697">
                  <c:v>102.01519775390599</c:v>
                </c:pt>
                <c:pt idx="6698">
                  <c:v>102.23770141601599</c:v>
                </c:pt>
                <c:pt idx="6699">
                  <c:v>102.19034576416</c:v>
                </c:pt>
                <c:pt idx="6700">
                  <c:v>102.40470123291</c:v>
                </c:pt>
                <c:pt idx="6701">
                  <c:v>102.66521453857401</c:v>
                </c:pt>
                <c:pt idx="6702">
                  <c:v>102.946166992188</c:v>
                </c:pt>
                <c:pt idx="6703">
                  <c:v>102.991806030273</c:v>
                </c:pt>
                <c:pt idx="6704">
                  <c:v>103.196044921875</c:v>
                </c:pt>
                <c:pt idx="6705">
                  <c:v>103.326705932617</c:v>
                </c:pt>
                <c:pt idx="6706">
                  <c:v>103.594047546387</c:v>
                </c:pt>
                <c:pt idx="6707">
                  <c:v>103.772590637207</c:v>
                </c:pt>
                <c:pt idx="6708">
                  <c:v>103.980438232422</c:v>
                </c:pt>
                <c:pt idx="6709">
                  <c:v>104.04833984375</c:v>
                </c:pt>
                <c:pt idx="6710">
                  <c:v>104.06761932373</c:v>
                </c:pt>
                <c:pt idx="6711">
                  <c:v>104.026580810547</c:v>
                </c:pt>
                <c:pt idx="6712">
                  <c:v>104.124618530273</c:v>
                </c:pt>
                <c:pt idx="6713">
                  <c:v>104.288619995117</c:v>
                </c:pt>
                <c:pt idx="6714">
                  <c:v>104.43717956543</c:v>
                </c:pt>
                <c:pt idx="6715">
                  <c:v>104.50066375732401</c:v>
                </c:pt>
                <c:pt idx="6716">
                  <c:v>104.555229187012</c:v>
                </c:pt>
                <c:pt idx="6717">
                  <c:v>104.65969085693401</c:v>
                </c:pt>
                <c:pt idx="6718">
                  <c:v>104.72288513183599</c:v>
                </c:pt>
                <c:pt idx="6719">
                  <c:v>104.755989074707</c:v>
                </c:pt>
                <c:pt idx="6720">
                  <c:v>104.773109436035</c:v>
                </c:pt>
                <c:pt idx="6721">
                  <c:v>104.781898498535</c:v>
                </c:pt>
                <c:pt idx="6722">
                  <c:v>104.786415100098</c:v>
                </c:pt>
                <c:pt idx="6723">
                  <c:v>104.78872680664099</c:v>
                </c:pt>
                <c:pt idx="6724">
                  <c:v>104.789916992188</c:v>
                </c:pt>
                <c:pt idx="6725">
                  <c:v>104.79052734375</c:v>
                </c:pt>
                <c:pt idx="6726">
                  <c:v>104.79084014892599</c:v>
                </c:pt>
                <c:pt idx="6727">
                  <c:v>104.791007995605</c:v>
                </c:pt>
                <c:pt idx="6728">
                  <c:v>104.79108428955099</c:v>
                </c:pt>
                <c:pt idx="6729">
                  <c:v>104.791130065918</c:v>
                </c:pt>
                <c:pt idx="6730">
                  <c:v>104.791152954102</c:v>
                </c:pt>
                <c:pt idx="6731">
                  <c:v>104.79116058349599</c:v>
                </c:pt>
                <c:pt idx="6732">
                  <c:v>104.79116821289099</c:v>
                </c:pt>
                <c:pt idx="6733">
                  <c:v>104.79116821289099</c:v>
                </c:pt>
                <c:pt idx="6734">
                  <c:v>104.791175842285</c:v>
                </c:pt>
                <c:pt idx="6735">
                  <c:v>104.791175842285</c:v>
                </c:pt>
                <c:pt idx="6736">
                  <c:v>104.791175842285</c:v>
                </c:pt>
                <c:pt idx="6737">
                  <c:v>104.791175842285</c:v>
                </c:pt>
                <c:pt idx="6738">
                  <c:v>104.791175842285</c:v>
                </c:pt>
                <c:pt idx="6739">
                  <c:v>104.791175842285</c:v>
                </c:pt>
                <c:pt idx="6740">
                  <c:v>104.791175842285</c:v>
                </c:pt>
                <c:pt idx="6741">
                  <c:v>104.791175842285</c:v>
                </c:pt>
                <c:pt idx="6742">
                  <c:v>104.791175842285</c:v>
                </c:pt>
                <c:pt idx="6743">
                  <c:v>104.791175842285</c:v>
                </c:pt>
                <c:pt idx="6744">
                  <c:v>105.65134429931599</c:v>
                </c:pt>
                <c:pt idx="6745">
                  <c:v>105.44814300537099</c:v>
                </c:pt>
                <c:pt idx="6746">
                  <c:v>105.707138061523</c:v>
                </c:pt>
                <c:pt idx="6747">
                  <c:v>107.421798706055</c:v>
                </c:pt>
                <c:pt idx="6748">
                  <c:v>108.124885559082</c:v>
                </c:pt>
                <c:pt idx="6749">
                  <c:v>108.542114257813</c:v>
                </c:pt>
                <c:pt idx="6750">
                  <c:v>109.151489257813</c:v>
                </c:pt>
                <c:pt idx="6751">
                  <c:v>109.505912780762</c:v>
                </c:pt>
                <c:pt idx="6752">
                  <c:v>109.694213867188</c:v>
                </c:pt>
                <c:pt idx="6753">
                  <c:v>109.80361175537099</c:v>
                </c:pt>
                <c:pt idx="6754">
                  <c:v>109.839950561523</c:v>
                </c:pt>
                <c:pt idx="6755">
                  <c:v>109.927627563477</c:v>
                </c:pt>
                <c:pt idx="6756">
                  <c:v>109.90867614746099</c:v>
                </c:pt>
                <c:pt idx="6757">
                  <c:v>109.98950958252</c:v>
                </c:pt>
                <c:pt idx="6758">
                  <c:v>110.114151000977</c:v>
                </c:pt>
                <c:pt idx="6759">
                  <c:v>110.26792144775401</c:v>
                </c:pt>
                <c:pt idx="6760">
                  <c:v>110.35733795166</c:v>
                </c:pt>
                <c:pt idx="6761">
                  <c:v>110.309051513672</c:v>
                </c:pt>
                <c:pt idx="6762">
                  <c:v>110.417854309082</c:v>
                </c:pt>
                <c:pt idx="6763">
                  <c:v>110.41227722168</c:v>
                </c:pt>
                <c:pt idx="6764">
                  <c:v>110.49740600585901</c:v>
                </c:pt>
                <c:pt idx="6765">
                  <c:v>110.526779174805</c:v>
                </c:pt>
                <c:pt idx="6766">
                  <c:v>110.598770141602</c:v>
                </c:pt>
                <c:pt idx="6767">
                  <c:v>110.866325378418</c:v>
                </c:pt>
                <c:pt idx="6768">
                  <c:v>111.060188293457</c:v>
                </c:pt>
                <c:pt idx="6769">
                  <c:v>111.084228515625</c:v>
                </c:pt>
                <c:pt idx="6770">
                  <c:v>111.133262634277</c:v>
                </c:pt>
                <c:pt idx="6771">
                  <c:v>111.257049560547</c:v>
                </c:pt>
                <c:pt idx="6772">
                  <c:v>111.187057495117</c:v>
                </c:pt>
                <c:pt idx="6773">
                  <c:v>111.229858398438</c:v>
                </c:pt>
                <c:pt idx="6774">
                  <c:v>111.338081359863</c:v>
                </c:pt>
                <c:pt idx="6775">
                  <c:v>111.411026000977</c:v>
                </c:pt>
                <c:pt idx="6776">
                  <c:v>111.62001800537099</c:v>
                </c:pt>
                <c:pt idx="6777">
                  <c:v>111.914680480957</c:v>
                </c:pt>
                <c:pt idx="6778">
                  <c:v>112.30770874023401</c:v>
                </c:pt>
                <c:pt idx="6779">
                  <c:v>112.78289794921901</c:v>
                </c:pt>
                <c:pt idx="6780">
                  <c:v>112.76326751709</c:v>
                </c:pt>
                <c:pt idx="6781">
                  <c:v>112.83374786377</c:v>
                </c:pt>
                <c:pt idx="6782">
                  <c:v>113.13507843017599</c:v>
                </c:pt>
                <c:pt idx="6783">
                  <c:v>113.69940185546901</c:v>
                </c:pt>
                <c:pt idx="6784">
                  <c:v>114.121391296387</c:v>
                </c:pt>
                <c:pt idx="6785">
                  <c:v>114.575401306152</c:v>
                </c:pt>
                <c:pt idx="6786">
                  <c:v>114.657279968262</c:v>
                </c:pt>
                <c:pt idx="6787">
                  <c:v>114.84255218505901</c:v>
                </c:pt>
                <c:pt idx="6788">
                  <c:v>115.030281066895</c:v>
                </c:pt>
                <c:pt idx="6789">
                  <c:v>115.187149047852</c:v>
                </c:pt>
                <c:pt idx="6790">
                  <c:v>115.645942687988</c:v>
                </c:pt>
                <c:pt idx="6791">
                  <c:v>116.00757598877</c:v>
                </c:pt>
                <c:pt idx="6792">
                  <c:v>116.22135925293</c:v>
                </c:pt>
                <c:pt idx="6793">
                  <c:v>116.357208251953</c:v>
                </c:pt>
                <c:pt idx="6794">
                  <c:v>116.68190002441401</c:v>
                </c:pt>
                <c:pt idx="6795">
                  <c:v>116.793907165527</c:v>
                </c:pt>
                <c:pt idx="6796">
                  <c:v>116.929008483887</c:v>
                </c:pt>
                <c:pt idx="6797">
                  <c:v>117.12490081787099</c:v>
                </c:pt>
                <c:pt idx="6798">
                  <c:v>117.312858581543</c:v>
                </c:pt>
                <c:pt idx="6799">
                  <c:v>117.46360778808599</c:v>
                </c:pt>
                <c:pt idx="6800">
                  <c:v>117.63687133789099</c:v>
                </c:pt>
                <c:pt idx="6801">
                  <c:v>117.727378845215</c:v>
                </c:pt>
                <c:pt idx="6802">
                  <c:v>117.92385101318401</c:v>
                </c:pt>
                <c:pt idx="6803">
                  <c:v>118.096298217773</c:v>
                </c:pt>
                <c:pt idx="6804">
                  <c:v>118.129913330078</c:v>
                </c:pt>
                <c:pt idx="6805">
                  <c:v>118.338836669922</c:v>
                </c:pt>
                <c:pt idx="6806">
                  <c:v>118.62908935546901</c:v>
                </c:pt>
                <c:pt idx="6807">
                  <c:v>118.88677978515599</c:v>
                </c:pt>
                <c:pt idx="6808">
                  <c:v>118.97771453857401</c:v>
                </c:pt>
                <c:pt idx="6809">
                  <c:v>119.13046264648401</c:v>
                </c:pt>
                <c:pt idx="6810">
                  <c:v>119.32138061523401</c:v>
                </c:pt>
                <c:pt idx="6811">
                  <c:v>119.551872253418</c:v>
                </c:pt>
                <c:pt idx="6812">
                  <c:v>119.62582397460901</c:v>
                </c:pt>
                <c:pt idx="6813">
                  <c:v>119.480018615723</c:v>
                </c:pt>
                <c:pt idx="6814">
                  <c:v>119.47080230712901</c:v>
                </c:pt>
                <c:pt idx="6815">
                  <c:v>119.62255859375</c:v>
                </c:pt>
                <c:pt idx="6816">
                  <c:v>120.197715759277</c:v>
                </c:pt>
                <c:pt idx="6817">
                  <c:v>120.657501220703</c:v>
                </c:pt>
                <c:pt idx="6818">
                  <c:v>120.66813659668</c:v>
                </c:pt>
                <c:pt idx="6819">
                  <c:v>120.857040405273</c:v>
                </c:pt>
                <c:pt idx="6820">
                  <c:v>121.018844604492</c:v>
                </c:pt>
                <c:pt idx="6821">
                  <c:v>121.13825225830099</c:v>
                </c:pt>
                <c:pt idx="6822">
                  <c:v>121.209358215332</c:v>
                </c:pt>
                <c:pt idx="6823">
                  <c:v>121.24244689941401</c:v>
                </c:pt>
                <c:pt idx="6824">
                  <c:v>121.58156585693401</c:v>
                </c:pt>
                <c:pt idx="6825">
                  <c:v>121.62393951416</c:v>
                </c:pt>
                <c:pt idx="6826">
                  <c:v>121.72087860107401</c:v>
                </c:pt>
                <c:pt idx="6827">
                  <c:v>121.737739562988</c:v>
                </c:pt>
                <c:pt idx="6828">
                  <c:v>121.810684204102</c:v>
                </c:pt>
                <c:pt idx="6829">
                  <c:v>122.00836944580099</c:v>
                </c:pt>
                <c:pt idx="6830">
                  <c:v>122.29719543457</c:v>
                </c:pt>
                <c:pt idx="6831">
                  <c:v>122.38646697998</c:v>
                </c:pt>
                <c:pt idx="6832">
                  <c:v>122.283813476563</c:v>
                </c:pt>
                <c:pt idx="6833">
                  <c:v>122.40842437744099</c:v>
                </c:pt>
                <c:pt idx="6834">
                  <c:v>122.538864135742</c:v>
                </c:pt>
                <c:pt idx="6835">
                  <c:v>122.68051910400401</c:v>
                </c:pt>
                <c:pt idx="6836">
                  <c:v>122.735877990723</c:v>
                </c:pt>
                <c:pt idx="6837">
                  <c:v>122.808952331543</c:v>
                </c:pt>
                <c:pt idx="6838">
                  <c:v>122.87172698974599</c:v>
                </c:pt>
                <c:pt idx="6839">
                  <c:v>122.789512634277</c:v>
                </c:pt>
                <c:pt idx="6840">
                  <c:v>122.85374450683599</c:v>
                </c:pt>
                <c:pt idx="6841">
                  <c:v>122.75888824462901</c:v>
                </c:pt>
                <c:pt idx="6842">
                  <c:v>122.80910491943401</c:v>
                </c:pt>
                <c:pt idx="6843">
                  <c:v>122.88510894775401</c:v>
                </c:pt>
                <c:pt idx="6844">
                  <c:v>123.135177612305</c:v>
                </c:pt>
                <c:pt idx="6845">
                  <c:v>123.17001342773401</c:v>
                </c:pt>
                <c:pt idx="6846">
                  <c:v>123.12376403808599</c:v>
                </c:pt>
                <c:pt idx="6847">
                  <c:v>123.105094909668</c:v>
                </c:pt>
                <c:pt idx="6848">
                  <c:v>123.287971496582</c:v>
                </c:pt>
                <c:pt idx="6849">
                  <c:v>123.263427734375</c:v>
                </c:pt>
                <c:pt idx="6850">
                  <c:v>123.24762725830099</c:v>
                </c:pt>
                <c:pt idx="6851">
                  <c:v>123.340545654297</c:v>
                </c:pt>
                <c:pt idx="6852">
                  <c:v>123.41926574707</c:v>
                </c:pt>
                <c:pt idx="6853">
                  <c:v>123.30487060546901</c:v>
                </c:pt>
                <c:pt idx="6854">
                  <c:v>123.38933563232401</c:v>
                </c:pt>
                <c:pt idx="6855">
                  <c:v>123.534591674805</c:v>
                </c:pt>
                <c:pt idx="6856">
                  <c:v>123.512664794922</c:v>
                </c:pt>
                <c:pt idx="6857">
                  <c:v>123.63742828369099</c:v>
                </c:pt>
                <c:pt idx="6858">
                  <c:v>123.501182556152</c:v>
                </c:pt>
                <c:pt idx="6859">
                  <c:v>123.490928649902</c:v>
                </c:pt>
                <c:pt idx="6860">
                  <c:v>123.504989624023</c:v>
                </c:pt>
                <c:pt idx="6861">
                  <c:v>123.58404541015599</c:v>
                </c:pt>
                <c:pt idx="6862">
                  <c:v>123.60604095459</c:v>
                </c:pt>
                <c:pt idx="6863">
                  <c:v>123.57794952392599</c:v>
                </c:pt>
                <c:pt idx="6864">
                  <c:v>123.47443389892599</c:v>
                </c:pt>
                <c:pt idx="6865">
                  <c:v>123.249885559082</c:v>
                </c:pt>
                <c:pt idx="6866">
                  <c:v>123.144744873047</c:v>
                </c:pt>
                <c:pt idx="6867">
                  <c:v>123.00820159912099</c:v>
                </c:pt>
                <c:pt idx="6868">
                  <c:v>122.902221679688</c:v>
                </c:pt>
                <c:pt idx="6869">
                  <c:v>122.855682373047</c:v>
                </c:pt>
                <c:pt idx="6870">
                  <c:v>122.741050720215</c:v>
                </c:pt>
                <c:pt idx="6871">
                  <c:v>122.49819946289099</c:v>
                </c:pt>
                <c:pt idx="6872">
                  <c:v>122.154327392578</c:v>
                </c:pt>
                <c:pt idx="6873">
                  <c:v>121.88575744628901</c:v>
                </c:pt>
                <c:pt idx="6874">
                  <c:v>121.712837219238</c:v>
                </c:pt>
                <c:pt idx="6875">
                  <c:v>121.53190612793</c:v>
                </c:pt>
                <c:pt idx="6876">
                  <c:v>121.373397827148</c:v>
                </c:pt>
                <c:pt idx="6877">
                  <c:v>121.27780914306599</c:v>
                </c:pt>
                <c:pt idx="6878">
                  <c:v>121.13079071044901</c:v>
                </c:pt>
                <c:pt idx="6879">
                  <c:v>120.988807678223</c:v>
                </c:pt>
                <c:pt idx="6880">
                  <c:v>120.969482421875</c:v>
                </c:pt>
                <c:pt idx="6881">
                  <c:v>120.62589263916</c:v>
                </c:pt>
                <c:pt idx="6882">
                  <c:v>120.24730682373</c:v>
                </c:pt>
                <c:pt idx="6883">
                  <c:v>119.983390808105</c:v>
                </c:pt>
                <c:pt idx="6884">
                  <c:v>119.78150939941401</c:v>
                </c:pt>
                <c:pt idx="6885">
                  <c:v>119.898231506348</c:v>
                </c:pt>
                <c:pt idx="6886">
                  <c:v>119.894325256348</c:v>
                </c:pt>
                <c:pt idx="6887">
                  <c:v>119.813125610352</c:v>
                </c:pt>
                <c:pt idx="6888">
                  <c:v>119.964218139648</c:v>
                </c:pt>
                <c:pt idx="6889">
                  <c:v>119.82611083984401</c:v>
                </c:pt>
                <c:pt idx="6890">
                  <c:v>119.804801940918</c:v>
                </c:pt>
                <c:pt idx="6891">
                  <c:v>119.661979675293</c:v>
                </c:pt>
                <c:pt idx="6892">
                  <c:v>119.532516479492</c:v>
                </c:pt>
                <c:pt idx="6893">
                  <c:v>119.672233581543</c:v>
                </c:pt>
                <c:pt idx="6894">
                  <c:v>119.855949401855</c:v>
                </c:pt>
                <c:pt idx="6895">
                  <c:v>119.736785888672</c:v>
                </c:pt>
                <c:pt idx="6896">
                  <c:v>119.725051879883</c:v>
                </c:pt>
                <c:pt idx="6897">
                  <c:v>119.719192504883</c:v>
                </c:pt>
                <c:pt idx="6898">
                  <c:v>119.703453063965</c:v>
                </c:pt>
                <c:pt idx="6899">
                  <c:v>119.527885437012</c:v>
                </c:pt>
                <c:pt idx="6900">
                  <c:v>119.463790893555</c:v>
                </c:pt>
                <c:pt idx="6901">
                  <c:v>119.448043823242</c:v>
                </c:pt>
                <c:pt idx="6902">
                  <c:v>119.484268188477</c:v>
                </c:pt>
                <c:pt idx="6903">
                  <c:v>119.50563049316401</c:v>
                </c:pt>
                <c:pt idx="6904">
                  <c:v>119.40773010253901</c:v>
                </c:pt>
                <c:pt idx="6905">
                  <c:v>119.42018127441401</c:v>
                </c:pt>
                <c:pt idx="6906">
                  <c:v>119.37135314941401</c:v>
                </c:pt>
                <c:pt idx="6907">
                  <c:v>119.30573272705099</c:v>
                </c:pt>
                <c:pt idx="6908">
                  <c:v>119.10129547119099</c:v>
                </c:pt>
                <c:pt idx="6909">
                  <c:v>118.93479919433599</c:v>
                </c:pt>
                <c:pt idx="6910">
                  <c:v>118.70263671875</c:v>
                </c:pt>
                <c:pt idx="6911">
                  <c:v>118.32981109619099</c:v>
                </c:pt>
                <c:pt idx="6912">
                  <c:v>118.112663269043</c:v>
                </c:pt>
                <c:pt idx="6913">
                  <c:v>117.98471832275401</c:v>
                </c:pt>
                <c:pt idx="6914">
                  <c:v>117.883422851563</c:v>
                </c:pt>
                <c:pt idx="6915">
                  <c:v>117.780632019043</c:v>
                </c:pt>
                <c:pt idx="6916">
                  <c:v>117.63632965087901</c:v>
                </c:pt>
                <c:pt idx="6917">
                  <c:v>117.481567382813</c:v>
                </c:pt>
                <c:pt idx="6918">
                  <c:v>117.322372436523</c:v>
                </c:pt>
                <c:pt idx="6919">
                  <c:v>117.130821228027</c:v>
                </c:pt>
                <c:pt idx="6920">
                  <c:v>116.896072387695</c:v>
                </c:pt>
                <c:pt idx="6921">
                  <c:v>116.665573120117</c:v>
                </c:pt>
                <c:pt idx="6922">
                  <c:v>116.518997192383</c:v>
                </c:pt>
                <c:pt idx="6923">
                  <c:v>116.360389709473</c:v>
                </c:pt>
                <c:pt idx="6924">
                  <c:v>116.181365966797</c:v>
                </c:pt>
                <c:pt idx="6925">
                  <c:v>115.89902496337901</c:v>
                </c:pt>
                <c:pt idx="6926">
                  <c:v>115.70758056640599</c:v>
                </c:pt>
                <c:pt idx="6927">
                  <c:v>115.527961730957</c:v>
                </c:pt>
                <c:pt idx="6928">
                  <c:v>115.310829162598</c:v>
                </c:pt>
                <c:pt idx="6929">
                  <c:v>115.11468505859401</c:v>
                </c:pt>
                <c:pt idx="6930">
                  <c:v>114.93913269043</c:v>
                </c:pt>
                <c:pt idx="6931">
                  <c:v>114.82307434082</c:v>
                </c:pt>
                <c:pt idx="6932">
                  <c:v>114.760604858398</c:v>
                </c:pt>
                <c:pt idx="6933">
                  <c:v>114.684646606445</c:v>
                </c:pt>
                <c:pt idx="6934">
                  <c:v>114.634895324707</c:v>
                </c:pt>
                <c:pt idx="6935">
                  <c:v>114.50772857666</c:v>
                </c:pt>
                <c:pt idx="6936">
                  <c:v>114.467559814453</c:v>
                </c:pt>
                <c:pt idx="6937">
                  <c:v>114.386428833008</c:v>
                </c:pt>
                <c:pt idx="6938">
                  <c:v>114.36447906494099</c:v>
                </c:pt>
                <c:pt idx="6939">
                  <c:v>114.38376617431599</c:v>
                </c:pt>
                <c:pt idx="6940">
                  <c:v>114.368927001953</c:v>
                </c:pt>
                <c:pt idx="6941">
                  <c:v>114.387496948242</c:v>
                </c:pt>
                <c:pt idx="6942">
                  <c:v>114.29254913330099</c:v>
                </c:pt>
                <c:pt idx="6943">
                  <c:v>114.32460784912099</c:v>
                </c:pt>
                <c:pt idx="6944">
                  <c:v>114.34405517578099</c:v>
                </c:pt>
                <c:pt idx="6945">
                  <c:v>114.40266418457</c:v>
                </c:pt>
                <c:pt idx="6946">
                  <c:v>114.48052978515599</c:v>
                </c:pt>
                <c:pt idx="6947">
                  <c:v>114.773796081543</c:v>
                </c:pt>
                <c:pt idx="6948">
                  <c:v>114.954055786133</c:v>
                </c:pt>
                <c:pt idx="6949">
                  <c:v>115.34278869628901</c:v>
                </c:pt>
                <c:pt idx="6950">
                  <c:v>115.71759796142599</c:v>
                </c:pt>
                <c:pt idx="6951">
                  <c:v>115.84455871582</c:v>
                </c:pt>
                <c:pt idx="6952">
                  <c:v>116.027351379395</c:v>
                </c:pt>
                <c:pt idx="6953">
                  <c:v>116.01278686523401</c:v>
                </c:pt>
                <c:pt idx="6954">
                  <c:v>116.105422973633</c:v>
                </c:pt>
                <c:pt idx="6955">
                  <c:v>116.320419311523</c:v>
                </c:pt>
                <c:pt idx="6956">
                  <c:v>116.410034179688</c:v>
                </c:pt>
                <c:pt idx="6957">
                  <c:v>116.653770446777</c:v>
                </c:pt>
                <c:pt idx="6958">
                  <c:v>116.893516540527</c:v>
                </c:pt>
                <c:pt idx="6959">
                  <c:v>117.029487609863</c:v>
                </c:pt>
                <c:pt idx="6960">
                  <c:v>117.10546875</c:v>
                </c:pt>
                <c:pt idx="6961">
                  <c:v>117.19760894775401</c:v>
                </c:pt>
                <c:pt idx="6962">
                  <c:v>117.218139648438</c:v>
                </c:pt>
                <c:pt idx="6963">
                  <c:v>117.219291687012</c:v>
                </c:pt>
                <c:pt idx="6964">
                  <c:v>117.22560882568401</c:v>
                </c:pt>
                <c:pt idx="6965">
                  <c:v>117.16787719726599</c:v>
                </c:pt>
                <c:pt idx="6966">
                  <c:v>117.13159942627</c:v>
                </c:pt>
                <c:pt idx="6967">
                  <c:v>117.042449951172</c:v>
                </c:pt>
                <c:pt idx="6968">
                  <c:v>116.94709014892599</c:v>
                </c:pt>
                <c:pt idx="6969">
                  <c:v>116.839401245117</c:v>
                </c:pt>
                <c:pt idx="6970">
                  <c:v>116.629257202148</c:v>
                </c:pt>
                <c:pt idx="6971">
                  <c:v>116.48748779296901</c:v>
                </c:pt>
                <c:pt idx="6972">
                  <c:v>116.491401672363</c:v>
                </c:pt>
                <c:pt idx="6973">
                  <c:v>116.426635742188</c:v>
                </c:pt>
                <c:pt idx="6974">
                  <c:v>116.368217468262</c:v>
                </c:pt>
                <c:pt idx="6975">
                  <c:v>116.32342529296901</c:v>
                </c:pt>
                <c:pt idx="6976">
                  <c:v>116.22768402099599</c:v>
                </c:pt>
                <c:pt idx="6977">
                  <c:v>116.22201538085901</c:v>
                </c:pt>
                <c:pt idx="6978">
                  <c:v>116.235832214355</c:v>
                </c:pt>
                <c:pt idx="6979">
                  <c:v>116.215301513672</c:v>
                </c:pt>
                <c:pt idx="6980">
                  <c:v>116.193145751953</c:v>
                </c:pt>
                <c:pt idx="6981">
                  <c:v>116.057693481445</c:v>
                </c:pt>
                <c:pt idx="6982">
                  <c:v>115.741561889648</c:v>
                </c:pt>
                <c:pt idx="6983">
                  <c:v>115.472862243652</c:v>
                </c:pt>
                <c:pt idx="6984">
                  <c:v>115.261352539063</c:v>
                </c:pt>
                <c:pt idx="6985">
                  <c:v>115.19613647460901</c:v>
                </c:pt>
                <c:pt idx="6986">
                  <c:v>115.19782257080099</c:v>
                </c:pt>
                <c:pt idx="6987">
                  <c:v>115.15048980712901</c:v>
                </c:pt>
                <c:pt idx="6988">
                  <c:v>115.09497833252</c:v>
                </c:pt>
                <c:pt idx="6989">
                  <c:v>115.052047729492</c:v>
                </c:pt>
                <c:pt idx="6990">
                  <c:v>114.974662780762</c:v>
                </c:pt>
                <c:pt idx="6991">
                  <c:v>114.890464782715</c:v>
                </c:pt>
                <c:pt idx="6992">
                  <c:v>114.79608154296901</c:v>
                </c:pt>
                <c:pt idx="6993">
                  <c:v>114.71998596191401</c:v>
                </c:pt>
                <c:pt idx="6994">
                  <c:v>114.68416595459</c:v>
                </c:pt>
                <c:pt idx="6995">
                  <c:v>114.555946350098</c:v>
                </c:pt>
                <c:pt idx="6996">
                  <c:v>114.502319335938</c:v>
                </c:pt>
                <c:pt idx="6997">
                  <c:v>114.501091003418</c:v>
                </c:pt>
                <c:pt idx="6998">
                  <c:v>114.47853851318401</c:v>
                </c:pt>
                <c:pt idx="6999">
                  <c:v>114.441780090332</c:v>
                </c:pt>
                <c:pt idx="7000">
                  <c:v>114.340217590332</c:v>
                </c:pt>
                <c:pt idx="7001">
                  <c:v>114.227264404297</c:v>
                </c:pt>
                <c:pt idx="7002">
                  <c:v>114.189178466797</c:v>
                </c:pt>
                <c:pt idx="7003">
                  <c:v>114.01181793212901</c:v>
                </c:pt>
                <c:pt idx="7004">
                  <c:v>113.85422515869099</c:v>
                </c:pt>
                <c:pt idx="7005">
                  <c:v>113.91005706787099</c:v>
                </c:pt>
                <c:pt idx="7006">
                  <c:v>113.85311126709</c:v>
                </c:pt>
                <c:pt idx="7007">
                  <c:v>113.505088806152</c:v>
                </c:pt>
                <c:pt idx="7008">
                  <c:v>113.32341766357401</c:v>
                </c:pt>
                <c:pt idx="7009">
                  <c:v>113.21233367919901</c:v>
                </c:pt>
                <c:pt idx="7010">
                  <c:v>113.185600280762</c:v>
                </c:pt>
                <c:pt idx="7011">
                  <c:v>113.233840942383</c:v>
                </c:pt>
                <c:pt idx="7012">
                  <c:v>113.12477874755901</c:v>
                </c:pt>
                <c:pt idx="7013">
                  <c:v>113.032096862793</c:v>
                </c:pt>
                <c:pt idx="7014">
                  <c:v>112.973106384277</c:v>
                </c:pt>
                <c:pt idx="7015">
                  <c:v>112.916007995605</c:v>
                </c:pt>
                <c:pt idx="7016">
                  <c:v>112.827919006348</c:v>
                </c:pt>
                <c:pt idx="7017">
                  <c:v>112.660186767578</c:v>
                </c:pt>
                <c:pt idx="7018">
                  <c:v>112.553062438965</c:v>
                </c:pt>
                <c:pt idx="7019">
                  <c:v>112.495239257813</c:v>
                </c:pt>
                <c:pt idx="7020">
                  <c:v>112.424560546875</c:v>
                </c:pt>
                <c:pt idx="7021">
                  <c:v>112.492240905762</c:v>
                </c:pt>
                <c:pt idx="7022">
                  <c:v>112.61337280273401</c:v>
                </c:pt>
                <c:pt idx="7023">
                  <c:v>112.798881530762</c:v>
                </c:pt>
                <c:pt idx="7024">
                  <c:v>112.851570129395</c:v>
                </c:pt>
                <c:pt idx="7025">
                  <c:v>112.92970275878901</c:v>
                </c:pt>
                <c:pt idx="7026">
                  <c:v>113.087898254395</c:v>
                </c:pt>
                <c:pt idx="7027">
                  <c:v>113.156204223633</c:v>
                </c:pt>
                <c:pt idx="7028">
                  <c:v>113.55486297607401</c:v>
                </c:pt>
                <c:pt idx="7029">
                  <c:v>113.90355682373</c:v>
                </c:pt>
                <c:pt idx="7030">
                  <c:v>114.18782043457</c:v>
                </c:pt>
                <c:pt idx="7031">
                  <c:v>114.34799957275401</c:v>
                </c:pt>
                <c:pt idx="7032">
                  <c:v>114.51540374755901</c:v>
                </c:pt>
                <c:pt idx="7033">
                  <c:v>114.90878295898401</c:v>
                </c:pt>
                <c:pt idx="7034">
                  <c:v>115.413040161133</c:v>
                </c:pt>
                <c:pt idx="7035">
                  <c:v>115.774200439453</c:v>
                </c:pt>
                <c:pt idx="7036">
                  <c:v>115.99928283691401</c:v>
                </c:pt>
                <c:pt idx="7037">
                  <c:v>116.209365844727</c:v>
                </c:pt>
                <c:pt idx="7038">
                  <c:v>116.300827026367</c:v>
                </c:pt>
                <c:pt idx="7039">
                  <c:v>116.589981079102</c:v>
                </c:pt>
                <c:pt idx="7040">
                  <c:v>117.072784423828</c:v>
                </c:pt>
                <c:pt idx="7041">
                  <c:v>117.401557922363</c:v>
                </c:pt>
                <c:pt idx="7042">
                  <c:v>117.59555816650401</c:v>
                </c:pt>
                <c:pt idx="7043">
                  <c:v>117.706840515137</c:v>
                </c:pt>
                <c:pt idx="7044">
                  <c:v>117.787651062012</c:v>
                </c:pt>
                <c:pt idx="7045">
                  <c:v>118.004928588867</c:v>
                </c:pt>
                <c:pt idx="7046">
                  <c:v>118.136962890625</c:v>
                </c:pt>
                <c:pt idx="7047">
                  <c:v>118.333381652832</c:v>
                </c:pt>
                <c:pt idx="7048">
                  <c:v>118.58620452880901</c:v>
                </c:pt>
                <c:pt idx="7049">
                  <c:v>118.87481689453099</c:v>
                </c:pt>
                <c:pt idx="7050">
                  <c:v>118.971473693848</c:v>
                </c:pt>
                <c:pt idx="7051">
                  <c:v>119.101264953613</c:v>
                </c:pt>
                <c:pt idx="7052">
                  <c:v>119.25080108642599</c:v>
                </c:pt>
                <c:pt idx="7053">
                  <c:v>119.37637329101599</c:v>
                </c:pt>
                <c:pt idx="7054">
                  <c:v>119.471717834473</c:v>
                </c:pt>
                <c:pt idx="7055">
                  <c:v>119.675399780273</c:v>
                </c:pt>
                <c:pt idx="7056">
                  <c:v>119.864128112793</c:v>
                </c:pt>
                <c:pt idx="7057">
                  <c:v>119.990196228027</c:v>
                </c:pt>
                <c:pt idx="7058">
                  <c:v>120.32146453857401</c:v>
                </c:pt>
                <c:pt idx="7059">
                  <c:v>120.562309265137</c:v>
                </c:pt>
                <c:pt idx="7060">
                  <c:v>120.163246154785</c:v>
                </c:pt>
                <c:pt idx="7061">
                  <c:v>120.35500335693401</c:v>
                </c:pt>
                <c:pt idx="7062">
                  <c:v>120.439399719238</c:v>
                </c:pt>
                <c:pt idx="7063">
                  <c:v>120.74764251709</c:v>
                </c:pt>
                <c:pt idx="7064">
                  <c:v>120.940299987793</c:v>
                </c:pt>
                <c:pt idx="7065">
                  <c:v>121.06369781494099</c:v>
                </c:pt>
                <c:pt idx="7066">
                  <c:v>121.118774414063</c:v>
                </c:pt>
                <c:pt idx="7067">
                  <c:v>121.01914215087901</c:v>
                </c:pt>
                <c:pt idx="7068">
                  <c:v>121.019569396973</c:v>
                </c:pt>
                <c:pt idx="7069">
                  <c:v>121.077270507813</c:v>
                </c:pt>
                <c:pt idx="7070">
                  <c:v>121.08324432373</c:v>
                </c:pt>
                <c:pt idx="7071">
                  <c:v>121.132888793945</c:v>
                </c:pt>
                <c:pt idx="7072">
                  <c:v>121.158164978027</c:v>
                </c:pt>
                <c:pt idx="7073">
                  <c:v>121.15176391601599</c:v>
                </c:pt>
                <c:pt idx="7074">
                  <c:v>121.153457641602</c:v>
                </c:pt>
                <c:pt idx="7075">
                  <c:v>121.138633728027</c:v>
                </c:pt>
                <c:pt idx="7076">
                  <c:v>121.013381958008</c:v>
                </c:pt>
                <c:pt idx="7077">
                  <c:v>120.881423950195</c:v>
                </c:pt>
                <c:pt idx="7078">
                  <c:v>120.645706176758</c:v>
                </c:pt>
                <c:pt idx="7079">
                  <c:v>120.47679138183599</c:v>
                </c:pt>
                <c:pt idx="7080">
                  <c:v>120.36750793457</c:v>
                </c:pt>
                <c:pt idx="7081">
                  <c:v>120.523193359375</c:v>
                </c:pt>
                <c:pt idx="7082">
                  <c:v>120.61286163330099</c:v>
                </c:pt>
                <c:pt idx="7083">
                  <c:v>120.47454071044901</c:v>
                </c:pt>
                <c:pt idx="7084">
                  <c:v>120.264038085938</c:v>
                </c:pt>
                <c:pt idx="7085">
                  <c:v>120.282600402832</c:v>
                </c:pt>
                <c:pt idx="7086">
                  <c:v>120.23370361328099</c:v>
                </c:pt>
                <c:pt idx="7087">
                  <c:v>120.24998474121099</c:v>
                </c:pt>
                <c:pt idx="7088">
                  <c:v>120.20792388916</c:v>
                </c:pt>
                <c:pt idx="7089">
                  <c:v>120.158660888672</c:v>
                </c:pt>
                <c:pt idx="7090">
                  <c:v>120.05889892578099</c:v>
                </c:pt>
                <c:pt idx="7091">
                  <c:v>120.23126983642599</c:v>
                </c:pt>
                <c:pt idx="7092">
                  <c:v>120.32762145996099</c:v>
                </c:pt>
                <c:pt idx="7093">
                  <c:v>120.341926574707</c:v>
                </c:pt>
                <c:pt idx="7094">
                  <c:v>120.60430908203099</c:v>
                </c:pt>
                <c:pt idx="7095">
                  <c:v>120.51311492919901</c:v>
                </c:pt>
                <c:pt idx="7096">
                  <c:v>120.545135498047</c:v>
                </c:pt>
                <c:pt idx="7097">
                  <c:v>120.438339233398</c:v>
                </c:pt>
                <c:pt idx="7098">
                  <c:v>120.325546264648</c:v>
                </c:pt>
                <c:pt idx="7099">
                  <c:v>120.36733245849599</c:v>
                </c:pt>
                <c:pt idx="7100">
                  <c:v>120.41579437255901</c:v>
                </c:pt>
                <c:pt idx="7101">
                  <c:v>120.48235321044901</c:v>
                </c:pt>
                <c:pt idx="7102">
                  <c:v>120.246955871582</c:v>
                </c:pt>
                <c:pt idx="7103">
                  <c:v>120.349731445313</c:v>
                </c:pt>
                <c:pt idx="7104">
                  <c:v>120.13656616210901</c:v>
                </c:pt>
                <c:pt idx="7105">
                  <c:v>119.939292907715</c:v>
                </c:pt>
                <c:pt idx="7106">
                  <c:v>120.14364624023401</c:v>
                </c:pt>
                <c:pt idx="7107">
                  <c:v>120.609092712402</c:v>
                </c:pt>
                <c:pt idx="7108">
                  <c:v>120.88232421875</c:v>
                </c:pt>
                <c:pt idx="7109">
                  <c:v>120.937774658203</c:v>
                </c:pt>
                <c:pt idx="7110">
                  <c:v>120.986297607422</c:v>
                </c:pt>
                <c:pt idx="7111">
                  <c:v>121.08010101318401</c:v>
                </c:pt>
                <c:pt idx="7112">
                  <c:v>121.12722015380901</c:v>
                </c:pt>
                <c:pt idx="7113">
                  <c:v>121.154777526855</c:v>
                </c:pt>
                <c:pt idx="7114">
                  <c:v>121.16716766357401</c:v>
                </c:pt>
                <c:pt idx="7115">
                  <c:v>121.171920776367</c:v>
                </c:pt>
                <c:pt idx="7116">
                  <c:v>121.17458343505901</c:v>
                </c:pt>
                <c:pt idx="7117">
                  <c:v>121.170120239258</c:v>
                </c:pt>
                <c:pt idx="7118">
                  <c:v>121.13885498046901</c:v>
                </c:pt>
                <c:pt idx="7119">
                  <c:v>120.882850646973</c:v>
                </c:pt>
                <c:pt idx="7120">
                  <c:v>120.5849609375</c:v>
                </c:pt>
                <c:pt idx="7121">
                  <c:v>120.304763793945</c:v>
                </c:pt>
                <c:pt idx="7122">
                  <c:v>120.145095825195</c:v>
                </c:pt>
                <c:pt idx="7123">
                  <c:v>119.97747039794901</c:v>
                </c:pt>
                <c:pt idx="7124">
                  <c:v>119.74509429931599</c:v>
                </c:pt>
                <c:pt idx="7125">
                  <c:v>119.57379150390599</c:v>
                </c:pt>
                <c:pt idx="7126">
                  <c:v>119.41854095459</c:v>
                </c:pt>
                <c:pt idx="7127">
                  <c:v>119.146476745605</c:v>
                </c:pt>
                <c:pt idx="7128">
                  <c:v>118.94931793212901</c:v>
                </c:pt>
                <c:pt idx="7129">
                  <c:v>118.56307983398401</c:v>
                </c:pt>
                <c:pt idx="7130">
                  <c:v>118.29852294921901</c:v>
                </c:pt>
                <c:pt idx="7131">
                  <c:v>118.15618133544901</c:v>
                </c:pt>
                <c:pt idx="7132">
                  <c:v>118.01155090332</c:v>
                </c:pt>
                <c:pt idx="7133">
                  <c:v>117.93685913085901</c:v>
                </c:pt>
                <c:pt idx="7134">
                  <c:v>117.896110534668</c:v>
                </c:pt>
                <c:pt idx="7135">
                  <c:v>117.866134643555</c:v>
                </c:pt>
                <c:pt idx="7136">
                  <c:v>117.753875732422</c:v>
                </c:pt>
                <c:pt idx="7137">
                  <c:v>117.649383544922</c:v>
                </c:pt>
                <c:pt idx="7138">
                  <c:v>117.43357086181599</c:v>
                </c:pt>
                <c:pt idx="7139">
                  <c:v>117.341361999512</c:v>
                </c:pt>
                <c:pt idx="7140">
                  <c:v>117.26829528808599</c:v>
                </c:pt>
                <c:pt idx="7141">
                  <c:v>117.20376586914099</c:v>
                </c:pt>
                <c:pt idx="7142">
                  <c:v>117.20794677734401</c:v>
                </c:pt>
                <c:pt idx="7143">
                  <c:v>117.132125854492</c:v>
                </c:pt>
                <c:pt idx="7144">
                  <c:v>116.99927520752</c:v>
                </c:pt>
                <c:pt idx="7145">
                  <c:v>116.840576171875</c:v>
                </c:pt>
                <c:pt idx="7146">
                  <c:v>116.817260742188</c:v>
                </c:pt>
                <c:pt idx="7147">
                  <c:v>116.75351715087901</c:v>
                </c:pt>
                <c:pt idx="7148">
                  <c:v>116.545516967773</c:v>
                </c:pt>
                <c:pt idx="7149">
                  <c:v>116.41656494140599</c:v>
                </c:pt>
                <c:pt idx="7150">
                  <c:v>116.359367370605</c:v>
                </c:pt>
                <c:pt idx="7151">
                  <c:v>116.30418395996099</c:v>
                </c:pt>
                <c:pt idx="7152">
                  <c:v>116.287673950195</c:v>
                </c:pt>
                <c:pt idx="7153">
                  <c:v>116.26976013183599</c:v>
                </c:pt>
                <c:pt idx="7154">
                  <c:v>116.26645660400401</c:v>
                </c:pt>
                <c:pt idx="7155">
                  <c:v>116.138221740723</c:v>
                </c:pt>
                <c:pt idx="7156">
                  <c:v>116.16885375976599</c:v>
                </c:pt>
                <c:pt idx="7157">
                  <c:v>116.11498260498</c:v>
                </c:pt>
                <c:pt idx="7158">
                  <c:v>116.064254760742</c:v>
                </c:pt>
                <c:pt idx="7159">
                  <c:v>116.04958343505901</c:v>
                </c:pt>
                <c:pt idx="7160">
                  <c:v>115.92128753662099</c:v>
                </c:pt>
                <c:pt idx="7161">
                  <c:v>115.78948211669901</c:v>
                </c:pt>
                <c:pt idx="7162">
                  <c:v>115.85222625732401</c:v>
                </c:pt>
                <c:pt idx="7163">
                  <c:v>115.90306854248</c:v>
                </c:pt>
                <c:pt idx="7164">
                  <c:v>116.06600189209</c:v>
                </c:pt>
                <c:pt idx="7165">
                  <c:v>116.133338928223</c:v>
                </c:pt>
                <c:pt idx="7166">
                  <c:v>116.09544372558599</c:v>
                </c:pt>
                <c:pt idx="7167">
                  <c:v>116.175575256348</c:v>
                </c:pt>
                <c:pt idx="7168">
                  <c:v>116.238807678223</c:v>
                </c:pt>
                <c:pt idx="7169">
                  <c:v>116.303298950195</c:v>
                </c:pt>
                <c:pt idx="7170">
                  <c:v>116.30630493164099</c:v>
                </c:pt>
                <c:pt idx="7171">
                  <c:v>116.352737426758</c:v>
                </c:pt>
                <c:pt idx="7172">
                  <c:v>116.417915344238</c:v>
                </c:pt>
                <c:pt idx="7173">
                  <c:v>116.52385711669901</c:v>
                </c:pt>
                <c:pt idx="7174">
                  <c:v>116.625450134277</c:v>
                </c:pt>
                <c:pt idx="7175">
                  <c:v>116.646522521973</c:v>
                </c:pt>
                <c:pt idx="7176">
                  <c:v>116.59287261962901</c:v>
                </c:pt>
                <c:pt idx="7177">
                  <c:v>116.578605651855</c:v>
                </c:pt>
                <c:pt idx="7178">
                  <c:v>116.56557464599599</c:v>
                </c:pt>
                <c:pt idx="7179">
                  <c:v>116.48268890380901</c:v>
                </c:pt>
                <c:pt idx="7180">
                  <c:v>116.50119781494099</c:v>
                </c:pt>
                <c:pt idx="7181">
                  <c:v>116.472358703613</c:v>
                </c:pt>
                <c:pt idx="7182">
                  <c:v>116.542915344238</c:v>
                </c:pt>
                <c:pt idx="7183">
                  <c:v>116.513290405273</c:v>
                </c:pt>
                <c:pt idx="7184">
                  <c:v>116.46524047851599</c:v>
                </c:pt>
                <c:pt idx="7185">
                  <c:v>116.52776336669901</c:v>
                </c:pt>
                <c:pt idx="7186">
                  <c:v>116.543869018555</c:v>
                </c:pt>
                <c:pt idx="7187">
                  <c:v>116.50112915039099</c:v>
                </c:pt>
                <c:pt idx="7188">
                  <c:v>116.508949279785</c:v>
                </c:pt>
                <c:pt idx="7189">
                  <c:v>116.41937255859401</c:v>
                </c:pt>
                <c:pt idx="7190">
                  <c:v>116.406356811523</c:v>
                </c:pt>
                <c:pt idx="7191">
                  <c:v>116.515266418457</c:v>
                </c:pt>
                <c:pt idx="7192">
                  <c:v>116.51979827880901</c:v>
                </c:pt>
                <c:pt idx="7193">
                  <c:v>116.594444274902</c:v>
                </c:pt>
                <c:pt idx="7194">
                  <c:v>116.734413146973</c:v>
                </c:pt>
                <c:pt idx="7195">
                  <c:v>116.863250732422</c:v>
                </c:pt>
                <c:pt idx="7196">
                  <c:v>116.894050598145</c:v>
                </c:pt>
                <c:pt idx="7197">
                  <c:v>116.90936279296901</c:v>
                </c:pt>
                <c:pt idx="7198">
                  <c:v>116.985023498535</c:v>
                </c:pt>
                <c:pt idx="7199">
                  <c:v>117.07009124755901</c:v>
                </c:pt>
                <c:pt idx="7200">
                  <c:v>117.122077941895</c:v>
                </c:pt>
                <c:pt idx="7201">
                  <c:v>117.21565246582</c:v>
                </c:pt>
                <c:pt idx="7202">
                  <c:v>117.321640014648</c:v>
                </c:pt>
                <c:pt idx="7203">
                  <c:v>117.325202941895</c:v>
                </c:pt>
                <c:pt idx="7204">
                  <c:v>117.462837219238</c:v>
                </c:pt>
                <c:pt idx="7205">
                  <c:v>117.558319091797</c:v>
                </c:pt>
                <c:pt idx="7206">
                  <c:v>117.517532348633</c:v>
                </c:pt>
                <c:pt idx="7207">
                  <c:v>117.622360229492</c:v>
                </c:pt>
                <c:pt idx="7208">
                  <c:v>117.710975646973</c:v>
                </c:pt>
                <c:pt idx="7209">
                  <c:v>117.78035736084</c:v>
                </c:pt>
                <c:pt idx="7210">
                  <c:v>117.81789398193401</c:v>
                </c:pt>
                <c:pt idx="7211">
                  <c:v>117.837882995605</c:v>
                </c:pt>
                <c:pt idx="7212">
                  <c:v>117.845092773438</c:v>
                </c:pt>
                <c:pt idx="7213">
                  <c:v>117.848526000977</c:v>
                </c:pt>
                <c:pt idx="7214">
                  <c:v>117.853645324707</c:v>
                </c:pt>
                <c:pt idx="7215">
                  <c:v>118.05916595459</c:v>
                </c:pt>
                <c:pt idx="7216">
                  <c:v>118.114265441895</c:v>
                </c:pt>
                <c:pt idx="7217">
                  <c:v>118.120193481445</c:v>
                </c:pt>
                <c:pt idx="7218">
                  <c:v>118.09235382080099</c:v>
                </c:pt>
                <c:pt idx="7219">
                  <c:v>118.221153259277</c:v>
                </c:pt>
                <c:pt idx="7220">
                  <c:v>118.33634185791</c:v>
                </c:pt>
                <c:pt idx="7221">
                  <c:v>118.48275756835901</c:v>
                </c:pt>
                <c:pt idx="7222">
                  <c:v>118.605575561523</c:v>
                </c:pt>
                <c:pt idx="7223">
                  <c:v>118.88914489746099</c:v>
                </c:pt>
                <c:pt idx="7224">
                  <c:v>119.07266235351599</c:v>
                </c:pt>
                <c:pt idx="7225">
                  <c:v>119.05020904541</c:v>
                </c:pt>
                <c:pt idx="7226">
                  <c:v>119.04680633544901</c:v>
                </c:pt>
                <c:pt idx="7227">
                  <c:v>119.13995361328099</c:v>
                </c:pt>
                <c:pt idx="7228">
                  <c:v>119.04713439941401</c:v>
                </c:pt>
                <c:pt idx="7229">
                  <c:v>119.09952545166</c:v>
                </c:pt>
                <c:pt idx="7230">
                  <c:v>119.241050720215</c:v>
                </c:pt>
                <c:pt idx="7231">
                  <c:v>119.32700347900401</c:v>
                </c:pt>
                <c:pt idx="7232">
                  <c:v>119.42209625244099</c:v>
                </c:pt>
                <c:pt idx="7233">
                  <c:v>119.478515625</c:v>
                </c:pt>
                <c:pt idx="7234">
                  <c:v>119.478805541992</c:v>
                </c:pt>
                <c:pt idx="7235">
                  <c:v>119.481285095215</c:v>
                </c:pt>
                <c:pt idx="7236">
                  <c:v>119.607620239258</c:v>
                </c:pt>
                <c:pt idx="7237">
                  <c:v>119.80152893066401</c:v>
                </c:pt>
                <c:pt idx="7238">
                  <c:v>119.854705810547</c:v>
                </c:pt>
                <c:pt idx="7239">
                  <c:v>119.86410522460901</c:v>
                </c:pt>
                <c:pt idx="7240">
                  <c:v>119.87297821044901</c:v>
                </c:pt>
                <c:pt idx="7241">
                  <c:v>119.906379699707</c:v>
                </c:pt>
                <c:pt idx="7242">
                  <c:v>119.998008728027</c:v>
                </c:pt>
                <c:pt idx="7243">
                  <c:v>120.092697143555</c:v>
                </c:pt>
                <c:pt idx="7244">
                  <c:v>120.165405273438</c:v>
                </c:pt>
                <c:pt idx="7245">
                  <c:v>120.235054016113</c:v>
                </c:pt>
                <c:pt idx="7246">
                  <c:v>120.30222320556599</c:v>
                </c:pt>
                <c:pt idx="7247">
                  <c:v>120.558311462402</c:v>
                </c:pt>
                <c:pt idx="7248">
                  <c:v>120.55323791503901</c:v>
                </c:pt>
                <c:pt idx="7249">
                  <c:v>120.53328704834</c:v>
                </c:pt>
                <c:pt idx="7250">
                  <c:v>120.741249084473</c:v>
                </c:pt>
                <c:pt idx="7251">
                  <c:v>120.79571533203099</c:v>
                </c:pt>
                <c:pt idx="7252">
                  <c:v>120.841194152832</c:v>
                </c:pt>
                <c:pt idx="7253">
                  <c:v>120.95343780517599</c:v>
                </c:pt>
                <c:pt idx="7254">
                  <c:v>121.043563842773</c:v>
                </c:pt>
                <c:pt idx="7255">
                  <c:v>121.108444213867</c:v>
                </c:pt>
                <c:pt idx="7256">
                  <c:v>121.143844604492</c:v>
                </c:pt>
                <c:pt idx="7257">
                  <c:v>121.159950256348</c:v>
                </c:pt>
                <c:pt idx="7258">
                  <c:v>121.16917419433599</c:v>
                </c:pt>
                <c:pt idx="7259">
                  <c:v>121.181365966797</c:v>
                </c:pt>
                <c:pt idx="7260">
                  <c:v>121.188316345215</c:v>
                </c:pt>
                <c:pt idx="7261">
                  <c:v>121.20168304443401</c:v>
                </c:pt>
                <c:pt idx="7262">
                  <c:v>121.20124053955099</c:v>
                </c:pt>
                <c:pt idx="7263">
                  <c:v>121.197151184082</c:v>
                </c:pt>
                <c:pt idx="7264">
                  <c:v>121.22443389892599</c:v>
                </c:pt>
                <c:pt idx="7265">
                  <c:v>121.225631713867</c:v>
                </c:pt>
                <c:pt idx="7266">
                  <c:v>121.266227722168</c:v>
                </c:pt>
                <c:pt idx="7267">
                  <c:v>121.313926696777</c:v>
                </c:pt>
                <c:pt idx="7268">
                  <c:v>121.32048797607401</c:v>
                </c:pt>
                <c:pt idx="7269">
                  <c:v>121.341743469238</c:v>
                </c:pt>
                <c:pt idx="7270">
                  <c:v>121.298530578613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C42-4969-998E-E1E9F069F815}"/>
            </c:ext>
          </c:extLst>
        </c:ser>
        <c:ser>
          <c:idx val="1"/>
          <c:order val="1"/>
          <c:tx>
            <c:strRef>
              <c:f>'DL-Model'!$AO$1</c:f>
              <c:strCache>
                <c:ptCount val="1"/>
                <c:pt idx="0">
                  <c:v>T_sw_CNN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'DL-Model'!$AO$2:$AO$7272</c:f>
              <c:numCache>
                <c:formatCode>General</c:formatCode>
                <c:ptCount val="7271"/>
                <c:pt idx="0">
                  <c:v>40.938980000000001</c:v>
                </c:pt>
                <c:pt idx="1">
                  <c:v>40.943961999999999</c:v>
                </c:pt>
                <c:pt idx="2">
                  <c:v>40.947234999999999</c:v>
                </c:pt>
                <c:pt idx="3">
                  <c:v>40.944710000000001</c:v>
                </c:pt>
                <c:pt idx="4">
                  <c:v>40.943184000000002</c:v>
                </c:pt>
                <c:pt idx="5">
                  <c:v>40.948444000000002</c:v>
                </c:pt>
                <c:pt idx="6">
                  <c:v>40.957790000000003</c:v>
                </c:pt>
                <c:pt idx="7">
                  <c:v>40.972003999999998</c:v>
                </c:pt>
                <c:pt idx="8">
                  <c:v>40.989738000000003</c:v>
                </c:pt>
                <c:pt idx="9">
                  <c:v>41.003773000000002</c:v>
                </c:pt>
                <c:pt idx="10">
                  <c:v>41.014637</c:v>
                </c:pt>
                <c:pt idx="11">
                  <c:v>41.026394000000003</c:v>
                </c:pt>
                <c:pt idx="12">
                  <c:v>41.037888000000002</c:v>
                </c:pt>
                <c:pt idx="13">
                  <c:v>41.047085000000003</c:v>
                </c:pt>
                <c:pt idx="14">
                  <c:v>41.055962000000001</c:v>
                </c:pt>
                <c:pt idx="15">
                  <c:v>41.067135</c:v>
                </c:pt>
                <c:pt idx="16">
                  <c:v>41.076031</c:v>
                </c:pt>
                <c:pt idx="17">
                  <c:v>41.076962000000002</c:v>
                </c:pt>
                <c:pt idx="18">
                  <c:v>41.071159000000002</c:v>
                </c:pt>
                <c:pt idx="19">
                  <c:v>41.065857000000001</c:v>
                </c:pt>
                <c:pt idx="20">
                  <c:v>41.061149999999998</c:v>
                </c:pt>
                <c:pt idx="21">
                  <c:v>41.053356000000001</c:v>
                </c:pt>
                <c:pt idx="22">
                  <c:v>41.042850000000001</c:v>
                </c:pt>
                <c:pt idx="23">
                  <c:v>41.035431000000003</c:v>
                </c:pt>
                <c:pt idx="24">
                  <c:v>41.035110000000003</c:v>
                </c:pt>
                <c:pt idx="25">
                  <c:v>41.033591999999999</c:v>
                </c:pt>
                <c:pt idx="26">
                  <c:v>41.030003000000001</c:v>
                </c:pt>
                <c:pt idx="27">
                  <c:v>41.026057999999999</c:v>
                </c:pt>
                <c:pt idx="28">
                  <c:v>41.023758000000001</c:v>
                </c:pt>
                <c:pt idx="29">
                  <c:v>41.021061000000003</c:v>
                </c:pt>
                <c:pt idx="30">
                  <c:v>41.019050999999997</c:v>
                </c:pt>
                <c:pt idx="31">
                  <c:v>41.017899</c:v>
                </c:pt>
                <c:pt idx="32">
                  <c:v>41.017631999999999</c:v>
                </c:pt>
                <c:pt idx="33">
                  <c:v>41.019759999999998</c:v>
                </c:pt>
                <c:pt idx="34">
                  <c:v>41.027161</c:v>
                </c:pt>
                <c:pt idx="35">
                  <c:v>41.040874000000002</c:v>
                </c:pt>
                <c:pt idx="36">
                  <c:v>41.058475000000001</c:v>
                </c:pt>
                <c:pt idx="37">
                  <c:v>41.069488999999997</c:v>
                </c:pt>
                <c:pt idx="38">
                  <c:v>41.072158999999999</c:v>
                </c:pt>
                <c:pt idx="39">
                  <c:v>41.076358999999997</c:v>
                </c:pt>
                <c:pt idx="40">
                  <c:v>41.082321</c:v>
                </c:pt>
                <c:pt idx="41">
                  <c:v>41.089500000000001</c:v>
                </c:pt>
                <c:pt idx="42">
                  <c:v>41.100856999999998</c:v>
                </c:pt>
                <c:pt idx="43">
                  <c:v>41.115143000000003</c:v>
                </c:pt>
                <c:pt idx="44">
                  <c:v>41.128551000000002</c:v>
                </c:pt>
                <c:pt idx="45">
                  <c:v>41.139220999999999</c:v>
                </c:pt>
                <c:pt idx="46">
                  <c:v>41.152659999999997</c:v>
                </c:pt>
                <c:pt idx="47">
                  <c:v>41.167121999999999</c:v>
                </c:pt>
                <c:pt idx="48">
                  <c:v>41.179400999999999</c:v>
                </c:pt>
                <c:pt idx="49">
                  <c:v>41.196533000000002</c:v>
                </c:pt>
                <c:pt idx="50">
                  <c:v>41.222042000000002</c:v>
                </c:pt>
                <c:pt idx="51">
                  <c:v>41.249329000000003</c:v>
                </c:pt>
                <c:pt idx="52">
                  <c:v>41.278809000000003</c:v>
                </c:pt>
                <c:pt idx="53">
                  <c:v>41.313271</c:v>
                </c:pt>
                <c:pt idx="54">
                  <c:v>41.352226000000002</c:v>
                </c:pt>
                <c:pt idx="55">
                  <c:v>41.396782000000002</c:v>
                </c:pt>
                <c:pt idx="56">
                  <c:v>41.442225999999998</c:v>
                </c:pt>
                <c:pt idx="57">
                  <c:v>41.483336999999999</c:v>
                </c:pt>
                <c:pt idx="58">
                  <c:v>41.518870999999997</c:v>
                </c:pt>
                <c:pt idx="59">
                  <c:v>41.550713000000002</c:v>
                </c:pt>
                <c:pt idx="60">
                  <c:v>41.578125</c:v>
                </c:pt>
                <c:pt idx="61">
                  <c:v>41.60463</c:v>
                </c:pt>
                <c:pt idx="62">
                  <c:v>41.629233999999997</c:v>
                </c:pt>
                <c:pt idx="63">
                  <c:v>41.650986000000003</c:v>
                </c:pt>
                <c:pt idx="64">
                  <c:v>41.670363999999999</c:v>
                </c:pt>
                <c:pt idx="65">
                  <c:v>41.688308999999997</c:v>
                </c:pt>
                <c:pt idx="66">
                  <c:v>41.706901999999999</c:v>
                </c:pt>
                <c:pt idx="67">
                  <c:v>41.727500999999997</c:v>
                </c:pt>
                <c:pt idx="68">
                  <c:v>41.754379</c:v>
                </c:pt>
                <c:pt idx="69">
                  <c:v>41.789619000000002</c:v>
                </c:pt>
                <c:pt idx="70">
                  <c:v>41.828434000000001</c:v>
                </c:pt>
                <c:pt idx="71">
                  <c:v>41.870280999999999</c:v>
                </c:pt>
                <c:pt idx="72">
                  <c:v>41.918556000000002</c:v>
                </c:pt>
                <c:pt idx="73">
                  <c:v>41.964782999999997</c:v>
                </c:pt>
                <c:pt idx="74">
                  <c:v>42.008212999999998</c:v>
                </c:pt>
                <c:pt idx="75">
                  <c:v>42.053393999999997</c:v>
                </c:pt>
                <c:pt idx="76">
                  <c:v>42.103149000000002</c:v>
                </c:pt>
                <c:pt idx="77">
                  <c:v>42.152500000000003</c:v>
                </c:pt>
                <c:pt idx="78">
                  <c:v>42.191422000000003</c:v>
                </c:pt>
                <c:pt idx="79">
                  <c:v>42.220222</c:v>
                </c:pt>
                <c:pt idx="80">
                  <c:v>42.24456</c:v>
                </c:pt>
                <c:pt idx="81">
                  <c:v>42.269516000000003</c:v>
                </c:pt>
                <c:pt idx="82">
                  <c:v>42.300797000000003</c:v>
                </c:pt>
                <c:pt idx="83">
                  <c:v>42.335175</c:v>
                </c:pt>
                <c:pt idx="84">
                  <c:v>42.371174000000003</c:v>
                </c:pt>
                <c:pt idx="85">
                  <c:v>42.409641000000001</c:v>
                </c:pt>
                <c:pt idx="86">
                  <c:v>42.452674999999999</c:v>
                </c:pt>
                <c:pt idx="87">
                  <c:v>42.504508999999999</c:v>
                </c:pt>
                <c:pt idx="88">
                  <c:v>42.567123000000002</c:v>
                </c:pt>
                <c:pt idx="89">
                  <c:v>42.633983999999998</c:v>
                </c:pt>
                <c:pt idx="90">
                  <c:v>42.696877000000001</c:v>
                </c:pt>
                <c:pt idx="91">
                  <c:v>42.754424999999998</c:v>
                </c:pt>
                <c:pt idx="92">
                  <c:v>42.804287000000002</c:v>
                </c:pt>
                <c:pt idx="93">
                  <c:v>42.850838000000003</c:v>
                </c:pt>
                <c:pt idx="94">
                  <c:v>42.897747000000003</c:v>
                </c:pt>
                <c:pt idx="95">
                  <c:v>42.940773</c:v>
                </c:pt>
                <c:pt idx="96">
                  <c:v>42.976429000000003</c:v>
                </c:pt>
                <c:pt idx="97">
                  <c:v>43.007342999999999</c:v>
                </c:pt>
                <c:pt idx="98">
                  <c:v>43.035336000000001</c:v>
                </c:pt>
                <c:pt idx="99">
                  <c:v>43.060532000000002</c:v>
                </c:pt>
                <c:pt idx="100">
                  <c:v>43.080131999999999</c:v>
                </c:pt>
                <c:pt idx="101">
                  <c:v>43.099148</c:v>
                </c:pt>
                <c:pt idx="102">
                  <c:v>43.121468</c:v>
                </c:pt>
                <c:pt idx="103">
                  <c:v>43.146549</c:v>
                </c:pt>
                <c:pt idx="104">
                  <c:v>43.170448</c:v>
                </c:pt>
                <c:pt idx="105">
                  <c:v>43.188277999999997</c:v>
                </c:pt>
                <c:pt idx="106">
                  <c:v>43.201256000000001</c:v>
                </c:pt>
                <c:pt idx="107">
                  <c:v>43.217812000000002</c:v>
                </c:pt>
                <c:pt idx="108">
                  <c:v>43.237526000000003</c:v>
                </c:pt>
                <c:pt idx="109">
                  <c:v>43.259273999999998</c:v>
                </c:pt>
                <c:pt idx="110">
                  <c:v>43.284950000000002</c:v>
                </c:pt>
                <c:pt idx="111">
                  <c:v>43.316569999999999</c:v>
                </c:pt>
                <c:pt idx="112">
                  <c:v>43.350548000000003</c:v>
                </c:pt>
                <c:pt idx="113">
                  <c:v>43.382213999999998</c:v>
                </c:pt>
                <c:pt idx="114">
                  <c:v>43.410366000000003</c:v>
                </c:pt>
                <c:pt idx="115">
                  <c:v>43.439945000000002</c:v>
                </c:pt>
                <c:pt idx="116">
                  <c:v>43.475861000000002</c:v>
                </c:pt>
                <c:pt idx="117">
                  <c:v>43.517291999999998</c:v>
                </c:pt>
                <c:pt idx="118">
                  <c:v>43.55986</c:v>
                </c:pt>
                <c:pt idx="119">
                  <c:v>43.603451</c:v>
                </c:pt>
                <c:pt idx="120">
                  <c:v>43.648968000000004</c:v>
                </c:pt>
                <c:pt idx="121">
                  <c:v>43.701042000000001</c:v>
                </c:pt>
                <c:pt idx="122">
                  <c:v>43.762146000000001</c:v>
                </c:pt>
                <c:pt idx="123">
                  <c:v>43.835738999999997</c:v>
                </c:pt>
                <c:pt idx="124">
                  <c:v>43.925086999999998</c:v>
                </c:pt>
                <c:pt idx="125">
                  <c:v>44.022804000000001</c:v>
                </c:pt>
                <c:pt idx="126">
                  <c:v>44.126677999999998</c:v>
                </c:pt>
                <c:pt idx="127">
                  <c:v>44.224986999999999</c:v>
                </c:pt>
                <c:pt idx="128">
                  <c:v>44.307727999999997</c:v>
                </c:pt>
                <c:pt idx="129">
                  <c:v>44.385928999999997</c:v>
                </c:pt>
                <c:pt idx="130">
                  <c:v>44.466189999999997</c:v>
                </c:pt>
                <c:pt idx="131">
                  <c:v>44.549816</c:v>
                </c:pt>
                <c:pt idx="132">
                  <c:v>44.629440000000002</c:v>
                </c:pt>
                <c:pt idx="133">
                  <c:v>44.704655000000002</c:v>
                </c:pt>
                <c:pt idx="134">
                  <c:v>44.796382999999999</c:v>
                </c:pt>
                <c:pt idx="135">
                  <c:v>44.908893999999997</c:v>
                </c:pt>
                <c:pt idx="136">
                  <c:v>45.029442000000003</c:v>
                </c:pt>
                <c:pt idx="137">
                  <c:v>45.151817000000001</c:v>
                </c:pt>
                <c:pt idx="138">
                  <c:v>45.274403</c:v>
                </c:pt>
                <c:pt idx="139">
                  <c:v>45.397002999999998</c:v>
                </c:pt>
                <c:pt idx="140">
                  <c:v>45.518475000000002</c:v>
                </c:pt>
                <c:pt idx="141">
                  <c:v>45.639141000000002</c:v>
                </c:pt>
                <c:pt idx="142">
                  <c:v>45.761974000000002</c:v>
                </c:pt>
                <c:pt idx="143">
                  <c:v>45.887157000000002</c:v>
                </c:pt>
                <c:pt idx="144">
                  <c:v>46.011561999999998</c:v>
                </c:pt>
                <c:pt idx="145">
                  <c:v>46.134155</c:v>
                </c:pt>
                <c:pt idx="146">
                  <c:v>46.253020999999997</c:v>
                </c:pt>
                <c:pt idx="147">
                  <c:v>46.364531999999997</c:v>
                </c:pt>
                <c:pt idx="148">
                  <c:v>46.473129</c:v>
                </c:pt>
                <c:pt idx="149">
                  <c:v>46.584907999999999</c:v>
                </c:pt>
                <c:pt idx="150">
                  <c:v>46.690120999999998</c:v>
                </c:pt>
                <c:pt idx="151">
                  <c:v>46.785629</c:v>
                </c:pt>
                <c:pt idx="152">
                  <c:v>46.884524999999996</c:v>
                </c:pt>
                <c:pt idx="153">
                  <c:v>46.988567000000003</c:v>
                </c:pt>
                <c:pt idx="154">
                  <c:v>47.100879999999997</c:v>
                </c:pt>
                <c:pt idx="155">
                  <c:v>47.212874999999997</c:v>
                </c:pt>
                <c:pt idx="156">
                  <c:v>47.309913999999999</c:v>
                </c:pt>
                <c:pt idx="157">
                  <c:v>47.390450000000001</c:v>
                </c:pt>
                <c:pt idx="158">
                  <c:v>47.458762999999998</c:v>
                </c:pt>
                <c:pt idx="159">
                  <c:v>47.514178999999999</c:v>
                </c:pt>
                <c:pt idx="160">
                  <c:v>47.566451999999998</c:v>
                </c:pt>
                <c:pt idx="161">
                  <c:v>47.619076</c:v>
                </c:pt>
                <c:pt idx="162">
                  <c:v>47.669189000000003</c:v>
                </c:pt>
                <c:pt idx="163">
                  <c:v>47.718307000000003</c:v>
                </c:pt>
                <c:pt idx="164">
                  <c:v>47.766579</c:v>
                </c:pt>
                <c:pt idx="165">
                  <c:v>47.814365000000002</c:v>
                </c:pt>
                <c:pt idx="166">
                  <c:v>47.863056</c:v>
                </c:pt>
                <c:pt idx="167">
                  <c:v>47.913685000000001</c:v>
                </c:pt>
                <c:pt idx="168">
                  <c:v>47.971767</c:v>
                </c:pt>
                <c:pt idx="169">
                  <c:v>48.035922999999997</c:v>
                </c:pt>
                <c:pt idx="170">
                  <c:v>48.095730000000003</c:v>
                </c:pt>
                <c:pt idx="171">
                  <c:v>48.149180999999999</c:v>
                </c:pt>
                <c:pt idx="172">
                  <c:v>48.199038999999999</c:v>
                </c:pt>
                <c:pt idx="173">
                  <c:v>48.247852000000002</c:v>
                </c:pt>
                <c:pt idx="174">
                  <c:v>48.295955999999997</c:v>
                </c:pt>
                <c:pt idx="175">
                  <c:v>48.342457000000003</c:v>
                </c:pt>
                <c:pt idx="176">
                  <c:v>48.387996999999999</c:v>
                </c:pt>
                <c:pt idx="177">
                  <c:v>48.432834999999997</c:v>
                </c:pt>
                <c:pt idx="178">
                  <c:v>48.477916999999998</c:v>
                </c:pt>
                <c:pt idx="179">
                  <c:v>48.522078999999998</c:v>
                </c:pt>
                <c:pt idx="180">
                  <c:v>48.565410999999997</c:v>
                </c:pt>
                <c:pt idx="181">
                  <c:v>48.608471000000002</c:v>
                </c:pt>
                <c:pt idx="182">
                  <c:v>48.650841</c:v>
                </c:pt>
                <c:pt idx="183">
                  <c:v>48.698746</c:v>
                </c:pt>
                <c:pt idx="184">
                  <c:v>48.749149000000003</c:v>
                </c:pt>
                <c:pt idx="185">
                  <c:v>48.790691000000002</c:v>
                </c:pt>
                <c:pt idx="186">
                  <c:v>48.825794000000002</c:v>
                </c:pt>
                <c:pt idx="187">
                  <c:v>48.859329000000002</c:v>
                </c:pt>
                <c:pt idx="188">
                  <c:v>48.895598999999997</c:v>
                </c:pt>
                <c:pt idx="189">
                  <c:v>48.936709999999998</c:v>
                </c:pt>
                <c:pt idx="190">
                  <c:v>48.987850000000002</c:v>
                </c:pt>
                <c:pt idx="191">
                  <c:v>49.044159000000001</c:v>
                </c:pt>
                <c:pt idx="192">
                  <c:v>49.096572999999999</c:v>
                </c:pt>
                <c:pt idx="193">
                  <c:v>49.146385000000002</c:v>
                </c:pt>
                <c:pt idx="194">
                  <c:v>49.203223999999999</c:v>
                </c:pt>
                <c:pt idx="195">
                  <c:v>49.273353999999998</c:v>
                </c:pt>
                <c:pt idx="196">
                  <c:v>49.352921000000002</c:v>
                </c:pt>
                <c:pt idx="197">
                  <c:v>49.450073000000003</c:v>
                </c:pt>
                <c:pt idx="198">
                  <c:v>49.575336</c:v>
                </c:pt>
                <c:pt idx="199">
                  <c:v>49.712631000000002</c:v>
                </c:pt>
                <c:pt idx="200">
                  <c:v>49.845900999999998</c:v>
                </c:pt>
                <c:pt idx="201">
                  <c:v>49.980136999999999</c:v>
                </c:pt>
                <c:pt idx="202">
                  <c:v>50.115982000000002</c:v>
                </c:pt>
                <c:pt idx="203">
                  <c:v>50.237560000000002</c:v>
                </c:pt>
                <c:pt idx="204">
                  <c:v>50.347659999999998</c:v>
                </c:pt>
                <c:pt idx="205">
                  <c:v>50.456820999999998</c:v>
                </c:pt>
                <c:pt idx="206">
                  <c:v>50.568195000000003</c:v>
                </c:pt>
                <c:pt idx="207">
                  <c:v>50.679554000000003</c:v>
                </c:pt>
                <c:pt idx="208">
                  <c:v>50.792023</c:v>
                </c:pt>
                <c:pt idx="209">
                  <c:v>50.903168000000001</c:v>
                </c:pt>
                <c:pt idx="210">
                  <c:v>51.012264000000002</c:v>
                </c:pt>
                <c:pt idx="211">
                  <c:v>51.119853999999997</c:v>
                </c:pt>
                <c:pt idx="212">
                  <c:v>51.230227999999997</c:v>
                </c:pt>
                <c:pt idx="213">
                  <c:v>51.345405999999997</c:v>
                </c:pt>
                <c:pt idx="214">
                  <c:v>51.463923999999999</c:v>
                </c:pt>
                <c:pt idx="215">
                  <c:v>51.582298000000002</c:v>
                </c:pt>
                <c:pt idx="216">
                  <c:v>51.699477999999999</c:v>
                </c:pt>
                <c:pt idx="217">
                  <c:v>51.819771000000003</c:v>
                </c:pt>
                <c:pt idx="218">
                  <c:v>51.932194000000003</c:v>
                </c:pt>
                <c:pt idx="219">
                  <c:v>52.031033000000001</c:v>
                </c:pt>
                <c:pt idx="220">
                  <c:v>52.115383000000001</c:v>
                </c:pt>
                <c:pt idx="221">
                  <c:v>52.191456000000002</c:v>
                </c:pt>
                <c:pt idx="222">
                  <c:v>52.248874999999998</c:v>
                </c:pt>
                <c:pt idx="223">
                  <c:v>52.288815</c:v>
                </c:pt>
                <c:pt idx="224">
                  <c:v>52.324589000000003</c:v>
                </c:pt>
                <c:pt idx="225">
                  <c:v>52.363067999999998</c:v>
                </c:pt>
                <c:pt idx="226">
                  <c:v>52.405388000000002</c:v>
                </c:pt>
                <c:pt idx="227">
                  <c:v>52.444167999999998</c:v>
                </c:pt>
                <c:pt idx="228">
                  <c:v>52.479103000000002</c:v>
                </c:pt>
                <c:pt idx="229">
                  <c:v>52.512855999999999</c:v>
                </c:pt>
                <c:pt idx="230">
                  <c:v>52.546889999999998</c:v>
                </c:pt>
                <c:pt idx="231">
                  <c:v>52.581817999999998</c:v>
                </c:pt>
                <c:pt idx="232">
                  <c:v>52.618977000000001</c:v>
                </c:pt>
                <c:pt idx="233">
                  <c:v>52.653140999999998</c:v>
                </c:pt>
                <c:pt idx="234">
                  <c:v>52.684322000000002</c:v>
                </c:pt>
                <c:pt idx="235">
                  <c:v>52.718829999999997</c:v>
                </c:pt>
                <c:pt idx="236">
                  <c:v>52.758285999999998</c:v>
                </c:pt>
                <c:pt idx="237">
                  <c:v>52.800797000000003</c:v>
                </c:pt>
                <c:pt idx="238">
                  <c:v>52.840224999999997</c:v>
                </c:pt>
                <c:pt idx="239">
                  <c:v>52.873600000000003</c:v>
                </c:pt>
                <c:pt idx="240">
                  <c:v>52.906441000000001</c:v>
                </c:pt>
                <c:pt idx="241">
                  <c:v>52.937710000000003</c:v>
                </c:pt>
                <c:pt idx="242">
                  <c:v>52.964759999999998</c:v>
                </c:pt>
                <c:pt idx="243">
                  <c:v>52.989586000000003</c:v>
                </c:pt>
                <c:pt idx="244">
                  <c:v>53.016075000000001</c:v>
                </c:pt>
                <c:pt idx="245">
                  <c:v>53.050190000000001</c:v>
                </c:pt>
                <c:pt idx="246">
                  <c:v>53.094912999999998</c:v>
                </c:pt>
                <c:pt idx="247">
                  <c:v>53.137290999999998</c:v>
                </c:pt>
                <c:pt idx="248">
                  <c:v>53.166508</c:v>
                </c:pt>
                <c:pt idx="249">
                  <c:v>53.192604000000003</c:v>
                </c:pt>
                <c:pt idx="250">
                  <c:v>53.228718000000001</c:v>
                </c:pt>
                <c:pt idx="251">
                  <c:v>53.272731999999998</c:v>
                </c:pt>
                <c:pt idx="252">
                  <c:v>53.315520999999997</c:v>
                </c:pt>
                <c:pt idx="253">
                  <c:v>53.353973000000003</c:v>
                </c:pt>
                <c:pt idx="254">
                  <c:v>53.390414999999997</c:v>
                </c:pt>
                <c:pt idx="255">
                  <c:v>53.425418999999998</c:v>
                </c:pt>
                <c:pt idx="256">
                  <c:v>53.458179000000001</c:v>
                </c:pt>
                <c:pt idx="257">
                  <c:v>53.490077999999997</c:v>
                </c:pt>
                <c:pt idx="258">
                  <c:v>53.525219</c:v>
                </c:pt>
                <c:pt idx="259">
                  <c:v>53.559887000000003</c:v>
                </c:pt>
                <c:pt idx="260">
                  <c:v>53.591178999999997</c:v>
                </c:pt>
                <c:pt idx="261">
                  <c:v>53.620334999999997</c:v>
                </c:pt>
                <c:pt idx="262">
                  <c:v>53.651600000000002</c:v>
                </c:pt>
                <c:pt idx="263">
                  <c:v>53.683990000000001</c:v>
                </c:pt>
                <c:pt idx="264">
                  <c:v>53.718581999999998</c:v>
                </c:pt>
                <c:pt idx="265">
                  <c:v>53.760756999999998</c:v>
                </c:pt>
                <c:pt idx="266">
                  <c:v>53.811233999999999</c:v>
                </c:pt>
                <c:pt idx="267">
                  <c:v>53.868031000000002</c:v>
                </c:pt>
                <c:pt idx="268">
                  <c:v>53.924590999999999</c:v>
                </c:pt>
                <c:pt idx="269">
                  <c:v>53.980578999999999</c:v>
                </c:pt>
                <c:pt idx="270">
                  <c:v>54.038978999999998</c:v>
                </c:pt>
                <c:pt idx="271">
                  <c:v>54.104103000000002</c:v>
                </c:pt>
                <c:pt idx="272">
                  <c:v>54.171740999999997</c:v>
                </c:pt>
                <c:pt idx="273">
                  <c:v>54.232914000000001</c:v>
                </c:pt>
                <c:pt idx="274">
                  <c:v>54.291606999999999</c:v>
                </c:pt>
                <c:pt idx="275">
                  <c:v>54.355972000000001</c:v>
                </c:pt>
                <c:pt idx="276">
                  <c:v>54.427073999999998</c:v>
                </c:pt>
                <c:pt idx="277">
                  <c:v>54.5</c:v>
                </c:pt>
                <c:pt idx="278">
                  <c:v>54.571486999999998</c:v>
                </c:pt>
                <c:pt idx="279">
                  <c:v>54.658397999999998</c:v>
                </c:pt>
                <c:pt idx="280">
                  <c:v>54.755459000000002</c:v>
                </c:pt>
                <c:pt idx="281">
                  <c:v>54.850074999999997</c:v>
                </c:pt>
                <c:pt idx="282">
                  <c:v>54.947575000000001</c:v>
                </c:pt>
                <c:pt idx="283">
                  <c:v>55.058093999999997</c:v>
                </c:pt>
                <c:pt idx="284">
                  <c:v>55.175353999999999</c:v>
                </c:pt>
                <c:pt idx="285">
                  <c:v>55.295883000000003</c:v>
                </c:pt>
                <c:pt idx="286">
                  <c:v>55.421123999999999</c:v>
                </c:pt>
                <c:pt idx="287">
                  <c:v>55.556365999999997</c:v>
                </c:pt>
                <c:pt idx="288">
                  <c:v>55.699370999999999</c:v>
                </c:pt>
                <c:pt idx="289">
                  <c:v>55.830807</c:v>
                </c:pt>
                <c:pt idx="290">
                  <c:v>55.949477999999999</c:v>
                </c:pt>
                <c:pt idx="291">
                  <c:v>56.065910000000002</c:v>
                </c:pt>
                <c:pt idx="292">
                  <c:v>56.190154999999997</c:v>
                </c:pt>
                <c:pt idx="293">
                  <c:v>56.318843999999999</c:v>
                </c:pt>
                <c:pt idx="294">
                  <c:v>56.438206000000001</c:v>
                </c:pt>
                <c:pt idx="295">
                  <c:v>56.538772999999999</c:v>
                </c:pt>
                <c:pt idx="296">
                  <c:v>56.622523999999999</c:v>
                </c:pt>
                <c:pt idx="297">
                  <c:v>56.694186999999999</c:v>
                </c:pt>
                <c:pt idx="298">
                  <c:v>56.755015999999998</c:v>
                </c:pt>
                <c:pt idx="299">
                  <c:v>56.792144999999998</c:v>
                </c:pt>
                <c:pt idx="300">
                  <c:v>56.810054999999998</c:v>
                </c:pt>
                <c:pt idx="301">
                  <c:v>56.826759000000003</c:v>
                </c:pt>
                <c:pt idx="302">
                  <c:v>56.845078000000001</c:v>
                </c:pt>
                <c:pt idx="303">
                  <c:v>56.860973000000001</c:v>
                </c:pt>
                <c:pt idx="304">
                  <c:v>56.873714</c:v>
                </c:pt>
                <c:pt idx="305">
                  <c:v>56.884602000000001</c:v>
                </c:pt>
                <c:pt idx="306">
                  <c:v>56.897891999999999</c:v>
                </c:pt>
                <c:pt idx="307">
                  <c:v>56.911735999999998</c:v>
                </c:pt>
                <c:pt idx="308">
                  <c:v>56.924301</c:v>
                </c:pt>
                <c:pt idx="309">
                  <c:v>56.933540000000001</c:v>
                </c:pt>
                <c:pt idx="310">
                  <c:v>56.940162999999998</c:v>
                </c:pt>
                <c:pt idx="311">
                  <c:v>56.945244000000002</c:v>
                </c:pt>
                <c:pt idx="312">
                  <c:v>56.948166000000001</c:v>
                </c:pt>
                <c:pt idx="313">
                  <c:v>56.953754000000004</c:v>
                </c:pt>
                <c:pt idx="314">
                  <c:v>56.962681000000003</c:v>
                </c:pt>
                <c:pt idx="315">
                  <c:v>56.969245999999998</c:v>
                </c:pt>
                <c:pt idx="316">
                  <c:v>56.97448</c:v>
                </c:pt>
                <c:pt idx="317">
                  <c:v>56.981048999999999</c:v>
                </c:pt>
                <c:pt idx="318">
                  <c:v>56.988284999999998</c:v>
                </c:pt>
                <c:pt idx="319">
                  <c:v>56.992972999999999</c:v>
                </c:pt>
                <c:pt idx="320">
                  <c:v>56.996048000000002</c:v>
                </c:pt>
                <c:pt idx="321">
                  <c:v>57.000393000000003</c:v>
                </c:pt>
                <c:pt idx="322">
                  <c:v>57.006176000000004</c:v>
                </c:pt>
                <c:pt idx="323">
                  <c:v>57.011642000000002</c:v>
                </c:pt>
                <c:pt idx="324">
                  <c:v>57.010852999999997</c:v>
                </c:pt>
                <c:pt idx="325">
                  <c:v>57.008178999999998</c:v>
                </c:pt>
                <c:pt idx="326">
                  <c:v>57.009579000000002</c:v>
                </c:pt>
                <c:pt idx="327">
                  <c:v>57.015697000000003</c:v>
                </c:pt>
                <c:pt idx="328">
                  <c:v>57.019393999999998</c:v>
                </c:pt>
                <c:pt idx="329">
                  <c:v>57.015255000000003</c:v>
                </c:pt>
                <c:pt idx="330">
                  <c:v>57.005211000000003</c:v>
                </c:pt>
                <c:pt idx="331">
                  <c:v>56.997748999999999</c:v>
                </c:pt>
                <c:pt idx="332">
                  <c:v>56.997191999999998</c:v>
                </c:pt>
                <c:pt idx="333">
                  <c:v>57.002960000000002</c:v>
                </c:pt>
                <c:pt idx="334">
                  <c:v>57.014515000000003</c:v>
                </c:pt>
                <c:pt idx="335">
                  <c:v>57.028365999999998</c:v>
                </c:pt>
                <c:pt idx="336">
                  <c:v>57.041466</c:v>
                </c:pt>
                <c:pt idx="337">
                  <c:v>57.052917000000001</c:v>
                </c:pt>
                <c:pt idx="338">
                  <c:v>57.063178999999998</c:v>
                </c:pt>
                <c:pt idx="339">
                  <c:v>57.079158999999997</c:v>
                </c:pt>
                <c:pt idx="340">
                  <c:v>57.100333999999997</c:v>
                </c:pt>
                <c:pt idx="341">
                  <c:v>57.124775</c:v>
                </c:pt>
                <c:pt idx="342">
                  <c:v>57.151477999999997</c:v>
                </c:pt>
                <c:pt idx="343">
                  <c:v>57.176547999999997</c:v>
                </c:pt>
                <c:pt idx="344">
                  <c:v>57.200588000000003</c:v>
                </c:pt>
                <c:pt idx="345">
                  <c:v>57.229733000000003</c:v>
                </c:pt>
                <c:pt idx="346">
                  <c:v>57.264896</c:v>
                </c:pt>
                <c:pt idx="347">
                  <c:v>57.309010000000001</c:v>
                </c:pt>
                <c:pt idx="348">
                  <c:v>57.374167999999997</c:v>
                </c:pt>
                <c:pt idx="349">
                  <c:v>57.473267</c:v>
                </c:pt>
                <c:pt idx="350">
                  <c:v>57.600341999999998</c:v>
                </c:pt>
                <c:pt idx="351">
                  <c:v>57.723782</c:v>
                </c:pt>
                <c:pt idx="352">
                  <c:v>57.847023</c:v>
                </c:pt>
                <c:pt idx="353">
                  <c:v>57.974705</c:v>
                </c:pt>
                <c:pt idx="354">
                  <c:v>58.092751</c:v>
                </c:pt>
                <c:pt idx="355">
                  <c:v>58.195670999999997</c:v>
                </c:pt>
                <c:pt idx="356">
                  <c:v>58.28463</c:v>
                </c:pt>
                <c:pt idx="357">
                  <c:v>58.355080000000001</c:v>
                </c:pt>
                <c:pt idx="358">
                  <c:v>58.417633000000002</c:v>
                </c:pt>
                <c:pt idx="359">
                  <c:v>58.470661</c:v>
                </c:pt>
                <c:pt idx="360">
                  <c:v>58.528412000000003</c:v>
                </c:pt>
                <c:pt idx="361">
                  <c:v>58.601570000000002</c:v>
                </c:pt>
                <c:pt idx="362">
                  <c:v>58.692340999999999</c:v>
                </c:pt>
                <c:pt idx="363">
                  <c:v>58.796444000000001</c:v>
                </c:pt>
                <c:pt idx="364">
                  <c:v>58.896419999999999</c:v>
                </c:pt>
                <c:pt idx="365">
                  <c:v>58.986609999999999</c:v>
                </c:pt>
                <c:pt idx="366">
                  <c:v>59.072071000000001</c:v>
                </c:pt>
                <c:pt idx="367">
                  <c:v>59.169463999999998</c:v>
                </c:pt>
                <c:pt idx="368">
                  <c:v>59.290882000000003</c:v>
                </c:pt>
                <c:pt idx="369">
                  <c:v>59.426464000000003</c:v>
                </c:pt>
                <c:pt idx="370">
                  <c:v>59.562331999999998</c:v>
                </c:pt>
                <c:pt idx="371">
                  <c:v>59.687049999999999</c:v>
                </c:pt>
                <c:pt idx="372">
                  <c:v>59.790484999999997</c:v>
                </c:pt>
                <c:pt idx="373">
                  <c:v>59.883614000000001</c:v>
                </c:pt>
                <c:pt idx="374">
                  <c:v>59.975479</c:v>
                </c:pt>
                <c:pt idx="375">
                  <c:v>60.066108999999997</c:v>
                </c:pt>
                <c:pt idx="376">
                  <c:v>60.155296</c:v>
                </c:pt>
                <c:pt idx="377">
                  <c:v>60.247002000000002</c:v>
                </c:pt>
                <c:pt idx="378">
                  <c:v>60.346744999999999</c:v>
                </c:pt>
                <c:pt idx="379">
                  <c:v>60.463740999999999</c:v>
                </c:pt>
                <c:pt idx="380">
                  <c:v>60.592666999999999</c:v>
                </c:pt>
                <c:pt idx="381">
                  <c:v>60.717154999999998</c:v>
                </c:pt>
                <c:pt idx="382">
                  <c:v>60.825287000000003</c:v>
                </c:pt>
                <c:pt idx="383">
                  <c:v>60.926071</c:v>
                </c:pt>
                <c:pt idx="384">
                  <c:v>61.029300999999997</c:v>
                </c:pt>
                <c:pt idx="385">
                  <c:v>61.134627999999999</c:v>
                </c:pt>
                <c:pt idx="386">
                  <c:v>61.237965000000003</c:v>
                </c:pt>
                <c:pt idx="387">
                  <c:v>61.326363000000001</c:v>
                </c:pt>
                <c:pt idx="388">
                  <c:v>61.395256000000003</c:v>
                </c:pt>
                <c:pt idx="389">
                  <c:v>61.459679000000001</c:v>
                </c:pt>
                <c:pt idx="390">
                  <c:v>61.523769000000001</c:v>
                </c:pt>
                <c:pt idx="391">
                  <c:v>61.588546999999998</c:v>
                </c:pt>
                <c:pt idx="392">
                  <c:v>61.645614999999999</c:v>
                </c:pt>
                <c:pt idx="393">
                  <c:v>61.688972</c:v>
                </c:pt>
                <c:pt idx="394">
                  <c:v>61.726452000000002</c:v>
                </c:pt>
                <c:pt idx="395">
                  <c:v>61.769191999999997</c:v>
                </c:pt>
                <c:pt idx="396">
                  <c:v>61.819313000000001</c:v>
                </c:pt>
                <c:pt idx="397">
                  <c:v>61.889533999999998</c:v>
                </c:pt>
                <c:pt idx="398">
                  <c:v>61.975932999999998</c:v>
                </c:pt>
                <c:pt idx="399">
                  <c:v>62.054707000000001</c:v>
                </c:pt>
                <c:pt idx="400">
                  <c:v>62.118679</c:v>
                </c:pt>
                <c:pt idx="401">
                  <c:v>62.163738000000002</c:v>
                </c:pt>
                <c:pt idx="402">
                  <c:v>62.198462999999997</c:v>
                </c:pt>
                <c:pt idx="403">
                  <c:v>62.235137999999999</c:v>
                </c:pt>
                <c:pt idx="404">
                  <c:v>62.271656</c:v>
                </c:pt>
                <c:pt idx="405">
                  <c:v>62.302619999999997</c:v>
                </c:pt>
                <c:pt idx="406">
                  <c:v>62.329166000000001</c:v>
                </c:pt>
                <c:pt idx="407">
                  <c:v>62.355075999999997</c:v>
                </c:pt>
                <c:pt idx="408">
                  <c:v>62.389068999999999</c:v>
                </c:pt>
                <c:pt idx="409">
                  <c:v>62.438332000000003</c:v>
                </c:pt>
                <c:pt idx="410">
                  <c:v>62.509456999999998</c:v>
                </c:pt>
                <c:pt idx="411">
                  <c:v>62.607235000000003</c:v>
                </c:pt>
                <c:pt idx="412">
                  <c:v>62.722523000000002</c:v>
                </c:pt>
                <c:pt idx="413">
                  <c:v>62.843941000000001</c:v>
                </c:pt>
                <c:pt idx="414">
                  <c:v>62.969799000000002</c:v>
                </c:pt>
                <c:pt idx="415">
                  <c:v>63.100822000000001</c:v>
                </c:pt>
                <c:pt idx="416">
                  <c:v>63.236682999999999</c:v>
                </c:pt>
                <c:pt idx="417">
                  <c:v>63.368293999999999</c:v>
                </c:pt>
                <c:pt idx="418">
                  <c:v>63.482224000000002</c:v>
                </c:pt>
                <c:pt idx="419">
                  <c:v>63.584975999999997</c:v>
                </c:pt>
                <c:pt idx="420">
                  <c:v>63.679993000000003</c:v>
                </c:pt>
                <c:pt idx="421">
                  <c:v>63.769447</c:v>
                </c:pt>
                <c:pt idx="422">
                  <c:v>63.851188999999998</c:v>
                </c:pt>
                <c:pt idx="423">
                  <c:v>63.924827999999998</c:v>
                </c:pt>
                <c:pt idx="424">
                  <c:v>63.984752999999998</c:v>
                </c:pt>
                <c:pt idx="425">
                  <c:v>64.026275999999996</c:v>
                </c:pt>
                <c:pt idx="426">
                  <c:v>64.047156999999999</c:v>
                </c:pt>
                <c:pt idx="427">
                  <c:v>64.059601000000001</c:v>
                </c:pt>
                <c:pt idx="428">
                  <c:v>64.075142</c:v>
                </c:pt>
                <c:pt idx="429">
                  <c:v>64.095580999999996</c:v>
                </c:pt>
                <c:pt idx="430">
                  <c:v>64.116707000000005</c:v>
                </c:pt>
                <c:pt idx="431">
                  <c:v>64.130500999999995</c:v>
                </c:pt>
                <c:pt idx="432">
                  <c:v>64.139977000000002</c:v>
                </c:pt>
                <c:pt idx="433">
                  <c:v>64.150795000000002</c:v>
                </c:pt>
                <c:pt idx="434">
                  <c:v>64.164794999999998</c:v>
                </c:pt>
                <c:pt idx="435">
                  <c:v>64.180565000000001</c:v>
                </c:pt>
                <c:pt idx="436">
                  <c:v>64.199721999999994</c:v>
                </c:pt>
                <c:pt idx="437">
                  <c:v>64.227012999999999</c:v>
                </c:pt>
                <c:pt idx="438">
                  <c:v>64.255431999999999</c:v>
                </c:pt>
                <c:pt idx="439">
                  <c:v>64.272537</c:v>
                </c:pt>
                <c:pt idx="440">
                  <c:v>64.279572000000002</c:v>
                </c:pt>
                <c:pt idx="441">
                  <c:v>64.285431000000003</c:v>
                </c:pt>
                <c:pt idx="442">
                  <c:v>64.290970000000002</c:v>
                </c:pt>
                <c:pt idx="443">
                  <c:v>64.302238000000003</c:v>
                </c:pt>
                <c:pt idx="444">
                  <c:v>64.320250999999999</c:v>
                </c:pt>
                <c:pt idx="445">
                  <c:v>64.346847999999994</c:v>
                </c:pt>
                <c:pt idx="446">
                  <c:v>64.379424999999998</c:v>
                </c:pt>
                <c:pt idx="447">
                  <c:v>64.408919999999995</c:v>
                </c:pt>
                <c:pt idx="448">
                  <c:v>64.431915000000004</c:v>
                </c:pt>
                <c:pt idx="449">
                  <c:v>64.450851</c:v>
                </c:pt>
                <c:pt idx="450">
                  <c:v>64.47184</c:v>
                </c:pt>
                <c:pt idx="451">
                  <c:v>64.494484</c:v>
                </c:pt>
                <c:pt idx="452">
                  <c:v>64.517989999999998</c:v>
                </c:pt>
                <c:pt idx="453">
                  <c:v>64.545897999999994</c:v>
                </c:pt>
                <c:pt idx="454">
                  <c:v>64.582497000000004</c:v>
                </c:pt>
                <c:pt idx="455">
                  <c:v>64.631675999999999</c:v>
                </c:pt>
                <c:pt idx="456">
                  <c:v>64.697745999999995</c:v>
                </c:pt>
                <c:pt idx="457">
                  <c:v>64.777709999999999</c:v>
                </c:pt>
                <c:pt idx="458">
                  <c:v>64.865959000000004</c:v>
                </c:pt>
                <c:pt idx="459">
                  <c:v>64.948127999999997</c:v>
                </c:pt>
                <c:pt idx="460">
                  <c:v>65.018860000000004</c:v>
                </c:pt>
                <c:pt idx="461">
                  <c:v>65.081649999999996</c:v>
                </c:pt>
                <c:pt idx="462">
                  <c:v>65.144356000000002</c:v>
                </c:pt>
                <c:pt idx="463">
                  <c:v>65.218254000000002</c:v>
                </c:pt>
                <c:pt idx="464">
                  <c:v>65.315551999999997</c:v>
                </c:pt>
                <c:pt idx="465">
                  <c:v>65.430717000000001</c:v>
                </c:pt>
                <c:pt idx="466">
                  <c:v>65.549025999999998</c:v>
                </c:pt>
                <c:pt idx="467">
                  <c:v>65.668694000000002</c:v>
                </c:pt>
                <c:pt idx="468">
                  <c:v>65.777503999999993</c:v>
                </c:pt>
                <c:pt idx="469">
                  <c:v>65.877585999999994</c:v>
                </c:pt>
                <c:pt idx="470">
                  <c:v>65.976860000000002</c:v>
                </c:pt>
                <c:pt idx="471">
                  <c:v>66.074782999999996</c:v>
                </c:pt>
                <c:pt idx="472">
                  <c:v>66.167914999999994</c:v>
                </c:pt>
                <c:pt idx="473">
                  <c:v>66.248481999999996</c:v>
                </c:pt>
                <c:pt idx="474">
                  <c:v>66.309066999999999</c:v>
                </c:pt>
                <c:pt idx="475">
                  <c:v>66.33802</c:v>
                </c:pt>
                <c:pt idx="476">
                  <c:v>66.347747999999996</c:v>
                </c:pt>
                <c:pt idx="477">
                  <c:v>66.359673000000001</c:v>
                </c:pt>
                <c:pt idx="478">
                  <c:v>66.373726000000005</c:v>
                </c:pt>
                <c:pt idx="479">
                  <c:v>66.388710000000003</c:v>
                </c:pt>
                <c:pt idx="480">
                  <c:v>66.402725000000004</c:v>
                </c:pt>
                <c:pt idx="481">
                  <c:v>66.416488999999999</c:v>
                </c:pt>
                <c:pt idx="482">
                  <c:v>66.431297000000001</c:v>
                </c:pt>
                <c:pt idx="483">
                  <c:v>66.457847999999998</c:v>
                </c:pt>
                <c:pt idx="484">
                  <c:v>66.498519999999999</c:v>
                </c:pt>
                <c:pt idx="485">
                  <c:v>66.554535000000001</c:v>
                </c:pt>
                <c:pt idx="486">
                  <c:v>66.632896000000002</c:v>
                </c:pt>
                <c:pt idx="487">
                  <c:v>66.738540999999998</c:v>
                </c:pt>
                <c:pt idx="488">
                  <c:v>66.862564000000006</c:v>
                </c:pt>
                <c:pt idx="489">
                  <c:v>66.983208000000005</c:v>
                </c:pt>
                <c:pt idx="490">
                  <c:v>67.106476000000001</c:v>
                </c:pt>
                <c:pt idx="491">
                  <c:v>67.226027999999999</c:v>
                </c:pt>
                <c:pt idx="492">
                  <c:v>67.333748</c:v>
                </c:pt>
                <c:pt idx="493">
                  <c:v>67.432288999999997</c:v>
                </c:pt>
                <c:pt idx="494">
                  <c:v>67.521705999999995</c:v>
                </c:pt>
                <c:pt idx="495">
                  <c:v>67.604384999999994</c:v>
                </c:pt>
                <c:pt idx="496">
                  <c:v>67.691665999999998</c:v>
                </c:pt>
                <c:pt idx="497">
                  <c:v>67.789931999999993</c:v>
                </c:pt>
                <c:pt idx="498">
                  <c:v>67.899887000000007</c:v>
                </c:pt>
                <c:pt idx="499">
                  <c:v>68.012726000000001</c:v>
                </c:pt>
                <c:pt idx="500">
                  <c:v>68.125632999999993</c:v>
                </c:pt>
                <c:pt idx="501">
                  <c:v>68.244247000000001</c:v>
                </c:pt>
                <c:pt idx="502">
                  <c:v>68.369720000000001</c:v>
                </c:pt>
                <c:pt idx="503">
                  <c:v>68.492621999999997</c:v>
                </c:pt>
                <c:pt idx="504">
                  <c:v>68.599318999999994</c:v>
                </c:pt>
                <c:pt idx="505">
                  <c:v>68.690460000000002</c:v>
                </c:pt>
                <c:pt idx="506">
                  <c:v>68.766425999999996</c:v>
                </c:pt>
                <c:pt idx="507">
                  <c:v>68.831695999999994</c:v>
                </c:pt>
                <c:pt idx="508">
                  <c:v>68.888740999999996</c:v>
                </c:pt>
                <c:pt idx="509">
                  <c:v>68.930992000000003</c:v>
                </c:pt>
                <c:pt idx="510">
                  <c:v>68.958449999999999</c:v>
                </c:pt>
                <c:pt idx="511">
                  <c:v>68.973015000000004</c:v>
                </c:pt>
                <c:pt idx="512">
                  <c:v>68.979782</c:v>
                </c:pt>
                <c:pt idx="513">
                  <c:v>68.988654999999994</c:v>
                </c:pt>
                <c:pt idx="514">
                  <c:v>68.999290000000002</c:v>
                </c:pt>
                <c:pt idx="515">
                  <c:v>69.019965999999997</c:v>
                </c:pt>
                <c:pt idx="516">
                  <c:v>69.046584999999993</c:v>
                </c:pt>
                <c:pt idx="517">
                  <c:v>69.075607000000005</c:v>
                </c:pt>
                <c:pt idx="518">
                  <c:v>69.102654000000001</c:v>
                </c:pt>
                <c:pt idx="519">
                  <c:v>69.133026000000001</c:v>
                </c:pt>
                <c:pt idx="520">
                  <c:v>69.160422999999994</c:v>
                </c:pt>
                <c:pt idx="521">
                  <c:v>69.182288999999997</c:v>
                </c:pt>
                <c:pt idx="522">
                  <c:v>69.203117000000006</c:v>
                </c:pt>
                <c:pt idx="523">
                  <c:v>69.225387999999995</c:v>
                </c:pt>
                <c:pt idx="524">
                  <c:v>69.251189999999994</c:v>
                </c:pt>
                <c:pt idx="525">
                  <c:v>69.274071000000006</c:v>
                </c:pt>
                <c:pt idx="526">
                  <c:v>69.292205999999993</c:v>
                </c:pt>
                <c:pt idx="527">
                  <c:v>69.311583999999996</c:v>
                </c:pt>
                <c:pt idx="528">
                  <c:v>69.335059999999999</c:v>
                </c:pt>
                <c:pt idx="529">
                  <c:v>69.374153000000007</c:v>
                </c:pt>
                <c:pt idx="530">
                  <c:v>69.420990000000003</c:v>
                </c:pt>
                <c:pt idx="531">
                  <c:v>69.464989000000003</c:v>
                </c:pt>
                <c:pt idx="532">
                  <c:v>69.505600000000001</c:v>
                </c:pt>
                <c:pt idx="533">
                  <c:v>69.545035999999996</c:v>
                </c:pt>
                <c:pt idx="534">
                  <c:v>69.581856000000002</c:v>
                </c:pt>
                <c:pt idx="535">
                  <c:v>69.619240000000005</c:v>
                </c:pt>
                <c:pt idx="536">
                  <c:v>69.658683999999994</c:v>
                </c:pt>
                <c:pt idx="537">
                  <c:v>69.696387999999999</c:v>
                </c:pt>
                <c:pt idx="538">
                  <c:v>69.730545000000006</c:v>
                </c:pt>
                <c:pt idx="539">
                  <c:v>69.758895999999993</c:v>
                </c:pt>
                <c:pt idx="540">
                  <c:v>69.778694000000002</c:v>
                </c:pt>
                <c:pt idx="541">
                  <c:v>69.791656000000003</c:v>
                </c:pt>
                <c:pt idx="542">
                  <c:v>69.802025</c:v>
                </c:pt>
                <c:pt idx="543">
                  <c:v>69.813384999999997</c:v>
                </c:pt>
                <c:pt idx="544">
                  <c:v>69.824248999999995</c:v>
                </c:pt>
                <c:pt idx="545">
                  <c:v>69.833168000000001</c:v>
                </c:pt>
                <c:pt idx="546">
                  <c:v>69.838013000000004</c:v>
                </c:pt>
                <c:pt idx="547">
                  <c:v>69.843079000000003</c:v>
                </c:pt>
                <c:pt idx="548">
                  <c:v>69.852431999999993</c:v>
                </c:pt>
                <c:pt idx="549">
                  <c:v>69.871245999999999</c:v>
                </c:pt>
                <c:pt idx="550">
                  <c:v>69.902618000000004</c:v>
                </c:pt>
                <c:pt idx="551">
                  <c:v>69.94014</c:v>
                </c:pt>
                <c:pt idx="552">
                  <c:v>69.967170999999993</c:v>
                </c:pt>
                <c:pt idx="553">
                  <c:v>69.979598999999993</c:v>
                </c:pt>
                <c:pt idx="554">
                  <c:v>69.982269000000002</c:v>
                </c:pt>
                <c:pt idx="555">
                  <c:v>69.982628000000005</c:v>
                </c:pt>
                <c:pt idx="556">
                  <c:v>69.985129999999998</c:v>
                </c:pt>
                <c:pt idx="557">
                  <c:v>69.987740000000002</c:v>
                </c:pt>
                <c:pt idx="558">
                  <c:v>69.987388999999993</c:v>
                </c:pt>
                <c:pt idx="559">
                  <c:v>69.984329000000002</c:v>
                </c:pt>
                <c:pt idx="560">
                  <c:v>69.979431000000005</c:v>
                </c:pt>
                <c:pt idx="561">
                  <c:v>69.973845999999995</c:v>
                </c:pt>
                <c:pt idx="562">
                  <c:v>69.968040000000002</c:v>
                </c:pt>
                <c:pt idx="563">
                  <c:v>69.965125999999998</c:v>
                </c:pt>
                <c:pt idx="564">
                  <c:v>69.965614000000002</c:v>
                </c:pt>
                <c:pt idx="565">
                  <c:v>69.969536000000005</c:v>
                </c:pt>
                <c:pt idx="566">
                  <c:v>69.973411999999996</c:v>
                </c:pt>
                <c:pt idx="567">
                  <c:v>69.974884000000003</c:v>
                </c:pt>
                <c:pt idx="568">
                  <c:v>69.977424999999997</c:v>
                </c:pt>
                <c:pt idx="569">
                  <c:v>69.978554000000003</c:v>
                </c:pt>
                <c:pt idx="570">
                  <c:v>69.977058</c:v>
                </c:pt>
                <c:pt idx="571">
                  <c:v>69.971794000000003</c:v>
                </c:pt>
                <c:pt idx="572">
                  <c:v>69.960999000000001</c:v>
                </c:pt>
                <c:pt idx="573">
                  <c:v>69.951294000000004</c:v>
                </c:pt>
                <c:pt idx="574">
                  <c:v>69.941199999999995</c:v>
                </c:pt>
                <c:pt idx="575">
                  <c:v>69.931952999999993</c:v>
                </c:pt>
                <c:pt idx="576">
                  <c:v>69.913917999999995</c:v>
                </c:pt>
                <c:pt idx="577">
                  <c:v>69.908790999999994</c:v>
                </c:pt>
                <c:pt idx="578">
                  <c:v>69.903175000000005</c:v>
                </c:pt>
                <c:pt idx="579">
                  <c:v>69.897803999999994</c:v>
                </c:pt>
                <c:pt idx="580">
                  <c:v>69.890686000000002</c:v>
                </c:pt>
                <c:pt idx="581">
                  <c:v>69.886436000000003</c:v>
                </c:pt>
                <c:pt idx="582">
                  <c:v>69.883681999999993</c:v>
                </c:pt>
                <c:pt idx="583">
                  <c:v>69.879845000000003</c:v>
                </c:pt>
                <c:pt idx="584">
                  <c:v>69.876868999999999</c:v>
                </c:pt>
                <c:pt idx="585">
                  <c:v>69.875136999999995</c:v>
                </c:pt>
                <c:pt idx="586">
                  <c:v>69.876525999999998</c:v>
                </c:pt>
                <c:pt idx="587">
                  <c:v>69.877762000000004</c:v>
                </c:pt>
                <c:pt idx="588">
                  <c:v>69.876250999999996</c:v>
                </c:pt>
                <c:pt idx="589">
                  <c:v>69.873817000000003</c:v>
                </c:pt>
                <c:pt idx="590">
                  <c:v>69.872596999999999</c:v>
                </c:pt>
                <c:pt idx="591">
                  <c:v>69.875450000000001</c:v>
                </c:pt>
                <c:pt idx="592">
                  <c:v>69.887100000000004</c:v>
                </c:pt>
                <c:pt idx="593">
                  <c:v>69.909615000000002</c:v>
                </c:pt>
                <c:pt idx="594">
                  <c:v>69.930176000000003</c:v>
                </c:pt>
                <c:pt idx="595">
                  <c:v>69.952620999999994</c:v>
                </c:pt>
                <c:pt idx="596">
                  <c:v>69.986846999999997</c:v>
                </c:pt>
                <c:pt idx="597">
                  <c:v>70.03492</c:v>
                </c:pt>
                <c:pt idx="598">
                  <c:v>70.097046000000006</c:v>
                </c:pt>
                <c:pt idx="599">
                  <c:v>70.173866000000004</c:v>
                </c:pt>
                <c:pt idx="600">
                  <c:v>70.271927000000005</c:v>
                </c:pt>
                <c:pt idx="601">
                  <c:v>70.383339000000007</c:v>
                </c:pt>
                <c:pt idx="602">
                  <c:v>70.493622000000002</c:v>
                </c:pt>
                <c:pt idx="603">
                  <c:v>70.599213000000006</c:v>
                </c:pt>
                <c:pt idx="604">
                  <c:v>70.694855000000004</c:v>
                </c:pt>
                <c:pt idx="605">
                  <c:v>70.778724999999994</c:v>
                </c:pt>
                <c:pt idx="606">
                  <c:v>70.850928999999994</c:v>
                </c:pt>
                <c:pt idx="607">
                  <c:v>70.900077999999993</c:v>
                </c:pt>
                <c:pt idx="608">
                  <c:v>70.930610999999999</c:v>
                </c:pt>
                <c:pt idx="609">
                  <c:v>70.956726000000003</c:v>
                </c:pt>
                <c:pt idx="610">
                  <c:v>70.991257000000004</c:v>
                </c:pt>
                <c:pt idx="611">
                  <c:v>71.039428999999998</c:v>
                </c:pt>
                <c:pt idx="612">
                  <c:v>71.091148000000004</c:v>
                </c:pt>
                <c:pt idx="613">
                  <c:v>71.151084999999995</c:v>
                </c:pt>
                <c:pt idx="614">
                  <c:v>71.218909999999994</c:v>
                </c:pt>
                <c:pt idx="615">
                  <c:v>71.301826000000005</c:v>
                </c:pt>
                <c:pt idx="616">
                  <c:v>71.408271999999997</c:v>
                </c:pt>
                <c:pt idx="617">
                  <c:v>71.526687999999993</c:v>
                </c:pt>
                <c:pt idx="618">
                  <c:v>71.649704</c:v>
                </c:pt>
                <c:pt idx="619">
                  <c:v>71.774146999999999</c:v>
                </c:pt>
                <c:pt idx="620">
                  <c:v>71.900092999999998</c:v>
                </c:pt>
                <c:pt idx="621">
                  <c:v>72.023537000000005</c:v>
                </c:pt>
                <c:pt idx="622">
                  <c:v>72.140181999999996</c:v>
                </c:pt>
                <c:pt idx="623">
                  <c:v>72.248412999999999</c:v>
                </c:pt>
                <c:pt idx="624">
                  <c:v>72.353438999999995</c:v>
                </c:pt>
                <c:pt idx="625">
                  <c:v>72.452231999999995</c:v>
                </c:pt>
                <c:pt idx="626">
                  <c:v>72.543723999999997</c:v>
                </c:pt>
                <c:pt idx="627">
                  <c:v>72.623024000000001</c:v>
                </c:pt>
                <c:pt idx="628">
                  <c:v>72.693184000000002</c:v>
                </c:pt>
                <c:pt idx="629">
                  <c:v>72.758469000000005</c:v>
                </c:pt>
                <c:pt idx="630">
                  <c:v>72.826424000000003</c:v>
                </c:pt>
                <c:pt idx="631">
                  <c:v>72.894454999999994</c:v>
                </c:pt>
                <c:pt idx="632">
                  <c:v>72.962012999999999</c:v>
                </c:pt>
                <c:pt idx="633">
                  <c:v>73.034835999999999</c:v>
                </c:pt>
                <c:pt idx="634">
                  <c:v>73.119072000000003</c:v>
                </c:pt>
                <c:pt idx="635">
                  <c:v>73.216255000000004</c:v>
                </c:pt>
                <c:pt idx="636">
                  <c:v>73.324012999999994</c:v>
                </c:pt>
                <c:pt idx="637">
                  <c:v>73.443932000000004</c:v>
                </c:pt>
                <c:pt idx="638">
                  <c:v>73.570847000000001</c:v>
                </c:pt>
                <c:pt idx="639">
                  <c:v>73.692740999999998</c:v>
                </c:pt>
                <c:pt idx="640">
                  <c:v>73.807220000000001</c:v>
                </c:pt>
                <c:pt idx="641">
                  <c:v>73.916588000000004</c:v>
                </c:pt>
                <c:pt idx="642">
                  <c:v>74.016959999999997</c:v>
                </c:pt>
                <c:pt idx="643">
                  <c:v>74.104111000000003</c:v>
                </c:pt>
                <c:pt idx="644">
                  <c:v>74.183090000000007</c:v>
                </c:pt>
                <c:pt idx="645">
                  <c:v>74.257430999999997</c:v>
                </c:pt>
                <c:pt idx="646">
                  <c:v>74.331856000000002</c:v>
                </c:pt>
                <c:pt idx="647">
                  <c:v>74.401534999999996</c:v>
                </c:pt>
                <c:pt idx="648">
                  <c:v>74.463500999999994</c:v>
                </c:pt>
                <c:pt idx="649">
                  <c:v>74.525374999999997</c:v>
                </c:pt>
                <c:pt idx="650">
                  <c:v>74.583160000000007</c:v>
                </c:pt>
                <c:pt idx="651">
                  <c:v>74.637917000000002</c:v>
                </c:pt>
                <c:pt idx="652">
                  <c:v>74.699860000000001</c:v>
                </c:pt>
                <c:pt idx="653">
                  <c:v>74.773155000000003</c:v>
                </c:pt>
                <c:pt idx="654">
                  <c:v>74.855827000000005</c:v>
                </c:pt>
                <c:pt idx="655">
                  <c:v>74.950432000000006</c:v>
                </c:pt>
                <c:pt idx="656">
                  <c:v>75.061638000000002</c:v>
                </c:pt>
                <c:pt idx="657">
                  <c:v>75.185721999999998</c:v>
                </c:pt>
                <c:pt idx="658">
                  <c:v>75.311813000000001</c:v>
                </c:pt>
                <c:pt idx="659">
                  <c:v>75.438254999999998</c:v>
                </c:pt>
                <c:pt idx="660">
                  <c:v>75.566642999999999</c:v>
                </c:pt>
                <c:pt idx="661">
                  <c:v>75.701438999999993</c:v>
                </c:pt>
                <c:pt idx="662">
                  <c:v>75.842856999999995</c:v>
                </c:pt>
                <c:pt idx="663">
                  <c:v>75.977005000000005</c:v>
                </c:pt>
                <c:pt idx="664">
                  <c:v>76.096030999999996</c:v>
                </c:pt>
                <c:pt idx="665">
                  <c:v>76.199744999999993</c:v>
                </c:pt>
                <c:pt idx="666">
                  <c:v>76.297691</c:v>
                </c:pt>
                <c:pt idx="667">
                  <c:v>76.398239000000004</c:v>
                </c:pt>
                <c:pt idx="668">
                  <c:v>76.504233999999997</c:v>
                </c:pt>
                <c:pt idx="669">
                  <c:v>76.608513000000002</c:v>
                </c:pt>
                <c:pt idx="670">
                  <c:v>76.712317999999996</c:v>
                </c:pt>
                <c:pt idx="671">
                  <c:v>76.823066999999995</c:v>
                </c:pt>
                <c:pt idx="672">
                  <c:v>76.942665000000005</c:v>
                </c:pt>
                <c:pt idx="673">
                  <c:v>77.067284000000001</c:v>
                </c:pt>
                <c:pt idx="674">
                  <c:v>77.187859000000003</c:v>
                </c:pt>
                <c:pt idx="675">
                  <c:v>77.306563999999995</c:v>
                </c:pt>
                <c:pt idx="676">
                  <c:v>77.429976999999994</c:v>
                </c:pt>
                <c:pt idx="677">
                  <c:v>77.552734000000001</c:v>
                </c:pt>
                <c:pt idx="678">
                  <c:v>77.668105999999995</c:v>
                </c:pt>
                <c:pt idx="679">
                  <c:v>77.772400000000005</c:v>
                </c:pt>
                <c:pt idx="680">
                  <c:v>77.857474999999994</c:v>
                </c:pt>
                <c:pt idx="681">
                  <c:v>77.930237000000005</c:v>
                </c:pt>
                <c:pt idx="682">
                  <c:v>77.997955000000005</c:v>
                </c:pt>
                <c:pt idx="683">
                  <c:v>78.062279000000004</c:v>
                </c:pt>
                <c:pt idx="684">
                  <c:v>78.125480999999994</c:v>
                </c:pt>
                <c:pt idx="685">
                  <c:v>78.181968999999995</c:v>
                </c:pt>
                <c:pt idx="686">
                  <c:v>78.227348000000006</c:v>
                </c:pt>
                <c:pt idx="687">
                  <c:v>78.264579999999995</c:v>
                </c:pt>
                <c:pt idx="688">
                  <c:v>78.299965</c:v>
                </c:pt>
                <c:pt idx="689">
                  <c:v>78.337624000000005</c:v>
                </c:pt>
                <c:pt idx="690">
                  <c:v>78.378380000000007</c:v>
                </c:pt>
                <c:pt idx="691">
                  <c:v>78.414619000000002</c:v>
                </c:pt>
                <c:pt idx="692">
                  <c:v>78.447235000000006</c:v>
                </c:pt>
                <c:pt idx="693">
                  <c:v>78.487183000000002</c:v>
                </c:pt>
                <c:pt idx="694">
                  <c:v>78.542473000000001</c:v>
                </c:pt>
                <c:pt idx="695">
                  <c:v>78.609283000000005</c:v>
                </c:pt>
                <c:pt idx="696">
                  <c:v>78.681685999999999</c:v>
                </c:pt>
                <c:pt idx="697">
                  <c:v>78.756720999999999</c:v>
                </c:pt>
                <c:pt idx="698">
                  <c:v>78.839141999999995</c:v>
                </c:pt>
                <c:pt idx="699">
                  <c:v>78.932533000000006</c:v>
                </c:pt>
                <c:pt idx="700">
                  <c:v>79.028305000000003</c:v>
                </c:pt>
                <c:pt idx="701">
                  <c:v>79.124695000000003</c:v>
                </c:pt>
                <c:pt idx="702">
                  <c:v>79.219703999999993</c:v>
                </c:pt>
                <c:pt idx="703">
                  <c:v>79.306358000000003</c:v>
                </c:pt>
                <c:pt idx="704">
                  <c:v>79.380218999999997</c:v>
                </c:pt>
                <c:pt idx="705">
                  <c:v>79.439887999999996</c:v>
                </c:pt>
                <c:pt idx="706">
                  <c:v>79.482651000000004</c:v>
                </c:pt>
                <c:pt idx="707">
                  <c:v>79.507705999999999</c:v>
                </c:pt>
                <c:pt idx="708">
                  <c:v>79.525772000000003</c:v>
                </c:pt>
                <c:pt idx="709">
                  <c:v>79.544830000000005</c:v>
                </c:pt>
                <c:pt idx="710">
                  <c:v>79.572823</c:v>
                </c:pt>
                <c:pt idx="711">
                  <c:v>79.608481999999995</c:v>
                </c:pt>
                <c:pt idx="712">
                  <c:v>79.637969999999996</c:v>
                </c:pt>
                <c:pt idx="713">
                  <c:v>79.649780000000007</c:v>
                </c:pt>
                <c:pt idx="714">
                  <c:v>79.6511</c:v>
                </c:pt>
                <c:pt idx="715">
                  <c:v>79.648658999999995</c:v>
                </c:pt>
                <c:pt idx="716">
                  <c:v>79.642921000000001</c:v>
                </c:pt>
                <c:pt idx="717">
                  <c:v>79.633499</c:v>
                </c:pt>
                <c:pt idx="718">
                  <c:v>79.621055999999996</c:v>
                </c:pt>
                <c:pt idx="719">
                  <c:v>79.607658000000001</c:v>
                </c:pt>
                <c:pt idx="720">
                  <c:v>79.593834000000001</c:v>
                </c:pt>
                <c:pt idx="721">
                  <c:v>79.573372000000006</c:v>
                </c:pt>
                <c:pt idx="722">
                  <c:v>79.553314</c:v>
                </c:pt>
                <c:pt idx="723">
                  <c:v>79.531715000000005</c:v>
                </c:pt>
                <c:pt idx="724">
                  <c:v>79.508469000000005</c:v>
                </c:pt>
                <c:pt idx="725">
                  <c:v>79.487099000000001</c:v>
                </c:pt>
                <c:pt idx="726">
                  <c:v>79.474770000000007</c:v>
                </c:pt>
                <c:pt idx="727">
                  <c:v>79.474091000000001</c:v>
                </c:pt>
                <c:pt idx="728">
                  <c:v>79.469489999999993</c:v>
                </c:pt>
                <c:pt idx="729">
                  <c:v>79.456749000000002</c:v>
                </c:pt>
                <c:pt idx="730">
                  <c:v>79.437325000000001</c:v>
                </c:pt>
                <c:pt idx="731">
                  <c:v>79.411124999999998</c:v>
                </c:pt>
                <c:pt idx="732">
                  <c:v>79.363784999999993</c:v>
                </c:pt>
                <c:pt idx="733">
                  <c:v>79.300719999999998</c:v>
                </c:pt>
                <c:pt idx="734">
                  <c:v>79.238074999999995</c:v>
                </c:pt>
                <c:pt idx="735">
                  <c:v>79.179230000000004</c:v>
                </c:pt>
                <c:pt idx="736">
                  <c:v>79.127098000000004</c:v>
                </c:pt>
                <c:pt idx="737">
                  <c:v>79.072577999999993</c:v>
                </c:pt>
                <c:pt idx="738">
                  <c:v>79.012946999999997</c:v>
                </c:pt>
                <c:pt idx="739">
                  <c:v>78.950935000000001</c:v>
                </c:pt>
                <c:pt idx="740">
                  <c:v>78.88073</c:v>
                </c:pt>
                <c:pt idx="741">
                  <c:v>78.805160999999998</c:v>
                </c:pt>
                <c:pt idx="742">
                  <c:v>78.729736000000003</c:v>
                </c:pt>
                <c:pt idx="743">
                  <c:v>78.647209000000004</c:v>
                </c:pt>
                <c:pt idx="744">
                  <c:v>78.554955000000007</c:v>
                </c:pt>
                <c:pt idx="745">
                  <c:v>78.462729999999993</c:v>
                </c:pt>
                <c:pt idx="746">
                  <c:v>78.370659000000003</c:v>
                </c:pt>
                <c:pt idx="747">
                  <c:v>78.274826000000004</c:v>
                </c:pt>
                <c:pt idx="748">
                  <c:v>78.187775000000002</c:v>
                </c:pt>
                <c:pt idx="749">
                  <c:v>78.110328999999993</c:v>
                </c:pt>
                <c:pt idx="750">
                  <c:v>78.027794</c:v>
                </c:pt>
                <c:pt idx="751">
                  <c:v>77.934546999999995</c:v>
                </c:pt>
                <c:pt idx="752">
                  <c:v>77.840301999999994</c:v>
                </c:pt>
                <c:pt idx="753">
                  <c:v>77.742194999999995</c:v>
                </c:pt>
                <c:pt idx="754">
                  <c:v>77.646957</c:v>
                </c:pt>
                <c:pt idx="755">
                  <c:v>77.567413000000002</c:v>
                </c:pt>
                <c:pt idx="756">
                  <c:v>77.512978000000004</c:v>
                </c:pt>
                <c:pt idx="757">
                  <c:v>77.470673000000005</c:v>
                </c:pt>
                <c:pt idx="758">
                  <c:v>77.429039000000003</c:v>
                </c:pt>
                <c:pt idx="759">
                  <c:v>77.384293</c:v>
                </c:pt>
                <c:pt idx="760">
                  <c:v>77.340569000000002</c:v>
                </c:pt>
                <c:pt idx="761">
                  <c:v>77.302017000000006</c:v>
                </c:pt>
                <c:pt idx="762">
                  <c:v>77.269524000000004</c:v>
                </c:pt>
                <c:pt idx="763">
                  <c:v>77.241737000000001</c:v>
                </c:pt>
                <c:pt idx="764">
                  <c:v>77.211815000000001</c:v>
                </c:pt>
                <c:pt idx="765">
                  <c:v>77.172500999999997</c:v>
                </c:pt>
                <c:pt idx="766">
                  <c:v>77.128365000000002</c:v>
                </c:pt>
                <c:pt idx="767">
                  <c:v>77.084029999999998</c:v>
                </c:pt>
                <c:pt idx="768">
                  <c:v>77.041083999999998</c:v>
                </c:pt>
                <c:pt idx="769">
                  <c:v>77.000259</c:v>
                </c:pt>
                <c:pt idx="770">
                  <c:v>76.963486000000003</c:v>
                </c:pt>
                <c:pt idx="771">
                  <c:v>76.931495999999996</c:v>
                </c:pt>
                <c:pt idx="772">
                  <c:v>76.899719000000005</c:v>
                </c:pt>
                <c:pt idx="773">
                  <c:v>76.864333999999999</c:v>
                </c:pt>
                <c:pt idx="774">
                  <c:v>76.827613999999997</c:v>
                </c:pt>
                <c:pt idx="775">
                  <c:v>76.794189000000003</c:v>
                </c:pt>
                <c:pt idx="776">
                  <c:v>76.764403999999999</c:v>
                </c:pt>
                <c:pt idx="777">
                  <c:v>76.734924000000007</c:v>
                </c:pt>
                <c:pt idx="778">
                  <c:v>76.706374999999994</c:v>
                </c:pt>
                <c:pt idx="779">
                  <c:v>76.679085000000001</c:v>
                </c:pt>
                <c:pt idx="780">
                  <c:v>76.654137000000006</c:v>
                </c:pt>
                <c:pt idx="781">
                  <c:v>76.632439000000005</c:v>
                </c:pt>
                <c:pt idx="782">
                  <c:v>76.613533000000004</c:v>
                </c:pt>
                <c:pt idx="783">
                  <c:v>76.594025000000002</c:v>
                </c:pt>
                <c:pt idx="784">
                  <c:v>76.573241999999993</c:v>
                </c:pt>
                <c:pt idx="785">
                  <c:v>76.552086000000003</c:v>
                </c:pt>
                <c:pt idx="786">
                  <c:v>76.531647000000007</c:v>
                </c:pt>
                <c:pt idx="787">
                  <c:v>76.510970999999998</c:v>
                </c:pt>
                <c:pt idx="788">
                  <c:v>76.487251000000001</c:v>
                </c:pt>
                <c:pt idx="789">
                  <c:v>76.456924000000001</c:v>
                </c:pt>
                <c:pt idx="790">
                  <c:v>76.421181000000004</c:v>
                </c:pt>
                <c:pt idx="791">
                  <c:v>76.382644999999997</c:v>
                </c:pt>
                <c:pt idx="792">
                  <c:v>76.342185999999998</c:v>
                </c:pt>
                <c:pt idx="793">
                  <c:v>76.288971000000004</c:v>
                </c:pt>
                <c:pt idx="794">
                  <c:v>76.224853999999993</c:v>
                </c:pt>
                <c:pt idx="795">
                  <c:v>76.150215000000003</c:v>
                </c:pt>
                <c:pt idx="796">
                  <c:v>76.056579999999997</c:v>
                </c:pt>
                <c:pt idx="797">
                  <c:v>75.944664000000003</c:v>
                </c:pt>
                <c:pt idx="798">
                  <c:v>75.828132999999994</c:v>
                </c:pt>
                <c:pt idx="799">
                  <c:v>75.710151999999994</c:v>
                </c:pt>
                <c:pt idx="800">
                  <c:v>75.583786000000003</c:v>
                </c:pt>
                <c:pt idx="801">
                  <c:v>75.462181000000001</c:v>
                </c:pt>
                <c:pt idx="802">
                  <c:v>75.355354000000005</c:v>
                </c:pt>
                <c:pt idx="803">
                  <c:v>75.25573</c:v>
                </c:pt>
                <c:pt idx="804">
                  <c:v>75.150017000000005</c:v>
                </c:pt>
                <c:pt idx="805">
                  <c:v>75.045944000000006</c:v>
                </c:pt>
                <c:pt idx="806">
                  <c:v>74.946197999999995</c:v>
                </c:pt>
                <c:pt idx="807">
                  <c:v>74.848892000000006</c:v>
                </c:pt>
                <c:pt idx="808">
                  <c:v>74.752617000000001</c:v>
                </c:pt>
                <c:pt idx="809">
                  <c:v>74.656563000000006</c:v>
                </c:pt>
                <c:pt idx="810">
                  <c:v>74.559464000000006</c:v>
                </c:pt>
                <c:pt idx="811">
                  <c:v>74.461250000000007</c:v>
                </c:pt>
                <c:pt idx="812">
                  <c:v>74.365036000000003</c:v>
                </c:pt>
                <c:pt idx="813">
                  <c:v>74.270095999999995</c:v>
                </c:pt>
                <c:pt idx="814">
                  <c:v>74.170624000000004</c:v>
                </c:pt>
                <c:pt idx="815">
                  <c:v>74.069168000000005</c:v>
                </c:pt>
                <c:pt idx="816">
                  <c:v>73.975219999999993</c:v>
                </c:pt>
                <c:pt idx="817">
                  <c:v>73.901107999999994</c:v>
                </c:pt>
                <c:pt idx="818">
                  <c:v>73.852515999999994</c:v>
                </c:pt>
                <c:pt idx="819">
                  <c:v>73.825378000000001</c:v>
                </c:pt>
                <c:pt idx="820">
                  <c:v>73.817711000000003</c:v>
                </c:pt>
                <c:pt idx="821">
                  <c:v>73.823273</c:v>
                </c:pt>
                <c:pt idx="822">
                  <c:v>73.836571000000006</c:v>
                </c:pt>
                <c:pt idx="823">
                  <c:v>73.862555999999998</c:v>
                </c:pt>
                <c:pt idx="824">
                  <c:v>73.895065000000002</c:v>
                </c:pt>
                <c:pt idx="825">
                  <c:v>73.927672999999999</c:v>
                </c:pt>
                <c:pt idx="826">
                  <c:v>73.958336000000003</c:v>
                </c:pt>
                <c:pt idx="827">
                  <c:v>73.978966</c:v>
                </c:pt>
                <c:pt idx="828">
                  <c:v>73.984786999999997</c:v>
                </c:pt>
                <c:pt idx="829">
                  <c:v>73.980331000000007</c:v>
                </c:pt>
                <c:pt idx="830">
                  <c:v>73.975800000000007</c:v>
                </c:pt>
                <c:pt idx="831">
                  <c:v>73.976005999999998</c:v>
                </c:pt>
                <c:pt idx="832">
                  <c:v>73.975348999999994</c:v>
                </c:pt>
                <c:pt idx="833">
                  <c:v>73.962722999999997</c:v>
                </c:pt>
                <c:pt idx="834">
                  <c:v>73.940101999999996</c:v>
                </c:pt>
                <c:pt idx="835">
                  <c:v>73.919150999999999</c:v>
                </c:pt>
                <c:pt idx="836">
                  <c:v>73.908210999999994</c:v>
                </c:pt>
                <c:pt idx="837">
                  <c:v>73.900786999999994</c:v>
                </c:pt>
                <c:pt idx="838">
                  <c:v>73.894478000000007</c:v>
                </c:pt>
                <c:pt idx="839">
                  <c:v>73.893187999999995</c:v>
                </c:pt>
                <c:pt idx="840">
                  <c:v>73.892685</c:v>
                </c:pt>
                <c:pt idx="841">
                  <c:v>73.894440000000003</c:v>
                </c:pt>
                <c:pt idx="842">
                  <c:v>73.900063000000003</c:v>
                </c:pt>
                <c:pt idx="843">
                  <c:v>73.905319000000006</c:v>
                </c:pt>
                <c:pt idx="844">
                  <c:v>73.910004000000001</c:v>
                </c:pt>
                <c:pt idx="845">
                  <c:v>73.918221000000003</c:v>
                </c:pt>
                <c:pt idx="846">
                  <c:v>73.926963999999998</c:v>
                </c:pt>
                <c:pt idx="847">
                  <c:v>73.934653999999995</c:v>
                </c:pt>
                <c:pt idx="848">
                  <c:v>73.934227000000007</c:v>
                </c:pt>
                <c:pt idx="849">
                  <c:v>73.924094999999994</c:v>
                </c:pt>
                <c:pt idx="850">
                  <c:v>73.903862000000004</c:v>
                </c:pt>
                <c:pt idx="851">
                  <c:v>73.876746999999995</c:v>
                </c:pt>
                <c:pt idx="852">
                  <c:v>73.849174000000005</c:v>
                </c:pt>
                <c:pt idx="853">
                  <c:v>73.826415999999995</c:v>
                </c:pt>
                <c:pt idx="854">
                  <c:v>73.806685999999999</c:v>
                </c:pt>
                <c:pt idx="855">
                  <c:v>73.784385999999998</c:v>
                </c:pt>
                <c:pt idx="856">
                  <c:v>73.759681999999998</c:v>
                </c:pt>
                <c:pt idx="857">
                  <c:v>73.736960999999994</c:v>
                </c:pt>
                <c:pt idx="858">
                  <c:v>73.714714000000001</c:v>
                </c:pt>
                <c:pt idx="859">
                  <c:v>73.693466000000001</c:v>
                </c:pt>
                <c:pt idx="860">
                  <c:v>73.672852000000006</c:v>
                </c:pt>
                <c:pt idx="861">
                  <c:v>73.651711000000006</c:v>
                </c:pt>
                <c:pt idx="862">
                  <c:v>73.629638999999997</c:v>
                </c:pt>
                <c:pt idx="863">
                  <c:v>73.606139999999996</c:v>
                </c:pt>
                <c:pt idx="864">
                  <c:v>73.582053999999999</c:v>
                </c:pt>
                <c:pt idx="865">
                  <c:v>73.555183</c:v>
                </c:pt>
                <c:pt idx="866">
                  <c:v>73.523392000000001</c:v>
                </c:pt>
                <c:pt idx="867">
                  <c:v>73.487305000000006</c:v>
                </c:pt>
                <c:pt idx="868">
                  <c:v>73.442047000000002</c:v>
                </c:pt>
                <c:pt idx="869">
                  <c:v>73.389847000000003</c:v>
                </c:pt>
                <c:pt idx="870">
                  <c:v>73.337661999999995</c:v>
                </c:pt>
                <c:pt idx="871">
                  <c:v>73.293853999999996</c:v>
                </c:pt>
                <c:pt idx="872">
                  <c:v>73.257216999999997</c:v>
                </c:pt>
                <c:pt idx="873">
                  <c:v>73.220848000000004</c:v>
                </c:pt>
                <c:pt idx="874">
                  <c:v>73.176192999999998</c:v>
                </c:pt>
                <c:pt idx="875">
                  <c:v>73.117019999999997</c:v>
                </c:pt>
                <c:pt idx="876">
                  <c:v>73.047379000000006</c:v>
                </c:pt>
                <c:pt idx="877">
                  <c:v>72.973320000000001</c:v>
                </c:pt>
                <c:pt idx="878">
                  <c:v>72.899162000000004</c:v>
                </c:pt>
                <c:pt idx="879">
                  <c:v>72.825774999999993</c:v>
                </c:pt>
                <c:pt idx="880">
                  <c:v>72.748047</c:v>
                </c:pt>
                <c:pt idx="881">
                  <c:v>72.662368999999998</c:v>
                </c:pt>
                <c:pt idx="882">
                  <c:v>72.573441000000003</c:v>
                </c:pt>
                <c:pt idx="883">
                  <c:v>72.491401999999994</c:v>
                </c:pt>
                <c:pt idx="884">
                  <c:v>72.411315999999999</c:v>
                </c:pt>
                <c:pt idx="885">
                  <c:v>72.317466999999994</c:v>
                </c:pt>
                <c:pt idx="886">
                  <c:v>72.210999000000001</c:v>
                </c:pt>
                <c:pt idx="887">
                  <c:v>72.109343999999993</c:v>
                </c:pt>
                <c:pt idx="888">
                  <c:v>72.025413999999998</c:v>
                </c:pt>
                <c:pt idx="889">
                  <c:v>71.949623000000003</c:v>
                </c:pt>
                <c:pt idx="890">
                  <c:v>71.871773000000005</c:v>
                </c:pt>
                <c:pt idx="891">
                  <c:v>71.789505000000005</c:v>
                </c:pt>
                <c:pt idx="892">
                  <c:v>71.714455000000001</c:v>
                </c:pt>
                <c:pt idx="893">
                  <c:v>71.664985999999999</c:v>
                </c:pt>
                <c:pt idx="894">
                  <c:v>71.64743</c:v>
                </c:pt>
                <c:pt idx="895">
                  <c:v>71.656379999999999</c:v>
                </c:pt>
                <c:pt idx="896">
                  <c:v>71.678443999999999</c:v>
                </c:pt>
                <c:pt idx="897">
                  <c:v>71.721039000000005</c:v>
                </c:pt>
                <c:pt idx="898">
                  <c:v>71.791388999999995</c:v>
                </c:pt>
                <c:pt idx="899">
                  <c:v>71.875220999999996</c:v>
                </c:pt>
                <c:pt idx="900">
                  <c:v>71.960144</c:v>
                </c:pt>
                <c:pt idx="901">
                  <c:v>72.041695000000004</c:v>
                </c:pt>
                <c:pt idx="902">
                  <c:v>72.126709000000005</c:v>
                </c:pt>
                <c:pt idx="903">
                  <c:v>72.210944999999995</c:v>
                </c:pt>
                <c:pt idx="904">
                  <c:v>72.294075000000007</c:v>
                </c:pt>
                <c:pt idx="905">
                  <c:v>72.377266000000006</c:v>
                </c:pt>
                <c:pt idx="906">
                  <c:v>72.449921000000003</c:v>
                </c:pt>
                <c:pt idx="907">
                  <c:v>72.515929999999997</c:v>
                </c:pt>
                <c:pt idx="908">
                  <c:v>72.573227000000003</c:v>
                </c:pt>
                <c:pt idx="909">
                  <c:v>72.621155000000002</c:v>
                </c:pt>
                <c:pt idx="910">
                  <c:v>72.674994999999996</c:v>
                </c:pt>
                <c:pt idx="911">
                  <c:v>72.728699000000006</c:v>
                </c:pt>
                <c:pt idx="912">
                  <c:v>72.766486999999998</c:v>
                </c:pt>
                <c:pt idx="913">
                  <c:v>72.787537</c:v>
                </c:pt>
                <c:pt idx="914">
                  <c:v>72.797927999999999</c:v>
                </c:pt>
                <c:pt idx="915">
                  <c:v>72.806899999999999</c:v>
                </c:pt>
                <c:pt idx="916">
                  <c:v>72.817870999999997</c:v>
                </c:pt>
                <c:pt idx="917">
                  <c:v>72.833693999999994</c:v>
                </c:pt>
                <c:pt idx="918">
                  <c:v>72.845939999999999</c:v>
                </c:pt>
                <c:pt idx="919">
                  <c:v>72.853783000000007</c:v>
                </c:pt>
                <c:pt idx="920">
                  <c:v>72.861762999999996</c:v>
                </c:pt>
                <c:pt idx="921">
                  <c:v>72.871551999999994</c:v>
                </c:pt>
                <c:pt idx="922">
                  <c:v>72.885551000000007</c:v>
                </c:pt>
                <c:pt idx="923">
                  <c:v>72.901450999999994</c:v>
                </c:pt>
                <c:pt idx="924">
                  <c:v>72.913269</c:v>
                </c:pt>
                <c:pt idx="925">
                  <c:v>72.925308000000001</c:v>
                </c:pt>
                <c:pt idx="926">
                  <c:v>72.944023000000001</c:v>
                </c:pt>
                <c:pt idx="927">
                  <c:v>72.971824999999995</c:v>
                </c:pt>
                <c:pt idx="928">
                  <c:v>73.013084000000006</c:v>
                </c:pt>
                <c:pt idx="929">
                  <c:v>73.058295999999999</c:v>
                </c:pt>
                <c:pt idx="930">
                  <c:v>73.092513999999994</c:v>
                </c:pt>
                <c:pt idx="931">
                  <c:v>73.112091000000007</c:v>
                </c:pt>
                <c:pt idx="932">
                  <c:v>73.128876000000005</c:v>
                </c:pt>
                <c:pt idx="933">
                  <c:v>73.149612000000005</c:v>
                </c:pt>
                <c:pt idx="934">
                  <c:v>73.172256000000004</c:v>
                </c:pt>
                <c:pt idx="935">
                  <c:v>73.189605999999998</c:v>
                </c:pt>
                <c:pt idx="936">
                  <c:v>73.197456000000003</c:v>
                </c:pt>
                <c:pt idx="937">
                  <c:v>73.196731999999997</c:v>
                </c:pt>
                <c:pt idx="938">
                  <c:v>73.185813999999993</c:v>
                </c:pt>
                <c:pt idx="939">
                  <c:v>73.170860000000005</c:v>
                </c:pt>
                <c:pt idx="940">
                  <c:v>73.156943999999996</c:v>
                </c:pt>
                <c:pt idx="941">
                  <c:v>73.144240999999994</c:v>
                </c:pt>
                <c:pt idx="942">
                  <c:v>73.127312000000003</c:v>
                </c:pt>
                <c:pt idx="943">
                  <c:v>73.104720999999998</c:v>
                </c:pt>
                <c:pt idx="944">
                  <c:v>73.075958</c:v>
                </c:pt>
                <c:pt idx="945">
                  <c:v>73.041320999999996</c:v>
                </c:pt>
                <c:pt idx="946">
                  <c:v>72.987930000000006</c:v>
                </c:pt>
                <c:pt idx="947">
                  <c:v>72.914589000000007</c:v>
                </c:pt>
                <c:pt idx="948">
                  <c:v>72.825705999999997</c:v>
                </c:pt>
                <c:pt idx="949">
                  <c:v>72.723022</c:v>
                </c:pt>
                <c:pt idx="950">
                  <c:v>72.612731999999994</c:v>
                </c:pt>
                <c:pt idx="951">
                  <c:v>72.496689000000003</c:v>
                </c:pt>
                <c:pt idx="952">
                  <c:v>72.380684000000002</c:v>
                </c:pt>
                <c:pt idx="953">
                  <c:v>72.271041999999994</c:v>
                </c:pt>
                <c:pt idx="954">
                  <c:v>72.177277000000004</c:v>
                </c:pt>
                <c:pt idx="955">
                  <c:v>72.110946999999996</c:v>
                </c:pt>
                <c:pt idx="956">
                  <c:v>72.062843000000001</c:v>
                </c:pt>
                <c:pt idx="957">
                  <c:v>72.016227999999998</c:v>
                </c:pt>
                <c:pt idx="958">
                  <c:v>71.963768000000002</c:v>
                </c:pt>
                <c:pt idx="959">
                  <c:v>71.904488000000001</c:v>
                </c:pt>
                <c:pt idx="960">
                  <c:v>71.838898</c:v>
                </c:pt>
                <c:pt idx="961">
                  <c:v>71.767257999999998</c:v>
                </c:pt>
                <c:pt idx="962">
                  <c:v>71.693213999999998</c:v>
                </c:pt>
                <c:pt idx="963">
                  <c:v>71.627791999999999</c:v>
                </c:pt>
                <c:pt idx="964">
                  <c:v>71.568222000000006</c:v>
                </c:pt>
                <c:pt idx="965">
                  <c:v>71.499595999999997</c:v>
                </c:pt>
                <c:pt idx="966">
                  <c:v>71.413116000000002</c:v>
                </c:pt>
                <c:pt idx="967">
                  <c:v>71.313202000000004</c:v>
                </c:pt>
                <c:pt idx="968">
                  <c:v>71.206092999999996</c:v>
                </c:pt>
                <c:pt idx="969">
                  <c:v>71.099106000000006</c:v>
                </c:pt>
                <c:pt idx="970">
                  <c:v>71.006659999999997</c:v>
                </c:pt>
                <c:pt idx="971">
                  <c:v>70.927788000000007</c:v>
                </c:pt>
                <c:pt idx="972">
                  <c:v>70.851089000000002</c:v>
                </c:pt>
                <c:pt idx="973">
                  <c:v>70.769028000000006</c:v>
                </c:pt>
                <c:pt idx="974">
                  <c:v>70.683678</c:v>
                </c:pt>
                <c:pt idx="975">
                  <c:v>70.594809999999995</c:v>
                </c:pt>
                <c:pt idx="976">
                  <c:v>70.499306000000004</c:v>
                </c:pt>
                <c:pt idx="977">
                  <c:v>70.392653999999993</c:v>
                </c:pt>
                <c:pt idx="978">
                  <c:v>70.273124999999993</c:v>
                </c:pt>
                <c:pt idx="979">
                  <c:v>70.154694000000006</c:v>
                </c:pt>
                <c:pt idx="980">
                  <c:v>70.048659999999998</c:v>
                </c:pt>
                <c:pt idx="981">
                  <c:v>69.949188000000007</c:v>
                </c:pt>
                <c:pt idx="982">
                  <c:v>69.843047999999996</c:v>
                </c:pt>
                <c:pt idx="983">
                  <c:v>69.732498000000007</c:v>
                </c:pt>
                <c:pt idx="984">
                  <c:v>69.624397000000002</c:v>
                </c:pt>
                <c:pt idx="985">
                  <c:v>69.528259000000006</c:v>
                </c:pt>
                <c:pt idx="986">
                  <c:v>69.456192000000001</c:v>
                </c:pt>
                <c:pt idx="987">
                  <c:v>69.401473999999993</c:v>
                </c:pt>
                <c:pt idx="988">
                  <c:v>69.345421000000002</c:v>
                </c:pt>
                <c:pt idx="989">
                  <c:v>69.283828999999997</c:v>
                </c:pt>
                <c:pt idx="990">
                  <c:v>69.224113000000003</c:v>
                </c:pt>
                <c:pt idx="991">
                  <c:v>69.178711000000007</c:v>
                </c:pt>
                <c:pt idx="992">
                  <c:v>69.138572999999994</c:v>
                </c:pt>
                <c:pt idx="993">
                  <c:v>69.090652000000006</c:v>
                </c:pt>
                <c:pt idx="994">
                  <c:v>69.032616000000004</c:v>
                </c:pt>
                <c:pt idx="995">
                  <c:v>68.964493000000004</c:v>
                </c:pt>
                <c:pt idx="996">
                  <c:v>68.889258999999996</c:v>
                </c:pt>
                <c:pt idx="997">
                  <c:v>68.817336999999995</c:v>
                </c:pt>
                <c:pt idx="998">
                  <c:v>68.764144999999999</c:v>
                </c:pt>
                <c:pt idx="999">
                  <c:v>68.731551999999994</c:v>
                </c:pt>
                <c:pt idx="1000">
                  <c:v>68.714211000000006</c:v>
                </c:pt>
                <c:pt idx="1001">
                  <c:v>68.702759</c:v>
                </c:pt>
                <c:pt idx="1002">
                  <c:v>68.697379999999995</c:v>
                </c:pt>
                <c:pt idx="1003">
                  <c:v>68.701248000000007</c:v>
                </c:pt>
                <c:pt idx="1004">
                  <c:v>68.709518000000003</c:v>
                </c:pt>
                <c:pt idx="1005">
                  <c:v>68.713256999999999</c:v>
                </c:pt>
                <c:pt idx="1006">
                  <c:v>68.708893000000003</c:v>
                </c:pt>
                <c:pt idx="1007">
                  <c:v>68.700699</c:v>
                </c:pt>
                <c:pt idx="1008">
                  <c:v>68.681404000000001</c:v>
                </c:pt>
                <c:pt idx="1009">
                  <c:v>68.641295999999997</c:v>
                </c:pt>
                <c:pt idx="1010">
                  <c:v>68.578979000000004</c:v>
                </c:pt>
                <c:pt idx="1011">
                  <c:v>68.495354000000006</c:v>
                </c:pt>
                <c:pt idx="1012">
                  <c:v>68.392487000000003</c:v>
                </c:pt>
                <c:pt idx="1013">
                  <c:v>68.281906000000006</c:v>
                </c:pt>
                <c:pt idx="1014">
                  <c:v>68.165122999999994</c:v>
                </c:pt>
                <c:pt idx="1015">
                  <c:v>68.045860000000005</c:v>
                </c:pt>
                <c:pt idx="1016">
                  <c:v>67.933539999999994</c:v>
                </c:pt>
                <c:pt idx="1017">
                  <c:v>67.832419999999999</c:v>
                </c:pt>
                <c:pt idx="1018">
                  <c:v>67.740905999999995</c:v>
                </c:pt>
                <c:pt idx="1019">
                  <c:v>67.659576000000001</c:v>
                </c:pt>
                <c:pt idx="1020">
                  <c:v>67.595291000000003</c:v>
                </c:pt>
                <c:pt idx="1021">
                  <c:v>67.539992999999996</c:v>
                </c:pt>
                <c:pt idx="1022">
                  <c:v>67.489517000000006</c:v>
                </c:pt>
                <c:pt idx="1023">
                  <c:v>67.452950000000001</c:v>
                </c:pt>
                <c:pt idx="1024">
                  <c:v>67.436745000000002</c:v>
                </c:pt>
                <c:pt idx="1025">
                  <c:v>67.429687999999999</c:v>
                </c:pt>
                <c:pt idx="1026">
                  <c:v>67.423446999999996</c:v>
                </c:pt>
                <c:pt idx="1027">
                  <c:v>67.416702000000001</c:v>
                </c:pt>
                <c:pt idx="1028">
                  <c:v>67.413177000000005</c:v>
                </c:pt>
                <c:pt idx="1029">
                  <c:v>67.415497000000002</c:v>
                </c:pt>
                <c:pt idx="1030">
                  <c:v>67.425231999999994</c:v>
                </c:pt>
                <c:pt idx="1031">
                  <c:v>67.437866</c:v>
                </c:pt>
                <c:pt idx="1032">
                  <c:v>67.445969000000005</c:v>
                </c:pt>
                <c:pt idx="1033">
                  <c:v>67.449707000000004</c:v>
                </c:pt>
                <c:pt idx="1034">
                  <c:v>67.451590999999993</c:v>
                </c:pt>
                <c:pt idx="1035">
                  <c:v>67.452972000000003</c:v>
                </c:pt>
                <c:pt idx="1036">
                  <c:v>67.453598</c:v>
                </c:pt>
                <c:pt idx="1037">
                  <c:v>67.451819999999998</c:v>
                </c:pt>
                <c:pt idx="1038">
                  <c:v>67.449188000000007</c:v>
                </c:pt>
                <c:pt idx="1039">
                  <c:v>67.454521</c:v>
                </c:pt>
                <c:pt idx="1040">
                  <c:v>67.465439000000003</c:v>
                </c:pt>
                <c:pt idx="1041">
                  <c:v>67.474204999999998</c:v>
                </c:pt>
                <c:pt idx="1042">
                  <c:v>67.474074999999999</c:v>
                </c:pt>
                <c:pt idx="1043">
                  <c:v>67.464134000000001</c:v>
                </c:pt>
                <c:pt idx="1044">
                  <c:v>67.452933999999999</c:v>
                </c:pt>
                <c:pt idx="1045">
                  <c:v>67.446006999999994</c:v>
                </c:pt>
                <c:pt idx="1046">
                  <c:v>67.443038999999999</c:v>
                </c:pt>
                <c:pt idx="1047">
                  <c:v>67.443404999999998</c:v>
                </c:pt>
                <c:pt idx="1048">
                  <c:v>67.448089999999993</c:v>
                </c:pt>
                <c:pt idx="1049">
                  <c:v>67.457199000000003</c:v>
                </c:pt>
                <c:pt idx="1050">
                  <c:v>67.471039000000005</c:v>
                </c:pt>
                <c:pt idx="1051">
                  <c:v>67.492737000000005</c:v>
                </c:pt>
                <c:pt idx="1052">
                  <c:v>67.512649999999994</c:v>
                </c:pt>
                <c:pt idx="1053">
                  <c:v>67.524520999999993</c:v>
                </c:pt>
                <c:pt idx="1054">
                  <c:v>67.514510999999999</c:v>
                </c:pt>
                <c:pt idx="1055">
                  <c:v>67.487350000000006</c:v>
                </c:pt>
                <c:pt idx="1056">
                  <c:v>67.447670000000002</c:v>
                </c:pt>
                <c:pt idx="1057">
                  <c:v>67.404953000000006</c:v>
                </c:pt>
                <c:pt idx="1058">
                  <c:v>67.371437</c:v>
                </c:pt>
                <c:pt idx="1059">
                  <c:v>67.351082000000005</c:v>
                </c:pt>
                <c:pt idx="1060">
                  <c:v>67.328659000000002</c:v>
                </c:pt>
                <c:pt idx="1061">
                  <c:v>67.297225999999995</c:v>
                </c:pt>
                <c:pt idx="1062">
                  <c:v>67.254608000000005</c:v>
                </c:pt>
                <c:pt idx="1063">
                  <c:v>67.198265000000006</c:v>
                </c:pt>
                <c:pt idx="1064">
                  <c:v>67.128189000000006</c:v>
                </c:pt>
                <c:pt idx="1065">
                  <c:v>67.051063999999997</c:v>
                </c:pt>
                <c:pt idx="1066">
                  <c:v>66.974853999999993</c:v>
                </c:pt>
                <c:pt idx="1067">
                  <c:v>66.901038999999997</c:v>
                </c:pt>
                <c:pt idx="1068">
                  <c:v>66.823372000000006</c:v>
                </c:pt>
                <c:pt idx="1069">
                  <c:v>66.742531</c:v>
                </c:pt>
                <c:pt idx="1070">
                  <c:v>66.662422000000007</c:v>
                </c:pt>
                <c:pt idx="1071">
                  <c:v>66.597397000000001</c:v>
                </c:pt>
                <c:pt idx="1072">
                  <c:v>66.558791999999997</c:v>
                </c:pt>
                <c:pt idx="1073">
                  <c:v>66.551070999999993</c:v>
                </c:pt>
                <c:pt idx="1074">
                  <c:v>66.553284000000005</c:v>
                </c:pt>
                <c:pt idx="1075">
                  <c:v>66.562659999999994</c:v>
                </c:pt>
                <c:pt idx="1076">
                  <c:v>66.570007000000004</c:v>
                </c:pt>
                <c:pt idx="1077">
                  <c:v>66.576346999999998</c:v>
                </c:pt>
                <c:pt idx="1078">
                  <c:v>66.584564</c:v>
                </c:pt>
                <c:pt idx="1079">
                  <c:v>66.593018000000001</c:v>
                </c:pt>
                <c:pt idx="1080">
                  <c:v>66.595909000000006</c:v>
                </c:pt>
                <c:pt idx="1081">
                  <c:v>66.587387000000007</c:v>
                </c:pt>
                <c:pt idx="1082">
                  <c:v>66.569496000000001</c:v>
                </c:pt>
                <c:pt idx="1083">
                  <c:v>66.537261999999998</c:v>
                </c:pt>
                <c:pt idx="1084">
                  <c:v>66.487601999999995</c:v>
                </c:pt>
                <c:pt idx="1085">
                  <c:v>66.421982</c:v>
                </c:pt>
                <c:pt idx="1086">
                  <c:v>66.345978000000002</c:v>
                </c:pt>
                <c:pt idx="1087">
                  <c:v>66.258499</c:v>
                </c:pt>
                <c:pt idx="1088">
                  <c:v>66.163642999999993</c:v>
                </c:pt>
                <c:pt idx="1089">
                  <c:v>66.068702999999999</c:v>
                </c:pt>
                <c:pt idx="1090">
                  <c:v>65.984047000000004</c:v>
                </c:pt>
                <c:pt idx="1091">
                  <c:v>65.914505000000005</c:v>
                </c:pt>
                <c:pt idx="1092">
                  <c:v>65.859222000000003</c:v>
                </c:pt>
                <c:pt idx="1093">
                  <c:v>65.812256000000005</c:v>
                </c:pt>
                <c:pt idx="1094">
                  <c:v>65.757750999999999</c:v>
                </c:pt>
                <c:pt idx="1095">
                  <c:v>65.689803999999995</c:v>
                </c:pt>
                <c:pt idx="1096">
                  <c:v>65.615066999999996</c:v>
                </c:pt>
                <c:pt idx="1097">
                  <c:v>65.535622000000004</c:v>
                </c:pt>
                <c:pt idx="1098">
                  <c:v>65.454880000000003</c:v>
                </c:pt>
                <c:pt idx="1099">
                  <c:v>65.368522999999996</c:v>
                </c:pt>
                <c:pt idx="1100">
                  <c:v>65.277473000000001</c:v>
                </c:pt>
                <c:pt idx="1101">
                  <c:v>65.189803999999995</c:v>
                </c:pt>
                <c:pt idx="1102">
                  <c:v>65.121132000000003</c:v>
                </c:pt>
                <c:pt idx="1103">
                  <c:v>65.075699</c:v>
                </c:pt>
                <c:pt idx="1104">
                  <c:v>65.052216000000001</c:v>
                </c:pt>
                <c:pt idx="1105">
                  <c:v>65.039894000000004</c:v>
                </c:pt>
                <c:pt idx="1106">
                  <c:v>65.028244000000001</c:v>
                </c:pt>
                <c:pt idx="1107">
                  <c:v>65.019035000000002</c:v>
                </c:pt>
                <c:pt idx="1108">
                  <c:v>65.013908000000001</c:v>
                </c:pt>
                <c:pt idx="1109">
                  <c:v>65.026236999999995</c:v>
                </c:pt>
                <c:pt idx="1110">
                  <c:v>65.047043000000002</c:v>
                </c:pt>
                <c:pt idx="1111">
                  <c:v>65.070839000000007</c:v>
                </c:pt>
                <c:pt idx="1112">
                  <c:v>65.091804999999994</c:v>
                </c:pt>
                <c:pt idx="1113">
                  <c:v>65.105461000000005</c:v>
                </c:pt>
                <c:pt idx="1114">
                  <c:v>65.114067000000006</c:v>
                </c:pt>
                <c:pt idx="1115">
                  <c:v>65.124167999999997</c:v>
                </c:pt>
                <c:pt idx="1116">
                  <c:v>65.143874999999994</c:v>
                </c:pt>
                <c:pt idx="1117">
                  <c:v>65.163314999999997</c:v>
                </c:pt>
                <c:pt idx="1118">
                  <c:v>65.165588</c:v>
                </c:pt>
                <c:pt idx="1119">
                  <c:v>65.158966000000007</c:v>
                </c:pt>
                <c:pt idx="1120">
                  <c:v>65.186927999999995</c:v>
                </c:pt>
                <c:pt idx="1121">
                  <c:v>65.204291999999995</c:v>
                </c:pt>
                <c:pt idx="1122">
                  <c:v>65.217087000000006</c:v>
                </c:pt>
                <c:pt idx="1123">
                  <c:v>65.227333000000002</c:v>
                </c:pt>
                <c:pt idx="1124">
                  <c:v>65.237808000000001</c:v>
                </c:pt>
                <c:pt idx="1125">
                  <c:v>65.248694999999998</c:v>
                </c:pt>
                <c:pt idx="1126">
                  <c:v>65.257110999999995</c:v>
                </c:pt>
                <c:pt idx="1127">
                  <c:v>65.256568999999999</c:v>
                </c:pt>
                <c:pt idx="1128">
                  <c:v>65.247528000000003</c:v>
                </c:pt>
                <c:pt idx="1129">
                  <c:v>65.236487999999994</c:v>
                </c:pt>
                <c:pt idx="1130">
                  <c:v>65.227028000000004</c:v>
                </c:pt>
                <c:pt idx="1131">
                  <c:v>65.219481999999999</c:v>
                </c:pt>
                <c:pt idx="1132">
                  <c:v>65.215294</c:v>
                </c:pt>
                <c:pt idx="1133">
                  <c:v>65.212836999999993</c:v>
                </c:pt>
                <c:pt idx="1134">
                  <c:v>65.214409000000003</c:v>
                </c:pt>
                <c:pt idx="1135">
                  <c:v>65.219215000000005</c:v>
                </c:pt>
                <c:pt idx="1136">
                  <c:v>65.225288000000006</c:v>
                </c:pt>
                <c:pt idx="1137">
                  <c:v>65.234916999999996</c:v>
                </c:pt>
                <c:pt idx="1138">
                  <c:v>65.251480000000001</c:v>
                </c:pt>
                <c:pt idx="1139">
                  <c:v>65.279007000000007</c:v>
                </c:pt>
                <c:pt idx="1140">
                  <c:v>65.313514999999995</c:v>
                </c:pt>
                <c:pt idx="1141">
                  <c:v>65.353745000000004</c:v>
                </c:pt>
                <c:pt idx="1142">
                  <c:v>65.398521000000002</c:v>
                </c:pt>
                <c:pt idx="1143">
                  <c:v>65.448791999999997</c:v>
                </c:pt>
                <c:pt idx="1144">
                  <c:v>65.504638999999997</c:v>
                </c:pt>
                <c:pt idx="1145">
                  <c:v>65.566742000000005</c:v>
                </c:pt>
                <c:pt idx="1146">
                  <c:v>65.643646000000004</c:v>
                </c:pt>
                <c:pt idx="1147">
                  <c:v>65.724029999999999</c:v>
                </c:pt>
                <c:pt idx="1148">
                  <c:v>65.797034999999994</c:v>
                </c:pt>
                <c:pt idx="1149">
                  <c:v>65.865211000000002</c:v>
                </c:pt>
                <c:pt idx="1150">
                  <c:v>65.928664999999995</c:v>
                </c:pt>
                <c:pt idx="1151">
                  <c:v>66.006607000000002</c:v>
                </c:pt>
                <c:pt idx="1152">
                  <c:v>66.108292000000006</c:v>
                </c:pt>
                <c:pt idx="1153">
                  <c:v>66.237526000000003</c:v>
                </c:pt>
                <c:pt idx="1154">
                  <c:v>66.386925000000005</c:v>
                </c:pt>
                <c:pt idx="1155">
                  <c:v>66.546576999999999</c:v>
                </c:pt>
                <c:pt idx="1156">
                  <c:v>66.700325000000007</c:v>
                </c:pt>
                <c:pt idx="1157">
                  <c:v>66.844772000000006</c:v>
                </c:pt>
                <c:pt idx="1158">
                  <c:v>66.981482999999997</c:v>
                </c:pt>
                <c:pt idx="1159">
                  <c:v>67.115516999999997</c:v>
                </c:pt>
                <c:pt idx="1160">
                  <c:v>67.249390000000005</c:v>
                </c:pt>
                <c:pt idx="1161">
                  <c:v>67.391434000000004</c:v>
                </c:pt>
                <c:pt idx="1162">
                  <c:v>67.542655999999994</c:v>
                </c:pt>
                <c:pt idx="1163">
                  <c:v>67.700546000000003</c:v>
                </c:pt>
                <c:pt idx="1164">
                  <c:v>67.861450000000005</c:v>
                </c:pt>
                <c:pt idx="1165">
                  <c:v>68.015152</c:v>
                </c:pt>
                <c:pt idx="1166">
                  <c:v>68.155708000000004</c:v>
                </c:pt>
                <c:pt idx="1167">
                  <c:v>68.286300999999995</c:v>
                </c:pt>
                <c:pt idx="1168">
                  <c:v>68.409073000000006</c:v>
                </c:pt>
                <c:pt idx="1169">
                  <c:v>68.528717</c:v>
                </c:pt>
                <c:pt idx="1170">
                  <c:v>68.652625999999998</c:v>
                </c:pt>
                <c:pt idx="1171">
                  <c:v>68.785186999999993</c:v>
                </c:pt>
                <c:pt idx="1172">
                  <c:v>68.925612999999998</c:v>
                </c:pt>
                <c:pt idx="1173">
                  <c:v>69.075119000000001</c:v>
                </c:pt>
                <c:pt idx="1174">
                  <c:v>69.251671000000002</c:v>
                </c:pt>
                <c:pt idx="1175">
                  <c:v>69.427543999999997</c:v>
                </c:pt>
                <c:pt idx="1176">
                  <c:v>69.599052</c:v>
                </c:pt>
                <c:pt idx="1177">
                  <c:v>69.765174999999999</c:v>
                </c:pt>
                <c:pt idx="1178">
                  <c:v>69.927536000000003</c:v>
                </c:pt>
                <c:pt idx="1179">
                  <c:v>70.092865000000003</c:v>
                </c:pt>
                <c:pt idx="1180">
                  <c:v>70.257194999999996</c:v>
                </c:pt>
                <c:pt idx="1181">
                  <c:v>70.408896999999996</c:v>
                </c:pt>
                <c:pt idx="1182">
                  <c:v>70.537070999999997</c:v>
                </c:pt>
                <c:pt idx="1183">
                  <c:v>70.642707999999999</c:v>
                </c:pt>
                <c:pt idx="1184">
                  <c:v>70.728706000000003</c:v>
                </c:pt>
                <c:pt idx="1185">
                  <c:v>70.803130999999993</c:v>
                </c:pt>
                <c:pt idx="1186">
                  <c:v>70.867690999999994</c:v>
                </c:pt>
                <c:pt idx="1187">
                  <c:v>70.927352999999997</c:v>
                </c:pt>
                <c:pt idx="1188">
                  <c:v>70.978461999999993</c:v>
                </c:pt>
                <c:pt idx="1189">
                  <c:v>71.026657</c:v>
                </c:pt>
                <c:pt idx="1190">
                  <c:v>71.071579</c:v>
                </c:pt>
                <c:pt idx="1191">
                  <c:v>71.112410999999994</c:v>
                </c:pt>
                <c:pt idx="1192">
                  <c:v>71.152457999999996</c:v>
                </c:pt>
                <c:pt idx="1193">
                  <c:v>71.187766999999994</c:v>
                </c:pt>
                <c:pt idx="1194">
                  <c:v>71.213661000000002</c:v>
                </c:pt>
                <c:pt idx="1195">
                  <c:v>71.223243999999994</c:v>
                </c:pt>
                <c:pt idx="1196">
                  <c:v>71.219879000000006</c:v>
                </c:pt>
                <c:pt idx="1197">
                  <c:v>71.204162999999994</c:v>
                </c:pt>
                <c:pt idx="1198">
                  <c:v>71.175467999999995</c:v>
                </c:pt>
                <c:pt idx="1199">
                  <c:v>71.145454000000001</c:v>
                </c:pt>
                <c:pt idx="1200">
                  <c:v>71.118545999999995</c:v>
                </c:pt>
                <c:pt idx="1201">
                  <c:v>71.092078999999998</c:v>
                </c:pt>
                <c:pt idx="1202">
                  <c:v>71.078841999999995</c:v>
                </c:pt>
                <c:pt idx="1203">
                  <c:v>71.088249000000005</c:v>
                </c:pt>
                <c:pt idx="1204">
                  <c:v>71.115166000000002</c:v>
                </c:pt>
                <c:pt idx="1205">
                  <c:v>71.144737000000006</c:v>
                </c:pt>
                <c:pt idx="1206">
                  <c:v>71.179885999999996</c:v>
                </c:pt>
                <c:pt idx="1207">
                  <c:v>71.205589000000003</c:v>
                </c:pt>
                <c:pt idx="1208">
                  <c:v>71.231162999999995</c:v>
                </c:pt>
                <c:pt idx="1209">
                  <c:v>71.250427000000002</c:v>
                </c:pt>
                <c:pt idx="1210">
                  <c:v>71.260384000000002</c:v>
                </c:pt>
                <c:pt idx="1211">
                  <c:v>71.258529999999993</c:v>
                </c:pt>
                <c:pt idx="1212">
                  <c:v>71.245666999999997</c:v>
                </c:pt>
                <c:pt idx="1213">
                  <c:v>71.224013999999997</c:v>
                </c:pt>
                <c:pt idx="1214">
                  <c:v>71.190398999999999</c:v>
                </c:pt>
                <c:pt idx="1215">
                  <c:v>71.149635000000004</c:v>
                </c:pt>
                <c:pt idx="1216">
                  <c:v>71.109466999999995</c:v>
                </c:pt>
                <c:pt idx="1217">
                  <c:v>71.073493999999997</c:v>
                </c:pt>
                <c:pt idx="1218">
                  <c:v>71.045471000000006</c:v>
                </c:pt>
                <c:pt idx="1219">
                  <c:v>71.018967000000004</c:v>
                </c:pt>
                <c:pt idx="1220">
                  <c:v>70.988883999999999</c:v>
                </c:pt>
                <c:pt idx="1221">
                  <c:v>70.965003999999993</c:v>
                </c:pt>
                <c:pt idx="1222">
                  <c:v>70.953093999999993</c:v>
                </c:pt>
                <c:pt idx="1223">
                  <c:v>70.952042000000006</c:v>
                </c:pt>
                <c:pt idx="1224">
                  <c:v>70.963607999999994</c:v>
                </c:pt>
                <c:pt idx="1225">
                  <c:v>71.005591999999993</c:v>
                </c:pt>
                <c:pt idx="1226">
                  <c:v>71.070435000000003</c:v>
                </c:pt>
                <c:pt idx="1227">
                  <c:v>71.144240999999994</c:v>
                </c:pt>
                <c:pt idx="1228">
                  <c:v>71.220817999999994</c:v>
                </c:pt>
                <c:pt idx="1229">
                  <c:v>71.287009999999995</c:v>
                </c:pt>
                <c:pt idx="1230">
                  <c:v>71.342155000000005</c:v>
                </c:pt>
                <c:pt idx="1231">
                  <c:v>71.392585999999994</c:v>
                </c:pt>
                <c:pt idx="1232">
                  <c:v>71.428595999999999</c:v>
                </c:pt>
                <c:pt idx="1233">
                  <c:v>71.441047999999995</c:v>
                </c:pt>
                <c:pt idx="1234">
                  <c:v>71.422866999999997</c:v>
                </c:pt>
                <c:pt idx="1235">
                  <c:v>71.383681999999993</c:v>
                </c:pt>
                <c:pt idx="1236">
                  <c:v>71.337135000000004</c:v>
                </c:pt>
                <c:pt idx="1237">
                  <c:v>71.289863999999994</c:v>
                </c:pt>
                <c:pt idx="1238">
                  <c:v>71.245506000000006</c:v>
                </c:pt>
                <c:pt idx="1239">
                  <c:v>71.212051000000002</c:v>
                </c:pt>
                <c:pt idx="1240">
                  <c:v>71.191162000000006</c:v>
                </c:pt>
                <c:pt idx="1241">
                  <c:v>71.180526999999998</c:v>
                </c:pt>
                <c:pt idx="1242">
                  <c:v>71.174706</c:v>
                </c:pt>
                <c:pt idx="1243">
                  <c:v>71.168892</c:v>
                </c:pt>
                <c:pt idx="1244">
                  <c:v>71.164551000000003</c:v>
                </c:pt>
                <c:pt idx="1245">
                  <c:v>71.162650999999997</c:v>
                </c:pt>
                <c:pt idx="1246">
                  <c:v>71.161445999999998</c:v>
                </c:pt>
                <c:pt idx="1247">
                  <c:v>71.164046999999997</c:v>
                </c:pt>
                <c:pt idx="1248">
                  <c:v>71.173171999999994</c:v>
                </c:pt>
                <c:pt idx="1249">
                  <c:v>71.192169000000007</c:v>
                </c:pt>
                <c:pt idx="1250">
                  <c:v>71.218742000000006</c:v>
                </c:pt>
                <c:pt idx="1251">
                  <c:v>71.242797999999993</c:v>
                </c:pt>
                <c:pt idx="1252">
                  <c:v>71.256645000000006</c:v>
                </c:pt>
                <c:pt idx="1253">
                  <c:v>71.247107999999997</c:v>
                </c:pt>
                <c:pt idx="1254">
                  <c:v>71.219420999999997</c:v>
                </c:pt>
                <c:pt idx="1255">
                  <c:v>71.186272000000002</c:v>
                </c:pt>
                <c:pt idx="1256">
                  <c:v>71.144813999999997</c:v>
                </c:pt>
                <c:pt idx="1257">
                  <c:v>71.094391000000002</c:v>
                </c:pt>
                <c:pt idx="1258">
                  <c:v>71.045974999999999</c:v>
                </c:pt>
                <c:pt idx="1259">
                  <c:v>71.005615000000006</c:v>
                </c:pt>
                <c:pt idx="1260">
                  <c:v>70.966330999999997</c:v>
                </c:pt>
                <c:pt idx="1261">
                  <c:v>70.927634999999995</c:v>
                </c:pt>
                <c:pt idx="1262">
                  <c:v>70.879470999999995</c:v>
                </c:pt>
                <c:pt idx="1263">
                  <c:v>70.827065000000005</c:v>
                </c:pt>
                <c:pt idx="1264">
                  <c:v>70.771996000000001</c:v>
                </c:pt>
                <c:pt idx="1265">
                  <c:v>70.713310000000007</c:v>
                </c:pt>
                <c:pt idx="1266">
                  <c:v>70.654555999999999</c:v>
                </c:pt>
                <c:pt idx="1267">
                  <c:v>70.578888000000006</c:v>
                </c:pt>
                <c:pt idx="1268">
                  <c:v>70.509299999999996</c:v>
                </c:pt>
                <c:pt idx="1269">
                  <c:v>70.435721999999998</c:v>
                </c:pt>
                <c:pt idx="1270">
                  <c:v>70.366187999999994</c:v>
                </c:pt>
                <c:pt idx="1271">
                  <c:v>70.291206000000003</c:v>
                </c:pt>
                <c:pt idx="1272">
                  <c:v>70.217788999999996</c:v>
                </c:pt>
                <c:pt idx="1273">
                  <c:v>70.159415999999993</c:v>
                </c:pt>
                <c:pt idx="1274">
                  <c:v>70.121544</c:v>
                </c:pt>
                <c:pt idx="1275">
                  <c:v>70.086594000000005</c:v>
                </c:pt>
                <c:pt idx="1276">
                  <c:v>70.045586</c:v>
                </c:pt>
                <c:pt idx="1277">
                  <c:v>69.998772000000002</c:v>
                </c:pt>
                <c:pt idx="1278">
                  <c:v>69.956283999999997</c:v>
                </c:pt>
                <c:pt idx="1279">
                  <c:v>69.919556</c:v>
                </c:pt>
                <c:pt idx="1280">
                  <c:v>69.888953999999998</c:v>
                </c:pt>
                <c:pt idx="1281">
                  <c:v>69.857803000000004</c:v>
                </c:pt>
                <c:pt idx="1282">
                  <c:v>69.829155</c:v>
                </c:pt>
                <c:pt idx="1283">
                  <c:v>69.80471</c:v>
                </c:pt>
                <c:pt idx="1284">
                  <c:v>69.790229999999994</c:v>
                </c:pt>
                <c:pt idx="1285">
                  <c:v>69.782416999999995</c:v>
                </c:pt>
                <c:pt idx="1286">
                  <c:v>69.774878999999999</c:v>
                </c:pt>
                <c:pt idx="1287">
                  <c:v>69.769264000000007</c:v>
                </c:pt>
                <c:pt idx="1288">
                  <c:v>69.769005000000007</c:v>
                </c:pt>
                <c:pt idx="1289">
                  <c:v>69.775345000000002</c:v>
                </c:pt>
                <c:pt idx="1290">
                  <c:v>69.785865999999999</c:v>
                </c:pt>
                <c:pt idx="1291">
                  <c:v>69.794769000000002</c:v>
                </c:pt>
                <c:pt idx="1292">
                  <c:v>69.797522999999998</c:v>
                </c:pt>
                <c:pt idx="1293">
                  <c:v>69.802436999999998</c:v>
                </c:pt>
                <c:pt idx="1294">
                  <c:v>69.805695</c:v>
                </c:pt>
                <c:pt idx="1295">
                  <c:v>69.793137000000002</c:v>
                </c:pt>
                <c:pt idx="1296">
                  <c:v>69.766891000000001</c:v>
                </c:pt>
                <c:pt idx="1297">
                  <c:v>69.732947999999993</c:v>
                </c:pt>
                <c:pt idx="1298">
                  <c:v>69.697013999999996</c:v>
                </c:pt>
                <c:pt idx="1299">
                  <c:v>69.662064000000001</c:v>
                </c:pt>
                <c:pt idx="1300">
                  <c:v>69.629661999999996</c:v>
                </c:pt>
                <c:pt idx="1301">
                  <c:v>69.600928999999994</c:v>
                </c:pt>
                <c:pt idx="1302">
                  <c:v>69.579268999999996</c:v>
                </c:pt>
                <c:pt idx="1303">
                  <c:v>69.570839000000007</c:v>
                </c:pt>
                <c:pt idx="1304">
                  <c:v>69.581467000000004</c:v>
                </c:pt>
                <c:pt idx="1305">
                  <c:v>69.607360999999997</c:v>
                </c:pt>
                <c:pt idx="1306">
                  <c:v>69.640747000000005</c:v>
                </c:pt>
                <c:pt idx="1307">
                  <c:v>69.667441999999994</c:v>
                </c:pt>
                <c:pt idx="1308">
                  <c:v>69.691376000000005</c:v>
                </c:pt>
                <c:pt idx="1309">
                  <c:v>69.713927999999996</c:v>
                </c:pt>
                <c:pt idx="1310">
                  <c:v>69.736732000000003</c:v>
                </c:pt>
                <c:pt idx="1311">
                  <c:v>69.775054999999995</c:v>
                </c:pt>
                <c:pt idx="1312">
                  <c:v>69.832001000000005</c:v>
                </c:pt>
                <c:pt idx="1313">
                  <c:v>69.902884999999998</c:v>
                </c:pt>
                <c:pt idx="1314">
                  <c:v>69.984367000000006</c:v>
                </c:pt>
                <c:pt idx="1315">
                  <c:v>70.080810999999997</c:v>
                </c:pt>
                <c:pt idx="1316">
                  <c:v>70.191474999999997</c:v>
                </c:pt>
                <c:pt idx="1317">
                  <c:v>70.308768999999998</c:v>
                </c:pt>
                <c:pt idx="1318">
                  <c:v>70.429039000000003</c:v>
                </c:pt>
                <c:pt idx="1319">
                  <c:v>70.544951999999995</c:v>
                </c:pt>
                <c:pt idx="1320">
                  <c:v>70.646895999999998</c:v>
                </c:pt>
                <c:pt idx="1321">
                  <c:v>70.745270000000005</c:v>
                </c:pt>
                <c:pt idx="1322">
                  <c:v>70.841269999999994</c:v>
                </c:pt>
                <c:pt idx="1323">
                  <c:v>70.926261999999994</c:v>
                </c:pt>
                <c:pt idx="1324">
                  <c:v>71.005272000000005</c:v>
                </c:pt>
                <c:pt idx="1325">
                  <c:v>71.074828999999994</c:v>
                </c:pt>
                <c:pt idx="1326">
                  <c:v>71.135979000000006</c:v>
                </c:pt>
                <c:pt idx="1327">
                  <c:v>71.194678999999994</c:v>
                </c:pt>
                <c:pt idx="1328">
                  <c:v>71.255981000000006</c:v>
                </c:pt>
                <c:pt idx="1329">
                  <c:v>71.331374999999994</c:v>
                </c:pt>
                <c:pt idx="1330">
                  <c:v>71.426002999999994</c:v>
                </c:pt>
                <c:pt idx="1331">
                  <c:v>71.532227000000006</c:v>
                </c:pt>
                <c:pt idx="1332">
                  <c:v>71.638664000000006</c:v>
                </c:pt>
                <c:pt idx="1333">
                  <c:v>71.739044000000007</c:v>
                </c:pt>
                <c:pt idx="1334">
                  <c:v>71.831740999999994</c:v>
                </c:pt>
                <c:pt idx="1335">
                  <c:v>71.916634000000002</c:v>
                </c:pt>
                <c:pt idx="1336">
                  <c:v>71.999770999999996</c:v>
                </c:pt>
                <c:pt idx="1337">
                  <c:v>72.088638000000003</c:v>
                </c:pt>
                <c:pt idx="1338">
                  <c:v>72.185203999999999</c:v>
                </c:pt>
                <c:pt idx="1339">
                  <c:v>72.285659999999993</c:v>
                </c:pt>
                <c:pt idx="1340">
                  <c:v>72.396827999999999</c:v>
                </c:pt>
                <c:pt idx="1341">
                  <c:v>72.518326000000002</c:v>
                </c:pt>
                <c:pt idx="1342">
                  <c:v>72.648787999999996</c:v>
                </c:pt>
                <c:pt idx="1343">
                  <c:v>72.785483999999997</c:v>
                </c:pt>
                <c:pt idx="1344">
                  <c:v>72.932472000000004</c:v>
                </c:pt>
                <c:pt idx="1345">
                  <c:v>73.084586999999999</c:v>
                </c:pt>
                <c:pt idx="1346">
                  <c:v>73.234961999999996</c:v>
                </c:pt>
                <c:pt idx="1347">
                  <c:v>73.387862999999996</c:v>
                </c:pt>
                <c:pt idx="1348">
                  <c:v>73.537719999999993</c:v>
                </c:pt>
                <c:pt idx="1349">
                  <c:v>73.672568999999996</c:v>
                </c:pt>
                <c:pt idx="1350">
                  <c:v>73.791435000000007</c:v>
                </c:pt>
                <c:pt idx="1351">
                  <c:v>73.903969000000004</c:v>
                </c:pt>
                <c:pt idx="1352">
                  <c:v>74.018958999999995</c:v>
                </c:pt>
                <c:pt idx="1353">
                  <c:v>74.137450999999999</c:v>
                </c:pt>
                <c:pt idx="1354">
                  <c:v>74.261512999999994</c:v>
                </c:pt>
                <c:pt idx="1355">
                  <c:v>74.386223000000001</c:v>
                </c:pt>
                <c:pt idx="1356">
                  <c:v>74.501389000000003</c:v>
                </c:pt>
                <c:pt idx="1357">
                  <c:v>74.615844999999993</c:v>
                </c:pt>
                <c:pt idx="1358">
                  <c:v>74.738602</c:v>
                </c:pt>
                <c:pt idx="1359">
                  <c:v>74.857574</c:v>
                </c:pt>
                <c:pt idx="1360">
                  <c:v>74.965987999999996</c:v>
                </c:pt>
                <c:pt idx="1361">
                  <c:v>75.065665999999993</c:v>
                </c:pt>
                <c:pt idx="1362">
                  <c:v>75.157416999999995</c:v>
                </c:pt>
                <c:pt idx="1363">
                  <c:v>75.240097000000006</c:v>
                </c:pt>
                <c:pt idx="1364">
                  <c:v>75.315826000000001</c:v>
                </c:pt>
                <c:pt idx="1365">
                  <c:v>75.381682999999995</c:v>
                </c:pt>
                <c:pt idx="1366">
                  <c:v>75.440887000000004</c:v>
                </c:pt>
                <c:pt idx="1367">
                  <c:v>75.497428999999997</c:v>
                </c:pt>
                <c:pt idx="1368">
                  <c:v>75.552002000000002</c:v>
                </c:pt>
                <c:pt idx="1369">
                  <c:v>75.605994999999993</c:v>
                </c:pt>
                <c:pt idx="1370">
                  <c:v>75.663360999999995</c:v>
                </c:pt>
                <c:pt idx="1371">
                  <c:v>75.728188000000003</c:v>
                </c:pt>
                <c:pt idx="1372">
                  <c:v>75.797859000000003</c:v>
                </c:pt>
                <c:pt idx="1373">
                  <c:v>75.864479000000003</c:v>
                </c:pt>
                <c:pt idx="1374">
                  <c:v>75.921654000000004</c:v>
                </c:pt>
                <c:pt idx="1375">
                  <c:v>75.976333999999994</c:v>
                </c:pt>
                <c:pt idx="1376">
                  <c:v>76.032668999999999</c:v>
                </c:pt>
                <c:pt idx="1377">
                  <c:v>76.094573999999994</c:v>
                </c:pt>
                <c:pt idx="1378">
                  <c:v>76.173378</c:v>
                </c:pt>
                <c:pt idx="1379">
                  <c:v>76.260138999999995</c:v>
                </c:pt>
                <c:pt idx="1380">
                  <c:v>76.334900000000005</c:v>
                </c:pt>
                <c:pt idx="1381">
                  <c:v>76.406768999999997</c:v>
                </c:pt>
                <c:pt idx="1382">
                  <c:v>76.46772</c:v>
                </c:pt>
                <c:pt idx="1383">
                  <c:v>76.526664999999994</c:v>
                </c:pt>
                <c:pt idx="1384">
                  <c:v>76.587883000000005</c:v>
                </c:pt>
                <c:pt idx="1385">
                  <c:v>76.649635000000004</c:v>
                </c:pt>
                <c:pt idx="1386">
                  <c:v>76.708679000000004</c:v>
                </c:pt>
                <c:pt idx="1387">
                  <c:v>76.768196000000003</c:v>
                </c:pt>
                <c:pt idx="1388">
                  <c:v>76.827217000000005</c:v>
                </c:pt>
                <c:pt idx="1389">
                  <c:v>76.888251999999994</c:v>
                </c:pt>
                <c:pt idx="1390">
                  <c:v>76.951042000000001</c:v>
                </c:pt>
                <c:pt idx="1391">
                  <c:v>77.014114000000006</c:v>
                </c:pt>
                <c:pt idx="1392">
                  <c:v>77.078048999999993</c:v>
                </c:pt>
                <c:pt idx="1393">
                  <c:v>77.142204000000007</c:v>
                </c:pt>
                <c:pt idx="1394">
                  <c:v>77.210387999999995</c:v>
                </c:pt>
                <c:pt idx="1395">
                  <c:v>77.291222000000005</c:v>
                </c:pt>
                <c:pt idx="1396">
                  <c:v>77.391746999999995</c:v>
                </c:pt>
                <c:pt idx="1397">
                  <c:v>77.512810000000002</c:v>
                </c:pt>
                <c:pt idx="1398">
                  <c:v>77.650490000000005</c:v>
                </c:pt>
                <c:pt idx="1399">
                  <c:v>77.798575999999997</c:v>
                </c:pt>
                <c:pt idx="1400">
                  <c:v>77.948684999999998</c:v>
                </c:pt>
                <c:pt idx="1401">
                  <c:v>78.097999999999999</c:v>
                </c:pt>
                <c:pt idx="1402">
                  <c:v>78.251648000000003</c:v>
                </c:pt>
                <c:pt idx="1403">
                  <c:v>78.402145000000004</c:v>
                </c:pt>
                <c:pt idx="1404">
                  <c:v>78.547843999999998</c:v>
                </c:pt>
                <c:pt idx="1405">
                  <c:v>78.693862999999993</c:v>
                </c:pt>
                <c:pt idx="1406">
                  <c:v>78.839248999999995</c:v>
                </c:pt>
                <c:pt idx="1407">
                  <c:v>78.972206</c:v>
                </c:pt>
                <c:pt idx="1408">
                  <c:v>79.088341</c:v>
                </c:pt>
                <c:pt idx="1409">
                  <c:v>79.191681000000003</c:v>
                </c:pt>
                <c:pt idx="1410">
                  <c:v>79.294212000000002</c:v>
                </c:pt>
                <c:pt idx="1411">
                  <c:v>79.403191000000007</c:v>
                </c:pt>
                <c:pt idx="1412">
                  <c:v>79.52449</c:v>
                </c:pt>
                <c:pt idx="1413">
                  <c:v>79.647614000000004</c:v>
                </c:pt>
                <c:pt idx="1414">
                  <c:v>79.758133000000001</c:v>
                </c:pt>
                <c:pt idx="1415">
                  <c:v>79.854729000000006</c:v>
                </c:pt>
                <c:pt idx="1416">
                  <c:v>79.943398000000002</c:v>
                </c:pt>
                <c:pt idx="1417">
                  <c:v>80.037987000000001</c:v>
                </c:pt>
                <c:pt idx="1418">
                  <c:v>80.142821999999995</c:v>
                </c:pt>
                <c:pt idx="1419">
                  <c:v>80.251204999999999</c:v>
                </c:pt>
                <c:pt idx="1420">
                  <c:v>80.353415999999996</c:v>
                </c:pt>
                <c:pt idx="1421">
                  <c:v>80.443603999999993</c:v>
                </c:pt>
                <c:pt idx="1422">
                  <c:v>80.520042000000004</c:v>
                </c:pt>
                <c:pt idx="1423">
                  <c:v>80.586830000000006</c:v>
                </c:pt>
                <c:pt idx="1424">
                  <c:v>80.643378999999996</c:v>
                </c:pt>
                <c:pt idx="1425">
                  <c:v>80.693038999999999</c:v>
                </c:pt>
                <c:pt idx="1426">
                  <c:v>80.743392999999998</c:v>
                </c:pt>
                <c:pt idx="1427">
                  <c:v>80.796188000000001</c:v>
                </c:pt>
                <c:pt idx="1428">
                  <c:v>80.853638000000004</c:v>
                </c:pt>
                <c:pt idx="1429">
                  <c:v>80.913345000000007</c:v>
                </c:pt>
                <c:pt idx="1430">
                  <c:v>80.979957999999996</c:v>
                </c:pt>
                <c:pt idx="1431">
                  <c:v>81.060524000000001</c:v>
                </c:pt>
                <c:pt idx="1432">
                  <c:v>81.148109000000005</c:v>
                </c:pt>
                <c:pt idx="1433">
                  <c:v>81.241325000000003</c:v>
                </c:pt>
                <c:pt idx="1434">
                  <c:v>81.337547000000001</c:v>
                </c:pt>
                <c:pt idx="1435">
                  <c:v>81.436104</c:v>
                </c:pt>
                <c:pt idx="1436">
                  <c:v>81.52758</c:v>
                </c:pt>
                <c:pt idx="1437">
                  <c:v>81.604506999999998</c:v>
                </c:pt>
                <c:pt idx="1438">
                  <c:v>81.669876000000002</c:v>
                </c:pt>
                <c:pt idx="1439">
                  <c:v>81.731032999999996</c:v>
                </c:pt>
                <c:pt idx="1440">
                  <c:v>81.776938999999999</c:v>
                </c:pt>
                <c:pt idx="1441">
                  <c:v>81.811133999999996</c:v>
                </c:pt>
                <c:pt idx="1442">
                  <c:v>81.838272000000003</c:v>
                </c:pt>
                <c:pt idx="1443">
                  <c:v>81.865302999999997</c:v>
                </c:pt>
                <c:pt idx="1444">
                  <c:v>81.890181999999996</c:v>
                </c:pt>
                <c:pt idx="1445">
                  <c:v>81.910706000000005</c:v>
                </c:pt>
                <c:pt idx="1446">
                  <c:v>81.933655000000002</c:v>
                </c:pt>
                <c:pt idx="1447">
                  <c:v>81.965477000000007</c:v>
                </c:pt>
                <c:pt idx="1448">
                  <c:v>82.004493999999994</c:v>
                </c:pt>
                <c:pt idx="1449">
                  <c:v>82.048446999999996</c:v>
                </c:pt>
                <c:pt idx="1450">
                  <c:v>82.096680000000006</c:v>
                </c:pt>
                <c:pt idx="1451">
                  <c:v>82.146904000000006</c:v>
                </c:pt>
                <c:pt idx="1452">
                  <c:v>82.198936000000003</c:v>
                </c:pt>
                <c:pt idx="1453">
                  <c:v>82.257476999999994</c:v>
                </c:pt>
                <c:pt idx="1454">
                  <c:v>82.320723999999998</c:v>
                </c:pt>
                <c:pt idx="1455">
                  <c:v>82.385589999999993</c:v>
                </c:pt>
                <c:pt idx="1456">
                  <c:v>82.448920999999999</c:v>
                </c:pt>
                <c:pt idx="1457">
                  <c:v>82.510047999999998</c:v>
                </c:pt>
                <c:pt idx="1458">
                  <c:v>82.570510999999996</c:v>
                </c:pt>
                <c:pt idx="1459">
                  <c:v>82.628951999999998</c:v>
                </c:pt>
                <c:pt idx="1460">
                  <c:v>82.680305000000004</c:v>
                </c:pt>
                <c:pt idx="1461">
                  <c:v>82.721610999999996</c:v>
                </c:pt>
                <c:pt idx="1462">
                  <c:v>82.754219000000006</c:v>
                </c:pt>
                <c:pt idx="1463">
                  <c:v>82.792350999999996</c:v>
                </c:pt>
                <c:pt idx="1464">
                  <c:v>82.839661000000007</c:v>
                </c:pt>
                <c:pt idx="1465">
                  <c:v>82.888390000000001</c:v>
                </c:pt>
                <c:pt idx="1466">
                  <c:v>82.935516000000007</c:v>
                </c:pt>
                <c:pt idx="1467">
                  <c:v>82.983176999999998</c:v>
                </c:pt>
                <c:pt idx="1468">
                  <c:v>83.033423999999997</c:v>
                </c:pt>
                <c:pt idx="1469">
                  <c:v>83.083297999999999</c:v>
                </c:pt>
                <c:pt idx="1470">
                  <c:v>83.123206999999994</c:v>
                </c:pt>
                <c:pt idx="1471">
                  <c:v>83.155593999999994</c:v>
                </c:pt>
                <c:pt idx="1472">
                  <c:v>83.190002000000007</c:v>
                </c:pt>
                <c:pt idx="1473">
                  <c:v>83.225250000000003</c:v>
                </c:pt>
                <c:pt idx="1474">
                  <c:v>83.262321</c:v>
                </c:pt>
                <c:pt idx="1475">
                  <c:v>83.300644000000005</c:v>
                </c:pt>
                <c:pt idx="1476">
                  <c:v>83.341125000000005</c:v>
                </c:pt>
                <c:pt idx="1477">
                  <c:v>83.379608000000005</c:v>
                </c:pt>
                <c:pt idx="1478">
                  <c:v>83.413657999999998</c:v>
                </c:pt>
                <c:pt idx="1479">
                  <c:v>83.445442</c:v>
                </c:pt>
                <c:pt idx="1480">
                  <c:v>83.467331000000001</c:v>
                </c:pt>
                <c:pt idx="1481">
                  <c:v>83.483672999999996</c:v>
                </c:pt>
                <c:pt idx="1482">
                  <c:v>83.503051999999997</c:v>
                </c:pt>
                <c:pt idx="1483">
                  <c:v>83.531570000000002</c:v>
                </c:pt>
                <c:pt idx="1484">
                  <c:v>83.571647999999996</c:v>
                </c:pt>
                <c:pt idx="1485">
                  <c:v>83.617912000000004</c:v>
                </c:pt>
                <c:pt idx="1486">
                  <c:v>83.656525000000002</c:v>
                </c:pt>
                <c:pt idx="1487">
                  <c:v>83.680862000000005</c:v>
                </c:pt>
                <c:pt idx="1488">
                  <c:v>83.697342000000006</c:v>
                </c:pt>
                <c:pt idx="1489">
                  <c:v>83.707358999999997</c:v>
                </c:pt>
                <c:pt idx="1490">
                  <c:v>83.710944999999995</c:v>
                </c:pt>
                <c:pt idx="1491">
                  <c:v>83.704559000000003</c:v>
                </c:pt>
                <c:pt idx="1492">
                  <c:v>83.689048999999997</c:v>
                </c:pt>
                <c:pt idx="1493">
                  <c:v>83.675231999999994</c:v>
                </c:pt>
                <c:pt idx="1494">
                  <c:v>83.663971000000004</c:v>
                </c:pt>
                <c:pt idx="1495">
                  <c:v>83.644081</c:v>
                </c:pt>
                <c:pt idx="1496">
                  <c:v>83.607253999999998</c:v>
                </c:pt>
                <c:pt idx="1497">
                  <c:v>83.558600999999996</c:v>
                </c:pt>
                <c:pt idx="1498">
                  <c:v>83.512787000000003</c:v>
                </c:pt>
                <c:pt idx="1499">
                  <c:v>83.472838999999993</c:v>
                </c:pt>
                <c:pt idx="1500">
                  <c:v>83.435126999999994</c:v>
                </c:pt>
                <c:pt idx="1501">
                  <c:v>83.395988000000003</c:v>
                </c:pt>
                <c:pt idx="1502">
                  <c:v>83.356048999999999</c:v>
                </c:pt>
                <c:pt idx="1503">
                  <c:v>83.317100999999994</c:v>
                </c:pt>
                <c:pt idx="1504">
                  <c:v>83.285499999999999</c:v>
                </c:pt>
                <c:pt idx="1505">
                  <c:v>83.267487000000003</c:v>
                </c:pt>
                <c:pt idx="1506">
                  <c:v>83.261619999999994</c:v>
                </c:pt>
                <c:pt idx="1507">
                  <c:v>83.261864000000003</c:v>
                </c:pt>
                <c:pt idx="1508">
                  <c:v>83.259299999999996</c:v>
                </c:pt>
                <c:pt idx="1509">
                  <c:v>83.258194000000003</c:v>
                </c:pt>
                <c:pt idx="1510">
                  <c:v>83.267914000000005</c:v>
                </c:pt>
                <c:pt idx="1511">
                  <c:v>83.295410000000004</c:v>
                </c:pt>
                <c:pt idx="1512">
                  <c:v>83.331023999999999</c:v>
                </c:pt>
                <c:pt idx="1513">
                  <c:v>83.373069999999998</c:v>
                </c:pt>
                <c:pt idx="1514">
                  <c:v>83.420058999999995</c:v>
                </c:pt>
                <c:pt idx="1515">
                  <c:v>83.475632000000004</c:v>
                </c:pt>
                <c:pt idx="1516">
                  <c:v>83.535622000000004</c:v>
                </c:pt>
                <c:pt idx="1517">
                  <c:v>83.589889999999997</c:v>
                </c:pt>
                <c:pt idx="1518">
                  <c:v>83.643257000000006</c:v>
                </c:pt>
                <c:pt idx="1519">
                  <c:v>83.699889999999996</c:v>
                </c:pt>
                <c:pt idx="1520">
                  <c:v>83.762649999999994</c:v>
                </c:pt>
                <c:pt idx="1521">
                  <c:v>83.833129999999997</c:v>
                </c:pt>
                <c:pt idx="1522">
                  <c:v>83.909401000000003</c:v>
                </c:pt>
                <c:pt idx="1523">
                  <c:v>83.985930999999994</c:v>
                </c:pt>
                <c:pt idx="1524">
                  <c:v>84.061638000000002</c:v>
                </c:pt>
                <c:pt idx="1525">
                  <c:v>84.130508000000006</c:v>
                </c:pt>
                <c:pt idx="1526">
                  <c:v>84.195335</c:v>
                </c:pt>
                <c:pt idx="1527">
                  <c:v>84.258842000000001</c:v>
                </c:pt>
                <c:pt idx="1528">
                  <c:v>84.326935000000006</c:v>
                </c:pt>
                <c:pt idx="1529">
                  <c:v>84.407829000000007</c:v>
                </c:pt>
                <c:pt idx="1530">
                  <c:v>84.495827000000006</c:v>
                </c:pt>
                <c:pt idx="1531">
                  <c:v>84.581787000000006</c:v>
                </c:pt>
                <c:pt idx="1532">
                  <c:v>84.656600999999995</c:v>
                </c:pt>
                <c:pt idx="1533">
                  <c:v>84.720305999999994</c:v>
                </c:pt>
                <c:pt idx="1534">
                  <c:v>84.787903</c:v>
                </c:pt>
                <c:pt idx="1535">
                  <c:v>84.865707</c:v>
                </c:pt>
                <c:pt idx="1536">
                  <c:v>84.956519999999998</c:v>
                </c:pt>
                <c:pt idx="1537">
                  <c:v>85.058952000000005</c:v>
                </c:pt>
                <c:pt idx="1538">
                  <c:v>85.161963999999998</c:v>
                </c:pt>
                <c:pt idx="1539">
                  <c:v>85.258437999999998</c:v>
                </c:pt>
                <c:pt idx="1540">
                  <c:v>85.353476999999998</c:v>
                </c:pt>
                <c:pt idx="1541">
                  <c:v>85.455078</c:v>
                </c:pt>
                <c:pt idx="1542">
                  <c:v>85.570815999999994</c:v>
                </c:pt>
                <c:pt idx="1543">
                  <c:v>85.698547000000005</c:v>
                </c:pt>
                <c:pt idx="1544">
                  <c:v>85.829093999999998</c:v>
                </c:pt>
                <c:pt idx="1545">
                  <c:v>85.957031000000001</c:v>
                </c:pt>
                <c:pt idx="1546">
                  <c:v>86.079978999999994</c:v>
                </c:pt>
                <c:pt idx="1547">
                  <c:v>86.203063999999998</c:v>
                </c:pt>
                <c:pt idx="1548">
                  <c:v>86.324989000000002</c:v>
                </c:pt>
                <c:pt idx="1549">
                  <c:v>86.443939</c:v>
                </c:pt>
                <c:pt idx="1550">
                  <c:v>86.564055999999994</c:v>
                </c:pt>
                <c:pt idx="1551">
                  <c:v>86.690346000000005</c:v>
                </c:pt>
                <c:pt idx="1552">
                  <c:v>86.825699</c:v>
                </c:pt>
                <c:pt idx="1553">
                  <c:v>86.964827999999997</c:v>
                </c:pt>
                <c:pt idx="1554">
                  <c:v>87.107094000000004</c:v>
                </c:pt>
                <c:pt idx="1555">
                  <c:v>87.247649999999993</c:v>
                </c:pt>
                <c:pt idx="1556">
                  <c:v>87.383667000000003</c:v>
                </c:pt>
                <c:pt idx="1557">
                  <c:v>87.518112000000002</c:v>
                </c:pt>
                <c:pt idx="1558">
                  <c:v>87.640754999999999</c:v>
                </c:pt>
                <c:pt idx="1559">
                  <c:v>87.756172000000007</c:v>
                </c:pt>
                <c:pt idx="1560">
                  <c:v>87.869941999999995</c:v>
                </c:pt>
                <c:pt idx="1561">
                  <c:v>87.996521000000001</c:v>
                </c:pt>
                <c:pt idx="1562">
                  <c:v>88.134917999999999</c:v>
                </c:pt>
                <c:pt idx="1563">
                  <c:v>88.280700999999993</c:v>
                </c:pt>
                <c:pt idx="1564">
                  <c:v>88.420990000000003</c:v>
                </c:pt>
                <c:pt idx="1565">
                  <c:v>88.543487999999996</c:v>
                </c:pt>
                <c:pt idx="1566">
                  <c:v>88.649581999999995</c:v>
                </c:pt>
                <c:pt idx="1567">
                  <c:v>88.743019000000004</c:v>
                </c:pt>
                <c:pt idx="1568">
                  <c:v>88.829659000000007</c:v>
                </c:pt>
                <c:pt idx="1569">
                  <c:v>88.915512000000007</c:v>
                </c:pt>
                <c:pt idx="1570">
                  <c:v>89.003410000000002</c:v>
                </c:pt>
                <c:pt idx="1571">
                  <c:v>89.098251000000005</c:v>
                </c:pt>
                <c:pt idx="1572">
                  <c:v>89.204123999999993</c:v>
                </c:pt>
                <c:pt idx="1573">
                  <c:v>89.311501000000007</c:v>
                </c:pt>
                <c:pt idx="1574">
                  <c:v>89.414978000000005</c:v>
                </c:pt>
                <c:pt idx="1575">
                  <c:v>89.513351</c:v>
                </c:pt>
                <c:pt idx="1576">
                  <c:v>89.604927000000004</c:v>
                </c:pt>
                <c:pt idx="1577">
                  <c:v>89.684387000000001</c:v>
                </c:pt>
                <c:pt idx="1578">
                  <c:v>89.753608999999997</c:v>
                </c:pt>
                <c:pt idx="1579">
                  <c:v>89.822136</c:v>
                </c:pt>
                <c:pt idx="1580">
                  <c:v>89.894829000000001</c:v>
                </c:pt>
                <c:pt idx="1581">
                  <c:v>89.969871999999995</c:v>
                </c:pt>
                <c:pt idx="1582">
                  <c:v>90.046813999999998</c:v>
                </c:pt>
                <c:pt idx="1583">
                  <c:v>90.124336</c:v>
                </c:pt>
                <c:pt idx="1584">
                  <c:v>90.197120999999996</c:v>
                </c:pt>
                <c:pt idx="1585">
                  <c:v>90.263351</c:v>
                </c:pt>
                <c:pt idx="1586">
                  <c:v>90.328163000000004</c:v>
                </c:pt>
                <c:pt idx="1587">
                  <c:v>90.396240000000006</c:v>
                </c:pt>
                <c:pt idx="1588">
                  <c:v>90.474402999999995</c:v>
                </c:pt>
                <c:pt idx="1589">
                  <c:v>90.565703999999997</c:v>
                </c:pt>
                <c:pt idx="1590">
                  <c:v>90.668494999999993</c:v>
                </c:pt>
                <c:pt idx="1591">
                  <c:v>90.780349999999999</c:v>
                </c:pt>
                <c:pt idx="1592">
                  <c:v>90.895720999999995</c:v>
                </c:pt>
                <c:pt idx="1593">
                  <c:v>91.006020000000007</c:v>
                </c:pt>
                <c:pt idx="1594">
                  <c:v>91.107879999999994</c:v>
                </c:pt>
                <c:pt idx="1595">
                  <c:v>91.200714000000005</c:v>
                </c:pt>
                <c:pt idx="1596">
                  <c:v>91.284110999999996</c:v>
                </c:pt>
                <c:pt idx="1597">
                  <c:v>91.359741</c:v>
                </c:pt>
                <c:pt idx="1598">
                  <c:v>91.433029000000005</c:v>
                </c:pt>
                <c:pt idx="1599">
                  <c:v>91.508469000000005</c:v>
                </c:pt>
                <c:pt idx="1600">
                  <c:v>91.589554000000007</c:v>
                </c:pt>
                <c:pt idx="1601">
                  <c:v>91.678855999999996</c:v>
                </c:pt>
                <c:pt idx="1602">
                  <c:v>91.777206000000007</c:v>
                </c:pt>
                <c:pt idx="1603">
                  <c:v>91.879051000000004</c:v>
                </c:pt>
                <c:pt idx="1604">
                  <c:v>91.980652000000006</c:v>
                </c:pt>
                <c:pt idx="1605">
                  <c:v>92.083083999999999</c:v>
                </c:pt>
                <c:pt idx="1606">
                  <c:v>92.189384000000004</c:v>
                </c:pt>
                <c:pt idx="1607">
                  <c:v>92.302550999999994</c:v>
                </c:pt>
                <c:pt idx="1608">
                  <c:v>92.433273</c:v>
                </c:pt>
                <c:pt idx="1609">
                  <c:v>92.582808999999997</c:v>
                </c:pt>
                <c:pt idx="1610">
                  <c:v>92.747107999999997</c:v>
                </c:pt>
                <c:pt idx="1611">
                  <c:v>92.912909999999997</c:v>
                </c:pt>
                <c:pt idx="1612">
                  <c:v>93.074286999999998</c:v>
                </c:pt>
                <c:pt idx="1613">
                  <c:v>93.228713999999997</c:v>
                </c:pt>
                <c:pt idx="1614">
                  <c:v>93.379372000000004</c:v>
                </c:pt>
                <c:pt idx="1615">
                  <c:v>93.529410999999996</c:v>
                </c:pt>
                <c:pt idx="1616">
                  <c:v>93.669701000000003</c:v>
                </c:pt>
                <c:pt idx="1617">
                  <c:v>93.796951000000007</c:v>
                </c:pt>
                <c:pt idx="1618">
                  <c:v>93.919746000000004</c:v>
                </c:pt>
                <c:pt idx="1619">
                  <c:v>94.051720000000003</c:v>
                </c:pt>
                <c:pt idx="1620">
                  <c:v>94.192138999999997</c:v>
                </c:pt>
                <c:pt idx="1621">
                  <c:v>94.336082000000005</c:v>
                </c:pt>
                <c:pt idx="1622">
                  <c:v>94.481460999999996</c:v>
                </c:pt>
                <c:pt idx="1623">
                  <c:v>94.628189000000006</c:v>
                </c:pt>
                <c:pt idx="1624">
                  <c:v>94.774238999999994</c:v>
                </c:pt>
                <c:pt idx="1625">
                  <c:v>94.917175</c:v>
                </c:pt>
                <c:pt idx="1626">
                  <c:v>95.056137000000007</c:v>
                </c:pt>
                <c:pt idx="1627">
                  <c:v>95.190437000000003</c:v>
                </c:pt>
                <c:pt idx="1628">
                  <c:v>95.324432000000002</c:v>
                </c:pt>
                <c:pt idx="1629">
                  <c:v>95.464127000000005</c:v>
                </c:pt>
                <c:pt idx="1630">
                  <c:v>95.615325999999996</c:v>
                </c:pt>
                <c:pt idx="1631">
                  <c:v>95.776840000000007</c:v>
                </c:pt>
                <c:pt idx="1632">
                  <c:v>95.941451999999998</c:v>
                </c:pt>
                <c:pt idx="1633">
                  <c:v>96.101806999999994</c:v>
                </c:pt>
                <c:pt idx="1634">
                  <c:v>96.257378000000003</c:v>
                </c:pt>
                <c:pt idx="1635">
                  <c:v>96.406302999999994</c:v>
                </c:pt>
                <c:pt idx="1636">
                  <c:v>96.555892999999998</c:v>
                </c:pt>
                <c:pt idx="1637">
                  <c:v>96.705414000000005</c:v>
                </c:pt>
                <c:pt idx="1638">
                  <c:v>96.855423000000002</c:v>
                </c:pt>
                <c:pt idx="1639">
                  <c:v>97.005836000000002</c:v>
                </c:pt>
                <c:pt idx="1640">
                  <c:v>97.152161000000007</c:v>
                </c:pt>
                <c:pt idx="1641">
                  <c:v>97.284187000000003</c:v>
                </c:pt>
                <c:pt idx="1642">
                  <c:v>97.417732000000001</c:v>
                </c:pt>
                <c:pt idx="1643">
                  <c:v>97.550499000000002</c:v>
                </c:pt>
                <c:pt idx="1644">
                  <c:v>97.681258999999997</c:v>
                </c:pt>
                <c:pt idx="1645">
                  <c:v>97.833641</c:v>
                </c:pt>
                <c:pt idx="1646">
                  <c:v>98.000061000000002</c:v>
                </c:pt>
                <c:pt idx="1647">
                  <c:v>98.175803999999999</c:v>
                </c:pt>
                <c:pt idx="1648">
                  <c:v>98.353713999999997</c:v>
                </c:pt>
                <c:pt idx="1649">
                  <c:v>98.522803999999994</c:v>
                </c:pt>
                <c:pt idx="1650">
                  <c:v>98.681045999999995</c:v>
                </c:pt>
                <c:pt idx="1651">
                  <c:v>98.833443000000003</c:v>
                </c:pt>
                <c:pt idx="1652">
                  <c:v>98.979812999999993</c:v>
                </c:pt>
                <c:pt idx="1653">
                  <c:v>99.127471999999997</c:v>
                </c:pt>
                <c:pt idx="1654">
                  <c:v>99.287064000000001</c:v>
                </c:pt>
                <c:pt idx="1655">
                  <c:v>99.454796000000002</c:v>
                </c:pt>
                <c:pt idx="1656">
                  <c:v>99.619606000000005</c:v>
                </c:pt>
                <c:pt idx="1657">
                  <c:v>99.773544000000001</c:v>
                </c:pt>
                <c:pt idx="1658">
                  <c:v>99.911873</c:v>
                </c:pt>
                <c:pt idx="1659">
                  <c:v>100.03273</c:v>
                </c:pt>
                <c:pt idx="1660">
                  <c:v>100.13963</c:v>
                </c:pt>
                <c:pt idx="1661">
                  <c:v>100.23761</c:v>
                </c:pt>
                <c:pt idx="1662">
                  <c:v>100.33457</c:v>
                </c:pt>
                <c:pt idx="1663">
                  <c:v>100.43685000000001</c:v>
                </c:pt>
                <c:pt idx="1664">
                  <c:v>100.54974</c:v>
                </c:pt>
                <c:pt idx="1665">
                  <c:v>100.66901</c:v>
                </c:pt>
                <c:pt idx="1666">
                  <c:v>100.79194</c:v>
                </c:pt>
                <c:pt idx="1667">
                  <c:v>100.90949999999999</c:v>
                </c:pt>
                <c:pt idx="1668">
                  <c:v>101.01985000000001</c:v>
                </c:pt>
                <c:pt idx="1669">
                  <c:v>101.12533999999999</c:v>
                </c:pt>
                <c:pt idx="1670">
                  <c:v>101.22235000000001</c:v>
                </c:pt>
                <c:pt idx="1671">
                  <c:v>101.30897</c:v>
                </c:pt>
                <c:pt idx="1672">
                  <c:v>101.39201</c:v>
                </c:pt>
                <c:pt idx="1673">
                  <c:v>101.47171</c:v>
                </c:pt>
                <c:pt idx="1674">
                  <c:v>101.55636</c:v>
                </c:pt>
                <c:pt idx="1675">
                  <c:v>101.6469</c:v>
                </c:pt>
                <c:pt idx="1676">
                  <c:v>101.74275</c:v>
                </c:pt>
                <c:pt idx="1677">
                  <c:v>101.84220999999999</c:v>
                </c:pt>
                <c:pt idx="1678">
                  <c:v>101.9461</c:v>
                </c:pt>
                <c:pt idx="1679">
                  <c:v>102.05018</c:v>
                </c:pt>
                <c:pt idx="1680">
                  <c:v>102.15383</c:v>
                </c:pt>
                <c:pt idx="1681">
                  <c:v>102.26497000000001</c:v>
                </c:pt>
                <c:pt idx="1682">
                  <c:v>102.37826</c:v>
                </c:pt>
                <c:pt idx="1683">
                  <c:v>102.48327</c:v>
                </c:pt>
                <c:pt idx="1684">
                  <c:v>102.57928</c:v>
                </c:pt>
                <c:pt idx="1685">
                  <c:v>102.66007</c:v>
                </c:pt>
                <c:pt idx="1686">
                  <c:v>102.72869</c:v>
                </c:pt>
                <c:pt idx="1687">
                  <c:v>102.79553</c:v>
                </c:pt>
                <c:pt idx="1688">
                  <c:v>102.85947</c:v>
                </c:pt>
                <c:pt idx="1689">
                  <c:v>102.92026</c:v>
                </c:pt>
                <c:pt idx="1690">
                  <c:v>102.98354999999999</c:v>
                </c:pt>
                <c:pt idx="1691">
                  <c:v>103.05504999999999</c:v>
                </c:pt>
                <c:pt idx="1692">
                  <c:v>103.13894999999999</c:v>
                </c:pt>
                <c:pt idx="1693">
                  <c:v>103.2319</c:v>
                </c:pt>
                <c:pt idx="1694">
                  <c:v>103.33691</c:v>
                </c:pt>
                <c:pt idx="1695">
                  <c:v>103.45545</c:v>
                </c:pt>
                <c:pt idx="1696">
                  <c:v>103.58418</c:v>
                </c:pt>
                <c:pt idx="1697">
                  <c:v>103.72019</c:v>
                </c:pt>
                <c:pt idx="1698">
                  <c:v>103.85628</c:v>
                </c:pt>
                <c:pt idx="1699">
                  <c:v>103.97829</c:v>
                </c:pt>
                <c:pt idx="1700">
                  <c:v>104.08304</c:v>
                </c:pt>
                <c:pt idx="1701">
                  <c:v>104.17471</c:v>
                </c:pt>
                <c:pt idx="1702">
                  <c:v>104.26091</c:v>
                </c:pt>
                <c:pt idx="1703">
                  <c:v>104.34479</c:v>
                </c:pt>
                <c:pt idx="1704">
                  <c:v>104.42768</c:v>
                </c:pt>
                <c:pt idx="1705">
                  <c:v>104.50702</c:v>
                </c:pt>
                <c:pt idx="1706">
                  <c:v>104.57886999999999</c:v>
                </c:pt>
                <c:pt idx="1707">
                  <c:v>104.63393000000001</c:v>
                </c:pt>
                <c:pt idx="1708">
                  <c:v>104.67498999999999</c:v>
                </c:pt>
                <c:pt idx="1709">
                  <c:v>104.70493999999999</c:v>
                </c:pt>
                <c:pt idx="1710">
                  <c:v>104.72978000000001</c:v>
                </c:pt>
                <c:pt idx="1711">
                  <c:v>104.75783</c:v>
                </c:pt>
                <c:pt idx="1712">
                  <c:v>104.78637000000001</c:v>
                </c:pt>
                <c:pt idx="1713">
                  <c:v>104.80977</c:v>
                </c:pt>
                <c:pt idx="1714">
                  <c:v>104.83109</c:v>
                </c:pt>
                <c:pt idx="1715">
                  <c:v>104.85745</c:v>
                </c:pt>
                <c:pt idx="1716">
                  <c:v>104.88822</c:v>
                </c:pt>
                <c:pt idx="1717">
                  <c:v>104.91418</c:v>
                </c:pt>
                <c:pt idx="1718">
                  <c:v>104.94103</c:v>
                </c:pt>
                <c:pt idx="1719">
                  <c:v>104.97083000000001</c:v>
                </c:pt>
                <c:pt idx="1720">
                  <c:v>105.00574</c:v>
                </c:pt>
                <c:pt idx="1721">
                  <c:v>105.04386</c:v>
                </c:pt>
                <c:pt idx="1722">
                  <c:v>105.07655</c:v>
                </c:pt>
                <c:pt idx="1723">
                  <c:v>105.10420999999999</c:v>
                </c:pt>
                <c:pt idx="1724">
                  <c:v>105.12942</c:v>
                </c:pt>
                <c:pt idx="1725">
                  <c:v>105.1524</c:v>
                </c:pt>
                <c:pt idx="1726">
                  <c:v>105.17374</c:v>
                </c:pt>
                <c:pt idx="1727">
                  <c:v>105.19516</c:v>
                </c:pt>
                <c:pt idx="1728">
                  <c:v>105.218</c:v>
                </c:pt>
                <c:pt idx="1729">
                  <c:v>105.23953</c:v>
                </c:pt>
                <c:pt idx="1730">
                  <c:v>105.26148999999999</c:v>
                </c:pt>
                <c:pt idx="1731">
                  <c:v>105.28205</c:v>
                </c:pt>
                <c:pt idx="1732">
                  <c:v>105.29792999999999</c:v>
                </c:pt>
                <c:pt idx="1733">
                  <c:v>105.30877</c:v>
                </c:pt>
                <c:pt idx="1734">
                  <c:v>105.32093999999999</c:v>
                </c:pt>
                <c:pt idx="1735">
                  <c:v>105.33439</c:v>
                </c:pt>
                <c:pt idx="1736">
                  <c:v>105.34717000000001</c:v>
                </c:pt>
                <c:pt idx="1737">
                  <c:v>105.35384000000001</c:v>
                </c:pt>
                <c:pt idx="1738">
                  <c:v>105.35541000000001</c:v>
                </c:pt>
                <c:pt idx="1739">
                  <c:v>105.35722</c:v>
                </c:pt>
                <c:pt idx="1740">
                  <c:v>105.35898</c:v>
                </c:pt>
                <c:pt idx="1741">
                  <c:v>105.36264</c:v>
                </c:pt>
                <c:pt idx="1742">
                  <c:v>105.36184</c:v>
                </c:pt>
                <c:pt idx="1743">
                  <c:v>105.34715</c:v>
                </c:pt>
                <c:pt idx="1744">
                  <c:v>105.31985</c:v>
                </c:pt>
                <c:pt idx="1745">
                  <c:v>105.28167999999999</c:v>
                </c:pt>
                <c:pt idx="1746">
                  <c:v>105.23979</c:v>
                </c:pt>
                <c:pt idx="1747">
                  <c:v>105.20113000000001</c:v>
                </c:pt>
                <c:pt idx="1748">
                  <c:v>105.16708</c:v>
                </c:pt>
                <c:pt idx="1749">
                  <c:v>105.12838000000001</c:v>
                </c:pt>
                <c:pt idx="1750">
                  <c:v>105.07055</c:v>
                </c:pt>
                <c:pt idx="1751">
                  <c:v>104.99654</c:v>
                </c:pt>
                <c:pt idx="1752">
                  <c:v>104.91431</c:v>
                </c:pt>
                <c:pt idx="1753">
                  <c:v>104.82603</c:v>
                </c:pt>
                <c:pt idx="1754">
                  <c:v>104.73676</c:v>
                </c:pt>
                <c:pt idx="1755">
                  <c:v>104.65345000000001</c:v>
                </c:pt>
                <c:pt idx="1756">
                  <c:v>104.58092000000001</c:v>
                </c:pt>
                <c:pt idx="1757">
                  <c:v>104.51394000000001</c:v>
                </c:pt>
                <c:pt idx="1758">
                  <c:v>104.44687999999999</c:v>
                </c:pt>
                <c:pt idx="1759">
                  <c:v>104.37685</c:v>
                </c:pt>
                <c:pt idx="1760">
                  <c:v>104.29588</c:v>
                </c:pt>
                <c:pt idx="1761">
                  <c:v>104.19971</c:v>
                </c:pt>
                <c:pt idx="1762">
                  <c:v>104.09614000000001</c:v>
                </c:pt>
                <c:pt idx="1763">
                  <c:v>103.99336</c:v>
                </c:pt>
                <c:pt idx="1764">
                  <c:v>103.90075</c:v>
                </c:pt>
                <c:pt idx="1765">
                  <c:v>103.81959000000001</c:v>
                </c:pt>
                <c:pt idx="1766">
                  <c:v>103.74863000000001</c:v>
                </c:pt>
                <c:pt idx="1767">
                  <c:v>103.68595999999999</c:v>
                </c:pt>
                <c:pt idx="1768">
                  <c:v>103.62369</c:v>
                </c:pt>
                <c:pt idx="1769">
                  <c:v>103.5573</c:v>
                </c:pt>
                <c:pt idx="1770">
                  <c:v>103.48166999999999</c:v>
                </c:pt>
                <c:pt idx="1771">
                  <c:v>103.39485999999999</c:v>
                </c:pt>
                <c:pt idx="1772">
                  <c:v>103.30059</c:v>
                </c:pt>
                <c:pt idx="1773">
                  <c:v>103.20363999999999</c:v>
                </c:pt>
                <c:pt idx="1774">
                  <c:v>103.10642</c:v>
                </c:pt>
                <c:pt idx="1775">
                  <c:v>103.00779</c:v>
                </c:pt>
                <c:pt idx="1776">
                  <c:v>102.90819</c:v>
                </c:pt>
                <c:pt idx="1777">
                  <c:v>102.80713</c:v>
                </c:pt>
                <c:pt idx="1778">
                  <c:v>102.70151</c:v>
                </c:pt>
                <c:pt idx="1779">
                  <c:v>102.59818</c:v>
                </c:pt>
                <c:pt idx="1780">
                  <c:v>102.51116</c:v>
                </c:pt>
                <c:pt idx="1781">
                  <c:v>102.44077</c:v>
                </c:pt>
                <c:pt idx="1782">
                  <c:v>102.39297000000001</c:v>
                </c:pt>
                <c:pt idx="1783">
                  <c:v>102.36870999999999</c:v>
                </c:pt>
                <c:pt idx="1784">
                  <c:v>102.35724999999999</c:v>
                </c:pt>
                <c:pt idx="1785">
                  <c:v>102.35026999999999</c:v>
                </c:pt>
                <c:pt idx="1786">
                  <c:v>102.34178</c:v>
                </c:pt>
                <c:pt idx="1787">
                  <c:v>102.32928</c:v>
                </c:pt>
                <c:pt idx="1788">
                  <c:v>102.31437</c:v>
                </c:pt>
                <c:pt idx="1789">
                  <c:v>102.30065</c:v>
                </c:pt>
                <c:pt idx="1790">
                  <c:v>102.28708</c:v>
                </c:pt>
                <c:pt idx="1791">
                  <c:v>102.27419999999999</c:v>
                </c:pt>
                <c:pt idx="1792">
                  <c:v>102.26678</c:v>
                </c:pt>
                <c:pt idx="1793">
                  <c:v>102.26361</c:v>
                </c:pt>
                <c:pt idx="1794">
                  <c:v>102.25924000000001</c:v>
                </c:pt>
                <c:pt idx="1795">
                  <c:v>102.25320000000001</c:v>
                </c:pt>
                <c:pt idx="1796">
                  <c:v>102.24903999999999</c:v>
                </c:pt>
                <c:pt idx="1797">
                  <c:v>102.2413</c:v>
                </c:pt>
                <c:pt idx="1798">
                  <c:v>102.23035</c:v>
                </c:pt>
                <c:pt idx="1799">
                  <c:v>102.21711999999999</c:v>
                </c:pt>
                <c:pt idx="1800">
                  <c:v>102.18725000000001</c:v>
                </c:pt>
                <c:pt idx="1801">
                  <c:v>102.13924</c:v>
                </c:pt>
                <c:pt idx="1802">
                  <c:v>102.08063</c:v>
                </c:pt>
                <c:pt idx="1803">
                  <c:v>102.02762</c:v>
                </c:pt>
                <c:pt idx="1804">
                  <c:v>101.98611</c:v>
                </c:pt>
                <c:pt idx="1805">
                  <c:v>101.95097</c:v>
                </c:pt>
                <c:pt idx="1806">
                  <c:v>101.91793</c:v>
                </c:pt>
                <c:pt idx="1807">
                  <c:v>101.8858</c:v>
                </c:pt>
                <c:pt idx="1808">
                  <c:v>101.85925</c:v>
                </c:pt>
                <c:pt idx="1809">
                  <c:v>101.83967</c:v>
                </c:pt>
                <c:pt idx="1810">
                  <c:v>101.82276</c:v>
                </c:pt>
                <c:pt idx="1811">
                  <c:v>101.80289</c:v>
                </c:pt>
                <c:pt idx="1812">
                  <c:v>101.78043</c:v>
                </c:pt>
                <c:pt idx="1813">
                  <c:v>101.76945000000001</c:v>
                </c:pt>
                <c:pt idx="1814">
                  <c:v>101.77499</c:v>
                </c:pt>
                <c:pt idx="1815">
                  <c:v>101.7961</c:v>
                </c:pt>
                <c:pt idx="1816">
                  <c:v>101.84274000000001</c:v>
                </c:pt>
                <c:pt idx="1817">
                  <c:v>101.91891</c:v>
                </c:pt>
                <c:pt idx="1818">
                  <c:v>102.00519</c:v>
                </c:pt>
                <c:pt idx="1819">
                  <c:v>102.09186</c:v>
                </c:pt>
                <c:pt idx="1820">
                  <c:v>102.18422</c:v>
                </c:pt>
                <c:pt idx="1821">
                  <c:v>102.27171</c:v>
                </c:pt>
                <c:pt idx="1822">
                  <c:v>102.35448</c:v>
                </c:pt>
                <c:pt idx="1823">
                  <c:v>102.41267000000001</c:v>
                </c:pt>
                <c:pt idx="1824">
                  <c:v>102.44929999999999</c:v>
                </c:pt>
                <c:pt idx="1825">
                  <c:v>102.48287000000001</c:v>
                </c:pt>
                <c:pt idx="1826">
                  <c:v>102.50555</c:v>
                </c:pt>
                <c:pt idx="1827">
                  <c:v>102.53063</c:v>
                </c:pt>
                <c:pt idx="1828">
                  <c:v>102.56363</c:v>
                </c:pt>
                <c:pt idx="1829">
                  <c:v>102.59048</c:v>
                </c:pt>
                <c:pt idx="1830">
                  <c:v>102.62197</c:v>
                </c:pt>
                <c:pt idx="1831">
                  <c:v>102.65903</c:v>
                </c:pt>
                <c:pt idx="1832">
                  <c:v>102.70650000000001</c:v>
                </c:pt>
                <c:pt idx="1833">
                  <c:v>102.75879999999999</c:v>
                </c:pt>
                <c:pt idx="1834">
                  <c:v>102.81137</c:v>
                </c:pt>
                <c:pt idx="1835">
                  <c:v>102.8626</c:v>
                </c:pt>
                <c:pt idx="1836">
                  <c:v>102.91119</c:v>
                </c:pt>
                <c:pt idx="1837">
                  <c:v>102.95283000000001</c:v>
                </c:pt>
                <c:pt idx="1838">
                  <c:v>102.98430999999999</c:v>
                </c:pt>
                <c:pt idx="1839">
                  <c:v>103.01279</c:v>
                </c:pt>
                <c:pt idx="1840">
                  <c:v>103.04589</c:v>
                </c:pt>
                <c:pt idx="1841">
                  <c:v>103.08716</c:v>
                </c:pt>
                <c:pt idx="1842">
                  <c:v>103.13512</c:v>
                </c:pt>
                <c:pt idx="1843">
                  <c:v>103.1848</c:v>
                </c:pt>
                <c:pt idx="1844">
                  <c:v>103.23443</c:v>
                </c:pt>
                <c:pt idx="1845">
                  <c:v>103.2771</c:v>
                </c:pt>
                <c:pt idx="1846">
                  <c:v>103.29655</c:v>
                </c:pt>
                <c:pt idx="1847">
                  <c:v>103.2906</c:v>
                </c:pt>
                <c:pt idx="1848">
                  <c:v>103.2599</c:v>
                </c:pt>
                <c:pt idx="1849">
                  <c:v>103.21651</c:v>
                </c:pt>
                <c:pt idx="1850">
                  <c:v>103.16912000000001</c:v>
                </c:pt>
                <c:pt idx="1851">
                  <c:v>103.12141</c:v>
                </c:pt>
                <c:pt idx="1852">
                  <c:v>103.07863</c:v>
                </c:pt>
                <c:pt idx="1853">
                  <c:v>103.04300000000001</c:v>
                </c:pt>
                <c:pt idx="1854">
                  <c:v>103.02752</c:v>
                </c:pt>
                <c:pt idx="1855">
                  <c:v>103.02833</c:v>
                </c:pt>
                <c:pt idx="1856">
                  <c:v>103.03416</c:v>
                </c:pt>
                <c:pt idx="1857">
                  <c:v>103.03201</c:v>
                </c:pt>
                <c:pt idx="1858">
                  <c:v>103.03055999999999</c:v>
                </c:pt>
                <c:pt idx="1859">
                  <c:v>103.02378</c:v>
                </c:pt>
                <c:pt idx="1860">
                  <c:v>103.02081</c:v>
                </c:pt>
                <c:pt idx="1861">
                  <c:v>103.02682</c:v>
                </c:pt>
                <c:pt idx="1862">
                  <c:v>103.03852999999999</c:v>
                </c:pt>
                <c:pt idx="1863">
                  <c:v>103.04955</c:v>
                </c:pt>
                <c:pt idx="1864">
                  <c:v>103.0733</c:v>
                </c:pt>
                <c:pt idx="1865">
                  <c:v>103.08826999999999</c:v>
                </c:pt>
                <c:pt idx="1866">
                  <c:v>103.1208</c:v>
                </c:pt>
                <c:pt idx="1867">
                  <c:v>103.14400000000001</c:v>
                </c:pt>
                <c:pt idx="1868">
                  <c:v>103.16567999999999</c:v>
                </c:pt>
                <c:pt idx="1869">
                  <c:v>103.19016999999999</c:v>
                </c:pt>
                <c:pt idx="1870">
                  <c:v>103.20005999999999</c:v>
                </c:pt>
                <c:pt idx="1871">
                  <c:v>103.19946</c:v>
                </c:pt>
                <c:pt idx="1872">
                  <c:v>103.19674999999999</c:v>
                </c:pt>
                <c:pt idx="1873">
                  <c:v>103.21187999999999</c:v>
                </c:pt>
                <c:pt idx="1874">
                  <c:v>103.25172000000001</c:v>
                </c:pt>
                <c:pt idx="1875">
                  <c:v>103.31586</c:v>
                </c:pt>
                <c:pt idx="1876">
                  <c:v>103.3998</c:v>
                </c:pt>
                <c:pt idx="1877">
                  <c:v>103.49370999999999</c:v>
                </c:pt>
                <c:pt idx="1878">
                  <c:v>103.59387</c:v>
                </c:pt>
                <c:pt idx="1879">
                  <c:v>103.69129</c:v>
                </c:pt>
                <c:pt idx="1880">
                  <c:v>103.78207</c:v>
                </c:pt>
                <c:pt idx="1881">
                  <c:v>103.8716</c:v>
                </c:pt>
                <c:pt idx="1882">
                  <c:v>103.96040000000001</c:v>
                </c:pt>
                <c:pt idx="1883">
                  <c:v>104.0521</c:v>
                </c:pt>
                <c:pt idx="1884">
                  <c:v>104.14230999999999</c:v>
                </c:pt>
                <c:pt idx="1885">
                  <c:v>104.22497</c:v>
                </c:pt>
                <c:pt idx="1886">
                  <c:v>104.29888</c:v>
                </c:pt>
                <c:pt idx="1887">
                  <c:v>104.36229</c:v>
                </c:pt>
                <c:pt idx="1888">
                  <c:v>104.4091</c:v>
                </c:pt>
                <c:pt idx="1889">
                  <c:v>104.44083000000001</c:v>
                </c:pt>
                <c:pt idx="1890">
                  <c:v>104.46217</c:v>
                </c:pt>
                <c:pt idx="1891">
                  <c:v>104.48209</c:v>
                </c:pt>
                <c:pt idx="1892">
                  <c:v>104.51644</c:v>
                </c:pt>
                <c:pt idx="1893">
                  <c:v>104.57599</c:v>
                </c:pt>
                <c:pt idx="1894">
                  <c:v>104.6528</c:v>
                </c:pt>
                <c:pt idx="1895">
                  <c:v>104.73209</c:v>
                </c:pt>
                <c:pt idx="1896">
                  <c:v>104.80846</c:v>
                </c:pt>
                <c:pt idx="1897">
                  <c:v>104.87999000000001</c:v>
                </c:pt>
                <c:pt idx="1898">
                  <c:v>104.95050999999999</c:v>
                </c:pt>
                <c:pt idx="1899">
                  <c:v>105.01633</c:v>
                </c:pt>
                <c:pt idx="1900">
                  <c:v>105.06737</c:v>
                </c:pt>
                <c:pt idx="1901">
                  <c:v>105.10011</c:v>
                </c:pt>
                <c:pt idx="1902">
                  <c:v>105.11556</c:v>
                </c:pt>
                <c:pt idx="1903">
                  <c:v>105.12427</c:v>
                </c:pt>
                <c:pt idx="1904">
                  <c:v>105.12994999999999</c:v>
                </c:pt>
                <c:pt idx="1905">
                  <c:v>105.13299000000001</c:v>
                </c:pt>
                <c:pt idx="1906">
                  <c:v>105.13218999999999</c:v>
                </c:pt>
                <c:pt idx="1907">
                  <c:v>105.13173999999999</c:v>
                </c:pt>
                <c:pt idx="1908">
                  <c:v>105.13781</c:v>
                </c:pt>
                <c:pt idx="1909">
                  <c:v>105.13835</c:v>
                </c:pt>
                <c:pt idx="1910">
                  <c:v>105.1263</c:v>
                </c:pt>
                <c:pt idx="1911">
                  <c:v>105.10559000000001</c:v>
                </c:pt>
                <c:pt idx="1912">
                  <c:v>105.07832000000001</c:v>
                </c:pt>
                <c:pt idx="1913">
                  <c:v>105.03837</c:v>
                </c:pt>
                <c:pt idx="1914">
                  <c:v>104.98426000000001</c:v>
                </c:pt>
                <c:pt idx="1915">
                  <c:v>104.92699</c:v>
                </c:pt>
                <c:pt idx="1916">
                  <c:v>104.86887</c:v>
                </c:pt>
                <c:pt idx="1917">
                  <c:v>104.81106</c:v>
                </c:pt>
                <c:pt idx="1918">
                  <c:v>104.75436000000001</c:v>
                </c:pt>
                <c:pt idx="1919">
                  <c:v>104.68684</c:v>
                </c:pt>
                <c:pt idx="1920">
                  <c:v>104.61313</c:v>
                </c:pt>
                <c:pt idx="1921">
                  <c:v>104.54501999999999</c:v>
                </c:pt>
                <c:pt idx="1922">
                  <c:v>104.48256000000001</c:v>
                </c:pt>
                <c:pt idx="1923">
                  <c:v>104.42533</c:v>
                </c:pt>
                <c:pt idx="1924">
                  <c:v>104.37339</c:v>
                </c:pt>
                <c:pt idx="1925">
                  <c:v>104.32735</c:v>
                </c:pt>
                <c:pt idx="1926">
                  <c:v>104.27985</c:v>
                </c:pt>
                <c:pt idx="1927">
                  <c:v>104.22649</c:v>
                </c:pt>
                <c:pt idx="1928">
                  <c:v>104.16691</c:v>
                </c:pt>
                <c:pt idx="1929">
                  <c:v>104.10523999999999</c:v>
                </c:pt>
                <c:pt idx="1930">
                  <c:v>104.04442</c:v>
                </c:pt>
                <c:pt idx="1931">
                  <c:v>103.98622</c:v>
                </c:pt>
                <c:pt idx="1932">
                  <c:v>103.93714</c:v>
                </c:pt>
                <c:pt idx="1933">
                  <c:v>103.90882000000001</c:v>
                </c:pt>
                <c:pt idx="1934">
                  <c:v>103.90430000000001</c:v>
                </c:pt>
                <c:pt idx="1935">
                  <c:v>103.90646</c:v>
                </c:pt>
                <c:pt idx="1936">
                  <c:v>103.90603</c:v>
                </c:pt>
                <c:pt idx="1937">
                  <c:v>103.89209</c:v>
                </c:pt>
                <c:pt idx="1938">
                  <c:v>103.86243</c:v>
                </c:pt>
                <c:pt idx="1939">
                  <c:v>103.82859000000001</c:v>
                </c:pt>
                <c:pt idx="1940">
                  <c:v>103.80171</c:v>
                </c:pt>
                <c:pt idx="1941">
                  <c:v>103.78274999999999</c:v>
                </c:pt>
                <c:pt idx="1942">
                  <c:v>103.76517</c:v>
                </c:pt>
                <c:pt idx="1943">
                  <c:v>103.74636</c:v>
                </c:pt>
                <c:pt idx="1944">
                  <c:v>103.73112999999999</c:v>
                </c:pt>
                <c:pt idx="1945">
                  <c:v>103.71825</c:v>
                </c:pt>
                <c:pt idx="1946">
                  <c:v>103.70191</c:v>
                </c:pt>
                <c:pt idx="1947">
                  <c:v>103.69105999999999</c:v>
                </c:pt>
                <c:pt idx="1948">
                  <c:v>103.694</c:v>
                </c:pt>
                <c:pt idx="1949">
                  <c:v>103.70795</c:v>
                </c:pt>
                <c:pt idx="1950">
                  <c:v>103.72359</c:v>
                </c:pt>
                <c:pt idx="1951">
                  <c:v>103.73819</c:v>
                </c:pt>
                <c:pt idx="1952">
                  <c:v>103.75388</c:v>
                </c:pt>
                <c:pt idx="1953">
                  <c:v>103.76982</c:v>
                </c:pt>
                <c:pt idx="1954">
                  <c:v>103.78561000000001</c:v>
                </c:pt>
                <c:pt idx="1955">
                  <c:v>103.80094</c:v>
                </c:pt>
                <c:pt idx="1956">
                  <c:v>103.81189000000001</c:v>
                </c:pt>
                <c:pt idx="1957">
                  <c:v>103.81943</c:v>
                </c:pt>
                <c:pt idx="1958">
                  <c:v>103.82668</c:v>
                </c:pt>
                <c:pt idx="1959">
                  <c:v>103.83167</c:v>
                </c:pt>
                <c:pt idx="1960">
                  <c:v>103.83365999999999</c:v>
                </c:pt>
                <c:pt idx="1961">
                  <c:v>103.8437</c:v>
                </c:pt>
                <c:pt idx="1962">
                  <c:v>103.87662</c:v>
                </c:pt>
                <c:pt idx="1963">
                  <c:v>103.93679</c:v>
                </c:pt>
                <c:pt idx="1964">
                  <c:v>104.01609999999999</c:v>
                </c:pt>
                <c:pt idx="1965">
                  <c:v>104.10151999999999</c:v>
                </c:pt>
                <c:pt idx="1966">
                  <c:v>104.18874</c:v>
                </c:pt>
                <c:pt idx="1967">
                  <c:v>104.27203</c:v>
                </c:pt>
                <c:pt idx="1968">
                  <c:v>104.35087</c:v>
                </c:pt>
                <c:pt idx="1969">
                  <c:v>104.42465</c:v>
                </c:pt>
                <c:pt idx="1970">
                  <c:v>104.49361</c:v>
                </c:pt>
                <c:pt idx="1971">
                  <c:v>104.55804999999999</c:v>
                </c:pt>
                <c:pt idx="1972">
                  <c:v>104.622</c:v>
                </c:pt>
                <c:pt idx="1973">
                  <c:v>104.67941</c:v>
                </c:pt>
                <c:pt idx="1974">
                  <c:v>104.7229</c:v>
                </c:pt>
                <c:pt idx="1975">
                  <c:v>104.75758999999999</c:v>
                </c:pt>
                <c:pt idx="1976">
                  <c:v>104.77966000000001</c:v>
                </c:pt>
                <c:pt idx="1977">
                  <c:v>104.79765</c:v>
                </c:pt>
                <c:pt idx="1978">
                  <c:v>104.82159</c:v>
                </c:pt>
                <c:pt idx="1979">
                  <c:v>104.85297</c:v>
                </c:pt>
                <c:pt idx="1980">
                  <c:v>104.89914</c:v>
                </c:pt>
                <c:pt idx="1981">
                  <c:v>104.95783</c:v>
                </c:pt>
                <c:pt idx="1982">
                  <c:v>105.0254</c:v>
                </c:pt>
                <c:pt idx="1983">
                  <c:v>105.0966</c:v>
                </c:pt>
                <c:pt idx="1984">
                  <c:v>105.16198</c:v>
                </c:pt>
                <c:pt idx="1985">
                  <c:v>105.21619</c:v>
                </c:pt>
                <c:pt idx="1986">
                  <c:v>105.25854</c:v>
                </c:pt>
                <c:pt idx="1987">
                  <c:v>105.28904</c:v>
                </c:pt>
                <c:pt idx="1988">
                  <c:v>105.30983000000001</c:v>
                </c:pt>
                <c:pt idx="1989">
                  <c:v>105.32379</c:v>
                </c:pt>
                <c:pt idx="1990">
                  <c:v>105.33322</c:v>
                </c:pt>
                <c:pt idx="1991">
                  <c:v>105.33685</c:v>
                </c:pt>
                <c:pt idx="1992">
                  <c:v>105.33877</c:v>
                </c:pt>
                <c:pt idx="1993">
                  <c:v>105.32884</c:v>
                </c:pt>
                <c:pt idx="1994">
                  <c:v>105.30965999999999</c:v>
                </c:pt>
                <c:pt idx="1995">
                  <c:v>105.27936</c:v>
                </c:pt>
                <c:pt idx="1996">
                  <c:v>105.2328</c:v>
                </c:pt>
                <c:pt idx="1997">
                  <c:v>105.17151</c:v>
                </c:pt>
                <c:pt idx="1998">
                  <c:v>105.09820000000001</c:v>
                </c:pt>
                <c:pt idx="1999">
                  <c:v>105.01600999999999</c:v>
                </c:pt>
                <c:pt idx="2000">
                  <c:v>104.92757</c:v>
                </c:pt>
                <c:pt idx="2001">
                  <c:v>104.83897</c:v>
                </c:pt>
                <c:pt idx="2002">
                  <c:v>104.75537</c:v>
                </c:pt>
                <c:pt idx="2003">
                  <c:v>104.6733</c:v>
                </c:pt>
                <c:pt idx="2004">
                  <c:v>104.59305999999999</c:v>
                </c:pt>
                <c:pt idx="2005">
                  <c:v>104.52088999999999</c:v>
                </c:pt>
                <c:pt idx="2006">
                  <c:v>104.46453</c:v>
                </c:pt>
                <c:pt idx="2007">
                  <c:v>104.42249</c:v>
                </c:pt>
                <c:pt idx="2008">
                  <c:v>104.3784</c:v>
                </c:pt>
                <c:pt idx="2009">
                  <c:v>104.32987</c:v>
                </c:pt>
                <c:pt idx="2010">
                  <c:v>104.28088</c:v>
                </c:pt>
                <c:pt idx="2011">
                  <c:v>104.23388</c:v>
                </c:pt>
                <c:pt idx="2012">
                  <c:v>104.19501</c:v>
                </c:pt>
                <c:pt idx="2013">
                  <c:v>104.16755000000001</c:v>
                </c:pt>
                <c:pt idx="2014">
                  <c:v>104.13807</c:v>
                </c:pt>
                <c:pt idx="2015">
                  <c:v>104.09343</c:v>
                </c:pt>
                <c:pt idx="2016">
                  <c:v>104.03789999999999</c:v>
                </c:pt>
                <c:pt idx="2017">
                  <c:v>103.98196</c:v>
                </c:pt>
                <c:pt idx="2018">
                  <c:v>103.93035999999999</c:v>
                </c:pt>
                <c:pt idx="2019">
                  <c:v>103.88718</c:v>
                </c:pt>
                <c:pt idx="2020">
                  <c:v>103.85401</c:v>
                </c:pt>
                <c:pt idx="2021">
                  <c:v>103.83682</c:v>
                </c:pt>
                <c:pt idx="2022">
                  <c:v>103.84095000000001</c:v>
                </c:pt>
                <c:pt idx="2023">
                  <c:v>103.8625</c:v>
                </c:pt>
                <c:pt idx="2024">
                  <c:v>103.90138</c:v>
                </c:pt>
                <c:pt idx="2025">
                  <c:v>103.95683</c:v>
                </c:pt>
                <c:pt idx="2026">
                  <c:v>104.01732</c:v>
                </c:pt>
                <c:pt idx="2027">
                  <c:v>104.06954</c:v>
                </c:pt>
                <c:pt idx="2028">
                  <c:v>104.1066</c:v>
                </c:pt>
                <c:pt idx="2029">
                  <c:v>104.13043</c:v>
                </c:pt>
                <c:pt idx="2030">
                  <c:v>104.13702000000001</c:v>
                </c:pt>
                <c:pt idx="2031">
                  <c:v>104.13039000000001</c:v>
                </c:pt>
                <c:pt idx="2032">
                  <c:v>104.11874</c:v>
                </c:pt>
                <c:pt idx="2033">
                  <c:v>104.09818</c:v>
                </c:pt>
                <c:pt idx="2034">
                  <c:v>104.06937000000001</c:v>
                </c:pt>
                <c:pt idx="2035">
                  <c:v>104.0385</c:v>
                </c:pt>
                <c:pt idx="2036">
                  <c:v>104.01034</c:v>
                </c:pt>
                <c:pt idx="2037">
                  <c:v>103.98990999999999</c:v>
                </c:pt>
                <c:pt idx="2038">
                  <c:v>103.98013</c:v>
                </c:pt>
                <c:pt idx="2039">
                  <c:v>103.97775</c:v>
                </c:pt>
                <c:pt idx="2040">
                  <c:v>103.98071</c:v>
                </c:pt>
                <c:pt idx="2041">
                  <c:v>103.99014</c:v>
                </c:pt>
                <c:pt idx="2042">
                  <c:v>104.0057</c:v>
                </c:pt>
                <c:pt idx="2043">
                  <c:v>104.02460000000001</c:v>
                </c:pt>
                <c:pt idx="2044">
                  <c:v>104.04304</c:v>
                </c:pt>
                <c:pt idx="2045">
                  <c:v>104.06498999999999</c:v>
                </c:pt>
                <c:pt idx="2046">
                  <c:v>104.09549</c:v>
                </c:pt>
                <c:pt idx="2047">
                  <c:v>104.13908000000001</c:v>
                </c:pt>
                <c:pt idx="2048">
                  <c:v>104.18468</c:v>
                </c:pt>
                <c:pt idx="2049">
                  <c:v>104.22713</c:v>
                </c:pt>
                <c:pt idx="2050">
                  <c:v>104.26294</c:v>
                </c:pt>
                <c:pt idx="2051">
                  <c:v>104.29244</c:v>
                </c:pt>
                <c:pt idx="2052">
                  <c:v>104.3194</c:v>
                </c:pt>
                <c:pt idx="2053">
                  <c:v>104.34833</c:v>
                </c:pt>
                <c:pt idx="2054">
                  <c:v>104.38314</c:v>
                </c:pt>
                <c:pt idx="2055">
                  <c:v>104.42274</c:v>
                </c:pt>
                <c:pt idx="2056">
                  <c:v>104.46832999999999</c:v>
                </c:pt>
                <c:pt idx="2057">
                  <c:v>104.51473</c:v>
                </c:pt>
                <c:pt idx="2058">
                  <c:v>104.55627</c:v>
                </c:pt>
                <c:pt idx="2059">
                  <c:v>104.59408000000001</c:v>
                </c:pt>
                <c:pt idx="2060">
                  <c:v>104.62781</c:v>
                </c:pt>
                <c:pt idx="2061">
                  <c:v>104.64919999999999</c:v>
                </c:pt>
                <c:pt idx="2062">
                  <c:v>104.66415000000001</c:v>
                </c:pt>
                <c:pt idx="2063">
                  <c:v>104.67794000000001</c:v>
                </c:pt>
                <c:pt idx="2064">
                  <c:v>104.68994000000001</c:v>
                </c:pt>
                <c:pt idx="2065">
                  <c:v>104.70032999999999</c:v>
                </c:pt>
                <c:pt idx="2066">
                  <c:v>104.70945</c:v>
                </c:pt>
                <c:pt idx="2067">
                  <c:v>104.71876</c:v>
                </c:pt>
                <c:pt idx="2068">
                  <c:v>104.72747</c:v>
                </c:pt>
                <c:pt idx="2069">
                  <c:v>104.73714</c:v>
                </c:pt>
                <c:pt idx="2070">
                  <c:v>104.74679999999999</c:v>
                </c:pt>
                <c:pt idx="2071">
                  <c:v>104.7557</c:v>
                </c:pt>
                <c:pt idx="2072">
                  <c:v>104.76206999999999</c:v>
                </c:pt>
                <c:pt idx="2073">
                  <c:v>104.76785</c:v>
                </c:pt>
                <c:pt idx="2074">
                  <c:v>104.77500000000001</c:v>
                </c:pt>
                <c:pt idx="2075">
                  <c:v>104.78476000000001</c:v>
                </c:pt>
                <c:pt idx="2076">
                  <c:v>104.79771</c:v>
                </c:pt>
                <c:pt idx="2077">
                  <c:v>104.81162</c:v>
                </c:pt>
                <c:pt idx="2078">
                  <c:v>104.82934</c:v>
                </c:pt>
                <c:pt idx="2079">
                  <c:v>104.84921</c:v>
                </c:pt>
                <c:pt idx="2080">
                  <c:v>104.86038000000001</c:v>
                </c:pt>
                <c:pt idx="2081">
                  <c:v>104.85981</c:v>
                </c:pt>
                <c:pt idx="2082">
                  <c:v>104.84232</c:v>
                </c:pt>
                <c:pt idx="2083">
                  <c:v>104.81835</c:v>
                </c:pt>
                <c:pt idx="2084">
                  <c:v>104.79919</c:v>
                </c:pt>
                <c:pt idx="2085">
                  <c:v>104.79</c:v>
                </c:pt>
                <c:pt idx="2086">
                  <c:v>104.78951000000001</c:v>
                </c:pt>
                <c:pt idx="2087">
                  <c:v>104.79633</c:v>
                </c:pt>
                <c:pt idx="2088">
                  <c:v>104.80938</c:v>
                </c:pt>
                <c:pt idx="2089">
                  <c:v>104.82813</c:v>
                </c:pt>
                <c:pt idx="2090">
                  <c:v>104.85129999999999</c:v>
                </c:pt>
                <c:pt idx="2091">
                  <c:v>104.87423</c:v>
                </c:pt>
                <c:pt idx="2092">
                  <c:v>104.89716</c:v>
                </c:pt>
                <c:pt idx="2093">
                  <c:v>104.92496</c:v>
                </c:pt>
                <c:pt idx="2094">
                  <c:v>104.96127</c:v>
                </c:pt>
                <c:pt idx="2095">
                  <c:v>105.0078</c:v>
                </c:pt>
                <c:pt idx="2096">
                  <c:v>105.05582</c:v>
                </c:pt>
                <c:pt idx="2097">
                  <c:v>105.09045999999999</c:v>
                </c:pt>
                <c:pt idx="2098">
                  <c:v>105.11124</c:v>
                </c:pt>
                <c:pt idx="2099">
                  <c:v>105.12837</c:v>
                </c:pt>
                <c:pt idx="2100">
                  <c:v>105.1448</c:v>
                </c:pt>
                <c:pt idx="2101">
                  <c:v>105.15788000000001</c:v>
                </c:pt>
                <c:pt idx="2102">
                  <c:v>105.16951</c:v>
                </c:pt>
                <c:pt idx="2103">
                  <c:v>105.18407999999999</c:v>
                </c:pt>
                <c:pt idx="2104">
                  <c:v>105.20684</c:v>
                </c:pt>
                <c:pt idx="2105">
                  <c:v>105.23990999999999</c:v>
                </c:pt>
                <c:pt idx="2106">
                  <c:v>105.27754</c:v>
                </c:pt>
                <c:pt idx="2107">
                  <c:v>105.30916000000001</c:v>
                </c:pt>
                <c:pt idx="2108">
                  <c:v>105.33076</c:v>
                </c:pt>
                <c:pt idx="2109">
                  <c:v>105.34695000000001</c:v>
                </c:pt>
                <c:pt idx="2110">
                  <c:v>105.36157</c:v>
                </c:pt>
                <c:pt idx="2111">
                  <c:v>105.37148000000001</c:v>
                </c:pt>
                <c:pt idx="2112">
                  <c:v>105.36939</c:v>
                </c:pt>
                <c:pt idx="2113">
                  <c:v>105.35799</c:v>
                </c:pt>
                <c:pt idx="2114">
                  <c:v>105.34196</c:v>
                </c:pt>
                <c:pt idx="2115">
                  <c:v>105.32716000000001</c:v>
                </c:pt>
                <c:pt idx="2116">
                  <c:v>105.30958</c:v>
                </c:pt>
                <c:pt idx="2117">
                  <c:v>105.2856</c:v>
                </c:pt>
                <c:pt idx="2118">
                  <c:v>105.25584000000001</c:v>
                </c:pt>
                <c:pt idx="2119">
                  <c:v>105.22169</c:v>
                </c:pt>
                <c:pt idx="2120">
                  <c:v>105.19092000000001</c:v>
                </c:pt>
                <c:pt idx="2121">
                  <c:v>105.16256</c:v>
                </c:pt>
                <c:pt idx="2122">
                  <c:v>105.13056</c:v>
                </c:pt>
                <c:pt idx="2123">
                  <c:v>105.09595</c:v>
                </c:pt>
                <c:pt idx="2124">
                  <c:v>105.06171000000001</c:v>
                </c:pt>
                <c:pt idx="2125">
                  <c:v>105.0265</c:v>
                </c:pt>
                <c:pt idx="2126">
                  <c:v>104.98626</c:v>
                </c:pt>
                <c:pt idx="2127">
                  <c:v>104.93882000000001</c:v>
                </c:pt>
                <c:pt idx="2128">
                  <c:v>104.89068</c:v>
                </c:pt>
                <c:pt idx="2129">
                  <c:v>104.85451999999999</c:v>
                </c:pt>
                <c:pt idx="2130">
                  <c:v>104.84126000000001</c:v>
                </c:pt>
                <c:pt idx="2131">
                  <c:v>104.85686</c:v>
                </c:pt>
                <c:pt idx="2132">
                  <c:v>104.88563000000001</c:v>
                </c:pt>
                <c:pt idx="2133">
                  <c:v>104.91106000000001</c:v>
                </c:pt>
                <c:pt idx="2134">
                  <c:v>104.92336</c:v>
                </c:pt>
                <c:pt idx="2135">
                  <c:v>104.9269</c:v>
                </c:pt>
                <c:pt idx="2136">
                  <c:v>104.93445</c:v>
                </c:pt>
                <c:pt idx="2137">
                  <c:v>104.95105</c:v>
                </c:pt>
                <c:pt idx="2138">
                  <c:v>104.97826000000001</c:v>
                </c:pt>
                <c:pt idx="2139">
                  <c:v>105.00563</c:v>
                </c:pt>
                <c:pt idx="2140">
                  <c:v>105.02109</c:v>
                </c:pt>
                <c:pt idx="2141">
                  <c:v>105.02068</c:v>
                </c:pt>
                <c:pt idx="2142">
                  <c:v>105.01192</c:v>
                </c:pt>
                <c:pt idx="2143">
                  <c:v>104.99863999999999</c:v>
                </c:pt>
                <c:pt idx="2144">
                  <c:v>104.97435</c:v>
                </c:pt>
                <c:pt idx="2145">
                  <c:v>104.93998999999999</c:v>
                </c:pt>
                <c:pt idx="2146">
                  <c:v>104.90696</c:v>
                </c:pt>
                <c:pt idx="2147">
                  <c:v>104.87845</c:v>
                </c:pt>
                <c:pt idx="2148">
                  <c:v>104.85248</c:v>
                </c:pt>
                <c:pt idx="2149">
                  <c:v>104.82704</c:v>
                </c:pt>
                <c:pt idx="2150">
                  <c:v>104.80262999999999</c:v>
                </c:pt>
                <c:pt idx="2151">
                  <c:v>104.78223</c:v>
                </c:pt>
                <c:pt idx="2152">
                  <c:v>104.76824999999999</c:v>
                </c:pt>
                <c:pt idx="2153">
                  <c:v>104.75892</c:v>
                </c:pt>
                <c:pt idx="2154">
                  <c:v>104.74588</c:v>
                </c:pt>
                <c:pt idx="2155">
                  <c:v>104.7243</c:v>
                </c:pt>
                <c:pt idx="2156">
                  <c:v>104.69991</c:v>
                </c:pt>
                <c:pt idx="2157">
                  <c:v>104.67551</c:v>
                </c:pt>
                <c:pt idx="2158">
                  <c:v>104.64977</c:v>
                </c:pt>
                <c:pt idx="2159">
                  <c:v>104.61954</c:v>
                </c:pt>
                <c:pt idx="2160">
                  <c:v>104.58833</c:v>
                </c:pt>
                <c:pt idx="2161">
                  <c:v>104.56191</c:v>
                </c:pt>
                <c:pt idx="2162">
                  <c:v>104.54456</c:v>
                </c:pt>
                <c:pt idx="2163">
                  <c:v>104.54752000000001</c:v>
                </c:pt>
                <c:pt idx="2164">
                  <c:v>104.56910999999999</c:v>
                </c:pt>
                <c:pt idx="2165">
                  <c:v>104.61</c:v>
                </c:pt>
                <c:pt idx="2166">
                  <c:v>104.66634000000001</c:v>
                </c:pt>
                <c:pt idx="2167">
                  <c:v>104.7308</c:v>
                </c:pt>
                <c:pt idx="2168">
                  <c:v>104.79322000000001</c:v>
                </c:pt>
                <c:pt idx="2169">
                  <c:v>104.84775999999999</c:v>
                </c:pt>
                <c:pt idx="2170">
                  <c:v>104.89632</c:v>
                </c:pt>
                <c:pt idx="2171">
                  <c:v>104.94636</c:v>
                </c:pt>
                <c:pt idx="2172">
                  <c:v>104.99834</c:v>
                </c:pt>
                <c:pt idx="2173">
                  <c:v>105.05334000000001</c:v>
                </c:pt>
                <c:pt idx="2174">
                  <c:v>105.11758</c:v>
                </c:pt>
                <c:pt idx="2175">
                  <c:v>105.18691</c:v>
                </c:pt>
                <c:pt idx="2176">
                  <c:v>105.261</c:v>
                </c:pt>
                <c:pt idx="2177">
                  <c:v>105.34505</c:v>
                </c:pt>
                <c:pt idx="2178">
                  <c:v>105.43550999999999</c:v>
                </c:pt>
                <c:pt idx="2179">
                  <c:v>105.5308</c:v>
                </c:pt>
                <c:pt idx="2180">
                  <c:v>105.62826</c:v>
                </c:pt>
                <c:pt idx="2181">
                  <c:v>105.73520000000001</c:v>
                </c:pt>
                <c:pt idx="2182">
                  <c:v>105.85217</c:v>
                </c:pt>
                <c:pt idx="2183">
                  <c:v>105.97511</c:v>
                </c:pt>
                <c:pt idx="2184">
                  <c:v>106.09087</c:v>
                </c:pt>
                <c:pt idx="2185">
                  <c:v>106.19101999999999</c:v>
                </c:pt>
                <c:pt idx="2186">
                  <c:v>106.27128</c:v>
                </c:pt>
                <c:pt idx="2187">
                  <c:v>106.33923</c:v>
                </c:pt>
                <c:pt idx="2188">
                  <c:v>106.39718999999999</c:v>
                </c:pt>
                <c:pt idx="2189">
                  <c:v>106.45164</c:v>
                </c:pt>
                <c:pt idx="2190">
                  <c:v>106.50530999999999</c:v>
                </c:pt>
                <c:pt idx="2191">
                  <c:v>106.5575</c:v>
                </c:pt>
                <c:pt idx="2192">
                  <c:v>106.60729000000001</c:v>
                </c:pt>
                <c:pt idx="2193">
                  <c:v>106.65414</c:v>
                </c:pt>
                <c:pt idx="2194">
                  <c:v>106.69994</c:v>
                </c:pt>
                <c:pt idx="2195">
                  <c:v>106.75328</c:v>
                </c:pt>
                <c:pt idx="2196">
                  <c:v>106.81950000000001</c:v>
                </c:pt>
                <c:pt idx="2197">
                  <c:v>106.87940999999999</c:v>
                </c:pt>
                <c:pt idx="2198">
                  <c:v>106.90801</c:v>
                </c:pt>
                <c:pt idx="2199">
                  <c:v>106.90763</c:v>
                </c:pt>
                <c:pt idx="2200">
                  <c:v>106.89164</c:v>
                </c:pt>
                <c:pt idx="2201">
                  <c:v>106.86843</c:v>
                </c:pt>
                <c:pt idx="2202">
                  <c:v>106.84177</c:v>
                </c:pt>
                <c:pt idx="2203">
                  <c:v>106.81001999999999</c:v>
                </c:pt>
                <c:pt idx="2204">
                  <c:v>106.77642</c:v>
                </c:pt>
                <c:pt idx="2205">
                  <c:v>106.74316</c:v>
                </c:pt>
                <c:pt idx="2206">
                  <c:v>106.70603</c:v>
                </c:pt>
                <c:pt idx="2207">
                  <c:v>106.67214</c:v>
                </c:pt>
                <c:pt idx="2208">
                  <c:v>106.65088</c:v>
                </c:pt>
                <c:pt idx="2209">
                  <c:v>106.6422</c:v>
                </c:pt>
                <c:pt idx="2210">
                  <c:v>106.6408</c:v>
                </c:pt>
                <c:pt idx="2211">
                  <c:v>106.63882</c:v>
                </c:pt>
                <c:pt idx="2212">
                  <c:v>106.63412</c:v>
                </c:pt>
                <c:pt idx="2213">
                  <c:v>106.63003999999999</c:v>
                </c:pt>
                <c:pt idx="2214">
                  <c:v>106.62132</c:v>
                </c:pt>
                <c:pt idx="2215">
                  <c:v>106.61964</c:v>
                </c:pt>
                <c:pt idx="2216">
                  <c:v>106.62822</c:v>
                </c:pt>
                <c:pt idx="2217">
                  <c:v>106.63473999999999</c:v>
                </c:pt>
                <c:pt idx="2218">
                  <c:v>106.63245000000001</c:v>
                </c:pt>
                <c:pt idx="2219">
                  <c:v>106.62044</c:v>
                </c:pt>
                <c:pt idx="2220">
                  <c:v>106.59827</c:v>
                </c:pt>
                <c:pt idx="2221">
                  <c:v>106.57008999999999</c:v>
                </c:pt>
                <c:pt idx="2222">
                  <c:v>106.54111</c:v>
                </c:pt>
                <c:pt idx="2223">
                  <c:v>106.51806999999999</c:v>
                </c:pt>
                <c:pt idx="2224">
                  <c:v>106.50015</c:v>
                </c:pt>
                <c:pt idx="2225">
                  <c:v>106.48976</c:v>
                </c:pt>
                <c:pt idx="2226">
                  <c:v>106.48783</c:v>
                </c:pt>
                <c:pt idx="2227">
                  <c:v>106.49133</c:v>
                </c:pt>
                <c:pt idx="2228">
                  <c:v>106.49404</c:v>
                </c:pt>
                <c:pt idx="2229">
                  <c:v>106.48974</c:v>
                </c:pt>
                <c:pt idx="2230">
                  <c:v>106.48027</c:v>
                </c:pt>
                <c:pt idx="2231">
                  <c:v>106.46151</c:v>
                </c:pt>
                <c:pt idx="2232">
                  <c:v>106.43764</c:v>
                </c:pt>
                <c:pt idx="2233">
                  <c:v>106.41771</c:v>
                </c:pt>
                <c:pt idx="2234">
                  <c:v>106.39928999999999</c:v>
                </c:pt>
                <c:pt idx="2235">
                  <c:v>106.38115000000001</c:v>
                </c:pt>
                <c:pt idx="2236">
                  <c:v>106.35696</c:v>
                </c:pt>
                <c:pt idx="2237">
                  <c:v>106.32668</c:v>
                </c:pt>
                <c:pt idx="2238">
                  <c:v>106.29823</c:v>
                </c:pt>
                <c:pt idx="2239">
                  <c:v>106.28067</c:v>
                </c:pt>
                <c:pt idx="2240">
                  <c:v>106.26751</c:v>
                </c:pt>
                <c:pt idx="2241">
                  <c:v>106.25033999999999</c:v>
                </c:pt>
                <c:pt idx="2242">
                  <c:v>106.23390000000001</c:v>
                </c:pt>
                <c:pt idx="2243">
                  <c:v>106.20549</c:v>
                </c:pt>
                <c:pt idx="2244">
                  <c:v>106.16041</c:v>
                </c:pt>
                <c:pt idx="2245">
                  <c:v>106.10126</c:v>
                </c:pt>
                <c:pt idx="2246">
                  <c:v>106.03149000000001</c:v>
                </c:pt>
                <c:pt idx="2247">
                  <c:v>105.9576</c:v>
                </c:pt>
                <c:pt idx="2248">
                  <c:v>105.88387</c:v>
                </c:pt>
                <c:pt idx="2249">
                  <c:v>105.81558</c:v>
                </c:pt>
                <c:pt idx="2250">
                  <c:v>105.75642000000001</c:v>
                </c:pt>
                <c:pt idx="2251">
                  <c:v>105.70259</c:v>
                </c:pt>
                <c:pt idx="2252">
                  <c:v>105.64859</c:v>
                </c:pt>
                <c:pt idx="2253">
                  <c:v>105.59486</c:v>
                </c:pt>
                <c:pt idx="2254">
                  <c:v>105.55176</c:v>
                </c:pt>
                <c:pt idx="2255">
                  <c:v>105.5209</c:v>
                </c:pt>
                <c:pt idx="2256">
                  <c:v>105.50149999999999</c:v>
                </c:pt>
                <c:pt idx="2257">
                  <c:v>105.49406</c:v>
                </c:pt>
                <c:pt idx="2258">
                  <c:v>105.49309</c:v>
                </c:pt>
                <c:pt idx="2259">
                  <c:v>105.49733000000001</c:v>
                </c:pt>
                <c:pt idx="2260">
                  <c:v>105.5018</c:v>
                </c:pt>
                <c:pt idx="2261">
                  <c:v>105.50299</c:v>
                </c:pt>
                <c:pt idx="2262">
                  <c:v>105.49539</c:v>
                </c:pt>
                <c:pt idx="2263">
                  <c:v>105.4806</c:v>
                </c:pt>
                <c:pt idx="2264">
                  <c:v>105.46366999999999</c:v>
                </c:pt>
                <c:pt idx="2265">
                  <c:v>105.45065</c:v>
                </c:pt>
                <c:pt idx="2266">
                  <c:v>105.44387</c:v>
                </c:pt>
                <c:pt idx="2267">
                  <c:v>105.44019</c:v>
                </c:pt>
                <c:pt idx="2268">
                  <c:v>105.44099</c:v>
                </c:pt>
                <c:pt idx="2269">
                  <c:v>105.45614</c:v>
                </c:pt>
                <c:pt idx="2270">
                  <c:v>105.48193999999999</c:v>
                </c:pt>
                <c:pt idx="2271">
                  <c:v>105.5106</c:v>
                </c:pt>
                <c:pt idx="2272">
                  <c:v>105.53167999999999</c:v>
                </c:pt>
                <c:pt idx="2273">
                  <c:v>105.5472</c:v>
                </c:pt>
                <c:pt idx="2274">
                  <c:v>105.56274000000001</c:v>
                </c:pt>
                <c:pt idx="2275">
                  <c:v>105.57944000000001</c:v>
                </c:pt>
                <c:pt idx="2276">
                  <c:v>105.59573</c:v>
                </c:pt>
                <c:pt idx="2277">
                  <c:v>105.61271000000001</c:v>
                </c:pt>
                <c:pt idx="2278">
                  <c:v>105.63248</c:v>
                </c:pt>
                <c:pt idx="2279">
                  <c:v>105.64874</c:v>
                </c:pt>
                <c:pt idx="2280">
                  <c:v>105.66139</c:v>
                </c:pt>
                <c:pt idx="2281">
                  <c:v>105.67740000000001</c:v>
                </c:pt>
                <c:pt idx="2282">
                  <c:v>105.69436</c:v>
                </c:pt>
                <c:pt idx="2283">
                  <c:v>105.72056000000001</c:v>
                </c:pt>
                <c:pt idx="2284">
                  <c:v>105.76752</c:v>
                </c:pt>
                <c:pt idx="2285">
                  <c:v>105.82813</c:v>
                </c:pt>
                <c:pt idx="2286">
                  <c:v>105.89682000000001</c:v>
                </c:pt>
                <c:pt idx="2287">
                  <c:v>105.97232</c:v>
                </c:pt>
                <c:pt idx="2288">
                  <c:v>106.05477</c:v>
                </c:pt>
                <c:pt idx="2289">
                  <c:v>106.14357</c:v>
                </c:pt>
                <c:pt idx="2290">
                  <c:v>106.22935</c:v>
                </c:pt>
                <c:pt idx="2291">
                  <c:v>106.30994</c:v>
                </c:pt>
                <c:pt idx="2292">
                  <c:v>106.38630999999999</c:v>
                </c:pt>
                <c:pt idx="2293">
                  <c:v>106.44974999999999</c:v>
                </c:pt>
                <c:pt idx="2294">
                  <c:v>106.4966</c:v>
                </c:pt>
                <c:pt idx="2295">
                  <c:v>106.52851</c:v>
                </c:pt>
                <c:pt idx="2296">
                  <c:v>106.55033</c:v>
                </c:pt>
                <c:pt idx="2297">
                  <c:v>106.57577999999999</c:v>
                </c:pt>
                <c:pt idx="2298">
                  <c:v>106.59842999999999</c:v>
                </c:pt>
                <c:pt idx="2299">
                  <c:v>106.64087000000001</c:v>
                </c:pt>
                <c:pt idx="2300">
                  <c:v>106.67784</c:v>
                </c:pt>
                <c:pt idx="2301">
                  <c:v>106.71091</c:v>
                </c:pt>
                <c:pt idx="2302">
                  <c:v>106.75116</c:v>
                </c:pt>
                <c:pt idx="2303">
                  <c:v>106.80364</c:v>
                </c:pt>
                <c:pt idx="2304">
                  <c:v>106.86799999999999</c:v>
                </c:pt>
                <c:pt idx="2305">
                  <c:v>106.93916</c:v>
                </c:pt>
                <c:pt idx="2306">
                  <c:v>107.01568</c:v>
                </c:pt>
                <c:pt idx="2307">
                  <c:v>107.10229</c:v>
                </c:pt>
                <c:pt idx="2308">
                  <c:v>107.19576000000001</c:v>
                </c:pt>
                <c:pt idx="2309">
                  <c:v>107.29388</c:v>
                </c:pt>
                <c:pt idx="2310">
                  <c:v>107.39378000000001</c:v>
                </c:pt>
                <c:pt idx="2311">
                  <c:v>107.48936999999999</c:v>
                </c:pt>
                <c:pt idx="2312">
                  <c:v>107.58196</c:v>
                </c:pt>
                <c:pt idx="2313">
                  <c:v>107.67740999999999</c:v>
                </c:pt>
                <c:pt idx="2314">
                  <c:v>107.77912000000001</c:v>
                </c:pt>
                <c:pt idx="2315">
                  <c:v>107.88439</c:v>
                </c:pt>
                <c:pt idx="2316">
                  <c:v>107.98827</c:v>
                </c:pt>
                <c:pt idx="2317">
                  <c:v>108.08495000000001</c:v>
                </c:pt>
                <c:pt idx="2318">
                  <c:v>108.17798999999999</c:v>
                </c:pt>
                <c:pt idx="2319">
                  <c:v>108.27</c:v>
                </c:pt>
                <c:pt idx="2320">
                  <c:v>108.36296</c:v>
                </c:pt>
                <c:pt idx="2321">
                  <c:v>108.45303</c:v>
                </c:pt>
                <c:pt idx="2322">
                  <c:v>108.53954</c:v>
                </c:pt>
                <c:pt idx="2323">
                  <c:v>108.6357</c:v>
                </c:pt>
                <c:pt idx="2324">
                  <c:v>108.73996</c:v>
                </c:pt>
                <c:pt idx="2325">
                  <c:v>108.85289</c:v>
                </c:pt>
                <c:pt idx="2326">
                  <c:v>108.97566</c:v>
                </c:pt>
                <c:pt idx="2327">
                  <c:v>109.09842999999999</c:v>
                </c:pt>
                <c:pt idx="2328">
                  <c:v>109.21759</c:v>
                </c:pt>
                <c:pt idx="2329">
                  <c:v>109.33553999999999</c:v>
                </c:pt>
                <c:pt idx="2330">
                  <c:v>109.45538999999999</c:v>
                </c:pt>
                <c:pt idx="2331">
                  <c:v>109.57379</c:v>
                </c:pt>
                <c:pt idx="2332">
                  <c:v>109.69126</c:v>
                </c:pt>
                <c:pt idx="2333">
                  <c:v>109.80683000000001</c:v>
                </c:pt>
                <c:pt idx="2334">
                  <c:v>109.91838</c:v>
                </c:pt>
                <c:pt idx="2335">
                  <c:v>110.02399</c:v>
                </c:pt>
                <c:pt idx="2336">
                  <c:v>110.12488999999999</c:v>
                </c:pt>
                <c:pt idx="2337">
                  <c:v>110.22432999999999</c:v>
                </c:pt>
                <c:pt idx="2338">
                  <c:v>110.32503</c:v>
                </c:pt>
                <c:pt idx="2339">
                  <c:v>110.42612</c:v>
                </c:pt>
                <c:pt idx="2340">
                  <c:v>110.52507</c:v>
                </c:pt>
                <c:pt idx="2341">
                  <c:v>110.61771</c:v>
                </c:pt>
                <c:pt idx="2342">
                  <c:v>110.70071</c:v>
                </c:pt>
                <c:pt idx="2343">
                  <c:v>110.78162</c:v>
                </c:pt>
                <c:pt idx="2344">
                  <c:v>110.86548000000001</c:v>
                </c:pt>
                <c:pt idx="2345">
                  <c:v>110.95398</c:v>
                </c:pt>
                <c:pt idx="2346">
                  <c:v>111.04496</c:v>
                </c:pt>
                <c:pt idx="2347">
                  <c:v>111.13249</c:v>
                </c:pt>
                <c:pt idx="2348">
                  <c:v>111.21722</c:v>
                </c:pt>
                <c:pt idx="2349">
                  <c:v>111.30109</c:v>
                </c:pt>
                <c:pt idx="2350">
                  <c:v>111.38011</c:v>
                </c:pt>
                <c:pt idx="2351">
                  <c:v>111.46001</c:v>
                </c:pt>
                <c:pt idx="2352">
                  <c:v>111.54104</c:v>
                </c:pt>
                <c:pt idx="2353">
                  <c:v>111.61705000000001</c:v>
                </c:pt>
                <c:pt idx="2354">
                  <c:v>111.68841999999999</c:v>
                </c:pt>
                <c:pt idx="2355">
                  <c:v>111.75557999999999</c:v>
                </c:pt>
                <c:pt idx="2356">
                  <c:v>111.81861000000001</c:v>
                </c:pt>
                <c:pt idx="2357">
                  <c:v>111.87882</c:v>
                </c:pt>
                <c:pt idx="2358">
                  <c:v>111.93913000000001</c:v>
                </c:pt>
                <c:pt idx="2359">
                  <c:v>112.00375</c:v>
                </c:pt>
                <c:pt idx="2360">
                  <c:v>112.0714</c:v>
                </c:pt>
                <c:pt idx="2361">
                  <c:v>112.13831</c:v>
                </c:pt>
                <c:pt idx="2362">
                  <c:v>112.20453999999999</c:v>
                </c:pt>
                <c:pt idx="2363">
                  <c:v>112.27175</c:v>
                </c:pt>
                <c:pt idx="2364">
                  <c:v>112.34045</c:v>
                </c:pt>
                <c:pt idx="2365">
                  <c:v>112.40427</c:v>
                </c:pt>
                <c:pt idx="2366">
                  <c:v>112.46526</c:v>
                </c:pt>
                <c:pt idx="2367">
                  <c:v>112.52509999999999</c:v>
                </c:pt>
                <c:pt idx="2368">
                  <c:v>112.58617</c:v>
                </c:pt>
                <c:pt idx="2369">
                  <c:v>112.64596</c:v>
                </c:pt>
                <c:pt idx="2370">
                  <c:v>112.70258</c:v>
                </c:pt>
                <c:pt idx="2371">
                  <c:v>112.75783</c:v>
                </c:pt>
                <c:pt idx="2372">
                  <c:v>112.81198000000001</c:v>
                </c:pt>
                <c:pt idx="2373">
                  <c:v>112.85883</c:v>
                </c:pt>
                <c:pt idx="2374">
                  <c:v>112.89758999999999</c:v>
                </c:pt>
                <c:pt idx="2375">
                  <c:v>112.92570000000001</c:v>
                </c:pt>
                <c:pt idx="2376">
                  <c:v>112.94601</c:v>
                </c:pt>
                <c:pt idx="2377">
                  <c:v>112.96805000000001</c:v>
                </c:pt>
                <c:pt idx="2378">
                  <c:v>112.99638</c:v>
                </c:pt>
                <c:pt idx="2379">
                  <c:v>113.02670999999999</c:v>
                </c:pt>
                <c:pt idx="2380">
                  <c:v>113.0536</c:v>
                </c:pt>
                <c:pt idx="2381">
                  <c:v>113.07671999999999</c:v>
                </c:pt>
                <c:pt idx="2382">
                  <c:v>113.09319000000001</c:v>
                </c:pt>
                <c:pt idx="2383">
                  <c:v>113.10347</c:v>
                </c:pt>
                <c:pt idx="2384">
                  <c:v>113.10845</c:v>
                </c:pt>
                <c:pt idx="2385">
                  <c:v>113.13093000000001</c:v>
                </c:pt>
                <c:pt idx="2386">
                  <c:v>113.17153</c:v>
                </c:pt>
                <c:pt idx="2387">
                  <c:v>113.21368</c:v>
                </c:pt>
                <c:pt idx="2388">
                  <c:v>113.24835</c:v>
                </c:pt>
                <c:pt idx="2389">
                  <c:v>113.27412</c:v>
                </c:pt>
                <c:pt idx="2390">
                  <c:v>113.29817</c:v>
                </c:pt>
                <c:pt idx="2391">
                  <c:v>113.32896</c:v>
                </c:pt>
                <c:pt idx="2392">
                  <c:v>113.37385999999999</c:v>
                </c:pt>
                <c:pt idx="2393">
                  <c:v>113.43068</c:v>
                </c:pt>
                <c:pt idx="2394">
                  <c:v>113.49263000000001</c:v>
                </c:pt>
                <c:pt idx="2395">
                  <c:v>113.55557</c:v>
                </c:pt>
                <c:pt idx="2396">
                  <c:v>113.61802</c:v>
                </c:pt>
                <c:pt idx="2397">
                  <c:v>113.68368</c:v>
                </c:pt>
                <c:pt idx="2398">
                  <c:v>113.75637999999999</c:v>
                </c:pt>
                <c:pt idx="2399">
                  <c:v>113.83498</c:v>
                </c:pt>
                <c:pt idx="2400">
                  <c:v>113.91409</c:v>
                </c:pt>
                <c:pt idx="2401">
                  <c:v>113.98846</c:v>
                </c:pt>
                <c:pt idx="2402">
                  <c:v>114.05745</c:v>
                </c:pt>
                <c:pt idx="2403">
                  <c:v>114.11969999999999</c:v>
                </c:pt>
                <c:pt idx="2404">
                  <c:v>114.17797</c:v>
                </c:pt>
                <c:pt idx="2405">
                  <c:v>114.23907</c:v>
                </c:pt>
                <c:pt idx="2406">
                  <c:v>114.30148</c:v>
                </c:pt>
                <c:pt idx="2407">
                  <c:v>114.366</c:v>
                </c:pt>
                <c:pt idx="2408">
                  <c:v>114.43489</c:v>
                </c:pt>
                <c:pt idx="2409">
                  <c:v>114.50693</c:v>
                </c:pt>
                <c:pt idx="2410">
                  <c:v>114.57809</c:v>
                </c:pt>
                <c:pt idx="2411">
                  <c:v>114.63648999999999</c:v>
                </c:pt>
                <c:pt idx="2412">
                  <c:v>114.67001999999999</c:v>
                </c:pt>
                <c:pt idx="2413">
                  <c:v>114.68557</c:v>
                </c:pt>
                <c:pt idx="2414">
                  <c:v>114.68275</c:v>
                </c:pt>
                <c:pt idx="2415">
                  <c:v>114.67027</c:v>
                </c:pt>
                <c:pt idx="2416">
                  <c:v>114.65658999999999</c:v>
                </c:pt>
                <c:pt idx="2417">
                  <c:v>114.60437</c:v>
                </c:pt>
                <c:pt idx="2418">
                  <c:v>114.49393000000001</c:v>
                </c:pt>
                <c:pt idx="2419">
                  <c:v>114.35437</c:v>
                </c:pt>
                <c:pt idx="2420">
                  <c:v>114.21115</c:v>
                </c:pt>
                <c:pt idx="2421">
                  <c:v>114.07883</c:v>
                </c:pt>
                <c:pt idx="2422">
                  <c:v>113.96026999999999</c:v>
                </c:pt>
                <c:pt idx="2423">
                  <c:v>113.8503</c:v>
                </c:pt>
                <c:pt idx="2424">
                  <c:v>113.74854000000001</c:v>
                </c:pt>
                <c:pt idx="2425">
                  <c:v>113.65079</c:v>
                </c:pt>
                <c:pt idx="2426">
                  <c:v>113.55076</c:v>
                </c:pt>
                <c:pt idx="2427">
                  <c:v>113.45396</c:v>
                </c:pt>
                <c:pt idx="2428">
                  <c:v>113.36096999999999</c:v>
                </c:pt>
                <c:pt idx="2429">
                  <c:v>113.27159</c:v>
                </c:pt>
                <c:pt idx="2430">
                  <c:v>113.18855000000001</c:v>
                </c:pt>
                <c:pt idx="2431">
                  <c:v>113.11671</c:v>
                </c:pt>
                <c:pt idx="2432">
                  <c:v>113.05204000000001</c:v>
                </c:pt>
                <c:pt idx="2433">
                  <c:v>112.98886</c:v>
                </c:pt>
                <c:pt idx="2434">
                  <c:v>112.92661</c:v>
                </c:pt>
                <c:pt idx="2435">
                  <c:v>112.86987000000001</c:v>
                </c:pt>
                <c:pt idx="2436">
                  <c:v>112.81913</c:v>
                </c:pt>
                <c:pt idx="2437">
                  <c:v>112.77016999999999</c:v>
                </c:pt>
                <c:pt idx="2438">
                  <c:v>112.71857</c:v>
                </c:pt>
                <c:pt idx="2439">
                  <c:v>112.66285999999999</c:v>
                </c:pt>
                <c:pt idx="2440">
                  <c:v>112.60471</c:v>
                </c:pt>
                <c:pt idx="2441">
                  <c:v>112.54447</c:v>
                </c:pt>
                <c:pt idx="2442">
                  <c:v>112.48353</c:v>
                </c:pt>
                <c:pt idx="2443">
                  <c:v>112.4278</c:v>
                </c:pt>
                <c:pt idx="2444">
                  <c:v>112.38815</c:v>
                </c:pt>
                <c:pt idx="2445">
                  <c:v>112.37511000000001</c:v>
                </c:pt>
                <c:pt idx="2446">
                  <c:v>112.39091000000001</c:v>
                </c:pt>
                <c:pt idx="2447">
                  <c:v>112.41959</c:v>
                </c:pt>
                <c:pt idx="2448">
                  <c:v>112.44943000000001</c:v>
                </c:pt>
                <c:pt idx="2449">
                  <c:v>112.47964</c:v>
                </c:pt>
                <c:pt idx="2450">
                  <c:v>112.50754999999999</c:v>
                </c:pt>
                <c:pt idx="2451">
                  <c:v>112.53310999999999</c:v>
                </c:pt>
                <c:pt idx="2452">
                  <c:v>112.55947999999999</c:v>
                </c:pt>
                <c:pt idx="2453">
                  <c:v>112.59287999999999</c:v>
                </c:pt>
                <c:pt idx="2454">
                  <c:v>112.63008000000001</c:v>
                </c:pt>
                <c:pt idx="2455">
                  <c:v>112.66789</c:v>
                </c:pt>
                <c:pt idx="2456">
                  <c:v>112.70782</c:v>
                </c:pt>
                <c:pt idx="2457">
                  <c:v>112.74988999999999</c:v>
                </c:pt>
                <c:pt idx="2458">
                  <c:v>112.79555999999999</c:v>
                </c:pt>
                <c:pt idx="2459">
                  <c:v>112.8417</c:v>
                </c:pt>
                <c:pt idx="2460">
                  <c:v>112.88287</c:v>
                </c:pt>
                <c:pt idx="2461">
                  <c:v>112.91718</c:v>
                </c:pt>
                <c:pt idx="2462">
                  <c:v>112.94153</c:v>
                </c:pt>
                <c:pt idx="2463">
                  <c:v>112.95831</c:v>
                </c:pt>
                <c:pt idx="2464">
                  <c:v>112.97363</c:v>
                </c:pt>
                <c:pt idx="2465">
                  <c:v>112.99447000000001</c:v>
                </c:pt>
                <c:pt idx="2466">
                  <c:v>113.02030000000001</c:v>
                </c:pt>
                <c:pt idx="2467">
                  <c:v>113.04971999999999</c:v>
                </c:pt>
                <c:pt idx="2468">
                  <c:v>113.07953000000001</c:v>
                </c:pt>
                <c:pt idx="2469">
                  <c:v>113.09678</c:v>
                </c:pt>
                <c:pt idx="2470">
                  <c:v>113.09565000000001</c:v>
                </c:pt>
                <c:pt idx="2471">
                  <c:v>113.07724</c:v>
                </c:pt>
                <c:pt idx="2472">
                  <c:v>113.04098999999999</c:v>
                </c:pt>
                <c:pt idx="2473">
                  <c:v>112.99388999999999</c:v>
                </c:pt>
                <c:pt idx="2474">
                  <c:v>112.9389</c:v>
                </c:pt>
                <c:pt idx="2475">
                  <c:v>112.87125</c:v>
                </c:pt>
                <c:pt idx="2476">
                  <c:v>112.79118</c:v>
                </c:pt>
                <c:pt idx="2477">
                  <c:v>112.70589</c:v>
                </c:pt>
                <c:pt idx="2478">
                  <c:v>112.62260000000001</c:v>
                </c:pt>
                <c:pt idx="2479">
                  <c:v>112.53743</c:v>
                </c:pt>
                <c:pt idx="2480">
                  <c:v>112.45004</c:v>
                </c:pt>
                <c:pt idx="2481">
                  <c:v>112.36212</c:v>
                </c:pt>
                <c:pt idx="2482">
                  <c:v>112.27477</c:v>
                </c:pt>
                <c:pt idx="2483">
                  <c:v>112.1908</c:v>
                </c:pt>
                <c:pt idx="2484">
                  <c:v>112.10848</c:v>
                </c:pt>
                <c:pt idx="2485">
                  <c:v>112.03048</c:v>
                </c:pt>
                <c:pt idx="2486">
                  <c:v>111.96605</c:v>
                </c:pt>
                <c:pt idx="2487">
                  <c:v>111.91755999999999</c:v>
                </c:pt>
                <c:pt idx="2488">
                  <c:v>111.87958999999999</c:v>
                </c:pt>
                <c:pt idx="2489">
                  <c:v>111.83864</c:v>
                </c:pt>
                <c:pt idx="2490">
                  <c:v>111.78586</c:v>
                </c:pt>
                <c:pt idx="2491">
                  <c:v>111.72704</c:v>
                </c:pt>
                <c:pt idx="2492">
                  <c:v>111.6686</c:v>
                </c:pt>
                <c:pt idx="2493">
                  <c:v>111.60911</c:v>
                </c:pt>
                <c:pt idx="2494">
                  <c:v>111.54792</c:v>
                </c:pt>
                <c:pt idx="2495">
                  <c:v>111.48797</c:v>
                </c:pt>
                <c:pt idx="2496">
                  <c:v>111.43245</c:v>
                </c:pt>
                <c:pt idx="2497">
                  <c:v>111.38187000000001</c:v>
                </c:pt>
                <c:pt idx="2498">
                  <c:v>111.34018</c:v>
                </c:pt>
                <c:pt idx="2499">
                  <c:v>111.30782000000001</c:v>
                </c:pt>
                <c:pt idx="2500">
                  <c:v>111.28899</c:v>
                </c:pt>
                <c:pt idx="2501">
                  <c:v>111.28151</c:v>
                </c:pt>
                <c:pt idx="2502">
                  <c:v>111.28172000000001</c:v>
                </c:pt>
                <c:pt idx="2503">
                  <c:v>111.28608</c:v>
                </c:pt>
                <c:pt idx="2504">
                  <c:v>111.29227</c:v>
                </c:pt>
                <c:pt idx="2505">
                  <c:v>111.29698999999999</c:v>
                </c:pt>
                <c:pt idx="2506">
                  <c:v>111.29652</c:v>
                </c:pt>
                <c:pt idx="2507">
                  <c:v>111.2936</c:v>
                </c:pt>
                <c:pt idx="2508">
                  <c:v>111.29219999999999</c:v>
                </c:pt>
                <c:pt idx="2509">
                  <c:v>111.28975</c:v>
                </c:pt>
                <c:pt idx="2510">
                  <c:v>111.28803000000001</c:v>
                </c:pt>
                <c:pt idx="2511">
                  <c:v>111.28691999999999</c:v>
                </c:pt>
                <c:pt idx="2512">
                  <c:v>111.28182</c:v>
                </c:pt>
                <c:pt idx="2513">
                  <c:v>111.27143</c:v>
                </c:pt>
                <c:pt idx="2514">
                  <c:v>111.25716</c:v>
                </c:pt>
                <c:pt idx="2515">
                  <c:v>111.24166</c:v>
                </c:pt>
                <c:pt idx="2516">
                  <c:v>111.22532</c:v>
                </c:pt>
                <c:pt idx="2517">
                  <c:v>111.21239</c:v>
                </c:pt>
                <c:pt idx="2518">
                  <c:v>111.20473</c:v>
                </c:pt>
                <c:pt idx="2519">
                  <c:v>111.19717</c:v>
                </c:pt>
                <c:pt idx="2520">
                  <c:v>111.18792999999999</c:v>
                </c:pt>
                <c:pt idx="2521">
                  <c:v>111.18004999999999</c:v>
                </c:pt>
                <c:pt idx="2522">
                  <c:v>111.17523</c:v>
                </c:pt>
                <c:pt idx="2523">
                  <c:v>111.17228</c:v>
                </c:pt>
                <c:pt idx="2524">
                  <c:v>111.1691</c:v>
                </c:pt>
                <c:pt idx="2525">
                  <c:v>111.16857</c:v>
                </c:pt>
                <c:pt idx="2526">
                  <c:v>111.17310999999999</c:v>
                </c:pt>
                <c:pt idx="2527">
                  <c:v>111.17796</c:v>
                </c:pt>
                <c:pt idx="2528">
                  <c:v>111.1797</c:v>
                </c:pt>
                <c:pt idx="2529">
                  <c:v>111.18053999999999</c:v>
                </c:pt>
                <c:pt idx="2530">
                  <c:v>111.18183000000001</c:v>
                </c:pt>
                <c:pt idx="2531">
                  <c:v>111.17448</c:v>
                </c:pt>
                <c:pt idx="2532">
                  <c:v>111.15147</c:v>
                </c:pt>
                <c:pt idx="2533">
                  <c:v>111.12609999999999</c:v>
                </c:pt>
                <c:pt idx="2534">
                  <c:v>111.11706</c:v>
                </c:pt>
                <c:pt idx="2535">
                  <c:v>111.123</c:v>
                </c:pt>
                <c:pt idx="2536">
                  <c:v>111.13993000000001</c:v>
                </c:pt>
                <c:pt idx="2537">
                  <c:v>111.1601</c:v>
                </c:pt>
                <c:pt idx="2538">
                  <c:v>111.17359999999999</c:v>
                </c:pt>
                <c:pt idx="2539">
                  <c:v>111.18001</c:v>
                </c:pt>
                <c:pt idx="2540">
                  <c:v>111.1829</c:v>
                </c:pt>
                <c:pt idx="2541">
                  <c:v>111.18304999999999</c:v>
                </c:pt>
                <c:pt idx="2542">
                  <c:v>111.17972</c:v>
                </c:pt>
                <c:pt idx="2543">
                  <c:v>111.17303</c:v>
                </c:pt>
                <c:pt idx="2544">
                  <c:v>111.16622</c:v>
                </c:pt>
                <c:pt idx="2545">
                  <c:v>111.15667999999999</c:v>
                </c:pt>
                <c:pt idx="2546">
                  <c:v>111.14</c:v>
                </c:pt>
                <c:pt idx="2547">
                  <c:v>111.12341000000001</c:v>
                </c:pt>
                <c:pt idx="2548">
                  <c:v>111.11418</c:v>
                </c:pt>
                <c:pt idx="2549">
                  <c:v>111.11198</c:v>
                </c:pt>
                <c:pt idx="2550">
                  <c:v>111.11246</c:v>
                </c:pt>
                <c:pt idx="2551">
                  <c:v>111.11284999999999</c:v>
                </c:pt>
                <c:pt idx="2552">
                  <c:v>111.11427999999999</c:v>
                </c:pt>
                <c:pt idx="2553">
                  <c:v>111.11457</c:v>
                </c:pt>
                <c:pt idx="2554">
                  <c:v>111.11269</c:v>
                </c:pt>
                <c:pt idx="2555">
                  <c:v>111.10863999999999</c:v>
                </c:pt>
                <c:pt idx="2556">
                  <c:v>111.09603</c:v>
                </c:pt>
                <c:pt idx="2557">
                  <c:v>111.08193</c:v>
                </c:pt>
                <c:pt idx="2558">
                  <c:v>111.07691</c:v>
                </c:pt>
                <c:pt idx="2559">
                  <c:v>111.08054</c:v>
                </c:pt>
                <c:pt idx="2560">
                  <c:v>111.08188</c:v>
                </c:pt>
                <c:pt idx="2561">
                  <c:v>111.06623999999999</c:v>
                </c:pt>
                <c:pt idx="2562">
                  <c:v>111.03682999999999</c:v>
                </c:pt>
                <c:pt idx="2563">
                  <c:v>111.00237</c:v>
                </c:pt>
                <c:pt idx="2564">
                  <c:v>110.96495</c:v>
                </c:pt>
                <c:pt idx="2565">
                  <c:v>110.92623</c:v>
                </c:pt>
                <c:pt idx="2566">
                  <c:v>110.88847</c:v>
                </c:pt>
                <c:pt idx="2567">
                  <c:v>110.8523</c:v>
                </c:pt>
                <c:pt idx="2568">
                  <c:v>110.81771999999999</c:v>
                </c:pt>
                <c:pt idx="2569">
                  <c:v>110.78915000000001</c:v>
                </c:pt>
                <c:pt idx="2570">
                  <c:v>110.76797000000001</c:v>
                </c:pt>
                <c:pt idx="2571">
                  <c:v>110.76367</c:v>
                </c:pt>
                <c:pt idx="2572">
                  <c:v>110.77663</c:v>
                </c:pt>
                <c:pt idx="2573">
                  <c:v>110.79792999999999</c:v>
                </c:pt>
                <c:pt idx="2574">
                  <c:v>110.81519</c:v>
                </c:pt>
                <c:pt idx="2575">
                  <c:v>110.81921</c:v>
                </c:pt>
                <c:pt idx="2576">
                  <c:v>110.80713</c:v>
                </c:pt>
                <c:pt idx="2577">
                  <c:v>110.78211</c:v>
                </c:pt>
                <c:pt idx="2578">
                  <c:v>110.74571</c:v>
                </c:pt>
                <c:pt idx="2579">
                  <c:v>110.70854</c:v>
                </c:pt>
                <c:pt idx="2580">
                  <c:v>110.67221000000001</c:v>
                </c:pt>
                <c:pt idx="2581">
                  <c:v>110.63866</c:v>
                </c:pt>
                <c:pt idx="2582">
                  <c:v>110.61118</c:v>
                </c:pt>
                <c:pt idx="2583">
                  <c:v>110.58967</c:v>
                </c:pt>
                <c:pt idx="2584">
                  <c:v>110.57067000000001</c:v>
                </c:pt>
                <c:pt idx="2585">
                  <c:v>110.55275</c:v>
                </c:pt>
                <c:pt idx="2586">
                  <c:v>110.53427000000001</c:v>
                </c:pt>
                <c:pt idx="2587">
                  <c:v>110.52106000000001</c:v>
                </c:pt>
                <c:pt idx="2588">
                  <c:v>110.51486</c:v>
                </c:pt>
                <c:pt idx="2589">
                  <c:v>110.51009000000001</c:v>
                </c:pt>
                <c:pt idx="2590">
                  <c:v>110.50519</c:v>
                </c:pt>
                <c:pt idx="2591">
                  <c:v>110.50561999999999</c:v>
                </c:pt>
                <c:pt idx="2592">
                  <c:v>110.51817</c:v>
                </c:pt>
                <c:pt idx="2593">
                  <c:v>110.53748</c:v>
                </c:pt>
                <c:pt idx="2594">
                  <c:v>110.55364</c:v>
                </c:pt>
                <c:pt idx="2595">
                  <c:v>110.56771999999999</c:v>
                </c:pt>
                <c:pt idx="2596">
                  <c:v>110.58665000000001</c:v>
                </c:pt>
                <c:pt idx="2597">
                  <c:v>110.61166</c:v>
                </c:pt>
                <c:pt idx="2598">
                  <c:v>110.63685</c:v>
                </c:pt>
                <c:pt idx="2599">
                  <c:v>110.66162</c:v>
                </c:pt>
                <c:pt idx="2600">
                  <c:v>110.68387</c:v>
                </c:pt>
                <c:pt idx="2601">
                  <c:v>110.705</c:v>
                </c:pt>
                <c:pt idx="2602">
                  <c:v>110.72948</c:v>
                </c:pt>
                <c:pt idx="2603">
                  <c:v>110.75851</c:v>
                </c:pt>
                <c:pt idx="2604">
                  <c:v>110.79434999999999</c:v>
                </c:pt>
                <c:pt idx="2605">
                  <c:v>110.8245</c:v>
                </c:pt>
                <c:pt idx="2606">
                  <c:v>110.85097</c:v>
                </c:pt>
                <c:pt idx="2607">
                  <c:v>110.87302</c:v>
                </c:pt>
                <c:pt idx="2608">
                  <c:v>110.88086</c:v>
                </c:pt>
                <c:pt idx="2609">
                  <c:v>110.88077</c:v>
                </c:pt>
                <c:pt idx="2610">
                  <c:v>110.87521</c:v>
                </c:pt>
                <c:pt idx="2611">
                  <c:v>110.86572</c:v>
                </c:pt>
                <c:pt idx="2612">
                  <c:v>110.86404</c:v>
                </c:pt>
                <c:pt idx="2613">
                  <c:v>110.87469</c:v>
                </c:pt>
                <c:pt idx="2614">
                  <c:v>110.89163000000001</c:v>
                </c:pt>
                <c:pt idx="2615">
                  <c:v>110.90667999999999</c:v>
                </c:pt>
                <c:pt idx="2616">
                  <c:v>110.91622</c:v>
                </c:pt>
                <c:pt idx="2617">
                  <c:v>110.93301</c:v>
                </c:pt>
                <c:pt idx="2618">
                  <c:v>110.95393</c:v>
                </c:pt>
                <c:pt idx="2619">
                  <c:v>110.97410000000001</c:v>
                </c:pt>
                <c:pt idx="2620">
                  <c:v>110.98513</c:v>
                </c:pt>
                <c:pt idx="2621">
                  <c:v>110.98049</c:v>
                </c:pt>
                <c:pt idx="2622">
                  <c:v>110.95636</c:v>
                </c:pt>
                <c:pt idx="2623">
                  <c:v>110.91708</c:v>
                </c:pt>
                <c:pt idx="2624">
                  <c:v>110.86526000000001</c:v>
                </c:pt>
                <c:pt idx="2625">
                  <c:v>110.80834</c:v>
                </c:pt>
                <c:pt idx="2626">
                  <c:v>110.7533</c:v>
                </c:pt>
                <c:pt idx="2627">
                  <c:v>110.70139</c:v>
                </c:pt>
                <c:pt idx="2628">
                  <c:v>110.65597</c:v>
                </c:pt>
                <c:pt idx="2629">
                  <c:v>110.61673</c:v>
                </c:pt>
                <c:pt idx="2630">
                  <c:v>110.58443</c:v>
                </c:pt>
                <c:pt idx="2631">
                  <c:v>110.56012</c:v>
                </c:pt>
                <c:pt idx="2632">
                  <c:v>110.54543</c:v>
                </c:pt>
                <c:pt idx="2633">
                  <c:v>110.54034</c:v>
                </c:pt>
                <c:pt idx="2634">
                  <c:v>110.54138</c:v>
                </c:pt>
                <c:pt idx="2635">
                  <c:v>110.54237000000001</c:v>
                </c:pt>
                <c:pt idx="2636">
                  <c:v>110.54015</c:v>
                </c:pt>
                <c:pt idx="2637">
                  <c:v>110.53776999999999</c:v>
                </c:pt>
                <c:pt idx="2638">
                  <c:v>110.53448</c:v>
                </c:pt>
                <c:pt idx="2639">
                  <c:v>110.529</c:v>
                </c:pt>
                <c:pt idx="2640">
                  <c:v>110.5209</c:v>
                </c:pt>
                <c:pt idx="2641">
                  <c:v>110.51183</c:v>
                </c:pt>
                <c:pt idx="2642">
                  <c:v>110.50215</c:v>
                </c:pt>
                <c:pt idx="2643">
                  <c:v>110.49008000000001</c:v>
                </c:pt>
                <c:pt idx="2644">
                  <c:v>110.46929</c:v>
                </c:pt>
                <c:pt idx="2645">
                  <c:v>110.44353</c:v>
                </c:pt>
                <c:pt idx="2646">
                  <c:v>110.41897</c:v>
                </c:pt>
                <c:pt idx="2647">
                  <c:v>110.39653</c:v>
                </c:pt>
                <c:pt idx="2648">
                  <c:v>110.37693</c:v>
                </c:pt>
                <c:pt idx="2649">
                  <c:v>110.35944000000001</c:v>
                </c:pt>
                <c:pt idx="2650">
                  <c:v>110.34425</c:v>
                </c:pt>
                <c:pt idx="2651">
                  <c:v>110.3259</c:v>
                </c:pt>
                <c:pt idx="2652">
                  <c:v>110.30115000000001</c:v>
                </c:pt>
                <c:pt idx="2653">
                  <c:v>110.2728</c:v>
                </c:pt>
                <c:pt idx="2654">
                  <c:v>110.24590000000001</c:v>
                </c:pt>
                <c:pt idx="2655">
                  <c:v>110.22674000000001</c:v>
                </c:pt>
                <c:pt idx="2656">
                  <c:v>110.21417</c:v>
                </c:pt>
                <c:pt idx="2657">
                  <c:v>110.20438</c:v>
                </c:pt>
                <c:pt idx="2658">
                  <c:v>110.19911999999999</c:v>
                </c:pt>
                <c:pt idx="2659">
                  <c:v>110.20196</c:v>
                </c:pt>
                <c:pt idx="2660">
                  <c:v>110.20465</c:v>
                </c:pt>
                <c:pt idx="2661">
                  <c:v>110.20396</c:v>
                </c:pt>
                <c:pt idx="2662">
                  <c:v>110.20726999999999</c:v>
                </c:pt>
                <c:pt idx="2663">
                  <c:v>110.2145</c:v>
                </c:pt>
                <c:pt idx="2664">
                  <c:v>110.22597</c:v>
                </c:pt>
                <c:pt idx="2665">
                  <c:v>110.24576999999999</c:v>
                </c:pt>
                <c:pt idx="2666">
                  <c:v>110.27158</c:v>
                </c:pt>
                <c:pt idx="2667">
                  <c:v>110.29813</c:v>
                </c:pt>
                <c:pt idx="2668">
                  <c:v>110.3252</c:v>
                </c:pt>
                <c:pt idx="2669">
                  <c:v>110.36082</c:v>
                </c:pt>
                <c:pt idx="2670">
                  <c:v>110.39924999999999</c:v>
                </c:pt>
                <c:pt idx="2671">
                  <c:v>110.43309000000001</c:v>
                </c:pt>
                <c:pt idx="2672">
                  <c:v>110.46455</c:v>
                </c:pt>
                <c:pt idx="2673">
                  <c:v>110.49818</c:v>
                </c:pt>
                <c:pt idx="2674">
                  <c:v>110.53731000000001</c:v>
                </c:pt>
                <c:pt idx="2675">
                  <c:v>110.57886999999999</c:v>
                </c:pt>
                <c:pt idx="2676">
                  <c:v>110.62461999999999</c:v>
                </c:pt>
                <c:pt idx="2677">
                  <c:v>110.66952999999999</c:v>
                </c:pt>
                <c:pt idx="2678">
                  <c:v>110.70448</c:v>
                </c:pt>
                <c:pt idx="2679">
                  <c:v>110.73124</c:v>
                </c:pt>
                <c:pt idx="2680">
                  <c:v>110.76087</c:v>
                </c:pt>
                <c:pt idx="2681">
                  <c:v>110.80204999999999</c:v>
                </c:pt>
                <c:pt idx="2682">
                  <c:v>110.84817</c:v>
                </c:pt>
                <c:pt idx="2683">
                  <c:v>110.89162</c:v>
                </c:pt>
                <c:pt idx="2684">
                  <c:v>110.92749999999999</c:v>
                </c:pt>
                <c:pt idx="2685">
                  <c:v>110.94904</c:v>
                </c:pt>
                <c:pt idx="2686">
                  <c:v>110.96353999999999</c:v>
                </c:pt>
                <c:pt idx="2687">
                  <c:v>110.97526999999999</c:v>
                </c:pt>
                <c:pt idx="2688">
                  <c:v>110.98226</c:v>
                </c:pt>
                <c:pt idx="2689">
                  <c:v>110.9823</c:v>
                </c:pt>
                <c:pt idx="2690">
                  <c:v>110.98105</c:v>
                </c:pt>
                <c:pt idx="2691">
                  <c:v>110.97986</c:v>
                </c:pt>
                <c:pt idx="2692">
                  <c:v>110.9753</c:v>
                </c:pt>
                <c:pt idx="2693">
                  <c:v>110.96653999999999</c:v>
                </c:pt>
                <c:pt idx="2694">
                  <c:v>110.95097</c:v>
                </c:pt>
                <c:pt idx="2695">
                  <c:v>110.93713</c:v>
                </c:pt>
                <c:pt idx="2696">
                  <c:v>110.93106</c:v>
                </c:pt>
                <c:pt idx="2697">
                  <c:v>110.93380999999999</c:v>
                </c:pt>
                <c:pt idx="2698">
                  <c:v>110.94517999999999</c:v>
                </c:pt>
                <c:pt idx="2699">
                  <c:v>110.96335999999999</c:v>
                </c:pt>
                <c:pt idx="2700">
                  <c:v>110.9875</c:v>
                </c:pt>
                <c:pt idx="2701">
                  <c:v>111.01357</c:v>
                </c:pt>
                <c:pt idx="2702">
                  <c:v>111.03773</c:v>
                </c:pt>
                <c:pt idx="2703">
                  <c:v>111.05878</c:v>
                </c:pt>
                <c:pt idx="2704">
                  <c:v>111.07993999999999</c:v>
                </c:pt>
                <c:pt idx="2705">
                  <c:v>111.1026</c:v>
                </c:pt>
                <c:pt idx="2706">
                  <c:v>111.12833000000001</c:v>
                </c:pt>
                <c:pt idx="2707">
                  <c:v>111.15684</c:v>
                </c:pt>
                <c:pt idx="2708">
                  <c:v>111.18409</c:v>
                </c:pt>
                <c:pt idx="2709">
                  <c:v>111.19154</c:v>
                </c:pt>
                <c:pt idx="2710">
                  <c:v>111.19378</c:v>
                </c:pt>
                <c:pt idx="2711">
                  <c:v>111.19476</c:v>
                </c:pt>
                <c:pt idx="2712">
                  <c:v>111.19662</c:v>
                </c:pt>
                <c:pt idx="2713">
                  <c:v>111.19401000000001</c:v>
                </c:pt>
                <c:pt idx="2714">
                  <c:v>111.19005</c:v>
                </c:pt>
                <c:pt idx="2715">
                  <c:v>111.18667000000001</c:v>
                </c:pt>
                <c:pt idx="2716">
                  <c:v>111.18832999999999</c:v>
                </c:pt>
                <c:pt idx="2717">
                  <c:v>111.18828999999999</c:v>
                </c:pt>
                <c:pt idx="2718">
                  <c:v>111.18085000000001</c:v>
                </c:pt>
                <c:pt idx="2719">
                  <c:v>111.16607999999999</c:v>
                </c:pt>
                <c:pt idx="2720">
                  <c:v>111.14552</c:v>
                </c:pt>
                <c:pt idx="2721">
                  <c:v>111.12502000000001</c:v>
                </c:pt>
                <c:pt idx="2722">
                  <c:v>111.10298</c:v>
                </c:pt>
                <c:pt idx="2723">
                  <c:v>111.08378999999999</c:v>
                </c:pt>
                <c:pt idx="2724">
                  <c:v>111.06814</c:v>
                </c:pt>
                <c:pt idx="2725">
                  <c:v>111.05094</c:v>
                </c:pt>
                <c:pt idx="2726">
                  <c:v>111.02838</c:v>
                </c:pt>
                <c:pt idx="2727">
                  <c:v>110.99590999999999</c:v>
                </c:pt>
                <c:pt idx="2728">
                  <c:v>110.95213</c:v>
                </c:pt>
                <c:pt idx="2729">
                  <c:v>110.89566000000001</c:v>
                </c:pt>
                <c:pt idx="2730">
                  <c:v>110.82829</c:v>
                </c:pt>
                <c:pt idx="2731">
                  <c:v>110.75642999999999</c:v>
                </c:pt>
                <c:pt idx="2732">
                  <c:v>110.68768</c:v>
                </c:pt>
                <c:pt idx="2733">
                  <c:v>110.62035</c:v>
                </c:pt>
                <c:pt idx="2734">
                  <c:v>110.54922999999999</c:v>
                </c:pt>
                <c:pt idx="2735">
                  <c:v>110.47044</c:v>
                </c:pt>
                <c:pt idx="2736">
                  <c:v>110.38348000000001</c:v>
                </c:pt>
                <c:pt idx="2737">
                  <c:v>110.29346</c:v>
                </c:pt>
                <c:pt idx="2738">
                  <c:v>110.20425</c:v>
                </c:pt>
                <c:pt idx="2739">
                  <c:v>110.11803</c:v>
                </c:pt>
                <c:pt idx="2740">
                  <c:v>110.03608</c:v>
                </c:pt>
                <c:pt idx="2741">
                  <c:v>109.9585</c:v>
                </c:pt>
                <c:pt idx="2742">
                  <c:v>109.88809000000001</c:v>
                </c:pt>
                <c:pt idx="2743">
                  <c:v>109.82462</c:v>
                </c:pt>
                <c:pt idx="2744">
                  <c:v>109.76204</c:v>
                </c:pt>
                <c:pt idx="2745">
                  <c:v>109.69871999999999</c:v>
                </c:pt>
                <c:pt idx="2746">
                  <c:v>109.6347</c:v>
                </c:pt>
                <c:pt idx="2747">
                  <c:v>109.56733</c:v>
                </c:pt>
                <c:pt idx="2748">
                  <c:v>109.49386</c:v>
                </c:pt>
                <c:pt idx="2749">
                  <c:v>109.41378</c:v>
                </c:pt>
                <c:pt idx="2750">
                  <c:v>109.3272</c:v>
                </c:pt>
                <c:pt idx="2751">
                  <c:v>109.23676</c:v>
                </c:pt>
                <c:pt idx="2752">
                  <c:v>109.14879999999999</c:v>
                </c:pt>
                <c:pt idx="2753">
                  <c:v>109.06759</c:v>
                </c:pt>
                <c:pt idx="2754">
                  <c:v>108.99118</c:v>
                </c:pt>
                <c:pt idx="2755">
                  <c:v>108.91689</c:v>
                </c:pt>
                <c:pt idx="2756">
                  <c:v>108.84350999999999</c:v>
                </c:pt>
                <c:pt idx="2757">
                  <c:v>108.76711</c:v>
                </c:pt>
                <c:pt idx="2758">
                  <c:v>108.68433</c:v>
                </c:pt>
                <c:pt idx="2759">
                  <c:v>108.5937</c:v>
                </c:pt>
                <c:pt idx="2760">
                  <c:v>108.49458</c:v>
                </c:pt>
                <c:pt idx="2761">
                  <c:v>108.38682</c:v>
                </c:pt>
                <c:pt idx="2762">
                  <c:v>108.27413</c:v>
                </c:pt>
                <c:pt idx="2763">
                  <c:v>108.1571</c:v>
                </c:pt>
                <c:pt idx="2764">
                  <c:v>108.03493</c:v>
                </c:pt>
                <c:pt idx="2765">
                  <c:v>107.90961</c:v>
                </c:pt>
                <c:pt idx="2766">
                  <c:v>107.78561000000001</c:v>
                </c:pt>
                <c:pt idx="2767">
                  <c:v>107.66502</c:v>
                </c:pt>
                <c:pt idx="2768">
                  <c:v>107.54595999999999</c:v>
                </c:pt>
                <c:pt idx="2769">
                  <c:v>107.42719</c:v>
                </c:pt>
                <c:pt idx="2770">
                  <c:v>107.31128</c:v>
                </c:pt>
                <c:pt idx="2771">
                  <c:v>107.19757</c:v>
                </c:pt>
                <c:pt idx="2772">
                  <c:v>107.08408</c:v>
                </c:pt>
                <c:pt idx="2773">
                  <c:v>106.97161</c:v>
                </c:pt>
                <c:pt idx="2774">
                  <c:v>106.85908999999999</c:v>
                </c:pt>
                <c:pt idx="2775">
                  <c:v>106.74258</c:v>
                </c:pt>
                <c:pt idx="2776">
                  <c:v>106.62103</c:v>
                </c:pt>
                <c:pt idx="2777">
                  <c:v>106.49558</c:v>
                </c:pt>
                <c:pt idx="2778">
                  <c:v>106.36526000000001</c:v>
                </c:pt>
                <c:pt idx="2779">
                  <c:v>106.22741000000001</c:v>
                </c:pt>
                <c:pt idx="2780">
                  <c:v>106.08293999999999</c:v>
                </c:pt>
                <c:pt idx="2781">
                  <c:v>105.93633</c:v>
                </c:pt>
                <c:pt idx="2782">
                  <c:v>105.79459</c:v>
                </c:pt>
                <c:pt idx="2783">
                  <c:v>105.66127</c:v>
                </c:pt>
                <c:pt idx="2784">
                  <c:v>105.53664999999999</c:v>
                </c:pt>
                <c:pt idx="2785">
                  <c:v>105.41737000000001</c:v>
                </c:pt>
                <c:pt idx="2786">
                  <c:v>105.29992</c:v>
                </c:pt>
                <c:pt idx="2787">
                  <c:v>105.1837</c:v>
                </c:pt>
                <c:pt idx="2788">
                  <c:v>105.06738</c:v>
                </c:pt>
                <c:pt idx="2789">
                  <c:v>104.95371</c:v>
                </c:pt>
                <c:pt idx="2790">
                  <c:v>104.84542</c:v>
                </c:pt>
                <c:pt idx="2791">
                  <c:v>104.74298</c:v>
                </c:pt>
                <c:pt idx="2792">
                  <c:v>104.64053</c:v>
                </c:pt>
                <c:pt idx="2793">
                  <c:v>104.53254</c:v>
                </c:pt>
                <c:pt idx="2794">
                  <c:v>104.41804999999999</c:v>
                </c:pt>
                <c:pt idx="2795">
                  <c:v>104.30244999999999</c:v>
                </c:pt>
                <c:pt idx="2796">
                  <c:v>104.20005</c:v>
                </c:pt>
                <c:pt idx="2797">
                  <c:v>104.11577</c:v>
                </c:pt>
                <c:pt idx="2798">
                  <c:v>104.04339</c:v>
                </c:pt>
                <c:pt idx="2799">
                  <c:v>103.97644</c:v>
                </c:pt>
                <c:pt idx="2800">
                  <c:v>103.91041</c:v>
                </c:pt>
                <c:pt idx="2801">
                  <c:v>103.84344</c:v>
                </c:pt>
                <c:pt idx="2802">
                  <c:v>103.77273</c:v>
                </c:pt>
                <c:pt idx="2803">
                  <c:v>103.69604</c:v>
                </c:pt>
                <c:pt idx="2804">
                  <c:v>103.61427</c:v>
                </c:pt>
                <c:pt idx="2805">
                  <c:v>103.52193</c:v>
                </c:pt>
                <c:pt idx="2806">
                  <c:v>103.41472</c:v>
                </c:pt>
                <c:pt idx="2807">
                  <c:v>103.29799</c:v>
                </c:pt>
                <c:pt idx="2808">
                  <c:v>103.17945</c:v>
                </c:pt>
                <c:pt idx="2809">
                  <c:v>103.06244</c:v>
                </c:pt>
                <c:pt idx="2810">
                  <c:v>102.94777999999999</c:v>
                </c:pt>
                <c:pt idx="2811">
                  <c:v>102.83698</c:v>
                </c:pt>
                <c:pt idx="2812">
                  <c:v>102.73165</c:v>
                </c:pt>
                <c:pt idx="2813">
                  <c:v>102.62585</c:v>
                </c:pt>
                <c:pt idx="2814">
                  <c:v>102.51295</c:v>
                </c:pt>
                <c:pt idx="2815">
                  <c:v>102.39892</c:v>
                </c:pt>
                <c:pt idx="2816">
                  <c:v>102.29038</c:v>
                </c:pt>
                <c:pt idx="2817">
                  <c:v>102.18819000000001</c:v>
                </c:pt>
                <c:pt idx="2818">
                  <c:v>102.09327</c:v>
                </c:pt>
                <c:pt idx="2819">
                  <c:v>102.003</c:v>
                </c:pt>
                <c:pt idx="2820">
                  <c:v>101.91401999999999</c:v>
                </c:pt>
                <c:pt idx="2821">
                  <c:v>101.82283</c:v>
                </c:pt>
                <c:pt idx="2822">
                  <c:v>101.72865</c:v>
                </c:pt>
                <c:pt idx="2823">
                  <c:v>101.62846999999999</c:v>
                </c:pt>
                <c:pt idx="2824">
                  <c:v>101.52043</c:v>
                </c:pt>
                <c:pt idx="2825">
                  <c:v>101.40272</c:v>
                </c:pt>
                <c:pt idx="2826">
                  <c:v>101.27924</c:v>
                </c:pt>
                <c:pt idx="2827">
                  <c:v>101.15546000000001</c:v>
                </c:pt>
                <c:pt idx="2828">
                  <c:v>101.0331</c:v>
                </c:pt>
                <c:pt idx="2829">
                  <c:v>100.91598999999999</c:v>
                </c:pt>
                <c:pt idx="2830">
                  <c:v>100.80459999999999</c:v>
                </c:pt>
                <c:pt idx="2831">
                  <c:v>100.69499999999999</c:v>
                </c:pt>
                <c:pt idx="2832">
                  <c:v>100.58704</c:v>
                </c:pt>
                <c:pt idx="2833">
                  <c:v>100.48381000000001</c:v>
                </c:pt>
                <c:pt idx="2834">
                  <c:v>100.386</c:v>
                </c:pt>
                <c:pt idx="2835">
                  <c:v>100.29016</c:v>
                </c:pt>
                <c:pt idx="2836">
                  <c:v>100.19549000000001</c:v>
                </c:pt>
                <c:pt idx="2837">
                  <c:v>100.1006</c:v>
                </c:pt>
                <c:pt idx="2838">
                  <c:v>100.00456</c:v>
                </c:pt>
                <c:pt idx="2839">
                  <c:v>99.907805999999994</c:v>
                </c:pt>
                <c:pt idx="2840">
                  <c:v>99.808914000000001</c:v>
                </c:pt>
                <c:pt idx="2841">
                  <c:v>99.708939000000001</c:v>
                </c:pt>
                <c:pt idx="2842">
                  <c:v>99.609702999999996</c:v>
                </c:pt>
                <c:pt idx="2843">
                  <c:v>99.513274999999993</c:v>
                </c:pt>
                <c:pt idx="2844">
                  <c:v>99.418746999999996</c:v>
                </c:pt>
                <c:pt idx="2845">
                  <c:v>99.325385999999995</c:v>
                </c:pt>
                <c:pt idx="2846">
                  <c:v>99.232605000000007</c:v>
                </c:pt>
                <c:pt idx="2847">
                  <c:v>99.137932000000006</c:v>
                </c:pt>
                <c:pt idx="2848">
                  <c:v>99.039199999999994</c:v>
                </c:pt>
                <c:pt idx="2849">
                  <c:v>98.937484999999995</c:v>
                </c:pt>
                <c:pt idx="2850">
                  <c:v>98.834068000000002</c:v>
                </c:pt>
                <c:pt idx="2851">
                  <c:v>98.726112000000001</c:v>
                </c:pt>
                <c:pt idx="2852">
                  <c:v>98.612166999999999</c:v>
                </c:pt>
                <c:pt idx="2853">
                  <c:v>98.49485</c:v>
                </c:pt>
                <c:pt idx="2854">
                  <c:v>98.376755000000003</c:v>
                </c:pt>
                <c:pt idx="2855">
                  <c:v>98.258849999999995</c:v>
                </c:pt>
                <c:pt idx="2856">
                  <c:v>98.143058999999994</c:v>
                </c:pt>
                <c:pt idx="2857">
                  <c:v>98.031066999999993</c:v>
                </c:pt>
                <c:pt idx="2858">
                  <c:v>97.922606999999999</c:v>
                </c:pt>
                <c:pt idx="2859">
                  <c:v>97.816231000000002</c:v>
                </c:pt>
                <c:pt idx="2860">
                  <c:v>97.714416999999997</c:v>
                </c:pt>
                <c:pt idx="2861">
                  <c:v>97.619422999999998</c:v>
                </c:pt>
                <c:pt idx="2862">
                  <c:v>97.529860999999997</c:v>
                </c:pt>
                <c:pt idx="2863">
                  <c:v>97.442222999999998</c:v>
                </c:pt>
                <c:pt idx="2864">
                  <c:v>97.355652000000006</c:v>
                </c:pt>
                <c:pt idx="2865">
                  <c:v>97.271552999999997</c:v>
                </c:pt>
                <c:pt idx="2866">
                  <c:v>97.189796000000001</c:v>
                </c:pt>
                <c:pt idx="2867">
                  <c:v>97.106133</c:v>
                </c:pt>
                <c:pt idx="2868">
                  <c:v>97.018897999999993</c:v>
                </c:pt>
                <c:pt idx="2869">
                  <c:v>96.930672000000001</c:v>
                </c:pt>
                <c:pt idx="2870">
                  <c:v>96.844429000000005</c:v>
                </c:pt>
                <c:pt idx="2871">
                  <c:v>96.759972000000005</c:v>
                </c:pt>
                <c:pt idx="2872">
                  <c:v>96.671233999999998</c:v>
                </c:pt>
                <c:pt idx="2873">
                  <c:v>96.577415000000002</c:v>
                </c:pt>
                <c:pt idx="2874">
                  <c:v>96.480964999999998</c:v>
                </c:pt>
                <c:pt idx="2875">
                  <c:v>96.382462000000004</c:v>
                </c:pt>
                <c:pt idx="2876">
                  <c:v>96.281479000000004</c:v>
                </c:pt>
                <c:pt idx="2877">
                  <c:v>96.180237000000005</c:v>
                </c:pt>
                <c:pt idx="2878">
                  <c:v>96.080573999999999</c:v>
                </c:pt>
                <c:pt idx="2879">
                  <c:v>95.982056</c:v>
                </c:pt>
                <c:pt idx="2880">
                  <c:v>95.883492000000004</c:v>
                </c:pt>
                <c:pt idx="2881">
                  <c:v>95.782623000000001</c:v>
                </c:pt>
                <c:pt idx="2882">
                  <c:v>95.676345999999995</c:v>
                </c:pt>
                <c:pt idx="2883">
                  <c:v>95.56353</c:v>
                </c:pt>
                <c:pt idx="2884">
                  <c:v>95.444076999999993</c:v>
                </c:pt>
                <c:pt idx="2885">
                  <c:v>95.316040000000001</c:v>
                </c:pt>
                <c:pt idx="2886">
                  <c:v>95.177436999999998</c:v>
                </c:pt>
                <c:pt idx="2887">
                  <c:v>95.030181999999996</c:v>
                </c:pt>
                <c:pt idx="2888">
                  <c:v>94.878547999999995</c:v>
                </c:pt>
                <c:pt idx="2889">
                  <c:v>94.723517999999999</c:v>
                </c:pt>
                <c:pt idx="2890">
                  <c:v>94.565781000000001</c:v>
                </c:pt>
                <c:pt idx="2891">
                  <c:v>94.409476999999995</c:v>
                </c:pt>
                <c:pt idx="2892">
                  <c:v>94.257346999999996</c:v>
                </c:pt>
                <c:pt idx="2893">
                  <c:v>94.109131000000005</c:v>
                </c:pt>
                <c:pt idx="2894">
                  <c:v>93.964775000000003</c:v>
                </c:pt>
                <c:pt idx="2895">
                  <c:v>93.822852999999995</c:v>
                </c:pt>
                <c:pt idx="2896">
                  <c:v>93.680533999999994</c:v>
                </c:pt>
                <c:pt idx="2897">
                  <c:v>93.539291000000006</c:v>
                </c:pt>
                <c:pt idx="2898">
                  <c:v>93.402884999999998</c:v>
                </c:pt>
                <c:pt idx="2899">
                  <c:v>93.270988000000003</c:v>
                </c:pt>
                <c:pt idx="2900">
                  <c:v>93.139129999999994</c:v>
                </c:pt>
                <c:pt idx="2901">
                  <c:v>93.005454999999998</c:v>
                </c:pt>
                <c:pt idx="2902">
                  <c:v>92.873131000000001</c:v>
                </c:pt>
                <c:pt idx="2903">
                  <c:v>92.746025000000003</c:v>
                </c:pt>
                <c:pt idx="2904">
                  <c:v>92.626045000000005</c:v>
                </c:pt>
                <c:pt idx="2905">
                  <c:v>92.507507000000004</c:v>
                </c:pt>
                <c:pt idx="2906">
                  <c:v>92.390029999999996</c:v>
                </c:pt>
                <c:pt idx="2907">
                  <c:v>92.273269999999997</c:v>
                </c:pt>
                <c:pt idx="2908">
                  <c:v>92.157248999999993</c:v>
                </c:pt>
                <c:pt idx="2909">
                  <c:v>92.041847000000004</c:v>
                </c:pt>
                <c:pt idx="2910">
                  <c:v>91.923919999999995</c:v>
                </c:pt>
                <c:pt idx="2911">
                  <c:v>91.803191999999996</c:v>
                </c:pt>
                <c:pt idx="2912">
                  <c:v>91.680961999999994</c:v>
                </c:pt>
                <c:pt idx="2913">
                  <c:v>91.559601000000001</c:v>
                </c:pt>
                <c:pt idx="2914">
                  <c:v>91.439751000000001</c:v>
                </c:pt>
                <c:pt idx="2915">
                  <c:v>91.320847000000001</c:v>
                </c:pt>
                <c:pt idx="2916">
                  <c:v>91.203322999999997</c:v>
                </c:pt>
                <c:pt idx="2917">
                  <c:v>91.086333999999994</c:v>
                </c:pt>
                <c:pt idx="2918">
                  <c:v>90.971405000000004</c:v>
                </c:pt>
                <c:pt idx="2919">
                  <c:v>90.858337000000006</c:v>
                </c:pt>
                <c:pt idx="2920">
                  <c:v>90.749176000000006</c:v>
                </c:pt>
                <c:pt idx="2921">
                  <c:v>90.640975999999995</c:v>
                </c:pt>
                <c:pt idx="2922">
                  <c:v>90.526871</c:v>
                </c:pt>
                <c:pt idx="2923">
                  <c:v>90.404640000000001</c:v>
                </c:pt>
                <c:pt idx="2924">
                  <c:v>90.275786999999994</c:v>
                </c:pt>
                <c:pt idx="2925">
                  <c:v>90.144867000000005</c:v>
                </c:pt>
                <c:pt idx="2926">
                  <c:v>90.013701999999995</c:v>
                </c:pt>
                <c:pt idx="2927">
                  <c:v>89.881432000000004</c:v>
                </c:pt>
                <c:pt idx="2928">
                  <c:v>89.748581000000001</c:v>
                </c:pt>
                <c:pt idx="2929">
                  <c:v>89.617012000000003</c:v>
                </c:pt>
                <c:pt idx="2930">
                  <c:v>89.487610000000004</c:v>
                </c:pt>
                <c:pt idx="2931">
                  <c:v>89.361464999999995</c:v>
                </c:pt>
                <c:pt idx="2932">
                  <c:v>89.239609000000002</c:v>
                </c:pt>
                <c:pt idx="2933">
                  <c:v>89.123374999999996</c:v>
                </c:pt>
                <c:pt idx="2934">
                  <c:v>89.010375999999994</c:v>
                </c:pt>
                <c:pt idx="2935">
                  <c:v>88.897514000000001</c:v>
                </c:pt>
                <c:pt idx="2936">
                  <c:v>88.782264999999995</c:v>
                </c:pt>
                <c:pt idx="2937">
                  <c:v>88.665374999999997</c:v>
                </c:pt>
                <c:pt idx="2938">
                  <c:v>88.550072</c:v>
                </c:pt>
                <c:pt idx="2939">
                  <c:v>88.440787999999998</c:v>
                </c:pt>
                <c:pt idx="2940">
                  <c:v>88.33963</c:v>
                </c:pt>
                <c:pt idx="2941">
                  <c:v>88.242644999999996</c:v>
                </c:pt>
                <c:pt idx="2942">
                  <c:v>88.146384999999995</c:v>
                </c:pt>
                <c:pt idx="2943">
                  <c:v>88.049126000000001</c:v>
                </c:pt>
                <c:pt idx="2944">
                  <c:v>87.951706000000001</c:v>
                </c:pt>
                <c:pt idx="2945">
                  <c:v>87.856071</c:v>
                </c:pt>
                <c:pt idx="2946">
                  <c:v>87.761764999999997</c:v>
                </c:pt>
                <c:pt idx="2947">
                  <c:v>87.667854000000005</c:v>
                </c:pt>
                <c:pt idx="2948">
                  <c:v>87.574768000000006</c:v>
                </c:pt>
                <c:pt idx="2949">
                  <c:v>87.482162000000002</c:v>
                </c:pt>
                <c:pt idx="2950">
                  <c:v>87.389281999999994</c:v>
                </c:pt>
                <c:pt idx="2951">
                  <c:v>87.296417000000005</c:v>
                </c:pt>
                <c:pt idx="2952">
                  <c:v>87.205146999999997</c:v>
                </c:pt>
                <c:pt idx="2953">
                  <c:v>87.116028</c:v>
                </c:pt>
                <c:pt idx="2954">
                  <c:v>87.028412000000003</c:v>
                </c:pt>
                <c:pt idx="2955">
                  <c:v>86.942368000000002</c:v>
                </c:pt>
                <c:pt idx="2956">
                  <c:v>86.857521000000006</c:v>
                </c:pt>
                <c:pt idx="2957">
                  <c:v>86.773842000000002</c:v>
                </c:pt>
                <c:pt idx="2958">
                  <c:v>86.691322</c:v>
                </c:pt>
                <c:pt idx="2959">
                  <c:v>86.609656999999999</c:v>
                </c:pt>
                <c:pt idx="2960">
                  <c:v>86.529105999999999</c:v>
                </c:pt>
                <c:pt idx="2961">
                  <c:v>86.449912999999995</c:v>
                </c:pt>
                <c:pt idx="2962">
                  <c:v>86.371971000000002</c:v>
                </c:pt>
                <c:pt idx="2963">
                  <c:v>86.294280999999998</c:v>
                </c:pt>
                <c:pt idx="2964">
                  <c:v>86.217277999999993</c:v>
                </c:pt>
                <c:pt idx="2965">
                  <c:v>86.141907000000003</c:v>
                </c:pt>
                <c:pt idx="2966">
                  <c:v>86.067970000000003</c:v>
                </c:pt>
                <c:pt idx="2967">
                  <c:v>85.994781000000003</c:v>
                </c:pt>
                <c:pt idx="2968">
                  <c:v>85.922545999999997</c:v>
                </c:pt>
                <c:pt idx="2969">
                  <c:v>85.850669999999994</c:v>
                </c:pt>
                <c:pt idx="2970">
                  <c:v>85.780251000000007</c:v>
                </c:pt>
                <c:pt idx="2971">
                  <c:v>85.714080999999993</c:v>
                </c:pt>
                <c:pt idx="2972">
                  <c:v>85.655640000000005</c:v>
                </c:pt>
                <c:pt idx="2973">
                  <c:v>85.605987999999996</c:v>
                </c:pt>
                <c:pt idx="2974">
                  <c:v>85.565948000000006</c:v>
                </c:pt>
                <c:pt idx="2975">
                  <c:v>85.530106000000004</c:v>
                </c:pt>
                <c:pt idx="2976">
                  <c:v>85.491287</c:v>
                </c:pt>
                <c:pt idx="2977">
                  <c:v>85.449562</c:v>
                </c:pt>
                <c:pt idx="2978">
                  <c:v>85.407753</c:v>
                </c:pt>
                <c:pt idx="2979">
                  <c:v>85.372292000000002</c:v>
                </c:pt>
                <c:pt idx="2980">
                  <c:v>85.340774999999994</c:v>
                </c:pt>
                <c:pt idx="2981">
                  <c:v>85.305938999999995</c:v>
                </c:pt>
                <c:pt idx="2982">
                  <c:v>85.304862999999997</c:v>
                </c:pt>
                <c:pt idx="2983">
                  <c:v>85.280868999999996</c:v>
                </c:pt>
                <c:pt idx="2984">
                  <c:v>85.246161999999998</c:v>
                </c:pt>
                <c:pt idx="2985">
                  <c:v>85.208618000000001</c:v>
                </c:pt>
                <c:pt idx="2986">
                  <c:v>85.172470000000004</c:v>
                </c:pt>
                <c:pt idx="2987">
                  <c:v>85.138503999999998</c:v>
                </c:pt>
                <c:pt idx="2988">
                  <c:v>85.102699000000001</c:v>
                </c:pt>
                <c:pt idx="2989">
                  <c:v>85.060158000000001</c:v>
                </c:pt>
                <c:pt idx="2990">
                  <c:v>85.008460999999997</c:v>
                </c:pt>
                <c:pt idx="2991">
                  <c:v>84.948150999999996</c:v>
                </c:pt>
                <c:pt idx="2992">
                  <c:v>84.881637999999995</c:v>
                </c:pt>
                <c:pt idx="2993">
                  <c:v>84.810822000000002</c:v>
                </c:pt>
                <c:pt idx="2994">
                  <c:v>84.735847000000007</c:v>
                </c:pt>
                <c:pt idx="2995">
                  <c:v>84.657486000000006</c:v>
                </c:pt>
                <c:pt idx="2996">
                  <c:v>84.576819999999998</c:v>
                </c:pt>
                <c:pt idx="2997">
                  <c:v>84.495307999999994</c:v>
                </c:pt>
                <c:pt idx="2998">
                  <c:v>84.415749000000005</c:v>
                </c:pt>
                <c:pt idx="2999">
                  <c:v>84.340964999999997</c:v>
                </c:pt>
                <c:pt idx="3000">
                  <c:v>84.270843999999997</c:v>
                </c:pt>
                <c:pt idx="3001">
                  <c:v>84.204223999999996</c:v>
                </c:pt>
                <c:pt idx="3002">
                  <c:v>84.138762999999997</c:v>
                </c:pt>
                <c:pt idx="3003">
                  <c:v>84.072829999999996</c:v>
                </c:pt>
                <c:pt idx="3004">
                  <c:v>84.005629999999996</c:v>
                </c:pt>
                <c:pt idx="3005">
                  <c:v>83.937920000000005</c:v>
                </c:pt>
                <c:pt idx="3006">
                  <c:v>83.866973999999999</c:v>
                </c:pt>
                <c:pt idx="3007">
                  <c:v>83.793426999999994</c:v>
                </c:pt>
                <c:pt idx="3008">
                  <c:v>83.721305999999998</c:v>
                </c:pt>
                <c:pt idx="3009">
                  <c:v>83.653037999999995</c:v>
                </c:pt>
                <c:pt idx="3010">
                  <c:v>83.587990000000005</c:v>
                </c:pt>
                <c:pt idx="3011">
                  <c:v>83.523574999999994</c:v>
                </c:pt>
                <c:pt idx="3012">
                  <c:v>83.450134000000006</c:v>
                </c:pt>
                <c:pt idx="3013">
                  <c:v>83.370238999999998</c:v>
                </c:pt>
                <c:pt idx="3014">
                  <c:v>83.290244999999999</c:v>
                </c:pt>
                <c:pt idx="3015">
                  <c:v>83.213936000000004</c:v>
                </c:pt>
                <c:pt idx="3016">
                  <c:v>83.170203999999998</c:v>
                </c:pt>
                <c:pt idx="3017">
                  <c:v>83.161788999999999</c:v>
                </c:pt>
                <c:pt idx="3018">
                  <c:v>83.166060999999999</c:v>
                </c:pt>
                <c:pt idx="3019">
                  <c:v>83.169487000000004</c:v>
                </c:pt>
                <c:pt idx="3020">
                  <c:v>83.164696000000006</c:v>
                </c:pt>
                <c:pt idx="3021">
                  <c:v>83.154182000000006</c:v>
                </c:pt>
                <c:pt idx="3022">
                  <c:v>83.139129999999994</c:v>
                </c:pt>
                <c:pt idx="3023">
                  <c:v>83.122733999999994</c:v>
                </c:pt>
                <c:pt idx="3024">
                  <c:v>83.105057000000002</c:v>
                </c:pt>
                <c:pt idx="3025">
                  <c:v>83.086455999999998</c:v>
                </c:pt>
                <c:pt idx="3026">
                  <c:v>83.066237999999998</c:v>
                </c:pt>
                <c:pt idx="3027">
                  <c:v>83.044510000000002</c:v>
                </c:pt>
                <c:pt idx="3028">
                  <c:v>83.022155999999995</c:v>
                </c:pt>
                <c:pt idx="3029">
                  <c:v>82.999420000000001</c:v>
                </c:pt>
                <c:pt idx="3030">
                  <c:v>82.976851999999994</c:v>
                </c:pt>
                <c:pt idx="3031">
                  <c:v>82.954505999999995</c:v>
                </c:pt>
                <c:pt idx="3032">
                  <c:v>82.930808999999996</c:v>
                </c:pt>
                <c:pt idx="3033">
                  <c:v>82.905983000000006</c:v>
                </c:pt>
                <c:pt idx="3034">
                  <c:v>82.881348000000003</c:v>
                </c:pt>
                <c:pt idx="3035">
                  <c:v>82.857758000000004</c:v>
                </c:pt>
                <c:pt idx="3036">
                  <c:v>82.834464999999994</c:v>
                </c:pt>
                <c:pt idx="3037">
                  <c:v>82.811508000000003</c:v>
                </c:pt>
                <c:pt idx="3038">
                  <c:v>82.788741999999999</c:v>
                </c:pt>
                <c:pt idx="3039">
                  <c:v>82.764915000000002</c:v>
                </c:pt>
                <c:pt idx="3040">
                  <c:v>82.738410999999999</c:v>
                </c:pt>
                <c:pt idx="3041">
                  <c:v>82.706649999999996</c:v>
                </c:pt>
                <c:pt idx="3042">
                  <c:v>82.666945999999996</c:v>
                </c:pt>
                <c:pt idx="3043">
                  <c:v>82.620215999999999</c:v>
                </c:pt>
                <c:pt idx="3044">
                  <c:v>82.570992000000004</c:v>
                </c:pt>
                <c:pt idx="3045">
                  <c:v>82.521064999999993</c:v>
                </c:pt>
                <c:pt idx="3046">
                  <c:v>82.473442000000006</c:v>
                </c:pt>
                <c:pt idx="3047">
                  <c:v>82.424178999999995</c:v>
                </c:pt>
                <c:pt idx="3048">
                  <c:v>82.371384000000006</c:v>
                </c:pt>
                <c:pt idx="3049">
                  <c:v>82.313598999999996</c:v>
                </c:pt>
                <c:pt idx="3050">
                  <c:v>82.248588999999996</c:v>
                </c:pt>
                <c:pt idx="3051">
                  <c:v>82.173552999999998</c:v>
                </c:pt>
                <c:pt idx="3052">
                  <c:v>82.089873999999995</c:v>
                </c:pt>
                <c:pt idx="3053">
                  <c:v>82.002525000000006</c:v>
                </c:pt>
                <c:pt idx="3054">
                  <c:v>81.912589999999994</c:v>
                </c:pt>
                <c:pt idx="3055">
                  <c:v>81.823029000000005</c:v>
                </c:pt>
                <c:pt idx="3056">
                  <c:v>81.734961999999996</c:v>
                </c:pt>
                <c:pt idx="3057">
                  <c:v>81.647942</c:v>
                </c:pt>
                <c:pt idx="3058">
                  <c:v>81.562904000000003</c:v>
                </c:pt>
                <c:pt idx="3059">
                  <c:v>81.481269999999995</c:v>
                </c:pt>
                <c:pt idx="3060">
                  <c:v>81.404929999999993</c:v>
                </c:pt>
                <c:pt idx="3061">
                  <c:v>81.333877999999999</c:v>
                </c:pt>
                <c:pt idx="3062">
                  <c:v>81.263000000000005</c:v>
                </c:pt>
                <c:pt idx="3063">
                  <c:v>81.188141000000002</c:v>
                </c:pt>
                <c:pt idx="3064">
                  <c:v>81.108337000000006</c:v>
                </c:pt>
                <c:pt idx="3065">
                  <c:v>81.027602999999999</c:v>
                </c:pt>
                <c:pt idx="3066">
                  <c:v>80.947875999999994</c:v>
                </c:pt>
                <c:pt idx="3067">
                  <c:v>80.875609999999995</c:v>
                </c:pt>
                <c:pt idx="3068">
                  <c:v>80.812042000000005</c:v>
                </c:pt>
                <c:pt idx="3069">
                  <c:v>80.754463000000001</c:v>
                </c:pt>
                <c:pt idx="3070">
                  <c:v>80.701035000000005</c:v>
                </c:pt>
                <c:pt idx="3071">
                  <c:v>80.651320999999996</c:v>
                </c:pt>
                <c:pt idx="3072">
                  <c:v>80.603531000000004</c:v>
                </c:pt>
                <c:pt idx="3073">
                  <c:v>80.559562999999997</c:v>
                </c:pt>
                <c:pt idx="3074">
                  <c:v>80.521355</c:v>
                </c:pt>
                <c:pt idx="3075">
                  <c:v>80.486464999999995</c:v>
                </c:pt>
                <c:pt idx="3076">
                  <c:v>80.451697999999993</c:v>
                </c:pt>
                <c:pt idx="3077">
                  <c:v>80.415665000000004</c:v>
                </c:pt>
                <c:pt idx="3078">
                  <c:v>80.378615999999994</c:v>
                </c:pt>
                <c:pt idx="3079">
                  <c:v>80.342308000000003</c:v>
                </c:pt>
                <c:pt idx="3080">
                  <c:v>80.307868999999997</c:v>
                </c:pt>
                <c:pt idx="3081">
                  <c:v>80.274628000000007</c:v>
                </c:pt>
                <c:pt idx="3082">
                  <c:v>80.242301999999995</c:v>
                </c:pt>
                <c:pt idx="3083">
                  <c:v>80.210708999999994</c:v>
                </c:pt>
                <c:pt idx="3084">
                  <c:v>80.179237000000001</c:v>
                </c:pt>
                <c:pt idx="3085">
                  <c:v>80.147323999999998</c:v>
                </c:pt>
                <c:pt idx="3086">
                  <c:v>80.114647000000005</c:v>
                </c:pt>
                <c:pt idx="3087">
                  <c:v>80.080933000000002</c:v>
                </c:pt>
                <c:pt idx="3088">
                  <c:v>80.046631000000005</c:v>
                </c:pt>
                <c:pt idx="3089">
                  <c:v>80.010536000000002</c:v>
                </c:pt>
                <c:pt idx="3090">
                  <c:v>79.972160000000002</c:v>
                </c:pt>
                <c:pt idx="3091">
                  <c:v>79.934471000000002</c:v>
                </c:pt>
                <c:pt idx="3092">
                  <c:v>79.898124999999993</c:v>
                </c:pt>
                <c:pt idx="3093">
                  <c:v>79.859283000000005</c:v>
                </c:pt>
                <c:pt idx="3094">
                  <c:v>79.816817999999998</c:v>
                </c:pt>
                <c:pt idx="3095">
                  <c:v>79.773560000000003</c:v>
                </c:pt>
                <c:pt idx="3096">
                  <c:v>79.731232000000006</c:v>
                </c:pt>
                <c:pt idx="3097">
                  <c:v>79.691208000000003</c:v>
                </c:pt>
                <c:pt idx="3098">
                  <c:v>79.655654999999996</c:v>
                </c:pt>
                <c:pt idx="3099">
                  <c:v>79.622992999999994</c:v>
                </c:pt>
                <c:pt idx="3100">
                  <c:v>79.589302000000004</c:v>
                </c:pt>
                <c:pt idx="3101">
                  <c:v>79.552093999999997</c:v>
                </c:pt>
                <c:pt idx="3102">
                  <c:v>79.512855999999999</c:v>
                </c:pt>
                <c:pt idx="3103">
                  <c:v>79.474959999999996</c:v>
                </c:pt>
                <c:pt idx="3104">
                  <c:v>79.439407000000003</c:v>
                </c:pt>
                <c:pt idx="3105">
                  <c:v>79.405288999999996</c:v>
                </c:pt>
                <c:pt idx="3106">
                  <c:v>79.371864000000002</c:v>
                </c:pt>
                <c:pt idx="3107">
                  <c:v>79.339600000000004</c:v>
                </c:pt>
                <c:pt idx="3108">
                  <c:v>79.308791999999997</c:v>
                </c:pt>
                <c:pt idx="3109">
                  <c:v>79.278060999999994</c:v>
                </c:pt>
                <c:pt idx="3110">
                  <c:v>79.246978999999996</c:v>
                </c:pt>
                <c:pt idx="3111">
                  <c:v>79.216339000000005</c:v>
                </c:pt>
                <c:pt idx="3112">
                  <c:v>79.187042000000005</c:v>
                </c:pt>
                <c:pt idx="3113">
                  <c:v>79.158874999999995</c:v>
                </c:pt>
                <c:pt idx="3114">
                  <c:v>79.131789999999995</c:v>
                </c:pt>
                <c:pt idx="3115">
                  <c:v>79.105759000000006</c:v>
                </c:pt>
                <c:pt idx="3116">
                  <c:v>79.079787999999994</c:v>
                </c:pt>
                <c:pt idx="3117">
                  <c:v>79.052932999999996</c:v>
                </c:pt>
                <c:pt idx="3118">
                  <c:v>79.025452000000001</c:v>
                </c:pt>
                <c:pt idx="3119">
                  <c:v>78.998008999999996</c:v>
                </c:pt>
                <c:pt idx="3120">
                  <c:v>78.970528000000002</c:v>
                </c:pt>
                <c:pt idx="3121">
                  <c:v>78.94162</c:v>
                </c:pt>
                <c:pt idx="3122">
                  <c:v>78.910988000000003</c:v>
                </c:pt>
                <c:pt idx="3123">
                  <c:v>78.879097000000002</c:v>
                </c:pt>
                <c:pt idx="3124">
                  <c:v>78.844397999999998</c:v>
                </c:pt>
                <c:pt idx="3125">
                  <c:v>78.808395000000004</c:v>
                </c:pt>
                <c:pt idx="3126">
                  <c:v>78.768508999999995</c:v>
                </c:pt>
                <c:pt idx="3127">
                  <c:v>78.723167000000004</c:v>
                </c:pt>
                <c:pt idx="3128">
                  <c:v>78.673653000000002</c:v>
                </c:pt>
                <c:pt idx="3129">
                  <c:v>78.622382999999999</c:v>
                </c:pt>
                <c:pt idx="3130">
                  <c:v>78.569710000000001</c:v>
                </c:pt>
                <c:pt idx="3131">
                  <c:v>78.510231000000005</c:v>
                </c:pt>
                <c:pt idx="3132">
                  <c:v>78.437973</c:v>
                </c:pt>
                <c:pt idx="3133">
                  <c:v>78.353904999999997</c:v>
                </c:pt>
                <c:pt idx="3134">
                  <c:v>78.266463999999999</c:v>
                </c:pt>
                <c:pt idx="3135">
                  <c:v>78.174225000000007</c:v>
                </c:pt>
                <c:pt idx="3136">
                  <c:v>78.079093999999998</c:v>
                </c:pt>
                <c:pt idx="3137">
                  <c:v>77.983779999999996</c:v>
                </c:pt>
                <c:pt idx="3138">
                  <c:v>77.888030999999998</c:v>
                </c:pt>
                <c:pt idx="3139">
                  <c:v>77.791916000000001</c:v>
                </c:pt>
                <c:pt idx="3140">
                  <c:v>77.696526000000006</c:v>
                </c:pt>
                <c:pt idx="3141">
                  <c:v>77.602249</c:v>
                </c:pt>
                <c:pt idx="3142">
                  <c:v>77.509658999999999</c:v>
                </c:pt>
                <c:pt idx="3143">
                  <c:v>77.423698000000002</c:v>
                </c:pt>
                <c:pt idx="3144">
                  <c:v>77.344727000000006</c:v>
                </c:pt>
                <c:pt idx="3145">
                  <c:v>77.263817000000003</c:v>
                </c:pt>
                <c:pt idx="3146">
                  <c:v>77.175217000000004</c:v>
                </c:pt>
                <c:pt idx="3147">
                  <c:v>77.083008000000007</c:v>
                </c:pt>
                <c:pt idx="3148">
                  <c:v>76.990746000000001</c:v>
                </c:pt>
                <c:pt idx="3149">
                  <c:v>76.898658999999995</c:v>
                </c:pt>
                <c:pt idx="3150">
                  <c:v>76.807449000000005</c:v>
                </c:pt>
                <c:pt idx="3151">
                  <c:v>76.717262000000005</c:v>
                </c:pt>
                <c:pt idx="3152">
                  <c:v>76.627426</c:v>
                </c:pt>
                <c:pt idx="3153">
                  <c:v>76.540588</c:v>
                </c:pt>
                <c:pt idx="3154">
                  <c:v>76.464302000000004</c:v>
                </c:pt>
                <c:pt idx="3155">
                  <c:v>76.398696999999999</c:v>
                </c:pt>
                <c:pt idx="3156">
                  <c:v>76.331451000000001</c:v>
                </c:pt>
                <c:pt idx="3157">
                  <c:v>76.256798000000003</c:v>
                </c:pt>
                <c:pt idx="3158">
                  <c:v>76.179931999999994</c:v>
                </c:pt>
                <c:pt idx="3159">
                  <c:v>76.108329999999995</c:v>
                </c:pt>
                <c:pt idx="3160">
                  <c:v>76.042755</c:v>
                </c:pt>
                <c:pt idx="3161">
                  <c:v>75.978461999999993</c:v>
                </c:pt>
                <c:pt idx="3162">
                  <c:v>75.914101000000002</c:v>
                </c:pt>
                <c:pt idx="3163">
                  <c:v>75.850998000000004</c:v>
                </c:pt>
                <c:pt idx="3164">
                  <c:v>75.788498000000004</c:v>
                </c:pt>
                <c:pt idx="3165">
                  <c:v>75.726128000000003</c:v>
                </c:pt>
                <c:pt idx="3166">
                  <c:v>75.665099999999995</c:v>
                </c:pt>
                <c:pt idx="3167">
                  <c:v>75.603843999999995</c:v>
                </c:pt>
                <c:pt idx="3168">
                  <c:v>75.538773000000006</c:v>
                </c:pt>
                <c:pt idx="3169">
                  <c:v>75.466971999999998</c:v>
                </c:pt>
                <c:pt idx="3170">
                  <c:v>75.384827000000001</c:v>
                </c:pt>
                <c:pt idx="3171">
                  <c:v>75.298942999999994</c:v>
                </c:pt>
                <c:pt idx="3172">
                  <c:v>75.214118999999997</c:v>
                </c:pt>
                <c:pt idx="3173">
                  <c:v>75.137375000000006</c:v>
                </c:pt>
                <c:pt idx="3174">
                  <c:v>75.075905000000006</c:v>
                </c:pt>
                <c:pt idx="3175">
                  <c:v>75.027946</c:v>
                </c:pt>
                <c:pt idx="3176">
                  <c:v>74.982292000000001</c:v>
                </c:pt>
                <c:pt idx="3177">
                  <c:v>74.932952999999998</c:v>
                </c:pt>
                <c:pt idx="3178">
                  <c:v>74.879692000000006</c:v>
                </c:pt>
                <c:pt idx="3179">
                  <c:v>74.822815000000006</c:v>
                </c:pt>
                <c:pt idx="3180">
                  <c:v>74.763367000000002</c:v>
                </c:pt>
                <c:pt idx="3181">
                  <c:v>74.705016999999998</c:v>
                </c:pt>
                <c:pt idx="3182">
                  <c:v>74.649612000000005</c:v>
                </c:pt>
                <c:pt idx="3183">
                  <c:v>74.600273000000001</c:v>
                </c:pt>
                <c:pt idx="3184">
                  <c:v>74.559905999999998</c:v>
                </c:pt>
                <c:pt idx="3185">
                  <c:v>74.525711000000001</c:v>
                </c:pt>
                <c:pt idx="3186">
                  <c:v>74.495925999999997</c:v>
                </c:pt>
                <c:pt idx="3187">
                  <c:v>74.465935000000002</c:v>
                </c:pt>
                <c:pt idx="3188">
                  <c:v>74.432158999999999</c:v>
                </c:pt>
                <c:pt idx="3189">
                  <c:v>74.389999000000003</c:v>
                </c:pt>
                <c:pt idx="3190">
                  <c:v>74.340819999999994</c:v>
                </c:pt>
                <c:pt idx="3191">
                  <c:v>74.288216000000006</c:v>
                </c:pt>
                <c:pt idx="3192">
                  <c:v>74.239318999999995</c:v>
                </c:pt>
                <c:pt idx="3193">
                  <c:v>74.194710000000001</c:v>
                </c:pt>
                <c:pt idx="3194">
                  <c:v>74.1511</c:v>
                </c:pt>
                <c:pt idx="3195">
                  <c:v>74.106009999999998</c:v>
                </c:pt>
                <c:pt idx="3196">
                  <c:v>74.061035000000004</c:v>
                </c:pt>
                <c:pt idx="3197">
                  <c:v>74.017059000000003</c:v>
                </c:pt>
                <c:pt idx="3198">
                  <c:v>73.973015000000004</c:v>
                </c:pt>
                <c:pt idx="3199">
                  <c:v>73.926826000000005</c:v>
                </c:pt>
                <c:pt idx="3200">
                  <c:v>73.876671000000002</c:v>
                </c:pt>
                <c:pt idx="3201">
                  <c:v>73.822104999999993</c:v>
                </c:pt>
                <c:pt idx="3202">
                  <c:v>73.765456999999998</c:v>
                </c:pt>
                <c:pt idx="3203">
                  <c:v>73.709350999999998</c:v>
                </c:pt>
                <c:pt idx="3204">
                  <c:v>73.654151999999996</c:v>
                </c:pt>
                <c:pt idx="3205">
                  <c:v>73.599654999999998</c:v>
                </c:pt>
                <c:pt idx="3206">
                  <c:v>73.551544000000007</c:v>
                </c:pt>
                <c:pt idx="3207">
                  <c:v>73.509056000000001</c:v>
                </c:pt>
                <c:pt idx="3208">
                  <c:v>73.472115000000002</c:v>
                </c:pt>
                <c:pt idx="3209">
                  <c:v>73.431258999999997</c:v>
                </c:pt>
                <c:pt idx="3210">
                  <c:v>73.383560000000003</c:v>
                </c:pt>
                <c:pt idx="3211">
                  <c:v>73.329857000000004</c:v>
                </c:pt>
                <c:pt idx="3212">
                  <c:v>73.274901999999997</c:v>
                </c:pt>
                <c:pt idx="3213">
                  <c:v>73.219025000000002</c:v>
                </c:pt>
                <c:pt idx="3214">
                  <c:v>73.161643999999995</c:v>
                </c:pt>
                <c:pt idx="3215">
                  <c:v>73.095032000000003</c:v>
                </c:pt>
                <c:pt idx="3216">
                  <c:v>73.017837999999998</c:v>
                </c:pt>
                <c:pt idx="3217">
                  <c:v>72.938911000000004</c:v>
                </c:pt>
                <c:pt idx="3218">
                  <c:v>72.860550000000003</c:v>
                </c:pt>
                <c:pt idx="3219">
                  <c:v>72.783028000000002</c:v>
                </c:pt>
                <c:pt idx="3220">
                  <c:v>72.711417999999995</c:v>
                </c:pt>
                <c:pt idx="3221">
                  <c:v>72.651093000000003</c:v>
                </c:pt>
                <c:pt idx="3222">
                  <c:v>72.600966999999997</c:v>
                </c:pt>
                <c:pt idx="3223">
                  <c:v>72.560401999999996</c:v>
                </c:pt>
                <c:pt idx="3224">
                  <c:v>72.527473000000001</c:v>
                </c:pt>
                <c:pt idx="3225">
                  <c:v>72.501266000000001</c:v>
                </c:pt>
                <c:pt idx="3226">
                  <c:v>72.478431999999998</c:v>
                </c:pt>
                <c:pt idx="3227">
                  <c:v>72.456749000000002</c:v>
                </c:pt>
                <c:pt idx="3228">
                  <c:v>72.434798999999998</c:v>
                </c:pt>
                <c:pt idx="3229">
                  <c:v>72.412955999999994</c:v>
                </c:pt>
                <c:pt idx="3230">
                  <c:v>72.391693000000004</c:v>
                </c:pt>
                <c:pt idx="3231">
                  <c:v>72.369370000000004</c:v>
                </c:pt>
                <c:pt idx="3232">
                  <c:v>72.345817999999994</c:v>
                </c:pt>
                <c:pt idx="3233">
                  <c:v>72.322556000000006</c:v>
                </c:pt>
                <c:pt idx="3234">
                  <c:v>72.300407000000007</c:v>
                </c:pt>
                <c:pt idx="3235">
                  <c:v>72.277855000000002</c:v>
                </c:pt>
                <c:pt idx="3236">
                  <c:v>72.256653</c:v>
                </c:pt>
                <c:pt idx="3237">
                  <c:v>72.236946000000003</c:v>
                </c:pt>
                <c:pt idx="3238">
                  <c:v>72.217262000000005</c:v>
                </c:pt>
                <c:pt idx="3239">
                  <c:v>72.198158000000006</c:v>
                </c:pt>
                <c:pt idx="3240">
                  <c:v>72.179221999999996</c:v>
                </c:pt>
                <c:pt idx="3241">
                  <c:v>72.160408000000004</c:v>
                </c:pt>
                <c:pt idx="3242">
                  <c:v>72.141289</c:v>
                </c:pt>
                <c:pt idx="3243">
                  <c:v>72.121573999999995</c:v>
                </c:pt>
                <c:pt idx="3244">
                  <c:v>72.100966999999997</c:v>
                </c:pt>
                <c:pt idx="3245">
                  <c:v>72.080391000000006</c:v>
                </c:pt>
                <c:pt idx="3246">
                  <c:v>72.057495000000003</c:v>
                </c:pt>
                <c:pt idx="3247">
                  <c:v>72.031143</c:v>
                </c:pt>
                <c:pt idx="3248">
                  <c:v>72.002037000000001</c:v>
                </c:pt>
                <c:pt idx="3249">
                  <c:v>71.97287</c:v>
                </c:pt>
                <c:pt idx="3250">
                  <c:v>71.945815999999994</c:v>
                </c:pt>
                <c:pt idx="3251">
                  <c:v>71.918884000000006</c:v>
                </c:pt>
                <c:pt idx="3252">
                  <c:v>71.886841000000004</c:v>
                </c:pt>
                <c:pt idx="3253">
                  <c:v>71.849007</c:v>
                </c:pt>
                <c:pt idx="3254">
                  <c:v>71.811890000000005</c:v>
                </c:pt>
                <c:pt idx="3255">
                  <c:v>71.779655000000005</c:v>
                </c:pt>
                <c:pt idx="3256">
                  <c:v>71.747283999999993</c:v>
                </c:pt>
                <c:pt idx="3257">
                  <c:v>71.714568999999997</c:v>
                </c:pt>
                <c:pt idx="3258">
                  <c:v>71.684494000000001</c:v>
                </c:pt>
                <c:pt idx="3259">
                  <c:v>71.659392999999994</c:v>
                </c:pt>
                <c:pt idx="3260">
                  <c:v>71.634765999999999</c:v>
                </c:pt>
                <c:pt idx="3261">
                  <c:v>71.606255000000004</c:v>
                </c:pt>
                <c:pt idx="3262">
                  <c:v>71.575928000000005</c:v>
                </c:pt>
                <c:pt idx="3263">
                  <c:v>71.542877000000004</c:v>
                </c:pt>
                <c:pt idx="3264">
                  <c:v>71.508087000000003</c:v>
                </c:pt>
                <c:pt idx="3265">
                  <c:v>71.474579000000006</c:v>
                </c:pt>
                <c:pt idx="3266">
                  <c:v>71.438773999999995</c:v>
                </c:pt>
                <c:pt idx="3267">
                  <c:v>71.397330999999994</c:v>
                </c:pt>
                <c:pt idx="3268">
                  <c:v>71.353935000000007</c:v>
                </c:pt>
                <c:pt idx="3269">
                  <c:v>71.313202000000004</c:v>
                </c:pt>
                <c:pt idx="3270">
                  <c:v>71.271705999999995</c:v>
                </c:pt>
                <c:pt idx="3271">
                  <c:v>71.225700000000003</c:v>
                </c:pt>
                <c:pt idx="3272">
                  <c:v>71.175719999999998</c:v>
                </c:pt>
                <c:pt idx="3273">
                  <c:v>71.123206999999994</c:v>
                </c:pt>
                <c:pt idx="3274">
                  <c:v>71.068123</c:v>
                </c:pt>
                <c:pt idx="3275">
                  <c:v>71.011168999999995</c:v>
                </c:pt>
                <c:pt idx="3276">
                  <c:v>70.960442</c:v>
                </c:pt>
                <c:pt idx="3277">
                  <c:v>70.922950999999998</c:v>
                </c:pt>
                <c:pt idx="3278">
                  <c:v>70.884940999999998</c:v>
                </c:pt>
                <c:pt idx="3279">
                  <c:v>70.839211000000006</c:v>
                </c:pt>
                <c:pt idx="3280">
                  <c:v>70.786102</c:v>
                </c:pt>
                <c:pt idx="3281">
                  <c:v>70.735373999999993</c:v>
                </c:pt>
                <c:pt idx="3282">
                  <c:v>70.688430999999994</c:v>
                </c:pt>
                <c:pt idx="3283">
                  <c:v>70.648330999999999</c:v>
                </c:pt>
                <c:pt idx="3284">
                  <c:v>70.609870999999998</c:v>
                </c:pt>
                <c:pt idx="3285">
                  <c:v>70.569282999999999</c:v>
                </c:pt>
                <c:pt idx="3286">
                  <c:v>70.530434</c:v>
                </c:pt>
                <c:pt idx="3287">
                  <c:v>70.494225</c:v>
                </c:pt>
                <c:pt idx="3288">
                  <c:v>70.456260999999998</c:v>
                </c:pt>
                <c:pt idx="3289">
                  <c:v>70.414230000000003</c:v>
                </c:pt>
                <c:pt idx="3290">
                  <c:v>70.371291999999997</c:v>
                </c:pt>
                <c:pt idx="3291">
                  <c:v>70.330719000000002</c:v>
                </c:pt>
                <c:pt idx="3292">
                  <c:v>70.295685000000006</c:v>
                </c:pt>
                <c:pt idx="3293">
                  <c:v>70.265822999999997</c:v>
                </c:pt>
                <c:pt idx="3294">
                  <c:v>70.233551000000006</c:v>
                </c:pt>
                <c:pt idx="3295">
                  <c:v>70.195342999999994</c:v>
                </c:pt>
                <c:pt idx="3296">
                  <c:v>70.152801999999994</c:v>
                </c:pt>
                <c:pt idx="3297">
                  <c:v>70.108001999999999</c:v>
                </c:pt>
                <c:pt idx="3298">
                  <c:v>70.058784000000003</c:v>
                </c:pt>
                <c:pt idx="3299">
                  <c:v>70.005309999999994</c:v>
                </c:pt>
                <c:pt idx="3300">
                  <c:v>69.949554000000006</c:v>
                </c:pt>
                <c:pt idx="3301">
                  <c:v>69.892798999999997</c:v>
                </c:pt>
                <c:pt idx="3302">
                  <c:v>69.836074999999994</c:v>
                </c:pt>
                <c:pt idx="3303">
                  <c:v>69.779015000000001</c:v>
                </c:pt>
                <c:pt idx="3304">
                  <c:v>69.721367000000001</c:v>
                </c:pt>
                <c:pt idx="3305">
                  <c:v>69.662941000000004</c:v>
                </c:pt>
                <c:pt idx="3306">
                  <c:v>69.605057000000002</c:v>
                </c:pt>
                <c:pt idx="3307">
                  <c:v>69.560753000000005</c:v>
                </c:pt>
                <c:pt idx="3308">
                  <c:v>69.527771000000001</c:v>
                </c:pt>
                <c:pt idx="3309">
                  <c:v>69.511809999999997</c:v>
                </c:pt>
                <c:pt idx="3310">
                  <c:v>69.497253000000001</c:v>
                </c:pt>
                <c:pt idx="3311">
                  <c:v>69.483565999999996</c:v>
                </c:pt>
                <c:pt idx="3312">
                  <c:v>69.471969999999999</c:v>
                </c:pt>
                <c:pt idx="3313">
                  <c:v>69.461624</c:v>
                </c:pt>
                <c:pt idx="3314">
                  <c:v>69.450362999999996</c:v>
                </c:pt>
                <c:pt idx="3315">
                  <c:v>69.440033</c:v>
                </c:pt>
                <c:pt idx="3316">
                  <c:v>69.432250999999994</c:v>
                </c:pt>
                <c:pt idx="3317">
                  <c:v>69.427222999999998</c:v>
                </c:pt>
                <c:pt idx="3318">
                  <c:v>69.429862999999997</c:v>
                </c:pt>
                <c:pt idx="3319">
                  <c:v>69.432404000000005</c:v>
                </c:pt>
                <c:pt idx="3320">
                  <c:v>69.433762000000002</c:v>
                </c:pt>
                <c:pt idx="3321">
                  <c:v>69.434380000000004</c:v>
                </c:pt>
                <c:pt idx="3322">
                  <c:v>69.434258</c:v>
                </c:pt>
                <c:pt idx="3323">
                  <c:v>69.433593999999999</c:v>
                </c:pt>
                <c:pt idx="3324">
                  <c:v>69.432686000000004</c:v>
                </c:pt>
                <c:pt idx="3325">
                  <c:v>69.431656000000004</c:v>
                </c:pt>
                <c:pt idx="3326">
                  <c:v>69.430649000000003</c:v>
                </c:pt>
                <c:pt idx="3327">
                  <c:v>69.429558</c:v>
                </c:pt>
                <c:pt idx="3328">
                  <c:v>69.428489999999996</c:v>
                </c:pt>
                <c:pt idx="3329">
                  <c:v>69.427588999999998</c:v>
                </c:pt>
                <c:pt idx="3330">
                  <c:v>69.426772999999997</c:v>
                </c:pt>
                <c:pt idx="3331">
                  <c:v>69.426063999999997</c:v>
                </c:pt>
                <c:pt idx="3332">
                  <c:v>69.425376999999997</c:v>
                </c:pt>
                <c:pt idx="3333">
                  <c:v>69.424767000000003</c:v>
                </c:pt>
                <c:pt idx="3334">
                  <c:v>69.424294000000003</c:v>
                </c:pt>
                <c:pt idx="3335">
                  <c:v>69.423835999999994</c:v>
                </c:pt>
                <c:pt idx="3336">
                  <c:v>69.423423999999997</c:v>
                </c:pt>
                <c:pt idx="3337">
                  <c:v>69.423073000000002</c:v>
                </c:pt>
                <c:pt idx="3338">
                  <c:v>69.422836000000004</c:v>
                </c:pt>
                <c:pt idx="3339">
                  <c:v>69.422675999999996</c:v>
                </c:pt>
                <c:pt idx="3340">
                  <c:v>69.422646</c:v>
                </c:pt>
                <c:pt idx="3341">
                  <c:v>69.422454999999999</c:v>
                </c:pt>
                <c:pt idx="3342">
                  <c:v>69.422066000000001</c:v>
                </c:pt>
                <c:pt idx="3343">
                  <c:v>69.421576999999999</c:v>
                </c:pt>
                <c:pt idx="3344">
                  <c:v>69.420815000000005</c:v>
                </c:pt>
                <c:pt idx="3345">
                  <c:v>69.419846000000007</c:v>
                </c:pt>
                <c:pt idx="3346">
                  <c:v>69.418357999999998</c:v>
                </c:pt>
                <c:pt idx="3347">
                  <c:v>69.416579999999996</c:v>
                </c:pt>
                <c:pt idx="3348">
                  <c:v>69.414687999999998</c:v>
                </c:pt>
                <c:pt idx="3349">
                  <c:v>69.412627999999998</c:v>
                </c:pt>
                <c:pt idx="3350">
                  <c:v>69.410606000000001</c:v>
                </c:pt>
                <c:pt idx="3351">
                  <c:v>69.408744999999996</c:v>
                </c:pt>
                <c:pt idx="3352">
                  <c:v>69.406814999999995</c:v>
                </c:pt>
                <c:pt idx="3353">
                  <c:v>69.405212000000006</c:v>
                </c:pt>
                <c:pt idx="3354">
                  <c:v>69.403510999999995</c:v>
                </c:pt>
                <c:pt idx="3355">
                  <c:v>69.401741000000001</c:v>
                </c:pt>
                <c:pt idx="3356">
                  <c:v>69.399994000000007</c:v>
                </c:pt>
                <c:pt idx="3357">
                  <c:v>69.398589999999999</c:v>
                </c:pt>
                <c:pt idx="3358">
                  <c:v>69.397178999999994</c:v>
                </c:pt>
                <c:pt idx="3359">
                  <c:v>69.396193999999994</c:v>
                </c:pt>
                <c:pt idx="3360">
                  <c:v>69.394729999999996</c:v>
                </c:pt>
                <c:pt idx="3361">
                  <c:v>69.393585000000002</c:v>
                </c:pt>
                <c:pt idx="3362">
                  <c:v>69.392493999999999</c:v>
                </c:pt>
                <c:pt idx="3363">
                  <c:v>69.391036999999997</c:v>
                </c:pt>
                <c:pt idx="3364">
                  <c:v>69.389472999999995</c:v>
                </c:pt>
                <c:pt idx="3365">
                  <c:v>69.388114999999999</c:v>
                </c:pt>
                <c:pt idx="3366">
                  <c:v>69.386771999999993</c:v>
                </c:pt>
                <c:pt idx="3367">
                  <c:v>69.385681000000005</c:v>
                </c:pt>
                <c:pt idx="3368">
                  <c:v>69.384583000000006</c:v>
                </c:pt>
                <c:pt idx="3369">
                  <c:v>69.383369000000002</c:v>
                </c:pt>
                <c:pt idx="3370">
                  <c:v>69.382362000000001</c:v>
                </c:pt>
                <c:pt idx="3371">
                  <c:v>69.381172000000007</c:v>
                </c:pt>
                <c:pt idx="3372">
                  <c:v>69.379852</c:v>
                </c:pt>
                <c:pt idx="3373">
                  <c:v>69.378349</c:v>
                </c:pt>
                <c:pt idx="3374">
                  <c:v>69.376801</c:v>
                </c:pt>
                <c:pt idx="3375">
                  <c:v>69.375174999999999</c:v>
                </c:pt>
                <c:pt idx="3376">
                  <c:v>69.373619000000005</c:v>
                </c:pt>
                <c:pt idx="3377">
                  <c:v>69.371727000000007</c:v>
                </c:pt>
                <c:pt idx="3378">
                  <c:v>69.370232000000001</c:v>
                </c:pt>
                <c:pt idx="3379">
                  <c:v>69.368576000000004</c:v>
                </c:pt>
                <c:pt idx="3380">
                  <c:v>69.366912999999997</c:v>
                </c:pt>
                <c:pt idx="3381">
                  <c:v>69.365143000000003</c:v>
                </c:pt>
                <c:pt idx="3382">
                  <c:v>69.363815000000002</c:v>
                </c:pt>
                <c:pt idx="3383">
                  <c:v>69.362350000000006</c:v>
                </c:pt>
                <c:pt idx="3384">
                  <c:v>69.361114999999998</c:v>
                </c:pt>
                <c:pt idx="3385">
                  <c:v>69.360138000000006</c:v>
                </c:pt>
                <c:pt idx="3386">
                  <c:v>69.359534999999994</c:v>
                </c:pt>
                <c:pt idx="3387">
                  <c:v>69.358733999999998</c:v>
                </c:pt>
                <c:pt idx="3388">
                  <c:v>69.357879999999994</c:v>
                </c:pt>
                <c:pt idx="3389">
                  <c:v>69.356689000000003</c:v>
                </c:pt>
                <c:pt idx="3390">
                  <c:v>69.355682000000002</c:v>
                </c:pt>
                <c:pt idx="3391">
                  <c:v>69.354477000000003</c:v>
                </c:pt>
                <c:pt idx="3392">
                  <c:v>69.353393999999994</c:v>
                </c:pt>
                <c:pt idx="3393">
                  <c:v>69.351973999999998</c:v>
                </c:pt>
                <c:pt idx="3394">
                  <c:v>69.350432999999995</c:v>
                </c:pt>
                <c:pt idx="3395">
                  <c:v>69.349013999999997</c:v>
                </c:pt>
                <c:pt idx="3396">
                  <c:v>69.347465999999997</c:v>
                </c:pt>
                <c:pt idx="3397">
                  <c:v>69.346114999999998</c:v>
                </c:pt>
                <c:pt idx="3398">
                  <c:v>69.344573999999994</c:v>
                </c:pt>
                <c:pt idx="3399">
                  <c:v>69.343200999999993</c:v>
                </c:pt>
                <c:pt idx="3400">
                  <c:v>69.341530000000006</c:v>
                </c:pt>
                <c:pt idx="3401">
                  <c:v>69.339813000000007</c:v>
                </c:pt>
                <c:pt idx="3402">
                  <c:v>69.338120000000004</c:v>
                </c:pt>
                <c:pt idx="3403">
                  <c:v>69.336571000000006</c:v>
                </c:pt>
                <c:pt idx="3404">
                  <c:v>69.335098000000002</c:v>
                </c:pt>
                <c:pt idx="3405">
                  <c:v>69.333922999999999</c:v>
                </c:pt>
                <c:pt idx="3406">
                  <c:v>69.333198999999993</c:v>
                </c:pt>
                <c:pt idx="3407">
                  <c:v>69.332390000000004</c:v>
                </c:pt>
                <c:pt idx="3408">
                  <c:v>69.331642000000002</c:v>
                </c:pt>
                <c:pt idx="3409">
                  <c:v>69.330742000000001</c:v>
                </c:pt>
                <c:pt idx="3410">
                  <c:v>69.329536000000004</c:v>
                </c:pt>
                <c:pt idx="3411">
                  <c:v>69.328270000000003</c:v>
                </c:pt>
                <c:pt idx="3412">
                  <c:v>69.326897000000002</c:v>
                </c:pt>
                <c:pt idx="3413">
                  <c:v>69.325339999999997</c:v>
                </c:pt>
                <c:pt idx="3414">
                  <c:v>69.323836999999997</c:v>
                </c:pt>
                <c:pt idx="3415">
                  <c:v>69.322165999999996</c:v>
                </c:pt>
                <c:pt idx="3416">
                  <c:v>69.320625000000007</c:v>
                </c:pt>
                <c:pt idx="3417">
                  <c:v>69.319046</c:v>
                </c:pt>
                <c:pt idx="3418">
                  <c:v>69.317702999999995</c:v>
                </c:pt>
                <c:pt idx="3419">
                  <c:v>69.316292000000004</c:v>
                </c:pt>
                <c:pt idx="3420">
                  <c:v>69.315117000000001</c:v>
                </c:pt>
                <c:pt idx="3421">
                  <c:v>69.314055999999994</c:v>
                </c:pt>
                <c:pt idx="3422">
                  <c:v>69.313064999999995</c:v>
                </c:pt>
                <c:pt idx="3423">
                  <c:v>69.311942999999999</c:v>
                </c:pt>
                <c:pt idx="3424">
                  <c:v>69.310997</c:v>
                </c:pt>
                <c:pt idx="3425">
                  <c:v>69.309685000000002</c:v>
                </c:pt>
                <c:pt idx="3426">
                  <c:v>69.308434000000005</c:v>
                </c:pt>
                <c:pt idx="3427">
                  <c:v>69.302413999999999</c:v>
                </c:pt>
                <c:pt idx="3428">
                  <c:v>69.290154000000001</c:v>
                </c:pt>
                <c:pt idx="3429">
                  <c:v>69.272880999999998</c:v>
                </c:pt>
                <c:pt idx="3430">
                  <c:v>69.265579000000002</c:v>
                </c:pt>
                <c:pt idx="3431">
                  <c:v>69.263283000000001</c:v>
                </c:pt>
                <c:pt idx="3432">
                  <c:v>69.261520000000004</c:v>
                </c:pt>
                <c:pt idx="3433">
                  <c:v>69.259879999999995</c:v>
                </c:pt>
                <c:pt idx="3434">
                  <c:v>69.258185999999995</c:v>
                </c:pt>
                <c:pt idx="3435">
                  <c:v>69.256309999999999</c:v>
                </c:pt>
                <c:pt idx="3436">
                  <c:v>69.254638999999997</c:v>
                </c:pt>
                <c:pt idx="3437">
                  <c:v>69.252785000000003</c:v>
                </c:pt>
                <c:pt idx="3438">
                  <c:v>69.251305000000002</c:v>
                </c:pt>
                <c:pt idx="3439">
                  <c:v>69.249602999999993</c:v>
                </c:pt>
                <c:pt idx="3440">
                  <c:v>69.248215000000002</c:v>
                </c:pt>
                <c:pt idx="3441">
                  <c:v>69.246780000000001</c:v>
                </c:pt>
                <c:pt idx="3442">
                  <c:v>69.245621</c:v>
                </c:pt>
                <c:pt idx="3443">
                  <c:v>69.244361999999995</c:v>
                </c:pt>
                <c:pt idx="3444">
                  <c:v>69.243072999999995</c:v>
                </c:pt>
                <c:pt idx="3445">
                  <c:v>69.241721999999996</c:v>
                </c:pt>
                <c:pt idx="3446">
                  <c:v>69.240189000000001</c:v>
                </c:pt>
                <c:pt idx="3447">
                  <c:v>69.238815000000002</c:v>
                </c:pt>
                <c:pt idx="3448">
                  <c:v>69.237426999999997</c:v>
                </c:pt>
                <c:pt idx="3449">
                  <c:v>69.235962000000001</c:v>
                </c:pt>
                <c:pt idx="3450">
                  <c:v>69.234656999999999</c:v>
                </c:pt>
                <c:pt idx="3451">
                  <c:v>69.233292000000006</c:v>
                </c:pt>
                <c:pt idx="3452">
                  <c:v>69.231903000000003</c:v>
                </c:pt>
                <c:pt idx="3453">
                  <c:v>69.230369999999994</c:v>
                </c:pt>
                <c:pt idx="3454">
                  <c:v>69.229118</c:v>
                </c:pt>
                <c:pt idx="3455">
                  <c:v>69.228179999999995</c:v>
                </c:pt>
                <c:pt idx="3456">
                  <c:v>69.227378999999999</c:v>
                </c:pt>
                <c:pt idx="3457">
                  <c:v>69.226746000000006</c:v>
                </c:pt>
                <c:pt idx="3458">
                  <c:v>69.225989999999996</c:v>
                </c:pt>
                <c:pt idx="3459">
                  <c:v>69.225136000000006</c:v>
                </c:pt>
                <c:pt idx="3460">
                  <c:v>69.224197000000004</c:v>
                </c:pt>
                <c:pt idx="3461">
                  <c:v>69.223022</c:v>
                </c:pt>
                <c:pt idx="3462">
                  <c:v>69.221549999999993</c:v>
                </c:pt>
                <c:pt idx="3463">
                  <c:v>69.220153999999994</c:v>
                </c:pt>
                <c:pt idx="3464">
                  <c:v>69.218445000000003</c:v>
                </c:pt>
                <c:pt idx="3465">
                  <c:v>69.216826999999995</c:v>
                </c:pt>
                <c:pt idx="3466">
                  <c:v>69.215339999999998</c:v>
                </c:pt>
                <c:pt idx="3467">
                  <c:v>69.213904999999997</c:v>
                </c:pt>
                <c:pt idx="3468">
                  <c:v>69.212615999999997</c:v>
                </c:pt>
                <c:pt idx="3469">
                  <c:v>69.211585999999997</c:v>
                </c:pt>
                <c:pt idx="3470">
                  <c:v>69.210517999999993</c:v>
                </c:pt>
                <c:pt idx="3471">
                  <c:v>69.209778</c:v>
                </c:pt>
                <c:pt idx="3472">
                  <c:v>69.209175000000002</c:v>
                </c:pt>
                <c:pt idx="3473">
                  <c:v>69.208656000000005</c:v>
                </c:pt>
                <c:pt idx="3474">
                  <c:v>69.208220999999995</c:v>
                </c:pt>
                <c:pt idx="3475">
                  <c:v>69.207786999999996</c:v>
                </c:pt>
                <c:pt idx="3476">
                  <c:v>69.207390000000004</c:v>
                </c:pt>
                <c:pt idx="3477">
                  <c:v>69.207108000000005</c:v>
                </c:pt>
                <c:pt idx="3478">
                  <c:v>69.206710999999999</c:v>
                </c:pt>
                <c:pt idx="3479">
                  <c:v>69.206328999999997</c:v>
                </c:pt>
                <c:pt idx="3480">
                  <c:v>69.205933000000002</c:v>
                </c:pt>
                <c:pt idx="3481">
                  <c:v>69.205428999999995</c:v>
                </c:pt>
                <c:pt idx="3482">
                  <c:v>69.204864999999998</c:v>
                </c:pt>
                <c:pt idx="3483">
                  <c:v>69.204193000000004</c:v>
                </c:pt>
                <c:pt idx="3484">
                  <c:v>69.203270000000003</c:v>
                </c:pt>
                <c:pt idx="3485">
                  <c:v>69.202324000000004</c:v>
                </c:pt>
                <c:pt idx="3486">
                  <c:v>69.201042000000001</c:v>
                </c:pt>
                <c:pt idx="3487">
                  <c:v>69.199730000000002</c:v>
                </c:pt>
                <c:pt idx="3488">
                  <c:v>69.198043999999996</c:v>
                </c:pt>
                <c:pt idx="3489">
                  <c:v>69.196395999999993</c:v>
                </c:pt>
                <c:pt idx="3490">
                  <c:v>69.194610999999995</c:v>
                </c:pt>
                <c:pt idx="3491">
                  <c:v>69.192893999999995</c:v>
                </c:pt>
                <c:pt idx="3492">
                  <c:v>69.191451999999998</c:v>
                </c:pt>
                <c:pt idx="3493">
                  <c:v>69.190085999999994</c:v>
                </c:pt>
                <c:pt idx="3494">
                  <c:v>69.189132999999998</c:v>
                </c:pt>
                <c:pt idx="3495">
                  <c:v>69.188354000000004</c:v>
                </c:pt>
                <c:pt idx="3496">
                  <c:v>69.187599000000006</c:v>
                </c:pt>
                <c:pt idx="3497">
                  <c:v>69.186790000000002</c:v>
                </c:pt>
                <c:pt idx="3498">
                  <c:v>69.185822000000002</c:v>
                </c:pt>
                <c:pt idx="3499">
                  <c:v>69.184890999999993</c:v>
                </c:pt>
                <c:pt idx="3500">
                  <c:v>69.183700999999999</c:v>
                </c:pt>
                <c:pt idx="3501">
                  <c:v>69.182686000000004</c:v>
                </c:pt>
                <c:pt idx="3502">
                  <c:v>69.181244000000007</c:v>
                </c:pt>
                <c:pt idx="3503">
                  <c:v>69.180069000000003</c:v>
                </c:pt>
                <c:pt idx="3504">
                  <c:v>69.178512999999995</c:v>
                </c:pt>
                <c:pt idx="3505">
                  <c:v>69.177124000000006</c:v>
                </c:pt>
                <c:pt idx="3506">
                  <c:v>69.175545</c:v>
                </c:pt>
                <c:pt idx="3507">
                  <c:v>69.173964999999995</c:v>
                </c:pt>
                <c:pt idx="3508">
                  <c:v>69.172424000000007</c:v>
                </c:pt>
                <c:pt idx="3509">
                  <c:v>69.170974999999999</c:v>
                </c:pt>
                <c:pt idx="3510">
                  <c:v>69.169494999999998</c:v>
                </c:pt>
                <c:pt idx="3511">
                  <c:v>69.168036999999998</c:v>
                </c:pt>
                <c:pt idx="3512">
                  <c:v>69.166550000000001</c:v>
                </c:pt>
                <c:pt idx="3513">
                  <c:v>69.165053999999998</c:v>
                </c:pt>
                <c:pt idx="3514">
                  <c:v>69.163535999999993</c:v>
                </c:pt>
                <c:pt idx="3515">
                  <c:v>69.161995000000005</c:v>
                </c:pt>
                <c:pt idx="3516">
                  <c:v>69.16037</c:v>
                </c:pt>
                <c:pt idx="3517">
                  <c:v>69.158707000000007</c:v>
                </c:pt>
                <c:pt idx="3518">
                  <c:v>69.157318000000004</c:v>
                </c:pt>
                <c:pt idx="3519">
                  <c:v>69.155777</c:v>
                </c:pt>
                <c:pt idx="3520">
                  <c:v>69.154601999999997</c:v>
                </c:pt>
                <c:pt idx="3521">
                  <c:v>69.153305000000003</c:v>
                </c:pt>
                <c:pt idx="3522">
                  <c:v>69.152266999999995</c:v>
                </c:pt>
                <c:pt idx="3523">
                  <c:v>69.151413000000005</c:v>
                </c:pt>
                <c:pt idx="3524">
                  <c:v>69.150810000000007</c:v>
                </c:pt>
                <c:pt idx="3525">
                  <c:v>69.150313999999995</c:v>
                </c:pt>
                <c:pt idx="3526">
                  <c:v>69.149895000000001</c:v>
                </c:pt>
                <c:pt idx="3527">
                  <c:v>69.149276999999998</c:v>
                </c:pt>
                <c:pt idx="3528">
                  <c:v>69.148848999999998</c:v>
                </c:pt>
                <c:pt idx="3529">
                  <c:v>69.148132000000004</c:v>
                </c:pt>
                <c:pt idx="3530">
                  <c:v>69.147644</c:v>
                </c:pt>
                <c:pt idx="3531">
                  <c:v>69.146682999999996</c:v>
                </c:pt>
                <c:pt idx="3532">
                  <c:v>69.145957999999993</c:v>
                </c:pt>
                <c:pt idx="3533">
                  <c:v>69.144820999999993</c:v>
                </c:pt>
                <c:pt idx="3534">
                  <c:v>69.143630999999999</c:v>
                </c:pt>
                <c:pt idx="3535">
                  <c:v>69.142380000000003</c:v>
                </c:pt>
                <c:pt idx="3536">
                  <c:v>69.141090000000005</c:v>
                </c:pt>
                <c:pt idx="3537">
                  <c:v>69.140038000000004</c:v>
                </c:pt>
                <c:pt idx="3538">
                  <c:v>69.138938999999993</c:v>
                </c:pt>
                <c:pt idx="3539">
                  <c:v>69.138062000000005</c:v>
                </c:pt>
                <c:pt idx="3540">
                  <c:v>69.137114999999994</c:v>
                </c:pt>
                <c:pt idx="3541">
                  <c:v>69.136062999999993</c:v>
                </c:pt>
                <c:pt idx="3542">
                  <c:v>69.134895</c:v>
                </c:pt>
                <c:pt idx="3543">
                  <c:v>69.133453000000003</c:v>
                </c:pt>
                <c:pt idx="3544">
                  <c:v>69.132103000000001</c:v>
                </c:pt>
                <c:pt idx="3545">
                  <c:v>69.130645999999999</c:v>
                </c:pt>
                <c:pt idx="3546">
                  <c:v>69.129242000000005</c:v>
                </c:pt>
                <c:pt idx="3547">
                  <c:v>69.127921999999998</c:v>
                </c:pt>
                <c:pt idx="3548">
                  <c:v>69.126534000000007</c:v>
                </c:pt>
                <c:pt idx="3549">
                  <c:v>69.125214</c:v>
                </c:pt>
                <c:pt idx="3550">
                  <c:v>69.123901000000004</c:v>
                </c:pt>
                <c:pt idx="3551">
                  <c:v>69.122580999999997</c:v>
                </c:pt>
                <c:pt idx="3552">
                  <c:v>69.121384000000006</c:v>
                </c:pt>
                <c:pt idx="3553">
                  <c:v>69.120223999999993</c:v>
                </c:pt>
                <c:pt idx="3554">
                  <c:v>69.119179000000003</c:v>
                </c:pt>
                <c:pt idx="3555">
                  <c:v>69.118217000000001</c:v>
                </c:pt>
                <c:pt idx="3556">
                  <c:v>69.117255999999998</c:v>
                </c:pt>
                <c:pt idx="3557">
                  <c:v>69.116280000000003</c:v>
                </c:pt>
                <c:pt idx="3558">
                  <c:v>69.115211000000002</c:v>
                </c:pt>
                <c:pt idx="3559">
                  <c:v>69.114006000000003</c:v>
                </c:pt>
                <c:pt idx="3560">
                  <c:v>69.112823000000006</c:v>
                </c:pt>
                <c:pt idx="3561">
                  <c:v>69.111571999999995</c:v>
                </c:pt>
                <c:pt idx="3562">
                  <c:v>69.110420000000005</c:v>
                </c:pt>
                <c:pt idx="3563">
                  <c:v>69.109116</c:v>
                </c:pt>
                <c:pt idx="3564">
                  <c:v>69.107833999999997</c:v>
                </c:pt>
                <c:pt idx="3565">
                  <c:v>69.106560000000002</c:v>
                </c:pt>
                <c:pt idx="3566">
                  <c:v>69.105446000000001</c:v>
                </c:pt>
                <c:pt idx="3567">
                  <c:v>69.104538000000005</c:v>
                </c:pt>
                <c:pt idx="3568">
                  <c:v>69.103859</c:v>
                </c:pt>
                <c:pt idx="3569">
                  <c:v>69.103378000000006</c:v>
                </c:pt>
                <c:pt idx="3570">
                  <c:v>69.103026999999997</c:v>
                </c:pt>
                <c:pt idx="3571">
                  <c:v>69.102744999999999</c:v>
                </c:pt>
                <c:pt idx="3572">
                  <c:v>69.102501000000004</c:v>
                </c:pt>
                <c:pt idx="3573">
                  <c:v>69.102279999999993</c:v>
                </c:pt>
                <c:pt idx="3574">
                  <c:v>69.102097000000001</c:v>
                </c:pt>
                <c:pt idx="3575">
                  <c:v>69.101928999999998</c:v>
                </c:pt>
                <c:pt idx="3576">
                  <c:v>69.101746000000006</c:v>
                </c:pt>
                <c:pt idx="3577">
                  <c:v>69.101562999999999</c:v>
                </c:pt>
                <c:pt idx="3578">
                  <c:v>69.101401999999993</c:v>
                </c:pt>
                <c:pt idx="3579">
                  <c:v>69.101226999999994</c:v>
                </c:pt>
                <c:pt idx="3580">
                  <c:v>69.101073999999997</c:v>
                </c:pt>
                <c:pt idx="3581">
                  <c:v>69.100937000000002</c:v>
                </c:pt>
                <c:pt idx="3582">
                  <c:v>69.100776999999994</c:v>
                </c:pt>
                <c:pt idx="3583">
                  <c:v>69.100609000000006</c:v>
                </c:pt>
                <c:pt idx="3584">
                  <c:v>69.100418000000005</c:v>
                </c:pt>
                <c:pt idx="3585">
                  <c:v>69.100257999999997</c:v>
                </c:pt>
                <c:pt idx="3586">
                  <c:v>69.100089999999994</c:v>
                </c:pt>
                <c:pt idx="3587">
                  <c:v>69.099898999999994</c:v>
                </c:pt>
                <c:pt idx="3588">
                  <c:v>69.099716000000001</c:v>
                </c:pt>
                <c:pt idx="3589">
                  <c:v>69.099556000000007</c:v>
                </c:pt>
                <c:pt idx="3590">
                  <c:v>69.099388000000005</c:v>
                </c:pt>
                <c:pt idx="3591">
                  <c:v>69.099250999999995</c:v>
                </c:pt>
                <c:pt idx="3592">
                  <c:v>69.099091000000001</c:v>
                </c:pt>
                <c:pt idx="3593">
                  <c:v>69.098938000000004</c:v>
                </c:pt>
                <c:pt idx="3594">
                  <c:v>69.098754999999997</c:v>
                </c:pt>
                <c:pt idx="3595">
                  <c:v>69.098526000000007</c:v>
                </c:pt>
                <c:pt idx="3596">
                  <c:v>69.098312000000007</c:v>
                </c:pt>
                <c:pt idx="3597">
                  <c:v>69.098052999999993</c:v>
                </c:pt>
                <c:pt idx="3598">
                  <c:v>69.097824000000003</c:v>
                </c:pt>
                <c:pt idx="3599">
                  <c:v>69.097610000000003</c:v>
                </c:pt>
                <c:pt idx="3600">
                  <c:v>69.097403999999997</c:v>
                </c:pt>
                <c:pt idx="3601">
                  <c:v>69.097213999999994</c:v>
                </c:pt>
                <c:pt idx="3602">
                  <c:v>69.096999999999994</c:v>
                </c:pt>
                <c:pt idx="3603">
                  <c:v>69.096808999999993</c:v>
                </c:pt>
                <c:pt idx="3604">
                  <c:v>69.096610999999996</c:v>
                </c:pt>
                <c:pt idx="3605">
                  <c:v>69.096442999999994</c:v>
                </c:pt>
                <c:pt idx="3606">
                  <c:v>69.096305999999998</c:v>
                </c:pt>
                <c:pt idx="3607">
                  <c:v>69.096214000000003</c:v>
                </c:pt>
                <c:pt idx="3608">
                  <c:v>69.096076999999994</c:v>
                </c:pt>
                <c:pt idx="3609">
                  <c:v>69.096024</c:v>
                </c:pt>
                <c:pt idx="3610">
                  <c:v>69.095939999999999</c:v>
                </c:pt>
                <c:pt idx="3611">
                  <c:v>69.095885999999993</c:v>
                </c:pt>
                <c:pt idx="3612">
                  <c:v>69.095894000000001</c:v>
                </c:pt>
                <c:pt idx="3613">
                  <c:v>69.095839999999995</c:v>
                </c:pt>
                <c:pt idx="3614">
                  <c:v>69.095839999999995</c:v>
                </c:pt>
                <c:pt idx="3615">
                  <c:v>69.09581</c:v>
                </c:pt>
                <c:pt idx="3616">
                  <c:v>69.095787000000001</c:v>
                </c:pt>
                <c:pt idx="3617">
                  <c:v>69.095771999999997</c:v>
                </c:pt>
                <c:pt idx="3618">
                  <c:v>69.095778999999993</c:v>
                </c:pt>
                <c:pt idx="3619">
                  <c:v>69.095778999999993</c:v>
                </c:pt>
                <c:pt idx="3620">
                  <c:v>69.095778999999993</c:v>
                </c:pt>
                <c:pt idx="3621">
                  <c:v>69.095778999999993</c:v>
                </c:pt>
                <c:pt idx="3622">
                  <c:v>69.095748999999998</c:v>
                </c:pt>
                <c:pt idx="3623">
                  <c:v>69.095718000000005</c:v>
                </c:pt>
                <c:pt idx="3624">
                  <c:v>69.095687999999996</c:v>
                </c:pt>
                <c:pt idx="3625">
                  <c:v>69.095657000000003</c:v>
                </c:pt>
                <c:pt idx="3626">
                  <c:v>69.095664999999997</c:v>
                </c:pt>
                <c:pt idx="3627">
                  <c:v>69.095641999999998</c:v>
                </c:pt>
                <c:pt idx="3628">
                  <c:v>69.095641999999998</c:v>
                </c:pt>
                <c:pt idx="3629">
                  <c:v>69.095641999999998</c:v>
                </c:pt>
                <c:pt idx="3630">
                  <c:v>69.095634000000004</c:v>
                </c:pt>
                <c:pt idx="3631">
                  <c:v>69.095596</c:v>
                </c:pt>
                <c:pt idx="3632">
                  <c:v>69.095566000000005</c:v>
                </c:pt>
                <c:pt idx="3633">
                  <c:v>69.095534999999998</c:v>
                </c:pt>
                <c:pt idx="3634">
                  <c:v>69.095534999999998</c:v>
                </c:pt>
                <c:pt idx="3635">
                  <c:v>69.095489999999998</c:v>
                </c:pt>
                <c:pt idx="3636">
                  <c:v>69.095421000000002</c:v>
                </c:pt>
                <c:pt idx="3637">
                  <c:v>69.095359999999999</c:v>
                </c:pt>
                <c:pt idx="3638">
                  <c:v>69.095237999999995</c:v>
                </c:pt>
                <c:pt idx="3639">
                  <c:v>69.095191999999997</c:v>
                </c:pt>
                <c:pt idx="3640">
                  <c:v>69.095161000000004</c:v>
                </c:pt>
                <c:pt idx="3641">
                  <c:v>69.095130999999995</c:v>
                </c:pt>
                <c:pt idx="3642">
                  <c:v>69.095139000000003</c:v>
                </c:pt>
                <c:pt idx="3643">
                  <c:v>69.095168999999999</c:v>
                </c:pt>
                <c:pt idx="3644">
                  <c:v>69.095184000000003</c:v>
                </c:pt>
                <c:pt idx="3645">
                  <c:v>69.095191999999997</c:v>
                </c:pt>
                <c:pt idx="3646">
                  <c:v>69.095184000000003</c:v>
                </c:pt>
                <c:pt idx="3647">
                  <c:v>69.095139000000003</c:v>
                </c:pt>
                <c:pt idx="3648">
                  <c:v>69.095061999999999</c:v>
                </c:pt>
                <c:pt idx="3649">
                  <c:v>69.095009000000005</c:v>
                </c:pt>
                <c:pt idx="3650">
                  <c:v>69.094893999999996</c:v>
                </c:pt>
                <c:pt idx="3651">
                  <c:v>69.094772000000006</c:v>
                </c:pt>
                <c:pt idx="3652">
                  <c:v>69.094650000000001</c:v>
                </c:pt>
                <c:pt idx="3653">
                  <c:v>69.094527999999997</c:v>
                </c:pt>
                <c:pt idx="3654">
                  <c:v>69.094368000000003</c:v>
                </c:pt>
                <c:pt idx="3655">
                  <c:v>69.094261000000003</c:v>
                </c:pt>
                <c:pt idx="3656">
                  <c:v>69.093993999999995</c:v>
                </c:pt>
                <c:pt idx="3657">
                  <c:v>69.093818999999996</c:v>
                </c:pt>
                <c:pt idx="3658">
                  <c:v>69.093558999999999</c:v>
                </c:pt>
                <c:pt idx="3659">
                  <c:v>69.093338000000003</c:v>
                </c:pt>
                <c:pt idx="3660">
                  <c:v>69.093108999999998</c:v>
                </c:pt>
                <c:pt idx="3661">
                  <c:v>69.092911000000001</c:v>
                </c:pt>
                <c:pt idx="3662">
                  <c:v>69.092704999999995</c:v>
                </c:pt>
                <c:pt idx="3663">
                  <c:v>69.092490999999995</c:v>
                </c:pt>
                <c:pt idx="3664">
                  <c:v>69.092299999999994</c:v>
                </c:pt>
                <c:pt idx="3665">
                  <c:v>69.092117000000002</c:v>
                </c:pt>
                <c:pt idx="3666">
                  <c:v>69.091956999999994</c:v>
                </c:pt>
                <c:pt idx="3667">
                  <c:v>69.091858000000002</c:v>
                </c:pt>
                <c:pt idx="3668">
                  <c:v>69.091712999999999</c:v>
                </c:pt>
                <c:pt idx="3669">
                  <c:v>69.091628999999998</c:v>
                </c:pt>
                <c:pt idx="3670">
                  <c:v>69.091507000000007</c:v>
                </c:pt>
                <c:pt idx="3671">
                  <c:v>69.091392999999997</c:v>
                </c:pt>
                <c:pt idx="3672">
                  <c:v>69.091324</c:v>
                </c:pt>
                <c:pt idx="3673">
                  <c:v>69.091269999999994</c:v>
                </c:pt>
                <c:pt idx="3674">
                  <c:v>69.091239999999999</c:v>
                </c:pt>
                <c:pt idx="3675">
                  <c:v>69.091194000000002</c:v>
                </c:pt>
                <c:pt idx="3676">
                  <c:v>69.091164000000006</c:v>
                </c:pt>
                <c:pt idx="3677">
                  <c:v>69.09111</c:v>
                </c:pt>
                <c:pt idx="3678">
                  <c:v>69.091103000000004</c:v>
                </c:pt>
                <c:pt idx="3679">
                  <c:v>69.091064000000003</c:v>
                </c:pt>
                <c:pt idx="3680">
                  <c:v>69.091048999999998</c:v>
                </c:pt>
                <c:pt idx="3681">
                  <c:v>69.091019000000003</c:v>
                </c:pt>
                <c:pt idx="3682">
                  <c:v>69.090973000000005</c:v>
                </c:pt>
                <c:pt idx="3683">
                  <c:v>69.090941999999998</c:v>
                </c:pt>
                <c:pt idx="3684">
                  <c:v>69.090843000000007</c:v>
                </c:pt>
                <c:pt idx="3685">
                  <c:v>69.090125999999998</c:v>
                </c:pt>
                <c:pt idx="3686">
                  <c:v>69.08802</c:v>
                </c:pt>
                <c:pt idx="3687">
                  <c:v>69.084655999999995</c:v>
                </c:pt>
                <c:pt idx="3688">
                  <c:v>69.080275999999998</c:v>
                </c:pt>
                <c:pt idx="3689">
                  <c:v>69.074928</c:v>
                </c:pt>
                <c:pt idx="3690">
                  <c:v>69.069153</c:v>
                </c:pt>
                <c:pt idx="3691">
                  <c:v>69.063300999999996</c:v>
                </c:pt>
                <c:pt idx="3692">
                  <c:v>69.057541000000001</c:v>
                </c:pt>
                <c:pt idx="3693">
                  <c:v>69.052154999999999</c:v>
                </c:pt>
                <c:pt idx="3694">
                  <c:v>69.046897999999999</c:v>
                </c:pt>
                <c:pt idx="3695">
                  <c:v>69.041435000000007</c:v>
                </c:pt>
                <c:pt idx="3696">
                  <c:v>69.033882000000006</c:v>
                </c:pt>
                <c:pt idx="3697">
                  <c:v>69.023101999999994</c:v>
                </c:pt>
                <c:pt idx="3698">
                  <c:v>69.007758999999993</c:v>
                </c:pt>
                <c:pt idx="3699">
                  <c:v>68.987633000000002</c:v>
                </c:pt>
                <c:pt idx="3700">
                  <c:v>68.962540000000004</c:v>
                </c:pt>
                <c:pt idx="3701">
                  <c:v>68.931777999999994</c:v>
                </c:pt>
                <c:pt idx="3702">
                  <c:v>68.896789999999996</c:v>
                </c:pt>
                <c:pt idx="3703">
                  <c:v>68.858436999999995</c:v>
                </c:pt>
                <c:pt idx="3704">
                  <c:v>68.817276000000007</c:v>
                </c:pt>
                <c:pt idx="3705">
                  <c:v>68.774924999999996</c:v>
                </c:pt>
                <c:pt idx="3706">
                  <c:v>68.731605999999999</c:v>
                </c:pt>
                <c:pt idx="3707">
                  <c:v>68.687019000000006</c:v>
                </c:pt>
                <c:pt idx="3708">
                  <c:v>68.641334999999998</c:v>
                </c:pt>
                <c:pt idx="3709">
                  <c:v>68.595009000000005</c:v>
                </c:pt>
                <c:pt idx="3710">
                  <c:v>68.548873999999998</c:v>
                </c:pt>
                <c:pt idx="3711">
                  <c:v>68.503983000000005</c:v>
                </c:pt>
                <c:pt idx="3712">
                  <c:v>68.461319000000003</c:v>
                </c:pt>
                <c:pt idx="3713">
                  <c:v>68.421813999999998</c:v>
                </c:pt>
                <c:pt idx="3714">
                  <c:v>68.385574000000005</c:v>
                </c:pt>
                <c:pt idx="3715">
                  <c:v>68.351546999999997</c:v>
                </c:pt>
                <c:pt idx="3716">
                  <c:v>68.318389999999994</c:v>
                </c:pt>
                <c:pt idx="3717">
                  <c:v>68.28434</c:v>
                </c:pt>
                <c:pt idx="3718">
                  <c:v>68.248397999999995</c:v>
                </c:pt>
                <c:pt idx="3719">
                  <c:v>68.210487000000001</c:v>
                </c:pt>
                <c:pt idx="3720">
                  <c:v>68.170601000000005</c:v>
                </c:pt>
                <c:pt idx="3721">
                  <c:v>68.129486</c:v>
                </c:pt>
                <c:pt idx="3722">
                  <c:v>68.087975</c:v>
                </c:pt>
                <c:pt idx="3723">
                  <c:v>68.047043000000002</c:v>
                </c:pt>
                <c:pt idx="3724">
                  <c:v>68.007446000000002</c:v>
                </c:pt>
                <c:pt idx="3725">
                  <c:v>67.969215000000005</c:v>
                </c:pt>
                <c:pt idx="3726">
                  <c:v>67.931800999999993</c:v>
                </c:pt>
                <c:pt idx="3727">
                  <c:v>67.894028000000006</c:v>
                </c:pt>
                <c:pt idx="3728">
                  <c:v>67.854904000000005</c:v>
                </c:pt>
                <c:pt idx="3729">
                  <c:v>67.813911000000004</c:v>
                </c:pt>
                <c:pt idx="3730">
                  <c:v>67.771377999999999</c:v>
                </c:pt>
                <c:pt idx="3731">
                  <c:v>67.728226000000006</c:v>
                </c:pt>
                <c:pt idx="3732">
                  <c:v>67.685660999999996</c:v>
                </c:pt>
                <c:pt idx="3733">
                  <c:v>67.644485000000003</c:v>
                </c:pt>
                <c:pt idx="3734">
                  <c:v>67.605209000000002</c:v>
                </c:pt>
                <c:pt idx="3735">
                  <c:v>67.567276000000007</c:v>
                </c:pt>
                <c:pt idx="3736">
                  <c:v>67.529678000000004</c:v>
                </c:pt>
                <c:pt idx="3737">
                  <c:v>67.491257000000004</c:v>
                </c:pt>
                <c:pt idx="3738">
                  <c:v>67.451530000000005</c:v>
                </c:pt>
                <c:pt idx="3739">
                  <c:v>67.409660000000002</c:v>
                </c:pt>
                <c:pt idx="3740">
                  <c:v>67.365234000000001</c:v>
                </c:pt>
                <c:pt idx="3741">
                  <c:v>67.318909000000005</c:v>
                </c:pt>
                <c:pt idx="3742">
                  <c:v>67.271682999999996</c:v>
                </c:pt>
                <c:pt idx="3743">
                  <c:v>67.224853999999993</c:v>
                </c:pt>
                <c:pt idx="3744">
                  <c:v>67.179214000000002</c:v>
                </c:pt>
                <c:pt idx="3745">
                  <c:v>67.134772999999996</c:v>
                </c:pt>
                <c:pt idx="3746">
                  <c:v>67.090698000000003</c:v>
                </c:pt>
                <c:pt idx="3747">
                  <c:v>67.045944000000006</c:v>
                </c:pt>
                <c:pt idx="3748">
                  <c:v>66.999763000000002</c:v>
                </c:pt>
                <c:pt idx="3749">
                  <c:v>66.952331999999998</c:v>
                </c:pt>
                <c:pt idx="3750">
                  <c:v>66.904326999999995</c:v>
                </c:pt>
                <c:pt idx="3751">
                  <c:v>66.856796000000003</c:v>
                </c:pt>
                <c:pt idx="3752">
                  <c:v>66.810547</c:v>
                </c:pt>
                <c:pt idx="3753">
                  <c:v>66.766166999999996</c:v>
                </c:pt>
                <c:pt idx="3754">
                  <c:v>66.723419000000007</c:v>
                </c:pt>
                <c:pt idx="3755">
                  <c:v>66.681640999999999</c:v>
                </c:pt>
                <c:pt idx="3756">
                  <c:v>66.639770999999996</c:v>
                </c:pt>
                <c:pt idx="3757">
                  <c:v>66.596367000000001</c:v>
                </c:pt>
                <c:pt idx="3758">
                  <c:v>66.550735000000003</c:v>
                </c:pt>
                <c:pt idx="3759">
                  <c:v>66.502762000000004</c:v>
                </c:pt>
                <c:pt idx="3760">
                  <c:v>66.453040999999999</c:v>
                </c:pt>
                <c:pt idx="3761">
                  <c:v>66.402039000000002</c:v>
                </c:pt>
                <c:pt idx="3762">
                  <c:v>66.350326999999993</c:v>
                </c:pt>
                <c:pt idx="3763">
                  <c:v>66.298575999999997</c:v>
                </c:pt>
                <c:pt idx="3764">
                  <c:v>66.246917999999994</c:v>
                </c:pt>
                <c:pt idx="3765">
                  <c:v>66.195556999999994</c:v>
                </c:pt>
                <c:pt idx="3766">
                  <c:v>66.144272000000001</c:v>
                </c:pt>
                <c:pt idx="3767">
                  <c:v>66.092476000000005</c:v>
                </c:pt>
                <c:pt idx="3768">
                  <c:v>66.039863999999994</c:v>
                </c:pt>
                <c:pt idx="3769">
                  <c:v>65.986649</c:v>
                </c:pt>
                <c:pt idx="3770">
                  <c:v>65.932998999999995</c:v>
                </c:pt>
                <c:pt idx="3771">
                  <c:v>65.879615999999999</c:v>
                </c:pt>
                <c:pt idx="3772">
                  <c:v>65.827110000000005</c:v>
                </c:pt>
                <c:pt idx="3773">
                  <c:v>65.775658000000007</c:v>
                </c:pt>
                <c:pt idx="3774">
                  <c:v>65.725173999999996</c:v>
                </c:pt>
                <c:pt idx="3775">
                  <c:v>65.675246999999999</c:v>
                </c:pt>
                <c:pt idx="3776">
                  <c:v>65.625220999999996</c:v>
                </c:pt>
                <c:pt idx="3777">
                  <c:v>65.574676999999994</c:v>
                </c:pt>
                <c:pt idx="3778">
                  <c:v>65.522910999999993</c:v>
                </c:pt>
                <c:pt idx="3779">
                  <c:v>65.470177000000007</c:v>
                </c:pt>
                <c:pt idx="3780">
                  <c:v>65.416672000000005</c:v>
                </c:pt>
                <c:pt idx="3781">
                  <c:v>65.362740000000002</c:v>
                </c:pt>
                <c:pt idx="3782">
                  <c:v>65.308768999999998</c:v>
                </c:pt>
                <c:pt idx="3783">
                  <c:v>65.255279999999999</c:v>
                </c:pt>
                <c:pt idx="3784">
                  <c:v>65.202545000000001</c:v>
                </c:pt>
                <c:pt idx="3785">
                  <c:v>65.150283999999999</c:v>
                </c:pt>
                <c:pt idx="3786">
                  <c:v>65.097908000000004</c:v>
                </c:pt>
                <c:pt idx="3787">
                  <c:v>65.045035999999996</c:v>
                </c:pt>
                <c:pt idx="3788">
                  <c:v>64.991470000000007</c:v>
                </c:pt>
                <c:pt idx="3789">
                  <c:v>64.937140999999997</c:v>
                </c:pt>
                <c:pt idx="3790">
                  <c:v>64.882171999999997</c:v>
                </c:pt>
                <c:pt idx="3791">
                  <c:v>64.826920000000001</c:v>
                </c:pt>
                <c:pt idx="3792">
                  <c:v>64.771759000000003</c:v>
                </c:pt>
                <c:pt idx="3793">
                  <c:v>64.716904</c:v>
                </c:pt>
                <c:pt idx="3794">
                  <c:v>64.662482999999995</c:v>
                </c:pt>
                <c:pt idx="3795">
                  <c:v>64.608360000000005</c:v>
                </c:pt>
                <c:pt idx="3796">
                  <c:v>64.554298000000003</c:v>
                </c:pt>
                <c:pt idx="3797">
                  <c:v>64.499984999999995</c:v>
                </c:pt>
                <c:pt idx="3798">
                  <c:v>64.445053000000001</c:v>
                </c:pt>
                <c:pt idx="3799">
                  <c:v>64.389472999999995</c:v>
                </c:pt>
                <c:pt idx="3800">
                  <c:v>64.333336000000003</c:v>
                </c:pt>
                <c:pt idx="3801">
                  <c:v>64.276932000000002</c:v>
                </c:pt>
                <c:pt idx="3802">
                  <c:v>64.220634000000004</c:v>
                </c:pt>
                <c:pt idx="3803">
                  <c:v>64.164664999999999</c:v>
                </c:pt>
                <c:pt idx="3804">
                  <c:v>64.109229999999997</c:v>
                </c:pt>
                <c:pt idx="3805">
                  <c:v>64.054169000000002</c:v>
                </c:pt>
                <c:pt idx="3806">
                  <c:v>63.999077</c:v>
                </c:pt>
                <c:pt idx="3807">
                  <c:v>63.943821</c:v>
                </c:pt>
                <c:pt idx="3808">
                  <c:v>63.887855999999999</c:v>
                </c:pt>
                <c:pt idx="3809">
                  <c:v>63.831302999999998</c:v>
                </c:pt>
                <c:pt idx="3810">
                  <c:v>63.774113</c:v>
                </c:pt>
                <c:pt idx="3811">
                  <c:v>63.716728000000003</c:v>
                </c:pt>
                <c:pt idx="3812">
                  <c:v>63.659560999999997</c:v>
                </c:pt>
                <c:pt idx="3813">
                  <c:v>63.602801999999997</c:v>
                </c:pt>
                <c:pt idx="3814">
                  <c:v>63.546478</c:v>
                </c:pt>
                <c:pt idx="3815">
                  <c:v>63.490386999999998</c:v>
                </c:pt>
                <c:pt idx="3816">
                  <c:v>63.434314999999998</c:v>
                </c:pt>
                <c:pt idx="3817">
                  <c:v>63.377907</c:v>
                </c:pt>
                <c:pt idx="3818">
                  <c:v>63.321007000000002</c:v>
                </c:pt>
                <c:pt idx="3819">
                  <c:v>63.263511999999999</c:v>
                </c:pt>
                <c:pt idx="3820">
                  <c:v>63.205635000000001</c:v>
                </c:pt>
                <c:pt idx="3821">
                  <c:v>63.147571999999997</c:v>
                </c:pt>
                <c:pt idx="3822">
                  <c:v>63.089554</c:v>
                </c:pt>
                <c:pt idx="3823">
                  <c:v>63.031928999999998</c:v>
                </c:pt>
                <c:pt idx="3824">
                  <c:v>62.974719999999998</c:v>
                </c:pt>
                <c:pt idx="3825">
                  <c:v>62.917786</c:v>
                </c:pt>
                <c:pt idx="3826">
                  <c:v>62.860847</c:v>
                </c:pt>
                <c:pt idx="3827">
                  <c:v>62.803612000000001</c:v>
                </c:pt>
                <c:pt idx="3828">
                  <c:v>62.746032999999997</c:v>
                </c:pt>
                <c:pt idx="3829">
                  <c:v>62.687958000000002</c:v>
                </c:pt>
                <c:pt idx="3830">
                  <c:v>62.629489999999997</c:v>
                </c:pt>
                <c:pt idx="3831">
                  <c:v>62.570811999999997</c:v>
                </c:pt>
                <c:pt idx="3832">
                  <c:v>62.512000999999998</c:v>
                </c:pt>
                <c:pt idx="3833">
                  <c:v>62.453387999999997</c:v>
                </c:pt>
                <c:pt idx="3834">
                  <c:v>62.395012000000001</c:v>
                </c:pt>
                <c:pt idx="3835">
                  <c:v>62.336826000000002</c:v>
                </c:pt>
                <c:pt idx="3836">
                  <c:v>62.278621999999999</c:v>
                </c:pt>
                <c:pt idx="3837">
                  <c:v>62.220267999999997</c:v>
                </c:pt>
                <c:pt idx="3838">
                  <c:v>62.161681999999999</c:v>
                </c:pt>
                <c:pt idx="3839">
                  <c:v>62.102767999999998</c:v>
                </c:pt>
                <c:pt idx="3840">
                  <c:v>62.043629000000003</c:v>
                </c:pt>
                <c:pt idx="3841">
                  <c:v>61.984344</c:v>
                </c:pt>
                <c:pt idx="3842">
                  <c:v>61.925055999999998</c:v>
                </c:pt>
                <c:pt idx="3843">
                  <c:v>61.865803</c:v>
                </c:pt>
                <c:pt idx="3844">
                  <c:v>61.806716999999999</c:v>
                </c:pt>
                <c:pt idx="3845">
                  <c:v>61.747802999999998</c:v>
                </c:pt>
                <c:pt idx="3846">
                  <c:v>61.688910999999997</c:v>
                </c:pt>
                <c:pt idx="3847">
                  <c:v>61.629931999999997</c:v>
                </c:pt>
                <c:pt idx="3848">
                  <c:v>61.570801000000003</c:v>
                </c:pt>
                <c:pt idx="3849">
                  <c:v>61.511386999999999</c:v>
                </c:pt>
                <c:pt idx="3850">
                  <c:v>61.451735999999997</c:v>
                </c:pt>
                <c:pt idx="3851">
                  <c:v>61.391925999999998</c:v>
                </c:pt>
                <c:pt idx="3852">
                  <c:v>61.332175999999997</c:v>
                </c:pt>
                <c:pt idx="3853">
                  <c:v>61.272655</c:v>
                </c:pt>
                <c:pt idx="3854">
                  <c:v>61.213383</c:v>
                </c:pt>
                <c:pt idx="3855">
                  <c:v>61.154288999999999</c:v>
                </c:pt>
                <c:pt idx="3856">
                  <c:v>61.095188</c:v>
                </c:pt>
                <c:pt idx="3857">
                  <c:v>61.035980000000002</c:v>
                </c:pt>
                <c:pt idx="3858">
                  <c:v>60.976512999999997</c:v>
                </c:pt>
                <c:pt idx="3859">
                  <c:v>60.916843</c:v>
                </c:pt>
                <c:pt idx="3860">
                  <c:v>60.856873</c:v>
                </c:pt>
                <c:pt idx="3861">
                  <c:v>60.796836999999996</c:v>
                </c:pt>
                <c:pt idx="3862">
                  <c:v>60.736832</c:v>
                </c:pt>
                <c:pt idx="3863">
                  <c:v>60.677101</c:v>
                </c:pt>
                <c:pt idx="3864">
                  <c:v>60.617645000000003</c:v>
                </c:pt>
                <c:pt idx="3865">
                  <c:v>60.558331000000003</c:v>
                </c:pt>
                <c:pt idx="3866">
                  <c:v>60.499043</c:v>
                </c:pt>
                <c:pt idx="3867">
                  <c:v>60.439587000000003</c:v>
                </c:pt>
                <c:pt idx="3868">
                  <c:v>60.379868000000002</c:v>
                </c:pt>
                <c:pt idx="3869">
                  <c:v>60.319851</c:v>
                </c:pt>
                <c:pt idx="3870">
                  <c:v>60.259666000000003</c:v>
                </c:pt>
                <c:pt idx="3871">
                  <c:v>60.199432000000002</c:v>
                </c:pt>
                <c:pt idx="3872">
                  <c:v>60.139308999999997</c:v>
                </c:pt>
                <c:pt idx="3873">
                  <c:v>60.079422000000001</c:v>
                </c:pt>
                <c:pt idx="3874">
                  <c:v>60.021068999999997</c:v>
                </c:pt>
                <c:pt idx="3875">
                  <c:v>59.963839999999998</c:v>
                </c:pt>
                <c:pt idx="3876">
                  <c:v>59.906692999999997</c:v>
                </c:pt>
                <c:pt idx="3877">
                  <c:v>59.849243000000001</c:v>
                </c:pt>
                <c:pt idx="3878">
                  <c:v>59.791587999999997</c:v>
                </c:pt>
                <c:pt idx="3879">
                  <c:v>59.733749000000003</c:v>
                </c:pt>
                <c:pt idx="3880">
                  <c:v>59.675742999999997</c:v>
                </c:pt>
                <c:pt idx="3881">
                  <c:v>59.617725</c:v>
                </c:pt>
                <c:pt idx="3882">
                  <c:v>59.559704000000004</c:v>
                </c:pt>
                <c:pt idx="3883">
                  <c:v>59.501933999999999</c:v>
                </c:pt>
                <c:pt idx="3884">
                  <c:v>59.444408000000003</c:v>
                </c:pt>
                <c:pt idx="3885">
                  <c:v>59.387073999999998</c:v>
                </c:pt>
                <c:pt idx="3886">
                  <c:v>59.329563</c:v>
                </c:pt>
                <c:pt idx="3887">
                  <c:v>59.271937999999999</c:v>
                </c:pt>
                <c:pt idx="3888">
                  <c:v>59.213920999999999</c:v>
                </c:pt>
                <c:pt idx="3889">
                  <c:v>59.155884</c:v>
                </c:pt>
                <c:pt idx="3890">
                  <c:v>59.097549000000001</c:v>
                </c:pt>
                <c:pt idx="3891">
                  <c:v>59.039279999999998</c:v>
                </c:pt>
                <c:pt idx="3892">
                  <c:v>58.981236000000003</c:v>
                </c:pt>
                <c:pt idx="3893">
                  <c:v>58.923358999999998</c:v>
                </c:pt>
                <c:pt idx="3894">
                  <c:v>58.865684999999999</c:v>
                </c:pt>
                <c:pt idx="3895">
                  <c:v>58.808052000000004</c:v>
                </c:pt>
                <c:pt idx="3896">
                  <c:v>58.750312999999998</c:v>
                </c:pt>
                <c:pt idx="3897">
                  <c:v>58.692478000000001</c:v>
                </c:pt>
                <c:pt idx="3898">
                  <c:v>58.634377000000001</c:v>
                </c:pt>
                <c:pt idx="3899">
                  <c:v>58.576061000000003</c:v>
                </c:pt>
                <c:pt idx="3900">
                  <c:v>58.517792</c:v>
                </c:pt>
                <c:pt idx="3901">
                  <c:v>58.459395999999998</c:v>
                </c:pt>
                <c:pt idx="3902">
                  <c:v>58.401206999999999</c:v>
                </c:pt>
                <c:pt idx="3903">
                  <c:v>58.343246000000001</c:v>
                </c:pt>
                <c:pt idx="3904">
                  <c:v>58.285483999999997</c:v>
                </c:pt>
                <c:pt idx="3905">
                  <c:v>58.227753</c:v>
                </c:pt>
                <c:pt idx="3906">
                  <c:v>58.170017000000001</c:v>
                </c:pt>
                <c:pt idx="3907">
                  <c:v>58.112018999999997</c:v>
                </c:pt>
                <c:pt idx="3908">
                  <c:v>58.043804000000002</c:v>
                </c:pt>
                <c:pt idx="3909">
                  <c:v>57.973869000000001</c:v>
                </c:pt>
                <c:pt idx="3910">
                  <c:v>57.903976</c:v>
                </c:pt>
                <c:pt idx="3911">
                  <c:v>57.834136999999998</c:v>
                </c:pt>
                <c:pt idx="3912">
                  <c:v>57.764561</c:v>
                </c:pt>
                <c:pt idx="3913">
                  <c:v>57.695121999999998</c:v>
                </c:pt>
                <c:pt idx="3914">
                  <c:v>57.625801000000003</c:v>
                </c:pt>
                <c:pt idx="3915">
                  <c:v>57.556519000000002</c:v>
                </c:pt>
                <c:pt idx="3916">
                  <c:v>57.487087000000002</c:v>
                </c:pt>
                <c:pt idx="3917">
                  <c:v>57.417468999999997</c:v>
                </c:pt>
                <c:pt idx="3918">
                  <c:v>57.347591000000001</c:v>
                </c:pt>
                <c:pt idx="3919">
                  <c:v>57.277591999999999</c:v>
                </c:pt>
                <c:pt idx="3920">
                  <c:v>57.207580999999998</c:v>
                </c:pt>
                <c:pt idx="3921">
                  <c:v>57.137732999999997</c:v>
                </c:pt>
                <c:pt idx="3922">
                  <c:v>57.068095999999997</c:v>
                </c:pt>
                <c:pt idx="3923">
                  <c:v>56.998600000000003</c:v>
                </c:pt>
                <c:pt idx="3924">
                  <c:v>56.929226</c:v>
                </c:pt>
                <c:pt idx="3925">
                  <c:v>56.859805999999999</c:v>
                </c:pt>
                <c:pt idx="3926">
                  <c:v>56.790264000000001</c:v>
                </c:pt>
                <c:pt idx="3927">
                  <c:v>56.720528000000002</c:v>
                </c:pt>
                <c:pt idx="3928">
                  <c:v>56.650570000000002</c:v>
                </c:pt>
                <c:pt idx="3929">
                  <c:v>56.580505000000002</c:v>
                </c:pt>
                <c:pt idx="3930">
                  <c:v>56.510353000000002</c:v>
                </c:pt>
                <c:pt idx="3931">
                  <c:v>56.440387999999999</c:v>
                </c:pt>
                <c:pt idx="3932">
                  <c:v>56.370601999999998</c:v>
                </c:pt>
                <c:pt idx="3933">
                  <c:v>56.301124999999999</c:v>
                </c:pt>
                <c:pt idx="3934">
                  <c:v>56.231746999999999</c:v>
                </c:pt>
                <c:pt idx="3935">
                  <c:v>56.162388</c:v>
                </c:pt>
                <c:pt idx="3936">
                  <c:v>56.092793</c:v>
                </c:pt>
                <c:pt idx="3937">
                  <c:v>56.022938000000003</c:v>
                </c:pt>
                <c:pt idx="3938">
                  <c:v>55.952755000000003</c:v>
                </c:pt>
                <c:pt idx="3939">
                  <c:v>55.882565</c:v>
                </c:pt>
                <c:pt idx="3940">
                  <c:v>55.812347000000003</c:v>
                </c:pt>
                <c:pt idx="3941">
                  <c:v>55.742401000000001</c:v>
                </c:pt>
                <c:pt idx="3942">
                  <c:v>55.672553999999998</c:v>
                </c:pt>
                <c:pt idx="3943">
                  <c:v>55.602916999999998</c:v>
                </c:pt>
                <c:pt idx="3944">
                  <c:v>55.533417</c:v>
                </c:pt>
                <c:pt idx="3945">
                  <c:v>55.463875000000002</c:v>
                </c:pt>
                <c:pt idx="3946">
                  <c:v>55.394160999999997</c:v>
                </c:pt>
                <c:pt idx="3947">
                  <c:v>55.324226000000003</c:v>
                </c:pt>
                <c:pt idx="3948">
                  <c:v>55.254173000000002</c:v>
                </c:pt>
                <c:pt idx="3949">
                  <c:v>55.184040000000003</c:v>
                </c:pt>
                <c:pt idx="3950">
                  <c:v>55.114021000000001</c:v>
                </c:pt>
                <c:pt idx="3951">
                  <c:v>55.044159000000001</c:v>
                </c:pt>
                <c:pt idx="3952">
                  <c:v>54.974556</c:v>
                </c:pt>
                <c:pt idx="3953">
                  <c:v>54.905064000000003</c:v>
                </c:pt>
                <c:pt idx="3954">
                  <c:v>54.835639999999998</c:v>
                </c:pt>
                <c:pt idx="3955">
                  <c:v>54.765991</c:v>
                </c:pt>
                <c:pt idx="3956">
                  <c:v>54.696086999999999</c:v>
                </c:pt>
                <c:pt idx="3957">
                  <c:v>54.626002999999997</c:v>
                </c:pt>
                <c:pt idx="3958">
                  <c:v>54.555847</c:v>
                </c:pt>
                <c:pt idx="3959">
                  <c:v>54.485767000000003</c:v>
                </c:pt>
                <c:pt idx="3960">
                  <c:v>54.415782999999998</c:v>
                </c:pt>
                <c:pt idx="3961">
                  <c:v>54.346004000000001</c:v>
                </c:pt>
                <c:pt idx="3962">
                  <c:v>54.276401999999997</c:v>
                </c:pt>
                <c:pt idx="3963">
                  <c:v>54.206859999999999</c:v>
                </c:pt>
                <c:pt idx="3964">
                  <c:v>54.137383</c:v>
                </c:pt>
                <c:pt idx="3965">
                  <c:v>54.067748999999999</c:v>
                </c:pt>
                <c:pt idx="3966">
                  <c:v>53.998013</c:v>
                </c:pt>
                <c:pt idx="3967">
                  <c:v>53.928168999999997</c:v>
                </c:pt>
                <c:pt idx="3968">
                  <c:v>53.858199999999997</c:v>
                </c:pt>
                <c:pt idx="3969">
                  <c:v>53.788235</c:v>
                </c:pt>
                <c:pt idx="3970">
                  <c:v>53.718345999999997</c:v>
                </c:pt>
                <c:pt idx="3971">
                  <c:v>53.648659000000002</c:v>
                </c:pt>
                <c:pt idx="3972">
                  <c:v>53.579079</c:v>
                </c:pt>
                <c:pt idx="3973">
                  <c:v>53.509757999999998</c:v>
                </c:pt>
                <c:pt idx="3974">
                  <c:v>53.440300000000001</c:v>
                </c:pt>
                <c:pt idx="3975">
                  <c:v>53.37088</c:v>
                </c:pt>
                <c:pt idx="3976">
                  <c:v>53.301246999999996</c:v>
                </c:pt>
                <c:pt idx="3977">
                  <c:v>53.231532999999999</c:v>
                </c:pt>
                <c:pt idx="3978">
                  <c:v>53.161724</c:v>
                </c:pt>
                <c:pt idx="3979">
                  <c:v>53.092075000000001</c:v>
                </c:pt>
                <c:pt idx="3980">
                  <c:v>53.022396000000001</c:v>
                </c:pt>
                <c:pt idx="3981">
                  <c:v>52.952938000000003</c:v>
                </c:pt>
                <c:pt idx="3982">
                  <c:v>52.883450000000003</c:v>
                </c:pt>
                <c:pt idx="3983">
                  <c:v>52.814067999999999</c:v>
                </c:pt>
                <c:pt idx="3984">
                  <c:v>52.744605999999997</c:v>
                </c:pt>
                <c:pt idx="3985">
                  <c:v>52.675072</c:v>
                </c:pt>
                <c:pt idx="3986">
                  <c:v>52.605370000000001</c:v>
                </c:pt>
                <c:pt idx="3987">
                  <c:v>52.535774000000004</c:v>
                </c:pt>
                <c:pt idx="3988">
                  <c:v>52.466037999999998</c:v>
                </c:pt>
                <c:pt idx="3989">
                  <c:v>52.396431</c:v>
                </c:pt>
                <c:pt idx="3990">
                  <c:v>52.326866000000003</c:v>
                </c:pt>
                <c:pt idx="3991">
                  <c:v>52.257491999999999</c:v>
                </c:pt>
                <c:pt idx="3992">
                  <c:v>52.188274</c:v>
                </c:pt>
                <c:pt idx="3993">
                  <c:v>52.119140999999999</c:v>
                </c:pt>
                <c:pt idx="3994">
                  <c:v>52.050018000000001</c:v>
                </c:pt>
                <c:pt idx="3995">
                  <c:v>51.980801</c:v>
                </c:pt>
                <c:pt idx="3996">
                  <c:v>51.911521999999998</c:v>
                </c:pt>
                <c:pt idx="3997">
                  <c:v>51.842185999999998</c:v>
                </c:pt>
                <c:pt idx="3998">
                  <c:v>51.772854000000002</c:v>
                </c:pt>
                <c:pt idx="3999">
                  <c:v>51.703567999999997</c:v>
                </c:pt>
                <c:pt idx="4000">
                  <c:v>51.634338</c:v>
                </c:pt>
                <c:pt idx="4001">
                  <c:v>51.565182</c:v>
                </c:pt>
                <c:pt idx="4002">
                  <c:v>51.496105</c:v>
                </c:pt>
                <c:pt idx="4003">
                  <c:v>51.427132</c:v>
                </c:pt>
                <c:pt idx="4004">
                  <c:v>51.358055</c:v>
                </c:pt>
                <c:pt idx="4005">
                  <c:v>51.288955999999999</c:v>
                </c:pt>
                <c:pt idx="4006">
                  <c:v>51.219692000000002</c:v>
                </c:pt>
                <c:pt idx="4007">
                  <c:v>51.150410000000001</c:v>
                </c:pt>
                <c:pt idx="4008">
                  <c:v>51.081139</c:v>
                </c:pt>
                <c:pt idx="4009">
                  <c:v>51.011916999999997</c:v>
                </c:pt>
                <c:pt idx="4010">
                  <c:v>50.942771999999998</c:v>
                </c:pt>
                <c:pt idx="4011">
                  <c:v>50.873730000000002</c:v>
                </c:pt>
                <c:pt idx="4012">
                  <c:v>50.804768000000003</c:v>
                </c:pt>
                <c:pt idx="4013">
                  <c:v>50.735850999999997</c:v>
                </c:pt>
                <c:pt idx="4014">
                  <c:v>50.666946000000003</c:v>
                </c:pt>
                <c:pt idx="4015">
                  <c:v>50.597954000000001</c:v>
                </c:pt>
                <c:pt idx="4016">
                  <c:v>50.528908000000001</c:v>
                </c:pt>
                <c:pt idx="4017">
                  <c:v>50.459792999999998</c:v>
                </c:pt>
                <c:pt idx="4018">
                  <c:v>50.390723999999999</c:v>
                </c:pt>
                <c:pt idx="4019">
                  <c:v>50.321742999999998</c:v>
                </c:pt>
                <c:pt idx="4020">
                  <c:v>50.252746999999999</c:v>
                </c:pt>
                <c:pt idx="4021">
                  <c:v>50.183903000000001</c:v>
                </c:pt>
                <c:pt idx="4022">
                  <c:v>50.115734000000003</c:v>
                </c:pt>
                <c:pt idx="4023">
                  <c:v>50.045715000000001</c:v>
                </c:pt>
                <c:pt idx="4024">
                  <c:v>49.977055</c:v>
                </c:pt>
                <c:pt idx="4025">
                  <c:v>49.911887999999998</c:v>
                </c:pt>
                <c:pt idx="4026">
                  <c:v>49.840243999999998</c:v>
                </c:pt>
                <c:pt idx="4027">
                  <c:v>49.786113999999998</c:v>
                </c:pt>
                <c:pt idx="4028">
                  <c:v>49.728661000000002</c:v>
                </c:pt>
                <c:pt idx="4029">
                  <c:v>49.666283</c:v>
                </c:pt>
                <c:pt idx="4030">
                  <c:v>49.601357</c:v>
                </c:pt>
                <c:pt idx="4031">
                  <c:v>49.534779</c:v>
                </c:pt>
                <c:pt idx="4032">
                  <c:v>49.467373000000002</c:v>
                </c:pt>
                <c:pt idx="4033">
                  <c:v>49.399517000000003</c:v>
                </c:pt>
                <c:pt idx="4034">
                  <c:v>49.331386999999999</c:v>
                </c:pt>
                <c:pt idx="4035">
                  <c:v>49.26305</c:v>
                </c:pt>
                <c:pt idx="4036">
                  <c:v>49.194572000000001</c:v>
                </c:pt>
                <c:pt idx="4037">
                  <c:v>49.125976999999999</c:v>
                </c:pt>
                <c:pt idx="4038">
                  <c:v>49.057361999999998</c:v>
                </c:pt>
                <c:pt idx="4039">
                  <c:v>48.988810999999998</c:v>
                </c:pt>
                <c:pt idx="4040">
                  <c:v>48.920363999999999</c:v>
                </c:pt>
                <c:pt idx="4041">
                  <c:v>48.851967000000002</c:v>
                </c:pt>
                <c:pt idx="4042">
                  <c:v>48.783603999999997</c:v>
                </c:pt>
                <c:pt idx="4043">
                  <c:v>48.715255999999997</c:v>
                </c:pt>
                <c:pt idx="4044">
                  <c:v>48.646918999999997</c:v>
                </c:pt>
                <c:pt idx="4045">
                  <c:v>48.578606000000001</c:v>
                </c:pt>
                <c:pt idx="4046">
                  <c:v>48.510300000000001</c:v>
                </c:pt>
                <c:pt idx="4047">
                  <c:v>48.442031999999998</c:v>
                </c:pt>
                <c:pt idx="4048">
                  <c:v>48.373745</c:v>
                </c:pt>
                <c:pt idx="4049">
                  <c:v>48.305458000000002</c:v>
                </c:pt>
                <c:pt idx="4050">
                  <c:v>48.237152000000002</c:v>
                </c:pt>
                <c:pt idx="4051">
                  <c:v>48.168854000000003</c:v>
                </c:pt>
                <c:pt idx="4052">
                  <c:v>48.100532999999999</c:v>
                </c:pt>
                <c:pt idx="4053">
                  <c:v>48.032200000000003</c:v>
                </c:pt>
                <c:pt idx="4054">
                  <c:v>47.963881999999998</c:v>
                </c:pt>
                <c:pt idx="4055">
                  <c:v>47.895569000000002</c:v>
                </c:pt>
                <c:pt idx="4056">
                  <c:v>47.827266999999999</c:v>
                </c:pt>
                <c:pt idx="4057">
                  <c:v>47.758972</c:v>
                </c:pt>
                <c:pt idx="4058">
                  <c:v>47.690674000000001</c:v>
                </c:pt>
                <c:pt idx="4059">
                  <c:v>47.622387000000003</c:v>
                </c:pt>
                <c:pt idx="4060">
                  <c:v>47.554110999999999</c:v>
                </c:pt>
                <c:pt idx="4061">
                  <c:v>47.485855000000001</c:v>
                </c:pt>
                <c:pt idx="4062">
                  <c:v>47.417617999999997</c:v>
                </c:pt>
                <c:pt idx="4063">
                  <c:v>47.349415</c:v>
                </c:pt>
                <c:pt idx="4064">
                  <c:v>47.281227000000001</c:v>
                </c:pt>
                <c:pt idx="4065">
                  <c:v>47.213012999999997</c:v>
                </c:pt>
                <c:pt idx="4066">
                  <c:v>47.144790999999998</c:v>
                </c:pt>
                <c:pt idx="4067">
                  <c:v>47.076571999999999</c:v>
                </c:pt>
                <c:pt idx="4068">
                  <c:v>47.008366000000002</c:v>
                </c:pt>
                <c:pt idx="4069">
                  <c:v>46.940182</c:v>
                </c:pt>
                <c:pt idx="4070">
                  <c:v>46.872059</c:v>
                </c:pt>
                <c:pt idx="4071">
                  <c:v>46.803992999999998</c:v>
                </c:pt>
                <c:pt idx="4072">
                  <c:v>46.735984999999999</c:v>
                </c:pt>
                <c:pt idx="4073">
                  <c:v>46.667937999999999</c:v>
                </c:pt>
                <c:pt idx="4074">
                  <c:v>46.599921999999999</c:v>
                </c:pt>
                <c:pt idx="4075">
                  <c:v>46.531818000000001</c:v>
                </c:pt>
                <c:pt idx="4076">
                  <c:v>46.463692000000002</c:v>
                </c:pt>
                <c:pt idx="4077">
                  <c:v>46.395538000000002</c:v>
                </c:pt>
                <c:pt idx="4078">
                  <c:v>46.327404000000001</c:v>
                </c:pt>
                <c:pt idx="4079">
                  <c:v>46.259335</c:v>
                </c:pt>
                <c:pt idx="4080">
                  <c:v>46.191315000000003</c:v>
                </c:pt>
                <c:pt idx="4081">
                  <c:v>46.123356000000001</c:v>
                </c:pt>
                <c:pt idx="4082">
                  <c:v>46.055461999999999</c:v>
                </c:pt>
                <c:pt idx="4083">
                  <c:v>45.987563999999999</c:v>
                </c:pt>
                <c:pt idx="4084">
                  <c:v>45.919659000000003</c:v>
                </c:pt>
                <c:pt idx="4085">
                  <c:v>45.851685000000003</c:v>
                </c:pt>
                <c:pt idx="4086">
                  <c:v>45.783684000000001</c:v>
                </c:pt>
                <c:pt idx="4087">
                  <c:v>45.715674999999997</c:v>
                </c:pt>
                <c:pt idx="4088">
                  <c:v>45.647635999999999</c:v>
                </c:pt>
                <c:pt idx="4089">
                  <c:v>45.579619999999998</c:v>
                </c:pt>
                <c:pt idx="4090">
                  <c:v>45.511668999999998</c:v>
                </c:pt>
                <c:pt idx="4091">
                  <c:v>45.443793999999997</c:v>
                </c:pt>
                <c:pt idx="4092">
                  <c:v>45.375973000000002</c:v>
                </c:pt>
                <c:pt idx="4093">
                  <c:v>45.308174000000001</c:v>
                </c:pt>
                <c:pt idx="4094">
                  <c:v>45.240318000000002</c:v>
                </c:pt>
                <c:pt idx="4095">
                  <c:v>45.172454999999999</c:v>
                </c:pt>
                <c:pt idx="4096">
                  <c:v>45.104526999999997</c:v>
                </c:pt>
                <c:pt idx="4097">
                  <c:v>45.036610000000003</c:v>
                </c:pt>
                <c:pt idx="4098">
                  <c:v>44.968727000000001</c:v>
                </c:pt>
                <c:pt idx="4099">
                  <c:v>44.900886999999997</c:v>
                </c:pt>
                <c:pt idx="4100">
                  <c:v>44.833087999999996</c:v>
                </c:pt>
                <c:pt idx="4101">
                  <c:v>44.765338999999997</c:v>
                </c:pt>
                <c:pt idx="4102">
                  <c:v>44.697631999999999</c:v>
                </c:pt>
                <c:pt idx="4103">
                  <c:v>44.629939999999998</c:v>
                </c:pt>
                <c:pt idx="4104">
                  <c:v>44.562218000000001</c:v>
                </c:pt>
                <c:pt idx="4105">
                  <c:v>44.494414999999996</c:v>
                </c:pt>
                <c:pt idx="4106">
                  <c:v>44.426566999999999</c:v>
                </c:pt>
                <c:pt idx="4107">
                  <c:v>44.358707000000003</c:v>
                </c:pt>
                <c:pt idx="4108">
                  <c:v>44.290871000000003</c:v>
                </c:pt>
                <c:pt idx="4109">
                  <c:v>44.223075999999999</c:v>
                </c:pt>
                <c:pt idx="4110">
                  <c:v>44.155346000000002</c:v>
                </c:pt>
                <c:pt idx="4111">
                  <c:v>44.087676999999999</c:v>
                </c:pt>
                <c:pt idx="4112">
                  <c:v>44.020060999999998</c:v>
                </c:pt>
                <c:pt idx="4113">
                  <c:v>43.952469000000001</c:v>
                </c:pt>
                <c:pt idx="4114">
                  <c:v>43.88485</c:v>
                </c:pt>
                <c:pt idx="4115">
                  <c:v>43.817154000000002</c:v>
                </c:pt>
                <c:pt idx="4116">
                  <c:v>43.749386000000001</c:v>
                </c:pt>
                <c:pt idx="4117">
                  <c:v>43.681629000000001</c:v>
                </c:pt>
                <c:pt idx="4118">
                  <c:v>43.613875999999998</c:v>
                </c:pt>
                <c:pt idx="4119">
                  <c:v>43.546180999999997</c:v>
                </c:pt>
                <c:pt idx="4120">
                  <c:v>43.478496999999997</c:v>
                </c:pt>
                <c:pt idx="4121">
                  <c:v>43.410865999999999</c:v>
                </c:pt>
                <c:pt idx="4122">
                  <c:v>43.343285000000002</c:v>
                </c:pt>
                <c:pt idx="4123">
                  <c:v>43.275714999999998</c:v>
                </c:pt>
                <c:pt idx="4124">
                  <c:v>43.208114999999999</c:v>
                </c:pt>
                <c:pt idx="4125">
                  <c:v>43.140479999999997</c:v>
                </c:pt>
                <c:pt idx="4126">
                  <c:v>43.072830000000003</c:v>
                </c:pt>
                <c:pt idx="4127">
                  <c:v>43.005156999999997</c:v>
                </c:pt>
                <c:pt idx="4128">
                  <c:v>42.937472999999997</c:v>
                </c:pt>
                <c:pt idx="4129">
                  <c:v>42.869804000000002</c:v>
                </c:pt>
                <c:pt idx="4130">
                  <c:v>42.802185000000001</c:v>
                </c:pt>
                <c:pt idx="4131">
                  <c:v>42.734603999999997</c:v>
                </c:pt>
                <c:pt idx="4132">
                  <c:v>42.667107000000001</c:v>
                </c:pt>
                <c:pt idx="4133">
                  <c:v>42.599609000000001</c:v>
                </c:pt>
                <c:pt idx="4134">
                  <c:v>42.532066</c:v>
                </c:pt>
                <c:pt idx="4135">
                  <c:v>42.464455000000001</c:v>
                </c:pt>
                <c:pt idx="4136">
                  <c:v>42.396777999999998</c:v>
                </c:pt>
                <c:pt idx="4137">
                  <c:v>42.329075000000003</c:v>
                </c:pt>
                <c:pt idx="4138">
                  <c:v>42.261336999999997</c:v>
                </c:pt>
                <c:pt idx="4139">
                  <c:v>42.193641999999997</c:v>
                </c:pt>
                <c:pt idx="4140">
                  <c:v>42.125988</c:v>
                </c:pt>
                <c:pt idx="4141">
                  <c:v>42.058391999999998</c:v>
                </c:pt>
                <c:pt idx="4142">
                  <c:v>41.990848999999997</c:v>
                </c:pt>
                <c:pt idx="4143">
                  <c:v>41.923309000000003</c:v>
                </c:pt>
                <c:pt idx="4144">
                  <c:v>41.855713000000002</c:v>
                </c:pt>
                <c:pt idx="4145">
                  <c:v>41.788017000000004</c:v>
                </c:pt>
                <c:pt idx="4146">
                  <c:v>41.720275999999998</c:v>
                </c:pt>
                <c:pt idx="4147">
                  <c:v>41.652495999999999</c:v>
                </c:pt>
                <c:pt idx="4148">
                  <c:v>41.584705</c:v>
                </c:pt>
                <c:pt idx="4149">
                  <c:v>41.516936999999999</c:v>
                </c:pt>
                <c:pt idx="4150">
                  <c:v>41.449233999999997</c:v>
                </c:pt>
                <c:pt idx="4151">
                  <c:v>41.381591999999998</c:v>
                </c:pt>
                <c:pt idx="4152">
                  <c:v>41.314003</c:v>
                </c:pt>
                <c:pt idx="4153">
                  <c:v>41.246414000000001</c:v>
                </c:pt>
                <c:pt idx="4154">
                  <c:v>41.178787</c:v>
                </c:pt>
                <c:pt idx="4155">
                  <c:v>41.111080000000001</c:v>
                </c:pt>
                <c:pt idx="4156">
                  <c:v>41.043255000000002</c:v>
                </c:pt>
                <c:pt idx="4157">
                  <c:v>40.975403</c:v>
                </c:pt>
                <c:pt idx="4158">
                  <c:v>40.907589000000002</c:v>
                </c:pt>
                <c:pt idx="4159">
                  <c:v>40.839801999999999</c:v>
                </c:pt>
                <c:pt idx="4160">
                  <c:v>40.772075999999998</c:v>
                </c:pt>
                <c:pt idx="4161">
                  <c:v>40.704411</c:v>
                </c:pt>
                <c:pt idx="4162">
                  <c:v>40.636803</c:v>
                </c:pt>
                <c:pt idx="4163">
                  <c:v>40.569201999999997</c:v>
                </c:pt>
                <c:pt idx="4164">
                  <c:v>40.501536999999999</c:v>
                </c:pt>
                <c:pt idx="4165">
                  <c:v>40.433773000000002</c:v>
                </c:pt>
                <c:pt idx="4166">
                  <c:v>40.365912999999999</c:v>
                </c:pt>
                <c:pt idx="4167">
                  <c:v>40.298012</c:v>
                </c:pt>
                <c:pt idx="4168">
                  <c:v>40.230128999999998</c:v>
                </c:pt>
                <c:pt idx="4169">
                  <c:v>40.162308000000003</c:v>
                </c:pt>
                <c:pt idx="4170">
                  <c:v>40.094527999999997</c:v>
                </c:pt>
                <c:pt idx="4171">
                  <c:v>40.026833000000003</c:v>
                </c:pt>
                <c:pt idx="4172">
                  <c:v>39.959170999999998</c:v>
                </c:pt>
                <c:pt idx="4173">
                  <c:v>39.891540999999997</c:v>
                </c:pt>
                <c:pt idx="4174">
                  <c:v>39.823855999999999</c:v>
                </c:pt>
                <c:pt idx="4175">
                  <c:v>39.756062</c:v>
                </c:pt>
                <c:pt idx="4176">
                  <c:v>39.688183000000002</c:v>
                </c:pt>
                <c:pt idx="4177">
                  <c:v>39.620258</c:v>
                </c:pt>
                <c:pt idx="4178">
                  <c:v>39.552360999999998</c:v>
                </c:pt>
                <c:pt idx="4179">
                  <c:v>39.484512000000002</c:v>
                </c:pt>
                <c:pt idx="4180">
                  <c:v>39.416736999999998</c:v>
                </c:pt>
                <c:pt idx="4181">
                  <c:v>39.349037000000003</c:v>
                </c:pt>
                <c:pt idx="4182">
                  <c:v>39.281379999999999</c:v>
                </c:pt>
                <c:pt idx="4183">
                  <c:v>39.213760000000001</c:v>
                </c:pt>
                <c:pt idx="4184">
                  <c:v>39.146068999999997</c:v>
                </c:pt>
                <c:pt idx="4185">
                  <c:v>39.078251000000002</c:v>
                </c:pt>
                <c:pt idx="4186">
                  <c:v>39.010306999999997</c:v>
                </c:pt>
                <c:pt idx="4187">
                  <c:v>38.942332999999998</c:v>
                </c:pt>
                <c:pt idx="4188">
                  <c:v>38.874370999999996</c:v>
                </c:pt>
                <c:pt idx="4189">
                  <c:v>38.806477000000001</c:v>
                </c:pt>
                <c:pt idx="4190">
                  <c:v>38.738655000000001</c:v>
                </c:pt>
                <c:pt idx="4191">
                  <c:v>38.670932999999998</c:v>
                </c:pt>
                <c:pt idx="4192">
                  <c:v>38.603279000000001</c:v>
                </c:pt>
                <c:pt idx="4193">
                  <c:v>38.535648000000002</c:v>
                </c:pt>
                <c:pt idx="4194">
                  <c:v>38.467953000000001</c:v>
                </c:pt>
                <c:pt idx="4195">
                  <c:v>38.400120000000001</c:v>
                </c:pt>
                <c:pt idx="4196">
                  <c:v>38.332183999999998</c:v>
                </c:pt>
                <c:pt idx="4197">
                  <c:v>38.264183000000003</c:v>
                </c:pt>
                <c:pt idx="4198">
                  <c:v>38.196213</c:v>
                </c:pt>
                <c:pt idx="4199">
                  <c:v>38.128304</c:v>
                </c:pt>
                <c:pt idx="4200">
                  <c:v>38.060496999999998</c:v>
                </c:pt>
                <c:pt idx="4201">
                  <c:v>37.992794000000004</c:v>
                </c:pt>
                <c:pt idx="4202">
                  <c:v>37.925128999999998</c:v>
                </c:pt>
                <c:pt idx="4203">
                  <c:v>37.857467999999997</c:v>
                </c:pt>
                <c:pt idx="4204">
                  <c:v>37.789760999999999</c:v>
                </c:pt>
                <c:pt idx="4205">
                  <c:v>37.721896999999998</c:v>
                </c:pt>
                <c:pt idx="4206">
                  <c:v>37.653919000000002</c:v>
                </c:pt>
                <c:pt idx="4207">
                  <c:v>37.585872999999999</c:v>
                </c:pt>
                <c:pt idx="4208">
                  <c:v>37.517853000000002</c:v>
                </c:pt>
                <c:pt idx="4209">
                  <c:v>37.449897999999997</c:v>
                </c:pt>
                <c:pt idx="4210">
                  <c:v>37.382004000000002</c:v>
                </c:pt>
                <c:pt idx="4211">
                  <c:v>37.314239999999998</c:v>
                </c:pt>
                <c:pt idx="4212">
                  <c:v>37.246566999999999</c:v>
                </c:pt>
                <c:pt idx="4213">
                  <c:v>37.178916999999998</c:v>
                </c:pt>
                <c:pt idx="4214">
                  <c:v>37.111206000000003</c:v>
                </c:pt>
                <c:pt idx="4215">
                  <c:v>37.043343</c:v>
                </c:pt>
                <c:pt idx="4216">
                  <c:v>36.975372</c:v>
                </c:pt>
                <c:pt idx="4217">
                  <c:v>36.907352000000003</c:v>
                </c:pt>
                <c:pt idx="4218">
                  <c:v>36.839336000000003</c:v>
                </c:pt>
                <c:pt idx="4219">
                  <c:v>36.771408000000001</c:v>
                </c:pt>
                <c:pt idx="4220">
                  <c:v>36.703586999999999</c:v>
                </c:pt>
                <c:pt idx="4221">
                  <c:v>36.635886999999997</c:v>
                </c:pt>
                <c:pt idx="4222">
                  <c:v>36.568252999999999</c:v>
                </c:pt>
                <c:pt idx="4223">
                  <c:v>36.500613999999999</c:v>
                </c:pt>
                <c:pt idx="4224">
                  <c:v>36.432868999999997</c:v>
                </c:pt>
                <c:pt idx="4225">
                  <c:v>36.364970999999997</c:v>
                </c:pt>
                <c:pt idx="4226">
                  <c:v>36.296959000000001</c:v>
                </c:pt>
                <c:pt idx="4227">
                  <c:v>36.228886000000003</c:v>
                </c:pt>
                <c:pt idx="4228">
                  <c:v>36.160820000000001</c:v>
                </c:pt>
                <c:pt idx="4229">
                  <c:v>36.092838</c:v>
                </c:pt>
                <c:pt idx="4230">
                  <c:v>36.024929</c:v>
                </c:pt>
                <c:pt idx="4231">
                  <c:v>35.957127</c:v>
                </c:pt>
                <c:pt idx="4232">
                  <c:v>35.889384999999997</c:v>
                </c:pt>
                <c:pt idx="4233">
                  <c:v>35.821674000000002</c:v>
                </c:pt>
                <c:pt idx="4234">
                  <c:v>35.753922000000003</c:v>
                </c:pt>
                <c:pt idx="4235">
                  <c:v>35.686042999999998</c:v>
                </c:pt>
                <c:pt idx="4236">
                  <c:v>35.618046</c:v>
                </c:pt>
                <c:pt idx="4237">
                  <c:v>35.550013999999997</c:v>
                </c:pt>
                <c:pt idx="4238">
                  <c:v>35.481971999999999</c:v>
                </c:pt>
                <c:pt idx="4239">
                  <c:v>35.414031999999999</c:v>
                </c:pt>
                <c:pt idx="4240">
                  <c:v>35.346179999999997</c:v>
                </c:pt>
                <c:pt idx="4241">
                  <c:v>35.278416</c:v>
                </c:pt>
                <c:pt idx="4242">
                  <c:v>35.210709000000001</c:v>
                </c:pt>
                <c:pt idx="4243">
                  <c:v>35.142966999999999</c:v>
                </c:pt>
                <c:pt idx="4244">
                  <c:v>35.075133999999998</c:v>
                </c:pt>
                <c:pt idx="4245">
                  <c:v>35.007182999999998</c:v>
                </c:pt>
                <c:pt idx="4246">
                  <c:v>34.939129000000001</c:v>
                </c:pt>
                <c:pt idx="4247">
                  <c:v>34.871006000000001</c:v>
                </c:pt>
                <c:pt idx="4248">
                  <c:v>34.802937</c:v>
                </c:pt>
                <c:pt idx="4249">
                  <c:v>34.734951000000002</c:v>
                </c:pt>
                <c:pt idx="4250">
                  <c:v>34.667057</c:v>
                </c:pt>
                <c:pt idx="4251">
                  <c:v>34.599251000000002</c:v>
                </c:pt>
                <c:pt idx="4252">
                  <c:v>34.531509</c:v>
                </c:pt>
                <c:pt idx="4253">
                  <c:v>34.463745000000003</c:v>
                </c:pt>
                <c:pt idx="4254">
                  <c:v>34.395904999999999</c:v>
                </c:pt>
                <c:pt idx="4255">
                  <c:v>34.327919000000001</c:v>
                </c:pt>
                <c:pt idx="4256">
                  <c:v>34.259841999999999</c:v>
                </c:pt>
                <c:pt idx="4257">
                  <c:v>34.191723000000003</c:v>
                </c:pt>
                <c:pt idx="4258">
                  <c:v>34.123631000000003</c:v>
                </c:pt>
                <c:pt idx="4259">
                  <c:v>34.055613999999998</c:v>
                </c:pt>
                <c:pt idx="4260">
                  <c:v>33.987709000000002</c:v>
                </c:pt>
                <c:pt idx="4261">
                  <c:v>33.919894999999997</c:v>
                </c:pt>
                <c:pt idx="4262">
                  <c:v>33.852150000000002</c:v>
                </c:pt>
                <c:pt idx="4263">
                  <c:v>33.784396999999998</c:v>
                </c:pt>
                <c:pt idx="4264">
                  <c:v>33.716529999999999</c:v>
                </c:pt>
                <c:pt idx="4265">
                  <c:v>33.648499000000001</c:v>
                </c:pt>
                <c:pt idx="4266">
                  <c:v>33.580368</c:v>
                </c:pt>
                <c:pt idx="4267">
                  <c:v>33.512217999999997</c:v>
                </c:pt>
                <c:pt idx="4268">
                  <c:v>33.444083999999997</c:v>
                </c:pt>
                <c:pt idx="4269">
                  <c:v>33.376033999999997</c:v>
                </c:pt>
                <c:pt idx="4270">
                  <c:v>33.308083000000003</c:v>
                </c:pt>
                <c:pt idx="4271">
                  <c:v>33.240234000000001</c:v>
                </c:pt>
                <c:pt idx="4272">
                  <c:v>33.172462000000003</c:v>
                </c:pt>
                <c:pt idx="4273">
                  <c:v>33.104694000000002</c:v>
                </c:pt>
                <c:pt idx="4274">
                  <c:v>33.036830999999999</c:v>
                </c:pt>
                <c:pt idx="4275">
                  <c:v>32.968857</c:v>
                </c:pt>
                <c:pt idx="4276">
                  <c:v>32.900795000000002</c:v>
                </c:pt>
                <c:pt idx="4277">
                  <c:v>32.832706000000002</c:v>
                </c:pt>
                <c:pt idx="4278">
                  <c:v>32.764637</c:v>
                </c:pt>
                <c:pt idx="4279">
                  <c:v>32.696648000000003</c:v>
                </c:pt>
                <c:pt idx="4280">
                  <c:v>32.628830000000001</c:v>
                </c:pt>
                <c:pt idx="4281">
                  <c:v>32.561225999999998</c:v>
                </c:pt>
                <c:pt idx="4282">
                  <c:v>32.493996000000003</c:v>
                </c:pt>
                <c:pt idx="4283">
                  <c:v>32.427318999999997</c:v>
                </c:pt>
                <c:pt idx="4284">
                  <c:v>32.361342999999998</c:v>
                </c:pt>
                <c:pt idx="4285">
                  <c:v>32.296497000000002</c:v>
                </c:pt>
                <c:pt idx="4286">
                  <c:v>32.233108999999999</c:v>
                </c:pt>
                <c:pt idx="4287">
                  <c:v>32.170848999999997</c:v>
                </c:pt>
                <c:pt idx="4288">
                  <c:v>32.109366999999999</c:v>
                </c:pt>
                <c:pt idx="4289">
                  <c:v>32.048282999999998</c:v>
                </c:pt>
                <c:pt idx="4290">
                  <c:v>31.987293000000001</c:v>
                </c:pt>
                <c:pt idx="4291">
                  <c:v>31.926485</c:v>
                </c:pt>
                <c:pt idx="4292">
                  <c:v>31.865662</c:v>
                </c:pt>
                <c:pt idx="4293">
                  <c:v>31.804955</c:v>
                </c:pt>
                <c:pt idx="4294">
                  <c:v>31.745691000000001</c:v>
                </c:pt>
                <c:pt idx="4295">
                  <c:v>31.688725000000002</c:v>
                </c:pt>
                <c:pt idx="4296">
                  <c:v>31.636126999999998</c:v>
                </c:pt>
                <c:pt idx="4297">
                  <c:v>31.589064</c:v>
                </c:pt>
                <c:pt idx="4298">
                  <c:v>31.548615999999999</c:v>
                </c:pt>
                <c:pt idx="4299">
                  <c:v>31.513451</c:v>
                </c:pt>
                <c:pt idx="4300">
                  <c:v>31.481788999999999</c:v>
                </c:pt>
                <c:pt idx="4301">
                  <c:v>31.453644000000001</c:v>
                </c:pt>
                <c:pt idx="4302">
                  <c:v>31.428896000000002</c:v>
                </c:pt>
                <c:pt idx="4303">
                  <c:v>31.407160000000001</c:v>
                </c:pt>
                <c:pt idx="4304">
                  <c:v>31.387771999999998</c:v>
                </c:pt>
                <c:pt idx="4305">
                  <c:v>31.370283000000001</c:v>
                </c:pt>
                <c:pt idx="4306">
                  <c:v>31.354084</c:v>
                </c:pt>
                <c:pt idx="4307">
                  <c:v>31.338795000000001</c:v>
                </c:pt>
                <c:pt idx="4308">
                  <c:v>31.323419999999999</c:v>
                </c:pt>
                <c:pt idx="4309">
                  <c:v>31.306850000000001</c:v>
                </c:pt>
                <c:pt idx="4310">
                  <c:v>31.288184999999999</c:v>
                </c:pt>
                <c:pt idx="4311">
                  <c:v>31.267479000000002</c:v>
                </c:pt>
                <c:pt idx="4312">
                  <c:v>31.244292999999999</c:v>
                </c:pt>
                <c:pt idx="4313">
                  <c:v>31.218847</c:v>
                </c:pt>
                <c:pt idx="4314">
                  <c:v>31.191673000000002</c:v>
                </c:pt>
                <c:pt idx="4315">
                  <c:v>31.163882999999998</c:v>
                </c:pt>
                <c:pt idx="4316">
                  <c:v>31.136918999999999</c:v>
                </c:pt>
                <c:pt idx="4317">
                  <c:v>31.111519000000001</c:v>
                </c:pt>
                <c:pt idx="4318">
                  <c:v>31.088077999999999</c:v>
                </c:pt>
                <c:pt idx="4319">
                  <c:v>31.066313000000001</c:v>
                </c:pt>
                <c:pt idx="4320">
                  <c:v>31.045504000000001</c:v>
                </c:pt>
                <c:pt idx="4321">
                  <c:v>31.024640999999999</c:v>
                </c:pt>
                <c:pt idx="4322">
                  <c:v>31.002918000000001</c:v>
                </c:pt>
                <c:pt idx="4323">
                  <c:v>30.980046999999999</c:v>
                </c:pt>
                <c:pt idx="4324">
                  <c:v>30.956520000000001</c:v>
                </c:pt>
                <c:pt idx="4325">
                  <c:v>30.932960999999999</c:v>
                </c:pt>
                <c:pt idx="4326">
                  <c:v>30.910404</c:v>
                </c:pt>
                <c:pt idx="4327">
                  <c:v>30.889403999999999</c:v>
                </c:pt>
                <c:pt idx="4328">
                  <c:v>30.869866999999999</c:v>
                </c:pt>
                <c:pt idx="4329">
                  <c:v>30.851050999999998</c:v>
                </c:pt>
                <c:pt idx="4330">
                  <c:v>30.832056000000001</c:v>
                </c:pt>
                <c:pt idx="4331">
                  <c:v>30.811973999999999</c:v>
                </c:pt>
                <c:pt idx="4332">
                  <c:v>30.790396000000001</c:v>
                </c:pt>
                <c:pt idx="4333">
                  <c:v>30.767548000000001</c:v>
                </c:pt>
                <c:pt idx="4334">
                  <c:v>30.744116000000002</c:v>
                </c:pt>
                <c:pt idx="4335">
                  <c:v>30.721150999999999</c:v>
                </c:pt>
                <c:pt idx="4336">
                  <c:v>30.699470999999999</c:v>
                </c:pt>
                <c:pt idx="4337">
                  <c:v>30.679527</c:v>
                </c:pt>
                <c:pt idx="4338">
                  <c:v>30.661840000000002</c:v>
                </c:pt>
                <c:pt idx="4339">
                  <c:v>30.646284000000001</c:v>
                </c:pt>
                <c:pt idx="4340">
                  <c:v>30.632093000000001</c:v>
                </c:pt>
                <c:pt idx="4341">
                  <c:v>30.617920000000002</c:v>
                </c:pt>
                <c:pt idx="4342">
                  <c:v>30.602872999999999</c:v>
                </c:pt>
                <c:pt idx="4343">
                  <c:v>30.586836000000002</c:v>
                </c:pt>
                <c:pt idx="4344">
                  <c:v>30.570305000000001</c:v>
                </c:pt>
                <c:pt idx="4345">
                  <c:v>30.554237000000001</c:v>
                </c:pt>
                <c:pt idx="4346">
                  <c:v>30.539114000000001</c:v>
                </c:pt>
                <c:pt idx="4347">
                  <c:v>30.525133</c:v>
                </c:pt>
                <c:pt idx="4348">
                  <c:v>30.511744</c:v>
                </c:pt>
                <c:pt idx="4349">
                  <c:v>30.498228000000001</c:v>
                </c:pt>
                <c:pt idx="4350">
                  <c:v>30.483609999999999</c:v>
                </c:pt>
                <c:pt idx="4351">
                  <c:v>30.467338999999999</c:v>
                </c:pt>
                <c:pt idx="4352">
                  <c:v>30.449494999999999</c:v>
                </c:pt>
                <c:pt idx="4353">
                  <c:v>30.430745999999999</c:v>
                </c:pt>
                <c:pt idx="4354">
                  <c:v>30.412116999999999</c:v>
                </c:pt>
                <c:pt idx="4355">
                  <c:v>30.394359999999999</c:v>
                </c:pt>
                <c:pt idx="4356">
                  <c:v>30.378418</c:v>
                </c:pt>
                <c:pt idx="4357">
                  <c:v>30.364462</c:v>
                </c:pt>
                <c:pt idx="4358">
                  <c:v>30.352585000000001</c:v>
                </c:pt>
                <c:pt idx="4359">
                  <c:v>30.342188</c:v>
                </c:pt>
                <c:pt idx="4360">
                  <c:v>30.332868999999999</c:v>
                </c:pt>
                <c:pt idx="4361">
                  <c:v>30.324265</c:v>
                </c:pt>
                <c:pt idx="4362">
                  <c:v>30.315842</c:v>
                </c:pt>
                <c:pt idx="4363">
                  <c:v>30.307220000000001</c:v>
                </c:pt>
                <c:pt idx="4364">
                  <c:v>30.298508000000002</c:v>
                </c:pt>
                <c:pt idx="4365">
                  <c:v>30.289915000000001</c:v>
                </c:pt>
                <c:pt idx="4366">
                  <c:v>30.281735999999999</c:v>
                </c:pt>
                <c:pt idx="4367">
                  <c:v>30.274211999999999</c:v>
                </c:pt>
                <c:pt idx="4368">
                  <c:v>30.267284</c:v>
                </c:pt>
                <c:pt idx="4369">
                  <c:v>30.260538</c:v>
                </c:pt>
                <c:pt idx="4370">
                  <c:v>30.253537999999999</c:v>
                </c:pt>
                <c:pt idx="4371">
                  <c:v>30.245695000000001</c:v>
                </c:pt>
                <c:pt idx="4372">
                  <c:v>30.236941999999999</c:v>
                </c:pt>
                <c:pt idx="4373">
                  <c:v>30.227323999999999</c:v>
                </c:pt>
                <c:pt idx="4374">
                  <c:v>30.21726</c:v>
                </c:pt>
                <c:pt idx="4375">
                  <c:v>30.207481000000001</c:v>
                </c:pt>
                <c:pt idx="4376">
                  <c:v>30.198295999999999</c:v>
                </c:pt>
                <c:pt idx="4377">
                  <c:v>30.190016</c:v>
                </c:pt>
                <c:pt idx="4378">
                  <c:v>30.182693</c:v>
                </c:pt>
                <c:pt idx="4379">
                  <c:v>30.176089999999999</c:v>
                </c:pt>
                <c:pt idx="4380">
                  <c:v>30.169888</c:v>
                </c:pt>
                <c:pt idx="4381">
                  <c:v>30.163665999999999</c:v>
                </c:pt>
                <c:pt idx="4382">
                  <c:v>30.157187</c:v>
                </c:pt>
                <c:pt idx="4383">
                  <c:v>30.150106000000001</c:v>
                </c:pt>
                <c:pt idx="4384">
                  <c:v>30.142595</c:v>
                </c:pt>
                <c:pt idx="4385">
                  <c:v>30.135124000000001</c:v>
                </c:pt>
                <c:pt idx="4386">
                  <c:v>30.128197</c:v>
                </c:pt>
                <c:pt idx="4387">
                  <c:v>30.121970999999998</c:v>
                </c:pt>
                <c:pt idx="4388">
                  <c:v>30.116479999999999</c:v>
                </c:pt>
                <c:pt idx="4389">
                  <c:v>30.11158</c:v>
                </c:pt>
                <c:pt idx="4390">
                  <c:v>30.107042</c:v>
                </c:pt>
                <c:pt idx="4391">
                  <c:v>30.102505000000001</c:v>
                </c:pt>
                <c:pt idx="4392">
                  <c:v>30.097695999999999</c:v>
                </c:pt>
                <c:pt idx="4393">
                  <c:v>30.092468</c:v>
                </c:pt>
                <c:pt idx="4394">
                  <c:v>30.086983</c:v>
                </c:pt>
                <c:pt idx="4395">
                  <c:v>30.081465000000001</c:v>
                </c:pt>
                <c:pt idx="4396">
                  <c:v>30.076229000000001</c:v>
                </c:pt>
                <c:pt idx="4397">
                  <c:v>30.071449000000001</c:v>
                </c:pt>
                <c:pt idx="4398">
                  <c:v>30.067350000000001</c:v>
                </c:pt>
                <c:pt idx="4399">
                  <c:v>30.063766000000001</c:v>
                </c:pt>
                <c:pt idx="4400">
                  <c:v>30.060513</c:v>
                </c:pt>
                <c:pt idx="4401">
                  <c:v>30.057217000000001</c:v>
                </c:pt>
                <c:pt idx="4402">
                  <c:v>30.053643999999998</c:v>
                </c:pt>
                <c:pt idx="4403">
                  <c:v>30.049616</c:v>
                </c:pt>
                <c:pt idx="4404">
                  <c:v>30.045162000000001</c:v>
                </c:pt>
                <c:pt idx="4405">
                  <c:v>30.040644</c:v>
                </c:pt>
                <c:pt idx="4406">
                  <c:v>30.036377000000002</c:v>
                </c:pt>
                <c:pt idx="4407">
                  <c:v>30.032679000000002</c:v>
                </c:pt>
                <c:pt idx="4408">
                  <c:v>30.029693999999999</c:v>
                </c:pt>
                <c:pt idx="4409">
                  <c:v>30.026968</c:v>
                </c:pt>
                <c:pt idx="4410">
                  <c:v>30.024650999999999</c:v>
                </c:pt>
                <c:pt idx="4411">
                  <c:v>30.022345999999999</c:v>
                </c:pt>
                <c:pt idx="4412">
                  <c:v>30.01981</c:v>
                </c:pt>
                <c:pt idx="4413">
                  <c:v>30.016795999999999</c:v>
                </c:pt>
                <c:pt idx="4414">
                  <c:v>30.013484999999999</c:v>
                </c:pt>
                <c:pt idx="4415">
                  <c:v>30.010092</c:v>
                </c:pt>
                <c:pt idx="4416">
                  <c:v>30.007086000000001</c:v>
                </c:pt>
                <c:pt idx="4417">
                  <c:v>30.004487999999998</c:v>
                </c:pt>
                <c:pt idx="4418">
                  <c:v>30.002486999999999</c:v>
                </c:pt>
                <c:pt idx="4419">
                  <c:v>30.000858000000001</c:v>
                </c:pt>
                <c:pt idx="4420">
                  <c:v>29.999413000000001</c:v>
                </c:pt>
                <c:pt idx="4421">
                  <c:v>29.998038999999999</c:v>
                </c:pt>
                <c:pt idx="4422">
                  <c:v>29.996475</c:v>
                </c:pt>
                <c:pt idx="4423">
                  <c:v>29.994510999999999</c:v>
                </c:pt>
                <c:pt idx="4424">
                  <c:v>29.9923</c:v>
                </c:pt>
                <c:pt idx="4425">
                  <c:v>29.989951999999999</c:v>
                </c:pt>
                <c:pt idx="4426">
                  <c:v>29.987777999999999</c:v>
                </c:pt>
                <c:pt idx="4427">
                  <c:v>29.986022999999999</c:v>
                </c:pt>
                <c:pt idx="4428">
                  <c:v>29.984832999999998</c:v>
                </c:pt>
                <c:pt idx="4429">
                  <c:v>29.984044999999998</c:v>
                </c:pt>
                <c:pt idx="4430">
                  <c:v>29.983585000000001</c:v>
                </c:pt>
                <c:pt idx="4431">
                  <c:v>29.983248</c:v>
                </c:pt>
                <c:pt idx="4432">
                  <c:v>29.982932999999999</c:v>
                </c:pt>
                <c:pt idx="4433">
                  <c:v>29.982367</c:v>
                </c:pt>
                <c:pt idx="4434">
                  <c:v>29.981562</c:v>
                </c:pt>
                <c:pt idx="4435">
                  <c:v>29.980658999999999</c:v>
                </c:pt>
                <c:pt idx="4436">
                  <c:v>29.979869999999998</c:v>
                </c:pt>
                <c:pt idx="4437">
                  <c:v>29.979341999999999</c:v>
                </c:pt>
                <c:pt idx="4438">
                  <c:v>29.979136</c:v>
                </c:pt>
                <c:pt idx="4439">
                  <c:v>29.979279999999999</c:v>
                </c:pt>
                <c:pt idx="4440">
                  <c:v>29.979652000000002</c:v>
                </c:pt>
                <c:pt idx="4441">
                  <c:v>29.980046999999999</c:v>
                </c:pt>
                <c:pt idx="4442">
                  <c:v>29.980446000000001</c:v>
                </c:pt>
                <c:pt idx="4443">
                  <c:v>29.980656</c:v>
                </c:pt>
                <c:pt idx="4444">
                  <c:v>29.980633000000001</c:v>
                </c:pt>
                <c:pt idx="4445">
                  <c:v>29.980450000000001</c:v>
                </c:pt>
                <c:pt idx="4446">
                  <c:v>29.980291000000001</c:v>
                </c:pt>
                <c:pt idx="4447">
                  <c:v>29.980383</c:v>
                </c:pt>
                <c:pt idx="4448">
                  <c:v>29.980758999999999</c:v>
                </c:pt>
                <c:pt idx="4449">
                  <c:v>29.981421999999998</c:v>
                </c:pt>
                <c:pt idx="4450">
                  <c:v>29.982239</c:v>
                </c:pt>
                <c:pt idx="4451">
                  <c:v>29.983128000000001</c:v>
                </c:pt>
                <c:pt idx="4452">
                  <c:v>29.983829</c:v>
                </c:pt>
                <c:pt idx="4453">
                  <c:v>29.984238000000001</c:v>
                </c:pt>
                <c:pt idx="4454">
                  <c:v>29.984370999999999</c:v>
                </c:pt>
                <c:pt idx="4455">
                  <c:v>29.984337</c:v>
                </c:pt>
                <c:pt idx="4456">
                  <c:v>29.984425000000002</c:v>
                </c:pt>
                <c:pt idx="4457">
                  <c:v>29.984708999999999</c:v>
                </c:pt>
                <c:pt idx="4458">
                  <c:v>29.985347999999998</c:v>
                </c:pt>
                <c:pt idx="4459">
                  <c:v>29.986248</c:v>
                </c:pt>
                <c:pt idx="4460">
                  <c:v>29.987311999999999</c:v>
                </c:pt>
                <c:pt idx="4461">
                  <c:v>29.988350000000001</c:v>
                </c:pt>
                <c:pt idx="4462">
                  <c:v>29.989263999999999</c:v>
                </c:pt>
                <c:pt idx="4463">
                  <c:v>29.989923000000001</c:v>
                </c:pt>
                <c:pt idx="4464">
                  <c:v>29.990355000000001</c:v>
                </c:pt>
                <c:pt idx="4465">
                  <c:v>29.990711000000001</c:v>
                </c:pt>
                <c:pt idx="4466">
                  <c:v>29.991130999999999</c:v>
                </c:pt>
                <c:pt idx="4467">
                  <c:v>29.991841999999998</c:v>
                </c:pt>
                <c:pt idx="4468">
                  <c:v>29.992844000000002</c:v>
                </c:pt>
                <c:pt idx="4469">
                  <c:v>29.994059</c:v>
                </c:pt>
                <c:pt idx="4470">
                  <c:v>29.995373000000001</c:v>
                </c:pt>
                <c:pt idx="4471">
                  <c:v>29.996663999999999</c:v>
                </c:pt>
                <c:pt idx="4472">
                  <c:v>29.997795</c:v>
                </c:pt>
                <c:pt idx="4473">
                  <c:v>29.998667000000001</c:v>
                </c:pt>
                <c:pt idx="4474">
                  <c:v>29.999344000000001</c:v>
                </c:pt>
                <c:pt idx="4475">
                  <c:v>29.999973000000001</c:v>
                </c:pt>
                <c:pt idx="4476">
                  <c:v>30.000751000000001</c:v>
                </c:pt>
                <c:pt idx="4477">
                  <c:v>30.001759</c:v>
                </c:pt>
                <c:pt idx="4478">
                  <c:v>30.003032999999999</c:v>
                </c:pt>
                <c:pt idx="4479">
                  <c:v>30.008261000000001</c:v>
                </c:pt>
                <c:pt idx="4480">
                  <c:v>30.016148000000001</c:v>
                </c:pt>
                <c:pt idx="4481">
                  <c:v>30.018929</c:v>
                </c:pt>
                <c:pt idx="4482">
                  <c:v>30.019613</c:v>
                </c:pt>
                <c:pt idx="4483">
                  <c:v>30.030994</c:v>
                </c:pt>
                <c:pt idx="4484">
                  <c:v>30.060385</c:v>
                </c:pt>
                <c:pt idx="4485">
                  <c:v>30.080134999999999</c:v>
                </c:pt>
                <c:pt idx="4486">
                  <c:v>30.113651000000001</c:v>
                </c:pt>
                <c:pt idx="4487">
                  <c:v>30.151039000000001</c:v>
                </c:pt>
                <c:pt idx="4488">
                  <c:v>30.182272000000001</c:v>
                </c:pt>
                <c:pt idx="4489">
                  <c:v>30.203312</c:v>
                </c:pt>
                <c:pt idx="4490">
                  <c:v>30.222569</c:v>
                </c:pt>
                <c:pt idx="4491">
                  <c:v>30.241918999999999</c:v>
                </c:pt>
                <c:pt idx="4492">
                  <c:v>30.263216</c:v>
                </c:pt>
                <c:pt idx="4493">
                  <c:v>30.285627000000002</c:v>
                </c:pt>
                <c:pt idx="4494">
                  <c:v>30.309052000000001</c:v>
                </c:pt>
                <c:pt idx="4495">
                  <c:v>30.335975999999999</c:v>
                </c:pt>
                <c:pt idx="4496">
                  <c:v>30.361954000000001</c:v>
                </c:pt>
                <c:pt idx="4497">
                  <c:v>30.375312999999998</c:v>
                </c:pt>
                <c:pt idx="4498">
                  <c:v>30.385961999999999</c:v>
                </c:pt>
                <c:pt idx="4499">
                  <c:v>30.397787000000001</c:v>
                </c:pt>
                <c:pt idx="4500">
                  <c:v>30.410032000000001</c:v>
                </c:pt>
                <c:pt idx="4501">
                  <c:v>30.425058</c:v>
                </c:pt>
                <c:pt idx="4502">
                  <c:v>30.438862</c:v>
                </c:pt>
                <c:pt idx="4503">
                  <c:v>30.445087000000001</c:v>
                </c:pt>
                <c:pt idx="4504">
                  <c:v>30.443853000000001</c:v>
                </c:pt>
                <c:pt idx="4505">
                  <c:v>30.444365000000001</c:v>
                </c:pt>
                <c:pt idx="4506">
                  <c:v>30.448093</c:v>
                </c:pt>
                <c:pt idx="4507">
                  <c:v>30.44595</c:v>
                </c:pt>
                <c:pt idx="4508">
                  <c:v>30.438424999999999</c:v>
                </c:pt>
                <c:pt idx="4509">
                  <c:v>30.430524999999999</c:v>
                </c:pt>
                <c:pt idx="4510">
                  <c:v>30.428272</c:v>
                </c:pt>
                <c:pt idx="4511">
                  <c:v>30.424994999999999</c:v>
                </c:pt>
                <c:pt idx="4512">
                  <c:v>30.421620999999998</c:v>
                </c:pt>
                <c:pt idx="4513">
                  <c:v>30.417363999999999</c:v>
                </c:pt>
                <c:pt idx="4514">
                  <c:v>30.416367999999999</c:v>
                </c:pt>
                <c:pt idx="4515">
                  <c:v>30.414793</c:v>
                </c:pt>
                <c:pt idx="4516">
                  <c:v>30.413252</c:v>
                </c:pt>
                <c:pt idx="4517">
                  <c:v>30.412030999999999</c:v>
                </c:pt>
                <c:pt idx="4518">
                  <c:v>30.411556000000001</c:v>
                </c:pt>
                <c:pt idx="4519">
                  <c:v>30.411615000000001</c:v>
                </c:pt>
                <c:pt idx="4520">
                  <c:v>30.412571</c:v>
                </c:pt>
                <c:pt idx="4521">
                  <c:v>30.419968000000001</c:v>
                </c:pt>
                <c:pt idx="4522">
                  <c:v>30.434608000000001</c:v>
                </c:pt>
                <c:pt idx="4523">
                  <c:v>30.446262000000001</c:v>
                </c:pt>
                <c:pt idx="4524">
                  <c:v>30.447535999999999</c:v>
                </c:pt>
                <c:pt idx="4525">
                  <c:v>30.452490000000001</c:v>
                </c:pt>
                <c:pt idx="4526">
                  <c:v>30.458549000000001</c:v>
                </c:pt>
                <c:pt idx="4527">
                  <c:v>30.467037000000001</c:v>
                </c:pt>
                <c:pt idx="4528">
                  <c:v>30.478441</c:v>
                </c:pt>
                <c:pt idx="4529">
                  <c:v>30.493074</c:v>
                </c:pt>
                <c:pt idx="4530">
                  <c:v>30.503471000000001</c:v>
                </c:pt>
                <c:pt idx="4531">
                  <c:v>30.512753</c:v>
                </c:pt>
                <c:pt idx="4532">
                  <c:v>30.523951</c:v>
                </c:pt>
                <c:pt idx="4533">
                  <c:v>30.535678999999998</c:v>
                </c:pt>
                <c:pt idx="4534">
                  <c:v>30.544764000000001</c:v>
                </c:pt>
                <c:pt idx="4535">
                  <c:v>30.558813000000001</c:v>
                </c:pt>
                <c:pt idx="4536">
                  <c:v>30.582785000000001</c:v>
                </c:pt>
                <c:pt idx="4537">
                  <c:v>30.609026</c:v>
                </c:pt>
                <c:pt idx="4538">
                  <c:v>30.635693</c:v>
                </c:pt>
                <c:pt idx="4539">
                  <c:v>30.666004000000001</c:v>
                </c:pt>
                <c:pt idx="4540">
                  <c:v>30.700182000000002</c:v>
                </c:pt>
                <c:pt idx="4541">
                  <c:v>30.740175000000001</c:v>
                </c:pt>
                <c:pt idx="4542">
                  <c:v>30.780766</c:v>
                </c:pt>
                <c:pt idx="4543">
                  <c:v>30.819006000000002</c:v>
                </c:pt>
                <c:pt idx="4544">
                  <c:v>30.852266</c:v>
                </c:pt>
                <c:pt idx="4545">
                  <c:v>30.882021000000002</c:v>
                </c:pt>
                <c:pt idx="4546">
                  <c:v>30.908424</c:v>
                </c:pt>
                <c:pt idx="4547">
                  <c:v>30.934070999999999</c:v>
                </c:pt>
                <c:pt idx="4548">
                  <c:v>30.958196999999998</c:v>
                </c:pt>
                <c:pt idx="4549">
                  <c:v>30.980091000000002</c:v>
                </c:pt>
                <c:pt idx="4550">
                  <c:v>30.999846000000002</c:v>
                </c:pt>
                <c:pt idx="4551">
                  <c:v>31.018388999999999</c:v>
                </c:pt>
                <c:pt idx="4552">
                  <c:v>31.036771999999999</c:v>
                </c:pt>
                <c:pt idx="4553">
                  <c:v>31.057327000000001</c:v>
                </c:pt>
                <c:pt idx="4554">
                  <c:v>31.083126</c:v>
                </c:pt>
                <c:pt idx="4555">
                  <c:v>31.115179000000001</c:v>
                </c:pt>
                <c:pt idx="4556">
                  <c:v>31.14967</c:v>
                </c:pt>
                <c:pt idx="4557">
                  <c:v>31.187172</c:v>
                </c:pt>
                <c:pt idx="4558">
                  <c:v>31.229939000000002</c:v>
                </c:pt>
                <c:pt idx="4559">
                  <c:v>31.272545000000001</c:v>
                </c:pt>
                <c:pt idx="4560">
                  <c:v>31.312691000000001</c:v>
                </c:pt>
                <c:pt idx="4561">
                  <c:v>31.354315</c:v>
                </c:pt>
                <c:pt idx="4562">
                  <c:v>31.400041999999999</c:v>
                </c:pt>
                <c:pt idx="4563">
                  <c:v>31.445612000000001</c:v>
                </c:pt>
                <c:pt idx="4564">
                  <c:v>31.482455999999999</c:v>
                </c:pt>
                <c:pt idx="4565">
                  <c:v>31.509551999999999</c:v>
                </c:pt>
                <c:pt idx="4566">
                  <c:v>31.533611000000001</c:v>
                </c:pt>
                <c:pt idx="4567">
                  <c:v>31.559387000000001</c:v>
                </c:pt>
                <c:pt idx="4568">
                  <c:v>31.588888000000001</c:v>
                </c:pt>
                <c:pt idx="4569">
                  <c:v>31.620846</c:v>
                </c:pt>
                <c:pt idx="4570">
                  <c:v>31.653437</c:v>
                </c:pt>
                <c:pt idx="4571">
                  <c:v>31.687985999999999</c:v>
                </c:pt>
                <c:pt idx="4572">
                  <c:v>31.726599</c:v>
                </c:pt>
                <c:pt idx="4573">
                  <c:v>31.772337</c:v>
                </c:pt>
                <c:pt idx="4574">
                  <c:v>31.829782000000002</c:v>
                </c:pt>
                <c:pt idx="4575">
                  <c:v>31.893063999999999</c:v>
                </c:pt>
                <c:pt idx="4576">
                  <c:v>31.952497000000001</c:v>
                </c:pt>
                <c:pt idx="4577">
                  <c:v>32.005809999999997</c:v>
                </c:pt>
                <c:pt idx="4578">
                  <c:v>32.051940999999999</c:v>
                </c:pt>
                <c:pt idx="4579">
                  <c:v>32.094963</c:v>
                </c:pt>
                <c:pt idx="4580">
                  <c:v>32.139034000000002</c:v>
                </c:pt>
                <c:pt idx="4581">
                  <c:v>32.179985000000002</c:v>
                </c:pt>
                <c:pt idx="4582">
                  <c:v>32.212769000000002</c:v>
                </c:pt>
                <c:pt idx="4583">
                  <c:v>32.241619</c:v>
                </c:pt>
                <c:pt idx="4584">
                  <c:v>32.269398000000002</c:v>
                </c:pt>
                <c:pt idx="4585">
                  <c:v>32.294125000000001</c:v>
                </c:pt>
                <c:pt idx="4586">
                  <c:v>32.313873000000001</c:v>
                </c:pt>
                <c:pt idx="4587">
                  <c:v>32.332366999999998</c:v>
                </c:pt>
                <c:pt idx="4588">
                  <c:v>32.354278999999998</c:v>
                </c:pt>
                <c:pt idx="4589">
                  <c:v>32.379508999999999</c:v>
                </c:pt>
                <c:pt idx="4590">
                  <c:v>32.402588000000002</c:v>
                </c:pt>
                <c:pt idx="4591">
                  <c:v>32.419204999999998</c:v>
                </c:pt>
                <c:pt idx="4592">
                  <c:v>32.431263000000001</c:v>
                </c:pt>
                <c:pt idx="4593">
                  <c:v>32.446213</c:v>
                </c:pt>
                <c:pt idx="4594">
                  <c:v>32.465294</c:v>
                </c:pt>
                <c:pt idx="4595">
                  <c:v>32.486027</c:v>
                </c:pt>
                <c:pt idx="4596">
                  <c:v>32.509475999999999</c:v>
                </c:pt>
                <c:pt idx="4597">
                  <c:v>32.538485999999999</c:v>
                </c:pt>
                <c:pt idx="4598">
                  <c:v>32.568297999999999</c:v>
                </c:pt>
                <c:pt idx="4599">
                  <c:v>32.594849000000004</c:v>
                </c:pt>
                <c:pt idx="4600">
                  <c:v>32.619106000000002</c:v>
                </c:pt>
                <c:pt idx="4601">
                  <c:v>32.645977000000002</c:v>
                </c:pt>
                <c:pt idx="4602">
                  <c:v>32.678412999999999</c:v>
                </c:pt>
                <c:pt idx="4603">
                  <c:v>32.715595</c:v>
                </c:pt>
                <c:pt idx="4604">
                  <c:v>32.753051999999997</c:v>
                </c:pt>
                <c:pt idx="4605">
                  <c:v>32.791710000000002</c:v>
                </c:pt>
                <c:pt idx="4606">
                  <c:v>32.833019</c:v>
                </c:pt>
                <c:pt idx="4607">
                  <c:v>32.880187999999997</c:v>
                </c:pt>
                <c:pt idx="4608">
                  <c:v>32.936419999999998</c:v>
                </c:pt>
                <c:pt idx="4609">
                  <c:v>33.006171999999999</c:v>
                </c:pt>
                <c:pt idx="4610">
                  <c:v>33.090904000000002</c:v>
                </c:pt>
                <c:pt idx="4611">
                  <c:v>33.181393</c:v>
                </c:pt>
                <c:pt idx="4612">
                  <c:v>33.280735</c:v>
                </c:pt>
                <c:pt idx="4613">
                  <c:v>33.374305999999997</c:v>
                </c:pt>
                <c:pt idx="4614">
                  <c:v>33.452198000000003</c:v>
                </c:pt>
                <c:pt idx="4615">
                  <c:v>33.524116999999997</c:v>
                </c:pt>
                <c:pt idx="4616">
                  <c:v>33.598080000000003</c:v>
                </c:pt>
                <c:pt idx="4617">
                  <c:v>33.676281000000003</c:v>
                </c:pt>
                <c:pt idx="4618">
                  <c:v>33.749302</c:v>
                </c:pt>
                <c:pt idx="4619">
                  <c:v>33.817799000000001</c:v>
                </c:pt>
                <c:pt idx="4620">
                  <c:v>33.902102999999997</c:v>
                </c:pt>
                <c:pt idx="4621">
                  <c:v>34.012141999999997</c:v>
                </c:pt>
                <c:pt idx="4622">
                  <c:v>34.133450000000003</c:v>
                </c:pt>
                <c:pt idx="4623">
                  <c:v>34.263190999999999</c:v>
                </c:pt>
                <c:pt idx="4624">
                  <c:v>34.393859999999997</c:v>
                </c:pt>
                <c:pt idx="4625">
                  <c:v>34.523560000000003</c:v>
                </c:pt>
                <c:pt idx="4626">
                  <c:v>34.650959</c:v>
                </c:pt>
                <c:pt idx="4627">
                  <c:v>34.777343999999999</c:v>
                </c:pt>
                <c:pt idx="4628">
                  <c:v>34.905197000000001</c:v>
                </c:pt>
                <c:pt idx="4629">
                  <c:v>35.033985000000001</c:v>
                </c:pt>
                <c:pt idx="4630">
                  <c:v>35.161648</c:v>
                </c:pt>
                <c:pt idx="4631">
                  <c:v>35.287860999999999</c:v>
                </c:pt>
                <c:pt idx="4632">
                  <c:v>35.410839000000003</c:v>
                </c:pt>
                <c:pt idx="4633">
                  <c:v>35.526992999999997</c:v>
                </c:pt>
                <c:pt idx="4634">
                  <c:v>35.641269999999999</c:v>
                </c:pt>
                <c:pt idx="4635">
                  <c:v>35.756599000000001</c:v>
                </c:pt>
                <c:pt idx="4636">
                  <c:v>35.865200000000002</c:v>
                </c:pt>
                <c:pt idx="4637">
                  <c:v>35.962311</c:v>
                </c:pt>
                <c:pt idx="4638">
                  <c:v>36.063437999999998</c:v>
                </c:pt>
                <c:pt idx="4639">
                  <c:v>36.169876000000002</c:v>
                </c:pt>
                <c:pt idx="4640">
                  <c:v>36.287616999999997</c:v>
                </c:pt>
                <c:pt idx="4641">
                  <c:v>36.406418000000002</c:v>
                </c:pt>
                <c:pt idx="4642">
                  <c:v>36.506374000000001</c:v>
                </c:pt>
                <c:pt idx="4643">
                  <c:v>36.585720000000002</c:v>
                </c:pt>
                <c:pt idx="4644">
                  <c:v>36.643250000000002</c:v>
                </c:pt>
                <c:pt idx="4645">
                  <c:v>36.686965999999998</c:v>
                </c:pt>
                <c:pt idx="4646">
                  <c:v>36.731926000000001</c:v>
                </c:pt>
                <c:pt idx="4647">
                  <c:v>36.779221</c:v>
                </c:pt>
                <c:pt idx="4648">
                  <c:v>36.824238000000001</c:v>
                </c:pt>
                <c:pt idx="4649">
                  <c:v>36.867396999999997</c:v>
                </c:pt>
                <c:pt idx="4650">
                  <c:v>36.91037</c:v>
                </c:pt>
                <c:pt idx="4651">
                  <c:v>36.953747</c:v>
                </c:pt>
                <c:pt idx="4652">
                  <c:v>36.997326000000001</c:v>
                </c:pt>
                <c:pt idx="4653">
                  <c:v>37.042591000000002</c:v>
                </c:pt>
                <c:pt idx="4654">
                  <c:v>37.093601</c:v>
                </c:pt>
                <c:pt idx="4655">
                  <c:v>37.151542999999997</c:v>
                </c:pt>
                <c:pt idx="4656">
                  <c:v>37.204757999999998</c:v>
                </c:pt>
                <c:pt idx="4657">
                  <c:v>37.250892999999998</c:v>
                </c:pt>
                <c:pt idx="4658">
                  <c:v>37.294333999999999</c:v>
                </c:pt>
                <c:pt idx="4659">
                  <c:v>37.337780000000002</c:v>
                </c:pt>
                <c:pt idx="4660">
                  <c:v>37.380347999999998</c:v>
                </c:pt>
                <c:pt idx="4661">
                  <c:v>37.421768</c:v>
                </c:pt>
                <c:pt idx="4662">
                  <c:v>37.462463</c:v>
                </c:pt>
                <c:pt idx="4663">
                  <c:v>37.502704999999999</c:v>
                </c:pt>
                <c:pt idx="4664">
                  <c:v>37.543067999999998</c:v>
                </c:pt>
                <c:pt idx="4665">
                  <c:v>37.582473999999998</c:v>
                </c:pt>
                <c:pt idx="4666">
                  <c:v>37.620922</c:v>
                </c:pt>
                <c:pt idx="4667">
                  <c:v>37.659064999999998</c:v>
                </c:pt>
                <c:pt idx="4668">
                  <c:v>37.696807999999997</c:v>
                </c:pt>
                <c:pt idx="4669">
                  <c:v>37.739147000000003</c:v>
                </c:pt>
                <c:pt idx="4670">
                  <c:v>37.783836000000001</c:v>
                </c:pt>
                <c:pt idx="4671">
                  <c:v>37.821323</c:v>
                </c:pt>
                <c:pt idx="4672">
                  <c:v>37.852862999999999</c:v>
                </c:pt>
                <c:pt idx="4673">
                  <c:v>37.883682</c:v>
                </c:pt>
                <c:pt idx="4674">
                  <c:v>37.917316</c:v>
                </c:pt>
                <c:pt idx="4675">
                  <c:v>37.953845999999999</c:v>
                </c:pt>
                <c:pt idx="4676">
                  <c:v>37.997931999999999</c:v>
                </c:pt>
                <c:pt idx="4677">
                  <c:v>38.047652999999997</c:v>
                </c:pt>
                <c:pt idx="4678">
                  <c:v>38.094700000000003</c:v>
                </c:pt>
                <c:pt idx="4679">
                  <c:v>38.138950000000001</c:v>
                </c:pt>
                <c:pt idx="4680">
                  <c:v>38.189574999999998</c:v>
                </c:pt>
                <c:pt idx="4681">
                  <c:v>38.253590000000003</c:v>
                </c:pt>
                <c:pt idx="4682">
                  <c:v>38.328738999999999</c:v>
                </c:pt>
                <c:pt idx="4683">
                  <c:v>38.417499999999997</c:v>
                </c:pt>
                <c:pt idx="4684">
                  <c:v>38.536296999999998</c:v>
                </c:pt>
                <c:pt idx="4685">
                  <c:v>38.676291999999997</c:v>
                </c:pt>
                <c:pt idx="4686">
                  <c:v>38.818565</c:v>
                </c:pt>
                <c:pt idx="4687">
                  <c:v>38.956370999999997</c:v>
                </c:pt>
                <c:pt idx="4688">
                  <c:v>39.094237999999997</c:v>
                </c:pt>
                <c:pt idx="4689">
                  <c:v>39.219147</c:v>
                </c:pt>
                <c:pt idx="4690">
                  <c:v>39.333595000000003</c:v>
                </c:pt>
                <c:pt idx="4691">
                  <c:v>39.447524999999999</c:v>
                </c:pt>
                <c:pt idx="4692">
                  <c:v>39.563006999999999</c:v>
                </c:pt>
                <c:pt idx="4693">
                  <c:v>39.678184999999999</c:v>
                </c:pt>
                <c:pt idx="4694">
                  <c:v>39.796207000000003</c:v>
                </c:pt>
                <c:pt idx="4695">
                  <c:v>39.912368999999998</c:v>
                </c:pt>
                <c:pt idx="4696">
                  <c:v>40.026404999999997</c:v>
                </c:pt>
                <c:pt idx="4697">
                  <c:v>40.138168</c:v>
                </c:pt>
                <c:pt idx="4698">
                  <c:v>40.252670000000002</c:v>
                </c:pt>
                <c:pt idx="4699">
                  <c:v>40.373916999999999</c:v>
                </c:pt>
                <c:pt idx="4700">
                  <c:v>40.498421</c:v>
                </c:pt>
                <c:pt idx="4701">
                  <c:v>40.622196000000002</c:v>
                </c:pt>
                <c:pt idx="4702">
                  <c:v>40.743664000000003</c:v>
                </c:pt>
                <c:pt idx="4703">
                  <c:v>40.867764000000001</c:v>
                </c:pt>
                <c:pt idx="4704">
                  <c:v>40.982787999999999</c:v>
                </c:pt>
                <c:pt idx="4705">
                  <c:v>41.083011999999997</c:v>
                </c:pt>
                <c:pt idx="4706">
                  <c:v>41.164444000000003</c:v>
                </c:pt>
                <c:pt idx="4707">
                  <c:v>41.226379000000001</c:v>
                </c:pt>
                <c:pt idx="4708">
                  <c:v>41.276184000000001</c:v>
                </c:pt>
                <c:pt idx="4709">
                  <c:v>41.313679</c:v>
                </c:pt>
                <c:pt idx="4710">
                  <c:v>41.346232999999998</c:v>
                </c:pt>
                <c:pt idx="4711">
                  <c:v>41.380946999999999</c:v>
                </c:pt>
                <c:pt idx="4712">
                  <c:v>41.419742999999997</c:v>
                </c:pt>
                <c:pt idx="4713">
                  <c:v>41.453999000000003</c:v>
                </c:pt>
                <c:pt idx="4714">
                  <c:v>41.484763999999998</c:v>
                </c:pt>
                <c:pt idx="4715">
                  <c:v>41.515003</c:v>
                </c:pt>
                <c:pt idx="4716">
                  <c:v>41.545485999999997</c:v>
                </c:pt>
                <c:pt idx="4717">
                  <c:v>41.576618000000003</c:v>
                </c:pt>
                <c:pt idx="4718">
                  <c:v>41.609637999999997</c:v>
                </c:pt>
                <c:pt idx="4719">
                  <c:v>41.639870000000002</c:v>
                </c:pt>
                <c:pt idx="4720">
                  <c:v>41.667693999999997</c:v>
                </c:pt>
                <c:pt idx="4721">
                  <c:v>41.698985999999998</c:v>
                </c:pt>
                <c:pt idx="4722">
                  <c:v>41.734271999999997</c:v>
                </c:pt>
                <c:pt idx="4723">
                  <c:v>41.771351000000003</c:v>
                </c:pt>
                <c:pt idx="4724">
                  <c:v>41.805489000000001</c:v>
                </c:pt>
                <c:pt idx="4725">
                  <c:v>41.834941999999998</c:v>
                </c:pt>
                <c:pt idx="4726">
                  <c:v>41.864235000000001</c:v>
                </c:pt>
                <c:pt idx="4727">
                  <c:v>41.892871999999997</c:v>
                </c:pt>
                <c:pt idx="4728">
                  <c:v>41.917664000000002</c:v>
                </c:pt>
                <c:pt idx="4729">
                  <c:v>41.940224000000001</c:v>
                </c:pt>
                <c:pt idx="4730">
                  <c:v>41.964283000000002</c:v>
                </c:pt>
                <c:pt idx="4731">
                  <c:v>41.994675000000001</c:v>
                </c:pt>
                <c:pt idx="4732">
                  <c:v>42.033904999999997</c:v>
                </c:pt>
                <c:pt idx="4733">
                  <c:v>42.069381999999997</c:v>
                </c:pt>
                <c:pt idx="4734">
                  <c:v>42.094059000000001</c:v>
                </c:pt>
                <c:pt idx="4735">
                  <c:v>42.117370999999999</c:v>
                </c:pt>
                <c:pt idx="4736">
                  <c:v>42.150252999999999</c:v>
                </c:pt>
                <c:pt idx="4737">
                  <c:v>42.188488</c:v>
                </c:pt>
                <c:pt idx="4738">
                  <c:v>42.224727999999999</c:v>
                </c:pt>
                <c:pt idx="4739">
                  <c:v>42.258175000000001</c:v>
                </c:pt>
                <c:pt idx="4740">
                  <c:v>42.290633999999997</c:v>
                </c:pt>
                <c:pt idx="4741">
                  <c:v>42.322215999999997</c:v>
                </c:pt>
                <c:pt idx="4742">
                  <c:v>42.351978000000003</c:v>
                </c:pt>
                <c:pt idx="4743">
                  <c:v>42.381115000000001</c:v>
                </c:pt>
                <c:pt idx="4744">
                  <c:v>42.412258000000001</c:v>
                </c:pt>
                <c:pt idx="4745">
                  <c:v>42.442664999999998</c:v>
                </c:pt>
                <c:pt idx="4746">
                  <c:v>42.470219</c:v>
                </c:pt>
                <c:pt idx="4747">
                  <c:v>42.496657999999996</c:v>
                </c:pt>
                <c:pt idx="4748">
                  <c:v>42.524920999999999</c:v>
                </c:pt>
                <c:pt idx="4749">
                  <c:v>42.554096000000001</c:v>
                </c:pt>
                <c:pt idx="4750">
                  <c:v>42.584755000000001</c:v>
                </c:pt>
                <c:pt idx="4751">
                  <c:v>42.621906000000003</c:v>
                </c:pt>
                <c:pt idx="4752">
                  <c:v>42.665962</c:v>
                </c:pt>
                <c:pt idx="4753">
                  <c:v>42.716662999999997</c:v>
                </c:pt>
                <c:pt idx="4754">
                  <c:v>42.768158</c:v>
                </c:pt>
                <c:pt idx="4755">
                  <c:v>42.818072999999998</c:v>
                </c:pt>
                <c:pt idx="4756">
                  <c:v>42.870102000000003</c:v>
                </c:pt>
                <c:pt idx="4757">
                  <c:v>42.928489999999996</c:v>
                </c:pt>
                <c:pt idx="4758">
                  <c:v>42.989693000000003</c:v>
                </c:pt>
                <c:pt idx="4759">
                  <c:v>43.045349000000002</c:v>
                </c:pt>
                <c:pt idx="4760">
                  <c:v>43.098488000000003</c:v>
                </c:pt>
                <c:pt idx="4761">
                  <c:v>43.158355999999998</c:v>
                </c:pt>
                <c:pt idx="4762">
                  <c:v>43.224269999999997</c:v>
                </c:pt>
                <c:pt idx="4763">
                  <c:v>43.290923999999997</c:v>
                </c:pt>
                <c:pt idx="4764">
                  <c:v>43.365360000000003</c:v>
                </c:pt>
                <c:pt idx="4765">
                  <c:v>43.456885999999997</c:v>
                </c:pt>
                <c:pt idx="4766">
                  <c:v>43.559249999999999</c:v>
                </c:pt>
                <c:pt idx="4767">
                  <c:v>43.658225999999999</c:v>
                </c:pt>
                <c:pt idx="4768">
                  <c:v>43.763241000000001</c:v>
                </c:pt>
                <c:pt idx="4769">
                  <c:v>43.885581999999999</c:v>
                </c:pt>
                <c:pt idx="4770">
                  <c:v>44.021000000000001</c:v>
                </c:pt>
                <c:pt idx="4771">
                  <c:v>44.156807000000001</c:v>
                </c:pt>
                <c:pt idx="4772">
                  <c:v>44.294777000000003</c:v>
                </c:pt>
                <c:pt idx="4773">
                  <c:v>44.437916000000001</c:v>
                </c:pt>
                <c:pt idx="4774">
                  <c:v>44.588996999999999</c:v>
                </c:pt>
                <c:pt idx="4775">
                  <c:v>44.729885000000003</c:v>
                </c:pt>
                <c:pt idx="4776">
                  <c:v>44.860489000000001</c:v>
                </c:pt>
                <c:pt idx="4777">
                  <c:v>44.989986000000002</c:v>
                </c:pt>
                <c:pt idx="4778">
                  <c:v>45.127459999999999</c:v>
                </c:pt>
                <c:pt idx="4779">
                  <c:v>45.269444</c:v>
                </c:pt>
                <c:pt idx="4780">
                  <c:v>45.403122000000003</c:v>
                </c:pt>
                <c:pt idx="4781">
                  <c:v>45.517288000000001</c:v>
                </c:pt>
                <c:pt idx="4782">
                  <c:v>45.615600999999998</c:v>
                </c:pt>
                <c:pt idx="4783">
                  <c:v>45.696316000000003</c:v>
                </c:pt>
                <c:pt idx="4784">
                  <c:v>45.754936000000001</c:v>
                </c:pt>
                <c:pt idx="4785">
                  <c:v>45.797268000000003</c:v>
                </c:pt>
                <c:pt idx="4786">
                  <c:v>45.825538999999999</c:v>
                </c:pt>
                <c:pt idx="4787">
                  <c:v>45.852341000000003</c:v>
                </c:pt>
                <c:pt idx="4788">
                  <c:v>45.879299000000003</c:v>
                </c:pt>
                <c:pt idx="4789">
                  <c:v>45.905330999999997</c:v>
                </c:pt>
                <c:pt idx="4790">
                  <c:v>45.927062999999997</c:v>
                </c:pt>
                <c:pt idx="4791">
                  <c:v>45.946967999999998</c:v>
                </c:pt>
                <c:pt idx="4792">
                  <c:v>45.968719</c:v>
                </c:pt>
                <c:pt idx="4793">
                  <c:v>45.991467</c:v>
                </c:pt>
                <c:pt idx="4794">
                  <c:v>46.012253000000001</c:v>
                </c:pt>
                <c:pt idx="4795">
                  <c:v>46.029907000000001</c:v>
                </c:pt>
                <c:pt idx="4796">
                  <c:v>46.044860999999997</c:v>
                </c:pt>
                <c:pt idx="4797">
                  <c:v>46.058311000000003</c:v>
                </c:pt>
                <c:pt idx="4798">
                  <c:v>46.069415999999997</c:v>
                </c:pt>
                <c:pt idx="4799">
                  <c:v>46.082943</c:v>
                </c:pt>
                <c:pt idx="4800">
                  <c:v>46.099086999999997</c:v>
                </c:pt>
                <c:pt idx="4801">
                  <c:v>46.113224000000002</c:v>
                </c:pt>
                <c:pt idx="4802">
                  <c:v>46.125565000000002</c:v>
                </c:pt>
                <c:pt idx="4803">
                  <c:v>46.138966000000003</c:v>
                </c:pt>
                <c:pt idx="4804">
                  <c:v>46.153305000000003</c:v>
                </c:pt>
                <c:pt idx="4805">
                  <c:v>46.165390000000002</c:v>
                </c:pt>
                <c:pt idx="4806">
                  <c:v>46.175995</c:v>
                </c:pt>
                <c:pt idx="4807">
                  <c:v>46.187919999999998</c:v>
                </c:pt>
                <c:pt idx="4808">
                  <c:v>46.201214</c:v>
                </c:pt>
                <c:pt idx="4809">
                  <c:v>46.213928000000003</c:v>
                </c:pt>
                <c:pt idx="4810">
                  <c:v>46.222282</c:v>
                </c:pt>
                <c:pt idx="4811">
                  <c:v>46.227825000000003</c:v>
                </c:pt>
                <c:pt idx="4812">
                  <c:v>46.236477000000001</c:v>
                </c:pt>
                <c:pt idx="4813">
                  <c:v>46.248393999999998</c:v>
                </c:pt>
                <c:pt idx="4814">
                  <c:v>46.258609999999997</c:v>
                </c:pt>
                <c:pt idx="4815">
                  <c:v>46.261817999999998</c:v>
                </c:pt>
                <c:pt idx="4816">
                  <c:v>46.257435000000001</c:v>
                </c:pt>
                <c:pt idx="4817">
                  <c:v>46.252434000000001</c:v>
                </c:pt>
                <c:pt idx="4818">
                  <c:v>46.254292</c:v>
                </c:pt>
                <c:pt idx="4819">
                  <c:v>46.264083999999997</c:v>
                </c:pt>
                <c:pt idx="4820">
                  <c:v>46.280620999999996</c:v>
                </c:pt>
                <c:pt idx="4821">
                  <c:v>46.303618999999998</c:v>
                </c:pt>
                <c:pt idx="4822">
                  <c:v>46.323447999999999</c:v>
                </c:pt>
                <c:pt idx="4823">
                  <c:v>46.340561000000001</c:v>
                </c:pt>
                <c:pt idx="4824">
                  <c:v>46.356918</c:v>
                </c:pt>
                <c:pt idx="4825">
                  <c:v>46.378838000000002</c:v>
                </c:pt>
                <c:pt idx="4826">
                  <c:v>46.406112999999998</c:v>
                </c:pt>
                <c:pt idx="4827">
                  <c:v>46.436478000000001</c:v>
                </c:pt>
                <c:pt idx="4828">
                  <c:v>46.469150999999997</c:v>
                </c:pt>
                <c:pt idx="4829">
                  <c:v>46.500571999999998</c:v>
                </c:pt>
                <c:pt idx="4830">
                  <c:v>46.531157999999998</c:v>
                </c:pt>
                <c:pt idx="4831">
                  <c:v>46.566558999999998</c:v>
                </c:pt>
                <c:pt idx="4832">
                  <c:v>46.607413999999999</c:v>
                </c:pt>
                <c:pt idx="4833">
                  <c:v>46.655845999999997</c:v>
                </c:pt>
                <c:pt idx="4834">
                  <c:v>46.725909999999999</c:v>
                </c:pt>
                <c:pt idx="4835">
                  <c:v>46.827213</c:v>
                </c:pt>
                <c:pt idx="4836">
                  <c:v>46.952205999999997</c:v>
                </c:pt>
                <c:pt idx="4837">
                  <c:v>47.087539999999997</c:v>
                </c:pt>
                <c:pt idx="4838">
                  <c:v>47.221642000000003</c:v>
                </c:pt>
                <c:pt idx="4839">
                  <c:v>47.359447000000003</c:v>
                </c:pt>
                <c:pt idx="4840">
                  <c:v>47.488337999999999</c:v>
                </c:pt>
                <c:pt idx="4841">
                  <c:v>47.605232000000001</c:v>
                </c:pt>
                <c:pt idx="4842">
                  <c:v>47.708182999999998</c:v>
                </c:pt>
                <c:pt idx="4843">
                  <c:v>47.789622999999999</c:v>
                </c:pt>
                <c:pt idx="4844">
                  <c:v>47.850189</c:v>
                </c:pt>
                <c:pt idx="4845">
                  <c:v>47.906894999999999</c:v>
                </c:pt>
                <c:pt idx="4846">
                  <c:v>47.971024</c:v>
                </c:pt>
                <c:pt idx="4847">
                  <c:v>48.049399999999999</c:v>
                </c:pt>
                <c:pt idx="4848">
                  <c:v>48.144782999999997</c:v>
                </c:pt>
                <c:pt idx="4849">
                  <c:v>48.254272</c:v>
                </c:pt>
                <c:pt idx="4850">
                  <c:v>48.364345999999998</c:v>
                </c:pt>
                <c:pt idx="4851">
                  <c:v>48.461533000000003</c:v>
                </c:pt>
                <c:pt idx="4852">
                  <c:v>48.553165</c:v>
                </c:pt>
                <c:pt idx="4853">
                  <c:v>48.661586999999997</c:v>
                </c:pt>
                <c:pt idx="4854">
                  <c:v>48.797203000000003</c:v>
                </c:pt>
                <c:pt idx="4855">
                  <c:v>48.949359999999999</c:v>
                </c:pt>
                <c:pt idx="4856">
                  <c:v>49.095779</c:v>
                </c:pt>
                <c:pt idx="4857">
                  <c:v>49.231212999999997</c:v>
                </c:pt>
                <c:pt idx="4858">
                  <c:v>49.347690999999998</c:v>
                </c:pt>
                <c:pt idx="4859">
                  <c:v>49.455753000000001</c:v>
                </c:pt>
                <c:pt idx="4860">
                  <c:v>49.560513</c:v>
                </c:pt>
                <c:pt idx="4861">
                  <c:v>49.660674999999998</c:v>
                </c:pt>
                <c:pt idx="4862">
                  <c:v>49.758437999999998</c:v>
                </c:pt>
                <c:pt idx="4863">
                  <c:v>49.859749000000001</c:v>
                </c:pt>
                <c:pt idx="4864">
                  <c:v>49.972197999999999</c:v>
                </c:pt>
                <c:pt idx="4865">
                  <c:v>50.107036999999998</c:v>
                </c:pt>
                <c:pt idx="4866">
                  <c:v>50.255629999999996</c:v>
                </c:pt>
                <c:pt idx="4867">
                  <c:v>50.392741999999998</c:v>
                </c:pt>
                <c:pt idx="4868">
                  <c:v>50.515366</c:v>
                </c:pt>
                <c:pt idx="4869">
                  <c:v>50.629989999999999</c:v>
                </c:pt>
                <c:pt idx="4870">
                  <c:v>50.748417000000003</c:v>
                </c:pt>
                <c:pt idx="4871">
                  <c:v>50.868949999999998</c:v>
                </c:pt>
                <c:pt idx="4872">
                  <c:v>50.986809000000001</c:v>
                </c:pt>
                <c:pt idx="4873">
                  <c:v>51.087387</c:v>
                </c:pt>
                <c:pt idx="4874">
                  <c:v>51.164738</c:v>
                </c:pt>
                <c:pt idx="4875">
                  <c:v>51.226925000000001</c:v>
                </c:pt>
                <c:pt idx="4876">
                  <c:v>51.293762000000001</c:v>
                </c:pt>
                <c:pt idx="4877">
                  <c:v>51.364311000000001</c:v>
                </c:pt>
                <c:pt idx="4878">
                  <c:v>51.425465000000003</c:v>
                </c:pt>
                <c:pt idx="4879">
                  <c:v>51.474606000000001</c:v>
                </c:pt>
                <c:pt idx="4880">
                  <c:v>51.519649999999999</c:v>
                </c:pt>
                <c:pt idx="4881">
                  <c:v>51.569285999999998</c:v>
                </c:pt>
                <c:pt idx="4882">
                  <c:v>51.625523000000001</c:v>
                </c:pt>
                <c:pt idx="4883">
                  <c:v>51.701529999999998</c:v>
                </c:pt>
                <c:pt idx="4884">
                  <c:v>51.790958000000003</c:v>
                </c:pt>
                <c:pt idx="4885">
                  <c:v>51.873592000000002</c:v>
                </c:pt>
                <c:pt idx="4886">
                  <c:v>51.940331</c:v>
                </c:pt>
                <c:pt idx="4887">
                  <c:v>51.990017000000002</c:v>
                </c:pt>
                <c:pt idx="4888">
                  <c:v>52.032459000000003</c:v>
                </c:pt>
                <c:pt idx="4889">
                  <c:v>52.076236999999999</c:v>
                </c:pt>
                <c:pt idx="4890">
                  <c:v>52.120773</c:v>
                </c:pt>
                <c:pt idx="4891">
                  <c:v>52.159996</c:v>
                </c:pt>
                <c:pt idx="4892">
                  <c:v>52.194344000000001</c:v>
                </c:pt>
                <c:pt idx="4893">
                  <c:v>52.228732999999998</c:v>
                </c:pt>
                <c:pt idx="4894">
                  <c:v>52.269444</c:v>
                </c:pt>
                <c:pt idx="4895">
                  <c:v>52.323086000000004</c:v>
                </c:pt>
                <c:pt idx="4896">
                  <c:v>52.396774000000001</c:v>
                </c:pt>
                <c:pt idx="4897">
                  <c:v>52.487884999999999</c:v>
                </c:pt>
                <c:pt idx="4898">
                  <c:v>52.597191000000002</c:v>
                </c:pt>
                <c:pt idx="4899">
                  <c:v>52.722496</c:v>
                </c:pt>
                <c:pt idx="4900">
                  <c:v>52.852623000000001</c:v>
                </c:pt>
                <c:pt idx="4901">
                  <c:v>52.983100999999998</c:v>
                </c:pt>
                <c:pt idx="4902">
                  <c:v>53.117480999999998</c:v>
                </c:pt>
                <c:pt idx="4903">
                  <c:v>53.248924000000002</c:v>
                </c:pt>
                <c:pt idx="4904">
                  <c:v>53.365639000000002</c:v>
                </c:pt>
                <c:pt idx="4905">
                  <c:v>53.471893000000001</c:v>
                </c:pt>
                <c:pt idx="4906">
                  <c:v>53.571216999999997</c:v>
                </c:pt>
                <c:pt idx="4907">
                  <c:v>53.664200000000001</c:v>
                </c:pt>
                <c:pt idx="4908">
                  <c:v>53.744129000000001</c:v>
                </c:pt>
                <c:pt idx="4909">
                  <c:v>53.811774999999997</c:v>
                </c:pt>
                <c:pt idx="4910">
                  <c:v>53.865443999999997</c:v>
                </c:pt>
                <c:pt idx="4911">
                  <c:v>53.904998999999997</c:v>
                </c:pt>
                <c:pt idx="4912">
                  <c:v>53.929465999999998</c:v>
                </c:pt>
                <c:pt idx="4913">
                  <c:v>53.944671999999997</c:v>
                </c:pt>
                <c:pt idx="4914">
                  <c:v>53.960495000000002</c:v>
                </c:pt>
                <c:pt idx="4915">
                  <c:v>53.981796000000003</c:v>
                </c:pt>
                <c:pt idx="4916">
                  <c:v>54.002369000000002</c:v>
                </c:pt>
                <c:pt idx="4917">
                  <c:v>54.016582</c:v>
                </c:pt>
                <c:pt idx="4918">
                  <c:v>54.026721999999999</c:v>
                </c:pt>
                <c:pt idx="4919">
                  <c:v>54.03783</c:v>
                </c:pt>
                <c:pt idx="4920">
                  <c:v>54.052062999999997</c:v>
                </c:pt>
                <c:pt idx="4921">
                  <c:v>54.068072999999998</c:v>
                </c:pt>
                <c:pt idx="4922">
                  <c:v>54.085326999999999</c:v>
                </c:pt>
                <c:pt idx="4923">
                  <c:v>54.109473999999999</c:v>
                </c:pt>
                <c:pt idx="4924">
                  <c:v>54.135596999999997</c:v>
                </c:pt>
                <c:pt idx="4925">
                  <c:v>54.151375000000002</c:v>
                </c:pt>
                <c:pt idx="4926">
                  <c:v>54.159484999999997</c:v>
                </c:pt>
                <c:pt idx="4927">
                  <c:v>54.165557999999997</c:v>
                </c:pt>
                <c:pt idx="4928">
                  <c:v>54.171188000000001</c:v>
                </c:pt>
                <c:pt idx="4929">
                  <c:v>54.181446000000001</c:v>
                </c:pt>
                <c:pt idx="4930">
                  <c:v>54.198677000000004</c:v>
                </c:pt>
                <c:pt idx="4931">
                  <c:v>54.223202000000001</c:v>
                </c:pt>
                <c:pt idx="4932">
                  <c:v>54.252079000000002</c:v>
                </c:pt>
                <c:pt idx="4933">
                  <c:v>54.277335999999998</c:v>
                </c:pt>
                <c:pt idx="4934">
                  <c:v>54.297935000000003</c:v>
                </c:pt>
                <c:pt idx="4935">
                  <c:v>54.317017</c:v>
                </c:pt>
                <c:pt idx="4936">
                  <c:v>54.337798999999997</c:v>
                </c:pt>
                <c:pt idx="4937">
                  <c:v>54.359627000000003</c:v>
                </c:pt>
                <c:pt idx="4938">
                  <c:v>54.381798000000003</c:v>
                </c:pt>
                <c:pt idx="4939">
                  <c:v>54.406914</c:v>
                </c:pt>
                <c:pt idx="4940">
                  <c:v>54.439804000000002</c:v>
                </c:pt>
                <c:pt idx="4941">
                  <c:v>54.483646</c:v>
                </c:pt>
                <c:pt idx="4942">
                  <c:v>54.546768</c:v>
                </c:pt>
                <c:pt idx="4943">
                  <c:v>54.622436999999998</c:v>
                </c:pt>
                <c:pt idx="4944">
                  <c:v>54.703609</c:v>
                </c:pt>
                <c:pt idx="4945">
                  <c:v>54.779980000000002</c:v>
                </c:pt>
                <c:pt idx="4946">
                  <c:v>54.845863000000001</c:v>
                </c:pt>
                <c:pt idx="4947">
                  <c:v>54.904778</c:v>
                </c:pt>
                <c:pt idx="4948">
                  <c:v>54.963321999999998</c:v>
                </c:pt>
                <c:pt idx="4949">
                  <c:v>55.033707</c:v>
                </c:pt>
                <c:pt idx="4950">
                  <c:v>55.127952999999998</c:v>
                </c:pt>
                <c:pt idx="4951">
                  <c:v>55.241321999999997</c:v>
                </c:pt>
                <c:pt idx="4952">
                  <c:v>55.364628000000003</c:v>
                </c:pt>
                <c:pt idx="4953">
                  <c:v>55.490561999999997</c:v>
                </c:pt>
                <c:pt idx="4954">
                  <c:v>55.603454999999997</c:v>
                </c:pt>
                <c:pt idx="4955">
                  <c:v>55.707484999999998</c:v>
                </c:pt>
                <c:pt idx="4956">
                  <c:v>55.811881999999997</c:v>
                </c:pt>
                <c:pt idx="4957">
                  <c:v>55.91328</c:v>
                </c:pt>
                <c:pt idx="4958">
                  <c:v>56.010081999999997</c:v>
                </c:pt>
                <c:pt idx="4959">
                  <c:v>56.088572999999997</c:v>
                </c:pt>
                <c:pt idx="4960">
                  <c:v>56.141871999999999</c:v>
                </c:pt>
                <c:pt idx="4961">
                  <c:v>56.16798</c:v>
                </c:pt>
                <c:pt idx="4962">
                  <c:v>56.181328000000001</c:v>
                </c:pt>
                <c:pt idx="4963">
                  <c:v>56.195613999999999</c:v>
                </c:pt>
                <c:pt idx="4964">
                  <c:v>56.211319000000003</c:v>
                </c:pt>
                <c:pt idx="4965">
                  <c:v>56.22625</c:v>
                </c:pt>
                <c:pt idx="4966">
                  <c:v>56.240025000000003</c:v>
                </c:pt>
                <c:pt idx="4967">
                  <c:v>56.253712</c:v>
                </c:pt>
                <c:pt idx="4968">
                  <c:v>56.268379000000003</c:v>
                </c:pt>
                <c:pt idx="4969">
                  <c:v>56.292746999999999</c:v>
                </c:pt>
                <c:pt idx="4970">
                  <c:v>56.330306999999998</c:v>
                </c:pt>
                <c:pt idx="4971">
                  <c:v>56.382308999999999</c:v>
                </c:pt>
                <c:pt idx="4972">
                  <c:v>56.454642999999997</c:v>
                </c:pt>
                <c:pt idx="4973">
                  <c:v>56.553542999999998</c:v>
                </c:pt>
                <c:pt idx="4974">
                  <c:v>56.675441999999997</c:v>
                </c:pt>
                <c:pt idx="4975">
                  <c:v>56.801482999999998</c:v>
                </c:pt>
                <c:pt idx="4976">
                  <c:v>56.927382999999999</c:v>
                </c:pt>
                <c:pt idx="4977">
                  <c:v>57.047958000000001</c:v>
                </c:pt>
                <c:pt idx="4978">
                  <c:v>57.158493</c:v>
                </c:pt>
                <c:pt idx="4979">
                  <c:v>57.261848000000001</c:v>
                </c:pt>
                <c:pt idx="4980">
                  <c:v>57.356644000000003</c:v>
                </c:pt>
                <c:pt idx="4981">
                  <c:v>57.441696</c:v>
                </c:pt>
                <c:pt idx="4982">
                  <c:v>57.528174999999997</c:v>
                </c:pt>
                <c:pt idx="4983">
                  <c:v>57.628506000000002</c:v>
                </c:pt>
                <c:pt idx="4984">
                  <c:v>57.743523000000003</c:v>
                </c:pt>
                <c:pt idx="4985">
                  <c:v>57.863059999999997</c:v>
                </c:pt>
                <c:pt idx="4986">
                  <c:v>57.982937</c:v>
                </c:pt>
                <c:pt idx="4987">
                  <c:v>58.105179</c:v>
                </c:pt>
                <c:pt idx="4988">
                  <c:v>58.233947999999998</c:v>
                </c:pt>
                <c:pt idx="4989">
                  <c:v>58.360126000000001</c:v>
                </c:pt>
                <c:pt idx="4990">
                  <c:v>58.471221999999997</c:v>
                </c:pt>
                <c:pt idx="4991">
                  <c:v>58.567450999999998</c:v>
                </c:pt>
                <c:pt idx="4992">
                  <c:v>58.650593000000001</c:v>
                </c:pt>
                <c:pt idx="4993">
                  <c:v>58.716712999999999</c:v>
                </c:pt>
                <c:pt idx="4994">
                  <c:v>58.773555999999999</c:v>
                </c:pt>
                <c:pt idx="4995">
                  <c:v>58.816746000000002</c:v>
                </c:pt>
                <c:pt idx="4996">
                  <c:v>58.846218</c:v>
                </c:pt>
                <c:pt idx="4997">
                  <c:v>58.863197</c:v>
                </c:pt>
                <c:pt idx="4998">
                  <c:v>58.875160000000001</c:v>
                </c:pt>
                <c:pt idx="4999">
                  <c:v>58.886783999999999</c:v>
                </c:pt>
                <c:pt idx="5000">
                  <c:v>58.898890999999999</c:v>
                </c:pt>
                <c:pt idx="5001">
                  <c:v>58.919327000000003</c:v>
                </c:pt>
                <c:pt idx="5002">
                  <c:v>58.948132000000001</c:v>
                </c:pt>
                <c:pt idx="5003">
                  <c:v>58.977939999999997</c:v>
                </c:pt>
                <c:pt idx="5004">
                  <c:v>59.006050000000002</c:v>
                </c:pt>
                <c:pt idx="5005">
                  <c:v>59.038254000000002</c:v>
                </c:pt>
                <c:pt idx="5006">
                  <c:v>59.072048000000002</c:v>
                </c:pt>
                <c:pt idx="5007">
                  <c:v>59.107418000000003</c:v>
                </c:pt>
                <c:pt idx="5008">
                  <c:v>59.143044000000003</c:v>
                </c:pt>
                <c:pt idx="5009">
                  <c:v>59.174885000000003</c:v>
                </c:pt>
                <c:pt idx="5010">
                  <c:v>59.205719000000002</c:v>
                </c:pt>
                <c:pt idx="5011">
                  <c:v>59.233272999999997</c:v>
                </c:pt>
                <c:pt idx="5012">
                  <c:v>59.254638999999997</c:v>
                </c:pt>
                <c:pt idx="5013">
                  <c:v>59.272930000000002</c:v>
                </c:pt>
                <c:pt idx="5014">
                  <c:v>59.296871000000003</c:v>
                </c:pt>
                <c:pt idx="5015">
                  <c:v>59.331535000000002</c:v>
                </c:pt>
                <c:pt idx="5016">
                  <c:v>59.372745999999999</c:v>
                </c:pt>
                <c:pt idx="5017">
                  <c:v>59.411076000000001</c:v>
                </c:pt>
                <c:pt idx="5018">
                  <c:v>59.446739000000001</c:v>
                </c:pt>
                <c:pt idx="5019">
                  <c:v>59.483111999999998</c:v>
                </c:pt>
                <c:pt idx="5020">
                  <c:v>59.518447999999999</c:v>
                </c:pt>
                <c:pt idx="5021">
                  <c:v>59.554687999999999</c:v>
                </c:pt>
                <c:pt idx="5022">
                  <c:v>59.592796</c:v>
                </c:pt>
                <c:pt idx="5023">
                  <c:v>59.630257</c:v>
                </c:pt>
                <c:pt idx="5024">
                  <c:v>59.663853000000003</c:v>
                </c:pt>
                <c:pt idx="5025">
                  <c:v>59.690361000000003</c:v>
                </c:pt>
                <c:pt idx="5026">
                  <c:v>59.709792999999998</c:v>
                </c:pt>
                <c:pt idx="5027">
                  <c:v>59.723812000000002</c:v>
                </c:pt>
                <c:pt idx="5028">
                  <c:v>59.736274999999999</c:v>
                </c:pt>
                <c:pt idx="5029">
                  <c:v>59.748370999999999</c:v>
                </c:pt>
                <c:pt idx="5030">
                  <c:v>59.759182000000003</c:v>
                </c:pt>
                <c:pt idx="5031">
                  <c:v>59.768752999999997</c:v>
                </c:pt>
                <c:pt idx="5032">
                  <c:v>59.774878999999999</c:v>
                </c:pt>
                <c:pt idx="5033">
                  <c:v>59.779784999999997</c:v>
                </c:pt>
                <c:pt idx="5034">
                  <c:v>59.789020999999998</c:v>
                </c:pt>
                <c:pt idx="5035">
                  <c:v>59.804661000000003</c:v>
                </c:pt>
                <c:pt idx="5036">
                  <c:v>59.831389999999999</c:v>
                </c:pt>
                <c:pt idx="5037">
                  <c:v>59.862800999999997</c:v>
                </c:pt>
                <c:pt idx="5038">
                  <c:v>59.885693000000003</c:v>
                </c:pt>
                <c:pt idx="5039">
                  <c:v>59.896712999999998</c:v>
                </c:pt>
                <c:pt idx="5040">
                  <c:v>59.904175000000002</c:v>
                </c:pt>
                <c:pt idx="5041">
                  <c:v>59.908028000000002</c:v>
                </c:pt>
                <c:pt idx="5042">
                  <c:v>59.911830999999999</c:v>
                </c:pt>
                <c:pt idx="5043">
                  <c:v>59.915199000000001</c:v>
                </c:pt>
                <c:pt idx="5044">
                  <c:v>59.914078000000003</c:v>
                </c:pt>
                <c:pt idx="5045">
                  <c:v>59.909374</c:v>
                </c:pt>
                <c:pt idx="5046">
                  <c:v>59.899631999999997</c:v>
                </c:pt>
                <c:pt idx="5047">
                  <c:v>59.889930999999997</c:v>
                </c:pt>
                <c:pt idx="5048">
                  <c:v>59.881138</c:v>
                </c:pt>
                <c:pt idx="5049">
                  <c:v>59.876052999999999</c:v>
                </c:pt>
                <c:pt idx="5050">
                  <c:v>59.873573</c:v>
                </c:pt>
                <c:pt idx="5051">
                  <c:v>59.873824999999997</c:v>
                </c:pt>
                <c:pt idx="5052">
                  <c:v>59.876362</c:v>
                </c:pt>
                <c:pt idx="5053">
                  <c:v>59.878056000000001</c:v>
                </c:pt>
                <c:pt idx="5054">
                  <c:v>59.879852</c:v>
                </c:pt>
                <c:pt idx="5055">
                  <c:v>59.880206999999999</c:v>
                </c:pt>
                <c:pt idx="5056">
                  <c:v>59.878501999999997</c:v>
                </c:pt>
                <c:pt idx="5057">
                  <c:v>59.874583999999999</c:v>
                </c:pt>
                <c:pt idx="5058">
                  <c:v>59.865653999999999</c:v>
                </c:pt>
                <c:pt idx="5059">
                  <c:v>59.855465000000002</c:v>
                </c:pt>
                <c:pt idx="5060">
                  <c:v>59.845790999999998</c:v>
                </c:pt>
                <c:pt idx="5061">
                  <c:v>59.837966999999999</c:v>
                </c:pt>
                <c:pt idx="5062">
                  <c:v>59.834454000000001</c:v>
                </c:pt>
                <c:pt idx="5063">
                  <c:v>59.831699</c:v>
                </c:pt>
                <c:pt idx="5064">
                  <c:v>59.826549999999997</c:v>
                </c:pt>
                <c:pt idx="5065">
                  <c:v>59.818179999999998</c:v>
                </c:pt>
                <c:pt idx="5066">
                  <c:v>59.807133</c:v>
                </c:pt>
                <c:pt idx="5067">
                  <c:v>59.799767000000003</c:v>
                </c:pt>
                <c:pt idx="5068">
                  <c:v>59.794150999999999</c:v>
                </c:pt>
                <c:pt idx="5069">
                  <c:v>59.788176999999997</c:v>
                </c:pt>
                <c:pt idx="5070">
                  <c:v>59.782791000000003</c:v>
                </c:pt>
                <c:pt idx="5071">
                  <c:v>59.779212999999999</c:v>
                </c:pt>
                <c:pt idx="5072">
                  <c:v>59.779324000000003</c:v>
                </c:pt>
                <c:pt idx="5073">
                  <c:v>59.778629000000002</c:v>
                </c:pt>
                <c:pt idx="5074">
                  <c:v>59.775528000000001</c:v>
                </c:pt>
                <c:pt idx="5075">
                  <c:v>59.768974</c:v>
                </c:pt>
                <c:pt idx="5076">
                  <c:v>59.767864000000003</c:v>
                </c:pt>
                <c:pt idx="5077">
                  <c:v>59.770949999999999</c:v>
                </c:pt>
                <c:pt idx="5078">
                  <c:v>59.785117999999997</c:v>
                </c:pt>
                <c:pt idx="5079">
                  <c:v>59.803992999999998</c:v>
                </c:pt>
                <c:pt idx="5080">
                  <c:v>59.818893000000003</c:v>
                </c:pt>
                <c:pt idx="5081">
                  <c:v>59.833309</c:v>
                </c:pt>
                <c:pt idx="5082">
                  <c:v>59.855441999999996</c:v>
                </c:pt>
                <c:pt idx="5083">
                  <c:v>59.885348999999998</c:v>
                </c:pt>
                <c:pt idx="5084">
                  <c:v>59.920380000000002</c:v>
                </c:pt>
                <c:pt idx="5085">
                  <c:v>59.966163999999999</c:v>
                </c:pt>
                <c:pt idx="5086">
                  <c:v>60.031711999999999</c:v>
                </c:pt>
                <c:pt idx="5087">
                  <c:v>60.119183</c:v>
                </c:pt>
                <c:pt idx="5088">
                  <c:v>60.214869999999998</c:v>
                </c:pt>
                <c:pt idx="5089">
                  <c:v>60.312820000000002</c:v>
                </c:pt>
                <c:pt idx="5090">
                  <c:v>60.401080999999998</c:v>
                </c:pt>
                <c:pt idx="5091">
                  <c:v>60.489303999999997</c:v>
                </c:pt>
                <c:pt idx="5092">
                  <c:v>60.559483</c:v>
                </c:pt>
                <c:pt idx="5093">
                  <c:v>60.611637000000002</c:v>
                </c:pt>
                <c:pt idx="5094">
                  <c:v>60.644053999999997</c:v>
                </c:pt>
                <c:pt idx="5095">
                  <c:v>60.664326000000003</c:v>
                </c:pt>
                <c:pt idx="5096">
                  <c:v>60.691090000000003</c:v>
                </c:pt>
                <c:pt idx="5097">
                  <c:v>60.731686000000003</c:v>
                </c:pt>
                <c:pt idx="5098">
                  <c:v>60.778312999999997</c:v>
                </c:pt>
                <c:pt idx="5099">
                  <c:v>60.828856999999999</c:v>
                </c:pt>
                <c:pt idx="5100">
                  <c:v>60.887135000000001</c:v>
                </c:pt>
                <c:pt idx="5101">
                  <c:v>60.955021000000002</c:v>
                </c:pt>
                <c:pt idx="5102">
                  <c:v>61.036456999999999</c:v>
                </c:pt>
                <c:pt idx="5103">
                  <c:v>61.134788999999998</c:v>
                </c:pt>
                <c:pt idx="5104">
                  <c:v>61.24194</c:v>
                </c:pt>
                <c:pt idx="5105">
                  <c:v>61.347346999999999</c:v>
                </c:pt>
                <c:pt idx="5106">
                  <c:v>61.453071999999999</c:v>
                </c:pt>
                <c:pt idx="5107">
                  <c:v>61.561442999999997</c:v>
                </c:pt>
                <c:pt idx="5108">
                  <c:v>61.664710999999997</c:v>
                </c:pt>
                <c:pt idx="5109">
                  <c:v>61.766373000000002</c:v>
                </c:pt>
                <c:pt idx="5110">
                  <c:v>61.859729999999999</c:v>
                </c:pt>
                <c:pt idx="5111">
                  <c:v>61.946896000000002</c:v>
                </c:pt>
                <c:pt idx="5112">
                  <c:v>62.027377999999999</c:v>
                </c:pt>
                <c:pt idx="5113">
                  <c:v>62.098972000000003</c:v>
                </c:pt>
                <c:pt idx="5114">
                  <c:v>62.163970999999997</c:v>
                </c:pt>
                <c:pt idx="5115">
                  <c:v>62.228408999999999</c:v>
                </c:pt>
                <c:pt idx="5116">
                  <c:v>62.294578999999999</c:v>
                </c:pt>
                <c:pt idx="5117">
                  <c:v>62.359760000000001</c:v>
                </c:pt>
                <c:pt idx="5118">
                  <c:v>62.426837999999996</c:v>
                </c:pt>
                <c:pt idx="5119">
                  <c:v>62.490414000000001</c:v>
                </c:pt>
                <c:pt idx="5120">
                  <c:v>62.562592000000002</c:v>
                </c:pt>
                <c:pt idx="5121">
                  <c:v>62.647469000000001</c:v>
                </c:pt>
                <c:pt idx="5122">
                  <c:v>62.740341000000001</c:v>
                </c:pt>
                <c:pt idx="5123">
                  <c:v>62.841735999999997</c:v>
                </c:pt>
                <c:pt idx="5124">
                  <c:v>62.948169999999998</c:v>
                </c:pt>
                <c:pt idx="5125">
                  <c:v>63.049103000000002</c:v>
                </c:pt>
                <c:pt idx="5126">
                  <c:v>63.145797999999999</c:v>
                </c:pt>
                <c:pt idx="5127">
                  <c:v>63.238998000000002</c:v>
                </c:pt>
                <c:pt idx="5128">
                  <c:v>63.325648999999999</c:v>
                </c:pt>
                <c:pt idx="5129">
                  <c:v>63.402583999999997</c:v>
                </c:pt>
                <c:pt idx="5130">
                  <c:v>63.472752</c:v>
                </c:pt>
                <c:pt idx="5131">
                  <c:v>63.539527999999997</c:v>
                </c:pt>
                <c:pt idx="5132">
                  <c:v>63.606636000000002</c:v>
                </c:pt>
                <c:pt idx="5133">
                  <c:v>63.669601</c:v>
                </c:pt>
                <c:pt idx="5134">
                  <c:v>63.725403</c:v>
                </c:pt>
                <c:pt idx="5135">
                  <c:v>63.780354000000003</c:v>
                </c:pt>
                <c:pt idx="5136">
                  <c:v>63.830406000000004</c:v>
                </c:pt>
                <c:pt idx="5137">
                  <c:v>63.876289</c:v>
                </c:pt>
                <c:pt idx="5138">
                  <c:v>63.926448999999998</c:v>
                </c:pt>
                <c:pt idx="5139">
                  <c:v>63.985256</c:v>
                </c:pt>
                <c:pt idx="5140">
                  <c:v>64.052482999999995</c:v>
                </c:pt>
                <c:pt idx="5141">
                  <c:v>64.132300999999998</c:v>
                </c:pt>
                <c:pt idx="5142">
                  <c:v>64.237328000000005</c:v>
                </c:pt>
                <c:pt idx="5143">
                  <c:v>64.349936999999997</c:v>
                </c:pt>
                <c:pt idx="5144">
                  <c:v>64.447654999999997</c:v>
                </c:pt>
                <c:pt idx="5145">
                  <c:v>64.561119000000005</c:v>
                </c:pt>
                <c:pt idx="5146">
                  <c:v>64.673484999999999</c:v>
                </c:pt>
                <c:pt idx="5147">
                  <c:v>64.790733000000003</c:v>
                </c:pt>
                <c:pt idx="5148">
                  <c:v>64.914398000000006</c:v>
                </c:pt>
                <c:pt idx="5149">
                  <c:v>65.032096999999993</c:v>
                </c:pt>
                <c:pt idx="5150">
                  <c:v>65.136734000000004</c:v>
                </c:pt>
                <c:pt idx="5151">
                  <c:v>65.229568</c:v>
                </c:pt>
                <c:pt idx="5152">
                  <c:v>65.316635000000005</c:v>
                </c:pt>
                <c:pt idx="5153">
                  <c:v>65.405426000000006</c:v>
                </c:pt>
                <c:pt idx="5154">
                  <c:v>65.495818999999997</c:v>
                </c:pt>
                <c:pt idx="5155">
                  <c:v>65.580253999999996</c:v>
                </c:pt>
                <c:pt idx="5156">
                  <c:v>65.668633</c:v>
                </c:pt>
                <c:pt idx="5157">
                  <c:v>65.761902000000006</c:v>
                </c:pt>
                <c:pt idx="5158">
                  <c:v>65.862007000000006</c:v>
                </c:pt>
                <c:pt idx="5159">
                  <c:v>65.965171999999995</c:v>
                </c:pt>
                <c:pt idx="5160">
                  <c:v>66.065002000000007</c:v>
                </c:pt>
                <c:pt idx="5161">
                  <c:v>66.165749000000005</c:v>
                </c:pt>
                <c:pt idx="5162">
                  <c:v>66.272186000000005</c:v>
                </c:pt>
                <c:pt idx="5163">
                  <c:v>66.378021000000004</c:v>
                </c:pt>
                <c:pt idx="5164">
                  <c:v>66.479881000000006</c:v>
                </c:pt>
                <c:pt idx="5165">
                  <c:v>66.573340999999999</c:v>
                </c:pt>
                <c:pt idx="5166">
                  <c:v>66.648865000000001</c:v>
                </c:pt>
                <c:pt idx="5167">
                  <c:v>66.712883000000005</c:v>
                </c:pt>
                <c:pt idx="5168">
                  <c:v>66.772048999999996</c:v>
                </c:pt>
                <c:pt idx="5169">
                  <c:v>66.826248000000007</c:v>
                </c:pt>
                <c:pt idx="5170">
                  <c:v>66.878731000000002</c:v>
                </c:pt>
                <c:pt idx="5171">
                  <c:v>66.924118000000007</c:v>
                </c:pt>
                <c:pt idx="5172">
                  <c:v>66.960373000000004</c:v>
                </c:pt>
                <c:pt idx="5173">
                  <c:v>66.990211000000002</c:v>
                </c:pt>
                <c:pt idx="5174">
                  <c:v>67.018021000000005</c:v>
                </c:pt>
                <c:pt idx="5175">
                  <c:v>67.047698999999994</c:v>
                </c:pt>
                <c:pt idx="5176">
                  <c:v>67.081885999999997</c:v>
                </c:pt>
                <c:pt idx="5177">
                  <c:v>67.113213000000002</c:v>
                </c:pt>
                <c:pt idx="5178">
                  <c:v>67.144615000000002</c:v>
                </c:pt>
                <c:pt idx="5179">
                  <c:v>67.183487</c:v>
                </c:pt>
                <c:pt idx="5180">
                  <c:v>67.233231000000004</c:v>
                </c:pt>
                <c:pt idx="5181">
                  <c:v>67.291908000000006</c:v>
                </c:pt>
                <c:pt idx="5182">
                  <c:v>67.353461999999993</c:v>
                </c:pt>
                <c:pt idx="5183">
                  <c:v>67.417038000000005</c:v>
                </c:pt>
                <c:pt idx="5184">
                  <c:v>67.487244000000004</c:v>
                </c:pt>
                <c:pt idx="5185">
                  <c:v>67.567261000000002</c:v>
                </c:pt>
                <c:pt idx="5186">
                  <c:v>67.651298999999995</c:v>
                </c:pt>
                <c:pt idx="5187">
                  <c:v>67.736389000000003</c:v>
                </c:pt>
                <c:pt idx="5188">
                  <c:v>67.818702999999999</c:v>
                </c:pt>
                <c:pt idx="5189">
                  <c:v>67.891968000000006</c:v>
                </c:pt>
                <c:pt idx="5190">
                  <c:v>67.954575000000006</c:v>
                </c:pt>
                <c:pt idx="5191">
                  <c:v>68.006675999999999</c:v>
                </c:pt>
                <c:pt idx="5192">
                  <c:v>68.046149999999997</c:v>
                </c:pt>
                <c:pt idx="5193">
                  <c:v>68.070847000000001</c:v>
                </c:pt>
                <c:pt idx="5194">
                  <c:v>68.090958000000001</c:v>
                </c:pt>
                <c:pt idx="5195">
                  <c:v>68.114410000000007</c:v>
                </c:pt>
                <c:pt idx="5196">
                  <c:v>68.143280000000004</c:v>
                </c:pt>
                <c:pt idx="5197">
                  <c:v>68.175797000000003</c:v>
                </c:pt>
                <c:pt idx="5198">
                  <c:v>68.201110999999997</c:v>
                </c:pt>
                <c:pt idx="5199">
                  <c:v>68.211997999999994</c:v>
                </c:pt>
                <c:pt idx="5200">
                  <c:v>68.213058000000004</c:v>
                </c:pt>
                <c:pt idx="5201">
                  <c:v>68.211021000000002</c:v>
                </c:pt>
                <c:pt idx="5202">
                  <c:v>68.207695000000001</c:v>
                </c:pt>
                <c:pt idx="5203">
                  <c:v>68.201415999999995</c:v>
                </c:pt>
                <c:pt idx="5204">
                  <c:v>68.190689000000006</c:v>
                </c:pt>
                <c:pt idx="5205">
                  <c:v>68.173430999999994</c:v>
                </c:pt>
                <c:pt idx="5206">
                  <c:v>68.151443</c:v>
                </c:pt>
                <c:pt idx="5207">
                  <c:v>68.129745</c:v>
                </c:pt>
                <c:pt idx="5208">
                  <c:v>68.106392</c:v>
                </c:pt>
                <c:pt idx="5209">
                  <c:v>68.080810999999997</c:v>
                </c:pt>
                <c:pt idx="5210">
                  <c:v>68.053696000000002</c:v>
                </c:pt>
                <c:pt idx="5211">
                  <c:v>68.025329999999997</c:v>
                </c:pt>
                <c:pt idx="5212">
                  <c:v>68.012244999999993</c:v>
                </c:pt>
                <c:pt idx="5213">
                  <c:v>68.007851000000002</c:v>
                </c:pt>
                <c:pt idx="5214">
                  <c:v>68.002814999999998</c:v>
                </c:pt>
                <c:pt idx="5215">
                  <c:v>67.991219000000001</c:v>
                </c:pt>
                <c:pt idx="5216">
                  <c:v>67.975937000000002</c:v>
                </c:pt>
                <c:pt idx="5217">
                  <c:v>67.955108999999993</c:v>
                </c:pt>
                <c:pt idx="5218">
                  <c:v>67.916054000000003</c:v>
                </c:pt>
                <c:pt idx="5219">
                  <c:v>67.857185000000001</c:v>
                </c:pt>
                <c:pt idx="5220">
                  <c:v>67.791213999999997</c:v>
                </c:pt>
                <c:pt idx="5221">
                  <c:v>67.729033999999999</c:v>
                </c:pt>
                <c:pt idx="5222">
                  <c:v>67.671622999999997</c:v>
                </c:pt>
                <c:pt idx="5223">
                  <c:v>67.612206</c:v>
                </c:pt>
                <c:pt idx="5224">
                  <c:v>67.544083000000001</c:v>
                </c:pt>
                <c:pt idx="5225">
                  <c:v>67.470268000000004</c:v>
                </c:pt>
                <c:pt idx="5226">
                  <c:v>67.391716000000002</c:v>
                </c:pt>
                <c:pt idx="5227">
                  <c:v>67.313338999999999</c:v>
                </c:pt>
                <c:pt idx="5228">
                  <c:v>67.236159999999998</c:v>
                </c:pt>
                <c:pt idx="5229">
                  <c:v>67.150977999999995</c:v>
                </c:pt>
                <c:pt idx="5230">
                  <c:v>67.056540999999996</c:v>
                </c:pt>
                <c:pt idx="5231">
                  <c:v>66.961867999999996</c:v>
                </c:pt>
                <c:pt idx="5232">
                  <c:v>66.867576999999997</c:v>
                </c:pt>
                <c:pt idx="5233">
                  <c:v>66.769440000000003</c:v>
                </c:pt>
                <c:pt idx="5234">
                  <c:v>66.676529000000002</c:v>
                </c:pt>
                <c:pt idx="5235">
                  <c:v>66.594406000000006</c:v>
                </c:pt>
                <c:pt idx="5236">
                  <c:v>66.507903999999996</c:v>
                </c:pt>
                <c:pt idx="5237">
                  <c:v>66.413878999999994</c:v>
                </c:pt>
                <c:pt idx="5238">
                  <c:v>66.315735000000004</c:v>
                </c:pt>
                <c:pt idx="5239">
                  <c:v>66.215012000000002</c:v>
                </c:pt>
                <c:pt idx="5240">
                  <c:v>66.120789000000002</c:v>
                </c:pt>
                <c:pt idx="5241">
                  <c:v>66.041931000000005</c:v>
                </c:pt>
                <c:pt idx="5242">
                  <c:v>65.986771000000005</c:v>
                </c:pt>
                <c:pt idx="5243">
                  <c:v>65.942656999999997</c:v>
                </c:pt>
                <c:pt idx="5244">
                  <c:v>65.900772000000003</c:v>
                </c:pt>
                <c:pt idx="5245">
                  <c:v>65.856437999999997</c:v>
                </c:pt>
                <c:pt idx="5246">
                  <c:v>65.812201999999999</c:v>
                </c:pt>
                <c:pt idx="5247">
                  <c:v>65.772345999999999</c:v>
                </c:pt>
                <c:pt idx="5248">
                  <c:v>65.739182</c:v>
                </c:pt>
                <c:pt idx="5249">
                  <c:v>65.709984000000006</c:v>
                </c:pt>
                <c:pt idx="5250">
                  <c:v>65.679550000000006</c:v>
                </c:pt>
                <c:pt idx="5251">
                  <c:v>65.640029999999996</c:v>
                </c:pt>
                <c:pt idx="5252">
                  <c:v>65.596137999999996</c:v>
                </c:pt>
                <c:pt idx="5253">
                  <c:v>65.551651000000007</c:v>
                </c:pt>
                <c:pt idx="5254">
                  <c:v>65.508240000000001</c:v>
                </c:pt>
                <c:pt idx="5255">
                  <c:v>65.466530000000006</c:v>
                </c:pt>
                <c:pt idx="5256">
                  <c:v>65.428184999999999</c:v>
                </c:pt>
                <c:pt idx="5257">
                  <c:v>65.394249000000002</c:v>
                </c:pt>
                <c:pt idx="5258">
                  <c:v>65.360686999999999</c:v>
                </c:pt>
                <c:pt idx="5259">
                  <c:v>65.323914000000002</c:v>
                </c:pt>
                <c:pt idx="5260">
                  <c:v>65.286095000000003</c:v>
                </c:pt>
                <c:pt idx="5261">
                  <c:v>65.250679000000005</c:v>
                </c:pt>
                <c:pt idx="5262">
                  <c:v>65.218658000000005</c:v>
                </c:pt>
                <c:pt idx="5263">
                  <c:v>65.186836</c:v>
                </c:pt>
                <c:pt idx="5264">
                  <c:v>65.156075000000001</c:v>
                </c:pt>
                <c:pt idx="5265">
                  <c:v>65.126953</c:v>
                </c:pt>
                <c:pt idx="5266">
                  <c:v>65.100037</c:v>
                </c:pt>
                <c:pt idx="5267">
                  <c:v>65.075867000000002</c:v>
                </c:pt>
                <c:pt idx="5268">
                  <c:v>65.057129000000003</c:v>
                </c:pt>
                <c:pt idx="5269">
                  <c:v>65.039779999999993</c:v>
                </c:pt>
                <c:pt idx="5270">
                  <c:v>65.018569999999997</c:v>
                </c:pt>
                <c:pt idx="5271">
                  <c:v>64.996437</c:v>
                </c:pt>
                <c:pt idx="5272">
                  <c:v>64.975960000000001</c:v>
                </c:pt>
                <c:pt idx="5273">
                  <c:v>64.954871999999995</c:v>
                </c:pt>
                <c:pt idx="5274">
                  <c:v>64.931503000000006</c:v>
                </c:pt>
                <c:pt idx="5275">
                  <c:v>64.902030999999994</c:v>
                </c:pt>
                <c:pt idx="5276">
                  <c:v>64.866851999999994</c:v>
                </c:pt>
                <c:pt idx="5277">
                  <c:v>64.828270000000003</c:v>
                </c:pt>
                <c:pt idx="5278">
                  <c:v>64.787750000000003</c:v>
                </c:pt>
                <c:pt idx="5279">
                  <c:v>64.737778000000006</c:v>
                </c:pt>
                <c:pt idx="5280">
                  <c:v>64.673820000000006</c:v>
                </c:pt>
                <c:pt idx="5281">
                  <c:v>64.595566000000005</c:v>
                </c:pt>
                <c:pt idx="5282">
                  <c:v>64.499870000000001</c:v>
                </c:pt>
                <c:pt idx="5283">
                  <c:v>64.388869999999997</c:v>
                </c:pt>
                <c:pt idx="5284">
                  <c:v>64.273482999999999</c:v>
                </c:pt>
                <c:pt idx="5285">
                  <c:v>64.154387999999997</c:v>
                </c:pt>
                <c:pt idx="5286">
                  <c:v>64.026450999999994</c:v>
                </c:pt>
                <c:pt idx="5287">
                  <c:v>63.900776</c:v>
                </c:pt>
                <c:pt idx="5288">
                  <c:v>63.788077999999999</c:v>
                </c:pt>
                <c:pt idx="5289">
                  <c:v>63.679912999999999</c:v>
                </c:pt>
                <c:pt idx="5290">
                  <c:v>63.567753000000003</c:v>
                </c:pt>
                <c:pt idx="5291">
                  <c:v>63.455649999999999</c:v>
                </c:pt>
                <c:pt idx="5292">
                  <c:v>63.346046000000001</c:v>
                </c:pt>
                <c:pt idx="5293">
                  <c:v>63.238354000000001</c:v>
                </c:pt>
                <c:pt idx="5294">
                  <c:v>63.130833000000003</c:v>
                </c:pt>
                <c:pt idx="5295">
                  <c:v>63.024292000000003</c:v>
                </c:pt>
                <c:pt idx="5296">
                  <c:v>62.917400000000001</c:v>
                </c:pt>
                <c:pt idx="5297">
                  <c:v>62.809956</c:v>
                </c:pt>
                <c:pt idx="5298">
                  <c:v>62.705345000000001</c:v>
                </c:pt>
                <c:pt idx="5299">
                  <c:v>62.603439000000002</c:v>
                </c:pt>
                <c:pt idx="5300">
                  <c:v>62.499381999999997</c:v>
                </c:pt>
                <c:pt idx="5301">
                  <c:v>62.392372000000002</c:v>
                </c:pt>
                <c:pt idx="5302">
                  <c:v>62.297069999999998</c:v>
                </c:pt>
                <c:pt idx="5303">
                  <c:v>62.223998999999999</c:v>
                </c:pt>
                <c:pt idx="5304">
                  <c:v>62.173411999999999</c:v>
                </c:pt>
                <c:pt idx="5305">
                  <c:v>62.143599999999999</c:v>
                </c:pt>
                <c:pt idx="5306">
                  <c:v>62.134158999999997</c:v>
                </c:pt>
                <c:pt idx="5307">
                  <c:v>62.139018999999998</c:v>
                </c:pt>
                <c:pt idx="5308">
                  <c:v>62.150238000000002</c:v>
                </c:pt>
                <c:pt idx="5309">
                  <c:v>62.173557000000002</c:v>
                </c:pt>
                <c:pt idx="5310">
                  <c:v>62.203910999999998</c:v>
                </c:pt>
                <c:pt idx="5311">
                  <c:v>62.235359000000003</c:v>
                </c:pt>
                <c:pt idx="5312">
                  <c:v>62.263179999999998</c:v>
                </c:pt>
                <c:pt idx="5313">
                  <c:v>62.283287000000001</c:v>
                </c:pt>
                <c:pt idx="5314">
                  <c:v>62.289673000000001</c:v>
                </c:pt>
                <c:pt idx="5315">
                  <c:v>62.287083000000003</c:v>
                </c:pt>
                <c:pt idx="5316">
                  <c:v>62.284568999999998</c:v>
                </c:pt>
                <c:pt idx="5317">
                  <c:v>62.285980000000002</c:v>
                </c:pt>
                <c:pt idx="5318">
                  <c:v>62.282615999999997</c:v>
                </c:pt>
                <c:pt idx="5319">
                  <c:v>62.268391000000001</c:v>
                </c:pt>
                <c:pt idx="5320">
                  <c:v>62.243133999999998</c:v>
                </c:pt>
                <c:pt idx="5321">
                  <c:v>62.225650999999999</c:v>
                </c:pt>
                <c:pt idx="5322">
                  <c:v>62.215178999999999</c:v>
                </c:pt>
                <c:pt idx="5323">
                  <c:v>62.206696000000001</c:v>
                </c:pt>
                <c:pt idx="5324">
                  <c:v>62.199680000000001</c:v>
                </c:pt>
                <c:pt idx="5325">
                  <c:v>62.196975999999999</c:v>
                </c:pt>
                <c:pt idx="5326">
                  <c:v>62.195968999999998</c:v>
                </c:pt>
                <c:pt idx="5327">
                  <c:v>62.196693000000003</c:v>
                </c:pt>
                <c:pt idx="5328">
                  <c:v>62.201092000000003</c:v>
                </c:pt>
                <c:pt idx="5329">
                  <c:v>62.205185</c:v>
                </c:pt>
                <c:pt idx="5330">
                  <c:v>62.208480999999999</c:v>
                </c:pt>
                <c:pt idx="5331">
                  <c:v>62.216442000000001</c:v>
                </c:pt>
                <c:pt idx="5332">
                  <c:v>62.223483999999999</c:v>
                </c:pt>
                <c:pt idx="5333">
                  <c:v>62.228923999999999</c:v>
                </c:pt>
                <c:pt idx="5334">
                  <c:v>62.229080000000003</c:v>
                </c:pt>
                <c:pt idx="5335">
                  <c:v>62.220356000000002</c:v>
                </c:pt>
                <c:pt idx="5336">
                  <c:v>62.202648000000003</c:v>
                </c:pt>
                <c:pt idx="5337">
                  <c:v>62.177410000000002</c:v>
                </c:pt>
                <c:pt idx="5338">
                  <c:v>62.150078000000001</c:v>
                </c:pt>
                <c:pt idx="5339">
                  <c:v>62.127163000000003</c:v>
                </c:pt>
                <c:pt idx="5340">
                  <c:v>62.104393000000002</c:v>
                </c:pt>
                <c:pt idx="5341">
                  <c:v>62.078727999999998</c:v>
                </c:pt>
                <c:pt idx="5342">
                  <c:v>62.049709</c:v>
                </c:pt>
                <c:pt idx="5343">
                  <c:v>62.020854999999997</c:v>
                </c:pt>
                <c:pt idx="5344">
                  <c:v>61.993918999999998</c:v>
                </c:pt>
                <c:pt idx="5345">
                  <c:v>61.967635999999999</c:v>
                </c:pt>
                <c:pt idx="5346">
                  <c:v>61.941830000000003</c:v>
                </c:pt>
                <c:pt idx="5347">
                  <c:v>61.916156999999998</c:v>
                </c:pt>
                <c:pt idx="5348">
                  <c:v>61.890686000000002</c:v>
                </c:pt>
                <c:pt idx="5349">
                  <c:v>61.862583000000001</c:v>
                </c:pt>
                <c:pt idx="5350">
                  <c:v>61.835365000000003</c:v>
                </c:pt>
                <c:pt idx="5351">
                  <c:v>61.809105000000002</c:v>
                </c:pt>
                <c:pt idx="5352">
                  <c:v>61.778286000000001</c:v>
                </c:pt>
                <c:pt idx="5353">
                  <c:v>61.739964000000001</c:v>
                </c:pt>
                <c:pt idx="5354">
                  <c:v>61.694671999999997</c:v>
                </c:pt>
                <c:pt idx="5355">
                  <c:v>61.643940000000001</c:v>
                </c:pt>
                <c:pt idx="5356">
                  <c:v>61.591994999999997</c:v>
                </c:pt>
                <c:pt idx="5357">
                  <c:v>61.544682000000002</c:v>
                </c:pt>
                <c:pt idx="5358">
                  <c:v>61.504111999999999</c:v>
                </c:pt>
                <c:pt idx="5359">
                  <c:v>61.465091999999999</c:v>
                </c:pt>
                <c:pt idx="5360">
                  <c:v>61.422728999999997</c:v>
                </c:pt>
                <c:pt idx="5361">
                  <c:v>61.368541999999998</c:v>
                </c:pt>
                <c:pt idx="5362">
                  <c:v>61.301430000000003</c:v>
                </c:pt>
                <c:pt idx="5363">
                  <c:v>61.229553000000003</c:v>
                </c:pt>
                <c:pt idx="5364">
                  <c:v>61.155631999999997</c:v>
                </c:pt>
                <c:pt idx="5365">
                  <c:v>61.078411000000003</c:v>
                </c:pt>
                <c:pt idx="5366">
                  <c:v>60.994553000000003</c:v>
                </c:pt>
                <c:pt idx="5367">
                  <c:v>60.901985000000003</c:v>
                </c:pt>
                <c:pt idx="5368">
                  <c:v>60.809623999999999</c:v>
                </c:pt>
                <c:pt idx="5369">
                  <c:v>60.724510000000002</c:v>
                </c:pt>
                <c:pt idx="5370">
                  <c:v>60.641829999999999</c:v>
                </c:pt>
                <c:pt idx="5371">
                  <c:v>60.547623000000002</c:v>
                </c:pt>
                <c:pt idx="5372">
                  <c:v>60.441761</c:v>
                </c:pt>
                <c:pt idx="5373">
                  <c:v>60.337418</c:v>
                </c:pt>
                <c:pt idx="5374">
                  <c:v>60.248268000000003</c:v>
                </c:pt>
                <c:pt idx="5375">
                  <c:v>60.167686000000003</c:v>
                </c:pt>
                <c:pt idx="5376">
                  <c:v>60.086246000000003</c:v>
                </c:pt>
                <c:pt idx="5377">
                  <c:v>60.000785999999998</c:v>
                </c:pt>
                <c:pt idx="5378">
                  <c:v>59.918610000000001</c:v>
                </c:pt>
                <c:pt idx="5379">
                  <c:v>59.862372999999998</c:v>
                </c:pt>
                <c:pt idx="5380">
                  <c:v>59.841102999999997</c:v>
                </c:pt>
                <c:pt idx="5381">
                  <c:v>59.844203999999998</c:v>
                </c:pt>
                <c:pt idx="5382">
                  <c:v>59.865929000000001</c:v>
                </c:pt>
                <c:pt idx="5383">
                  <c:v>59.908791000000001</c:v>
                </c:pt>
                <c:pt idx="5384">
                  <c:v>59.978938999999997</c:v>
                </c:pt>
                <c:pt idx="5385">
                  <c:v>60.065013999999998</c:v>
                </c:pt>
                <c:pt idx="5386">
                  <c:v>60.153534000000001</c:v>
                </c:pt>
                <c:pt idx="5387">
                  <c:v>60.239792000000001</c:v>
                </c:pt>
                <c:pt idx="5388">
                  <c:v>60.328175000000002</c:v>
                </c:pt>
                <c:pt idx="5389">
                  <c:v>60.416167999999999</c:v>
                </c:pt>
                <c:pt idx="5390">
                  <c:v>60.503464000000001</c:v>
                </c:pt>
                <c:pt idx="5391">
                  <c:v>60.589950999999999</c:v>
                </c:pt>
                <c:pt idx="5392">
                  <c:v>60.662140000000001</c:v>
                </c:pt>
                <c:pt idx="5393">
                  <c:v>60.723708999999999</c:v>
                </c:pt>
                <c:pt idx="5394">
                  <c:v>60.774075000000003</c:v>
                </c:pt>
                <c:pt idx="5395">
                  <c:v>60.818717999999997</c:v>
                </c:pt>
                <c:pt idx="5396">
                  <c:v>60.870730999999999</c:v>
                </c:pt>
                <c:pt idx="5397">
                  <c:v>60.923676</c:v>
                </c:pt>
                <c:pt idx="5398">
                  <c:v>60.963383</c:v>
                </c:pt>
                <c:pt idx="5399">
                  <c:v>60.988318999999997</c:v>
                </c:pt>
                <c:pt idx="5400">
                  <c:v>61.001907000000003</c:v>
                </c:pt>
                <c:pt idx="5401">
                  <c:v>61.012810000000002</c:v>
                </c:pt>
                <c:pt idx="5402">
                  <c:v>61.025855999999997</c:v>
                </c:pt>
                <c:pt idx="5403">
                  <c:v>61.040489000000001</c:v>
                </c:pt>
                <c:pt idx="5404">
                  <c:v>61.051926000000002</c:v>
                </c:pt>
                <c:pt idx="5405">
                  <c:v>61.059162000000001</c:v>
                </c:pt>
                <c:pt idx="5406">
                  <c:v>61.065769000000003</c:v>
                </c:pt>
                <c:pt idx="5407">
                  <c:v>61.074286999999998</c:v>
                </c:pt>
                <c:pt idx="5408">
                  <c:v>61.086528999999999</c:v>
                </c:pt>
                <c:pt idx="5409">
                  <c:v>61.100951999999999</c:v>
                </c:pt>
                <c:pt idx="5410">
                  <c:v>61.112079999999999</c:v>
                </c:pt>
                <c:pt idx="5411">
                  <c:v>61.123142000000001</c:v>
                </c:pt>
                <c:pt idx="5412">
                  <c:v>61.139656000000002</c:v>
                </c:pt>
                <c:pt idx="5413">
                  <c:v>61.163967</c:v>
                </c:pt>
                <c:pt idx="5414">
                  <c:v>61.201529999999998</c:v>
                </c:pt>
                <c:pt idx="5415">
                  <c:v>61.243564999999997</c:v>
                </c:pt>
                <c:pt idx="5416">
                  <c:v>61.277576000000003</c:v>
                </c:pt>
                <c:pt idx="5417">
                  <c:v>61.298717000000003</c:v>
                </c:pt>
                <c:pt idx="5418">
                  <c:v>61.316733999999997</c:v>
                </c:pt>
                <c:pt idx="5419">
                  <c:v>61.337673000000002</c:v>
                </c:pt>
                <c:pt idx="5420">
                  <c:v>61.359439999999999</c:v>
                </c:pt>
                <c:pt idx="5421">
                  <c:v>61.37632</c:v>
                </c:pt>
                <c:pt idx="5422">
                  <c:v>61.384456999999998</c:v>
                </c:pt>
                <c:pt idx="5423">
                  <c:v>61.384262</c:v>
                </c:pt>
                <c:pt idx="5424">
                  <c:v>61.37603</c:v>
                </c:pt>
                <c:pt idx="5425">
                  <c:v>61.362907</c:v>
                </c:pt>
                <c:pt idx="5426">
                  <c:v>61.349049000000001</c:v>
                </c:pt>
                <c:pt idx="5427">
                  <c:v>61.335518</c:v>
                </c:pt>
                <c:pt idx="5428">
                  <c:v>61.319305</c:v>
                </c:pt>
                <c:pt idx="5429">
                  <c:v>61.296478</c:v>
                </c:pt>
                <c:pt idx="5430">
                  <c:v>61.266635999999998</c:v>
                </c:pt>
                <c:pt idx="5431">
                  <c:v>61.232120999999999</c:v>
                </c:pt>
                <c:pt idx="5432">
                  <c:v>61.183140000000002</c:v>
                </c:pt>
                <c:pt idx="5433">
                  <c:v>61.110667999999997</c:v>
                </c:pt>
                <c:pt idx="5434">
                  <c:v>61.022258999999998</c:v>
                </c:pt>
                <c:pt idx="5435">
                  <c:v>60.921967000000002</c:v>
                </c:pt>
                <c:pt idx="5436">
                  <c:v>60.813975999999997</c:v>
                </c:pt>
                <c:pt idx="5437">
                  <c:v>60.700370999999997</c:v>
                </c:pt>
                <c:pt idx="5438">
                  <c:v>60.584083999999997</c:v>
                </c:pt>
                <c:pt idx="5439">
                  <c:v>60.473765999999998</c:v>
                </c:pt>
                <c:pt idx="5440">
                  <c:v>60.381537999999999</c:v>
                </c:pt>
                <c:pt idx="5441">
                  <c:v>60.316738000000001</c:v>
                </c:pt>
                <c:pt idx="5442">
                  <c:v>60.268627000000002</c:v>
                </c:pt>
                <c:pt idx="5443">
                  <c:v>60.225211999999999</c:v>
                </c:pt>
                <c:pt idx="5444">
                  <c:v>60.177883000000001</c:v>
                </c:pt>
                <c:pt idx="5445">
                  <c:v>60.121872000000003</c:v>
                </c:pt>
                <c:pt idx="5446">
                  <c:v>60.058619999999998</c:v>
                </c:pt>
                <c:pt idx="5447">
                  <c:v>59.989288000000002</c:v>
                </c:pt>
                <c:pt idx="5448">
                  <c:v>59.915176000000002</c:v>
                </c:pt>
                <c:pt idx="5449">
                  <c:v>59.843173999999998</c:v>
                </c:pt>
                <c:pt idx="5450">
                  <c:v>59.774344999999997</c:v>
                </c:pt>
                <c:pt idx="5451">
                  <c:v>59.702728</c:v>
                </c:pt>
                <c:pt idx="5452">
                  <c:v>59.615901999999998</c:v>
                </c:pt>
                <c:pt idx="5453">
                  <c:v>59.517059000000003</c:v>
                </c:pt>
                <c:pt idx="5454">
                  <c:v>59.410556999999997</c:v>
                </c:pt>
                <c:pt idx="5455">
                  <c:v>59.301281000000003</c:v>
                </c:pt>
                <c:pt idx="5456">
                  <c:v>59.205016999999998</c:v>
                </c:pt>
                <c:pt idx="5457">
                  <c:v>59.121338000000002</c:v>
                </c:pt>
                <c:pt idx="5458">
                  <c:v>59.043671000000003</c:v>
                </c:pt>
                <c:pt idx="5459">
                  <c:v>58.963420999999997</c:v>
                </c:pt>
                <c:pt idx="5460">
                  <c:v>58.877150999999998</c:v>
                </c:pt>
                <c:pt idx="5461">
                  <c:v>58.781756999999999</c:v>
                </c:pt>
                <c:pt idx="5462">
                  <c:v>58.680121999999997</c:v>
                </c:pt>
                <c:pt idx="5463">
                  <c:v>58.566764999999997</c:v>
                </c:pt>
                <c:pt idx="5464">
                  <c:v>58.440834000000002</c:v>
                </c:pt>
                <c:pt idx="5465">
                  <c:v>58.315899000000002</c:v>
                </c:pt>
                <c:pt idx="5466">
                  <c:v>58.202022999999997</c:v>
                </c:pt>
                <c:pt idx="5467">
                  <c:v>58.095413000000001</c:v>
                </c:pt>
                <c:pt idx="5468">
                  <c:v>57.983021000000001</c:v>
                </c:pt>
                <c:pt idx="5469">
                  <c:v>57.865501000000002</c:v>
                </c:pt>
                <c:pt idx="5470">
                  <c:v>57.751907000000003</c:v>
                </c:pt>
                <c:pt idx="5471">
                  <c:v>57.655113</c:v>
                </c:pt>
                <c:pt idx="5472">
                  <c:v>57.584105999999998</c:v>
                </c:pt>
                <c:pt idx="5473">
                  <c:v>57.528629000000002</c:v>
                </c:pt>
                <c:pt idx="5474">
                  <c:v>57.475681000000002</c:v>
                </c:pt>
                <c:pt idx="5475">
                  <c:v>57.417060999999997</c:v>
                </c:pt>
                <c:pt idx="5476">
                  <c:v>57.361828000000003</c:v>
                </c:pt>
                <c:pt idx="5477">
                  <c:v>57.317616000000001</c:v>
                </c:pt>
                <c:pt idx="5478">
                  <c:v>57.276772000000001</c:v>
                </c:pt>
                <c:pt idx="5479">
                  <c:v>57.228073000000002</c:v>
                </c:pt>
                <c:pt idx="5480">
                  <c:v>57.169209000000002</c:v>
                </c:pt>
                <c:pt idx="5481">
                  <c:v>57.102542999999997</c:v>
                </c:pt>
                <c:pt idx="5482">
                  <c:v>57.029491</c:v>
                </c:pt>
                <c:pt idx="5483">
                  <c:v>56.957436000000001</c:v>
                </c:pt>
                <c:pt idx="5484">
                  <c:v>56.901488999999998</c:v>
                </c:pt>
                <c:pt idx="5485">
                  <c:v>56.870106</c:v>
                </c:pt>
                <c:pt idx="5486">
                  <c:v>56.850951999999999</c:v>
                </c:pt>
                <c:pt idx="5487">
                  <c:v>56.836033</c:v>
                </c:pt>
                <c:pt idx="5488">
                  <c:v>56.828341999999999</c:v>
                </c:pt>
                <c:pt idx="5489">
                  <c:v>56.829445</c:v>
                </c:pt>
                <c:pt idx="5490">
                  <c:v>56.835383999999998</c:v>
                </c:pt>
                <c:pt idx="5491">
                  <c:v>56.837780000000002</c:v>
                </c:pt>
                <c:pt idx="5492">
                  <c:v>56.831443999999998</c:v>
                </c:pt>
                <c:pt idx="5493">
                  <c:v>56.823546999999998</c:v>
                </c:pt>
                <c:pt idx="5494">
                  <c:v>56.804698999999999</c:v>
                </c:pt>
                <c:pt idx="5495">
                  <c:v>56.761631000000001</c:v>
                </c:pt>
                <c:pt idx="5496">
                  <c:v>56.696381000000002</c:v>
                </c:pt>
                <c:pt idx="5497">
                  <c:v>56.612518000000001</c:v>
                </c:pt>
                <c:pt idx="5498">
                  <c:v>56.512588999999998</c:v>
                </c:pt>
                <c:pt idx="5499">
                  <c:v>56.402962000000002</c:v>
                </c:pt>
                <c:pt idx="5500">
                  <c:v>56.286586999999997</c:v>
                </c:pt>
                <c:pt idx="5501">
                  <c:v>56.165199000000001</c:v>
                </c:pt>
                <c:pt idx="5502">
                  <c:v>56.047108000000001</c:v>
                </c:pt>
                <c:pt idx="5503">
                  <c:v>55.939526000000001</c:v>
                </c:pt>
                <c:pt idx="5504">
                  <c:v>55.842342000000002</c:v>
                </c:pt>
                <c:pt idx="5505">
                  <c:v>55.760722999999999</c:v>
                </c:pt>
                <c:pt idx="5506">
                  <c:v>55.696261999999997</c:v>
                </c:pt>
                <c:pt idx="5507">
                  <c:v>55.63879</c:v>
                </c:pt>
                <c:pt idx="5508">
                  <c:v>55.588496999999997</c:v>
                </c:pt>
                <c:pt idx="5509">
                  <c:v>55.554428000000001</c:v>
                </c:pt>
                <c:pt idx="5510">
                  <c:v>55.534976999999998</c:v>
                </c:pt>
                <c:pt idx="5511">
                  <c:v>55.524647000000002</c:v>
                </c:pt>
                <c:pt idx="5512">
                  <c:v>55.514259000000003</c:v>
                </c:pt>
                <c:pt idx="5513">
                  <c:v>55.503529</c:v>
                </c:pt>
                <c:pt idx="5514">
                  <c:v>55.494830999999998</c:v>
                </c:pt>
                <c:pt idx="5515">
                  <c:v>55.491019999999999</c:v>
                </c:pt>
                <c:pt idx="5516">
                  <c:v>55.492984999999997</c:v>
                </c:pt>
                <c:pt idx="5517">
                  <c:v>55.497154000000002</c:v>
                </c:pt>
                <c:pt idx="5518">
                  <c:v>55.498569000000003</c:v>
                </c:pt>
                <c:pt idx="5519">
                  <c:v>55.495598000000001</c:v>
                </c:pt>
                <c:pt idx="5520">
                  <c:v>55.492424</c:v>
                </c:pt>
                <c:pt idx="5521">
                  <c:v>55.488667</c:v>
                </c:pt>
                <c:pt idx="5522">
                  <c:v>55.483131</c:v>
                </c:pt>
                <c:pt idx="5523">
                  <c:v>55.473770000000002</c:v>
                </c:pt>
                <c:pt idx="5524">
                  <c:v>55.463341</c:v>
                </c:pt>
                <c:pt idx="5525">
                  <c:v>55.459038</c:v>
                </c:pt>
                <c:pt idx="5526">
                  <c:v>55.460377000000001</c:v>
                </c:pt>
                <c:pt idx="5527">
                  <c:v>55.460254999999997</c:v>
                </c:pt>
                <c:pt idx="5528">
                  <c:v>55.452370000000002</c:v>
                </c:pt>
                <c:pt idx="5529">
                  <c:v>55.436278999999999</c:v>
                </c:pt>
                <c:pt idx="5530">
                  <c:v>55.415725999999999</c:v>
                </c:pt>
                <c:pt idx="5531">
                  <c:v>55.399582000000002</c:v>
                </c:pt>
                <c:pt idx="5532">
                  <c:v>55.385894999999998</c:v>
                </c:pt>
                <c:pt idx="5533">
                  <c:v>55.374825000000001</c:v>
                </c:pt>
                <c:pt idx="5534">
                  <c:v>55.367393</c:v>
                </c:pt>
                <c:pt idx="5535">
                  <c:v>55.364246000000001</c:v>
                </c:pt>
                <c:pt idx="5536">
                  <c:v>55.366382999999999</c:v>
                </c:pt>
                <c:pt idx="5537">
                  <c:v>55.374339999999997</c:v>
                </c:pt>
                <c:pt idx="5538">
                  <c:v>55.378951999999998</c:v>
                </c:pt>
                <c:pt idx="5539">
                  <c:v>55.378647000000001</c:v>
                </c:pt>
                <c:pt idx="5540">
                  <c:v>55.361660000000001</c:v>
                </c:pt>
                <c:pt idx="5541">
                  <c:v>55.327641</c:v>
                </c:pt>
                <c:pt idx="5542">
                  <c:v>55.280949</c:v>
                </c:pt>
                <c:pt idx="5543">
                  <c:v>55.230324000000003</c:v>
                </c:pt>
                <c:pt idx="5544">
                  <c:v>55.187542000000001</c:v>
                </c:pt>
                <c:pt idx="5545">
                  <c:v>55.154601999999997</c:v>
                </c:pt>
                <c:pt idx="5546">
                  <c:v>55.119067999999999</c:v>
                </c:pt>
                <c:pt idx="5547">
                  <c:v>55.073681000000001</c:v>
                </c:pt>
                <c:pt idx="5548">
                  <c:v>55.015529999999998</c:v>
                </c:pt>
                <c:pt idx="5549">
                  <c:v>54.943508000000001</c:v>
                </c:pt>
                <c:pt idx="5550">
                  <c:v>54.858822000000004</c:v>
                </c:pt>
                <c:pt idx="5551">
                  <c:v>54.765945000000002</c:v>
                </c:pt>
                <c:pt idx="5552">
                  <c:v>54.674118</c:v>
                </c:pt>
                <c:pt idx="5553">
                  <c:v>54.582970000000003</c:v>
                </c:pt>
                <c:pt idx="5554">
                  <c:v>54.488650999999997</c:v>
                </c:pt>
                <c:pt idx="5555">
                  <c:v>54.39555</c:v>
                </c:pt>
                <c:pt idx="5556">
                  <c:v>54.306156000000001</c:v>
                </c:pt>
                <c:pt idx="5557">
                  <c:v>54.225707999999997</c:v>
                </c:pt>
                <c:pt idx="5558">
                  <c:v>54.174560999999997</c:v>
                </c:pt>
                <c:pt idx="5559">
                  <c:v>54.149616000000002</c:v>
                </c:pt>
                <c:pt idx="5560">
                  <c:v>54.134509999999999</c:v>
                </c:pt>
                <c:pt idx="5561">
                  <c:v>54.123958999999999</c:v>
                </c:pt>
                <c:pt idx="5562">
                  <c:v>54.112087000000002</c:v>
                </c:pt>
                <c:pt idx="5563">
                  <c:v>54.100276999999998</c:v>
                </c:pt>
                <c:pt idx="5564">
                  <c:v>54.089942999999998</c:v>
                </c:pt>
                <c:pt idx="5565">
                  <c:v>54.078785000000003</c:v>
                </c:pt>
                <c:pt idx="5566">
                  <c:v>54.062339999999999</c:v>
                </c:pt>
                <c:pt idx="5567">
                  <c:v>54.033648999999997</c:v>
                </c:pt>
                <c:pt idx="5568">
                  <c:v>53.995556000000001</c:v>
                </c:pt>
                <c:pt idx="5569">
                  <c:v>53.946326999999997</c:v>
                </c:pt>
                <c:pt idx="5570">
                  <c:v>53.875537999999999</c:v>
                </c:pt>
                <c:pt idx="5571">
                  <c:v>53.786681999999999</c:v>
                </c:pt>
                <c:pt idx="5572">
                  <c:v>53.684921000000003</c:v>
                </c:pt>
                <c:pt idx="5573">
                  <c:v>53.571331000000001</c:v>
                </c:pt>
                <c:pt idx="5574">
                  <c:v>53.451068999999997</c:v>
                </c:pt>
                <c:pt idx="5575">
                  <c:v>53.330531999999998</c:v>
                </c:pt>
                <c:pt idx="5576">
                  <c:v>53.219119999999997</c:v>
                </c:pt>
                <c:pt idx="5577">
                  <c:v>53.119720000000001</c:v>
                </c:pt>
                <c:pt idx="5578">
                  <c:v>53.036419000000002</c:v>
                </c:pt>
                <c:pt idx="5579">
                  <c:v>52.961948</c:v>
                </c:pt>
                <c:pt idx="5580">
                  <c:v>52.880443999999997</c:v>
                </c:pt>
                <c:pt idx="5581">
                  <c:v>52.785656000000003</c:v>
                </c:pt>
                <c:pt idx="5582">
                  <c:v>52.685065999999999</c:v>
                </c:pt>
                <c:pt idx="5583">
                  <c:v>52.579383999999997</c:v>
                </c:pt>
                <c:pt idx="5584">
                  <c:v>52.471066</c:v>
                </c:pt>
                <c:pt idx="5585">
                  <c:v>52.358459000000003</c:v>
                </c:pt>
                <c:pt idx="5586">
                  <c:v>52.240791000000002</c:v>
                </c:pt>
                <c:pt idx="5587">
                  <c:v>52.125270999999998</c:v>
                </c:pt>
                <c:pt idx="5588">
                  <c:v>52.026066</c:v>
                </c:pt>
                <c:pt idx="5589">
                  <c:v>51.948588999999998</c:v>
                </c:pt>
                <c:pt idx="5590">
                  <c:v>51.893577999999998</c:v>
                </c:pt>
                <c:pt idx="5591">
                  <c:v>51.854179000000002</c:v>
                </c:pt>
                <c:pt idx="5592">
                  <c:v>51.820647999999998</c:v>
                </c:pt>
                <c:pt idx="5593">
                  <c:v>51.790871000000003</c:v>
                </c:pt>
                <c:pt idx="5594">
                  <c:v>51.766689</c:v>
                </c:pt>
                <c:pt idx="5595">
                  <c:v>51.754447999999996</c:v>
                </c:pt>
                <c:pt idx="5596">
                  <c:v>51.75132</c:v>
                </c:pt>
                <c:pt idx="5597">
                  <c:v>51.752124999999999</c:v>
                </c:pt>
                <c:pt idx="5598">
                  <c:v>51.750031</c:v>
                </c:pt>
                <c:pt idx="5599">
                  <c:v>51.741931999999998</c:v>
                </c:pt>
                <c:pt idx="5600">
                  <c:v>51.726951999999997</c:v>
                </c:pt>
                <c:pt idx="5601">
                  <c:v>51.708987999999998</c:v>
                </c:pt>
                <c:pt idx="5602">
                  <c:v>51.695427000000002</c:v>
                </c:pt>
                <c:pt idx="5603">
                  <c:v>51.681857999999998</c:v>
                </c:pt>
                <c:pt idx="5604">
                  <c:v>51.660057000000002</c:v>
                </c:pt>
                <c:pt idx="5605">
                  <c:v>51.633518000000002</c:v>
                </c:pt>
                <c:pt idx="5606">
                  <c:v>51.610821000000001</c:v>
                </c:pt>
                <c:pt idx="5607">
                  <c:v>51.592888000000002</c:v>
                </c:pt>
                <c:pt idx="5608">
                  <c:v>51.573188999999999</c:v>
                </c:pt>
                <c:pt idx="5609">
                  <c:v>51.553375000000003</c:v>
                </c:pt>
                <c:pt idx="5610">
                  <c:v>51.533707</c:v>
                </c:pt>
                <c:pt idx="5611">
                  <c:v>51.516716000000002</c:v>
                </c:pt>
                <c:pt idx="5612">
                  <c:v>51.498199</c:v>
                </c:pt>
                <c:pt idx="5613">
                  <c:v>51.470688000000003</c:v>
                </c:pt>
                <c:pt idx="5614">
                  <c:v>51.434547000000002</c:v>
                </c:pt>
                <c:pt idx="5615">
                  <c:v>51.395843999999997</c:v>
                </c:pt>
                <c:pt idx="5616">
                  <c:v>51.357574</c:v>
                </c:pt>
                <c:pt idx="5617">
                  <c:v>51.321021999999999</c:v>
                </c:pt>
                <c:pt idx="5618">
                  <c:v>51.287506</c:v>
                </c:pt>
                <c:pt idx="5619">
                  <c:v>51.254004999999999</c:v>
                </c:pt>
                <c:pt idx="5620">
                  <c:v>51.223185999999998</c:v>
                </c:pt>
                <c:pt idx="5621">
                  <c:v>51.195819999999998</c:v>
                </c:pt>
                <c:pt idx="5622">
                  <c:v>51.169978999999998</c:v>
                </c:pt>
                <c:pt idx="5623">
                  <c:v>51.148327000000002</c:v>
                </c:pt>
                <c:pt idx="5624">
                  <c:v>51.134106000000003</c:v>
                </c:pt>
                <c:pt idx="5625">
                  <c:v>51.129032000000002</c:v>
                </c:pt>
                <c:pt idx="5626">
                  <c:v>51.130401999999997</c:v>
                </c:pt>
                <c:pt idx="5627">
                  <c:v>51.137394</c:v>
                </c:pt>
                <c:pt idx="5628">
                  <c:v>51.148601999999997</c:v>
                </c:pt>
                <c:pt idx="5629">
                  <c:v>51.163795</c:v>
                </c:pt>
                <c:pt idx="5630">
                  <c:v>51.185616000000003</c:v>
                </c:pt>
                <c:pt idx="5631">
                  <c:v>51.215076000000003</c:v>
                </c:pt>
                <c:pt idx="5632">
                  <c:v>51.256656999999997</c:v>
                </c:pt>
                <c:pt idx="5633">
                  <c:v>51.306213</c:v>
                </c:pt>
                <c:pt idx="5634">
                  <c:v>51.353175999999998</c:v>
                </c:pt>
                <c:pt idx="5635">
                  <c:v>51.391804</c:v>
                </c:pt>
                <c:pt idx="5636">
                  <c:v>51.428040000000003</c:v>
                </c:pt>
                <c:pt idx="5637">
                  <c:v>51.475867999999998</c:v>
                </c:pt>
                <c:pt idx="5638">
                  <c:v>51.555053999999998</c:v>
                </c:pt>
                <c:pt idx="5639">
                  <c:v>51.666313000000002</c:v>
                </c:pt>
                <c:pt idx="5640">
                  <c:v>51.796585</c:v>
                </c:pt>
                <c:pt idx="5641">
                  <c:v>51.930370000000003</c:v>
                </c:pt>
                <c:pt idx="5642">
                  <c:v>52.058784000000003</c:v>
                </c:pt>
                <c:pt idx="5643">
                  <c:v>52.182445999999999</c:v>
                </c:pt>
                <c:pt idx="5644">
                  <c:v>52.303989000000001</c:v>
                </c:pt>
                <c:pt idx="5645">
                  <c:v>52.424754999999998</c:v>
                </c:pt>
                <c:pt idx="5646">
                  <c:v>52.546908999999999</c:v>
                </c:pt>
                <c:pt idx="5647">
                  <c:v>52.671883000000001</c:v>
                </c:pt>
                <c:pt idx="5648">
                  <c:v>52.801712000000002</c:v>
                </c:pt>
                <c:pt idx="5649">
                  <c:v>52.932304000000002</c:v>
                </c:pt>
                <c:pt idx="5650">
                  <c:v>53.066757000000003</c:v>
                </c:pt>
                <c:pt idx="5651">
                  <c:v>53.197417999999999</c:v>
                </c:pt>
                <c:pt idx="5652">
                  <c:v>53.317107999999998</c:v>
                </c:pt>
                <c:pt idx="5653">
                  <c:v>53.427298999999998</c:v>
                </c:pt>
                <c:pt idx="5654">
                  <c:v>53.531737999999997</c:v>
                </c:pt>
                <c:pt idx="5655">
                  <c:v>53.63644</c:v>
                </c:pt>
                <c:pt idx="5656">
                  <c:v>53.742171999999997</c:v>
                </c:pt>
                <c:pt idx="5657">
                  <c:v>53.856349999999999</c:v>
                </c:pt>
                <c:pt idx="5658">
                  <c:v>53.980376999999997</c:v>
                </c:pt>
                <c:pt idx="5659">
                  <c:v>54.114693000000003</c:v>
                </c:pt>
                <c:pt idx="5660">
                  <c:v>54.254631000000003</c:v>
                </c:pt>
                <c:pt idx="5661">
                  <c:v>54.392569999999999</c:v>
                </c:pt>
                <c:pt idx="5662">
                  <c:v>54.531970999999999</c:v>
                </c:pt>
                <c:pt idx="5663">
                  <c:v>54.669620999999999</c:v>
                </c:pt>
                <c:pt idx="5664">
                  <c:v>54.806556999999998</c:v>
                </c:pt>
                <c:pt idx="5665">
                  <c:v>54.946831000000003</c:v>
                </c:pt>
                <c:pt idx="5666">
                  <c:v>55.084667000000003</c:v>
                </c:pt>
                <c:pt idx="5667">
                  <c:v>55.211689</c:v>
                </c:pt>
                <c:pt idx="5668">
                  <c:v>55.318375000000003</c:v>
                </c:pt>
                <c:pt idx="5669">
                  <c:v>55.407325999999998</c:v>
                </c:pt>
                <c:pt idx="5670">
                  <c:v>55.474159</c:v>
                </c:pt>
                <c:pt idx="5671">
                  <c:v>55.511966999999999</c:v>
                </c:pt>
                <c:pt idx="5672">
                  <c:v>55.536045000000001</c:v>
                </c:pt>
                <c:pt idx="5673">
                  <c:v>55.556576</c:v>
                </c:pt>
                <c:pt idx="5674">
                  <c:v>55.574787000000001</c:v>
                </c:pt>
                <c:pt idx="5675">
                  <c:v>55.589108000000003</c:v>
                </c:pt>
                <c:pt idx="5676">
                  <c:v>55.597777999999998</c:v>
                </c:pt>
                <c:pt idx="5677">
                  <c:v>55.601536000000003</c:v>
                </c:pt>
                <c:pt idx="5678">
                  <c:v>55.604843000000002</c:v>
                </c:pt>
                <c:pt idx="5679">
                  <c:v>55.605518000000004</c:v>
                </c:pt>
                <c:pt idx="5680">
                  <c:v>55.595633999999997</c:v>
                </c:pt>
                <c:pt idx="5681">
                  <c:v>55.571860999999998</c:v>
                </c:pt>
                <c:pt idx="5682">
                  <c:v>55.535446</c:v>
                </c:pt>
                <c:pt idx="5683">
                  <c:v>55.483856000000003</c:v>
                </c:pt>
                <c:pt idx="5684">
                  <c:v>55.417411999999999</c:v>
                </c:pt>
                <c:pt idx="5685">
                  <c:v>55.342700999999998</c:v>
                </c:pt>
                <c:pt idx="5686">
                  <c:v>55.267330000000001</c:v>
                </c:pt>
                <c:pt idx="5687">
                  <c:v>55.189467999999998</c:v>
                </c:pt>
                <c:pt idx="5688">
                  <c:v>55.122757</c:v>
                </c:pt>
                <c:pt idx="5689">
                  <c:v>55.084133000000001</c:v>
                </c:pt>
                <c:pt idx="5690">
                  <c:v>55.074440000000003</c:v>
                </c:pt>
                <c:pt idx="5691">
                  <c:v>55.065125000000002</c:v>
                </c:pt>
                <c:pt idx="5692">
                  <c:v>55.054107999999999</c:v>
                </c:pt>
                <c:pt idx="5693">
                  <c:v>55.040591999999997</c:v>
                </c:pt>
                <c:pt idx="5694">
                  <c:v>55.036377000000002</c:v>
                </c:pt>
                <c:pt idx="5695">
                  <c:v>55.026404999999997</c:v>
                </c:pt>
                <c:pt idx="5696">
                  <c:v>55.001877</c:v>
                </c:pt>
                <c:pt idx="5697">
                  <c:v>54.965190999999997</c:v>
                </c:pt>
                <c:pt idx="5698">
                  <c:v>54.920127999999998</c:v>
                </c:pt>
                <c:pt idx="5699">
                  <c:v>54.871837999999997</c:v>
                </c:pt>
                <c:pt idx="5700">
                  <c:v>54.815876000000003</c:v>
                </c:pt>
                <c:pt idx="5701">
                  <c:v>54.751637000000002</c:v>
                </c:pt>
                <c:pt idx="5702">
                  <c:v>54.681449999999998</c:v>
                </c:pt>
                <c:pt idx="5703">
                  <c:v>54.615391000000002</c:v>
                </c:pt>
                <c:pt idx="5704">
                  <c:v>54.557720000000003</c:v>
                </c:pt>
                <c:pt idx="5705">
                  <c:v>54.501545</c:v>
                </c:pt>
                <c:pt idx="5706">
                  <c:v>54.441558999999998</c:v>
                </c:pt>
                <c:pt idx="5707">
                  <c:v>54.385952000000003</c:v>
                </c:pt>
                <c:pt idx="5708">
                  <c:v>54.343487000000003</c:v>
                </c:pt>
                <c:pt idx="5709">
                  <c:v>54.311829000000003</c:v>
                </c:pt>
                <c:pt idx="5710">
                  <c:v>54.292178999999997</c:v>
                </c:pt>
                <c:pt idx="5711">
                  <c:v>54.302132</c:v>
                </c:pt>
                <c:pt idx="5712">
                  <c:v>54.346710000000002</c:v>
                </c:pt>
                <c:pt idx="5713">
                  <c:v>54.403297000000002</c:v>
                </c:pt>
                <c:pt idx="5714">
                  <c:v>54.460835000000003</c:v>
                </c:pt>
                <c:pt idx="5715">
                  <c:v>54.509377000000001</c:v>
                </c:pt>
                <c:pt idx="5716">
                  <c:v>54.548988000000001</c:v>
                </c:pt>
                <c:pt idx="5717">
                  <c:v>54.585735</c:v>
                </c:pt>
                <c:pt idx="5718">
                  <c:v>54.610137999999999</c:v>
                </c:pt>
                <c:pt idx="5719">
                  <c:v>54.610424000000002</c:v>
                </c:pt>
                <c:pt idx="5720">
                  <c:v>54.580329999999996</c:v>
                </c:pt>
                <c:pt idx="5721">
                  <c:v>54.520446999999997</c:v>
                </c:pt>
                <c:pt idx="5722">
                  <c:v>54.448574000000001</c:v>
                </c:pt>
                <c:pt idx="5723">
                  <c:v>54.374786</c:v>
                </c:pt>
                <c:pt idx="5724">
                  <c:v>54.303741000000002</c:v>
                </c:pt>
                <c:pt idx="5725">
                  <c:v>54.239395000000002</c:v>
                </c:pt>
                <c:pt idx="5726">
                  <c:v>54.187618000000001</c:v>
                </c:pt>
                <c:pt idx="5727">
                  <c:v>54.144657000000002</c:v>
                </c:pt>
                <c:pt idx="5728">
                  <c:v>54.104301</c:v>
                </c:pt>
                <c:pt idx="5729">
                  <c:v>54.063884999999999</c:v>
                </c:pt>
                <c:pt idx="5730">
                  <c:v>54.025447999999997</c:v>
                </c:pt>
                <c:pt idx="5731">
                  <c:v>53.989776999999997</c:v>
                </c:pt>
                <c:pt idx="5732">
                  <c:v>53.954346000000001</c:v>
                </c:pt>
                <c:pt idx="5733">
                  <c:v>53.920704000000001</c:v>
                </c:pt>
                <c:pt idx="5734">
                  <c:v>53.893954999999998</c:v>
                </c:pt>
                <c:pt idx="5735">
                  <c:v>53.883738999999998</c:v>
                </c:pt>
                <c:pt idx="5736">
                  <c:v>53.888202999999997</c:v>
                </c:pt>
                <c:pt idx="5737">
                  <c:v>53.895828000000002</c:v>
                </c:pt>
                <c:pt idx="5738">
                  <c:v>53.885871999999999</c:v>
                </c:pt>
                <c:pt idx="5739">
                  <c:v>53.855446000000001</c:v>
                </c:pt>
                <c:pt idx="5740">
                  <c:v>53.797255999999997</c:v>
                </c:pt>
                <c:pt idx="5741">
                  <c:v>53.742339999999999</c:v>
                </c:pt>
                <c:pt idx="5742">
                  <c:v>53.686633999999998</c:v>
                </c:pt>
                <c:pt idx="5743">
                  <c:v>53.618808999999999</c:v>
                </c:pt>
                <c:pt idx="5744">
                  <c:v>53.552528000000002</c:v>
                </c:pt>
                <c:pt idx="5745">
                  <c:v>53.497352999999997</c:v>
                </c:pt>
                <c:pt idx="5746">
                  <c:v>53.440277000000002</c:v>
                </c:pt>
                <c:pt idx="5747">
                  <c:v>53.377625000000002</c:v>
                </c:pt>
                <c:pt idx="5748">
                  <c:v>53.304546000000002</c:v>
                </c:pt>
                <c:pt idx="5749">
                  <c:v>53.225085999999997</c:v>
                </c:pt>
                <c:pt idx="5750">
                  <c:v>53.137206999999997</c:v>
                </c:pt>
                <c:pt idx="5751">
                  <c:v>53.048565000000004</c:v>
                </c:pt>
                <c:pt idx="5752">
                  <c:v>52.961609000000003</c:v>
                </c:pt>
                <c:pt idx="5753">
                  <c:v>52.871780000000001</c:v>
                </c:pt>
                <c:pt idx="5754">
                  <c:v>52.782691999999997</c:v>
                </c:pt>
                <c:pt idx="5755">
                  <c:v>52.692847999999998</c:v>
                </c:pt>
                <c:pt idx="5756">
                  <c:v>52.598216999999998</c:v>
                </c:pt>
                <c:pt idx="5757">
                  <c:v>52.495292999999997</c:v>
                </c:pt>
                <c:pt idx="5758">
                  <c:v>52.393355999999997</c:v>
                </c:pt>
                <c:pt idx="5759">
                  <c:v>52.313679</c:v>
                </c:pt>
                <c:pt idx="5760">
                  <c:v>52.257117999999998</c:v>
                </c:pt>
                <c:pt idx="5761">
                  <c:v>52.194889000000003</c:v>
                </c:pt>
                <c:pt idx="5762">
                  <c:v>52.121364999999997</c:v>
                </c:pt>
                <c:pt idx="5763">
                  <c:v>52.04298</c:v>
                </c:pt>
                <c:pt idx="5764">
                  <c:v>51.967167000000003</c:v>
                </c:pt>
                <c:pt idx="5765">
                  <c:v>51.897083000000002</c:v>
                </c:pt>
                <c:pt idx="5766">
                  <c:v>51.834274000000001</c:v>
                </c:pt>
                <c:pt idx="5767">
                  <c:v>51.774261000000003</c:v>
                </c:pt>
                <c:pt idx="5768">
                  <c:v>51.714092000000001</c:v>
                </c:pt>
                <c:pt idx="5769">
                  <c:v>51.654891999999997</c:v>
                </c:pt>
                <c:pt idx="5770">
                  <c:v>51.603306000000003</c:v>
                </c:pt>
                <c:pt idx="5771">
                  <c:v>51.558261999999999</c:v>
                </c:pt>
                <c:pt idx="5772">
                  <c:v>51.513030999999998</c:v>
                </c:pt>
                <c:pt idx="5773">
                  <c:v>51.467444999999998</c:v>
                </c:pt>
                <c:pt idx="5774">
                  <c:v>51.426608999999999</c:v>
                </c:pt>
                <c:pt idx="5775">
                  <c:v>51.392539999999997</c:v>
                </c:pt>
                <c:pt idx="5776">
                  <c:v>51.362952999999997</c:v>
                </c:pt>
                <c:pt idx="5777">
                  <c:v>51.331825000000002</c:v>
                </c:pt>
                <c:pt idx="5778">
                  <c:v>51.296745000000001</c:v>
                </c:pt>
                <c:pt idx="5779">
                  <c:v>51.265231999999997</c:v>
                </c:pt>
                <c:pt idx="5780">
                  <c:v>51.233673000000003</c:v>
                </c:pt>
                <c:pt idx="5781">
                  <c:v>51.184891</c:v>
                </c:pt>
                <c:pt idx="5782">
                  <c:v>51.122467</c:v>
                </c:pt>
                <c:pt idx="5783">
                  <c:v>51.052185000000001</c:v>
                </c:pt>
                <c:pt idx="5784">
                  <c:v>50.982647</c:v>
                </c:pt>
                <c:pt idx="5785">
                  <c:v>50.916260000000001</c:v>
                </c:pt>
                <c:pt idx="5786">
                  <c:v>50.848320000000001</c:v>
                </c:pt>
                <c:pt idx="5787">
                  <c:v>50.784626000000003</c:v>
                </c:pt>
                <c:pt idx="5788">
                  <c:v>50.729889</c:v>
                </c:pt>
                <c:pt idx="5789">
                  <c:v>50.687668000000002</c:v>
                </c:pt>
                <c:pt idx="5790">
                  <c:v>50.661006999999998</c:v>
                </c:pt>
                <c:pt idx="5791">
                  <c:v>50.645080999999998</c:v>
                </c:pt>
                <c:pt idx="5792">
                  <c:v>50.633442000000002</c:v>
                </c:pt>
                <c:pt idx="5793">
                  <c:v>50.615929000000001</c:v>
                </c:pt>
                <c:pt idx="5794">
                  <c:v>50.595351999999998</c:v>
                </c:pt>
                <c:pt idx="5795">
                  <c:v>50.572890999999998</c:v>
                </c:pt>
                <c:pt idx="5796">
                  <c:v>50.551575</c:v>
                </c:pt>
                <c:pt idx="5797">
                  <c:v>50.544704000000003</c:v>
                </c:pt>
                <c:pt idx="5798">
                  <c:v>50.559494000000001</c:v>
                </c:pt>
                <c:pt idx="5799">
                  <c:v>50.588261000000003</c:v>
                </c:pt>
                <c:pt idx="5800">
                  <c:v>50.627341999999999</c:v>
                </c:pt>
                <c:pt idx="5801">
                  <c:v>50.684334</c:v>
                </c:pt>
                <c:pt idx="5802">
                  <c:v>50.768452000000003</c:v>
                </c:pt>
                <c:pt idx="5803">
                  <c:v>50.867386000000003</c:v>
                </c:pt>
                <c:pt idx="5804">
                  <c:v>50.967891999999999</c:v>
                </c:pt>
                <c:pt idx="5805">
                  <c:v>51.061889999999998</c:v>
                </c:pt>
                <c:pt idx="5806">
                  <c:v>51.143635000000003</c:v>
                </c:pt>
                <c:pt idx="5807">
                  <c:v>51.222136999999996</c:v>
                </c:pt>
                <c:pt idx="5808">
                  <c:v>51.295333999999997</c:v>
                </c:pt>
                <c:pt idx="5809">
                  <c:v>51.358764999999998</c:v>
                </c:pt>
                <c:pt idx="5810">
                  <c:v>51.417865999999997</c:v>
                </c:pt>
                <c:pt idx="5811">
                  <c:v>51.466999000000001</c:v>
                </c:pt>
                <c:pt idx="5812">
                  <c:v>51.505875000000003</c:v>
                </c:pt>
                <c:pt idx="5813">
                  <c:v>51.541691</c:v>
                </c:pt>
                <c:pt idx="5814">
                  <c:v>51.579791999999998</c:v>
                </c:pt>
                <c:pt idx="5815">
                  <c:v>51.630642000000002</c:v>
                </c:pt>
                <c:pt idx="5816">
                  <c:v>51.690922</c:v>
                </c:pt>
                <c:pt idx="5817">
                  <c:v>51.769542999999999</c:v>
                </c:pt>
                <c:pt idx="5818">
                  <c:v>51.852725999999997</c:v>
                </c:pt>
                <c:pt idx="5819">
                  <c:v>51.931423000000002</c:v>
                </c:pt>
                <c:pt idx="5820">
                  <c:v>51.999889000000003</c:v>
                </c:pt>
                <c:pt idx="5821">
                  <c:v>52.061562000000002</c:v>
                </c:pt>
                <c:pt idx="5822">
                  <c:v>52.121552000000001</c:v>
                </c:pt>
                <c:pt idx="5823">
                  <c:v>52.191803</c:v>
                </c:pt>
                <c:pt idx="5824">
                  <c:v>52.267845000000001</c:v>
                </c:pt>
                <c:pt idx="5825">
                  <c:v>52.346648999999999</c:v>
                </c:pt>
                <c:pt idx="5826">
                  <c:v>52.432713</c:v>
                </c:pt>
                <c:pt idx="5827">
                  <c:v>52.527569</c:v>
                </c:pt>
                <c:pt idx="5828">
                  <c:v>52.629500999999998</c:v>
                </c:pt>
                <c:pt idx="5829">
                  <c:v>52.737267000000003</c:v>
                </c:pt>
                <c:pt idx="5830">
                  <c:v>52.855141000000003</c:v>
                </c:pt>
                <c:pt idx="5831">
                  <c:v>52.976906</c:v>
                </c:pt>
                <c:pt idx="5832">
                  <c:v>53.097237</c:v>
                </c:pt>
                <c:pt idx="5833">
                  <c:v>53.220855999999998</c:v>
                </c:pt>
                <c:pt idx="5834">
                  <c:v>53.341304999999998</c:v>
                </c:pt>
                <c:pt idx="5835">
                  <c:v>53.448844999999999</c:v>
                </c:pt>
                <c:pt idx="5836">
                  <c:v>53.544955999999999</c:v>
                </c:pt>
                <c:pt idx="5837">
                  <c:v>53.638714</c:v>
                </c:pt>
                <c:pt idx="5838">
                  <c:v>53.731746999999999</c:v>
                </c:pt>
                <c:pt idx="5839">
                  <c:v>53.830112</c:v>
                </c:pt>
                <c:pt idx="5840">
                  <c:v>53.934258</c:v>
                </c:pt>
                <c:pt idx="5841">
                  <c:v>54.036949</c:v>
                </c:pt>
                <c:pt idx="5842">
                  <c:v>54.12809</c:v>
                </c:pt>
                <c:pt idx="5843">
                  <c:v>54.221283</c:v>
                </c:pt>
                <c:pt idx="5844">
                  <c:v>54.320225000000001</c:v>
                </c:pt>
                <c:pt idx="5845">
                  <c:v>54.412208999999997</c:v>
                </c:pt>
                <c:pt idx="5846">
                  <c:v>54.491923999999997</c:v>
                </c:pt>
                <c:pt idx="5847">
                  <c:v>54.563319999999997</c:v>
                </c:pt>
                <c:pt idx="5848">
                  <c:v>54.620902999999998</c:v>
                </c:pt>
                <c:pt idx="5849">
                  <c:v>54.664059000000002</c:v>
                </c:pt>
                <c:pt idx="5850">
                  <c:v>54.698273</c:v>
                </c:pt>
                <c:pt idx="5851">
                  <c:v>54.721809</c:v>
                </c:pt>
                <c:pt idx="5852">
                  <c:v>54.741024000000003</c:v>
                </c:pt>
                <c:pt idx="5853">
                  <c:v>54.759430000000002</c:v>
                </c:pt>
                <c:pt idx="5854">
                  <c:v>54.778511000000002</c:v>
                </c:pt>
                <c:pt idx="5855">
                  <c:v>54.794665999999999</c:v>
                </c:pt>
                <c:pt idx="5856">
                  <c:v>54.811233999999999</c:v>
                </c:pt>
                <c:pt idx="5857">
                  <c:v>54.831524000000002</c:v>
                </c:pt>
                <c:pt idx="5858">
                  <c:v>54.854526999999997</c:v>
                </c:pt>
                <c:pt idx="5859">
                  <c:v>54.875464999999998</c:v>
                </c:pt>
                <c:pt idx="5860">
                  <c:v>54.888927000000002</c:v>
                </c:pt>
                <c:pt idx="5861">
                  <c:v>54.903156000000003</c:v>
                </c:pt>
                <c:pt idx="5862">
                  <c:v>54.919860999999997</c:v>
                </c:pt>
                <c:pt idx="5863">
                  <c:v>54.939072000000003</c:v>
                </c:pt>
                <c:pt idx="5864">
                  <c:v>54.970202999999998</c:v>
                </c:pt>
                <c:pt idx="5865">
                  <c:v>55.013634000000003</c:v>
                </c:pt>
                <c:pt idx="5866">
                  <c:v>55.045113000000001</c:v>
                </c:pt>
                <c:pt idx="5867">
                  <c:v>55.067222999999998</c:v>
                </c:pt>
                <c:pt idx="5868">
                  <c:v>55.083678999999997</c:v>
                </c:pt>
                <c:pt idx="5869">
                  <c:v>55.099308000000001</c:v>
                </c:pt>
                <c:pt idx="5870">
                  <c:v>55.117877999999997</c:v>
                </c:pt>
                <c:pt idx="5871">
                  <c:v>55.138213999999998</c:v>
                </c:pt>
                <c:pt idx="5872">
                  <c:v>55.157715000000003</c:v>
                </c:pt>
                <c:pt idx="5873">
                  <c:v>55.174171000000001</c:v>
                </c:pt>
                <c:pt idx="5874">
                  <c:v>55.190685000000002</c:v>
                </c:pt>
                <c:pt idx="5875">
                  <c:v>55.210208999999999</c:v>
                </c:pt>
                <c:pt idx="5876">
                  <c:v>55.231884000000001</c:v>
                </c:pt>
                <c:pt idx="5877">
                  <c:v>55.253371999999999</c:v>
                </c:pt>
                <c:pt idx="5878">
                  <c:v>55.274192999999997</c:v>
                </c:pt>
                <c:pt idx="5879">
                  <c:v>55.294933</c:v>
                </c:pt>
                <c:pt idx="5880">
                  <c:v>55.317802</c:v>
                </c:pt>
                <c:pt idx="5881">
                  <c:v>55.350364999999996</c:v>
                </c:pt>
                <c:pt idx="5882">
                  <c:v>55.405406999999997</c:v>
                </c:pt>
                <c:pt idx="5883">
                  <c:v>55.486969000000002</c:v>
                </c:pt>
                <c:pt idx="5884">
                  <c:v>55.590156999999998</c:v>
                </c:pt>
                <c:pt idx="5885">
                  <c:v>55.710583</c:v>
                </c:pt>
                <c:pt idx="5886">
                  <c:v>55.830584999999999</c:v>
                </c:pt>
                <c:pt idx="5887">
                  <c:v>55.954692999999999</c:v>
                </c:pt>
                <c:pt idx="5888">
                  <c:v>56.082386</c:v>
                </c:pt>
                <c:pt idx="5889">
                  <c:v>56.206406000000001</c:v>
                </c:pt>
                <c:pt idx="5890">
                  <c:v>56.327393000000001</c:v>
                </c:pt>
                <c:pt idx="5891">
                  <c:v>56.449741000000003</c:v>
                </c:pt>
                <c:pt idx="5892">
                  <c:v>56.570435000000003</c:v>
                </c:pt>
                <c:pt idx="5893">
                  <c:v>56.679561999999997</c:v>
                </c:pt>
                <c:pt idx="5894">
                  <c:v>56.774799000000002</c:v>
                </c:pt>
                <c:pt idx="5895">
                  <c:v>56.857467999999997</c:v>
                </c:pt>
                <c:pt idx="5896">
                  <c:v>56.935951000000003</c:v>
                </c:pt>
                <c:pt idx="5897">
                  <c:v>57.021973000000003</c:v>
                </c:pt>
                <c:pt idx="5898">
                  <c:v>57.121108999999997</c:v>
                </c:pt>
                <c:pt idx="5899">
                  <c:v>57.221519000000001</c:v>
                </c:pt>
                <c:pt idx="5900">
                  <c:v>57.307388000000003</c:v>
                </c:pt>
                <c:pt idx="5901">
                  <c:v>57.382300999999998</c:v>
                </c:pt>
                <c:pt idx="5902">
                  <c:v>57.450386000000002</c:v>
                </c:pt>
                <c:pt idx="5903">
                  <c:v>57.525711000000001</c:v>
                </c:pt>
                <c:pt idx="5904">
                  <c:v>57.613289000000002</c:v>
                </c:pt>
                <c:pt idx="5905">
                  <c:v>57.700038999999997</c:v>
                </c:pt>
                <c:pt idx="5906">
                  <c:v>57.777949999999997</c:v>
                </c:pt>
                <c:pt idx="5907">
                  <c:v>57.844971000000001</c:v>
                </c:pt>
                <c:pt idx="5908">
                  <c:v>57.902484999999999</c:v>
                </c:pt>
                <c:pt idx="5909">
                  <c:v>57.950062000000003</c:v>
                </c:pt>
                <c:pt idx="5910">
                  <c:v>57.987060999999997</c:v>
                </c:pt>
                <c:pt idx="5911">
                  <c:v>58.015082999999997</c:v>
                </c:pt>
                <c:pt idx="5912">
                  <c:v>58.037993999999998</c:v>
                </c:pt>
                <c:pt idx="5913">
                  <c:v>58.058891000000003</c:v>
                </c:pt>
                <c:pt idx="5914">
                  <c:v>58.078606000000001</c:v>
                </c:pt>
                <c:pt idx="5915">
                  <c:v>58.097411999999998</c:v>
                </c:pt>
                <c:pt idx="5916">
                  <c:v>58.121386999999999</c:v>
                </c:pt>
                <c:pt idx="5917">
                  <c:v>58.153419</c:v>
                </c:pt>
                <c:pt idx="5918">
                  <c:v>58.192321999999997</c:v>
                </c:pt>
                <c:pt idx="5919">
                  <c:v>58.237873</c:v>
                </c:pt>
                <c:pt idx="5920">
                  <c:v>58.289054999999998</c:v>
                </c:pt>
                <c:pt idx="5921">
                  <c:v>58.347045999999999</c:v>
                </c:pt>
                <c:pt idx="5922">
                  <c:v>58.403343</c:v>
                </c:pt>
                <c:pt idx="5923">
                  <c:v>58.451908000000003</c:v>
                </c:pt>
                <c:pt idx="5924">
                  <c:v>58.490279999999998</c:v>
                </c:pt>
                <c:pt idx="5925">
                  <c:v>58.523552000000002</c:v>
                </c:pt>
                <c:pt idx="5926">
                  <c:v>58.544063999999999</c:v>
                </c:pt>
                <c:pt idx="5927">
                  <c:v>58.552624000000002</c:v>
                </c:pt>
                <c:pt idx="5928">
                  <c:v>58.551895000000002</c:v>
                </c:pt>
                <c:pt idx="5929">
                  <c:v>58.546570000000003</c:v>
                </c:pt>
                <c:pt idx="5930">
                  <c:v>58.537154999999998</c:v>
                </c:pt>
                <c:pt idx="5931">
                  <c:v>58.523426000000001</c:v>
                </c:pt>
                <c:pt idx="5932">
                  <c:v>58.511840999999997</c:v>
                </c:pt>
                <c:pt idx="5933">
                  <c:v>58.503365000000002</c:v>
                </c:pt>
                <c:pt idx="5934">
                  <c:v>58.499820999999997</c:v>
                </c:pt>
                <c:pt idx="5935">
                  <c:v>58.501102000000003</c:v>
                </c:pt>
                <c:pt idx="5936">
                  <c:v>58.506720999999999</c:v>
                </c:pt>
                <c:pt idx="5937">
                  <c:v>58.513897</c:v>
                </c:pt>
                <c:pt idx="5938">
                  <c:v>58.523350000000001</c:v>
                </c:pt>
                <c:pt idx="5939">
                  <c:v>58.536816000000002</c:v>
                </c:pt>
                <c:pt idx="5940">
                  <c:v>58.554786999999997</c:v>
                </c:pt>
                <c:pt idx="5941">
                  <c:v>58.573746</c:v>
                </c:pt>
                <c:pt idx="5942">
                  <c:v>58.589675999999997</c:v>
                </c:pt>
                <c:pt idx="5943">
                  <c:v>58.604832000000002</c:v>
                </c:pt>
                <c:pt idx="5944">
                  <c:v>58.620235000000001</c:v>
                </c:pt>
                <c:pt idx="5945">
                  <c:v>58.636223000000001</c:v>
                </c:pt>
                <c:pt idx="5946">
                  <c:v>58.647731999999998</c:v>
                </c:pt>
                <c:pt idx="5947">
                  <c:v>58.649062999999998</c:v>
                </c:pt>
                <c:pt idx="5948">
                  <c:v>58.648026000000002</c:v>
                </c:pt>
                <c:pt idx="5949">
                  <c:v>58.649653999999998</c:v>
                </c:pt>
                <c:pt idx="5950">
                  <c:v>58.657524000000002</c:v>
                </c:pt>
                <c:pt idx="5951">
                  <c:v>58.668227999999999</c:v>
                </c:pt>
                <c:pt idx="5952">
                  <c:v>58.680560999999997</c:v>
                </c:pt>
                <c:pt idx="5953">
                  <c:v>58.694705999999996</c:v>
                </c:pt>
                <c:pt idx="5954">
                  <c:v>58.708275</c:v>
                </c:pt>
                <c:pt idx="5955">
                  <c:v>58.719493999999997</c:v>
                </c:pt>
                <c:pt idx="5956">
                  <c:v>58.722614</c:v>
                </c:pt>
                <c:pt idx="5957">
                  <c:v>58.717995000000002</c:v>
                </c:pt>
                <c:pt idx="5958">
                  <c:v>58.710804000000003</c:v>
                </c:pt>
                <c:pt idx="5959">
                  <c:v>58.703262000000002</c:v>
                </c:pt>
                <c:pt idx="5960">
                  <c:v>58.697445000000002</c:v>
                </c:pt>
                <c:pt idx="5961">
                  <c:v>58.694771000000003</c:v>
                </c:pt>
                <c:pt idx="5962">
                  <c:v>58.692279999999997</c:v>
                </c:pt>
                <c:pt idx="5963">
                  <c:v>58.689548000000002</c:v>
                </c:pt>
                <c:pt idx="5964">
                  <c:v>58.682746999999999</c:v>
                </c:pt>
                <c:pt idx="5965">
                  <c:v>58.669395000000002</c:v>
                </c:pt>
                <c:pt idx="5966">
                  <c:v>58.651451000000002</c:v>
                </c:pt>
                <c:pt idx="5967">
                  <c:v>58.627963999999999</c:v>
                </c:pt>
                <c:pt idx="5968">
                  <c:v>58.602859000000002</c:v>
                </c:pt>
                <c:pt idx="5969">
                  <c:v>58.585323000000002</c:v>
                </c:pt>
                <c:pt idx="5970">
                  <c:v>58.577351</c:v>
                </c:pt>
                <c:pt idx="5971">
                  <c:v>58.575878000000003</c:v>
                </c:pt>
                <c:pt idx="5972">
                  <c:v>58.570450000000001</c:v>
                </c:pt>
                <c:pt idx="5973">
                  <c:v>58.55294</c:v>
                </c:pt>
                <c:pt idx="5974">
                  <c:v>58.529369000000003</c:v>
                </c:pt>
                <c:pt idx="5975">
                  <c:v>58.503784000000003</c:v>
                </c:pt>
                <c:pt idx="5976">
                  <c:v>58.473815999999999</c:v>
                </c:pt>
                <c:pt idx="5977">
                  <c:v>58.433700999999999</c:v>
                </c:pt>
                <c:pt idx="5978">
                  <c:v>58.381905000000003</c:v>
                </c:pt>
                <c:pt idx="5979">
                  <c:v>58.327781999999999</c:v>
                </c:pt>
                <c:pt idx="5980">
                  <c:v>58.271968999999999</c:v>
                </c:pt>
                <c:pt idx="5981">
                  <c:v>58.207546000000001</c:v>
                </c:pt>
                <c:pt idx="5982">
                  <c:v>58.126617000000003</c:v>
                </c:pt>
                <c:pt idx="5983">
                  <c:v>58.033679999999997</c:v>
                </c:pt>
                <c:pt idx="5984">
                  <c:v>57.941352999999999</c:v>
                </c:pt>
                <c:pt idx="5985">
                  <c:v>57.854675</c:v>
                </c:pt>
                <c:pt idx="5986">
                  <c:v>57.768593000000003</c:v>
                </c:pt>
                <c:pt idx="5987">
                  <c:v>57.681156000000001</c:v>
                </c:pt>
                <c:pt idx="5988">
                  <c:v>57.594600999999997</c:v>
                </c:pt>
                <c:pt idx="5989">
                  <c:v>57.510483000000001</c:v>
                </c:pt>
                <c:pt idx="5990">
                  <c:v>57.435676999999998</c:v>
                </c:pt>
                <c:pt idx="5991">
                  <c:v>57.373137999999997</c:v>
                </c:pt>
                <c:pt idx="5992">
                  <c:v>57.322848999999998</c:v>
                </c:pt>
                <c:pt idx="5993">
                  <c:v>57.278987999999998</c:v>
                </c:pt>
                <c:pt idx="5994">
                  <c:v>57.234099999999998</c:v>
                </c:pt>
                <c:pt idx="5995">
                  <c:v>57.193260000000002</c:v>
                </c:pt>
                <c:pt idx="5996">
                  <c:v>57.163119999999999</c:v>
                </c:pt>
                <c:pt idx="5997">
                  <c:v>57.143802999999998</c:v>
                </c:pt>
                <c:pt idx="5998">
                  <c:v>57.132190999999999</c:v>
                </c:pt>
                <c:pt idx="5999">
                  <c:v>57.126441999999997</c:v>
                </c:pt>
                <c:pt idx="6000">
                  <c:v>57.126263000000002</c:v>
                </c:pt>
                <c:pt idx="6001">
                  <c:v>57.133884000000002</c:v>
                </c:pt>
                <c:pt idx="6002">
                  <c:v>57.145428000000003</c:v>
                </c:pt>
                <c:pt idx="6003">
                  <c:v>57.152785999999999</c:v>
                </c:pt>
                <c:pt idx="6004">
                  <c:v>57.160792999999998</c:v>
                </c:pt>
                <c:pt idx="6005">
                  <c:v>57.174613999999998</c:v>
                </c:pt>
                <c:pt idx="6006">
                  <c:v>57.193199</c:v>
                </c:pt>
                <c:pt idx="6007">
                  <c:v>57.218947999999997</c:v>
                </c:pt>
                <c:pt idx="6008">
                  <c:v>57.251057000000003</c:v>
                </c:pt>
                <c:pt idx="6009">
                  <c:v>57.284739999999999</c:v>
                </c:pt>
                <c:pt idx="6010">
                  <c:v>57.319781999999996</c:v>
                </c:pt>
                <c:pt idx="6011">
                  <c:v>57.350394999999999</c:v>
                </c:pt>
                <c:pt idx="6012">
                  <c:v>57.376328000000001</c:v>
                </c:pt>
                <c:pt idx="6013">
                  <c:v>57.399597</c:v>
                </c:pt>
                <c:pt idx="6014">
                  <c:v>57.427570000000003</c:v>
                </c:pt>
                <c:pt idx="6015">
                  <c:v>57.472220999999998</c:v>
                </c:pt>
                <c:pt idx="6016">
                  <c:v>57.527813000000002</c:v>
                </c:pt>
                <c:pt idx="6017">
                  <c:v>57.582042999999999</c:v>
                </c:pt>
                <c:pt idx="6018">
                  <c:v>57.623069999999998</c:v>
                </c:pt>
                <c:pt idx="6019">
                  <c:v>57.653103000000002</c:v>
                </c:pt>
                <c:pt idx="6020">
                  <c:v>57.681057000000003</c:v>
                </c:pt>
                <c:pt idx="6021">
                  <c:v>57.720047000000001</c:v>
                </c:pt>
                <c:pt idx="6022">
                  <c:v>57.776882000000001</c:v>
                </c:pt>
                <c:pt idx="6023">
                  <c:v>57.841845999999997</c:v>
                </c:pt>
                <c:pt idx="6024">
                  <c:v>57.907085000000002</c:v>
                </c:pt>
                <c:pt idx="6025">
                  <c:v>57.970154000000001</c:v>
                </c:pt>
                <c:pt idx="6026">
                  <c:v>58.033951000000002</c:v>
                </c:pt>
                <c:pt idx="6027">
                  <c:v>58.102631000000002</c:v>
                </c:pt>
                <c:pt idx="6028">
                  <c:v>58.190842000000004</c:v>
                </c:pt>
                <c:pt idx="6029">
                  <c:v>58.292698000000001</c:v>
                </c:pt>
                <c:pt idx="6030">
                  <c:v>58.398330999999999</c:v>
                </c:pt>
                <c:pt idx="6031">
                  <c:v>58.501685999999999</c:v>
                </c:pt>
                <c:pt idx="6032">
                  <c:v>58.599601999999997</c:v>
                </c:pt>
                <c:pt idx="6033">
                  <c:v>58.697913999999997</c:v>
                </c:pt>
                <c:pt idx="6034">
                  <c:v>58.795025000000003</c:v>
                </c:pt>
                <c:pt idx="6035">
                  <c:v>58.890171000000002</c:v>
                </c:pt>
                <c:pt idx="6036">
                  <c:v>58.987243999999997</c:v>
                </c:pt>
                <c:pt idx="6037">
                  <c:v>59.090328</c:v>
                </c:pt>
                <c:pt idx="6038">
                  <c:v>59.203952999999998</c:v>
                </c:pt>
                <c:pt idx="6039">
                  <c:v>59.318260000000002</c:v>
                </c:pt>
                <c:pt idx="6040">
                  <c:v>59.434604999999998</c:v>
                </c:pt>
                <c:pt idx="6041">
                  <c:v>59.547573</c:v>
                </c:pt>
                <c:pt idx="6042">
                  <c:v>59.657200000000003</c:v>
                </c:pt>
                <c:pt idx="6043">
                  <c:v>59.763278999999997</c:v>
                </c:pt>
                <c:pt idx="6044">
                  <c:v>59.860053999999998</c:v>
                </c:pt>
                <c:pt idx="6045">
                  <c:v>59.952587000000001</c:v>
                </c:pt>
                <c:pt idx="6046">
                  <c:v>60.043900000000001</c:v>
                </c:pt>
                <c:pt idx="6047">
                  <c:v>60.146785999999999</c:v>
                </c:pt>
                <c:pt idx="6048">
                  <c:v>60.257201999999999</c:v>
                </c:pt>
                <c:pt idx="6049">
                  <c:v>60.373649999999998</c:v>
                </c:pt>
                <c:pt idx="6050">
                  <c:v>60.484881999999999</c:v>
                </c:pt>
                <c:pt idx="6051">
                  <c:v>60.580528000000001</c:v>
                </c:pt>
                <c:pt idx="6052">
                  <c:v>60.663550999999998</c:v>
                </c:pt>
                <c:pt idx="6053">
                  <c:v>60.735809000000003</c:v>
                </c:pt>
                <c:pt idx="6054">
                  <c:v>60.798687000000001</c:v>
                </c:pt>
                <c:pt idx="6055">
                  <c:v>60.855426999999999</c:v>
                </c:pt>
                <c:pt idx="6056">
                  <c:v>60.908703000000003</c:v>
                </c:pt>
                <c:pt idx="6057">
                  <c:v>60.967308000000003</c:v>
                </c:pt>
                <c:pt idx="6058">
                  <c:v>61.038193</c:v>
                </c:pt>
                <c:pt idx="6059">
                  <c:v>61.111503999999996</c:v>
                </c:pt>
                <c:pt idx="6060">
                  <c:v>61.181258999999997</c:v>
                </c:pt>
                <c:pt idx="6061">
                  <c:v>61.244273999999997</c:v>
                </c:pt>
                <c:pt idx="6062">
                  <c:v>61.298755999999997</c:v>
                </c:pt>
                <c:pt idx="6063">
                  <c:v>61.342834000000003</c:v>
                </c:pt>
                <c:pt idx="6064">
                  <c:v>61.380572999999998</c:v>
                </c:pt>
                <c:pt idx="6065">
                  <c:v>61.423439000000002</c:v>
                </c:pt>
                <c:pt idx="6066">
                  <c:v>61.468800000000002</c:v>
                </c:pt>
                <c:pt idx="6067">
                  <c:v>61.511046999999998</c:v>
                </c:pt>
                <c:pt idx="6068">
                  <c:v>61.548847000000002</c:v>
                </c:pt>
                <c:pt idx="6069">
                  <c:v>61.580879000000003</c:v>
                </c:pt>
                <c:pt idx="6070">
                  <c:v>61.606358</c:v>
                </c:pt>
                <c:pt idx="6071">
                  <c:v>61.627316</c:v>
                </c:pt>
                <c:pt idx="6072">
                  <c:v>61.649605000000001</c:v>
                </c:pt>
                <c:pt idx="6073">
                  <c:v>61.676338000000001</c:v>
                </c:pt>
                <c:pt idx="6074">
                  <c:v>61.709964999999997</c:v>
                </c:pt>
                <c:pt idx="6075">
                  <c:v>61.757277999999999</c:v>
                </c:pt>
                <c:pt idx="6076">
                  <c:v>61.817135</c:v>
                </c:pt>
                <c:pt idx="6077">
                  <c:v>61.887622999999998</c:v>
                </c:pt>
                <c:pt idx="6078">
                  <c:v>61.962502000000001</c:v>
                </c:pt>
                <c:pt idx="6079">
                  <c:v>62.035130000000002</c:v>
                </c:pt>
                <c:pt idx="6080">
                  <c:v>62.099730999999998</c:v>
                </c:pt>
                <c:pt idx="6081">
                  <c:v>62.157223000000002</c:v>
                </c:pt>
                <c:pt idx="6082">
                  <c:v>62.210360999999999</c:v>
                </c:pt>
                <c:pt idx="6083">
                  <c:v>62.257843000000001</c:v>
                </c:pt>
                <c:pt idx="6084">
                  <c:v>62.300353999999999</c:v>
                </c:pt>
                <c:pt idx="6085">
                  <c:v>62.339809000000002</c:v>
                </c:pt>
                <c:pt idx="6086">
                  <c:v>62.387188000000002</c:v>
                </c:pt>
                <c:pt idx="6087">
                  <c:v>62.449008999999997</c:v>
                </c:pt>
                <c:pt idx="6088">
                  <c:v>62.522647999999997</c:v>
                </c:pt>
                <c:pt idx="6089">
                  <c:v>62.601348999999999</c:v>
                </c:pt>
                <c:pt idx="6090">
                  <c:v>62.679538999999998</c:v>
                </c:pt>
                <c:pt idx="6091">
                  <c:v>62.757022999999997</c:v>
                </c:pt>
                <c:pt idx="6092">
                  <c:v>62.837981999999997</c:v>
                </c:pt>
                <c:pt idx="6093">
                  <c:v>62.922691</c:v>
                </c:pt>
                <c:pt idx="6094">
                  <c:v>63.021495999999999</c:v>
                </c:pt>
                <c:pt idx="6095">
                  <c:v>63.132446000000002</c:v>
                </c:pt>
                <c:pt idx="6096">
                  <c:v>63.251553000000001</c:v>
                </c:pt>
                <c:pt idx="6097">
                  <c:v>63.371943999999999</c:v>
                </c:pt>
                <c:pt idx="6098">
                  <c:v>63.486012000000002</c:v>
                </c:pt>
                <c:pt idx="6099">
                  <c:v>63.593108999999998</c:v>
                </c:pt>
                <c:pt idx="6100">
                  <c:v>63.701267000000001</c:v>
                </c:pt>
                <c:pt idx="6101">
                  <c:v>63.812621999999998</c:v>
                </c:pt>
                <c:pt idx="6102">
                  <c:v>63.918036999999998</c:v>
                </c:pt>
                <c:pt idx="6103">
                  <c:v>64.015861999999998</c:v>
                </c:pt>
                <c:pt idx="6104">
                  <c:v>64.110221999999993</c:v>
                </c:pt>
                <c:pt idx="6105">
                  <c:v>64.202811999999994</c:v>
                </c:pt>
                <c:pt idx="6106">
                  <c:v>64.291702000000001</c:v>
                </c:pt>
                <c:pt idx="6107">
                  <c:v>64.382767000000001</c:v>
                </c:pt>
                <c:pt idx="6108">
                  <c:v>64.476027999999999</c:v>
                </c:pt>
                <c:pt idx="6109">
                  <c:v>64.571053000000006</c:v>
                </c:pt>
                <c:pt idx="6110">
                  <c:v>64.666649000000007</c:v>
                </c:pt>
                <c:pt idx="6111">
                  <c:v>64.759925999999993</c:v>
                </c:pt>
                <c:pt idx="6112">
                  <c:v>64.850876</c:v>
                </c:pt>
                <c:pt idx="6113">
                  <c:v>64.938034000000002</c:v>
                </c:pt>
                <c:pt idx="6114">
                  <c:v>65.027137999999994</c:v>
                </c:pt>
                <c:pt idx="6115">
                  <c:v>65.122765000000001</c:v>
                </c:pt>
                <c:pt idx="6116">
                  <c:v>65.227806000000001</c:v>
                </c:pt>
                <c:pt idx="6117">
                  <c:v>65.342055999999999</c:v>
                </c:pt>
                <c:pt idx="6118">
                  <c:v>65.460144</c:v>
                </c:pt>
                <c:pt idx="6119">
                  <c:v>65.575325000000007</c:v>
                </c:pt>
                <c:pt idx="6120">
                  <c:v>65.685867000000002</c:v>
                </c:pt>
                <c:pt idx="6121">
                  <c:v>65.791938999999999</c:v>
                </c:pt>
                <c:pt idx="6122">
                  <c:v>65.904785000000004</c:v>
                </c:pt>
                <c:pt idx="6123">
                  <c:v>66.022636000000006</c:v>
                </c:pt>
                <c:pt idx="6124">
                  <c:v>66.144485000000003</c:v>
                </c:pt>
                <c:pt idx="6125">
                  <c:v>66.269729999999996</c:v>
                </c:pt>
                <c:pt idx="6126">
                  <c:v>66.393187999999995</c:v>
                </c:pt>
                <c:pt idx="6127">
                  <c:v>66.505249000000006</c:v>
                </c:pt>
                <c:pt idx="6128">
                  <c:v>66.623901000000004</c:v>
                </c:pt>
                <c:pt idx="6129">
                  <c:v>66.738326999999998</c:v>
                </c:pt>
                <c:pt idx="6130">
                  <c:v>66.851257000000004</c:v>
                </c:pt>
                <c:pt idx="6131">
                  <c:v>66.980705</c:v>
                </c:pt>
                <c:pt idx="6132">
                  <c:v>67.116507999999996</c:v>
                </c:pt>
                <c:pt idx="6133">
                  <c:v>67.259597999999997</c:v>
                </c:pt>
                <c:pt idx="6134">
                  <c:v>67.401886000000005</c:v>
                </c:pt>
                <c:pt idx="6135">
                  <c:v>67.529892000000004</c:v>
                </c:pt>
                <c:pt idx="6136">
                  <c:v>67.639824000000004</c:v>
                </c:pt>
                <c:pt idx="6137">
                  <c:v>67.745177999999996</c:v>
                </c:pt>
                <c:pt idx="6138">
                  <c:v>67.844802999999999</c:v>
                </c:pt>
                <c:pt idx="6139">
                  <c:v>67.947272999999996</c:v>
                </c:pt>
                <c:pt idx="6140">
                  <c:v>68.059653999999995</c:v>
                </c:pt>
                <c:pt idx="6141">
                  <c:v>68.17765</c:v>
                </c:pt>
                <c:pt idx="6142">
                  <c:v>68.290961999999993</c:v>
                </c:pt>
                <c:pt idx="6143">
                  <c:v>68.395759999999996</c:v>
                </c:pt>
                <c:pt idx="6144">
                  <c:v>68.486832000000007</c:v>
                </c:pt>
                <c:pt idx="6145">
                  <c:v>68.562897000000007</c:v>
                </c:pt>
                <c:pt idx="6146">
                  <c:v>68.627914000000004</c:v>
                </c:pt>
                <c:pt idx="6147">
                  <c:v>68.684166000000005</c:v>
                </c:pt>
                <c:pt idx="6148">
                  <c:v>68.738014000000007</c:v>
                </c:pt>
                <c:pt idx="6149">
                  <c:v>68.796265000000005</c:v>
                </c:pt>
                <c:pt idx="6150">
                  <c:v>68.861198000000002</c:v>
                </c:pt>
                <c:pt idx="6151">
                  <c:v>68.931122000000002</c:v>
                </c:pt>
                <c:pt idx="6152">
                  <c:v>69.005759999999995</c:v>
                </c:pt>
                <c:pt idx="6153">
                  <c:v>69.078697000000005</c:v>
                </c:pt>
                <c:pt idx="6154">
                  <c:v>69.148514000000006</c:v>
                </c:pt>
                <c:pt idx="6155">
                  <c:v>69.21772</c:v>
                </c:pt>
                <c:pt idx="6156">
                  <c:v>69.283034999999998</c:v>
                </c:pt>
                <c:pt idx="6157">
                  <c:v>69.345139000000003</c:v>
                </c:pt>
                <c:pt idx="6158">
                  <c:v>69.409194999999997</c:v>
                </c:pt>
                <c:pt idx="6159">
                  <c:v>69.477271999999999</c:v>
                </c:pt>
                <c:pt idx="6160">
                  <c:v>69.550612999999998</c:v>
                </c:pt>
                <c:pt idx="6161">
                  <c:v>69.630356000000006</c:v>
                </c:pt>
                <c:pt idx="6162">
                  <c:v>69.716339000000005</c:v>
                </c:pt>
                <c:pt idx="6163">
                  <c:v>69.806633000000005</c:v>
                </c:pt>
                <c:pt idx="6164">
                  <c:v>69.903671000000003</c:v>
                </c:pt>
                <c:pt idx="6165">
                  <c:v>70.001541000000003</c:v>
                </c:pt>
                <c:pt idx="6166">
                  <c:v>70.100898999999998</c:v>
                </c:pt>
                <c:pt idx="6167">
                  <c:v>70.211494000000002</c:v>
                </c:pt>
                <c:pt idx="6168">
                  <c:v>70.324837000000002</c:v>
                </c:pt>
                <c:pt idx="6169">
                  <c:v>70.430335999999997</c:v>
                </c:pt>
                <c:pt idx="6170">
                  <c:v>70.520484999999994</c:v>
                </c:pt>
                <c:pt idx="6171">
                  <c:v>70.591414999999998</c:v>
                </c:pt>
                <c:pt idx="6172">
                  <c:v>70.642380000000003</c:v>
                </c:pt>
                <c:pt idx="6173">
                  <c:v>70.679146000000003</c:v>
                </c:pt>
                <c:pt idx="6174">
                  <c:v>70.709045000000003</c:v>
                </c:pt>
                <c:pt idx="6175">
                  <c:v>70.742133999999993</c:v>
                </c:pt>
                <c:pt idx="6176">
                  <c:v>70.776848000000001</c:v>
                </c:pt>
                <c:pt idx="6177">
                  <c:v>70.815291999999999</c:v>
                </c:pt>
                <c:pt idx="6178">
                  <c:v>70.859604000000004</c:v>
                </c:pt>
                <c:pt idx="6179">
                  <c:v>70.915779000000001</c:v>
                </c:pt>
                <c:pt idx="6180">
                  <c:v>70.984283000000005</c:v>
                </c:pt>
                <c:pt idx="6181">
                  <c:v>71.069999999999993</c:v>
                </c:pt>
                <c:pt idx="6182">
                  <c:v>71.167679000000007</c:v>
                </c:pt>
                <c:pt idx="6183">
                  <c:v>71.270004</c:v>
                </c:pt>
                <c:pt idx="6184">
                  <c:v>71.371323000000004</c:v>
                </c:pt>
                <c:pt idx="6185">
                  <c:v>71.464271999999994</c:v>
                </c:pt>
                <c:pt idx="6186">
                  <c:v>71.543861000000007</c:v>
                </c:pt>
                <c:pt idx="6187">
                  <c:v>71.610412999999994</c:v>
                </c:pt>
                <c:pt idx="6188">
                  <c:v>71.670424999999994</c:v>
                </c:pt>
                <c:pt idx="6189">
                  <c:v>71.728095999999994</c:v>
                </c:pt>
                <c:pt idx="6190">
                  <c:v>71.788321999999994</c:v>
                </c:pt>
                <c:pt idx="6191">
                  <c:v>71.850227000000004</c:v>
                </c:pt>
                <c:pt idx="6192">
                  <c:v>71.909676000000005</c:v>
                </c:pt>
                <c:pt idx="6193">
                  <c:v>71.959250999999995</c:v>
                </c:pt>
                <c:pt idx="6194">
                  <c:v>71.997849000000002</c:v>
                </c:pt>
                <c:pt idx="6195">
                  <c:v>72.022094999999993</c:v>
                </c:pt>
                <c:pt idx="6196">
                  <c:v>72.035103000000007</c:v>
                </c:pt>
                <c:pt idx="6197">
                  <c:v>72.045653999999999</c:v>
                </c:pt>
                <c:pt idx="6198">
                  <c:v>72.055488999999994</c:v>
                </c:pt>
                <c:pt idx="6199">
                  <c:v>72.066772</c:v>
                </c:pt>
                <c:pt idx="6200">
                  <c:v>72.079063000000005</c:v>
                </c:pt>
                <c:pt idx="6201">
                  <c:v>72.096680000000006</c:v>
                </c:pt>
                <c:pt idx="6202">
                  <c:v>72.114547999999999</c:v>
                </c:pt>
                <c:pt idx="6203">
                  <c:v>72.130065999999999</c:v>
                </c:pt>
                <c:pt idx="6204">
                  <c:v>72.148246999999998</c:v>
                </c:pt>
                <c:pt idx="6205">
                  <c:v>72.168327000000005</c:v>
                </c:pt>
                <c:pt idx="6206">
                  <c:v>72.190117000000001</c:v>
                </c:pt>
                <c:pt idx="6207">
                  <c:v>72.212967000000006</c:v>
                </c:pt>
                <c:pt idx="6208">
                  <c:v>72.234748999999994</c:v>
                </c:pt>
                <c:pt idx="6209">
                  <c:v>72.258842000000001</c:v>
                </c:pt>
                <c:pt idx="6210">
                  <c:v>72.281975000000003</c:v>
                </c:pt>
                <c:pt idx="6211">
                  <c:v>72.299744000000004</c:v>
                </c:pt>
                <c:pt idx="6212">
                  <c:v>72.315926000000005</c:v>
                </c:pt>
                <c:pt idx="6213">
                  <c:v>72.336044000000001</c:v>
                </c:pt>
                <c:pt idx="6214">
                  <c:v>72.359558000000007</c:v>
                </c:pt>
                <c:pt idx="6215">
                  <c:v>72.382544999999993</c:v>
                </c:pt>
                <c:pt idx="6216">
                  <c:v>72.405197000000001</c:v>
                </c:pt>
                <c:pt idx="6217">
                  <c:v>72.426224000000005</c:v>
                </c:pt>
                <c:pt idx="6218">
                  <c:v>72.441933000000006</c:v>
                </c:pt>
                <c:pt idx="6219">
                  <c:v>72.453040999999999</c:v>
                </c:pt>
                <c:pt idx="6220">
                  <c:v>72.462676999999999</c:v>
                </c:pt>
                <c:pt idx="6221">
                  <c:v>72.472603000000007</c:v>
                </c:pt>
                <c:pt idx="6222">
                  <c:v>72.481269999999995</c:v>
                </c:pt>
                <c:pt idx="6223">
                  <c:v>72.485091999999995</c:v>
                </c:pt>
                <c:pt idx="6224">
                  <c:v>72.484390000000005</c:v>
                </c:pt>
                <c:pt idx="6225">
                  <c:v>72.484313999999998</c:v>
                </c:pt>
                <c:pt idx="6226">
                  <c:v>72.484566000000001</c:v>
                </c:pt>
                <c:pt idx="6227">
                  <c:v>72.485802000000007</c:v>
                </c:pt>
                <c:pt idx="6228">
                  <c:v>72.482498000000007</c:v>
                </c:pt>
                <c:pt idx="6229">
                  <c:v>72.468215999999998</c:v>
                </c:pt>
                <c:pt idx="6230">
                  <c:v>72.442008999999999</c:v>
                </c:pt>
                <c:pt idx="6231">
                  <c:v>72.404503000000005</c:v>
                </c:pt>
                <c:pt idx="6232">
                  <c:v>72.360221999999993</c:v>
                </c:pt>
                <c:pt idx="6233">
                  <c:v>72.316406000000001</c:v>
                </c:pt>
                <c:pt idx="6234">
                  <c:v>72.275161999999995</c:v>
                </c:pt>
                <c:pt idx="6235">
                  <c:v>72.22654</c:v>
                </c:pt>
                <c:pt idx="6236">
                  <c:v>72.160872999999995</c:v>
                </c:pt>
                <c:pt idx="6237">
                  <c:v>72.082656999999998</c:v>
                </c:pt>
                <c:pt idx="6238">
                  <c:v>71.995711999999997</c:v>
                </c:pt>
                <c:pt idx="6239">
                  <c:v>71.899451999999997</c:v>
                </c:pt>
                <c:pt idx="6240">
                  <c:v>71.799605999999997</c:v>
                </c:pt>
                <c:pt idx="6241">
                  <c:v>71.704093999999998</c:v>
                </c:pt>
                <c:pt idx="6242">
                  <c:v>71.619225</c:v>
                </c:pt>
                <c:pt idx="6243">
                  <c:v>71.543189999999996</c:v>
                </c:pt>
                <c:pt idx="6244">
                  <c:v>71.472037999999998</c:v>
                </c:pt>
                <c:pt idx="6245">
                  <c:v>71.401611000000003</c:v>
                </c:pt>
                <c:pt idx="6246">
                  <c:v>71.324546999999995</c:v>
                </c:pt>
                <c:pt idx="6247">
                  <c:v>71.233024999999998</c:v>
                </c:pt>
                <c:pt idx="6248">
                  <c:v>71.133453000000003</c:v>
                </c:pt>
                <c:pt idx="6249">
                  <c:v>71.033203</c:v>
                </c:pt>
                <c:pt idx="6250">
                  <c:v>70.937781999999999</c:v>
                </c:pt>
                <c:pt idx="6251">
                  <c:v>70.849532999999994</c:v>
                </c:pt>
                <c:pt idx="6252">
                  <c:v>70.767448000000002</c:v>
                </c:pt>
                <c:pt idx="6253">
                  <c:v>70.695510999999996</c:v>
                </c:pt>
                <c:pt idx="6254">
                  <c:v>70.626311999999999</c:v>
                </c:pt>
                <c:pt idx="6255">
                  <c:v>70.558197000000007</c:v>
                </c:pt>
                <c:pt idx="6256">
                  <c:v>70.486114999999998</c:v>
                </c:pt>
                <c:pt idx="6257">
                  <c:v>70.405067000000003</c:v>
                </c:pt>
                <c:pt idx="6258">
                  <c:v>70.314200999999997</c:v>
                </c:pt>
                <c:pt idx="6259">
                  <c:v>70.217003000000005</c:v>
                </c:pt>
                <c:pt idx="6260">
                  <c:v>70.120116999999993</c:v>
                </c:pt>
                <c:pt idx="6261">
                  <c:v>70.020767000000006</c:v>
                </c:pt>
                <c:pt idx="6262">
                  <c:v>69.920021000000006</c:v>
                </c:pt>
                <c:pt idx="6263">
                  <c:v>69.819916000000006</c:v>
                </c:pt>
                <c:pt idx="6264">
                  <c:v>69.713500999999994</c:v>
                </c:pt>
                <c:pt idx="6265">
                  <c:v>69.605025999999995</c:v>
                </c:pt>
                <c:pt idx="6266">
                  <c:v>69.512198999999995</c:v>
                </c:pt>
                <c:pt idx="6267">
                  <c:v>69.445060999999995</c:v>
                </c:pt>
                <c:pt idx="6268">
                  <c:v>69.408783</c:v>
                </c:pt>
                <c:pt idx="6269">
                  <c:v>69.398078999999996</c:v>
                </c:pt>
                <c:pt idx="6270">
                  <c:v>69.397354000000007</c:v>
                </c:pt>
                <c:pt idx="6271">
                  <c:v>69.403296999999995</c:v>
                </c:pt>
                <c:pt idx="6272">
                  <c:v>69.411300999999995</c:v>
                </c:pt>
                <c:pt idx="6273">
                  <c:v>69.419548000000006</c:v>
                </c:pt>
                <c:pt idx="6274">
                  <c:v>69.425644000000005</c:v>
                </c:pt>
                <c:pt idx="6275">
                  <c:v>69.430289999999999</c:v>
                </c:pt>
                <c:pt idx="6276">
                  <c:v>69.432937999999993</c:v>
                </c:pt>
                <c:pt idx="6277">
                  <c:v>69.438911000000004</c:v>
                </c:pt>
                <c:pt idx="6278">
                  <c:v>69.449698999999995</c:v>
                </c:pt>
                <c:pt idx="6279">
                  <c:v>69.465416000000005</c:v>
                </c:pt>
                <c:pt idx="6280">
                  <c:v>69.484527999999997</c:v>
                </c:pt>
                <c:pt idx="6281">
                  <c:v>69.505882</c:v>
                </c:pt>
                <c:pt idx="6282">
                  <c:v>69.528969000000004</c:v>
                </c:pt>
                <c:pt idx="6283">
                  <c:v>69.552254000000005</c:v>
                </c:pt>
                <c:pt idx="6284">
                  <c:v>69.571815000000001</c:v>
                </c:pt>
                <c:pt idx="6285">
                  <c:v>69.583031000000005</c:v>
                </c:pt>
                <c:pt idx="6286">
                  <c:v>69.582145999999995</c:v>
                </c:pt>
                <c:pt idx="6287">
                  <c:v>69.563727999999998</c:v>
                </c:pt>
                <c:pt idx="6288">
                  <c:v>69.534760000000006</c:v>
                </c:pt>
                <c:pt idx="6289">
                  <c:v>69.504836999999995</c:v>
                </c:pt>
                <c:pt idx="6290">
                  <c:v>69.478927999999996</c:v>
                </c:pt>
                <c:pt idx="6291">
                  <c:v>69.463997000000006</c:v>
                </c:pt>
                <c:pt idx="6292">
                  <c:v>69.454918000000006</c:v>
                </c:pt>
                <c:pt idx="6293">
                  <c:v>69.446556000000001</c:v>
                </c:pt>
                <c:pt idx="6294">
                  <c:v>69.446426000000002</c:v>
                </c:pt>
                <c:pt idx="6295">
                  <c:v>69.448807000000002</c:v>
                </c:pt>
                <c:pt idx="6296">
                  <c:v>69.456573000000006</c:v>
                </c:pt>
                <c:pt idx="6297">
                  <c:v>69.462592999999998</c:v>
                </c:pt>
                <c:pt idx="6298">
                  <c:v>69.466751000000002</c:v>
                </c:pt>
                <c:pt idx="6299">
                  <c:v>69.481078999999994</c:v>
                </c:pt>
                <c:pt idx="6300">
                  <c:v>69.517455999999996</c:v>
                </c:pt>
                <c:pt idx="6301">
                  <c:v>69.575835999999995</c:v>
                </c:pt>
                <c:pt idx="6302">
                  <c:v>69.658271999999997</c:v>
                </c:pt>
                <c:pt idx="6303">
                  <c:v>69.771927000000005</c:v>
                </c:pt>
                <c:pt idx="6304">
                  <c:v>69.893280000000004</c:v>
                </c:pt>
                <c:pt idx="6305">
                  <c:v>70.016578999999993</c:v>
                </c:pt>
                <c:pt idx="6306">
                  <c:v>70.149635000000004</c:v>
                </c:pt>
                <c:pt idx="6307">
                  <c:v>70.271332000000001</c:v>
                </c:pt>
                <c:pt idx="6308">
                  <c:v>70.383965000000003</c:v>
                </c:pt>
                <c:pt idx="6309">
                  <c:v>70.468079000000003</c:v>
                </c:pt>
                <c:pt idx="6310">
                  <c:v>70.527953999999994</c:v>
                </c:pt>
                <c:pt idx="6311">
                  <c:v>70.581207000000006</c:v>
                </c:pt>
                <c:pt idx="6312">
                  <c:v>70.620636000000005</c:v>
                </c:pt>
                <c:pt idx="6313">
                  <c:v>70.664719000000005</c:v>
                </c:pt>
                <c:pt idx="6314">
                  <c:v>70.714873999999995</c:v>
                </c:pt>
                <c:pt idx="6315">
                  <c:v>70.760673999999995</c:v>
                </c:pt>
                <c:pt idx="6316">
                  <c:v>70.815917999999996</c:v>
                </c:pt>
                <c:pt idx="6317">
                  <c:v>70.879493999999994</c:v>
                </c:pt>
                <c:pt idx="6318">
                  <c:v>70.957863000000003</c:v>
                </c:pt>
                <c:pt idx="6319">
                  <c:v>71.048743999999999</c:v>
                </c:pt>
                <c:pt idx="6320">
                  <c:v>71.143722999999994</c:v>
                </c:pt>
                <c:pt idx="6321">
                  <c:v>71.238997999999995</c:v>
                </c:pt>
                <c:pt idx="6322">
                  <c:v>71.331963000000002</c:v>
                </c:pt>
                <c:pt idx="6323">
                  <c:v>71.419846000000007</c:v>
                </c:pt>
                <c:pt idx="6324">
                  <c:v>71.500007999999994</c:v>
                </c:pt>
                <c:pt idx="6325">
                  <c:v>71.575111000000007</c:v>
                </c:pt>
                <c:pt idx="6326">
                  <c:v>71.654792999999998</c:v>
                </c:pt>
                <c:pt idx="6327">
                  <c:v>71.741776000000002</c:v>
                </c:pt>
                <c:pt idx="6328">
                  <c:v>71.834327999999999</c:v>
                </c:pt>
                <c:pt idx="6329">
                  <c:v>71.930167999999995</c:v>
                </c:pt>
                <c:pt idx="6330">
                  <c:v>72.025497000000001</c:v>
                </c:pt>
                <c:pt idx="6331">
                  <c:v>72.112846000000005</c:v>
                </c:pt>
                <c:pt idx="6332">
                  <c:v>72.182975999999996</c:v>
                </c:pt>
                <c:pt idx="6333">
                  <c:v>72.226646000000002</c:v>
                </c:pt>
                <c:pt idx="6334">
                  <c:v>72.241234000000006</c:v>
                </c:pt>
                <c:pt idx="6335">
                  <c:v>72.227660999999998</c:v>
                </c:pt>
                <c:pt idx="6336">
                  <c:v>72.202895999999996</c:v>
                </c:pt>
                <c:pt idx="6337">
                  <c:v>72.185340999999994</c:v>
                </c:pt>
                <c:pt idx="6338">
                  <c:v>72.175583000000003</c:v>
                </c:pt>
                <c:pt idx="6339">
                  <c:v>72.175483999999997</c:v>
                </c:pt>
                <c:pt idx="6340">
                  <c:v>72.192870999999997</c:v>
                </c:pt>
                <c:pt idx="6341">
                  <c:v>72.230712999999994</c:v>
                </c:pt>
                <c:pt idx="6342">
                  <c:v>72.278412000000003</c:v>
                </c:pt>
                <c:pt idx="6343">
                  <c:v>72.319930999999997</c:v>
                </c:pt>
                <c:pt idx="6344">
                  <c:v>72.360457999999994</c:v>
                </c:pt>
                <c:pt idx="6345">
                  <c:v>72.395020000000002</c:v>
                </c:pt>
                <c:pt idx="6346">
                  <c:v>72.435822000000002</c:v>
                </c:pt>
                <c:pt idx="6347">
                  <c:v>72.488731000000001</c:v>
                </c:pt>
                <c:pt idx="6348">
                  <c:v>72.546622999999997</c:v>
                </c:pt>
                <c:pt idx="6349">
                  <c:v>72.609359999999995</c:v>
                </c:pt>
                <c:pt idx="6350">
                  <c:v>72.677597000000006</c:v>
                </c:pt>
                <c:pt idx="6351">
                  <c:v>72.750107</c:v>
                </c:pt>
                <c:pt idx="6352">
                  <c:v>72.823043999999996</c:v>
                </c:pt>
                <c:pt idx="6353">
                  <c:v>72.893378999999996</c:v>
                </c:pt>
                <c:pt idx="6354">
                  <c:v>72.965607000000006</c:v>
                </c:pt>
                <c:pt idx="6355">
                  <c:v>73.037803999999994</c:v>
                </c:pt>
                <c:pt idx="6356">
                  <c:v>73.100716000000006</c:v>
                </c:pt>
                <c:pt idx="6357">
                  <c:v>73.152648999999997</c:v>
                </c:pt>
                <c:pt idx="6358">
                  <c:v>73.201042000000001</c:v>
                </c:pt>
                <c:pt idx="6359">
                  <c:v>73.263831999999994</c:v>
                </c:pt>
                <c:pt idx="6360">
                  <c:v>73.351630999999998</c:v>
                </c:pt>
                <c:pt idx="6361">
                  <c:v>73.466209000000006</c:v>
                </c:pt>
                <c:pt idx="6362">
                  <c:v>73.597908000000004</c:v>
                </c:pt>
                <c:pt idx="6363">
                  <c:v>73.739647000000005</c:v>
                </c:pt>
                <c:pt idx="6364">
                  <c:v>73.889076000000003</c:v>
                </c:pt>
                <c:pt idx="6365">
                  <c:v>74.039321999999999</c:v>
                </c:pt>
                <c:pt idx="6366">
                  <c:v>74.184173999999999</c:v>
                </c:pt>
                <c:pt idx="6367">
                  <c:v>74.328948999999994</c:v>
                </c:pt>
                <c:pt idx="6368">
                  <c:v>74.472115000000002</c:v>
                </c:pt>
                <c:pt idx="6369">
                  <c:v>74.618049999999997</c:v>
                </c:pt>
                <c:pt idx="6370">
                  <c:v>74.759086999999994</c:v>
                </c:pt>
                <c:pt idx="6371">
                  <c:v>74.892775999999998</c:v>
                </c:pt>
                <c:pt idx="6372">
                  <c:v>75.019073000000006</c:v>
                </c:pt>
                <c:pt idx="6373">
                  <c:v>75.134888000000004</c:v>
                </c:pt>
                <c:pt idx="6374">
                  <c:v>75.235839999999996</c:v>
                </c:pt>
                <c:pt idx="6375">
                  <c:v>75.322570999999996</c:v>
                </c:pt>
                <c:pt idx="6376">
                  <c:v>75.400290999999996</c:v>
                </c:pt>
                <c:pt idx="6377">
                  <c:v>75.478424000000004</c:v>
                </c:pt>
                <c:pt idx="6378">
                  <c:v>75.566451999999998</c:v>
                </c:pt>
                <c:pt idx="6379">
                  <c:v>75.680098999999998</c:v>
                </c:pt>
                <c:pt idx="6380">
                  <c:v>75.808639999999997</c:v>
                </c:pt>
                <c:pt idx="6381">
                  <c:v>75.941399000000004</c:v>
                </c:pt>
                <c:pt idx="6382">
                  <c:v>76.075126999999995</c:v>
                </c:pt>
                <c:pt idx="6383">
                  <c:v>76.204498000000001</c:v>
                </c:pt>
                <c:pt idx="6384">
                  <c:v>76.330642999999995</c:v>
                </c:pt>
                <c:pt idx="6385">
                  <c:v>76.451065</c:v>
                </c:pt>
                <c:pt idx="6386">
                  <c:v>76.558341999999996</c:v>
                </c:pt>
                <c:pt idx="6387">
                  <c:v>76.649367999999996</c:v>
                </c:pt>
                <c:pt idx="6388">
                  <c:v>76.725677000000005</c:v>
                </c:pt>
                <c:pt idx="6389">
                  <c:v>76.794701000000003</c:v>
                </c:pt>
                <c:pt idx="6390">
                  <c:v>76.861915999999994</c:v>
                </c:pt>
                <c:pt idx="6391">
                  <c:v>76.925797000000003</c:v>
                </c:pt>
                <c:pt idx="6392">
                  <c:v>76.985885999999994</c:v>
                </c:pt>
                <c:pt idx="6393">
                  <c:v>77.047141999999994</c:v>
                </c:pt>
                <c:pt idx="6394">
                  <c:v>77.111816000000005</c:v>
                </c:pt>
                <c:pt idx="6395">
                  <c:v>77.170501999999999</c:v>
                </c:pt>
                <c:pt idx="6396">
                  <c:v>77.221207000000007</c:v>
                </c:pt>
                <c:pt idx="6397">
                  <c:v>77.260779999999997</c:v>
                </c:pt>
                <c:pt idx="6398">
                  <c:v>77.287704000000005</c:v>
                </c:pt>
                <c:pt idx="6399">
                  <c:v>77.296477999999993</c:v>
                </c:pt>
                <c:pt idx="6400">
                  <c:v>77.288833999999994</c:v>
                </c:pt>
                <c:pt idx="6401">
                  <c:v>77.276093000000003</c:v>
                </c:pt>
                <c:pt idx="6402">
                  <c:v>77.261977999999999</c:v>
                </c:pt>
                <c:pt idx="6403">
                  <c:v>77.248840000000001</c:v>
                </c:pt>
                <c:pt idx="6404">
                  <c:v>77.235732999999996</c:v>
                </c:pt>
                <c:pt idx="6405">
                  <c:v>77.210632000000004</c:v>
                </c:pt>
                <c:pt idx="6406">
                  <c:v>77.179062000000002</c:v>
                </c:pt>
                <c:pt idx="6407">
                  <c:v>77.151871</c:v>
                </c:pt>
                <c:pt idx="6408">
                  <c:v>77.128754000000001</c:v>
                </c:pt>
                <c:pt idx="6409">
                  <c:v>77.109245000000001</c:v>
                </c:pt>
                <c:pt idx="6410">
                  <c:v>77.096999999999994</c:v>
                </c:pt>
                <c:pt idx="6411">
                  <c:v>77.092406999999994</c:v>
                </c:pt>
                <c:pt idx="6412">
                  <c:v>77.089866999999998</c:v>
                </c:pt>
                <c:pt idx="6413">
                  <c:v>77.079528999999994</c:v>
                </c:pt>
                <c:pt idx="6414">
                  <c:v>77.063179000000005</c:v>
                </c:pt>
                <c:pt idx="6415">
                  <c:v>77.045554999999993</c:v>
                </c:pt>
                <c:pt idx="6416">
                  <c:v>77.028580000000005</c:v>
                </c:pt>
                <c:pt idx="6417">
                  <c:v>77.014954000000003</c:v>
                </c:pt>
                <c:pt idx="6418">
                  <c:v>77.009452999999993</c:v>
                </c:pt>
                <c:pt idx="6419">
                  <c:v>77.022400000000005</c:v>
                </c:pt>
                <c:pt idx="6420">
                  <c:v>77.060660999999996</c:v>
                </c:pt>
                <c:pt idx="6421">
                  <c:v>77.105620999999999</c:v>
                </c:pt>
                <c:pt idx="6422">
                  <c:v>77.149590000000003</c:v>
                </c:pt>
                <c:pt idx="6423">
                  <c:v>77.182945000000004</c:v>
                </c:pt>
                <c:pt idx="6424">
                  <c:v>77.201378000000005</c:v>
                </c:pt>
                <c:pt idx="6425">
                  <c:v>77.214989000000003</c:v>
                </c:pt>
                <c:pt idx="6426">
                  <c:v>77.234932000000001</c:v>
                </c:pt>
                <c:pt idx="6427">
                  <c:v>77.263465999999994</c:v>
                </c:pt>
                <c:pt idx="6428">
                  <c:v>77.293021999999993</c:v>
                </c:pt>
                <c:pt idx="6429">
                  <c:v>77.321579</c:v>
                </c:pt>
                <c:pt idx="6430">
                  <c:v>77.352417000000003</c:v>
                </c:pt>
                <c:pt idx="6431">
                  <c:v>77.382523000000006</c:v>
                </c:pt>
                <c:pt idx="6432">
                  <c:v>77.409217999999996</c:v>
                </c:pt>
                <c:pt idx="6433">
                  <c:v>77.440772999999993</c:v>
                </c:pt>
                <c:pt idx="6434">
                  <c:v>77.483849000000006</c:v>
                </c:pt>
                <c:pt idx="6435">
                  <c:v>77.540488999999994</c:v>
                </c:pt>
                <c:pt idx="6436">
                  <c:v>77.601890999999995</c:v>
                </c:pt>
                <c:pt idx="6437">
                  <c:v>77.663330000000002</c:v>
                </c:pt>
                <c:pt idx="6438">
                  <c:v>77.724639999999994</c:v>
                </c:pt>
                <c:pt idx="6439">
                  <c:v>77.784599</c:v>
                </c:pt>
                <c:pt idx="6440">
                  <c:v>77.847130000000007</c:v>
                </c:pt>
                <c:pt idx="6441">
                  <c:v>77.911736000000005</c:v>
                </c:pt>
                <c:pt idx="6442">
                  <c:v>77.972717000000003</c:v>
                </c:pt>
                <c:pt idx="6443">
                  <c:v>78.029983999999999</c:v>
                </c:pt>
                <c:pt idx="6444">
                  <c:v>78.089568999999997</c:v>
                </c:pt>
                <c:pt idx="6445">
                  <c:v>78.150031999999996</c:v>
                </c:pt>
                <c:pt idx="6446">
                  <c:v>78.213310000000007</c:v>
                </c:pt>
                <c:pt idx="6447">
                  <c:v>78.289185000000003</c:v>
                </c:pt>
                <c:pt idx="6448">
                  <c:v>78.386832999999996</c:v>
                </c:pt>
                <c:pt idx="6449">
                  <c:v>78.507216999999997</c:v>
                </c:pt>
                <c:pt idx="6450">
                  <c:v>78.644829000000001</c:v>
                </c:pt>
                <c:pt idx="6451">
                  <c:v>78.791077000000001</c:v>
                </c:pt>
                <c:pt idx="6452">
                  <c:v>78.942183999999997</c:v>
                </c:pt>
                <c:pt idx="6453">
                  <c:v>79.092758000000003</c:v>
                </c:pt>
                <c:pt idx="6454">
                  <c:v>79.241095999999999</c:v>
                </c:pt>
                <c:pt idx="6455">
                  <c:v>79.386016999999995</c:v>
                </c:pt>
                <c:pt idx="6456">
                  <c:v>79.524651000000006</c:v>
                </c:pt>
                <c:pt idx="6457">
                  <c:v>79.655097999999995</c:v>
                </c:pt>
                <c:pt idx="6458">
                  <c:v>79.782272000000006</c:v>
                </c:pt>
                <c:pt idx="6459">
                  <c:v>79.904990999999995</c:v>
                </c:pt>
                <c:pt idx="6460">
                  <c:v>80.020966000000001</c:v>
                </c:pt>
                <c:pt idx="6461">
                  <c:v>80.125450000000001</c:v>
                </c:pt>
                <c:pt idx="6462">
                  <c:v>80.222244000000003</c:v>
                </c:pt>
                <c:pt idx="6463">
                  <c:v>80.311508000000003</c:v>
                </c:pt>
                <c:pt idx="6464">
                  <c:v>80.402930999999995</c:v>
                </c:pt>
                <c:pt idx="6465">
                  <c:v>80.493103000000005</c:v>
                </c:pt>
                <c:pt idx="6466">
                  <c:v>80.594200000000001</c:v>
                </c:pt>
                <c:pt idx="6467">
                  <c:v>80.705956</c:v>
                </c:pt>
                <c:pt idx="6468">
                  <c:v>80.826545999999993</c:v>
                </c:pt>
                <c:pt idx="6469">
                  <c:v>80.953093999999993</c:v>
                </c:pt>
                <c:pt idx="6470">
                  <c:v>81.074455</c:v>
                </c:pt>
                <c:pt idx="6471">
                  <c:v>81.183898999999997</c:v>
                </c:pt>
                <c:pt idx="6472">
                  <c:v>81.281143</c:v>
                </c:pt>
                <c:pt idx="6473">
                  <c:v>81.368178999999998</c:v>
                </c:pt>
                <c:pt idx="6474">
                  <c:v>81.447220000000002</c:v>
                </c:pt>
                <c:pt idx="6475">
                  <c:v>81.518539000000004</c:v>
                </c:pt>
                <c:pt idx="6476">
                  <c:v>81.585555999999997</c:v>
                </c:pt>
                <c:pt idx="6477">
                  <c:v>81.648773000000006</c:v>
                </c:pt>
                <c:pt idx="6478">
                  <c:v>81.706603999999999</c:v>
                </c:pt>
                <c:pt idx="6479">
                  <c:v>81.757050000000007</c:v>
                </c:pt>
                <c:pt idx="6480">
                  <c:v>81.793289000000001</c:v>
                </c:pt>
                <c:pt idx="6481">
                  <c:v>81.809937000000005</c:v>
                </c:pt>
                <c:pt idx="6482">
                  <c:v>81.8078</c:v>
                </c:pt>
                <c:pt idx="6483">
                  <c:v>81.786552</c:v>
                </c:pt>
                <c:pt idx="6484">
                  <c:v>81.751655999999997</c:v>
                </c:pt>
                <c:pt idx="6485">
                  <c:v>81.706130999999999</c:v>
                </c:pt>
                <c:pt idx="6486">
                  <c:v>81.653992000000002</c:v>
                </c:pt>
                <c:pt idx="6487">
                  <c:v>81.602126999999996</c:v>
                </c:pt>
                <c:pt idx="6488">
                  <c:v>81.553657999999999</c:v>
                </c:pt>
                <c:pt idx="6489">
                  <c:v>81.505118999999993</c:v>
                </c:pt>
                <c:pt idx="6490">
                  <c:v>81.457603000000006</c:v>
                </c:pt>
                <c:pt idx="6491">
                  <c:v>81.416770999999997</c:v>
                </c:pt>
                <c:pt idx="6492">
                  <c:v>81.391373000000002</c:v>
                </c:pt>
                <c:pt idx="6493">
                  <c:v>81.384345999999994</c:v>
                </c:pt>
                <c:pt idx="6494">
                  <c:v>81.379440000000002</c:v>
                </c:pt>
                <c:pt idx="6495">
                  <c:v>81.370316000000003</c:v>
                </c:pt>
                <c:pt idx="6496">
                  <c:v>81.357956000000001</c:v>
                </c:pt>
                <c:pt idx="6497">
                  <c:v>81.345078000000001</c:v>
                </c:pt>
                <c:pt idx="6498">
                  <c:v>81.340018999999998</c:v>
                </c:pt>
                <c:pt idx="6499">
                  <c:v>81.346832000000006</c:v>
                </c:pt>
                <c:pt idx="6500">
                  <c:v>81.354668000000004</c:v>
                </c:pt>
                <c:pt idx="6501">
                  <c:v>81.349120999999997</c:v>
                </c:pt>
                <c:pt idx="6502">
                  <c:v>81.332138</c:v>
                </c:pt>
                <c:pt idx="6503">
                  <c:v>81.314010999999994</c:v>
                </c:pt>
                <c:pt idx="6504">
                  <c:v>81.298835999999994</c:v>
                </c:pt>
                <c:pt idx="6505">
                  <c:v>81.290260000000004</c:v>
                </c:pt>
                <c:pt idx="6506">
                  <c:v>81.291718000000003</c:v>
                </c:pt>
                <c:pt idx="6507">
                  <c:v>81.309676999999994</c:v>
                </c:pt>
                <c:pt idx="6508">
                  <c:v>81.351021000000003</c:v>
                </c:pt>
                <c:pt idx="6509">
                  <c:v>81.415131000000002</c:v>
                </c:pt>
                <c:pt idx="6510">
                  <c:v>81.498878000000005</c:v>
                </c:pt>
                <c:pt idx="6511">
                  <c:v>81.601746000000006</c:v>
                </c:pt>
                <c:pt idx="6512">
                  <c:v>81.716728000000003</c:v>
                </c:pt>
                <c:pt idx="6513">
                  <c:v>81.828018</c:v>
                </c:pt>
                <c:pt idx="6514">
                  <c:v>81.925224</c:v>
                </c:pt>
                <c:pt idx="6515">
                  <c:v>82.010574000000005</c:v>
                </c:pt>
                <c:pt idx="6516">
                  <c:v>82.079750000000004</c:v>
                </c:pt>
                <c:pt idx="6517">
                  <c:v>82.134499000000005</c:v>
                </c:pt>
                <c:pt idx="6518">
                  <c:v>82.176238999999995</c:v>
                </c:pt>
                <c:pt idx="6519">
                  <c:v>82.202583000000004</c:v>
                </c:pt>
                <c:pt idx="6520">
                  <c:v>82.217322999999993</c:v>
                </c:pt>
                <c:pt idx="6521">
                  <c:v>82.228333000000006</c:v>
                </c:pt>
                <c:pt idx="6522">
                  <c:v>82.240584999999996</c:v>
                </c:pt>
                <c:pt idx="6523">
                  <c:v>82.260216</c:v>
                </c:pt>
                <c:pt idx="6524">
                  <c:v>82.291656000000003</c:v>
                </c:pt>
                <c:pt idx="6525">
                  <c:v>82.331931999999995</c:v>
                </c:pt>
                <c:pt idx="6526">
                  <c:v>82.380263999999997</c:v>
                </c:pt>
                <c:pt idx="6527">
                  <c:v>82.437820000000002</c:v>
                </c:pt>
                <c:pt idx="6528">
                  <c:v>82.504813999999996</c:v>
                </c:pt>
                <c:pt idx="6529">
                  <c:v>82.576981000000004</c:v>
                </c:pt>
                <c:pt idx="6530">
                  <c:v>82.651259999999994</c:v>
                </c:pt>
                <c:pt idx="6531">
                  <c:v>82.730759000000006</c:v>
                </c:pt>
                <c:pt idx="6532">
                  <c:v>82.818314000000001</c:v>
                </c:pt>
                <c:pt idx="6533">
                  <c:v>82.916740000000004</c:v>
                </c:pt>
                <c:pt idx="6534">
                  <c:v>83.018203999999997</c:v>
                </c:pt>
                <c:pt idx="6535">
                  <c:v>83.11721</c:v>
                </c:pt>
                <c:pt idx="6536">
                  <c:v>83.212128000000007</c:v>
                </c:pt>
                <c:pt idx="6537">
                  <c:v>83.301993999999993</c:v>
                </c:pt>
                <c:pt idx="6538">
                  <c:v>83.391243000000003</c:v>
                </c:pt>
                <c:pt idx="6539">
                  <c:v>83.483413999999996</c:v>
                </c:pt>
                <c:pt idx="6540">
                  <c:v>83.580153999999993</c:v>
                </c:pt>
                <c:pt idx="6541">
                  <c:v>83.680687000000006</c:v>
                </c:pt>
                <c:pt idx="6542">
                  <c:v>83.784706</c:v>
                </c:pt>
                <c:pt idx="6543">
                  <c:v>83.889747999999997</c:v>
                </c:pt>
                <c:pt idx="6544">
                  <c:v>83.989136000000002</c:v>
                </c:pt>
                <c:pt idx="6545">
                  <c:v>84.080794999999995</c:v>
                </c:pt>
                <c:pt idx="6546">
                  <c:v>84.166145</c:v>
                </c:pt>
                <c:pt idx="6547">
                  <c:v>84.243804999999995</c:v>
                </c:pt>
                <c:pt idx="6548">
                  <c:v>84.316208000000003</c:v>
                </c:pt>
                <c:pt idx="6549">
                  <c:v>84.382689999999997</c:v>
                </c:pt>
                <c:pt idx="6550">
                  <c:v>84.448097000000004</c:v>
                </c:pt>
                <c:pt idx="6551">
                  <c:v>84.514313000000001</c:v>
                </c:pt>
                <c:pt idx="6552">
                  <c:v>84.581992999999997</c:v>
                </c:pt>
                <c:pt idx="6553">
                  <c:v>84.650810000000007</c:v>
                </c:pt>
                <c:pt idx="6554">
                  <c:v>84.718277</c:v>
                </c:pt>
                <c:pt idx="6555">
                  <c:v>84.784698000000006</c:v>
                </c:pt>
                <c:pt idx="6556">
                  <c:v>84.850219999999993</c:v>
                </c:pt>
                <c:pt idx="6557">
                  <c:v>84.915290999999996</c:v>
                </c:pt>
                <c:pt idx="6558">
                  <c:v>84.981064000000003</c:v>
                </c:pt>
                <c:pt idx="6559">
                  <c:v>85.048537999999994</c:v>
                </c:pt>
                <c:pt idx="6560">
                  <c:v>85.119163999999998</c:v>
                </c:pt>
                <c:pt idx="6561">
                  <c:v>85.191231000000002</c:v>
                </c:pt>
                <c:pt idx="6562">
                  <c:v>85.263137999999998</c:v>
                </c:pt>
                <c:pt idx="6563">
                  <c:v>85.333611000000005</c:v>
                </c:pt>
                <c:pt idx="6564">
                  <c:v>85.406334000000001</c:v>
                </c:pt>
                <c:pt idx="6565">
                  <c:v>85.480743000000004</c:v>
                </c:pt>
                <c:pt idx="6566">
                  <c:v>85.549994999999996</c:v>
                </c:pt>
                <c:pt idx="6567">
                  <c:v>85.609061999999994</c:v>
                </c:pt>
                <c:pt idx="6568">
                  <c:v>85.652541999999997</c:v>
                </c:pt>
                <c:pt idx="6569">
                  <c:v>85.687195000000003</c:v>
                </c:pt>
                <c:pt idx="6570">
                  <c:v>85.725479000000007</c:v>
                </c:pt>
                <c:pt idx="6571">
                  <c:v>85.768630999999999</c:v>
                </c:pt>
                <c:pt idx="6572">
                  <c:v>85.819107000000002</c:v>
                </c:pt>
                <c:pt idx="6573">
                  <c:v>85.878715999999997</c:v>
                </c:pt>
                <c:pt idx="6574">
                  <c:v>85.945892000000001</c:v>
                </c:pt>
                <c:pt idx="6575">
                  <c:v>86.020118999999994</c:v>
                </c:pt>
                <c:pt idx="6576">
                  <c:v>86.100280999999995</c:v>
                </c:pt>
                <c:pt idx="6577">
                  <c:v>86.182190000000006</c:v>
                </c:pt>
                <c:pt idx="6578">
                  <c:v>86.263130000000004</c:v>
                </c:pt>
                <c:pt idx="6579">
                  <c:v>86.346412999999998</c:v>
                </c:pt>
                <c:pt idx="6580">
                  <c:v>86.437461999999996</c:v>
                </c:pt>
                <c:pt idx="6581">
                  <c:v>86.537955999999994</c:v>
                </c:pt>
                <c:pt idx="6582">
                  <c:v>86.641082999999995</c:v>
                </c:pt>
                <c:pt idx="6583">
                  <c:v>86.734145999999996</c:v>
                </c:pt>
                <c:pt idx="6584">
                  <c:v>86.814734999999999</c:v>
                </c:pt>
                <c:pt idx="6585">
                  <c:v>86.890433999999999</c:v>
                </c:pt>
                <c:pt idx="6586">
                  <c:v>86.964813000000007</c:v>
                </c:pt>
                <c:pt idx="6587">
                  <c:v>87.036545000000004</c:v>
                </c:pt>
                <c:pt idx="6588">
                  <c:v>87.106849999999994</c:v>
                </c:pt>
                <c:pt idx="6589">
                  <c:v>87.179321000000002</c:v>
                </c:pt>
                <c:pt idx="6590">
                  <c:v>87.259048000000007</c:v>
                </c:pt>
                <c:pt idx="6591">
                  <c:v>87.347504000000001</c:v>
                </c:pt>
                <c:pt idx="6592">
                  <c:v>87.439293000000006</c:v>
                </c:pt>
                <c:pt idx="6593">
                  <c:v>87.527953999999994</c:v>
                </c:pt>
                <c:pt idx="6594">
                  <c:v>87.608581999999998</c:v>
                </c:pt>
                <c:pt idx="6595">
                  <c:v>87.683539999999994</c:v>
                </c:pt>
                <c:pt idx="6596">
                  <c:v>87.756568999999999</c:v>
                </c:pt>
                <c:pt idx="6597">
                  <c:v>87.824157999999997</c:v>
                </c:pt>
                <c:pt idx="6598">
                  <c:v>87.881614999999996</c:v>
                </c:pt>
                <c:pt idx="6599">
                  <c:v>87.929512000000003</c:v>
                </c:pt>
                <c:pt idx="6600">
                  <c:v>87.972678999999999</c:v>
                </c:pt>
                <c:pt idx="6601">
                  <c:v>88.013153000000003</c:v>
                </c:pt>
                <c:pt idx="6602">
                  <c:v>88.051040999999998</c:v>
                </c:pt>
                <c:pt idx="6603">
                  <c:v>88.084770000000006</c:v>
                </c:pt>
                <c:pt idx="6604">
                  <c:v>88.111571999999995</c:v>
                </c:pt>
                <c:pt idx="6605">
                  <c:v>88.133933999999996</c:v>
                </c:pt>
                <c:pt idx="6606">
                  <c:v>88.157775999999998</c:v>
                </c:pt>
                <c:pt idx="6607">
                  <c:v>88.183456000000007</c:v>
                </c:pt>
                <c:pt idx="6608">
                  <c:v>88.203163000000004</c:v>
                </c:pt>
                <c:pt idx="6609">
                  <c:v>88.220771999999997</c:v>
                </c:pt>
                <c:pt idx="6610">
                  <c:v>88.237235999999996</c:v>
                </c:pt>
                <c:pt idx="6611">
                  <c:v>88.252540999999994</c:v>
                </c:pt>
                <c:pt idx="6612">
                  <c:v>88.263007999999999</c:v>
                </c:pt>
                <c:pt idx="6613">
                  <c:v>88.264495999999994</c:v>
                </c:pt>
                <c:pt idx="6614">
                  <c:v>88.262816999999998</c:v>
                </c:pt>
                <c:pt idx="6615">
                  <c:v>88.269295</c:v>
                </c:pt>
                <c:pt idx="6616">
                  <c:v>88.299187000000003</c:v>
                </c:pt>
                <c:pt idx="6617">
                  <c:v>88.358513000000002</c:v>
                </c:pt>
                <c:pt idx="6618">
                  <c:v>88.434921000000003</c:v>
                </c:pt>
                <c:pt idx="6619">
                  <c:v>88.510147000000003</c:v>
                </c:pt>
                <c:pt idx="6620">
                  <c:v>88.570853999999997</c:v>
                </c:pt>
                <c:pt idx="6621">
                  <c:v>88.620734999999996</c:v>
                </c:pt>
                <c:pt idx="6622">
                  <c:v>88.672225999999995</c:v>
                </c:pt>
                <c:pt idx="6623">
                  <c:v>88.732658000000001</c:v>
                </c:pt>
                <c:pt idx="6624">
                  <c:v>88.800826999999998</c:v>
                </c:pt>
                <c:pt idx="6625">
                  <c:v>88.871109000000004</c:v>
                </c:pt>
                <c:pt idx="6626">
                  <c:v>88.927681000000007</c:v>
                </c:pt>
                <c:pt idx="6627">
                  <c:v>88.965553</c:v>
                </c:pt>
                <c:pt idx="6628">
                  <c:v>88.992844000000005</c:v>
                </c:pt>
                <c:pt idx="6629">
                  <c:v>89.014472999999995</c:v>
                </c:pt>
                <c:pt idx="6630">
                  <c:v>89.024878999999999</c:v>
                </c:pt>
                <c:pt idx="6631">
                  <c:v>89.022354000000007</c:v>
                </c:pt>
                <c:pt idx="6632">
                  <c:v>89.019951000000006</c:v>
                </c:pt>
                <c:pt idx="6633">
                  <c:v>89.022780999999995</c:v>
                </c:pt>
                <c:pt idx="6634">
                  <c:v>89.029510000000002</c:v>
                </c:pt>
                <c:pt idx="6635">
                  <c:v>89.038109000000006</c:v>
                </c:pt>
                <c:pt idx="6636">
                  <c:v>89.048164</c:v>
                </c:pt>
                <c:pt idx="6637">
                  <c:v>89.061950999999993</c:v>
                </c:pt>
                <c:pt idx="6638">
                  <c:v>89.081146000000004</c:v>
                </c:pt>
                <c:pt idx="6639">
                  <c:v>89.105164000000002</c:v>
                </c:pt>
                <c:pt idx="6640">
                  <c:v>89.124542000000005</c:v>
                </c:pt>
                <c:pt idx="6641">
                  <c:v>89.134781000000004</c:v>
                </c:pt>
                <c:pt idx="6642">
                  <c:v>89.141434000000004</c:v>
                </c:pt>
                <c:pt idx="6643">
                  <c:v>89.151398</c:v>
                </c:pt>
                <c:pt idx="6644">
                  <c:v>89.162711999999999</c:v>
                </c:pt>
                <c:pt idx="6645">
                  <c:v>89.170280000000005</c:v>
                </c:pt>
                <c:pt idx="6646">
                  <c:v>89.175055999999998</c:v>
                </c:pt>
                <c:pt idx="6647">
                  <c:v>89.184096999999994</c:v>
                </c:pt>
                <c:pt idx="6648">
                  <c:v>89.198982000000001</c:v>
                </c:pt>
                <c:pt idx="6649">
                  <c:v>89.230095000000006</c:v>
                </c:pt>
                <c:pt idx="6650">
                  <c:v>89.277985000000001</c:v>
                </c:pt>
                <c:pt idx="6651">
                  <c:v>89.346046000000001</c:v>
                </c:pt>
                <c:pt idx="6652">
                  <c:v>89.436531000000002</c:v>
                </c:pt>
                <c:pt idx="6653">
                  <c:v>89.539603999999997</c:v>
                </c:pt>
                <c:pt idx="6654">
                  <c:v>89.645095999999995</c:v>
                </c:pt>
                <c:pt idx="6655">
                  <c:v>89.743790000000004</c:v>
                </c:pt>
                <c:pt idx="6656">
                  <c:v>89.834709000000004</c:v>
                </c:pt>
                <c:pt idx="6657">
                  <c:v>89.927002000000002</c:v>
                </c:pt>
                <c:pt idx="6658">
                  <c:v>90.021422999999999</c:v>
                </c:pt>
                <c:pt idx="6659">
                  <c:v>90.119750999999994</c:v>
                </c:pt>
                <c:pt idx="6660">
                  <c:v>90.226532000000006</c:v>
                </c:pt>
                <c:pt idx="6661">
                  <c:v>90.340141000000003</c:v>
                </c:pt>
                <c:pt idx="6662">
                  <c:v>90.459434999999999</c:v>
                </c:pt>
                <c:pt idx="6663">
                  <c:v>90.586844999999997</c:v>
                </c:pt>
                <c:pt idx="6664">
                  <c:v>90.721710000000002</c:v>
                </c:pt>
                <c:pt idx="6665">
                  <c:v>90.861892999999995</c:v>
                </c:pt>
                <c:pt idx="6666">
                  <c:v>91.009536999999995</c:v>
                </c:pt>
                <c:pt idx="6667">
                  <c:v>91.168364999999994</c:v>
                </c:pt>
                <c:pt idx="6668">
                  <c:v>91.337090000000003</c:v>
                </c:pt>
                <c:pt idx="6669">
                  <c:v>91.510863999999998</c:v>
                </c:pt>
                <c:pt idx="6670">
                  <c:v>91.678955000000002</c:v>
                </c:pt>
                <c:pt idx="6671">
                  <c:v>91.832840000000004</c:v>
                </c:pt>
                <c:pt idx="6672">
                  <c:v>91.969871999999995</c:v>
                </c:pt>
                <c:pt idx="6673">
                  <c:v>92.092613</c:v>
                </c:pt>
                <c:pt idx="6674">
                  <c:v>92.202965000000006</c:v>
                </c:pt>
                <c:pt idx="6675">
                  <c:v>92.305908000000002</c:v>
                </c:pt>
                <c:pt idx="6676">
                  <c:v>92.404906999999994</c:v>
                </c:pt>
                <c:pt idx="6677">
                  <c:v>92.499877999999995</c:v>
                </c:pt>
                <c:pt idx="6678">
                  <c:v>92.589928</c:v>
                </c:pt>
                <c:pt idx="6679">
                  <c:v>92.679175999999998</c:v>
                </c:pt>
                <c:pt idx="6680">
                  <c:v>92.769005000000007</c:v>
                </c:pt>
                <c:pt idx="6681">
                  <c:v>92.867157000000006</c:v>
                </c:pt>
                <c:pt idx="6682">
                  <c:v>92.9786</c:v>
                </c:pt>
                <c:pt idx="6683">
                  <c:v>93.085030000000003</c:v>
                </c:pt>
                <c:pt idx="6684">
                  <c:v>93.157570000000007</c:v>
                </c:pt>
                <c:pt idx="6685">
                  <c:v>93.197051999999999</c:v>
                </c:pt>
                <c:pt idx="6686">
                  <c:v>93.218261999999996</c:v>
                </c:pt>
                <c:pt idx="6687">
                  <c:v>93.234154000000004</c:v>
                </c:pt>
                <c:pt idx="6688">
                  <c:v>93.249306000000004</c:v>
                </c:pt>
                <c:pt idx="6689">
                  <c:v>93.262816999999998</c:v>
                </c:pt>
                <c:pt idx="6690">
                  <c:v>93.274833999999998</c:v>
                </c:pt>
                <c:pt idx="6691">
                  <c:v>93.287666000000002</c:v>
                </c:pt>
                <c:pt idx="6692">
                  <c:v>93.297027999999997</c:v>
                </c:pt>
                <c:pt idx="6693">
                  <c:v>93.312011999999996</c:v>
                </c:pt>
                <c:pt idx="6694">
                  <c:v>93.340323999999995</c:v>
                </c:pt>
                <c:pt idx="6695">
                  <c:v>93.383506999999994</c:v>
                </c:pt>
                <c:pt idx="6696">
                  <c:v>93.433075000000002</c:v>
                </c:pt>
                <c:pt idx="6697">
                  <c:v>93.482108999999994</c:v>
                </c:pt>
                <c:pt idx="6698">
                  <c:v>93.528625000000005</c:v>
                </c:pt>
                <c:pt idx="6699">
                  <c:v>93.570541000000006</c:v>
                </c:pt>
                <c:pt idx="6700">
                  <c:v>93.606926000000001</c:v>
                </c:pt>
                <c:pt idx="6701">
                  <c:v>93.649817999999996</c:v>
                </c:pt>
                <c:pt idx="6702">
                  <c:v>93.706092999999996</c:v>
                </c:pt>
                <c:pt idx="6703">
                  <c:v>93.763785999999996</c:v>
                </c:pt>
                <c:pt idx="6704">
                  <c:v>93.816665999999998</c:v>
                </c:pt>
                <c:pt idx="6705">
                  <c:v>93.862694000000005</c:v>
                </c:pt>
                <c:pt idx="6706">
                  <c:v>93.900620000000004</c:v>
                </c:pt>
                <c:pt idx="6707">
                  <c:v>93.933121</c:v>
                </c:pt>
                <c:pt idx="6708">
                  <c:v>93.965569000000002</c:v>
                </c:pt>
                <c:pt idx="6709">
                  <c:v>94.006073000000001</c:v>
                </c:pt>
                <c:pt idx="6710">
                  <c:v>94.052925000000002</c:v>
                </c:pt>
                <c:pt idx="6711">
                  <c:v>94.105331000000007</c:v>
                </c:pt>
                <c:pt idx="6712">
                  <c:v>94.162766000000005</c:v>
                </c:pt>
                <c:pt idx="6713">
                  <c:v>94.224288999999999</c:v>
                </c:pt>
                <c:pt idx="6714">
                  <c:v>94.286758000000006</c:v>
                </c:pt>
                <c:pt idx="6715">
                  <c:v>94.343650999999994</c:v>
                </c:pt>
                <c:pt idx="6716">
                  <c:v>94.395499999999998</c:v>
                </c:pt>
                <c:pt idx="6717">
                  <c:v>94.436126999999999</c:v>
                </c:pt>
                <c:pt idx="6718">
                  <c:v>94.469971000000001</c:v>
                </c:pt>
                <c:pt idx="6719">
                  <c:v>94.504456000000005</c:v>
                </c:pt>
                <c:pt idx="6720">
                  <c:v>94.536452999999995</c:v>
                </c:pt>
                <c:pt idx="6721">
                  <c:v>94.563927000000007</c:v>
                </c:pt>
                <c:pt idx="6722">
                  <c:v>94.581978000000007</c:v>
                </c:pt>
                <c:pt idx="6723">
                  <c:v>94.588454999999996</c:v>
                </c:pt>
                <c:pt idx="6724">
                  <c:v>94.595695000000006</c:v>
                </c:pt>
                <c:pt idx="6725">
                  <c:v>94.614036999999996</c:v>
                </c:pt>
                <c:pt idx="6726">
                  <c:v>94.639977000000002</c:v>
                </c:pt>
                <c:pt idx="6727">
                  <c:v>94.664817999999997</c:v>
                </c:pt>
                <c:pt idx="6728">
                  <c:v>94.691765000000004</c:v>
                </c:pt>
                <c:pt idx="6729">
                  <c:v>94.708961000000002</c:v>
                </c:pt>
                <c:pt idx="6730">
                  <c:v>94.710228000000001</c:v>
                </c:pt>
                <c:pt idx="6731">
                  <c:v>94.698241999999993</c:v>
                </c:pt>
                <c:pt idx="6732">
                  <c:v>94.678223000000003</c:v>
                </c:pt>
                <c:pt idx="6733">
                  <c:v>94.657332999999994</c:v>
                </c:pt>
                <c:pt idx="6734">
                  <c:v>94.636512999999994</c:v>
                </c:pt>
                <c:pt idx="6735">
                  <c:v>94.622246000000004</c:v>
                </c:pt>
                <c:pt idx="6736">
                  <c:v>94.615973999999994</c:v>
                </c:pt>
                <c:pt idx="6737">
                  <c:v>94.613433999999998</c:v>
                </c:pt>
                <c:pt idx="6738">
                  <c:v>94.61515</c:v>
                </c:pt>
                <c:pt idx="6739">
                  <c:v>94.622428999999997</c:v>
                </c:pt>
                <c:pt idx="6740">
                  <c:v>94.641281000000006</c:v>
                </c:pt>
                <c:pt idx="6741">
                  <c:v>94.669357000000005</c:v>
                </c:pt>
                <c:pt idx="6742">
                  <c:v>94.706207000000006</c:v>
                </c:pt>
                <c:pt idx="6743">
                  <c:v>94.753067000000001</c:v>
                </c:pt>
                <c:pt idx="6744">
                  <c:v>94.808341999999996</c:v>
                </c:pt>
                <c:pt idx="6745">
                  <c:v>94.869620999999995</c:v>
                </c:pt>
                <c:pt idx="6746">
                  <c:v>94.932877000000005</c:v>
                </c:pt>
                <c:pt idx="6747">
                  <c:v>94.996262000000002</c:v>
                </c:pt>
                <c:pt idx="6748">
                  <c:v>95.053039999999996</c:v>
                </c:pt>
                <c:pt idx="6749">
                  <c:v>95.100845000000007</c:v>
                </c:pt>
                <c:pt idx="6750">
                  <c:v>95.146445999999997</c:v>
                </c:pt>
                <c:pt idx="6751">
                  <c:v>95.192322000000004</c:v>
                </c:pt>
                <c:pt idx="6752">
                  <c:v>95.243378000000007</c:v>
                </c:pt>
                <c:pt idx="6753">
                  <c:v>95.294807000000006</c:v>
                </c:pt>
                <c:pt idx="6754">
                  <c:v>95.351378999999994</c:v>
                </c:pt>
                <c:pt idx="6755">
                  <c:v>95.406418000000002</c:v>
                </c:pt>
                <c:pt idx="6756">
                  <c:v>95.468277</c:v>
                </c:pt>
                <c:pt idx="6757">
                  <c:v>95.536208999999999</c:v>
                </c:pt>
                <c:pt idx="6758">
                  <c:v>95.600112999999993</c:v>
                </c:pt>
                <c:pt idx="6759">
                  <c:v>95.657768000000004</c:v>
                </c:pt>
                <c:pt idx="6760">
                  <c:v>95.714195000000004</c:v>
                </c:pt>
                <c:pt idx="6761">
                  <c:v>95.772246999999993</c:v>
                </c:pt>
                <c:pt idx="6762">
                  <c:v>95.827956999999998</c:v>
                </c:pt>
                <c:pt idx="6763">
                  <c:v>95.881027000000003</c:v>
                </c:pt>
                <c:pt idx="6764">
                  <c:v>95.936256</c:v>
                </c:pt>
                <c:pt idx="6765">
                  <c:v>95.986908</c:v>
                </c:pt>
                <c:pt idx="6766">
                  <c:v>96.038184999999999</c:v>
                </c:pt>
                <c:pt idx="6767">
                  <c:v>96.095237999999995</c:v>
                </c:pt>
                <c:pt idx="6768">
                  <c:v>96.156379999999999</c:v>
                </c:pt>
                <c:pt idx="6769">
                  <c:v>96.233665000000002</c:v>
                </c:pt>
                <c:pt idx="6770">
                  <c:v>96.332825</c:v>
                </c:pt>
                <c:pt idx="6771">
                  <c:v>96.440437000000003</c:v>
                </c:pt>
                <c:pt idx="6772">
                  <c:v>96.566986</c:v>
                </c:pt>
                <c:pt idx="6773">
                  <c:v>96.704773000000003</c:v>
                </c:pt>
                <c:pt idx="6774">
                  <c:v>96.853424000000004</c:v>
                </c:pt>
                <c:pt idx="6775">
                  <c:v>97.011711000000005</c:v>
                </c:pt>
                <c:pt idx="6776">
                  <c:v>97.173561000000007</c:v>
                </c:pt>
                <c:pt idx="6777">
                  <c:v>97.328345999999996</c:v>
                </c:pt>
                <c:pt idx="6778">
                  <c:v>97.475525000000005</c:v>
                </c:pt>
                <c:pt idx="6779">
                  <c:v>97.608681000000004</c:v>
                </c:pt>
                <c:pt idx="6780">
                  <c:v>97.722717000000003</c:v>
                </c:pt>
                <c:pt idx="6781">
                  <c:v>97.820518000000007</c:v>
                </c:pt>
                <c:pt idx="6782">
                  <c:v>97.910683000000006</c:v>
                </c:pt>
                <c:pt idx="6783">
                  <c:v>98.001639999999995</c:v>
                </c:pt>
                <c:pt idx="6784">
                  <c:v>98.098151999999999</c:v>
                </c:pt>
                <c:pt idx="6785">
                  <c:v>98.200073000000003</c:v>
                </c:pt>
                <c:pt idx="6786">
                  <c:v>98.302443999999994</c:v>
                </c:pt>
                <c:pt idx="6787">
                  <c:v>98.397071999999994</c:v>
                </c:pt>
                <c:pt idx="6788">
                  <c:v>98.491095999999999</c:v>
                </c:pt>
                <c:pt idx="6789">
                  <c:v>98.590805000000003</c:v>
                </c:pt>
                <c:pt idx="6790">
                  <c:v>98.702331999999998</c:v>
                </c:pt>
                <c:pt idx="6791">
                  <c:v>98.821037000000004</c:v>
                </c:pt>
                <c:pt idx="6792">
                  <c:v>98.949112</c:v>
                </c:pt>
                <c:pt idx="6793">
                  <c:v>99.090057000000002</c:v>
                </c:pt>
                <c:pt idx="6794">
                  <c:v>99.245987</c:v>
                </c:pt>
                <c:pt idx="6795">
                  <c:v>99.409308999999993</c:v>
                </c:pt>
                <c:pt idx="6796">
                  <c:v>99.572456000000003</c:v>
                </c:pt>
                <c:pt idx="6797">
                  <c:v>99.731032999999996</c:v>
                </c:pt>
                <c:pt idx="6798">
                  <c:v>99.888610999999997</c:v>
                </c:pt>
                <c:pt idx="6799">
                  <c:v>100.04816</c:v>
                </c:pt>
                <c:pt idx="6800">
                  <c:v>100.2132</c:v>
                </c:pt>
                <c:pt idx="6801">
                  <c:v>100.37855</c:v>
                </c:pt>
                <c:pt idx="6802">
                  <c:v>100.54185</c:v>
                </c:pt>
                <c:pt idx="6803">
                  <c:v>100.70332000000001</c:v>
                </c:pt>
                <c:pt idx="6804">
                  <c:v>100.85988</c:v>
                </c:pt>
                <c:pt idx="6805">
                  <c:v>101.01563</c:v>
                </c:pt>
                <c:pt idx="6806">
                  <c:v>101.17146</c:v>
                </c:pt>
                <c:pt idx="6807">
                  <c:v>101.32452000000001</c:v>
                </c:pt>
                <c:pt idx="6808">
                  <c:v>101.47803999999999</c:v>
                </c:pt>
                <c:pt idx="6809">
                  <c:v>101.63426</c:v>
                </c:pt>
                <c:pt idx="6810">
                  <c:v>101.79674</c:v>
                </c:pt>
                <c:pt idx="6811">
                  <c:v>101.97067</c:v>
                </c:pt>
                <c:pt idx="6812">
                  <c:v>102.15488000000001</c:v>
                </c:pt>
                <c:pt idx="6813">
                  <c:v>102.34016</c:v>
                </c:pt>
                <c:pt idx="6814">
                  <c:v>102.52399</c:v>
                </c:pt>
                <c:pt idx="6815">
                  <c:v>102.70771999999999</c:v>
                </c:pt>
                <c:pt idx="6816">
                  <c:v>102.89305</c:v>
                </c:pt>
                <c:pt idx="6817">
                  <c:v>103.07765999999999</c:v>
                </c:pt>
                <c:pt idx="6818">
                  <c:v>103.26134</c:v>
                </c:pt>
                <c:pt idx="6819">
                  <c:v>103.44347</c:v>
                </c:pt>
                <c:pt idx="6820">
                  <c:v>103.62217</c:v>
                </c:pt>
                <c:pt idx="6821">
                  <c:v>103.79575</c:v>
                </c:pt>
                <c:pt idx="6822">
                  <c:v>103.96395</c:v>
                </c:pt>
                <c:pt idx="6823">
                  <c:v>104.13074</c:v>
                </c:pt>
                <c:pt idx="6824">
                  <c:v>104.29854</c:v>
                </c:pt>
                <c:pt idx="6825">
                  <c:v>104.46777</c:v>
                </c:pt>
                <c:pt idx="6826">
                  <c:v>104.63562</c:v>
                </c:pt>
                <c:pt idx="6827">
                  <c:v>104.79703000000001</c:v>
                </c:pt>
                <c:pt idx="6828">
                  <c:v>104.94812</c:v>
                </c:pt>
                <c:pt idx="6829">
                  <c:v>105.09607</c:v>
                </c:pt>
                <c:pt idx="6830">
                  <c:v>105.24696</c:v>
                </c:pt>
                <c:pt idx="6831">
                  <c:v>105.40242000000001</c:v>
                </c:pt>
                <c:pt idx="6832">
                  <c:v>105.55996</c:v>
                </c:pt>
                <c:pt idx="6833">
                  <c:v>105.71451</c:v>
                </c:pt>
                <c:pt idx="6834">
                  <c:v>105.86615999999999</c:v>
                </c:pt>
                <c:pt idx="6835">
                  <c:v>106.01869000000001</c:v>
                </c:pt>
                <c:pt idx="6836">
                  <c:v>106.17744</c:v>
                </c:pt>
                <c:pt idx="6837">
                  <c:v>106.34508</c:v>
                </c:pt>
                <c:pt idx="6838">
                  <c:v>106.51383</c:v>
                </c:pt>
                <c:pt idx="6839">
                  <c:v>106.67865999999999</c:v>
                </c:pt>
                <c:pt idx="6840">
                  <c:v>106.84075</c:v>
                </c:pt>
                <c:pt idx="6841">
                  <c:v>106.99948999999999</c:v>
                </c:pt>
                <c:pt idx="6842">
                  <c:v>107.1481</c:v>
                </c:pt>
                <c:pt idx="6843">
                  <c:v>107.28529</c:v>
                </c:pt>
                <c:pt idx="6844">
                  <c:v>107.41689</c:v>
                </c:pt>
                <c:pt idx="6845">
                  <c:v>107.54977</c:v>
                </c:pt>
                <c:pt idx="6846">
                  <c:v>107.68577999999999</c:v>
                </c:pt>
                <c:pt idx="6847">
                  <c:v>107.82550000000001</c:v>
                </c:pt>
                <c:pt idx="6848">
                  <c:v>107.97031</c:v>
                </c:pt>
                <c:pt idx="6849">
                  <c:v>108.12188</c:v>
                </c:pt>
                <c:pt idx="6850">
                  <c:v>108.2831</c:v>
                </c:pt>
                <c:pt idx="6851">
                  <c:v>108.44763</c:v>
                </c:pt>
                <c:pt idx="6852">
                  <c:v>108.60794</c:v>
                </c:pt>
                <c:pt idx="6853">
                  <c:v>108.76297</c:v>
                </c:pt>
                <c:pt idx="6854">
                  <c:v>108.91537</c:v>
                </c:pt>
                <c:pt idx="6855">
                  <c:v>109.06395999999999</c:v>
                </c:pt>
                <c:pt idx="6856">
                  <c:v>109.20699</c:v>
                </c:pt>
                <c:pt idx="6857">
                  <c:v>109.34184999999999</c:v>
                </c:pt>
                <c:pt idx="6858">
                  <c:v>109.46603</c:v>
                </c:pt>
                <c:pt idx="6859">
                  <c:v>109.57727</c:v>
                </c:pt>
                <c:pt idx="6860">
                  <c:v>109.6776</c:v>
                </c:pt>
                <c:pt idx="6861">
                  <c:v>109.76716</c:v>
                </c:pt>
                <c:pt idx="6862">
                  <c:v>109.84797</c:v>
                </c:pt>
                <c:pt idx="6863">
                  <c:v>109.92959</c:v>
                </c:pt>
                <c:pt idx="6864">
                  <c:v>110.01698</c:v>
                </c:pt>
                <c:pt idx="6865">
                  <c:v>110.10841000000001</c:v>
                </c:pt>
                <c:pt idx="6866">
                  <c:v>110.19815</c:v>
                </c:pt>
                <c:pt idx="6867">
                  <c:v>110.28313</c:v>
                </c:pt>
                <c:pt idx="6868">
                  <c:v>110.36620000000001</c:v>
                </c:pt>
                <c:pt idx="6869">
                  <c:v>110.45126999999999</c:v>
                </c:pt>
                <c:pt idx="6870">
                  <c:v>110.54364</c:v>
                </c:pt>
                <c:pt idx="6871">
                  <c:v>110.64608</c:v>
                </c:pt>
                <c:pt idx="6872">
                  <c:v>110.75539999999999</c:v>
                </c:pt>
                <c:pt idx="6873">
                  <c:v>110.86342999999999</c:v>
                </c:pt>
                <c:pt idx="6874">
                  <c:v>110.96585</c:v>
                </c:pt>
                <c:pt idx="6875">
                  <c:v>111.0587</c:v>
                </c:pt>
                <c:pt idx="6876">
                  <c:v>111.14861000000001</c:v>
                </c:pt>
                <c:pt idx="6877">
                  <c:v>111.24323</c:v>
                </c:pt>
                <c:pt idx="6878">
                  <c:v>111.34837</c:v>
                </c:pt>
                <c:pt idx="6879">
                  <c:v>111.46386</c:v>
                </c:pt>
                <c:pt idx="6880">
                  <c:v>111.58578</c:v>
                </c:pt>
                <c:pt idx="6881">
                  <c:v>111.70923999999999</c:v>
                </c:pt>
                <c:pt idx="6882">
                  <c:v>111.83179</c:v>
                </c:pt>
                <c:pt idx="6883">
                  <c:v>111.95918</c:v>
                </c:pt>
                <c:pt idx="6884">
                  <c:v>112.09359000000001</c:v>
                </c:pt>
                <c:pt idx="6885">
                  <c:v>112.23504</c:v>
                </c:pt>
                <c:pt idx="6886">
                  <c:v>112.37584</c:v>
                </c:pt>
                <c:pt idx="6887">
                  <c:v>112.51261</c:v>
                </c:pt>
                <c:pt idx="6888">
                  <c:v>112.64422</c:v>
                </c:pt>
                <c:pt idx="6889">
                  <c:v>112.76917</c:v>
                </c:pt>
                <c:pt idx="6890">
                  <c:v>112.89113999999999</c:v>
                </c:pt>
                <c:pt idx="6891">
                  <c:v>113.01591000000001</c:v>
                </c:pt>
                <c:pt idx="6892">
                  <c:v>113.14224</c:v>
                </c:pt>
                <c:pt idx="6893">
                  <c:v>113.26976000000001</c:v>
                </c:pt>
                <c:pt idx="6894">
                  <c:v>113.40187</c:v>
                </c:pt>
                <c:pt idx="6895">
                  <c:v>113.53910999999999</c:v>
                </c:pt>
                <c:pt idx="6896">
                  <c:v>113.67301</c:v>
                </c:pt>
                <c:pt idx="6897">
                  <c:v>113.78994</c:v>
                </c:pt>
                <c:pt idx="6898">
                  <c:v>113.8877</c:v>
                </c:pt>
                <c:pt idx="6899">
                  <c:v>113.96906</c:v>
                </c:pt>
                <c:pt idx="6900">
                  <c:v>114.02509999999999</c:v>
                </c:pt>
                <c:pt idx="6901">
                  <c:v>114.06619000000001</c:v>
                </c:pt>
                <c:pt idx="6902">
                  <c:v>114.10632</c:v>
                </c:pt>
                <c:pt idx="6903">
                  <c:v>114.10941</c:v>
                </c:pt>
                <c:pt idx="6904">
                  <c:v>114.05345</c:v>
                </c:pt>
                <c:pt idx="6905">
                  <c:v>113.97408</c:v>
                </c:pt>
                <c:pt idx="6906">
                  <c:v>113.88718</c:v>
                </c:pt>
                <c:pt idx="6907">
                  <c:v>113.80457</c:v>
                </c:pt>
                <c:pt idx="6908">
                  <c:v>113.74218</c:v>
                </c:pt>
                <c:pt idx="6909">
                  <c:v>113.68576</c:v>
                </c:pt>
                <c:pt idx="6910">
                  <c:v>113.64224</c:v>
                </c:pt>
                <c:pt idx="6911">
                  <c:v>113.60411999999999</c:v>
                </c:pt>
                <c:pt idx="6912">
                  <c:v>113.56294</c:v>
                </c:pt>
                <c:pt idx="6913">
                  <c:v>113.52547</c:v>
                </c:pt>
                <c:pt idx="6914">
                  <c:v>113.49095</c:v>
                </c:pt>
                <c:pt idx="6915">
                  <c:v>113.45877</c:v>
                </c:pt>
                <c:pt idx="6916">
                  <c:v>113.43191</c:v>
                </c:pt>
                <c:pt idx="6917">
                  <c:v>113.41558999999999</c:v>
                </c:pt>
                <c:pt idx="6918">
                  <c:v>113.40572</c:v>
                </c:pt>
                <c:pt idx="6919">
                  <c:v>113.39679</c:v>
                </c:pt>
                <c:pt idx="6920">
                  <c:v>113.38805000000001</c:v>
                </c:pt>
                <c:pt idx="6921">
                  <c:v>113.38321999999999</c:v>
                </c:pt>
                <c:pt idx="6922">
                  <c:v>113.38464999999999</c:v>
                </c:pt>
                <c:pt idx="6923">
                  <c:v>113.38925</c:v>
                </c:pt>
                <c:pt idx="6924">
                  <c:v>113.39227</c:v>
                </c:pt>
                <c:pt idx="6925">
                  <c:v>113.39191</c:v>
                </c:pt>
                <c:pt idx="6926">
                  <c:v>113.38892</c:v>
                </c:pt>
                <c:pt idx="6927">
                  <c:v>113.38263000000001</c:v>
                </c:pt>
                <c:pt idx="6928">
                  <c:v>113.37306</c:v>
                </c:pt>
                <c:pt idx="6929">
                  <c:v>113.3669</c:v>
                </c:pt>
                <c:pt idx="6930">
                  <c:v>113.37593</c:v>
                </c:pt>
                <c:pt idx="6931">
                  <c:v>113.41701</c:v>
                </c:pt>
                <c:pt idx="6932">
                  <c:v>113.48567</c:v>
                </c:pt>
                <c:pt idx="6933">
                  <c:v>113.5655</c:v>
                </c:pt>
                <c:pt idx="6934">
                  <c:v>113.64565</c:v>
                </c:pt>
                <c:pt idx="6935">
                  <c:v>113.72694</c:v>
                </c:pt>
                <c:pt idx="6936">
                  <c:v>113.80647</c:v>
                </c:pt>
                <c:pt idx="6937">
                  <c:v>113.8836</c:v>
                </c:pt>
                <c:pt idx="6938">
                  <c:v>113.96162</c:v>
                </c:pt>
                <c:pt idx="6939">
                  <c:v>114.04052</c:v>
                </c:pt>
                <c:pt idx="6940">
                  <c:v>114.12121999999999</c:v>
                </c:pt>
                <c:pt idx="6941">
                  <c:v>114.20116</c:v>
                </c:pt>
                <c:pt idx="6942">
                  <c:v>114.28203999999999</c:v>
                </c:pt>
                <c:pt idx="6943">
                  <c:v>114.36492</c:v>
                </c:pt>
                <c:pt idx="6944">
                  <c:v>114.45415</c:v>
                </c:pt>
                <c:pt idx="6945">
                  <c:v>114.54404</c:v>
                </c:pt>
                <c:pt idx="6946">
                  <c:v>114.62897</c:v>
                </c:pt>
                <c:pt idx="6947">
                  <c:v>114.70712</c:v>
                </c:pt>
                <c:pt idx="6948">
                  <c:v>114.77472</c:v>
                </c:pt>
                <c:pt idx="6949">
                  <c:v>114.83336</c:v>
                </c:pt>
                <c:pt idx="6950">
                  <c:v>114.88936</c:v>
                </c:pt>
                <c:pt idx="6951">
                  <c:v>114.95044</c:v>
                </c:pt>
                <c:pt idx="6952">
                  <c:v>115.01703000000001</c:v>
                </c:pt>
                <c:pt idx="6953">
                  <c:v>115.08762</c:v>
                </c:pt>
                <c:pt idx="6954">
                  <c:v>115.15891000000001</c:v>
                </c:pt>
                <c:pt idx="6955">
                  <c:v>115.21805999999999</c:v>
                </c:pt>
                <c:pt idx="6956">
                  <c:v>115.258</c:v>
                </c:pt>
                <c:pt idx="6957">
                  <c:v>115.28100999999999</c:v>
                </c:pt>
                <c:pt idx="6958">
                  <c:v>115.28785999999999</c:v>
                </c:pt>
                <c:pt idx="6959">
                  <c:v>115.2822</c:v>
                </c:pt>
                <c:pt idx="6960">
                  <c:v>115.26899</c:v>
                </c:pt>
                <c:pt idx="6961">
                  <c:v>115.24454</c:v>
                </c:pt>
                <c:pt idx="6962">
                  <c:v>115.20905</c:v>
                </c:pt>
                <c:pt idx="6963">
                  <c:v>115.16909</c:v>
                </c:pt>
                <c:pt idx="6964">
                  <c:v>115.13115999999999</c:v>
                </c:pt>
                <c:pt idx="6965">
                  <c:v>115.09263</c:v>
                </c:pt>
                <c:pt idx="6966">
                  <c:v>115.0527</c:v>
                </c:pt>
                <c:pt idx="6967">
                  <c:v>115.01244</c:v>
                </c:pt>
                <c:pt idx="6968">
                  <c:v>114.97297</c:v>
                </c:pt>
                <c:pt idx="6969">
                  <c:v>114.93658000000001</c:v>
                </c:pt>
                <c:pt idx="6970">
                  <c:v>114.90148000000001</c:v>
                </c:pt>
                <c:pt idx="6971">
                  <c:v>114.87109</c:v>
                </c:pt>
                <c:pt idx="6972">
                  <c:v>114.85413</c:v>
                </c:pt>
                <c:pt idx="6973">
                  <c:v>114.85201000000001</c:v>
                </c:pt>
                <c:pt idx="6974">
                  <c:v>114.86145999999999</c:v>
                </c:pt>
                <c:pt idx="6975">
                  <c:v>114.86826000000001</c:v>
                </c:pt>
                <c:pt idx="6976">
                  <c:v>114.86327</c:v>
                </c:pt>
                <c:pt idx="6977">
                  <c:v>114.84977000000001</c:v>
                </c:pt>
                <c:pt idx="6978">
                  <c:v>114.83604</c:v>
                </c:pt>
                <c:pt idx="6979">
                  <c:v>114.82084999999999</c:v>
                </c:pt>
                <c:pt idx="6980">
                  <c:v>114.8034</c:v>
                </c:pt>
                <c:pt idx="6981">
                  <c:v>114.78677</c:v>
                </c:pt>
                <c:pt idx="6982">
                  <c:v>114.77342</c:v>
                </c:pt>
                <c:pt idx="6983">
                  <c:v>114.76476</c:v>
                </c:pt>
                <c:pt idx="6984">
                  <c:v>114.76258</c:v>
                </c:pt>
                <c:pt idx="6985">
                  <c:v>114.77048000000001</c:v>
                </c:pt>
                <c:pt idx="6986">
                  <c:v>114.79061</c:v>
                </c:pt>
                <c:pt idx="6987">
                  <c:v>114.82501000000001</c:v>
                </c:pt>
                <c:pt idx="6988">
                  <c:v>114.8687</c:v>
                </c:pt>
                <c:pt idx="6989">
                  <c:v>114.91697000000001</c:v>
                </c:pt>
                <c:pt idx="6990">
                  <c:v>114.96679</c:v>
                </c:pt>
                <c:pt idx="6991">
                  <c:v>115.01467</c:v>
                </c:pt>
                <c:pt idx="6992">
                  <c:v>115.0573</c:v>
                </c:pt>
                <c:pt idx="6993">
                  <c:v>115.09726999999999</c:v>
                </c:pt>
                <c:pt idx="6994">
                  <c:v>115.13826</c:v>
                </c:pt>
                <c:pt idx="6995">
                  <c:v>115.17971</c:v>
                </c:pt>
                <c:pt idx="6996">
                  <c:v>115.22202</c:v>
                </c:pt>
                <c:pt idx="6997">
                  <c:v>115.26466000000001</c:v>
                </c:pt>
                <c:pt idx="6998">
                  <c:v>115.30387</c:v>
                </c:pt>
                <c:pt idx="6999">
                  <c:v>115.33699</c:v>
                </c:pt>
                <c:pt idx="7000">
                  <c:v>115.36623</c:v>
                </c:pt>
                <c:pt idx="7001">
                  <c:v>115.39394</c:v>
                </c:pt>
                <c:pt idx="7002">
                  <c:v>115.42082000000001</c:v>
                </c:pt>
                <c:pt idx="7003">
                  <c:v>115.45113000000001</c:v>
                </c:pt>
                <c:pt idx="7004">
                  <c:v>115.48666</c:v>
                </c:pt>
                <c:pt idx="7005">
                  <c:v>115.52378</c:v>
                </c:pt>
                <c:pt idx="7006">
                  <c:v>115.55933</c:v>
                </c:pt>
                <c:pt idx="7007">
                  <c:v>115.59554</c:v>
                </c:pt>
                <c:pt idx="7008">
                  <c:v>115.63411000000001</c:v>
                </c:pt>
                <c:pt idx="7009">
                  <c:v>115.6743</c:v>
                </c:pt>
                <c:pt idx="7010">
                  <c:v>115.71505999999999</c:v>
                </c:pt>
                <c:pt idx="7011">
                  <c:v>115.75763999999999</c:v>
                </c:pt>
                <c:pt idx="7012">
                  <c:v>115.80354</c:v>
                </c:pt>
                <c:pt idx="7013">
                  <c:v>115.84874000000001</c:v>
                </c:pt>
                <c:pt idx="7014">
                  <c:v>115.88879</c:v>
                </c:pt>
                <c:pt idx="7015">
                  <c:v>115.92822</c:v>
                </c:pt>
                <c:pt idx="7016">
                  <c:v>115.96516</c:v>
                </c:pt>
                <c:pt idx="7017">
                  <c:v>115.99290000000001</c:v>
                </c:pt>
                <c:pt idx="7018">
                  <c:v>116.00494</c:v>
                </c:pt>
                <c:pt idx="7019">
                  <c:v>116.01078</c:v>
                </c:pt>
                <c:pt idx="7020">
                  <c:v>116.03049</c:v>
                </c:pt>
                <c:pt idx="7021">
                  <c:v>116.06478</c:v>
                </c:pt>
                <c:pt idx="7022">
                  <c:v>116.11135</c:v>
                </c:pt>
                <c:pt idx="7023">
                  <c:v>116.16267999999999</c:v>
                </c:pt>
                <c:pt idx="7024">
                  <c:v>116.20854</c:v>
                </c:pt>
                <c:pt idx="7025">
                  <c:v>116.24912</c:v>
                </c:pt>
                <c:pt idx="7026">
                  <c:v>116.28489999999999</c:v>
                </c:pt>
                <c:pt idx="7027">
                  <c:v>116.31586</c:v>
                </c:pt>
                <c:pt idx="7028">
                  <c:v>116.34235</c:v>
                </c:pt>
                <c:pt idx="7029">
                  <c:v>116.36526000000001</c:v>
                </c:pt>
                <c:pt idx="7030">
                  <c:v>116.38717</c:v>
                </c:pt>
                <c:pt idx="7031">
                  <c:v>116.40663000000001</c:v>
                </c:pt>
                <c:pt idx="7032">
                  <c:v>116.4181</c:v>
                </c:pt>
                <c:pt idx="7033">
                  <c:v>116.42834000000001</c:v>
                </c:pt>
                <c:pt idx="7034">
                  <c:v>116.44626</c:v>
                </c:pt>
                <c:pt idx="7035">
                  <c:v>116.47136</c:v>
                </c:pt>
                <c:pt idx="7036">
                  <c:v>116.49827999999999</c:v>
                </c:pt>
                <c:pt idx="7037">
                  <c:v>116.5266</c:v>
                </c:pt>
                <c:pt idx="7038">
                  <c:v>116.55732</c:v>
                </c:pt>
                <c:pt idx="7039">
                  <c:v>116.58701000000001</c:v>
                </c:pt>
                <c:pt idx="7040">
                  <c:v>116.61490999999999</c:v>
                </c:pt>
                <c:pt idx="7041">
                  <c:v>116.63994</c:v>
                </c:pt>
                <c:pt idx="7042">
                  <c:v>116.65477</c:v>
                </c:pt>
                <c:pt idx="7043">
                  <c:v>116.66737999999999</c:v>
                </c:pt>
                <c:pt idx="7044">
                  <c:v>116.68877000000001</c:v>
                </c:pt>
                <c:pt idx="7045">
                  <c:v>116.71975999999999</c:v>
                </c:pt>
                <c:pt idx="7046">
                  <c:v>116.75015999999999</c:v>
                </c:pt>
                <c:pt idx="7047">
                  <c:v>116.76282</c:v>
                </c:pt>
                <c:pt idx="7048">
                  <c:v>116.76235</c:v>
                </c:pt>
                <c:pt idx="7049">
                  <c:v>116.75579</c:v>
                </c:pt>
                <c:pt idx="7050">
                  <c:v>116.74593</c:v>
                </c:pt>
                <c:pt idx="7051">
                  <c:v>116.73436</c:v>
                </c:pt>
                <c:pt idx="7052">
                  <c:v>116.7234</c:v>
                </c:pt>
                <c:pt idx="7053">
                  <c:v>116.71357999999999</c:v>
                </c:pt>
                <c:pt idx="7054">
                  <c:v>116.70538000000001</c:v>
                </c:pt>
                <c:pt idx="7055">
                  <c:v>116.70349</c:v>
                </c:pt>
                <c:pt idx="7056">
                  <c:v>116.70994</c:v>
                </c:pt>
                <c:pt idx="7057">
                  <c:v>116.73081999999999</c:v>
                </c:pt>
                <c:pt idx="7058">
                  <c:v>116.76891999999999</c:v>
                </c:pt>
                <c:pt idx="7059">
                  <c:v>116.81507000000001</c:v>
                </c:pt>
                <c:pt idx="7060">
                  <c:v>116.85635000000001</c:v>
                </c:pt>
                <c:pt idx="7061">
                  <c:v>116.88513</c:v>
                </c:pt>
                <c:pt idx="7062">
                  <c:v>116.89857000000001</c:v>
                </c:pt>
                <c:pt idx="7063">
                  <c:v>116.89864</c:v>
                </c:pt>
                <c:pt idx="7064">
                  <c:v>116.88858</c:v>
                </c:pt>
                <c:pt idx="7065">
                  <c:v>116.8772</c:v>
                </c:pt>
                <c:pt idx="7066">
                  <c:v>116.86784</c:v>
                </c:pt>
                <c:pt idx="7067">
                  <c:v>116.86114000000001</c:v>
                </c:pt>
                <c:pt idx="7068">
                  <c:v>116.85974</c:v>
                </c:pt>
                <c:pt idx="7069">
                  <c:v>116.8631</c:v>
                </c:pt>
                <c:pt idx="7070">
                  <c:v>116.86964</c:v>
                </c:pt>
                <c:pt idx="7071">
                  <c:v>116.87756</c:v>
                </c:pt>
                <c:pt idx="7072">
                  <c:v>116.88455999999999</c:v>
                </c:pt>
                <c:pt idx="7073">
                  <c:v>116.89830000000001</c:v>
                </c:pt>
                <c:pt idx="7074">
                  <c:v>116.91968</c:v>
                </c:pt>
                <c:pt idx="7075">
                  <c:v>116.94372</c:v>
                </c:pt>
                <c:pt idx="7076">
                  <c:v>116.96905</c:v>
                </c:pt>
                <c:pt idx="7077">
                  <c:v>116.99956</c:v>
                </c:pt>
                <c:pt idx="7078">
                  <c:v>117.0395</c:v>
                </c:pt>
                <c:pt idx="7079">
                  <c:v>117.08458</c:v>
                </c:pt>
                <c:pt idx="7080">
                  <c:v>117.12599</c:v>
                </c:pt>
                <c:pt idx="7081">
                  <c:v>117.16501</c:v>
                </c:pt>
                <c:pt idx="7082">
                  <c:v>117.20806</c:v>
                </c:pt>
                <c:pt idx="7083">
                  <c:v>117.25662</c:v>
                </c:pt>
                <c:pt idx="7084">
                  <c:v>117.30744</c:v>
                </c:pt>
                <c:pt idx="7085">
                  <c:v>117.35814999999999</c:v>
                </c:pt>
                <c:pt idx="7086">
                  <c:v>117.40683</c:v>
                </c:pt>
                <c:pt idx="7087">
                  <c:v>117.45444999999999</c:v>
                </c:pt>
                <c:pt idx="7088">
                  <c:v>117.50503999999999</c:v>
                </c:pt>
                <c:pt idx="7089">
                  <c:v>117.55997000000001</c:v>
                </c:pt>
                <c:pt idx="7090">
                  <c:v>117.62035</c:v>
                </c:pt>
                <c:pt idx="7091">
                  <c:v>117.6748</c:v>
                </c:pt>
                <c:pt idx="7092">
                  <c:v>117.72516</c:v>
                </c:pt>
                <c:pt idx="7093">
                  <c:v>117.77208</c:v>
                </c:pt>
                <c:pt idx="7094">
                  <c:v>117.80526999999999</c:v>
                </c:pt>
                <c:pt idx="7095">
                  <c:v>117.82998000000001</c:v>
                </c:pt>
                <c:pt idx="7096">
                  <c:v>117.84941000000001</c:v>
                </c:pt>
                <c:pt idx="7097">
                  <c:v>117.86490999999999</c:v>
                </c:pt>
                <c:pt idx="7098">
                  <c:v>117.88912999999999</c:v>
                </c:pt>
                <c:pt idx="7099">
                  <c:v>117.92469</c:v>
                </c:pt>
                <c:pt idx="7100">
                  <c:v>117.9657</c:v>
                </c:pt>
                <c:pt idx="7101">
                  <c:v>118.00454999999999</c:v>
                </c:pt>
                <c:pt idx="7102">
                  <c:v>118.03769</c:v>
                </c:pt>
                <c:pt idx="7103">
                  <c:v>118.07707000000001</c:v>
                </c:pt>
                <c:pt idx="7104">
                  <c:v>118.12090999999999</c:v>
                </c:pt>
                <c:pt idx="7105">
                  <c:v>118.16463</c:v>
                </c:pt>
                <c:pt idx="7106">
                  <c:v>118.19946</c:v>
                </c:pt>
                <c:pt idx="7107">
                  <c:v>118.21827</c:v>
                </c:pt>
                <c:pt idx="7108">
                  <c:v>118.21856</c:v>
                </c:pt>
                <c:pt idx="7109">
                  <c:v>118.20162000000001</c:v>
                </c:pt>
                <c:pt idx="7110">
                  <c:v>118.17334</c:v>
                </c:pt>
                <c:pt idx="7111">
                  <c:v>118.14103</c:v>
                </c:pt>
                <c:pt idx="7112">
                  <c:v>118.11121</c:v>
                </c:pt>
                <c:pt idx="7113">
                  <c:v>118.08665000000001</c:v>
                </c:pt>
                <c:pt idx="7114">
                  <c:v>118.07147000000001</c:v>
                </c:pt>
                <c:pt idx="7115">
                  <c:v>118.06278</c:v>
                </c:pt>
                <c:pt idx="7116">
                  <c:v>118.06100000000001</c:v>
                </c:pt>
                <c:pt idx="7117">
                  <c:v>118.06836</c:v>
                </c:pt>
                <c:pt idx="7118">
                  <c:v>118.08691</c:v>
                </c:pt>
                <c:pt idx="7119">
                  <c:v>118.11562000000001</c:v>
                </c:pt>
                <c:pt idx="7120">
                  <c:v>118.15042</c:v>
                </c:pt>
                <c:pt idx="7121">
                  <c:v>118.18591000000001</c:v>
                </c:pt>
                <c:pt idx="7122">
                  <c:v>118.21953999999999</c:v>
                </c:pt>
                <c:pt idx="7123">
                  <c:v>118.25264</c:v>
                </c:pt>
                <c:pt idx="7124">
                  <c:v>118.28489</c:v>
                </c:pt>
                <c:pt idx="7125">
                  <c:v>118.31391000000001</c:v>
                </c:pt>
                <c:pt idx="7126">
                  <c:v>118.34097</c:v>
                </c:pt>
                <c:pt idx="7127">
                  <c:v>118.36729</c:v>
                </c:pt>
                <c:pt idx="7128">
                  <c:v>118.39324000000001</c:v>
                </c:pt>
                <c:pt idx="7129">
                  <c:v>118.41683</c:v>
                </c:pt>
                <c:pt idx="7130">
                  <c:v>118.43097</c:v>
                </c:pt>
                <c:pt idx="7131">
                  <c:v>118.43933</c:v>
                </c:pt>
                <c:pt idx="7132">
                  <c:v>118.44865</c:v>
                </c:pt>
                <c:pt idx="7133">
                  <c:v>118.45992</c:v>
                </c:pt>
                <c:pt idx="7134">
                  <c:v>118.47427999999999</c:v>
                </c:pt>
                <c:pt idx="7135">
                  <c:v>118.48918</c:v>
                </c:pt>
                <c:pt idx="7136">
                  <c:v>118.50530000000001</c:v>
                </c:pt>
                <c:pt idx="7137">
                  <c:v>118.51966</c:v>
                </c:pt>
                <c:pt idx="7138">
                  <c:v>118.52776</c:v>
                </c:pt>
                <c:pt idx="7139">
                  <c:v>118.52968</c:v>
                </c:pt>
                <c:pt idx="7140">
                  <c:v>118.53131</c:v>
                </c:pt>
                <c:pt idx="7141">
                  <c:v>118.53926</c:v>
                </c:pt>
                <c:pt idx="7142">
                  <c:v>118.55553</c:v>
                </c:pt>
                <c:pt idx="7143">
                  <c:v>118.57585</c:v>
                </c:pt>
                <c:pt idx="7144">
                  <c:v>118.5994</c:v>
                </c:pt>
                <c:pt idx="7145">
                  <c:v>118.63023</c:v>
                </c:pt>
                <c:pt idx="7146">
                  <c:v>118.66151000000001</c:v>
                </c:pt>
                <c:pt idx="7147">
                  <c:v>118.68984</c:v>
                </c:pt>
                <c:pt idx="7148">
                  <c:v>118.7212</c:v>
                </c:pt>
                <c:pt idx="7149">
                  <c:v>118.75851</c:v>
                </c:pt>
                <c:pt idx="7150">
                  <c:v>118.80054</c:v>
                </c:pt>
                <c:pt idx="7151">
                  <c:v>118.85001</c:v>
                </c:pt>
                <c:pt idx="7152">
                  <c:v>118.9064</c:v>
                </c:pt>
                <c:pt idx="7153">
                  <c:v>118.96342</c:v>
                </c:pt>
                <c:pt idx="7154">
                  <c:v>119.01994000000001</c:v>
                </c:pt>
                <c:pt idx="7155">
                  <c:v>119.08498</c:v>
                </c:pt>
                <c:pt idx="7156">
                  <c:v>119.15266</c:v>
                </c:pt>
                <c:pt idx="7157">
                  <c:v>119.21604000000001</c:v>
                </c:pt>
                <c:pt idx="7158">
                  <c:v>119.27572000000001</c:v>
                </c:pt>
                <c:pt idx="7159">
                  <c:v>119.33696</c:v>
                </c:pt>
                <c:pt idx="7160">
                  <c:v>119.40304999999999</c:v>
                </c:pt>
                <c:pt idx="7161">
                  <c:v>119.47244999999999</c:v>
                </c:pt>
                <c:pt idx="7162">
                  <c:v>119.54447</c:v>
                </c:pt>
                <c:pt idx="7163">
                  <c:v>119.61597</c:v>
                </c:pt>
                <c:pt idx="7164">
                  <c:v>119.67847999999999</c:v>
                </c:pt>
                <c:pt idx="7165">
                  <c:v>119.7328</c:v>
                </c:pt>
                <c:pt idx="7166">
                  <c:v>119.79022999999999</c:v>
                </c:pt>
                <c:pt idx="7167">
                  <c:v>119.85930999999999</c:v>
                </c:pt>
                <c:pt idx="7168">
                  <c:v>119.93376000000001</c:v>
                </c:pt>
                <c:pt idx="7169">
                  <c:v>120.00574</c:v>
                </c:pt>
                <c:pt idx="7170">
                  <c:v>120.07049000000001</c:v>
                </c:pt>
                <c:pt idx="7171">
                  <c:v>120.12067</c:v>
                </c:pt>
                <c:pt idx="7172">
                  <c:v>120.16413</c:v>
                </c:pt>
                <c:pt idx="7173">
                  <c:v>120.20518</c:v>
                </c:pt>
                <c:pt idx="7174">
                  <c:v>120.24226</c:v>
                </c:pt>
                <c:pt idx="7175">
                  <c:v>120.27359</c:v>
                </c:pt>
                <c:pt idx="7176">
                  <c:v>120.30293</c:v>
                </c:pt>
                <c:pt idx="7177">
                  <c:v>120.33217</c:v>
                </c:pt>
                <c:pt idx="7178">
                  <c:v>120.35847</c:v>
                </c:pt>
                <c:pt idx="7179">
                  <c:v>120.37994</c:v>
                </c:pt>
                <c:pt idx="7180">
                  <c:v>120.39570999999999</c:v>
                </c:pt>
                <c:pt idx="7181">
                  <c:v>120.41194</c:v>
                </c:pt>
                <c:pt idx="7182">
                  <c:v>120.43523</c:v>
                </c:pt>
                <c:pt idx="7183">
                  <c:v>120.46751</c:v>
                </c:pt>
                <c:pt idx="7184">
                  <c:v>120.50876</c:v>
                </c:pt>
                <c:pt idx="7185">
                  <c:v>120.55589000000001</c:v>
                </c:pt>
                <c:pt idx="7186">
                  <c:v>120.60789</c:v>
                </c:pt>
                <c:pt idx="7187">
                  <c:v>120.66136</c:v>
                </c:pt>
                <c:pt idx="7188">
                  <c:v>120.71172</c:v>
                </c:pt>
                <c:pt idx="7189">
                  <c:v>120.75986</c:v>
                </c:pt>
                <c:pt idx="7190">
                  <c:v>120.80781</c:v>
                </c:pt>
                <c:pt idx="7191">
                  <c:v>120.85718</c:v>
                </c:pt>
                <c:pt idx="7192">
                  <c:v>120.9091</c:v>
                </c:pt>
                <c:pt idx="7193">
                  <c:v>120.96307</c:v>
                </c:pt>
                <c:pt idx="7194">
                  <c:v>121.01755</c:v>
                </c:pt>
                <c:pt idx="7195">
                  <c:v>121.07406</c:v>
                </c:pt>
                <c:pt idx="7196">
                  <c:v>121.13857</c:v>
                </c:pt>
                <c:pt idx="7197">
                  <c:v>121.20856000000001</c:v>
                </c:pt>
                <c:pt idx="7198">
                  <c:v>121.28367</c:v>
                </c:pt>
                <c:pt idx="7199">
                  <c:v>121.36178</c:v>
                </c:pt>
                <c:pt idx="7200">
                  <c:v>121.44199999999999</c:v>
                </c:pt>
                <c:pt idx="7201">
                  <c:v>121.52375000000001</c:v>
                </c:pt>
                <c:pt idx="7202">
                  <c:v>121.60863000000001</c:v>
                </c:pt>
                <c:pt idx="7203">
                  <c:v>121.69078</c:v>
                </c:pt>
                <c:pt idx="7204">
                  <c:v>121.76589</c:v>
                </c:pt>
                <c:pt idx="7205">
                  <c:v>121.83745999999999</c:v>
                </c:pt>
                <c:pt idx="7206">
                  <c:v>121.91063</c:v>
                </c:pt>
                <c:pt idx="7207">
                  <c:v>121.98464</c:v>
                </c:pt>
                <c:pt idx="7208">
                  <c:v>122.05817</c:v>
                </c:pt>
                <c:pt idx="7209">
                  <c:v>122.13197</c:v>
                </c:pt>
                <c:pt idx="7210">
                  <c:v>122.20578999999999</c:v>
                </c:pt>
                <c:pt idx="7211">
                  <c:v>122.2782</c:v>
                </c:pt>
                <c:pt idx="7212">
                  <c:v>122.34447</c:v>
                </c:pt>
                <c:pt idx="7213">
                  <c:v>122.4015</c:v>
                </c:pt>
                <c:pt idx="7214">
                  <c:v>122.44727</c:v>
                </c:pt>
                <c:pt idx="7215">
                  <c:v>122.48076</c:v>
                </c:pt>
                <c:pt idx="7216">
                  <c:v>122.50248999999999</c:v>
                </c:pt>
                <c:pt idx="7217">
                  <c:v>122.5205</c:v>
                </c:pt>
                <c:pt idx="7218">
                  <c:v>122.54152999999999</c:v>
                </c:pt>
                <c:pt idx="7219">
                  <c:v>122.56386000000001</c:v>
                </c:pt>
                <c:pt idx="7220">
                  <c:v>122.5827</c:v>
                </c:pt>
                <c:pt idx="7221">
                  <c:v>122.59464</c:v>
                </c:pt>
                <c:pt idx="7222">
                  <c:v>122.59793000000001</c:v>
                </c:pt>
                <c:pt idx="7223">
                  <c:v>122.59808</c:v>
                </c:pt>
                <c:pt idx="7224">
                  <c:v>122.599</c:v>
                </c:pt>
                <c:pt idx="7225">
                  <c:v>122.60272000000001</c:v>
                </c:pt>
                <c:pt idx="7226">
                  <c:v>122.61045</c:v>
                </c:pt>
                <c:pt idx="7227">
                  <c:v>122.62263</c:v>
                </c:pt>
                <c:pt idx="7228">
                  <c:v>122.64258</c:v>
                </c:pt>
                <c:pt idx="7229">
                  <c:v>122.67045</c:v>
                </c:pt>
                <c:pt idx="7230">
                  <c:v>122.69971</c:v>
                </c:pt>
                <c:pt idx="7231">
                  <c:v>122.7283</c:v>
                </c:pt>
                <c:pt idx="7232">
                  <c:v>122.75543999999999</c:v>
                </c:pt>
                <c:pt idx="7233">
                  <c:v>122.77933</c:v>
                </c:pt>
                <c:pt idx="7234">
                  <c:v>122.79633</c:v>
                </c:pt>
                <c:pt idx="7235">
                  <c:v>122.80656</c:v>
                </c:pt>
                <c:pt idx="7236">
                  <c:v>122.81053</c:v>
                </c:pt>
                <c:pt idx="7237">
                  <c:v>122.81066</c:v>
                </c:pt>
                <c:pt idx="7238">
                  <c:v>122.81328999999999</c:v>
                </c:pt>
                <c:pt idx="7239">
                  <c:v>122.8229</c:v>
                </c:pt>
                <c:pt idx="7240">
                  <c:v>122.83729</c:v>
                </c:pt>
                <c:pt idx="7241">
                  <c:v>122.85404</c:v>
                </c:pt>
                <c:pt idx="7242">
                  <c:v>122.8717</c:v>
                </c:pt>
                <c:pt idx="7243">
                  <c:v>122.88643999999999</c:v>
                </c:pt>
                <c:pt idx="7244">
                  <c:v>122.89443</c:v>
                </c:pt>
                <c:pt idx="7245">
                  <c:v>122.89478</c:v>
                </c:pt>
                <c:pt idx="7246">
                  <c:v>122.88667</c:v>
                </c:pt>
                <c:pt idx="7247">
                  <c:v>122.87061</c:v>
                </c:pt>
                <c:pt idx="7248">
                  <c:v>122.84932000000001</c:v>
                </c:pt>
                <c:pt idx="7249">
                  <c:v>122.8252</c:v>
                </c:pt>
                <c:pt idx="7250">
                  <c:v>122.79559</c:v>
                </c:pt>
                <c:pt idx="7251">
                  <c:v>122.76188999999999</c:v>
                </c:pt>
                <c:pt idx="7252">
                  <c:v>122.72939</c:v>
                </c:pt>
                <c:pt idx="7253">
                  <c:v>122.70016</c:v>
                </c:pt>
                <c:pt idx="7254">
                  <c:v>122.67273</c:v>
                </c:pt>
                <c:pt idx="7255">
                  <c:v>122.64601</c:v>
                </c:pt>
                <c:pt idx="7256">
                  <c:v>122.62188</c:v>
                </c:pt>
                <c:pt idx="7257">
                  <c:v>122.60035999999999</c:v>
                </c:pt>
                <c:pt idx="7258">
                  <c:v>122.57899999999999</c:v>
                </c:pt>
                <c:pt idx="7259">
                  <c:v>122.55846</c:v>
                </c:pt>
                <c:pt idx="7260">
                  <c:v>122.5386</c:v>
                </c:pt>
                <c:pt idx="7261">
                  <c:v>122.5142</c:v>
                </c:pt>
                <c:pt idx="7262">
                  <c:v>122.48531</c:v>
                </c:pt>
                <c:pt idx="7263">
                  <c:v>122.45263</c:v>
                </c:pt>
                <c:pt idx="7264">
                  <c:v>122.41444</c:v>
                </c:pt>
                <c:pt idx="7265">
                  <c:v>122.34761</c:v>
                </c:pt>
                <c:pt idx="7266">
                  <c:v>122.26127</c:v>
                </c:pt>
                <c:pt idx="7267">
                  <c:v>122.17064000000001</c:v>
                </c:pt>
                <c:pt idx="7268">
                  <c:v>122.08544000000001</c:v>
                </c:pt>
                <c:pt idx="7269">
                  <c:v>122.00896</c:v>
                </c:pt>
                <c:pt idx="7270">
                  <c:v>121.93919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AC42-4969-998E-E1E9F069F815}"/>
            </c:ext>
          </c:extLst>
        </c:ser>
        <c:ser>
          <c:idx val="2"/>
          <c:order val="2"/>
          <c:tx>
            <c:strRef>
              <c:f>'DL-Model'!$AP$1</c:f>
              <c:strCache>
                <c:ptCount val="1"/>
                <c:pt idx="0">
                  <c:v>T_sw_LSTM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'DL-Model'!$AP$2:$AP$7272</c:f>
              <c:numCache>
                <c:formatCode>General</c:formatCode>
                <c:ptCount val="7271"/>
                <c:pt idx="0">
                  <c:v>39.216175</c:v>
                </c:pt>
                <c:pt idx="1">
                  <c:v>40.538074000000002</c:v>
                </c:pt>
                <c:pt idx="2">
                  <c:v>41.362656000000001</c:v>
                </c:pt>
                <c:pt idx="3">
                  <c:v>41.588389999999997</c:v>
                </c:pt>
                <c:pt idx="4">
                  <c:v>41.776985000000003</c:v>
                </c:pt>
                <c:pt idx="5">
                  <c:v>42.141795999999999</c:v>
                </c:pt>
                <c:pt idx="6">
                  <c:v>42.385478999999997</c:v>
                </c:pt>
                <c:pt idx="7">
                  <c:v>42.654488000000001</c:v>
                </c:pt>
                <c:pt idx="8">
                  <c:v>42.58614</c:v>
                </c:pt>
                <c:pt idx="9">
                  <c:v>42.199359999999999</c:v>
                </c:pt>
                <c:pt idx="10">
                  <c:v>41.500625999999997</c:v>
                </c:pt>
                <c:pt idx="11">
                  <c:v>40.576282999999997</c:v>
                </c:pt>
                <c:pt idx="12">
                  <c:v>39.523285000000001</c:v>
                </c:pt>
                <c:pt idx="13">
                  <c:v>38.518017</c:v>
                </c:pt>
                <c:pt idx="14">
                  <c:v>37.721577000000003</c:v>
                </c:pt>
                <c:pt idx="15">
                  <c:v>37.617344000000003</c:v>
                </c:pt>
                <c:pt idx="16">
                  <c:v>37.574447999999997</c:v>
                </c:pt>
                <c:pt idx="17">
                  <c:v>37.137774999999998</c:v>
                </c:pt>
                <c:pt idx="18">
                  <c:v>36.797736999999998</c:v>
                </c:pt>
                <c:pt idx="19">
                  <c:v>37.095379000000001</c:v>
                </c:pt>
                <c:pt idx="20">
                  <c:v>37.137264000000002</c:v>
                </c:pt>
                <c:pt idx="21">
                  <c:v>36.704376000000003</c:v>
                </c:pt>
                <c:pt idx="22">
                  <c:v>36.249896999999997</c:v>
                </c:pt>
                <c:pt idx="23">
                  <c:v>36.444794000000002</c:v>
                </c:pt>
                <c:pt idx="24">
                  <c:v>37.588196000000003</c:v>
                </c:pt>
                <c:pt idx="25">
                  <c:v>37.933258000000002</c:v>
                </c:pt>
                <c:pt idx="26">
                  <c:v>38.021599000000002</c:v>
                </c:pt>
                <c:pt idx="27">
                  <c:v>38.757449999999999</c:v>
                </c:pt>
                <c:pt idx="28">
                  <c:v>39.457146000000002</c:v>
                </c:pt>
                <c:pt idx="29">
                  <c:v>39.700744999999998</c:v>
                </c:pt>
                <c:pt idx="30">
                  <c:v>40.052849000000002</c:v>
                </c:pt>
                <c:pt idx="31">
                  <c:v>40.723404000000002</c:v>
                </c:pt>
                <c:pt idx="32">
                  <c:v>41.487572</c:v>
                </c:pt>
                <c:pt idx="33">
                  <c:v>42.115592999999997</c:v>
                </c:pt>
                <c:pt idx="34">
                  <c:v>42.569716999999997</c:v>
                </c:pt>
                <c:pt idx="35">
                  <c:v>42.889557000000003</c:v>
                </c:pt>
                <c:pt idx="36">
                  <c:v>42.837325999999997</c:v>
                </c:pt>
                <c:pt idx="37">
                  <c:v>42.237507000000001</c:v>
                </c:pt>
                <c:pt idx="38">
                  <c:v>41.652676</c:v>
                </c:pt>
                <c:pt idx="39">
                  <c:v>41.095654000000003</c:v>
                </c:pt>
                <c:pt idx="40">
                  <c:v>40.293014999999997</c:v>
                </c:pt>
                <c:pt idx="41">
                  <c:v>40.167155999999999</c:v>
                </c:pt>
                <c:pt idx="42">
                  <c:v>40.713965999999999</c:v>
                </c:pt>
                <c:pt idx="43">
                  <c:v>41.130394000000003</c:v>
                </c:pt>
                <c:pt idx="44">
                  <c:v>41.181621999999997</c:v>
                </c:pt>
                <c:pt idx="45">
                  <c:v>41.030552</c:v>
                </c:pt>
                <c:pt idx="46">
                  <c:v>40.915976999999998</c:v>
                </c:pt>
                <c:pt idx="47">
                  <c:v>40.664085</c:v>
                </c:pt>
                <c:pt idx="48">
                  <c:v>40.186225999999998</c:v>
                </c:pt>
                <c:pt idx="49">
                  <c:v>40.756095999999999</c:v>
                </c:pt>
                <c:pt idx="50">
                  <c:v>42.091895999999998</c:v>
                </c:pt>
                <c:pt idx="51">
                  <c:v>42.875655999999999</c:v>
                </c:pt>
                <c:pt idx="52">
                  <c:v>43.555042</c:v>
                </c:pt>
                <c:pt idx="53">
                  <c:v>44.095646000000002</c:v>
                </c:pt>
                <c:pt idx="54">
                  <c:v>44.488551999999999</c:v>
                </c:pt>
                <c:pt idx="55">
                  <c:v>44.761657999999997</c:v>
                </c:pt>
                <c:pt idx="56">
                  <c:v>44.574897999999997</c:v>
                </c:pt>
                <c:pt idx="57">
                  <c:v>44.054630000000003</c:v>
                </c:pt>
                <c:pt idx="58">
                  <c:v>43.394984999999998</c:v>
                </c:pt>
                <c:pt idx="59">
                  <c:v>42.652698999999998</c:v>
                </c:pt>
                <c:pt idx="60">
                  <c:v>41.916401</c:v>
                </c:pt>
                <c:pt idx="61">
                  <c:v>41.63467</c:v>
                </c:pt>
                <c:pt idx="62">
                  <c:v>41.530296</c:v>
                </c:pt>
                <c:pt idx="63">
                  <c:v>41.443192000000003</c:v>
                </c:pt>
                <c:pt idx="64">
                  <c:v>41.491272000000002</c:v>
                </c:pt>
                <c:pt idx="65">
                  <c:v>41.492603000000003</c:v>
                </c:pt>
                <c:pt idx="66">
                  <c:v>41.788474999999998</c:v>
                </c:pt>
                <c:pt idx="67">
                  <c:v>42.425204999999998</c:v>
                </c:pt>
                <c:pt idx="68">
                  <c:v>43.481411000000001</c:v>
                </c:pt>
                <c:pt idx="69">
                  <c:v>44.479255999999999</c:v>
                </c:pt>
                <c:pt idx="70">
                  <c:v>45.004944000000002</c:v>
                </c:pt>
                <c:pt idx="71">
                  <c:v>45.448295999999999</c:v>
                </c:pt>
                <c:pt idx="72">
                  <c:v>45.811610999999999</c:v>
                </c:pt>
                <c:pt idx="73">
                  <c:v>45.479880999999999</c:v>
                </c:pt>
                <c:pt idx="74">
                  <c:v>45.084702</c:v>
                </c:pt>
                <c:pt idx="75">
                  <c:v>45.030845999999997</c:v>
                </c:pt>
                <c:pt idx="76">
                  <c:v>45.072197000000003</c:v>
                </c:pt>
                <c:pt idx="77">
                  <c:v>44.842171</c:v>
                </c:pt>
                <c:pt idx="78">
                  <c:v>44.022297000000002</c:v>
                </c:pt>
                <c:pt idx="79">
                  <c:v>42.975033000000003</c:v>
                </c:pt>
                <c:pt idx="80">
                  <c:v>42.429779000000003</c:v>
                </c:pt>
                <c:pt idx="81">
                  <c:v>42.451194999999998</c:v>
                </c:pt>
                <c:pt idx="82">
                  <c:v>43.172203000000003</c:v>
                </c:pt>
                <c:pt idx="83">
                  <c:v>44.080123999999998</c:v>
                </c:pt>
                <c:pt idx="84">
                  <c:v>44.632103000000001</c:v>
                </c:pt>
                <c:pt idx="85">
                  <c:v>45.148651000000001</c:v>
                </c:pt>
                <c:pt idx="86">
                  <c:v>45.657702999999998</c:v>
                </c:pt>
                <c:pt idx="87">
                  <c:v>46.339565</c:v>
                </c:pt>
                <c:pt idx="88">
                  <c:v>47.043101999999998</c:v>
                </c:pt>
                <c:pt idx="89">
                  <c:v>47.120730999999999</c:v>
                </c:pt>
                <c:pt idx="90">
                  <c:v>46.829619999999998</c:v>
                </c:pt>
                <c:pt idx="91">
                  <c:v>46.467167000000003</c:v>
                </c:pt>
                <c:pt idx="92">
                  <c:v>45.844746000000001</c:v>
                </c:pt>
                <c:pt idx="93">
                  <c:v>45.536377000000002</c:v>
                </c:pt>
                <c:pt idx="94">
                  <c:v>45.532153999999998</c:v>
                </c:pt>
                <c:pt idx="95">
                  <c:v>45.266891000000001</c:v>
                </c:pt>
                <c:pt idx="96">
                  <c:v>44.795937000000002</c:v>
                </c:pt>
                <c:pt idx="97">
                  <c:v>44.627803999999998</c:v>
                </c:pt>
                <c:pt idx="98">
                  <c:v>44.493599000000003</c:v>
                </c:pt>
                <c:pt idx="99">
                  <c:v>44.361350999999999</c:v>
                </c:pt>
                <c:pt idx="100">
                  <c:v>44.228687000000001</c:v>
                </c:pt>
                <c:pt idx="101">
                  <c:v>44.466746999999998</c:v>
                </c:pt>
                <c:pt idx="102">
                  <c:v>45.135891000000001</c:v>
                </c:pt>
                <c:pt idx="103">
                  <c:v>45.997802999999998</c:v>
                </c:pt>
                <c:pt idx="104">
                  <c:v>46.448177000000001</c:v>
                </c:pt>
                <c:pt idx="105">
                  <c:v>46.292645</c:v>
                </c:pt>
                <c:pt idx="106">
                  <c:v>45.860199000000001</c:v>
                </c:pt>
                <c:pt idx="107">
                  <c:v>46.029944999999998</c:v>
                </c:pt>
                <c:pt idx="108">
                  <c:v>46.416775000000001</c:v>
                </c:pt>
                <c:pt idx="109">
                  <c:v>46.958297999999999</c:v>
                </c:pt>
                <c:pt idx="110">
                  <c:v>47.752105999999998</c:v>
                </c:pt>
                <c:pt idx="111">
                  <c:v>48.472450000000002</c:v>
                </c:pt>
                <c:pt idx="112">
                  <c:v>49.007668000000002</c:v>
                </c:pt>
                <c:pt idx="113">
                  <c:v>48.944527000000001</c:v>
                </c:pt>
                <c:pt idx="114">
                  <c:v>48.591090999999999</c:v>
                </c:pt>
                <c:pt idx="115">
                  <c:v>48.488121</c:v>
                </c:pt>
                <c:pt idx="116">
                  <c:v>48.774856999999997</c:v>
                </c:pt>
                <c:pt idx="117">
                  <c:v>48.990009000000001</c:v>
                </c:pt>
                <c:pt idx="118">
                  <c:v>48.891697000000001</c:v>
                </c:pt>
                <c:pt idx="119">
                  <c:v>48.839478</c:v>
                </c:pt>
                <c:pt idx="120">
                  <c:v>48.775364000000003</c:v>
                </c:pt>
                <c:pt idx="121">
                  <c:v>48.947178000000001</c:v>
                </c:pt>
                <c:pt idx="122">
                  <c:v>49.234622999999999</c:v>
                </c:pt>
                <c:pt idx="123">
                  <c:v>49.452663000000001</c:v>
                </c:pt>
                <c:pt idx="124">
                  <c:v>49.479438999999999</c:v>
                </c:pt>
                <c:pt idx="125">
                  <c:v>48.742911999999997</c:v>
                </c:pt>
                <c:pt idx="126">
                  <c:v>47.418018000000004</c:v>
                </c:pt>
                <c:pt idx="127">
                  <c:v>50.669567000000001</c:v>
                </c:pt>
                <c:pt idx="128">
                  <c:v>54.498584999999999</c:v>
                </c:pt>
                <c:pt idx="129">
                  <c:v>57.429146000000003</c:v>
                </c:pt>
                <c:pt idx="130">
                  <c:v>59.086661999999997</c:v>
                </c:pt>
                <c:pt idx="131">
                  <c:v>59.507739999999998</c:v>
                </c:pt>
                <c:pt idx="132">
                  <c:v>58.820464999999999</c:v>
                </c:pt>
                <c:pt idx="133">
                  <c:v>58.098412000000003</c:v>
                </c:pt>
                <c:pt idx="134">
                  <c:v>58.597065000000001</c:v>
                </c:pt>
                <c:pt idx="135">
                  <c:v>58.953837999999998</c:v>
                </c:pt>
                <c:pt idx="136">
                  <c:v>58.997172999999997</c:v>
                </c:pt>
                <c:pt idx="137">
                  <c:v>58.995421999999998</c:v>
                </c:pt>
                <c:pt idx="138">
                  <c:v>58.837260999999998</c:v>
                </c:pt>
                <c:pt idx="139">
                  <c:v>58.717644</c:v>
                </c:pt>
                <c:pt idx="140">
                  <c:v>58.530197000000001</c:v>
                </c:pt>
                <c:pt idx="141">
                  <c:v>58.377693000000001</c:v>
                </c:pt>
                <c:pt idx="142">
                  <c:v>58.448383</c:v>
                </c:pt>
                <c:pt idx="143">
                  <c:v>58.559474999999999</c:v>
                </c:pt>
                <c:pt idx="144">
                  <c:v>58.462166000000003</c:v>
                </c:pt>
                <c:pt idx="145">
                  <c:v>58.344296</c:v>
                </c:pt>
                <c:pt idx="146">
                  <c:v>58.137538999999997</c:v>
                </c:pt>
                <c:pt idx="147">
                  <c:v>57.546162000000002</c:v>
                </c:pt>
                <c:pt idx="148">
                  <c:v>57.397125000000003</c:v>
                </c:pt>
                <c:pt idx="149">
                  <c:v>57.718674</c:v>
                </c:pt>
                <c:pt idx="150">
                  <c:v>57.172913000000001</c:v>
                </c:pt>
                <c:pt idx="151">
                  <c:v>56.438170999999997</c:v>
                </c:pt>
                <c:pt idx="152">
                  <c:v>57.012183999999998</c:v>
                </c:pt>
                <c:pt idx="153">
                  <c:v>57.487679</c:v>
                </c:pt>
                <c:pt idx="154">
                  <c:v>57.899574000000001</c:v>
                </c:pt>
                <c:pt idx="155">
                  <c:v>57.790646000000002</c:v>
                </c:pt>
                <c:pt idx="156">
                  <c:v>56.734501000000002</c:v>
                </c:pt>
                <c:pt idx="157">
                  <c:v>55.706108</c:v>
                </c:pt>
                <c:pt idx="158">
                  <c:v>54.970771999999997</c:v>
                </c:pt>
                <c:pt idx="159">
                  <c:v>54.753407000000003</c:v>
                </c:pt>
                <c:pt idx="160">
                  <c:v>54.958697999999998</c:v>
                </c:pt>
                <c:pt idx="161">
                  <c:v>54.930588</c:v>
                </c:pt>
                <c:pt idx="162">
                  <c:v>54.716369999999998</c:v>
                </c:pt>
                <c:pt idx="163">
                  <c:v>54.739201000000001</c:v>
                </c:pt>
                <c:pt idx="164">
                  <c:v>54.686531000000002</c:v>
                </c:pt>
                <c:pt idx="165">
                  <c:v>54.554558</c:v>
                </c:pt>
                <c:pt idx="166">
                  <c:v>54.59301</c:v>
                </c:pt>
                <c:pt idx="167">
                  <c:v>54.781342000000002</c:v>
                </c:pt>
                <c:pt idx="168">
                  <c:v>55.241126999999999</c:v>
                </c:pt>
                <c:pt idx="169">
                  <c:v>55.698425</c:v>
                </c:pt>
                <c:pt idx="170">
                  <c:v>55.506633999999998</c:v>
                </c:pt>
                <c:pt idx="171">
                  <c:v>55.338436000000002</c:v>
                </c:pt>
                <c:pt idx="172">
                  <c:v>55.278385</c:v>
                </c:pt>
                <c:pt idx="173">
                  <c:v>55.365420999999998</c:v>
                </c:pt>
                <c:pt idx="174">
                  <c:v>55.432868999999997</c:v>
                </c:pt>
                <c:pt idx="175">
                  <c:v>55.428657999999999</c:v>
                </c:pt>
                <c:pt idx="176">
                  <c:v>55.402424000000003</c:v>
                </c:pt>
                <c:pt idx="177">
                  <c:v>55.382998999999998</c:v>
                </c:pt>
                <c:pt idx="178">
                  <c:v>55.400326</c:v>
                </c:pt>
                <c:pt idx="179">
                  <c:v>55.361201999999999</c:v>
                </c:pt>
                <c:pt idx="180">
                  <c:v>55.294373</c:v>
                </c:pt>
                <c:pt idx="181">
                  <c:v>55.293011</c:v>
                </c:pt>
                <c:pt idx="182">
                  <c:v>55.259338</c:v>
                </c:pt>
                <c:pt idx="183">
                  <c:v>55.689709000000001</c:v>
                </c:pt>
                <c:pt idx="184">
                  <c:v>55.768497000000004</c:v>
                </c:pt>
                <c:pt idx="185">
                  <c:v>55.277026999999997</c:v>
                </c:pt>
                <c:pt idx="186">
                  <c:v>54.962265000000002</c:v>
                </c:pt>
                <c:pt idx="187">
                  <c:v>54.811076999999997</c:v>
                </c:pt>
                <c:pt idx="188">
                  <c:v>54.923701999999999</c:v>
                </c:pt>
                <c:pt idx="189">
                  <c:v>55.328598</c:v>
                </c:pt>
                <c:pt idx="190">
                  <c:v>56.023560000000003</c:v>
                </c:pt>
                <c:pt idx="191">
                  <c:v>56.447971000000003</c:v>
                </c:pt>
                <c:pt idx="192">
                  <c:v>56.329948000000002</c:v>
                </c:pt>
                <c:pt idx="193">
                  <c:v>56.372638999999999</c:v>
                </c:pt>
                <c:pt idx="194">
                  <c:v>56.899830000000001</c:v>
                </c:pt>
                <c:pt idx="195">
                  <c:v>57.494956999999999</c:v>
                </c:pt>
                <c:pt idx="196">
                  <c:v>57.920665999999997</c:v>
                </c:pt>
                <c:pt idx="197">
                  <c:v>58.640343000000001</c:v>
                </c:pt>
                <c:pt idx="198">
                  <c:v>59.907088999999999</c:v>
                </c:pt>
                <c:pt idx="199">
                  <c:v>60.842331000000001</c:v>
                </c:pt>
                <c:pt idx="200">
                  <c:v>60.930328000000003</c:v>
                </c:pt>
                <c:pt idx="201">
                  <c:v>61.021866000000003</c:v>
                </c:pt>
                <c:pt idx="202">
                  <c:v>61.178592999999999</c:v>
                </c:pt>
                <c:pt idx="203">
                  <c:v>60.373116000000003</c:v>
                </c:pt>
                <c:pt idx="204">
                  <c:v>59.593052</c:v>
                </c:pt>
                <c:pt idx="205">
                  <c:v>59.627625000000002</c:v>
                </c:pt>
                <c:pt idx="206">
                  <c:v>59.811138</c:v>
                </c:pt>
                <c:pt idx="207">
                  <c:v>59.768245999999998</c:v>
                </c:pt>
                <c:pt idx="208">
                  <c:v>59.751590999999998</c:v>
                </c:pt>
                <c:pt idx="209">
                  <c:v>59.699066000000002</c:v>
                </c:pt>
                <c:pt idx="210">
                  <c:v>59.659424000000001</c:v>
                </c:pt>
                <c:pt idx="211">
                  <c:v>59.591427000000003</c:v>
                </c:pt>
                <c:pt idx="212">
                  <c:v>59.870891999999998</c:v>
                </c:pt>
                <c:pt idx="213">
                  <c:v>60.198154000000002</c:v>
                </c:pt>
                <c:pt idx="214">
                  <c:v>60.360351999999999</c:v>
                </c:pt>
                <c:pt idx="215">
                  <c:v>60.372463000000003</c:v>
                </c:pt>
                <c:pt idx="216">
                  <c:v>60.405594000000001</c:v>
                </c:pt>
                <c:pt idx="217">
                  <c:v>60.734917000000003</c:v>
                </c:pt>
                <c:pt idx="218">
                  <c:v>60.431621999999997</c:v>
                </c:pt>
                <c:pt idx="219">
                  <c:v>59.655422000000002</c:v>
                </c:pt>
                <c:pt idx="220">
                  <c:v>58.979584000000003</c:v>
                </c:pt>
                <c:pt idx="221">
                  <c:v>58.767391000000003</c:v>
                </c:pt>
                <c:pt idx="222">
                  <c:v>58.452652</c:v>
                </c:pt>
                <c:pt idx="223">
                  <c:v>57.579712000000001</c:v>
                </c:pt>
                <c:pt idx="224">
                  <c:v>57.384295999999999</c:v>
                </c:pt>
                <c:pt idx="225">
                  <c:v>57.544539999999998</c:v>
                </c:pt>
                <c:pt idx="226">
                  <c:v>57.757263000000002</c:v>
                </c:pt>
                <c:pt idx="227">
                  <c:v>57.629421000000001</c:v>
                </c:pt>
                <c:pt idx="228">
                  <c:v>57.526725999999996</c:v>
                </c:pt>
                <c:pt idx="229">
                  <c:v>57.522815999999999</c:v>
                </c:pt>
                <c:pt idx="230">
                  <c:v>57.505890000000001</c:v>
                </c:pt>
                <c:pt idx="231">
                  <c:v>57.631832000000003</c:v>
                </c:pt>
                <c:pt idx="232">
                  <c:v>57.947074999999998</c:v>
                </c:pt>
                <c:pt idx="233">
                  <c:v>57.875869999999999</c:v>
                </c:pt>
                <c:pt idx="234">
                  <c:v>57.691260999999997</c:v>
                </c:pt>
                <c:pt idx="235">
                  <c:v>58.143230000000003</c:v>
                </c:pt>
                <c:pt idx="236">
                  <c:v>58.619262999999997</c:v>
                </c:pt>
                <c:pt idx="237">
                  <c:v>58.842571</c:v>
                </c:pt>
                <c:pt idx="238">
                  <c:v>58.681499000000002</c:v>
                </c:pt>
                <c:pt idx="239">
                  <c:v>58.317946999999997</c:v>
                </c:pt>
                <c:pt idx="240">
                  <c:v>58.176918000000001</c:v>
                </c:pt>
                <c:pt idx="241">
                  <c:v>57.915607000000001</c:v>
                </c:pt>
                <c:pt idx="242">
                  <c:v>57.384636</c:v>
                </c:pt>
                <c:pt idx="243">
                  <c:v>57.262816999999998</c:v>
                </c:pt>
                <c:pt idx="244">
                  <c:v>57.386733999999997</c:v>
                </c:pt>
                <c:pt idx="245">
                  <c:v>58.066611999999999</c:v>
                </c:pt>
                <c:pt idx="246">
                  <c:v>59.051814999999998</c:v>
                </c:pt>
                <c:pt idx="247">
                  <c:v>59.044677999999998</c:v>
                </c:pt>
                <c:pt idx="248">
                  <c:v>58.323883000000002</c:v>
                </c:pt>
                <c:pt idx="249">
                  <c:v>58.093311</c:v>
                </c:pt>
                <c:pt idx="250">
                  <c:v>58.569847000000003</c:v>
                </c:pt>
                <c:pt idx="251">
                  <c:v>59.146633000000001</c:v>
                </c:pt>
                <c:pt idx="252">
                  <c:v>59.041504000000003</c:v>
                </c:pt>
                <c:pt idx="253">
                  <c:v>58.846209999999999</c:v>
                </c:pt>
                <c:pt idx="254">
                  <c:v>58.793427000000001</c:v>
                </c:pt>
                <c:pt idx="255">
                  <c:v>58.509022000000002</c:v>
                </c:pt>
                <c:pt idx="256">
                  <c:v>58.256847</c:v>
                </c:pt>
                <c:pt idx="257">
                  <c:v>58.121921999999998</c:v>
                </c:pt>
                <c:pt idx="258">
                  <c:v>58.341740000000001</c:v>
                </c:pt>
                <c:pt idx="259">
                  <c:v>58.376888000000001</c:v>
                </c:pt>
                <c:pt idx="260">
                  <c:v>58.148544000000001</c:v>
                </c:pt>
                <c:pt idx="261">
                  <c:v>57.956909000000003</c:v>
                </c:pt>
                <c:pt idx="262">
                  <c:v>58.076908000000003</c:v>
                </c:pt>
                <c:pt idx="263">
                  <c:v>58.208252000000002</c:v>
                </c:pt>
                <c:pt idx="264">
                  <c:v>58.623767999999998</c:v>
                </c:pt>
                <c:pt idx="265">
                  <c:v>59.326968999999998</c:v>
                </c:pt>
                <c:pt idx="266">
                  <c:v>59.992660999999998</c:v>
                </c:pt>
                <c:pt idx="267">
                  <c:v>60.566890999999998</c:v>
                </c:pt>
                <c:pt idx="268">
                  <c:v>60.772694000000001</c:v>
                </c:pt>
                <c:pt idx="269">
                  <c:v>60.908619000000002</c:v>
                </c:pt>
                <c:pt idx="270">
                  <c:v>61.157592999999999</c:v>
                </c:pt>
                <c:pt idx="271">
                  <c:v>61.534184000000003</c:v>
                </c:pt>
                <c:pt idx="272">
                  <c:v>61.653458000000001</c:v>
                </c:pt>
                <c:pt idx="273">
                  <c:v>61.368411999999999</c:v>
                </c:pt>
                <c:pt idx="274">
                  <c:v>61.283969999999997</c:v>
                </c:pt>
                <c:pt idx="275">
                  <c:v>61.583351</c:v>
                </c:pt>
                <c:pt idx="276">
                  <c:v>61.743487999999999</c:v>
                </c:pt>
                <c:pt idx="277">
                  <c:v>61.784782</c:v>
                </c:pt>
                <c:pt idx="278">
                  <c:v>62.223205999999998</c:v>
                </c:pt>
                <c:pt idx="279">
                  <c:v>62.942497000000003</c:v>
                </c:pt>
                <c:pt idx="280">
                  <c:v>63.371166000000002</c:v>
                </c:pt>
                <c:pt idx="281">
                  <c:v>63.352200000000003</c:v>
                </c:pt>
                <c:pt idx="282">
                  <c:v>63.723007000000003</c:v>
                </c:pt>
                <c:pt idx="283">
                  <c:v>64.698966999999996</c:v>
                </c:pt>
                <c:pt idx="284">
                  <c:v>65.293930000000003</c:v>
                </c:pt>
                <c:pt idx="285">
                  <c:v>65.704430000000002</c:v>
                </c:pt>
                <c:pt idx="286">
                  <c:v>66.298903999999993</c:v>
                </c:pt>
                <c:pt idx="287">
                  <c:v>67.092934</c:v>
                </c:pt>
                <c:pt idx="288">
                  <c:v>67.666054000000003</c:v>
                </c:pt>
                <c:pt idx="289">
                  <c:v>67.451683000000003</c:v>
                </c:pt>
                <c:pt idx="290">
                  <c:v>67.272537</c:v>
                </c:pt>
                <c:pt idx="291">
                  <c:v>67.499756000000005</c:v>
                </c:pt>
                <c:pt idx="292">
                  <c:v>68.124260000000007</c:v>
                </c:pt>
                <c:pt idx="293">
                  <c:v>68.386139</c:v>
                </c:pt>
                <c:pt idx="294">
                  <c:v>68.119225</c:v>
                </c:pt>
                <c:pt idx="295">
                  <c:v>67.295799000000002</c:v>
                </c:pt>
                <c:pt idx="296">
                  <c:v>66.346457999999998</c:v>
                </c:pt>
                <c:pt idx="297">
                  <c:v>65.793373000000003</c:v>
                </c:pt>
                <c:pt idx="298">
                  <c:v>65.358986000000002</c:v>
                </c:pt>
                <c:pt idx="299">
                  <c:v>64.430878000000007</c:v>
                </c:pt>
                <c:pt idx="300">
                  <c:v>63.333354999999997</c:v>
                </c:pt>
                <c:pt idx="301">
                  <c:v>62.873061999999997</c:v>
                </c:pt>
                <c:pt idx="302">
                  <c:v>62.732703999999998</c:v>
                </c:pt>
                <c:pt idx="303">
                  <c:v>62.310532000000002</c:v>
                </c:pt>
                <c:pt idx="304">
                  <c:v>61.993766999999998</c:v>
                </c:pt>
                <c:pt idx="305">
                  <c:v>61.705727000000003</c:v>
                </c:pt>
                <c:pt idx="306">
                  <c:v>62.023055999999997</c:v>
                </c:pt>
                <c:pt idx="307">
                  <c:v>62.408932</c:v>
                </c:pt>
                <c:pt idx="308">
                  <c:v>62.552813999999998</c:v>
                </c:pt>
                <c:pt idx="309">
                  <c:v>62.399512999999999</c:v>
                </c:pt>
                <c:pt idx="310">
                  <c:v>61.975475000000003</c:v>
                </c:pt>
                <c:pt idx="311">
                  <c:v>61.368183000000002</c:v>
                </c:pt>
                <c:pt idx="312">
                  <c:v>60.710934000000002</c:v>
                </c:pt>
                <c:pt idx="313">
                  <c:v>60.645355000000002</c:v>
                </c:pt>
                <c:pt idx="314">
                  <c:v>60.865971000000002</c:v>
                </c:pt>
                <c:pt idx="315">
                  <c:v>60.968246000000001</c:v>
                </c:pt>
                <c:pt idx="316">
                  <c:v>61.184879000000002</c:v>
                </c:pt>
                <c:pt idx="317">
                  <c:v>61.476146999999997</c:v>
                </c:pt>
                <c:pt idx="318">
                  <c:v>61.640372999999997</c:v>
                </c:pt>
                <c:pt idx="319">
                  <c:v>61.678257000000002</c:v>
                </c:pt>
                <c:pt idx="320">
                  <c:v>61.733437000000002</c:v>
                </c:pt>
                <c:pt idx="321">
                  <c:v>61.836188999999997</c:v>
                </c:pt>
                <c:pt idx="322">
                  <c:v>62.034202999999998</c:v>
                </c:pt>
                <c:pt idx="323">
                  <c:v>61.944915999999999</c:v>
                </c:pt>
                <c:pt idx="324">
                  <c:v>61.051242999999999</c:v>
                </c:pt>
                <c:pt idx="325">
                  <c:v>60.192852000000002</c:v>
                </c:pt>
                <c:pt idx="326">
                  <c:v>60.143813999999999</c:v>
                </c:pt>
                <c:pt idx="327">
                  <c:v>60.853996000000002</c:v>
                </c:pt>
                <c:pt idx="328">
                  <c:v>61.212761</c:v>
                </c:pt>
                <c:pt idx="329">
                  <c:v>60.802193000000003</c:v>
                </c:pt>
                <c:pt idx="330">
                  <c:v>59.808750000000003</c:v>
                </c:pt>
                <c:pt idx="331">
                  <c:v>58.655501999999998</c:v>
                </c:pt>
                <c:pt idx="332">
                  <c:v>58.803508999999998</c:v>
                </c:pt>
                <c:pt idx="333">
                  <c:v>59.619602</c:v>
                </c:pt>
                <c:pt idx="334">
                  <c:v>60.526730000000001</c:v>
                </c:pt>
                <c:pt idx="335">
                  <c:v>61.472267000000002</c:v>
                </c:pt>
                <c:pt idx="336">
                  <c:v>61.819752000000001</c:v>
                </c:pt>
                <c:pt idx="337">
                  <c:v>61.704773000000003</c:v>
                </c:pt>
                <c:pt idx="338">
                  <c:v>61.466372999999997</c:v>
                </c:pt>
                <c:pt idx="339">
                  <c:v>61.629458999999997</c:v>
                </c:pt>
                <c:pt idx="340">
                  <c:v>61.903880999999998</c:v>
                </c:pt>
                <c:pt idx="341">
                  <c:v>62.158366999999998</c:v>
                </c:pt>
                <c:pt idx="342">
                  <c:v>62.396576000000003</c:v>
                </c:pt>
                <c:pt idx="343">
                  <c:v>62.286610000000003</c:v>
                </c:pt>
                <c:pt idx="344">
                  <c:v>62.174048999999997</c:v>
                </c:pt>
                <c:pt idx="345">
                  <c:v>62.511276000000002</c:v>
                </c:pt>
                <c:pt idx="346">
                  <c:v>62.811667999999997</c:v>
                </c:pt>
                <c:pt idx="347">
                  <c:v>63.365336999999997</c:v>
                </c:pt>
                <c:pt idx="348">
                  <c:v>64.600853000000001</c:v>
                </c:pt>
                <c:pt idx="349">
                  <c:v>65.926636000000002</c:v>
                </c:pt>
                <c:pt idx="350">
                  <c:v>67.087044000000006</c:v>
                </c:pt>
                <c:pt idx="351">
                  <c:v>67.535629</c:v>
                </c:pt>
                <c:pt idx="352">
                  <c:v>67.866874999999993</c:v>
                </c:pt>
                <c:pt idx="353">
                  <c:v>68.201492000000002</c:v>
                </c:pt>
                <c:pt idx="354">
                  <c:v>67.90728</c:v>
                </c:pt>
                <c:pt idx="355">
                  <c:v>67.323677000000004</c:v>
                </c:pt>
                <c:pt idx="356">
                  <c:v>66.553207</c:v>
                </c:pt>
                <c:pt idx="357">
                  <c:v>65.573691999999994</c:v>
                </c:pt>
                <c:pt idx="358">
                  <c:v>65.226433</c:v>
                </c:pt>
                <c:pt idx="359">
                  <c:v>65.357490999999996</c:v>
                </c:pt>
                <c:pt idx="360">
                  <c:v>65.661811999999998</c:v>
                </c:pt>
                <c:pt idx="361">
                  <c:v>66.247864000000007</c:v>
                </c:pt>
                <c:pt idx="362">
                  <c:v>66.989768999999995</c:v>
                </c:pt>
                <c:pt idx="363">
                  <c:v>67.594406000000006</c:v>
                </c:pt>
                <c:pt idx="364">
                  <c:v>67.756766999999996</c:v>
                </c:pt>
                <c:pt idx="365">
                  <c:v>67.370148</c:v>
                </c:pt>
                <c:pt idx="366">
                  <c:v>67.342406999999994</c:v>
                </c:pt>
                <c:pt idx="367">
                  <c:v>68.263985000000005</c:v>
                </c:pt>
                <c:pt idx="368">
                  <c:v>69.385070999999996</c:v>
                </c:pt>
                <c:pt idx="369">
                  <c:v>70.106987000000004</c:v>
                </c:pt>
                <c:pt idx="370">
                  <c:v>70.353752</c:v>
                </c:pt>
                <c:pt idx="371">
                  <c:v>70.100098000000003</c:v>
                </c:pt>
                <c:pt idx="372">
                  <c:v>69.432816000000003</c:v>
                </c:pt>
                <c:pt idx="373">
                  <c:v>69.069450000000003</c:v>
                </c:pt>
                <c:pt idx="374">
                  <c:v>69.161201000000005</c:v>
                </c:pt>
                <c:pt idx="375">
                  <c:v>69.143341000000007</c:v>
                </c:pt>
                <c:pt idx="376">
                  <c:v>69.068909000000005</c:v>
                </c:pt>
                <c:pt idx="377">
                  <c:v>69.321883999999997</c:v>
                </c:pt>
                <c:pt idx="378">
                  <c:v>69.906554999999997</c:v>
                </c:pt>
                <c:pt idx="379">
                  <c:v>70.784981000000002</c:v>
                </c:pt>
                <c:pt idx="380">
                  <c:v>71.414321999999999</c:v>
                </c:pt>
                <c:pt idx="381">
                  <c:v>71.454239000000001</c:v>
                </c:pt>
                <c:pt idx="382">
                  <c:v>71.042098999999993</c:v>
                </c:pt>
                <c:pt idx="383">
                  <c:v>70.920074</c:v>
                </c:pt>
                <c:pt idx="384">
                  <c:v>71.289055000000005</c:v>
                </c:pt>
                <c:pt idx="385">
                  <c:v>71.46199</c:v>
                </c:pt>
                <c:pt idx="386">
                  <c:v>71.403267</c:v>
                </c:pt>
                <c:pt idx="387">
                  <c:v>70.751991000000004</c:v>
                </c:pt>
                <c:pt idx="388">
                  <c:v>70.028564000000003</c:v>
                </c:pt>
                <c:pt idx="389">
                  <c:v>70.115859999999998</c:v>
                </c:pt>
                <c:pt idx="390">
                  <c:v>70.620598000000001</c:v>
                </c:pt>
                <c:pt idx="391">
                  <c:v>70.673653000000002</c:v>
                </c:pt>
                <c:pt idx="392">
                  <c:v>70.370086999999998</c:v>
                </c:pt>
                <c:pt idx="393">
                  <c:v>69.993674999999996</c:v>
                </c:pt>
                <c:pt idx="394">
                  <c:v>69.975600999999997</c:v>
                </c:pt>
                <c:pt idx="395">
                  <c:v>70.352988999999994</c:v>
                </c:pt>
                <c:pt idx="396">
                  <c:v>70.715873999999999</c:v>
                </c:pt>
                <c:pt idx="397">
                  <c:v>71.528953999999999</c:v>
                </c:pt>
                <c:pt idx="398">
                  <c:v>72.080605000000006</c:v>
                </c:pt>
                <c:pt idx="399">
                  <c:v>71.958709999999996</c:v>
                </c:pt>
                <c:pt idx="400">
                  <c:v>71.513901000000004</c:v>
                </c:pt>
                <c:pt idx="401">
                  <c:v>70.971290999999994</c:v>
                </c:pt>
                <c:pt idx="402">
                  <c:v>70.689774</c:v>
                </c:pt>
                <c:pt idx="403">
                  <c:v>70.752082999999999</c:v>
                </c:pt>
                <c:pt idx="404">
                  <c:v>70.565787999999998</c:v>
                </c:pt>
                <c:pt idx="405">
                  <c:v>70.150886999999997</c:v>
                </c:pt>
                <c:pt idx="406">
                  <c:v>69.815048000000004</c:v>
                </c:pt>
                <c:pt idx="407">
                  <c:v>69.705803000000003</c:v>
                </c:pt>
                <c:pt idx="408">
                  <c:v>70.262000999999998</c:v>
                </c:pt>
                <c:pt idx="409">
                  <c:v>71.173530999999997</c:v>
                </c:pt>
                <c:pt idx="410">
                  <c:v>72.012833000000001</c:v>
                </c:pt>
                <c:pt idx="411">
                  <c:v>72.841781999999995</c:v>
                </c:pt>
                <c:pt idx="412">
                  <c:v>73.504822000000004</c:v>
                </c:pt>
                <c:pt idx="413">
                  <c:v>74.068825000000004</c:v>
                </c:pt>
                <c:pt idx="414">
                  <c:v>74.478279000000001</c:v>
                </c:pt>
                <c:pt idx="415">
                  <c:v>74.710571000000002</c:v>
                </c:pt>
                <c:pt idx="416">
                  <c:v>74.942977999999997</c:v>
                </c:pt>
                <c:pt idx="417">
                  <c:v>74.941353000000007</c:v>
                </c:pt>
                <c:pt idx="418">
                  <c:v>74.547752000000003</c:v>
                </c:pt>
                <c:pt idx="419">
                  <c:v>74.215309000000005</c:v>
                </c:pt>
                <c:pt idx="420">
                  <c:v>74.001884000000004</c:v>
                </c:pt>
                <c:pt idx="421">
                  <c:v>73.820137000000003</c:v>
                </c:pt>
                <c:pt idx="422">
                  <c:v>73.496917999999994</c:v>
                </c:pt>
                <c:pt idx="423">
                  <c:v>73.185417000000001</c:v>
                </c:pt>
                <c:pt idx="424">
                  <c:v>72.888694999999998</c:v>
                </c:pt>
                <c:pt idx="425">
                  <c:v>72.283676</c:v>
                </c:pt>
                <c:pt idx="426">
                  <c:v>71.529342999999997</c:v>
                </c:pt>
                <c:pt idx="427">
                  <c:v>71.021355</c:v>
                </c:pt>
                <c:pt idx="428">
                  <c:v>71.178130999999993</c:v>
                </c:pt>
                <c:pt idx="429">
                  <c:v>71.653853999999995</c:v>
                </c:pt>
                <c:pt idx="430">
                  <c:v>71.967331000000001</c:v>
                </c:pt>
                <c:pt idx="431">
                  <c:v>71.821365</c:v>
                </c:pt>
                <c:pt idx="432">
                  <c:v>71.454078999999993</c:v>
                </c:pt>
                <c:pt idx="433">
                  <c:v>71.316422000000003</c:v>
                </c:pt>
                <c:pt idx="434">
                  <c:v>71.452904000000004</c:v>
                </c:pt>
                <c:pt idx="435">
                  <c:v>71.719550999999996</c:v>
                </c:pt>
                <c:pt idx="436">
                  <c:v>72.120270000000005</c:v>
                </c:pt>
                <c:pt idx="437">
                  <c:v>72.715439000000003</c:v>
                </c:pt>
                <c:pt idx="438">
                  <c:v>72.779503000000005</c:v>
                </c:pt>
                <c:pt idx="439">
                  <c:v>71.947868</c:v>
                </c:pt>
                <c:pt idx="440">
                  <c:v>70.936165000000003</c:v>
                </c:pt>
                <c:pt idx="441">
                  <c:v>69.837547000000001</c:v>
                </c:pt>
                <c:pt idx="442">
                  <c:v>68.975975000000005</c:v>
                </c:pt>
                <c:pt idx="443">
                  <c:v>69.235504000000006</c:v>
                </c:pt>
                <c:pt idx="444">
                  <c:v>70.131905000000003</c:v>
                </c:pt>
                <c:pt idx="445">
                  <c:v>71.203720000000004</c:v>
                </c:pt>
                <c:pt idx="446">
                  <c:v>71.791756000000007</c:v>
                </c:pt>
                <c:pt idx="447">
                  <c:v>71.582176000000004</c:v>
                </c:pt>
                <c:pt idx="448">
                  <c:v>71.043296999999995</c:v>
                </c:pt>
                <c:pt idx="449">
                  <c:v>70.623756</c:v>
                </c:pt>
                <c:pt idx="450">
                  <c:v>70.276161000000002</c:v>
                </c:pt>
                <c:pt idx="451">
                  <c:v>70.110793999999999</c:v>
                </c:pt>
                <c:pt idx="452">
                  <c:v>70.104186999999996</c:v>
                </c:pt>
                <c:pt idx="453">
                  <c:v>70.409676000000005</c:v>
                </c:pt>
                <c:pt idx="454">
                  <c:v>70.811843999999994</c:v>
                </c:pt>
                <c:pt idx="455">
                  <c:v>71.422934999999995</c:v>
                </c:pt>
                <c:pt idx="456">
                  <c:v>72.180678999999998</c:v>
                </c:pt>
                <c:pt idx="457">
                  <c:v>72.647491000000002</c:v>
                </c:pt>
                <c:pt idx="458">
                  <c:v>72.888756000000001</c:v>
                </c:pt>
                <c:pt idx="459">
                  <c:v>72.743781999999996</c:v>
                </c:pt>
                <c:pt idx="460">
                  <c:v>72.474129000000005</c:v>
                </c:pt>
                <c:pt idx="461">
                  <c:v>72.361794000000003</c:v>
                </c:pt>
                <c:pt idx="462">
                  <c:v>72.474350000000001</c:v>
                </c:pt>
                <c:pt idx="463">
                  <c:v>72.914139000000006</c:v>
                </c:pt>
                <c:pt idx="464">
                  <c:v>73.506989000000004</c:v>
                </c:pt>
                <c:pt idx="465">
                  <c:v>74.074837000000002</c:v>
                </c:pt>
                <c:pt idx="466">
                  <c:v>74.471633999999995</c:v>
                </c:pt>
                <c:pt idx="467">
                  <c:v>74.708907999999994</c:v>
                </c:pt>
                <c:pt idx="468">
                  <c:v>74.461983000000004</c:v>
                </c:pt>
                <c:pt idx="469">
                  <c:v>74.264983999999998</c:v>
                </c:pt>
                <c:pt idx="470">
                  <c:v>74.400413999999998</c:v>
                </c:pt>
                <c:pt idx="471">
                  <c:v>74.416343999999995</c:v>
                </c:pt>
                <c:pt idx="472">
                  <c:v>74.183837999999994</c:v>
                </c:pt>
                <c:pt idx="473">
                  <c:v>73.604156000000003</c:v>
                </c:pt>
                <c:pt idx="474">
                  <c:v>72.770308999999997</c:v>
                </c:pt>
                <c:pt idx="475">
                  <c:v>71.709862000000001</c:v>
                </c:pt>
                <c:pt idx="476">
                  <c:v>71.112350000000006</c:v>
                </c:pt>
                <c:pt idx="477">
                  <c:v>71.011047000000005</c:v>
                </c:pt>
                <c:pt idx="478">
                  <c:v>71.057456999999999</c:v>
                </c:pt>
                <c:pt idx="479">
                  <c:v>71.192656999999997</c:v>
                </c:pt>
                <c:pt idx="480">
                  <c:v>71.361594999999994</c:v>
                </c:pt>
                <c:pt idx="481">
                  <c:v>71.497428999999997</c:v>
                </c:pt>
                <c:pt idx="482">
                  <c:v>71.688400000000001</c:v>
                </c:pt>
                <c:pt idx="483">
                  <c:v>72.609443999999996</c:v>
                </c:pt>
                <c:pt idx="484">
                  <c:v>73.499427999999995</c:v>
                </c:pt>
                <c:pt idx="485">
                  <c:v>74.128699999999995</c:v>
                </c:pt>
                <c:pt idx="486">
                  <c:v>74.729743999999997</c:v>
                </c:pt>
                <c:pt idx="487">
                  <c:v>75.313477000000006</c:v>
                </c:pt>
                <c:pt idx="488">
                  <c:v>75.687736999999998</c:v>
                </c:pt>
                <c:pt idx="489">
                  <c:v>75.662864999999996</c:v>
                </c:pt>
                <c:pt idx="490">
                  <c:v>75.701065</c:v>
                </c:pt>
                <c:pt idx="491">
                  <c:v>75.715209999999999</c:v>
                </c:pt>
                <c:pt idx="492">
                  <c:v>75.493979999999993</c:v>
                </c:pt>
                <c:pt idx="493">
                  <c:v>75.238945000000001</c:v>
                </c:pt>
                <c:pt idx="494">
                  <c:v>74.949837000000002</c:v>
                </c:pt>
                <c:pt idx="495">
                  <c:v>74.925490999999994</c:v>
                </c:pt>
                <c:pt idx="496">
                  <c:v>75.360443000000004</c:v>
                </c:pt>
                <c:pt idx="497">
                  <c:v>76.005898000000002</c:v>
                </c:pt>
                <c:pt idx="498">
                  <c:v>76.487328000000005</c:v>
                </c:pt>
                <c:pt idx="499">
                  <c:v>76.718040000000002</c:v>
                </c:pt>
                <c:pt idx="500">
                  <c:v>76.922363000000004</c:v>
                </c:pt>
                <c:pt idx="501">
                  <c:v>77.279494999999997</c:v>
                </c:pt>
                <c:pt idx="502">
                  <c:v>77.572708000000006</c:v>
                </c:pt>
                <c:pt idx="503">
                  <c:v>77.563621999999995</c:v>
                </c:pt>
                <c:pt idx="504">
                  <c:v>77.149642999999998</c:v>
                </c:pt>
                <c:pt idx="505">
                  <c:v>76.701721000000006</c:v>
                </c:pt>
                <c:pt idx="506">
                  <c:v>76.383910999999998</c:v>
                </c:pt>
                <c:pt idx="507">
                  <c:v>76.282471000000001</c:v>
                </c:pt>
                <c:pt idx="508">
                  <c:v>76.135825999999994</c:v>
                </c:pt>
                <c:pt idx="509">
                  <c:v>75.738799999999998</c:v>
                </c:pt>
                <c:pt idx="510">
                  <c:v>75.212913999999998</c:v>
                </c:pt>
                <c:pt idx="511">
                  <c:v>74.538887000000003</c:v>
                </c:pt>
                <c:pt idx="512">
                  <c:v>74.133979999999994</c:v>
                </c:pt>
                <c:pt idx="513">
                  <c:v>74.215675000000005</c:v>
                </c:pt>
                <c:pt idx="514">
                  <c:v>74.728927999999996</c:v>
                </c:pt>
                <c:pt idx="515">
                  <c:v>75.346541999999999</c:v>
                </c:pt>
                <c:pt idx="516">
                  <c:v>75.649947999999995</c:v>
                </c:pt>
                <c:pt idx="517">
                  <c:v>75.589187999999993</c:v>
                </c:pt>
                <c:pt idx="518">
                  <c:v>75.347640999999996</c:v>
                </c:pt>
                <c:pt idx="519">
                  <c:v>67.688254999999998</c:v>
                </c:pt>
                <c:pt idx="520">
                  <c:v>59.889481000000004</c:v>
                </c:pt>
                <c:pt idx="521">
                  <c:v>64.631812999999994</c:v>
                </c:pt>
                <c:pt idx="522">
                  <c:v>67.425835000000006</c:v>
                </c:pt>
                <c:pt idx="523">
                  <c:v>68.549132999999998</c:v>
                </c:pt>
                <c:pt idx="524">
                  <c:v>69.017120000000006</c:v>
                </c:pt>
                <c:pt idx="525">
                  <c:v>69.083175999999995</c:v>
                </c:pt>
                <c:pt idx="526">
                  <c:v>69.030913999999996</c:v>
                </c:pt>
                <c:pt idx="527">
                  <c:v>69.308814999999996</c:v>
                </c:pt>
                <c:pt idx="528">
                  <c:v>69.893150000000006</c:v>
                </c:pt>
                <c:pt idx="529">
                  <c:v>70.822226999999998</c:v>
                </c:pt>
                <c:pt idx="530">
                  <c:v>71.438293000000002</c:v>
                </c:pt>
                <c:pt idx="531">
                  <c:v>71.586960000000005</c:v>
                </c:pt>
                <c:pt idx="532">
                  <c:v>71.908935999999997</c:v>
                </c:pt>
                <c:pt idx="533">
                  <c:v>72.234313999999998</c:v>
                </c:pt>
                <c:pt idx="534">
                  <c:v>72.239188999999996</c:v>
                </c:pt>
                <c:pt idx="535">
                  <c:v>72.369568000000001</c:v>
                </c:pt>
                <c:pt idx="536">
                  <c:v>72.759369000000007</c:v>
                </c:pt>
                <c:pt idx="537">
                  <c:v>73.060799000000003</c:v>
                </c:pt>
                <c:pt idx="538">
                  <c:v>73.271270999999999</c:v>
                </c:pt>
                <c:pt idx="539">
                  <c:v>73.259940999999998</c:v>
                </c:pt>
                <c:pt idx="540">
                  <c:v>73.152762999999993</c:v>
                </c:pt>
                <c:pt idx="541">
                  <c:v>73.087249999999997</c:v>
                </c:pt>
                <c:pt idx="542">
                  <c:v>73.033378999999996</c:v>
                </c:pt>
                <c:pt idx="543">
                  <c:v>73.114754000000005</c:v>
                </c:pt>
                <c:pt idx="544">
                  <c:v>72.995773</c:v>
                </c:pt>
                <c:pt idx="545">
                  <c:v>72.740295000000003</c:v>
                </c:pt>
                <c:pt idx="546">
                  <c:v>72.352492999999996</c:v>
                </c:pt>
                <c:pt idx="547">
                  <c:v>72.395813000000004</c:v>
                </c:pt>
                <c:pt idx="548">
                  <c:v>72.910636999999994</c:v>
                </c:pt>
                <c:pt idx="549">
                  <c:v>73.573134999999994</c:v>
                </c:pt>
                <c:pt idx="550">
                  <c:v>74.142112999999995</c:v>
                </c:pt>
                <c:pt idx="551">
                  <c:v>74.123795000000001</c:v>
                </c:pt>
                <c:pt idx="552">
                  <c:v>73.422409000000002</c:v>
                </c:pt>
                <c:pt idx="553">
                  <c:v>72.520270999999994</c:v>
                </c:pt>
                <c:pt idx="554">
                  <c:v>71.475487000000001</c:v>
                </c:pt>
                <c:pt idx="555">
                  <c:v>70.681022999999996</c:v>
                </c:pt>
                <c:pt idx="556">
                  <c:v>70.454459999999997</c:v>
                </c:pt>
                <c:pt idx="557">
                  <c:v>70.106819000000002</c:v>
                </c:pt>
                <c:pt idx="558">
                  <c:v>69.545105000000007</c:v>
                </c:pt>
                <c:pt idx="559">
                  <c:v>69.076949999999997</c:v>
                </c:pt>
                <c:pt idx="560">
                  <c:v>68.323363999999998</c:v>
                </c:pt>
                <c:pt idx="561">
                  <c:v>67.963065999999998</c:v>
                </c:pt>
                <c:pt idx="562">
                  <c:v>67.894447</c:v>
                </c:pt>
                <c:pt idx="563">
                  <c:v>68.294853000000003</c:v>
                </c:pt>
                <c:pt idx="564">
                  <c:v>68.927948000000001</c:v>
                </c:pt>
                <c:pt idx="565">
                  <c:v>69.184310999999994</c:v>
                </c:pt>
                <c:pt idx="566">
                  <c:v>69.138908000000001</c:v>
                </c:pt>
                <c:pt idx="567">
                  <c:v>69.229752000000005</c:v>
                </c:pt>
                <c:pt idx="568">
                  <c:v>69.404503000000005</c:v>
                </c:pt>
                <c:pt idx="569">
                  <c:v>69.448211999999998</c:v>
                </c:pt>
                <c:pt idx="570">
                  <c:v>69.224236000000005</c:v>
                </c:pt>
                <c:pt idx="571">
                  <c:v>68.753570999999994</c:v>
                </c:pt>
                <c:pt idx="572">
                  <c:v>67.977294999999998</c:v>
                </c:pt>
                <c:pt idx="573">
                  <c:v>67.225455999999994</c:v>
                </c:pt>
                <c:pt idx="574">
                  <c:v>58.064715999999997</c:v>
                </c:pt>
                <c:pt idx="575">
                  <c:v>60.052750000000003</c:v>
                </c:pt>
                <c:pt idx="576">
                  <c:v>61.829833999999998</c:v>
                </c:pt>
                <c:pt idx="577">
                  <c:v>63.174435000000003</c:v>
                </c:pt>
                <c:pt idx="578">
                  <c:v>63.749988999999999</c:v>
                </c:pt>
                <c:pt idx="579">
                  <c:v>63.942680000000003</c:v>
                </c:pt>
                <c:pt idx="580">
                  <c:v>63.935046999999997</c:v>
                </c:pt>
                <c:pt idx="581">
                  <c:v>64.053130999999993</c:v>
                </c:pt>
                <c:pt idx="582">
                  <c:v>64.214934999999997</c:v>
                </c:pt>
                <c:pt idx="583">
                  <c:v>64.191901999999999</c:v>
                </c:pt>
                <c:pt idx="584">
                  <c:v>64.379317999999998</c:v>
                </c:pt>
                <c:pt idx="585">
                  <c:v>64.813713000000007</c:v>
                </c:pt>
                <c:pt idx="586">
                  <c:v>65.382071999999994</c:v>
                </c:pt>
                <c:pt idx="587">
                  <c:v>65.380568999999994</c:v>
                </c:pt>
                <c:pt idx="588">
                  <c:v>65.068129999999996</c:v>
                </c:pt>
                <c:pt idx="589">
                  <c:v>65.044098000000005</c:v>
                </c:pt>
                <c:pt idx="590">
                  <c:v>65.334205999999995</c:v>
                </c:pt>
                <c:pt idx="591">
                  <c:v>65.918785</c:v>
                </c:pt>
                <c:pt idx="592">
                  <c:v>66.972381999999996</c:v>
                </c:pt>
                <c:pt idx="593">
                  <c:v>67.949439999999996</c:v>
                </c:pt>
                <c:pt idx="594">
                  <c:v>68.361908</c:v>
                </c:pt>
                <c:pt idx="595">
                  <c:v>68.586769000000004</c:v>
                </c:pt>
                <c:pt idx="596">
                  <c:v>68.952347000000003</c:v>
                </c:pt>
                <c:pt idx="597">
                  <c:v>69.418602000000007</c:v>
                </c:pt>
                <c:pt idx="598">
                  <c:v>69.857192999999995</c:v>
                </c:pt>
                <c:pt idx="599">
                  <c:v>70.209739999999996</c:v>
                </c:pt>
                <c:pt idx="600">
                  <c:v>70.718636000000004</c:v>
                </c:pt>
                <c:pt idx="601">
                  <c:v>71.156043999999994</c:v>
                </c:pt>
                <c:pt idx="602">
                  <c:v>71.274878999999999</c:v>
                </c:pt>
                <c:pt idx="603">
                  <c:v>71.324912999999995</c:v>
                </c:pt>
                <c:pt idx="604">
                  <c:v>71.265816000000001</c:v>
                </c:pt>
                <c:pt idx="605">
                  <c:v>71.089484999999996</c:v>
                </c:pt>
                <c:pt idx="606">
                  <c:v>70.826583999999997</c:v>
                </c:pt>
                <c:pt idx="607">
                  <c:v>70.494308000000004</c:v>
                </c:pt>
                <c:pt idx="608">
                  <c:v>69.834075999999996</c:v>
                </c:pt>
                <c:pt idx="609">
                  <c:v>69.801682</c:v>
                </c:pt>
                <c:pt idx="610">
                  <c:v>70.480994999999993</c:v>
                </c:pt>
                <c:pt idx="611">
                  <c:v>71.380234000000002</c:v>
                </c:pt>
                <c:pt idx="612">
                  <c:v>71.815169999999995</c:v>
                </c:pt>
                <c:pt idx="613">
                  <c:v>72.123931999999996</c:v>
                </c:pt>
                <c:pt idx="614">
                  <c:v>72.402145000000004</c:v>
                </c:pt>
                <c:pt idx="615">
                  <c:v>72.661422999999999</c:v>
                </c:pt>
                <c:pt idx="616">
                  <c:v>72.996741999999998</c:v>
                </c:pt>
                <c:pt idx="617">
                  <c:v>73.296036000000001</c:v>
                </c:pt>
                <c:pt idx="618">
                  <c:v>73.547134</c:v>
                </c:pt>
                <c:pt idx="619">
                  <c:v>73.634559999999993</c:v>
                </c:pt>
                <c:pt idx="620">
                  <c:v>73.636414000000002</c:v>
                </c:pt>
                <c:pt idx="621">
                  <c:v>73.563736000000006</c:v>
                </c:pt>
                <c:pt idx="622">
                  <c:v>73.356285</c:v>
                </c:pt>
                <c:pt idx="623">
                  <c:v>73.241211000000007</c:v>
                </c:pt>
                <c:pt idx="624">
                  <c:v>73.269278999999997</c:v>
                </c:pt>
                <c:pt idx="625">
                  <c:v>73.289000999999999</c:v>
                </c:pt>
                <c:pt idx="626">
                  <c:v>73.068603999999993</c:v>
                </c:pt>
                <c:pt idx="627">
                  <c:v>72.648444999999995</c:v>
                </c:pt>
                <c:pt idx="628">
                  <c:v>72.357613000000001</c:v>
                </c:pt>
                <c:pt idx="629">
                  <c:v>72.439659000000006</c:v>
                </c:pt>
                <c:pt idx="630">
                  <c:v>72.694541999999998</c:v>
                </c:pt>
                <c:pt idx="631">
                  <c:v>73.028069000000002</c:v>
                </c:pt>
                <c:pt idx="632">
                  <c:v>73.412955999999994</c:v>
                </c:pt>
                <c:pt idx="633">
                  <c:v>73.616539000000003</c:v>
                </c:pt>
                <c:pt idx="634">
                  <c:v>73.932807999999994</c:v>
                </c:pt>
                <c:pt idx="635">
                  <c:v>74.278328000000002</c:v>
                </c:pt>
                <c:pt idx="636">
                  <c:v>74.622803000000005</c:v>
                </c:pt>
                <c:pt idx="637">
                  <c:v>74.975104999999999</c:v>
                </c:pt>
                <c:pt idx="638">
                  <c:v>75.033469999999994</c:v>
                </c:pt>
                <c:pt idx="639">
                  <c:v>74.814948999999999</c:v>
                </c:pt>
                <c:pt idx="640">
                  <c:v>74.664589000000007</c:v>
                </c:pt>
                <c:pt idx="641">
                  <c:v>74.491935999999995</c:v>
                </c:pt>
                <c:pt idx="642">
                  <c:v>74.272377000000006</c:v>
                </c:pt>
                <c:pt idx="643">
                  <c:v>74.046806000000004</c:v>
                </c:pt>
                <c:pt idx="644">
                  <c:v>74.070175000000006</c:v>
                </c:pt>
                <c:pt idx="645">
                  <c:v>74.284813</c:v>
                </c:pt>
                <c:pt idx="646">
                  <c:v>74.468070999999995</c:v>
                </c:pt>
                <c:pt idx="647">
                  <c:v>74.560424999999995</c:v>
                </c:pt>
                <c:pt idx="648">
                  <c:v>74.632369999999995</c:v>
                </c:pt>
                <c:pt idx="649">
                  <c:v>74.817711000000003</c:v>
                </c:pt>
                <c:pt idx="650">
                  <c:v>74.700546000000003</c:v>
                </c:pt>
                <c:pt idx="651">
                  <c:v>74.546004999999994</c:v>
                </c:pt>
                <c:pt idx="652">
                  <c:v>74.733765000000005</c:v>
                </c:pt>
                <c:pt idx="653">
                  <c:v>74.965789999999998</c:v>
                </c:pt>
                <c:pt idx="654">
                  <c:v>75.036879999999996</c:v>
                </c:pt>
                <c:pt idx="655">
                  <c:v>75.150115999999997</c:v>
                </c:pt>
                <c:pt idx="656">
                  <c:v>75.325530999999998</c:v>
                </c:pt>
                <c:pt idx="657">
                  <c:v>75.456078000000005</c:v>
                </c:pt>
                <c:pt idx="658">
                  <c:v>75.508835000000005</c:v>
                </c:pt>
                <c:pt idx="659">
                  <c:v>75.640808000000007</c:v>
                </c:pt>
                <c:pt idx="660">
                  <c:v>75.840637000000001</c:v>
                </c:pt>
                <c:pt idx="661">
                  <c:v>76.149146999999999</c:v>
                </c:pt>
                <c:pt idx="662">
                  <c:v>76.455864000000005</c:v>
                </c:pt>
                <c:pt idx="663">
                  <c:v>76.535797000000002</c:v>
                </c:pt>
                <c:pt idx="664">
                  <c:v>76.466239999999999</c:v>
                </c:pt>
                <c:pt idx="665">
                  <c:v>76.455078</c:v>
                </c:pt>
                <c:pt idx="666">
                  <c:v>76.605086999999997</c:v>
                </c:pt>
                <c:pt idx="667">
                  <c:v>76.870270000000005</c:v>
                </c:pt>
                <c:pt idx="668">
                  <c:v>76.990973999999994</c:v>
                </c:pt>
                <c:pt idx="669">
                  <c:v>77.089118999999997</c:v>
                </c:pt>
                <c:pt idx="670">
                  <c:v>77.202079999999995</c:v>
                </c:pt>
                <c:pt idx="671">
                  <c:v>77.282341000000002</c:v>
                </c:pt>
                <c:pt idx="672">
                  <c:v>77.392859999999999</c:v>
                </c:pt>
                <c:pt idx="673">
                  <c:v>77.448729999999998</c:v>
                </c:pt>
                <c:pt idx="674">
                  <c:v>77.370475999999996</c:v>
                </c:pt>
                <c:pt idx="675">
                  <c:v>77.414551000000003</c:v>
                </c:pt>
                <c:pt idx="676">
                  <c:v>77.554207000000005</c:v>
                </c:pt>
                <c:pt idx="677">
                  <c:v>77.571770000000001</c:v>
                </c:pt>
                <c:pt idx="678">
                  <c:v>77.539894000000004</c:v>
                </c:pt>
                <c:pt idx="679">
                  <c:v>77.442122999999995</c:v>
                </c:pt>
                <c:pt idx="680">
                  <c:v>77.190353000000002</c:v>
                </c:pt>
                <c:pt idx="681">
                  <c:v>77.058548000000002</c:v>
                </c:pt>
                <c:pt idx="682">
                  <c:v>77.051399000000004</c:v>
                </c:pt>
                <c:pt idx="683">
                  <c:v>76.975577999999999</c:v>
                </c:pt>
                <c:pt idx="684">
                  <c:v>76.963843999999995</c:v>
                </c:pt>
                <c:pt idx="685">
                  <c:v>76.914406</c:v>
                </c:pt>
                <c:pt idx="686">
                  <c:v>76.807204999999996</c:v>
                </c:pt>
                <c:pt idx="687">
                  <c:v>76.689223999999996</c:v>
                </c:pt>
                <c:pt idx="688">
                  <c:v>76.750832000000003</c:v>
                </c:pt>
                <c:pt idx="689">
                  <c:v>76.871727000000007</c:v>
                </c:pt>
                <c:pt idx="690">
                  <c:v>76.933907000000005</c:v>
                </c:pt>
                <c:pt idx="691">
                  <c:v>76.794037000000003</c:v>
                </c:pt>
                <c:pt idx="692">
                  <c:v>76.719466999999995</c:v>
                </c:pt>
                <c:pt idx="693">
                  <c:v>76.955910000000003</c:v>
                </c:pt>
                <c:pt idx="694">
                  <c:v>77.571631999999994</c:v>
                </c:pt>
                <c:pt idx="695">
                  <c:v>78.138283000000001</c:v>
                </c:pt>
                <c:pt idx="696">
                  <c:v>78.540085000000005</c:v>
                </c:pt>
                <c:pt idx="697">
                  <c:v>78.903152000000006</c:v>
                </c:pt>
                <c:pt idx="698">
                  <c:v>79.269981000000001</c:v>
                </c:pt>
                <c:pt idx="699">
                  <c:v>79.612762000000004</c:v>
                </c:pt>
                <c:pt idx="700">
                  <c:v>79.728531000000004</c:v>
                </c:pt>
                <c:pt idx="701">
                  <c:v>79.785019000000005</c:v>
                </c:pt>
                <c:pt idx="702">
                  <c:v>79.887955000000005</c:v>
                </c:pt>
                <c:pt idx="703">
                  <c:v>79.940926000000005</c:v>
                </c:pt>
                <c:pt idx="704">
                  <c:v>79.922393999999997</c:v>
                </c:pt>
                <c:pt idx="705">
                  <c:v>79.863288999999995</c:v>
                </c:pt>
                <c:pt idx="706">
                  <c:v>79.701949999999997</c:v>
                </c:pt>
                <c:pt idx="707">
                  <c:v>79.523810999999995</c:v>
                </c:pt>
                <c:pt idx="708">
                  <c:v>79.588158000000007</c:v>
                </c:pt>
                <c:pt idx="709">
                  <c:v>80.075828999999999</c:v>
                </c:pt>
                <c:pt idx="710">
                  <c:v>80.686408999999998</c:v>
                </c:pt>
                <c:pt idx="711">
                  <c:v>81.078734999999995</c:v>
                </c:pt>
                <c:pt idx="712">
                  <c:v>81.050278000000006</c:v>
                </c:pt>
                <c:pt idx="713">
                  <c:v>80.898208999999994</c:v>
                </c:pt>
                <c:pt idx="714">
                  <c:v>80.825622999999993</c:v>
                </c:pt>
                <c:pt idx="715">
                  <c:v>80.996521000000001</c:v>
                </c:pt>
                <c:pt idx="716">
                  <c:v>81.069405000000003</c:v>
                </c:pt>
                <c:pt idx="717">
                  <c:v>81.086128000000002</c:v>
                </c:pt>
                <c:pt idx="718">
                  <c:v>81.191742000000005</c:v>
                </c:pt>
                <c:pt idx="719">
                  <c:v>81.024078000000003</c:v>
                </c:pt>
                <c:pt idx="720">
                  <c:v>80.415458999999998</c:v>
                </c:pt>
                <c:pt idx="721">
                  <c:v>80.174721000000005</c:v>
                </c:pt>
                <c:pt idx="722">
                  <c:v>80.374206999999998</c:v>
                </c:pt>
                <c:pt idx="723">
                  <c:v>80.403480999999999</c:v>
                </c:pt>
                <c:pt idx="724">
                  <c:v>80.378349</c:v>
                </c:pt>
                <c:pt idx="725">
                  <c:v>80.310669000000004</c:v>
                </c:pt>
                <c:pt idx="726">
                  <c:v>80.386215000000007</c:v>
                </c:pt>
                <c:pt idx="727">
                  <c:v>80.519774999999996</c:v>
                </c:pt>
                <c:pt idx="728">
                  <c:v>80.512535</c:v>
                </c:pt>
                <c:pt idx="729">
                  <c:v>80.509711999999993</c:v>
                </c:pt>
                <c:pt idx="730">
                  <c:v>80.451920000000001</c:v>
                </c:pt>
                <c:pt idx="731">
                  <c:v>80.171974000000006</c:v>
                </c:pt>
                <c:pt idx="732">
                  <c:v>79.872009000000006</c:v>
                </c:pt>
                <c:pt idx="733">
                  <c:v>80.012383</c:v>
                </c:pt>
                <c:pt idx="734">
                  <c:v>80.637016000000003</c:v>
                </c:pt>
                <c:pt idx="735">
                  <c:v>81.428359999999998</c:v>
                </c:pt>
                <c:pt idx="736">
                  <c:v>81.878028999999998</c:v>
                </c:pt>
                <c:pt idx="737">
                  <c:v>81.993645000000001</c:v>
                </c:pt>
                <c:pt idx="738">
                  <c:v>81.993155999999999</c:v>
                </c:pt>
                <c:pt idx="739">
                  <c:v>82.006218000000004</c:v>
                </c:pt>
                <c:pt idx="740">
                  <c:v>81.991889999999998</c:v>
                </c:pt>
                <c:pt idx="741">
                  <c:v>81.974648000000002</c:v>
                </c:pt>
                <c:pt idx="742">
                  <c:v>81.853531000000004</c:v>
                </c:pt>
                <c:pt idx="743">
                  <c:v>81.313170999999997</c:v>
                </c:pt>
                <c:pt idx="744">
                  <c:v>80.526900999999995</c:v>
                </c:pt>
                <c:pt idx="745">
                  <c:v>80.130424000000005</c:v>
                </c:pt>
                <c:pt idx="746">
                  <c:v>79.826385000000002</c:v>
                </c:pt>
                <c:pt idx="747">
                  <c:v>79.383301000000003</c:v>
                </c:pt>
                <c:pt idx="748">
                  <c:v>79.248192000000003</c:v>
                </c:pt>
                <c:pt idx="749">
                  <c:v>78.799903999999998</c:v>
                </c:pt>
                <c:pt idx="750">
                  <c:v>77.973251000000005</c:v>
                </c:pt>
                <c:pt idx="751">
                  <c:v>77.377533</c:v>
                </c:pt>
                <c:pt idx="752">
                  <c:v>77.149651000000006</c:v>
                </c:pt>
                <c:pt idx="753">
                  <c:v>76.629890000000003</c:v>
                </c:pt>
                <c:pt idx="754">
                  <c:v>75.770225999999994</c:v>
                </c:pt>
                <c:pt idx="755">
                  <c:v>75.098892000000006</c:v>
                </c:pt>
                <c:pt idx="756">
                  <c:v>74.854927000000004</c:v>
                </c:pt>
                <c:pt idx="757">
                  <c:v>74.947136</c:v>
                </c:pt>
                <c:pt idx="758">
                  <c:v>74.917823999999996</c:v>
                </c:pt>
                <c:pt idx="759">
                  <c:v>74.644454999999994</c:v>
                </c:pt>
                <c:pt idx="760">
                  <c:v>74.492203000000003</c:v>
                </c:pt>
                <c:pt idx="761">
                  <c:v>74.680381999999994</c:v>
                </c:pt>
                <c:pt idx="762">
                  <c:v>75.206649999999996</c:v>
                </c:pt>
                <c:pt idx="763">
                  <c:v>75.527778999999995</c:v>
                </c:pt>
                <c:pt idx="764">
                  <c:v>75.222176000000005</c:v>
                </c:pt>
                <c:pt idx="765">
                  <c:v>74.551475999999994</c:v>
                </c:pt>
                <c:pt idx="766">
                  <c:v>74.207222000000002</c:v>
                </c:pt>
                <c:pt idx="767">
                  <c:v>73.703316000000001</c:v>
                </c:pt>
                <c:pt idx="768">
                  <c:v>72.922623000000002</c:v>
                </c:pt>
                <c:pt idx="769">
                  <c:v>72.330803000000003</c:v>
                </c:pt>
                <c:pt idx="770">
                  <c:v>71.943755999999993</c:v>
                </c:pt>
                <c:pt idx="771">
                  <c:v>72.32029</c:v>
                </c:pt>
                <c:pt idx="772">
                  <c:v>72.122353000000004</c:v>
                </c:pt>
                <c:pt idx="773">
                  <c:v>71.637191999999999</c:v>
                </c:pt>
                <c:pt idx="774">
                  <c:v>71.444434999999999</c:v>
                </c:pt>
                <c:pt idx="775">
                  <c:v>71.241150000000005</c:v>
                </c:pt>
                <c:pt idx="776">
                  <c:v>71.363502999999994</c:v>
                </c:pt>
                <c:pt idx="777">
                  <c:v>71.173737000000003</c:v>
                </c:pt>
                <c:pt idx="778">
                  <c:v>71.139763000000002</c:v>
                </c:pt>
                <c:pt idx="779">
                  <c:v>70.933616999999998</c:v>
                </c:pt>
                <c:pt idx="780">
                  <c:v>71.086455999999998</c:v>
                </c:pt>
                <c:pt idx="781">
                  <c:v>71.604636999999997</c:v>
                </c:pt>
                <c:pt idx="782">
                  <c:v>71.972770999999995</c:v>
                </c:pt>
                <c:pt idx="783">
                  <c:v>71.796738000000005</c:v>
                </c:pt>
                <c:pt idx="784">
                  <c:v>71.276161000000002</c:v>
                </c:pt>
                <c:pt idx="785">
                  <c:v>70.477965999999995</c:v>
                </c:pt>
                <c:pt idx="786">
                  <c:v>69.930770999999993</c:v>
                </c:pt>
                <c:pt idx="787">
                  <c:v>70.257866000000007</c:v>
                </c:pt>
                <c:pt idx="788">
                  <c:v>70.750343000000001</c:v>
                </c:pt>
                <c:pt idx="789">
                  <c:v>69.122375000000005</c:v>
                </c:pt>
                <c:pt idx="790">
                  <c:v>67.763274999999993</c:v>
                </c:pt>
                <c:pt idx="791">
                  <c:v>67.317100999999994</c:v>
                </c:pt>
                <c:pt idx="792">
                  <c:v>67.276649000000006</c:v>
                </c:pt>
                <c:pt idx="793">
                  <c:v>67.296859999999995</c:v>
                </c:pt>
                <c:pt idx="794">
                  <c:v>67.364784</c:v>
                </c:pt>
                <c:pt idx="795">
                  <c:v>67.878662000000006</c:v>
                </c:pt>
                <c:pt idx="796">
                  <c:v>68.732795999999993</c:v>
                </c:pt>
                <c:pt idx="797">
                  <c:v>69.287368999999998</c:v>
                </c:pt>
                <c:pt idx="798">
                  <c:v>69.664306999999994</c:v>
                </c:pt>
                <c:pt idx="799">
                  <c:v>69.792586999999997</c:v>
                </c:pt>
                <c:pt idx="800">
                  <c:v>69.344086000000004</c:v>
                </c:pt>
                <c:pt idx="801">
                  <c:v>68.836449000000002</c:v>
                </c:pt>
                <c:pt idx="802">
                  <c:v>68.126793000000006</c:v>
                </c:pt>
                <c:pt idx="803">
                  <c:v>67.561706999999998</c:v>
                </c:pt>
                <c:pt idx="804">
                  <c:v>66.885422000000005</c:v>
                </c:pt>
                <c:pt idx="805">
                  <c:v>66.503074999999995</c:v>
                </c:pt>
                <c:pt idx="806">
                  <c:v>66.426124999999999</c:v>
                </c:pt>
                <c:pt idx="807">
                  <c:v>66.448547000000005</c:v>
                </c:pt>
                <c:pt idx="808">
                  <c:v>66.347954000000001</c:v>
                </c:pt>
                <c:pt idx="809">
                  <c:v>65.888869999999997</c:v>
                </c:pt>
                <c:pt idx="810">
                  <c:v>65.791481000000005</c:v>
                </c:pt>
                <c:pt idx="811">
                  <c:v>66.017287999999994</c:v>
                </c:pt>
                <c:pt idx="812">
                  <c:v>66.606514000000004</c:v>
                </c:pt>
                <c:pt idx="813">
                  <c:v>66.695876999999996</c:v>
                </c:pt>
                <c:pt idx="814">
                  <c:v>66.286888000000005</c:v>
                </c:pt>
                <c:pt idx="815">
                  <c:v>66.306786000000002</c:v>
                </c:pt>
                <c:pt idx="816">
                  <c:v>66.685631000000001</c:v>
                </c:pt>
                <c:pt idx="817">
                  <c:v>67.200530999999998</c:v>
                </c:pt>
                <c:pt idx="818">
                  <c:v>67.661750999999995</c:v>
                </c:pt>
                <c:pt idx="819">
                  <c:v>68.132537999999997</c:v>
                </c:pt>
                <c:pt idx="820">
                  <c:v>68.657416999999995</c:v>
                </c:pt>
                <c:pt idx="821">
                  <c:v>68.786613000000003</c:v>
                </c:pt>
                <c:pt idx="822">
                  <c:v>69.055626000000004</c:v>
                </c:pt>
                <c:pt idx="823">
                  <c:v>69.576667999999998</c:v>
                </c:pt>
                <c:pt idx="824">
                  <c:v>69.809997999999993</c:v>
                </c:pt>
                <c:pt idx="825">
                  <c:v>69.825073000000003</c:v>
                </c:pt>
                <c:pt idx="826">
                  <c:v>69.726967000000002</c:v>
                </c:pt>
                <c:pt idx="827">
                  <c:v>69.342247</c:v>
                </c:pt>
                <c:pt idx="828">
                  <c:v>68.636229999999998</c:v>
                </c:pt>
                <c:pt idx="829">
                  <c:v>68.389702</c:v>
                </c:pt>
                <c:pt idx="830">
                  <c:v>68.691422000000003</c:v>
                </c:pt>
                <c:pt idx="831">
                  <c:v>68.993010999999996</c:v>
                </c:pt>
                <c:pt idx="832">
                  <c:v>68.996703999999994</c:v>
                </c:pt>
                <c:pt idx="833">
                  <c:v>68.618469000000005</c:v>
                </c:pt>
                <c:pt idx="834">
                  <c:v>67.939491000000004</c:v>
                </c:pt>
                <c:pt idx="835">
                  <c:v>67.738174000000001</c:v>
                </c:pt>
                <c:pt idx="836">
                  <c:v>67.871703999999994</c:v>
                </c:pt>
                <c:pt idx="837">
                  <c:v>67.807441999999995</c:v>
                </c:pt>
                <c:pt idx="838">
                  <c:v>67.819350999999997</c:v>
                </c:pt>
                <c:pt idx="839">
                  <c:v>67.786461000000003</c:v>
                </c:pt>
                <c:pt idx="840">
                  <c:v>67.408180000000002</c:v>
                </c:pt>
                <c:pt idx="841">
                  <c:v>67.264754999999994</c:v>
                </c:pt>
                <c:pt idx="842">
                  <c:v>67.691215999999997</c:v>
                </c:pt>
                <c:pt idx="843">
                  <c:v>68.162368999999998</c:v>
                </c:pt>
                <c:pt idx="844">
                  <c:v>68.416045999999994</c:v>
                </c:pt>
                <c:pt idx="845">
                  <c:v>68.584502999999998</c:v>
                </c:pt>
                <c:pt idx="846">
                  <c:v>68.505500999999995</c:v>
                </c:pt>
                <c:pt idx="847">
                  <c:v>68.350037</c:v>
                </c:pt>
                <c:pt idx="848">
                  <c:v>68.092567000000003</c:v>
                </c:pt>
                <c:pt idx="849">
                  <c:v>67.579673999999997</c:v>
                </c:pt>
                <c:pt idx="850">
                  <c:v>66.764442000000003</c:v>
                </c:pt>
                <c:pt idx="851">
                  <c:v>65.819626</c:v>
                </c:pt>
                <c:pt idx="852">
                  <c:v>65.252869000000004</c:v>
                </c:pt>
                <c:pt idx="853">
                  <c:v>65.389167999999998</c:v>
                </c:pt>
                <c:pt idx="854">
                  <c:v>65.28492</c:v>
                </c:pt>
                <c:pt idx="855">
                  <c:v>64.709845999999999</c:v>
                </c:pt>
                <c:pt idx="856">
                  <c:v>64.118401000000006</c:v>
                </c:pt>
                <c:pt idx="857">
                  <c:v>63.860171999999999</c:v>
                </c:pt>
                <c:pt idx="858">
                  <c:v>64.130973999999995</c:v>
                </c:pt>
                <c:pt idx="859">
                  <c:v>64.419944999999998</c:v>
                </c:pt>
                <c:pt idx="860">
                  <c:v>64.739265000000003</c:v>
                </c:pt>
                <c:pt idx="861">
                  <c:v>65.406768999999997</c:v>
                </c:pt>
                <c:pt idx="862">
                  <c:v>66.034317000000001</c:v>
                </c:pt>
                <c:pt idx="863">
                  <c:v>66.531363999999996</c:v>
                </c:pt>
                <c:pt idx="864">
                  <c:v>67.237121999999999</c:v>
                </c:pt>
                <c:pt idx="865">
                  <c:v>67.749184</c:v>
                </c:pt>
                <c:pt idx="866">
                  <c:v>67.748642000000004</c:v>
                </c:pt>
                <c:pt idx="867">
                  <c:v>67.415649000000002</c:v>
                </c:pt>
                <c:pt idx="868">
                  <c:v>66.688202000000004</c:v>
                </c:pt>
                <c:pt idx="869">
                  <c:v>65.262642</c:v>
                </c:pt>
                <c:pt idx="870">
                  <c:v>63.387385999999999</c:v>
                </c:pt>
                <c:pt idx="871">
                  <c:v>62.692402000000001</c:v>
                </c:pt>
                <c:pt idx="872">
                  <c:v>63.036217000000001</c:v>
                </c:pt>
                <c:pt idx="873">
                  <c:v>63.832675999999999</c:v>
                </c:pt>
                <c:pt idx="874">
                  <c:v>64.159233</c:v>
                </c:pt>
                <c:pt idx="875">
                  <c:v>63.739272999999997</c:v>
                </c:pt>
                <c:pt idx="876">
                  <c:v>63.409709999999997</c:v>
                </c:pt>
                <c:pt idx="877">
                  <c:v>63.923180000000002</c:v>
                </c:pt>
                <c:pt idx="878">
                  <c:v>65.1828</c:v>
                </c:pt>
                <c:pt idx="879">
                  <c:v>65.725966999999997</c:v>
                </c:pt>
                <c:pt idx="880">
                  <c:v>65.877930000000006</c:v>
                </c:pt>
                <c:pt idx="881">
                  <c:v>66.101851999999994</c:v>
                </c:pt>
                <c:pt idx="882">
                  <c:v>66.350594000000001</c:v>
                </c:pt>
                <c:pt idx="883">
                  <c:v>67.001250999999996</c:v>
                </c:pt>
                <c:pt idx="884">
                  <c:v>67.382698000000005</c:v>
                </c:pt>
                <c:pt idx="885">
                  <c:v>67.071503000000007</c:v>
                </c:pt>
                <c:pt idx="886">
                  <c:v>66.508499</c:v>
                </c:pt>
                <c:pt idx="887">
                  <c:v>66.117988999999994</c:v>
                </c:pt>
                <c:pt idx="888">
                  <c:v>65.961517000000001</c:v>
                </c:pt>
                <c:pt idx="889">
                  <c:v>66.107521000000006</c:v>
                </c:pt>
                <c:pt idx="890">
                  <c:v>66.287673999999996</c:v>
                </c:pt>
                <c:pt idx="891">
                  <c:v>66.161574999999999</c:v>
                </c:pt>
                <c:pt idx="892">
                  <c:v>66.237564000000006</c:v>
                </c:pt>
                <c:pt idx="893">
                  <c:v>66.712745999999996</c:v>
                </c:pt>
                <c:pt idx="894">
                  <c:v>67.179419999999993</c:v>
                </c:pt>
                <c:pt idx="895">
                  <c:v>67.314841999999999</c:v>
                </c:pt>
                <c:pt idx="896">
                  <c:v>67.300445999999994</c:v>
                </c:pt>
                <c:pt idx="897">
                  <c:v>67.612679</c:v>
                </c:pt>
                <c:pt idx="898">
                  <c:v>68.297141999999994</c:v>
                </c:pt>
                <c:pt idx="899">
                  <c:v>68.666015999999999</c:v>
                </c:pt>
                <c:pt idx="900">
                  <c:v>68.569632999999996</c:v>
                </c:pt>
                <c:pt idx="901">
                  <c:v>68.434662000000003</c:v>
                </c:pt>
                <c:pt idx="902">
                  <c:v>68.669876000000002</c:v>
                </c:pt>
                <c:pt idx="903">
                  <c:v>68.576324</c:v>
                </c:pt>
                <c:pt idx="904">
                  <c:v>68.506927000000005</c:v>
                </c:pt>
                <c:pt idx="905">
                  <c:v>68.488067999999998</c:v>
                </c:pt>
                <c:pt idx="906">
                  <c:v>68.067711000000003</c:v>
                </c:pt>
                <c:pt idx="907">
                  <c:v>67.825569000000002</c:v>
                </c:pt>
                <c:pt idx="908">
                  <c:v>67.692345000000003</c:v>
                </c:pt>
                <c:pt idx="909">
                  <c:v>67.675583000000003</c:v>
                </c:pt>
                <c:pt idx="910">
                  <c:v>68.007476999999994</c:v>
                </c:pt>
                <c:pt idx="911">
                  <c:v>68.071701000000004</c:v>
                </c:pt>
                <c:pt idx="912">
                  <c:v>67.533591999999999</c:v>
                </c:pt>
                <c:pt idx="913">
                  <c:v>66.714539000000002</c:v>
                </c:pt>
                <c:pt idx="914">
                  <c:v>65.941513</c:v>
                </c:pt>
                <c:pt idx="915">
                  <c:v>65.487685999999997</c:v>
                </c:pt>
                <c:pt idx="916">
                  <c:v>65.369033999999999</c:v>
                </c:pt>
                <c:pt idx="917">
                  <c:v>65.423232999999996</c:v>
                </c:pt>
                <c:pt idx="918">
                  <c:v>65.235564999999994</c:v>
                </c:pt>
                <c:pt idx="919">
                  <c:v>64.871437</c:v>
                </c:pt>
                <c:pt idx="920">
                  <c:v>64.711037000000005</c:v>
                </c:pt>
                <c:pt idx="921">
                  <c:v>64.709152000000003</c:v>
                </c:pt>
                <c:pt idx="922">
                  <c:v>64.942809999999994</c:v>
                </c:pt>
                <c:pt idx="923">
                  <c:v>65.108688000000001</c:v>
                </c:pt>
                <c:pt idx="924">
                  <c:v>64.904792999999998</c:v>
                </c:pt>
                <c:pt idx="925">
                  <c:v>65.006905000000003</c:v>
                </c:pt>
                <c:pt idx="926">
                  <c:v>65.440230999999997</c:v>
                </c:pt>
                <c:pt idx="927">
                  <c:v>66.184783999999993</c:v>
                </c:pt>
                <c:pt idx="928">
                  <c:v>67.178939999999997</c:v>
                </c:pt>
                <c:pt idx="929">
                  <c:v>67.576331999999994</c:v>
                </c:pt>
                <c:pt idx="930">
                  <c:v>67.352501000000004</c:v>
                </c:pt>
                <c:pt idx="931">
                  <c:v>67.000702000000004</c:v>
                </c:pt>
                <c:pt idx="932">
                  <c:v>66.859177000000003</c:v>
                </c:pt>
                <c:pt idx="933">
                  <c:v>66.862166999999999</c:v>
                </c:pt>
                <c:pt idx="934">
                  <c:v>66.900176999999999</c:v>
                </c:pt>
                <c:pt idx="935">
                  <c:v>66.610138000000006</c:v>
                </c:pt>
                <c:pt idx="936">
                  <c:v>66.130279999999999</c:v>
                </c:pt>
                <c:pt idx="937">
                  <c:v>65.466385000000002</c:v>
                </c:pt>
                <c:pt idx="938">
                  <c:v>64.848320000000001</c:v>
                </c:pt>
                <c:pt idx="939">
                  <c:v>64.396797000000007</c:v>
                </c:pt>
                <c:pt idx="940">
                  <c:v>64.453284999999994</c:v>
                </c:pt>
                <c:pt idx="941">
                  <c:v>64.694434999999999</c:v>
                </c:pt>
                <c:pt idx="942">
                  <c:v>64.827720999999997</c:v>
                </c:pt>
                <c:pt idx="943">
                  <c:v>64.519713999999993</c:v>
                </c:pt>
                <c:pt idx="944">
                  <c:v>63.182205000000003</c:v>
                </c:pt>
                <c:pt idx="945">
                  <c:v>63.33419</c:v>
                </c:pt>
                <c:pt idx="946">
                  <c:v>63.545051999999998</c:v>
                </c:pt>
                <c:pt idx="947">
                  <c:v>63.670020999999998</c:v>
                </c:pt>
                <c:pt idx="948">
                  <c:v>63.770907999999999</c:v>
                </c:pt>
                <c:pt idx="949">
                  <c:v>63.239567000000001</c:v>
                </c:pt>
                <c:pt idx="950">
                  <c:v>62.694243999999998</c:v>
                </c:pt>
                <c:pt idx="951">
                  <c:v>62.305042</c:v>
                </c:pt>
                <c:pt idx="952">
                  <c:v>61.866546999999997</c:v>
                </c:pt>
                <c:pt idx="953">
                  <c:v>61.638069000000002</c:v>
                </c:pt>
                <c:pt idx="954">
                  <c:v>61.658707</c:v>
                </c:pt>
                <c:pt idx="955">
                  <c:v>61.917740000000002</c:v>
                </c:pt>
                <c:pt idx="956">
                  <c:v>61.996403000000001</c:v>
                </c:pt>
                <c:pt idx="957">
                  <c:v>62.076228999999998</c:v>
                </c:pt>
                <c:pt idx="958">
                  <c:v>62.123184000000002</c:v>
                </c:pt>
                <c:pt idx="959">
                  <c:v>62.324706999999997</c:v>
                </c:pt>
                <c:pt idx="960">
                  <c:v>62.792313</c:v>
                </c:pt>
                <c:pt idx="961">
                  <c:v>63.118941999999997</c:v>
                </c:pt>
                <c:pt idx="962">
                  <c:v>63.277240999999997</c:v>
                </c:pt>
                <c:pt idx="963">
                  <c:v>63.319141000000002</c:v>
                </c:pt>
                <c:pt idx="964">
                  <c:v>63.450527000000001</c:v>
                </c:pt>
                <c:pt idx="965">
                  <c:v>63.886864000000003</c:v>
                </c:pt>
                <c:pt idx="966">
                  <c:v>64.495093999999995</c:v>
                </c:pt>
                <c:pt idx="967">
                  <c:v>64.561096000000006</c:v>
                </c:pt>
                <c:pt idx="968">
                  <c:v>64.215384999999998</c:v>
                </c:pt>
                <c:pt idx="969">
                  <c:v>63.509731000000002</c:v>
                </c:pt>
                <c:pt idx="970">
                  <c:v>63.04195</c:v>
                </c:pt>
                <c:pt idx="971">
                  <c:v>62.720936000000002</c:v>
                </c:pt>
                <c:pt idx="972">
                  <c:v>62.415793999999998</c:v>
                </c:pt>
                <c:pt idx="973">
                  <c:v>61.759033000000002</c:v>
                </c:pt>
                <c:pt idx="974">
                  <c:v>60.645927</c:v>
                </c:pt>
                <c:pt idx="975">
                  <c:v>59.369793000000001</c:v>
                </c:pt>
                <c:pt idx="976">
                  <c:v>58.726497999999999</c:v>
                </c:pt>
                <c:pt idx="977">
                  <c:v>58.719101000000002</c:v>
                </c:pt>
                <c:pt idx="978">
                  <c:v>58.724747000000001</c:v>
                </c:pt>
                <c:pt idx="979">
                  <c:v>59.107193000000002</c:v>
                </c:pt>
                <c:pt idx="980">
                  <c:v>59.441676999999999</c:v>
                </c:pt>
                <c:pt idx="981">
                  <c:v>59.129874999999998</c:v>
                </c:pt>
                <c:pt idx="982">
                  <c:v>58.790591999999997</c:v>
                </c:pt>
                <c:pt idx="983">
                  <c:v>58.943007999999999</c:v>
                </c:pt>
                <c:pt idx="984">
                  <c:v>59.235382000000001</c:v>
                </c:pt>
                <c:pt idx="985">
                  <c:v>59.242924000000002</c:v>
                </c:pt>
                <c:pt idx="986">
                  <c:v>59.330685000000003</c:v>
                </c:pt>
                <c:pt idx="987">
                  <c:v>59.961491000000002</c:v>
                </c:pt>
                <c:pt idx="988">
                  <c:v>60.128039999999999</c:v>
                </c:pt>
                <c:pt idx="989">
                  <c:v>59.480392000000002</c:v>
                </c:pt>
                <c:pt idx="990">
                  <c:v>58.806418999999998</c:v>
                </c:pt>
                <c:pt idx="991">
                  <c:v>58.445328000000003</c:v>
                </c:pt>
                <c:pt idx="992">
                  <c:v>57.698138999999998</c:v>
                </c:pt>
                <c:pt idx="993">
                  <c:v>56.934047999999997</c:v>
                </c:pt>
                <c:pt idx="994">
                  <c:v>56.71434</c:v>
                </c:pt>
                <c:pt idx="995">
                  <c:v>56.834060999999998</c:v>
                </c:pt>
                <c:pt idx="996">
                  <c:v>57.28389</c:v>
                </c:pt>
                <c:pt idx="997">
                  <c:v>58.013027000000001</c:v>
                </c:pt>
                <c:pt idx="998">
                  <c:v>59.108128000000001</c:v>
                </c:pt>
                <c:pt idx="999">
                  <c:v>60.224257999999999</c:v>
                </c:pt>
                <c:pt idx="1000">
                  <c:v>61.080928999999998</c:v>
                </c:pt>
                <c:pt idx="1001">
                  <c:v>61.612965000000003</c:v>
                </c:pt>
                <c:pt idx="1002">
                  <c:v>62.180439</c:v>
                </c:pt>
                <c:pt idx="1003">
                  <c:v>62.423676</c:v>
                </c:pt>
                <c:pt idx="1004">
                  <c:v>61.879204000000001</c:v>
                </c:pt>
                <c:pt idx="1005">
                  <c:v>60.831276000000003</c:v>
                </c:pt>
                <c:pt idx="1006">
                  <c:v>60.639747999999997</c:v>
                </c:pt>
                <c:pt idx="1007">
                  <c:v>61.082690999999997</c:v>
                </c:pt>
                <c:pt idx="1008">
                  <c:v>61.520404999999997</c:v>
                </c:pt>
                <c:pt idx="1009">
                  <c:v>61.715651999999999</c:v>
                </c:pt>
                <c:pt idx="1010">
                  <c:v>61.307330999999998</c:v>
                </c:pt>
                <c:pt idx="1011">
                  <c:v>60.317748999999999</c:v>
                </c:pt>
                <c:pt idx="1012">
                  <c:v>59.080536000000002</c:v>
                </c:pt>
                <c:pt idx="1013">
                  <c:v>58.318469999999998</c:v>
                </c:pt>
                <c:pt idx="1014">
                  <c:v>57.633533</c:v>
                </c:pt>
                <c:pt idx="1015">
                  <c:v>57.164200000000001</c:v>
                </c:pt>
                <c:pt idx="1016">
                  <c:v>56.892273000000003</c:v>
                </c:pt>
                <c:pt idx="1017">
                  <c:v>56.742702000000001</c:v>
                </c:pt>
                <c:pt idx="1018">
                  <c:v>56.869911000000002</c:v>
                </c:pt>
                <c:pt idx="1019">
                  <c:v>57.454044000000003</c:v>
                </c:pt>
                <c:pt idx="1020">
                  <c:v>58.074401999999999</c:v>
                </c:pt>
                <c:pt idx="1021">
                  <c:v>57.976379000000001</c:v>
                </c:pt>
                <c:pt idx="1022">
                  <c:v>57.582068999999997</c:v>
                </c:pt>
                <c:pt idx="1023">
                  <c:v>57.442169</c:v>
                </c:pt>
                <c:pt idx="1024">
                  <c:v>57.529961</c:v>
                </c:pt>
                <c:pt idx="1025">
                  <c:v>57.502754000000003</c:v>
                </c:pt>
                <c:pt idx="1026">
                  <c:v>57.075870999999999</c:v>
                </c:pt>
                <c:pt idx="1027">
                  <c:v>56.887034999999997</c:v>
                </c:pt>
                <c:pt idx="1028">
                  <c:v>57.037818999999999</c:v>
                </c:pt>
                <c:pt idx="1029">
                  <c:v>57.583710000000004</c:v>
                </c:pt>
                <c:pt idx="1030">
                  <c:v>58.375652000000002</c:v>
                </c:pt>
                <c:pt idx="1031">
                  <c:v>58.792557000000002</c:v>
                </c:pt>
                <c:pt idx="1032">
                  <c:v>58.872138999999997</c:v>
                </c:pt>
                <c:pt idx="1033">
                  <c:v>58.741005000000001</c:v>
                </c:pt>
                <c:pt idx="1034">
                  <c:v>58.912154999999998</c:v>
                </c:pt>
                <c:pt idx="1035">
                  <c:v>59.133118000000003</c:v>
                </c:pt>
                <c:pt idx="1036">
                  <c:v>59.068252999999999</c:v>
                </c:pt>
                <c:pt idx="1037">
                  <c:v>58.580123999999998</c:v>
                </c:pt>
                <c:pt idx="1038">
                  <c:v>57.908062000000001</c:v>
                </c:pt>
                <c:pt idx="1039">
                  <c:v>57.599196999999997</c:v>
                </c:pt>
                <c:pt idx="1040">
                  <c:v>57.552452000000002</c:v>
                </c:pt>
                <c:pt idx="1041">
                  <c:v>57.906520999999998</c:v>
                </c:pt>
                <c:pt idx="1042">
                  <c:v>58.004147000000003</c:v>
                </c:pt>
                <c:pt idx="1043">
                  <c:v>57.974536999999998</c:v>
                </c:pt>
                <c:pt idx="1044">
                  <c:v>58.085242999999998</c:v>
                </c:pt>
                <c:pt idx="1045">
                  <c:v>58.384830000000001</c:v>
                </c:pt>
                <c:pt idx="1046">
                  <c:v>58.846057999999999</c:v>
                </c:pt>
                <c:pt idx="1047">
                  <c:v>59.243988000000002</c:v>
                </c:pt>
                <c:pt idx="1048">
                  <c:v>59.723700999999998</c:v>
                </c:pt>
                <c:pt idx="1049">
                  <c:v>60.437804999999997</c:v>
                </c:pt>
                <c:pt idx="1050">
                  <c:v>61.409233</c:v>
                </c:pt>
                <c:pt idx="1051">
                  <c:v>62.372062999999997</c:v>
                </c:pt>
                <c:pt idx="1052">
                  <c:v>62.759270000000001</c:v>
                </c:pt>
                <c:pt idx="1053">
                  <c:v>62.775371999999997</c:v>
                </c:pt>
                <c:pt idx="1054">
                  <c:v>62.604548999999999</c:v>
                </c:pt>
                <c:pt idx="1055">
                  <c:v>62.310580999999999</c:v>
                </c:pt>
                <c:pt idx="1056">
                  <c:v>61.932926000000002</c:v>
                </c:pt>
                <c:pt idx="1057">
                  <c:v>61.752963999999999</c:v>
                </c:pt>
                <c:pt idx="1058">
                  <c:v>62.147162999999999</c:v>
                </c:pt>
                <c:pt idx="1059">
                  <c:v>62.510219999999997</c:v>
                </c:pt>
                <c:pt idx="1060">
                  <c:v>62.44614</c:v>
                </c:pt>
                <c:pt idx="1061">
                  <c:v>62.473838999999998</c:v>
                </c:pt>
                <c:pt idx="1062">
                  <c:v>62.546013000000002</c:v>
                </c:pt>
                <c:pt idx="1063">
                  <c:v>62.326884999999997</c:v>
                </c:pt>
                <c:pt idx="1064">
                  <c:v>62.061371000000001</c:v>
                </c:pt>
                <c:pt idx="1065">
                  <c:v>61.878796000000001</c:v>
                </c:pt>
                <c:pt idx="1066">
                  <c:v>61.622711000000002</c:v>
                </c:pt>
                <c:pt idx="1067">
                  <c:v>61.297122999999999</c:v>
                </c:pt>
                <c:pt idx="1068">
                  <c:v>60.727260999999999</c:v>
                </c:pt>
                <c:pt idx="1069">
                  <c:v>60.369598000000003</c:v>
                </c:pt>
                <c:pt idx="1070">
                  <c:v>59.989409999999999</c:v>
                </c:pt>
                <c:pt idx="1071">
                  <c:v>59.370018000000002</c:v>
                </c:pt>
                <c:pt idx="1072">
                  <c:v>59.470447999999998</c:v>
                </c:pt>
                <c:pt idx="1073">
                  <c:v>59.973995000000002</c:v>
                </c:pt>
                <c:pt idx="1074">
                  <c:v>60.263012000000003</c:v>
                </c:pt>
                <c:pt idx="1075">
                  <c:v>60.468654999999998</c:v>
                </c:pt>
                <c:pt idx="1076">
                  <c:v>60.396763</c:v>
                </c:pt>
                <c:pt idx="1077">
                  <c:v>60.241211</c:v>
                </c:pt>
                <c:pt idx="1078">
                  <c:v>60.382671000000002</c:v>
                </c:pt>
                <c:pt idx="1079">
                  <c:v>60.560982000000003</c:v>
                </c:pt>
                <c:pt idx="1080">
                  <c:v>60.590366000000003</c:v>
                </c:pt>
                <c:pt idx="1081">
                  <c:v>59.841202000000003</c:v>
                </c:pt>
                <c:pt idx="1082">
                  <c:v>59.946503</c:v>
                </c:pt>
                <c:pt idx="1083">
                  <c:v>60.130642000000002</c:v>
                </c:pt>
                <c:pt idx="1084">
                  <c:v>60.463450999999999</c:v>
                </c:pt>
                <c:pt idx="1085">
                  <c:v>61.093905999999997</c:v>
                </c:pt>
                <c:pt idx="1086">
                  <c:v>61.565925999999997</c:v>
                </c:pt>
                <c:pt idx="1087">
                  <c:v>61.507064999999997</c:v>
                </c:pt>
                <c:pt idx="1088">
                  <c:v>61.444645000000001</c:v>
                </c:pt>
                <c:pt idx="1089">
                  <c:v>61.576332000000001</c:v>
                </c:pt>
                <c:pt idx="1090">
                  <c:v>61.990223</c:v>
                </c:pt>
                <c:pt idx="1091">
                  <c:v>62.538474999999998</c:v>
                </c:pt>
                <c:pt idx="1092">
                  <c:v>63.034447</c:v>
                </c:pt>
                <c:pt idx="1093">
                  <c:v>63.341845999999997</c:v>
                </c:pt>
                <c:pt idx="1094">
                  <c:v>63.311625999999997</c:v>
                </c:pt>
                <c:pt idx="1095">
                  <c:v>63.181778000000001</c:v>
                </c:pt>
                <c:pt idx="1096">
                  <c:v>63.030628</c:v>
                </c:pt>
                <c:pt idx="1097">
                  <c:v>62.466988000000001</c:v>
                </c:pt>
                <c:pt idx="1098">
                  <c:v>62.260581999999999</c:v>
                </c:pt>
                <c:pt idx="1099">
                  <c:v>62.363083000000003</c:v>
                </c:pt>
                <c:pt idx="1100">
                  <c:v>62.701115000000001</c:v>
                </c:pt>
                <c:pt idx="1101">
                  <c:v>63.195923000000001</c:v>
                </c:pt>
                <c:pt idx="1102">
                  <c:v>63.805537999999999</c:v>
                </c:pt>
                <c:pt idx="1103">
                  <c:v>64.291222000000005</c:v>
                </c:pt>
                <c:pt idx="1104">
                  <c:v>64.555153000000004</c:v>
                </c:pt>
                <c:pt idx="1105">
                  <c:v>64.452858000000006</c:v>
                </c:pt>
                <c:pt idx="1106">
                  <c:v>64.043914999999998</c:v>
                </c:pt>
                <c:pt idx="1107">
                  <c:v>63.503737999999998</c:v>
                </c:pt>
                <c:pt idx="1108">
                  <c:v>62.766975000000002</c:v>
                </c:pt>
                <c:pt idx="1109">
                  <c:v>62.307513999999998</c:v>
                </c:pt>
                <c:pt idx="1110">
                  <c:v>62.156834000000003</c:v>
                </c:pt>
                <c:pt idx="1111">
                  <c:v>62.113334999999999</c:v>
                </c:pt>
                <c:pt idx="1112">
                  <c:v>62.206637999999998</c:v>
                </c:pt>
                <c:pt idx="1113">
                  <c:v>62.279915000000003</c:v>
                </c:pt>
                <c:pt idx="1114">
                  <c:v>62.561366999999997</c:v>
                </c:pt>
                <c:pt idx="1115">
                  <c:v>63.211368999999998</c:v>
                </c:pt>
                <c:pt idx="1116">
                  <c:v>64.239258000000007</c:v>
                </c:pt>
                <c:pt idx="1117">
                  <c:v>64.599807999999996</c:v>
                </c:pt>
                <c:pt idx="1118">
                  <c:v>64.300629000000001</c:v>
                </c:pt>
                <c:pt idx="1119">
                  <c:v>63.531536000000003</c:v>
                </c:pt>
                <c:pt idx="1120">
                  <c:v>63.104846999999999</c:v>
                </c:pt>
                <c:pt idx="1121">
                  <c:v>62.896877000000003</c:v>
                </c:pt>
                <c:pt idx="1122">
                  <c:v>62.774524999999997</c:v>
                </c:pt>
                <c:pt idx="1123">
                  <c:v>62.627952999999998</c:v>
                </c:pt>
                <c:pt idx="1124">
                  <c:v>62.261116000000001</c:v>
                </c:pt>
                <c:pt idx="1125">
                  <c:v>61.998610999999997</c:v>
                </c:pt>
                <c:pt idx="1126">
                  <c:v>62.278595000000003</c:v>
                </c:pt>
                <c:pt idx="1127">
                  <c:v>62.358437000000002</c:v>
                </c:pt>
                <c:pt idx="1128">
                  <c:v>62.276825000000002</c:v>
                </c:pt>
                <c:pt idx="1129">
                  <c:v>62.07394</c:v>
                </c:pt>
                <c:pt idx="1130">
                  <c:v>61.952525999999999</c:v>
                </c:pt>
                <c:pt idx="1131">
                  <c:v>61.909672</c:v>
                </c:pt>
                <c:pt idx="1132">
                  <c:v>62.121589999999998</c:v>
                </c:pt>
                <c:pt idx="1133">
                  <c:v>62.455105000000003</c:v>
                </c:pt>
                <c:pt idx="1134">
                  <c:v>62.705916999999999</c:v>
                </c:pt>
                <c:pt idx="1135">
                  <c:v>62.989601</c:v>
                </c:pt>
                <c:pt idx="1136">
                  <c:v>63.128410000000002</c:v>
                </c:pt>
                <c:pt idx="1137">
                  <c:v>63.172234000000003</c:v>
                </c:pt>
                <c:pt idx="1138">
                  <c:v>63.235469999999999</c:v>
                </c:pt>
                <c:pt idx="1139">
                  <c:v>63.440460000000002</c:v>
                </c:pt>
                <c:pt idx="1140">
                  <c:v>63.778759000000001</c:v>
                </c:pt>
                <c:pt idx="1141">
                  <c:v>64.158507999999998</c:v>
                </c:pt>
                <c:pt idx="1142">
                  <c:v>64.476287999999997</c:v>
                </c:pt>
                <c:pt idx="1143">
                  <c:v>64.747635000000002</c:v>
                </c:pt>
                <c:pt idx="1144">
                  <c:v>64.976356999999993</c:v>
                </c:pt>
                <c:pt idx="1145">
                  <c:v>65.227249</c:v>
                </c:pt>
                <c:pt idx="1146">
                  <c:v>65.670829999999995</c:v>
                </c:pt>
                <c:pt idx="1147">
                  <c:v>65.834952999999999</c:v>
                </c:pt>
                <c:pt idx="1148">
                  <c:v>65.746123999999995</c:v>
                </c:pt>
                <c:pt idx="1149">
                  <c:v>65.482735000000005</c:v>
                </c:pt>
                <c:pt idx="1150">
                  <c:v>65.296431999999996</c:v>
                </c:pt>
                <c:pt idx="1151">
                  <c:v>65.422332999999995</c:v>
                </c:pt>
                <c:pt idx="1152">
                  <c:v>65.782982000000004</c:v>
                </c:pt>
                <c:pt idx="1153">
                  <c:v>66.234367000000006</c:v>
                </c:pt>
                <c:pt idx="1154">
                  <c:v>66.390793000000002</c:v>
                </c:pt>
                <c:pt idx="1155">
                  <c:v>66.424025999999998</c:v>
                </c:pt>
                <c:pt idx="1156">
                  <c:v>66.361755000000002</c:v>
                </c:pt>
                <c:pt idx="1157">
                  <c:v>66.228233000000003</c:v>
                </c:pt>
                <c:pt idx="1158">
                  <c:v>66.148392000000001</c:v>
                </c:pt>
                <c:pt idx="1159">
                  <c:v>66.117797999999993</c:v>
                </c:pt>
                <c:pt idx="1160">
                  <c:v>66.305572999999995</c:v>
                </c:pt>
                <c:pt idx="1161">
                  <c:v>66.685196000000005</c:v>
                </c:pt>
                <c:pt idx="1162">
                  <c:v>67.038291999999998</c:v>
                </c:pt>
                <c:pt idx="1163">
                  <c:v>67.302825999999996</c:v>
                </c:pt>
                <c:pt idx="1164">
                  <c:v>67.532477999999998</c:v>
                </c:pt>
                <c:pt idx="1165">
                  <c:v>67.626227999999998</c:v>
                </c:pt>
                <c:pt idx="1166">
                  <c:v>67.625664</c:v>
                </c:pt>
                <c:pt idx="1167">
                  <c:v>67.644965999999997</c:v>
                </c:pt>
                <c:pt idx="1168">
                  <c:v>67.821280999999999</c:v>
                </c:pt>
                <c:pt idx="1169">
                  <c:v>68.352813999999995</c:v>
                </c:pt>
                <c:pt idx="1170">
                  <c:v>69.034492</c:v>
                </c:pt>
                <c:pt idx="1171">
                  <c:v>69.579032999999995</c:v>
                </c:pt>
                <c:pt idx="1172">
                  <c:v>70.009559999999993</c:v>
                </c:pt>
                <c:pt idx="1173">
                  <c:v>70.363929999999996</c:v>
                </c:pt>
                <c:pt idx="1174">
                  <c:v>70.136803</c:v>
                </c:pt>
                <c:pt idx="1175">
                  <c:v>69.976180999999997</c:v>
                </c:pt>
                <c:pt idx="1176">
                  <c:v>69.933745999999999</c:v>
                </c:pt>
                <c:pt idx="1177">
                  <c:v>69.998374999999996</c:v>
                </c:pt>
                <c:pt idx="1178">
                  <c:v>70.133041000000006</c:v>
                </c:pt>
                <c:pt idx="1179">
                  <c:v>70.376380999999995</c:v>
                </c:pt>
                <c:pt idx="1180">
                  <c:v>70.520149000000004</c:v>
                </c:pt>
                <c:pt idx="1181">
                  <c:v>70.503555000000006</c:v>
                </c:pt>
                <c:pt idx="1182">
                  <c:v>70.303451999999993</c:v>
                </c:pt>
                <c:pt idx="1183">
                  <c:v>70.048370000000006</c:v>
                </c:pt>
                <c:pt idx="1184">
                  <c:v>69.839432000000002</c:v>
                </c:pt>
                <c:pt idx="1185">
                  <c:v>69.656181000000004</c:v>
                </c:pt>
                <c:pt idx="1186">
                  <c:v>69.609679999999997</c:v>
                </c:pt>
                <c:pt idx="1187">
                  <c:v>69.703590000000005</c:v>
                </c:pt>
                <c:pt idx="1188">
                  <c:v>70.217956999999998</c:v>
                </c:pt>
                <c:pt idx="1189">
                  <c:v>70.860709999999997</c:v>
                </c:pt>
                <c:pt idx="1190">
                  <c:v>71.34272</c:v>
                </c:pt>
                <c:pt idx="1191">
                  <c:v>71.806381000000002</c:v>
                </c:pt>
                <c:pt idx="1192">
                  <c:v>72.256659999999997</c:v>
                </c:pt>
                <c:pt idx="1193">
                  <c:v>72.267966999999999</c:v>
                </c:pt>
                <c:pt idx="1194">
                  <c:v>71.990227000000004</c:v>
                </c:pt>
                <c:pt idx="1195">
                  <c:v>72.008751000000004</c:v>
                </c:pt>
                <c:pt idx="1196">
                  <c:v>72.198127999999997</c:v>
                </c:pt>
                <c:pt idx="1197">
                  <c:v>72.280959999999993</c:v>
                </c:pt>
                <c:pt idx="1198">
                  <c:v>72.330116000000004</c:v>
                </c:pt>
                <c:pt idx="1199">
                  <c:v>72.497787000000002</c:v>
                </c:pt>
                <c:pt idx="1200">
                  <c:v>72.740334000000004</c:v>
                </c:pt>
                <c:pt idx="1201">
                  <c:v>71.325691000000006</c:v>
                </c:pt>
                <c:pt idx="1202">
                  <c:v>71.336174</c:v>
                </c:pt>
                <c:pt idx="1203">
                  <c:v>71.550422999999995</c:v>
                </c:pt>
                <c:pt idx="1204">
                  <c:v>71.661285000000007</c:v>
                </c:pt>
                <c:pt idx="1205">
                  <c:v>71.485832000000002</c:v>
                </c:pt>
                <c:pt idx="1206">
                  <c:v>71.342772999999994</c:v>
                </c:pt>
                <c:pt idx="1207">
                  <c:v>73.436722000000003</c:v>
                </c:pt>
                <c:pt idx="1208">
                  <c:v>73.701233000000002</c:v>
                </c:pt>
                <c:pt idx="1209">
                  <c:v>71.342644000000007</c:v>
                </c:pt>
                <c:pt idx="1210">
                  <c:v>71.238517999999999</c:v>
                </c:pt>
                <c:pt idx="1211">
                  <c:v>71.174400000000006</c:v>
                </c:pt>
                <c:pt idx="1212">
                  <c:v>71.106468000000007</c:v>
                </c:pt>
                <c:pt idx="1213">
                  <c:v>71.192215000000004</c:v>
                </c:pt>
                <c:pt idx="1214">
                  <c:v>71.333907999999994</c:v>
                </c:pt>
                <c:pt idx="1215">
                  <c:v>71.553787</c:v>
                </c:pt>
                <c:pt idx="1216">
                  <c:v>71.793350000000004</c:v>
                </c:pt>
                <c:pt idx="1217">
                  <c:v>72.045554999999993</c:v>
                </c:pt>
                <c:pt idx="1218">
                  <c:v>72.246666000000005</c:v>
                </c:pt>
                <c:pt idx="1219">
                  <c:v>72.266159000000002</c:v>
                </c:pt>
                <c:pt idx="1220">
                  <c:v>72.222472999999994</c:v>
                </c:pt>
                <c:pt idx="1221">
                  <c:v>72.316344999999998</c:v>
                </c:pt>
                <c:pt idx="1222">
                  <c:v>72.503463999999994</c:v>
                </c:pt>
                <c:pt idx="1223">
                  <c:v>72.537841999999998</c:v>
                </c:pt>
                <c:pt idx="1224">
                  <c:v>72.631484999999998</c:v>
                </c:pt>
                <c:pt idx="1225">
                  <c:v>72.918175000000005</c:v>
                </c:pt>
                <c:pt idx="1226">
                  <c:v>73.079268999999996</c:v>
                </c:pt>
                <c:pt idx="1227">
                  <c:v>73.055199000000002</c:v>
                </c:pt>
                <c:pt idx="1228">
                  <c:v>73.01088</c:v>
                </c:pt>
                <c:pt idx="1229">
                  <c:v>72.897552000000005</c:v>
                </c:pt>
                <c:pt idx="1230">
                  <c:v>72.849914999999996</c:v>
                </c:pt>
                <c:pt idx="1231">
                  <c:v>73.006798000000003</c:v>
                </c:pt>
                <c:pt idx="1232">
                  <c:v>73.120811000000003</c:v>
                </c:pt>
                <c:pt idx="1233">
                  <c:v>73.111716999999999</c:v>
                </c:pt>
                <c:pt idx="1234">
                  <c:v>73.099982999999995</c:v>
                </c:pt>
                <c:pt idx="1235">
                  <c:v>73.226737999999997</c:v>
                </c:pt>
                <c:pt idx="1236">
                  <c:v>73.453293000000002</c:v>
                </c:pt>
                <c:pt idx="1237">
                  <c:v>73.734390000000005</c:v>
                </c:pt>
                <c:pt idx="1238">
                  <c:v>73.980614000000003</c:v>
                </c:pt>
                <c:pt idx="1239">
                  <c:v>74.241776000000002</c:v>
                </c:pt>
                <c:pt idx="1240">
                  <c:v>74.541916000000001</c:v>
                </c:pt>
                <c:pt idx="1241">
                  <c:v>74.695999</c:v>
                </c:pt>
                <c:pt idx="1242">
                  <c:v>74.722282000000007</c:v>
                </c:pt>
                <c:pt idx="1243">
                  <c:v>74.725204000000005</c:v>
                </c:pt>
                <c:pt idx="1244">
                  <c:v>74.797684000000004</c:v>
                </c:pt>
                <c:pt idx="1245">
                  <c:v>74.968658000000005</c:v>
                </c:pt>
                <c:pt idx="1246">
                  <c:v>75.136223000000001</c:v>
                </c:pt>
                <c:pt idx="1247">
                  <c:v>75.279617000000002</c:v>
                </c:pt>
                <c:pt idx="1248">
                  <c:v>75.448914000000002</c:v>
                </c:pt>
                <c:pt idx="1249">
                  <c:v>75.803528</c:v>
                </c:pt>
                <c:pt idx="1250">
                  <c:v>76.078979000000004</c:v>
                </c:pt>
                <c:pt idx="1251">
                  <c:v>76.310867000000002</c:v>
                </c:pt>
                <c:pt idx="1252">
                  <c:v>76.385513000000003</c:v>
                </c:pt>
                <c:pt idx="1253">
                  <c:v>76.339043000000004</c:v>
                </c:pt>
                <c:pt idx="1254">
                  <c:v>76.328811999999999</c:v>
                </c:pt>
                <c:pt idx="1255">
                  <c:v>76.453400000000002</c:v>
                </c:pt>
                <c:pt idx="1256">
                  <c:v>76.438805000000002</c:v>
                </c:pt>
                <c:pt idx="1257">
                  <c:v>76.339493000000004</c:v>
                </c:pt>
                <c:pt idx="1258">
                  <c:v>76.576629999999994</c:v>
                </c:pt>
                <c:pt idx="1259">
                  <c:v>76.881896999999995</c:v>
                </c:pt>
                <c:pt idx="1260">
                  <c:v>76.901961999999997</c:v>
                </c:pt>
                <c:pt idx="1261">
                  <c:v>76.862533999999997</c:v>
                </c:pt>
                <c:pt idx="1262">
                  <c:v>76.658118999999999</c:v>
                </c:pt>
                <c:pt idx="1263">
                  <c:v>76.557083000000006</c:v>
                </c:pt>
                <c:pt idx="1264">
                  <c:v>76.686256</c:v>
                </c:pt>
                <c:pt idx="1265">
                  <c:v>76.857346000000007</c:v>
                </c:pt>
                <c:pt idx="1266">
                  <c:v>73.901725999999996</c:v>
                </c:pt>
                <c:pt idx="1267">
                  <c:v>74.221489000000005</c:v>
                </c:pt>
                <c:pt idx="1268">
                  <c:v>74.328682000000001</c:v>
                </c:pt>
                <c:pt idx="1269">
                  <c:v>74.637801999999994</c:v>
                </c:pt>
                <c:pt idx="1270">
                  <c:v>75.050017999999994</c:v>
                </c:pt>
                <c:pt idx="1271">
                  <c:v>75.423598999999996</c:v>
                </c:pt>
                <c:pt idx="1272">
                  <c:v>75.970398000000003</c:v>
                </c:pt>
                <c:pt idx="1273">
                  <c:v>76.710387999999995</c:v>
                </c:pt>
                <c:pt idx="1274">
                  <c:v>77.248497</c:v>
                </c:pt>
                <c:pt idx="1275">
                  <c:v>77.376098999999996</c:v>
                </c:pt>
                <c:pt idx="1276">
                  <c:v>77.305969000000005</c:v>
                </c:pt>
                <c:pt idx="1277">
                  <c:v>77.228188000000003</c:v>
                </c:pt>
                <c:pt idx="1278">
                  <c:v>77.255981000000006</c:v>
                </c:pt>
                <c:pt idx="1279">
                  <c:v>77.442001000000005</c:v>
                </c:pt>
                <c:pt idx="1280">
                  <c:v>77.716048999999998</c:v>
                </c:pt>
                <c:pt idx="1281">
                  <c:v>78.025054999999995</c:v>
                </c:pt>
                <c:pt idx="1282">
                  <c:v>78.300765999999996</c:v>
                </c:pt>
                <c:pt idx="1283">
                  <c:v>78.570083999999994</c:v>
                </c:pt>
                <c:pt idx="1284">
                  <c:v>78.881461999999999</c:v>
                </c:pt>
                <c:pt idx="1285">
                  <c:v>79.090537999999995</c:v>
                </c:pt>
                <c:pt idx="1286">
                  <c:v>79.188338999999999</c:v>
                </c:pt>
                <c:pt idx="1287">
                  <c:v>79.300963999999993</c:v>
                </c:pt>
                <c:pt idx="1288">
                  <c:v>79.496262000000002</c:v>
                </c:pt>
                <c:pt idx="1289">
                  <c:v>79.630104000000003</c:v>
                </c:pt>
                <c:pt idx="1290">
                  <c:v>79.759215999999995</c:v>
                </c:pt>
                <c:pt idx="1291">
                  <c:v>79.908057999999997</c:v>
                </c:pt>
                <c:pt idx="1292">
                  <c:v>80.045417999999998</c:v>
                </c:pt>
                <c:pt idx="1293">
                  <c:v>80.226257000000004</c:v>
                </c:pt>
                <c:pt idx="1294">
                  <c:v>80.200333000000001</c:v>
                </c:pt>
                <c:pt idx="1295">
                  <c:v>79.908469999999994</c:v>
                </c:pt>
                <c:pt idx="1296">
                  <c:v>79.688057000000001</c:v>
                </c:pt>
                <c:pt idx="1297">
                  <c:v>79.655051999999998</c:v>
                </c:pt>
                <c:pt idx="1298">
                  <c:v>79.704704000000007</c:v>
                </c:pt>
                <c:pt idx="1299">
                  <c:v>79.771209999999996</c:v>
                </c:pt>
                <c:pt idx="1300">
                  <c:v>79.730643999999998</c:v>
                </c:pt>
                <c:pt idx="1301">
                  <c:v>79.719893999999996</c:v>
                </c:pt>
                <c:pt idx="1302">
                  <c:v>79.746161999999998</c:v>
                </c:pt>
                <c:pt idx="1303">
                  <c:v>79.859534999999994</c:v>
                </c:pt>
                <c:pt idx="1304">
                  <c:v>80.016777000000005</c:v>
                </c:pt>
                <c:pt idx="1305">
                  <c:v>80.116714000000002</c:v>
                </c:pt>
                <c:pt idx="1306">
                  <c:v>80.192558000000005</c:v>
                </c:pt>
                <c:pt idx="1307">
                  <c:v>80.217788999999996</c:v>
                </c:pt>
                <c:pt idx="1308">
                  <c:v>80.358337000000006</c:v>
                </c:pt>
                <c:pt idx="1309">
                  <c:v>80.364936999999998</c:v>
                </c:pt>
                <c:pt idx="1310">
                  <c:v>80.310928000000004</c:v>
                </c:pt>
                <c:pt idx="1311">
                  <c:v>80.477844000000005</c:v>
                </c:pt>
                <c:pt idx="1312">
                  <c:v>80.729400999999996</c:v>
                </c:pt>
                <c:pt idx="1313">
                  <c:v>80.904205000000005</c:v>
                </c:pt>
                <c:pt idx="1314">
                  <c:v>81.075339999999997</c:v>
                </c:pt>
                <c:pt idx="1315">
                  <c:v>81.351662000000005</c:v>
                </c:pt>
                <c:pt idx="1316">
                  <c:v>81.683159000000003</c:v>
                </c:pt>
                <c:pt idx="1317">
                  <c:v>81.894622999999996</c:v>
                </c:pt>
                <c:pt idx="1318">
                  <c:v>81.955551</c:v>
                </c:pt>
                <c:pt idx="1319">
                  <c:v>81.650040000000004</c:v>
                </c:pt>
                <c:pt idx="1320">
                  <c:v>81.260070999999996</c:v>
                </c:pt>
                <c:pt idx="1321">
                  <c:v>81.326767000000004</c:v>
                </c:pt>
                <c:pt idx="1322">
                  <c:v>81.435554999999994</c:v>
                </c:pt>
                <c:pt idx="1323">
                  <c:v>81.457183999999998</c:v>
                </c:pt>
                <c:pt idx="1324">
                  <c:v>81.630959000000004</c:v>
                </c:pt>
                <c:pt idx="1325">
                  <c:v>81.778023000000005</c:v>
                </c:pt>
                <c:pt idx="1326">
                  <c:v>81.867667999999995</c:v>
                </c:pt>
                <c:pt idx="1327">
                  <c:v>82.102958999999998</c:v>
                </c:pt>
                <c:pt idx="1328">
                  <c:v>82.474013999999997</c:v>
                </c:pt>
                <c:pt idx="1329">
                  <c:v>83.026252999999997</c:v>
                </c:pt>
                <c:pt idx="1330">
                  <c:v>83.558166999999997</c:v>
                </c:pt>
                <c:pt idx="1331">
                  <c:v>83.959923000000003</c:v>
                </c:pt>
                <c:pt idx="1332">
                  <c:v>84.253212000000005</c:v>
                </c:pt>
                <c:pt idx="1333">
                  <c:v>84.525841</c:v>
                </c:pt>
                <c:pt idx="1334">
                  <c:v>84.688231999999999</c:v>
                </c:pt>
                <c:pt idx="1335">
                  <c:v>84.805710000000005</c:v>
                </c:pt>
                <c:pt idx="1336">
                  <c:v>84.951401000000004</c:v>
                </c:pt>
                <c:pt idx="1337">
                  <c:v>85.211867999999996</c:v>
                </c:pt>
                <c:pt idx="1338">
                  <c:v>85.458641</c:v>
                </c:pt>
                <c:pt idx="1339">
                  <c:v>85.688972000000007</c:v>
                </c:pt>
                <c:pt idx="1340">
                  <c:v>85.995918000000003</c:v>
                </c:pt>
                <c:pt idx="1341">
                  <c:v>86.227333000000002</c:v>
                </c:pt>
                <c:pt idx="1342">
                  <c:v>86.476555000000005</c:v>
                </c:pt>
                <c:pt idx="1343">
                  <c:v>86.715134000000006</c:v>
                </c:pt>
                <c:pt idx="1344">
                  <c:v>87.019820999999993</c:v>
                </c:pt>
                <c:pt idx="1345">
                  <c:v>87.261229999999998</c:v>
                </c:pt>
                <c:pt idx="1346">
                  <c:v>87.465278999999995</c:v>
                </c:pt>
                <c:pt idx="1347">
                  <c:v>87.720603999999994</c:v>
                </c:pt>
                <c:pt idx="1348">
                  <c:v>87.933228</c:v>
                </c:pt>
                <c:pt idx="1349">
                  <c:v>87.980095000000006</c:v>
                </c:pt>
                <c:pt idx="1350">
                  <c:v>87.988074999999995</c:v>
                </c:pt>
                <c:pt idx="1351">
                  <c:v>88.156409999999994</c:v>
                </c:pt>
                <c:pt idx="1352">
                  <c:v>88.494736000000003</c:v>
                </c:pt>
                <c:pt idx="1353">
                  <c:v>88.822074999999998</c:v>
                </c:pt>
                <c:pt idx="1354">
                  <c:v>89.161429999999996</c:v>
                </c:pt>
                <c:pt idx="1355">
                  <c:v>89.419883999999996</c:v>
                </c:pt>
                <c:pt idx="1356">
                  <c:v>89.525467000000006</c:v>
                </c:pt>
                <c:pt idx="1357">
                  <c:v>89.766784999999999</c:v>
                </c:pt>
                <c:pt idx="1358">
                  <c:v>90.076735999999997</c:v>
                </c:pt>
                <c:pt idx="1359">
                  <c:v>90.159592000000004</c:v>
                </c:pt>
                <c:pt idx="1360">
                  <c:v>90.103485000000006</c:v>
                </c:pt>
                <c:pt idx="1361">
                  <c:v>90.084732000000002</c:v>
                </c:pt>
                <c:pt idx="1362">
                  <c:v>90.023231999999993</c:v>
                </c:pt>
                <c:pt idx="1363">
                  <c:v>89.947281000000004</c:v>
                </c:pt>
                <c:pt idx="1364">
                  <c:v>89.879538999999994</c:v>
                </c:pt>
                <c:pt idx="1365">
                  <c:v>89.754149999999996</c:v>
                </c:pt>
                <c:pt idx="1366">
                  <c:v>89.653403999999995</c:v>
                </c:pt>
                <c:pt idx="1367">
                  <c:v>89.672591999999995</c:v>
                </c:pt>
                <c:pt idx="1368">
                  <c:v>89.715652000000006</c:v>
                </c:pt>
                <c:pt idx="1369">
                  <c:v>89.757126</c:v>
                </c:pt>
                <c:pt idx="1370">
                  <c:v>89.908653000000001</c:v>
                </c:pt>
                <c:pt idx="1371">
                  <c:v>90.116553999999994</c:v>
                </c:pt>
                <c:pt idx="1372">
                  <c:v>90.281836999999996</c:v>
                </c:pt>
                <c:pt idx="1373">
                  <c:v>90.298469999999995</c:v>
                </c:pt>
                <c:pt idx="1374">
                  <c:v>90.153441999999998</c:v>
                </c:pt>
                <c:pt idx="1375">
                  <c:v>90.129631000000003</c:v>
                </c:pt>
                <c:pt idx="1376">
                  <c:v>90.189079000000007</c:v>
                </c:pt>
                <c:pt idx="1377">
                  <c:v>90.339843999999999</c:v>
                </c:pt>
                <c:pt idx="1378">
                  <c:v>90.715278999999995</c:v>
                </c:pt>
                <c:pt idx="1379">
                  <c:v>90.851112000000001</c:v>
                </c:pt>
                <c:pt idx="1380">
                  <c:v>90.593727000000001</c:v>
                </c:pt>
                <c:pt idx="1381">
                  <c:v>90.391182000000001</c:v>
                </c:pt>
                <c:pt idx="1382">
                  <c:v>90.179114999999996</c:v>
                </c:pt>
                <c:pt idx="1383">
                  <c:v>90.016250999999997</c:v>
                </c:pt>
                <c:pt idx="1384">
                  <c:v>89.972183000000001</c:v>
                </c:pt>
                <c:pt idx="1385">
                  <c:v>90.004638999999997</c:v>
                </c:pt>
                <c:pt idx="1386">
                  <c:v>89.986908</c:v>
                </c:pt>
                <c:pt idx="1387">
                  <c:v>89.957565000000002</c:v>
                </c:pt>
                <c:pt idx="1388">
                  <c:v>89.968124000000003</c:v>
                </c:pt>
                <c:pt idx="1389">
                  <c:v>90.046920999999998</c:v>
                </c:pt>
                <c:pt idx="1390">
                  <c:v>90.125191000000001</c:v>
                </c:pt>
                <c:pt idx="1391">
                  <c:v>90.144347999999994</c:v>
                </c:pt>
                <c:pt idx="1392">
                  <c:v>90.155258000000003</c:v>
                </c:pt>
                <c:pt idx="1393">
                  <c:v>90.145675999999995</c:v>
                </c:pt>
                <c:pt idx="1394">
                  <c:v>90.166206000000003</c:v>
                </c:pt>
                <c:pt idx="1395">
                  <c:v>90.297058000000007</c:v>
                </c:pt>
                <c:pt idx="1396">
                  <c:v>90.499656999999999</c:v>
                </c:pt>
                <c:pt idx="1397">
                  <c:v>90.643485999999996</c:v>
                </c:pt>
                <c:pt idx="1398">
                  <c:v>90.740402000000003</c:v>
                </c:pt>
                <c:pt idx="1399">
                  <c:v>90.798805000000002</c:v>
                </c:pt>
                <c:pt idx="1400">
                  <c:v>90.759749999999997</c:v>
                </c:pt>
                <c:pt idx="1401">
                  <c:v>90.788162</c:v>
                </c:pt>
                <c:pt idx="1402">
                  <c:v>90.887833000000001</c:v>
                </c:pt>
                <c:pt idx="1403">
                  <c:v>90.949020000000004</c:v>
                </c:pt>
                <c:pt idx="1404">
                  <c:v>91.059417999999994</c:v>
                </c:pt>
                <c:pt idx="1405">
                  <c:v>91.322051999999999</c:v>
                </c:pt>
                <c:pt idx="1406">
                  <c:v>91.574577000000005</c:v>
                </c:pt>
                <c:pt idx="1407">
                  <c:v>91.660263</c:v>
                </c:pt>
                <c:pt idx="1408">
                  <c:v>91.664321999999999</c:v>
                </c:pt>
                <c:pt idx="1409">
                  <c:v>91.789565999999994</c:v>
                </c:pt>
                <c:pt idx="1410">
                  <c:v>92.099236000000005</c:v>
                </c:pt>
                <c:pt idx="1411">
                  <c:v>92.472221000000005</c:v>
                </c:pt>
                <c:pt idx="1412">
                  <c:v>92.891143999999997</c:v>
                </c:pt>
                <c:pt idx="1413">
                  <c:v>93.209075999999996</c:v>
                </c:pt>
                <c:pt idx="1414">
                  <c:v>93.326911999999993</c:v>
                </c:pt>
                <c:pt idx="1415">
                  <c:v>93.448784000000003</c:v>
                </c:pt>
                <c:pt idx="1416">
                  <c:v>93.632110999999995</c:v>
                </c:pt>
                <c:pt idx="1417">
                  <c:v>93.912803999999994</c:v>
                </c:pt>
                <c:pt idx="1418">
                  <c:v>94.152198999999996</c:v>
                </c:pt>
                <c:pt idx="1419">
                  <c:v>94.257034000000004</c:v>
                </c:pt>
                <c:pt idx="1420">
                  <c:v>94.273467999999994</c:v>
                </c:pt>
                <c:pt idx="1421">
                  <c:v>94.284424000000001</c:v>
                </c:pt>
                <c:pt idx="1422">
                  <c:v>94.278487999999996</c:v>
                </c:pt>
                <c:pt idx="1423">
                  <c:v>94.261382999999995</c:v>
                </c:pt>
                <c:pt idx="1424">
                  <c:v>94.225395000000006</c:v>
                </c:pt>
                <c:pt idx="1425">
                  <c:v>94.170806999999996</c:v>
                </c:pt>
                <c:pt idx="1426">
                  <c:v>94.056358000000003</c:v>
                </c:pt>
                <c:pt idx="1427">
                  <c:v>93.876723999999996</c:v>
                </c:pt>
                <c:pt idx="1428">
                  <c:v>93.731819000000002</c:v>
                </c:pt>
                <c:pt idx="1429">
                  <c:v>93.630134999999996</c:v>
                </c:pt>
                <c:pt idx="1430">
                  <c:v>93.611937999999995</c:v>
                </c:pt>
                <c:pt idx="1431">
                  <c:v>93.643378999999996</c:v>
                </c:pt>
                <c:pt idx="1432">
                  <c:v>93.769195999999994</c:v>
                </c:pt>
                <c:pt idx="1433">
                  <c:v>93.939980000000006</c:v>
                </c:pt>
                <c:pt idx="1434">
                  <c:v>94.082588000000001</c:v>
                </c:pt>
                <c:pt idx="1435">
                  <c:v>94.257285999999993</c:v>
                </c:pt>
                <c:pt idx="1436">
                  <c:v>94.436492999999999</c:v>
                </c:pt>
                <c:pt idx="1437">
                  <c:v>94.512343999999999</c:v>
                </c:pt>
                <c:pt idx="1438">
                  <c:v>94.557609999999997</c:v>
                </c:pt>
                <c:pt idx="1439">
                  <c:v>94.545501999999999</c:v>
                </c:pt>
                <c:pt idx="1440">
                  <c:v>94.372710999999995</c:v>
                </c:pt>
                <c:pt idx="1441">
                  <c:v>94.174919000000003</c:v>
                </c:pt>
                <c:pt idx="1442">
                  <c:v>94.019301999999996</c:v>
                </c:pt>
                <c:pt idx="1443">
                  <c:v>93.911545000000004</c:v>
                </c:pt>
                <c:pt idx="1444">
                  <c:v>93.746887000000001</c:v>
                </c:pt>
                <c:pt idx="1445">
                  <c:v>93.527610999999993</c:v>
                </c:pt>
                <c:pt idx="1446">
                  <c:v>93.462577999999993</c:v>
                </c:pt>
                <c:pt idx="1447">
                  <c:v>93.455566000000005</c:v>
                </c:pt>
                <c:pt idx="1448">
                  <c:v>93.454871999999995</c:v>
                </c:pt>
                <c:pt idx="1449">
                  <c:v>93.414505000000005</c:v>
                </c:pt>
                <c:pt idx="1450">
                  <c:v>93.342322999999993</c:v>
                </c:pt>
                <c:pt idx="1451">
                  <c:v>93.311027999999993</c:v>
                </c:pt>
                <c:pt idx="1452">
                  <c:v>93.343177999999995</c:v>
                </c:pt>
                <c:pt idx="1453">
                  <c:v>93.488433999999998</c:v>
                </c:pt>
                <c:pt idx="1454">
                  <c:v>93.696655000000007</c:v>
                </c:pt>
                <c:pt idx="1455">
                  <c:v>93.861282000000003</c:v>
                </c:pt>
                <c:pt idx="1456">
                  <c:v>93.957549999999998</c:v>
                </c:pt>
                <c:pt idx="1457">
                  <c:v>94.037041000000002</c:v>
                </c:pt>
                <c:pt idx="1458">
                  <c:v>94.097649000000004</c:v>
                </c:pt>
                <c:pt idx="1459">
                  <c:v>94.095284000000007</c:v>
                </c:pt>
                <c:pt idx="1460">
                  <c:v>93.954200999999998</c:v>
                </c:pt>
                <c:pt idx="1461">
                  <c:v>93.579284999999999</c:v>
                </c:pt>
                <c:pt idx="1462">
                  <c:v>93.183395000000004</c:v>
                </c:pt>
                <c:pt idx="1463">
                  <c:v>92.986534000000006</c:v>
                </c:pt>
                <c:pt idx="1464">
                  <c:v>92.826881</c:v>
                </c:pt>
                <c:pt idx="1465">
                  <c:v>92.587485999999998</c:v>
                </c:pt>
                <c:pt idx="1466">
                  <c:v>92.334778</c:v>
                </c:pt>
                <c:pt idx="1467">
                  <c:v>92.206764000000007</c:v>
                </c:pt>
                <c:pt idx="1468">
                  <c:v>92.148842000000002</c:v>
                </c:pt>
                <c:pt idx="1469">
                  <c:v>92.106544</c:v>
                </c:pt>
                <c:pt idx="1470">
                  <c:v>92.019485000000003</c:v>
                </c:pt>
                <c:pt idx="1471">
                  <c:v>91.864845000000003</c:v>
                </c:pt>
                <c:pt idx="1472">
                  <c:v>91.761841000000004</c:v>
                </c:pt>
                <c:pt idx="1473">
                  <c:v>91.741164999999995</c:v>
                </c:pt>
                <c:pt idx="1474">
                  <c:v>91.922454999999999</c:v>
                </c:pt>
                <c:pt idx="1475">
                  <c:v>92.251411000000004</c:v>
                </c:pt>
                <c:pt idx="1476">
                  <c:v>92.585655000000003</c:v>
                </c:pt>
                <c:pt idx="1477">
                  <c:v>92.749061999999995</c:v>
                </c:pt>
                <c:pt idx="1478">
                  <c:v>92.801497999999995</c:v>
                </c:pt>
                <c:pt idx="1479">
                  <c:v>92.824416999999997</c:v>
                </c:pt>
                <c:pt idx="1480">
                  <c:v>92.774863999999994</c:v>
                </c:pt>
                <c:pt idx="1481">
                  <c:v>92.822327000000001</c:v>
                </c:pt>
                <c:pt idx="1482">
                  <c:v>92.981194000000002</c:v>
                </c:pt>
                <c:pt idx="1483">
                  <c:v>93.211105000000003</c:v>
                </c:pt>
                <c:pt idx="1484">
                  <c:v>93.472899999999996</c:v>
                </c:pt>
                <c:pt idx="1485">
                  <c:v>93.657889999999995</c:v>
                </c:pt>
                <c:pt idx="1486">
                  <c:v>93.585708999999994</c:v>
                </c:pt>
                <c:pt idx="1487">
                  <c:v>93.129661999999996</c:v>
                </c:pt>
                <c:pt idx="1488">
                  <c:v>92.566092999999995</c:v>
                </c:pt>
                <c:pt idx="1489">
                  <c:v>92.320449999999994</c:v>
                </c:pt>
                <c:pt idx="1490">
                  <c:v>92.236335999999994</c:v>
                </c:pt>
                <c:pt idx="1491">
                  <c:v>92.203331000000006</c:v>
                </c:pt>
                <c:pt idx="1492">
                  <c:v>92.188796999999994</c:v>
                </c:pt>
                <c:pt idx="1493">
                  <c:v>92.329032999999995</c:v>
                </c:pt>
                <c:pt idx="1494">
                  <c:v>92.369506999999999</c:v>
                </c:pt>
                <c:pt idx="1495">
                  <c:v>92.287368999999998</c:v>
                </c:pt>
                <c:pt idx="1496">
                  <c:v>92.123099999999994</c:v>
                </c:pt>
                <c:pt idx="1497">
                  <c:v>91.850341999999998</c:v>
                </c:pt>
                <c:pt idx="1498">
                  <c:v>91.656113000000005</c:v>
                </c:pt>
                <c:pt idx="1499">
                  <c:v>91.572815000000006</c:v>
                </c:pt>
                <c:pt idx="1500">
                  <c:v>91.521041999999994</c:v>
                </c:pt>
                <c:pt idx="1501">
                  <c:v>91.423980999999998</c:v>
                </c:pt>
                <c:pt idx="1502">
                  <c:v>91.299042</c:v>
                </c:pt>
                <c:pt idx="1503">
                  <c:v>91.211464000000007</c:v>
                </c:pt>
                <c:pt idx="1504">
                  <c:v>91.054123000000004</c:v>
                </c:pt>
                <c:pt idx="1505">
                  <c:v>91.005409</c:v>
                </c:pt>
                <c:pt idx="1506">
                  <c:v>90.877471999999997</c:v>
                </c:pt>
                <c:pt idx="1507">
                  <c:v>90.640906999999999</c:v>
                </c:pt>
                <c:pt idx="1508">
                  <c:v>90.357376000000002</c:v>
                </c:pt>
                <c:pt idx="1509">
                  <c:v>90.190903000000006</c:v>
                </c:pt>
                <c:pt idx="1510">
                  <c:v>90.089584000000002</c:v>
                </c:pt>
                <c:pt idx="1511">
                  <c:v>90.044739000000007</c:v>
                </c:pt>
                <c:pt idx="1512">
                  <c:v>89.976142999999993</c:v>
                </c:pt>
                <c:pt idx="1513">
                  <c:v>89.874602999999993</c:v>
                </c:pt>
                <c:pt idx="1514">
                  <c:v>89.845923999999997</c:v>
                </c:pt>
                <c:pt idx="1515">
                  <c:v>89.974959999999996</c:v>
                </c:pt>
                <c:pt idx="1516">
                  <c:v>90.008567999999997</c:v>
                </c:pt>
                <c:pt idx="1517">
                  <c:v>89.862007000000006</c:v>
                </c:pt>
                <c:pt idx="1518">
                  <c:v>89.818664999999996</c:v>
                </c:pt>
                <c:pt idx="1519">
                  <c:v>89.892341999999999</c:v>
                </c:pt>
                <c:pt idx="1520">
                  <c:v>90.025108000000003</c:v>
                </c:pt>
                <c:pt idx="1521">
                  <c:v>90.222435000000004</c:v>
                </c:pt>
                <c:pt idx="1522">
                  <c:v>90.355559999999997</c:v>
                </c:pt>
                <c:pt idx="1523">
                  <c:v>90.398903000000004</c:v>
                </c:pt>
                <c:pt idx="1524">
                  <c:v>90.416511999999997</c:v>
                </c:pt>
                <c:pt idx="1525">
                  <c:v>90.317543000000001</c:v>
                </c:pt>
                <c:pt idx="1526">
                  <c:v>90.186431999999996</c:v>
                </c:pt>
                <c:pt idx="1527">
                  <c:v>90.035385000000005</c:v>
                </c:pt>
                <c:pt idx="1528">
                  <c:v>90.018105000000006</c:v>
                </c:pt>
                <c:pt idx="1529">
                  <c:v>90.136634999999998</c:v>
                </c:pt>
                <c:pt idx="1530">
                  <c:v>90.110832000000002</c:v>
                </c:pt>
                <c:pt idx="1531">
                  <c:v>89.959830999999994</c:v>
                </c:pt>
                <c:pt idx="1532">
                  <c:v>89.705337999999998</c:v>
                </c:pt>
                <c:pt idx="1533">
                  <c:v>89.495697000000007</c:v>
                </c:pt>
                <c:pt idx="1534">
                  <c:v>89.508933999999996</c:v>
                </c:pt>
                <c:pt idx="1535">
                  <c:v>89.686179999999993</c:v>
                </c:pt>
                <c:pt idx="1536">
                  <c:v>89.911750999999995</c:v>
                </c:pt>
                <c:pt idx="1537">
                  <c:v>90.079361000000006</c:v>
                </c:pt>
                <c:pt idx="1538">
                  <c:v>90.181526000000005</c:v>
                </c:pt>
                <c:pt idx="1539">
                  <c:v>90.272598000000002</c:v>
                </c:pt>
                <c:pt idx="1540">
                  <c:v>90.434380000000004</c:v>
                </c:pt>
                <c:pt idx="1541">
                  <c:v>90.646659999999997</c:v>
                </c:pt>
                <c:pt idx="1542">
                  <c:v>90.943068999999994</c:v>
                </c:pt>
                <c:pt idx="1543">
                  <c:v>91.178702999999999</c:v>
                </c:pt>
                <c:pt idx="1544">
                  <c:v>91.283576999999994</c:v>
                </c:pt>
                <c:pt idx="1545">
                  <c:v>91.353317000000004</c:v>
                </c:pt>
                <c:pt idx="1546">
                  <c:v>91.471480999999997</c:v>
                </c:pt>
                <c:pt idx="1547">
                  <c:v>91.697258000000005</c:v>
                </c:pt>
                <c:pt idx="1548">
                  <c:v>91.925017999999994</c:v>
                </c:pt>
                <c:pt idx="1549">
                  <c:v>92.131553999999994</c:v>
                </c:pt>
                <c:pt idx="1550">
                  <c:v>92.406242000000006</c:v>
                </c:pt>
                <c:pt idx="1551">
                  <c:v>92.758574999999993</c:v>
                </c:pt>
                <c:pt idx="1552">
                  <c:v>93.142189000000002</c:v>
                </c:pt>
                <c:pt idx="1553">
                  <c:v>93.421477999999993</c:v>
                </c:pt>
                <c:pt idx="1554">
                  <c:v>93.725098000000003</c:v>
                </c:pt>
                <c:pt idx="1555">
                  <c:v>93.968451999999999</c:v>
                </c:pt>
                <c:pt idx="1556">
                  <c:v>94.208038000000002</c:v>
                </c:pt>
                <c:pt idx="1557">
                  <c:v>94.429077000000007</c:v>
                </c:pt>
                <c:pt idx="1558">
                  <c:v>94.536247000000003</c:v>
                </c:pt>
                <c:pt idx="1559">
                  <c:v>94.656234999999995</c:v>
                </c:pt>
                <c:pt idx="1560">
                  <c:v>94.793907000000004</c:v>
                </c:pt>
                <c:pt idx="1561">
                  <c:v>95.131973000000002</c:v>
                </c:pt>
                <c:pt idx="1562">
                  <c:v>95.385963000000004</c:v>
                </c:pt>
                <c:pt idx="1563">
                  <c:v>95.609840000000005</c:v>
                </c:pt>
                <c:pt idx="1564">
                  <c:v>95.679771000000002</c:v>
                </c:pt>
                <c:pt idx="1565">
                  <c:v>95.583213999999998</c:v>
                </c:pt>
                <c:pt idx="1566">
                  <c:v>95.414276000000001</c:v>
                </c:pt>
                <c:pt idx="1567">
                  <c:v>95.198562999999993</c:v>
                </c:pt>
                <c:pt idx="1568">
                  <c:v>95.069800999999998</c:v>
                </c:pt>
                <c:pt idx="1569">
                  <c:v>95.031302999999994</c:v>
                </c:pt>
                <c:pt idx="1570">
                  <c:v>95.066733999999997</c:v>
                </c:pt>
                <c:pt idx="1571">
                  <c:v>95.278389000000004</c:v>
                </c:pt>
                <c:pt idx="1572">
                  <c:v>95.595528000000002</c:v>
                </c:pt>
                <c:pt idx="1573">
                  <c:v>95.812468999999993</c:v>
                </c:pt>
                <c:pt idx="1574">
                  <c:v>95.955642999999995</c:v>
                </c:pt>
                <c:pt idx="1575">
                  <c:v>96.038719</c:v>
                </c:pt>
                <c:pt idx="1576">
                  <c:v>96.037300000000002</c:v>
                </c:pt>
                <c:pt idx="1577">
                  <c:v>95.995711999999997</c:v>
                </c:pt>
                <c:pt idx="1578">
                  <c:v>95.992821000000006</c:v>
                </c:pt>
                <c:pt idx="1579">
                  <c:v>96.082397</c:v>
                </c:pt>
                <c:pt idx="1580">
                  <c:v>96.192931999999999</c:v>
                </c:pt>
                <c:pt idx="1581">
                  <c:v>96.216080000000005</c:v>
                </c:pt>
                <c:pt idx="1582">
                  <c:v>96.179298000000003</c:v>
                </c:pt>
                <c:pt idx="1583">
                  <c:v>96.062943000000004</c:v>
                </c:pt>
                <c:pt idx="1584">
                  <c:v>95.893974</c:v>
                </c:pt>
                <c:pt idx="1585">
                  <c:v>95.675369000000003</c:v>
                </c:pt>
                <c:pt idx="1586">
                  <c:v>95.528625000000005</c:v>
                </c:pt>
                <c:pt idx="1587">
                  <c:v>95.587447999999995</c:v>
                </c:pt>
                <c:pt idx="1588">
                  <c:v>95.791283000000007</c:v>
                </c:pt>
                <c:pt idx="1589">
                  <c:v>96.072044000000005</c:v>
                </c:pt>
                <c:pt idx="1590">
                  <c:v>96.374167999999997</c:v>
                </c:pt>
                <c:pt idx="1591">
                  <c:v>96.719429000000005</c:v>
                </c:pt>
                <c:pt idx="1592">
                  <c:v>96.998977999999994</c:v>
                </c:pt>
                <c:pt idx="1593">
                  <c:v>97.182891999999995</c:v>
                </c:pt>
                <c:pt idx="1594">
                  <c:v>97.290145999999993</c:v>
                </c:pt>
                <c:pt idx="1595">
                  <c:v>97.382796999999997</c:v>
                </c:pt>
                <c:pt idx="1596">
                  <c:v>97.470946999999995</c:v>
                </c:pt>
                <c:pt idx="1597">
                  <c:v>97.484809999999996</c:v>
                </c:pt>
                <c:pt idx="1598">
                  <c:v>97.488487000000006</c:v>
                </c:pt>
                <c:pt idx="1599">
                  <c:v>97.565772999999993</c:v>
                </c:pt>
                <c:pt idx="1600">
                  <c:v>97.755852000000004</c:v>
                </c:pt>
                <c:pt idx="1601">
                  <c:v>97.965179000000006</c:v>
                </c:pt>
                <c:pt idx="1602">
                  <c:v>98.131873999999996</c:v>
                </c:pt>
                <c:pt idx="1603">
                  <c:v>98.198524000000006</c:v>
                </c:pt>
                <c:pt idx="1604">
                  <c:v>98.221123000000006</c:v>
                </c:pt>
                <c:pt idx="1605">
                  <c:v>98.211333999999994</c:v>
                </c:pt>
                <c:pt idx="1606">
                  <c:v>98.234566000000001</c:v>
                </c:pt>
                <c:pt idx="1607">
                  <c:v>98.344871999999995</c:v>
                </c:pt>
                <c:pt idx="1608">
                  <c:v>98.558143999999999</c:v>
                </c:pt>
                <c:pt idx="1609">
                  <c:v>98.852310000000003</c:v>
                </c:pt>
                <c:pt idx="1610">
                  <c:v>99.157166000000004</c:v>
                </c:pt>
                <c:pt idx="1611">
                  <c:v>99.399344999999997</c:v>
                </c:pt>
                <c:pt idx="1612">
                  <c:v>99.616127000000006</c:v>
                </c:pt>
                <c:pt idx="1613">
                  <c:v>99.815781000000001</c:v>
                </c:pt>
                <c:pt idx="1614">
                  <c:v>99.991355999999996</c:v>
                </c:pt>
                <c:pt idx="1615">
                  <c:v>100.16512</c:v>
                </c:pt>
                <c:pt idx="1616">
                  <c:v>100.26703999999999</c:v>
                </c:pt>
                <c:pt idx="1617">
                  <c:v>100.35087</c:v>
                </c:pt>
                <c:pt idx="1618">
                  <c:v>100.49449</c:v>
                </c:pt>
                <c:pt idx="1619">
                  <c:v>100.71214000000001</c:v>
                </c:pt>
                <c:pt idx="1620">
                  <c:v>100.90464</c:v>
                </c:pt>
                <c:pt idx="1621">
                  <c:v>101.02661000000001</c:v>
                </c:pt>
                <c:pt idx="1622">
                  <c:v>101.16591</c:v>
                </c:pt>
                <c:pt idx="1623">
                  <c:v>101.33938999999999</c:v>
                </c:pt>
                <c:pt idx="1624">
                  <c:v>101.49364</c:v>
                </c:pt>
                <c:pt idx="1625">
                  <c:v>101.64684</c:v>
                </c:pt>
                <c:pt idx="1626">
                  <c:v>101.81892999999999</c:v>
                </c:pt>
                <c:pt idx="1627">
                  <c:v>101.98949</c:v>
                </c:pt>
                <c:pt idx="1628">
                  <c:v>102.17798999999999</c:v>
                </c:pt>
                <c:pt idx="1629">
                  <c:v>102.38281000000001</c:v>
                </c:pt>
                <c:pt idx="1630">
                  <c:v>102.59623999999999</c:v>
                </c:pt>
                <c:pt idx="1631">
                  <c:v>102.79704</c:v>
                </c:pt>
                <c:pt idx="1632">
                  <c:v>102.96986</c:v>
                </c:pt>
                <c:pt idx="1633">
                  <c:v>103.12226</c:v>
                </c:pt>
                <c:pt idx="1634">
                  <c:v>103.31780999999999</c:v>
                </c:pt>
                <c:pt idx="1635">
                  <c:v>103.58337</c:v>
                </c:pt>
                <c:pt idx="1636">
                  <c:v>103.90588</c:v>
                </c:pt>
                <c:pt idx="1637">
                  <c:v>104.21628</c:v>
                </c:pt>
                <c:pt idx="1638">
                  <c:v>104.54454</c:v>
                </c:pt>
                <c:pt idx="1639">
                  <c:v>104.91567000000001</c:v>
                </c:pt>
                <c:pt idx="1640">
                  <c:v>105.23151</c:v>
                </c:pt>
                <c:pt idx="1641">
                  <c:v>105.40421000000001</c:v>
                </c:pt>
                <c:pt idx="1642">
                  <c:v>105.81958</c:v>
                </c:pt>
                <c:pt idx="1643">
                  <c:v>106.15536</c:v>
                </c:pt>
                <c:pt idx="1644">
                  <c:v>106.51669</c:v>
                </c:pt>
                <c:pt idx="1645">
                  <c:v>107.01824000000001</c:v>
                </c:pt>
                <c:pt idx="1646">
                  <c:v>107.45966</c:v>
                </c:pt>
                <c:pt idx="1647">
                  <c:v>107.84589</c:v>
                </c:pt>
                <c:pt idx="1648">
                  <c:v>108.13737</c:v>
                </c:pt>
                <c:pt idx="1649">
                  <c:v>108.27919</c:v>
                </c:pt>
                <c:pt idx="1650">
                  <c:v>108.31393</c:v>
                </c:pt>
                <c:pt idx="1651">
                  <c:v>108.33744</c:v>
                </c:pt>
                <c:pt idx="1652">
                  <c:v>108.32080000000001</c:v>
                </c:pt>
                <c:pt idx="1653">
                  <c:v>108.25311000000001</c:v>
                </c:pt>
                <c:pt idx="1654">
                  <c:v>108.23045999999999</c:v>
                </c:pt>
                <c:pt idx="1655">
                  <c:v>108.24403</c:v>
                </c:pt>
                <c:pt idx="1656">
                  <c:v>108.25883</c:v>
                </c:pt>
                <c:pt idx="1657">
                  <c:v>108.25971</c:v>
                </c:pt>
                <c:pt idx="1658">
                  <c:v>108.25803000000001</c:v>
                </c:pt>
                <c:pt idx="1659">
                  <c:v>108.2034</c:v>
                </c:pt>
                <c:pt idx="1660">
                  <c:v>108.08311</c:v>
                </c:pt>
                <c:pt idx="1661">
                  <c:v>107.93665</c:v>
                </c:pt>
                <c:pt idx="1662">
                  <c:v>107.81843000000001</c:v>
                </c:pt>
                <c:pt idx="1663">
                  <c:v>107.79438</c:v>
                </c:pt>
                <c:pt idx="1664">
                  <c:v>107.85885</c:v>
                </c:pt>
                <c:pt idx="1665">
                  <c:v>107.97084</c:v>
                </c:pt>
                <c:pt idx="1666">
                  <c:v>108.1367</c:v>
                </c:pt>
                <c:pt idx="1667">
                  <c:v>108.32606</c:v>
                </c:pt>
                <c:pt idx="1668">
                  <c:v>108.4747</c:v>
                </c:pt>
                <c:pt idx="1669">
                  <c:v>108.57874</c:v>
                </c:pt>
                <c:pt idx="1670">
                  <c:v>108.59721999999999</c:v>
                </c:pt>
                <c:pt idx="1671">
                  <c:v>108.50694</c:v>
                </c:pt>
                <c:pt idx="1672">
                  <c:v>108.40219999999999</c:v>
                </c:pt>
                <c:pt idx="1673">
                  <c:v>108.4361</c:v>
                </c:pt>
                <c:pt idx="1674">
                  <c:v>108.58346</c:v>
                </c:pt>
                <c:pt idx="1675">
                  <c:v>108.78489</c:v>
                </c:pt>
                <c:pt idx="1676">
                  <c:v>109.00242</c:v>
                </c:pt>
                <c:pt idx="1677">
                  <c:v>109.22454999999999</c:v>
                </c:pt>
                <c:pt idx="1678">
                  <c:v>109.48099999999999</c:v>
                </c:pt>
                <c:pt idx="1679">
                  <c:v>109.66352000000001</c:v>
                </c:pt>
                <c:pt idx="1680">
                  <c:v>109.79203</c:v>
                </c:pt>
                <c:pt idx="1681">
                  <c:v>109.96075</c:v>
                </c:pt>
                <c:pt idx="1682">
                  <c:v>110.0569</c:v>
                </c:pt>
                <c:pt idx="1683">
                  <c:v>110.10841000000001</c:v>
                </c:pt>
                <c:pt idx="1684">
                  <c:v>110.14836</c:v>
                </c:pt>
                <c:pt idx="1685">
                  <c:v>110.08125</c:v>
                </c:pt>
                <c:pt idx="1686">
                  <c:v>109.8456</c:v>
                </c:pt>
                <c:pt idx="1687">
                  <c:v>109.54371999999999</c:v>
                </c:pt>
                <c:pt idx="1688">
                  <c:v>109.12622</c:v>
                </c:pt>
                <c:pt idx="1689">
                  <c:v>108.69822000000001</c:v>
                </c:pt>
                <c:pt idx="1690">
                  <c:v>108.43288</c:v>
                </c:pt>
                <c:pt idx="1691">
                  <c:v>108.35004000000001</c:v>
                </c:pt>
                <c:pt idx="1692">
                  <c:v>108.47365000000001</c:v>
                </c:pt>
                <c:pt idx="1693">
                  <c:v>108.74223000000001</c:v>
                </c:pt>
                <c:pt idx="1694">
                  <c:v>109.09856000000001</c:v>
                </c:pt>
                <c:pt idx="1695">
                  <c:v>109.54647</c:v>
                </c:pt>
                <c:pt idx="1696">
                  <c:v>110.01739999999999</c:v>
                </c:pt>
                <c:pt idx="1697">
                  <c:v>110.44253999999999</c:v>
                </c:pt>
                <c:pt idx="1698">
                  <c:v>110.7272</c:v>
                </c:pt>
                <c:pt idx="1699">
                  <c:v>109.90228</c:v>
                </c:pt>
                <c:pt idx="1700">
                  <c:v>109.70174</c:v>
                </c:pt>
                <c:pt idx="1701">
                  <c:v>109.44138</c:v>
                </c:pt>
                <c:pt idx="1702">
                  <c:v>109.301</c:v>
                </c:pt>
                <c:pt idx="1703">
                  <c:v>109.31704999999999</c:v>
                </c:pt>
                <c:pt idx="1704">
                  <c:v>109.45444999999999</c:v>
                </c:pt>
                <c:pt idx="1705">
                  <c:v>109.62259</c:v>
                </c:pt>
                <c:pt idx="1706">
                  <c:v>109.74815</c:v>
                </c:pt>
                <c:pt idx="1707">
                  <c:v>109.82265</c:v>
                </c:pt>
                <c:pt idx="1708">
                  <c:v>109.83176</c:v>
                </c:pt>
                <c:pt idx="1709">
                  <c:v>109.80786000000001</c:v>
                </c:pt>
                <c:pt idx="1710">
                  <c:v>109.82304000000001</c:v>
                </c:pt>
                <c:pt idx="1711">
                  <c:v>109.92271</c:v>
                </c:pt>
                <c:pt idx="1712">
                  <c:v>109.95226</c:v>
                </c:pt>
                <c:pt idx="1713">
                  <c:v>109.98974</c:v>
                </c:pt>
                <c:pt idx="1714">
                  <c:v>110.08747</c:v>
                </c:pt>
                <c:pt idx="1715">
                  <c:v>110.20161</c:v>
                </c:pt>
                <c:pt idx="1716">
                  <c:v>110.20254</c:v>
                </c:pt>
                <c:pt idx="1717">
                  <c:v>110.1101</c:v>
                </c:pt>
                <c:pt idx="1718">
                  <c:v>110.06372</c:v>
                </c:pt>
                <c:pt idx="1719">
                  <c:v>109.99221</c:v>
                </c:pt>
                <c:pt idx="1720">
                  <c:v>109.91251</c:v>
                </c:pt>
                <c:pt idx="1721">
                  <c:v>109.83934000000001</c:v>
                </c:pt>
                <c:pt idx="1722">
                  <c:v>109.73367</c:v>
                </c:pt>
                <c:pt idx="1723">
                  <c:v>109.67258</c:v>
                </c:pt>
                <c:pt idx="1724">
                  <c:v>109.61450000000001</c:v>
                </c:pt>
                <c:pt idx="1725">
                  <c:v>109.46487</c:v>
                </c:pt>
                <c:pt idx="1726">
                  <c:v>109.34538000000001</c:v>
                </c:pt>
                <c:pt idx="1727">
                  <c:v>109.31349</c:v>
                </c:pt>
                <c:pt idx="1728">
                  <c:v>109.32178</c:v>
                </c:pt>
                <c:pt idx="1729">
                  <c:v>109.28022</c:v>
                </c:pt>
                <c:pt idx="1730">
                  <c:v>109.32433</c:v>
                </c:pt>
                <c:pt idx="1731">
                  <c:v>109.32968</c:v>
                </c:pt>
                <c:pt idx="1732">
                  <c:v>109.18854</c:v>
                </c:pt>
                <c:pt idx="1733">
                  <c:v>109.00557000000001</c:v>
                </c:pt>
                <c:pt idx="1734">
                  <c:v>108.85484</c:v>
                </c:pt>
                <c:pt idx="1735">
                  <c:v>108.78982000000001</c:v>
                </c:pt>
                <c:pt idx="1736">
                  <c:v>108.76504</c:v>
                </c:pt>
                <c:pt idx="1737">
                  <c:v>108.64691999999999</c:v>
                </c:pt>
                <c:pt idx="1738">
                  <c:v>108.5012</c:v>
                </c:pt>
                <c:pt idx="1739">
                  <c:v>108.60966999999999</c:v>
                </c:pt>
                <c:pt idx="1740">
                  <c:v>108.81435</c:v>
                </c:pt>
                <c:pt idx="1741">
                  <c:v>109.05682</c:v>
                </c:pt>
                <c:pt idx="1742">
                  <c:v>109.17375</c:v>
                </c:pt>
                <c:pt idx="1743">
                  <c:v>109.13442000000001</c:v>
                </c:pt>
                <c:pt idx="1744">
                  <c:v>109.04192</c:v>
                </c:pt>
                <c:pt idx="1745">
                  <c:v>108.92814</c:v>
                </c:pt>
                <c:pt idx="1746">
                  <c:v>108.74315</c:v>
                </c:pt>
                <c:pt idx="1747">
                  <c:v>108.56836</c:v>
                </c:pt>
                <c:pt idx="1748">
                  <c:v>108.42231</c:v>
                </c:pt>
                <c:pt idx="1749">
                  <c:v>108.20289</c:v>
                </c:pt>
                <c:pt idx="1750">
                  <c:v>107.86669999999999</c:v>
                </c:pt>
                <c:pt idx="1751">
                  <c:v>107.623</c:v>
                </c:pt>
                <c:pt idx="1752">
                  <c:v>107.55612000000001</c:v>
                </c:pt>
                <c:pt idx="1753">
                  <c:v>107.41679000000001</c:v>
                </c:pt>
                <c:pt idx="1754">
                  <c:v>107.30659</c:v>
                </c:pt>
                <c:pt idx="1755">
                  <c:v>107.25439</c:v>
                </c:pt>
                <c:pt idx="1756">
                  <c:v>107.29574</c:v>
                </c:pt>
                <c:pt idx="1757">
                  <c:v>107.31216999999999</c:v>
                </c:pt>
                <c:pt idx="1758">
                  <c:v>107.2997</c:v>
                </c:pt>
                <c:pt idx="1759">
                  <c:v>107.26909000000001</c:v>
                </c:pt>
                <c:pt idx="1760">
                  <c:v>107.09988</c:v>
                </c:pt>
                <c:pt idx="1761">
                  <c:v>106.70831</c:v>
                </c:pt>
                <c:pt idx="1762">
                  <c:v>106.29588</c:v>
                </c:pt>
                <c:pt idx="1763">
                  <c:v>105.99477</c:v>
                </c:pt>
                <c:pt idx="1764">
                  <c:v>105.79555999999999</c:v>
                </c:pt>
                <c:pt idx="1765">
                  <c:v>105.60472</c:v>
                </c:pt>
                <c:pt idx="1766">
                  <c:v>105.45583000000001</c:v>
                </c:pt>
                <c:pt idx="1767">
                  <c:v>105.4492</c:v>
                </c:pt>
                <c:pt idx="1768">
                  <c:v>105.46646</c:v>
                </c:pt>
                <c:pt idx="1769">
                  <c:v>105.39516</c:v>
                </c:pt>
                <c:pt idx="1770">
                  <c:v>105.26294</c:v>
                </c:pt>
                <c:pt idx="1771">
                  <c:v>105.05878</c:v>
                </c:pt>
                <c:pt idx="1772">
                  <c:v>104.88803</c:v>
                </c:pt>
                <c:pt idx="1773">
                  <c:v>104.73690000000001</c:v>
                </c:pt>
                <c:pt idx="1774">
                  <c:v>104.52412</c:v>
                </c:pt>
                <c:pt idx="1775">
                  <c:v>104.25489</c:v>
                </c:pt>
                <c:pt idx="1776">
                  <c:v>104.03439</c:v>
                </c:pt>
                <c:pt idx="1777">
                  <c:v>103.86975</c:v>
                </c:pt>
                <c:pt idx="1778">
                  <c:v>103.63814000000001</c:v>
                </c:pt>
                <c:pt idx="1779">
                  <c:v>103.45912</c:v>
                </c:pt>
                <c:pt idx="1780">
                  <c:v>103.32832000000001</c:v>
                </c:pt>
                <c:pt idx="1781">
                  <c:v>103.20251</c:v>
                </c:pt>
                <c:pt idx="1782">
                  <c:v>103.16245000000001</c:v>
                </c:pt>
                <c:pt idx="1783">
                  <c:v>103.05732999999999</c:v>
                </c:pt>
                <c:pt idx="1784">
                  <c:v>102.99052</c:v>
                </c:pt>
                <c:pt idx="1785">
                  <c:v>102.91526</c:v>
                </c:pt>
                <c:pt idx="1786">
                  <c:v>102.75559</c:v>
                </c:pt>
                <c:pt idx="1787">
                  <c:v>102.53749000000001</c:v>
                </c:pt>
                <c:pt idx="1788">
                  <c:v>102.2056</c:v>
                </c:pt>
                <c:pt idx="1789">
                  <c:v>101.98235</c:v>
                </c:pt>
                <c:pt idx="1790">
                  <c:v>101.87027999999999</c:v>
                </c:pt>
                <c:pt idx="1791">
                  <c:v>101.88955</c:v>
                </c:pt>
                <c:pt idx="1792">
                  <c:v>102.09314999999999</c:v>
                </c:pt>
                <c:pt idx="1793">
                  <c:v>102.30137000000001</c:v>
                </c:pt>
                <c:pt idx="1794">
                  <c:v>102.41578</c:v>
                </c:pt>
                <c:pt idx="1795">
                  <c:v>102.59007</c:v>
                </c:pt>
                <c:pt idx="1796">
                  <c:v>102.82043</c:v>
                </c:pt>
                <c:pt idx="1797">
                  <c:v>102.94620999999999</c:v>
                </c:pt>
                <c:pt idx="1798">
                  <c:v>102.97790000000001</c:v>
                </c:pt>
                <c:pt idx="1799">
                  <c:v>102.88863000000001</c:v>
                </c:pt>
                <c:pt idx="1800">
                  <c:v>102.63978</c:v>
                </c:pt>
                <c:pt idx="1801">
                  <c:v>102.21638</c:v>
                </c:pt>
                <c:pt idx="1802">
                  <c:v>101.78932</c:v>
                </c:pt>
                <c:pt idx="1803">
                  <c:v>101.47020999999999</c:v>
                </c:pt>
                <c:pt idx="1804">
                  <c:v>101.20725</c:v>
                </c:pt>
                <c:pt idx="1805">
                  <c:v>100.95158000000001</c:v>
                </c:pt>
                <c:pt idx="1806">
                  <c:v>100.81596</c:v>
                </c:pt>
                <c:pt idx="1807">
                  <c:v>100.66829</c:v>
                </c:pt>
                <c:pt idx="1808">
                  <c:v>100.5393</c:v>
                </c:pt>
                <c:pt idx="1809">
                  <c:v>100.51524999999999</c:v>
                </c:pt>
                <c:pt idx="1810">
                  <c:v>100.61862000000001</c:v>
                </c:pt>
                <c:pt idx="1811">
                  <c:v>100.62614000000001</c:v>
                </c:pt>
                <c:pt idx="1812">
                  <c:v>100.59052</c:v>
                </c:pt>
                <c:pt idx="1813">
                  <c:v>101.27473000000001</c:v>
                </c:pt>
                <c:pt idx="1814">
                  <c:v>102.09462000000001</c:v>
                </c:pt>
                <c:pt idx="1815">
                  <c:v>102.71125000000001</c:v>
                </c:pt>
                <c:pt idx="1816">
                  <c:v>103.26900000000001</c:v>
                </c:pt>
                <c:pt idx="1817">
                  <c:v>103.75375</c:v>
                </c:pt>
                <c:pt idx="1818">
                  <c:v>104.0421</c:v>
                </c:pt>
                <c:pt idx="1819">
                  <c:v>104.28147</c:v>
                </c:pt>
                <c:pt idx="1820">
                  <c:v>104.58031</c:v>
                </c:pt>
                <c:pt idx="1821">
                  <c:v>104.69166</c:v>
                </c:pt>
                <c:pt idx="1822">
                  <c:v>104.77157</c:v>
                </c:pt>
                <c:pt idx="1823">
                  <c:v>104.69399</c:v>
                </c:pt>
                <c:pt idx="1824">
                  <c:v>104.60758</c:v>
                </c:pt>
                <c:pt idx="1825">
                  <c:v>104.64529</c:v>
                </c:pt>
                <c:pt idx="1826">
                  <c:v>104.61453</c:v>
                </c:pt>
                <c:pt idx="1827">
                  <c:v>104.71566</c:v>
                </c:pt>
                <c:pt idx="1828">
                  <c:v>104.85912</c:v>
                </c:pt>
                <c:pt idx="1829">
                  <c:v>104.89391000000001</c:v>
                </c:pt>
                <c:pt idx="1830">
                  <c:v>105.0377</c:v>
                </c:pt>
                <c:pt idx="1831">
                  <c:v>105.1357</c:v>
                </c:pt>
                <c:pt idx="1832">
                  <c:v>105.21929</c:v>
                </c:pt>
                <c:pt idx="1833">
                  <c:v>105.23335</c:v>
                </c:pt>
                <c:pt idx="1834">
                  <c:v>105.29285</c:v>
                </c:pt>
                <c:pt idx="1835">
                  <c:v>105.39368</c:v>
                </c:pt>
                <c:pt idx="1836">
                  <c:v>105.4836</c:v>
                </c:pt>
                <c:pt idx="1837">
                  <c:v>105.51791</c:v>
                </c:pt>
                <c:pt idx="1838">
                  <c:v>105.49590999999999</c:v>
                </c:pt>
                <c:pt idx="1839">
                  <c:v>105.53922</c:v>
                </c:pt>
                <c:pt idx="1840">
                  <c:v>105.67632</c:v>
                </c:pt>
                <c:pt idx="1841">
                  <c:v>105.85672</c:v>
                </c:pt>
                <c:pt idx="1842">
                  <c:v>106.05486999999999</c:v>
                </c:pt>
                <c:pt idx="1843">
                  <c:v>106.28131</c:v>
                </c:pt>
                <c:pt idx="1844">
                  <c:v>106.50033999999999</c:v>
                </c:pt>
                <c:pt idx="1845">
                  <c:v>106.5899</c:v>
                </c:pt>
                <c:pt idx="1846">
                  <c:v>106.49952</c:v>
                </c:pt>
                <c:pt idx="1847">
                  <c:v>106.24348999999999</c:v>
                </c:pt>
                <c:pt idx="1848">
                  <c:v>105.90582999999999</c:v>
                </c:pt>
                <c:pt idx="1849">
                  <c:v>105.63754</c:v>
                </c:pt>
                <c:pt idx="1850">
                  <c:v>105.46738999999999</c:v>
                </c:pt>
                <c:pt idx="1851">
                  <c:v>105.39386</c:v>
                </c:pt>
                <c:pt idx="1852">
                  <c:v>105.40687</c:v>
                </c:pt>
                <c:pt idx="1853">
                  <c:v>105.57951</c:v>
                </c:pt>
                <c:pt idx="1854">
                  <c:v>105.79266</c:v>
                </c:pt>
                <c:pt idx="1855">
                  <c:v>105.93591000000001</c:v>
                </c:pt>
                <c:pt idx="1856">
                  <c:v>106.01281</c:v>
                </c:pt>
                <c:pt idx="1857">
                  <c:v>105.99187999999999</c:v>
                </c:pt>
                <c:pt idx="1858">
                  <c:v>105.96786</c:v>
                </c:pt>
                <c:pt idx="1859">
                  <c:v>105.90563</c:v>
                </c:pt>
                <c:pt idx="1860">
                  <c:v>105.91422</c:v>
                </c:pt>
                <c:pt idx="1861">
                  <c:v>106.16018</c:v>
                </c:pt>
                <c:pt idx="1862">
                  <c:v>106.54443999999999</c:v>
                </c:pt>
                <c:pt idx="1863">
                  <c:v>107.03793</c:v>
                </c:pt>
                <c:pt idx="1864">
                  <c:v>107.52631</c:v>
                </c:pt>
                <c:pt idx="1865">
                  <c:v>107.79693</c:v>
                </c:pt>
                <c:pt idx="1866">
                  <c:v>106.83411</c:v>
                </c:pt>
                <c:pt idx="1867">
                  <c:v>106.23348</c:v>
                </c:pt>
                <c:pt idx="1868">
                  <c:v>105.97394</c:v>
                </c:pt>
                <c:pt idx="1869">
                  <c:v>105.78861000000001</c:v>
                </c:pt>
                <c:pt idx="1870">
                  <c:v>105.53310999999999</c:v>
                </c:pt>
                <c:pt idx="1871">
                  <c:v>105.31435999999999</c:v>
                </c:pt>
                <c:pt idx="1872">
                  <c:v>105.24885999999999</c:v>
                </c:pt>
                <c:pt idx="1873">
                  <c:v>105.37144000000001</c:v>
                </c:pt>
                <c:pt idx="1874">
                  <c:v>105.57595999999999</c:v>
                </c:pt>
                <c:pt idx="1875">
                  <c:v>105.74539</c:v>
                </c:pt>
                <c:pt idx="1876">
                  <c:v>105.93819000000001</c:v>
                </c:pt>
                <c:pt idx="1877">
                  <c:v>106.16061000000001</c:v>
                </c:pt>
                <c:pt idx="1878">
                  <c:v>106.42231</c:v>
                </c:pt>
                <c:pt idx="1879">
                  <c:v>106.61806</c:v>
                </c:pt>
                <c:pt idx="1880">
                  <c:v>106.77589999999999</c:v>
                </c:pt>
                <c:pt idx="1881">
                  <c:v>106.9742</c:v>
                </c:pt>
                <c:pt idx="1882">
                  <c:v>107.15770999999999</c:v>
                </c:pt>
                <c:pt idx="1883">
                  <c:v>107.35516</c:v>
                </c:pt>
                <c:pt idx="1884">
                  <c:v>107.48453000000001</c:v>
                </c:pt>
                <c:pt idx="1885">
                  <c:v>107.60657</c:v>
                </c:pt>
                <c:pt idx="1886">
                  <c:v>107.7179</c:v>
                </c:pt>
                <c:pt idx="1887">
                  <c:v>107.75570999999999</c:v>
                </c:pt>
                <c:pt idx="1888">
                  <c:v>107.64743</c:v>
                </c:pt>
                <c:pt idx="1889">
                  <c:v>107.48546</c:v>
                </c:pt>
                <c:pt idx="1890">
                  <c:v>107.36253000000001</c:v>
                </c:pt>
                <c:pt idx="1891">
                  <c:v>107.38223000000001</c:v>
                </c:pt>
                <c:pt idx="1892">
                  <c:v>107.59623999999999</c:v>
                </c:pt>
                <c:pt idx="1893">
                  <c:v>107.79765</c:v>
                </c:pt>
                <c:pt idx="1894">
                  <c:v>107.94286</c:v>
                </c:pt>
                <c:pt idx="1895">
                  <c:v>108.04353</c:v>
                </c:pt>
                <c:pt idx="1896">
                  <c:v>108.16799</c:v>
                </c:pt>
                <c:pt idx="1897">
                  <c:v>108.23007</c:v>
                </c:pt>
                <c:pt idx="1898">
                  <c:v>108.29871</c:v>
                </c:pt>
                <c:pt idx="1899">
                  <c:v>108.32008</c:v>
                </c:pt>
                <c:pt idx="1900">
                  <c:v>108.20714</c:v>
                </c:pt>
                <c:pt idx="1901">
                  <c:v>108.00117</c:v>
                </c:pt>
                <c:pt idx="1902">
                  <c:v>107.77894000000001</c:v>
                </c:pt>
                <c:pt idx="1903">
                  <c:v>107.6341</c:v>
                </c:pt>
                <c:pt idx="1904">
                  <c:v>107.58853000000001</c:v>
                </c:pt>
                <c:pt idx="1905">
                  <c:v>107.63361</c:v>
                </c:pt>
                <c:pt idx="1906">
                  <c:v>107.73455</c:v>
                </c:pt>
                <c:pt idx="1907">
                  <c:v>107.88602</c:v>
                </c:pt>
                <c:pt idx="1908">
                  <c:v>108.09408999999999</c:v>
                </c:pt>
                <c:pt idx="1909">
                  <c:v>108.26403999999999</c:v>
                </c:pt>
                <c:pt idx="1910">
                  <c:v>108.35272000000001</c:v>
                </c:pt>
                <c:pt idx="1911">
                  <c:v>108.39055999999999</c:v>
                </c:pt>
                <c:pt idx="1912">
                  <c:v>108.36917</c:v>
                </c:pt>
                <c:pt idx="1913">
                  <c:v>108.28673000000001</c:v>
                </c:pt>
                <c:pt idx="1914">
                  <c:v>108.20177</c:v>
                </c:pt>
                <c:pt idx="1915">
                  <c:v>108.21561</c:v>
                </c:pt>
                <c:pt idx="1916">
                  <c:v>108.22413</c:v>
                </c:pt>
                <c:pt idx="1917">
                  <c:v>108.23369</c:v>
                </c:pt>
                <c:pt idx="1918">
                  <c:v>108.23074</c:v>
                </c:pt>
                <c:pt idx="1919">
                  <c:v>108.09765</c:v>
                </c:pt>
                <c:pt idx="1920">
                  <c:v>107.93967000000001</c:v>
                </c:pt>
                <c:pt idx="1921">
                  <c:v>107.8883</c:v>
                </c:pt>
                <c:pt idx="1922">
                  <c:v>107.91034999999999</c:v>
                </c:pt>
                <c:pt idx="1923">
                  <c:v>107.84618</c:v>
                </c:pt>
                <c:pt idx="1924">
                  <c:v>107.72020999999999</c:v>
                </c:pt>
                <c:pt idx="1925">
                  <c:v>107.60535</c:v>
                </c:pt>
                <c:pt idx="1926">
                  <c:v>107.46061</c:v>
                </c:pt>
                <c:pt idx="1927">
                  <c:v>107.29675</c:v>
                </c:pt>
                <c:pt idx="1928">
                  <c:v>107.11915999999999</c:v>
                </c:pt>
                <c:pt idx="1929">
                  <c:v>107.00801</c:v>
                </c:pt>
                <c:pt idx="1930">
                  <c:v>107.02695</c:v>
                </c:pt>
                <c:pt idx="1931">
                  <c:v>107.11321</c:v>
                </c:pt>
                <c:pt idx="1932">
                  <c:v>107.22682</c:v>
                </c:pt>
                <c:pt idx="1933">
                  <c:v>107.46569</c:v>
                </c:pt>
                <c:pt idx="1934">
                  <c:v>107.78126</c:v>
                </c:pt>
                <c:pt idx="1935">
                  <c:v>107.93223999999999</c:v>
                </c:pt>
                <c:pt idx="1936">
                  <c:v>107.94229</c:v>
                </c:pt>
                <c:pt idx="1937">
                  <c:v>107.82822</c:v>
                </c:pt>
                <c:pt idx="1938">
                  <c:v>107.69880999999999</c:v>
                </c:pt>
                <c:pt idx="1939">
                  <c:v>107.65306</c:v>
                </c:pt>
                <c:pt idx="1940">
                  <c:v>107.69953</c:v>
                </c:pt>
                <c:pt idx="1941">
                  <c:v>107.75778</c:v>
                </c:pt>
                <c:pt idx="1942">
                  <c:v>107.78642000000001</c:v>
                </c:pt>
                <c:pt idx="1943">
                  <c:v>107.80486000000001</c:v>
                </c:pt>
                <c:pt idx="1944">
                  <c:v>107.8916</c:v>
                </c:pt>
                <c:pt idx="1945">
                  <c:v>108.00351999999999</c:v>
                </c:pt>
                <c:pt idx="1946">
                  <c:v>108.06349</c:v>
                </c:pt>
                <c:pt idx="1947">
                  <c:v>108.14713</c:v>
                </c:pt>
                <c:pt idx="1948">
                  <c:v>108.26756</c:v>
                </c:pt>
                <c:pt idx="1949">
                  <c:v>108.37860999999999</c:v>
                </c:pt>
                <c:pt idx="1950">
                  <c:v>108.44624</c:v>
                </c:pt>
                <c:pt idx="1951">
                  <c:v>108.48611</c:v>
                </c:pt>
                <c:pt idx="1952">
                  <c:v>108.56870000000001</c:v>
                </c:pt>
                <c:pt idx="1953">
                  <c:v>108.60548</c:v>
                </c:pt>
                <c:pt idx="1954">
                  <c:v>108.57631000000001</c:v>
                </c:pt>
                <c:pt idx="1955">
                  <c:v>108.5921</c:v>
                </c:pt>
                <c:pt idx="1956">
                  <c:v>108.5829</c:v>
                </c:pt>
                <c:pt idx="1957">
                  <c:v>108.46433</c:v>
                </c:pt>
                <c:pt idx="1958">
                  <c:v>108.35256</c:v>
                </c:pt>
                <c:pt idx="1959">
                  <c:v>108.18655</c:v>
                </c:pt>
                <c:pt idx="1960">
                  <c:v>107.97817000000001</c:v>
                </c:pt>
                <c:pt idx="1961">
                  <c:v>107.89</c:v>
                </c:pt>
                <c:pt idx="1962">
                  <c:v>108.01926</c:v>
                </c:pt>
                <c:pt idx="1963">
                  <c:v>108.25415</c:v>
                </c:pt>
                <c:pt idx="1964">
                  <c:v>108.45847999999999</c:v>
                </c:pt>
                <c:pt idx="1965">
                  <c:v>108.62547000000001</c:v>
                </c:pt>
                <c:pt idx="1966">
                  <c:v>108.79208</c:v>
                </c:pt>
                <c:pt idx="1967">
                  <c:v>108.89684</c:v>
                </c:pt>
                <c:pt idx="1968">
                  <c:v>109.00431</c:v>
                </c:pt>
                <c:pt idx="1969">
                  <c:v>109.08744</c:v>
                </c:pt>
                <c:pt idx="1970">
                  <c:v>109.14946999999999</c:v>
                </c:pt>
                <c:pt idx="1971">
                  <c:v>109.2062</c:v>
                </c:pt>
                <c:pt idx="1972">
                  <c:v>109.30148</c:v>
                </c:pt>
                <c:pt idx="1973">
                  <c:v>109.33183</c:v>
                </c:pt>
                <c:pt idx="1974">
                  <c:v>109.31823</c:v>
                </c:pt>
                <c:pt idx="1975">
                  <c:v>109.33972</c:v>
                </c:pt>
                <c:pt idx="1976">
                  <c:v>109.29998999999999</c:v>
                </c:pt>
                <c:pt idx="1977">
                  <c:v>109.20636</c:v>
                </c:pt>
                <c:pt idx="1978">
                  <c:v>109.12063999999999</c:v>
                </c:pt>
                <c:pt idx="1979">
                  <c:v>109.2161</c:v>
                </c:pt>
                <c:pt idx="1980">
                  <c:v>109.35621999999999</c:v>
                </c:pt>
                <c:pt idx="1981">
                  <c:v>109.47282</c:v>
                </c:pt>
                <c:pt idx="1982">
                  <c:v>109.59399000000001</c:v>
                </c:pt>
                <c:pt idx="1983">
                  <c:v>109.73558</c:v>
                </c:pt>
                <c:pt idx="1984">
                  <c:v>109.74290000000001</c:v>
                </c:pt>
                <c:pt idx="1985">
                  <c:v>109.65891999999999</c:v>
                </c:pt>
                <c:pt idx="1986">
                  <c:v>109.54873000000001</c:v>
                </c:pt>
                <c:pt idx="1987">
                  <c:v>109.46374</c:v>
                </c:pt>
                <c:pt idx="1988">
                  <c:v>109.39931</c:v>
                </c:pt>
                <c:pt idx="1989">
                  <c:v>109.36156</c:v>
                </c:pt>
                <c:pt idx="1990">
                  <c:v>109.3792</c:v>
                </c:pt>
                <c:pt idx="1991">
                  <c:v>109.48573</c:v>
                </c:pt>
                <c:pt idx="1992">
                  <c:v>109.65779000000001</c:v>
                </c:pt>
                <c:pt idx="1993">
                  <c:v>109.76745</c:v>
                </c:pt>
                <c:pt idx="1994">
                  <c:v>109.82662999999999</c:v>
                </c:pt>
                <c:pt idx="1995">
                  <c:v>109.82377</c:v>
                </c:pt>
                <c:pt idx="1996">
                  <c:v>109.70158000000001</c:v>
                </c:pt>
                <c:pt idx="1997">
                  <c:v>109.47481000000001</c:v>
                </c:pt>
                <c:pt idx="1998">
                  <c:v>109.1738</c:v>
                </c:pt>
                <c:pt idx="1999">
                  <c:v>108.89827</c:v>
                </c:pt>
                <c:pt idx="2000">
                  <c:v>108.69996999999999</c:v>
                </c:pt>
                <c:pt idx="2001">
                  <c:v>108.55607999999999</c:v>
                </c:pt>
                <c:pt idx="2002">
                  <c:v>108.49027</c:v>
                </c:pt>
                <c:pt idx="2003">
                  <c:v>108.46687</c:v>
                </c:pt>
                <c:pt idx="2004">
                  <c:v>108.51054000000001</c:v>
                </c:pt>
                <c:pt idx="2005">
                  <c:v>108.51894</c:v>
                </c:pt>
                <c:pt idx="2006">
                  <c:v>108.50172999999999</c:v>
                </c:pt>
                <c:pt idx="2007">
                  <c:v>108.49279</c:v>
                </c:pt>
                <c:pt idx="2008">
                  <c:v>108.42729</c:v>
                </c:pt>
                <c:pt idx="2009">
                  <c:v>108.36542</c:v>
                </c:pt>
                <c:pt idx="2010">
                  <c:v>108.36461</c:v>
                </c:pt>
                <c:pt idx="2011">
                  <c:v>108.34782</c:v>
                </c:pt>
                <c:pt idx="2012">
                  <c:v>108.33604</c:v>
                </c:pt>
                <c:pt idx="2013">
                  <c:v>108.33992000000001</c:v>
                </c:pt>
                <c:pt idx="2014">
                  <c:v>108.22279</c:v>
                </c:pt>
                <c:pt idx="2015">
                  <c:v>107.93593</c:v>
                </c:pt>
                <c:pt idx="2016">
                  <c:v>107.67886</c:v>
                </c:pt>
                <c:pt idx="2017">
                  <c:v>107.48719</c:v>
                </c:pt>
                <c:pt idx="2018">
                  <c:v>107.30501</c:v>
                </c:pt>
                <c:pt idx="2019">
                  <c:v>107.18297</c:v>
                </c:pt>
                <c:pt idx="2020">
                  <c:v>107.10271</c:v>
                </c:pt>
                <c:pt idx="2021">
                  <c:v>107.09808</c:v>
                </c:pt>
                <c:pt idx="2022">
                  <c:v>107.16616</c:v>
                </c:pt>
                <c:pt idx="2023">
                  <c:v>107.27117</c:v>
                </c:pt>
                <c:pt idx="2024">
                  <c:v>107.41161</c:v>
                </c:pt>
                <c:pt idx="2025">
                  <c:v>107.59294</c:v>
                </c:pt>
                <c:pt idx="2026">
                  <c:v>107.73502000000001</c:v>
                </c:pt>
                <c:pt idx="2027">
                  <c:v>107.78999</c:v>
                </c:pt>
                <c:pt idx="2028">
                  <c:v>107.7587</c:v>
                </c:pt>
                <c:pt idx="2029">
                  <c:v>107.67538999999999</c:v>
                </c:pt>
                <c:pt idx="2030">
                  <c:v>107.48238000000001</c:v>
                </c:pt>
                <c:pt idx="2031">
                  <c:v>107.28809</c:v>
                </c:pt>
                <c:pt idx="2032">
                  <c:v>107.11532</c:v>
                </c:pt>
                <c:pt idx="2033">
                  <c:v>106.874</c:v>
                </c:pt>
                <c:pt idx="2034">
                  <c:v>106.60629</c:v>
                </c:pt>
                <c:pt idx="2035">
                  <c:v>106.32803</c:v>
                </c:pt>
                <c:pt idx="2036">
                  <c:v>106.12142</c:v>
                </c:pt>
                <c:pt idx="2037">
                  <c:v>106.02164</c:v>
                </c:pt>
                <c:pt idx="2038">
                  <c:v>105.98303</c:v>
                </c:pt>
                <c:pt idx="2039">
                  <c:v>105.92901000000001</c:v>
                </c:pt>
                <c:pt idx="2040">
                  <c:v>105.86029000000001</c:v>
                </c:pt>
                <c:pt idx="2041">
                  <c:v>105.85378</c:v>
                </c:pt>
                <c:pt idx="2042">
                  <c:v>105.83848999999999</c:v>
                </c:pt>
                <c:pt idx="2043">
                  <c:v>105.77124000000001</c:v>
                </c:pt>
                <c:pt idx="2044">
                  <c:v>105.66977</c:v>
                </c:pt>
                <c:pt idx="2045">
                  <c:v>105.64476999999999</c:v>
                </c:pt>
                <c:pt idx="2046">
                  <c:v>105.72709999999999</c:v>
                </c:pt>
                <c:pt idx="2047">
                  <c:v>105.86483</c:v>
                </c:pt>
                <c:pt idx="2048">
                  <c:v>105.89039</c:v>
                </c:pt>
                <c:pt idx="2049">
                  <c:v>105.83054</c:v>
                </c:pt>
                <c:pt idx="2050">
                  <c:v>105.7334</c:v>
                </c:pt>
                <c:pt idx="2051">
                  <c:v>105.64794000000001</c:v>
                </c:pt>
                <c:pt idx="2052">
                  <c:v>105.59659000000001</c:v>
                </c:pt>
                <c:pt idx="2053">
                  <c:v>105.55153</c:v>
                </c:pt>
                <c:pt idx="2054">
                  <c:v>105.50608</c:v>
                </c:pt>
                <c:pt idx="2055">
                  <c:v>105.45576</c:v>
                </c:pt>
                <c:pt idx="2056">
                  <c:v>105.41718</c:v>
                </c:pt>
                <c:pt idx="2057">
                  <c:v>105.33971</c:v>
                </c:pt>
                <c:pt idx="2058">
                  <c:v>105.17677</c:v>
                </c:pt>
                <c:pt idx="2059">
                  <c:v>104.97501</c:v>
                </c:pt>
                <c:pt idx="2060">
                  <c:v>104.80367</c:v>
                </c:pt>
                <c:pt idx="2061">
                  <c:v>104.61282</c:v>
                </c:pt>
                <c:pt idx="2062">
                  <c:v>104.47798</c:v>
                </c:pt>
                <c:pt idx="2063">
                  <c:v>104.40663000000001</c:v>
                </c:pt>
                <c:pt idx="2064">
                  <c:v>104.36117</c:v>
                </c:pt>
                <c:pt idx="2065">
                  <c:v>104.32037</c:v>
                </c:pt>
                <c:pt idx="2066">
                  <c:v>104.28572</c:v>
                </c:pt>
                <c:pt idx="2067">
                  <c:v>104.22154999999999</c:v>
                </c:pt>
                <c:pt idx="2068">
                  <c:v>104.13667</c:v>
                </c:pt>
                <c:pt idx="2069">
                  <c:v>104.08498</c:v>
                </c:pt>
                <c:pt idx="2070">
                  <c:v>104.06171999999999</c:v>
                </c:pt>
                <c:pt idx="2071">
                  <c:v>104.05025000000001</c:v>
                </c:pt>
                <c:pt idx="2072">
                  <c:v>104.02817</c:v>
                </c:pt>
                <c:pt idx="2073">
                  <c:v>104.07669</c:v>
                </c:pt>
                <c:pt idx="2074">
                  <c:v>104.11912</c:v>
                </c:pt>
                <c:pt idx="2075">
                  <c:v>104.15609000000001</c:v>
                </c:pt>
                <c:pt idx="2076">
                  <c:v>104.22696000000001</c:v>
                </c:pt>
                <c:pt idx="2077">
                  <c:v>104.28475</c:v>
                </c:pt>
                <c:pt idx="2078">
                  <c:v>104.38778000000001</c:v>
                </c:pt>
                <c:pt idx="2079">
                  <c:v>104.47578</c:v>
                </c:pt>
                <c:pt idx="2080">
                  <c:v>104.45719</c:v>
                </c:pt>
                <c:pt idx="2081">
                  <c:v>104.30034999999999</c:v>
                </c:pt>
                <c:pt idx="2082">
                  <c:v>104.03157</c:v>
                </c:pt>
                <c:pt idx="2083">
                  <c:v>103.80562</c:v>
                </c:pt>
                <c:pt idx="2084">
                  <c:v>103.75569</c:v>
                </c:pt>
                <c:pt idx="2085">
                  <c:v>103.79065</c:v>
                </c:pt>
                <c:pt idx="2086">
                  <c:v>103.84507000000001</c:v>
                </c:pt>
                <c:pt idx="2087">
                  <c:v>103.94788</c:v>
                </c:pt>
                <c:pt idx="2088">
                  <c:v>104.05971</c:v>
                </c:pt>
                <c:pt idx="2089">
                  <c:v>104.13094</c:v>
                </c:pt>
                <c:pt idx="2090">
                  <c:v>104.15176</c:v>
                </c:pt>
                <c:pt idx="2091">
                  <c:v>104.10975999999999</c:v>
                </c:pt>
                <c:pt idx="2092">
                  <c:v>104.03016</c:v>
                </c:pt>
                <c:pt idx="2093">
                  <c:v>104.03587</c:v>
                </c:pt>
                <c:pt idx="2094">
                  <c:v>104.13151999999999</c:v>
                </c:pt>
                <c:pt idx="2095">
                  <c:v>104.24572000000001</c:v>
                </c:pt>
                <c:pt idx="2096">
                  <c:v>104.27763</c:v>
                </c:pt>
                <c:pt idx="2097">
                  <c:v>104.18822</c:v>
                </c:pt>
                <c:pt idx="2098">
                  <c:v>104.09302</c:v>
                </c:pt>
                <c:pt idx="2099">
                  <c:v>104.05782000000001</c:v>
                </c:pt>
                <c:pt idx="2100">
                  <c:v>104.03658</c:v>
                </c:pt>
                <c:pt idx="2101">
                  <c:v>103.97637</c:v>
                </c:pt>
                <c:pt idx="2102">
                  <c:v>103.95298</c:v>
                </c:pt>
                <c:pt idx="2103">
                  <c:v>104.02309</c:v>
                </c:pt>
                <c:pt idx="2104">
                  <c:v>104.16502</c:v>
                </c:pt>
                <c:pt idx="2105">
                  <c:v>104.30062</c:v>
                </c:pt>
                <c:pt idx="2106">
                  <c:v>104.39243</c:v>
                </c:pt>
                <c:pt idx="2107">
                  <c:v>104.422</c:v>
                </c:pt>
                <c:pt idx="2108">
                  <c:v>104.41856</c:v>
                </c:pt>
                <c:pt idx="2109">
                  <c:v>104.46268000000001</c:v>
                </c:pt>
                <c:pt idx="2110">
                  <c:v>104.53957</c:v>
                </c:pt>
                <c:pt idx="2111">
                  <c:v>104.55458</c:v>
                </c:pt>
                <c:pt idx="2112">
                  <c:v>104.495</c:v>
                </c:pt>
                <c:pt idx="2113">
                  <c:v>104.44289000000001</c:v>
                </c:pt>
                <c:pt idx="2114">
                  <c:v>104.41151000000001</c:v>
                </c:pt>
                <c:pt idx="2115">
                  <c:v>104.3895</c:v>
                </c:pt>
                <c:pt idx="2116">
                  <c:v>104.37725</c:v>
                </c:pt>
                <c:pt idx="2117">
                  <c:v>104.41752</c:v>
                </c:pt>
                <c:pt idx="2118">
                  <c:v>104.42023</c:v>
                </c:pt>
                <c:pt idx="2119">
                  <c:v>104.45962</c:v>
                </c:pt>
                <c:pt idx="2120">
                  <c:v>104.62178</c:v>
                </c:pt>
                <c:pt idx="2121">
                  <c:v>104.73523</c:v>
                </c:pt>
                <c:pt idx="2122">
                  <c:v>104.74988999999999</c:v>
                </c:pt>
                <c:pt idx="2123">
                  <c:v>104.77291</c:v>
                </c:pt>
                <c:pt idx="2124">
                  <c:v>104.76604</c:v>
                </c:pt>
                <c:pt idx="2125">
                  <c:v>104.70045</c:v>
                </c:pt>
                <c:pt idx="2126">
                  <c:v>104.5934</c:v>
                </c:pt>
                <c:pt idx="2127">
                  <c:v>104.51147</c:v>
                </c:pt>
                <c:pt idx="2128">
                  <c:v>104.51105</c:v>
                </c:pt>
                <c:pt idx="2129">
                  <c:v>104.65863</c:v>
                </c:pt>
                <c:pt idx="2130">
                  <c:v>104.89888000000001</c:v>
                </c:pt>
                <c:pt idx="2131">
                  <c:v>105.16573</c:v>
                </c:pt>
                <c:pt idx="2132">
                  <c:v>105.37687</c:v>
                </c:pt>
                <c:pt idx="2133">
                  <c:v>105.46604000000001</c:v>
                </c:pt>
                <c:pt idx="2134">
                  <c:v>105.46693</c:v>
                </c:pt>
                <c:pt idx="2135">
                  <c:v>105.50511</c:v>
                </c:pt>
                <c:pt idx="2136">
                  <c:v>105.64596</c:v>
                </c:pt>
                <c:pt idx="2137">
                  <c:v>105.83211</c:v>
                </c:pt>
                <c:pt idx="2138">
                  <c:v>106.02724000000001</c:v>
                </c:pt>
                <c:pt idx="2139">
                  <c:v>106.15517</c:v>
                </c:pt>
                <c:pt idx="2140">
                  <c:v>106.22114999999999</c:v>
                </c:pt>
                <c:pt idx="2141">
                  <c:v>106.26315</c:v>
                </c:pt>
                <c:pt idx="2142">
                  <c:v>106.34678</c:v>
                </c:pt>
                <c:pt idx="2143">
                  <c:v>106.42265</c:v>
                </c:pt>
                <c:pt idx="2144">
                  <c:v>106.39879999999999</c:v>
                </c:pt>
                <c:pt idx="2145">
                  <c:v>106.34967</c:v>
                </c:pt>
                <c:pt idx="2146">
                  <c:v>106.33286</c:v>
                </c:pt>
                <c:pt idx="2147">
                  <c:v>106.29664</c:v>
                </c:pt>
                <c:pt idx="2148">
                  <c:v>106.23092</c:v>
                </c:pt>
                <c:pt idx="2149">
                  <c:v>106.16244</c:v>
                </c:pt>
                <c:pt idx="2150">
                  <c:v>106.13142999999999</c:v>
                </c:pt>
                <c:pt idx="2151">
                  <c:v>106.11158</c:v>
                </c:pt>
                <c:pt idx="2152">
                  <c:v>106.15092</c:v>
                </c:pt>
                <c:pt idx="2153">
                  <c:v>106.20027</c:v>
                </c:pt>
                <c:pt idx="2154">
                  <c:v>106.20233</c:v>
                </c:pt>
                <c:pt idx="2155">
                  <c:v>106.16034000000001</c:v>
                </c:pt>
                <c:pt idx="2156">
                  <c:v>106.12988</c:v>
                </c:pt>
                <c:pt idx="2157">
                  <c:v>106.09455</c:v>
                </c:pt>
                <c:pt idx="2158">
                  <c:v>106.01082</c:v>
                </c:pt>
                <c:pt idx="2159">
                  <c:v>105.90573999999999</c:v>
                </c:pt>
                <c:pt idx="2160">
                  <c:v>105.83150000000001</c:v>
                </c:pt>
                <c:pt idx="2161">
                  <c:v>105.83334000000001</c:v>
                </c:pt>
                <c:pt idx="2162">
                  <c:v>105.94383000000001</c:v>
                </c:pt>
                <c:pt idx="2163">
                  <c:v>106.19952000000001</c:v>
                </c:pt>
                <c:pt idx="2164">
                  <c:v>106.46272</c:v>
                </c:pt>
                <c:pt idx="2165">
                  <c:v>106.7011</c:v>
                </c:pt>
                <c:pt idx="2166">
                  <c:v>106.94811</c:v>
                </c:pt>
                <c:pt idx="2167">
                  <c:v>107.1416</c:v>
                </c:pt>
                <c:pt idx="2168">
                  <c:v>107.26040999999999</c:v>
                </c:pt>
                <c:pt idx="2169">
                  <c:v>107.31535</c:v>
                </c:pt>
                <c:pt idx="2170">
                  <c:v>107.35281999999999</c:v>
                </c:pt>
                <c:pt idx="2171">
                  <c:v>107.39124</c:v>
                </c:pt>
                <c:pt idx="2172">
                  <c:v>107.39614</c:v>
                </c:pt>
                <c:pt idx="2173">
                  <c:v>107.41539</c:v>
                </c:pt>
                <c:pt idx="2174">
                  <c:v>107.49395</c:v>
                </c:pt>
                <c:pt idx="2175">
                  <c:v>107.58444</c:v>
                </c:pt>
                <c:pt idx="2176">
                  <c:v>107.72696999999999</c:v>
                </c:pt>
                <c:pt idx="2177">
                  <c:v>107.96098000000001</c:v>
                </c:pt>
                <c:pt idx="2178">
                  <c:v>108.21992</c:v>
                </c:pt>
                <c:pt idx="2179">
                  <c:v>108.5005</c:v>
                </c:pt>
                <c:pt idx="2180">
                  <c:v>108.82351</c:v>
                </c:pt>
                <c:pt idx="2181">
                  <c:v>109.21006</c:v>
                </c:pt>
                <c:pt idx="2182">
                  <c:v>109.64068</c:v>
                </c:pt>
                <c:pt idx="2183">
                  <c:v>110.01985000000001</c:v>
                </c:pt>
                <c:pt idx="2184">
                  <c:v>110.32111</c:v>
                </c:pt>
                <c:pt idx="2185">
                  <c:v>110.55437000000001</c:v>
                </c:pt>
                <c:pt idx="2186">
                  <c:v>110.73842</c:v>
                </c:pt>
                <c:pt idx="2187">
                  <c:v>110.89878</c:v>
                </c:pt>
                <c:pt idx="2188">
                  <c:v>110.991</c:v>
                </c:pt>
                <c:pt idx="2189">
                  <c:v>111.07875</c:v>
                </c:pt>
                <c:pt idx="2190">
                  <c:v>111.15655</c:v>
                </c:pt>
                <c:pt idx="2191">
                  <c:v>111.23262</c:v>
                </c:pt>
                <c:pt idx="2192">
                  <c:v>111.31079</c:v>
                </c:pt>
                <c:pt idx="2193">
                  <c:v>111.40904</c:v>
                </c:pt>
                <c:pt idx="2194">
                  <c:v>111.56522</c:v>
                </c:pt>
                <c:pt idx="2195">
                  <c:v>111.78745000000001</c:v>
                </c:pt>
                <c:pt idx="2196">
                  <c:v>112.07617999999999</c:v>
                </c:pt>
                <c:pt idx="2197">
                  <c:v>112.2193</c:v>
                </c:pt>
                <c:pt idx="2198">
                  <c:v>112.1135</c:v>
                </c:pt>
                <c:pt idx="2199">
                  <c:v>111.90555999999999</c:v>
                </c:pt>
                <c:pt idx="2200">
                  <c:v>111.71505999999999</c:v>
                </c:pt>
                <c:pt idx="2201">
                  <c:v>111.58777000000001</c:v>
                </c:pt>
                <c:pt idx="2202">
                  <c:v>111.4984</c:v>
                </c:pt>
                <c:pt idx="2203">
                  <c:v>111.42419</c:v>
                </c:pt>
                <c:pt idx="2204">
                  <c:v>111.42667</c:v>
                </c:pt>
                <c:pt idx="2205">
                  <c:v>111.4447</c:v>
                </c:pt>
                <c:pt idx="2206">
                  <c:v>111.4509</c:v>
                </c:pt>
                <c:pt idx="2207">
                  <c:v>111.59146</c:v>
                </c:pt>
                <c:pt idx="2208">
                  <c:v>111.83052000000001</c:v>
                </c:pt>
                <c:pt idx="2209">
                  <c:v>112.00237</c:v>
                </c:pt>
                <c:pt idx="2210">
                  <c:v>112.12899</c:v>
                </c:pt>
                <c:pt idx="2211">
                  <c:v>112.18987</c:v>
                </c:pt>
                <c:pt idx="2212">
                  <c:v>112.24618</c:v>
                </c:pt>
                <c:pt idx="2213">
                  <c:v>112.27751000000001</c:v>
                </c:pt>
                <c:pt idx="2214">
                  <c:v>112.21091</c:v>
                </c:pt>
                <c:pt idx="2215">
                  <c:v>112.24675000000001</c:v>
                </c:pt>
                <c:pt idx="2216">
                  <c:v>112.38127</c:v>
                </c:pt>
                <c:pt idx="2217">
                  <c:v>112.43266</c:v>
                </c:pt>
                <c:pt idx="2218">
                  <c:v>112.44672</c:v>
                </c:pt>
                <c:pt idx="2219">
                  <c:v>112.45456</c:v>
                </c:pt>
                <c:pt idx="2220">
                  <c:v>112.47726</c:v>
                </c:pt>
                <c:pt idx="2221">
                  <c:v>112.50893000000001</c:v>
                </c:pt>
                <c:pt idx="2222">
                  <c:v>112.59983</c:v>
                </c:pt>
                <c:pt idx="2223">
                  <c:v>112.72799999999999</c:v>
                </c:pt>
                <c:pt idx="2224">
                  <c:v>112.86678999999999</c:v>
                </c:pt>
                <c:pt idx="2225">
                  <c:v>113.02412</c:v>
                </c:pt>
                <c:pt idx="2226">
                  <c:v>113.21083</c:v>
                </c:pt>
                <c:pt idx="2227">
                  <c:v>113.39648</c:v>
                </c:pt>
                <c:pt idx="2228">
                  <c:v>113.54094000000001</c:v>
                </c:pt>
                <c:pt idx="2229">
                  <c:v>113.61908</c:v>
                </c:pt>
                <c:pt idx="2230">
                  <c:v>113.69344</c:v>
                </c:pt>
                <c:pt idx="2231">
                  <c:v>113.69224</c:v>
                </c:pt>
                <c:pt idx="2232">
                  <c:v>113.70621</c:v>
                </c:pt>
                <c:pt idx="2233">
                  <c:v>113.75561</c:v>
                </c:pt>
                <c:pt idx="2234">
                  <c:v>113.76291999999999</c:v>
                </c:pt>
                <c:pt idx="2235">
                  <c:v>113.77001</c:v>
                </c:pt>
                <c:pt idx="2236">
                  <c:v>113.76907</c:v>
                </c:pt>
                <c:pt idx="2237">
                  <c:v>113.76848</c:v>
                </c:pt>
                <c:pt idx="2238">
                  <c:v>113.73917</c:v>
                </c:pt>
                <c:pt idx="2239">
                  <c:v>113.69826999999999</c:v>
                </c:pt>
                <c:pt idx="2240">
                  <c:v>113.65195</c:v>
                </c:pt>
                <c:pt idx="2241">
                  <c:v>113.57552</c:v>
                </c:pt>
                <c:pt idx="2242">
                  <c:v>113.53748</c:v>
                </c:pt>
                <c:pt idx="2243">
                  <c:v>113.49673</c:v>
                </c:pt>
                <c:pt idx="2244">
                  <c:v>113.43879</c:v>
                </c:pt>
                <c:pt idx="2245">
                  <c:v>113.3588</c:v>
                </c:pt>
                <c:pt idx="2246">
                  <c:v>113.29443000000001</c:v>
                </c:pt>
                <c:pt idx="2247">
                  <c:v>113.24155</c:v>
                </c:pt>
                <c:pt idx="2248">
                  <c:v>113.19002999999999</c:v>
                </c:pt>
                <c:pt idx="2249">
                  <c:v>113.18326999999999</c:v>
                </c:pt>
                <c:pt idx="2250">
                  <c:v>113.18774000000001</c:v>
                </c:pt>
                <c:pt idx="2251">
                  <c:v>113.14491</c:v>
                </c:pt>
                <c:pt idx="2252">
                  <c:v>113.12376999999999</c:v>
                </c:pt>
                <c:pt idx="2253">
                  <c:v>113.17498999999999</c:v>
                </c:pt>
                <c:pt idx="2254">
                  <c:v>113.27907999999999</c:v>
                </c:pt>
                <c:pt idx="2255">
                  <c:v>113.37492</c:v>
                </c:pt>
                <c:pt idx="2256">
                  <c:v>113.48350000000001</c:v>
                </c:pt>
                <c:pt idx="2257">
                  <c:v>113.60172</c:v>
                </c:pt>
                <c:pt idx="2258">
                  <c:v>113.71037</c:v>
                </c:pt>
                <c:pt idx="2259">
                  <c:v>113.79353</c:v>
                </c:pt>
                <c:pt idx="2260">
                  <c:v>113.86618</c:v>
                </c:pt>
                <c:pt idx="2261">
                  <c:v>113.94122</c:v>
                </c:pt>
                <c:pt idx="2262">
                  <c:v>113.97718999999999</c:v>
                </c:pt>
                <c:pt idx="2263">
                  <c:v>114.00653</c:v>
                </c:pt>
                <c:pt idx="2264">
                  <c:v>114.06086000000001</c:v>
                </c:pt>
                <c:pt idx="2265">
                  <c:v>114.15766000000001</c:v>
                </c:pt>
                <c:pt idx="2266">
                  <c:v>114.26889</c:v>
                </c:pt>
                <c:pt idx="2267">
                  <c:v>114.34705</c:v>
                </c:pt>
                <c:pt idx="2268">
                  <c:v>114.42361</c:v>
                </c:pt>
                <c:pt idx="2269">
                  <c:v>114.56413000000001</c:v>
                </c:pt>
                <c:pt idx="2270">
                  <c:v>114.72242</c:v>
                </c:pt>
                <c:pt idx="2271">
                  <c:v>114.83812</c:v>
                </c:pt>
                <c:pt idx="2272">
                  <c:v>114.88051</c:v>
                </c:pt>
                <c:pt idx="2273">
                  <c:v>114.91692</c:v>
                </c:pt>
                <c:pt idx="2274">
                  <c:v>115.00729</c:v>
                </c:pt>
                <c:pt idx="2275">
                  <c:v>115.06717</c:v>
                </c:pt>
                <c:pt idx="2276">
                  <c:v>115.07178</c:v>
                </c:pt>
                <c:pt idx="2277">
                  <c:v>115.02491999999999</c:v>
                </c:pt>
                <c:pt idx="2278">
                  <c:v>114.93998999999999</c:v>
                </c:pt>
                <c:pt idx="2279">
                  <c:v>114.77467</c:v>
                </c:pt>
                <c:pt idx="2280">
                  <c:v>114.5611</c:v>
                </c:pt>
                <c:pt idx="2281">
                  <c:v>114.37868</c:v>
                </c:pt>
                <c:pt idx="2282">
                  <c:v>114.25715</c:v>
                </c:pt>
                <c:pt idx="2283">
                  <c:v>114.26434</c:v>
                </c:pt>
                <c:pt idx="2284">
                  <c:v>114.43474999999999</c:v>
                </c:pt>
                <c:pt idx="2285">
                  <c:v>114.66374999999999</c:v>
                </c:pt>
                <c:pt idx="2286">
                  <c:v>114.90517</c:v>
                </c:pt>
                <c:pt idx="2287">
                  <c:v>115.19292</c:v>
                </c:pt>
                <c:pt idx="2288">
                  <c:v>115.52342</c:v>
                </c:pt>
                <c:pt idx="2289">
                  <c:v>115.85247</c:v>
                </c:pt>
                <c:pt idx="2290">
                  <c:v>116.12625</c:v>
                </c:pt>
                <c:pt idx="2291">
                  <c:v>116.35533</c:v>
                </c:pt>
                <c:pt idx="2292">
                  <c:v>116.53828</c:v>
                </c:pt>
                <c:pt idx="2293">
                  <c:v>116.64668</c:v>
                </c:pt>
                <c:pt idx="2294">
                  <c:v>116.75294</c:v>
                </c:pt>
                <c:pt idx="2295">
                  <c:v>116.93365</c:v>
                </c:pt>
                <c:pt idx="2296">
                  <c:v>117.14782</c:v>
                </c:pt>
                <c:pt idx="2297">
                  <c:v>117.39078000000001</c:v>
                </c:pt>
                <c:pt idx="2298">
                  <c:v>117.6332</c:v>
                </c:pt>
                <c:pt idx="2299">
                  <c:v>117.02982</c:v>
                </c:pt>
                <c:pt idx="2300">
                  <c:v>116.72807</c:v>
                </c:pt>
                <c:pt idx="2301">
                  <c:v>116.58427</c:v>
                </c:pt>
                <c:pt idx="2302">
                  <c:v>116.55058</c:v>
                </c:pt>
                <c:pt idx="2303">
                  <c:v>116.55379000000001</c:v>
                </c:pt>
                <c:pt idx="2304">
                  <c:v>116.50957</c:v>
                </c:pt>
                <c:pt idx="2305">
                  <c:v>116.38196000000001</c:v>
                </c:pt>
                <c:pt idx="2306">
                  <c:v>116.25054</c:v>
                </c:pt>
                <c:pt idx="2307">
                  <c:v>116.14748</c:v>
                </c:pt>
                <c:pt idx="2308">
                  <c:v>116.08671</c:v>
                </c:pt>
                <c:pt idx="2309">
                  <c:v>116.03992</c:v>
                </c:pt>
                <c:pt idx="2310">
                  <c:v>115.97077</c:v>
                </c:pt>
                <c:pt idx="2311">
                  <c:v>115.92787</c:v>
                </c:pt>
                <c:pt idx="2312">
                  <c:v>115.97575999999999</c:v>
                </c:pt>
                <c:pt idx="2313">
                  <c:v>116.10538</c:v>
                </c:pt>
                <c:pt idx="2314">
                  <c:v>116.21227</c:v>
                </c:pt>
                <c:pt idx="2315">
                  <c:v>116.29149</c:v>
                </c:pt>
                <c:pt idx="2316">
                  <c:v>116.39412</c:v>
                </c:pt>
                <c:pt idx="2317">
                  <c:v>116.51354000000001</c:v>
                </c:pt>
                <c:pt idx="2318">
                  <c:v>116.61086</c:v>
                </c:pt>
                <c:pt idx="2319">
                  <c:v>116.67632999999999</c:v>
                </c:pt>
                <c:pt idx="2320">
                  <c:v>116.7319</c:v>
                </c:pt>
                <c:pt idx="2321">
                  <c:v>116.73296000000001</c:v>
                </c:pt>
                <c:pt idx="2322">
                  <c:v>116.6955</c:v>
                </c:pt>
                <c:pt idx="2323">
                  <c:v>116.71337</c:v>
                </c:pt>
                <c:pt idx="2324">
                  <c:v>116.81242</c:v>
                </c:pt>
                <c:pt idx="2325">
                  <c:v>116.97364</c:v>
                </c:pt>
                <c:pt idx="2326">
                  <c:v>117.1319</c:v>
                </c:pt>
                <c:pt idx="2327">
                  <c:v>117.24778000000001</c:v>
                </c:pt>
                <c:pt idx="2328">
                  <c:v>117.35493</c:v>
                </c:pt>
                <c:pt idx="2329">
                  <c:v>117.48184000000001</c:v>
                </c:pt>
                <c:pt idx="2330">
                  <c:v>117.62161999999999</c:v>
                </c:pt>
                <c:pt idx="2331">
                  <c:v>117.73967</c:v>
                </c:pt>
                <c:pt idx="2332">
                  <c:v>117.86096999999999</c:v>
                </c:pt>
                <c:pt idx="2333">
                  <c:v>117.99518999999999</c:v>
                </c:pt>
                <c:pt idx="2334">
                  <c:v>118.13078</c:v>
                </c:pt>
                <c:pt idx="2335">
                  <c:v>118.23181</c:v>
                </c:pt>
                <c:pt idx="2336">
                  <c:v>118.28712</c:v>
                </c:pt>
                <c:pt idx="2337">
                  <c:v>118.30746000000001</c:v>
                </c:pt>
                <c:pt idx="2338">
                  <c:v>118.29900000000001</c:v>
                </c:pt>
                <c:pt idx="2339">
                  <c:v>118.27983999999999</c:v>
                </c:pt>
                <c:pt idx="2340">
                  <c:v>118.23423</c:v>
                </c:pt>
                <c:pt idx="2341">
                  <c:v>118.16844</c:v>
                </c:pt>
                <c:pt idx="2342">
                  <c:v>118.09599</c:v>
                </c:pt>
                <c:pt idx="2343">
                  <c:v>118.09492</c:v>
                </c:pt>
                <c:pt idx="2344">
                  <c:v>118.15894</c:v>
                </c:pt>
                <c:pt idx="2345">
                  <c:v>118.2589</c:v>
                </c:pt>
                <c:pt idx="2346">
                  <c:v>118.33557</c:v>
                </c:pt>
                <c:pt idx="2347">
                  <c:v>118.33001</c:v>
                </c:pt>
                <c:pt idx="2348">
                  <c:v>118.30486999999999</c:v>
                </c:pt>
                <c:pt idx="2349">
                  <c:v>118.28319</c:v>
                </c:pt>
                <c:pt idx="2350">
                  <c:v>118.21719</c:v>
                </c:pt>
                <c:pt idx="2351">
                  <c:v>118.13641</c:v>
                </c:pt>
                <c:pt idx="2352">
                  <c:v>118.06067</c:v>
                </c:pt>
                <c:pt idx="2353">
                  <c:v>117.98587000000001</c:v>
                </c:pt>
                <c:pt idx="2354">
                  <c:v>117.88682</c:v>
                </c:pt>
                <c:pt idx="2355">
                  <c:v>117.73036999999999</c:v>
                </c:pt>
                <c:pt idx="2356">
                  <c:v>117.55282</c:v>
                </c:pt>
                <c:pt idx="2357">
                  <c:v>117.37195</c:v>
                </c:pt>
                <c:pt idx="2358">
                  <c:v>117.2456</c:v>
                </c:pt>
                <c:pt idx="2359">
                  <c:v>117.18648</c:v>
                </c:pt>
                <c:pt idx="2360">
                  <c:v>117.20446</c:v>
                </c:pt>
                <c:pt idx="2361">
                  <c:v>117.28303</c:v>
                </c:pt>
                <c:pt idx="2362">
                  <c:v>117.39779</c:v>
                </c:pt>
                <c:pt idx="2363">
                  <c:v>117.51871</c:v>
                </c:pt>
                <c:pt idx="2364">
                  <c:v>117.62109</c:v>
                </c:pt>
                <c:pt idx="2365">
                  <c:v>117.70816000000001</c:v>
                </c:pt>
                <c:pt idx="2366">
                  <c:v>117.75436000000001</c:v>
                </c:pt>
                <c:pt idx="2367">
                  <c:v>117.72508000000001</c:v>
                </c:pt>
                <c:pt idx="2368">
                  <c:v>117.63927</c:v>
                </c:pt>
                <c:pt idx="2369">
                  <c:v>117.52028</c:v>
                </c:pt>
                <c:pt idx="2370">
                  <c:v>117.35065</c:v>
                </c:pt>
                <c:pt idx="2371">
                  <c:v>117.17607</c:v>
                </c:pt>
                <c:pt idx="2372">
                  <c:v>116.97289000000001</c:v>
                </c:pt>
                <c:pt idx="2373">
                  <c:v>116.70334</c:v>
                </c:pt>
                <c:pt idx="2374">
                  <c:v>116.39566000000001</c:v>
                </c:pt>
                <c:pt idx="2375">
                  <c:v>116.09684</c:v>
                </c:pt>
                <c:pt idx="2376">
                  <c:v>115.82816</c:v>
                </c:pt>
                <c:pt idx="2377">
                  <c:v>115.67646999999999</c:v>
                </c:pt>
                <c:pt idx="2378">
                  <c:v>115.67700000000001</c:v>
                </c:pt>
                <c:pt idx="2379">
                  <c:v>115.69931</c:v>
                </c:pt>
                <c:pt idx="2380">
                  <c:v>115.64962</c:v>
                </c:pt>
                <c:pt idx="2381">
                  <c:v>115.54121000000001</c:v>
                </c:pt>
                <c:pt idx="2382">
                  <c:v>111.55305</c:v>
                </c:pt>
                <c:pt idx="2383">
                  <c:v>112.83765</c:v>
                </c:pt>
                <c:pt idx="2384">
                  <c:v>113.12644</c:v>
                </c:pt>
                <c:pt idx="2385">
                  <c:v>113.36124</c:v>
                </c:pt>
                <c:pt idx="2386">
                  <c:v>113.57651</c:v>
                </c:pt>
                <c:pt idx="2387">
                  <c:v>113.78361</c:v>
                </c:pt>
                <c:pt idx="2388">
                  <c:v>113.98</c:v>
                </c:pt>
                <c:pt idx="2389">
                  <c:v>114.18266</c:v>
                </c:pt>
                <c:pt idx="2390">
                  <c:v>114.47237</c:v>
                </c:pt>
                <c:pt idx="2391">
                  <c:v>114.83618</c:v>
                </c:pt>
                <c:pt idx="2392">
                  <c:v>115.17818</c:v>
                </c:pt>
                <c:pt idx="2393">
                  <c:v>115.41428000000001</c:v>
                </c:pt>
                <c:pt idx="2394">
                  <c:v>115.5095</c:v>
                </c:pt>
                <c:pt idx="2395">
                  <c:v>115.45368999999999</c:v>
                </c:pt>
                <c:pt idx="2396">
                  <c:v>115.30466</c:v>
                </c:pt>
                <c:pt idx="2397">
                  <c:v>115.15300000000001</c:v>
                </c:pt>
                <c:pt idx="2398">
                  <c:v>115.03391000000001</c:v>
                </c:pt>
                <c:pt idx="2399">
                  <c:v>114.92726</c:v>
                </c:pt>
                <c:pt idx="2400">
                  <c:v>114.82411</c:v>
                </c:pt>
                <c:pt idx="2401">
                  <c:v>114.73414</c:v>
                </c:pt>
                <c:pt idx="2402">
                  <c:v>114.65764</c:v>
                </c:pt>
                <c:pt idx="2403">
                  <c:v>114.62336000000001</c:v>
                </c:pt>
                <c:pt idx="2404">
                  <c:v>114.72577</c:v>
                </c:pt>
                <c:pt idx="2405">
                  <c:v>114.92236</c:v>
                </c:pt>
                <c:pt idx="2406">
                  <c:v>115.12519</c:v>
                </c:pt>
                <c:pt idx="2407">
                  <c:v>115.39163000000001</c:v>
                </c:pt>
                <c:pt idx="2408">
                  <c:v>115.73465</c:v>
                </c:pt>
                <c:pt idx="2409">
                  <c:v>116.0886</c:v>
                </c:pt>
                <c:pt idx="2410">
                  <c:v>116.40298</c:v>
                </c:pt>
                <c:pt idx="2411">
                  <c:v>116.66918</c:v>
                </c:pt>
                <c:pt idx="2412">
                  <c:v>116.92371</c:v>
                </c:pt>
                <c:pt idx="2413">
                  <c:v>117.11268</c:v>
                </c:pt>
                <c:pt idx="2414">
                  <c:v>117.10184</c:v>
                </c:pt>
                <c:pt idx="2415">
                  <c:v>117.062</c:v>
                </c:pt>
                <c:pt idx="2416">
                  <c:v>117.10189</c:v>
                </c:pt>
                <c:pt idx="2417">
                  <c:v>116.78598</c:v>
                </c:pt>
                <c:pt idx="2418">
                  <c:v>116.11131</c:v>
                </c:pt>
                <c:pt idx="2419">
                  <c:v>115.69118</c:v>
                </c:pt>
                <c:pt idx="2420">
                  <c:v>115.51313</c:v>
                </c:pt>
                <c:pt idx="2421">
                  <c:v>115.52534</c:v>
                </c:pt>
                <c:pt idx="2422">
                  <c:v>115.68926</c:v>
                </c:pt>
                <c:pt idx="2423">
                  <c:v>115.92122999999999</c:v>
                </c:pt>
                <c:pt idx="2424">
                  <c:v>116.09725</c:v>
                </c:pt>
                <c:pt idx="2425">
                  <c:v>116.2385</c:v>
                </c:pt>
                <c:pt idx="2426">
                  <c:v>116.28619999999999</c:v>
                </c:pt>
                <c:pt idx="2427">
                  <c:v>116.29906</c:v>
                </c:pt>
                <c:pt idx="2428">
                  <c:v>116.32634</c:v>
                </c:pt>
                <c:pt idx="2429">
                  <c:v>116.33557999999999</c:v>
                </c:pt>
                <c:pt idx="2430">
                  <c:v>116.33411</c:v>
                </c:pt>
                <c:pt idx="2431">
                  <c:v>116.32492000000001</c:v>
                </c:pt>
                <c:pt idx="2432">
                  <c:v>116.25646</c:v>
                </c:pt>
                <c:pt idx="2433">
                  <c:v>116.13436</c:v>
                </c:pt>
                <c:pt idx="2434">
                  <c:v>116.0294</c:v>
                </c:pt>
                <c:pt idx="2435">
                  <c:v>115.95831</c:v>
                </c:pt>
                <c:pt idx="2436">
                  <c:v>115.84944</c:v>
                </c:pt>
                <c:pt idx="2437">
                  <c:v>115.70412</c:v>
                </c:pt>
                <c:pt idx="2438">
                  <c:v>115.52482000000001</c:v>
                </c:pt>
                <c:pt idx="2439">
                  <c:v>115.30601</c:v>
                </c:pt>
                <c:pt idx="2440">
                  <c:v>115.07567</c:v>
                </c:pt>
                <c:pt idx="2441">
                  <c:v>114.82841000000001</c:v>
                </c:pt>
                <c:pt idx="2442">
                  <c:v>114.60129000000001</c:v>
                </c:pt>
                <c:pt idx="2443">
                  <c:v>114.48521</c:v>
                </c:pt>
                <c:pt idx="2444">
                  <c:v>114.52032</c:v>
                </c:pt>
                <c:pt idx="2445">
                  <c:v>114.60831</c:v>
                </c:pt>
                <c:pt idx="2446">
                  <c:v>114.69938999999999</c:v>
                </c:pt>
                <c:pt idx="2447">
                  <c:v>114.70274000000001</c:v>
                </c:pt>
                <c:pt idx="2448">
                  <c:v>114.67592</c:v>
                </c:pt>
                <c:pt idx="2449">
                  <c:v>114.71624</c:v>
                </c:pt>
                <c:pt idx="2450">
                  <c:v>114.80618</c:v>
                </c:pt>
                <c:pt idx="2451">
                  <c:v>114.90755</c:v>
                </c:pt>
                <c:pt idx="2452">
                  <c:v>115.02846</c:v>
                </c:pt>
                <c:pt idx="2453">
                  <c:v>115.16476</c:v>
                </c:pt>
                <c:pt idx="2454">
                  <c:v>115.25620000000001</c:v>
                </c:pt>
                <c:pt idx="2455">
                  <c:v>115.30542</c:v>
                </c:pt>
                <c:pt idx="2456">
                  <c:v>115.36530999999999</c:v>
                </c:pt>
                <c:pt idx="2457">
                  <c:v>115.37649999999999</c:v>
                </c:pt>
                <c:pt idx="2458">
                  <c:v>115.40145</c:v>
                </c:pt>
                <c:pt idx="2459">
                  <c:v>115.42212000000001</c:v>
                </c:pt>
                <c:pt idx="2460">
                  <c:v>115.42085</c:v>
                </c:pt>
                <c:pt idx="2461">
                  <c:v>115.38486</c:v>
                </c:pt>
                <c:pt idx="2462">
                  <c:v>115.31779</c:v>
                </c:pt>
                <c:pt idx="2463">
                  <c:v>115.26064</c:v>
                </c:pt>
                <c:pt idx="2464">
                  <c:v>115.2587</c:v>
                </c:pt>
                <c:pt idx="2465">
                  <c:v>115.36761</c:v>
                </c:pt>
                <c:pt idx="2466">
                  <c:v>115.51633</c:v>
                </c:pt>
                <c:pt idx="2467">
                  <c:v>115.67484</c:v>
                </c:pt>
                <c:pt idx="2468">
                  <c:v>115.75618</c:v>
                </c:pt>
                <c:pt idx="2469">
                  <c:v>115.71554</c:v>
                </c:pt>
                <c:pt idx="2470">
                  <c:v>115.61099</c:v>
                </c:pt>
                <c:pt idx="2471">
                  <c:v>115.48963000000001</c:v>
                </c:pt>
                <c:pt idx="2472">
                  <c:v>115.30641</c:v>
                </c:pt>
                <c:pt idx="2473">
                  <c:v>115.13039000000001</c:v>
                </c:pt>
                <c:pt idx="2474">
                  <c:v>114.98703</c:v>
                </c:pt>
                <c:pt idx="2475">
                  <c:v>114.80213000000001</c:v>
                </c:pt>
                <c:pt idx="2476">
                  <c:v>114.57742</c:v>
                </c:pt>
                <c:pt idx="2477">
                  <c:v>114.37984</c:v>
                </c:pt>
                <c:pt idx="2478">
                  <c:v>114.26546999999999</c:v>
                </c:pt>
                <c:pt idx="2479">
                  <c:v>114.14867</c:v>
                </c:pt>
                <c:pt idx="2480">
                  <c:v>114.04397</c:v>
                </c:pt>
                <c:pt idx="2481">
                  <c:v>113.93934</c:v>
                </c:pt>
                <c:pt idx="2482">
                  <c:v>113.81610999999999</c:v>
                </c:pt>
                <c:pt idx="2483">
                  <c:v>113.74831</c:v>
                </c:pt>
                <c:pt idx="2484">
                  <c:v>113.68232</c:v>
                </c:pt>
                <c:pt idx="2485">
                  <c:v>113.63995</c:v>
                </c:pt>
                <c:pt idx="2486">
                  <c:v>113.65891000000001</c:v>
                </c:pt>
                <c:pt idx="2487">
                  <c:v>113.6407</c:v>
                </c:pt>
                <c:pt idx="2488">
                  <c:v>113.59068000000001</c:v>
                </c:pt>
                <c:pt idx="2489">
                  <c:v>113.48488</c:v>
                </c:pt>
                <c:pt idx="2490">
                  <c:v>113.31004</c:v>
                </c:pt>
                <c:pt idx="2491">
                  <c:v>113.1356</c:v>
                </c:pt>
                <c:pt idx="2492">
                  <c:v>113.00857999999999</c:v>
                </c:pt>
                <c:pt idx="2493">
                  <c:v>112.84076</c:v>
                </c:pt>
                <c:pt idx="2494">
                  <c:v>112.65145</c:v>
                </c:pt>
                <c:pt idx="2495">
                  <c:v>112.50879</c:v>
                </c:pt>
                <c:pt idx="2496">
                  <c:v>112.45256000000001</c:v>
                </c:pt>
                <c:pt idx="2497">
                  <c:v>112.38527000000001</c:v>
                </c:pt>
                <c:pt idx="2498">
                  <c:v>112.2907</c:v>
                </c:pt>
                <c:pt idx="2499">
                  <c:v>112.15689</c:v>
                </c:pt>
                <c:pt idx="2500">
                  <c:v>111.98602</c:v>
                </c:pt>
                <c:pt idx="2501">
                  <c:v>111.84805</c:v>
                </c:pt>
                <c:pt idx="2502">
                  <c:v>111.7756</c:v>
                </c:pt>
                <c:pt idx="2503">
                  <c:v>111.77522</c:v>
                </c:pt>
                <c:pt idx="2504">
                  <c:v>111.75667</c:v>
                </c:pt>
                <c:pt idx="2505">
                  <c:v>111.69044</c:v>
                </c:pt>
                <c:pt idx="2506">
                  <c:v>111.56316</c:v>
                </c:pt>
                <c:pt idx="2507">
                  <c:v>111.46125000000001</c:v>
                </c:pt>
                <c:pt idx="2508">
                  <c:v>111.39695</c:v>
                </c:pt>
                <c:pt idx="2509">
                  <c:v>111.31992</c:v>
                </c:pt>
                <c:pt idx="2510">
                  <c:v>111.24722</c:v>
                </c:pt>
                <c:pt idx="2511">
                  <c:v>111.19054</c:v>
                </c:pt>
                <c:pt idx="2512">
                  <c:v>111.13097</c:v>
                </c:pt>
                <c:pt idx="2513">
                  <c:v>111.03667</c:v>
                </c:pt>
                <c:pt idx="2514">
                  <c:v>110.90671</c:v>
                </c:pt>
                <c:pt idx="2515">
                  <c:v>110.77641</c:v>
                </c:pt>
                <c:pt idx="2516">
                  <c:v>110.64494000000001</c:v>
                </c:pt>
                <c:pt idx="2517">
                  <c:v>110.51575</c:v>
                </c:pt>
                <c:pt idx="2518">
                  <c:v>110.40506000000001</c:v>
                </c:pt>
                <c:pt idx="2519">
                  <c:v>110.32162</c:v>
                </c:pt>
                <c:pt idx="2520">
                  <c:v>110.23672999999999</c:v>
                </c:pt>
                <c:pt idx="2521">
                  <c:v>110.14407</c:v>
                </c:pt>
                <c:pt idx="2522">
                  <c:v>110.07632</c:v>
                </c:pt>
                <c:pt idx="2523">
                  <c:v>110.06896</c:v>
                </c:pt>
                <c:pt idx="2524">
                  <c:v>110.07111</c:v>
                </c:pt>
                <c:pt idx="2525">
                  <c:v>110.12975</c:v>
                </c:pt>
                <c:pt idx="2526">
                  <c:v>110.25566999999999</c:v>
                </c:pt>
                <c:pt idx="2527">
                  <c:v>110.36275000000001</c:v>
                </c:pt>
                <c:pt idx="2528">
                  <c:v>110.48133</c:v>
                </c:pt>
                <c:pt idx="2529">
                  <c:v>110.64323</c:v>
                </c:pt>
                <c:pt idx="2530">
                  <c:v>110.74159</c:v>
                </c:pt>
                <c:pt idx="2531">
                  <c:v>110.73656</c:v>
                </c:pt>
                <c:pt idx="2532">
                  <c:v>110.67753999999999</c:v>
                </c:pt>
                <c:pt idx="2533">
                  <c:v>110.70173</c:v>
                </c:pt>
                <c:pt idx="2534">
                  <c:v>110.94147</c:v>
                </c:pt>
                <c:pt idx="2535">
                  <c:v>111.13755</c:v>
                </c:pt>
                <c:pt idx="2536">
                  <c:v>111.26997</c:v>
                </c:pt>
                <c:pt idx="2537">
                  <c:v>111.3728</c:v>
                </c:pt>
                <c:pt idx="2538">
                  <c:v>111.40378</c:v>
                </c:pt>
                <c:pt idx="2539">
                  <c:v>111.40734999999999</c:v>
                </c:pt>
                <c:pt idx="2540">
                  <c:v>111.42543999999999</c:v>
                </c:pt>
                <c:pt idx="2541">
                  <c:v>111.45147</c:v>
                </c:pt>
                <c:pt idx="2542">
                  <c:v>111.47659</c:v>
                </c:pt>
                <c:pt idx="2543">
                  <c:v>111.49648000000001</c:v>
                </c:pt>
                <c:pt idx="2544">
                  <c:v>111.51803</c:v>
                </c:pt>
                <c:pt idx="2545">
                  <c:v>111.48778</c:v>
                </c:pt>
                <c:pt idx="2546">
                  <c:v>111.39682999999999</c:v>
                </c:pt>
                <c:pt idx="2547">
                  <c:v>111.43674</c:v>
                </c:pt>
                <c:pt idx="2548">
                  <c:v>111.54916</c:v>
                </c:pt>
                <c:pt idx="2549">
                  <c:v>111.62376</c:v>
                </c:pt>
                <c:pt idx="2550">
                  <c:v>111.66753</c:v>
                </c:pt>
                <c:pt idx="2551">
                  <c:v>111.70829000000001</c:v>
                </c:pt>
                <c:pt idx="2552">
                  <c:v>111.74335000000001</c:v>
                </c:pt>
                <c:pt idx="2553">
                  <c:v>111.77943999999999</c:v>
                </c:pt>
                <c:pt idx="2554">
                  <c:v>111.81916</c:v>
                </c:pt>
                <c:pt idx="2555">
                  <c:v>111.83781</c:v>
                </c:pt>
                <c:pt idx="2556">
                  <c:v>111.76006</c:v>
                </c:pt>
                <c:pt idx="2557">
                  <c:v>111.71735</c:v>
                </c:pt>
                <c:pt idx="2558">
                  <c:v>111.7672</c:v>
                </c:pt>
                <c:pt idx="2559">
                  <c:v>111.91536000000001</c:v>
                </c:pt>
                <c:pt idx="2560">
                  <c:v>111.94941</c:v>
                </c:pt>
                <c:pt idx="2561">
                  <c:v>111.79566</c:v>
                </c:pt>
                <c:pt idx="2562">
                  <c:v>111.65009000000001</c:v>
                </c:pt>
                <c:pt idx="2563">
                  <c:v>111.57392</c:v>
                </c:pt>
                <c:pt idx="2564">
                  <c:v>111.50660999999999</c:v>
                </c:pt>
                <c:pt idx="2565">
                  <c:v>111.4212</c:v>
                </c:pt>
                <c:pt idx="2566">
                  <c:v>111.37744000000001</c:v>
                </c:pt>
                <c:pt idx="2567">
                  <c:v>111.35241000000001</c:v>
                </c:pt>
                <c:pt idx="2568">
                  <c:v>111.32907</c:v>
                </c:pt>
                <c:pt idx="2569">
                  <c:v>111.36533</c:v>
                </c:pt>
                <c:pt idx="2570">
                  <c:v>111.51090000000001</c:v>
                </c:pt>
                <c:pt idx="2571">
                  <c:v>111.77266</c:v>
                </c:pt>
                <c:pt idx="2572">
                  <c:v>112.09499</c:v>
                </c:pt>
                <c:pt idx="2573">
                  <c:v>112.37119</c:v>
                </c:pt>
                <c:pt idx="2574">
                  <c:v>112.52405</c:v>
                </c:pt>
                <c:pt idx="2575">
                  <c:v>112.52401999999999</c:v>
                </c:pt>
                <c:pt idx="2576">
                  <c:v>112.40403000000001</c:v>
                </c:pt>
                <c:pt idx="2577">
                  <c:v>112.21409</c:v>
                </c:pt>
                <c:pt idx="2578">
                  <c:v>112.00488</c:v>
                </c:pt>
                <c:pt idx="2579">
                  <c:v>111.85641</c:v>
                </c:pt>
                <c:pt idx="2580">
                  <c:v>111.76393</c:v>
                </c:pt>
                <c:pt idx="2581">
                  <c:v>111.67986000000001</c:v>
                </c:pt>
                <c:pt idx="2582">
                  <c:v>111.63982</c:v>
                </c:pt>
                <c:pt idx="2583">
                  <c:v>111.54706</c:v>
                </c:pt>
                <c:pt idx="2584">
                  <c:v>111.38633</c:v>
                </c:pt>
                <c:pt idx="2585">
                  <c:v>111.18798</c:v>
                </c:pt>
                <c:pt idx="2586">
                  <c:v>110.93899999999999</c:v>
                </c:pt>
                <c:pt idx="2587">
                  <c:v>110.72815</c:v>
                </c:pt>
                <c:pt idx="2588">
                  <c:v>110.57713</c:v>
                </c:pt>
                <c:pt idx="2589">
                  <c:v>110.49014</c:v>
                </c:pt>
                <c:pt idx="2590">
                  <c:v>110.48738</c:v>
                </c:pt>
                <c:pt idx="2591">
                  <c:v>110.60625</c:v>
                </c:pt>
                <c:pt idx="2592">
                  <c:v>110.84413000000001</c:v>
                </c:pt>
                <c:pt idx="2593">
                  <c:v>110.97853000000001</c:v>
                </c:pt>
                <c:pt idx="2594">
                  <c:v>110.9391</c:v>
                </c:pt>
                <c:pt idx="2595">
                  <c:v>110.85417</c:v>
                </c:pt>
                <c:pt idx="2596">
                  <c:v>110.8083</c:v>
                </c:pt>
                <c:pt idx="2597">
                  <c:v>110.77427</c:v>
                </c:pt>
                <c:pt idx="2598">
                  <c:v>110.71793</c:v>
                </c:pt>
                <c:pt idx="2599">
                  <c:v>110.64182</c:v>
                </c:pt>
                <c:pt idx="2600">
                  <c:v>110.56075</c:v>
                </c:pt>
                <c:pt idx="2601">
                  <c:v>110.51633</c:v>
                </c:pt>
                <c:pt idx="2602">
                  <c:v>110.5347</c:v>
                </c:pt>
                <c:pt idx="2603">
                  <c:v>110.58864</c:v>
                </c:pt>
                <c:pt idx="2604">
                  <c:v>110.66434</c:v>
                </c:pt>
                <c:pt idx="2605">
                  <c:v>110.63223000000001</c:v>
                </c:pt>
                <c:pt idx="2606">
                  <c:v>110.6627</c:v>
                </c:pt>
                <c:pt idx="2607">
                  <c:v>110.62381000000001</c:v>
                </c:pt>
                <c:pt idx="2608">
                  <c:v>110.45685</c:v>
                </c:pt>
                <c:pt idx="2609">
                  <c:v>110.30941</c:v>
                </c:pt>
                <c:pt idx="2610">
                  <c:v>110.19592</c:v>
                </c:pt>
                <c:pt idx="2611">
                  <c:v>110.12492</c:v>
                </c:pt>
                <c:pt idx="2612">
                  <c:v>110.26076999999999</c:v>
                </c:pt>
                <c:pt idx="2613">
                  <c:v>110.38656</c:v>
                </c:pt>
                <c:pt idx="2614">
                  <c:v>110.52262</c:v>
                </c:pt>
                <c:pt idx="2615">
                  <c:v>110.5885</c:v>
                </c:pt>
                <c:pt idx="2616">
                  <c:v>110.64527</c:v>
                </c:pt>
                <c:pt idx="2617">
                  <c:v>110.84972</c:v>
                </c:pt>
                <c:pt idx="2618">
                  <c:v>111.06197</c:v>
                </c:pt>
                <c:pt idx="2619">
                  <c:v>111.21261</c:v>
                </c:pt>
                <c:pt idx="2620">
                  <c:v>111.26466000000001</c:v>
                </c:pt>
                <c:pt idx="2621">
                  <c:v>111.23962</c:v>
                </c:pt>
                <c:pt idx="2622">
                  <c:v>111.16038</c:v>
                </c:pt>
                <c:pt idx="2623">
                  <c:v>111.05369</c:v>
                </c:pt>
                <c:pt idx="2624">
                  <c:v>110.95424</c:v>
                </c:pt>
                <c:pt idx="2625">
                  <c:v>110.87838000000001</c:v>
                </c:pt>
                <c:pt idx="2626">
                  <c:v>110.83672</c:v>
                </c:pt>
                <c:pt idx="2627">
                  <c:v>110.76364</c:v>
                </c:pt>
                <c:pt idx="2628">
                  <c:v>110.65929</c:v>
                </c:pt>
                <c:pt idx="2629">
                  <c:v>110.55848</c:v>
                </c:pt>
                <c:pt idx="2630">
                  <c:v>110.48299</c:v>
                </c:pt>
                <c:pt idx="2631">
                  <c:v>110.39666</c:v>
                </c:pt>
                <c:pt idx="2632">
                  <c:v>110.31388</c:v>
                </c:pt>
                <c:pt idx="2633">
                  <c:v>110.24869</c:v>
                </c:pt>
                <c:pt idx="2634">
                  <c:v>110.1865</c:v>
                </c:pt>
                <c:pt idx="2635">
                  <c:v>110.08315</c:v>
                </c:pt>
                <c:pt idx="2636">
                  <c:v>109.95363</c:v>
                </c:pt>
                <c:pt idx="2637">
                  <c:v>109.84144999999999</c:v>
                </c:pt>
                <c:pt idx="2638">
                  <c:v>109.73622</c:v>
                </c:pt>
                <c:pt idx="2639">
                  <c:v>109.6039</c:v>
                </c:pt>
                <c:pt idx="2640">
                  <c:v>109.44884</c:v>
                </c:pt>
                <c:pt idx="2641">
                  <c:v>109.30049</c:v>
                </c:pt>
                <c:pt idx="2642">
                  <c:v>109.15557</c:v>
                </c:pt>
                <c:pt idx="2643">
                  <c:v>109.00063</c:v>
                </c:pt>
                <c:pt idx="2644">
                  <c:v>108.80423999999999</c:v>
                </c:pt>
                <c:pt idx="2645">
                  <c:v>108.63934999999999</c:v>
                </c:pt>
                <c:pt idx="2646">
                  <c:v>108.49827999999999</c:v>
                </c:pt>
                <c:pt idx="2647">
                  <c:v>108.36368</c:v>
                </c:pt>
                <c:pt idx="2648">
                  <c:v>108.26168</c:v>
                </c:pt>
                <c:pt idx="2649">
                  <c:v>108.19746000000001</c:v>
                </c:pt>
                <c:pt idx="2650">
                  <c:v>108.16676</c:v>
                </c:pt>
                <c:pt idx="2651">
                  <c:v>108.04235</c:v>
                </c:pt>
                <c:pt idx="2652">
                  <c:v>107.79</c:v>
                </c:pt>
                <c:pt idx="2653">
                  <c:v>107.52005</c:v>
                </c:pt>
                <c:pt idx="2654">
                  <c:v>107.34603</c:v>
                </c:pt>
                <c:pt idx="2655">
                  <c:v>107.25620000000001</c:v>
                </c:pt>
                <c:pt idx="2656">
                  <c:v>107.09787</c:v>
                </c:pt>
                <c:pt idx="2657">
                  <c:v>106.81487</c:v>
                </c:pt>
                <c:pt idx="2658">
                  <c:v>106.59004</c:v>
                </c:pt>
                <c:pt idx="2659">
                  <c:v>106.45377000000001</c:v>
                </c:pt>
                <c:pt idx="2660">
                  <c:v>106.2272</c:v>
                </c:pt>
                <c:pt idx="2661">
                  <c:v>105.95993</c:v>
                </c:pt>
                <c:pt idx="2662">
                  <c:v>105.79639</c:v>
                </c:pt>
                <c:pt idx="2663">
                  <c:v>105.73255</c:v>
                </c:pt>
                <c:pt idx="2664">
                  <c:v>105.68326</c:v>
                </c:pt>
                <c:pt idx="2665">
                  <c:v>105.67950999999999</c:v>
                </c:pt>
                <c:pt idx="2666">
                  <c:v>105.69765</c:v>
                </c:pt>
                <c:pt idx="2667">
                  <c:v>105.63673</c:v>
                </c:pt>
                <c:pt idx="2668">
                  <c:v>105.60151</c:v>
                </c:pt>
                <c:pt idx="2669">
                  <c:v>105.72007000000001</c:v>
                </c:pt>
                <c:pt idx="2670">
                  <c:v>105.77576000000001</c:v>
                </c:pt>
                <c:pt idx="2671">
                  <c:v>105.73012</c:v>
                </c:pt>
                <c:pt idx="2672">
                  <c:v>105.71022000000001</c:v>
                </c:pt>
                <c:pt idx="2673">
                  <c:v>105.75658</c:v>
                </c:pt>
                <c:pt idx="2674">
                  <c:v>105.82669</c:v>
                </c:pt>
                <c:pt idx="2675">
                  <c:v>105.82243</c:v>
                </c:pt>
                <c:pt idx="2676">
                  <c:v>105.88815</c:v>
                </c:pt>
                <c:pt idx="2677">
                  <c:v>105.91301</c:v>
                </c:pt>
                <c:pt idx="2678">
                  <c:v>105.79742</c:v>
                </c:pt>
                <c:pt idx="2679">
                  <c:v>105.65872</c:v>
                </c:pt>
                <c:pt idx="2680">
                  <c:v>105.65402</c:v>
                </c:pt>
                <c:pt idx="2681">
                  <c:v>105.95689</c:v>
                </c:pt>
                <c:pt idx="2682">
                  <c:v>106.19463</c:v>
                </c:pt>
                <c:pt idx="2683">
                  <c:v>106.30161</c:v>
                </c:pt>
                <c:pt idx="2684">
                  <c:v>106.32165999999999</c:v>
                </c:pt>
                <c:pt idx="2685">
                  <c:v>106.26597</c:v>
                </c:pt>
                <c:pt idx="2686">
                  <c:v>106.28193</c:v>
                </c:pt>
                <c:pt idx="2687">
                  <c:v>106.36246</c:v>
                </c:pt>
                <c:pt idx="2688">
                  <c:v>106.36604</c:v>
                </c:pt>
                <c:pt idx="2689">
                  <c:v>106.29096</c:v>
                </c:pt>
                <c:pt idx="2690">
                  <c:v>106.26669</c:v>
                </c:pt>
                <c:pt idx="2691">
                  <c:v>106.27616999999999</c:v>
                </c:pt>
                <c:pt idx="2692">
                  <c:v>106.29792</c:v>
                </c:pt>
                <c:pt idx="2693">
                  <c:v>106.28899</c:v>
                </c:pt>
                <c:pt idx="2694">
                  <c:v>106.24370999999999</c:v>
                </c:pt>
                <c:pt idx="2695">
                  <c:v>106.29724</c:v>
                </c:pt>
                <c:pt idx="2696">
                  <c:v>106.45231</c:v>
                </c:pt>
                <c:pt idx="2697">
                  <c:v>106.71655</c:v>
                </c:pt>
                <c:pt idx="2698">
                  <c:v>106.99433999999999</c:v>
                </c:pt>
                <c:pt idx="2699">
                  <c:v>107.21535</c:v>
                </c:pt>
                <c:pt idx="2700">
                  <c:v>107.42277</c:v>
                </c:pt>
                <c:pt idx="2701">
                  <c:v>107.58902999999999</c:v>
                </c:pt>
                <c:pt idx="2702">
                  <c:v>107.66312000000001</c:v>
                </c:pt>
                <c:pt idx="2703">
                  <c:v>107.6865</c:v>
                </c:pt>
                <c:pt idx="2704">
                  <c:v>107.69</c:v>
                </c:pt>
                <c:pt idx="2705">
                  <c:v>107.67888000000001</c:v>
                </c:pt>
                <c:pt idx="2706">
                  <c:v>107.65145</c:v>
                </c:pt>
                <c:pt idx="2707">
                  <c:v>107.60554</c:v>
                </c:pt>
                <c:pt idx="2708">
                  <c:v>107.51317</c:v>
                </c:pt>
                <c:pt idx="2709">
                  <c:v>107.10502</c:v>
                </c:pt>
                <c:pt idx="2710">
                  <c:v>106.75089</c:v>
                </c:pt>
                <c:pt idx="2711">
                  <c:v>106.41401999999999</c:v>
                </c:pt>
                <c:pt idx="2712">
                  <c:v>106.08205</c:v>
                </c:pt>
                <c:pt idx="2713">
                  <c:v>105.68503</c:v>
                </c:pt>
                <c:pt idx="2714">
                  <c:v>105.21571</c:v>
                </c:pt>
                <c:pt idx="2715">
                  <c:v>104.74798</c:v>
                </c:pt>
                <c:pt idx="2716">
                  <c:v>104.31489000000001</c:v>
                </c:pt>
                <c:pt idx="2717">
                  <c:v>103.91322</c:v>
                </c:pt>
                <c:pt idx="2718">
                  <c:v>103.48909999999999</c:v>
                </c:pt>
                <c:pt idx="2719">
                  <c:v>103.05627</c:v>
                </c:pt>
                <c:pt idx="2720">
                  <c:v>102.63928</c:v>
                </c:pt>
                <c:pt idx="2721">
                  <c:v>102.36263</c:v>
                </c:pt>
                <c:pt idx="2722">
                  <c:v>102.24583</c:v>
                </c:pt>
                <c:pt idx="2723">
                  <c:v>102.26373</c:v>
                </c:pt>
                <c:pt idx="2724">
                  <c:v>102.3608</c:v>
                </c:pt>
                <c:pt idx="2725">
                  <c:v>102.50462</c:v>
                </c:pt>
                <c:pt idx="2726">
                  <c:v>102.66225</c:v>
                </c:pt>
                <c:pt idx="2727">
                  <c:v>102.77030000000001</c:v>
                </c:pt>
                <c:pt idx="2728">
                  <c:v>102.78496</c:v>
                </c:pt>
                <c:pt idx="2729">
                  <c:v>102.73918999999999</c:v>
                </c:pt>
                <c:pt idx="2730">
                  <c:v>102.66495999999999</c:v>
                </c:pt>
                <c:pt idx="2731">
                  <c:v>102.57546000000001</c:v>
                </c:pt>
                <c:pt idx="2732">
                  <c:v>102.48272</c:v>
                </c:pt>
                <c:pt idx="2733">
                  <c:v>102.34780000000001</c:v>
                </c:pt>
                <c:pt idx="2734">
                  <c:v>102.15693</c:v>
                </c:pt>
                <c:pt idx="2735">
                  <c:v>101.91567000000001</c:v>
                </c:pt>
                <c:pt idx="2736">
                  <c:v>101.63861</c:v>
                </c:pt>
                <c:pt idx="2737">
                  <c:v>101.3523</c:v>
                </c:pt>
                <c:pt idx="2738">
                  <c:v>101.08132000000001</c:v>
                </c:pt>
                <c:pt idx="2739">
                  <c:v>100.83192</c:v>
                </c:pt>
                <c:pt idx="2740">
                  <c:v>100.60287</c:v>
                </c:pt>
                <c:pt idx="2741">
                  <c:v>100.40492999999999</c:v>
                </c:pt>
                <c:pt idx="2742">
                  <c:v>100.24648000000001</c:v>
                </c:pt>
                <c:pt idx="2743">
                  <c:v>100.12724</c:v>
                </c:pt>
                <c:pt idx="2744">
                  <c:v>100.01982</c:v>
                </c:pt>
                <c:pt idx="2745">
                  <c:v>99.928084999999996</c:v>
                </c:pt>
                <c:pt idx="2746">
                  <c:v>99.872780000000006</c:v>
                </c:pt>
                <c:pt idx="2747">
                  <c:v>99.799225000000007</c:v>
                </c:pt>
                <c:pt idx="2748">
                  <c:v>99.719116</c:v>
                </c:pt>
                <c:pt idx="2749">
                  <c:v>99.620795999999999</c:v>
                </c:pt>
                <c:pt idx="2750">
                  <c:v>99.521614</c:v>
                </c:pt>
                <c:pt idx="2751">
                  <c:v>99.462699999999998</c:v>
                </c:pt>
                <c:pt idx="2752">
                  <c:v>99.405006</c:v>
                </c:pt>
                <c:pt idx="2753">
                  <c:v>99.329964000000004</c:v>
                </c:pt>
                <c:pt idx="2754">
                  <c:v>99.281936999999999</c:v>
                </c:pt>
                <c:pt idx="2755">
                  <c:v>99.246841000000003</c:v>
                </c:pt>
                <c:pt idx="2756">
                  <c:v>99.198966999999996</c:v>
                </c:pt>
                <c:pt idx="2757">
                  <c:v>99.124283000000005</c:v>
                </c:pt>
                <c:pt idx="2758">
                  <c:v>99.020325</c:v>
                </c:pt>
                <c:pt idx="2759">
                  <c:v>98.898087000000004</c:v>
                </c:pt>
                <c:pt idx="2760">
                  <c:v>98.808402999999998</c:v>
                </c:pt>
                <c:pt idx="2761">
                  <c:v>98.686774999999997</c:v>
                </c:pt>
                <c:pt idx="2762">
                  <c:v>98.623642000000004</c:v>
                </c:pt>
                <c:pt idx="2763">
                  <c:v>98.554253000000003</c:v>
                </c:pt>
                <c:pt idx="2764">
                  <c:v>98.457306000000003</c:v>
                </c:pt>
                <c:pt idx="2765">
                  <c:v>98.381523000000001</c:v>
                </c:pt>
                <c:pt idx="2766">
                  <c:v>98.302811000000005</c:v>
                </c:pt>
                <c:pt idx="2767">
                  <c:v>98.203506000000004</c:v>
                </c:pt>
                <c:pt idx="2768">
                  <c:v>98.137787000000003</c:v>
                </c:pt>
                <c:pt idx="2769">
                  <c:v>98.104279000000005</c:v>
                </c:pt>
                <c:pt idx="2770">
                  <c:v>98.080817999999994</c:v>
                </c:pt>
                <c:pt idx="2771">
                  <c:v>98.079147000000006</c:v>
                </c:pt>
                <c:pt idx="2772">
                  <c:v>98.113358000000005</c:v>
                </c:pt>
                <c:pt idx="2773">
                  <c:v>98.158157000000003</c:v>
                </c:pt>
                <c:pt idx="2774">
                  <c:v>98.161545000000004</c:v>
                </c:pt>
                <c:pt idx="2775">
                  <c:v>98.145660000000007</c:v>
                </c:pt>
                <c:pt idx="2776">
                  <c:v>98.144180000000006</c:v>
                </c:pt>
                <c:pt idx="2777">
                  <c:v>98.117064999999997</c:v>
                </c:pt>
                <c:pt idx="2778">
                  <c:v>98.022530000000003</c:v>
                </c:pt>
                <c:pt idx="2779">
                  <c:v>97.921417000000005</c:v>
                </c:pt>
                <c:pt idx="2780">
                  <c:v>97.815224000000001</c:v>
                </c:pt>
                <c:pt idx="2781">
                  <c:v>97.700042999999994</c:v>
                </c:pt>
                <c:pt idx="2782">
                  <c:v>97.593902999999997</c:v>
                </c:pt>
                <c:pt idx="2783">
                  <c:v>97.508499</c:v>
                </c:pt>
                <c:pt idx="2784">
                  <c:v>97.399367999999996</c:v>
                </c:pt>
                <c:pt idx="2785">
                  <c:v>97.269699000000003</c:v>
                </c:pt>
                <c:pt idx="2786">
                  <c:v>97.135070999999996</c:v>
                </c:pt>
                <c:pt idx="2787">
                  <c:v>97.006766999999996</c:v>
                </c:pt>
                <c:pt idx="2788">
                  <c:v>96.888099999999994</c:v>
                </c:pt>
                <c:pt idx="2789">
                  <c:v>96.815689000000006</c:v>
                </c:pt>
                <c:pt idx="2790">
                  <c:v>96.722060999999997</c:v>
                </c:pt>
                <c:pt idx="2791">
                  <c:v>96.594939999999994</c:v>
                </c:pt>
                <c:pt idx="2792">
                  <c:v>96.437775000000002</c:v>
                </c:pt>
                <c:pt idx="2793">
                  <c:v>96.274742000000003</c:v>
                </c:pt>
                <c:pt idx="2794">
                  <c:v>96.136925000000005</c:v>
                </c:pt>
                <c:pt idx="2795">
                  <c:v>96.089911999999998</c:v>
                </c:pt>
                <c:pt idx="2796">
                  <c:v>96.149024999999995</c:v>
                </c:pt>
                <c:pt idx="2797">
                  <c:v>96.190414000000004</c:v>
                </c:pt>
                <c:pt idx="2798">
                  <c:v>96.194038000000006</c:v>
                </c:pt>
                <c:pt idx="2799">
                  <c:v>96.194755999999998</c:v>
                </c:pt>
                <c:pt idx="2800">
                  <c:v>96.231339000000006</c:v>
                </c:pt>
                <c:pt idx="2801">
                  <c:v>96.230277999999998</c:v>
                </c:pt>
                <c:pt idx="2802">
                  <c:v>96.190017999999995</c:v>
                </c:pt>
                <c:pt idx="2803">
                  <c:v>96.104691000000003</c:v>
                </c:pt>
                <c:pt idx="2804">
                  <c:v>95.977172999999993</c:v>
                </c:pt>
                <c:pt idx="2805">
                  <c:v>95.761887000000002</c:v>
                </c:pt>
                <c:pt idx="2806">
                  <c:v>95.503737999999998</c:v>
                </c:pt>
                <c:pt idx="2807">
                  <c:v>95.277366999999998</c:v>
                </c:pt>
                <c:pt idx="2808">
                  <c:v>95.101356999999993</c:v>
                </c:pt>
                <c:pt idx="2809">
                  <c:v>94.975853000000001</c:v>
                </c:pt>
                <c:pt idx="2810">
                  <c:v>94.885070999999996</c:v>
                </c:pt>
                <c:pt idx="2811">
                  <c:v>94.786422999999999</c:v>
                </c:pt>
                <c:pt idx="2812">
                  <c:v>94.701888999999994</c:v>
                </c:pt>
                <c:pt idx="2813">
                  <c:v>94.604102999999995</c:v>
                </c:pt>
                <c:pt idx="2814">
                  <c:v>94.482039999999998</c:v>
                </c:pt>
                <c:pt idx="2815">
                  <c:v>94.419623999999999</c:v>
                </c:pt>
                <c:pt idx="2816">
                  <c:v>94.403931</c:v>
                </c:pt>
                <c:pt idx="2817">
                  <c:v>94.401199000000005</c:v>
                </c:pt>
                <c:pt idx="2818">
                  <c:v>94.391318999999996</c:v>
                </c:pt>
                <c:pt idx="2819">
                  <c:v>94.363502999999994</c:v>
                </c:pt>
                <c:pt idx="2820">
                  <c:v>94.268615999999994</c:v>
                </c:pt>
                <c:pt idx="2821">
                  <c:v>94.144012000000004</c:v>
                </c:pt>
                <c:pt idx="2822">
                  <c:v>93.972649000000004</c:v>
                </c:pt>
                <c:pt idx="2823">
                  <c:v>93.747512999999998</c:v>
                </c:pt>
                <c:pt idx="2824">
                  <c:v>93.505279999999999</c:v>
                </c:pt>
                <c:pt idx="2825">
                  <c:v>93.270279000000002</c:v>
                </c:pt>
                <c:pt idx="2826">
                  <c:v>93.049994999999996</c:v>
                </c:pt>
                <c:pt idx="2827">
                  <c:v>92.858413999999996</c:v>
                </c:pt>
                <c:pt idx="2828">
                  <c:v>92.671172999999996</c:v>
                </c:pt>
                <c:pt idx="2829">
                  <c:v>92.529647999999995</c:v>
                </c:pt>
                <c:pt idx="2830">
                  <c:v>92.377960000000002</c:v>
                </c:pt>
                <c:pt idx="2831">
                  <c:v>92.196983000000003</c:v>
                </c:pt>
                <c:pt idx="2832">
                  <c:v>91.992812999999998</c:v>
                </c:pt>
                <c:pt idx="2833">
                  <c:v>91.838561999999996</c:v>
                </c:pt>
                <c:pt idx="2834">
                  <c:v>91.700683999999995</c:v>
                </c:pt>
                <c:pt idx="2835">
                  <c:v>91.578368999999995</c:v>
                </c:pt>
                <c:pt idx="2836">
                  <c:v>91.463904999999997</c:v>
                </c:pt>
                <c:pt idx="2837">
                  <c:v>91.368606999999997</c:v>
                </c:pt>
                <c:pt idx="2838">
                  <c:v>91.253035999999994</c:v>
                </c:pt>
                <c:pt idx="2839">
                  <c:v>91.148430000000005</c:v>
                </c:pt>
                <c:pt idx="2840">
                  <c:v>91.013076999999996</c:v>
                </c:pt>
                <c:pt idx="2841">
                  <c:v>90.881148999999994</c:v>
                </c:pt>
                <c:pt idx="2842">
                  <c:v>90.716324</c:v>
                </c:pt>
                <c:pt idx="2843">
                  <c:v>90.562347000000003</c:v>
                </c:pt>
                <c:pt idx="2844">
                  <c:v>90.409546000000006</c:v>
                </c:pt>
                <c:pt idx="2845">
                  <c:v>90.266434000000004</c:v>
                </c:pt>
                <c:pt idx="2846">
                  <c:v>90.100334000000004</c:v>
                </c:pt>
                <c:pt idx="2847">
                  <c:v>89.917090999999999</c:v>
                </c:pt>
                <c:pt idx="2848">
                  <c:v>89.793045000000006</c:v>
                </c:pt>
                <c:pt idx="2849">
                  <c:v>89.665619000000007</c:v>
                </c:pt>
                <c:pt idx="2850">
                  <c:v>89.523842000000002</c:v>
                </c:pt>
                <c:pt idx="2851">
                  <c:v>89.397514000000001</c:v>
                </c:pt>
                <c:pt idx="2852">
                  <c:v>89.301238999999995</c:v>
                </c:pt>
                <c:pt idx="2853">
                  <c:v>89.222588000000002</c:v>
                </c:pt>
                <c:pt idx="2854">
                  <c:v>89.108452</c:v>
                </c:pt>
                <c:pt idx="2855">
                  <c:v>88.996834000000007</c:v>
                </c:pt>
                <c:pt idx="2856">
                  <c:v>88.880927999999997</c:v>
                </c:pt>
                <c:pt idx="2857">
                  <c:v>88.776854999999998</c:v>
                </c:pt>
                <c:pt idx="2858">
                  <c:v>88.687126000000006</c:v>
                </c:pt>
                <c:pt idx="2859">
                  <c:v>88.597710000000006</c:v>
                </c:pt>
                <c:pt idx="2860">
                  <c:v>88.563789</c:v>
                </c:pt>
                <c:pt idx="2861">
                  <c:v>88.575462000000002</c:v>
                </c:pt>
                <c:pt idx="2862">
                  <c:v>88.588729999999998</c:v>
                </c:pt>
                <c:pt idx="2863">
                  <c:v>88.622459000000006</c:v>
                </c:pt>
                <c:pt idx="2864">
                  <c:v>88.686004999999994</c:v>
                </c:pt>
                <c:pt idx="2865">
                  <c:v>88.724800000000002</c:v>
                </c:pt>
                <c:pt idx="2866">
                  <c:v>88.783600000000007</c:v>
                </c:pt>
                <c:pt idx="2867">
                  <c:v>88.803780000000003</c:v>
                </c:pt>
                <c:pt idx="2868">
                  <c:v>88.758430000000004</c:v>
                </c:pt>
                <c:pt idx="2869">
                  <c:v>88.687331999999998</c:v>
                </c:pt>
                <c:pt idx="2870">
                  <c:v>88.594359999999995</c:v>
                </c:pt>
                <c:pt idx="2871">
                  <c:v>88.430817000000005</c:v>
                </c:pt>
                <c:pt idx="2872">
                  <c:v>88.215194999999994</c:v>
                </c:pt>
                <c:pt idx="2873">
                  <c:v>87.961105000000003</c:v>
                </c:pt>
                <c:pt idx="2874">
                  <c:v>87.725532999999999</c:v>
                </c:pt>
                <c:pt idx="2875">
                  <c:v>87.463645999999997</c:v>
                </c:pt>
                <c:pt idx="2876">
                  <c:v>87.159935000000004</c:v>
                </c:pt>
                <c:pt idx="2877">
                  <c:v>86.842986999999994</c:v>
                </c:pt>
                <c:pt idx="2878">
                  <c:v>86.557036999999994</c:v>
                </c:pt>
                <c:pt idx="2879">
                  <c:v>86.315535999999994</c:v>
                </c:pt>
                <c:pt idx="2880">
                  <c:v>86.116057999999995</c:v>
                </c:pt>
                <c:pt idx="2881">
                  <c:v>85.937370000000001</c:v>
                </c:pt>
                <c:pt idx="2882">
                  <c:v>85.776291000000001</c:v>
                </c:pt>
                <c:pt idx="2883">
                  <c:v>85.625015000000005</c:v>
                </c:pt>
                <c:pt idx="2884">
                  <c:v>85.491455000000002</c:v>
                </c:pt>
                <c:pt idx="2885">
                  <c:v>85.356171000000003</c:v>
                </c:pt>
                <c:pt idx="2886">
                  <c:v>85.240143000000003</c:v>
                </c:pt>
                <c:pt idx="2887">
                  <c:v>85.124640999999997</c:v>
                </c:pt>
                <c:pt idx="2888">
                  <c:v>85.018562000000003</c:v>
                </c:pt>
                <c:pt idx="2889">
                  <c:v>84.911392000000006</c:v>
                </c:pt>
                <c:pt idx="2890">
                  <c:v>84.828079000000002</c:v>
                </c:pt>
                <c:pt idx="2891">
                  <c:v>84.736389000000003</c:v>
                </c:pt>
                <c:pt idx="2892">
                  <c:v>84.689521999999997</c:v>
                </c:pt>
                <c:pt idx="2893">
                  <c:v>84.667702000000006</c:v>
                </c:pt>
                <c:pt idx="2894">
                  <c:v>84.581481999999994</c:v>
                </c:pt>
                <c:pt idx="2895">
                  <c:v>84.464873999999995</c:v>
                </c:pt>
                <c:pt idx="2896">
                  <c:v>84.332404999999994</c:v>
                </c:pt>
                <c:pt idx="2897">
                  <c:v>84.197265999999999</c:v>
                </c:pt>
                <c:pt idx="2898">
                  <c:v>84.072624000000005</c:v>
                </c:pt>
                <c:pt idx="2899">
                  <c:v>83.937492000000006</c:v>
                </c:pt>
                <c:pt idx="2900">
                  <c:v>83.797127000000003</c:v>
                </c:pt>
                <c:pt idx="2901">
                  <c:v>83.643456</c:v>
                </c:pt>
                <c:pt idx="2902">
                  <c:v>83.550506999999996</c:v>
                </c:pt>
                <c:pt idx="2903">
                  <c:v>83.478210000000004</c:v>
                </c:pt>
                <c:pt idx="2904">
                  <c:v>83.449248999999995</c:v>
                </c:pt>
                <c:pt idx="2905">
                  <c:v>83.368851000000006</c:v>
                </c:pt>
                <c:pt idx="2906">
                  <c:v>83.311333000000005</c:v>
                </c:pt>
                <c:pt idx="2907">
                  <c:v>83.236534000000006</c:v>
                </c:pt>
                <c:pt idx="2908">
                  <c:v>83.174103000000002</c:v>
                </c:pt>
                <c:pt idx="2909">
                  <c:v>83.137955000000005</c:v>
                </c:pt>
                <c:pt idx="2910">
                  <c:v>83.101067</c:v>
                </c:pt>
                <c:pt idx="2911">
                  <c:v>83.053878999999995</c:v>
                </c:pt>
                <c:pt idx="2912">
                  <c:v>83.036957000000001</c:v>
                </c:pt>
                <c:pt idx="2913">
                  <c:v>83.033867000000001</c:v>
                </c:pt>
                <c:pt idx="2914">
                  <c:v>83.029235999999997</c:v>
                </c:pt>
                <c:pt idx="2915">
                  <c:v>83.034865999999994</c:v>
                </c:pt>
                <c:pt idx="2916">
                  <c:v>83.070205999999999</c:v>
                </c:pt>
                <c:pt idx="2917">
                  <c:v>83.104202000000001</c:v>
                </c:pt>
                <c:pt idx="2918">
                  <c:v>83.139381</c:v>
                </c:pt>
                <c:pt idx="2919">
                  <c:v>83.189239999999998</c:v>
                </c:pt>
                <c:pt idx="2920">
                  <c:v>83.232330000000005</c:v>
                </c:pt>
                <c:pt idx="2921">
                  <c:v>83.305983999999995</c:v>
                </c:pt>
                <c:pt idx="2922">
                  <c:v>83.326583999999997</c:v>
                </c:pt>
                <c:pt idx="2923">
                  <c:v>83.304130999999998</c:v>
                </c:pt>
                <c:pt idx="2924">
                  <c:v>83.238784999999993</c:v>
                </c:pt>
                <c:pt idx="2925">
                  <c:v>83.160758999999999</c:v>
                </c:pt>
                <c:pt idx="2926">
                  <c:v>83.073905999999994</c:v>
                </c:pt>
                <c:pt idx="2927">
                  <c:v>82.940033</c:v>
                </c:pt>
                <c:pt idx="2928">
                  <c:v>82.766700999999998</c:v>
                </c:pt>
                <c:pt idx="2929">
                  <c:v>82.632416000000006</c:v>
                </c:pt>
                <c:pt idx="2930">
                  <c:v>82.494888000000003</c:v>
                </c:pt>
                <c:pt idx="2931">
                  <c:v>82.377853000000002</c:v>
                </c:pt>
                <c:pt idx="2932">
                  <c:v>82.238181999999995</c:v>
                </c:pt>
                <c:pt idx="2933">
                  <c:v>82.180374</c:v>
                </c:pt>
                <c:pt idx="2934">
                  <c:v>82.119231999999997</c:v>
                </c:pt>
                <c:pt idx="2935">
                  <c:v>82.078247000000005</c:v>
                </c:pt>
                <c:pt idx="2936">
                  <c:v>82.013390000000001</c:v>
                </c:pt>
                <c:pt idx="2937">
                  <c:v>81.949348000000001</c:v>
                </c:pt>
                <c:pt idx="2938">
                  <c:v>81.915344000000005</c:v>
                </c:pt>
                <c:pt idx="2939">
                  <c:v>81.845337000000001</c:v>
                </c:pt>
                <c:pt idx="2940">
                  <c:v>81.759147999999996</c:v>
                </c:pt>
                <c:pt idx="2941">
                  <c:v>81.614372000000003</c:v>
                </c:pt>
                <c:pt idx="2942">
                  <c:v>81.416595000000001</c:v>
                </c:pt>
                <c:pt idx="2943">
                  <c:v>81.200844000000004</c:v>
                </c:pt>
                <c:pt idx="2944">
                  <c:v>80.988906999999998</c:v>
                </c:pt>
                <c:pt idx="2945">
                  <c:v>80.827247999999997</c:v>
                </c:pt>
                <c:pt idx="2946">
                  <c:v>80.682952999999998</c:v>
                </c:pt>
                <c:pt idx="2947">
                  <c:v>80.564460999999994</c:v>
                </c:pt>
                <c:pt idx="2948">
                  <c:v>80.449409000000003</c:v>
                </c:pt>
                <c:pt idx="2949">
                  <c:v>80.350273000000001</c:v>
                </c:pt>
                <c:pt idx="2950">
                  <c:v>80.282936000000007</c:v>
                </c:pt>
                <c:pt idx="2951">
                  <c:v>80.254020999999995</c:v>
                </c:pt>
                <c:pt idx="2952">
                  <c:v>80.231041000000005</c:v>
                </c:pt>
                <c:pt idx="2953">
                  <c:v>80.206008999999995</c:v>
                </c:pt>
                <c:pt idx="2954">
                  <c:v>80.197997999999998</c:v>
                </c:pt>
                <c:pt idx="2955">
                  <c:v>80.203361999999998</c:v>
                </c:pt>
                <c:pt idx="2956">
                  <c:v>80.172272000000007</c:v>
                </c:pt>
                <c:pt idx="2957">
                  <c:v>80.123581000000001</c:v>
                </c:pt>
                <c:pt idx="2958">
                  <c:v>80.063582999999994</c:v>
                </c:pt>
                <c:pt idx="2959">
                  <c:v>79.986839000000003</c:v>
                </c:pt>
                <c:pt idx="2960">
                  <c:v>79.894103999999999</c:v>
                </c:pt>
                <c:pt idx="2961">
                  <c:v>79.774330000000006</c:v>
                </c:pt>
                <c:pt idx="2962">
                  <c:v>79.612121999999999</c:v>
                </c:pt>
                <c:pt idx="2963">
                  <c:v>79.445366000000007</c:v>
                </c:pt>
                <c:pt idx="2964">
                  <c:v>79.281265000000005</c:v>
                </c:pt>
                <c:pt idx="2965">
                  <c:v>79.133872999999994</c:v>
                </c:pt>
                <c:pt idx="2966">
                  <c:v>78.956199999999995</c:v>
                </c:pt>
                <c:pt idx="2967">
                  <c:v>78.768265</c:v>
                </c:pt>
                <c:pt idx="2968">
                  <c:v>78.571738999999994</c:v>
                </c:pt>
                <c:pt idx="2969">
                  <c:v>78.378760999999997</c:v>
                </c:pt>
                <c:pt idx="2970">
                  <c:v>78.250968999999998</c:v>
                </c:pt>
                <c:pt idx="2971">
                  <c:v>78.180992000000003</c:v>
                </c:pt>
                <c:pt idx="2972">
                  <c:v>78.143828999999997</c:v>
                </c:pt>
                <c:pt idx="2973">
                  <c:v>78.116866999999999</c:v>
                </c:pt>
                <c:pt idx="2974">
                  <c:v>78.137360000000001</c:v>
                </c:pt>
                <c:pt idx="2975">
                  <c:v>78.303177000000005</c:v>
                </c:pt>
                <c:pt idx="2976">
                  <c:v>78.838538999999997</c:v>
                </c:pt>
                <c:pt idx="2977">
                  <c:v>80.039237999999997</c:v>
                </c:pt>
                <c:pt idx="2978">
                  <c:v>81.749397000000002</c:v>
                </c:pt>
                <c:pt idx="2979">
                  <c:v>83.326438999999993</c:v>
                </c:pt>
                <c:pt idx="2980">
                  <c:v>84.131989000000004</c:v>
                </c:pt>
                <c:pt idx="2981">
                  <c:v>83.958160000000007</c:v>
                </c:pt>
                <c:pt idx="2982">
                  <c:v>81.549537999999998</c:v>
                </c:pt>
                <c:pt idx="2983">
                  <c:v>79.758499</c:v>
                </c:pt>
                <c:pt idx="2984">
                  <c:v>78.779410999999996</c:v>
                </c:pt>
                <c:pt idx="2985">
                  <c:v>78.293807999999999</c:v>
                </c:pt>
                <c:pt idx="2986">
                  <c:v>78.075462000000002</c:v>
                </c:pt>
                <c:pt idx="2987">
                  <c:v>77.953888000000006</c:v>
                </c:pt>
                <c:pt idx="2988">
                  <c:v>77.827186999999995</c:v>
                </c:pt>
                <c:pt idx="2989">
                  <c:v>77.663360999999995</c:v>
                </c:pt>
                <c:pt idx="2990">
                  <c:v>77.461922000000001</c:v>
                </c:pt>
                <c:pt idx="2991">
                  <c:v>77.236762999999996</c:v>
                </c:pt>
                <c:pt idx="2992">
                  <c:v>77.028830999999997</c:v>
                </c:pt>
                <c:pt idx="2993">
                  <c:v>76.843124000000003</c:v>
                </c:pt>
                <c:pt idx="2994">
                  <c:v>76.682548999999995</c:v>
                </c:pt>
                <c:pt idx="2995">
                  <c:v>76.543700999999999</c:v>
                </c:pt>
                <c:pt idx="2996">
                  <c:v>76.404601999999997</c:v>
                </c:pt>
                <c:pt idx="2997">
                  <c:v>76.308075000000002</c:v>
                </c:pt>
                <c:pt idx="2998">
                  <c:v>76.245521999999994</c:v>
                </c:pt>
                <c:pt idx="2999">
                  <c:v>76.225348999999994</c:v>
                </c:pt>
                <c:pt idx="3000">
                  <c:v>76.204719999999995</c:v>
                </c:pt>
                <c:pt idx="3001">
                  <c:v>76.188118000000003</c:v>
                </c:pt>
                <c:pt idx="3002">
                  <c:v>76.180260000000004</c:v>
                </c:pt>
                <c:pt idx="3003">
                  <c:v>76.138846999999998</c:v>
                </c:pt>
                <c:pt idx="3004">
                  <c:v>76.080451999999994</c:v>
                </c:pt>
                <c:pt idx="3005">
                  <c:v>76.010177999999996</c:v>
                </c:pt>
                <c:pt idx="3006">
                  <c:v>75.924132999999998</c:v>
                </c:pt>
                <c:pt idx="3007">
                  <c:v>75.825232999999997</c:v>
                </c:pt>
                <c:pt idx="3008">
                  <c:v>75.774483000000004</c:v>
                </c:pt>
                <c:pt idx="3009">
                  <c:v>75.788673000000003</c:v>
                </c:pt>
                <c:pt idx="3010">
                  <c:v>75.856155000000001</c:v>
                </c:pt>
                <c:pt idx="3011">
                  <c:v>75.916327999999993</c:v>
                </c:pt>
                <c:pt idx="3012">
                  <c:v>75.916374000000005</c:v>
                </c:pt>
                <c:pt idx="3013">
                  <c:v>75.868324000000001</c:v>
                </c:pt>
                <c:pt idx="3014">
                  <c:v>75.853386</c:v>
                </c:pt>
                <c:pt idx="3015">
                  <c:v>75.957779000000002</c:v>
                </c:pt>
                <c:pt idx="3016">
                  <c:v>76.193916000000002</c:v>
                </c:pt>
                <c:pt idx="3017">
                  <c:v>76.429648999999998</c:v>
                </c:pt>
                <c:pt idx="3018">
                  <c:v>76.608788000000004</c:v>
                </c:pt>
                <c:pt idx="3019">
                  <c:v>76.782875000000004</c:v>
                </c:pt>
                <c:pt idx="3020">
                  <c:v>76.946167000000003</c:v>
                </c:pt>
                <c:pt idx="3021">
                  <c:v>77.078277999999997</c:v>
                </c:pt>
                <c:pt idx="3022">
                  <c:v>77.183700999999999</c:v>
                </c:pt>
                <c:pt idx="3023">
                  <c:v>77.283057999999997</c:v>
                </c:pt>
                <c:pt idx="3024">
                  <c:v>77.377791999999999</c:v>
                </c:pt>
                <c:pt idx="3025">
                  <c:v>77.464332999999996</c:v>
                </c:pt>
                <c:pt idx="3026">
                  <c:v>77.520568999999995</c:v>
                </c:pt>
                <c:pt idx="3027">
                  <c:v>77.548546000000002</c:v>
                </c:pt>
                <c:pt idx="3028">
                  <c:v>77.558837999999994</c:v>
                </c:pt>
                <c:pt idx="3029">
                  <c:v>77.556624999999997</c:v>
                </c:pt>
                <c:pt idx="3030">
                  <c:v>77.545113000000001</c:v>
                </c:pt>
                <c:pt idx="3031">
                  <c:v>77.526184000000001</c:v>
                </c:pt>
                <c:pt idx="3032">
                  <c:v>77.497932000000006</c:v>
                </c:pt>
                <c:pt idx="3033">
                  <c:v>77.466362000000004</c:v>
                </c:pt>
                <c:pt idx="3034">
                  <c:v>77.446793</c:v>
                </c:pt>
                <c:pt idx="3035">
                  <c:v>77.458633000000006</c:v>
                </c:pt>
                <c:pt idx="3036">
                  <c:v>77.512016000000003</c:v>
                </c:pt>
                <c:pt idx="3037">
                  <c:v>77.623688000000001</c:v>
                </c:pt>
                <c:pt idx="3038">
                  <c:v>77.799010999999993</c:v>
                </c:pt>
                <c:pt idx="3039">
                  <c:v>77.999938999999998</c:v>
                </c:pt>
                <c:pt idx="3040">
                  <c:v>78.196280999999999</c:v>
                </c:pt>
                <c:pt idx="3041">
                  <c:v>78.346558000000002</c:v>
                </c:pt>
                <c:pt idx="3042">
                  <c:v>78.437447000000006</c:v>
                </c:pt>
                <c:pt idx="3043">
                  <c:v>78.492553999999998</c:v>
                </c:pt>
                <c:pt idx="3044">
                  <c:v>78.554848000000007</c:v>
                </c:pt>
                <c:pt idx="3045">
                  <c:v>78.653182999999999</c:v>
                </c:pt>
                <c:pt idx="3046">
                  <c:v>78.784767000000002</c:v>
                </c:pt>
                <c:pt idx="3047">
                  <c:v>78.924544999999995</c:v>
                </c:pt>
                <c:pt idx="3048">
                  <c:v>79.016548</c:v>
                </c:pt>
                <c:pt idx="3049">
                  <c:v>79.039046999999997</c:v>
                </c:pt>
                <c:pt idx="3050">
                  <c:v>78.969009</c:v>
                </c:pt>
                <c:pt idx="3051">
                  <c:v>78.816811000000001</c:v>
                </c:pt>
                <c:pt idx="3052">
                  <c:v>78.627990999999994</c:v>
                </c:pt>
                <c:pt idx="3053">
                  <c:v>78.460762000000003</c:v>
                </c:pt>
                <c:pt idx="3054">
                  <c:v>78.333870000000005</c:v>
                </c:pt>
                <c:pt idx="3055">
                  <c:v>78.234031999999999</c:v>
                </c:pt>
                <c:pt idx="3056">
                  <c:v>78.179207000000005</c:v>
                </c:pt>
                <c:pt idx="3057">
                  <c:v>78.121216000000004</c:v>
                </c:pt>
                <c:pt idx="3058">
                  <c:v>78.104515000000006</c:v>
                </c:pt>
                <c:pt idx="3059">
                  <c:v>78.090027000000006</c:v>
                </c:pt>
                <c:pt idx="3060">
                  <c:v>78.072868</c:v>
                </c:pt>
                <c:pt idx="3061">
                  <c:v>78.017380000000003</c:v>
                </c:pt>
                <c:pt idx="3062">
                  <c:v>77.887207000000004</c:v>
                </c:pt>
                <c:pt idx="3063">
                  <c:v>77.686278999999999</c:v>
                </c:pt>
                <c:pt idx="3064">
                  <c:v>77.452231999999995</c:v>
                </c:pt>
                <c:pt idx="3065">
                  <c:v>77.256720999999999</c:v>
                </c:pt>
                <c:pt idx="3066">
                  <c:v>77.108497999999997</c:v>
                </c:pt>
                <c:pt idx="3067">
                  <c:v>76.992485000000002</c:v>
                </c:pt>
                <c:pt idx="3068">
                  <c:v>76.874206999999998</c:v>
                </c:pt>
                <c:pt idx="3069">
                  <c:v>76.739975000000001</c:v>
                </c:pt>
                <c:pt idx="3070">
                  <c:v>76.609261000000004</c:v>
                </c:pt>
                <c:pt idx="3071">
                  <c:v>76.479523</c:v>
                </c:pt>
                <c:pt idx="3072">
                  <c:v>76.370711999999997</c:v>
                </c:pt>
                <c:pt idx="3073">
                  <c:v>76.289306999999994</c:v>
                </c:pt>
                <c:pt idx="3074">
                  <c:v>76.230575999999999</c:v>
                </c:pt>
                <c:pt idx="3075">
                  <c:v>76.174080000000004</c:v>
                </c:pt>
                <c:pt idx="3076">
                  <c:v>76.108474999999999</c:v>
                </c:pt>
                <c:pt idx="3077">
                  <c:v>76.028380999999996</c:v>
                </c:pt>
                <c:pt idx="3078">
                  <c:v>75.940230999999997</c:v>
                </c:pt>
                <c:pt idx="3079">
                  <c:v>75.856719999999996</c:v>
                </c:pt>
                <c:pt idx="3080">
                  <c:v>75.783553999999995</c:v>
                </c:pt>
                <c:pt idx="3081">
                  <c:v>75.741767999999993</c:v>
                </c:pt>
                <c:pt idx="3082">
                  <c:v>75.715018999999998</c:v>
                </c:pt>
                <c:pt idx="3083">
                  <c:v>75.704102000000006</c:v>
                </c:pt>
                <c:pt idx="3084">
                  <c:v>75.699096999999995</c:v>
                </c:pt>
                <c:pt idx="3085">
                  <c:v>75.702979999999997</c:v>
                </c:pt>
                <c:pt idx="3086">
                  <c:v>75.808197000000007</c:v>
                </c:pt>
                <c:pt idx="3087">
                  <c:v>75.874397000000002</c:v>
                </c:pt>
                <c:pt idx="3088">
                  <c:v>75.920997999999997</c:v>
                </c:pt>
                <c:pt idx="3089">
                  <c:v>75.956847999999994</c:v>
                </c:pt>
                <c:pt idx="3090">
                  <c:v>75.976546999999997</c:v>
                </c:pt>
                <c:pt idx="3091">
                  <c:v>75.969077999999996</c:v>
                </c:pt>
                <c:pt idx="3092">
                  <c:v>75.928741000000002</c:v>
                </c:pt>
                <c:pt idx="3093">
                  <c:v>75.848472999999998</c:v>
                </c:pt>
                <c:pt idx="3094">
                  <c:v>75.734215000000006</c:v>
                </c:pt>
                <c:pt idx="3095">
                  <c:v>75.618553000000006</c:v>
                </c:pt>
                <c:pt idx="3096">
                  <c:v>75.534058000000002</c:v>
                </c:pt>
                <c:pt idx="3097">
                  <c:v>75.486282000000003</c:v>
                </c:pt>
                <c:pt idx="3098">
                  <c:v>75.466087000000002</c:v>
                </c:pt>
                <c:pt idx="3099">
                  <c:v>75.451256000000001</c:v>
                </c:pt>
                <c:pt idx="3100">
                  <c:v>75.416267000000005</c:v>
                </c:pt>
                <c:pt idx="3101">
                  <c:v>75.351616000000007</c:v>
                </c:pt>
                <c:pt idx="3102">
                  <c:v>75.268944000000005</c:v>
                </c:pt>
                <c:pt idx="3103">
                  <c:v>75.186629999999994</c:v>
                </c:pt>
                <c:pt idx="3104">
                  <c:v>75.113388</c:v>
                </c:pt>
                <c:pt idx="3105">
                  <c:v>75.043282000000005</c:v>
                </c:pt>
                <c:pt idx="3106">
                  <c:v>74.981369000000001</c:v>
                </c:pt>
                <c:pt idx="3107">
                  <c:v>74.923828</c:v>
                </c:pt>
                <c:pt idx="3108">
                  <c:v>74.868651999999997</c:v>
                </c:pt>
                <c:pt idx="3109">
                  <c:v>74.810112000000004</c:v>
                </c:pt>
                <c:pt idx="3110">
                  <c:v>74.748795000000001</c:v>
                </c:pt>
                <c:pt idx="3111">
                  <c:v>74.690551999999997</c:v>
                </c:pt>
                <c:pt idx="3112">
                  <c:v>74.646361999999996</c:v>
                </c:pt>
                <c:pt idx="3113">
                  <c:v>74.619575999999995</c:v>
                </c:pt>
                <c:pt idx="3114">
                  <c:v>74.609734000000003</c:v>
                </c:pt>
                <c:pt idx="3115">
                  <c:v>74.615264999999994</c:v>
                </c:pt>
                <c:pt idx="3116">
                  <c:v>74.631584000000004</c:v>
                </c:pt>
                <c:pt idx="3117">
                  <c:v>74.664710999999997</c:v>
                </c:pt>
                <c:pt idx="3118">
                  <c:v>74.718895000000003</c:v>
                </c:pt>
                <c:pt idx="3119">
                  <c:v>74.791283000000007</c:v>
                </c:pt>
                <c:pt idx="3120">
                  <c:v>74.887282999999996</c:v>
                </c:pt>
                <c:pt idx="3121">
                  <c:v>75.002510000000001</c:v>
                </c:pt>
                <c:pt idx="3122">
                  <c:v>75.137687999999997</c:v>
                </c:pt>
                <c:pt idx="3123">
                  <c:v>75.289299</c:v>
                </c:pt>
                <c:pt idx="3124">
                  <c:v>75.448577999999998</c:v>
                </c:pt>
                <c:pt idx="3125">
                  <c:v>75.613051999999996</c:v>
                </c:pt>
                <c:pt idx="3126">
                  <c:v>75.780174000000002</c:v>
                </c:pt>
                <c:pt idx="3127">
                  <c:v>75.954155</c:v>
                </c:pt>
                <c:pt idx="3128">
                  <c:v>76.140929999999997</c:v>
                </c:pt>
                <c:pt idx="3129">
                  <c:v>76.340041999999997</c:v>
                </c:pt>
                <c:pt idx="3130">
                  <c:v>76.492042999999995</c:v>
                </c:pt>
                <c:pt idx="3131">
                  <c:v>76.534576000000001</c:v>
                </c:pt>
                <c:pt idx="3132">
                  <c:v>76.460335000000001</c:v>
                </c:pt>
                <c:pt idx="3133">
                  <c:v>76.287209000000004</c:v>
                </c:pt>
                <c:pt idx="3134">
                  <c:v>76.144951000000006</c:v>
                </c:pt>
                <c:pt idx="3135">
                  <c:v>76.007987999999997</c:v>
                </c:pt>
                <c:pt idx="3136">
                  <c:v>75.874602999999993</c:v>
                </c:pt>
                <c:pt idx="3137">
                  <c:v>75.774192999999997</c:v>
                </c:pt>
                <c:pt idx="3138">
                  <c:v>75.684853000000004</c:v>
                </c:pt>
                <c:pt idx="3139">
                  <c:v>75.607544000000004</c:v>
                </c:pt>
                <c:pt idx="3140">
                  <c:v>75.562920000000005</c:v>
                </c:pt>
                <c:pt idx="3141">
                  <c:v>75.555733000000004</c:v>
                </c:pt>
                <c:pt idx="3142">
                  <c:v>75.580521000000005</c:v>
                </c:pt>
                <c:pt idx="3143">
                  <c:v>75.613395999999995</c:v>
                </c:pt>
                <c:pt idx="3144">
                  <c:v>75.623039000000006</c:v>
                </c:pt>
                <c:pt idx="3145">
                  <c:v>75.550246999999999</c:v>
                </c:pt>
                <c:pt idx="3146">
                  <c:v>75.370834000000002</c:v>
                </c:pt>
                <c:pt idx="3147">
                  <c:v>75.195014999999998</c:v>
                </c:pt>
                <c:pt idx="3148">
                  <c:v>75.065887000000004</c:v>
                </c:pt>
                <c:pt idx="3149">
                  <c:v>74.943634000000003</c:v>
                </c:pt>
                <c:pt idx="3150">
                  <c:v>74.826713999999996</c:v>
                </c:pt>
                <c:pt idx="3151">
                  <c:v>74.745804000000007</c:v>
                </c:pt>
                <c:pt idx="3152">
                  <c:v>74.697722999999996</c:v>
                </c:pt>
                <c:pt idx="3153">
                  <c:v>74.694785999999993</c:v>
                </c:pt>
                <c:pt idx="3154">
                  <c:v>74.720862999999994</c:v>
                </c:pt>
                <c:pt idx="3155">
                  <c:v>74.711449000000002</c:v>
                </c:pt>
                <c:pt idx="3156">
                  <c:v>74.615539999999996</c:v>
                </c:pt>
                <c:pt idx="3157">
                  <c:v>74.471596000000005</c:v>
                </c:pt>
                <c:pt idx="3158">
                  <c:v>74.350776999999994</c:v>
                </c:pt>
                <c:pt idx="3159">
                  <c:v>74.313064999999995</c:v>
                </c:pt>
                <c:pt idx="3160">
                  <c:v>74.294669999999996</c:v>
                </c:pt>
                <c:pt idx="3161">
                  <c:v>74.239638999999997</c:v>
                </c:pt>
                <c:pt idx="3162">
                  <c:v>74.158996999999999</c:v>
                </c:pt>
                <c:pt idx="3163">
                  <c:v>74.071197999999995</c:v>
                </c:pt>
                <c:pt idx="3164">
                  <c:v>73.943268000000003</c:v>
                </c:pt>
                <c:pt idx="3165">
                  <c:v>73.710448999999997</c:v>
                </c:pt>
                <c:pt idx="3166">
                  <c:v>73.363975999999994</c:v>
                </c:pt>
                <c:pt idx="3167">
                  <c:v>72.877785000000003</c:v>
                </c:pt>
                <c:pt idx="3168">
                  <c:v>72.248786999999993</c:v>
                </c:pt>
                <c:pt idx="3169">
                  <c:v>71.533325000000005</c:v>
                </c:pt>
                <c:pt idx="3170">
                  <c:v>71.012939000000003</c:v>
                </c:pt>
                <c:pt idx="3171">
                  <c:v>70.666397000000003</c:v>
                </c:pt>
                <c:pt idx="3172">
                  <c:v>70.533562000000003</c:v>
                </c:pt>
                <c:pt idx="3173">
                  <c:v>70.680176000000003</c:v>
                </c:pt>
                <c:pt idx="3174">
                  <c:v>71.052916999999994</c:v>
                </c:pt>
                <c:pt idx="3175">
                  <c:v>71.600089999999994</c:v>
                </c:pt>
                <c:pt idx="3176">
                  <c:v>72.197722999999996</c:v>
                </c:pt>
                <c:pt idx="3177">
                  <c:v>72.466605999999999</c:v>
                </c:pt>
                <c:pt idx="3178">
                  <c:v>72.482353000000003</c:v>
                </c:pt>
                <c:pt idx="3179">
                  <c:v>72.309546999999995</c:v>
                </c:pt>
                <c:pt idx="3180">
                  <c:v>72.112549000000001</c:v>
                </c:pt>
                <c:pt idx="3181">
                  <c:v>71.906715000000005</c:v>
                </c:pt>
                <c:pt idx="3182">
                  <c:v>71.742690999999994</c:v>
                </c:pt>
                <c:pt idx="3183">
                  <c:v>71.593627999999995</c:v>
                </c:pt>
                <c:pt idx="3184">
                  <c:v>71.463004999999995</c:v>
                </c:pt>
                <c:pt idx="3185">
                  <c:v>71.381507999999997</c:v>
                </c:pt>
                <c:pt idx="3186">
                  <c:v>71.141174000000007</c:v>
                </c:pt>
                <c:pt idx="3187">
                  <c:v>70.760506000000007</c:v>
                </c:pt>
                <c:pt idx="3188">
                  <c:v>70.239379999999997</c:v>
                </c:pt>
                <c:pt idx="3189">
                  <c:v>69.741371000000001</c:v>
                </c:pt>
                <c:pt idx="3190">
                  <c:v>69.412009999999995</c:v>
                </c:pt>
                <c:pt idx="3191">
                  <c:v>69.447486999999995</c:v>
                </c:pt>
                <c:pt idx="3192">
                  <c:v>69.915244999999999</c:v>
                </c:pt>
                <c:pt idx="3193">
                  <c:v>70.474784999999997</c:v>
                </c:pt>
                <c:pt idx="3194">
                  <c:v>71.039253000000002</c:v>
                </c:pt>
                <c:pt idx="3195">
                  <c:v>71.59845</c:v>
                </c:pt>
                <c:pt idx="3196">
                  <c:v>72.075721999999999</c:v>
                </c:pt>
                <c:pt idx="3197">
                  <c:v>72.386123999999995</c:v>
                </c:pt>
                <c:pt idx="3198">
                  <c:v>72.591269999999994</c:v>
                </c:pt>
                <c:pt idx="3199">
                  <c:v>72.668021999999993</c:v>
                </c:pt>
                <c:pt idx="3200">
                  <c:v>72.624236999999994</c:v>
                </c:pt>
                <c:pt idx="3201">
                  <c:v>72.553657999999999</c:v>
                </c:pt>
                <c:pt idx="3202">
                  <c:v>72.490798999999996</c:v>
                </c:pt>
                <c:pt idx="3203">
                  <c:v>72.419433999999995</c:v>
                </c:pt>
                <c:pt idx="3204">
                  <c:v>72.326774999999998</c:v>
                </c:pt>
                <c:pt idx="3205">
                  <c:v>72.268744999999996</c:v>
                </c:pt>
                <c:pt idx="3206">
                  <c:v>72.285460999999998</c:v>
                </c:pt>
                <c:pt idx="3207">
                  <c:v>72.336594000000005</c:v>
                </c:pt>
                <c:pt idx="3208">
                  <c:v>72.417236000000003</c:v>
                </c:pt>
                <c:pt idx="3209">
                  <c:v>72.495643999999999</c:v>
                </c:pt>
                <c:pt idx="3210">
                  <c:v>72.619797000000005</c:v>
                </c:pt>
                <c:pt idx="3211">
                  <c:v>72.606560000000002</c:v>
                </c:pt>
                <c:pt idx="3212">
                  <c:v>72.505211000000003</c:v>
                </c:pt>
                <c:pt idx="3213">
                  <c:v>72.201424000000003</c:v>
                </c:pt>
                <c:pt idx="3214">
                  <c:v>71.676163000000003</c:v>
                </c:pt>
                <c:pt idx="3215">
                  <c:v>70.890197999999998</c:v>
                </c:pt>
                <c:pt idx="3216">
                  <c:v>69.894119000000003</c:v>
                </c:pt>
                <c:pt idx="3217">
                  <c:v>68.918114000000003</c:v>
                </c:pt>
                <c:pt idx="3218">
                  <c:v>68.117644999999996</c:v>
                </c:pt>
                <c:pt idx="3219">
                  <c:v>67.507423000000003</c:v>
                </c:pt>
                <c:pt idx="3220">
                  <c:v>67.041306000000006</c:v>
                </c:pt>
                <c:pt idx="3221">
                  <c:v>66.846519000000001</c:v>
                </c:pt>
                <c:pt idx="3222">
                  <c:v>66.791602999999995</c:v>
                </c:pt>
                <c:pt idx="3223">
                  <c:v>66.727478000000005</c:v>
                </c:pt>
                <c:pt idx="3224">
                  <c:v>66.677734000000001</c:v>
                </c:pt>
                <c:pt idx="3225">
                  <c:v>66.643119999999996</c:v>
                </c:pt>
                <c:pt idx="3226">
                  <c:v>66.636032</c:v>
                </c:pt>
                <c:pt idx="3227">
                  <c:v>66.647628999999995</c:v>
                </c:pt>
                <c:pt idx="3228">
                  <c:v>66.678696000000002</c:v>
                </c:pt>
                <c:pt idx="3229">
                  <c:v>66.726676999999995</c:v>
                </c:pt>
                <c:pt idx="3230">
                  <c:v>66.782454999999999</c:v>
                </c:pt>
                <c:pt idx="3231">
                  <c:v>66.838736999999995</c:v>
                </c:pt>
                <c:pt idx="3232">
                  <c:v>66.919212000000002</c:v>
                </c:pt>
                <c:pt idx="3233">
                  <c:v>67.237403999999998</c:v>
                </c:pt>
                <c:pt idx="3234">
                  <c:v>67.514579999999995</c:v>
                </c:pt>
                <c:pt idx="3235">
                  <c:v>67.848526000000007</c:v>
                </c:pt>
                <c:pt idx="3236">
                  <c:v>68.283714000000003</c:v>
                </c:pt>
                <c:pt idx="3237">
                  <c:v>68.763260000000002</c:v>
                </c:pt>
                <c:pt idx="3238">
                  <c:v>69.306183000000004</c:v>
                </c:pt>
                <c:pt idx="3239">
                  <c:v>69.619727999999995</c:v>
                </c:pt>
                <c:pt idx="3240">
                  <c:v>69.793007000000003</c:v>
                </c:pt>
                <c:pt idx="3241">
                  <c:v>69.924515</c:v>
                </c:pt>
                <c:pt idx="3242">
                  <c:v>70.097960999999998</c:v>
                </c:pt>
                <c:pt idx="3243">
                  <c:v>70.308327000000006</c:v>
                </c:pt>
                <c:pt idx="3244">
                  <c:v>70.493697999999995</c:v>
                </c:pt>
                <c:pt idx="3245">
                  <c:v>70.659903999999997</c:v>
                </c:pt>
                <c:pt idx="3246">
                  <c:v>70.808837999999994</c:v>
                </c:pt>
                <c:pt idx="3247">
                  <c:v>70.923850999999999</c:v>
                </c:pt>
                <c:pt idx="3248">
                  <c:v>71.037696999999994</c:v>
                </c:pt>
                <c:pt idx="3249">
                  <c:v>71.143837000000005</c:v>
                </c:pt>
                <c:pt idx="3250">
                  <c:v>71.235534999999999</c:v>
                </c:pt>
                <c:pt idx="3251">
                  <c:v>71.275069999999999</c:v>
                </c:pt>
                <c:pt idx="3252">
                  <c:v>71.238326999999998</c:v>
                </c:pt>
                <c:pt idx="3253">
                  <c:v>71.134972000000005</c:v>
                </c:pt>
                <c:pt idx="3254">
                  <c:v>71.007874000000001</c:v>
                </c:pt>
                <c:pt idx="3255">
                  <c:v>70.907677000000007</c:v>
                </c:pt>
                <c:pt idx="3256">
                  <c:v>70.845680000000002</c:v>
                </c:pt>
                <c:pt idx="3257">
                  <c:v>70.834571999999994</c:v>
                </c:pt>
                <c:pt idx="3258">
                  <c:v>70.892700000000005</c:v>
                </c:pt>
                <c:pt idx="3259">
                  <c:v>71.003310999999997</c:v>
                </c:pt>
                <c:pt idx="3260">
                  <c:v>71.141930000000002</c:v>
                </c:pt>
                <c:pt idx="3261">
                  <c:v>71.270690999999999</c:v>
                </c:pt>
                <c:pt idx="3262">
                  <c:v>71.386475000000004</c:v>
                </c:pt>
                <c:pt idx="3263">
                  <c:v>71.493949999999998</c:v>
                </c:pt>
                <c:pt idx="3264">
                  <c:v>71.590477000000007</c:v>
                </c:pt>
                <c:pt idx="3265">
                  <c:v>71.678307000000004</c:v>
                </c:pt>
                <c:pt idx="3266">
                  <c:v>71.748238000000001</c:v>
                </c:pt>
                <c:pt idx="3267">
                  <c:v>71.803909000000004</c:v>
                </c:pt>
                <c:pt idx="3268">
                  <c:v>71.855880999999997</c:v>
                </c:pt>
                <c:pt idx="3269">
                  <c:v>71.918884000000006</c:v>
                </c:pt>
                <c:pt idx="3270">
                  <c:v>71.948646999999994</c:v>
                </c:pt>
                <c:pt idx="3271">
                  <c:v>71.902191000000002</c:v>
                </c:pt>
                <c:pt idx="3272">
                  <c:v>71.777518999999998</c:v>
                </c:pt>
                <c:pt idx="3273">
                  <c:v>71.626534000000007</c:v>
                </c:pt>
                <c:pt idx="3274">
                  <c:v>71.508208999999994</c:v>
                </c:pt>
                <c:pt idx="3275">
                  <c:v>71.442573999999993</c:v>
                </c:pt>
                <c:pt idx="3276">
                  <c:v>71.469695999999999</c:v>
                </c:pt>
                <c:pt idx="3277">
                  <c:v>71.514838999999995</c:v>
                </c:pt>
                <c:pt idx="3278">
                  <c:v>71.466560000000001</c:v>
                </c:pt>
                <c:pt idx="3279">
                  <c:v>71.331451000000001</c:v>
                </c:pt>
                <c:pt idx="3280">
                  <c:v>71.138405000000006</c:v>
                </c:pt>
                <c:pt idx="3281">
                  <c:v>71.079505999999995</c:v>
                </c:pt>
                <c:pt idx="3282">
                  <c:v>71.041420000000002</c:v>
                </c:pt>
                <c:pt idx="3283">
                  <c:v>70.965912000000003</c:v>
                </c:pt>
                <c:pt idx="3284">
                  <c:v>70.863106000000002</c:v>
                </c:pt>
                <c:pt idx="3285">
                  <c:v>70.728790000000004</c:v>
                </c:pt>
                <c:pt idx="3286">
                  <c:v>70.514122</c:v>
                </c:pt>
                <c:pt idx="3287">
                  <c:v>70.209969000000001</c:v>
                </c:pt>
                <c:pt idx="3288">
                  <c:v>69.731926000000001</c:v>
                </c:pt>
                <c:pt idx="3289">
                  <c:v>69.052788000000007</c:v>
                </c:pt>
                <c:pt idx="3290">
                  <c:v>68.290199000000001</c:v>
                </c:pt>
                <c:pt idx="3291">
                  <c:v>67.494713000000004</c:v>
                </c:pt>
                <c:pt idx="3292">
                  <c:v>67.050803999999999</c:v>
                </c:pt>
                <c:pt idx="3293">
                  <c:v>66.887237999999996</c:v>
                </c:pt>
                <c:pt idx="3294">
                  <c:v>66.851851999999994</c:v>
                </c:pt>
                <c:pt idx="3295">
                  <c:v>66.844795000000005</c:v>
                </c:pt>
                <c:pt idx="3296">
                  <c:v>66.854896999999994</c:v>
                </c:pt>
                <c:pt idx="3297">
                  <c:v>66.872780000000006</c:v>
                </c:pt>
                <c:pt idx="3298">
                  <c:v>66.897530000000003</c:v>
                </c:pt>
                <c:pt idx="3299">
                  <c:v>66.907173</c:v>
                </c:pt>
                <c:pt idx="3300">
                  <c:v>66.906470999999996</c:v>
                </c:pt>
                <c:pt idx="3301">
                  <c:v>66.902564999999996</c:v>
                </c:pt>
                <c:pt idx="3302">
                  <c:v>66.825385999999995</c:v>
                </c:pt>
                <c:pt idx="3303">
                  <c:v>66.761650000000003</c:v>
                </c:pt>
                <c:pt idx="3304">
                  <c:v>66.702583000000004</c:v>
                </c:pt>
                <c:pt idx="3305">
                  <c:v>66.636489999999995</c:v>
                </c:pt>
                <c:pt idx="3306">
                  <c:v>66.574218999999999</c:v>
                </c:pt>
                <c:pt idx="3307">
                  <c:v>66.522018000000003</c:v>
                </c:pt>
                <c:pt idx="3308">
                  <c:v>66.453841999999995</c:v>
                </c:pt>
                <c:pt idx="3309">
                  <c:v>66.371444999999994</c:v>
                </c:pt>
                <c:pt idx="3310">
                  <c:v>66.264342999999997</c:v>
                </c:pt>
                <c:pt idx="3311">
                  <c:v>66.166060999999999</c:v>
                </c:pt>
                <c:pt idx="3312">
                  <c:v>66.100418000000005</c:v>
                </c:pt>
                <c:pt idx="3313">
                  <c:v>66.089966000000004</c:v>
                </c:pt>
                <c:pt idx="3314">
                  <c:v>66.107285000000005</c:v>
                </c:pt>
                <c:pt idx="3315">
                  <c:v>66.160178999999999</c:v>
                </c:pt>
                <c:pt idx="3316">
                  <c:v>66.231987000000004</c:v>
                </c:pt>
                <c:pt idx="3317">
                  <c:v>66.312683000000007</c:v>
                </c:pt>
                <c:pt idx="3318">
                  <c:v>66.383492000000004</c:v>
                </c:pt>
                <c:pt idx="3319">
                  <c:v>66.428970000000007</c:v>
                </c:pt>
                <c:pt idx="3320">
                  <c:v>66.452950000000001</c:v>
                </c:pt>
                <c:pt idx="3321">
                  <c:v>66.446449000000001</c:v>
                </c:pt>
                <c:pt idx="3322">
                  <c:v>66.427986000000004</c:v>
                </c:pt>
                <c:pt idx="3323">
                  <c:v>66.407677000000007</c:v>
                </c:pt>
                <c:pt idx="3324">
                  <c:v>66.404526000000004</c:v>
                </c:pt>
                <c:pt idx="3325">
                  <c:v>66.415442999999996</c:v>
                </c:pt>
                <c:pt idx="3326">
                  <c:v>66.428641999999996</c:v>
                </c:pt>
                <c:pt idx="3327">
                  <c:v>66.447601000000006</c:v>
                </c:pt>
                <c:pt idx="3328">
                  <c:v>66.465873999999999</c:v>
                </c:pt>
                <c:pt idx="3329">
                  <c:v>66.473067999999998</c:v>
                </c:pt>
                <c:pt idx="3330">
                  <c:v>66.476639000000006</c:v>
                </c:pt>
                <c:pt idx="3331">
                  <c:v>66.476799</c:v>
                </c:pt>
                <c:pt idx="3332">
                  <c:v>66.490027999999995</c:v>
                </c:pt>
                <c:pt idx="3333">
                  <c:v>66.485427999999999</c:v>
                </c:pt>
                <c:pt idx="3334">
                  <c:v>66.490409999999997</c:v>
                </c:pt>
                <c:pt idx="3335">
                  <c:v>66.484436000000002</c:v>
                </c:pt>
                <c:pt idx="3336">
                  <c:v>66.474602000000004</c:v>
                </c:pt>
                <c:pt idx="3337">
                  <c:v>66.465477000000007</c:v>
                </c:pt>
                <c:pt idx="3338">
                  <c:v>66.469429000000005</c:v>
                </c:pt>
                <c:pt idx="3339">
                  <c:v>66.454200999999998</c:v>
                </c:pt>
                <c:pt idx="3340">
                  <c:v>66.433136000000005</c:v>
                </c:pt>
                <c:pt idx="3341">
                  <c:v>66.407760999999994</c:v>
                </c:pt>
                <c:pt idx="3342">
                  <c:v>66.411063999999996</c:v>
                </c:pt>
                <c:pt idx="3343">
                  <c:v>66.366507999999996</c:v>
                </c:pt>
                <c:pt idx="3344">
                  <c:v>66.321563999999995</c:v>
                </c:pt>
                <c:pt idx="3345">
                  <c:v>66.276070000000004</c:v>
                </c:pt>
                <c:pt idx="3346">
                  <c:v>66.250838999999999</c:v>
                </c:pt>
                <c:pt idx="3347">
                  <c:v>66.236214000000004</c:v>
                </c:pt>
                <c:pt idx="3348">
                  <c:v>66.234009</c:v>
                </c:pt>
                <c:pt idx="3349">
                  <c:v>66.249236999999994</c:v>
                </c:pt>
                <c:pt idx="3350">
                  <c:v>66.252831</c:v>
                </c:pt>
                <c:pt idx="3351">
                  <c:v>66.269690999999995</c:v>
                </c:pt>
                <c:pt idx="3352">
                  <c:v>66.267928999999995</c:v>
                </c:pt>
                <c:pt idx="3353">
                  <c:v>66.249611000000002</c:v>
                </c:pt>
                <c:pt idx="3354">
                  <c:v>66.230498999999995</c:v>
                </c:pt>
                <c:pt idx="3355">
                  <c:v>66.2547</c:v>
                </c:pt>
                <c:pt idx="3356">
                  <c:v>66.297623000000002</c:v>
                </c:pt>
                <c:pt idx="3357">
                  <c:v>66.325142</c:v>
                </c:pt>
                <c:pt idx="3358">
                  <c:v>66.315933000000001</c:v>
                </c:pt>
                <c:pt idx="3359">
                  <c:v>66.312798000000001</c:v>
                </c:pt>
                <c:pt idx="3360">
                  <c:v>66.330665999999994</c:v>
                </c:pt>
                <c:pt idx="3361">
                  <c:v>66.309746000000004</c:v>
                </c:pt>
                <c:pt idx="3362">
                  <c:v>66.296204000000003</c:v>
                </c:pt>
                <c:pt idx="3363">
                  <c:v>66.309021000000001</c:v>
                </c:pt>
                <c:pt idx="3364">
                  <c:v>66.334136999999998</c:v>
                </c:pt>
                <c:pt idx="3365">
                  <c:v>66.368804999999995</c:v>
                </c:pt>
                <c:pt idx="3366">
                  <c:v>66.373322000000002</c:v>
                </c:pt>
                <c:pt idx="3367">
                  <c:v>66.361084000000005</c:v>
                </c:pt>
                <c:pt idx="3368">
                  <c:v>66.373962000000006</c:v>
                </c:pt>
                <c:pt idx="3369">
                  <c:v>66.378226999999995</c:v>
                </c:pt>
                <c:pt idx="3370">
                  <c:v>66.364791999999994</c:v>
                </c:pt>
                <c:pt idx="3371">
                  <c:v>66.338729999999998</c:v>
                </c:pt>
                <c:pt idx="3372">
                  <c:v>66.318038999999999</c:v>
                </c:pt>
                <c:pt idx="3373">
                  <c:v>66.300872999999996</c:v>
                </c:pt>
                <c:pt idx="3374">
                  <c:v>66.289176999999995</c:v>
                </c:pt>
                <c:pt idx="3375">
                  <c:v>66.260390999999998</c:v>
                </c:pt>
                <c:pt idx="3376">
                  <c:v>66.285858000000005</c:v>
                </c:pt>
                <c:pt idx="3377">
                  <c:v>66.288169999999994</c:v>
                </c:pt>
                <c:pt idx="3378">
                  <c:v>66.280144000000007</c:v>
                </c:pt>
                <c:pt idx="3379">
                  <c:v>66.278008</c:v>
                </c:pt>
                <c:pt idx="3380">
                  <c:v>66.320037999999997</c:v>
                </c:pt>
                <c:pt idx="3381">
                  <c:v>66.327927000000003</c:v>
                </c:pt>
                <c:pt idx="3382">
                  <c:v>66.348243999999994</c:v>
                </c:pt>
                <c:pt idx="3383">
                  <c:v>66.371109000000004</c:v>
                </c:pt>
                <c:pt idx="3384">
                  <c:v>66.415627000000001</c:v>
                </c:pt>
                <c:pt idx="3385">
                  <c:v>66.427886999999998</c:v>
                </c:pt>
                <c:pt idx="3386">
                  <c:v>66.414223000000007</c:v>
                </c:pt>
                <c:pt idx="3387">
                  <c:v>66.385468000000003</c:v>
                </c:pt>
                <c:pt idx="3388">
                  <c:v>66.393981999999994</c:v>
                </c:pt>
                <c:pt idx="3389">
                  <c:v>66.397957000000005</c:v>
                </c:pt>
                <c:pt idx="3390">
                  <c:v>66.415047000000001</c:v>
                </c:pt>
                <c:pt idx="3391">
                  <c:v>66.389313000000001</c:v>
                </c:pt>
                <c:pt idx="3392">
                  <c:v>66.363761999999994</c:v>
                </c:pt>
                <c:pt idx="3393">
                  <c:v>66.347733000000005</c:v>
                </c:pt>
                <c:pt idx="3394">
                  <c:v>66.333588000000006</c:v>
                </c:pt>
                <c:pt idx="3395">
                  <c:v>66.322006000000002</c:v>
                </c:pt>
                <c:pt idx="3396">
                  <c:v>66.313323999999994</c:v>
                </c:pt>
                <c:pt idx="3397">
                  <c:v>66.311729</c:v>
                </c:pt>
                <c:pt idx="3398">
                  <c:v>66.290619000000007</c:v>
                </c:pt>
                <c:pt idx="3399">
                  <c:v>66.271797000000007</c:v>
                </c:pt>
                <c:pt idx="3400">
                  <c:v>66.275634999999994</c:v>
                </c:pt>
                <c:pt idx="3401">
                  <c:v>66.287743000000006</c:v>
                </c:pt>
                <c:pt idx="3402">
                  <c:v>66.301993999999993</c:v>
                </c:pt>
                <c:pt idx="3403">
                  <c:v>66.328316000000001</c:v>
                </c:pt>
                <c:pt idx="3404">
                  <c:v>66.358849000000006</c:v>
                </c:pt>
                <c:pt idx="3405">
                  <c:v>66.370482999999993</c:v>
                </c:pt>
                <c:pt idx="3406">
                  <c:v>66.372237999999996</c:v>
                </c:pt>
                <c:pt idx="3407">
                  <c:v>66.348922999999999</c:v>
                </c:pt>
                <c:pt idx="3408">
                  <c:v>66.315421999999998</c:v>
                </c:pt>
                <c:pt idx="3409">
                  <c:v>66.284285999999994</c:v>
                </c:pt>
                <c:pt idx="3410">
                  <c:v>66.262649999999994</c:v>
                </c:pt>
                <c:pt idx="3411">
                  <c:v>66.249495999999994</c:v>
                </c:pt>
                <c:pt idx="3412">
                  <c:v>66.243538000000001</c:v>
                </c:pt>
                <c:pt idx="3413">
                  <c:v>66.240416999999994</c:v>
                </c:pt>
                <c:pt idx="3414">
                  <c:v>66.239486999999997</c:v>
                </c:pt>
                <c:pt idx="3415">
                  <c:v>66.254615999999999</c:v>
                </c:pt>
                <c:pt idx="3416">
                  <c:v>66.264838999999995</c:v>
                </c:pt>
                <c:pt idx="3417">
                  <c:v>66.274719000000005</c:v>
                </c:pt>
                <c:pt idx="3418">
                  <c:v>66.286186000000001</c:v>
                </c:pt>
                <c:pt idx="3419">
                  <c:v>66.303794999999994</c:v>
                </c:pt>
                <c:pt idx="3420">
                  <c:v>66.308975000000004</c:v>
                </c:pt>
                <c:pt idx="3421">
                  <c:v>66.305205999999998</c:v>
                </c:pt>
                <c:pt idx="3422">
                  <c:v>66.317383000000007</c:v>
                </c:pt>
                <c:pt idx="3423">
                  <c:v>66.294715999999994</c:v>
                </c:pt>
                <c:pt idx="3424">
                  <c:v>66.271416000000002</c:v>
                </c:pt>
                <c:pt idx="3425">
                  <c:v>66.260795999999999</c:v>
                </c:pt>
                <c:pt idx="3426">
                  <c:v>66.254227</c:v>
                </c:pt>
                <c:pt idx="3427">
                  <c:v>61.059108999999999</c:v>
                </c:pt>
                <c:pt idx="3428">
                  <c:v>61.241363999999997</c:v>
                </c:pt>
                <c:pt idx="3429">
                  <c:v>62.801022000000003</c:v>
                </c:pt>
                <c:pt idx="3430">
                  <c:v>63.558036999999999</c:v>
                </c:pt>
                <c:pt idx="3431">
                  <c:v>64.036124999999998</c:v>
                </c:pt>
                <c:pt idx="3432">
                  <c:v>64.448288000000005</c:v>
                </c:pt>
                <c:pt idx="3433">
                  <c:v>64.764358999999999</c:v>
                </c:pt>
                <c:pt idx="3434">
                  <c:v>65.022896000000003</c:v>
                </c:pt>
                <c:pt idx="3435">
                  <c:v>65.234970000000004</c:v>
                </c:pt>
                <c:pt idx="3436">
                  <c:v>65.406433000000007</c:v>
                </c:pt>
                <c:pt idx="3437">
                  <c:v>65.549210000000002</c:v>
                </c:pt>
                <c:pt idx="3438">
                  <c:v>65.657523999999995</c:v>
                </c:pt>
                <c:pt idx="3439">
                  <c:v>65.749336</c:v>
                </c:pt>
                <c:pt idx="3440">
                  <c:v>65.819275000000005</c:v>
                </c:pt>
                <c:pt idx="3441">
                  <c:v>65.877380000000002</c:v>
                </c:pt>
                <c:pt idx="3442">
                  <c:v>65.911865000000006</c:v>
                </c:pt>
                <c:pt idx="3443">
                  <c:v>65.928757000000004</c:v>
                </c:pt>
                <c:pt idx="3444">
                  <c:v>65.944068999999999</c:v>
                </c:pt>
                <c:pt idx="3445">
                  <c:v>65.971114999999998</c:v>
                </c:pt>
                <c:pt idx="3446">
                  <c:v>65.991889999999998</c:v>
                </c:pt>
                <c:pt idx="3447">
                  <c:v>65.990836999999999</c:v>
                </c:pt>
                <c:pt idx="3448">
                  <c:v>66.008469000000005</c:v>
                </c:pt>
                <c:pt idx="3449">
                  <c:v>66.028755000000004</c:v>
                </c:pt>
                <c:pt idx="3450">
                  <c:v>66.032570000000007</c:v>
                </c:pt>
                <c:pt idx="3451">
                  <c:v>66.040633999999997</c:v>
                </c:pt>
                <c:pt idx="3452">
                  <c:v>66.072258000000005</c:v>
                </c:pt>
                <c:pt idx="3453">
                  <c:v>66.122673000000006</c:v>
                </c:pt>
                <c:pt idx="3454">
                  <c:v>66.158409000000006</c:v>
                </c:pt>
                <c:pt idx="3455">
                  <c:v>66.180519000000004</c:v>
                </c:pt>
                <c:pt idx="3456">
                  <c:v>66.185089000000005</c:v>
                </c:pt>
                <c:pt idx="3457">
                  <c:v>66.175003000000004</c:v>
                </c:pt>
                <c:pt idx="3458">
                  <c:v>66.155013999999994</c:v>
                </c:pt>
                <c:pt idx="3459">
                  <c:v>66.128264999999999</c:v>
                </c:pt>
                <c:pt idx="3460">
                  <c:v>66.107628000000005</c:v>
                </c:pt>
                <c:pt idx="3461">
                  <c:v>66.094977999999998</c:v>
                </c:pt>
                <c:pt idx="3462">
                  <c:v>66.08963</c:v>
                </c:pt>
                <c:pt idx="3463">
                  <c:v>66.093970999999996</c:v>
                </c:pt>
                <c:pt idx="3464">
                  <c:v>66.113524999999996</c:v>
                </c:pt>
                <c:pt idx="3465">
                  <c:v>66.132050000000007</c:v>
                </c:pt>
                <c:pt idx="3466">
                  <c:v>66.156441000000001</c:v>
                </c:pt>
                <c:pt idx="3467">
                  <c:v>66.186058000000003</c:v>
                </c:pt>
                <c:pt idx="3468">
                  <c:v>66.214164999999994</c:v>
                </c:pt>
                <c:pt idx="3469">
                  <c:v>66.244956999999999</c:v>
                </c:pt>
                <c:pt idx="3470">
                  <c:v>66.276741000000001</c:v>
                </c:pt>
                <c:pt idx="3471">
                  <c:v>66.294228000000004</c:v>
                </c:pt>
                <c:pt idx="3472">
                  <c:v>66.304146000000003</c:v>
                </c:pt>
                <c:pt idx="3473">
                  <c:v>66.309287999999995</c:v>
                </c:pt>
                <c:pt idx="3474">
                  <c:v>66.311256</c:v>
                </c:pt>
                <c:pt idx="3475">
                  <c:v>66.323279999999997</c:v>
                </c:pt>
                <c:pt idx="3476">
                  <c:v>66.316710999999998</c:v>
                </c:pt>
                <c:pt idx="3477">
                  <c:v>66.312813000000006</c:v>
                </c:pt>
                <c:pt idx="3478">
                  <c:v>66.304359000000005</c:v>
                </c:pt>
                <c:pt idx="3479">
                  <c:v>66.289351999999994</c:v>
                </c:pt>
                <c:pt idx="3480">
                  <c:v>66.273544000000001</c:v>
                </c:pt>
                <c:pt idx="3481">
                  <c:v>66.250823999999994</c:v>
                </c:pt>
                <c:pt idx="3482">
                  <c:v>66.221267999999995</c:v>
                </c:pt>
                <c:pt idx="3483">
                  <c:v>66.193969999999993</c:v>
                </c:pt>
                <c:pt idx="3484">
                  <c:v>66.164589000000007</c:v>
                </c:pt>
                <c:pt idx="3485">
                  <c:v>66.135627999999997</c:v>
                </c:pt>
                <c:pt idx="3486">
                  <c:v>66.113144000000005</c:v>
                </c:pt>
                <c:pt idx="3487">
                  <c:v>66.095398000000003</c:v>
                </c:pt>
                <c:pt idx="3488">
                  <c:v>66.092819000000006</c:v>
                </c:pt>
                <c:pt idx="3489">
                  <c:v>66.103081000000003</c:v>
                </c:pt>
                <c:pt idx="3490">
                  <c:v>66.130249000000006</c:v>
                </c:pt>
                <c:pt idx="3491">
                  <c:v>66.156875999999997</c:v>
                </c:pt>
                <c:pt idx="3492">
                  <c:v>66.186356000000004</c:v>
                </c:pt>
                <c:pt idx="3493">
                  <c:v>66.215819999999994</c:v>
                </c:pt>
                <c:pt idx="3494">
                  <c:v>66.222426999999996</c:v>
                </c:pt>
                <c:pt idx="3495">
                  <c:v>66.213820999999996</c:v>
                </c:pt>
                <c:pt idx="3496">
                  <c:v>66.196899000000002</c:v>
                </c:pt>
                <c:pt idx="3497">
                  <c:v>66.182686000000004</c:v>
                </c:pt>
                <c:pt idx="3498">
                  <c:v>66.171242000000007</c:v>
                </c:pt>
                <c:pt idx="3499">
                  <c:v>66.157088999999999</c:v>
                </c:pt>
                <c:pt idx="3500">
                  <c:v>66.142899</c:v>
                </c:pt>
                <c:pt idx="3501">
                  <c:v>66.126998999999998</c:v>
                </c:pt>
                <c:pt idx="3502">
                  <c:v>66.118301000000002</c:v>
                </c:pt>
                <c:pt idx="3503">
                  <c:v>66.108245999999994</c:v>
                </c:pt>
                <c:pt idx="3504">
                  <c:v>66.105536999999998</c:v>
                </c:pt>
                <c:pt idx="3505">
                  <c:v>66.101027999999999</c:v>
                </c:pt>
                <c:pt idx="3506">
                  <c:v>66.107033000000001</c:v>
                </c:pt>
                <c:pt idx="3507">
                  <c:v>66.113311999999993</c:v>
                </c:pt>
                <c:pt idx="3508">
                  <c:v>66.118149000000003</c:v>
                </c:pt>
                <c:pt idx="3509">
                  <c:v>66.121566999999999</c:v>
                </c:pt>
                <c:pt idx="3510">
                  <c:v>66.123604</c:v>
                </c:pt>
                <c:pt idx="3511">
                  <c:v>66.120979000000005</c:v>
                </c:pt>
                <c:pt idx="3512">
                  <c:v>66.123671999999999</c:v>
                </c:pt>
                <c:pt idx="3513">
                  <c:v>66.123183999999995</c:v>
                </c:pt>
                <c:pt idx="3514">
                  <c:v>66.120604999999998</c:v>
                </c:pt>
                <c:pt idx="3515">
                  <c:v>66.122757000000007</c:v>
                </c:pt>
                <c:pt idx="3516">
                  <c:v>66.134208999999998</c:v>
                </c:pt>
                <c:pt idx="3517">
                  <c:v>66.153091000000003</c:v>
                </c:pt>
                <c:pt idx="3518">
                  <c:v>66.172600000000003</c:v>
                </c:pt>
                <c:pt idx="3519">
                  <c:v>66.191024999999996</c:v>
                </c:pt>
                <c:pt idx="3520">
                  <c:v>66.209236000000004</c:v>
                </c:pt>
                <c:pt idx="3521">
                  <c:v>66.240432999999996</c:v>
                </c:pt>
                <c:pt idx="3522">
                  <c:v>66.268889999999999</c:v>
                </c:pt>
                <c:pt idx="3523">
                  <c:v>66.287375999999995</c:v>
                </c:pt>
                <c:pt idx="3524">
                  <c:v>66.291756000000007</c:v>
                </c:pt>
                <c:pt idx="3525">
                  <c:v>66.286781000000005</c:v>
                </c:pt>
                <c:pt idx="3526">
                  <c:v>66.281441000000001</c:v>
                </c:pt>
                <c:pt idx="3527">
                  <c:v>66.272530000000003</c:v>
                </c:pt>
                <c:pt idx="3528">
                  <c:v>66.258255000000005</c:v>
                </c:pt>
                <c:pt idx="3529">
                  <c:v>66.247039999999998</c:v>
                </c:pt>
                <c:pt idx="3530">
                  <c:v>66.230759000000006</c:v>
                </c:pt>
                <c:pt idx="3531">
                  <c:v>66.213859999999997</c:v>
                </c:pt>
                <c:pt idx="3532">
                  <c:v>66.185539000000006</c:v>
                </c:pt>
                <c:pt idx="3533">
                  <c:v>66.176872000000003</c:v>
                </c:pt>
                <c:pt idx="3534">
                  <c:v>66.174118000000007</c:v>
                </c:pt>
                <c:pt idx="3535">
                  <c:v>66.183173999999994</c:v>
                </c:pt>
                <c:pt idx="3536">
                  <c:v>66.191840999999997</c:v>
                </c:pt>
                <c:pt idx="3537">
                  <c:v>66.196113999999994</c:v>
                </c:pt>
                <c:pt idx="3538">
                  <c:v>66.201355000000007</c:v>
                </c:pt>
                <c:pt idx="3539">
                  <c:v>66.182784999999996</c:v>
                </c:pt>
                <c:pt idx="3540">
                  <c:v>66.160172000000003</c:v>
                </c:pt>
                <c:pt idx="3541">
                  <c:v>66.138298000000006</c:v>
                </c:pt>
                <c:pt idx="3542">
                  <c:v>66.122512999999998</c:v>
                </c:pt>
                <c:pt idx="3543">
                  <c:v>66.116553999999994</c:v>
                </c:pt>
                <c:pt idx="3544">
                  <c:v>66.115088999999998</c:v>
                </c:pt>
                <c:pt idx="3545">
                  <c:v>66.121207999999996</c:v>
                </c:pt>
                <c:pt idx="3546">
                  <c:v>66.122780000000006</c:v>
                </c:pt>
                <c:pt idx="3547">
                  <c:v>66.126700999999997</c:v>
                </c:pt>
                <c:pt idx="3548">
                  <c:v>66.133728000000005</c:v>
                </c:pt>
                <c:pt idx="3549">
                  <c:v>66.140677999999994</c:v>
                </c:pt>
                <c:pt idx="3550">
                  <c:v>66.150047000000001</c:v>
                </c:pt>
                <c:pt idx="3551">
                  <c:v>66.160506999999996</c:v>
                </c:pt>
                <c:pt idx="3552">
                  <c:v>66.169319000000002</c:v>
                </c:pt>
                <c:pt idx="3553">
                  <c:v>66.177788000000007</c:v>
                </c:pt>
                <c:pt idx="3554">
                  <c:v>66.182029999999997</c:v>
                </c:pt>
                <c:pt idx="3555">
                  <c:v>66.183700999999999</c:v>
                </c:pt>
                <c:pt idx="3556">
                  <c:v>66.179916000000006</c:v>
                </c:pt>
                <c:pt idx="3557">
                  <c:v>66.170586</c:v>
                </c:pt>
                <c:pt idx="3558">
                  <c:v>66.167465000000007</c:v>
                </c:pt>
                <c:pt idx="3559">
                  <c:v>66.168960999999996</c:v>
                </c:pt>
                <c:pt idx="3560">
                  <c:v>66.170463999999996</c:v>
                </c:pt>
                <c:pt idx="3561">
                  <c:v>66.174484000000007</c:v>
                </c:pt>
                <c:pt idx="3562">
                  <c:v>66.178100999999998</c:v>
                </c:pt>
                <c:pt idx="3563">
                  <c:v>66.191360000000003</c:v>
                </c:pt>
                <c:pt idx="3564">
                  <c:v>66.217299999999994</c:v>
                </c:pt>
                <c:pt idx="3565">
                  <c:v>66.254242000000005</c:v>
                </c:pt>
                <c:pt idx="3566">
                  <c:v>66.291077000000001</c:v>
                </c:pt>
                <c:pt idx="3567">
                  <c:v>66.324089000000001</c:v>
                </c:pt>
                <c:pt idx="3568">
                  <c:v>66.348113999999995</c:v>
                </c:pt>
                <c:pt idx="3569">
                  <c:v>66.361403999999993</c:v>
                </c:pt>
                <c:pt idx="3570">
                  <c:v>66.37088</c:v>
                </c:pt>
                <c:pt idx="3571">
                  <c:v>66.378296000000006</c:v>
                </c:pt>
                <c:pt idx="3572">
                  <c:v>66.382026999999994</c:v>
                </c:pt>
                <c:pt idx="3573">
                  <c:v>66.384521000000007</c:v>
                </c:pt>
                <c:pt idx="3574">
                  <c:v>66.385932999999994</c:v>
                </c:pt>
                <c:pt idx="3575">
                  <c:v>66.387176999999994</c:v>
                </c:pt>
                <c:pt idx="3576">
                  <c:v>66.387032000000005</c:v>
                </c:pt>
                <c:pt idx="3577">
                  <c:v>66.388176000000001</c:v>
                </c:pt>
                <c:pt idx="3578">
                  <c:v>66.387473999999997</c:v>
                </c:pt>
                <c:pt idx="3579">
                  <c:v>66.387611000000007</c:v>
                </c:pt>
                <c:pt idx="3580">
                  <c:v>66.388808999999995</c:v>
                </c:pt>
                <c:pt idx="3581">
                  <c:v>66.389893000000001</c:v>
                </c:pt>
                <c:pt idx="3582">
                  <c:v>66.389922999999996</c:v>
                </c:pt>
                <c:pt idx="3583">
                  <c:v>66.388114999999999</c:v>
                </c:pt>
                <c:pt idx="3584">
                  <c:v>66.389724999999999</c:v>
                </c:pt>
                <c:pt idx="3585">
                  <c:v>66.390701000000007</c:v>
                </c:pt>
                <c:pt idx="3586">
                  <c:v>66.391257999999993</c:v>
                </c:pt>
                <c:pt idx="3587">
                  <c:v>66.390602000000001</c:v>
                </c:pt>
                <c:pt idx="3588">
                  <c:v>66.392394999999993</c:v>
                </c:pt>
                <c:pt idx="3589">
                  <c:v>66.392753999999996</c:v>
                </c:pt>
                <c:pt idx="3590">
                  <c:v>66.392371999999995</c:v>
                </c:pt>
                <c:pt idx="3591">
                  <c:v>66.392685</c:v>
                </c:pt>
                <c:pt idx="3592">
                  <c:v>66.391791999999995</c:v>
                </c:pt>
                <c:pt idx="3593">
                  <c:v>66.391356999999999</c:v>
                </c:pt>
                <c:pt idx="3594">
                  <c:v>66.391068000000004</c:v>
                </c:pt>
                <c:pt idx="3595">
                  <c:v>66.389319999999998</c:v>
                </c:pt>
                <c:pt idx="3596">
                  <c:v>66.388947000000002</c:v>
                </c:pt>
                <c:pt idx="3597">
                  <c:v>66.389381</c:v>
                </c:pt>
                <c:pt idx="3598">
                  <c:v>66.388144999999994</c:v>
                </c:pt>
                <c:pt idx="3599">
                  <c:v>66.392814999999999</c:v>
                </c:pt>
                <c:pt idx="3600">
                  <c:v>66.394790999999998</c:v>
                </c:pt>
                <c:pt idx="3601">
                  <c:v>66.395522999999997</c:v>
                </c:pt>
                <c:pt idx="3602">
                  <c:v>66.395331999999996</c:v>
                </c:pt>
                <c:pt idx="3603">
                  <c:v>66.396248</c:v>
                </c:pt>
                <c:pt idx="3604">
                  <c:v>66.394806000000003</c:v>
                </c:pt>
                <c:pt idx="3605">
                  <c:v>66.394683999999998</c:v>
                </c:pt>
                <c:pt idx="3606">
                  <c:v>66.392532000000003</c:v>
                </c:pt>
                <c:pt idx="3607">
                  <c:v>66.392525000000006</c:v>
                </c:pt>
                <c:pt idx="3608">
                  <c:v>66.390891999999994</c:v>
                </c:pt>
                <c:pt idx="3609">
                  <c:v>66.389465000000001</c:v>
                </c:pt>
                <c:pt idx="3610">
                  <c:v>66.392021</c:v>
                </c:pt>
                <c:pt idx="3611">
                  <c:v>66.391921999999994</c:v>
                </c:pt>
                <c:pt idx="3612">
                  <c:v>66.392120000000006</c:v>
                </c:pt>
                <c:pt idx="3613">
                  <c:v>66.391311999999999</c:v>
                </c:pt>
                <c:pt idx="3614">
                  <c:v>66.390533000000005</c:v>
                </c:pt>
                <c:pt idx="3615">
                  <c:v>66.393127000000007</c:v>
                </c:pt>
                <c:pt idx="3616">
                  <c:v>66.394737000000006</c:v>
                </c:pt>
                <c:pt idx="3617">
                  <c:v>66.395195000000001</c:v>
                </c:pt>
                <c:pt idx="3618">
                  <c:v>66.397163000000006</c:v>
                </c:pt>
                <c:pt idx="3619">
                  <c:v>66.396491999999995</c:v>
                </c:pt>
                <c:pt idx="3620">
                  <c:v>66.396477000000004</c:v>
                </c:pt>
                <c:pt idx="3621">
                  <c:v>66.396407999999994</c:v>
                </c:pt>
                <c:pt idx="3622">
                  <c:v>66.396987999999993</c:v>
                </c:pt>
                <c:pt idx="3623">
                  <c:v>66.397278</c:v>
                </c:pt>
                <c:pt idx="3624">
                  <c:v>66.399062999999998</c:v>
                </c:pt>
                <c:pt idx="3625">
                  <c:v>66.400574000000006</c:v>
                </c:pt>
                <c:pt idx="3626">
                  <c:v>66.400786999999994</c:v>
                </c:pt>
                <c:pt idx="3627">
                  <c:v>66.400658000000007</c:v>
                </c:pt>
                <c:pt idx="3628">
                  <c:v>66.400351999999998</c:v>
                </c:pt>
                <c:pt idx="3629">
                  <c:v>66.398353999999998</c:v>
                </c:pt>
                <c:pt idx="3630">
                  <c:v>66.397079000000005</c:v>
                </c:pt>
                <c:pt idx="3631">
                  <c:v>66.395477</c:v>
                </c:pt>
                <c:pt idx="3632">
                  <c:v>66.391884000000005</c:v>
                </c:pt>
                <c:pt idx="3633">
                  <c:v>66.388390000000001</c:v>
                </c:pt>
                <c:pt idx="3634">
                  <c:v>66.386191999999994</c:v>
                </c:pt>
                <c:pt idx="3635">
                  <c:v>66.385131999999999</c:v>
                </c:pt>
                <c:pt idx="3636">
                  <c:v>66.384178000000006</c:v>
                </c:pt>
                <c:pt idx="3637">
                  <c:v>66.386757000000003</c:v>
                </c:pt>
                <c:pt idx="3638">
                  <c:v>66.392662000000001</c:v>
                </c:pt>
                <c:pt idx="3639">
                  <c:v>66.391921999999994</c:v>
                </c:pt>
                <c:pt idx="3640">
                  <c:v>66.393676999999997</c:v>
                </c:pt>
                <c:pt idx="3641">
                  <c:v>66.393646000000004</c:v>
                </c:pt>
                <c:pt idx="3642">
                  <c:v>66.392555000000002</c:v>
                </c:pt>
                <c:pt idx="3643">
                  <c:v>66.395804999999996</c:v>
                </c:pt>
                <c:pt idx="3644">
                  <c:v>66.396133000000006</c:v>
                </c:pt>
                <c:pt idx="3645">
                  <c:v>66.397178999999994</c:v>
                </c:pt>
                <c:pt idx="3646">
                  <c:v>66.397675000000007</c:v>
                </c:pt>
                <c:pt idx="3647">
                  <c:v>66.402184000000005</c:v>
                </c:pt>
                <c:pt idx="3648">
                  <c:v>66.398201</c:v>
                </c:pt>
                <c:pt idx="3649">
                  <c:v>66.397887999999995</c:v>
                </c:pt>
                <c:pt idx="3650">
                  <c:v>66.399185000000003</c:v>
                </c:pt>
                <c:pt idx="3651">
                  <c:v>66.399833999999998</c:v>
                </c:pt>
                <c:pt idx="3652">
                  <c:v>66.398208999999994</c:v>
                </c:pt>
                <c:pt idx="3653">
                  <c:v>66.397757999999996</c:v>
                </c:pt>
                <c:pt idx="3654">
                  <c:v>66.395615000000006</c:v>
                </c:pt>
                <c:pt idx="3655">
                  <c:v>66.396996000000001</c:v>
                </c:pt>
                <c:pt idx="3656">
                  <c:v>66.398621000000006</c:v>
                </c:pt>
                <c:pt idx="3657">
                  <c:v>66.397232000000002</c:v>
                </c:pt>
                <c:pt idx="3658">
                  <c:v>66.401984999999996</c:v>
                </c:pt>
                <c:pt idx="3659">
                  <c:v>66.405411000000001</c:v>
                </c:pt>
                <c:pt idx="3660">
                  <c:v>66.407021</c:v>
                </c:pt>
                <c:pt idx="3661">
                  <c:v>66.407082000000003</c:v>
                </c:pt>
                <c:pt idx="3662">
                  <c:v>66.406470999999996</c:v>
                </c:pt>
                <c:pt idx="3663">
                  <c:v>66.404731999999996</c:v>
                </c:pt>
                <c:pt idx="3664">
                  <c:v>66.406479000000004</c:v>
                </c:pt>
                <c:pt idx="3665">
                  <c:v>66.406593000000001</c:v>
                </c:pt>
                <c:pt idx="3666">
                  <c:v>66.405411000000001</c:v>
                </c:pt>
                <c:pt idx="3667">
                  <c:v>66.405212000000006</c:v>
                </c:pt>
                <c:pt idx="3668">
                  <c:v>66.405868999999996</c:v>
                </c:pt>
                <c:pt idx="3669">
                  <c:v>66.404921999999999</c:v>
                </c:pt>
                <c:pt idx="3670">
                  <c:v>66.407036000000005</c:v>
                </c:pt>
                <c:pt idx="3671">
                  <c:v>66.408423999999997</c:v>
                </c:pt>
                <c:pt idx="3672">
                  <c:v>66.409469999999999</c:v>
                </c:pt>
                <c:pt idx="3673">
                  <c:v>66.410149000000004</c:v>
                </c:pt>
                <c:pt idx="3674">
                  <c:v>66.409903999999997</c:v>
                </c:pt>
                <c:pt idx="3675">
                  <c:v>66.40992</c:v>
                </c:pt>
                <c:pt idx="3676">
                  <c:v>66.409508000000002</c:v>
                </c:pt>
                <c:pt idx="3677">
                  <c:v>66.408966000000007</c:v>
                </c:pt>
                <c:pt idx="3678">
                  <c:v>66.409706</c:v>
                </c:pt>
                <c:pt idx="3679">
                  <c:v>66.410445999999993</c:v>
                </c:pt>
                <c:pt idx="3680">
                  <c:v>66.411804000000004</c:v>
                </c:pt>
                <c:pt idx="3681">
                  <c:v>66.413284000000004</c:v>
                </c:pt>
                <c:pt idx="3682">
                  <c:v>66.412993999999998</c:v>
                </c:pt>
                <c:pt idx="3683">
                  <c:v>66.411666999999994</c:v>
                </c:pt>
                <c:pt idx="3684">
                  <c:v>66.407227000000006</c:v>
                </c:pt>
                <c:pt idx="3685">
                  <c:v>66.349365000000006</c:v>
                </c:pt>
                <c:pt idx="3686">
                  <c:v>66.235198999999994</c:v>
                </c:pt>
                <c:pt idx="3687">
                  <c:v>66.146682999999996</c:v>
                </c:pt>
                <c:pt idx="3688">
                  <c:v>66.091385000000002</c:v>
                </c:pt>
                <c:pt idx="3689">
                  <c:v>66.076530000000005</c:v>
                </c:pt>
                <c:pt idx="3690">
                  <c:v>66.086776999999998</c:v>
                </c:pt>
                <c:pt idx="3691">
                  <c:v>66.116378999999995</c:v>
                </c:pt>
                <c:pt idx="3692">
                  <c:v>66.159774999999996</c:v>
                </c:pt>
                <c:pt idx="3693">
                  <c:v>66.211394999999996</c:v>
                </c:pt>
                <c:pt idx="3694">
                  <c:v>66.223549000000006</c:v>
                </c:pt>
                <c:pt idx="3695">
                  <c:v>66.196929999999995</c:v>
                </c:pt>
                <c:pt idx="3696">
                  <c:v>65.945892000000001</c:v>
                </c:pt>
                <c:pt idx="3697">
                  <c:v>65.574791000000005</c:v>
                </c:pt>
                <c:pt idx="3698">
                  <c:v>65.101371999999998</c:v>
                </c:pt>
                <c:pt idx="3699">
                  <c:v>64.564034000000007</c:v>
                </c:pt>
                <c:pt idx="3700">
                  <c:v>64.033859000000007</c:v>
                </c:pt>
                <c:pt idx="3701">
                  <c:v>63.416854999999998</c:v>
                </c:pt>
                <c:pt idx="3702">
                  <c:v>62.814597999999997</c:v>
                </c:pt>
                <c:pt idx="3703">
                  <c:v>62.251292999999997</c:v>
                </c:pt>
                <c:pt idx="3704">
                  <c:v>61.753242</c:v>
                </c:pt>
                <c:pt idx="3705">
                  <c:v>61.300907000000002</c:v>
                </c:pt>
                <c:pt idx="3706">
                  <c:v>60.922581000000001</c:v>
                </c:pt>
                <c:pt idx="3707">
                  <c:v>60.561726</c:v>
                </c:pt>
                <c:pt idx="3708">
                  <c:v>60.188789</c:v>
                </c:pt>
                <c:pt idx="3709">
                  <c:v>60.202545000000001</c:v>
                </c:pt>
                <c:pt idx="3710">
                  <c:v>60.383259000000002</c:v>
                </c:pt>
                <c:pt idx="3711">
                  <c:v>60.699508999999999</c:v>
                </c:pt>
                <c:pt idx="3712">
                  <c:v>61.108325999999998</c:v>
                </c:pt>
                <c:pt idx="3713">
                  <c:v>61.683914000000001</c:v>
                </c:pt>
                <c:pt idx="3714">
                  <c:v>62.152217999999998</c:v>
                </c:pt>
                <c:pt idx="3715">
                  <c:v>62.418014999999997</c:v>
                </c:pt>
                <c:pt idx="3716">
                  <c:v>62.513668000000003</c:v>
                </c:pt>
                <c:pt idx="3717">
                  <c:v>62.379992999999999</c:v>
                </c:pt>
                <c:pt idx="3718">
                  <c:v>62.071055999999999</c:v>
                </c:pt>
                <c:pt idx="3719">
                  <c:v>61.705429000000002</c:v>
                </c:pt>
                <c:pt idx="3720">
                  <c:v>61.317225999999998</c:v>
                </c:pt>
                <c:pt idx="3721">
                  <c:v>61.104782</c:v>
                </c:pt>
                <c:pt idx="3722">
                  <c:v>61.075020000000002</c:v>
                </c:pt>
                <c:pt idx="3723">
                  <c:v>61.192799000000001</c:v>
                </c:pt>
                <c:pt idx="3724">
                  <c:v>61.395198999999998</c:v>
                </c:pt>
                <c:pt idx="3725">
                  <c:v>61.539082000000001</c:v>
                </c:pt>
                <c:pt idx="3726">
                  <c:v>61.569290000000002</c:v>
                </c:pt>
                <c:pt idx="3727">
                  <c:v>61.385936999999998</c:v>
                </c:pt>
                <c:pt idx="3728">
                  <c:v>61.126838999999997</c:v>
                </c:pt>
                <c:pt idx="3729">
                  <c:v>60.846024</c:v>
                </c:pt>
                <c:pt idx="3730">
                  <c:v>60.656506</c:v>
                </c:pt>
                <c:pt idx="3731">
                  <c:v>60.625785999999998</c:v>
                </c:pt>
                <c:pt idx="3732">
                  <c:v>60.802349</c:v>
                </c:pt>
                <c:pt idx="3733">
                  <c:v>61.030417999999997</c:v>
                </c:pt>
                <c:pt idx="3734">
                  <c:v>61.300837999999999</c:v>
                </c:pt>
                <c:pt idx="3735">
                  <c:v>61.422877999999997</c:v>
                </c:pt>
                <c:pt idx="3736">
                  <c:v>61.349991000000003</c:v>
                </c:pt>
                <c:pt idx="3737">
                  <c:v>61.177489999999999</c:v>
                </c:pt>
                <c:pt idx="3738">
                  <c:v>61.015991</c:v>
                </c:pt>
                <c:pt idx="3739">
                  <c:v>60.576923000000001</c:v>
                </c:pt>
                <c:pt idx="3740">
                  <c:v>60.072978999999997</c:v>
                </c:pt>
                <c:pt idx="3741">
                  <c:v>59.766047999999998</c:v>
                </c:pt>
                <c:pt idx="3742">
                  <c:v>59.753478999999999</c:v>
                </c:pt>
                <c:pt idx="3743">
                  <c:v>59.890545000000003</c:v>
                </c:pt>
                <c:pt idx="3744">
                  <c:v>60.109164999999997</c:v>
                </c:pt>
                <c:pt idx="3745">
                  <c:v>60.212944</c:v>
                </c:pt>
                <c:pt idx="3746">
                  <c:v>60.161560000000001</c:v>
                </c:pt>
                <c:pt idx="3747">
                  <c:v>59.944870000000002</c:v>
                </c:pt>
                <c:pt idx="3748">
                  <c:v>59.658256999999999</c:v>
                </c:pt>
                <c:pt idx="3749">
                  <c:v>59.473736000000002</c:v>
                </c:pt>
                <c:pt idx="3750">
                  <c:v>59.430264000000001</c:v>
                </c:pt>
                <c:pt idx="3751">
                  <c:v>59.620902999999998</c:v>
                </c:pt>
                <c:pt idx="3752">
                  <c:v>59.892265000000002</c:v>
                </c:pt>
                <c:pt idx="3753">
                  <c:v>60.194183000000002</c:v>
                </c:pt>
                <c:pt idx="3754">
                  <c:v>60.385638999999998</c:v>
                </c:pt>
                <c:pt idx="3755">
                  <c:v>60.468159</c:v>
                </c:pt>
                <c:pt idx="3756">
                  <c:v>60.341754999999999</c:v>
                </c:pt>
                <c:pt idx="3757">
                  <c:v>59.944592</c:v>
                </c:pt>
                <c:pt idx="3758">
                  <c:v>59.518256999999998</c:v>
                </c:pt>
                <c:pt idx="3759">
                  <c:v>59.127541000000001</c:v>
                </c:pt>
                <c:pt idx="3760">
                  <c:v>58.736789999999999</c:v>
                </c:pt>
                <c:pt idx="3761">
                  <c:v>58.364742</c:v>
                </c:pt>
                <c:pt idx="3762">
                  <c:v>58.154552000000002</c:v>
                </c:pt>
                <c:pt idx="3763">
                  <c:v>58.133625000000002</c:v>
                </c:pt>
                <c:pt idx="3764">
                  <c:v>58.178139000000002</c:v>
                </c:pt>
                <c:pt idx="3765">
                  <c:v>58.225754000000002</c:v>
                </c:pt>
                <c:pt idx="3766">
                  <c:v>58.210402999999999</c:v>
                </c:pt>
                <c:pt idx="3767">
                  <c:v>58.053738000000003</c:v>
                </c:pt>
                <c:pt idx="3768">
                  <c:v>57.84198</c:v>
                </c:pt>
                <c:pt idx="3769">
                  <c:v>57.713073999999999</c:v>
                </c:pt>
                <c:pt idx="3770">
                  <c:v>57.638961999999999</c:v>
                </c:pt>
                <c:pt idx="3771">
                  <c:v>57.735813</c:v>
                </c:pt>
                <c:pt idx="3772">
                  <c:v>57.96772</c:v>
                </c:pt>
                <c:pt idx="3773">
                  <c:v>58.225082</c:v>
                </c:pt>
                <c:pt idx="3774">
                  <c:v>58.418072000000002</c:v>
                </c:pt>
                <c:pt idx="3775">
                  <c:v>58.492072999999998</c:v>
                </c:pt>
                <c:pt idx="3776">
                  <c:v>58.415852000000001</c:v>
                </c:pt>
                <c:pt idx="3777">
                  <c:v>58.258167</c:v>
                </c:pt>
                <c:pt idx="3778">
                  <c:v>57.920540000000003</c:v>
                </c:pt>
                <c:pt idx="3779">
                  <c:v>57.678043000000002</c:v>
                </c:pt>
                <c:pt idx="3780">
                  <c:v>57.489372000000003</c:v>
                </c:pt>
                <c:pt idx="3781">
                  <c:v>57.398262000000003</c:v>
                </c:pt>
                <c:pt idx="3782">
                  <c:v>57.365879</c:v>
                </c:pt>
                <c:pt idx="3783">
                  <c:v>57.492092</c:v>
                </c:pt>
                <c:pt idx="3784">
                  <c:v>57.668221000000003</c:v>
                </c:pt>
                <c:pt idx="3785">
                  <c:v>57.754967000000001</c:v>
                </c:pt>
                <c:pt idx="3786">
                  <c:v>57.645572999999999</c:v>
                </c:pt>
                <c:pt idx="3787">
                  <c:v>57.489857000000001</c:v>
                </c:pt>
                <c:pt idx="3788">
                  <c:v>57.301281000000003</c:v>
                </c:pt>
                <c:pt idx="3789">
                  <c:v>57.118614000000001</c:v>
                </c:pt>
                <c:pt idx="3790">
                  <c:v>56.939307999999997</c:v>
                </c:pt>
                <c:pt idx="3791">
                  <c:v>56.860076999999997</c:v>
                </c:pt>
                <c:pt idx="3792">
                  <c:v>56.873745</c:v>
                </c:pt>
                <c:pt idx="3793">
                  <c:v>56.935397999999999</c:v>
                </c:pt>
                <c:pt idx="3794">
                  <c:v>56.983234000000003</c:v>
                </c:pt>
                <c:pt idx="3795">
                  <c:v>56.976807000000001</c:v>
                </c:pt>
                <c:pt idx="3796">
                  <c:v>56.889628999999999</c:v>
                </c:pt>
                <c:pt idx="3797">
                  <c:v>56.673023000000001</c:v>
                </c:pt>
                <c:pt idx="3798">
                  <c:v>56.311717999999999</c:v>
                </c:pt>
                <c:pt idx="3799">
                  <c:v>55.851391</c:v>
                </c:pt>
                <c:pt idx="3800">
                  <c:v>55.304192</c:v>
                </c:pt>
                <c:pt idx="3801">
                  <c:v>54.565773</c:v>
                </c:pt>
                <c:pt idx="3802">
                  <c:v>53.663730999999999</c:v>
                </c:pt>
                <c:pt idx="3803">
                  <c:v>52.566017000000002</c:v>
                </c:pt>
                <c:pt idx="3804">
                  <c:v>50.917487999999999</c:v>
                </c:pt>
                <c:pt idx="3805">
                  <c:v>48.614761000000001</c:v>
                </c:pt>
                <c:pt idx="3806">
                  <c:v>45.753535999999997</c:v>
                </c:pt>
                <c:pt idx="3807">
                  <c:v>42.084808000000002</c:v>
                </c:pt>
                <c:pt idx="3808">
                  <c:v>38.236548999999997</c:v>
                </c:pt>
                <c:pt idx="3809">
                  <c:v>36.913589000000002</c:v>
                </c:pt>
                <c:pt idx="3810">
                  <c:v>37.022334999999998</c:v>
                </c:pt>
                <c:pt idx="3811">
                  <c:v>37.481155000000001</c:v>
                </c:pt>
                <c:pt idx="3812">
                  <c:v>39.563682999999997</c:v>
                </c:pt>
                <c:pt idx="3813">
                  <c:v>41.819191000000004</c:v>
                </c:pt>
                <c:pt idx="3814">
                  <c:v>43.995491000000001</c:v>
                </c:pt>
                <c:pt idx="3815">
                  <c:v>45.864761000000001</c:v>
                </c:pt>
                <c:pt idx="3816">
                  <c:v>47.321243000000003</c:v>
                </c:pt>
                <c:pt idx="3817">
                  <c:v>48.352817999999999</c:v>
                </c:pt>
                <c:pt idx="3818">
                  <c:v>49.051647000000003</c:v>
                </c:pt>
                <c:pt idx="3819">
                  <c:v>49.521324</c:v>
                </c:pt>
                <c:pt idx="3820">
                  <c:v>49.848880999999999</c:v>
                </c:pt>
                <c:pt idx="3821">
                  <c:v>50.105946000000003</c:v>
                </c:pt>
                <c:pt idx="3822">
                  <c:v>50.344849000000004</c:v>
                </c:pt>
                <c:pt idx="3823">
                  <c:v>50.617435</c:v>
                </c:pt>
                <c:pt idx="3824">
                  <c:v>50.848624999999998</c:v>
                </c:pt>
                <c:pt idx="3825">
                  <c:v>50.995353999999999</c:v>
                </c:pt>
                <c:pt idx="3826">
                  <c:v>51.021908000000003</c:v>
                </c:pt>
                <c:pt idx="3827">
                  <c:v>50.945610000000002</c:v>
                </c:pt>
                <c:pt idx="3828">
                  <c:v>50.78463</c:v>
                </c:pt>
                <c:pt idx="3829">
                  <c:v>50.621367999999997</c:v>
                </c:pt>
                <c:pt idx="3830">
                  <c:v>50.471260000000001</c:v>
                </c:pt>
                <c:pt idx="3831">
                  <c:v>50.346325</c:v>
                </c:pt>
                <c:pt idx="3832">
                  <c:v>50.278281999999997</c:v>
                </c:pt>
                <c:pt idx="3833">
                  <c:v>50.306454000000002</c:v>
                </c:pt>
                <c:pt idx="3834">
                  <c:v>50.349445000000003</c:v>
                </c:pt>
                <c:pt idx="3835">
                  <c:v>50.365577999999999</c:v>
                </c:pt>
                <c:pt idx="3836">
                  <c:v>50.317126999999999</c:v>
                </c:pt>
                <c:pt idx="3837">
                  <c:v>50.208995999999999</c:v>
                </c:pt>
                <c:pt idx="3838">
                  <c:v>50.06926</c:v>
                </c:pt>
                <c:pt idx="3839">
                  <c:v>49.912951999999997</c:v>
                </c:pt>
                <c:pt idx="3840">
                  <c:v>49.796126999999998</c:v>
                </c:pt>
                <c:pt idx="3841">
                  <c:v>49.713017000000001</c:v>
                </c:pt>
                <c:pt idx="3842">
                  <c:v>49.657027999999997</c:v>
                </c:pt>
                <c:pt idx="3843">
                  <c:v>49.647167000000003</c:v>
                </c:pt>
                <c:pt idx="3844">
                  <c:v>49.675617000000003</c:v>
                </c:pt>
                <c:pt idx="3845">
                  <c:v>49.685805999999999</c:v>
                </c:pt>
                <c:pt idx="3846">
                  <c:v>49.654254999999999</c:v>
                </c:pt>
                <c:pt idx="3847">
                  <c:v>49.577559999999998</c:v>
                </c:pt>
                <c:pt idx="3848">
                  <c:v>49.476402</c:v>
                </c:pt>
                <c:pt idx="3849">
                  <c:v>49.335785000000001</c:v>
                </c:pt>
                <c:pt idx="3850">
                  <c:v>49.212311</c:v>
                </c:pt>
                <c:pt idx="3851">
                  <c:v>49.122394999999997</c:v>
                </c:pt>
                <c:pt idx="3852">
                  <c:v>49.132812999999999</c:v>
                </c:pt>
                <c:pt idx="3853">
                  <c:v>49.171863999999999</c:v>
                </c:pt>
                <c:pt idx="3854">
                  <c:v>49.219481999999999</c:v>
                </c:pt>
                <c:pt idx="3855">
                  <c:v>49.245967999999998</c:v>
                </c:pt>
                <c:pt idx="3856">
                  <c:v>49.198425</c:v>
                </c:pt>
                <c:pt idx="3857">
                  <c:v>49.125523000000001</c:v>
                </c:pt>
                <c:pt idx="3858">
                  <c:v>49.008609999999997</c:v>
                </c:pt>
                <c:pt idx="3859">
                  <c:v>48.881176000000004</c:v>
                </c:pt>
                <c:pt idx="3860">
                  <c:v>48.774864000000001</c:v>
                </c:pt>
                <c:pt idx="3861">
                  <c:v>48.724376999999997</c:v>
                </c:pt>
                <c:pt idx="3862">
                  <c:v>48.722510999999997</c:v>
                </c:pt>
                <c:pt idx="3863">
                  <c:v>48.794105999999999</c:v>
                </c:pt>
                <c:pt idx="3864">
                  <c:v>48.862141000000001</c:v>
                </c:pt>
                <c:pt idx="3865">
                  <c:v>48.884731000000002</c:v>
                </c:pt>
                <c:pt idx="3866">
                  <c:v>48.867415999999999</c:v>
                </c:pt>
                <c:pt idx="3867">
                  <c:v>48.780116999999997</c:v>
                </c:pt>
                <c:pt idx="3868">
                  <c:v>48.659519000000003</c:v>
                </c:pt>
                <c:pt idx="3869">
                  <c:v>48.546581000000003</c:v>
                </c:pt>
                <c:pt idx="3870">
                  <c:v>48.460814999999997</c:v>
                </c:pt>
                <c:pt idx="3871">
                  <c:v>48.426830000000002</c:v>
                </c:pt>
                <c:pt idx="3872">
                  <c:v>48.447524999999999</c:v>
                </c:pt>
                <c:pt idx="3873">
                  <c:v>48.503300000000003</c:v>
                </c:pt>
                <c:pt idx="3874">
                  <c:v>48.557307999999999</c:v>
                </c:pt>
                <c:pt idx="3875">
                  <c:v>48.584442000000003</c:v>
                </c:pt>
                <c:pt idx="3876">
                  <c:v>48.559798999999998</c:v>
                </c:pt>
                <c:pt idx="3877">
                  <c:v>48.477848000000002</c:v>
                </c:pt>
                <c:pt idx="3878">
                  <c:v>48.375655999999999</c:v>
                </c:pt>
                <c:pt idx="3879">
                  <c:v>48.278075999999999</c:v>
                </c:pt>
                <c:pt idx="3880">
                  <c:v>48.208809000000002</c:v>
                </c:pt>
                <c:pt idx="3881">
                  <c:v>48.191307000000002</c:v>
                </c:pt>
                <c:pt idx="3882">
                  <c:v>48.218162999999997</c:v>
                </c:pt>
                <c:pt idx="3883">
                  <c:v>48.272773999999998</c:v>
                </c:pt>
                <c:pt idx="3884">
                  <c:v>48.357033000000001</c:v>
                </c:pt>
                <c:pt idx="3885">
                  <c:v>48.361496000000002</c:v>
                </c:pt>
                <c:pt idx="3886">
                  <c:v>48.304962000000003</c:v>
                </c:pt>
                <c:pt idx="3887">
                  <c:v>48.216819999999998</c:v>
                </c:pt>
                <c:pt idx="3888">
                  <c:v>48.149540000000002</c:v>
                </c:pt>
                <c:pt idx="3889">
                  <c:v>48.051594000000001</c:v>
                </c:pt>
                <c:pt idx="3890">
                  <c:v>48.007820000000002</c:v>
                </c:pt>
                <c:pt idx="3891">
                  <c:v>48.035313000000002</c:v>
                </c:pt>
                <c:pt idx="3892">
                  <c:v>48.057792999999997</c:v>
                </c:pt>
                <c:pt idx="3893">
                  <c:v>48.119788999999997</c:v>
                </c:pt>
                <c:pt idx="3894">
                  <c:v>48.145870000000002</c:v>
                </c:pt>
                <c:pt idx="3895">
                  <c:v>48.155140000000003</c:v>
                </c:pt>
                <c:pt idx="3896">
                  <c:v>48.104087999999997</c:v>
                </c:pt>
                <c:pt idx="3897">
                  <c:v>48.025002000000001</c:v>
                </c:pt>
                <c:pt idx="3898">
                  <c:v>47.948264999999999</c:v>
                </c:pt>
                <c:pt idx="3899">
                  <c:v>47.858505000000001</c:v>
                </c:pt>
                <c:pt idx="3900">
                  <c:v>47.821648000000003</c:v>
                </c:pt>
                <c:pt idx="3901">
                  <c:v>47.850819000000001</c:v>
                </c:pt>
                <c:pt idx="3902">
                  <c:v>47.903132999999997</c:v>
                </c:pt>
                <c:pt idx="3903">
                  <c:v>47.967426000000003</c:v>
                </c:pt>
                <c:pt idx="3904">
                  <c:v>48.016483000000001</c:v>
                </c:pt>
                <c:pt idx="3905">
                  <c:v>48.011971000000003</c:v>
                </c:pt>
                <c:pt idx="3906">
                  <c:v>47.966385000000002</c:v>
                </c:pt>
                <c:pt idx="3907">
                  <c:v>47.880051000000002</c:v>
                </c:pt>
                <c:pt idx="3908">
                  <c:v>47.780380000000001</c:v>
                </c:pt>
                <c:pt idx="3909">
                  <c:v>47.71949</c:v>
                </c:pt>
                <c:pt idx="3910">
                  <c:v>47.684905999999998</c:v>
                </c:pt>
                <c:pt idx="3911">
                  <c:v>47.696434000000004</c:v>
                </c:pt>
                <c:pt idx="3912">
                  <c:v>47.731949</c:v>
                </c:pt>
                <c:pt idx="3913">
                  <c:v>47.7864</c:v>
                </c:pt>
                <c:pt idx="3914">
                  <c:v>47.815627999999997</c:v>
                </c:pt>
                <c:pt idx="3915">
                  <c:v>47.814636</c:v>
                </c:pt>
                <c:pt idx="3916">
                  <c:v>47.767574000000003</c:v>
                </c:pt>
                <c:pt idx="3917">
                  <c:v>47.683810999999999</c:v>
                </c:pt>
                <c:pt idx="3918">
                  <c:v>47.599865000000001</c:v>
                </c:pt>
                <c:pt idx="3919">
                  <c:v>47.549782</c:v>
                </c:pt>
                <c:pt idx="3920">
                  <c:v>47.538333999999999</c:v>
                </c:pt>
                <c:pt idx="3921">
                  <c:v>47.556018999999999</c:v>
                </c:pt>
                <c:pt idx="3922">
                  <c:v>47.590546000000003</c:v>
                </c:pt>
                <c:pt idx="3923">
                  <c:v>47.610591999999997</c:v>
                </c:pt>
                <c:pt idx="3924">
                  <c:v>47.634548000000002</c:v>
                </c:pt>
                <c:pt idx="3925">
                  <c:v>47.625694000000003</c:v>
                </c:pt>
                <c:pt idx="3926">
                  <c:v>47.589042999999997</c:v>
                </c:pt>
                <c:pt idx="3927">
                  <c:v>47.506019999999999</c:v>
                </c:pt>
                <c:pt idx="3928">
                  <c:v>47.420043999999997</c:v>
                </c:pt>
                <c:pt idx="3929">
                  <c:v>47.358265000000003</c:v>
                </c:pt>
                <c:pt idx="3930">
                  <c:v>47.313648000000001</c:v>
                </c:pt>
                <c:pt idx="3931">
                  <c:v>47.345149999999997</c:v>
                </c:pt>
                <c:pt idx="3932">
                  <c:v>47.405406999999997</c:v>
                </c:pt>
                <c:pt idx="3933">
                  <c:v>47.448073999999998</c:v>
                </c:pt>
                <c:pt idx="3934">
                  <c:v>47.472465999999997</c:v>
                </c:pt>
                <c:pt idx="3935">
                  <c:v>47.449081</c:v>
                </c:pt>
                <c:pt idx="3936">
                  <c:v>47.357723</c:v>
                </c:pt>
                <c:pt idx="3937">
                  <c:v>47.245719999999999</c:v>
                </c:pt>
                <c:pt idx="3938">
                  <c:v>47.150123999999998</c:v>
                </c:pt>
                <c:pt idx="3939">
                  <c:v>47.107449000000003</c:v>
                </c:pt>
                <c:pt idx="3940">
                  <c:v>47.105601999999998</c:v>
                </c:pt>
                <c:pt idx="3941">
                  <c:v>47.121979000000003</c:v>
                </c:pt>
                <c:pt idx="3942">
                  <c:v>47.180267000000001</c:v>
                </c:pt>
                <c:pt idx="3943">
                  <c:v>47.223030000000001</c:v>
                </c:pt>
                <c:pt idx="3944">
                  <c:v>47.225738999999997</c:v>
                </c:pt>
                <c:pt idx="3945">
                  <c:v>47.177967000000002</c:v>
                </c:pt>
                <c:pt idx="3946">
                  <c:v>47.101658</c:v>
                </c:pt>
                <c:pt idx="3947">
                  <c:v>47.008110000000002</c:v>
                </c:pt>
                <c:pt idx="3948">
                  <c:v>46.937930999999999</c:v>
                </c:pt>
                <c:pt idx="3949">
                  <c:v>46.901646</c:v>
                </c:pt>
                <c:pt idx="3950">
                  <c:v>46.903087999999997</c:v>
                </c:pt>
                <c:pt idx="3951">
                  <c:v>46.927146999999998</c:v>
                </c:pt>
                <c:pt idx="3952">
                  <c:v>46.938557000000003</c:v>
                </c:pt>
                <c:pt idx="3953">
                  <c:v>46.940350000000002</c:v>
                </c:pt>
                <c:pt idx="3954">
                  <c:v>46.9133</c:v>
                </c:pt>
                <c:pt idx="3955">
                  <c:v>46.862492000000003</c:v>
                </c:pt>
                <c:pt idx="3956">
                  <c:v>46.803131</c:v>
                </c:pt>
                <c:pt idx="3957">
                  <c:v>46.759673999999997</c:v>
                </c:pt>
                <c:pt idx="3958">
                  <c:v>46.715294</c:v>
                </c:pt>
                <c:pt idx="3959">
                  <c:v>46.678722</c:v>
                </c:pt>
                <c:pt idx="3960">
                  <c:v>46.677906</c:v>
                </c:pt>
                <c:pt idx="3961">
                  <c:v>46.693001000000002</c:v>
                </c:pt>
                <c:pt idx="3962">
                  <c:v>46.703968000000003</c:v>
                </c:pt>
                <c:pt idx="3963">
                  <c:v>46.707138</c:v>
                </c:pt>
                <c:pt idx="3964">
                  <c:v>46.695613999999999</c:v>
                </c:pt>
                <c:pt idx="3965">
                  <c:v>46.673222000000003</c:v>
                </c:pt>
                <c:pt idx="3966">
                  <c:v>46.602252999999997</c:v>
                </c:pt>
                <c:pt idx="3967">
                  <c:v>46.532608000000003</c:v>
                </c:pt>
                <c:pt idx="3968">
                  <c:v>46.486415999999998</c:v>
                </c:pt>
                <c:pt idx="3969">
                  <c:v>46.477618999999997</c:v>
                </c:pt>
                <c:pt idx="3970">
                  <c:v>46.481482999999997</c:v>
                </c:pt>
                <c:pt idx="3971">
                  <c:v>46.490147</c:v>
                </c:pt>
                <c:pt idx="3972">
                  <c:v>46.499695000000003</c:v>
                </c:pt>
                <c:pt idx="3973">
                  <c:v>46.494694000000003</c:v>
                </c:pt>
                <c:pt idx="3974">
                  <c:v>46.470309999999998</c:v>
                </c:pt>
                <c:pt idx="3975">
                  <c:v>46.413516999999999</c:v>
                </c:pt>
                <c:pt idx="3976">
                  <c:v>46.335326999999999</c:v>
                </c:pt>
                <c:pt idx="3977">
                  <c:v>46.271403999999997</c:v>
                </c:pt>
                <c:pt idx="3978">
                  <c:v>46.223475999999998</c:v>
                </c:pt>
                <c:pt idx="3979">
                  <c:v>46.184528</c:v>
                </c:pt>
                <c:pt idx="3980">
                  <c:v>46.171936000000002</c:v>
                </c:pt>
                <c:pt idx="3981">
                  <c:v>46.148636000000003</c:v>
                </c:pt>
                <c:pt idx="3982">
                  <c:v>46.125892999999998</c:v>
                </c:pt>
                <c:pt idx="3983">
                  <c:v>46.098038000000003</c:v>
                </c:pt>
                <c:pt idx="3984">
                  <c:v>46.074359999999999</c:v>
                </c:pt>
                <c:pt idx="3985">
                  <c:v>46.041355000000003</c:v>
                </c:pt>
                <c:pt idx="3986">
                  <c:v>46.007801000000001</c:v>
                </c:pt>
                <c:pt idx="3987">
                  <c:v>45.982261999999999</c:v>
                </c:pt>
                <c:pt idx="3988">
                  <c:v>45.991238000000003</c:v>
                </c:pt>
                <c:pt idx="3989">
                  <c:v>46.008414999999999</c:v>
                </c:pt>
                <c:pt idx="3990">
                  <c:v>46.040497000000002</c:v>
                </c:pt>
                <c:pt idx="3991">
                  <c:v>46.057198</c:v>
                </c:pt>
                <c:pt idx="3992">
                  <c:v>46.064827000000001</c:v>
                </c:pt>
                <c:pt idx="3993">
                  <c:v>46.058388000000001</c:v>
                </c:pt>
                <c:pt idx="3994">
                  <c:v>46.022480000000002</c:v>
                </c:pt>
                <c:pt idx="3995">
                  <c:v>45.969574000000001</c:v>
                </c:pt>
                <c:pt idx="3996">
                  <c:v>45.916331999999997</c:v>
                </c:pt>
                <c:pt idx="3997">
                  <c:v>45.878520999999999</c:v>
                </c:pt>
                <c:pt idx="3998">
                  <c:v>45.850974999999998</c:v>
                </c:pt>
                <c:pt idx="3999">
                  <c:v>45.828952999999998</c:v>
                </c:pt>
                <c:pt idx="4000">
                  <c:v>45.809212000000002</c:v>
                </c:pt>
                <c:pt idx="4001">
                  <c:v>45.807094999999997</c:v>
                </c:pt>
                <c:pt idx="4002">
                  <c:v>45.803978000000001</c:v>
                </c:pt>
                <c:pt idx="4003">
                  <c:v>45.793869000000001</c:v>
                </c:pt>
                <c:pt idx="4004">
                  <c:v>45.748016</c:v>
                </c:pt>
                <c:pt idx="4005">
                  <c:v>45.699168999999998</c:v>
                </c:pt>
                <c:pt idx="4006">
                  <c:v>45.652931000000002</c:v>
                </c:pt>
                <c:pt idx="4007">
                  <c:v>45.612476000000001</c:v>
                </c:pt>
                <c:pt idx="4008">
                  <c:v>45.584656000000003</c:v>
                </c:pt>
                <c:pt idx="4009">
                  <c:v>45.566291999999997</c:v>
                </c:pt>
                <c:pt idx="4010">
                  <c:v>45.558750000000003</c:v>
                </c:pt>
                <c:pt idx="4011">
                  <c:v>45.547080999999999</c:v>
                </c:pt>
                <c:pt idx="4012">
                  <c:v>45.539425000000001</c:v>
                </c:pt>
                <c:pt idx="4013">
                  <c:v>45.518433000000002</c:v>
                </c:pt>
                <c:pt idx="4014">
                  <c:v>45.480389000000002</c:v>
                </c:pt>
                <c:pt idx="4015">
                  <c:v>45.428882999999999</c:v>
                </c:pt>
                <c:pt idx="4016">
                  <c:v>45.390689999999999</c:v>
                </c:pt>
                <c:pt idx="4017">
                  <c:v>45.403419</c:v>
                </c:pt>
                <c:pt idx="4018">
                  <c:v>45.488045</c:v>
                </c:pt>
                <c:pt idx="4019">
                  <c:v>45.661963999999998</c:v>
                </c:pt>
                <c:pt idx="4020">
                  <c:v>45.969593000000003</c:v>
                </c:pt>
                <c:pt idx="4021">
                  <c:v>46.434826000000001</c:v>
                </c:pt>
                <c:pt idx="4022">
                  <c:v>47.015369</c:v>
                </c:pt>
                <c:pt idx="4023">
                  <c:v>47.581679999999999</c:v>
                </c:pt>
                <c:pt idx="4024">
                  <c:v>47.997681</c:v>
                </c:pt>
                <c:pt idx="4025">
                  <c:v>48.211655</c:v>
                </c:pt>
                <c:pt idx="4026">
                  <c:v>48.230637000000002</c:v>
                </c:pt>
                <c:pt idx="4027">
                  <c:v>47.275100999999999</c:v>
                </c:pt>
                <c:pt idx="4028">
                  <c:v>46.322249999999997</c:v>
                </c:pt>
                <c:pt idx="4029">
                  <c:v>45.743716999999997</c:v>
                </c:pt>
                <c:pt idx="4030">
                  <c:v>45.433501999999997</c:v>
                </c:pt>
                <c:pt idx="4031">
                  <c:v>45.279575000000001</c:v>
                </c:pt>
                <c:pt idx="4032">
                  <c:v>45.196582999999997</c:v>
                </c:pt>
                <c:pt idx="4033">
                  <c:v>45.137797999999997</c:v>
                </c:pt>
                <c:pt idx="4034">
                  <c:v>45.083824</c:v>
                </c:pt>
                <c:pt idx="4035">
                  <c:v>45.022049000000003</c:v>
                </c:pt>
                <c:pt idx="4036">
                  <c:v>44.967917999999997</c:v>
                </c:pt>
                <c:pt idx="4037">
                  <c:v>44.907310000000003</c:v>
                </c:pt>
                <c:pt idx="4038">
                  <c:v>44.876373000000001</c:v>
                </c:pt>
                <c:pt idx="4039">
                  <c:v>44.861832</c:v>
                </c:pt>
                <c:pt idx="4040">
                  <c:v>44.855446000000001</c:v>
                </c:pt>
                <c:pt idx="4041">
                  <c:v>44.842674000000002</c:v>
                </c:pt>
                <c:pt idx="4042">
                  <c:v>44.821486999999998</c:v>
                </c:pt>
                <c:pt idx="4043">
                  <c:v>44.797103999999997</c:v>
                </c:pt>
                <c:pt idx="4044">
                  <c:v>44.769736999999999</c:v>
                </c:pt>
                <c:pt idx="4045">
                  <c:v>44.740349000000002</c:v>
                </c:pt>
                <c:pt idx="4046">
                  <c:v>44.707492999999999</c:v>
                </c:pt>
                <c:pt idx="4047">
                  <c:v>44.666634000000002</c:v>
                </c:pt>
                <c:pt idx="4048">
                  <c:v>44.629002</c:v>
                </c:pt>
                <c:pt idx="4049">
                  <c:v>44.595097000000003</c:v>
                </c:pt>
                <c:pt idx="4050">
                  <c:v>44.561424000000002</c:v>
                </c:pt>
                <c:pt idx="4051">
                  <c:v>44.530926000000001</c:v>
                </c:pt>
                <c:pt idx="4052">
                  <c:v>44.499008000000003</c:v>
                </c:pt>
                <c:pt idx="4053">
                  <c:v>44.466358</c:v>
                </c:pt>
                <c:pt idx="4054">
                  <c:v>44.432720000000003</c:v>
                </c:pt>
                <c:pt idx="4055">
                  <c:v>44.403404000000002</c:v>
                </c:pt>
                <c:pt idx="4056">
                  <c:v>44.371791999999999</c:v>
                </c:pt>
                <c:pt idx="4057">
                  <c:v>44.340313000000002</c:v>
                </c:pt>
                <c:pt idx="4058">
                  <c:v>44.306736000000001</c:v>
                </c:pt>
                <c:pt idx="4059">
                  <c:v>44.282791000000003</c:v>
                </c:pt>
                <c:pt idx="4060">
                  <c:v>44.255629999999996</c:v>
                </c:pt>
                <c:pt idx="4061">
                  <c:v>44.229846999999999</c:v>
                </c:pt>
                <c:pt idx="4062">
                  <c:v>44.204932999999997</c:v>
                </c:pt>
                <c:pt idx="4063">
                  <c:v>44.180613999999998</c:v>
                </c:pt>
                <c:pt idx="4064">
                  <c:v>44.14716</c:v>
                </c:pt>
                <c:pt idx="4065">
                  <c:v>44.113830999999998</c:v>
                </c:pt>
                <c:pt idx="4066">
                  <c:v>44.080455999999998</c:v>
                </c:pt>
                <c:pt idx="4067">
                  <c:v>44.046771999999997</c:v>
                </c:pt>
                <c:pt idx="4068">
                  <c:v>44.020710000000001</c:v>
                </c:pt>
                <c:pt idx="4069">
                  <c:v>44.000031</c:v>
                </c:pt>
                <c:pt idx="4070">
                  <c:v>43.979069000000003</c:v>
                </c:pt>
                <c:pt idx="4071">
                  <c:v>43.956595999999998</c:v>
                </c:pt>
                <c:pt idx="4072">
                  <c:v>43.932307999999999</c:v>
                </c:pt>
                <c:pt idx="4073">
                  <c:v>43.900700000000001</c:v>
                </c:pt>
                <c:pt idx="4074">
                  <c:v>43.868122</c:v>
                </c:pt>
                <c:pt idx="4075">
                  <c:v>43.833275</c:v>
                </c:pt>
                <c:pt idx="4076">
                  <c:v>43.798935</c:v>
                </c:pt>
                <c:pt idx="4077">
                  <c:v>43.760967000000001</c:v>
                </c:pt>
                <c:pt idx="4078">
                  <c:v>43.736426999999999</c:v>
                </c:pt>
                <c:pt idx="4079">
                  <c:v>43.717002999999998</c:v>
                </c:pt>
                <c:pt idx="4080">
                  <c:v>43.700828999999999</c:v>
                </c:pt>
                <c:pt idx="4081">
                  <c:v>43.684921000000003</c:v>
                </c:pt>
                <c:pt idx="4082">
                  <c:v>43.667243999999997</c:v>
                </c:pt>
                <c:pt idx="4083">
                  <c:v>43.642409999999998</c:v>
                </c:pt>
                <c:pt idx="4084">
                  <c:v>43.603920000000002</c:v>
                </c:pt>
                <c:pt idx="4085">
                  <c:v>43.563662999999998</c:v>
                </c:pt>
                <c:pt idx="4086">
                  <c:v>43.527709999999999</c:v>
                </c:pt>
                <c:pt idx="4087">
                  <c:v>43.489821999999997</c:v>
                </c:pt>
                <c:pt idx="4088">
                  <c:v>43.462947999999997</c:v>
                </c:pt>
                <c:pt idx="4089">
                  <c:v>43.441051000000002</c:v>
                </c:pt>
                <c:pt idx="4090">
                  <c:v>43.430809000000004</c:v>
                </c:pt>
                <c:pt idx="4091">
                  <c:v>43.419364999999999</c:v>
                </c:pt>
                <c:pt idx="4092">
                  <c:v>43.398991000000002</c:v>
                </c:pt>
                <c:pt idx="4093">
                  <c:v>43.372272000000002</c:v>
                </c:pt>
                <c:pt idx="4094">
                  <c:v>43.333053999999997</c:v>
                </c:pt>
                <c:pt idx="4095">
                  <c:v>43.293072000000002</c:v>
                </c:pt>
                <c:pt idx="4096">
                  <c:v>43.253428999999997</c:v>
                </c:pt>
                <c:pt idx="4097">
                  <c:v>43.219681000000001</c:v>
                </c:pt>
                <c:pt idx="4098">
                  <c:v>43.198174000000002</c:v>
                </c:pt>
                <c:pt idx="4099">
                  <c:v>43.177238000000003</c:v>
                </c:pt>
                <c:pt idx="4100">
                  <c:v>43.158878000000001</c:v>
                </c:pt>
                <c:pt idx="4101">
                  <c:v>43.142547999999998</c:v>
                </c:pt>
                <c:pt idx="4102">
                  <c:v>43.117485000000002</c:v>
                </c:pt>
                <c:pt idx="4103">
                  <c:v>43.092300000000002</c:v>
                </c:pt>
                <c:pt idx="4104">
                  <c:v>43.051623999999997</c:v>
                </c:pt>
                <c:pt idx="4105">
                  <c:v>42.999080999999997</c:v>
                </c:pt>
                <c:pt idx="4106">
                  <c:v>42.953601999999997</c:v>
                </c:pt>
                <c:pt idx="4107">
                  <c:v>42.918937999999997</c:v>
                </c:pt>
                <c:pt idx="4108">
                  <c:v>42.897925999999998</c:v>
                </c:pt>
                <c:pt idx="4109">
                  <c:v>42.880530999999998</c:v>
                </c:pt>
                <c:pt idx="4110">
                  <c:v>42.861618</c:v>
                </c:pt>
                <c:pt idx="4111">
                  <c:v>42.843268999999999</c:v>
                </c:pt>
                <c:pt idx="4112">
                  <c:v>42.827461</c:v>
                </c:pt>
                <c:pt idx="4113">
                  <c:v>42.800026000000003</c:v>
                </c:pt>
                <c:pt idx="4114">
                  <c:v>42.755580999999999</c:v>
                </c:pt>
                <c:pt idx="4115">
                  <c:v>42.702469000000001</c:v>
                </c:pt>
                <c:pt idx="4116">
                  <c:v>42.657375000000002</c:v>
                </c:pt>
                <c:pt idx="4117">
                  <c:v>42.631207000000003</c:v>
                </c:pt>
                <c:pt idx="4118">
                  <c:v>42.602612000000001</c:v>
                </c:pt>
                <c:pt idx="4119">
                  <c:v>42.579338</c:v>
                </c:pt>
                <c:pt idx="4120">
                  <c:v>42.560783000000001</c:v>
                </c:pt>
                <c:pt idx="4121">
                  <c:v>42.547291000000001</c:v>
                </c:pt>
                <c:pt idx="4122">
                  <c:v>42.528488000000003</c:v>
                </c:pt>
                <c:pt idx="4123">
                  <c:v>42.504500999999998</c:v>
                </c:pt>
                <c:pt idx="4124">
                  <c:v>42.466461000000002</c:v>
                </c:pt>
                <c:pt idx="4125">
                  <c:v>42.425624999999997</c:v>
                </c:pt>
                <c:pt idx="4126">
                  <c:v>42.389206000000001</c:v>
                </c:pt>
                <c:pt idx="4127">
                  <c:v>42.352843999999997</c:v>
                </c:pt>
                <c:pt idx="4128">
                  <c:v>42.325099999999999</c:v>
                </c:pt>
                <c:pt idx="4129">
                  <c:v>42.303925</c:v>
                </c:pt>
                <c:pt idx="4130">
                  <c:v>42.288657999999998</c:v>
                </c:pt>
                <c:pt idx="4131">
                  <c:v>42.276268000000002</c:v>
                </c:pt>
                <c:pt idx="4132">
                  <c:v>42.262614999999997</c:v>
                </c:pt>
                <c:pt idx="4133">
                  <c:v>42.231704999999998</c:v>
                </c:pt>
                <c:pt idx="4134">
                  <c:v>42.191913999999997</c:v>
                </c:pt>
                <c:pt idx="4135">
                  <c:v>42.147224000000001</c:v>
                </c:pt>
                <c:pt idx="4136">
                  <c:v>42.105293000000003</c:v>
                </c:pt>
                <c:pt idx="4137">
                  <c:v>42.062835999999997</c:v>
                </c:pt>
                <c:pt idx="4138">
                  <c:v>42.033240999999997</c:v>
                </c:pt>
                <c:pt idx="4139">
                  <c:v>42.008865</c:v>
                </c:pt>
                <c:pt idx="4140">
                  <c:v>41.986401000000001</c:v>
                </c:pt>
                <c:pt idx="4141">
                  <c:v>41.972087999999999</c:v>
                </c:pt>
                <c:pt idx="4142">
                  <c:v>41.957400999999997</c:v>
                </c:pt>
                <c:pt idx="4143">
                  <c:v>41.929020000000001</c:v>
                </c:pt>
                <c:pt idx="4144">
                  <c:v>41.887062</c:v>
                </c:pt>
                <c:pt idx="4145">
                  <c:v>41.835116999999997</c:v>
                </c:pt>
                <c:pt idx="4146">
                  <c:v>41.788944000000001</c:v>
                </c:pt>
                <c:pt idx="4147">
                  <c:v>41.745013999999998</c:v>
                </c:pt>
                <c:pt idx="4148">
                  <c:v>41.709167000000001</c:v>
                </c:pt>
                <c:pt idx="4149">
                  <c:v>41.690086000000001</c:v>
                </c:pt>
                <c:pt idx="4150">
                  <c:v>41.676310999999998</c:v>
                </c:pt>
                <c:pt idx="4151">
                  <c:v>41.662993999999998</c:v>
                </c:pt>
                <c:pt idx="4152">
                  <c:v>41.652335999999998</c:v>
                </c:pt>
                <c:pt idx="4153">
                  <c:v>41.626137</c:v>
                </c:pt>
                <c:pt idx="4154">
                  <c:v>41.585197000000001</c:v>
                </c:pt>
                <c:pt idx="4155">
                  <c:v>41.526694999999997</c:v>
                </c:pt>
                <c:pt idx="4156">
                  <c:v>41.471415999999998</c:v>
                </c:pt>
                <c:pt idx="4157">
                  <c:v>41.431725</c:v>
                </c:pt>
                <c:pt idx="4158">
                  <c:v>41.405811</c:v>
                </c:pt>
                <c:pt idx="4159">
                  <c:v>41.389763000000002</c:v>
                </c:pt>
                <c:pt idx="4160">
                  <c:v>41.375118000000001</c:v>
                </c:pt>
                <c:pt idx="4161">
                  <c:v>41.363990999999999</c:v>
                </c:pt>
                <c:pt idx="4162">
                  <c:v>41.349705</c:v>
                </c:pt>
                <c:pt idx="4163">
                  <c:v>41.320968999999998</c:v>
                </c:pt>
                <c:pt idx="4164">
                  <c:v>41.272919000000002</c:v>
                </c:pt>
                <c:pt idx="4165">
                  <c:v>41.213504999999998</c:v>
                </c:pt>
                <c:pt idx="4166">
                  <c:v>41.158245000000001</c:v>
                </c:pt>
                <c:pt idx="4167">
                  <c:v>41.124442999999999</c:v>
                </c:pt>
                <c:pt idx="4168">
                  <c:v>41.100338000000001</c:v>
                </c:pt>
                <c:pt idx="4169">
                  <c:v>41.083672</c:v>
                </c:pt>
                <c:pt idx="4170">
                  <c:v>41.069972999999997</c:v>
                </c:pt>
                <c:pt idx="4171">
                  <c:v>41.057220000000001</c:v>
                </c:pt>
                <c:pt idx="4172">
                  <c:v>41.041012000000002</c:v>
                </c:pt>
                <c:pt idx="4173">
                  <c:v>41.008811999999999</c:v>
                </c:pt>
                <c:pt idx="4174">
                  <c:v>40.963805999999998</c:v>
                </c:pt>
                <c:pt idx="4175">
                  <c:v>40.907879000000001</c:v>
                </c:pt>
                <c:pt idx="4176">
                  <c:v>40.849083</c:v>
                </c:pt>
                <c:pt idx="4177">
                  <c:v>40.811748999999999</c:v>
                </c:pt>
                <c:pt idx="4178">
                  <c:v>40.785828000000002</c:v>
                </c:pt>
                <c:pt idx="4179">
                  <c:v>40.767265000000002</c:v>
                </c:pt>
                <c:pt idx="4180">
                  <c:v>40.751575000000003</c:v>
                </c:pt>
                <c:pt idx="4181">
                  <c:v>40.737487999999999</c:v>
                </c:pt>
                <c:pt idx="4182">
                  <c:v>40.720267999999997</c:v>
                </c:pt>
                <c:pt idx="4183">
                  <c:v>40.690437000000003</c:v>
                </c:pt>
                <c:pt idx="4184">
                  <c:v>40.637203</c:v>
                </c:pt>
                <c:pt idx="4185">
                  <c:v>40.574776</c:v>
                </c:pt>
                <c:pt idx="4186">
                  <c:v>40.512039000000001</c:v>
                </c:pt>
                <c:pt idx="4187">
                  <c:v>40.471443000000001</c:v>
                </c:pt>
                <c:pt idx="4188">
                  <c:v>40.445819999999998</c:v>
                </c:pt>
                <c:pt idx="4189">
                  <c:v>40.424048999999997</c:v>
                </c:pt>
                <c:pt idx="4190">
                  <c:v>40.409587999999999</c:v>
                </c:pt>
                <c:pt idx="4191">
                  <c:v>40.401249</c:v>
                </c:pt>
                <c:pt idx="4192">
                  <c:v>40.384265999999997</c:v>
                </c:pt>
                <c:pt idx="4193">
                  <c:v>40.349227999999997</c:v>
                </c:pt>
                <c:pt idx="4194">
                  <c:v>40.299090999999997</c:v>
                </c:pt>
                <c:pt idx="4195">
                  <c:v>40.224850000000004</c:v>
                </c:pt>
                <c:pt idx="4196">
                  <c:v>40.165184000000004</c:v>
                </c:pt>
                <c:pt idx="4197">
                  <c:v>40.119526</c:v>
                </c:pt>
                <c:pt idx="4198">
                  <c:v>40.088360000000002</c:v>
                </c:pt>
                <c:pt idx="4199">
                  <c:v>40.077843000000001</c:v>
                </c:pt>
                <c:pt idx="4200">
                  <c:v>40.062888999999998</c:v>
                </c:pt>
                <c:pt idx="4201">
                  <c:v>40.051578999999997</c:v>
                </c:pt>
                <c:pt idx="4202">
                  <c:v>40.037360999999997</c:v>
                </c:pt>
                <c:pt idx="4203">
                  <c:v>40.007477000000002</c:v>
                </c:pt>
                <c:pt idx="4204">
                  <c:v>39.949097000000002</c:v>
                </c:pt>
                <c:pt idx="4205">
                  <c:v>39.877457</c:v>
                </c:pt>
                <c:pt idx="4206">
                  <c:v>39.812201999999999</c:v>
                </c:pt>
                <c:pt idx="4207">
                  <c:v>39.758628999999999</c:v>
                </c:pt>
                <c:pt idx="4208">
                  <c:v>39.720196000000001</c:v>
                </c:pt>
                <c:pt idx="4209">
                  <c:v>39.698188999999999</c:v>
                </c:pt>
                <c:pt idx="4210">
                  <c:v>39.682468</c:v>
                </c:pt>
                <c:pt idx="4211">
                  <c:v>39.671371000000001</c:v>
                </c:pt>
                <c:pt idx="4212">
                  <c:v>39.658164999999997</c:v>
                </c:pt>
                <c:pt idx="4213">
                  <c:v>39.631168000000002</c:v>
                </c:pt>
                <c:pt idx="4214">
                  <c:v>39.567307</c:v>
                </c:pt>
                <c:pt idx="4215">
                  <c:v>39.494613999999999</c:v>
                </c:pt>
                <c:pt idx="4216">
                  <c:v>39.424537999999998</c:v>
                </c:pt>
                <c:pt idx="4217">
                  <c:v>39.374428000000002</c:v>
                </c:pt>
                <c:pt idx="4218">
                  <c:v>39.336903</c:v>
                </c:pt>
                <c:pt idx="4219">
                  <c:v>39.313170999999997</c:v>
                </c:pt>
                <c:pt idx="4220">
                  <c:v>39.298794000000001</c:v>
                </c:pt>
                <c:pt idx="4221">
                  <c:v>39.287159000000003</c:v>
                </c:pt>
                <c:pt idx="4222">
                  <c:v>39.272208999999997</c:v>
                </c:pt>
                <c:pt idx="4223">
                  <c:v>39.227767999999998</c:v>
                </c:pt>
                <c:pt idx="4224">
                  <c:v>39.166981</c:v>
                </c:pt>
                <c:pt idx="4225">
                  <c:v>39.091518000000001</c:v>
                </c:pt>
                <c:pt idx="4226">
                  <c:v>39.018523999999999</c:v>
                </c:pt>
                <c:pt idx="4227">
                  <c:v>38.962981999999997</c:v>
                </c:pt>
                <c:pt idx="4228">
                  <c:v>38.925949000000003</c:v>
                </c:pt>
                <c:pt idx="4229">
                  <c:v>38.901569000000002</c:v>
                </c:pt>
                <c:pt idx="4230">
                  <c:v>38.882896000000002</c:v>
                </c:pt>
                <c:pt idx="4231">
                  <c:v>38.868983999999998</c:v>
                </c:pt>
                <c:pt idx="4232">
                  <c:v>38.849632</c:v>
                </c:pt>
                <c:pt idx="4233">
                  <c:v>38.813868999999997</c:v>
                </c:pt>
                <c:pt idx="4234">
                  <c:v>38.757679000000003</c:v>
                </c:pt>
                <c:pt idx="4235">
                  <c:v>38.681854000000001</c:v>
                </c:pt>
                <c:pt idx="4236">
                  <c:v>38.612586999999998</c:v>
                </c:pt>
                <c:pt idx="4237">
                  <c:v>38.564551999999999</c:v>
                </c:pt>
                <c:pt idx="4238">
                  <c:v>38.529952999999999</c:v>
                </c:pt>
                <c:pt idx="4239">
                  <c:v>38.507201999999999</c:v>
                </c:pt>
                <c:pt idx="4240">
                  <c:v>38.489635</c:v>
                </c:pt>
                <c:pt idx="4241">
                  <c:v>38.471271999999999</c:v>
                </c:pt>
                <c:pt idx="4242">
                  <c:v>38.444412</c:v>
                </c:pt>
                <c:pt idx="4243">
                  <c:v>38.400902000000002</c:v>
                </c:pt>
                <c:pt idx="4244">
                  <c:v>38.332577000000001</c:v>
                </c:pt>
                <c:pt idx="4245">
                  <c:v>38.263556999999999</c:v>
                </c:pt>
                <c:pt idx="4246">
                  <c:v>38.195267000000001</c:v>
                </c:pt>
                <c:pt idx="4247">
                  <c:v>38.146178999999997</c:v>
                </c:pt>
                <c:pt idx="4248">
                  <c:v>38.107773000000002</c:v>
                </c:pt>
                <c:pt idx="4249">
                  <c:v>38.087811000000002</c:v>
                </c:pt>
                <c:pt idx="4250">
                  <c:v>38.075817000000001</c:v>
                </c:pt>
                <c:pt idx="4251">
                  <c:v>38.060733999999997</c:v>
                </c:pt>
                <c:pt idx="4252">
                  <c:v>38.034275000000001</c:v>
                </c:pt>
                <c:pt idx="4253">
                  <c:v>37.996296000000001</c:v>
                </c:pt>
                <c:pt idx="4254">
                  <c:v>37.929825000000001</c:v>
                </c:pt>
                <c:pt idx="4255">
                  <c:v>37.856631999999998</c:v>
                </c:pt>
                <c:pt idx="4256">
                  <c:v>37.793605999999997</c:v>
                </c:pt>
                <c:pt idx="4257">
                  <c:v>37.746532000000002</c:v>
                </c:pt>
                <c:pt idx="4258">
                  <c:v>37.711021000000002</c:v>
                </c:pt>
                <c:pt idx="4259">
                  <c:v>37.695735999999997</c:v>
                </c:pt>
                <c:pt idx="4260">
                  <c:v>37.682124999999999</c:v>
                </c:pt>
                <c:pt idx="4261">
                  <c:v>37.670048000000001</c:v>
                </c:pt>
                <c:pt idx="4262">
                  <c:v>37.651527000000002</c:v>
                </c:pt>
                <c:pt idx="4263">
                  <c:v>37.607182000000002</c:v>
                </c:pt>
                <c:pt idx="4264">
                  <c:v>37.538733999999998</c:v>
                </c:pt>
                <c:pt idx="4265">
                  <c:v>37.471232999999998</c:v>
                </c:pt>
                <c:pt idx="4266">
                  <c:v>37.410663999999997</c:v>
                </c:pt>
                <c:pt idx="4267">
                  <c:v>37.363509999999998</c:v>
                </c:pt>
                <c:pt idx="4268">
                  <c:v>37.330582</c:v>
                </c:pt>
                <c:pt idx="4269">
                  <c:v>37.317008999999999</c:v>
                </c:pt>
                <c:pt idx="4270">
                  <c:v>37.308273</c:v>
                </c:pt>
                <c:pt idx="4271">
                  <c:v>37.298003999999999</c:v>
                </c:pt>
                <c:pt idx="4272">
                  <c:v>37.277683000000003</c:v>
                </c:pt>
                <c:pt idx="4273">
                  <c:v>37.236519000000001</c:v>
                </c:pt>
                <c:pt idx="4274">
                  <c:v>37.170898000000001</c:v>
                </c:pt>
                <c:pt idx="4275">
                  <c:v>37.098602</c:v>
                </c:pt>
                <c:pt idx="4276">
                  <c:v>37.024590000000003</c:v>
                </c:pt>
                <c:pt idx="4277">
                  <c:v>36.962231000000003</c:v>
                </c:pt>
                <c:pt idx="4278">
                  <c:v>36.906013000000002</c:v>
                </c:pt>
                <c:pt idx="4279">
                  <c:v>36.856636000000002</c:v>
                </c:pt>
                <c:pt idx="4280">
                  <c:v>36.801983</c:v>
                </c:pt>
                <c:pt idx="4281">
                  <c:v>36.738174000000001</c:v>
                </c:pt>
                <c:pt idx="4282">
                  <c:v>36.662909999999997</c:v>
                </c:pt>
                <c:pt idx="4283">
                  <c:v>36.558205000000001</c:v>
                </c:pt>
                <c:pt idx="4284">
                  <c:v>36.423659999999998</c:v>
                </c:pt>
                <c:pt idx="4285">
                  <c:v>36.284554</c:v>
                </c:pt>
                <c:pt idx="4286">
                  <c:v>36.168770000000002</c:v>
                </c:pt>
                <c:pt idx="4287">
                  <c:v>36.066158000000001</c:v>
                </c:pt>
                <c:pt idx="4288">
                  <c:v>35.963245000000001</c:v>
                </c:pt>
                <c:pt idx="4289">
                  <c:v>35.849055999999997</c:v>
                </c:pt>
                <c:pt idx="4290">
                  <c:v>35.687218000000001</c:v>
                </c:pt>
                <c:pt idx="4291">
                  <c:v>35.459339</c:v>
                </c:pt>
                <c:pt idx="4292">
                  <c:v>35.132747999999999</c:v>
                </c:pt>
                <c:pt idx="4293">
                  <c:v>34.748717999999997</c:v>
                </c:pt>
                <c:pt idx="4294">
                  <c:v>34.257488000000002</c:v>
                </c:pt>
                <c:pt idx="4295">
                  <c:v>33.694854999999997</c:v>
                </c:pt>
                <c:pt idx="4296">
                  <c:v>33.135975000000002</c:v>
                </c:pt>
                <c:pt idx="4297">
                  <c:v>32.635838</c:v>
                </c:pt>
                <c:pt idx="4298">
                  <c:v>32.219284000000002</c:v>
                </c:pt>
                <c:pt idx="4299">
                  <c:v>31.890846</c:v>
                </c:pt>
                <c:pt idx="4300">
                  <c:v>31.643695999999998</c:v>
                </c:pt>
                <c:pt idx="4301">
                  <c:v>31.468328</c:v>
                </c:pt>
                <c:pt idx="4302">
                  <c:v>31.351429</c:v>
                </c:pt>
                <c:pt idx="4303">
                  <c:v>31.273304</c:v>
                </c:pt>
                <c:pt idx="4304">
                  <c:v>31.218389999999999</c:v>
                </c:pt>
                <c:pt idx="4305">
                  <c:v>31.204514</c:v>
                </c:pt>
                <c:pt idx="4306">
                  <c:v>31.240238000000002</c:v>
                </c:pt>
                <c:pt idx="4307">
                  <c:v>31.328233999999998</c:v>
                </c:pt>
                <c:pt idx="4308">
                  <c:v>31.456524000000002</c:v>
                </c:pt>
                <c:pt idx="4309">
                  <c:v>31.607357</c:v>
                </c:pt>
                <c:pt idx="4310">
                  <c:v>31.749825999999999</c:v>
                </c:pt>
                <c:pt idx="4311">
                  <c:v>31.852232000000001</c:v>
                </c:pt>
                <c:pt idx="4312">
                  <c:v>31.895237000000002</c:v>
                </c:pt>
                <c:pt idx="4313">
                  <c:v>31.859242999999999</c:v>
                </c:pt>
                <c:pt idx="4314">
                  <c:v>31.748531</c:v>
                </c:pt>
                <c:pt idx="4315">
                  <c:v>31.612401999999999</c:v>
                </c:pt>
                <c:pt idx="4316">
                  <c:v>31.4998</c:v>
                </c:pt>
                <c:pt idx="4317">
                  <c:v>31.425642</c:v>
                </c:pt>
                <c:pt idx="4318">
                  <c:v>31.394698999999999</c:v>
                </c:pt>
                <c:pt idx="4319">
                  <c:v>31.399363000000001</c:v>
                </c:pt>
                <c:pt idx="4320">
                  <c:v>31.424413999999999</c:v>
                </c:pt>
                <c:pt idx="4321">
                  <c:v>31.445765000000002</c:v>
                </c:pt>
                <c:pt idx="4322">
                  <c:v>31.444931</c:v>
                </c:pt>
                <c:pt idx="4323">
                  <c:v>31.408290999999998</c:v>
                </c:pt>
                <c:pt idx="4324">
                  <c:v>31.334896000000001</c:v>
                </c:pt>
                <c:pt idx="4325">
                  <c:v>31.258980000000001</c:v>
                </c:pt>
                <c:pt idx="4326">
                  <c:v>31.205328000000002</c:v>
                </c:pt>
                <c:pt idx="4327">
                  <c:v>31.18573</c:v>
                </c:pt>
                <c:pt idx="4328">
                  <c:v>31.205525999999999</c:v>
                </c:pt>
                <c:pt idx="4329">
                  <c:v>31.245215999999999</c:v>
                </c:pt>
                <c:pt idx="4330">
                  <c:v>31.290468000000001</c:v>
                </c:pt>
                <c:pt idx="4331">
                  <c:v>31.309567999999999</c:v>
                </c:pt>
                <c:pt idx="4332">
                  <c:v>31.285408</c:v>
                </c:pt>
                <c:pt idx="4333">
                  <c:v>31.207041</c:v>
                </c:pt>
                <c:pt idx="4334">
                  <c:v>31.085920000000002</c:v>
                </c:pt>
                <c:pt idx="4335">
                  <c:v>30.953175000000002</c:v>
                </c:pt>
                <c:pt idx="4336">
                  <c:v>30.840081999999999</c:v>
                </c:pt>
                <c:pt idx="4337">
                  <c:v>30.774532000000001</c:v>
                </c:pt>
                <c:pt idx="4338">
                  <c:v>30.745059999999999</c:v>
                </c:pt>
                <c:pt idx="4339">
                  <c:v>30.745032999999999</c:v>
                </c:pt>
                <c:pt idx="4340">
                  <c:v>30.768042000000001</c:v>
                </c:pt>
                <c:pt idx="4341">
                  <c:v>30.789131000000001</c:v>
                </c:pt>
                <c:pt idx="4342">
                  <c:v>30.788771000000001</c:v>
                </c:pt>
                <c:pt idx="4343">
                  <c:v>30.766196999999998</c:v>
                </c:pt>
                <c:pt idx="4344">
                  <c:v>30.724475999999999</c:v>
                </c:pt>
                <c:pt idx="4345">
                  <c:v>30.686147999999999</c:v>
                </c:pt>
                <c:pt idx="4346">
                  <c:v>30.672464000000002</c:v>
                </c:pt>
                <c:pt idx="4347">
                  <c:v>30.688687999999999</c:v>
                </c:pt>
                <c:pt idx="4348">
                  <c:v>30.733871000000001</c:v>
                </c:pt>
                <c:pt idx="4349">
                  <c:v>30.787844</c:v>
                </c:pt>
                <c:pt idx="4350">
                  <c:v>30.822652999999999</c:v>
                </c:pt>
                <c:pt idx="4351">
                  <c:v>30.819095999999998</c:v>
                </c:pt>
                <c:pt idx="4352">
                  <c:v>30.769129</c:v>
                </c:pt>
                <c:pt idx="4353">
                  <c:v>30.674007</c:v>
                </c:pt>
                <c:pt idx="4354">
                  <c:v>30.540241000000002</c:v>
                </c:pt>
                <c:pt idx="4355">
                  <c:v>30.404914999999999</c:v>
                </c:pt>
                <c:pt idx="4356">
                  <c:v>30.299612</c:v>
                </c:pt>
                <c:pt idx="4357">
                  <c:v>30.223700999999998</c:v>
                </c:pt>
                <c:pt idx="4358">
                  <c:v>30.179617</c:v>
                </c:pt>
                <c:pt idx="4359">
                  <c:v>30.163540000000001</c:v>
                </c:pt>
                <c:pt idx="4360">
                  <c:v>30.157734000000001</c:v>
                </c:pt>
                <c:pt idx="4361">
                  <c:v>30.154657</c:v>
                </c:pt>
                <c:pt idx="4362">
                  <c:v>30.144082999999998</c:v>
                </c:pt>
                <c:pt idx="4363">
                  <c:v>30.118261</c:v>
                </c:pt>
                <c:pt idx="4364">
                  <c:v>30.076910000000002</c:v>
                </c:pt>
                <c:pt idx="4365">
                  <c:v>30.0441</c:v>
                </c:pt>
                <c:pt idx="4366">
                  <c:v>30.028257</c:v>
                </c:pt>
                <c:pt idx="4367">
                  <c:v>30.039923000000002</c:v>
                </c:pt>
                <c:pt idx="4368">
                  <c:v>30.074300999999998</c:v>
                </c:pt>
                <c:pt idx="4369">
                  <c:v>30.118525999999999</c:v>
                </c:pt>
                <c:pt idx="4370">
                  <c:v>30.156763000000002</c:v>
                </c:pt>
                <c:pt idx="4371">
                  <c:v>30.173490999999999</c:v>
                </c:pt>
                <c:pt idx="4372">
                  <c:v>30.163252</c:v>
                </c:pt>
                <c:pt idx="4373">
                  <c:v>30.116163</c:v>
                </c:pt>
                <c:pt idx="4374">
                  <c:v>30.051292</c:v>
                </c:pt>
                <c:pt idx="4375">
                  <c:v>29.991026000000002</c:v>
                </c:pt>
                <c:pt idx="4376">
                  <c:v>29.949407999999998</c:v>
                </c:pt>
                <c:pt idx="4377">
                  <c:v>29.923082000000001</c:v>
                </c:pt>
                <c:pt idx="4378">
                  <c:v>29.928963</c:v>
                </c:pt>
                <c:pt idx="4379">
                  <c:v>29.945421</c:v>
                </c:pt>
                <c:pt idx="4380">
                  <c:v>29.957681999999998</c:v>
                </c:pt>
                <c:pt idx="4381">
                  <c:v>29.966336999999999</c:v>
                </c:pt>
                <c:pt idx="4382">
                  <c:v>29.963923999999999</c:v>
                </c:pt>
                <c:pt idx="4383">
                  <c:v>29.930723</c:v>
                </c:pt>
                <c:pt idx="4384">
                  <c:v>29.879159999999999</c:v>
                </c:pt>
                <c:pt idx="4385">
                  <c:v>29.835042999999999</c:v>
                </c:pt>
                <c:pt idx="4386">
                  <c:v>29.805651000000001</c:v>
                </c:pt>
                <c:pt idx="4387">
                  <c:v>29.789434</c:v>
                </c:pt>
                <c:pt idx="4388">
                  <c:v>29.795884999999998</c:v>
                </c:pt>
                <c:pt idx="4389">
                  <c:v>29.809538</c:v>
                </c:pt>
                <c:pt idx="4390">
                  <c:v>29.830832000000001</c:v>
                </c:pt>
                <c:pt idx="4391">
                  <c:v>29.838643999999999</c:v>
                </c:pt>
                <c:pt idx="4392">
                  <c:v>29.833386999999998</c:v>
                </c:pt>
                <c:pt idx="4393">
                  <c:v>29.807611000000001</c:v>
                </c:pt>
                <c:pt idx="4394">
                  <c:v>29.775338999999999</c:v>
                </c:pt>
                <c:pt idx="4395">
                  <c:v>29.729837</c:v>
                </c:pt>
                <c:pt idx="4396">
                  <c:v>29.696396</c:v>
                </c:pt>
                <c:pt idx="4397">
                  <c:v>29.681231</c:v>
                </c:pt>
                <c:pt idx="4398">
                  <c:v>29.694341999999999</c:v>
                </c:pt>
                <c:pt idx="4399">
                  <c:v>29.707632</c:v>
                </c:pt>
                <c:pt idx="4400">
                  <c:v>29.728113</c:v>
                </c:pt>
                <c:pt idx="4401">
                  <c:v>29.739262</c:v>
                </c:pt>
                <c:pt idx="4402">
                  <c:v>29.735406999999999</c:v>
                </c:pt>
                <c:pt idx="4403">
                  <c:v>29.706506999999998</c:v>
                </c:pt>
                <c:pt idx="4404">
                  <c:v>29.660305000000001</c:v>
                </c:pt>
                <c:pt idx="4405">
                  <c:v>29.622613999999999</c:v>
                </c:pt>
                <c:pt idx="4406">
                  <c:v>29.594576</c:v>
                </c:pt>
                <c:pt idx="4407">
                  <c:v>29.555758000000001</c:v>
                </c:pt>
                <c:pt idx="4408">
                  <c:v>29.497129000000001</c:v>
                </c:pt>
                <c:pt idx="4409">
                  <c:v>29.524612000000001</c:v>
                </c:pt>
                <c:pt idx="4410">
                  <c:v>29.537410999999999</c:v>
                </c:pt>
                <c:pt idx="4411">
                  <c:v>29.538381999999999</c:v>
                </c:pt>
                <c:pt idx="4412">
                  <c:v>29.520039000000001</c:v>
                </c:pt>
                <c:pt idx="4413">
                  <c:v>29.505877000000002</c:v>
                </c:pt>
                <c:pt idx="4414">
                  <c:v>29.465665999999999</c:v>
                </c:pt>
                <c:pt idx="4415">
                  <c:v>29.436131</c:v>
                </c:pt>
                <c:pt idx="4416">
                  <c:v>29.393736000000001</c:v>
                </c:pt>
                <c:pt idx="4417">
                  <c:v>29.390378999999999</c:v>
                </c:pt>
                <c:pt idx="4418">
                  <c:v>29.399729000000001</c:v>
                </c:pt>
                <c:pt idx="4419">
                  <c:v>29.417587000000001</c:v>
                </c:pt>
                <c:pt idx="4420">
                  <c:v>29.474181999999999</c:v>
                </c:pt>
                <c:pt idx="4421">
                  <c:v>29.506640999999998</c:v>
                </c:pt>
                <c:pt idx="4422">
                  <c:v>29.520686999999999</c:v>
                </c:pt>
                <c:pt idx="4423">
                  <c:v>29.508310000000002</c:v>
                </c:pt>
                <c:pt idx="4424">
                  <c:v>29.466881000000001</c:v>
                </c:pt>
                <c:pt idx="4425">
                  <c:v>29.438683000000001</c:v>
                </c:pt>
                <c:pt idx="4426">
                  <c:v>29.419767</c:v>
                </c:pt>
                <c:pt idx="4427">
                  <c:v>29.411573000000001</c:v>
                </c:pt>
                <c:pt idx="4428">
                  <c:v>29.417338999999998</c:v>
                </c:pt>
                <c:pt idx="4429">
                  <c:v>29.444210000000002</c:v>
                </c:pt>
                <c:pt idx="4430">
                  <c:v>29.469190999999999</c:v>
                </c:pt>
                <c:pt idx="4431">
                  <c:v>29.485904999999999</c:v>
                </c:pt>
                <c:pt idx="4432">
                  <c:v>29.491789000000001</c:v>
                </c:pt>
                <c:pt idx="4433">
                  <c:v>29.480211000000001</c:v>
                </c:pt>
                <c:pt idx="4434">
                  <c:v>29.447710000000001</c:v>
                </c:pt>
                <c:pt idx="4435">
                  <c:v>29.420494000000001</c:v>
                </c:pt>
                <c:pt idx="4436">
                  <c:v>29.402647000000002</c:v>
                </c:pt>
                <c:pt idx="4437">
                  <c:v>29.400068000000001</c:v>
                </c:pt>
                <c:pt idx="4438">
                  <c:v>29.41188</c:v>
                </c:pt>
                <c:pt idx="4439">
                  <c:v>29.424064999999999</c:v>
                </c:pt>
                <c:pt idx="4440">
                  <c:v>29.427161999999999</c:v>
                </c:pt>
                <c:pt idx="4441">
                  <c:v>29.444208</c:v>
                </c:pt>
                <c:pt idx="4442">
                  <c:v>29.446418999999999</c:v>
                </c:pt>
                <c:pt idx="4443">
                  <c:v>29.428984</c:v>
                </c:pt>
                <c:pt idx="4444">
                  <c:v>29.395256</c:v>
                </c:pt>
                <c:pt idx="4445">
                  <c:v>29.368939999999998</c:v>
                </c:pt>
                <c:pt idx="4446">
                  <c:v>29.356307999999999</c:v>
                </c:pt>
                <c:pt idx="4447">
                  <c:v>29.353952</c:v>
                </c:pt>
                <c:pt idx="4448">
                  <c:v>29.365739999999999</c:v>
                </c:pt>
                <c:pt idx="4449">
                  <c:v>29.385342000000001</c:v>
                </c:pt>
                <c:pt idx="4450">
                  <c:v>29.40774</c:v>
                </c:pt>
                <c:pt idx="4451">
                  <c:v>29.419108999999999</c:v>
                </c:pt>
                <c:pt idx="4452">
                  <c:v>29.418602</c:v>
                </c:pt>
                <c:pt idx="4453">
                  <c:v>29.391179999999999</c:v>
                </c:pt>
                <c:pt idx="4454">
                  <c:v>29.352599999999999</c:v>
                </c:pt>
                <c:pt idx="4455">
                  <c:v>29.317844000000001</c:v>
                </c:pt>
                <c:pt idx="4456">
                  <c:v>29.307162999999999</c:v>
                </c:pt>
                <c:pt idx="4457">
                  <c:v>29.315918</c:v>
                </c:pt>
                <c:pt idx="4458">
                  <c:v>29.333577999999999</c:v>
                </c:pt>
                <c:pt idx="4459">
                  <c:v>29.356365</c:v>
                </c:pt>
                <c:pt idx="4460">
                  <c:v>29.379073999999999</c:v>
                </c:pt>
                <c:pt idx="4461">
                  <c:v>29.400848</c:v>
                </c:pt>
                <c:pt idx="4462">
                  <c:v>29.405806999999999</c:v>
                </c:pt>
                <c:pt idx="4463">
                  <c:v>29.39884</c:v>
                </c:pt>
                <c:pt idx="4464">
                  <c:v>29.374234999999999</c:v>
                </c:pt>
                <c:pt idx="4465">
                  <c:v>29.352938000000002</c:v>
                </c:pt>
                <c:pt idx="4466">
                  <c:v>29.337713000000001</c:v>
                </c:pt>
                <c:pt idx="4467">
                  <c:v>29.334790999999999</c:v>
                </c:pt>
                <c:pt idx="4468">
                  <c:v>29.351434999999999</c:v>
                </c:pt>
                <c:pt idx="4469">
                  <c:v>29.374098</c:v>
                </c:pt>
                <c:pt idx="4470">
                  <c:v>29.395557</c:v>
                </c:pt>
                <c:pt idx="4471">
                  <c:v>29.411277999999999</c:v>
                </c:pt>
                <c:pt idx="4472">
                  <c:v>29.415358000000001</c:v>
                </c:pt>
                <c:pt idx="4473">
                  <c:v>29.396035999999999</c:v>
                </c:pt>
                <c:pt idx="4474">
                  <c:v>29.364484999999998</c:v>
                </c:pt>
                <c:pt idx="4475">
                  <c:v>29.337976000000001</c:v>
                </c:pt>
                <c:pt idx="4476">
                  <c:v>29.324247</c:v>
                </c:pt>
                <c:pt idx="4477">
                  <c:v>29.325018</c:v>
                </c:pt>
                <c:pt idx="4478">
                  <c:v>29.330683000000001</c:v>
                </c:pt>
                <c:pt idx="4479">
                  <c:v>30.448004000000001</c:v>
                </c:pt>
                <c:pt idx="4480">
                  <c:v>31.799526</c:v>
                </c:pt>
                <c:pt idx="4481">
                  <c:v>32.706778999999997</c:v>
                </c:pt>
                <c:pt idx="4482">
                  <c:v>33.214283000000002</c:v>
                </c:pt>
                <c:pt idx="4483">
                  <c:v>33.630138000000002</c:v>
                </c:pt>
                <c:pt idx="4484">
                  <c:v>34.044941000000001</c:v>
                </c:pt>
                <c:pt idx="4485">
                  <c:v>34.256134000000003</c:v>
                </c:pt>
                <c:pt idx="4486">
                  <c:v>34.609569999999998</c:v>
                </c:pt>
                <c:pt idx="4487">
                  <c:v>34.431697999999997</c:v>
                </c:pt>
                <c:pt idx="4488">
                  <c:v>33.620361000000003</c:v>
                </c:pt>
                <c:pt idx="4489">
                  <c:v>32.432541000000001</c:v>
                </c:pt>
                <c:pt idx="4490">
                  <c:v>31.575686000000001</c:v>
                </c:pt>
                <c:pt idx="4491">
                  <c:v>31.307547</c:v>
                </c:pt>
                <c:pt idx="4492">
                  <c:v>31.382436999999999</c:v>
                </c:pt>
                <c:pt idx="4493">
                  <c:v>31.575977000000002</c:v>
                </c:pt>
                <c:pt idx="4494">
                  <c:v>31.797134</c:v>
                </c:pt>
                <c:pt idx="4495">
                  <c:v>31.875997999999999</c:v>
                </c:pt>
                <c:pt idx="4496">
                  <c:v>31.872765000000001</c:v>
                </c:pt>
                <c:pt idx="4497">
                  <c:v>31.677074000000001</c:v>
                </c:pt>
                <c:pt idx="4498">
                  <c:v>31.339205</c:v>
                </c:pt>
                <c:pt idx="4499">
                  <c:v>30.942226000000002</c:v>
                </c:pt>
                <c:pt idx="4500">
                  <c:v>30.640383</c:v>
                </c:pt>
                <c:pt idx="4501">
                  <c:v>30.634388000000001</c:v>
                </c:pt>
                <c:pt idx="4502">
                  <c:v>30.650390999999999</c:v>
                </c:pt>
                <c:pt idx="4503">
                  <c:v>30.315975000000002</c:v>
                </c:pt>
                <c:pt idx="4504">
                  <c:v>29.969647999999999</c:v>
                </c:pt>
                <c:pt idx="4505">
                  <c:v>30.040907000000001</c:v>
                </c:pt>
                <c:pt idx="4506">
                  <c:v>29.953289000000002</c:v>
                </c:pt>
                <c:pt idx="4507">
                  <c:v>29.353846000000001</c:v>
                </c:pt>
                <c:pt idx="4508">
                  <c:v>28.680536</c:v>
                </c:pt>
                <c:pt idx="4509">
                  <c:v>28.442225000000001</c:v>
                </c:pt>
                <c:pt idx="4510">
                  <c:v>28.927904000000002</c:v>
                </c:pt>
                <c:pt idx="4511">
                  <c:v>28.907454000000001</c:v>
                </c:pt>
                <c:pt idx="4512">
                  <c:v>28.750112999999999</c:v>
                </c:pt>
                <c:pt idx="4513">
                  <c:v>29.025725999999999</c:v>
                </c:pt>
                <c:pt idx="4514">
                  <c:v>29.394355999999998</c:v>
                </c:pt>
                <c:pt idx="4515">
                  <c:v>29.514123999999999</c:v>
                </c:pt>
                <c:pt idx="4516">
                  <c:v>29.782558000000002</c:v>
                </c:pt>
                <c:pt idx="4517">
                  <c:v>30.307963999999998</c:v>
                </c:pt>
                <c:pt idx="4518">
                  <c:v>31.013646999999999</c:v>
                </c:pt>
                <c:pt idx="4519">
                  <c:v>31.673893</c:v>
                </c:pt>
                <c:pt idx="4520">
                  <c:v>32.249405000000003</c:v>
                </c:pt>
                <c:pt idx="4521">
                  <c:v>32.726261000000001</c:v>
                </c:pt>
                <c:pt idx="4522">
                  <c:v>32.899487000000001</c:v>
                </c:pt>
                <c:pt idx="4523">
                  <c:v>32.615420999999998</c:v>
                </c:pt>
                <c:pt idx="4524">
                  <c:v>32.346401</c:v>
                </c:pt>
                <c:pt idx="4525">
                  <c:v>32.122996999999998</c:v>
                </c:pt>
                <c:pt idx="4526">
                  <c:v>31.604800999999998</c:v>
                </c:pt>
                <c:pt idx="4527">
                  <c:v>31.499680999999999</c:v>
                </c:pt>
                <c:pt idx="4528">
                  <c:v>31.913162</c:v>
                </c:pt>
                <c:pt idx="4529">
                  <c:v>32.176769</c:v>
                </c:pt>
                <c:pt idx="4530">
                  <c:v>32.135933000000001</c:v>
                </c:pt>
                <c:pt idx="4531">
                  <c:v>31.864820000000002</c:v>
                </c:pt>
                <c:pt idx="4532">
                  <c:v>31.564119000000002</c:v>
                </c:pt>
                <c:pt idx="4533">
                  <c:v>31.101496000000001</c:v>
                </c:pt>
                <c:pt idx="4534">
                  <c:v>30.394031999999999</c:v>
                </c:pt>
                <c:pt idx="4535">
                  <c:v>30.571047</c:v>
                </c:pt>
                <c:pt idx="4536">
                  <c:v>31.443165</c:v>
                </c:pt>
                <c:pt idx="4537">
                  <c:v>31.995245000000001</c:v>
                </c:pt>
                <c:pt idx="4538">
                  <c:v>32.546844</c:v>
                </c:pt>
                <c:pt idx="4539">
                  <c:v>33.179561999999997</c:v>
                </c:pt>
                <c:pt idx="4540">
                  <c:v>33.601196000000002</c:v>
                </c:pt>
                <c:pt idx="4541">
                  <c:v>34.088698999999998</c:v>
                </c:pt>
                <c:pt idx="4542">
                  <c:v>34.122421000000003</c:v>
                </c:pt>
                <c:pt idx="4543">
                  <c:v>33.891136000000003</c:v>
                </c:pt>
                <c:pt idx="4544">
                  <c:v>33.515869000000002</c:v>
                </c:pt>
                <c:pt idx="4545">
                  <c:v>33.033726000000001</c:v>
                </c:pt>
                <c:pt idx="4546">
                  <c:v>32.523086999999997</c:v>
                </c:pt>
                <c:pt idx="4547">
                  <c:v>32.333015000000003</c:v>
                </c:pt>
                <c:pt idx="4548">
                  <c:v>32.174365999999999</c:v>
                </c:pt>
                <c:pt idx="4549">
                  <c:v>31.946933999999999</c:v>
                </c:pt>
                <c:pt idx="4550">
                  <c:v>31.800508000000001</c:v>
                </c:pt>
                <c:pt idx="4551">
                  <c:v>31.613878</c:v>
                </c:pt>
                <c:pt idx="4552">
                  <c:v>31.546206000000002</c:v>
                </c:pt>
                <c:pt idx="4553">
                  <c:v>31.811398000000001</c:v>
                </c:pt>
                <c:pt idx="4554">
                  <c:v>32.528767000000002</c:v>
                </c:pt>
                <c:pt idx="4555">
                  <c:v>33.400554999999997</c:v>
                </c:pt>
                <c:pt idx="4556">
                  <c:v>33.971989000000001</c:v>
                </c:pt>
                <c:pt idx="4557">
                  <c:v>34.445377000000001</c:v>
                </c:pt>
                <c:pt idx="4558">
                  <c:v>34.908442999999998</c:v>
                </c:pt>
                <c:pt idx="4559">
                  <c:v>34.862301000000002</c:v>
                </c:pt>
                <c:pt idx="4560">
                  <c:v>34.753734999999999</c:v>
                </c:pt>
                <c:pt idx="4561">
                  <c:v>34.949069999999999</c:v>
                </c:pt>
                <c:pt idx="4562">
                  <c:v>35.164051000000001</c:v>
                </c:pt>
                <c:pt idx="4563">
                  <c:v>35.094189</c:v>
                </c:pt>
                <c:pt idx="4564">
                  <c:v>34.443038999999999</c:v>
                </c:pt>
                <c:pt idx="4565">
                  <c:v>33.535727999999999</c:v>
                </c:pt>
                <c:pt idx="4566">
                  <c:v>33.003807000000002</c:v>
                </c:pt>
                <c:pt idx="4567">
                  <c:v>32.969025000000002</c:v>
                </c:pt>
                <c:pt idx="4568">
                  <c:v>33.390476</c:v>
                </c:pt>
                <c:pt idx="4569">
                  <c:v>34.011459000000002</c:v>
                </c:pt>
                <c:pt idx="4570">
                  <c:v>34.329326999999999</c:v>
                </c:pt>
                <c:pt idx="4571">
                  <c:v>34.657944000000001</c:v>
                </c:pt>
                <c:pt idx="4572">
                  <c:v>35.049156000000004</c:v>
                </c:pt>
                <c:pt idx="4573">
                  <c:v>35.617668000000002</c:v>
                </c:pt>
                <c:pt idx="4574">
                  <c:v>36.389617999999999</c:v>
                </c:pt>
                <c:pt idx="4575">
                  <c:v>36.729880999999999</c:v>
                </c:pt>
                <c:pt idx="4576">
                  <c:v>36.608905999999998</c:v>
                </c:pt>
                <c:pt idx="4577">
                  <c:v>36.409382000000001</c:v>
                </c:pt>
                <c:pt idx="4578">
                  <c:v>35.834713000000001</c:v>
                </c:pt>
                <c:pt idx="4579">
                  <c:v>35.516036999999997</c:v>
                </c:pt>
                <c:pt idx="4580">
                  <c:v>35.570067999999999</c:v>
                </c:pt>
                <c:pt idx="4581">
                  <c:v>35.259917999999999</c:v>
                </c:pt>
                <c:pt idx="4582">
                  <c:v>34.659500000000001</c:v>
                </c:pt>
                <c:pt idx="4583">
                  <c:v>34.356189999999998</c:v>
                </c:pt>
                <c:pt idx="4584">
                  <c:v>34.088481999999999</c:v>
                </c:pt>
                <c:pt idx="4585">
                  <c:v>33.716388999999999</c:v>
                </c:pt>
                <c:pt idx="4586">
                  <c:v>33.275314000000002</c:v>
                </c:pt>
                <c:pt idx="4587">
                  <c:v>33.091194000000002</c:v>
                </c:pt>
                <c:pt idx="4588">
                  <c:v>33.423335999999999</c:v>
                </c:pt>
                <c:pt idx="4589">
                  <c:v>34.261733999999997</c:v>
                </c:pt>
                <c:pt idx="4590">
                  <c:v>34.830092999999998</c:v>
                </c:pt>
                <c:pt idx="4591">
                  <c:v>34.778824</c:v>
                </c:pt>
                <c:pt idx="4592">
                  <c:v>34.353439000000002</c:v>
                </c:pt>
                <c:pt idx="4593">
                  <c:v>34.452964999999999</c:v>
                </c:pt>
                <c:pt idx="4594">
                  <c:v>34.848540999999997</c:v>
                </c:pt>
                <c:pt idx="4595">
                  <c:v>35.380710999999998</c:v>
                </c:pt>
                <c:pt idx="4596">
                  <c:v>36.208945999999997</c:v>
                </c:pt>
                <c:pt idx="4597">
                  <c:v>37.051029</c:v>
                </c:pt>
                <c:pt idx="4598">
                  <c:v>37.402954000000001</c:v>
                </c:pt>
                <c:pt idx="4599">
                  <c:v>37.206772000000001</c:v>
                </c:pt>
                <c:pt idx="4600">
                  <c:v>36.811709999999998</c:v>
                </c:pt>
                <c:pt idx="4601">
                  <c:v>36.659129999999998</c:v>
                </c:pt>
                <c:pt idx="4602">
                  <c:v>36.877949000000001</c:v>
                </c:pt>
                <c:pt idx="4603">
                  <c:v>37.035595000000001</c:v>
                </c:pt>
                <c:pt idx="4604">
                  <c:v>36.784153000000003</c:v>
                </c:pt>
                <c:pt idx="4605">
                  <c:v>36.606361</c:v>
                </c:pt>
                <c:pt idx="4606">
                  <c:v>36.541977000000003</c:v>
                </c:pt>
                <c:pt idx="4607">
                  <c:v>36.944083999999997</c:v>
                </c:pt>
                <c:pt idx="4608">
                  <c:v>37.724243000000001</c:v>
                </c:pt>
                <c:pt idx="4609">
                  <c:v>38.542037999999998</c:v>
                </c:pt>
                <c:pt idx="4610">
                  <c:v>39.441513</c:v>
                </c:pt>
                <c:pt idx="4611">
                  <c:v>39.844329999999999</c:v>
                </c:pt>
                <c:pt idx="4612">
                  <c:v>40.206012999999999</c:v>
                </c:pt>
                <c:pt idx="4613">
                  <c:v>39.901909000000003</c:v>
                </c:pt>
                <c:pt idx="4614">
                  <c:v>38.920814999999997</c:v>
                </c:pt>
                <c:pt idx="4615">
                  <c:v>38.63496</c:v>
                </c:pt>
                <c:pt idx="4616">
                  <c:v>38.896259000000001</c:v>
                </c:pt>
                <c:pt idx="4617">
                  <c:v>39.025894000000001</c:v>
                </c:pt>
                <c:pt idx="4618">
                  <c:v>38.592018000000003</c:v>
                </c:pt>
                <c:pt idx="4619">
                  <c:v>38.381385999999999</c:v>
                </c:pt>
                <c:pt idx="4620">
                  <c:v>39.540958000000003</c:v>
                </c:pt>
                <c:pt idx="4621">
                  <c:v>40.770389999999999</c:v>
                </c:pt>
                <c:pt idx="4622">
                  <c:v>41.470371</c:v>
                </c:pt>
                <c:pt idx="4623">
                  <c:v>42.035567999999998</c:v>
                </c:pt>
                <c:pt idx="4624">
                  <c:v>42.288212000000001</c:v>
                </c:pt>
                <c:pt idx="4625">
                  <c:v>42.395699</c:v>
                </c:pt>
                <c:pt idx="4626">
                  <c:v>42.368369999999999</c:v>
                </c:pt>
                <c:pt idx="4627">
                  <c:v>42.361645000000003</c:v>
                </c:pt>
                <c:pt idx="4628">
                  <c:v>42.531230999999998</c:v>
                </c:pt>
                <c:pt idx="4629">
                  <c:v>42.649459999999998</c:v>
                </c:pt>
                <c:pt idx="4630">
                  <c:v>42.590302000000001</c:v>
                </c:pt>
                <c:pt idx="4631">
                  <c:v>42.541645000000003</c:v>
                </c:pt>
                <c:pt idx="4632">
                  <c:v>42.364212000000002</c:v>
                </c:pt>
                <c:pt idx="4633">
                  <c:v>41.824908999999998</c:v>
                </c:pt>
                <c:pt idx="4634">
                  <c:v>41.661472000000003</c:v>
                </c:pt>
                <c:pt idx="4635">
                  <c:v>41.941502</c:v>
                </c:pt>
                <c:pt idx="4636">
                  <c:v>41.464011999999997</c:v>
                </c:pt>
                <c:pt idx="4637">
                  <c:v>40.658417</c:v>
                </c:pt>
                <c:pt idx="4638">
                  <c:v>41.264457999999998</c:v>
                </c:pt>
                <c:pt idx="4639">
                  <c:v>41.908648999999997</c:v>
                </c:pt>
                <c:pt idx="4640">
                  <c:v>42.484650000000002</c:v>
                </c:pt>
                <c:pt idx="4641">
                  <c:v>42.564064000000002</c:v>
                </c:pt>
                <c:pt idx="4642">
                  <c:v>41.420811</c:v>
                </c:pt>
                <c:pt idx="4643">
                  <c:v>40.225586</c:v>
                </c:pt>
                <c:pt idx="4644">
                  <c:v>39.327140999999997</c:v>
                </c:pt>
                <c:pt idx="4645">
                  <c:v>38.994101999999998</c:v>
                </c:pt>
                <c:pt idx="4646">
                  <c:v>39.197226999999998</c:v>
                </c:pt>
                <c:pt idx="4647">
                  <c:v>39.737301000000002</c:v>
                </c:pt>
                <c:pt idx="4648">
                  <c:v>40.159945999999998</c:v>
                </c:pt>
                <c:pt idx="4649">
                  <c:v>40.702613999999997</c:v>
                </c:pt>
                <c:pt idx="4650">
                  <c:v>41.195186999999997</c:v>
                </c:pt>
                <c:pt idx="4651">
                  <c:v>41.666179999999997</c:v>
                </c:pt>
                <c:pt idx="4652">
                  <c:v>42.156379999999999</c:v>
                </c:pt>
                <c:pt idx="4653">
                  <c:v>42.704113</c:v>
                </c:pt>
                <c:pt idx="4654">
                  <c:v>43.522255000000001</c:v>
                </c:pt>
                <c:pt idx="4655">
                  <c:v>44.155208999999999</c:v>
                </c:pt>
                <c:pt idx="4656">
                  <c:v>44.035812</c:v>
                </c:pt>
                <c:pt idx="4657">
                  <c:v>43.789603999999997</c:v>
                </c:pt>
                <c:pt idx="4658">
                  <c:v>43.682785000000003</c:v>
                </c:pt>
                <c:pt idx="4659">
                  <c:v>43.768585000000002</c:v>
                </c:pt>
                <c:pt idx="4660">
                  <c:v>43.860850999999997</c:v>
                </c:pt>
                <c:pt idx="4661">
                  <c:v>43.901989</c:v>
                </c:pt>
                <c:pt idx="4662">
                  <c:v>43.877150999999998</c:v>
                </c:pt>
                <c:pt idx="4663">
                  <c:v>43.877499</c:v>
                </c:pt>
                <c:pt idx="4664">
                  <c:v>43.945861999999998</c:v>
                </c:pt>
                <c:pt idx="4665">
                  <c:v>43.966911000000003</c:v>
                </c:pt>
                <c:pt idx="4666">
                  <c:v>44.043221000000003</c:v>
                </c:pt>
                <c:pt idx="4667">
                  <c:v>44.186481000000001</c:v>
                </c:pt>
                <c:pt idx="4668">
                  <c:v>44.347712999999999</c:v>
                </c:pt>
                <c:pt idx="4669">
                  <c:v>45.016468000000003</c:v>
                </c:pt>
                <c:pt idx="4670">
                  <c:v>45.361736000000001</c:v>
                </c:pt>
                <c:pt idx="4671">
                  <c:v>44.918751</c:v>
                </c:pt>
                <c:pt idx="4672">
                  <c:v>44.508223999999998</c:v>
                </c:pt>
                <c:pt idx="4673">
                  <c:v>44.295647000000002</c:v>
                </c:pt>
                <c:pt idx="4674">
                  <c:v>44.446517999999998</c:v>
                </c:pt>
                <c:pt idx="4675">
                  <c:v>45.036754999999999</c:v>
                </c:pt>
                <c:pt idx="4676">
                  <c:v>46.035685999999998</c:v>
                </c:pt>
                <c:pt idx="4677">
                  <c:v>46.627892000000003</c:v>
                </c:pt>
                <c:pt idx="4678">
                  <c:v>46.539078000000003</c:v>
                </c:pt>
                <c:pt idx="4679">
                  <c:v>46.515506999999999</c:v>
                </c:pt>
                <c:pt idx="4680">
                  <c:v>47.085147999999997</c:v>
                </c:pt>
                <c:pt idx="4681">
                  <c:v>47.865932000000001</c:v>
                </c:pt>
                <c:pt idx="4682">
                  <c:v>48.269210999999999</c:v>
                </c:pt>
                <c:pt idx="4683">
                  <c:v>48.928573999999998</c:v>
                </c:pt>
                <c:pt idx="4684">
                  <c:v>50.058784000000003</c:v>
                </c:pt>
                <c:pt idx="4685">
                  <c:v>50.871414000000001</c:v>
                </c:pt>
                <c:pt idx="4686">
                  <c:v>50.729660000000003</c:v>
                </c:pt>
                <c:pt idx="4687">
                  <c:v>50.331626999999997</c:v>
                </c:pt>
                <c:pt idx="4688">
                  <c:v>49.678688000000001</c:v>
                </c:pt>
                <c:pt idx="4689">
                  <c:v>47.620669999999997</c:v>
                </c:pt>
                <c:pt idx="4690">
                  <c:v>47.476418000000002</c:v>
                </c:pt>
                <c:pt idx="4691">
                  <c:v>53.065474999999999</c:v>
                </c:pt>
                <c:pt idx="4692">
                  <c:v>57.669772999999999</c:v>
                </c:pt>
                <c:pt idx="4693">
                  <c:v>60.280330999999997</c:v>
                </c:pt>
                <c:pt idx="4694">
                  <c:v>61.706809999999997</c:v>
                </c:pt>
                <c:pt idx="4695">
                  <c:v>62.275981999999999</c:v>
                </c:pt>
                <c:pt idx="4696">
                  <c:v>62.381946999999997</c:v>
                </c:pt>
                <c:pt idx="4697">
                  <c:v>62.258659000000002</c:v>
                </c:pt>
                <c:pt idx="4698">
                  <c:v>62.461384000000002</c:v>
                </c:pt>
                <c:pt idx="4699">
                  <c:v>62.754997000000003</c:v>
                </c:pt>
                <c:pt idx="4700">
                  <c:v>62.749592</c:v>
                </c:pt>
                <c:pt idx="4701">
                  <c:v>62.618606999999997</c:v>
                </c:pt>
                <c:pt idx="4702">
                  <c:v>62.428275999999997</c:v>
                </c:pt>
                <c:pt idx="4703">
                  <c:v>62.567577</c:v>
                </c:pt>
                <c:pt idx="4704">
                  <c:v>61.810828999999998</c:v>
                </c:pt>
                <c:pt idx="4705">
                  <c:v>60.482128000000003</c:v>
                </c:pt>
                <c:pt idx="4706">
                  <c:v>59.296287999999997</c:v>
                </c:pt>
                <c:pt idx="4707">
                  <c:v>58.606102</c:v>
                </c:pt>
                <c:pt idx="4708">
                  <c:v>57.813071999999998</c:v>
                </c:pt>
                <c:pt idx="4709">
                  <c:v>56.450958</c:v>
                </c:pt>
                <c:pt idx="4710">
                  <c:v>55.893130999999997</c:v>
                </c:pt>
                <c:pt idx="4711">
                  <c:v>55.660159999999998</c:v>
                </c:pt>
                <c:pt idx="4712">
                  <c:v>55.401634000000001</c:v>
                </c:pt>
                <c:pt idx="4713">
                  <c:v>54.820476999999997</c:v>
                </c:pt>
                <c:pt idx="4714">
                  <c:v>54.191616000000003</c:v>
                </c:pt>
                <c:pt idx="4715">
                  <c:v>53.776665000000001</c:v>
                </c:pt>
                <c:pt idx="4716">
                  <c:v>53.408442999999998</c:v>
                </c:pt>
                <c:pt idx="4717">
                  <c:v>53.223526</c:v>
                </c:pt>
                <c:pt idx="4718">
                  <c:v>53.320796999999999</c:v>
                </c:pt>
                <c:pt idx="4719">
                  <c:v>53.046531999999999</c:v>
                </c:pt>
                <c:pt idx="4720">
                  <c:v>52.818519999999999</c:v>
                </c:pt>
                <c:pt idx="4721">
                  <c:v>53.024990000000003</c:v>
                </c:pt>
                <c:pt idx="4722">
                  <c:v>53.196835</c:v>
                </c:pt>
                <c:pt idx="4723">
                  <c:v>53.232779999999998</c:v>
                </c:pt>
                <c:pt idx="4724">
                  <c:v>52.952469000000001</c:v>
                </c:pt>
                <c:pt idx="4725">
                  <c:v>52.533821000000003</c:v>
                </c:pt>
                <c:pt idx="4726">
                  <c:v>52.416221999999998</c:v>
                </c:pt>
                <c:pt idx="4727">
                  <c:v>52.233615999999998</c:v>
                </c:pt>
                <c:pt idx="4728">
                  <c:v>51.851227000000002</c:v>
                </c:pt>
                <c:pt idx="4729">
                  <c:v>51.667782000000003</c:v>
                </c:pt>
                <c:pt idx="4730">
                  <c:v>51.767113000000002</c:v>
                </c:pt>
                <c:pt idx="4731">
                  <c:v>52.385390999999998</c:v>
                </c:pt>
                <c:pt idx="4732">
                  <c:v>53.06926</c:v>
                </c:pt>
                <c:pt idx="4733">
                  <c:v>52.880028000000003</c:v>
                </c:pt>
                <c:pt idx="4734">
                  <c:v>52.117621999999997</c:v>
                </c:pt>
                <c:pt idx="4735">
                  <c:v>51.946125000000002</c:v>
                </c:pt>
                <c:pt idx="4736">
                  <c:v>52.399459999999998</c:v>
                </c:pt>
                <c:pt idx="4737">
                  <c:v>52.865952</c:v>
                </c:pt>
                <c:pt idx="4738">
                  <c:v>52.729092000000001</c:v>
                </c:pt>
                <c:pt idx="4739">
                  <c:v>52.564678000000001</c:v>
                </c:pt>
                <c:pt idx="4740">
                  <c:v>52.538563000000003</c:v>
                </c:pt>
                <c:pt idx="4741">
                  <c:v>52.322392000000001</c:v>
                </c:pt>
                <c:pt idx="4742">
                  <c:v>52.154761999999998</c:v>
                </c:pt>
                <c:pt idx="4743">
                  <c:v>52.074818</c:v>
                </c:pt>
                <c:pt idx="4744">
                  <c:v>52.206668999999998</c:v>
                </c:pt>
                <c:pt idx="4745">
                  <c:v>52.201777999999997</c:v>
                </c:pt>
                <c:pt idx="4746">
                  <c:v>52.018265</c:v>
                </c:pt>
                <c:pt idx="4747">
                  <c:v>51.938194000000003</c:v>
                </c:pt>
                <c:pt idx="4748">
                  <c:v>52.028571999999997</c:v>
                </c:pt>
                <c:pt idx="4749">
                  <c:v>52.115788000000002</c:v>
                </c:pt>
                <c:pt idx="4750">
                  <c:v>52.373699000000002</c:v>
                </c:pt>
                <c:pt idx="4751">
                  <c:v>52.876052999999999</c:v>
                </c:pt>
                <c:pt idx="4752">
                  <c:v>53.30254</c:v>
                </c:pt>
                <c:pt idx="4753">
                  <c:v>53.647053</c:v>
                </c:pt>
                <c:pt idx="4754">
                  <c:v>53.612327999999998</c:v>
                </c:pt>
                <c:pt idx="4755">
                  <c:v>53.572823</c:v>
                </c:pt>
                <c:pt idx="4756">
                  <c:v>53.769691000000002</c:v>
                </c:pt>
                <c:pt idx="4757">
                  <c:v>54.196266000000001</c:v>
                </c:pt>
                <c:pt idx="4758">
                  <c:v>54.315510000000003</c:v>
                </c:pt>
                <c:pt idx="4759">
                  <c:v>54.031612000000003</c:v>
                </c:pt>
                <c:pt idx="4760">
                  <c:v>54.042487999999999</c:v>
                </c:pt>
                <c:pt idx="4761">
                  <c:v>54.495471999999999</c:v>
                </c:pt>
                <c:pt idx="4762">
                  <c:v>54.728622000000001</c:v>
                </c:pt>
                <c:pt idx="4763">
                  <c:v>54.695782000000001</c:v>
                </c:pt>
                <c:pt idx="4764">
                  <c:v>55.117702000000001</c:v>
                </c:pt>
                <c:pt idx="4765">
                  <c:v>55.900886999999997</c:v>
                </c:pt>
                <c:pt idx="4766">
                  <c:v>56.240929000000001</c:v>
                </c:pt>
                <c:pt idx="4767">
                  <c:v>56.103698999999999</c:v>
                </c:pt>
                <c:pt idx="4768">
                  <c:v>56.502322999999997</c:v>
                </c:pt>
                <c:pt idx="4769">
                  <c:v>57.533481999999999</c:v>
                </c:pt>
                <c:pt idx="4770">
                  <c:v>58.047885999999998</c:v>
                </c:pt>
                <c:pt idx="4771">
                  <c:v>58.255924</c:v>
                </c:pt>
                <c:pt idx="4772">
                  <c:v>58.724544999999999</c:v>
                </c:pt>
                <c:pt idx="4773">
                  <c:v>59.223339000000003</c:v>
                </c:pt>
                <c:pt idx="4774">
                  <c:v>59.704360999999999</c:v>
                </c:pt>
                <c:pt idx="4775">
                  <c:v>58.98489</c:v>
                </c:pt>
                <c:pt idx="4776">
                  <c:v>58.312691000000001</c:v>
                </c:pt>
                <c:pt idx="4777">
                  <c:v>58.408504000000001</c:v>
                </c:pt>
                <c:pt idx="4778">
                  <c:v>59.103198999999996</c:v>
                </c:pt>
                <c:pt idx="4779">
                  <c:v>59.310982000000003</c:v>
                </c:pt>
                <c:pt idx="4780">
                  <c:v>58.663680999999997</c:v>
                </c:pt>
                <c:pt idx="4781">
                  <c:v>57.346778999999998</c:v>
                </c:pt>
                <c:pt idx="4782">
                  <c:v>56.055725000000002</c:v>
                </c:pt>
                <c:pt idx="4783">
                  <c:v>55.399459999999998</c:v>
                </c:pt>
                <c:pt idx="4784">
                  <c:v>54.952148000000001</c:v>
                </c:pt>
                <c:pt idx="4785">
                  <c:v>54.144215000000003</c:v>
                </c:pt>
                <c:pt idx="4786">
                  <c:v>53.231583000000001</c:v>
                </c:pt>
                <c:pt idx="4787">
                  <c:v>52.897995000000002</c:v>
                </c:pt>
                <c:pt idx="4788">
                  <c:v>53.007786000000003</c:v>
                </c:pt>
                <c:pt idx="4789">
                  <c:v>52.871654999999997</c:v>
                </c:pt>
                <c:pt idx="4790">
                  <c:v>52.782505</c:v>
                </c:pt>
                <c:pt idx="4791">
                  <c:v>52.701805</c:v>
                </c:pt>
                <c:pt idx="4792">
                  <c:v>52.882987999999997</c:v>
                </c:pt>
                <c:pt idx="4793">
                  <c:v>53.141002999999998</c:v>
                </c:pt>
                <c:pt idx="4794">
                  <c:v>53.132393</c:v>
                </c:pt>
                <c:pt idx="4795">
                  <c:v>52.991855999999999</c:v>
                </c:pt>
                <c:pt idx="4796">
                  <c:v>52.672741000000002</c:v>
                </c:pt>
                <c:pt idx="4797">
                  <c:v>52.363373000000003</c:v>
                </c:pt>
                <c:pt idx="4798">
                  <c:v>51.931488000000002</c:v>
                </c:pt>
                <c:pt idx="4799">
                  <c:v>51.989212000000002</c:v>
                </c:pt>
                <c:pt idx="4800">
                  <c:v>52.294272999999997</c:v>
                </c:pt>
                <c:pt idx="4801">
                  <c:v>52.426833999999999</c:v>
                </c:pt>
                <c:pt idx="4802">
                  <c:v>52.532435999999997</c:v>
                </c:pt>
                <c:pt idx="4803">
                  <c:v>52.654761999999998</c:v>
                </c:pt>
                <c:pt idx="4804">
                  <c:v>52.676456000000002</c:v>
                </c:pt>
                <c:pt idx="4805">
                  <c:v>52.550632</c:v>
                </c:pt>
                <c:pt idx="4806">
                  <c:v>52.558174000000001</c:v>
                </c:pt>
                <c:pt idx="4807">
                  <c:v>52.624310000000001</c:v>
                </c:pt>
                <c:pt idx="4808">
                  <c:v>52.802692</c:v>
                </c:pt>
                <c:pt idx="4809">
                  <c:v>52.813384999999997</c:v>
                </c:pt>
                <c:pt idx="4810">
                  <c:v>52.266865000000003</c:v>
                </c:pt>
                <c:pt idx="4811">
                  <c:v>51.684134999999998</c:v>
                </c:pt>
                <c:pt idx="4812">
                  <c:v>51.666271000000002</c:v>
                </c:pt>
                <c:pt idx="4813">
                  <c:v>52.174312999999998</c:v>
                </c:pt>
                <c:pt idx="4814">
                  <c:v>52.335712000000001</c:v>
                </c:pt>
                <c:pt idx="4815">
                  <c:v>51.879047</c:v>
                </c:pt>
                <c:pt idx="4816">
                  <c:v>51.229526999999997</c:v>
                </c:pt>
                <c:pt idx="4817">
                  <c:v>50.675552000000003</c:v>
                </c:pt>
                <c:pt idx="4818">
                  <c:v>50.961903</c:v>
                </c:pt>
                <c:pt idx="4819">
                  <c:v>51.775706999999997</c:v>
                </c:pt>
                <c:pt idx="4820">
                  <c:v>52.474471999999999</c:v>
                </c:pt>
                <c:pt idx="4821">
                  <c:v>53.159477000000003</c:v>
                </c:pt>
                <c:pt idx="4822">
                  <c:v>53.420071</c:v>
                </c:pt>
                <c:pt idx="4823">
                  <c:v>53.333260000000003</c:v>
                </c:pt>
                <c:pt idx="4824">
                  <c:v>53.193047</c:v>
                </c:pt>
                <c:pt idx="4825">
                  <c:v>53.392479000000002</c:v>
                </c:pt>
                <c:pt idx="4826">
                  <c:v>53.658591999999999</c:v>
                </c:pt>
                <c:pt idx="4827">
                  <c:v>53.880875000000003</c:v>
                </c:pt>
                <c:pt idx="4828">
                  <c:v>54.073044000000003</c:v>
                </c:pt>
                <c:pt idx="4829">
                  <c:v>53.963234</c:v>
                </c:pt>
                <c:pt idx="4830">
                  <c:v>53.908546000000001</c:v>
                </c:pt>
                <c:pt idx="4831">
                  <c:v>54.251713000000002</c:v>
                </c:pt>
                <c:pt idx="4832">
                  <c:v>54.561408999999998</c:v>
                </c:pt>
                <c:pt idx="4833">
                  <c:v>54.949340999999997</c:v>
                </c:pt>
                <c:pt idx="4834">
                  <c:v>56.182098000000003</c:v>
                </c:pt>
                <c:pt idx="4835">
                  <c:v>57.663235</c:v>
                </c:pt>
                <c:pt idx="4836">
                  <c:v>58.851745999999999</c:v>
                </c:pt>
                <c:pt idx="4837">
                  <c:v>59.417427000000004</c:v>
                </c:pt>
                <c:pt idx="4838">
                  <c:v>59.652335999999998</c:v>
                </c:pt>
                <c:pt idx="4839">
                  <c:v>60.175654999999999</c:v>
                </c:pt>
                <c:pt idx="4840">
                  <c:v>59.713695999999999</c:v>
                </c:pt>
                <c:pt idx="4841">
                  <c:v>58.831271999999998</c:v>
                </c:pt>
                <c:pt idx="4842">
                  <c:v>57.735809000000003</c:v>
                </c:pt>
                <c:pt idx="4843">
                  <c:v>56.511226999999998</c:v>
                </c:pt>
                <c:pt idx="4844">
                  <c:v>56.090178999999999</c:v>
                </c:pt>
                <c:pt idx="4845">
                  <c:v>56.335884</c:v>
                </c:pt>
                <c:pt idx="4846">
                  <c:v>56.735118999999997</c:v>
                </c:pt>
                <c:pt idx="4847">
                  <c:v>57.437041999999998</c:v>
                </c:pt>
                <c:pt idx="4848">
                  <c:v>58.362456999999999</c:v>
                </c:pt>
                <c:pt idx="4849">
                  <c:v>59.161532999999999</c:v>
                </c:pt>
                <c:pt idx="4850">
                  <c:v>59.434376</c:v>
                </c:pt>
                <c:pt idx="4851">
                  <c:v>58.935088999999998</c:v>
                </c:pt>
                <c:pt idx="4852">
                  <c:v>58.885219999999997</c:v>
                </c:pt>
                <c:pt idx="4853">
                  <c:v>60.087814000000002</c:v>
                </c:pt>
                <c:pt idx="4854">
                  <c:v>61.547249000000001</c:v>
                </c:pt>
                <c:pt idx="4855">
                  <c:v>62.524509000000002</c:v>
                </c:pt>
                <c:pt idx="4856">
                  <c:v>62.934963000000003</c:v>
                </c:pt>
                <c:pt idx="4857">
                  <c:v>62.479393000000002</c:v>
                </c:pt>
                <c:pt idx="4858">
                  <c:v>61.473166999999997</c:v>
                </c:pt>
                <c:pt idx="4859">
                  <c:v>60.944920000000003</c:v>
                </c:pt>
                <c:pt idx="4860">
                  <c:v>61.071049000000002</c:v>
                </c:pt>
                <c:pt idx="4861">
                  <c:v>61.062007999999999</c:v>
                </c:pt>
                <c:pt idx="4862">
                  <c:v>60.952824</c:v>
                </c:pt>
                <c:pt idx="4863">
                  <c:v>61.290667999999997</c:v>
                </c:pt>
                <c:pt idx="4864">
                  <c:v>62.002110000000002</c:v>
                </c:pt>
                <c:pt idx="4865">
                  <c:v>63.222808999999998</c:v>
                </c:pt>
                <c:pt idx="4866">
                  <c:v>64.104729000000006</c:v>
                </c:pt>
                <c:pt idx="4867">
                  <c:v>63.936970000000002</c:v>
                </c:pt>
                <c:pt idx="4868">
                  <c:v>63.205531999999998</c:v>
                </c:pt>
                <c:pt idx="4869">
                  <c:v>62.922646</c:v>
                </c:pt>
                <c:pt idx="4870">
                  <c:v>63.413124000000003</c:v>
                </c:pt>
                <c:pt idx="4871">
                  <c:v>63.694896999999997</c:v>
                </c:pt>
                <c:pt idx="4872">
                  <c:v>63.380851999999997</c:v>
                </c:pt>
                <c:pt idx="4873">
                  <c:v>62.206642000000002</c:v>
                </c:pt>
                <c:pt idx="4874">
                  <c:v>61.019936000000001</c:v>
                </c:pt>
                <c:pt idx="4875">
                  <c:v>61.064030000000002</c:v>
                </c:pt>
                <c:pt idx="4876">
                  <c:v>61.683692999999998</c:v>
                </c:pt>
                <c:pt idx="4877">
                  <c:v>61.653216999999998</c:v>
                </c:pt>
                <c:pt idx="4878">
                  <c:v>61.10463</c:v>
                </c:pt>
                <c:pt idx="4879">
                  <c:v>60.491928000000001</c:v>
                </c:pt>
                <c:pt idx="4880">
                  <c:v>60.433086000000003</c:v>
                </c:pt>
                <c:pt idx="4881">
                  <c:v>60.858128000000001</c:v>
                </c:pt>
                <c:pt idx="4882">
                  <c:v>61.260975000000002</c:v>
                </c:pt>
                <c:pt idx="4883">
                  <c:v>62.288150999999999</c:v>
                </c:pt>
                <c:pt idx="4884">
                  <c:v>63.019001000000003</c:v>
                </c:pt>
                <c:pt idx="4885">
                  <c:v>62.654972000000001</c:v>
                </c:pt>
                <c:pt idx="4886">
                  <c:v>61.882590999999998</c:v>
                </c:pt>
                <c:pt idx="4887">
                  <c:v>61.094475000000003</c:v>
                </c:pt>
                <c:pt idx="4888">
                  <c:v>60.705021000000002</c:v>
                </c:pt>
                <c:pt idx="4889">
                  <c:v>60.851672999999998</c:v>
                </c:pt>
                <c:pt idx="4890">
                  <c:v>60.687244</c:v>
                </c:pt>
                <c:pt idx="4891">
                  <c:v>60.163857</c:v>
                </c:pt>
                <c:pt idx="4892">
                  <c:v>59.747115999999998</c:v>
                </c:pt>
                <c:pt idx="4893">
                  <c:v>59.563034000000002</c:v>
                </c:pt>
                <c:pt idx="4894">
                  <c:v>60.100025000000002</c:v>
                </c:pt>
                <c:pt idx="4895">
                  <c:v>61.301189000000001</c:v>
                </c:pt>
                <c:pt idx="4896">
                  <c:v>62.586399</c:v>
                </c:pt>
                <c:pt idx="4897">
                  <c:v>63.880687999999999</c:v>
                </c:pt>
                <c:pt idx="4898">
                  <c:v>64.895522999999997</c:v>
                </c:pt>
                <c:pt idx="4899">
                  <c:v>65.771773999999994</c:v>
                </c:pt>
                <c:pt idx="4900">
                  <c:v>66.309486000000007</c:v>
                </c:pt>
                <c:pt idx="4901">
                  <c:v>66.689316000000005</c:v>
                </c:pt>
                <c:pt idx="4902">
                  <c:v>67.028075999999999</c:v>
                </c:pt>
                <c:pt idx="4903">
                  <c:v>66.918036999999998</c:v>
                </c:pt>
                <c:pt idx="4904">
                  <c:v>66.025940000000006</c:v>
                </c:pt>
                <c:pt idx="4905">
                  <c:v>65.293243000000004</c:v>
                </c:pt>
                <c:pt idx="4906">
                  <c:v>64.825089000000006</c:v>
                </c:pt>
                <c:pt idx="4907">
                  <c:v>64.447120999999996</c:v>
                </c:pt>
                <c:pt idx="4908">
                  <c:v>63.885590000000001</c:v>
                </c:pt>
                <c:pt idx="4909">
                  <c:v>63.358051000000003</c:v>
                </c:pt>
                <c:pt idx="4910">
                  <c:v>62.886951000000003</c:v>
                </c:pt>
                <c:pt idx="4911">
                  <c:v>61.983989999999999</c:v>
                </c:pt>
                <c:pt idx="4912">
                  <c:v>60.770297999999997</c:v>
                </c:pt>
                <c:pt idx="4913">
                  <c:v>59.608997000000002</c:v>
                </c:pt>
                <c:pt idx="4914">
                  <c:v>59.258437999999998</c:v>
                </c:pt>
                <c:pt idx="4915">
                  <c:v>59.495815</c:v>
                </c:pt>
                <c:pt idx="4916">
                  <c:v>59.611980000000003</c:v>
                </c:pt>
                <c:pt idx="4917">
                  <c:v>59.242485000000002</c:v>
                </c:pt>
                <c:pt idx="4918">
                  <c:v>58.676872000000003</c:v>
                </c:pt>
                <c:pt idx="4919">
                  <c:v>58.527287000000001</c:v>
                </c:pt>
                <c:pt idx="4920">
                  <c:v>58.692486000000002</c:v>
                </c:pt>
                <c:pt idx="4921">
                  <c:v>58.973835000000001</c:v>
                </c:pt>
                <c:pt idx="4922">
                  <c:v>59.392173999999997</c:v>
                </c:pt>
                <c:pt idx="4923">
                  <c:v>60.309986000000002</c:v>
                </c:pt>
                <c:pt idx="4924">
                  <c:v>60.692776000000002</c:v>
                </c:pt>
                <c:pt idx="4925">
                  <c:v>59.905144</c:v>
                </c:pt>
                <c:pt idx="4926">
                  <c:v>58.840733</c:v>
                </c:pt>
                <c:pt idx="4927">
                  <c:v>57.816955999999998</c:v>
                </c:pt>
                <c:pt idx="4928">
                  <c:v>57.165599999999998</c:v>
                </c:pt>
                <c:pt idx="4929">
                  <c:v>57.536343000000002</c:v>
                </c:pt>
                <c:pt idx="4930">
                  <c:v>58.532814000000002</c:v>
                </c:pt>
                <c:pt idx="4931">
                  <c:v>59.674747000000004</c:v>
                </c:pt>
                <c:pt idx="4932">
                  <c:v>60.664417</c:v>
                </c:pt>
                <c:pt idx="4933">
                  <c:v>60.732765000000001</c:v>
                </c:pt>
                <c:pt idx="4934">
                  <c:v>60.315185999999997</c:v>
                </c:pt>
                <c:pt idx="4935">
                  <c:v>59.931533999999999</c:v>
                </c:pt>
                <c:pt idx="4936">
                  <c:v>59.650570000000002</c:v>
                </c:pt>
                <c:pt idx="4937">
                  <c:v>59.576427000000002</c:v>
                </c:pt>
                <c:pt idx="4938">
                  <c:v>59.634864999999998</c:v>
                </c:pt>
                <c:pt idx="4939">
                  <c:v>60.055430999999999</c:v>
                </c:pt>
                <c:pt idx="4940">
                  <c:v>60.770820999999998</c:v>
                </c:pt>
                <c:pt idx="4941">
                  <c:v>61.729667999999997</c:v>
                </c:pt>
                <c:pt idx="4942">
                  <c:v>62.850662</c:v>
                </c:pt>
                <c:pt idx="4943">
                  <c:v>63.539154000000003</c:v>
                </c:pt>
                <c:pt idx="4944">
                  <c:v>63.917529999999999</c:v>
                </c:pt>
                <c:pt idx="4945">
                  <c:v>63.634754000000001</c:v>
                </c:pt>
                <c:pt idx="4946">
                  <c:v>63.088355999999997</c:v>
                </c:pt>
                <c:pt idx="4947">
                  <c:v>62.793568</c:v>
                </c:pt>
                <c:pt idx="4948">
                  <c:v>62.927253999999998</c:v>
                </c:pt>
                <c:pt idx="4949">
                  <c:v>63.569159999999997</c:v>
                </c:pt>
                <c:pt idx="4950">
                  <c:v>64.550101999999995</c:v>
                </c:pt>
                <c:pt idx="4951">
                  <c:v>65.450660999999997</c:v>
                </c:pt>
                <c:pt idx="4952">
                  <c:v>65.977180000000004</c:v>
                </c:pt>
                <c:pt idx="4953">
                  <c:v>66.279860999999997</c:v>
                </c:pt>
                <c:pt idx="4954">
                  <c:v>65.693984999999998</c:v>
                </c:pt>
                <c:pt idx="4955">
                  <c:v>65.233779999999996</c:v>
                </c:pt>
                <c:pt idx="4956">
                  <c:v>65.352631000000002</c:v>
                </c:pt>
                <c:pt idx="4957">
                  <c:v>65.309753000000001</c:v>
                </c:pt>
                <c:pt idx="4958">
                  <c:v>64.889885000000007</c:v>
                </c:pt>
                <c:pt idx="4959">
                  <c:v>63.924621999999999</c:v>
                </c:pt>
                <c:pt idx="4960">
                  <c:v>62.613331000000002</c:v>
                </c:pt>
                <c:pt idx="4961">
                  <c:v>61.096710000000002</c:v>
                </c:pt>
                <c:pt idx="4962">
                  <c:v>60.084975999999997</c:v>
                </c:pt>
                <c:pt idx="4963">
                  <c:v>59.452019</c:v>
                </c:pt>
                <c:pt idx="4964">
                  <c:v>59.116173000000003</c:v>
                </c:pt>
                <c:pt idx="4965">
                  <c:v>58.928905</c:v>
                </c:pt>
                <c:pt idx="4966">
                  <c:v>58.886001999999998</c:v>
                </c:pt>
                <c:pt idx="4967">
                  <c:v>58.946773999999998</c:v>
                </c:pt>
                <c:pt idx="4968">
                  <c:v>59.177925000000002</c:v>
                </c:pt>
                <c:pt idx="4969">
                  <c:v>60.421852000000001</c:v>
                </c:pt>
                <c:pt idx="4970">
                  <c:v>61.871471</c:v>
                </c:pt>
                <c:pt idx="4971">
                  <c:v>63.035800999999999</c:v>
                </c:pt>
                <c:pt idx="4972">
                  <c:v>64.297889999999995</c:v>
                </c:pt>
                <c:pt idx="4973">
                  <c:v>65.673484999999999</c:v>
                </c:pt>
                <c:pt idx="4974">
                  <c:v>66.678154000000006</c:v>
                </c:pt>
                <c:pt idx="4975">
                  <c:v>66.903960999999995</c:v>
                </c:pt>
                <c:pt idx="4976">
                  <c:v>67.118294000000006</c:v>
                </c:pt>
                <c:pt idx="4977">
                  <c:v>67.016677999999999</c:v>
                </c:pt>
                <c:pt idx="4978">
                  <c:v>66.408691000000005</c:v>
                </c:pt>
                <c:pt idx="4979">
                  <c:v>65.851410000000001</c:v>
                </c:pt>
                <c:pt idx="4980">
                  <c:v>65.182357999999994</c:v>
                </c:pt>
                <c:pt idx="4981">
                  <c:v>64.824127000000004</c:v>
                </c:pt>
                <c:pt idx="4982">
                  <c:v>65.082183999999998</c:v>
                </c:pt>
                <c:pt idx="4983">
                  <c:v>65.808646999999993</c:v>
                </c:pt>
                <c:pt idx="4984">
                  <c:v>66.356903000000003</c:v>
                </c:pt>
                <c:pt idx="4985">
                  <c:v>66.512077000000005</c:v>
                </c:pt>
                <c:pt idx="4986">
                  <c:v>66.665520000000001</c:v>
                </c:pt>
                <c:pt idx="4987">
                  <c:v>67.131202999999999</c:v>
                </c:pt>
                <c:pt idx="4988">
                  <c:v>67.652045999999999</c:v>
                </c:pt>
                <c:pt idx="4989">
                  <c:v>67.524788000000001</c:v>
                </c:pt>
                <c:pt idx="4990">
                  <c:v>66.602538999999993</c:v>
                </c:pt>
                <c:pt idx="4991">
                  <c:v>65.607117000000002</c:v>
                </c:pt>
                <c:pt idx="4992">
                  <c:v>64.788155000000003</c:v>
                </c:pt>
                <c:pt idx="4993">
                  <c:v>64.313254999999998</c:v>
                </c:pt>
                <c:pt idx="4994">
                  <c:v>63.842368999999998</c:v>
                </c:pt>
                <c:pt idx="4995">
                  <c:v>63.017238999999996</c:v>
                </c:pt>
                <c:pt idx="4996">
                  <c:v>62.064438000000003</c:v>
                </c:pt>
                <c:pt idx="4997">
                  <c:v>61.002097999999997</c:v>
                </c:pt>
                <c:pt idx="4998">
                  <c:v>60.325786999999998</c:v>
                </c:pt>
                <c:pt idx="4999">
                  <c:v>60.249428000000002</c:v>
                </c:pt>
                <c:pt idx="5000">
                  <c:v>60.786113999999998</c:v>
                </c:pt>
                <c:pt idx="5001">
                  <c:v>61.836410999999998</c:v>
                </c:pt>
                <c:pt idx="5002">
                  <c:v>62.530566999999998</c:v>
                </c:pt>
                <c:pt idx="5003">
                  <c:v>62.674968999999997</c:v>
                </c:pt>
                <c:pt idx="5004">
                  <c:v>62.467765999999997</c:v>
                </c:pt>
                <c:pt idx="5005">
                  <c:v>62.583781999999999</c:v>
                </c:pt>
                <c:pt idx="5006">
                  <c:v>62.708157</c:v>
                </c:pt>
                <c:pt idx="5007">
                  <c:v>62.916260000000001</c:v>
                </c:pt>
                <c:pt idx="5008">
                  <c:v>62.992401000000001</c:v>
                </c:pt>
                <c:pt idx="5009">
                  <c:v>62.828594000000002</c:v>
                </c:pt>
                <c:pt idx="5010">
                  <c:v>62.787959999999998</c:v>
                </c:pt>
                <c:pt idx="5011">
                  <c:v>62.494723999999998</c:v>
                </c:pt>
                <c:pt idx="5012">
                  <c:v>61.997363999999997</c:v>
                </c:pt>
                <c:pt idx="5013">
                  <c:v>61.826714000000003</c:v>
                </c:pt>
                <c:pt idx="5014">
                  <c:v>62.096221999999997</c:v>
                </c:pt>
                <c:pt idx="5015">
                  <c:v>62.749287000000002</c:v>
                </c:pt>
                <c:pt idx="5016">
                  <c:v>63.181068000000003</c:v>
                </c:pt>
                <c:pt idx="5017">
                  <c:v>63.001251000000003</c:v>
                </c:pt>
                <c:pt idx="5018">
                  <c:v>62.937522999999999</c:v>
                </c:pt>
                <c:pt idx="5019">
                  <c:v>63.017848999999998</c:v>
                </c:pt>
                <c:pt idx="5020">
                  <c:v>62.702334999999998</c:v>
                </c:pt>
                <c:pt idx="5021">
                  <c:v>62.577209000000003</c:v>
                </c:pt>
                <c:pt idx="5022">
                  <c:v>62.689506999999999</c:v>
                </c:pt>
                <c:pt idx="5023">
                  <c:v>62.488979</c:v>
                </c:pt>
                <c:pt idx="5024">
                  <c:v>62.180115000000001</c:v>
                </c:pt>
                <c:pt idx="5025">
                  <c:v>61.720275999999998</c:v>
                </c:pt>
                <c:pt idx="5026">
                  <c:v>61.111542</c:v>
                </c:pt>
                <c:pt idx="5027">
                  <c:v>60.703465000000001</c:v>
                </c:pt>
                <c:pt idx="5028">
                  <c:v>60.381419999999999</c:v>
                </c:pt>
                <c:pt idx="5029">
                  <c:v>60.357731000000001</c:v>
                </c:pt>
                <c:pt idx="5030">
                  <c:v>60.210087000000001</c:v>
                </c:pt>
                <c:pt idx="5031">
                  <c:v>59.896458000000003</c:v>
                </c:pt>
                <c:pt idx="5032">
                  <c:v>59.447659000000002</c:v>
                </c:pt>
                <c:pt idx="5033">
                  <c:v>59.363574999999997</c:v>
                </c:pt>
                <c:pt idx="5034">
                  <c:v>60.060153999999997</c:v>
                </c:pt>
                <c:pt idx="5035">
                  <c:v>61.054065999999999</c:v>
                </c:pt>
                <c:pt idx="5036">
                  <c:v>62.166344000000002</c:v>
                </c:pt>
                <c:pt idx="5037">
                  <c:v>62.540168999999999</c:v>
                </c:pt>
                <c:pt idx="5038">
                  <c:v>61.942138999999997</c:v>
                </c:pt>
                <c:pt idx="5039">
                  <c:v>61.063408000000003</c:v>
                </c:pt>
                <c:pt idx="5040">
                  <c:v>59.964897000000001</c:v>
                </c:pt>
                <c:pt idx="5041">
                  <c:v>59.141232000000002</c:v>
                </c:pt>
                <c:pt idx="5042">
                  <c:v>58.838196000000003</c:v>
                </c:pt>
                <c:pt idx="5043">
                  <c:v>58.467990999999998</c:v>
                </c:pt>
                <c:pt idx="5044">
                  <c:v>57.849978999999998</c:v>
                </c:pt>
                <c:pt idx="5045">
                  <c:v>57.473190000000002</c:v>
                </c:pt>
                <c:pt idx="5046">
                  <c:v>56.929779000000003</c:v>
                </c:pt>
                <c:pt idx="5047">
                  <c:v>56.684643000000001</c:v>
                </c:pt>
                <c:pt idx="5048">
                  <c:v>56.737048999999999</c:v>
                </c:pt>
                <c:pt idx="5049">
                  <c:v>57.138877999999998</c:v>
                </c:pt>
                <c:pt idx="5050">
                  <c:v>57.924919000000003</c:v>
                </c:pt>
                <c:pt idx="5051">
                  <c:v>58.343159</c:v>
                </c:pt>
                <c:pt idx="5052">
                  <c:v>58.630702999999997</c:v>
                </c:pt>
                <c:pt idx="5053">
                  <c:v>58.842911000000001</c:v>
                </c:pt>
                <c:pt idx="5054">
                  <c:v>59.028129999999997</c:v>
                </c:pt>
                <c:pt idx="5055">
                  <c:v>59.174408</c:v>
                </c:pt>
                <c:pt idx="5056">
                  <c:v>59.049540999999998</c:v>
                </c:pt>
                <c:pt idx="5057">
                  <c:v>58.623210999999998</c:v>
                </c:pt>
                <c:pt idx="5058">
                  <c:v>57.779133000000002</c:v>
                </c:pt>
                <c:pt idx="5059">
                  <c:v>57.010795999999999</c:v>
                </c:pt>
                <c:pt idx="5060">
                  <c:v>56.383369000000002</c:v>
                </c:pt>
                <c:pt idx="5061">
                  <c:v>56.089264</c:v>
                </c:pt>
                <c:pt idx="5062">
                  <c:v>56.338509000000002</c:v>
                </c:pt>
                <c:pt idx="5063">
                  <c:v>56.885792000000002</c:v>
                </c:pt>
                <c:pt idx="5064">
                  <c:v>57.071925999999998</c:v>
                </c:pt>
                <c:pt idx="5065">
                  <c:v>57.052444000000001</c:v>
                </c:pt>
                <c:pt idx="5066">
                  <c:v>56.923026999999998</c:v>
                </c:pt>
                <c:pt idx="5067">
                  <c:v>56.925697</c:v>
                </c:pt>
                <c:pt idx="5068">
                  <c:v>56.990631</c:v>
                </c:pt>
                <c:pt idx="5069">
                  <c:v>56.874130000000001</c:v>
                </c:pt>
                <c:pt idx="5070">
                  <c:v>56.919704000000003</c:v>
                </c:pt>
                <c:pt idx="5071">
                  <c:v>57.189464999999998</c:v>
                </c:pt>
                <c:pt idx="5072">
                  <c:v>57.626956999999997</c:v>
                </c:pt>
                <c:pt idx="5073">
                  <c:v>57.587550999999998</c:v>
                </c:pt>
                <c:pt idx="5074">
                  <c:v>57.253860000000003</c:v>
                </c:pt>
                <c:pt idx="5075">
                  <c:v>57.183703999999999</c:v>
                </c:pt>
                <c:pt idx="5076">
                  <c:v>57.380802000000003</c:v>
                </c:pt>
                <c:pt idx="5077">
                  <c:v>57.934387000000001</c:v>
                </c:pt>
                <c:pt idx="5078">
                  <c:v>58.996986</c:v>
                </c:pt>
                <c:pt idx="5079">
                  <c:v>60.158648999999997</c:v>
                </c:pt>
                <c:pt idx="5080">
                  <c:v>60.646510999999997</c:v>
                </c:pt>
                <c:pt idx="5081">
                  <c:v>60.825180000000003</c:v>
                </c:pt>
                <c:pt idx="5082">
                  <c:v>61.175091000000002</c:v>
                </c:pt>
                <c:pt idx="5083">
                  <c:v>61.723602</c:v>
                </c:pt>
                <c:pt idx="5084">
                  <c:v>62.206490000000002</c:v>
                </c:pt>
                <c:pt idx="5085">
                  <c:v>62.701129999999999</c:v>
                </c:pt>
                <c:pt idx="5086">
                  <c:v>63.503886999999999</c:v>
                </c:pt>
                <c:pt idx="5087">
                  <c:v>64.209975999999997</c:v>
                </c:pt>
                <c:pt idx="5088">
                  <c:v>64.399376000000004</c:v>
                </c:pt>
                <c:pt idx="5089">
                  <c:v>64.467262000000005</c:v>
                </c:pt>
                <c:pt idx="5090">
                  <c:v>64.412841999999998</c:v>
                </c:pt>
                <c:pt idx="5091">
                  <c:v>64.273285000000001</c:v>
                </c:pt>
                <c:pt idx="5092">
                  <c:v>63.957206999999997</c:v>
                </c:pt>
                <c:pt idx="5093">
                  <c:v>63.228682999999997</c:v>
                </c:pt>
                <c:pt idx="5094">
                  <c:v>62.106471999999997</c:v>
                </c:pt>
                <c:pt idx="5095">
                  <c:v>61.485419999999998</c:v>
                </c:pt>
                <c:pt idx="5096">
                  <c:v>61.854416000000001</c:v>
                </c:pt>
                <c:pt idx="5097">
                  <c:v>62.838332999999999</c:v>
                </c:pt>
                <c:pt idx="5098">
                  <c:v>63.458995999999999</c:v>
                </c:pt>
                <c:pt idx="5099">
                  <c:v>63.834259000000003</c:v>
                </c:pt>
                <c:pt idx="5100">
                  <c:v>64.295852999999994</c:v>
                </c:pt>
                <c:pt idx="5101">
                  <c:v>64.581222999999994</c:v>
                </c:pt>
                <c:pt idx="5102">
                  <c:v>64.916245000000004</c:v>
                </c:pt>
                <c:pt idx="5103">
                  <c:v>65.133178999999998</c:v>
                </c:pt>
                <c:pt idx="5104">
                  <c:v>65.204659000000007</c:v>
                </c:pt>
                <c:pt idx="5105">
                  <c:v>65.180176000000003</c:v>
                </c:pt>
                <c:pt idx="5106">
                  <c:v>65.216132999999999</c:v>
                </c:pt>
                <c:pt idx="5107">
                  <c:v>65.155547999999996</c:v>
                </c:pt>
                <c:pt idx="5108">
                  <c:v>64.732803000000004</c:v>
                </c:pt>
                <c:pt idx="5109">
                  <c:v>64.379227</c:v>
                </c:pt>
                <c:pt idx="5110">
                  <c:v>64.249427999999995</c:v>
                </c:pt>
                <c:pt idx="5111">
                  <c:v>64.089523</c:v>
                </c:pt>
                <c:pt idx="5112">
                  <c:v>63.586033</c:v>
                </c:pt>
                <c:pt idx="5113">
                  <c:v>62.695545000000003</c:v>
                </c:pt>
                <c:pt idx="5114">
                  <c:v>61.886093000000002</c:v>
                </c:pt>
                <c:pt idx="5115">
                  <c:v>61.582157000000002</c:v>
                </c:pt>
                <c:pt idx="5116">
                  <c:v>61.511420999999999</c:v>
                </c:pt>
                <c:pt idx="5117">
                  <c:v>61.771403999999997</c:v>
                </c:pt>
                <c:pt idx="5118">
                  <c:v>62.305824000000001</c:v>
                </c:pt>
                <c:pt idx="5119">
                  <c:v>62.580264999999997</c:v>
                </c:pt>
                <c:pt idx="5120">
                  <c:v>62.988491000000003</c:v>
                </c:pt>
                <c:pt idx="5121">
                  <c:v>63.460766</c:v>
                </c:pt>
                <c:pt idx="5122">
                  <c:v>63.780994</c:v>
                </c:pt>
                <c:pt idx="5123">
                  <c:v>64.225655000000003</c:v>
                </c:pt>
                <c:pt idx="5124">
                  <c:v>64.129005000000006</c:v>
                </c:pt>
                <c:pt idx="5125">
                  <c:v>63.454124</c:v>
                </c:pt>
                <c:pt idx="5126">
                  <c:v>63.065483</c:v>
                </c:pt>
                <c:pt idx="5127">
                  <c:v>62.742725</c:v>
                </c:pt>
                <c:pt idx="5128">
                  <c:v>62.217818999999999</c:v>
                </c:pt>
                <c:pt idx="5129">
                  <c:v>61.645789999999998</c:v>
                </c:pt>
                <c:pt idx="5130">
                  <c:v>61.403931</c:v>
                </c:pt>
                <c:pt idx="5131">
                  <c:v>61.421024000000003</c:v>
                </c:pt>
                <c:pt idx="5132">
                  <c:v>61.438141000000002</c:v>
                </c:pt>
                <c:pt idx="5133">
                  <c:v>61.207129999999999</c:v>
                </c:pt>
                <c:pt idx="5134">
                  <c:v>61.056319999999999</c:v>
                </c:pt>
                <c:pt idx="5135">
                  <c:v>61.396872999999999</c:v>
                </c:pt>
                <c:pt idx="5136">
                  <c:v>61.396988</c:v>
                </c:pt>
                <c:pt idx="5137">
                  <c:v>61.244888000000003</c:v>
                </c:pt>
                <c:pt idx="5138">
                  <c:v>61.707714000000003</c:v>
                </c:pt>
                <c:pt idx="5139">
                  <c:v>62.435226</c:v>
                </c:pt>
                <c:pt idx="5140">
                  <c:v>62.904705</c:v>
                </c:pt>
                <c:pt idx="5141">
                  <c:v>63.271560999999998</c:v>
                </c:pt>
                <c:pt idx="5142">
                  <c:v>56.581490000000002</c:v>
                </c:pt>
                <c:pt idx="5143">
                  <c:v>59.25338</c:v>
                </c:pt>
                <c:pt idx="5144">
                  <c:v>60.394874999999999</c:v>
                </c:pt>
                <c:pt idx="5145">
                  <c:v>61.099339000000001</c:v>
                </c:pt>
                <c:pt idx="5146">
                  <c:v>61.742851000000002</c:v>
                </c:pt>
                <c:pt idx="5147">
                  <c:v>62.281714999999998</c:v>
                </c:pt>
                <c:pt idx="5148">
                  <c:v>62.693176000000001</c:v>
                </c:pt>
                <c:pt idx="5149">
                  <c:v>62.687553000000001</c:v>
                </c:pt>
                <c:pt idx="5150">
                  <c:v>62.459412</c:v>
                </c:pt>
                <c:pt idx="5151">
                  <c:v>62.374012</c:v>
                </c:pt>
                <c:pt idx="5152">
                  <c:v>62.595084999999997</c:v>
                </c:pt>
                <c:pt idx="5153">
                  <c:v>63.047176</c:v>
                </c:pt>
                <c:pt idx="5154">
                  <c:v>63.222346999999999</c:v>
                </c:pt>
                <c:pt idx="5155">
                  <c:v>63.463146000000002</c:v>
                </c:pt>
                <c:pt idx="5156">
                  <c:v>63.982669999999999</c:v>
                </c:pt>
                <c:pt idx="5157">
                  <c:v>64.479613999999998</c:v>
                </c:pt>
                <c:pt idx="5158">
                  <c:v>64.889206000000001</c:v>
                </c:pt>
                <c:pt idx="5159">
                  <c:v>65.230812</c:v>
                </c:pt>
                <c:pt idx="5160">
                  <c:v>65.346260000000001</c:v>
                </c:pt>
                <c:pt idx="5161">
                  <c:v>65.483802999999995</c:v>
                </c:pt>
                <c:pt idx="5162">
                  <c:v>65.781799000000007</c:v>
                </c:pt>
                <c:pt idx="5163">
                  <c:v>65.808250000000001</c:v>
                </c:pt>
                <c:pt idx="5164">
                  <c:v>65.725364999999996</c:v>
                </c:pt>
                <c:pt idx="5165">
                  <c:v>65.682175000000001</c:v>
                </c:pt>
                <c:pt idx="5166">
                  <c:v>65.359009</c:v>
                </c:pt>
                <c:pt idx="5167">
                  <c:v>65.069648999999998</c:v>
                </c:pt>
                <c:pt idx="5168">
                  <c:v>65.093497999999997</c:v>
                </c:pt>
                <c:pt idx="5169">
                  <c:v>64.990348999999995</c:v>
                </c:pt>
                <c:pt idx="5170">
                  <c:v>64.956314000000006</c:v>
                </c:pt>
                <c:pt idx="5171">
                  <c:v>64.830948000000006</c:v>
                </c:pt>
                <c:pt idx="5172">
                  <c:v>64.495215999999999</c:v>
                </c:pt>
                <c:pt idx="5173">
                  <c:v>64.178635</c:v>
                </c:pt>
                <c:pt idx="5174">
                  <c:v>64.036124999999998</c:v>
                </c:pt>
                <c:pt idx="5175">
                  <c:v>64.041893000000002</c:v>
                </c:pt>
                <c:pt idx="5176">
                  <c:v>64.008101999999994</c:v>
                </c:pt>
                <c:pt idx="5177">
                  <c:v>63.602615</c:v>
                </c:pt>
                <c:pt idx="5178">
                  <c:v>63.257961000000002</c:v>
                </c:pt>
                <c:pt idx="5179">
                  <c:v>63.498412999999999</c:v>
                </c:pt>
                <c:pt idx="5180">
                  <c:v>64.136948000000004</c:v>
                </c:pt>
                <c:pt idx="5181">
                  <c:v>64.479263000000003</c:v>
                </c:pt>
                <c:pt idx="5182">
                  <c:v>64.552124000000006</c:v>
                </c:pt>
                <c:pt idx="5183">
                  <c:v>64.745864999999995</c:v>
                </c:pt>
                <c:pt idx="5184">
                  <c:v>65.057120999999995</c:v>
                </c:pt>
                <c:pt idx="5185">
                  <c:v>65.600952000000007</c:v>
                </c:pt>
                <c:pt idx="5186">
                  <c:v>65.935080999999997</c:v>
                </c:pt>
                <c:pt idx="5187">
                  <c:v>66.159317000000001</c:v>
                </c:pt>
                <c:pt idx="5188">
                  <c:v>66.403473000000005</c:v>
                </c:pt>
                <c:pt idx="5189">
                  <c:v>66.432236000000003</c:v>
                </c:pt>
                <c:pt idx="5190">
                  <c:v>66.193207000000001</c:v>
                </c:pt>
                <c:pt idx="5191">
                  <c:v>65.816772</c:v>
                </c:pt>
                <c:pt idx="5192">
                  <c:v>65.185760000000002</c:v>
                </c:pt>
                <c:pt idx="5193">
                  <c:v>64.399795999999995</c:v>
                </c:pt>
                <c:pt idx="5194">
                  <c:v>64.035110000000003</c:v>
                </c:pt>
                <c:pt idx="5195">
                  <c:v>64.443382</c:v>
                </c:pt>
                <c:pt idx="5196">
                  <c:v>65.224853999999993</c:v>
                </c:pt>
                <c:pt idx="5197">
                  <c:v>65.709320000000005</c:v>
                </c:pt>
                <c:pt idx="5198">
                  <c:v>65.465569000000002</c:v>
                </c:pt>
                <c:pt idx="5199">
                  <c:v>65.005898000000002</c:v>
                </c:pt>
                <c:pt idx="5200">
                  <c:v>64.813796999999994</c:v>
                </c:pt>
                <c:pt idx="5201">
                  <c:v>65.040015999999994</c:v>
                </c:pt>
                <c:pt idx="5202">
                  <c:v>65.389786000000001</c:v>
                </c:pt>
                <c:pt idx="5203">
                  <c:v>65.65992</c:v>
                </c:pt>
                <c:pt idx="5204">
                  <c:v>66.146111000000005</c:v>
                </c:pt>
                <c:pt idx="5205">
                  <c:v>65.557129000000003</c:v>
                </c:pt>
                <c:pt idx="5206">
                  <c:v>65.752617000000001</c:v>
                </c:pt>
                <c:pt idx="5207">
                  <c:v>66.775413999999998</c:v>
                </c:pt>
                <c:pt idx="5208">
                  <c:v>67.687393</c:v>
                </c:pt>
                <c:pt idx="5209">
                  <c:v>68.148658999999995</c:v>
                </c:pt>
                <c:pt idx="5210">
                  <c:v>68.414794999999998</c:v>
                </c:pt>
                <c:pt idx="5211">
                  <c:v>68.520599000000004</c:v>
                </c:pt>
                <c:pt idx="5212">
                  <c:v>68.790954999999997</c:v>
                </c:pt>
                <c:pt idx="5213">
                  <c:v>69.059425000000005</c:v>
                </c:pt>
                <c:pt idx="5214">
                  <c:v>68.928184999999999</c:v>
                </c:pt>
                <c:pt idx="5215">
                  <c:v>68.777923999999999</c:v>
                </c:pt>
                <c:pt idx="5216">
                  <c:v>68.654854</c:v>
                </c:pt>
                <c:pt idx="5217">
                  <c:v>68.213074000000006</c:v>
                </c:pt>
                <c:pt idx="5218">
                  <c:v>67.638244999999998</c:v>
                </c:pt>
                <c:pt idx="5219">
                  <c:v>67.562599000000006</c:v>
                </c:pt>
                <c:pt idx="5220">
                  <c:v>68.033844000000002</c:v>
                </c:pt>
                <c:pt idx="5221">
                  <c:v>68.657150000000001</c:v>
                </c:pt>
                <c:pt idx="5222">
                  <c:v>68.971260000000001</c:v>
                </c:pt>
                <c:pt idx="5223">
                  <c:v>68.967376999999999</c:v>
                </c:pt>
                <c:pt idx="5224">
                  <c:v>68.820541000000006</c:v>
                </c:pt>
                <c:pt idx="5225">
                  <c:v>68.824973999999997</c:v>
                </c:pt>
                <c:pt idx="5226">
                  <c:v>68.863585999999998</c:v>
                </c:pt>
                <c:pt idx="5227">
                  <c:v>68.956573000000006</c:v>
                </c:pt>
                <c:pt idx="5228">
                  <c:v>68.920280000000005</c:v>
                </c:pt>
                <c:pt idx="5229">
                  <c:v>68.176215999999997</c:v>
                </c:pt>
                <c:pt idx="5230">
                  <c:v>67.046745000000001</c:v>
                </c:pt>
                <c:pt idx="5231">
                  <c:v>66.381180000000001</c:v>
                </c:pt>
                <c:pt idx="5232">
                  <c:v>65.898185999999995</c:v>
                </c:pt>
                <c:pt idx="5233">
                  <c:v>65.253867999999997</c:v>
                </c:pt>
                <c:pt idx="5234">
                  <c:v>65.046242000000007</c:v>
                </c:pt>
                <c:pt idx="5235">
                  <c:v>64.682548999999995</c:v>
                </c:pt>
                <c:pt idx="5236">
                  <c:v>63.759341999999997</c:v>
                </c:pt>
                <c:pt idx="5237">
                  <c:v>63.088057999999997</c:v>
                </c:pt>
                <c:pt idx="5238">
                  <c:v>62.936900999999999</c:v>
                </c:pt>
                <c:pt idx="5239">
                  <c:v>62.446716000000002</c:v>
                </c:pt>
                <c:pt idx="5240">
                  <c:v>61.592606000000004</c:v>
                </c:pt>
                <c:pt idx="5241">
                  <c:v>61.147106000000001</c:v>
                </c:pt>
                <c:pt idx="5242">
                  <c:v>60.994357999999998</c:v>
                </c:pt>
                <c:pt idx="5243">
                  <c:v>61.121597000000001</c:v>
                </c:pt>
                <c:pt idx="5244">
                  <c:v>61.080635000000001</c:v>
                </c:pt>
                <c:pt idx="5245">
                  <c:v>60.725422000000002</c:v>
                </c:pt>
                <c:pt idx="5246">
                  <c:v>60.563175000000001</c:v>
                </c:pt>
                <c:pt idx="5247">
                  <c:v>60.779499000000001</c:v>
                </c:pt>
                <c:pt idx="5248">
                  <c:v>61.341000000000001</c:v>
                </c:pt>
                <c:pt idx="5249">
                  <c:v>61.818469999999998</c:v>
                </c:pt>
                <c:pt idx="5250">
                  <c:v>61.628647000000001</c:v>
                </c:pt>
                <c:pt idx="5251">
                  <c:v>60.981597999999998</c:v>
                </c:pt>
                <c:pt idx="5252">
                  <c:v>60.696274000000003</c:v>
                </c:pt>
                <c:pt idx="5253">
                  <c:v>60.350524999999998</c:v>
                </c:pt>
                <c:pt idx="5254">
                  <c:v>59.708145000000002</c:v>
                </c:pt>
                <c:pt idx="5255">
                  <c:v>59.206867000000003</c:v>
                </c:pt>
                <c:pt idx="5256">
                  <c:v>58.837527999999999</c:v>
                </c:pt>
                <c:pt idx="5257">
                  <c:v>59.182434000000001</c:v>
                </c:pt>
                <c:pt idx="5258">
                  <c:v>59.061267999999998</c:v>
                </c:pt>
                <c:pt idx="5259">
                  <c:v>58.576794</c:v>
                </c:pt>
                <c:pt idx="5260">
                  <c:v>58.423794000000001</c:v>
                </c:pt>
                <c:pt idx="5261">
                  <c:v>58.325763999999999</c:v>
                </c:pt>
                <c:pt idx="5262">
                  <c:v>58.495392000000002</c:v>
                </c:pt>
                <c:pt idx="5263">
                  <c:v>58.364578000000002</c:v>
                </c:pt>
                <c:pt idx="5264">
                  <c:v>58.405228000000001</c:v>
                </c:pt>
                <c:pt idx="5265">
                  <c:v>58.308708000000003</c:v>
                </c:pt>
                <c:pt idx="5266">
                  <c:v>58.633400000000002</c:v>
                </c:pt>
                <c:pt idx="5267">
                  <c:v>59.343941000000001</c:v>
                </c:pt>
                <c:pt idx="5268">
                  <c:v>60.022804000000001</c:v>
                </c:pt>
                <c:pt idx="5269">
                  <c:v>60.068207000000001</c:v>
                </c:pt>
                <c:pt idx="5270">
                  <c:v>59.750225</c:v>
                </c:pt>
                <c:pt idx="5271">
                  <c:v>59.148178000000001</c:v>
                </c:pt>
                <c:pt idx="5272">
                  <c:v>58.730308999999998</c:v>
                </c:pt>
                <c:pt idx="5273">
                  <c:v>59.005363000000003</c:v>
                </c:pt>
                <c:pt idx="5274">
                  <c:v>59.413338000000003</c:v>
                </c:pt>
                <c:pt idx="5275">
                  <c:v>58.792923000000002</c:v>
                </c:pt>
                <c:pt idx="5276">
                  <c:v>58.277729000000001</c:v>
                </c:pt>
                <c:pt idx="5277">
                  <c:v>57.966213000000003</c:v>
                </c:pt>
                <c:pt idx="5278">
                  <c:v>58.056946000000003</c:v>
                </c:pt>
                <c:pt idx="5279">
                  <c:v>58.129116000000003</c:v>
                </c:pt>
                <c:pt idx="5280">
                  <c:v>58.195396000000002</c:v>
                </c:pt>
                <c:pt idx="5281">
                  <c:v>58.359833000000002</c:v>
                </c:pt>
                <c:pt idx="5282">
                  <c:v>58.385818</c:v>
                </c:pt>
                <c:pt idx="5283">
                  <c:v>58.452441999999998</c:v>
                </c:pt>
                <c:pt idx="5284">
                  <c:v>58.964928</c:v>
                </c:pt>
                <c:pt idx="5285">
                  <c:v>59.298327999999998</c:v>
                </c:pt>
                <c:pt idx="5286">
                  <c:v>58.926417999999998</c:v>
                </c:pt>
                <c:pt idx="5287">
                  <c:v>58.524245999999998</c:v>
                </c:pt>
                <c:pt idx="5288">
                  <c:v>58.146351000000003</c:v>
                </c:pt>
                <c:pt idx="5289">
                  <c:v>57.778961000000002</c:v>
                </c:pt>
                <c:pt idx="5290">
                  <c:v>57.300358000000003</c:v>
                </c:pt>
                <c:pt idx="5291">
                  <c:v>57.008381</c:v>
                </c:pt>
                <c:pt idx="5292">
                  <c:v>56.982402999999998</c:v>
                </c:pt>
                <c:pt idx="5293">
                  <c:v>57.006542000000003</c:v>
                </c:pt>
                <c:pt idx="5294">
                  <c:v>56.887340999999999</c:v>
                </c:pt>
                <c:pt idx="5295">
                  <c:v>56.466163999999999</c:v>
                </c:pt>
                <c:pt idx="5296">
                  <c:v>56.339801999999999</c:v>
                </c:pt>
                <c:pt idx="5297">
                  <c:v>56.622185000000002</c:v>
                </c:pt>
                <c:pt idx="5298">
                  <c:v>57.258156</c:v>
                </c:pt>
                <c:pt idx="5299">
                  <c:v>57.620944999999999</c:v>
                </c:pt>
                <c:pt idx="5300">
                  <c:v>57.391232000000002</c:v>
                </c:pt>
                <c:pt idx="5301">
                  <c:v>57.425938000000002</c:v>
                </c:pt>
                <c:pt idx="5302">
                  <c:v>57.774726999999999</c:v>
                </c:pt>
                <c:pt idx="5303">
                  <c:v>58.339171999999998</c:v>
                </c:pt>
                <c:pt idx="5304">
                  <c:v>58.883175000000001</c:v>
                </c:pt>
                <c:pt idx="5305">
                  <c:v>59.457526999999999</c:v>
                </c:pt>
                <c:pt idx="5306">
                  <c:v>60.119171000000001</c:v>
                </c:pt>
                <c:pt idx="5307">
                  <c:v>60.234862999999997</c:v>
                </c:pt>
                <c:pt idx="5308">
                  <c:v>60.507210000000001</c:v>
                </c:pt>
                <c:pt idx="5309">
                  <c:v>61.191814000000001</c:v>
                </c:pt>
                <c:pt idx="5310">
                  <c:v>61.478541999999997</c:v>
                </c:pt>
                <c:pt idx="5311">
                  <c:v>61.395744000000001</c:v>
                </c:pt>
                <c:pt idx="5312">
                  <c:v>61.137768000000001</c:v>
                </c:pt>
                <c:pt idx="5313">
                  <c:v>60.401234000000002</c:v>
                </c:pt>
                <c:pt idx="5314">
                  <c:v>59.175193999999998</c:v>
                </c:pt>
                <c:pt idx="5315">
                  <c:v>58.568427999999997</c:v>
                </c:pt>
                <c:pt idx="5316">
                  <c:v>58.848323999999998</c:v>
                </c:pt>
                <c:pt idx="5317">
                  <c:v>59.204509999999999</c:v>
                </c:pt>
                <c:pt idx="5318">
                  <c:v>59.276833000000003</c:v>
                </c:pt>
                <c:pt idx="5319">
                  <c:v>58.925021999999998</c:v>
                </c:pt>
                <c:pt idx="5320">
                  <c:v>58.184330000000003</c:v>
                </c:pt>
                <c:pt idx="5321">
                  <c:v>57.992134</c:v>
                </c:pt>
                <c:pt idx="5322">
                  <c:v>58.199767999999999</c:v>
                </c:pt>
                <c:pt idx="5323">
                  <c:v>58.085289000000003</c:v>
                </c:pt>
                <c:pt idx="5324">
                  <c:v>58.088031999999998</c:v>
                </c:pt>
                <c:pt idx="5325">
                  <c:v>58.057743000000002</c:v>
                </c:pt>
                <c:pt idx="5326">
                  <c:v>57.609589</c:v>
                </c:pt>
                <c:pt idx="5327">
                  <c:v>57.488548000000002</c:v>
                </c:pt>
                <c:pt idx="5328">
                  <c:v>58.038235</c:v>
                </c:pt>
                <c:pt idx="5329">
                  <c:v>58.726151000000002</c:v>
                </c:pt>
                <c:pt idx="5330">
                  <c:v>59.073517000000002</c:v>
                </c:pt>
                <c:pt idx="5331">
                  <c:v>59.265796999999999</c:v>
                </c:pt>
                <c:pt idx="5332">
                  <c:v>59.108521000000003</c:v>
                </c:pt>
                <c:pt idx="5333">
                  <c:v>58.848652000000001</c:v>
                </c:pt>
                <c:pt idx="5334">
                  <c:v>58.535927000000001</c:v>
                </c:pt>
                <c:pt idx="5335">
                  <c:v>57.891891000000001</c:v>
                </c:pt>
                <c:pt idx="5336">
                  <c:v>56.837420999999999</c:v>
                </c:pt>
                <c:pt idx="5337">
                  <c:v>55.788432999999998</c:v>
                </c:pt>
                <c:pt idx="5338">
                  <c:v>55.313262999999999</c:v>
                </c:pt>
                <c:pt idx="5339">
                  <c:v>55.467384000000003</c:v>
                </c:pt>
                <c:pt idx="5340">
                  <c:v>55.430408</c:v>
                </c:pt>
                <c:pt idx="5341">
                  <c:v>54.966652000000003</c:v>
                </c:pt>
                <c:pt idx="5342">
                  <c:v>54.495659000000003</c:v>
                </c:pt>
                <c:pt idx="5343">
                  <c:v>54.290649000000002</c:v>
                </c:pt>
                <c:pt idx="5344">
                  <c:v>54.3568</c:v>
                </c:pt>
                <c:pt idx="5345">
                  <c:v>54.512324999999997</c:v>
                </c:pt>
                <c:pt idx="5346">
                  <c:v>54.717255000000002</c:v>
                </c:pt>
                <c:pt idx="5347">
                  <c:v>55.304465999999998</c:v>
                </c:pt>
                <c:pt idx="5348">
                  <c:v>55.970042999999997</c:v>
                </c:pt>
                <c:pt idx="5349">
                  <c:v>56.573521</c:v>
                </c:pt>
                <c:pt idx="5350">
                  <c:v>57.429873999999998</c:v>
                </c:pt>
                <c:pt idx="5351">
                  <c:v>58.060715000000002</c:v>
                </c:pt>
                <c:pt idx="5352">
                  <c:v>58.258170999999997</c:v>
                </c:pt>
                <c:pt idx="5353">
                  <c:v>58.073669000000002</c:v>
                </c:pt>
                <c:pt idx="5354">
                  <c:v>57.070189999999997</c:v>
                </c:pt>
                <c:pt idx="5355">
                  <c:v>55.664177000000002</c:v>
                </c:pt>
                <c:pt idx="5356">
                  <c:v>54.699150000000003</c:v>
                </c:pt>
                <c:pt idx="5357">
                  <c:v>54.357692999999998</c:v>
                </c:pt>
                <c:pt idx="5358">
                  <c:v>54.765208999999999</c:v>
                </c:pt>
                <c:pt idx="5359">
                  <c:v>55.456412999999998</c:v>
                </c:pt>
                <c:pt idx="5360">
                  <c:v>55.694710000000001</c:v>
                </c:pt>
                <c:pt idx="5361">
                  <c:v>55.116978000000003</c:v>
                </c:pt>
                <c:pt idx="5362">
                  <c:v>54.565010000000001</c:v>
                </c:pt>
                <c:pt idx="5363">
                  <c:v>54.590431000000002</c:v>
                </c:pt>
                <c:pt idx="5364">
                  <c:v>55.171348999999999</c:v>
                </c:pt>
                <c:pt idx="5365">
                  <c:v>55.660088000000002</c:v>
                </c:pt>
                <c:pt idx="5366">
                  <c:v>56.015498999999998</c:v>
                </c:pt>
                <c:pt idx="5367">
                  <c:v>56.619605999999997</c:v>
                </c:pt>
                <c:pt idx="5368">
                  <c:v>57.216312000000002</c:v>
                </c:pt>
                <c:pt idx="5369">
                  <c:v>58.005943000000002</c:v>
                </c:pt>
                <c:pt idx="5370">
                  <c:v>58.726348999999999</c:v>
                </c:pt>
                <c:pt idx="5371">
                  <c:v>58.439297000000003</c:v>
                </c:pt>
                <c:pt idx="5372">
                  <c:v>57.738796000000001</c:v>
                </c:pt>
                <c:pt idx="5373">
                  <c:v>57.270695000000003</c:v>
                </c:pt>
                <c:pt idx="5374">
                  <c:v>57.103966</c:v>
                </c:pt>
                <c:pt idx="5375">
                  <c:v>57.280307999999998</c:v>
                </c:pt>
                <c:pt idx="5376">
                  <c:v>57.483459000000003</c:v>
                </c:pt>
                <c:pt idx="5377">
                  <c:v>57.288196999999997</c:v>
                </c:pt>
                <c:pt idx="5378">
                  <c:v>57.415207000000002</c:v>
                </c:pt>
                <c:pt idx="5379">
                  <c:v>58.122250000000001</c:v>
                </c:pt>
                <c:pt idx="5380">
                  <c:v>58.719284000000002</c:v>
                </c:pt>
                <c:pt idx="5381">
                  <c:v>58.893799000000001</c:v>
                </c:pt>
                <c:pt idx="5382">
                  <c:v>58.840781999999997</c:v>
                </c:pt>
                <c:pt idx="5383">
                  <c:v>59.307377000000002</c:v>
                </c:pt>
                <c:pt idx="5384">
                  <c:v>60.428058999999998</c:v>
                </c:pt>
                <c:pt idx="5385">
                  <c:v>61.092480000000002</c:v>
                </c:pt>
                <c:pt idx="5386">
                  <c:v>60.982841000000001</c:v>
                </c:pt>
                <c:pt idx="5387">
                  <c:v>60.83934</c:v>
                </c:pt>
                <c:pt idx="5388">
                  <c:v>61.246948000000003</c:v>
                </c:pt>
                <c:pt idx="5389">
                  <c:v>61.222599000000002</c:v>
                </c:pt>
                <c:pt idx="5390">
                  <c:v>61.137782999999999</c:v>
                </c:pt>
                <c:pt idx="5391">
                  <c:v>61.172694999999997</c:v>
                </c:pt>
                <c:pt idx="5392">
                  <c:v>60.452880999999998</c:v>
                </c:pt>
                <c:pt idx="5393">
                  <c:v>59.906756999999999</c:v>
                </c:pt>
                <c:pt idx="5394">
                  <c:v>59.582881999999998</c:v>
                </c:pt>
                <c:pt idx="5395">
                  <c:v>59.464419999999997</c:v>
                </c:pt>
                <c:pt idx="5396">
                  <c:v>59.906345000000002</c:v>
                </c:pt>
                <c:pt idx="5397">
                  <c:v>60.006813000000001</c:v>
                </c:pt>
                <c:pt idx="5398">
                  <c:v>59.269382</c:v>
                </c:pt>
                <c:pt idx="5399">
                  <c:v>58.198849000000003</c:v>
                </c:pt>
                <c:pt idx="5400">
                  <c:v>57.144035000000002</c:v>
                </c:pt>
                <c:pt idx="5401">
                  <c:v>56.487343000000003</c:v>
                </c:pt>
                <c:pt idx="5402">
                  <c:v>56.380702999999997</c:v>
                </c:pt>
                <c:pt idx="5403">
                  <c:v>56.466194000000002</c:v>
                </c:pt>
                <c:pt idx="5404">
                  <c:v>56.296131000000003</c:v>
                </c:pt>
                <c:pt idx="5405">
                  <c:v>55.951785999999998</c:v>
                </c:pt>
                <c:pt idx="5406">
                  <c:v>55.829422000000001</c:v>
                </c:pt>
                <c:pt idx="5407">
                  <c:v>55.851685000000003</c:v>
                </c:pt>
                <c:pt idx="5408">
                  <c:v>56.109260999999996</c:v>
                </c:pt>
                <c:pt idx="5409">
                  <c:v>56.292343000000002</c:v>
                </c:pt>
                <c:pt idx="5410">
                  <c:v>56.039512999999999</c:v>
                </c:pt>
                <c:pt idx="5411">
                  <c:v>56.053665000000002</c:v>
                </c:pt>
                <c:pt idx="5412">
                  <c:v>56.336823000000003</c:v>
                </c:pt>
                <c:pt idx="5413">
                  <c:v>56.890510999999996</c:v>
                </c:pt>
                <c:pt idx="5414">
                  <c:v>57.878368000000002</c:v>
                </c:pt>
                <c:pt idx="5415">
                  <c:v>58.396239999999999</c:v>
                </c:pt>
                <c:pt idx="5416">
                  <c:v>58.115437</c:v>
                </c:pt>
                <c:pt idx="5417">
                  <c:v>57.811526999999998</c:v>
                </c:pt>
                <c:pt idx="5418">
                  <c:v>57.747795000000004</c:v>
                </c:pt>
                <c:pt idx="5419">
                  <c:v>57.911171000000003</c:v>
                </c:pt>
                <c:pt idx="5420">
                  <c:v>58.030673999999998</c:v>
                </c:pt>
                <c:pt idx="5421">
                  <c:v>57.679394000000002</c:v>
                </c:pt>
                <c:pt idx="5422">
                  <c:v>57.000031</c:v>
                </c:pt>
                <c:pt idx="5423">
                  <c:v>56.287841999999998</c:v>
                </c:pt>
                <c:pt idx="5424">
                  <c:v>55.757469</c:v>
                </c:pt>
                <c:pt idx="5425">
                  <c:v>55.425387999999998</c:v>
                </c:pt>
                <c:pt idx="5426">
                  <c:v>55.474128999999998</c:v>
                </c:pt>
                <c:pt idx="5427">
                  <c:v>55.754593</c:v>
                </c:pt>
                <c:pt idx="5428">
                  <c:v>55.906695999999997</c:v>
                </c:pt>
                <c:pt idx="5429">
                  <c:v>54.428390999999998</c:v>
                </c:pt>
                <c:pt idx="5430">
                  <c:v>54.427489999999999</c:v>
                </c:pt>
                <c:pt idx="5431">
                  <c:v>54.539650000000002</c:v>
                </c:pt>
                <c:pt idx="5432">
                  <c:v>54.732081999999998</c:v>
                </c:pt>
                <c:pt idx="5433">
                  <c:v>54.884898999999997</c:v>
                </c:pt>
                <c:pt idx="5434">
                  <c:v>54.947032999999998</c:v>
                </c:pt>
                <c:pt idx="5435">
                  <c:v>54.548050000000003</c:v>
                </c:pt>
                <c:pt idx="5436">
                  <c:v>54.139198</c:v>
                </c:pt>
                <c:pt idx="5437">
                  <c:v>53.949908999999998</c:v>
                </c:pt>
                <c:pt idx="5438">
                  <c:v>53.660392999999999</c:v>
                </c:pt>
                <c:pt idx="5439">
                  <c:v>53.579265999999997</c:v>
                </c:pt>
                <c:pt idx="5440">
                  <c:v>53.662483000000002</c:v>
                </c:pt>
                <c:pt idx="5441">
                  <c:v>53.974986999999999</c:v>
                </c:pt>
                <c:pt idx="5442">
                  <c:v>54.085059999999999</c:v>
                </c:pt>
                <c:pt idx="5443">
                  <c:v>54.155045000000001</c:v>
                </c:pt>
                <c:pt idx="5444">
                  <c:v>54.256934999999999</c:v>
                </c:pt>
                <c:pt idx="5445">
                  <c:v>54.460526000000002</c:v>
                </c:pt>
                <c:pt idx="5446">
                  <c:v>54.878044000000003</c:v>
                </c:pt>
                <c:pt idx="5447">
                  <c:v>55.148502000000001</c:v>
                </c:pt>
                <c:pt idx="5448">
                  <c:v>55.147339000000002</c:v>
                </c:pt>
                <c:pt idx="5449">
                  <c:v>55.126739999999998</c:v>
                </c:pt>
                <c:pt idx="5450">
                  <c:v>55.260863999999998</c:v>
                </c:pt>
                <c:pt idx="5451">
                  <c:v>55.381985</c:v>
                </c:pt>
                <c:pt idx="5452">
                  <c:v>55.346474000000001</c:v>
                </c:pt>
                <c:pt idx="5453">
                  <c:v>55.211810999999997</c:v>
                </c:pt>
                <c:pt idx="5454">
                  <c:v>54.986023000000003</c:v>
                </c:pt>
                <c:pt idx="5455">
                  <c:v>54.631866000000002</c:v>
                </c:pt>
                <c:pt idx="5456">
                  <c:v>54.585917999999999</c:v>
                </c:pt>
                <c:pt idx="5457">
                  <c:v>54.614494000000001</c:v>
                </c:pt>
                <c:pt idx="5458">
                  <c:v>54.411372999999998</c:v>
                </c:pt>
                <c:pt idx="5459">
                  <c:v>53.854103000000002</c:v>
                </c:pt>
                <c:pt idx="5460">
                  <c:v>52.904803999999999</c:v>
                </c:pt>
                <c:pt idx="5461">
                  <c:v>51.963630999999999</c:v>
                </c:pt>
                <c:pt idx="5462">
                  <c:v>52.121563000000002</c:v>
                </c:pt>
                <c:pt idx="5463">
                  <c:v>52.058886999999999</c:v>
                </c:pt>
                <c:pt idx="5464">
                  <c:v>52.107773000000002</c:v>
                </c:pt>
                <c:pt idx="5465">
                  <c:v>52.404204999999997</c:v>
                </c:pt>
                <c:pt idx="5466">
                  <c:v>52.758918999999999</c:v>
                </c:pt>
                <c:pt idx="5467">
                  <c:v>52.489086</c:v>
                </c:pt>
                <c:pt idx="5468">
                  <c:v>52.140366</c:v>
                </c:pt>
                <c:pt idx="5469">
                  <c:v>52.157879000000001</c:v>
                </c:pt>
                <c:pt idx="5470">
                  <c:v>52.328079000000002</c:v>
                </c:pt>
                <c:pt idx="5471">
                  <c:v>52.340885</c:v>
                </c:pt>
                <c:pt idx="5472">
                  <c:v>52.399028999999999</c:v>
                </c:pt>
                <c:pt idx="5473">
                  <c:v>52.937869999999997</c:v>
                </c:pt>
                <c:pt idx="5474">
                  <c:v>53.200329000000004</c:v>
                </c:pt>
                <c:pt idx="5475">
                  <c:v>52.769596</c:v>
                </c:pt>
                <c:pt idx="5476">
                  <c:v>52.300438</c:v>
                </c:pt>
                <c:pt idx="5477">
                  <c:v>52.092269999999999</c:v>
                </c:pt>
                <c:pt idx="5478">
                  <c:v>51.629596999999997</c:v>
                </c:pt>
                <c:pt idx="5479">
                  <c:v>50.985610999999999</c:v>
                </c:pt>
                <c:pt idx="5480">
                  <c:v>50.728507999999998</c:v>
                </c:pt>
                <c:pt idx="5481">
                  <c:v>50.730362</c:v>
                </c:pt>
                <c:pt idx="5482">
                  <c:v>50.948368000000002</c:v>
                </c:pt>
                <c:pt idx="5483">
                  <c:v>51.298274999999997</c:v>
                </c:pt>
                <c:pt idx="5484">
                  <c:v>52.101398000000003</c:v>
                </c:pt>
                <c:pt idx="5485">
                  <c:v>53.131335999999997</c:v>
                </c:pt>
                <c:pt idx="5486">
                  <c:v>54.077347000000003</c:v>
                </c:pt>
                <c:pt idx="5487">
                  <c:v>54.517952000000001</c:v>
                </c:pt>
                <c:pt idx="5488">
                  <c:v>54.883144000000001</c:v>
                </c:pt>
                <c:pt idx="5489">
                  <c:v>55.126514</c:v>
                </c:pt>
                <c:pt idx="5490">
                  <c:v>54.905434</c:v>
                </c:pt>
                <c:pt idx="5491">
                  <c:v>54.544277000000001</c:v>
                </c:pt>
                <c:pt idx="5492">
                  <c:v>54.582419999999999</c:v>
                </c:pt>
                <c:pt idx="5493">
                  <c:v>55.05827</c:v>
                </c:pt>
                <c:pt idx="5494">
                  <c:v>55.492759999999997</c:v>
                </c:pt>
                <c:pt idx="5495">
                  <c:v>55.357689000000001</c:v>
                </c:pt>
                <c:pt idx="5496">
                  <c:v>54.830696000000003</c:v>
                </c:pt>
                <c:pt idx="5497">
                  <c:v>54.027023</c:v>
                </c:pt>
                <c:pt idx="5498">
                  <c:v>53.229897000000001</c:v>
                </c:pt>
                <c:pt idx="5499">
                  <c:v>52.926456000000002</c:v>
                </c:pt>
                <c:pt idx="5500">
                  <c:v>52.622565999999999</c:v>
                </c:pt>
                <c:pt idx="5501">
                  <c:v>52.255558000000001</c:v>
                </c:pt>
                <c:pt idx="5502">
                  <c:v>51.998359999999998</c:v>
                </c:pt>
                <c:pt idx="5503">
                  <c:v>51.862495000000003</c:v>
                </c:pt>
                <c:pt idx="5504">
                  <c:v>51.930115000000001</c:v>
                </c:pt>
                <c:pt idx="5505">
                  <c:v>52.367561000000002</c:v>
                </c:pt>
                <c:pt idx="5506">
                  <c:v>52.893374999999999</c:v>
                </c:pt>
                <c:pt idx="5507">
                  <c:v>52.80735</c:v>
                </c:pt>
                <c:pt idx="5508">
                  <c:v>52.442005000000002</c:v>
                </c:pt>
                <c:pt idx="5509">
                  <c:v>52.262172999999997</c:v>
                </c:pt>
                <c:pt idx="5510">
                  <c:v>52.262756000000003</c:v>
                </c:pt>
                <c:pt idx="5511">
                  <c:v>52.161282</c:v>
                </c:pt>
                <c:pt idx="5512">
                  <c:v>51.745246999999999</c:v>
                </c:pt>
                <c:pt idx="5513">
                  <c:v>51.465355000000002</c:v>
                </c:pt>
                <c:pt idx="5514">
                  <c:v>51.512047000000003</c:v>
                </c:pt>
                <c:pt idx="5515">
                  <c:v>51.889397000000002</c:v>
                </c:pt>
                <c:pt idx="5516">
                  <c:v>52.451613999999999</c:v>
                </c:pt>
                <c:pt idx="5517">
                  <c:v>52.708668000000003</c:v>
                </c:pt>
                <c:pt idx="5518">
                  <c:v>52.672210999999997</c:v>
                </c:pt>
                <c:pt idx="5519">
                  <c:v>52.557602000000003</c:v>
                </c:pt>
                <c:pt idx="5520">
                  <c:v>52.695805</c:v>
                </c:pt>
                <c:pt idx="5521">
                  <c:v>52.787318999999997</c:v>
                </c:pt>
                <c:pt idx="5522">
                  <c:v>52.616973999999999</c:v>
                </c:pt>
                <c:pt idx="5523">
                  <c:v>52.167011000000002</c:v>
                </c:pt>
                <c:pt idx="5524">
                  <c:v>51.493675000000003</c:v>
                </c:pt>
                <c:pt idx="5525">
                  <c:v>51.147156000000003</c:v>
                </c:pt>
                <c:pt idx="5526">
                  <c:v>51.019962</c:v>
                </c:pt>
                <c:pt idx="5527">
                  <c:v>51.289265</c:v>
                </c:pt>
                <c:pt idx="5528">
                  <c:v>51.407913000000001</c:v>
                </c:pt>
                <c:pt idx="5529">
                  <c:v>51.335228000000001</c:v>
                </c:pt>
                <c:pt idx="5530">
                  <c:v>51.329208000000001</c:v>
                </c:pt>
                <c:pt idx="5531">
                  <c:v>51.47728</c:v>
                </c:pt>
                <c:pt idx="5532">
                  <c:v>51.773113000000002</c:v>
                </c:pt>
                <c:pt idx="5533">
                  <c:v>51.991314000000003</c:v>
                </c:pt>
                <c:pt idx="5534">
                  <c:v>52.333488000000003</c:v>
                </c:pt>
                <c:pt idx="5535">
                  <c:v>52.808098000000001</c:v>
                </c:pt>
                <c:pt idx="5536">
                  <c:v>53.509448999999996</c:v>
                </c:pt>
                <c:pt idx="5537">
                  <c:v>54.356186000000001</c:v>
                </c:pt>
                <c:pt idx="5538">
                  <c:v>54.741253</c:v>
                </c:pt>
                <c:pt idx="5539">
                  <c:v>54.695568000000002</c:v>
                </c:pt>
                <c:pt idx="5540">
                  <c:v>54.480789000000001</c:v>
                </c:pt>
                <c:pt idx="5541">
                  <c:v>54.101756999999999</c:v>
                </c:pt>
                <c:pt idx="5542">
                  <c:v>53.625979999999998</c:v>
                </c:pt>
                <c:pt idx="5543">
                  <c:v>53.308796000000001</c:v>
                </c:pt>
                <c:pt idx="5544">
                  <c:v>53.628318999999998</c:v>
                </c:pt>
                <c:pt idx="5545">
                  <c:v>54.050842000000003</c:v>
                </c:pt>
                <c:pt idx="5546">
                  <c:v>54.001240000000003</c:v>
                </c:pt>
                <c:pt idx="5547">
                  <c:v>54.046996999999998</c:v>
                </c:pt>
                <c:pt idx="5548">
                  <c:v>54.187297999999998</c:v>
                </c:pt>
                <c:pt idx="5549">
                  <c:v>53.902633999999999</c:v>
                </c:pt>
                <c:pt idx="5550">
                  <c:v>53.582484999999998</c:v>
                </c:pt>
                <c:pt idx="5551">
                  <c:v>53.313381</c:v>
                </c:pt>
                <c:pt idx="5552">
                  <c:v>52.998916999999999</c:v>
                </c:pt>
                <c:pt idx="5553">
                  <c:v>52.594242000000001</c:v>
                </c:pt>
                <c:pt idx="5554">
                  <c:v>52.087929000000003</c:v>
                </c:pt>
                <c:pt idx="5555">
                  <c:v>51.781128000000002</c:v>
                </c:pt>
                <c:pt idx="5556">
                  <c:v>51.343273000000003</c:v>
                </c:pt>
                <c:pt idx="5557">
                  <c:v>50.810665</c:v>
                </c:pt>
                <c:pt idx="5558">
                  <c:v>50.904060000000001</c:v>
                </c:pt>
                <c:pt idx="5559">
                  <c:v>51.315658999999997</c:v>
                </c:pt>
                <c:pt idx="5560">
                  <c:v>51.419746000000004</c:v>
                </c:pt>
                <c:pt idx="5561">
                  <c:v>51.464775000000003</c:v>
                </c:pt>
                <c:pt idx="5562">
                  <c:v>51.249248999999999</c:v>
                </c:pt>
                <c:pt idx="5563">
                  <c:v>50.928635</c:v>
                </c:pt>
                <c:pt idx="5564">
                  <c:v>50.847569</c:v>
                </c:pt>
                <c:pt idx="5565">
                  <c:v>50.766925999999998</c:v>
                </c:pt>
                <c:pt idx="5566">
                  <c:v>50.708885000000002</c:v>
                </c:pt>
                <c:pt idx="5567">
                  <c:v>50.181807999999997</c:v>
                </c:pt>
                <c:pt idx="5568">
                  <c:v>50.033070000000002</c:v>
                </c:pt>
                <c:pt idx="5569">
                  <c:v>49.986705999999998</c:v>
                </c:pt>
                <c:pt idx="5570">
                  <c:v>49.968024999999997</c:v>
                </c:pt>
                <c:pt idx="5571">
                  <c:v>50.328476000000002</c:v>
                </c:pt>
                <c:pt idx="5572">
                  <c:v>50.745144000000003</c:v>
                </c:pt>
                <c:pt idx="5573">
                  <c:v>50.658946999999998</c:v>
                </c:pt>
                <c:pt idx="5574">
                  <c:v>50.484668999999997</c:v>
                </c:pt>
                <c:pt idx="5575">
                  <c:v>50.558070999999998</c:v>
                </c:pt>
                <c:pt idx="5576">
                  <c:v>50.892997999999999</c:v>
                </c:pt>
                <c:pt idx="5577">
                  <c:v>51.372208000000001</c:v>
                </c:pt>
                <c:pt idx="5578">
                  <c:v>51.739254000000003</c:v>
                </c:pt>
                <c:pt idx="5579">
                  <c:v>51.834282000000002</c:v>
                </c:pt>
                <c:pt idx="5580">
                  <c:v>51.578868999999997</c:v>
                </c:pt>
                <c:pt idx="5581">
                  <c:v>51.282798999999997</c:v>
                </c:pt>
                <c:pt idx="5582">
                  <c:v>50.972683000000004</c:v>
                </c:pt>
                <c:pt idx="5583">
                  <c:v>50.051098000000003</c:v>
                </c:pt>
                <c:pt idx="5584">
                  <c:v>48.977009000000002</c:v>
                </c:pt>
                <c:pt idx="5585">
                  <c:v>47.513694999999998</c:v>
                </c:pt>
                <c:pt idx="5586">
                  <c:v>45.015788999999998</c:v>
                </c:pt>
                <c:pt idx="5587">
                  <c:v>41.055264000000001</c:v>
                </c:pt>
                <c:pt idx="5588">
                  <c:v>36.843975</c:v>
                </c:pt>
                <c:pt idx="5589">
                  <c:v>35.139538000000002</c:v>
                </c:pt>
                <c:pt idx="5590">
                  <c:v>36.084620999999999</c:v>
                </c:pt>
                <c:pt idx="5591">
                  <c:v>37.699027999999998</c:v>
                </c:pt>
                <c:pt idx="5592">
                  <c:v>38.967075000000001</c:v>
                </c:pt>
                <c:pt idx="5593">
                  <c:v>40.645454000000001</c:v>
                </c:pt>
                <c:pt idx="5594">
                  <c:v>42.229103000000002</c:v>
                </c:pt>
                <c:pt idx="5595">
                  <c:v>43.669471999999999</c:v>
                </c:pt>
                <c:pt idx="5596">
                  <c:v>44.830879000000003</c:v>
                </c:pt>
                <c:pt idx="5597">
                  <c:v>45.320926999999998</c:v>
                </c:pt>
                <c:pt idx="5598">
                  <c:v>45.081660999999997</c:v>
                </c:pt>
                <c:pt idx="5599">
                  <c:v>43.639023000000002</c:v>
                </c:pt>
                <c:pt idx="5600">
                  <c:v>41.205886999999997</c:v>
                </c:pt>
                <c:pt idx="5601">
                  <c:v>39.456921000000001</c:v>
                </c:pt>
                <c:pt idx="5602">
                  <c:v>39.162731000000001</c:v>
                </c:pt>
                <c:pt idx="5603">
                  <c:v>38.407288000000001</c:v>
                </c:pt>
                <c:pt idx="5604">
                  <c:v>35.320388999999999</c:v>
                </c:pt>
                <c:pt idx="5605">
                  <c:v>31.994577</c:v>
                </c:pt>
                <c:pt idx="5606">
                  <c:v>32.213752999999997</c:v>
                </c:pt>
                <c:pt idx="5607">
                  <c:v>32.474167000000001</c:v>
                </c:pt>
                <c:pt idx="5608">
                  <c:v>32.609985000000002</c:v>
                </c:pt>
                <c:pt idx="5609">
                  <c:v>32.664969999999997</c:v>
                </c:pt>
                <c:pt idx="5610">
                  <c:v>32.340786000000001</c:v>
                </c:pt>
                <c:pt idx="5611">
                  <c:v>32.515822999999997</c:v>
                </c:pt>
                <c:pt idx="5612">
                  <c:v>38.585869000000002</c:v>
                </c:pt>
                <c:pt idx="5613">
                  <c:v>43.923980999999998</c:v>
                </c:pt>
                <c:pt idx="5614">
                  <c:v>45.410778000000001</c:v>
                </c:pt>
                <c:pt idx="5615">
                  <c:v>45.596325</c:v>
                </c:pt>
                <c:pt idx="5616">
                  <c:v>45.729801000000002</c:v>
                </c:pt>
                <c:pt idx="5617">
                  <c:v>45.897624999999998</c:v>
                </c:pt>
                <c:pt idx="5618">
                  <c:v>46.424854000000003</c:v>
                </c:pt>
                <c:pt idx="5619">
                  <c:v>47.054637999999997</c:v>
                </c:pt>
                <c:pt idx="5620">
                  <c:v>47.505093000000002</c:v>
                </c:pt>
                <c:pt idx="5621">
                  <c:v>47.808200999999997</c:v>
                </c:pt>
                <c:pt idx="5622">
                  <c:v>47.786816000000002</c:v>
                </c:pt>
                <c:pt idx="5623">
                  <c:v>47.562728999999997</c:v>
                </c:pt>
                <c:pt idx="5624">
                  <c:v>47.451220999999997</c:v>
                </c:pt>
                <c:pt idx="5625">
                  <c:v>47.536960999999998</c:v>
                </c:pt>
                <c:pt idx="5626">
                  <c:v>47.849617000000002</c:v>
                </c:pt>
                <c:pt idx="5627">
                  <c:v>48.276890000000002</c:v>
                </c:pt>
                <c:pt idx="5628">
                  <c:v>48.673794000000001</c:v>
                </c:pt>
                <c:pt idx="5629">
                  <c:v>49.136142999999997</c:v>
                </c:pt>
                <c:pt idx="5630">
                  <c:v>49.544224</c:v>
                </c:pt>
                <c:pt idx="5631">
                  <c:v>49.877693000000001</c:v>
                </c:pt>
                <c:pt idx="5632">
                  <c:v>50.358809999999998</c:v>
                </c:pt>
                <c:pt idx="5633">
                  <c:v>50.279857999999997</c:v>
                </c:pt>
                <c:pt idx="5634">
                  <c:v>49.671143000000001</c:v>
                </c:pt>
                <c:pt idx="5635">
                  <c:v>48.766396</c:v>
                </c:pt>
                <c:pt idx="5636">
                  <c:v>47.963630999999999</c:v>
                </c:pt>
                <c:pt idx="5637">
                  <c:v>48.050755000000002</c:v>
                </c:pt>
                <c:pt idx="5638">
                  <c:v>48.828319999999998</c:v>
                </c:pt>
                <c:pt idx="5639">
                  <c:v>49.786205000000002</c:v>
                </c:pt>
                <c:pt idx="5640">
                  <c:v>50.306922999999998</c:v>
                </c:pt>
                <c:pt idx="5641">
                  <c:v>50.452396</c:v>
                </c:pt>
                <c:pt idx="5642">
                  <c:v>49.887073999999998</c:v>
                </c:pt>
                <c:pt idx="5643">
                  <c:v>49.099865000000001</c:v>
                </c:pt>
                <c:pt idx="5644">
                  <c:v>48.167503000000004</c:v>
                </c:pt>
                <c:pt idx="5645">
                  <c:v>47.866672999999999</c:v>
                </c:pt>
                <c:pt idx="5646">
                  <c:v>55.758918999999999</c:v>
                </c:pt>
                <c:pt idx="5647">
                  <c:v>62.967396000000001</c:v>
                </c:pt>
                <c:pt idx="5648">
                  <c:v>65.921920999999998</c:v>
                </c:pt>
                <c:pt idx="5649">
                  <c:v>66.840034000000003</c:v>
                </c:pt>
                <c:pt idx="5650">
                  <c:v>67.326430999999999</c:v>
                </c:pt>
                <c:pt idx="5651">
                  <c:v>67.075714000000005</c:v>
                </c:pt>
                <c:pt idx="5652">
                  <c:v>66.348984000000002</c:v>
                </c:pt>
                <c:pt idx="5653">
                  <c:v>65.498947000000001</c:v>
                </c:pt>
                <c:pt idx="5654">
                  <c:v>64.766425999999996</c:v>
                </c:pt>
                <c:pt idx="5655">
                  <c:v>64.591446000000005</c:v>
                </c:pt>
                <c:pt idx="5656">
                  <c:v>64.699471000000003</c:v>
                </c:pt>
                <c:pt idx="5657">
                  <c:v>64.780769000000006</c:v>
                </c:pt>
                <c:pt idx="5658">
                  <c:v>65.110718000000006</c:v>
                </c:pt>
                <c:pt idx="5659">
                  <c:v>65.780128000000005</c:v>
                </c:pt>
                <c:pt idx="5660">
                  <c:v>66.365875000000003</c:v>
                </c:pt>
                <c:pt idx="5661">
                  <c:v>66.322249999999997</c:v>
                </c:pt>
                <c:pt idx="5662">
                  <c:v>66.387412999999995</c:v>
                </c:pt>
                <c:pt idx="5663">
                  <c:v>66.330039999999997</c:v>
                </c:pt>
                <c:pt idx="5664">
                  <c:v>66.240250000000003</c:v>
                </c:pt>
                <c:pt idx="5665">
                  <c:v>66.453948999999994</c:v>
                </c:pt>
                <c:pt idx="5666">
                  <c:v>66.303177000000005</c:v>
                </c:pt>
                <c:pt idx="5667">
                  <c:v>65.498992999999999</c:v>
                </c:pt>
                <c:pt idx="5668">
                  <c:v>63.965243999999998</c:v>
                </c:pt>
                <c:pt idx="5669">
                  <c:v>62.430031</c:v>
                </c:pt>
                <c:pt idx="5670">
                  <c:v>61.221148999999997</c:v>
                </c:pt>
                <c:pt idx="5671">
                  <c:v>59.854922999999999</c:v>
                </c:pt>
                <c:pt idx="5672">
                  <c:v>58.744292999999999</c:v>
                </c:pt>
                <c:pt idx="5673">
                  <c:v>58.047493000000003</c:v>
                </c:pt>
                <c:pt idx="5674">
                  <c:v>57.729607000000001</c:v>
                </c:pt>
                <c:pt idx="5675">
                  <c:v>57.655791999999998</c:v>
                </c:pt>
                <c:pt idx="5676">
                  <c:v>57.276791000000003</c:v>
                </c:pt>
                <c:pt idx="5677">
                  <c:v>56.738894999999999</c:v>
                </c:pt>
                <c:pt idx="5678">
                  <c:v>56.605246999999999</c:v>
                </c:pt>
                <c:pt idx="5679">
                  <c:v>58.141517999999998</c:v>
                </c:pt>
                <c:pt idx="5680">
                  <c:v>57.918674000000003</c:v>
                </c:pt>
                <c:pt idx="5681">
                  <c:v>57.565201000000002</c:v>
                </c:pt>
                <c:pt idx="5682">
                  <c:v>57.448836999999997</c:v>
                </c:pt>
                <c:pt idx="5683">
                  <c:v>57.202061</c:v>
                </c:pt>
                <c:pt idx="5684">
                  <c:v>57.103447000000003</c:v>
                </c:pt>
                <c:pt idx="5685">
                  <c:v>57.545025000000003</c:v>
                </c:pt>
                <c:pt idx="5686">
                  <c:v>57.872428999999997</c:v>
                </c:pt>
                <c:pt idx="5687">
                  <c:v>57.774543999999999</c:v>
                </c:pt>
                <c:pt idx="5688">
                  <c:v>58.246406999999998</c:v>
                </c:pt>
                <c:pt idx="5689">
                  <c:v>59.482093999999996</c:v>
                </c:pt>
                <c:pt idx="5690">
                  <c:v>60.332748000000002</c:v>
                </c:pt>
                <c:pt idx="5691">
                  <c:v>59.874930999999997</c:v>
                </c:pt>
                <c:pt idx="5692">
                  <c:v>59.001308000000002</c:v>
                </c:pt>
                <c:pt idx="5693">
                  <c:v>58.268101000000001</c:v>
                </c:pt>
                <c:pt idx="5694">
                  <c:v>58.206020000000002</c:v>
                </c:pt>
                <c:pt idx="5695">
                  <c:v>58.160831000000002</c:v>
                </c:pt>
                <c:pt idx="5696">
                  <c:v>57.604492</c:v>
                </c:pt>
                <c:pt idx="5697">
                  <c:v>56.963298999999999</c:v>
                </c:pt>
                <c:pt idx="5698">
                  <c:v>56.203772999999998</c:v>
                </c:pt>
                <c:pt idx="5699">
                  <c:v>55.779736</c:v>
                </c:pt>
                <c:pt idx="5700">
                  <c:v>55.523792</c:v>
                </c:pt>
                <c:pt idx="5701">
                  <c:v>55.463099999999997</c:v>
                </c:pt>
                <c:pt idx="5702">
                  <c:v>55.55574</c:v>
                </c:pt>
                <c:pt idx="5703">
                  <c:v>55.929091999999997</c:v>
                </c:pt>
                <c:pt idx="5704">
                  <c:v>56.432121000000002</c:v>
                </c:pt>
                <c:pt idx="5705">
                  <c:v>56.462490000000003</c:v>
                </c:pt>
                <c:pt idx="5706">
                  <c:v>56.181373999999998</c:v>
                </c:pt>
                <c:pt idx="5707">
                  <c:v>56.439059999999998</c:v>
                </c:pt>
                <c:pt idx="5708">
                  <c:v>57.216431</c:v>
                </c:pt>
                <c:pt idx="5709">
                  <c:v>57.569274999999998</c:v>
                </c:pt>
                <c:pt idx="5710">
                  <c:v>58.032043000000002</c:v>
                </c:pt>
                <c:pt idx="5711">
                  <c:v>59.446064</c:v>
                </c:pt>
                <c:pt idx="5712">
                  <c:v>60.589703</c:v>
                </c:pt>
                <c:pt idx="5713">
                  <c:v>60.894272000000001</c:v>
                </c:pt>
                <c:pt idx="5714">
                  <c:v>61.146141</c:v>
                </c:pt>
                <c:pt idx="5715">
                  <c:v>60.889789999999998</c:v>
                </c:pt>
                <c:pt idx="5716">
                  <c:v>60.666671999999998</c:v>
                </c:pt>
                <c:pt idx="5717">
                  <c:v>60.907420999999999</c:v>
                </c:pt>
                <c:pt idx="5718">
                  <c:v>60.564610000000002</c:v>
                </c:pt>
                <c:pt idx="5719">
                  <c:v>59.425102000000003</c:v>
                </c:pt>
                <c:pt idx="5720">
                  <c:v>58.089225999999996</c:v>
                </c:pt>
                <c:pt idx="5721">
                  <c:v>57.372494000000003</c:v>
                </c:pt>
                <c:pt idx="5722">
                  <c:v>57.042243999999997</c:v>
                </c:pt>
                <c:pt idx="5723">
                  <c:v>56.965763000000003</c:v>
                </c:pt>
                <c:pt idx="5724">
                  <c:v>56.929538999999998</c:v>
                </c:pt>
                <c:pt idx="5725">
                  <c:v>57.059654000000002</c:v>
                </c:pt>
                <c:pt idx="5726">
                  <c:v>57.499073000000003</c:v>
                </c:pt>
                <c:pt idx="5727">
                  <c:v>57.588459</c:v>
                </c:pt>
                <c:pt idx="5728">
                  <c:v>57.229095000000001</c:v>
                </c:pt>
                <c:pt idx="5729">
                  <c:v>56.747906</c:v>
                </c:pt>
                <c:pt idx="5730">
                  <c:v>56.450935000000001</c:v>
                </c:pt>
                <c:pt idx="5731">
                  <c:v>56.468384</c:v>
                </c:pt>
                <c:pt idx="5732">
                  <c:v>56.568165</c:v>
                </c:pt>
                <c:pt idx="5733">
                  <c:v>56.641559999999998</c:v>
                </c:pt>
                <c:pt idx="5734">
                  <c:v>56.886825999999999</c:v>
                </c:pt>
                <c:pt idx="5735">
                  <c:v>57.999175999999999</c:v>
                </c:pt>
                <c:pt idx="5736">
                  <c:v>59.116726</c:v>
                </c:pt>
                <c:pt idx="5737">
                  <c:v>59.846024</c:v>
                </c:pt>
                <c:pt idx="5738">
                  <c:v>59.877944999999997</c:v>
                </c:pt>
                <c:pt idx="5739">
                  <c:v>59.360675999999998</c:v>
                </c:pt>
                <c:pt idx="5740">
                  <c:v>59.015079</c:v>
                </c:pt>
                <c:pt idx="5741">
                  <c:v>59.127552000000001</c:v>
                </c:pt>
                <c:pt idx="5742">
                  <c:v>58.741356000000003</c:v>
                </c:pt>
                <c:pt idx="5743">
                  <c:v>58.039391000000002</c:v>
                </c:pt>
                <c:pt idx="5744">
                  <c:v>58.596367000000001</c:v>
                </c:pt>
                <c:pt idx="5745">
                  <c:v>59.589728999999998</c:v>
                </c:pt>
                <c:pt idx="5746">
                  <c:v>59.448708000000003</c:v>
                </c:pt>
                <c:pt idx="5747">
                  <c:v>59.009518</c:v>
                </c:pt>
                <c:pt idx="5748">
                  <c:v>57.820694000000003</c:v>
                </c:pt>
                <c:pt idx="5749">
                  <c:v>56.908295000000003</c:v>
                </c:pt>
                <c:pt idx="5750">
                  <c:v>56.716614</c:v>
                </c:pt>
                <c:pt idx="5751">
                  <c:v>56.544468000000002</c:v>
                </c:pt>
                <c:pt idx="5752">
                  <c:v>56.401020000000003</c:v>
                </c:pt>
                <c:pt idx="5753">
                  <c:v>56.339401000000002</c:v>
                </c:pt>
                <c:pt idx="5754">
                  <c:v>56.334674999999997</c:v>
                </c:pt>
                <c:pt idx="5755">
                  <c:v>56.550773999999997</c:v>
                </c:pt>
                <c:pt idx="5756">
                  <c:v>56.714466000000002</c:v>
                </c:pt>
                <c:pt idx="5757">
                  <c:v>56.505875000000003</c:v>
                </c:pt>
                <c:pt idx="5758">
                  <c:v>56.880839999999999</c:v>
                </c:pt>
                <c:pt idx="5759">
                  <c:v>58.205269000000001</c:v>
                </c:pt>
                <c:pt idx="5760">
                  <c:v>59.532077999999998</c:v>
                </c:pt>
                <c:pt idx="5761">
                  <c:v>59.372860000000003</c:v>
                </c:pt>
                <c:pt idx="5762">
                  <c:v>58.467723999999997</c:v>
                </c:pt>
                <c:pt idx="5763">
                  <c:v>57.337147000000002</c:v>
                </c:pt>
                <c:pt idx="5764">
                  <c:v>56.430121999999997</c:v>
                </c:pt>
                <c:pt idx="5765">
                  <c:v>56.001911</c:v>
                </c:pt>
                <c:pt idx="5766">
                  <c:v>55.771892999999999</c:v>
                </c:pt>
                <c:pt idx="5767">
                  <c:v>55.693908999999998</c:v>
                </c:pt>
                <c:pt idx="5768">
                  <c:v>55.706237999999999</c:v>
                </c:pt>
                <c:pt idx="5769">
                  <c:v>55.788654000000001</c:v>
                </c:pt>
                <c:pt idx="5770">
                  <c:v>56.213585000000002</c:v>
                </c:pt>
                <c:pt idx="5771">
                  <c:v>56.503754000000001</c:v>
                </c:pt>
                <c:pt idx="5772">
                  <c:v>56.404269999999997</c:v>
                </c:pt>
                <c:pt idx="5773">
                  <c:v>56.375678999999998</c:v>
                </c:pt>
                <c:pt idx="5774">
                  <c:v>56.667572</c:v>
                </c:pt>
                <c:pt idx="5775">
                  <c:v>56.787998000000002</c:v>
                </c:pt>
                <c:pt idx="5776">
                  <c:v>56.976219</c:v>
                </c:pt>
                <c:pt idx="5777">
                  <c:v>57.232723</c:v>
                </c:pt>
                <c:pt idx="5778">
                  <c:v>57.393528000000003</c:v>
                </c:pt>
                <c:pt idx="5779">
                  <c:v>57.867103999999998</c:v>
                </c:pt>
                <c:pt idx="5780">
                  <c:v>57.804603999999998</c:v>
                </c:pt>
                <c:pt idx="5781">
                  <c:v>56.695903999999999</c:v>
                </c:pt>
                <c:pt idx="5782">
                  <c:v>55.812179999999998</c:v>
                </c:pt>
                <c:pt idx="5783">
                  <c:v>55.634689000000002</c:v>
                </c:pt>
                <c:pt idx="5784">
                  <c:v>55.680351000000002</c:v>
                </c:pt>
                <c:pt idx="5785">
                  <c:v>55.904392000000001</c:v>
                </c:pt>
                <c:pt idx="5786">
                  <c:v>55.749454</c:v>
                </c:pt>
                <c:pt idx="5787">
                  <c:v>55.584910999999998</c:v>
                </c:pt>
                <c:pt idx="5788">
                  <c:v>55.448211999999998</c:v>
                </c:pt>
                <c:pt idx="5789">
                  <c:v>55.468159</c:v>
                </c:pt>
                <c:pt idx="5790">
                  <c:v>55.864758000000002</c:v>
                </c:pt>
                <c:pt idx="5791">
                  <c:v>55.860004000000004</c:v>
                </c:pt>
                <c:pt idx="5792">
                  <c:v>55.784908000000001</c:v>
                </c:pt>
                <c:pt idx="5793">
                  <c:v>55.755032</c:v>
                </c:pt>
                <c:pt idx="5794">
                  <c:v>56.137042999999998</c:v>
                </c:pt>
                <c:pt idx="5795">
                  <c:v>56.209724000000001</c:v>
                </c:pt>
                <c:pt idx="5796">
                  <c:v>56.036746999999998</c:v>
                </c:pt>
                <c:pt idx="5797">
                  <c:v>56.585197000000001</c:v>
                </c:pt>
                <c:pt idx="5798">
                  <c:v>57.564857000000003</c:v>
                </c:pt>
                <c:pt idx="5799">
                  <c:v>58.297241</c:v>
                </c:pt>
                <c:pt idx="5800">
                  <c:v>59.033344</c:v>
                </c:pt>
                <c:pt idx="5801">
                  <c:v>60.207191000000002</c:v>
                </c:pt>
                <c:pt idx="5802">
                  <c:v>61.699818</c:v>
                </c:pt>
                <c:pt idx="5803">
                  <c:v>62.659595000000003</c:v>
                </c:pt>
                <c:pt idx="5804">
                  <c:v>62.544922</c:v>
                </c:pt>
                <c:pt idx="5805">
                  <c:v>62.608668999999999</c:v>
                </c:pt>
                <c:pt idx="5806">
                  <c:v>62.508643999999997</c:v>
                </c:pt>
                <c:pt idx="5807">
                  <c:v>63.106915000000001</c:v>
                </c:pt>
                <c:pt idx="5808">
                  <c:v>63.137042999999998</c:v>
                </c:pt>
                <c:pt idx="5809">
                  <c:v>62.561008000000001</c:v>
                </c:pt>
                <c:pt idx="5810">
                  <c:v>62.666030999999997</c:v>
                </c:pt>
                <c:pt idx="5811">
                  <c:v>62.502102000000001</c:v>
                </c:pt>
                <c:pt idx="5812">
                  <c:v>61.886603999999998</c:v>
                </c:pt>
                <c:pt idx="5813">
                  <c:v>61.642859999999999</c:v>
                </c:pt>
                <c:pt idx="5814">
                  <c:v>61.798842999999998</c:v>
                </c:pt>
                <c:pt idx="5815">
                  <c:v>62.481689000000003</c:v>
                </c:pt>
                <c:pt idx="5816">
                  <c:v>63.054046999999997</c:v>
                </c:pt>
                <c:pt idx="5817">
                  <c:v>63.393695999999998</c:v>
                </c:pt>
                <c:pt idx="5818">
                  <c:v>63.785465000000002</c:v>
                </c:pt>
                <c:pt idx="5819">
                  <c:v>64.230652000000006</c:v>
                </c:pt>
                <c:pt idx="5820">
                  <c:v>64.137962000000002</c:v>
                </c:pt>
                <c:pt idx="5821">
                  <c:v>63.746704000000001</c:v>
                </c:pt>
                <c:pt idx="5822">
                  <c:v>63.474074999999999</c:v>
                </c:pt>
                <c:pt idx="5823">
                  <c:v>63.808177999999998</c:v>
                </c:pt>
                <c:pt idx="5824">
                  <c:v>64.173903999999993</c:v>
                </c:pt>
                <c:pt idx="5825">
                  <c:v>64.373619000000005</c:v>
                </c:pt>
                <c:pt idx="5826">
                  <c:v>64.945480000000003</c:v>
                </c:pt>
                <c:pt idx="5827">
                  <c:v>65.108947999999998</c:v>
                </c:pt>
                <c:pt idx="5828">
                  <c:v>65.164451999999997</c:v>
                </c:pt>
                <c:pt idx="5829">
                  <c:v>65.185692000000003</c:v>
                </c:pt>
                <c:pt idx="5830">
                  <c:v>65.504058999999998</c:v>
                </c:pt>
                <c:pt idx="5831">
                  <c:v>65.559546999999995</c:v>
                </c:pt>
                <c:pt idx="5832">
                  <c:v>65.402420000000006</c:v>
                </c:pt>
                <c:pt idx="5833">
                  <c:v>65.503249999999994</c:v>
                </c:pt>
                <c:pt idx="5834">
                  <c:v>65.291122000000001</c:v>
                </c:pt>
                <c:pt idx="5835">
                  <c:v>64.361251999999993</c:v>
                </c:pt>
                <c:pt idx="5836">
                  <c:v>63.496093999999999</c:v>
                </c:pt>
                <c:pt idx="5837">
                  <c:v>63.372570000000003</c:v>
                </c:pt>
                <c:pt idx="5838">
                  <c:v>63.701476999999997</c:v>
                </c:pt>
                <c:pt idx="5839">
                  <c:v>63.851120000000002</c:v>
                </c:pt>
                <c:pt idx="5840">
                  <c:v>64.117537999999996</c:v>
                </c:pt>
                <c:pt idx="5841">
                  <c:v>64.107642999999996</c:v>
                </c:pt>
                <c:pt idx="5842">
                  <c:v>63.578747</c:v>
                </c:pt>
                <c:pt idx="5843">
                  <c:v>63.810977999999999</c:v>
                </c:pt>
                <c:pt idx="5844">
                  <c:v>64.480475999999996</c:v>
                </c:pt>
                <c:pt idx="5845">
                  <c:v>64.271141</c:v>
                </c:pt>
                <c:pt idx="5846">
                  <c:v>63.714225999999996</c:v>
                </c:pt>
                <c:pt idx="5847">
                  <c:v>63.417636999999999</c:v>
                </c:pt>
                <c:pt idx="5848">
                  <c:v>62.801025000000003</c:v>
                </c:pt>
                <c:pt idx="5849">
                  <c:v>62.025489999999998</c:v>
                </c:pt>
                <c:pt idx="5850">
                  <c:v>61.258865</c:v>
                </c:pt>
                <c:pt idx="5851">
                  <c:v>60.300732000000004</c:v>
                </c:pt>
                <c:pt idx="5852">
                  <c:v>59.473613999999998</c:v>
                </c:pt>
                <c:pt idx="5853">
                  <c:v>59.066237999999998</c:v>
                </c:pt>
                <c:pt idx="5854">
                  <c:v>58.837631000000002</c:v>
                </c:pt>
                <c:pt idx="5855">
                  <c:v>58.735816999999997</c:v>
                </c:pt>
                <c:pt idx="5856">
                  <c:v>59.054554000000003</c:v>
                </c:pt>
                <c:pt idx="5857">
                  <c:v>59.629989999999999</c:v>
                </c:pt>
                <c:pt idx="5858">
                  <c:v>60.080002</c:v>
                </c:pt>
                <c:pt idx="5859">
                  <c:v>60.060904999999998</c:v>
                </c:pt>
                <c:pt idx="5860">
                  <c:v>59.411490999999998</c:v>
                </c:pt>
                <c:pt idx="5861">
                  <c:v>59.158321000000001</c:v>
                </c:pt>
                <c:pt idx="5862">
                  <c:v>59.210738999999997</c:v>
                </c:pt>
                <c:pt idx="5863">
                  <c:v>59.739082000000003</c:v>
                </c:pt>
                <c:pt idx="5864">
                  <c:v>61.329028999999998</c:v>
                </c:pt>
                <c:pt idx="5865">
                  <c:v>62.526080999999998</c:v>
                </c:pt>
                <c:pt idx="5866">
                  <c:v>62.116962000000001</c:v>
                </c:pt>
                <c:pt idx="5867">
                  <c:v>61.794060000000002</c:v>
                </c:pt>
                <c:pt idx="5868">
                  <c:v>61.222529999999999</c:v>
                </c:pt>
                <c:pt idx="5869">
                  <c:v>60.606921999999997</c:v>
                </c:pt>
                <c:pt idx="5870">
                  <c:v>60.393692000000001</c:v>
                </c:pt>
                <c:pt idx="5871">
                  <c:v>60.435326000000003</c:v>
                </c:pt>
                <c:pt idx="5872">
                  <c:v>60.342804000000001</c:v>
                </c:pt>
                <c:pt idx="5873">
                  <c:v>60.052672999999999</c:v>
                </c:pt>
                <c:pt idx="5874">
                  <c:v>59.851542999999999</c:v>
                </c:pt>
                <c:pt idx="5875">
                  <c:v>59.877215999999997</c:v>
                </c:pt>
                <c:pt idx="5876">
                  <c:v>59.980324000000003</c:v>
                </c:pt>
                <c:pt idx="5877">
                  <c:v>59.952720999999997</c:v>
                </c:pt>
                <c:pt idx="5878">
                  <c:v>59.928288000000002</c:v>
                </c:pt>
                <c:pt idx="5879">
                  <c:v>59.936484999999998</c:v>
                </c:pt>
                <c:pt idx="5880">
                  <c:v>60.177467</c:v>
                </c:pt>
                <c:pt idx="5881">
                  <c:v>61.049866000000002</c:v>
                </c:pt>
                <c:pt idx="5882">
                  <c:v>62.473129</c:v>
                </c:pt>
                <c:pt idx="5883">
                  <c:v>63.865558999999998</c:v>
                </c:pt>
                <c:pt idx="5884">
                  <c:v>65.002799999999993</c:v>
                </c:pt>
                <c:pt idx="5885">
                  <c:v>65.779838999999996</c:v>
                </c:pt>
                <c:pt idx="5886">
                  <c:v>65.935074</c:v>
                </c:pt>
                <c:pt idx="5887">
                  <c:v>66.193520000000007</c:v>
                </c:pt>
                <c:pt idx="5888">
                  <c:v>66.523842000000002</c:v>
                </c:pt>
                <c:pt idx="5889">
                  <c:v>66.331207000000006</c:v>
                </c:pt>
                <c:pt idx="5890">
                  <c:v>66.167389</c:v>
                </c:pt>
                <c:pt idx="5891">
                  <c:v>66.412270000000007</c:v>
                </c:pt>
                <c:pt idx="5892">
                  <c:v>66.368301000000002</c:v>
                </c:pt>
                <c:pt idx="5893">
                  <c:v>65.550460999999999</c:v>
                </c:pt>
                <c:pt idx="5894">
                  <c:v>64.579445000000007</c:v>
                </c:pt>
                <c:pt idx="5895">
                  <c:v>64.341385000000002</c:v>
                </c:pt>
                <c:pt idx="5896">
                  <c:v>64.756027000000003</c:v>
                </c:pt>
                <c:pt idx="5897">
                  <c:v>65.288146999999995</c:v>
                </c:pt>
                <c:pt idx="5898">
                  <c:v>65.872223000000005</c:v>
                </c:pt>
                <c:pt idx="5899">
                  <c:v>66.085875999999999</c:v>
                </c:pt>
                <c:pt idx="5900">
                  <c:v>65.585915</c:v>
                </c:pt>
                <c:pt idx="5901">
                  <c:v>65.306479999999993</c:v>
                </c:pt>
                <c:pt idx="5902">
                  <c:v>65.452042000000006</c:v>
                </c:pt>
                <c:pt idx="5903">
                  <c:v>66.154503000000005</c:v>
                </c:pt>
                <c:pt idx="5904">
                  <c:v>66.820526000000001</c:v>
                </c:pt>
                <c:pt idx="5905">
                  <c:v>66.955673000000004</c:v>
                </c:pt>
                <c:pt idx="5906">
                  <c:v>66.738045</c:v>
                </c:pt>
                <c:pt idx="5907">
                  <c:v>66.688927000000007</c:v>
                </c:pt>
                <c:pt idx="5908">
                  <c:v>66.572768999999994</c:v>
                </c:pt>
                <c:pt idx="5909">
                  <c:v>66.093688999999998</c:v>
                </c:pt>
                <c:pt idx="5910">
                  <c:v>65.418571</c:v>
                </c:pt>
                <c:pt idx="5911">
                  <c:v>64.711913999999993</c:v>
                </c:pt>
                <c:pt idx="5912">
                  <c:v>64.040053999999998</c:v>
                </c:pt>
                <c:pt idx="5913">
                  <c:v>63.400523999999997</c:v>
                </c:pt>
                <c:pt idx="5914">
                  <c:v>63.369621000000002</c:v>
                </c:pt>
                <c:pt idx="5915">
                  <c:v>63.560451999999998</c:v>
                </c:pt>
                <c:pt idx="5916">
                  <c:v>63.918964000000003</c:v>
                </c:pt>
                <c:pt idx="5917">
                  <c:v>64.217644000000007</c:v>
                </c:pt>
                <c:pt idx="5918">
                  <c:v>64.693000999999995</c:v>
                </c:pt>
                <c:pt idx="5919">
                  <c:v>65.295958999999996</c:v>
                </c:pt>
                <c:pt idx="5920">
                  <c:v>65.595718000000005</c:v>
                </c:pt>
                <c:pt idx="5921">
                  <c:v>65.633101999999994</c:v>
                </c:pt>
                <c:pt idx="5922">
                  <c:v>65.297447000000005</c:v>
                </c:pt>
                <c:pt idx="5923">
                  <c:v>64.528617999999994</c:v>
                </c:pt>
                <c:pt idx="5924">
                  <c:v>64.089478</c:v>
                </c:pt>
                <c:pt idx="5925">
                  <c:v>63.781475</c:v>
                </c:pt>
                <c:pt idx="5926">
                  <c:v>63.089042999999997</c:v>
                </c:pt>
                <c:pt idx="5927">
                  <c:v>62.553753</c:v>
                </c:pt>
                <c:pt idx="5928">
                  <c:v>62.269649999999999</c:v>
                </c:pt>
                <c:pt idx="5929">
                  <c:v>62.030403</c:v>
                </c:pt>
                <c:pt idx="5930">
                  <c:v>61.480057000000002</c:v>
                </c:pt>
                <c:pt idx="5931">
                  <c:v>60.719935999999997</c:v>
                </c:pt>
                <c:pt idx="5932">
                  <c:v>60.561382000000002</c:v>
                </c:pt>
                <c:pt idx="5933">
                  <c:v>60.600765000000003</c:v>
                </c:pt>
                <c:pt idx="5934">
                  <c:v>60.527458000000003</c:v>
                </c:pt>
                <c:pt idx="5935">
                  <c:v>60.217865000000003</c:v>
                </c:pt>
                <c:pt idx="5936">
                  <c:v>59.808028999999998</c:v>
                </c:pt>
                <c:pt idx="5937">
                  <c:v>59.663780000000003</c:v>
                </c:pt>
                <c:pt idx="5938">
                  <c:v>59.730697999999997</c:v>
                </c:pt>
                <c:pt idx="5939">
                  <c:v>59.954619999999998</c:v>
                </c:pt>
                <c:pt idx="5940">
                  <c:v>60.220084999999997</c:v>
                </c:pt>
                <c:pt idx="5941">
                  <c:v>60.336787999999999</c:v>
                </c:pt>
                <c:pt idx="5942">
                  <c:v>60.322571000000003</c:v>
                </c:pt>
                <c:pt idx="5943">
                  <c:v>60.429451</c:v>
                </c:pt>
                <c:pt idx="5944">
                  <c:v>60.602943000000003</c:v>
                </c:pt>
                <c:pt idx="5945">
                  <c:v>60.716576000000003</c:v>
                </c:pt>
                <c:pt idx="5946">
                  <c:v>60.684601000000001</c:v>
                </c:pt>
                <c:pt idx="5947">
                  <c:v>60.135570999999999</c:v>
                </c:pt>
                <c:pt idx="5948">
                  <c:v>59.678471000000002</c:v>
                </c:pt>
                <c:pt idx="5949">
                  <c:v>59.983589000000002</c:v>
                </c:pt>
                <c:pt idx="5950">
                  <c:v>60.3508</c:v>
                </c:pt>
                <c:pt idx="5951">
                  <c:v>60.137977999999997</c:v>
                </c:pt>
                <c:pt idx="5952">
                  <c:v>59.732093999999996</c:v>
                </c:pt>
                <c:pt idx="5953">
                  <c:v>59.601165999999999</c:v>
                </c:pt>
                <c:pt idx="5954">
                  <c:v>59.598075999999999</c:v>
                </c:pt>
                <c:pt idx="5955">
                  <c:v>59.633709000000003</c:v>
                </c:pt>
                <c:pt idx="5956">
                  <c:v>59.558917999999998</c:v>
                </c:pt>
                <c:pt idx="5957">
                  <c:v>59.138474000000002</c:v>
                </c:pt>
                <c:pt idx="5958">
                  <c:v>58.658977999999998</c:v>
                </c:pt>
                <c:pt idx="5959">
                  <c:v>58.233615999999998</c:v>
                </c:pt>
                <c:pt idx="5960">
                  <c:v>58.298157000000003</c:v>
                </c:pt>
                <c:pt idx="5961">
                  <c:v>58.844546999999999</c:v>
                </c:pt>
                <c:pt idx="5962">
                  <c:v>59.408290999999998</c:v>
                </c:pt>
                <c:pt idx="5963">
                  <c:v>59.513492999999997</c:v>
                </c:pt>
                <c:pt idx="5964">
                  <c:v>59.412449000000002</c:v>
                </c:pt>
                <c:pt idx="5965">
                  <c:v>59.465457999999998</c:v>
                </c:pt>
                <c:pt idx="5966">
                  <c:v>59.409343999999997</c:v>
                </c:pt>
                <c:pt idx="5967">
                  <c:v>59.634509999999999</c:v>
                </c:pt>
                <c:pt idx="5968">
                  <c:v>60.127513999999998</c:v>
                </c:pt>
                <c:pt idx="5969">
                  <c:v>60.646832000000003</c:v>
                </c:pt>
                <c:pt idx="5970">
                  <c:v>61.202415000000002</c:v>
                </c:pt>
                <c:pt idx="5971">
                  <c:v>61.580399</c:v>
                </c:pt>
                <c:pt idx="5972">
                  <c:v>61.451286000000003</c:v>
                </c:pt>
                <c:pt idx="5973">
                  <c:v>60.631278999999999</c:v>
                </c:pt>
                <c:pt idx="5974">
                  <c:v>59.915039</c:v>
                </c:pt>
                <c:pt idx="5975">
                  <c:v>59.475360999999999</c:v>
                </c:pt>
                <c:pt idx="5976">
                  <c:v>59.360160999999998</c:v>
                </c:pt>
                <c:pt idx="5977">
                  <c:v>59.380901000000001</c:v>
                </c:pt>
                <c:pt idx="5978">
                  <c:v>59.353423999999997</c:v>
                </c:pt>
                <c:pt idx="5979">
                  <c:v>59.826714000000003</c:v>
                </c:pt>
                <c:pt idx="5980">
                  <c:v>59.981731000000003</c:v>
                </c:pt>
                <c:pt idx="5981">
                  <c:v>59.716766</c:v>
                </c:pt>
                <c:pt idx="5982">
                  <c:v>59.240912999999999</c:v>
                </c:pt>
                <c:pt idx="5983">
                  <c:v>58.419117</c:v>
                </c:pt>
                <c:pt idx="5984">
                  <c:v>57.962139000000001</c:v>
                </c:pt>
                <c:pt idx="5985">
                  <c:v>57.936461999999999</c:v>
                </c:pt>
                <c:pt idx="5986">
                  <c:v>58.002853000000002</c:v>
                </c:pt>
                <c:pt idx="5987">
                  <c:v>57.986339999999998</c:v>
                </c:pt>
                <c:pt idx="5988">
                  <c:v>57.970222</c:v>
                </c:pt>
                <c:pt idx="5989">
                  <c:v>58.080765</c:v>
                </c:pt>
                <c:pt idx="5990">
                  <c:v>57.970852000000001</c:v>
                </c:pt>
                <c:pt idx="5991">
                  <c:v>58.102595999999998</c:v>
                </c:pt>
                <c:pt idx="5992">
                  <c:v>58.140422999999998</c:v>
                </c:pt>
                <c:pt idx="5993">
                  <c:v>57.946342000000001</c:v>
                </c:pt>
                <c:pt idx="5994">
                  <c:v>57.725150999999997</c:v>
                </c:pt>
                <c:pt idx="5995">
                  <c:v>57.819598999999997</c:v>
                </c:pt>
                <c:pt idx="5996">
                  <c:v>57.961590000000001</c:v>
                </c:pt>
                <c:pt idx="5997">
                  <c:v>58.090499999999999</c:v>
                </c:pt>
                <c:pt idx="5998">
                  <c:v>58.118938</c:v>
                </c:pt>
                <c:pt idx="5999">
                  <c:v>58.062736999999998</c:v>
                </c:pt>
                <c:pt idx="6000">
                  <c:v>58.235168000000002</c:v>
                </c:pt>
                <c:pt idx="6001">
                  <c:v>58.917484000000002</c:v>
                </c:pt>
                <c:pt idx="6002">
                  <c:v>59.374583999999999</c:v>
                </c:pt>
                <c:pt idx="6003">
                  <c:v>59.084212999999998</c:v>
                </c:pt>
                <c:pt idx="6004">
                  <c:v>59.116821000000002</c:v>
                </c:pt>
                <c:pt idx="6005">
                  <c:v>59.570751000000001</c:v>
                </c:pt>
                <c:pt idx="6006">
                  <c:v>60.152279</c:v>
                </c:pt>
                <c:pt idx="6007">
                  <c:v>60.911945000000003</c:v>
                </c:pt>
                <c:pt idx="6008">
                  <c:v>61.452171</c:v>
                </c:pt>
                <c:pt idx="6009">
                  <c:v>61.717117000000002</c:v>
                </c:pt>
                <c:pt idx="6010">
                  <c:v>62.116137999999999</c:v>
                </c:pt>
                <c:pt idx="6011">
                  <c:v>62.164935999999997</c:v>
                </c:pt>
                <c:pt idx="6012">
                  <c:v>62.138454000000003</c:v>
                </c:pt>
                <c:pt idx="6013">
                  <c:v>61.965752000000002</c:v>
                </c:pt>
                <c:pt idx="6014">
                  <c:v>62.146667000000001</c:v>
                </c:pt>
                <c:pt idx="6015">
                  <c:v>62.950951000000003</c:v>
                </c:pt>
                <c:pt idx="6016">
                  <c:v>63.314064000000002</c:v>
                </c:pt>
                <c:pt idx="6017">
                  <c:v>63.222915999999998</c:v>
                </c:pt>
                <c:pt idx="6018">
                  <c:v>62.574562</c:v>
                </c:pt>
                <c:pt idx="6019">
                  <c:v>61.816788000000003</c:v>
                </c:pt>
                <c:pt idx="6020">
                  <c:v>61.795605000000002</c:v>
                </c:pt>
                <c:pt idx="6021">
                  <c:v>62.247489999999999</c:v>
                </c:pt>
                <c:pt idx="6022">
                  <c:v>62.760722999999999</c:v>
                </c:pt>
                <c:pt idx="6023">
                  <c:v>63.064380999999997</c:v>
                </c:pt>
                <c:pt idx="6024">
                  <c:v>63.075676000000001</c:v>
                </c:pt>
                <c:pt idx="6025">
                  <c:v>62.953147999999999</c:v>
                </c:pt>
                <c:pt idx="6026">
                  <c:v>63.160046000000001</c:v>
                </c:pt>
                <c:pt idx="6027">
                  <c:v>63.663662000000002</c:v>
                </c:pt>
                <c:pt idx="6028">
                  <c:v>64.588898</c:v>
                </c:pt>
                <c:pt idx="6029">
                  <c:v>65.283562000000003</c:v>
                </c:pt>
                <c:pt idx="6030">
                  <c:v>65.386382999999995</c:v>
                </c:pt>
                <c:pt idx="6031">
                  <c:v>65.240455999999995</c:v>
                </c:pt>
                <c:pt idx="6032">
                  <c:v>65.150406000000004</c:v>
                </c:pt>
                <c:pt idx="6033">
                  <c:v>65.372551000000001</c:v>
                </c:pt>
                <c:pt idx="6034">
                  <c:v>65.313721000000001</c:v>
                </c:pt>
                <c:pt idx="6035">
                  <c:v>65.104774000000006</c:v>
                </c:pt>
                <c:pt idx="6036">
                  <c:v>65.293616999999998</c:v>
                </c:pt>
                <c:pt idx="6037">
                  <c:v>65.829329999999999</c:v>
                </c:pt>
                <c:pt idx="6038">
                  <c:v>66.479065000000006</c:v>
                </c:pt>
                <c:pt idx="6039">
                  <c:v>66.638985000000005</c:v>
                </c:pt>
                <c:pt idx="6040">
                  <c:v>66.883414999999999</c:v>
                </c:pt>
                <c:pt idx="6041">
                  <c:v>66.867355000000003</c:v>
                </c:pt>
                <c:pt idx="6042">
                  <c:v>66.867042999999995</c:v>
                </c:pt>
                <c:pt idx="6043">
                  <c:v>66.912459999999996</c:v>
                </c:pt>
                <c:pt idx="6044">
                  <c:v>66.574912999999995</c:v>
                </c:pt>
                <c:pt idx="6045">
                  <c:v>66.410713000000001</c:v>
                </c:pt>
                <c:pt idx="6046">
                  <c:v>66.376616999999996</c:v>
                </c:pt>
                <c:pt idx="6047">
                  <c:v>67.218338000000003</c:v>
                </c:pt>
                <c:pt idx="6048">
                  <c:v>67.669372999999993</c:v>
                </c:pt>
                <c:pt idx="6049">
                  <c:v>68.000647999999998</c:v>
                </c:pt>
                <c:pt idx="6050">
                  <c:v>67.824364000000003</c:v>
                </c:pt>
                <c:pt idx="6051">
                  <c:v>66.989791999999994</c:v>
                </c:pt>
                <c:pt idx="6052">
                  <c:v>66.080794999999995</c:v>
                </c:pt>
                <c:pt idx="6053">
                  <c:v>65.148139999999998</c:v>
                </c:pt>
                <c:pt idx="6054">
                  <c:v>64.741905000000003</c:v>
                </c:pt>
                <c:pt idx="6055">
                  <c:v>64.681601999999998</c:v>
                </c:pt>
                <c:pt idx="6056">
                  <c:v>64.559753000000001</c:v>
                </c:pt>
                <c:pt idx="6057">
                  <c:v>64.742110999999994</c:v>
                </c:pt>
                <c:pt idx="6058">
                  <c:v>65.061783000000005</c:v>
                </c:pt>
                <c:pt idx="6059">
                  <c:v>64.820853999999997</c:v>
                </c:pt>
                <c:pt idx="6060">
                  <c:v>64.425078999999997</c:v>
                </c:pt>
                <c:pt idx="6061">
                  <c:v>64.238174000000001</c:v>
                </c:pt>
                <c:pt idx="6062">
                  <c:v>63.872718999999996</c:v>
                </c:pt>
                <c:pt idx="6063">
                  <c:v>63.302925000000002</c:v>
                </c:pt>
                <c:pt idx="6064">
                  <c:v>62.974068000000003</c:v>
                </c:pt>
                <c:pt idx="6065">
                  <c:v>63.127372999999999</c:v>
                </c:pt>
                <c:pt idx="6066">
                  <c:v>63.497504999999997</c:v>
                </c:pt>
                <c:pt idx="6067">
                  <c:v>63.681086999999998</c:v>
                </c:pt>
                <c:pt idx="6068">
                  <c:v>63.830432999999999</c:v>
                </c:pt>
                <c:pt idx="6069">
                  <c:v>63.669609000000001</c:v>
                </c:pt>
                <c:pt idx="6070">
                  <c:v>63.235942999999999</c:v>
                </c:pt>
                <c:pt idx="6071">
                  <c:v>62.638072999999999</c:v>
                </c:pt>
                <c:pt idx="6072">
                  <c:v>62.325485</c:v>
                </c:pt>
                <c:pt idx="6073">
                  <c:v>62.596474000000001</c:v>
                </c:pt>
                <c:pt idx="6074">
                  <c:v>63.187686999999997</c:v>
                </c:pt>
                <c:pt idx="6075">
                  <c:v>63.882537999999997</c:v>
                </c:pt>
                <c:pt idx="6076">
                  <c:v>64.431045999999995</c:v>
                </c:pt>
                <c:pt idx="6077">
                  <c:v>64.959091000000001</c:v>
                </c:pt>
                <c:pt idx="6078">
                  <c:v>65.180565000000001</c:v>
                </c:pt>
                <c:pt idx="6079">
                  <c:v>65.265961000000004</c:v>
                </c:pt>
                <c:pt idx="6080">
                  <c:v>65.515677999999994</c:v>
                </c:pt>
                <c:pt idx="6081">
                  <c:v>65.551772999999997</c:v>
                </c:pt>
                <c:pt idx="6082">
                  <c:v>65.527122000000006</c:v>
                </c:pt>
                <c:pt idx="6083">
                  <c:v>65.439682000000005</c:v>
                </c:pt>
                <c:pt idx="6084">
                  <c:v>65.412270000000007</c:v>
                </c:pt>
                <c:pt idx="6085">
                  <c:v>65.724411000000003</c:v>
                </c:pt>
                <c:pt idx="6086">
                  <c:v>66.351180999999997</c:v>
                </c:pt>
                <c:pt idx="6087">
                  <c:v>66.964591999999996</c:v>
                </c:pt>
                <c:pt idx="6088">
                  <c:v>67.473388999999997</c:v>
                </c:pt>
                <c:pt idx="6089">
                  <c:v>67.602890000000002</c:v>
                </c:pt>
                <c:pt idx="6090">
                  <c:v>67.865539999999996</c:v>
                </c:pt>
                <c:pt idx="6091">
                  <c:v>68.185410000000005</c:v>
                </c:pt>
                <c:pt idx="6092">
                  <c:v>68.474463999999998</c:v>
                </c:pt>
                <c:pt idx="6093">
                  <c:v>68.728347999999997</c:v>
                </c:pt>
                <c:pt idx="6094">
                  <c:v>69.334511000000006</c:v>
                </c:pt>
                <c:pt idx="6095">
                  <c:v>69.878501999999997</c:v>
                </c:pt>
                <c:pt idx="6096">
                  <c:v>70.211021000000002</c:v>
                </c:pt>
                <c:pt idx="6097">
                  <c:v>70.164078000000003</c:v>
                </c:pt>
                <c:pt idx="6098">
                  <c:v>70.036445999999998</c:v>
                </c:pt>
                <c:pt idx="6099">
                  <c:v>70.036529999999999</c:v>
                </c:pt>
                <c:pt idx="6100">
                  <c:v>70.131309999999999</c:v>
                </c:pt>
                <c:pt idx="6101">
                  <c:v>70.184441000000007</c:v>
                </c:pt>
                <c:pt idx="6102">
                  <c:v>69.85154</c:v>
                </c:pt>
                <c:pt idx="6103">
                  <c:v>69.530624000000003</c:v>
                </c:pt>
                <c:pt idx="6104">
                  <c:v>69.661727999999997</c:v>
                </c:pt>
                <c:pt idx="6105">
                  <c:v>70.013412000000002</c:v>
                </c:pt>
                <c:pt idx="6106">
                  <c:v>70.099236000000005</c:v>
                </c:pt>
                <c:pt idx="6107">
                  <c:v>70.134483000000003</c:v>
                </c:pt>
                <c:pt idx="6108">
                  <c:v>70.261748999999995</c:v>
                </c:pt>
                <c:pt idx="6109">
                  <c:v>70.418892</c:v>
                </c:pt>
                <c:pt idx="6110">
                  <c:v>70.4953</c:v>
                </c:pt>
                <c:pt idx="6111">
                  <c:v>70.582061999999993</c:v>
                </c:pt>
                <c:pt idx="6112">
                  <c:v>70.775741999999994</c:v>
                </c:pt>
                <c:pt idx="6113">
                  <c:v>70.899010000000004</c:v>
                </c:pt>
                <c:pt idx="6114">
                  <c:v>70.885581999999999</c:v>
                </c:pt>
                <c:pt idx="6115">
                  <c:v>71.010918000000004</c:v>
                </c:pt>
                <c:pt idx="6116">
                  <c:v>71.354659999999996</c:v>
                </c:pt>
                <c:pt idx="6117">
                  <c:v>71.741928000000001</c:v>
                </c:pt>
                <c:pt idx="6118">
                  <c:v>71.708716999999993</c:v>
                </c:pt>
                <c:pt idx="6119">
                  <c:v>71.597365999999994</c:v>
                </c:pt>
                <c:pt idx="6120">
                  <c:v>71.453795999999997</c:v>
                </c:pt>
                <c:pt idx="6121">
                  <c:v>71.263283000000001</c:v>
                </c:pt>
                <c:pt idx="6122">
                  <c:v>71.347572</c:v>
                </c:pt>
                <c:pt idx="6123">
                  <c:v>71.484343999999993</c:v>
                </c:pt>
                <c:pt idx="6124">
                  <c:v>71.656020999999996</c:v>
                </c:pt>
                <c:pt idx="6125">
                  <c:v>71.973701000000005</c:v>
                </c:pt>
                <c:pt idx="6126">
                  <c:v>72.065826000000001</c:v>
                </c:pt>
                <c:pt idx="6127">
                  <c:v>71.745857000000001</c:v>
                </c:pt>
                <c:pt idx="6128">
                  <c:v>72.527694999999994</c:v>
                </c:pt>
                <c:pt idx="6129">
                  <c:v>72.873626999999999</c:v>
                </c:pt>
                <c:pt idx="6130">
                  <c:v>73.172211000000004</c:v>
                </c:pt>
                <c:pt idx="6131">
                  <c:v>74.342865000000003</c:v>
                </c:pt>
                <c:pt idx="6132">
                  <c:v>74.942345000000003</c:v>
                </c:pt>
                <c:pt idx="6133">
                  <c:v>75.273880000000005</c:v>
                </c:pt>
                <c:pt idx="6134">
                  <c:v>75.233520999999996</c:v>
                </c:pt>
                <c:pt idx="6135">
                  <c:v>74.842545000000001</c:v>
                </c:pt>
                <c:pt idx="6136">
                  <c:v>74.483756999999997</c:v>
                </c:pt>
                <c:pt idx="6137">
                  <c:v>74.282539</c:v>
                </c:pt>
                <c:pt idx="6138">
                  <c:v>73.861243999999999</c:v>
                </c:pt>
                <c:pt idx="6139">
                  <c:v>73.423569000000001</c:v>
                </c:pt>
                <c:pt idx="6140">
                  <c:v>73.635254000000003</c:v>
                </c:pt>
                <c:pt idx="6141">
                  <c:v>74.025681000000006</c:v>
                </c:pt>
                <c:pt idx="6142">
                  <c:v>74.034026999999995</c:v>
                </c:pt>
                <c:pt idx="6143">
                  <c:v>73.743195</c:v>
                </c:pt>
                <c:pt idx="6144">
                  <c:v>73.202636999999996</c:v>
                </c:pt>
                <c:pt idx="6145">
                  <c:v>72.52816</c:v>
                </c:pt>
                <c:pt idx="6146">
                  <c:v>72.081008999999995</c:v>
                </c:pt>
                <c:pt idx="6147">
                  <c:v>71.681411999999995</c:v>
                </c:pt>
                <c:pt idx="6148">
                  <c:v>71.422225999999995</c:v>
                </c:pt>
                <c:pt idx="6149">
                  <c:v>71.585220000000007</c:v>
                </c:pt>
                <c:pt idx="6150">
                  <c:v>71.882285999999993</c:v>
                </c:pt>
                <c:pt idx="6151">
                  <c:v>72.014122</c:v>
                </c:pt>
                <c:pt idx="6152">
                  <c:v>71.950806</c:v>
                </c:pt>
                <c:pt idx="6153">
                  <c:v>71.784751999999997</c:v>
                </c:pt>
                <c:pt idx="6154">
                  <c:v>71.523246999999998</c:v>
                </c:pt>
                <c:pt idx="6155">
                  <c:v>71.409599</c:v>
                </c:pt>
                <c:pt idx="6156">
                  <c:v>71.239502000000002</c:v>
                </c:pt>
                <c:pt idx="6157">
                  <c:v>70.966742999999994</c:v>
                </c:pt>
                <c:pt idx="6158">
                  <c:v>70.513771000000006</c:v>
                </c:pt>
                <c:pt idx="6159">
                  <c:v>70.328873000000002</c:v>
                </c:pt>
                <c:pt idx="6160">
                  <c:v>70.436561999999995</c:v>
                </c:pt>
                <c:pt idx="6161">
                  <c:v>70.718909999999994</c:v>
                </c:pt>
                <c:pt idx="6162">
                  <c:v>71.013351</c:v>
                </c:pt>
                <c:pt idx="6163">
                  <c:v>71.337753000000006</c:v>
                </c:pt>
                <c:pt idx="6164">
                  <c:v>71.940871999999999</c:v>
                </c:pt>
                <c:pt idx="6165">
                  <c:v>72.373992999999999</c:v>
                </c:pt>
                <c:pt idx="6166">
                  <c:v>72.751007000000001</c:v>
                </c:pt>
                <c:pt idx="6167">
                  <c:v>73.456383000000002</c:v>
                </c:pt>
                <c:pt idx="6168">
                  <c:v>73.776657</c:v>
                </c:pt>
                <c:pt idx="6169">
                  <c:v>73.784721000000005</c:v>
                </c:pt>
                <c:pt idx="6170">
                  <c:v>73.842040999999995</c:v>
                </c:pt>
                <c:pt idx="6171">
                  <c:v>73.662909999999997</c:v>
                </c:pt>
                <c:pt idx="6172">
                  <c:v>73.189605999999998</c:v>
                </c:pt>
                <c:pt idx="6173">
                  <c:v>72.924582999999998</c:v>
                </c:pt>
                <c:pt idx="6174">
                  <c:v>72.717872999999997</c:v>
                </c:pt>
                <c:pt idx="6175">
                  <c:v>72.751907000000003</c:v>
                </c:pt>
                <c:pt idx="6176">
                  <c:v>73.259688999999995</c:v>
                </c:pt>
                <c:pt idx="6177">
                  <c:v>73.903976</c:v>
                </c:pt>
                <c:pt idx="6178">
                  <c:v>74.663353000000001</c:v>
                </c:pt>
                <c:pt idx="6179">
                  <c:v>75.330589000000003</c:v>
                </c:pt>
                <c:pt idx="6180">
                  <c:v>75.751373000000001</c:v>
                </c:pt>
                <c:pt idx="6181">
                  <c:v>76.226585</c:v>
                </c:pt>
                <c:pt idx="6182">
                  <c:v>76.568184000000002</c:v>
                </c:pt>
                <c:pt idx="6183">
                  <c:v>76.922318000000004</c:v>
                </c:pt>
                <c:pt idx="6184">
                  <c:v>76.858870999999994</c:v>
                </c:pt>
                <c:pt idx="6185">
                  <c:v>76.514060999999998</c:v>
                </c:pt>
                <c:pt idx="6186">
                  <c:v>76.211342000000002</c:v>
                </c:pt>
                <c:pt idx="6187">
                  <c:v>75.869193999999993</c:v>
                </c:pt>
                <c:pt idx="6188">
                  <c:v>75.500397000000007</c:v>
                </c:pt>
                <c:pt idx="6189">
                  <c:v>75.180817000000005</c:v>
                </c:pt>
                <c:pt idx="6190">
                  <c:v>74.852447999999995</c:v>
                </c:pt>
                <c:pt idx="6191">
                  <c:v>74.531402999999997</c:v>
                </c:pt>
                <c:pt idx="6192">
                  <c:v>74.107056</c:v>
                </c:pt>
                <c:pt idx="6193">
                  <c:v>73.590500000000006</c:v>
                </c:pt>
                <c:pt idx="6194">
                  <c:v>73.295745999999994</c:v>
                </c:pt>
                <c:pt idx="6195">
                  <c:v>73.160385000000005</c:v>
                </c:pt>
                <c:pt idx="6196">
                  <c:v>73.104163999999997</c:v>
                </c:pt>
                <c:pt idx="6197">
                  <c:v>73.353935000000007</c:v>
                </c:pt>
                <c:pt idx="6198">
                  <c:v>73.258942000000005</c:v>
                </c:pt>
                <c:pt idx="6199">
                  <c:v>73.221564999999998</c:v>
                </c:pt>
                <c:pt idx="6200">
                  <c:v>73.425751000000005</c:v>
                </c:pt>
                <c:pt idx="6201">
                  <c:v>73.699698999999995</c:v>
                </c:pt>
                <c:pt idx="6202">
                  <c:v>73.674294000000003</c:v>
                </c:pt>
                <c:pt idx="6203">
                  <c:v>73.555510999999996</c:v>
                </c:pt>
                <c:pt idx="6204">
                  <c:v>73.933082999999996</c:v>
                </c:pt>
                <c:pt idx="6205">
                  <c:v>74.168120999999999</c:v>
                </c:pt>
                <c:pt idx="6206">
                  <c:v>74.260918000000004</c:v>
                </c:pt>
                <c:pt idx="6207">
                  <c:v>74.109466999999995</c:v>
                </c:pt>
                <c:pt idx="6208">
                  <c:v>73.604065000000006</c:v>
                </c:pt>
                <c:pt idx="6209">
                  <c:v>73.314468000000005</c:v>
                </c:pt>
                <c:pt idx="6210">
                  <c:v>73.205803000000003</c:v>
                </c:pt>
                <c:pt idx="6211">
                  <c:v>72.831397999999993</c:v>
                </c:pt>
                <c:pt idx="6212">
                  <c:v>72.403503000000001</c:v>
                </c:pt>
                <c:pt idx="6213">
                  <c:v>72.169853000000003</c:v>
                </c:pt>
                <c:pt idx="6214">
                  <c:v>72.054169000000002</c:v>
                </c:pt>
                <c:pt idx="6215">
                  <c:v>71.864151000000007</c:v>
                </c:pt>
                <c:pt idx="6216">
                  <c:v>72.056549000000004</c:v>
                </c:pt>
                <c:pt idx="6217">
                  <c:v>72.189376999999993</c:v>
                </c:pt>
                <c:pt idx="6218">
                  <c:v>71.905799999999999</c:v>
                </c:pt>
                <c:pt idx="6219">
                  <c:v>71.526176000000007</c:v>
                </c:pt>
                <c:pt idx="6220">
                  <c:v>71.270308999999997</c:v>
                </c:pt>
                <c:pt idx="6221">
                  <c:v>71.305808999999996</c:v>
                </c:pt>
                <c:pt idx="6222">
                  <c:v>71.545638999999994</c:v>
                </c:pt>
                <c:pt idx="6223">
                  <c:v>71.584496000000001</c:v>
                </c:pt>
                <c:pt idx="6224">
                  <c:v>71.573989999999995</c:v>
                </c:pt>
                <c:pt idx="6225">
                  <c:v>72.427245999999997</c:v>
                </c:pt>
                <c:pt idx="6226">
                  <c:v>73.512787000000003</c:v>
                </c:pt>
                <c:pt idx="6227">
                  <c:v>74.804169000000002</c:v>
                </c:pt>
                <c:pt idx="6228">
                  <c:v>72.653785999999997</c:v>
                </c:pt>
                <c:pt idx="6229">
                  <c:v>72.548057999999997</c:v>
                </c:pt>
                <c:pt idx="6230">
                  <c:v>72.144088999999994</c:v>
                </c:pt>
                <c:pt idx="6231">
                  <c:v>71.807654999999997</c:v>
                </c:pt>
                <c:pt idx="6232">
                  <c:v>71.446433999999996</c:v>
                </c:pt>
                <c:pt idx="6233">
                  <c:v>71.145499999999998</c:v>
                </c:pt>
                <c:pt idx="6234">
                  <c:v>71.000953999999993</c:v>
                </c:pt>
                <c:pt idx="6235">
                  <c:v>70.839271999999994</c:v>
                </c:pt>
                <c:pt idx="6236">
                  <c:v>70.404694000000006</c:v>
                </c:pt>
                <c:pt idx="6237">
                  <c:v>70.274215999999996</c:v>
                </c:pt>
                <c:pt idx="6238">
                  <c:v>70.574027999999998</c:v>
                </c:pt>
                <c:pt idx="6239">
                  <c:v>70.473472999999998</c:v>
                </c:pt>
                <c:pt idx="6240">
                  <c:v>70.400085000000004</c:v>
                </c:pt>
                <c:pt idx="6241">
                  <c:v>70.451042000000001</c:v>
                </c:pt>
                <c:pt idx="6242">
                  <c:v>70.812995999999998</c:v>
                </c:pt>
                <c:pt idx="6243">
                  <c:v>71.254081999999997</c:v>
                </c:pt>
                <c:pt idx="6244">
                  <c:v>71.657996999999995</c:v>
                </c:pt>
                <c:pt idx="6245">
                  <c:v>72.116951</c:v>
                </c:pt>
                <c:pt idx="6246">
                  <c:v>72.215012000000002</c:v>
                </c:pt>
                <c:pt idx="6247">
                  <c:v>71.635254000000003</c:v>
                </c:pt>
                <c:pt idx="6248">
                  <c:v>70.927170000000004</c:v>
                </c:pt>
                <c:pt idx="6249">
                  <c:v>70.427207999999993</c:v>
                </c:pt>
                <c:pt idx="6250">
                  <c:v>69.971710000000002</c:v>
                </c:pt>
                <c:pt idx="6251">
                  <c:v>69.570899999999995</c:v>
                </c:pt>
                <c:pt idx="6252">
                  <c:v>69.370193</c:v>
                </c:pt>
                <c:pt idx="6253">
                  <c:v>69.849311999999998</c:v>
                </c:pt>
                <c:pt idx="6254">
                  <c:v>70.476958999999994</c:v>
                </c:pt>
                <c:pt idx="6255">
                  <c:v>70.854950000000002</c:v>
                </c:pt>
                <c:pt idx="6256">
                  <c:v>70.936492999999999</c:v>
                </c:pt>
                <c:pt idx="6257">
                  <c:v>70.710159000000004</c:v>
                </c:pt>
                <c:pt idx="6258">
                  <c:v>70.578299999999999</c:v>
                </c:pt>
                <c:pt idx="6259">
                  <c:v>70.441063</c:v>
                </c:pt>
                <c:pt idx="6260">
                  <c:v>69.988831000000005</c:v>
                </c:pt>
                <c:pt idx="6261">
                  <c:v>69.471778999999998</c:v>
                </c:pt>
                <c:pt idx="6262">
                  <c:v>69.118347</c:v>
                </c:pt>
                <c:pt idx="6263">
                  <c:v>68.728058000000004</c:v>
                </c:pt>
                <c:pt idx="6264">
                  <c:v>67.976021000000003</c:v>
                </c:pt>
                <c:pt idx="6265">
                  <c:v>67.210257999999996</c:v>
                </c:pt>
                <c:pt idx="6266">
                  <c:v>66.859650000000002</c:v>
                </c:pt>
                <c:pt idx="6267">
                  <c:v>66.810112000000004</c:v>
                </c:pt>
                <c:pt idx="6268">
                  <c:v>67.087081999999995</c:v>
                </c:pt>
                <c:pt idx="6269">
                  <c:v>67.150902000000002</c:v>
                </c:pt>
                <c:pt idx="6270">
                  <c:v>67.331183999999993</c:v>
                </c:pt>
                <c:pt idx="6271">
                  <c:v>67.473540999999997</c:v>
                </c:pt>
                <c:pt idx="6272">
                  <c:v>67.337090000000003</c:v>
                </c:pt>
                <c:pt idx="6273">
                  <c:v>67.184036000000006</c:v>
                </c:pt>
                <c:pt idx="6274">
                  <c:v>67.020781999999997</c:v>
                </c:pt>
                <c:pt idx="6275">
                  <c:v>67.131209999999996</c:v>
                </c:pt>
                <c:pt idx="6276">
                  <c:v>67.328522000000007</c:v>
                </c:pt>
                <c:pt idx="6277">
                  <c:v>67.584273999999994</c:v>
                </c:pt>
                <c:pt idx="6278">
                  <c:v>68.109451000000007</c:v>
                </c:pt>
                <c:pt idx="6279">
                  <c:v>68.528792999999993</c:v>
                </c:pt>
                <c:pt idx="6280">
                  <c:v>68.781227000000001</c:v>
                </c:pt>
                <c:pt idx="6281">
                  <c:v>69.188079999999999</c:v>
                </c:pt>
                <c:pt idx="6282">
                  <c:v>69.714691000000002</c:v>
                </c:pt>
                <c:pt idx="6283">
                  <c:v>69.953911000000005</c:v>
                </c:pt>
                <c:pt idx="6284">
                  <c:v>70.024673000000007</c:v>
                </c:pt>
                <c:pt idx="6285">
                  <c:v>69.934134999999998</c:v>
                </c:pt>
                <c:pt idx="6286">
                  <c:v>69.532814000000002</c:v>
                </c:pt>
                <c:pt idx="6287">
                  <c:v>68.760520999999997</c:v>
                </c:pt>
                <c:pt idx="6288">
                  <c:v>68.033034999999998</c:v>
                </c:pt>
                <c:pt idx="6289">
                  <c:v>67.598763000000005</c:v>
                </c:pt>
                <c:pt idx="6290">
                  <c:v>67.245307999999994</c:v>
                </c:pt>
                <c:pt idx="6291">
                  <c:v>66.806815999999998</c:v>
                </c:pt>
                <c:pt idx="6292">
                  <c:v>66.614936999999998</c:v>
                </c:pt>
                <c:pt idx="6293">
                  <c:v>66.424408</c:v>
                </c:pt>
                <c:pt idx="6294">
                  <c:v>66.255470000000003</c:v>
                </c:pt>
                <c:pt idx="6295">
                  <c:v>66.458625999999995</c:v>
                </c:pt>
                <c:pt idx="6296">
                  <c:v>66.998085000000003</c:v>
                </c:pt>
                <c:pt idx="6297">
                  <c:v>67.219504999999998</c:v>
                </c:pt>
                <c:pt idx="6298">
                  <c:v>67.224334999999996</c:v>
                </c:pt>
                <c:pt idx="6299">
                  <c:v>68.631530999999995</c:v>
                </c:pt>
                <c:pt idx="6300">
                  <c:v>70.096642000000003</c:v>
                </c:pt>
                <c:pt idx="6301">
                  <c:v>71.051933000000005</c:v>
                </c:pt>
                <c:pt idx="6302">
                  <c:v>71.972931000000003</c:v>
                </c:pt>
                <c:pt idx="6303">
                  <c:v>72.632812999999999</c:v>
                </c:pt>
                <c:pt idx="6304">
                  <c:v>72.905379999999994</c:v>
                </c:pt>
                <c:pt idx="6305">
                  <c:v>73.137039000000001</c:v>
                </c:pt>
                <c:pt idx="6306">
                  <c:v>73.527634000000006</c:v>
                </c:pt>
                <c:pt idx="6307">
                  <c:v>73.559287999999995</c:v>
                </c:pt>
                <c:pt idx="6308">
                  <c:v>73.631989000000004</c:v>
                </c:pt>
                <c:pt idx="6309">
                  <c:v>73.526070000000004</c:v>
                </c:pt>
                <c:pt idx="6310">
                  <c:v>73.429107999999999</c:v>
                </c:pt>
                <c:pt idx="6311">
                  <c:v>73.375725000000003</c:v>
                </c:pt>
                <c:pt idx="6312">
                  <c:v>73.079825999999997</c:v>
                </c:pt>
                <c:pt idx="6313">
                  <c:v>73.066811000000001</c:v>
                </c:pt>
                <c:pt idx="6314">
                  <c:v>73.092010000000002</c:v>
                </c:pt>
                <c:pt idx="6315">
                  <c:v>72.921310000000005</c:v>
                </c:pt>
                <c:pt idx="6316">
                  <c:v>72.998276000000004</c:v>
                </c:pt>
                <c:pt idx="6317">
                  <c:v>73.004836999999995</c:v>
                </c:pt>
                <c:pt idx="6318">
                  <c:v>73.067588999999998</c:v>
                </c:pt>
                <c:pt idx="6319">
                  <c:v>73.041427999999996</c:v>
                </c:pt>
                <c:pt idx="6320">
                  <c:v>73.075362999999996</c:v>
                </c:pt>
                <c:pt idx="6321">
                  <c:v>73.187088000000003</c:v>
                </c:pt>
                <c:pt idx="6322">
                  <c:v>73.277457999999996</c:v>
                </c:pt>
                <c:pt idx="6323">
                  <c:v>73.297684000000004</c:v>
                </c:pt>
                <c:pt idx="6324">
                  <c:v>73.262383</c:v>
                </c:pt>
                <c:pt idx="6325">
                  <c:v>73.367615000000001</c:v>
                </c:pt>
                <c:pt idx="6326">
                  <c:v>73.625015000000005</c:v>
                </c:pt>
                <c:pt idx="6327">
                  <c:v>74.101569999999995</c:v>
                </c:pt>
                <c:pt idx="6328">
                  <c:v>74.626373000000001</c:v>
                </c:pt>
                <c:pt idx="6329">
                  <c:v>75.068900999999997</c:v>
                </c:pt>
                <c:pt idx="6330">
                  <c:v>75.337699999999998</c:v>
                </c:pt>
                <c:pt idx="6331">
                  <c:v>75.315749999999994</c:v>
                </c:pt>
                <c:pt idx="6332">
                  <c:v>75.071037000000004</c:v>
                </c:pt>
                <c:pt idx="6333">
                  <c:v>74.709952999999999</c:v>
                </c:pt>
                <c:pt idx="6334">
                  <c:v>74.358756999999997</c:v>
                </c:pt>
                <c:pt idx="6335">
                  <c:v>74.158141999999998</c:v>
                </c:pt>
                <c:pt idx="6336">
                  <c:v>74.082451000000006</c:v>
                </c:pt>
                <c:pt idx="6337">
                  <c:v>74.144172999999995</c:v>
                </c:pt>
                <c:pt idx="6338">
                  <c:v>74.392844999999994</c:v>
                </c:pt>
                <c:pt idx="6339">
                  <c:v>74.922393999999997</c:v>
                </c:pt>
                <c:pt idx="6340">
                  <c:v>75.476050999999998</c:v>
                </c:pt>
                <c:pt idx="6341">
                  <c:v>75.860100000000003</c:v>
                </c:pt>
                <c:pt idx="6342">
                  <c:v>76.069648999999998</c:v>
                </c:pt>
                <c:pt idx="6343">
                  <c:v>76.007300999999998</c:v>
                </c:pt>
                <c:pt idx="6344">
                  <c:v>75.876480000000001</c:v>
                </c:pt>
                <c:pt idx="6345">
                  <c:v>75.634040999999996</c:v>
                </c:pt>
                <c:pt idx="6346">
                  <c:v>75.461685000000003</c:v>
                </c:pt>
                <c:pt idx="6347">
                  <c:v>75.604384999999994</c:v>
                </c:pt>
                <c:pt idx="6348">
                  <c:v>75.735123000000002</c:v>
                </c:pt>
                <c:pt idx="6349">
                  <c:v>75.859191999999993</c:v>
                </c:pt>
                <c:pt idx="6350">
                  <c:v>76.142212000000001</c:v>
                </c:pt>
                <c:pt idx="6351">
                  <c:v>76.410736</c:v>
                </c:pt>
                <c:pt idx="6352">
                  <c:v>76.602417000000003</c:v>
                </c:pt>
                <c:pt idx="6353">
                  <c:v>76.675392000000002</c:v>
                </c:pt>
                <c:pt idx="6354">
                  <c:v>76.797295000000005</c:v>
                </c:pt>
                <c:pt idx="6355">
                  <c:v>76.795731000000004</c:v>
                </c:pt>
                <c:pt idx="6356">
                  <c:v>76.587317999999996</c:v>
                </c:pt>
                <c:pt idx="6357">
                  <c:v>76.394553999999999</c:v>
                </c:pt>
                <c:pt idx="6358">
                  <c:v>76.431861999999995</c:v>
                </c:pt>
                <c:pt idx="6359">
                  <c:v>76.691040000000001</c:v>
                </c:pt>
                <c:pt idx="6360">
                  <c:v>77.045188999999993</c:v>
                </c:pt>
                <c:pt idx="6361">
                  <c:v>77.284255999999999</c:v>
                </c:pt>
                <c:pt idx="6362">
                  <c:v>77.522582999999997</c:v>
                </c:pt>
                <c:pt idx="6363">
                  <c:v>77.725098000000003</c:v>
                </c:pt>
                <c:pt idx="6364">
                  <c:v>77.881645000000006</c:v>
                </c:pt>
                <c:pt idx="6365">
                  <c:v>77.956183999999993</c:v>
                </c:pt>
                <c:pt idx="6366">
                  <c:v>77.970741000000004</c:v>
                </c:pt>
                <c:pt idx="6367">
                  <c:v>78.091003000000001</c:v>
                </c:pt>
                <c:pt idx="6368">
                  <c:v>78.179405000000003</c:v>
                </c:pt>
                <c:pt idx="6369">
                  <c:v>78.269362999999998</c:v>
                </c:pt>
                <c:pt idx="6370">
                  <c:v>78.275146000000007</c:v>
                </c:pt>
                <c:pt idx="6371">
                  <c:v>78.332404999999994</c:v>
                </c:pt>
                <c:pt idx="6372">
                  <c:v>78.389374000000004</c:v>
                </c:pt>
                <c:pt idx="6373">
                  <c:v>78.355148</c:v>
                </c:pt>
                <c:pt idx="6374">
                  <c:v>78.225470999999999</c:v>
                </c:pt>
                <c:pt idx="6375">
                  <c:v>78.152596000000003</c:v>
                </c:pt>
                <c:pt idx="6376">
                  <c:v>78.262550000000005</c:v>
                </c:pt>
                <c:pt idx="6377">
                  <c:v>78.622864000000007</c:v>
                </c:pt>
                <c:pt idx="6378">
                  <c:v>79.197281000000004</c:v>
                </c:pt>
                <c:pt idx="6379">
                  <c:v>79.647598000000002</c:v>
                </c:pt>
                <c:pt idx="6380">
                  <c:v>79.997314000000003</c:v>
                </c:pt>
                <c:pt idx="6381">
                  <c:v>80.197372000000001</c:v>
                </c:pt>
                <c:pt idx="6382">
                  <c:v>80.381653</c:v>
                </c:pt>
                <c:pt idx="6383">
                  <c:v>80.505202999999995</c:v>
                </c:pt>
                <c:pt idx="6384">
                  <c:v>80.646918999999997</c:v>
                </c:pt>
                <c:pt idx="6385">
                  <c:v>80.773467999999994</c:v>
                </c:pt>
                <c:pt idx="6386">
                  <c:v>80.793250999999998</c:v>
                </c:pt>
                <c:pt idx="6387">
                  <c:v>80.797561999999999</c:v>
                </c:pt>
                <c:pt idx="6388">
                  <c:v>80.861816000000005</c:v>
                </c:pt>
                <c:pt idx="6389">
                  <c:v>81.095664999999997</c:v>
                </c:pt>
                <c:pt idx="6390">
                  <c:v>81.482322999999994</c:v>
                </c:pt>
                <c:pt idx="6391">
                  <c:v>82.027855000000002</c:v>
                </c:pt>
                <c:pt idx="6392">
                  <c:v>82.735313000000005</c:v>
                </c:pt>
                <c:pt idx="6393">
                  <c:v>81.637489000000002</c:v>
                </c:pt>
                <c:pt idx="6394">
                  <c:v>82.129356000000001</c:v>
                </c:pt>
                <c:pt idx="6395">
                  <c:v>82.348365999999999</c:v>
                </c:pt>
                <c:pt idx="6396">
                  <c:v>82.456969999999998</c:v>
                </c:pt>
                <c:pt idx="6397">
                  <c:v>82.518035999999995</c:v>
                </c:pt>
                <c:pt idx="6398">
                  <c:v>82.534897000000001</c:v>
                </c:pt>
                <c:pt idx="6399">
                  <c:v>82.502762000000004</c:v>
                </c:pt>
                <c:pt idx="6400">
                  <c:v>82.475891000000004</c:v>
                </c:pt>
                <c:pt idx="6401">
                  <c:v>82.559982000000005</c:v>
                </c:pt>
                <c:pt idx="6402">
                  <c:v>82.607094000000004</c:v>
                </c:pt>
                <c:pt idx="6403">
                  <c:v>82.619636999999997</c:v>
                </c:pt>
                <c:pt idx="6404">
                  <c:v>82.599288999999999</c:v>
                </c:pt>
                <c:pt idx="6405">
                  <c:v>82.448104999999998</c:v>
                </c:pt>
                <c:pt idx="6406">
                  <c:v>82.334686000000005</c:v>
                </c:pt>
                <c:pt idx="6407">
                  <c:v>82.339363000000006</c:v>
                </c:pt>
                <c:pt idx="6408">
                  <c:v>82.453468000000001</c:v>
                </c:pt>
                <c:pt idx="6409">
                  <c:v>82.464957999999996</c:v>
                </c:pt>
                <c:pt idx="6410">
                  <c:v>82.390343000000001</c:v>
                </c:pt>
                <c:pt idx="6411">
                  <c:v>82.355804000000006</c:v>
                </c:pt>
                <c:pt idx="6412">
                  <c:v>82.313866000000004</c:v>
                </c:pt>
                <c:pt idx="6413">
                  <c:v>82.259925999999993</c:v>
                </c:pt>
                <c:pt idx="6414">
                  <c:v>82.208267000000006</c:v>
                </c:pt>
                <c:pt idx="6415">
                  <c:v>82.233902</c:v>
                </c:pt>
                <c:pt idx="6416">
                  <c:v>82.414824999999993</c:v>
                </c:pt>
                <c:pt idx="6417">
                  <c:v>82.656470999999996</c:v>
                </c:pt>
                <c:pt idx="6418">
                  <c:v>82.877609000000007</c:v>
                </c:pt>
                <c:pt idx="6419">
                  <c:v>83.146507</c:v>
                </c:pt>
                <c:pt idx="6420">
                  <c:v>83.472449999999995</c:v>
                </c:pt>
                <c:pt idx="6421">
                  <c:v>83.667259000000001</c:v>
                </c:pt>
                <c:pt idx="6422">
                  <c:v>83.824027999999998</c:v>
                </c:pt>
                <c:pt idx="6423">
                  <c:v>83.871116999999998</c:v>
                </c:pt>
                <c:pt idx="6424">
                  <c:v>83.928284000000005</c:v>
                </c:pt>
                <c:pt idx="6425">
                  <c:v>84.144195999999994</c:v>
                </c:pt>
                <c:pt idx="6426">
                  <c:v>84.315169999999995</c:v>
                </c:pt>
                <c:pt idx="6427">
                  <c:v>84.457672000000002</c:v>
                </c:pt>
                <c:pt idx="6428">
                  <c:v>84.541031000000004</c:v>
                </c:pt>
                <c:pt idx="6429">
                  <c:v>84.604736000000003</c:v>
                </c:pt>
                <c:pt idx="6430">
                  <c:v>84.600982999999999</c:v>
                </c:pt>
                <c:pt idx="6431">
                  <c:v>84.537300000000002</c:v>
                </c:pt>
                <c:pt idx="6432">
                  <c:v>84.321960000000004</c:v>
                </c:pt>
                <c:pt idx="6433">
                  <c:v>84.034401000000003</c:v>
                </c:pt>
                <c:pt idx="6434">
                  <c:v>83.837913999999998</c:v>
                </c:pt>
                <c:pt idx="6435">
                  <c:v>83.809212000000002</c:v>
                </c:pt>
                <c:pt idx="6436">
                  <c:v>83.786017999999999</c:v>
                </c:pt>
                <c:pt idx="6437">
                  <c:v>83.723267000000007</c:v>
                </c:pt>
                <c:pt idx="6438">
                  <c:v>83.674835000000002</c:v>
                </c:pt>
                <c:pt idx="6439">
                  <c:v>83.581542999999996</c:v>
                </c:pt>
                <c:pt idx="6440">
                  <c:v>83.440421999999998</c:v>
                </c:pt>
                <c:pt idx="6441">
                  <c:v>83.416092000000006</c:v>
                </c:pt>
                <c:pt idx="6442">
                  <c:v>83.388412000000002</c:v>
                </c:pt>
                <c:pt idx="6443">
                  <c:v>83.254470999999995</c:v>
                </c:pt>
                <c:pt idx="6444">
                  <c:v>83.199982000000006</c:v>
                </c:pt>
                <c:pt idx="6445">
                  <c:v>83.156929000000005</c:v>
                </c:pt>
                <c:pt idx="6446">
                  <c:v>83.111778000000001</c:v>
                </c:pt>
                <c:pt idx="6447">
                  <c:v>83.245582999999996</c:v>
                </c:pt>
                <c:pt idx="6448">
                  <c:v>83.582404999999994</c:v>
                </c:pt>
                <c:pt idx="6449">
                  <c:v>83.956085000000002</c:v>
                </c:pt>
                <c:pt idx="6450">
                  <c:v>84.312263000000002</c:v>
                </c:pt>
                <c:pt idx="6451">
                  <c:v>84.594954999999999</c:v>
                </c:pt>
                <c:pt idx="6452">
                  <c:v>84.871612999999996</c:v>
                </c:pt>
                <c:pt idx="6453">
                  <c:v>85.063972000000007</c:v>
                </c:pt>
                <c:pt idx="6454">
                  <c:v>85.256782999999999</c:v>
                </c:pt>
                <c:pt idx="6455">
                  <c:v>85.455582000000007</c:v>
                </c:pt>
                <c:pt idx="6456">
                  <c:v>85.667786000000007</c:v>
                </c:pt>
                <c:pt idx="6457">
                  <c:v>85.927681000000007</c:v>
                </c:pt>
                <c:pt idx="6458">
                  <c:v>86.247314000000003</c:v>
                </c:pt>
                <c:pt idx="6459">
                  <c:v>86.487319999999997</c:v>
                </c:pt>
                <c:pt idx="6460">
                  <c:v>86.610984999999999</c:v>
                </c:pt>
                <c:pt idx="6461">
                  <c:v>86.752044999999995</c:v>
                </c:pt>
                <c:pt idx="6462">
                  <c:v>86.815132000000006</c:v>
                </c:pt>
                <c:pt idx="6463">
                  <c:v>86.821167000000003</c:v>
                </c:pt>
                <c:pt idx="6464">
                  <c:v>86.851912999999996</c:v>
                </c:pt>
                <c:pt idx="6465">
                  <c:v>87.129990000000006</c:v>
                </c:pt>
                <c:pt idx="6466">
                  <c:v>87.416327999999993</c:v>
                </c:pt>
                <c:pt idx="6467">
                  <c:v>87.659439000000006</c:v>
                </c:pt>
                <c:pt idx="6468">
                  <c:v>87.893478000000002</c:v>
                </c:pt>
                <c:pt idx="6469">
                  <c:v>88.136795000000006</c:v>
                </c:pt>
                <c:pt idx="6470">
                  <c:v>88.246314999999996</c:v>
                </c:pt>
                <c:pt idx="6471">
                  <c:v>88.288734000000005</c:v>
                </c:pt>
                <c:pt idx="6472">
                  <c:v>88.366164999999995</c:v>
                </c:pt>
                <c:pt idx="6473">
                  <c:v>88.538550999999998</c:v>
                </c:pt>
                <c:pt idx="6474">
                  <c:v>88.813689999999994</c:v>
                </c:pt>
                <c:pt idx="6475">
                  <c:v>89.211357000000007</c:v>
                </c:pt>
                <c:pt idx="6476">
                  <c:v>87.488647</c:v>
                </c:pt>
                <c:pt idx="6477">
                  <c:v>87.467429999999993</c:v>
                </c:pt>
                <c:pt idx="6478">
                  <c:v>87.837874999999997</c:v>
                </c:pt>
                <c:pt idx="6479">
                  <c:v>88.120956000000007</c:v>
                </c:pt>
                <c:pt idx="6480">
                  <c:v>88.353866999999994</c:v>
                </c:pt>
                <c:pt idx="6481">
                  <c:v>88.522362000000001</c:v>
                </c:pt>
                <c:pt idx="6482">
                  <c:v>88.540015999999994</c:v>
                </c:pt>
                <c:pt idx="6483">
                  <c:v>88.437049999999999</c:v>
                </c:pt>
                <c:pt idx="6484">
                  <c:v>88.252975000000006</c:v>
                </c:pt>
                <c:pt idx="6485">
                  <c:v>88.100998000000004</c:v>
                </c:pt>
                <c:pt idx="6486">
                  <c:v>88.068252999999999</c:v>
                </c:pt>
                <c:pt idx="6487">
                  <c:v>88.074966000000003</c:v>
                </c:pt>
                <c:pt idx="6488">
                  <c:v>88.117958000000002</c:v>
                </c:pt>
                <c:pt idx="6489">
                  <c:v>88.168526</c:v>
                </c:pt>
                <c:pt idx="6490">
                  <c:v>88.243561</c:v>
                </c:pt>
                <c:pt idx="6491">
                  <c:v>88.210701</c:v>
                </c:pt>
                <c:pt idx="6492">
                  <c:v>88.146361999999996</c:v>
                </c:pt>
                <c:pt idx="6493">
                  <c:v>88.185355999999999</c:v>
                </c:pt>
                <c:pt idx="6494">
                  <c:v>88.250557000000001</c:v>
                </c:pt>
                <c:pt idx="6495">
                  <c:v>88.352683999999996</c:v>
                </c:pt>
                <c:pt idx="6496">
                  <c:v>88.506782999999999</c:v>
                </c:pt>
                <c:pt idx="6497">
                  <c:v>88.612183000000002</c:v>
                </c:pt>
                <c:pt idx="6498">
                  <c:v>88.676452999999995</c:v>
                </c:pt>
                <c:pt idx="6499">
                  <c:v>88.751746999999995</c:v>
                </c:pt>
                <c:pt idx="6500">
                  <c:v>88.765738999999996</c:v>
                </c:pt>
                <c:pt idx="6501">
                  <c:v>88.658637999999996</c:v>
                </c:pt>
                <c:pt idx="6502">
                  <c:v>88.630402000000004</c:v>
                </c:pt>
                <c:pt idx="6503">
                  <c:v>88.633353999999997</c:v>
                </c:pt>
                <c:pt idx="6504">
                  <c:v>88.560294999999996</c:v>
                </c:pt>
                <c:pt idx="6505">
                  <c:v>88.538314999999997</c:v>
                </c:pt>
                <c:pt idx="6506">
                  <c:v>88.556128999999999</c:v>
                </c:pt>
                <c:pt idx="6507">
                  <c:v>88.600288000000006</c:v>
                </c:pt>
                <c:pt idx="6508">
                  <c:v>88.672721999999993</c:v>
                </c:pt>
                <c:pt idx="6509">
                  <c:v>88.770897000000005</c:v>
                </c:pt>
                <c:pt idx="6510">
                  <c:v>88.921745000000001</c:v>
                </c:pt>
                <c:pt idx="6511">
                  <c:v>89.149185000000003</c:v>
                </c:pt>
                <c:pt idx="6512">
                  <c:v>89.346076999999994</c:v>
                </c:pt>
                <c:pt idx="6513">
                  <c:v>89.412955999999994</c:v>
                </c:pt>
                <c:pt idx="6514">
                  <c:v>89.424698000000006</c:v>
                </c:pt>
                <c:pt idx="6515">
                  <c:v>89.432395999999997</c:v>
                </c:pt>
                <c:pt idx="6516">
                  <c:v>89.360191</c:v>
                </c:pt>
                <c:pt idx="6517">
                  <c:v>89.296379000000002</c:v>
                </c:pt>
                <c:pt idx="6518">
                  <c:v>89.251998999999998</c:v>
                </c:pt>
                <c:pt idx="6519">
                  <c:v>89.128426000000005</c:v>
                </c:pt>
                <c:pt idx="6520">
                  <c:v>89.008301000000003</c:v>
                </c:pt>
                <c:pt idx="6521">
                  <c:v>88.919974999999994</c:v>
                </c:pt>
                <c:pt idx="6522">
                  <c:v>88.927620000000005</c:v>
                </c:pt>
                <c:pt idx="6523">
                  <c:v>89.005058000000005</c:v>
                </c:pt>
                <c:pt idx="6524">
                  <c:v>89.108665000000002</c:v>
                </c:pt>
                <c:pt idx="6525">
                  <c:v>89.186492999999999</c:v>
                </c:pt>
                <c:pt idx="6526">
                  <c:v>89.214539000000002</c:v>
                </c:pt>
                <c:pt idx="6527">
                  <c:v>89.272452999999999</c:v>
                </c:pt>
                <c:pt idx="6528">
                  <c:v>89.311546000000007</c:v>
                </c:pt>
                <c:pt idx="6529">
                  <c:v>89.301513999999997</c:v>
                </c:pt>
                <c:pt idx="6530">
                  <c:v>89.246841000000003</c:v>
                </c:pt>
                <c:pt idx="6531">
                  <c:v>89.252617000000001</c:v>
                </c:pt>
                <c:pt idx="6532">
                  <c:v>89.379966999999994</c:v>
                </c:pt>
                <c:pt idx="6533">
                  <c:v>89.569823999999997</c:v>
                </c:pt>
                <c:pt idx="6534">
                  <c:v>89.643035999999995</c:v>
                </c:pt>
                <c:pt idx="6535">
                  <c:v>89.611037999999994</c:v>
                </c:pt>
                <c:pt idx="6536">
                  <c:v>89.532837000000001</c:v>
                </c:pt>
                <c:pt idx="6537">
                  <c:v>89.486846999999997</c:v>
                </c:pt>
                <c:pt idx="6538">
                  <c:v>89.536034000000001</c:v>
                </c:pt>
                <c:pt idx="6539">
                  <c:v>89.633010999999996</c:v>
                </c:pt>
                <c:pt idx="6540">
                  <c:v>89.744408000000007</c:v>
                </c:pt>
                <c:pt idx="6541">
                  <c:v>89.857276999999996</c:v>
                </c:pt>
                <c:pt idx="6542">
                  <c:v>89.984054999999998</c:v>
                </c:pt>
                <c:pt idx="6543">
                  <c:v>90.076415999999995</c:v>
                </c:pt>
                <c:pt idx="6544">
                  <c:v>90.056274000000002</c:v>
                </c:pt>
                <c:pt idx="6545">
                  <c:v>89.961928999999998</c:v>
                </c:pt>
                <c:pt idx="6546">
                  <c:v>89.904724000000002</c:v>
                </c:pt>
                <c:pt idx="6547">
                  <c:v>89.831833000000003</c:v>
                </c:pt>
                <c:pt idx="6548">
                  <c:v>89.798775000000006</c:v>
                </c:pt>
                <c:pt idx="6549">
                  <c:v>89.823975000000004</c:v>
                </c:pt>
                <c:pt idx="6550">
                  <c:v>89.852149999999995</c:v>
                </c:pt>
                <c:pt idx="6551">
                  <c:v>89.859099999999998</c:v>
                </c:pt>
                <c:pt idx="6552">
                  <c:v>89.828177999999994</c:v>
                </c:pt>
                <c:pt idx="6553">
                  <c:v>89.735213999999999</c:v>
                </c:pt>
                <c:pt idx="6554">
                  <c:v>89.595733999999993</c:v>
                </c:pt>
                <c:pt idx="6555">
                  <c:v>89.482117000000002</c:v>
                </c:pt>
                <c:pt idx="6556">
                  <c:v>89.422150000000002</c:v>
                </c:pt>
                <c:pt idx="6557">
                  <c:v>89.391411000000005</c:v>
                </c:pt>
                <c:pt idx="6558">
                  <c:v>89.341308999999995</c:v>
                </c:pt>
                <c:pt idx="6559">
                  <c:v>89.332817000000006</c:v>
                </c:pt>
                <c:pt idx="6560">
                  <c:v>89.293137000000002</c:v>
                </c:pt>
                <c:pt idx="6561">
                  <c:v>89.251975999999999</c:v>
                </c:pt>
                <c:pt idx="6562">
                  <c:v>89.285126000000005</c:v>
                </c:pt>
                <c:pt idx="6563">
                  <c:v>89.315917999999996</c:v>
                </c:pt>
                <c:pt idx="6564">
                  <c:v>89.375953999999993</c:v>
                </c:pt>
                <c:pt idx="6565">
                  <c:v>89.363174000000001</c:v>
                </c:pt>
                <c:pt idx="6566">
                  <c:v>89.166297999999998</c:v>
                </c:pt>
                <c:pt idx="6567">
                  <c:v>88.816574000000003</c:v>
                </c:pt>
                <c:pt idx="6568">
                  <c:v>88.437011999999996</c:v>
                </c:pt>
                <c:pt idx="6569">
                  <c:v>88.207633999999999</c:v>
                </c:pt>
                <c:pt idx="6570">
                  <c:v>88.226478999999998</c:v>
                </c:pt>
                <c:pt idx="6571">
                  <c:v>88.354934999999998</c:v>
                </c:pt>
                <c:pt idx="6572">
                  <c:v>88.490066999999996</c:v>
                </c:pt>
                <c:pt idx="6573">
                  <c:v>88.638244999999998</c:v>
                </c:pt>
                <c:pt idx="6574">
                  <c:v>88.761864000000003</c:v>
                </c:pt>
                <c:pt idx="6575">
                  <c:v>88.821563999999995</c:v>
                </c:pt>
                <c:pt idx="6576">
                  <c:v>88.823920999999999</c:v>
                </c:pt>
                <c:pt idx="6577">
                  <c:v>88.782753</c:v>
                </c:pt>
                <c:pt idx="6578">
                  <c:v>88.719329999999999</c:v>
                </c:pt>
                <c:pt idx="6579">
                  <c:v>88.785544999999999</c:v>
                </c:pt>
                <c:pt idx="6580">
                  <c:v>88.955817999999994</c:v>
                </c:pt>
                <c:pt idx="6581">
                  <c:v>89.133529999999993</c:v>
                </c:pt>
                <c:pt idx="6582">
                  <c:v>89.212547000000001</c:v>
                </c:pt>
                <c:pt idx="6583">
                  <c:v>89.148612999999997</c:v>
                </c:pt>
                <c:pt idx="6584">
                  <c:v>89.089027000000002</c:v>
                </c:pt>
                <c:pt idx="6585">
                  <c:v>89.112983999999997</c:v>
                </c:pt>
                <c:pt idx="6586">
                  <c:v>89.152428</c:v>
                </c:pt>
                <c:pt idx="6587">
                  <c:v>89.139022999999995</c:v>
                </c:pt>
                <c:pt idx="6588">
                  <c:v>89.166945999999996</c:v>
                </c:pt>
                <c:pt idx="6589">
                  <c:v>89.301590000000004</c:v>
                </c:pt>
                <c:pt idx="6590">
                  <c:v>89.495307999999994</c:v>
                </c:pt>
                <c:pt idx="6591">
                  <c:v>89.673614999999998</c:v>
                </c:pt>
                <c:pt idx="6592">
                  <c:v>89.809783999999993</c:v>
                </c:pt>
                <c:pt idx="6593">
                  <c:v>89.890938000000006</c:v>
                </c:pt>
                <c:pt idx="6594">
                  <c:v>89.944153</c:v>
                </c:pt>
                <c:pt idx="6595">
                  <c:v>90.086601000000002</c:v>
                </c:pt>
                <c:pt idx="6596">
                  <c:v>90.241744999999995</c:v>
                </c:pt>
                <c:pt idx="6597">
                  <c:v>90.348526000000007</c:v>
                </c:pt>
                <c:pt idx="6598">
                  <c:v>90.383858000000004</c:v>
                </c:pt>
                <c:pt idx="6599">
                  <c:v>90.444999999999993</c:v>
                </c:pt>
                <c:pt idx="6600">
                  <c:v>90.530731000000003</c:v>
                </c:pt>
                <c:pt idx="6601">
                  <c:v>90.625313000000006</c:v>
                </c:pt>
                <c:pt idx="6602">
                  <c:v>90.710425999999998</c:v>
                </c:pt>
                <c:pt idx="6603">
                  <c:v>90.822021000000007</c:v>
                </c:pt>
                <c:pt idx="6604">
                  <c:v>90.891266000000002</c:v>
                </c:pt>
                <c:pt idx="6605">
                  <c:v>91.012214999999998</c:v>
                </c:pt>
                <c:pt idx="6606">
                  <c:v>91.292191000000003</c:v>
                </c:pt>
                <c:pt idx="6607">
                  <c:v>91.524840999999995</c:v>
                </c:pt>
                <c:pt idx="6608">
                  <c:v>91.613472000000002</c:v>
                </c:pt>
                <c:pt idx="6609">
                  <c:v>88.895447000000004</c:v>
                </c:pt>
                <c:pt idx="6610">
                  <c:v>88.906006000000005</c:v>
                </c:pt>
                <c:pt idx="6611">
                  <c:v>88.884559999999993</c:v>
                </c:pt>
                <c:pt idx="6612">
                  <c:v>88.889465000000001</c:v>
                </c:pt>
                <c:pt idx="6613">
                  <c:v>88.954323000000002</c:v>
                </c:pt>
                <c:pt idx="6614">
                  <c:v>89.105773999999997</c:v>
                </c:pt>
                <c:pt idx="6615">
                  <c:v>89.372878999999998</c:v>
                </c:pt>
                <c:pt idx="6616">
                  <c:v>89.686440000000005</c:v>
                </c:pt>
                <c:pt idx="6617">
                  <c:v>89.958648999999994</c:v>
                </c:pt>
                <c:pt idx="6618">
                  <c:v>90.161231999999998</c:v>
                </c:pt>
                <c:pt idx="6619">
                  <c:v>90.232596999999998</c:v>
                </c:pt>
                <c:pt idx="6620">
                  <c:v>90.192550999999995</c:v>
                </c:pt>
                <c:pt idx="6621">
                  <c:v>90.162627999999998</c:v>
                </c:pt>
                <c:pt idx="6622">
                  <c:v>90.227637999999999</c:v>
                </c:pt>
                <c:pt idx="6623">
                  <c:v>90.357849000000002</c:v>
                </c:pt>
                <c:pt idx="6624">
                  <c:v>90.526000999999994</c:v>
                </c:pt>
                <c:pt idx="6625">
                  <c:v>90.639060999999998</c:v>
                </c:pt>
                <c:pt idx="6626">
                  <c:v>90.698134999999994</c:v>
                </c:pt>
                <c:pt idx="6627">
                  <c:v>90.757401000000002</c:v>
                </c:pt>
                <c:pt idx="6628">
                  <c:v>90.838813999999999</c:v>
                </c:pt>
                <c:pt idx="6629">
                  <c:v>90.885634999999994</c:v>
                </c:pt>
                <c:pt idx="6630">
                  <c:v>90.823295999999999</c:v>
                </c:pt>
                <c:pt idx="6631">
                  <c:v>90.750068999999996</c:v>
                </c:pt>
                <c:pt idx="6632">
                  <c:v>90.756576999999993</c:v>
                </c:pt>
                <c:pt idx="6633">
                  <c:v>90.770591999999994</c:v>
                </c:pt>
                <c:pt idx="6634">
                  <c:v>90.798552999999998</c:v>
                </c:pt>
                <c:pt idx="6635">
                  <c:v>90.855109999999996</c:v>
                </c:pt>
                <c:pt idx="6636">
                  <c:v>90.956100000000006</c:v>
                </c:pt>
                <c:pt idx="6637">
                  <c:v>91.053595999999999</c:v>
                </c:pt>
                <c:pt idx="6638">
                  <c:v>91.185669000000004</c:v>
                </c:pt>
                <c:pt idx="6639">
                  <c:v>91.359084999999993</c:v>
                </c:pt>
                <c:pt idx="6640">
                  <c:v>91.531326000000007</c:v>
                </c:pt>
                <c:pt idx="6641">
                  <c:v>91.722008000000002</c:v>
                </c:pt>
                <c:pt idx="6642">
                  <c:v>91.973381000000003</c:v>
                </c:pt>
                <c:pt idx="6643">
                  <c:v>92.256859000000006</c:v>
                </c:pt>
                <c:pt idx="6644">
                  <c:v>92.539863999999994</c:v>
                </c:pt>
                <c:pt idx="6645">
                  <c:v>95.873123000000007</c:v>
                </c:pt>
                <c:pt idx="6646">
                  <c:v>95.666229000000001</c:v>
                </c:pt>
                <c:pt idx="6647">
                  <c:v>95.717231999999996</c:v>
                </c:pt>
                <c:pt idx="6648">
                  <c:v>95.711806999999993</c:v>
                </c:pt>
                <c:pt idx="6649">
                  <c:v>95.656456000000006</c:v>
                </c:pt>
                <c:pt idx="6650">
                  <c:v>95.617142000000001</c:v>
                </c:pt>
                <c:pt idx="6651">
                  <c:v>95.693641999999997</c:v>
                </c:pt>
                <c:pt idx="6652">
                  <c:v>95.915336999999994</c:v>
                </c:pt>
                <c:pt idx="6653">
                  <c:v>96.176163000000003</c:v>
                </c:pt>
                <c:pt idx="6654">
                  <c:v>96.414749</c:v>
                </c:pt>
                <c:pt idx="6655">
                  <c:v>96.615241999999995</c:v>
                </c:pt>
                <c:pt idx="6656">
                  <c:v>96.813300999999996</c:v>
                </c:pt>
                <c:pt idx="6657">
                  <c:v>96.994063999999995</c:v>
                </c:pt>
                <c:pt idx="6658">
                  <c:v>97.117012000000003</c:v>
                </c:pt>
                <c:pt idx="6659">
                  <c:v>97.239006000000003</c:v>
                </c:pt>
                <c:pt idx="6660">
                  <c:v>97.381011999999998</c:v>
                </c:pt>
                <c:pt idx="6661">
                  <c:v>97.540656999999996</c:v>
                </c:pt>
                <c:pt idx="6662">
                  <c:v>97.768707000000006</c:v>
                </c:pt>
                <c:pt idx="6663">
                  <c:v>98.094397999999998</c:v>
                </c:pt>
                <c:pt idx="6664">
                  <c:v>98.455596999999997</c:v>
                </c:pt>
                <c:pt idx="6665">
                  <c:v>98.834609999999998</c:v>
                </c:pt>
                <c:pt idx="6666">
                  <c:v>99.268257000000006</c:v>
                </c:pt>
                <c:pt idx="6667">
                  <c:v>99.773392000000001</c:v>
                </c:pt>
                <c:pt idx="6668">
                  <c:v>100.34199</c:v>
                </c:pt>
                <c:pt idx="6669">
                  <c:v>100.91614</c:v>
                </c:pt>
                <c:pt idx="6670">
                  <c:v>101.65338</c:v>
                </c:pt>
                <c:pt idx="6671">
                  <c:v>99.736785999999995</c:v>
                </c:pt>
                <c:pt idx="6672">
                  <c:v>99.988181999999995</c:v>
                </c:pt>
                <c:pt idx="6673">
                  <c:v>100.23061</c:v>
                </c:pt>
                <c:pt idx="6674">
                  <c:v>100.44159999999999</c:v>
                </c:pt>
                <c:pt idx="6675">
                  <c:v>100.64879999999999</c:v>
                </c:pt>
                <c:pt idx="6676">
                  <c:v>100.85054</c:v>
                </c:pt>
                <c:pt idx="6677">
                  <c:v>101.0291</c:v>
                </c:pt>
                <c:pt idx="6678">
                  <c:v>101.18118</c:v>
                </c:pt>
                <c:pt idx="6679">
                  <c:v>101.32452000000001</c:v>
                </c:pt>
                <c:pt idx="6680">
                  <c:v>101.51994000000001</c:v>
                </c:pt>
                <c:pt idx="6681">
                  <c:v>101.77278</c:v>
                </c:pt>
                <c:pt idx="6682">
                  <c:v>102.06350999999999</c:v>
                </c:pt>
                <c:pt idx="6683">
                  <c:v>102.2067</c:v>
                </c:pt>
                <c:pt idx="6684">
                  <c:v>102.12976999999999</c:v>
                </c:pt>
                <c:pt idx="6685">
                  <c:v>102.01047</c:v>
                </c:pt>
                <c:pt idx="6686">
                  <c:v>101.96243</c:v>
                </c:pt>
                <c:pt idx="6687">
                  <c:v>101.97812</c:v>
                </c:pt>
                <c:pt idx="6688">
                  <c:v>102.00626</c:v>
                </c:pt>
                <c:pt idx="6689">
                  <c:v>102.0093</c:v>
                </c:pt>
                <c:pt idx="6690">
                  <c:v>102.06919000000001</c:v>
                </c:pt>
                <c:pt idx="6691">
                  <c:v>102.12309999999999</c:v>
                </c:pt>
                <c:pt idx="6692">
                  <c:v>102.14111</c:v>
                </c:pt>
                <c:pt idx="6693">
                  <c:v>102.27061</c:v>
                </c:pt>
                <c:pt idx="6694">
                  <c:v>102.49345</c:v>
                </c:pt>
                <c:pt idx="6695">
                  <c:v>102.62260000000001</c:v>
                </c:pt>
                <c:pt idx="6696">
                  <c:v>102.70135999999999</c:v>
                </c:pt>
                <c:pt idx="6697">
                  <c:v>102.73972999999999</c:v>
                </c:pt>
                <c:pt idx="6698">
                  <c:v>102.76730000000001</c:v>
                </c:pt>
                <c:pt idx="6699">
                  <c:v>102.78466</c:v>
                </c:pt>
                <c:pt idx="6700">
                  <c:v>102.72189</c:v>
                </c:pt>
                <c:pt idx="6701">
                  <c:v>102.77776</c:v>
                </c:pt>
                <c:pt idx="6702">
                  <c:v>102.95071</c:v>
                </c:pt>
                <c:pt idx="6703">
                  <c:v>102.99652</c:v>
                </c:pt>
                <c:pt idx="6704">
                  <c:v>102.96601</c:v>
                </c:pt>
                <c:pt idx="6705">
                  <c:v>102.91464999999999</c:v>
                </c:pt>
                <c:pt idx="6706">
                  <c:v>102.85406999999999</c:v>
                </c:pt>
                <c:pt idx="6707">
                  <c:v>102.81271</c:v>
                </c:pt>
                <c:pt idx="6708">
                  <c:v>102.84061</c:v>
                </c:pt>
                <c:pt idx="6709">
                  <c:v>102.90466000000001</c:v>
                </c:pt>
                <c:pt idx="6710">
                  <c:v>102.9881</c:v>
                </c:pt>
                <c:pt idx="6711">
                  <c:v>103.11745000000001</c:v>
                </c:pt>
                <c:pt idx="6712">
                  <c:v>103.30331</c:v>
                </c:pt>
                <c:pt idx="6713">
                  <c:v>103.52791999999999</c:v>
                </c:pt>
                <c:pt idx="6714">
                  <c:v>103.72906</c:v>
                </c:pt>
                <c:pt idx="6715">
                  <c:v>103.87584</c:v>
                </c:pt>
                <c:pt idx="6716">
                  <c:v>104.01181</c:v>
                </c:pt>
                <c:pt idx="6717">
                  <c:v>104.05206</c:v>
                </c:pt>
                <c:pt idx="6718">
                  <c:v>104.09053</c:v>
                </c:pt>
                <c:pt idx="6719">
                  <c:v>104.19624</c:v>
                </c:pt>
                <c:pt idx="6720">
                  <c:v>104.28066</c:v>
                </c:pt>
                <c:pt idx="6721">
                  <c:v>104.37985</c:v>
                </c:pt>
                <c:pt idx="6722">
                  <c:v>104.48227</c:v>
                </c:pt>
                <c:pt idx="6723">
                  <c:v>104.64754000000001</c:v>
                </c:pt>
                <c:pt idx="6724">
                  <c:v>104.81589</c:v>
                </c:pt>
                <c:pt idx="6725">
                  <c:v>104.998</c:v>
                </c:pt>
                <c:pt idx="6726">
                  <c:v>105.20019000000001</c:v>
                </c:pt>
                <c:pt idx="6727">
                  <c:v>105.38432</c:v>
                </c:pt>
                <c:pt idx="6728">
                  <c:v>105.59052</c:v>
                </c:pt>
                <c:pt idx="6729">
                  <c:v>105.79452999999999</c:v>
                </c:pt>
                <c:pt idx="6730">
                  <c:v>105.96442</c:v>
                </c:pt>
                <c:pt idx="6731">
                  <c:v>106.11414000000001</c:v>
                </c:pt>
                <c:pt idx="6732">
                  <c:v>106.26708000000001</c:v>
                </c:pt>
                <c:pt idx="6733">
                  <c:v>106.41615</c:v>
                </c:pt>
                <c:pt idx="6734">
                  <c:v>106.53369000000001</c:v>
                </c:pt>
                <c:pt idx="6735">
                  <c:v>106.67097</c:v>
                </c:pt>
                <c:pt idx="6736">
                  <c:v>106.81712</c:v>
                </c:pt>
                <c:pt idx="6737">
                  <c:v>106.91624</c:v>
                </c:pt>
                <c:pt idx="6738">
                  <c:v>107.01665</c:v>
                </c:pt>
                <c:pt idx="6739">
                  <c:v>107.15362</c:v>
                </c:pt>
                <c:pt idx="6740">
                  <c:v>107.33093</c:v>
                </c:pt>
                <c:pt idx="6741">
                  <c:v>107.49054</c:v>
                </c:pt>
                <c:pt idx="6742">
                  <c:v>107.65434</c:v>
                </c:pt>
                <c:pt idx="6743">
                  <c:v>107.81792</c:v>
                </c:pt>
                <c:pt idx="6744">
                  <c:v>107.94405</c:v>
                </c:pt>
                <c:pt idx="6745">
                  <c:v>108.01882999999999</c:v>
                </c:pt>
                <c:pt idx="6746">
                  <c:v>108.08668</c:v>
                </c:pt>
                <c:pt idx="6747">
                  <c:v>108.16725</c:v>
                </c:pt>
                <c:pt idx="6748">
                  <c:v>108.22098</c:v>
                </c:pt>
                <c:pt idx="6749">
                  <c:v>108.26926</c:v>
                </c:pt>
                <c:pt idx="6750">
                  <c:v>108.33284</c:v>
                </c:pt>
                <c:pt idx="6751">
                  <c:v>108.42944</c:v>
                </c:pt>
                <c:pt idx="6752">
                  <c:v>108.50767999999999</c:v>
                </c:pt>
                <c:pt idx="6753">
                  <c:v>108.51501</c:v>
                </c:pt>
                <c:pt idx="6754">
                  <c:v>108.48045999999999</c:v>
                </c:pt>
                <c:pt idx="6755">
                  <c:v>108.49679999999999</c:v>
                </c:pt>
                <c:pt idx="6756">
                  <c:v>108.58217</c:v>
                </c:pt>
                <c:pt idx="6757">
                  <c:v>108.70558</c:v>
                </c:pt>
                <c:pt idx="6758">
                  <c:v>108.8408</c:v>
                </c:pt>
                <c:pt idx="6759">
                  <c:v>109.00225</c:v>
                </c:pt>
                <c:pt idx="6760">
                  <c:v>109.22622</c:v>
                </c:pt>
                <c:pt idx="6761">
                  <c:v>109.42385</c:v>
                </c:pt>
                <c:pt idx="6762">
                  <c:v>109.55692000000001</c:v>
                </c:pt>
                <c:pt idx="6763">
                  <c:v>109.62717000000001</c:v>
                </c:pt>
                <c:pt idx="6764">
                  <c:v>109.65642</c:v>
                </c:pt>
                <c:pt idx="6765">
                  <c:v>109.616</c:v>
                </c:pt>
                <c:pt idx="6766">
                  <c:v>109.52338</c:v>
                </c:pt>
                <c:pt idx="6767">
                  <c:v>109.44195000000001</c:v>
                </c:pt>
                <c:pt idx="6768">
                  <c:v>109.40255999999999</c:v>
                </c:pt>
                <c:pt idx="6769">
                  <c:v>109.43874</c:v>
                </c:pt>
                <c:pt idx="6770">
                  <c:v>109.54250999999999</c:v>
                </c:pt>
                <c:pt idx="6771">
                  <c:v>109.65598</c:v>
                </c:pt>
                <c:pt idx="6772">
                  <c:v>109.77437999999999</c:v>
                </c:pt>
                <c:pt idx="6773">
                  <c:v>109.93619</c:v>
                </c:pt>
                <c:pt idx="6774">
                  <c:v>110.16473000000001</c:v>
                </c:pt>
                <c:pt idx="6775">
                  <c:v>110.42046999999999</c:v>
                </c:pt>
                <c:pt idx="6776">
                  <c:v>110.66399</c:v>
                </c:pt>
                <c:pt idx="6777">
                  <c:v>111.00848000000001</c:v>
                </c:pt>
                <c:pt idx="6778">
                  <c:v>111.39448</c:v>
                </c:pt>
                <c:pt idx="6779">
                  <c:v>111.53434</c:v>
                </c:pt>
                <c:pt idx="6780">
                  <c:v>111.47672</c:v>
                </c:pt>
                <c:pt idx="6781">
                  <c:v>111.35798</c:v>
                </c:pt>
                <c:pt idx="6782">
                  <c:v>111.22512999999999</c:v>
                </c:pt>
                <c:pt idx="6783">
                  <c:v>111.10342</c:v>
                </c:pt>
                <c:pt idx="6784">
                  <c:v>111.06793999999999</c:v>
                </c:pt>
                <c:pt idx="6785">
                  <c:v>111.06986000000001</c:v>
                </c:pt>
                <c:pt idx="6786">
                  <c:v>110.99916</c:v>
                </c:pt>
                <c:pt idx="6787">
                  <c:v>110.86284999999999</c:v>
                </c:pt>
                <c:pt idx="6788">
                  <c:v>110.74947</c:v>
                </c:pt>
                <c:pt idx="6789">
                  <c:v>110.67773</c:v>
                </c:pt>
                <c:pt idx="6790">
                  <c:v>110.60097</c:v>
                </c:pt>
                <c:pt idx="6791">
                  <c:v>110.48215999999999</c:v>
                </c:pt>
                <c:pt idx="6792">
                  <c:v>110.3783</c:v>
                </c:pt>
                <c:pt idx="6793">
                  <c:v>110.27454</c:v>
                </c:pt>
                <c:pt idx="6794">
                  <c:v>110.18938</c:v>
                </c:pt>
                <c:pt idx="6795">
                  <c:v>110.11592</c:v>
                </c:pt>
                <c:pt idx="6796">
                  <c:v>110.01096</c:v>
                </c:pt>
                <c:pt idx="6797">
                  <c:v>109.95565999999999</c:v>
                </c:pt>
                <c:pt idx="6798">
                  <c:v>109.98773</c:v>
                </c:pt>
                <c:pt idx="6799">
                  <c:v>110.09661</c:v>
                </c:pt>
                <c:pt idx="6800">
                  <c:v>110.1944</c:v>
                </c:pt>
                <c:pt idx="6801">
                  <c:v>110.27045</c:v>
                </c:pt>
                <c:pt idx="6802">
                  <c:v>110.33298000000001</c:v>
                </c:pt>
                <c:pt idx="6803">
                  <c:v>110.37121</c:v>
                </c:pt>
                <c:pt idx="6804">
                  <c:v>110.40716999999999</c:v>
                </c:pt>
                <c:pt idx="6805">
                  <c:v>110.4299</c:v>
                </c:pt>
                <c:pt idx="6806">
                  <c:v>110.46745</c:v>
                </c:pt>
                <c:pt idx="6807">
                  <c:v>110.4845</c:v>
                </c:pt>
                <c:pt idx="6808">
                  <c:v>110.458</c:v>
                </c:pt>
                <c:pt idx="6809">
                  <c:v>110.48761</c:v>
                </c:pt>
                <c:pt idx="6810">
                  <c:v>110.61042</c:v>
                </c:pt>
                <c:pt idx="6811">
                  <c:v>110.792</c:v>
                </c:pt>
                <c:pt idx="6812">
                  <c:v>110.96854</c:v>
                </c:pt>
                <c:pt idx="6813">
                  <c:v>111.08385</c:v>
                </c:pt>
                <c:pt idx="6814">
                  <c:v>111.16356</c:v>
                </c:pt>
                <c:pt idx="6815">
                  <c:v>111.22941</c:v>
                </c:pt>
                <c:pt idx="6816">
                  <c:v>111.27184</c:v>
                </c:pt>
                <c:pt idx="6817">
                  <c:v>111.26315</c:v>
                </c:pt>
                <c:pt idx="6818">
                  <c:v>111.24329</c:v>
                </c:pt>
                <c:pt idx="6819">
                  <c:v>111.23734</c:v>
                </c:pt>
                <c:pt idx="6820">
                  <c:v>111.22732000000001</c:v>
                </c:pt>
                <c:pt idx="6821">
                  <c:v>111.17324000000001</c:v>
                </c:pt>
                <c:pt idx="6822">
                  <c:v>111.10504</c:v>
                </c:pt>
                <c:pt idx="6823">
                  <c:v>111.03661</c:v>
                </c:pt>
                <c:pt idx="6824">
                  <c:v>110.98990000000001</c:v>
                </c:pt>
                <c:pt idx="6825">
                  <c:v>111.01582000000001</c:v>
                </c:pt>
                <c:pt idx="6826">
                  <c:v>111.08898000000001</c:v>
                </c:pt>
                <c:pt idx="6827">
                  <c:v>111.17913</c:v>
                </c:pt>
                <c:pt idx="6828">
                  <c:v>111.30355</c:v>
                </c:pt>
                <c:pt idx="6829">
                  <c:v>111.47535000000001</c:v>
                </c:pt>
                <c:pt idx="6830">
                  <c:v>111.66712</c:v>
                </c:pt>
                <c:pt idx="6831">
                  <c:v>111.85120999999999</c:v>
                </c:pt>
                <c:pt idx="6832">
                  <c:v>111.98277</c:v>
                </c:pt>
                <c:pt idx="6833">
                  <c:v>112.0172</c:v>
                </c:pt>
                <c:pt idx="6834">
                  <c:v>112.04447999999999</c:v>
                </c:pt>
                <c:pt idx="6835">
                  <c:v>112.13042</c:v>
                </c:pt>
                <c:pt idx="6836">
                  <c:v>112.26958</c:v>
                </c:pt>
                <c:pt idx="6837">
                  <c:v>112.38968</c:v>
                </c:pt>
                <c:pt idx="6838">
                  <c:v>112.44974000000001</c:v>
                </c:pt>
                <c:pt idx="6839">
                  <c:v>112.48144000000001</c:v>
                </c:pt>
                <c:pt idx="6840">
                  <c:v>112.43519999999999</c:v>
                </c:pt>
                <c:pt idx="6841">
                  <c:v>112.26064</c:v>
                </c:pt>
                <c:pt idx="6842">
                  <c:v>112.00149</c:v>
                </c:pt>
                <c:pt idx="6843">
                  <c:v>111.73694999999999</c:v>
                </c:pt>
                <c:pt idx="6844">
                  <c:v>111.53805</c:v>
                </c:pt>
                <c:pt idx="6845">
                  <c:v>111.4374</c:v>
                </c:pt>
                <c:pt idx="6846">
                  <c:v>111.4016</c:v>
                </c:pt>
                <c:pt idx="6847">
                  <c:v>111.42045</c:v>
                </c:pt>
                <c:pt idx="6848">
                  <c:v>111.48763</c:v>
                </c:pt>
                <c:pt idx="6849">
                  <c:v>111.57264000000001</c:v>
                </c:pt>
                <c:pt idx="6850">
                  <c:v>111.76082</c:v>
                </c:pt>
                <c:pt idx="6851">
                  <c:v>111.92366</c:v>
                </c:pt>
                <c:pt idx="6852">
                  <c:v>111.98685</c:v>
                </c:pt>
                <c:pt idx="6853">
                  <c:v>111.99126</c:v>
                </c:pt>
                <c:pt idx="6854">
                  <c:v>111.95650000000001</c:v>
                </c:pt>
                <c:pt idx="6855">
                  <c:v>111.90024</c:v>
                </c:pt>
                <c:pt idx="6856">
                  <c:v>111.78116</c:v>
                </c:pt>
                <c:pt idx="6857">
                  <c:v>111.59892000000001</c:v>
                </c:pt>
                <c:pt idx="6858">
                  <c:v>111.35638</c:v>
                </c:pt>
                <c:pt idx="6859">
                  <c:v>111.08828</c:v>
                </c:pt>
                <c:pt idx="6860">
                  <c:v>110.79677</c:v>
                </c:pt>
                <c:pt idx="6861">
                  <c:v>110.5341</c:v>
                </c:pt>
                <c:pt idx="6862">
                  <c:v>110.31735999999999</c:v>
                </c:pt>
                <c:pt idx="6863">
                  <c:v>110.20959000000001</c:v>
                </c:pt>
                <c:pt idx="6864">
                  <c:v>110.24009</c:v>
                </c:pt>
                <c:pt idx="6865">
                  <c:v>110.27782000000001</c:v>
                </c:pt>
                <c:pt idx="6866">
                  <c:v>110.23217</c:v>
                </c:pt>
                <c:pt idx="6867">
                  <c:v>110.12918999999999</c:v>
                </c:pt>
                <c:pt idx="6868">
                  <c:v>110.04561</c:v>
                </c:pt>
                <c:pt idx="6869">
                  <c:v>110.07415</c:v>
                </c:pt>
                <c:pt idx="6870">
                  <c:v>110.18176</c:v>
                </c:pt>
                <c:pt idx="6871">
                  <c:v>110.37314000000001</c:v>
                </c:pt>
                <c:pt idx="6872">
                  <c:v>110.49065</c:v>
                </c:pt>
                <c:pt idx="6873">
                  <c:v>110.51691</c:v>
                </c:pt>
                <c:pt idx="6874">
                  <c:v>110.49791</c:v>
                </c:pt>
                <c:pt idx="6875">
                  <c:v>110.47769</c:v>
                </c:pt>
                <c:pt idx="6876">
                  <c:v>110.55517999999999</c:v>
                </c:pt>
                <c:pt idx="6877">
                  <c:v>110.74627</c:v>
                </c:pt>
                <c:pt idx="6878">
                  <c:v>110.96209</c:v>
                </c:pt>
                <c:pt idx="6879">
                  <c:v>111.10247</c:v>
                </c:pt>
                <c:pt idx="6880">
                  <c:v>111.11100999999999</c:v>
                </c:pt>
                <c:pt idx="6881">
                  <c:v>110.98442</c:v>
                </c:pt>
                <c:pt idx="6882">
                  <c:v>110.80259</c:v>
                </c:pt>
                <c:pt idx="6883">
                  <c:v>110.62838000000001</c:v>
                </c:pt>
                <c:pt idx="6884">
                  <c:v>110.49630000000001</c:v>
                </c:pt>
                <c:pt idx="6885">
                  <c:v>110.39516</c:v>
                </c:pt>
                <c:pt idx="6886">
                  <c:v>110.31603</c:v>
                </c:pt>
                <c:pt idx="6887">
                  <c:v>110.24836000000001</c:v>
                </c:pt>
                <c:pt idx="6888">
                  <c:v>110.17335</c:v>
                </c:pt>
                <c:pt idx="6889">
                  <c:v>110.1198</c:v>
                </c:pt>
                <c:pt idx="6890">
                  <c:v>110.18913000000001</c:v>
                </c:pt>
                <c:pt idx="6891">
                  <c:v>110.35433</c:v>
                </c:pt>
                <c:pt idx="6892">
                  <c:v>110.5397</c:v>
                </c:pt>
                <c:pt idx="6893">
                  <c:v>110.82375</c:v>
                </c:pt>
                <c:pt idx="6894">
                  <c:v>111.22750000000001</c:v>
                </c:pt>
                <c:pt idx="6895">
                  <c:v>111.67523</c:v>
                </c:pt>
                <c:pt idx="6896">
                  <c:v>112.11771</c:v>
                </c:pt>
                <c:pt idx="6897">
                  <c:v>112.53822</c:v>
                </c:pt>
                <c:pt idx="6898">
                  <c:v>112.27097000000001</c:v>
                </c:pt>
                <c:pt idx="6899">
                  <c:v>112.41186999999999</c:v>
                </c:pt>
                <c:pt idx="6900">
                  <c:v>112.5634</c:v>
                </c:pt>
                <c:pt idx="6901">
                  <c:v>112.69692000000001</c:v>
                </c:pt>
                <c:pt idx="6902">
                  <c:v>112.85908000000001</c:v>
                </c:pt>
                <c:pt idx="6903">
                  <c:v>112.66240000000001</c:v>
                </c:pt>
                <c:pt idx="6904">
                  <c:v>112.11932</c:v>
                </c:pt>
                <c:pt idx="6905">
                  <c:v>111.78702</c:v>
                </c:pt>
                <c:pt idx="6906">
                  <c:v>111.63934999999999</c:v>
                </c:pt>
                <c:pt idx="6907">
                  <c:v>111.67909</c:v>
                </c:pt>
                <c:pt idx="6908">
                  <c:v>111.827</c:v>
                </c:pt>
                <c:pt idx="6909">
                  <c:v>112.07053000000001</c:v>
                </c:pt>
                <c:pt idx="6910">
                  <c:v>112.28108</c:v>
                </c:pt>
                <c:pt idx="6911">
                  <c:v>112.44727</c:v>
                </c:pt>
                <c:pt idx="6912">
                  <c:v>112.57532999999999</c:v>
                </c:pt>
                <c:pt idx="6913">
                  <c:v>112.65607</c:v>
                </c:pt>
                <c:pt idx="6914">
                  <c:v>112.72054</c:v>
                </c:pt>
                <c:pt idx="6915">
                  <c:v>112.77744</c:v>
                </c:pt>
                <c:pt idx="6916">
                  <c:v>112.80763</c:v>
                </c:pt>
                <c:pt idx="6917">
                  <c:v>112.84178</c:v>
                </c:pt>
                <c:pt idx="6918">
                  <c:v>112.84142</c:v>
                </c:pt>
                <c:pt idx="6919">
                  <c:v>112.80582</c:v>
                </c:pt>
                <c:pt idx="6920">
                  <c:v>112.7812</c:v>
                </c:pt>
                <c:pt idx="6921">
                  <c:v>112.77839</c:v>
                </c:pt>
                <c:pt idx="6922">
                  <c:v>112.74397</c:v>
                </c:pt>
                <c:pt idx="6923">
                  <c:v>112.67574999999999</c:v>
                </c:pt>
                <c:pt idx="6924">
                  <c:v>112.5718</c:v>
                </c:pt>
                <c:pt idx="6925">
                  <c:v>112.42431000000001</c:v>
                </c:pt>
                <c:pt idx="6926">
                  <c:v>112.26345000000001</c:v>
                </c:pt>
                <c:pt idx="6927">
                  <c:v>112.09264</c:v>
                </c:pt>
                <c:pt idx="6928">
                  <c:v>111.94192</c:v>
                </c:pt>
                <c:pt idx="6929">
                  <c:v>111.89124</c:v>
                </c:pt>
                <c:pt idx="6930">
                  <c:v>111.99462</c:v>
                </c:pt>
                <c:pt idx="6931">
                  <c:v>112.16799</c:v>
                </c:pt>
                <c:pt idx="6932">
                  <c:v>112.34742</c:v>
                </c:pt>
                <c:pt idx="6933">
                  <c:v>112.45023999999999</c:v>
                </c:pt>
                <c:pt idx="6934">
                  <c:v>112.51291000000001</c:v>
                </c:pt>
                <c:pt idx="6935">
                  <c:v>112.62221</c:v>
                </c:pt>
                <c:pt idx="6936">
                  <c:v>112.75697</c:v>
                </c:pt>
                <c:pt idx="6937">
                  <c:v>112.87273999999999</c:v>
                </c:pt>
                <c:pt idx="6938">
                  <c:v>112.9669</c:v>
                </c:pt>
                <c:pt idx="6939">
                  <c:v>113.06023</c:v>
                </c:pt>
                <c:pt idx="6940">
                  <c:v>113.15957</c:v>
                </c:pt>
                <c:pt idx="6941">
                  <c:v>113.23975</c:v>
                </c:pt>
                <c:pt idx="6942">
                  <c:v>113.33674999999999</c:v>
                </c:pt>
                <c:pt idx="6943">
                  <c:v>113.40225</c:v>
                </c:pt>
                <c:pt idx="6944">
                  <c:v>113.49016</c:v>
                </c:pt>
                <c:pt idx="6945">
                  <c:v>113.57888</c:v>
                </c:pt>
                <c:pt idx="6946">
                  <c:v>113.64076</c:v>
                </c:pt>
                <c:pt idx="6947">
                  <c:v>113.67729</c:v>
                </c:pt>
                <c:pt idx="6948">
                  <c:v>113.6859</c:v>
                </c:pt>
                <c:pt idx="6949">
                  <c:v>113.70934</c:v>
                </c:pt>
                <c:pt idx="6950">
                  <c:v>113.78745000000001</c:v>
                </c:pt>
                <c:pt idx="6951">
                  <c:v>113.96581</c:v>
                </c:pt>
                <c:pt idx="6952">
                  <c:v>114.17522</c:v>
                </c:pt>
                <c:pt idx="6953">
                  <c:v>114.35464</c:v>
                </c:pt>
                <c:pt idx="6954">
                  <c:v>114.43546000000001</c:v>
                </c:pt>
                <c:pt idx="6955">
                  <c:v>114.38799</c:v>
                </c:pt>
                <c:pt idx="6956">
                  <c:v>114.26636999999999</c:v>
                </c:pt>
                <c:pt idx="6957">
                  <c:v>114.1955</c:v>
                </c:pt>
                <c:pt idx="6958">
                  <c:v>114.13754</c:v>
                </c:pt>
                <c:pt idx="6959">
                  <c:v>114.10079</c:v>
                </c:pt>
                <c:pt idx="6960">
                  <c:v>114.08974000000001</c:v>
                </c:pt>
                <c:pt idx="6961">
                  <c:v>114.0397</c:v>
                </c:pt>
                <c:pt idx="6962">
                  <c:v>113.94002999999999</c:v>
                </c:pt>
                <c:pt idx="6963">
                  <c:v>113.85118</c:v>
                </c:pt>
                <c:pt idx="6964">
                  <c:v>113.82713</c:v>
                </c:pt>
                <c:pt idx="6965">
                  <c:v>113.81536</c:v>
                </c:pt>
                <c:pt idx="6966">
                  <c:v>113.80831999999999</c:v>
                </c:pt>
                <c:pt idx="6967">
                  <c:v>113.78660000000001</c:v>
                </c:pt>
                <c:pt idx="6968">
                  <c:v>113.73421</c:v>
                </c:pt>
                <c:pt idx="6969">
                  <c:v>113.71442</c:v>
                </c:pt>
                <c:pt idx="6970">
                  <c:v>113.70711</c:v>
                </c:pt>
                <c:pt idx="6971">
                  <c:v>113.7252</c:v>
                </c:pt>
                <c:pt idx="6972">
                  <c:v>113.79292</c:v>
                </c:pt>
                <c:pt idx="6973">
                  <c:v>113.86623</c:v>
                </c:pt>
                <c:pt idx="6974">
                  <c:v>113.92576</c:v>
                </c:pt>
                <c:pt idx="6975">
                  <c:v>113.94667</c:v>
                </c:pt>
                <c:pt idx="6976">
                  <c:v>113.91381</c:v>
                </c:pt>
                <c:pt idx="6977">
                  <c:v>113.87305000000001</c:v>
                </c:pt>
                <c:pt idx="6978">
                  <c:v>113.85387</c:v>
                </c:pt>
                <c:pt idx="6979">
                  <c:v>113.78694</c:v>
                </c:pt>
                <c:pt idx="6980">
                  <c:v>113.68729999999999</c:v>
                </c:pt>
                <c:pt idx="6981">
                  <c:v>113.60854999999999</c:v>
                </c:pt>
                <c:pt idx="6982">
                  <c:v>113.59553</c:v>
                </c:pt>
                <c:pt idx="6983">
                  <c:v>113.58925000000001</c:v>
                </c:pt>
                <c:pt idx="6984">
                  <c:v>113.58392000000001</c:v>
                </c:pt>
                <c:pt idx="6985">
                  <c:v>113.57607</c:v>
                </c:pt>
                <c:pt idx="6986">
                  <c:v>113.54519999999999</c:v>
                </c:pt>
                <c:pt idx="6987">
                  <c:v>113.53319999999999</c:v>
                </c:pt>
                <c:pt idx="6988">
                  <c:v>113.56301999999999</c:v>
                </c:pt>
                <c:pt idx="6989">
                  <c:v>113.6427</c:v>
                </c:pt>
                <c:pt idx="6990">
                  <c:v>113.71120999999999</c:v>
                </c:pt>
                <c:pt idx="6991">
                  <c:v>113.74121</c:v>
                </c:pt>
                <c:pt idx="6992">
                  <c:v>113.72559</c:v>
                </c:pt>
                <c:pt idx="6993">
                  <c:v>113.72601</c:v>
                </c:pt>
                <c:pt idx="6994">
                  <c:v>113.76121999999999</c:v>
                </c:pt>
                <c:pt idx="6995">
                  <c:v>113.78413</c:v>
                </c:pt>
                <c:pt idx="6996">
                  <c:v>113.80279</c:v>
                </c:pt>
                <c:pt idx="6997">
                  <c:v>113.82046</c:v>
                </c:pt>
                <c:pt idx="6998">
                  <c:v>113.82837000000001</c:v>
                </c:pt>
                <c:pt idx="6999">
                  <c:v>113.80341</c:v>
                </c:pt>
                <c:pt idx="7000">
                  <c:v>113.75116</c:v>
                </c:pt>
                <c:pt idx="7001">
                  <c:v>113.71244</c:v>
                </c:pt>
                <c:pt idx="7002">
                  <c:v>113.69042</c:v>
                </c:pt>
                <c:pt idx="7003">
                  <c:v>113.68188000000001</c:v>
                </c:pt>
                <c:pt idx="7004">
                  <c:v>113.69396999999999</c:v>
                </c:pt>
                <c:pt idx="7005">
                  <c:v>113.72093</c:v>
                </c:pt>
                <c:pt idx="7006">
                  <c:v>113.74473</c:v>
                </c:pt>
                <c:pt idx="7007">
                  <c:v>113.7561</c:v>
                </c:pt>
                <c:pt idx="7008">
                  <c:v>113.78234</c:v>
                </c:pt>
                <c:pt idx="7009">
                  <c:v>113.85106</c:v>
                </c:pt>
                <c:pt idx="7010">
                  <c:v>113.93086</c:v>
                </c:pt>
                <c:pt idx="7011">
                  <c:v>114.04752999999999</c:v>
                </c:pt>
                <c:pt idx="7012">
                  <c:v>114.21836</c:v>
                </c:pt>
                <c:pt idx="7013">
                  <c:v>114.3738</c:v>
                </c:pt>
                <c:pt idx="7014">
                  <c:v>114.52649</c:v>
                </c:pt>
                <c:pt idx="7015">
                  <c:v>114.70138</c:v>
                </c:pt>
                <c:pt idx="7016">
                  <c:v>114.81931</c:v>
                </c:pt>
                <c:pt idx="7017">
                  <c:v>114.84875</c:v>
                </c:pt>
                <c:pt idx="7018">
                  <c:v>114.8336</c:v>
                </c:pt>
                <c:pt idx="7019">
                  <c:v>114.87884</c:v>
                </c:pt>
                <c:pt idx="7020">
                  <c:v>115.0878</c:v>
                </c:pt>
                <c:pt idx="7021">
                  <c:v>115.28048</c:v>
                </c:pt>
                <c:pt idx="7022">
                  <c:v>115.44532</c:v>
                </c:pt>
                <c:pt idx="7023">
                  <c:v>115.60762</c:v>
                </c:pt>
                <c:pt idx="7024">
                  <c:v>115.69925000000001</c:v>
                </c:pt>
                <c:pt idx="7025">
                  <c:v>115.75861</c:v>
                </c:pt>
                <c:pt idx="7026">
                  <c:v>115.80042</c:v>
                </c:pt>
                <c:pt idx="7027">
                  <c:v>115.84475999999999</c:v>
                </c:pt>
                <c:pt idx="7028">
                  <c:v>115.89309</c:v>
                </c:pt>
                <c:pt idx="7029">
                  <c:v>115.94286</c:v>
                </c:pt>
                <c:pt idx="7030">
                  <c:v>115.97638000000001</c:v>
                </c:pt>
                <c:pt idx="7031">
                  <c:v>115.96823000000001</c:v>
                </c:pt>
                <c:pt idx="7032">
                  <c:v>115.90582000000001</c:v>
                </c:pt>
                <c:pt idx="7033">
                  <c:v>115.95764</c:v>
                </c:pt>
                <c:pt idx="7034">
                  <c:v>116.08411</c:v>
                </c:pt>
                <c:pt idx="7035">
                  <c:v>116.18853</c:v>
                </c:pt>
                <c:pt idx="7036">
                  <c:v>116.25884000000001</c:v>
                </c:pt>
                <c:pt idx="7037">
                  <c:v>116.34441</c:v>
                </c:pt>
                <c:pt idx="7038">
                  <c:v>116.41638</c:v>
                </c:pt>
                <c:pt idx="7039">
                  <c:v>116.48116</c:v>
                </c:pt>
                <c:pt idx="7040">
                  <c:v>116.55315</c:v>
                </c:pt>
                <c:pt idx="7041">
                  <c:v>116.58642999999999</c:v>
                </c:pt>
                <c:pt idx="7042">
                  <c:v>116.51697</c:v>
                </c:pt>
                <c:pt idx="7043">
                  <c:v>116.47884000000001</c:v>
                </c:pt>
                <c:pt idx="7044">
                  <c:v>116.52969</c:v>
                </c:pt>
                <c:pt idx="7045">
                  <c:v>116.69582</c:v>
                </c:pt>
                <c:pt idx="7046">
                  <c:v>116.77493</c:v>
                </c:pt>
                <c:pt idx="7047">
                  <c:v>116.67825000000001</c:v>
                </c:pt>
                <c:pt idx="7048">
                  <c:v>116.5834</c:v>
                </c:pt>
                <c:pt idx="7049">
                  <c:v>116.54826</c:v>
                </c:pt>
                <c:pt idx="7050">
                  <c:v>116.52453</c:v>
                </c:pt>
                <c:pt idx="7051">
                  <c:v>116.47722</c:v>
                </c:pt>
                <c:pt idx="7052">
                  <c:v>116.46082</c:v>
                </c:pt>
                <c:pt idx="7053">
                  <c:v>116.46337</c:v>
                </c:pt>
                <c:pt idx="7054">
                  <c:v>116.4614</c:v>
                </c:pt>
                <c:pt idx="7055">
                  <c:v>116.50505</c:v>
                </c:pt>
                <c:pt idx="7056">
                  <c:v>116.59636999999999</c:v>
                </c:pt>
                <c:pt idx="7057">
                  <c:v>116.7587</c:v>
                </c:pt>
                <c:pt idx="7058">
                  <c:v>116.96872999999999</c:v>
                </c:pt>
                <c:pt idx="7059">
                  <c:v>117.12358</c:v>
                </c:pt>
                <c:pt idx="7060">
                  <c:v>117.16019</c:v>
                </c:pt>
                <c:pt idx="7061">
                  <c:v>117.06641999999999</c:v>
                </c:pt>
                <c:pt idx="7062">
                  <c:v>116.87166999999999</c:v>
                </c:pt>
                <c:pt idx="7063">
                  <c:v>116.68339</c:v>
                </c:pt>
                <c:pt idx="7064">
                  <c:v>116.53597000000001</c:v>
                </c:pt>
                <c:pt idx="7065">
                  <c:v>116.48183</c:v>
                </c:pt>
                <c:pt idx="7066">
                  <c:v>116.491</c:v>
                </c:pt>
                <c:pt idx="7067">
                  <c:v>116.52466</c:v>
                </c:pt>
                <c:pt idx="7068">
                  <c:v>116.59256000000001</c:v>
                </c:pt>
                <c:pt idx="7069">
                  <c:v>116.62151</c:v>
                </c:pt>
                <c:pt idx="7070">
                  <c:v>116.5838</c:v>
                </c:pt>
                <c:pt idx="7071">
                  <c:v>116.49778000000001</c:v>
                </c:pt>
                <c:pt idx="7072">
                  <c:v>116.37244</c:v>
                </c:pt>
                <c:pt idx="7073">
                  <c:v>116.2794</c:v>
                </c:pt>
                <c:pt idx="7074">
                  <c:v>116.24091</c:v>
                </c:pt>
                <c:pt idx="7075">
                  <c:v>116.22775</c:v>
                </c:pt>
                <c:pt idx="7076">
                  <c:v>116.23546</c:v>
                </c:pt>
                <c:pt idx="7077">
                  <c:v>116.28757</c:v>
                </c:pt>
                <c:pt idx="7078">
                  <c:v>116.41961999999999</c:v>
                </c:pt>
                <c:pt idx="7079">
                  <c:v>116.50483</c:v>
                </c:pt>
                <c:pt idx="7080">
                  <c:v>116.45740000000001</c:v>
                </c:pt>
                <c:pt idx="7081">
                  <c:v>116.38133999999999</c:v>
                </c:pt>
                <c:pt idx="7082">
                  <c:v>116.36069000000001</c:v>
                </c:pt>
                <c:pt idx="7083">
                  <c:v>116.38303000000001</c:v>
                </c:pt>
                <c:pt idx="7084">
                  <c:v>116.40938</c:v>
                </c:pt>
                <c:pt idx="7085">
                  <c:v>116.43723</c:v>
                </c:pt>
                <c:pt idx="7086">
                  <c:v>116.4708</c:v>
                </c:pt>
                <c:pt idx="7087">
                  <c:v>116.52645</c:v>
                </c:pt>
                <c:pt idx="7088">
                  <c:v>116.62157000000001</c:v>
                </c:pt>
                <c:pt idx="7089">
                  <c:v>116.73824999999999</c:v>
                </c:pt>
                <c:pt idx="7090">
                  <c:v>116.8644</c:v>
                </c:pt>
                <c:pt idx="7091">
                  <c:v>116.89675</c:v>
                </c:pt>
                <c:pt idx="7092">
                  <c:v>116.95873</c:v>
                </c:pt>
                <c:pt idx="7093">
                  <c:v>116.97865</c:v>
                </c:pt>
                <c:pt idx="7094">
                  <c:v>116.88667</c:v>
                </c:pt>
                <c:pt idx="7095">
                  <c:v>116.81031</c:v>
                </c:pt>
                <c:pt idx="7096">
                  <c:v>116.75184</c:v>
                </c:pt>
                <c:pt idx="7097">
                  <c:v>116.73095000000001</c:v>
                </c:pt>
                <c:pt idx="7098">
                  <c:v>116.84387</c:v>
                </c:pt>
                <c:pt idx="7099">
                  <c:v>116.97412</c:v>
                </c:pt>
                <c:pt idx="7100">
                  <c:v>117.10204</c:v>
                </c:pt>
                <c:pt idx="7101">
                  <c:v>117.18777</c:v>
                </c:pt>
                <c:pt idx="7102">
                  <c:v>117.24850000000001</c:v>
                </c:pt>
                <c:pt idx="7103">
                  <c:v>117.42019000000001</c:v>
                </c:pt>
                <c:pt idx="7104">
                  <c:v>117.57046</c:v>
                </c:pt>
                <c:pt idx="7105">
                  <c:v>117.64715</c:v>
                </c:pt>
                <c:pt idx="7106">
                  <c:v>117.61313</c:v>
                </c:pt>
                <c:pt idx="7107">
                  <c:v>117.50003</c:v>
                </c:pt>
                <c:pt idx="7108">
                  <c:v>117.29823</c:v>
                </c:pt>
                <c:pt idx="7109">
                  <c:v>117.05592</c:v>
                </c:pt>
                <c:pt idx="7110">
                  <c:v>116.81171999999999</c:v>
                </c:pt>
                <c:pt idx="7111">
                  <c:v>116.60275</c:v>
                </c:pt>
                <c:pt idx="7112">
                  <c:v>116.46217</c:v>
                </c:pt>
                <c:pt idx="7113">
                  <c:v>116.32886000000001</c:v>
                </c:pt>
                <c:pt idx="7114">
                  <c:v>116.19280000000001</c:v>
                </c:pt>
                <c:pt idx="7115">
                  <c:v>116.08187</c:v>
                </c:pt>
                <c:pt idx="7116">
                  <c:v>116.01804</c:v>
                </c:pt>
                <c:pt idx="7117">
                  <c:v>115.97986</c:v>
                </c:pt>
                <c:pt idx="7118">
                  <c:v>115.95721</c:v>
                </c:pt>
                <c:pt idx="7119">
                  <c:v>115.96998000000001</c:v>
                </c:pt>
                <c:pt idx="7120">
                  <c:v>116.00583</c:v>
                </c:pt>
                <c:pt idx="7121">
                  <c:v>116.02898</c:v>
                </c:pt>
                <c:pt idx="7122">
                  <c:v>116.03431999999999</c:v>
                </c:pt>
                <c:pt idx="7123">
                  <c:v>116.06236</c:v>
                </c:pt>
                <c:pt idx="7124">
                  <c:v>116.0939</c:v>
                </c:pt>
                <c:pt idx="7125">
                  <c:v>116.14014</c:v>
                </c:pt>
                <c:pt idx="7126">
                  <c:v>116.20104000000001</c:v>
                </c:pt>
                <c:pt idx="7127">
                  <c:v>116.28225999999999</c:v>
                </c:pt>
                <c:pt idx="7128">
                  <c:v>116.37736</c:v>
                </c:pt>
                <c:pt idx="7129">
                  <c:v>116.46117</c:v>
                </c:pt>
                <c:pt idx="7130">
                  <c:v>116.50793</c:v>
                </c:pt>
                <c:pt idx="7131">
                  <c:v>116.55822999999999</c:v>
                </c:pt>
                <c:pt idx="7132">
                  <c:v>116.61487</c:v>
                </c:pt>
                <c:pt idx="7133">
                  <c:v>116.67162999999999</c:v>
                </c:pt>
                <c:pt idx="7134">
                  <c:v>116.73953</c:v>
                </c:pt>
                <c:pt idx="7135">
                  <c:v>116.82323</c:v>
                </c:pt>
                <c:pt idx="7136">
                  <c:v>116.91598</c:v>
                </c:pt>
                <c:pt idx="7137">
                  <c:v>116.93723</c:v>
                </c:pt>
                <c:pt idx="7138">
                  <c:v>116.85478999999999</c:v>
                </c:pt>
                <c:pt idx="7139">
                  <c:v>116.74781</c:v>
                </c:pt>
                <c:pt idx="7140">
                  <c:v>116.70131000000001</c:v>
                </c:pt>
                <c:pt idx="7141">
                  <c:v>116.71987</c:v>
                </c:pt>
                <c:pt idx="7142">
                  <c:v>116.69846</c:v>
                </c:pt>
                <c:pt idx="7143">
                  <c:v>116.57427</c:v>
                </c:pt>
                <c:pt idx="7144">
                  <c:v>116.46567</c:v>
                </c:pt>
                <c:pt idx="7145">
                  <c:v>116.41673</c:v>
                </c:pt>
                <c:pt idx="7146">
                  <c:v>116.30965</c:v>
                </c:pt>
                <c:pt idx="7147">
                  <c:v>116.16567999999999</c:v>
                </c:pt>
                <c:pt idx="7148">
                  <c:v>116.092</c:v>
                </c:pt>
                <c:pt idx="7149">
                  <c:v>116.09304</c:v>
                </c:pt>
                <c:pt idx="7150">
                  <c:v>116.10876</c:v>
                </c:pt>
                <c:pt idx="7151">
                  <c:v>116.15044</c:v>
                </c:pt>
                <c:pt idx="7152">
                  <c:v>116.20944</c:v>
                </c:pt>
                <c:pt idx="7153">
                  <c:v>116.21465999999999</c:v>
                </c:pt>
                <c:pt idx="7154">
                  <c:v>116.22598000000001</c:v>
                </c:pt>
                <c:pt idx="7155">
                  <c:v>116.3297</c:v>
                </c:pt>
                <c:pt idx="7156">
                  <c:v>116.40561</c:v>
                </c:pt>
                <c:pt idx="7157">
                  <c:v>116.40725999999999</c:v>
                </c:pt>
                <c:pt idx="7158">
                  <c:v>116.42632</c:v>
                </c:pt>
                <c:pt idx="7159">
                  <c:v>116.49897</c:v>
                </c:pt>
                <c:pt idx="7160">
                  <c:v>116.59263</c:v>
                </c:pt>
                <c:pt idx="7161">
                  <c:v>116.63594999999999</c:v>
                </c:pt>
                <c:pt idx="7162">
                  <c:v>116.70695000000001</c:v>
                </c:pt>
                <c:pt idx="7163">
                  <c:v>116.74957000000001</c:v>
                </c:pt>
                <c:pt idx="7164">
                  <c:v>116.67252000000001</c:v>
                </c:pt>
                <c:pt idx="7165">
                  <c:v>116.56091000000001</c:v>
                </c:pt>
                <c:pt idx="7166">
                  <c:v>116.5356</c:v>
                </c:pt>
                <c:pt idx="7167">
                  <c:v>116.71317000000001</c:v>
                </c:pt>
                <c:pt idx="7168">
                  <c:v>116.88914</c:v>
                </c:pt>
                <c:pt idx="7169">
                  <c:v>116.98298</c:v>
                </c:pt>
                <c:pt idx="7170">
                  <c:v>117.02316999999999</c:v>
                </c:pt>
                <c:pt idx="7171">
                  <c:v>117.00315999999999</c:v>
                </c:pt>
                <c:pt idx="7172">
                  <c:v>117.03216999999999</c:v>
                </c:pt>
                <c:pt idx="7173">
                  <c:v>117.10982</c:v>
                </c:pt>
                <c:pt idx="7174">
                  <c:v>117.14155</c:v>
                </c:pt>
                <c:pt idx="7175">
                  <c:v>117.11360000000001</c:v>
                </c:pt>
                <c:pt idx="7176">
                  <c:v>117.11369000000001</c:v>
                </c:pt>
                <c:pt idx="7177">
                  <c:v>117.14006000000001</c:v>
                </c:pt>
                <c:pt idx="7178">
                  <c:v>117.14089</c:v>
                </c:pt>
                <c:pt idx="7179">
                  <c:v>117.09083</c:v>
                </c:pt>
                <c:pt idx="7180">
                  <c:v>116.97345</c:v>
                </c:pt>
                <c:pt idx="7181">
                  <c:v>116.89015999999999</c:v>
                </c:pt>
                <c:pt idx="7182">
                  <c:v>116.87092</c:v>
                </c:pt>
                <c:pt idx="7183">
                  <c:v>116.92845</c:v>
                </c:pt>
                <c:pt idx="7184">
                  <c:v>117.01147</c:v>
                </c:pt>
                <c:pt idx="7185">
                  <c:v>117.06701</c:v>
                </c:pt>
                <c:pt idx="7186">
                  <c:v>117.13679</c:v>
                </c:pt>
                <c:pt idx="7187">
                  <c:v>117.20482</c:v>
                </c:pt>
                <c:pt idx="7188">
                  <c:v>117.23036999999999</c:v>
                </c:pt>
                <c:pt idx="7189">
                  <c:v>117.22375</c:v>
                </c:pt>
                <c:pt idx="7190">
                  <c:v>117.20004</c:v>
                </c:pt>
                <c:pt idx="7191">
                  <c:v>117.1648</c:v>
                </c:pt>
                <c:pt idx="7192">
                  <c:v>117.12231</c:v>
                </c:pt>
                <c:pt idx="7193">
                  <c:v>117.07122</c:v>
                </c:pt>
                <c:pt idx="7194">
                  <c:v>117.01295</c:v>
                </c:pt>
                <c:pt idx="7195">
                  <c:v>116.98557</c:v>
                </c:pt>
                <c:pt idx="7196">
                  <c:v>116.96588</c:v>
                </c:pt>
                <c:pt idx="7197">
                  <c:v>116.9734</c:v>
                </c:pt>
                <c:pt idx="7198">
                  <c:v>116.99644000000001</c:v>
                </c:pt>
                <c:pt idx="7199">
                  <c:v>117.03010999999999</c:v>
                </c:pt>
                <c:pt idx="7200">
                  <c:v>117.08087999999999</c:v>
                </c:pt>
                <c:pt idx="7201">
                  <c:v>117.1507</c:v>
                </c:pt>
                <c:pt idx="7202">
                  <c:v>117.21465999999999</c:v>
                </c:pt>
                <c:pt idx="7203">
                  <c:v>117.26233999999999</c:v>
                </c:pt>
                <c:pt idx="7204">
                  <c:v>117.29558</c:v>
                </c:pt>
                <c:pt idx="7205">
                  <c:v>117.31641999999999</c:v>
                </c:pt>
                <c:pt idx="7206">
                  <c:v>117.33411</c:v>
                </c:pt>
                <c:pt idx="7207">
                  <c:v>117.36642000000001</c:v>
                </c:pt>
                <c:pt idx="7208">
                  <c:v>117.41322</c:v>
                </c:pt>
                <c:pt idx="7209">
                  <c:v>117.47554</c:v>
                </c:pt>
                <c:pt idx="7210">
                  <c:v>117.55484</c:v>
                </c:pt>
                <c:pt idx="7211">
                  <c:v>117.642</c:v>
                </c:pt>
                <c:pt idx="7212">
                  <c:v>117.75503</c:v>
                </c:pt>
                <c:pt idx="7213">
                  <c:v>117.85078</c:v>
                </c:pt>
                <c:pt idx="7214">
                  <c:v>117.93485</c:v>
                </c:pt>
                <c:pt idx="7215">
                  <c:v>118.02030999999999</c:v>
                </c:pt>
                <c:pt idx="7216">
                  <c:v>118.09994</c:v>
                </c:pt>
                <c:pt idx="7217">
                  <c:v>118.1451</c:v>
                </c:pt>
                <c:pt idx="7218">
                  <c:v>118.20518</c:v>
                </c:pt>
                <c:pt idx="7219">
                  <c:v>118.26639</c:v>
                </c:pt>
                <c:pt idx="7220">
                  <c:v>118.27921000000001</c:v>
                </c:pt>
                <c:pt idx="7221">
                  <c:v>118.24155</c:v>
                </c:pt>
                <c:pt idx="7222">
                  <c:v>118.17635</c:v>
                </c:pt>
                <c:pt idx="7223">
                  <c:v>118.10439</c:v>
                </c:pt>
                <c:pt idx="7224">
                  <c:v>118.04273000000001</c:v>
                </c:pt>
                <c:pt idx="7225">
                  <c:v>117.98639</c:v>
                </c:pt>
                <c:pt idx="7226">
                  <c:v>117.93652</c:v>
                </c:pt>
                <c:pt idx="7227">
                  <c:v>117.89543</c:v>
                </c:pt>
                <c:pt idx="7228">
                  <c:v>117.87227</c:v>
                </c:pt>
                <c:pt idx="7229">
                  <c:v>117.85597</c:v>
                </c:pt>
                <c:pt idx="7230">
                  <c:v>117.83083999999999</c:v>
                </c:pt>
                <c:pt idx="7231">
                  <c:v>117.80474</c:v>
                </c:pt>
                <c:pt idx="7232">
                  <c:v>117.78323</c:v>
                </c:pt>
                <c:pt idx="7233">
                  <c:v>117.7501</c:v>
                </c:pt>
                <c:pt idx="7234">
                  <c:v>117.69241</c:v>
                </c:pt>
                <c:pt idx="7235">
                  <c:v>117.62173</c:v>
                </c:pt>
                <c:pt idx="7236">
                  <c:v>117.54729</c:v>
                </c:pt>
                <c:pt idx="7237">
                  <c:v>117.47243</c:v>
                </c:pt>
                <c:pt idx="7238">
                  <c:v>117.41114</c:v>
                </c:pt>
                <c:pt idx="7239">
                  <c:v>117.37442</c:v>
                </c:pt>
                <c:pt idx="7240">
                  <c:v>117.37746</c:v>
                </c:pt>
                <c:pt idx="7241">
                  <c:v>117.41358</c:v>
                </c:pt>
                <c:pt idx="7242">
                  <c:v>117.48851999999999</c:v>
                </c:pt>
                <c:pt idx="7243">
                  <c:v>117.60526</c:v>
                </c:pt>
                <c:pt idx="7244">
                  <c:v>117.74651</c:v>
                </c:pt>
                <c:pt idx="7245">
                  <c:v>117.88789</c:v>
                </c:pt>
                <c:pt idx="7246">
                  <c:v>118.00501</c:v>
                </c:pt>
                <c:pt idx="7247">
                  <c:v>118.0904</c:v>
                </c:pt>
                <c:pt idx="7248">
                  <c:v>118.14626</c:v>
                </c:pt>
                <c:pt idx="7249">
                  <c:v>118.17552999999999</c:v>
                </c:pt>
                <c:pt idx="7250">
                  <c:v>118.20197</c:v>
                </c:pt>
                <c:pt idx="7251">
                  <c:v>118.23112</c:v>
                </c:pt>
                <c:pt idx="7252">
                  <c:v>118.25573</c:v>
                </c:pt>
                <c:pt idx="7253">
                  <c:v>118.28001</c:v>
                </c:pt>
                <c:pt idx="7254">
                  <c:v>118.31010000000001</c:v>
                </c:pt>
                <c:pt idx="7255">
                  <c:v>118.35380000000001</c:v>
                </c:pt>
                <c:pt idx="7256">
                  <c:v>118.40582000000001</c:v>
                </c:pt>
                <c:pt idx="7257">
                  <c:v>118.46062000000001</c:v>
                </c:pt>
                <c:pt idx="7258">
                  <c:v>118.52637</c:v>
                </c:pt>
                <c:pt idx="7259">
                  <c:v>118.58942999999999</c:v>
                </c:pt>
                <c:pt idx="7260">
                  <c:v>118.63683</c:v>
                </c:pt>
                <c:pt idx="7261">
                  <c:v>118.6841</c:v>
                </c:pt>
                <c:pt idx="7262">
                  <c:v>118.7225</c:v>
                </c:pt>
                <c:pt idx="7263">
                  <c:v>118.75648</c:v>
                </c:pt>
                <c:pt idx="7264">
                  <c:v>118.78004</c:v>
                </c:pt>
                <c:pt idx="7265">
                  <c:v>118.54794</c:v>
                </c:pt>
                <c:pt idx="7266">
                  <c:v>118.33541</c:v>
                </c:pt>
                <c:pt idx="7267">
                  <c:v>118.18922999999999</c:v>
                </c:pt>
                <c:pt idx="7268">
                  <c:v>118.10959</c:v>
                </c:pt>
                <c:pt idx="7269">
                  <c:v>118.04773</c:v>
                </c:pt>
                <c:pt idx="7270">
                  <c:v>117.95972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C42-4969-998E-E1E9F069F8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3818175"/>
        <c:axId val="583811935"/>
      </c:scatterChart>
      <c:valAx>
        <c:axId val="5838181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1935"/>
        <c:crosses val="autoZero"/>
        <c:crossBetween val="midCat"/>
      </c:valAx>
      <c:valAx>
        <c:axId val="5838119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dirty="0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817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'DL-Model'!$AN$1</c:f>
              <c:strCache>
                <c:ptCount val="1"/>
                <c:pt idx="0">
                  <c:v>T_sw_true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'DL-Model'!$AN$2:$AN$7272</c:f>
              <c:numCache>
                <c:formatCode>General</c:formatCode>
                <c:ptCount val="7271"/>
                <c:pt idx="0">
                  <c:v>38.895034790039098</c:v>
                </c:pt>
                <c:pt idx="1">
                  <c:v>38.907047271728501</c:v>
                </c:pt>
                <c:pt idx="2">
                  <c:v>38.928535461425803</c:v>
                </c:pt>
                <c:pt idx="3">
                  <c:v>38.931137084960902</c:v>
                </c:pt>
                <c:pt idx="4">
                  <c:v>38.897544860839801</c:v>
                </c:pt>
                <c:pt idx="5">
                  <c:v>38.886775970458999</c:v>
                </c:pt>
                <c:pt idx="6">
                  <c:v>38.835586547851598</c:v>
                </c:pt>
                <c:pt idx="7">
                  <c:v>38.839466094970703</c:v>
                </c:pt>
                <c:pt idx="8">
                  <c:v>38.804042816162102</c:v>
                </c:pt>
                <c:pt idx="9">
                  <c:v>38.864063262939503</c:v>
                </c:pt>
                <c:pt idx="10">
                  <c:v>38.960189819335902</c:v>
                </c:pt>
                <c:pt idx="11">
                  <c:v>39.0046195983887</c:v>
                </c:pt>
                <c:pt idx="12">
                  <c:v>39.067573547363303</c:v>
                </c:pt>
                <c:pt idx="13">
                  <c:v>39.109119415283203</c:v>
                </c:pt>
                <c:pt idx="14">
                  <c:v>39.204200744628899</c:v>
                </c:pt>
                <c:pt idx="15">
                  <c:v>39.275627136230497</c:v>
                </c:pt>
                <c:pt idx="16">
                  <c:v>39.257431030273402</c:v>
                </c:pt>
                <c:pt idx="17">
                  <c:v>39.319553375244098</c:v>
                </c:pt>
                <c:pt idx="18">
                  <c:v>39.373046875</c:v>
                </c:pt>
                <c:pt idx="19">
                  <c:v>39.391769409179702</c:v>
                </c:pt>
                <c:pt idx="20">
                  <c:v>39.417060852050803</c:v>
                </c:pt>
                <c:pt idx="21">
                  <c:v>39.431571960449197</c:v>
                </c:pt>
                <c:pt idx="22">
                  <c:v>39.436798095703097</c:v>
                </c:pt>
                <c:pt idx="23">
                  <c:v>39.436595916748097</c:v>
                </c:pt>
                <c:pt idx="24">
                  <c:v>39.442272186279297</c:v>
                </c:pt>
                <c:pt idx="25">
                  <c:v>39.445552825927699</c:v>
                </c:pt>
                <c:pt idx="26">
                  <c:v>39.447109222412102</c:v>
                </c:pt>
                <c:pt idx="27">
                  <c:v>39.448150634765597</c:v>
                </c:pt>
                <c:pt idx="28">
                  <c:v>39.448570251464801</c:v>
                </c:pt>
                <c:pt idx="29">
                  <c:v>39.440071105957003</c:v>
                </c:pt>
                <c:pt idx="30">
                  <c:v>39.442832946777301</c:v>
                </c:pt>
                <c:pt idx="31">
                  <c:v>39.442653656005902</c:v>
                </c:pt>
                <c:pt idx="32">
                  <c:v>39.43701171875</c:v>
                </c:pt>
                <c:pt idx="33">
                  <c:v>39.4437065124512</c:v>
                </c:pt>
                <c:pt idx="34">
                  <c:v>39.447879791259801</c:v>
                </c:pt>
                <c:pt idx="35">
                  <c:v>39.447635650634801</c:v>
                </c:pt>
                <c:pt idx="36">
                  <c:v>39.449535369873097</c:v>
                </c:pt>
                <c:pt idx="37">
                  <c:v>39.450077056884801</c:v>
                </c:pt>
                <c:pt idx="38">
                  <c:v>39.4510307312012</c:v>
                </c:pt>
                <c:pt idx="39">
                  <c:v>39.4516410827637</c:v>
                </c:pt>
                <c:pt idx="40">
                  <c:v>39.450477600097699</c:v>
                </c:pt>
                <c:pt idx="41">
                  <c:v>39.450618743896499</c:v>
                </c:pt>
                <c:pt idx="42">
                  <c:v>39.451431274414098</c:v>
                </c:pt>
                <c:pt idx="43">
                  <c:v>39.450309753417997</c:v>
                </c:pt>
                <c:pt idx="44">
                  <c:v>39.4511528015137</c:v>
                </c:pt>
                <c:pt idx="45">
                  <c:v>39.451705932617202</c:v>
                </c:pt>
                <c:pt idx="46">
                  <c:v>39.451988220214801</c:v>
                </c:pt>
                <c:pt idx="47">
                  <c:v>39.452133178710902</c:v>
                </c:pt>
                <c:pt idx="48">
                  <c:v>39.4522094726563</c:v>
                </c:pt>
                <c:pt idx="49">
                  <c:v>39.452247619628899</c:v>
                </c:pt>
                <c:pt idx="50">
                  <c:v>39.452266693115199</c:v>
                </c:pt>
                <c:pt idx="51">
                  <c:v>39.452274322509801</c:v>
                </c:pt>
                <c:pt idx="52">
                  <c:v>39.452281951904297</c:v>
                </c:pt>
                <c:pt idx="53">
                  <c:v>39.452281951904297</c:v>
                </c:pt>
                <c:pt idx="54">
                  <c:v>39.452285766601598</c:v>
                </c:pt>
                <c:pt idx="55">
                  <c:v>39.452285766601598</c:v>
                </c:pt>
                <c:pt idx="56">
                  <c:v>39.452285766601598</c:v>
                </c:pt>
                <c:pt idx="57">
                  <c:v>39.452285766601598</c:v>
                </c:pt>
                <c:pt idx="58">
                  <c:v>39.452285766601598</c:v>
                </c:pt>
                <c:pt idx="59">
                  <c:v>39.475929260253899</c:v>
                </c:pt>
                <c:pt idx="60">
                  <c:v>39.515403747558601</c:v>
                </c:pt>
                <c:pt idx="61">
                  <c:v>39.539688110351598</c:v>
                </c:pt>
                <c:pt idx="62">
                  <c:v>39.620918273925803</c:v>
                </c:pt>
                <c:pt idx="63">
                  <c:v>39.6213569641113</c:v>
                </c:pt>
                <c:pt idx="64">
                  <c:v>39.611869812011697</c:v>
                </c:pt>
                <c:pt idx="65">
                  <c:v>39.638187408447301</c:v>
                </c:pt>
                <c:pt idx="66">
                  <c:v>39.633918762207003</c:v>
                </c:pt>
                <c:pt idx="67">
                  <c:v>39.8236083984375</c:v>
                </c:pt>
                <c:pt idx="68">
                  <c:v>39.953239440917997</c:v>
                </c:pt>
                <c:pt idx="69">
                  <c:v>40.2606391906738</c:v>
                </c:pt>
                <c:pt idx="70">
                  <c:v>40.165611267089801</c:v>
                </c:pt>
                <c:pt idx="71">
                  <c:v>40.174179077148402</c:v>
                </c:pt>
                <c:pt idx="72">
                  <c:v>40.380016326904297</c:v>
                </c:pt>
                <c:pt idx="73">
                  <c:v>40.6438179016113</c:v>
                </c:pt>
                <c:pt idx="74">
                  <c:v>40.878646850585902</c:v>
                </c:pt>
                <c:pt idx="75">
                  <c:v>40.992671966552699</c:v>
                </c:pt>
                <c:pt idx="76">
                  <c:v>40.944412231445298</c:v>
                </c:pt>
                <c:pt idx="77">
                  <c:v>41.085277557373097</c:v>
                </c:pt>
                <c:pt idx="78">
                  <c:v>41.222625732421903</c:v>
                </c:pt>
                <c:pt idx="79">
                  <c:v>41.408535003662102</c:v>
                </c:pt>
                <c:pt idx="80">
                  <c:v>41.588592529296903</c:v>
                </c:pt>
                <c:pt idx="81">
                  <c:v>41.732173919677699</c:v>
                </c:pt>
                <c:pt idx="82">
                  <c:v>41.861865997314503</c:v>
                </c:pt>
                <c:pt idx="83">
                  <c:v>41.947269439697301</c:v>
                </c:pt>
                <c:pt idx="84">
                  <c:v>41.927528381347699</c:v>
                </c:pt>
                <c:pt idx="85">
                  <c:v>41.894542694091797</c:v>
                </c:pt>
                <c:pt idx="86">
                  <c:v>42.046546936035199</c:v>
                </c:pt>
                <c:pt idx="87">
                  <c:v>42.0582275390625</c:v>
                </c:pt>
                <c:pt idx="88">
                  <c:v>42.074066162109403</c:v>
                </c:pt>
                <c:pt idx="89">
                  <c:v>42.200645446777301</c:v>
                </c:pt>
                <c:pt idx="90">
                  <c:v>42.472915649414098</c:v>
                </c:pt>
                <c:pt idx="91">
                  <c:v>42.596992492675803</c:v>
                </c:pt>
                <c:pt idx="92">
                  <c:v>42.646141052246101</c:v>
                </c:pt>
                <c:pt idx="93">
                  <c:v>42.727455139160199</c:v>
                </c:pt>
                <c:pt idx="94">
                  <c:v>42.828182220458999</c:v>
                </c:pt>
                <c:pt idx="95">
                  <c:v>42.934597015380902</c:v>
                </c:pt>
                <c:pt idx="96">
                  <c:v>42.933799743652301</c:v>
                </c:pt>
                <c:pt idx="97">
                  <c:v>42.966548919677699</c:v>
                </c:pt>
                <c:pt idx="98">
                  <c:v>43.052608489990199</c:v>
                </c:pt>
                <c:pt idx="99">
                  <c:v>43.215633392333999</c:v>
                </c:pt>
                <c:pt idx="100">
                  <c:v>43.349857330322301</c:v>
                </c:pt>
                <c:pt idx="101">
                  <c:v>43.438758850097699</c:v>
                </c:pt>
                <c:pt idx="102">
                  <c:v>43.474609375</c:v>
                </c:pt>
                <c:pt idx="103">
                  <c:v>43.504013061523402</c:v>
                </c:pt>
                <c:pt idx="104">
                  <c:v>43.528968811035199</c:v>
                </c:pt>
                <c:pt idx="105">
                  <c:v>43.633895874023402</c:v>
                </c:pt>
                <c:pt idx="106">
                  <c:v>43.592010498046903</c:v>
                </c:pt>
                <c:pt idx="107">
                  <c:v>43.612823486328097</c:v>
                </c:pt>
                <c:pt idx="108">
                  <c:v>43.642471313476598</c:v>
                </c:pt>
                <c:pt idx="109">
                  <c:v>43.599189758300803</c:v>
                </c:pt>
                <c:pt idx="110">
                  <c:v>43.5774536132813</c:v>
                </c:pt>
                <c:pt idx="111">
                  <c:v>43.576648712158203</c:v>
                </c:pt>
                <c:pt idx="112">
                  <c:v>43.571296691894503</c:v>
                </c:pt>
                <c:pt idx="113">
                  <c:v>43.565902709960902</c:v>
                </c:pt>
                <c:pt idx="114">
                  <c:v>43.664016723632798</c:v>
                </c:pt>
                <c:pt idx="115">
                  <c:v>43.794429779052699</c:v>
                </c:pt>
                <c:pt idx="116">
                  <c:v>43.751197814941399</c:v>
                </c:pt>
                <c:pt idx="117">
                  <c:v>43.953170776367202</c:v>
                </c:pt>
                <c:pt idx="118">
                  <c:v>44.095565795898402</c:v>
                </c:pt>
                <c:pt idx="119">
                  <c:v>44.2189331054688</c:v>
                </c:pt>
                <c:pt idx="120">
                  <c:v>44.291538238525398</c:v>
                </c:pt>
                <c:pt idx="121">
                  <c:v>44.344844818115199</c:v>
                </c:pt>
                <c:pt idx="122">
                  <c:v>44.236339569091797</c:v>
                </c:pt>
                <c:pt idx="123">
                  <c:v>44.171794891357401</c:v>
                </c:pt>
                <c:pt idx="124">
                  <c:v>44.310226440429702</c:v>
                </c:pt>
                <c:pt idx="125">
                  <c:v>44.448654174804702</c:v>
                </c:pt>
                <c:pt idx="126">
                  <c:v>44.5461616516113</c:v>
                </c:pt>
                <c:pt idx="127">
                  <c:v>44.584232330322301</c:v>
                </c:pt>
                <c:pt idx="128">
                  <c:v>44.720626831054702</c:v>
                </c:pt>
                <c:pt idx="129">
                  <c:v>44.861404418945298</c:v>
                </c:pt>
                <c:pt idx="130">
                  <c:v>45.076099395752003</c:v>
                </c:pt>
                <c:pt idx="131">
                  <c:v>45.338298797607401</c:v>
                </c:pt>
                <c:pt idx="132">
                  <c:v>45.359550476074197</c:v>
                </c:pt>
                <c:pt idx="133">
                  <c:v>45.580612182617202</c:v>
                </c:pt>
                <c:pt idx="134">
                  <c:v>45.753536224365199</c:v>
                </c:pt>
                <c:pt idx="135">
                  <c:v>45.859920501708999</c:v>
                </c:pt>
                <c:pt idx="136">
                  <c:v>45.896251678466797</c:v>
                </c:pt>
                <c:pt idx="137">
                  <c:v>45.9397583007813</c:v>
                </c:pt>
                <c:pt idx="138">
                  <c:v>45.962345123291001</c:v>
                </c:pt>
                <c:pt idx="139">
                  <c:v>46.1476860046387</c:v>
                </c:pt>
                <c:pt idx="140">
                  <c:v>46.855648040771499</c:v>
                </c:pt>
                <c:pt idx="141">
                  <c:v>47.682826995849602</c:v>
                </c:pt>
                <c:pt idx="142">
                  <c:v>48.402210235595703</c:v>
                </c:pt>
                <c:pt idx="143">
                  <c:v>48.790885925292997</c:v>
                </c:pt>
                <c:pt idx="144">
                  <c:v>49.028003692627003</c:v>
                </c:pt>
                <c:pt idx="145">
                  <c:v>49.415729522705099</c:v>
                </c:pt>
                <c:pt idx="146">
                  <c:v>49.961219787597699</c:v>
                </c:pt>
                <c:pt idx="147">
                  <c:v>50.381683349609403</c:v>
                </c:pt>
                <c:pt idx="148">
                  <c:v>50.868080139160199</c:v>
                </c:pt>
                <c:pt idx="149">
                  <c:v>51.371006011962898</c:v>
                </c:pt>
                <c:pt idx="150">
                  <c:v>51.869915008544901</c:v>
                </c:pt>
                <c:pt idx="151">
                  <c:v>52.308887481689503</c:v>
                </c:pt>
                <c:pt idx="152">
                  <c:v>52.667045593261697</c:v>
                </c:pt>
                <c:pt idx="153">
                  <c:v>53.109405517578097</c:v>
                </c:pt>
                <c:pt idx="154">
                  <c:v>53.532375335693402</c:v>
                </c:pt>
                <c:pt idx="155">
                  <c:v>53.854785919189503</c:v>
                </c:pt>
                <c:pt idx="156">
                  <c:v>54.366184234619098</c:v>
                </c:pt>
                <c:pt idx="157">
                  <c:v>54.807014465332003</c:v>
                </c:pt>
                <c:pt idx="158">
                  <c:v>55.2845268249512</c:v>
                </c:pt>
                <c:pt idx="159">
                  <c:v>55.584339141845703</c:v>
                </c:pt>
                <c:pt idx="160">
                  <c:v>55.820259094238303</c:v>
                </c:pt>
                <c:pt idx="161">
                  <c:v>56.048408508300803</c:v>
                </c:pt>
                <c:pt idx="162">
                  <c:v>56.250720977783203</c:v>
                </c:pt>
                <c:pt idx="163">
                  <c:v>56.453834533691399</c:v>
                </c:pt>
                <c:pt idx="164">
                  <c:v>56.600021362304702</c:v>
                </c:pt>
                <c:pt idx="165">
                  <c:v>56.764125823974602</c:v>
                </c:pt>
                <c:pt idx="166">
                  <c:v>57.0853080749512</c:v>
                </c:pt>
                <c:pt idx="167">
                  <c:v>57.207897186279297</c:v>
                </c:pt>
                <c:pt idx="168">
                  <c:v>57.314151763916001</c:v>
                </c:pt>
                <c:pt idx="169">
                  <c:v>57.385063171386697</c:v>
                </c:pt>
                <c:pt idx="170">
                  <c:v>57.4268608093262</c:v>
                </c:pt>
                <c:pt idx="171">
                  <c:v>57.498405456542997</c:v>
                </c:pt>
                <c:pt idx="172">
                  <c:v>57.496730804443402</c:v>
                </c:pt>
                <c:pt idx="173">
                  <c:v>57.538063049316399</c:v>
                </c:pt>
                <c:pt idx="174">
                  <c:v>57.6376762390137</c:v>
                </c:pt>
                <c:pt idx="175">
                  <c:v>57.700870513916001</c:v>
                </c:pt>
                <c:pt idx="176">
                  <c:v>57.843227386474602</c:v>
                </c:pt>
                <c:pt idx="177">
                  <c:v>57.933807373046903</c:v>
                </c:pt>
                <c:pt idx="178">
                  <c:v>58.010013580322301</c:v>
                </c:pt>
                <c:pt idx="179">
                  <c:v>57.986679077148402</c:v>
                </c:pt>
                <c:pt idx="180">
                  <c:v>58.064205169677699</c:v>
                </c:pt>
                <c:pt idx="181">
                  <c:v>58.180816650390597</c:v>
                </c:pt>
                <c:pt idx="182">
                  <c:v>58.253574371337898</c:v>
                </c:pt>
                <c:pt idx="183">
                  <c:v>58.186100006103501</c:v>
                </c:pt>
                <c:pt idx="184">
                  <c:v>58.118366241455099</c:v>
                </c:pt>
                <c:pt idx="185">
                  <c:v>58.008975982666001</c:v>
                </c:pt>
                <c:pt idx="186">
                  <c:v>58.087497711181598</c:v>
                </c:pt>
                <c:pt idx="187">
                  <c:v>58.1802368164063</c:v>
                </c:pt>
                <c:pt idx="188">
                  <c:v>58.243724822998097</c:v>
                </c:pt>
                <c:pt idx="189">
                  <c:v>58.263046264648402</c:v>
                </c:pt>
                <c:pt idx="190">
                  <c:v>58.297164916992202</c:v>
                </c:pt>
                <c:pt idx="191">
                  <c:v>58.090114593505902</c:v>
                </c:pt>
                <c:pt idx="192">
                  <c:v>57.998207092285199</c:v>
                </c:pt>
                <c:pt idx="193">
                  <c:v>57.871295928955099</c:v>
                </c:pt>
                <c:pt idx="194">
                  <c:v>57.956222534179702</c:v>
                </c:pt>
                <c:pt idx="195">
                  <c:v>57.922985076904297</c:v>
                </c:pt>
                <c:pt idx="196">
                  <c:v>57.925716400146499</c:v>
                </c:pt>
                <c:pt idx="197">
                  <c:v>58.0260620117188</c:v>
                </c:pt>
                <c:pt idx="198">
                  <c:v>57.9630737304688</c:v>
                </c:pt>
                <c:pt idx="199">
                  <c:v>58.194911956787102</c:v>
                </c:pt>
                <c:pt idx="200">
                  <c:v>58.339954376220703</c:v>
                </c:pt>
                <c:pt idx="201">
                  <c:v>58.426673889160199</c:v>
                </c:pt>
                <c:pt idx="202">
                  <c:v>58.553310394287102</c:v>
                </c:pt>
                <c:pt idx="203">
                  <c:v>58.769218444824197</c:v>
                </c:pt>
                <c:pt idx="204">
                  <c:v>59.019729614257798</c:v>
                </c:pt>
                <c:pt idx="205">
                  <c:v>59.582714080810597</c:v>
                </c:pt>
                <c:pt idx="206">
                  <c:v>59.902626037597699</c:v>
                </c:pt>
                <c:pt idx="207">
                  <c:v>60.056396484375</c:v>
                </c:pt>
                <c:pt idx="208">
                  <c:v>60.334873199462898</c:v>
                </c:pt>
                <c:pt idx="209">
                  <c:v>60.500343322753899</c:v>
                </c:pt>
                <c:pt idx="210">
                  <c:v>60.600208282470703</c:v>
                </c:pt>
                <c:pt idx="211">
                  <c:v>60.829898834228501</c:v>
                </c:pt>
                <c:pt idx="212">
                  <c:v>61.213539123535199</c:v>
                </c:pt>
                <c:pt idx="213">
                  <c:v>61.615779876708999</c:v>
                </c:pt>
                <c:pt idx="214">
                  <c:v>61.6769828796387</c:v>
                </c:pt>
                <c:pt idx="215">
                  <c:v>61.96923828125</c:v>
                </c:pt>
                <c:pt idx="216">
                  <c:v>62.178874969482401</c:v>
                </c:pt>
                <c:pt idx="217">
                  <c:v>62.322723388671903</c:v>
                </c:pt>
                <c:pt idx="218">
                  <c:v>62.505233764648402</c:v>
                </c:pt>
                <c:pt idx="219">
                  <c:v>62.726348876953097</c:v>
                </c:pt>
                <c:pt idx="220">
                  <c:v>62.938510894775398</c:v>
                </c:pt>
                <c:pt idx="221">
                  <c:v>63.353206634521499</c:v>
                </c:pt>
                <c:pt idx="222">
                  <c:v>63.557918548583999</c:v>
                </c:pt>
                <c:pt idx="223">
                  <c:v>63.540458679199197</c:v>
                </c:pt>
                <c:pt idx="224">
                  <c:v>63.754554748535199</c:v>
                </c:pt>
                <c:pt idx="225">
                  <c:v>63.871158599853501</c:v>
                </c:pt>
                <c:pt idx="226">
                  <c:v>63.897796630859403</c:v>
                </c:pt>
                <c:pt idx="227">
                  <c:v>63.952667236328097</c:v>
                </c:pt>
                <c:pt idx="228">
                  <c:v>63.980339050292997</c:v>
                </c:pt>
                <c:pt idx="229">
                  <c:v>63.989566802978501</c:v>
                </c:pt>
                <c:pt idx="230">
                  <c:v>63.971683502197301</c:v>
                </c:pt>
                <c:pt idx="231">
                  <c:v>63.9452934265137</c:v>
                </c:pt>
                <c:pt idx="232">
                  <c:v>63.793697357177699</c:v>
                </c:pt>
                <c:pt idx="233">
                  <c:v>63.770927429199197</c:v>
                </c:pt>
                <c:pt idx="234">
                  <c:v>63.692234039306598</c:v>
                </c:pt>
                <c:pt idx="235">
                  <c:v>63.6017456054688</c:v>
                </c:pt>
                <c:pt idx="236">
                  <c:v>63.491497039794901</c:v>
                </c:pt>
                <c:pt idx="237">
                  <c:v>63.528148651123097</c:v>
                </c:pt>
                <c:pt idx="238">
                  <c:v>63.3724174499512</c:v>
                </c:pt>
                <c:pt idx="239">
                  <c:v>63.185680389404297</c:v>
                </c:pt>
                <c:pt idx="240">
                  <c:v>63.0633354187012</c:v>
                </c:pt>
                <c:pt idx="241">
                  <c:v>62.9957885742188</c:v>
                </c:pt>
                <c:pt idx="242">
                  <c:v>62.879108428955099</c:v>
                </c:pt>
                <c:pt idx="243">
                  <c:v>62.747467041015597</c:v>
                </c:pt>
                <c:pt idx="244">
                  <c:v>62.6434936523438</c:v>
                </c:pt>
                <c:pt idx="245">
                  <c:v>62.560272216796903</c:v>
                </c:pt>
                <c:pt idx="246">
                  <c:v>62.461360931396499</c:v>
                </c:pt>
                <c:pt idx="247">
                  <c:v>62.327262878417997</c:v>
                </c:pt>
                <c:pt idx="248">
                  <c:v>62.257389068603501</c:v>
                </c:pt>
                <c:pt idx="249">
                  <c:v>62.220954895019503</c:v>
                </c:pt>
                <c:pt idx="250">
                  <c:v>62.165416717529297</c:v>
                </c:pt>
                <c:pt idx="251">
                  <c:v>62.100013732910199</c:v>
                </c:pt>
                <c:pt idx="252">
                  <c:v>62.137042999267599</c:v>
                </c:pt>
                <c:pt idx="253">
                  <c:v>62.097476959228501</c:v>
                </c:pt>
                <c:pt idx="254">
                  <c:v>61.947635650634801</c:v>
                </c:pt>
                <c:pt idx="255">
                  <c:v>61.822196960449197</c:v>
                </c:pt>
                <c:pt idx="256">
                  <c:v>61.720809936523402</c:v>
                </c:pt>
                <c:pt idx="257">
                  <c:v>61.685337066650398</c:v>
                </c:pt>
                <c:pt idx="258">
                  <c:v>61.5789794921875</c:v>
                </c:pt>
                <c:pt idx="259">
                  <c:v>61.482696533203097</c:v>
                </c:pt>
                <c:pt idx="260">
                  <c:v>61.402641296386697</c:v>
                </c:pt>
                <c:pt idx="261">
                  <c:v>61.403675079345703</c:v>
                </c:pt>
                <c:pt idx="262">
                  <c:v>61.285308837890597</c:v>
                </c:pt>
                <c:pt idx="263">
                  <c:v>61.169853210449197</c:v>
                </c:pt>
                <c:pt idx="264">
                  <c:v>61.079833984375</c:v>
                </c:pt>
                <c:pt idx="265">
                  <c:v>60.957324981689503</c:v>
                </c:pt>
                <c:pt idx="266">
                  <c:v>60.940322875976598</c:v>
                </c:pt>
                <c:pt idx="267">
                  <c:v>60.882881164550803</c:v>
                </c:pt>
                <c:pt idx="268">
                  <c:v>60.743721008300803</c:v>
                </c:pt>
                <c:pt idx="269">
                  <c:v>60.700099945068402</c:v>
                </c:pt>
                <c:pt idx="270">
                  <c:v>60.686122894287102</c:v>
                </c:pt>
                <c:pt idx="271">
                  <c:v>60.702407836914098</c:v>
                </c:pt>
                <c:pt idx="272">
                  <c:v>60.687503814697301</c:v>
                </c:pt>
                <c:pt idx="273">
                  <c:v>60.705432891845703</c:v>
                </c:pt>
                <c:pt idx="274">
                  <c:v>60.714073181152301</c:v>
                </c:pt>
                <c:pt idx="275">
                  <c:v>60.749832153320298</c:v>
                </c:pt>
                <c:pt idx="276">
                  <c:v>60.738239288330099</c:v>
                </c:pt>
                <c:pt idx="277">
                  <c:v>60.741626739502003</c:v>
                </c:pt>
                <c:pt idx="278">
                  <c:v>60.867424011230497</c:v>
                </c:pt>
                <c:pt idx="279">
                  <c:v>60.786891937255902</c:v>
                </c:pt>
                <c:pt idx="280">
                  <c:v>60.922210693359403</c:v>
                </c:pt>
                <c:pt idx="281">
                  <c:v>60.995937347412102</c:v>
                </c:pt>
                <c:pt idx="282">
                  <c:v>60.909557342529297</c:v>
                </c:pt>
                <c:pt idx="283">
                  <c:v>61.152145385742202</c:v>
                </c:pt>
                <c:pt idx="284">
                  <c:v>61.292892456054702</c:v>
                </c:pt>
                <c:pt idx="285">
                  <c:v>61.636428833007798</c:v>
                </c:pt>
                <c:pt idx="286">
                  <c:v>61.704761505127003</c:v>
                </c:pt>
                <c:pt idx="287">
                  <c:v>61.861114501953097</c:v>
                </c:pt>
                <c:pt idx="288">
                  <c:v>62.121017456054702</c:v>
                </c:pt>
                <c:pt idx="289">
                  <c:v>62.359546661377003</c:v>
                </c:pt>
                <c:pt idx="290">
                  <c:v>62.742378234863303</c:v>
                </c:pt>
                <c:pt idx="291">
                  <c:v>63.235198974609403</c:v>
                </c:pt>
                <c:pt idx="292">
                  <c:v>63.5554008483887</c:v>
                </c:pt>
                <c:pt idx="293">
                  <c:v>63.836765289306598</c:v>
                </c:pt>
                <c:pt idx="294">
                  <c:v>64.026687622070298</c:v>
                </c:pt>
                <c:pt idx="295">
                  <c:v>64.512977600097699</c:v>
                </c:pt>
                <c:pt idx="296">
                  <c:v>64.870635986328097</c:v>
                </c:pt>
                <c:pt idx="297">
                  <c:v>65.128257751464801</c:v>
                </c:pt>
                <c:pt idx="298">
                  <c:v>65.327323913574205</c:v>
                </c:pt>
                <c:pt idx="299">
                  <c:v>65.427200317382798</c:v>
                </c:pt>
                <c:pt idx="300">
                  <c:v>65.500511169433594</c:v>
                </c:pt>
                <c:pt idx="301">
                  <c:v>65.543006896972699</c:v>
                </c:pt>
                <c:pt idx="302">
                  <c:v>65.563980102539105</c:v>
                </c:pt>
                <c:pt idx="303">
                  <c:v>65.575592041015597</c:v>
                </c:pt>
                <c:pt idx="304">
                  <c:v>65.581550598144503</c:v>
                </c:pt>
                <c:pt idx="305">
                  <c:v>65.583770751953097</c:v>
                </c:pt>
                <c:pt idx="306">
                  <c:v>65.58447265625</c:v>
                </c:pt>
                <c:pt idx="307">
                  <c:v>65.581146240234403</c:v>
                </c:pt>
                <c:pt idx="308">
                  <c:v>65.559074401855497</c:v>
                </c:pt>
                <c:pt idx="309">
                  <c:v>65.538581848144503</c:v>
                </c:pt>
                <c:pt idx="310">
                  <c:v>65.464302062988295</c:v>
                </c:pt>
                <c:pt idx="311">
                  <c:v>65.358901977539105</c:v>
                </c:pt>
                <c:pt idx="312">
                  <c:v>65.238677978515597</c:v>
                </c:pt>
                <c:pt idx="313">
                  <c:v>65.093971252441406</c:v>
                </c:pt>
                <c:pt idx="314">
                  <c:v>64.962097167968807</c:v>
                </c:pt>
                <c:pt idx="315">
                  <c:v>64.827941894531307</c:v>
                </c:pt>
                <c:pt idx="316">
                  <c:v>64.684509277343807</c:v>
                </c:pt>
                <c:pt idx="317">
                  <c:v>64.524497985839801</c:v>
                </c:pt>
                <c:pt idx="318">
                  <c:v>64.408103942871094</c:v>
                </c:pt>
                <c:pt idx="319">
                  <c:v>64.260795593261705</c:v>
                </c:pt>
                <c:pt idx="320">
                  <c:v>64.163162231445298</c:v>
                </c:pt>
                <c:pt idx="321">
                  <c:v>64.093490600585895</c:v>
                </c:pt>
                <c:pt idx="322">
                  <c:v>63.978500366210902</c:v>
                </c:pt>
                <c:pt idx="323">
                  <c:v>63.765144348144503</c:v>
                </c:pt>
                <c:pt idx="324">
                  <c:v>63.570747375488303</c:v>
                </c:pt>
                <c:pt idx="325">
                  <c:v>63.378849029541001</c:v>
                </c:pt>
                <c:pt idx="326">
                  <c:v>63.212043762207003</c:v>
                </c:pt>
                <c:pt idx="327">
                  <c:v>63.081745147705099</c:v>
                </c:pt>
                <c:pt idx="328">
                  <c:v>62.9301948547363</c:v>
                </c:pt>
                <c:pt idx="329">
                  <c:v>62.783123016357401</c:v>
                </c:pt>
                <c:pt idx="330">
                  <c:v>62.652084350585902</c:v>
                </c:pt>
                <c:pt idx="331">
                  <c:v>62.560684204101598</c:v>
                </c:pt>
                <c:pt idx="332">
                  <c:v>62.497463226318402</c:v>
                </c:pt>
                <c:pt idx="333">
                  <c:v>62.384971618652301</c:v>
                </c:pt>
                <c:pt idx="334">
                  <c:v>62.314792633056598</c:v>
                </c:pt>
                <c:pt idx="335">
                  <c:v>62.259559631347699</c:v>
                </c:pt>
                <c:pt idx="336">
                  <c:v>62.100421905517599</c:v>
                </c:pt>
                <c:pt idx="337">
                  <c:v>61.939910888671903</c:v>
                </c:pt>
                <c:pt idx="338">
                  <c:v>61.821979522705099</c:v>
                </c:pt>
                <c:pt idx="339">
                  <c:v>61.7512016296387</c:v>
                </c:pt>
                <c:pt idx="340">
                  <c:v>61.587741851806598</c:v>
                </c:pt>
                <c:pt idx="341">
                  <c:v>61.404487609863303</c:v>
                </c:pt>
                <c:pt idx="342">
                  <c:v>61.297061920166001</c:v>
                </c:pt>
                <c:pt idx="343">
                  <c:v>61.278984069824197</c:v>
                </c:pt>
                <c:pt idx="344">
                  <c:v>61.268802642822301</c:v>
                </c:pt>
                <c:pt idx="345">
                  <c:v>61.106807708740199</c:v>
                </c:pt>
                <c:pt idx="346">
                  <c:v>60.921890258789098</c:v>
                </c:pt>
                <c:pt idx="347">
                  <c:v>60.887786865234403</c:v>
                </c:pt>
                <c:pt idx="348">
                  <c:v>60.801826477050803</c:v>
                </c:pt>
                <c:pt idx="349">
                  <c:v>60.812831878662102</c:v>
                </c:pt>
                <c:pt idx="350">
                  <c:v>60.680229187011697</c:v>
                </c:pt>
                <c:pt idx="351">
                  <c:v>60.625724792480497</c:v>
                </c:pt>
                <c:pt idx="352">
                  <c:v>60.889446258544901</c:v>
                </c:pt>
                <c:pt idx="353">
                  <c:v>61.0758247375488</c:v>
                </c:pt>
                <c:pt idx="354">
                  <c:v>61.280574798583999</c:v>
                </c:pt>
                <c:pt idx="355">
                  <c:v>61.6090698242188</c:v>
                </c:pt>
                <c:pt idx="356">
                  <c:v>61.958877563476598</c:v>
                </c:pt>
                <c:pt idx="357">
                  <c:v>62.196018218994098</c:v>
                </c:pt>
                <c:pt idx="358">
                  <c:v>62.445682525634801</c:v>
                </c:pt>
                <c:pt idx="359">
                  <c:v>62.744155883789098</c:v>
                </c:pt>
                <c:pt idx="360">
                  <c:v>63.032135009765597</c:v>
                </c:pt>
                <c:pt idx="361">
                  <c:v>63.266063690185597</c:v>
                </c:pt>
                <c:pt idx="362">
                  <c:v>63.322811126708999</c:v>
                </c:pt>
                <c:pt idx="363">
                  <c:v>63.527809143066399</c:v>
                </c:pt>
                <c:pt idx="364">
                  <c:v>63.81591796875</c:v>
                </c:pt>
                <c:pt idx="365">
                  <c:v>63.919181823730497</c:v>
                </c:pt>
                <c:pt idx="366">
                  <c:v>64.016731262207003</c:v>
                </c:pt>
                <c:pt idx="367">
                  <c:v>64.173355102539105</c:v>
                </c:pt>
                <c:pt idx="368">
                  <c:v>64.299484252929702</c:v>
                </c:pt>
                <c:pt idx="369">
                  <c:v>64.322998046875</c:v>
                </c:pt>
                <c:pt idx="370">
                  <c:v>64.56982421875</c:v>
                </c:pt>
                <c:pt idx="371">
                  <c:v>64.755897521972699</c:v>
                </c:pt>
                <c:pt idx="372">
                  <c:v>65.019447326660199</c:v>
                </c:pt>
                <c:pt idx="373">
                  <c:v>65.291709899902301</c:v>
                </c:pt>
                <c:pt idx="374">
                  <c:v>65.438407897949205</c:v>
                </c:pt>
                <c:pt idx="375">
                  <c:v>65.519668579101605</c:v>
                </c:pt>
                <c:pt idx="376">
                  <c:v>65.556350708007798</c:v>
                </c:pt>
                <c:pt idx="377">
                  <c:v>65.646011352539105</c:v>
                </c:pt>
                <c:pt idx="378">
                  <c:v>65.7642822265625</c:v>
                </c:pt>
                <c:pt idx="379">
                  <c:v>65.989097595214801</c:v>
                </c:pt>
                <c:pt idx="380">
                  <c:v>66.264266967773395</c:v>
                </c:pt>
                <c:pt idx="381">
                  <c:v>66.331886291503906</c:v>
                </c:pt>
                <c:pt idx="382">
                  <c:v>66.728019714355497</c:v>
                </c:pt>
                <c:pt idx="383">
                  <c:v>67.047828674316406</c:v>
                </c:pt>
                <c:pt idx="384">
                  <c:v>67.252967834472699</c:v>
                </c:pt>
                <c:pt idx="385">
                  <c:v>67.558326721191406</c:v>
                </c:pt>
                <c:pt idx="386">
                  <c:v>67.722251892089801</c:v>
                </c:pt>
                <c:pt idx="387">
                  <c:v>68.022254943847699</c:v>
                </c:pt>
                <c:pt idx="388">
                  <c:v>68.212013244628906</c:v>
                </c:pt>
                <c:pt idx="389">
                  <c:v>68.596168518066406</c:v>
                </c:pt>
                <c:pt idx="390">
                  <c:v>68.817893981933594</c:v>
                </c:pt>
                <c:pt idx="391">
                  <c:v>68.890731811523395</c:v>
                </c:pt>
                <c:pt idx="392">
                  <c:v>68.999763488769503</c:v>
                </c:pt>
                <c:pt idx="393">
                  <c:v>69.066764831542997</c:v>
                </c:pt>
                <c:pt idx="394">
                  <c:v>69.142768859863295</c:v>
                </c:pt>
                <c:pt idx="395">
                  <c:v>69.127525329589801</c:v>
                </c:pt>
                <c:pt idx="396">
                  <c:v>69.120651245117202</c:v>
                </c:pt>
                <c:pt idx="397">
                  <c:v>69.156524658203097</c:v>
                </c:pt>
                <c:pt idx="398">
                  <c:v>69.250602722167997</c:v>
                </c:pt>
                <c:pt idx="399">
                  <c:v>69.318710327148395</c:v>
                </c:pt>
                <c:pt idx="400">
                  <c:v>69.391311645507798</c:v>
                </c:pt>
                <c:pt idx="401">
                  <c:v>69.408432006835895</c:v>
                </c:pt>
                <c:pt idx="402">
                  <c:v>69.379501342773395</c:v>
                </c:pt>
                <c:pt idx="403">
                  <c:v>69.498954772949205</c:v>
                </c:pt>
                <c:pt idx="404">
                  <c:v>69.464584350585895</c:v>
                </c:pt>
                <c:pt idx="405">
                  <c:v>69.549598693847699</c:v>
                </c:pt>
                <c:pt idx="406">
                  <c:v>69.534065246582003</c:v>
                </c:pt>
                <c:pt idx="407">
                  <c:v>69.355331420898395</c:v>
                </c:pt>
                <c:pt idx="408">
                  <c:v>69.260490417480497</c:v>
                </c:pt>
                <c:pt idx="409">
                  <c:v>69.210693359375</c:v>
                </c:pt>
                <c:pt idx="410">
                  <c:v>69.183235168457003</c:v>
                </c:pt>
                <c:pt idx="411">
                  <c:v>69.160308837890597</c:v>
                </c:pt>
                <c:pt idx="412">
                  <c:v>69.068786621093807</c:v>
                </c:pt>
                <c:pt idx="413">
                  <c:v>69.080787658691406</c:v>
                </c:pt>
                <c:pt idx="414">
                  <c:v>69.067413330078097</c:v>
                </c:pt>
                <c:pt idx="415">
                  <c:v>69.200843811035199</c:v>
                </c:pt>
                <c:pt idx="416">
                  <c:v>69.229560852050795</c:v>
                </c:pt>
                <c:pt idx="417">
                  <c:v>69.540390014648395</c:v>
                </c:pt>
                <c:pt idx="418">
                  <c:v>69.844169616699205</c:v>
                </c:pt>
                <c:pt idx="419">
                  <c:v>70.103492736816406</c:v>
                </c:pt>
                <c:pt idx="420">
                  <c:v>70.348030090332003</c:v>
                </c:pt>
                <c:pt idx="421">
                  <c:v>70.552070617675795</c:v>
                </c:pt>
                <c:pt idx="422">
                  <c:v>70.827087402343807</c:v>
                </c:pt>
                <c:pt idx="423">
                  <c:v>71.036216735839801</c:v>
                </c:pt>
                <c:pt idx="424">
                  <c:v>71.144302368164105</c:v>
                </c:pt>
                <c:pt idx="425">
                  <c:v>71.314064025878906</c:v>
                </c:pt>
                <c:pt idx="426">
                  <c:v>71.398727416992202</c:v>
                </c:pt>
                <c:pt idx="427">
                  <c:v>71.493324279785199</c:v>
                </c:pt>
                <c:pt idx="428">
                  <c:v>71.595062255859403</c:v>
                </c:pt>
                <c:pt idx="429">
                  <c:v>71.623603820800795</c:v>
                </c:pt>
                <c:pt idx="430">
                  <c:v>71.526260375976605</c:v>
                </c:pt>
                <c:pt idx="431">
                  <c:v>71.471031188964801</c:v>
                </c:pt>
                <c:pt idx="432">
                  <c:v>71.405105590820298</c:v>
                </c:pt>
                <c:pt idx="433">
                  <c:v>71.352577209472699</c:v>
                </c:pt>
                <c:pt idx="434">
                  <c:v>71.225433349609403</c:v>
                </c:pt>
                <c:pt idx="435">
                  <c:v>71.005783081054702</c:v>
                </c:pt>
                <c:pt idx="436">
                  <c:v>70.826240539550795</c:v>
                </c:pt>
                <c:pt idx="437">
                  <c:v>70.738990783691406</c:v>
                </c:pt>
                <c:pt idx="438">
                  <c:v>70.643424987792997</c:v>
                </c:pt>
                <c:pt idx="439">
                  <c:v>70.589035034179702</c:v>
                </c:pt>
                <c:pt idx="440">
                  <c:v>70.515396118164105</c:v>
                </c:pt>
                <c:pt idx="441">
                  <c:v>70.310310363769503</c:v>
                </c:pt>
                <c:pt idx="442">
                  <c:v>70.038909912109403</c:v>
                </c:pt>
                <c:pt idx="443">
                  <c:v>69.8349609375</c:v>
                </c:pt>
                <c:pt idx="444">
                  <c:v>69.614120483398395</c:v>
                </c:pt>
                <c:pt idx="445">
                  <c:v>69.461463928222699</c:v>
                </c:pt>
                <c:pt idx="446">
                  <c:v>69.279296875</c:v>
                </c:pt>
                <c:pt idx="447">
                  <c:v>69.153343200683594</c:v>
                </c:pt>
                <c:pt idx="448">
                  <c:v>69.061660766601605</c:v>
                </c:pt>
                <c:pt idx="449">
                  <c:v>69.008628845214801</c:v>
                </c:pt>
                <c:pt idx="450">
                  <c:v>68.956771850585895</c:v>
                </c:pt>
                <c:pt idx="451">
                  <c:v>68.917938232421903</c:v>
                </c:pt>
                <c:pt idx="452">
                  <c:v>68.832122802734403</c:v>
                </c:pt>
                <c:pt idx="453">
                  <c:v>68.632987976074205</c:v>
                </c:pt>
                <c:pt idx="454">
                  <c:v>68.386474609375</c:v>
                </c:pt>
                <c:pt idx="455">
                  <c:v>68.200752258300795</c:v>
                </c:pt>
                <c:pt idx="456">
                  <c:v>68.339340209960895</c:v>
                </c:pt>
                <c:pt idx="457">
                  <c:v>68.255233764648395</c:v>
                </c:pt>
                <c:pt idx="458">
                  <c:v>67.877899169921903</c:v>
                </c:pt>
                <c:pt idx="459">
                  <c:v>67.783744812011705</c:v>
                </c:pt>
                <c:pt idx="460">
                  <c:v>67.790763854980497</c:v>
                </c:pt>
                <c:pt idx="461">
                  <c:v>67.737045288085895</c:v>
                </c:pt>
                <c:pt idx="462">
                  <c:v>67.991256713867202</c:v>
                </c:pt>
                <c:pt idx="463">
                  <c:v>68.131919860839801</c:v>
                </c:pt>
                <c:pt idx="464">
                  <c:v>68.246551513671903</c:v>
                </c:pt>
                <c:pt idx="465">
                  <c:v>68.196884155273395</c:v>
                </c:pt>
                <c:pt idx="466">
                  <c:v>68.161338806152301</c:v>
                </c:pt>
                <c:pt idx="467">
                  <c:v>68.254455566406307</c:v>
                </c:pt>
                <c:pt idx="468">
                  <c:v>68.455863952636705</c:v>
                </c:pt>
                <c:pt idx="469">
                  <c:v>68.727645874023395</c:v>
                </c:pt>
                <c:pt idx="470">
                  <c:v>68.831443786621094</c:v>
                </c:pt>
                <c:pt idx="471">
                  <c:v>68.908119201660199</c:v>
                </c:pt>
                <c:pt idx="472">
                  <c:v>69.113250732421903</c:v>
                </c:pt>
                <c:pt idx="473">
                  <c:v>69.280838012695298</c:v>
                </c:pt>
                <c:pt idx="474">
                  <c:v>69.422683715820298</c:v>
                </c:pt>
                <c:pt idx="475">
                  <c:v>69.883399963378906</c:v>
                </c:pt>
                <c:pt idx="476">
                  <c:v>70.068656921386705</c:v>
                </c:pt>
                <c:pt idx="477">
                  <c:v>70.177688598632798</c:v>
                </c:pt>
                <c:pt idx="478">
                  <c:v>70.3212890625</c:v>
                </c:pt>
                <c:pt idx="479">
                  <c:v>70.304412841796903</c:v>
                </c:pt>
                <c:pt idx="480">
                  <c:v>70.094985961914105</c:v>
                </c:pt>
                <c:pt idx="481">
                  <c:v>69.908363342285199</c:v>
                </c:pt>
                <c:pt idx="482">
                  <c:v>69.787879943847699</c:v>
                </c:pt>
                <c:pt idx="483">
                  <c:v>69.702308654785199</c:v>
                </c:pt>
                <c:pt idx="484">
                  <c:v>69.651863098144503</c:v>
                </c:pt>
                <c:pt idx="485">
                  <c:v>69.485092163085895</c:v>
                </c:pt>
                <c:pt idx="486">
                  <c:v>69.480987548828097</c:v>
                </c:pt>
                <c:pt idx="487">
                  <c:v>69.279396057128906</c:v>
                </c:pt>
                <c:pt idx="488">
                  <c:v>69.327651977539105</c:v>
                </c:pt>
                <c:pt idx="489">
                  <c:v>69.366378784179702</c:v>
                </c:pt>
                <c:pt idx="490">
                  <c:v>69.386573791503906</c:v>
                </c:pt>
                <c:pt idx="491">
                  <c:v>69.438613891601605</c:v>
                </c:pt>
                <c:pt idx="492">
                  <c:v>69.497871398925795</c:v>
                </c:pt>
                <c:pt idx="493">
                  <c:v>69.819633483886705</c:v>
                </c:pt>
                <c:pt idx="494">
                  <c:v>70.162788391113295</c:v>
                </c:pt>
                <c:pt idx="495">
                  <c:v>70.376136779785199</c:v>
                </c:pt>
                <c:pt idx="496">
                  <c:v>70.477058410644503</c:v>
                </c:pt>
                <c:pt idx="497">
                  <c:v>70.562065124511705</c:v>
                </c:pt>
                <c:pt idx="498">
                  <c:v>70.754524230957003</c:v>
                </c:pt>
                <c:pt idx="499">
                  <c:v>71.042640686035199</c:v>
                </c:pt>
                <c:pt idx="500">
                  <c:v>71.3939208984375</c:v>
                </c:pt>
                <c:pt idx="501">
                  <c:v>71.386077880859403</c:v>
                </c:pt>
                <c:pt idx="502">
                  <c:v>71.573326110839801</c:v>
                </c:pt>
                <c:pt idx="503">
                  <c:v>71.763000488281307</c:v>
                </c:pt>
                <c:pt idx="504">
                  <c:v>71.892616271972699</c:v>
                </c:pt>
                <c:pt idx="505">
                  <c:v>71.989585876464801</c:v>
                </c:pt>
                <c:pt idx="506">
                  <c:v>72.053886413574205</c:v>
                </c:pt>
                <c:pt idx="507">
                  <c:v>72.086898803710895</c:v>
                </c:pt>
                <c:pt idx="508">
                  <c:v>72.103843688964801</c:v>
                </c:pt>
                <c:pt idx="509">
                  <c:v>72.112548828125</c:v>
                </c:pt>
                <c:pt idx="510">
                  <c:v>72.117019653320298</c:v>
                </c:pt>
                <c:pt idx="511">
                  <c:v>72.119308471679702</c:v>
                </c:pt>
                <c:pt idx="512">
                  <c:v>72.120491027832003</c:v>
                </c:pt>
                <c:pt idx="513">
                  <c:v>72.12109375</c:v>
                </c:pt>
                <c:pt idx="514">
                  <c:v>72.121406555175795</c:v>
                </c:pt>
                <c:pt idx="515">
                  <c:v>72.121559143066406</c:v>
                </c:pt>
                <c:pt idx="516">
                  <c:v>72.121643066406307</c:v>
                </c:pt>
                <c:pt idx="517">
                  <c:v>72.121688842773395</c:v>
                </c:pt>
                <c:pt idx="518">
                  <c:v>72.1217041015625</c:v>
                </c:pt>
                <c:pt idx="519">
                  <c:v>72.121719360351605</c:v>
                </c:pt>
                <c:pt idx="520">
                  <c:v>72.121726989746094</c:v>
                </c:pt>
                <c:pt idx="521">
                  <c:v>72.121726989746094</c:v>
                </c:pt>
                <c:pt idx="522">
                  <c:v>72.087516784667997</c:v>
                </c:pt>
                <c:pt idx="523">
                  <c:v>71.991340637207003</c:v>
                </c:pt>
                <c:pt idx="524">
                  <c:v>72.023551940917997</c:v>
                </c:pt>
                <c:pt idx="525">
                  <c:v>72.034248352050795</c:v>
                </c:pt>
                <c:pt idx="526">
                  <c:v>71.944374084472699</c:v>
                </c:pt>
                <c:pt idx="527">
                  <c:v>71.831047058105497</c:v>
                </c:pt>
                <c:pt idx="528">
                  <c:v>71.805488586425795</c:v>
                </c:pt>
                <c:pt idx="529">
                  <c:v>71.831863403320298</c:v>
                </c:pt>
                <c:pt idx="530">
                  <c:v>71.617218017578097</c:v>
                </c:pt>
                <c:pt idx="531">
                  <c:v>71.492851257324205</c:v>
                </c:pt>
                <c:pt idx="532">
                  <c:v>71.466873168945298</c:v>
                </c:pt>
                <c:pt idx="533">
                  <c:v>71.383827209472699</c:v>
                </c:pt>
                <c:pt idx="534">
                  <c:v>71.268592834472699</c:v>
                </c:pt>
                <c:pt idx="535">
                  <c:v>71.304695129394503</c:v>
                </c:pt>
                <c:pt idx="536">
                  <c:v>71.137596130371094</c:v>
                </c:pt>
                <c:pt idx="537">
                  <c:v>71.0614013671875</c:v>
                </c:pt>
                <c:pt idx="538">
                  <c:v>70.946220397949205</c:v>
                </c:pt>
                <c:pt idx="539">
                  <c:v>70.928955078125</c:v>
                </c:pt>
                <c:pt idx="540">
                  <c:v>70.924819946289105</c:v>
                </c:pt>
                <c:pt idx="541">
                  <c:v>70.810089111328097</c:v>
                </c:pt>
                <c:pt idx="542">
                  <c:v>70.686622619628906</c:v>
                </c:pt>
                <c:pt idx="543">
                  <c:v>70.609588623046903</c:v>
                </c:pt>
                <c:pt idx="544">
                  <c:v>70.578010559082003</c:v>
                </c:pt>
                <c:pt idx="545">
                  <c:v>70.565254211425795</c:v>
                </c:pt>
                <c:pt idx="546">
                  <c:v>70.520217895507798</c:v>
                </c:pt>
                <c:pt idx="547">
                  <c:v>70.395500183105497</c:v>
                </c:pt>
                <c:pt idx="548">
                  <c:v>70.320549011230497</c:v>
                </c:pt>
                <c:pt idx="549">
                  <c:v>70.0494384765625</c:v>
                </c:pt>
                <c:pt idx="550">
                  <c:v>69.8638916015625</c:v>
                </c:pt>
                <c:pt idx="551">
                  <c:v>69.583625793457003</c:v>
                </c:pt>
                <c:pt idx="552">
                  <c:v>69.411720275878906</c:v>
                </c:pt>
                <c:pt idx="553">
                  <c:v>69.319259643554702</c:v>
                </c:pt>
                <c:pt idx="554">
                  <c:v>69.230072021484403</c:v>
                </c:pt>
                <c:pt idx="555">
                  <c:v>69.141174316406307</c:v>
                </c:pt>
                <c:pt idx="556">
                  <c:v>69.066833496093807</c:v>
                </c:pt>
                <c:pt idx="557">
                  <c:v>68.992912292480497</c:v>
                </c:pt>
                <c:pt idx="558">
                  <c:v>68.950538635253906</c:v>
                </c:pt>
                <c:pt idx="559">
                  <c:v>68.929481506347699</c:v>
                </c:pt>
                <c:pt idx="560">
                  <c:v>68.863952636718807</c:v>
                </c:pt>
                <c:pt idx="561">
                  <c:v>68.677192687988295</c:v>
                </c:pt>
                <c:pt idx="562">
                  <c:v>68.487785339355497</c:v>
                </c:pt>
                <c:pt idx="563">
                  <c:v>68.246826171875</c:v>
                </c:pt>
                <c:pt idx="564">
                  <c:v>68.049545288085895</c:v>
                </c:pt>
                <c:pt idx="565">
                  <c:v>67.881271362304702</c:v>
                </c:pt>
                <c:pt idx="566">
                  <c:v>67.599792480468807</c:v>
                </c:pt>
                <c:pt idx="567">
                  <c:v>67.426689147949205</c:v>
                </c:pt>
                <c:pt idx="568">
                  <c:v>67.291030883789105</c:v>
                </c:pt>
                <c:pt idx="569">
                  <c:v>67.220115661621094</c:v>
                </c:pt>
                <c:pt idx="570">
                  <c:v>67.106712341308594</c:v>
                </c:pt>
                <c:pt idx="571">
                  <c:v>66.7818603515625</c:v>
                </c:pt>
                <c:pt idx="572">
                  <c:v>66.710784912109403</c:v>
                </c:pt>
                <c:pt idx="573">
                  <c:v>66.481765747070298</c:v>
                </c:pt>
                <c:pt idx="574">
                  <c:v>66.121902465820298</c:v>
                </c:pt>
                <c:pt idx="575">
                  <c:v>65.912727355957003</c:v>
                </c:pt>
                <c:pt idx="576">
                  <c:v>65.797691345214801</c:v>
                </c:pt>
                <c:pt idx="577">
                  <c:v>65.695587158203097</c:v>
                </c:pt>
                <c:pt idx="578">
                  <c:v>65.643157958984403</c:v>
                </c:pt>
                <c:pt idx="579">
                  <c:v>65.615280151367202</c:v>
                </c:pt>
                <c:pt idx="580">
                  <c:v>65.597381591796903</c:v>
                </c:pt>
                <c:pt idx="581">
                  <c:v>65.579635620117202</c:v>
                </c:pt>
                <c:pt idx="582">
                  <c:v>65.572166442871094</c:v>
                </c:pt>
                <c:pt idx="583">
                  <c:v>65.563232421875</c:v>
                </c:pt>
                <c:pt idx="584">
                  <c:v>65.409751892089801</c:v>
                </c:pt>
                <c:pt idx="585">
                  <c:v>65.293395996093807</c:v>
                </c:pt>
                <c:pt idx="586">
                  <c:v>65.215904235839801</c:v>
                </c:pt>
                <c:pt idx="587">
                  <c:v>65.117790222167997</c:v>
                </c:pt>
                <c:pt idx="588">
                  <c:v>64.969291687011705</c:v>
                </c:pt>
                <c:pt idx="589">
                  <c:v>64.882675170898395</c:v>
                </c:pt>
                <c:pt idx="590">
                  <c:v>64.674537658691406</c:v>
                </c:pt>
                <c:pt idx="591">
                  <c:v>64.556228637695298</c:v>
                </c:pt>
                <c:pt idx="592">
                  <c:v>64.3968505859375</c:v>
                </c:pt>
                <c:pt idx="593">
                  <c:v>64.237030029296903</c:v>
                </c:pt>
                <c:pt idx="594">
                  <c:v>64.166419982910199</c:v>
                </c:pt>
                <c:pt idx="595">
                  <c:v>64.097320556640597</c:v>
                </c:pt>
                <c:pt idx="596">
                  <c:v>64.069564819335895</c:v>
                </c:pt>
                <c:pt idx="597">
                  <c:v>64.044006347656307</c:v>
                </c:pt>
                <c:pt idx="598">
                  <c:v>64.008674621582003</c:v>
                </c:pt>
                <c:pt idx="599">
                  <c:v>64.002952575683594</c:v>
                </c:pt>
                <c:pt idx="600">
                  <c:v>64.025100708007798</c:v>
                </c:pt>
                <c:pt idx="601">
                  <c:v>63.999137878417997</c:v>
                </c:pt>
                <c:pt idx="602">
                  <c:v>64.006149291992202</c:v>
                </c:pt>
                <c:pt idx="603">
                  <c:v>63.993350982666001</c:v>
                </c:pt>
                <c:pt idx="604">
                  <c:v>64.110275268554702</c:v>
                </c:pt>
                <c:pt idx="605">
                  <c:v>64.231887817382798</c:v>
                </c:pt>
                <c:pt idx="606">
                  <c:v>64.365028381347699</c:v>
                </c:pt>
                <c:pt idx="607">
                  <c:v>64.684646606445298</c:v>
                </c:pt>
                <c:pt idx="608">
                  <c:v>64.844619750976605</c:v>
                </c:pt>
                <c:pt idx="609">
                  <c:v>64.814025878906307</c:v>
                </c:pt>
                <c:pt idx="610">
                  <c:v>64.967323303222699</c:v>
                </c:pt>
                <c:pt idx="611">
                  <c:v>65.072738647460895</c:v>
                </c:pt>
                <c:pt idx="612">
                  <c:v>65.126716613769503</c:v>
                </c:pt>
                <c:pt idx="613">
                  <c:v>65.137481689453097</c:v>
                </c:pt>
                <c:pt idx="614">
                  <c:v>65.339065551757798</c:v>
                </c:pt>
                <c:pt idx="615">
                  <c:v>65.448814392089801</c:v>
                </c:pt>
                <c:pt idx="616">
                  <c:v>65.496315002441406</c:v>
                </c:pt>
                <c:pt idx="617">
                  <c:v>65.443153381347699</c:v>
                </c:pt>
                <c:pt idx="618">
                  <c:v>65.501564025878906</c:v>
                </c:pt>
                <c:pt idx="619">
                  <c:v>65.542579650878906</c:v>
                </c:pt>
                <c:pt idx="620">
                  <c:v>65.851379394531307</c:v>
                </c:pt>
                <c:pt idx="621">
                  <c:v>66.191757202148395</c:v>
                </c:pt>
                <c:pt idx="622">
                  <c:v>66.403289794921903</c:v>
                </c:pt>
                <c:pt idx="623">
                  <c:v>66.979545593261705</c:v>
                </c:pt>
                <c:pt idx="624">
                  <c:v>67.314102172851605</c:v>
                </c:pt>
                <c:pt idx="625">
                  <c:v>67.432312011718807</c:v>
                </c:pt>
                <c:pt idx="626">
                  <c:v>68.073257446289105</c:v>
                </c:pt>
                <c:pt idx="627">
                  <c:v>68.376480102539105</c:v>
                </c:pt>
                <c:pt idx="628">
                  <c:v>68.646049499511705</c:v>
                </c:pt>
                <c:pt idx="629">
                  <c:v>68.837738037109403</c:v>
                </c:pt>
                <c:pt idx="630">
                  <c:v>69.092491149902301</c:v>
                </c:pt>
                <c:pt idx="631">
                  <c:v>69.2020263671875</c:v>
                </c:pt>
                <c:pt idx="632">
                  <c:v>69.473533630371094</c:v>
                </c:pt>
                <c:pt idx="633">
                  <c:v>69.547821044921903</c:v>
                </c:pt>
                <c:pt idx="634">
                  <c:v>69.814300537109403</c:v>
                </c:pt>
                <c:pt idx="635">
                  <c:v>69.897377014160199</c:v>
                </c:pt>
                <c:pt idx="636">
                  <c:v>69.895912170410199</c:v>
                </c:pt>
                <c:pt idx="637">
                  <c:v>70.235466003417997</c:v>
                </c:pt>
                <c:pt idx="638">
                  <c:v>70.366424560546903</c:v>
                </c:pt>
                <c:pt idx="639">
                  <c:v>70.487503051757798</c:v>
                </c:pt>
                <c:pt idx="640">
                  <c:v>70.621742248535199</c:v>
                </c:pt>
                <c:pt idx="641">
                  <c:v>70.947967529296903</c:v>
                </c:pt>
                <c:pt idx="642">
                  <c:v>71.019340515136705</c:v>
                </c:pt>
                <c:pt idx="643">
                  <c:v>71.153335571289105</c:v>
                </c:pt>
                <c:pt idx="644">
                  <c:v>71.528182983398395</c:v>
                </c:pt>
                <c:pt idx="645">
                  <c:v>71.774543762207003</c:v>
                </c:pt>
                <c:pt idx="646">
                  <c:v>71.937362670898395</c:v>
                </c:pt>
                <c:pt idx="647">
                  <c:v>72.025474548339801</c:v>
                </c:pt>
                <c:pt idx="648">
                  <c:v>72.072074890136705</c:v>
                </c:pt>
                <c:pt idx="649">
                  <c:v>72.096237182617202</c:v>
                </c:pt>
                <c:pt idx="650">
                  <c:v>72.108642578125</c:v>
                </c:pt>
                <c:pt idx="651">
                  <c:v>72.164146423339801</c:v>
                </c:pt>
                <c:pt idx="652">
                  <c:v>72.147361755371094</c:v>
                </c:pt>
                <c:pt idx="653">
                  <c:v>72.160377502441406</c:v>
                </c:pt>
                <c:pt idx="654">
                  <c:v>72.271774291992202</c:v>
                </c:pt>
                <c:pt idx="655">
                  <c:v>72.198768615722699</c:v>
                </c:pt>
                <c:pt idx="656">
                  <c:v>72.285408020019503</c:v>
                </c:pt>
                <c:pt idx="657">
                  <c:v>72.205764770507798</c:v>
                </c:pt>
                <c:pt idx="658">
                  <c:v>72.496788024902301</c:v>
                </c:pt>
                <c:pt idx="659">
                  <c:v>73.381912231445298</c:v>
                </c:pt>
                <c:pt idx="660">
                  <c:v>73.939216613769503</c:v>
                </c:pt>
                <c:pt idx="661">
                  <c:v>74.595031738281307</c:v>
                </c:pt>
                <c:pt idx="662">
                  <c:v>75.0206298828125</c:v>
                </c:pt>
                <c:pt idx="663">
                  <c:v>75.406951904296903</c:v>
                </c:pt>
                <c:pt idx="664">
                  <c:v>75.666145324707003</c:v>
                </c:pt>
                <c:pt idx="665">
                  <c:v>76.198715209960895</c:v>
                </c:pt>
                <c:pt idx="666">
                  <c:v>76.844207763671903</c:v>
                </c:pt>
                <c:pt idx="667">
                  <c:v>77.484565734863295</c:v>
                </c:pt>
                <c:pt idx="668">
                  <c:v>77.979843139648395</c:v>
                </c:pt>
                <c:pt idx="669">
                  <c:v>78.221572875976605</c:v>
                </c:pt>
                <c:pt idx="670">
                  <c:v>78.44482421875</c:v>
                </c:pt>
                <c:pt idx="671">
                  <c:v>78.584541320800795</c:v>
                </c:pt>
                <c:pt idx="672">
                  <c:v>78.651916503906307</c:v>
                </c:pt>
                <c:pt idx="673">
                  <c:v>78.768386840820298</c:v>
                </c:pt>
                <c:pt idx="674">
                  <c:v>78.972282409667997</c:v>
                </c:pt>
                <c:pt idx="675">
                  <c:v>79.354804992675795</c:v>
                </c:pt>
                <c:pt idx="676">
                  <c:v>79.580833435058594</c:v>
                </c:pt>
                <c:pt idx="677">
                  <c:v>80.149208068847699</c:v>
                </c:pt>
                <c:pt idx="678">
                  <c:v>80.385993957519503</c:v>
                </c:pt>
                <c:pt idx="679">
                  <c:v>80.532867431640597</c:v>
                </c:pt>
                <c:pt idx="680">
                  <c:v>81.032646179199205</c:v>
                </c:pt>
                <c:pt idx="681">
                  <c:v>81.428123474121094</c:v>
                </c:pt>
                <c:pt idx="682">
                  <c:v>81.612663269042997</c:v>
                </c:pt>
                <c:pt idx="683">
                  <c:v>81.839012145996094</c:v>
                </c:pt>
                <c:pt idx="684">
                  <c:v>82.01708984375</c:v>
                </c:pt>
                <c:pt idx="685">
                  <c:v>82.031867980957003</c:v>
                </c:pt>
                <c:pt idx="686">
                  <c:v>82.201377868652301</c:v>
                </c:pt>
                <c:pt idx="687">
                  <c:v>82.507858276367202</c:v>
                </c:pt>
                <c:pt idx="688">
                  <c:v>82.637313842773395</c:v>
                </c:pt>
                <c:pt idx="689">
                  <c:v>82.768264770507798</c:v>
                </c:pt>
                <c:pt idx="690">
                  <c:v>83.012191772460895</c:v>
                </c:pt>
                <c:pt idx="691">
                  <c:v>83.294090270996094</c:v>
                </c:pt>
                <c:pt idx="692">
                  <c:v>83.311393737792997</c:v>
                </c:pt>
                <c:pt idx="693">
                  <c:v>83.421379089355497</c:v>
                </c:pt>
                <c:pt idx="694">
                  <c:v>83.520965576171903</c:v>
                </c:pt>
                <c:pt idx="695">
                  <c:v>83.573791503906307</c:v>
                </c:pt>
                <c:pt idx="696">
                  <c:v>83.584762573242202</c:v>
                </c:pt>
                <c:pt idx="697">
                  <c:v>83.400497436523395</c:v>
                </c:pt>
                <c:pt idx="698">
                  <c:v>83.500198364257798</c:v>
                </c:pt>
                <c:pt idx="699">
                  <c:v>83.568061828613295</c:v>
                </c:pt>
                <c:pt idx="700">
                  <c:v>83.587966918945298</c:v>
                </c:pt>
                <c:pt idx="701">
                  <c:v>83.583717346191406</c:v>
                </c:pt>
                <c:pt idx="702">
                  <c:v>83.909606933593807</c:v>
                </c:pt>
                <c:pt idx="703">
                  <c:v>83.854637145996094</c:v>
                </c:pt>
                <c:pt idx="704">
                  <c:v>83.981582641601605</c:v>
                </c:pt>
                <c:pt idx="705">
                  <c:v>83.949645996093807</c:v>
                </c:pt>
                <c:pt idx="706">
                  <c:v>84.049446105957003</c:v>
                </c:pt>
                <c:pt idx="707">
                  <c:v>84.099685668945298</c:v>
                </c:pt>
                <c:pt idx="708">
                  <c:v>84.081069946289105</c:v>
                </c:pt>
                <c:pt idx="709">
                  <c:v>84.095382690429702</c:v>
                </c:pt>
                <c:pt idx="710">
                  <c:v>84.145988464355497</c:v>
                </c:pt>
                <c:pt idx="711">
                  <c:v>84.162010192871094</c:v>
                </c:pt>
                <c:pt idx="712">
                  <c:v>84.093391418457003</c:v>
                </c:pt>
                <c:pt idx="713">
                  <c:v>83.965957641601605</c:v>
                </c:pt>
                <c:pt idx="714">
                  <c:v>83.83544921875</c:v>
                </c:pt>
                <c:pt idx="715">
                  <c:v>83.890838623046903</c:v>
                </c:pt>
                <c:pt idx="716">
                  <c:v>83.786720275878906</c:v>
                </c:pt>
                <c:pt idx="717">
                  <c:v>83.726371765136705</c:v>
                </c:pt>
                <c:pt idx="718">
                  <c:v>83.630805969238295</c:v>
                </c:pt>
                <c:pt idx="719">
                  <c:v>83.372177124023395</c:v>
                </c:pt>
                <c:pt idx="720">
                  <c:v>83.097145080566406</c:v>
                </c:pt>
                <c:pt idx="721">
                  <c:v>82.978332519531307</c:v>
                </c:pt>
                <c:pt idx="722">
                  <c:v>82.847808837890597</c:v>
                </c:pt>
                <c:pt idx="723">
                  <c:v>82.673675537109403</c:v>
                </c:pt>
                <c:pt idx="724">
                  <c:v>82.491165161132798</c:v>
                </c:pt>
                <c:pt idx="725">
                  <c:v>82.2794189453125</c:v>
                </c:pt>
                <c:pt idx="726">
                  <c:v>82.220359802246094</c:v>
                </c:pt>
                <c:pt idx="727">
                  <c:v>82.173973083496094</c:v>
                </c:pt>
                <c:pt idx="728">
                  <c:v>82.189521789550795</c:v>
                </c:pt>
                <c:pt idx="729">
                  <c:v>82.240386962890597</c:v>
                </c:pt>
                <c:pt idx="730">
                  <c:v>82.211090087890597</c:v>
                </c:pt>
                <c:pt idx="731">
                  <c:v>82.153236389160199</c:v>
                </c:pt>
                <c:pt idx="732">
                  <c:v>82.097702026367202</c:v>
                </c:pt>
                <c:pt idx="733">
                  <c:v>81.876182556152301</c:v>
                </c:pt>
                <c:pt idx="734">
                  <c:v>81.861404418945298</c:v>
                </c:pt>
                <c:pt idx="735">
                  <c:v>81.8045654296875</c:v>
                </c:pt>
                <c:pt idx="736">
                  <c:v>81.668540954589801</c:v>
                </c:pt>
                <c:pt idx="737">
                  <c:v>81.415931701660199</c:v>
                </c:pt>
                <c:pt idx="738">
                  <c:v>81.316719055175795</c:v>
                </c:pt>
                <c:pt idx="739">
                  <c:v>81.196891784667997</c:v>
                </c:pt>
                <c:pt idx="740">
                  <c:v>81.142967224121094</c:v>
                </c:pt>
                <c:pt idx="741">
                  <c:v>80.973945617675795</c:v>
                </c:pt>
                <c:pt idx="742">
                  <c:v>80.8577880859375</c:v>
                </c:pt>
                <c:pt idx="743">
                  <c:v>80.672943115234403</c:v>
                </c:pt>
                <c:pt idx="744">
                  <c:v>80.513832092285199</c:v>
                </c:pt>
                <c:pt idx="745">
                  <c:v>80.415176391601605</c:v>
                </c:pt>
                <c:pt idx="746">
                  <c:v>80.353347778320298</c:v>
                </c:pt>
                <c:pt idx="747">
                  <c:v>80.212501525878906</c:v>
                </c:pt>
                <c:pt idx="748">
                  <c:v>79.954528808593807</c:v>
                </c:pt>
                <c:pt idx="749">
                  <c:v>79.791213989257798</c:v>
                </c:pt>
                <c:pt idx="750">
                  <c:v>79.621887207031307</c:v>
                </c:pt>
                <c:pt idx="751">
                  <c:v>79.438858032226605</c:v>
                </c:pt>
                <c:pt idx="752">
                  <c:v>79.301826477050795</c:v>
                </c:pt>
                <c:pt idx="753">
                  <c:v>79.089111328125</c:v>
                </c:pt>
                <c:pt idx="754">
                  <c:v>78.915420532226605</c:v>
                </c:pt>
                <c:pt idx="755">
                  <c:v>78.814758300781307</c:v>
                </c:pt>
                <c:pt idx="756">
                  <c:v>78.762283325195298</c:v>
                </c:pt>
                <c:pt idx="757">
                  <c:v>78.735221862792997</c:v>
                </c:pt>
                <c:pt idx="758">
                  <c:v>78.721328735351605</c:v>
                </c:pt>
                <c:pt idx="759">
                  <c:v>78.688705444335895</c:v>
                </c:pt>
                <c:pt idx="760">
                  <c:v>78.550369262695298</c:v>
                </c:pt>
                <c:pt idx="761">
                  <c:v>78.025283813476605</c:v>
                </c:pt>
                <c:pt idx="762">
                  <c:v>77.568870544433594</c:v>
                </c:pt>
                <c:pt idx="763">
                  <c:v>77.054985046386705</c:v>
                </c:pt>
                <c:pt idx="764">
                  <c:v>76.676834106445298</c:v>
                </c:pt>
                <c:pt idx="765">
                  <c:v>76.321220397949205</c:v>
                </c:pt>
                <c:pt idx="766">
                  <c:v>76.026863098144503</c:v>
                </c:pt>
                <c:pt idx="767">
                  <c:v>75.829254150390597</c:v>
                </c:pt>
                <c:pt idx="768">
                  <c:v>75.666854858398395</c:v>
                </c:pt>
                <c:pt idx="769">
                  <c:v>75.559654235839801</c:v>
                </c:pt>
                <c:pt idx="770">
                  <c:v>75.501296997070298</c:v>
                </c:pt>
                <c:pt idx="771">
                  <c:v>75.301696777343807</c:v>
                </c:pt>
                <c:pt idx="772">
                  <c:v>75.056533813476605</c:v>
                </c:pt>
                <c:pt idx="773">
                  <c:v>74.717681884765597</c:v>
                </c:pt>
                <c:pt idx="774">
                  <c:v>74.330352783203097</c:v>
                </c:pt>
                <c:pt idx="775">
                  <c:v>73.714851379394503</c:v>
                </c:pt>
                <c:pt idx="776">
                  <c:v>72.985755920410199</c:v>
                </c:pt>
                <c:pt idx="777">
                  <c:v>72.569190979003906</c:v>
                </c:pt>
                <c:pt idx="778">
                  <c:v>72.351463317871094</c:v>
                </c:pt>
                <c:pt idx="779">
                  <c:v>72.239677429199205</c:v>
                </c:pt>
                <c:pt idx="780">
                  <c:v>72.182289123535199</c:v>
                </c:pt>
                <c:pt idx="781">
                  <c:v>72.152824401855497</c:v>
                </c:pt>
                <c:pt idx="782">
                  <c:v>72.1376953125</c:v>
                </c:pt>
                <c:pt idx="783">
                  <c:v>72.128334045410199</c:v>
                </c:pt>
                <c:pt idx="784">
                  <c:v>72.115318298339801</c:v>
                </c:pt>
                <c:pt idx="785">
                  <c:v>72.061721801757798</c:v>
                </c:pt>
                <c:pt idx="786">
                  <c:v>72.007171630859403</c:v>
                </c:pt>
                <c:pt idx="787">
                  <c:v>71.899848937988295</c:v>
                </c:pt>
                <c:pt idx="788">
                  <c:v>71.766494750976605</c:v>
                </c:pt>
                <c:pt idx="789">
                  <c:v>71.554336547851605</c:v>
                </c:pt>
                <c:pt idx="790">
                  <c:v>71.425514221191406</c:v>
                </c:pt>
                <c:pt idx="791">
                  <c:v>71.350265502929702</c:v>
                </c:pt>
                <c:pt idx="792">
                  <c:v>71.244865417480497</c:v>
                </c:pt>
                <c:pt idx="793">
                  <c:v>71.041915893554702</c:v>
                </c:pt>
                <c:pt idx="794">
                  <c:v>70.865783691406307</c:v>
                </c:pt>
                <c:pt idx="795">
                  <c:v>70.727378845214801</c:v>
                </c:pt>
                <c:pt idx="796">
                  <c:v>70.644096374511705</c:v>
                </c:pt>
                <c:pt idx="797">
                  <c:v>70.593109130859403</c:v>
                </c:pt>
                <c:pt idx="798">
                  <c:v>70.4901123046875</c:v>
                </c:pt>
                <c:pt idx="799">
                  <c:v>70.2589111328125</c:v>
                </c:pt>
                <c:pt idx="800">
                  <c:v>70.074317932128906</c:v>
                </c:pt>
                <c:pt idx="801">
                  <c:v>69.798995971679702</c:v>
                </c:pt>
                <c:pt idx="802">
                  <c:v>69.561676025390597</c:v>
                </c:pt>
                <c:pt idx="803">
                  <c:v>69.389923095703097</c:v>
                </c:pt>
                <c:pt idx="804">
                  <c:v>69.239967346191406</c:v>
                </c:pt>
                <c:pt idx="805">
                  <c:v>69.127357482910199</c:v>
                </c:pt>
                <c:pt idx="806">
                  <c:v>69.041175842285199</c:v>
                </c:pt>
                <c:pt idx="807">
                  <c:v>68.980209350585895</c:v>
                </c:pt>
                <c:pt idx="808">
                  <c:v>68.944831848144503</c:v>
                </c:pt>
                <c:pt idx="809">
                  <c:v>68.911437988281307</c:v>
                </c:pt>
                <c:pt idx="810">
                  <c:v>68.726753234863295</c:v>
                </c:pt>
                <c:pt idx="811">
                  <c:v>68.553321838378906</c:v>
                </c:pt>
                <c:pt idx="812">
                  <c:v>68.329414367675795</c:v>
                </c:pt>
                <c:pt idx="813">
                  <c:v>68.148658752441406</c:v>
                </c:pt>
                <c:pt idx="814">
                  <c:v>67.989662170410199</c:v>
                </c:pt>
                <c:pt idx="815">
                  <c:v>67.766578674316406</c:v>
                </c:pt>
                <c:pt idx="816">
                  <c:v>67.540832519531307</c:v>
                </c:pt>
                <c:pt idx="817">
                  <c:v>67.416481018066406</c:v>
                </c:pt>
                <c:pt idx="818">
                  <c:v>67.313179016113295</c:v>
                </c:pt>
                <c:pt idx="819">
                  <c:v>67.252845764160199</c:v>
                </c:pt>
                <c:pt idx="820">
                  <c:v>67.179656982421903</c:v>
                </c:pt>
                <c:pt idx="821">
                  <c:v>67.019737243652301</c:v>
                </c:pt>
                <c:pt idx="822">
                  <c:v>66.879623413085895</c:v>
                </c:pt>
                <c:pt idx="823">
                  <c:v>66.668624877929702</c:v>
                </c:pt>
                <c:pt idx="824">
                  <c:v>66.522361755371094</c:v>
                </c:pt>
                <c:pt idx="825">
                  <c:v>66.331970214843807</c:v>
                </c:pt>
                <c:pt idx="826">
                  <c:v>66.164329528808594</c:v>
                </c:pt>
                <c:pt idx="827">
                  <c:v>66.398757934570298</c:v>
                </c:pt>
                <c:pt idx="828">
                  <c:v>66.443679809570298</c:v>
                </c:pt>
                <c:pt idx="829">
                  <c:v>66.479476928710895</c:v>
                </c:pt>
                <c:pt idx="830">
                  <c:v>66.661712646484403</c:v>
                </c:pt>
                <c:pt idx="831">
                  <c:v>66.598648071289105</c:v>
                </c:pt>
                <c:pt idx="832">
                  <c:v>66.450492858886705</c:v>
                </c:pt>
                <c:pt idx="833">
                  <c:v>66.256614685058594</c:v>
                </c:pt>
                <c:pt idx="834">
                  <c:v>66.179763793945298</c:v>
                </c:pt>
                <c:pt idx="835">
                  <c:v>66.167869567871094</c:v>
                </c:pt>
                <c:pt idx="836">
                  <c:v>65.988082885742202</c:v>
                </c:pt>
                <c:pt idx="837">
                  <c:v>65.8330078125</c:v>
                </c:pt>
                <c:pt idx="838">
                  <c:v>65.749496459960895</c:v>
                </c:pt>
                <c:pt idx="839">
                  <c:v>65.677024841308594</c:v>
                </c:pt>
                <c:pt idx="840">
                  <c:v>65.675041198730497</c:v>
                </c:pt>
                <c:pt idx="841">
                  <c:v>65.659065246582003</c:v>
                </c:pt>
                <c:pt idx="842">
                  <c:v>65.624404907226605</c:v>
                </c:pt>
                <c:pt idx="843">
                  <c:v>65.606613159179702</c:v>
                </c:pt>
                <c:pt idx="844">
                  <c:v>65.597480773925795</c:v>
                </c:pt>
                <c:pt idx="845">
                  <c:v>65.592788696289105</c:v>
                </c:pt>
                <c:pt idx="846">
                  <c:v>65.587852478027301</c:v>
                </c:pt>
                <c:pt idx="847">
                  <c:v>65.585723876953097</c:v>
                </c:pt>
                <c:pt idx="848">
                  <c:v>65.584815979003906</c:v>
                </c:pt>
                <c:pt idx="849">
                  <c:v>65.582908630371094</c:v>
                </c:pt>
                <c:pt idx="850">
                  <c:v>65.580718994140597</c:v>
                </c:pt>
                <c:pt idx="851">
                  <c:v>65.5810546875</c:v>
                </c:pt>
                <c:pt idx="852">
                  <c:v>65.575500488281307</c:v>
                </c:pt>
                <c:pt idx="853">
                  <c:v>65.536605834960895</c:v>
                </c:pt>
                <c:pt idx="854">
                  <c:v>65.505622863769503</c:v>
                </c:pt>
                <c:pt idx="855">
                  <c:v>65.460014343261705</c:v>
                </c:pt>
                <c:pt idx="856">
                  <c:v>65.356697082519503</c:v>
                </c:pt>
                <c:pt idx="857">
                  <c:v>65.257408142089801</c:v>
                </c:pt>
                <c:pt idx="858">
                  <c:v>65.093231201171903</c:v>
                </c:pt>
                <c:pt idx="859">
                  <c:v>64.9888916015625</c:v>
                </c:pt>
                <c:pt idx="860">
                  <c:v>64.916786193847699</c:v>
                </c:pt>
                <c:pt idx="861">
                  <c:v>64.854766845703097</c:v>
                </c:pt>
                <c:pt idx="862">
                  <c:v>64.726341247558594</c:v>
                </c:pt>
                <c:pt idx="863">
                  <c:v>64.5584716796875</c:v>
                </c:pt>
                <c:pt idx="864">
                  <c:v>64.431297302246094</c:v>
                </c:pt>
                <c:pt idx="865">
                  <c:v>64.313293457031307</c:v>
                </c:pt>
                <c:pt idx="866">
                  <c:v>64.209068298339801</c:v>
                </c:pt>
                <c:pt idx="867">
                  <c:v>64.137458801269503</c:v>
                </c:pt>
                <c:pt idx="868">
                  <c:v>64.083976745605497</c:v>
                </c:pt>
                <c:pt idx="869">
                  <c:v>64.042236328125</c:v>
                </c:pt>
                <c:pt idx="870">
                  <c:v>64.017082214355497</c:v>
                </c:pt>
                <c:pt idx="871">
                  <c:v>64.002899169921903</c:v>
                </c:pt>
                <c:pt idx="872">
                  <c:v>63.974876403808601</c:v>
                </c:pt>
                <c:pt idx="873">
                  <c:v>63.778400421142599</c:v>
                </c:pt>
                <c:pt idx="874">
                  <c:v>63.518199920654297</c:v>
                </c:pt>
                <c:pt idx="875">
                  <c:v>63.370449066162102</c:v>
                </c:pt>
                <c:pt idx="876">
                  <c:v>63.286094665527301</c:v>
                </c:pt>
                <c:pt idx="877">
                  <c:v>63.158973693847699</c:v>
                </c:pt>
                <c:pt idx="878">
                  <c:v>63.021190643310597</c:v>
                </c:pt>
                <c:pt idx="879">
                  <c:v>62.935634613037102</c:v>
                </c:pt>
                <c:pt idx="880">
                  <c:v>62.783126831054702</c:v>
                </c:pt>
                <c:pt idx="881">
                  <c:v>62.668601989746101</c:v>
                </c:pt>
                <c:pt idx="882">
                  <c:v>62.603996276855497</c:v>
                </c:pt>
                <c:pt idx="883">
                  <c:v>62.552146911621101</c:v>
                </c:pt>
                <c:pt idx="884">
                  <c:v>62.499771118164098</c:v>
                </c:pt>
                <c:pt idx="885">
                  <c:v>62.469799041748097</c:v>
                </c:pt>
                <c:pt idx="886">
                  <c:v>62.4647407531738</c:v>
                </c:pt>
                <c:pt idx="887">
                  <c:v>62.463897705078097</c:v>
                </c:pt>
                <c:pt idx="888">
                  <c:v>62.459014892578097</c:v>
                </c:pt>
                <c:pt idx="889">
                  <c:v>62.4536323547363</c:v>
                </c:pt>
                <c:pt idx="890">
                  <c:v>62.440723419189503</c:v>
                </c:pt>
                <c:pt idx="891">
                  <c:v>62.459049224853501</c:v>
                </c:pt>
                <c:pt idx="892">
                  <c:v>62.445262908935597</c:v>
                </c:pt>
                <c:pt idx="893">
                  <c:v>62.378757476806598</c:v>
                </c:pt>
                <c:pt idx="894">
                  <c:v>62.322017669677699</c:v>
                </c:pt>
                <c:pt idx="895">
                  <c:v>62.461345672607401</c:v>
                </c:pt>
                <c:pt idx="896">
                  <c:v>62.514110565185597</c:v>
                </c:pt>
                <c:pt idx="897">
                  <c:v>62.573051452636697</c:v>
                </c:pt>
                <c:pt idx="898">
                  <c:v>62.653575897216797</c:v>
                </c:pt>
                <c:pt idx="899">
                  <c:v>62.805698394775398</c:v>
                </c:pt>
                <c:pt idx="900">
                  <c:v>62.992301940917997</c:v>
                </c:pt>
                <c:pt idx="901">
                  <c:v>63.157466888427699</c:v>
                </c:pt>
                <c:pt idx="902">
                  <c:v>63.486522674560597</c:v>
                </c:pt>
                <c:pt idx="903">
                  <c:v>63.873218536377003</c:v>
                </c:pt>
                <c:pt idx="904">
                  <c:v>64.163833618164105</c:v>
                </c:pt>
                <c:pt idx="905">
                  <c:v>64.467185974121094</c:v>
                </c:pt>
                <c:pt idx="906">
                  <c:v>64.700134277343807</c:v>
                </c:pt>
                <c:pt idx="907">
                  <c:v>64.940139770507798</c:v>
                </c:pt>
                <c:pt idx="908">
                  <c:v>65.054519653320298</c:v>
                </c:pt>
                <c:pt idx="909">
                  <c:v>65.259056091308594</c:v>
                </c:pt>
                <c:pt idx="910">
                  <c:v>65.418647766113295</c:v>
                </c:pt>
                <c:pt idx="911">
                  <c:v>65.497154235839801</c:v>
                </c:pt>
                <c:pt idx="912">
                  <c:v>65.531005859375</c:v>
                </c:pt>
                <c:pt idx="913">
                  <c:v>65.553245544433594</c:v>
                </c:pt>
                <c:pt idx="914">
                  <c:v>65.569229125976605</c:v>
                </c:pt>
                <c:pt idx="915">
                  <c:v>65.5775146484375</c:v>
                </c:pt>
                <c:pt idx="916">
                  <c:v>65.582115173339801</c:v>
                </c:pt>
                <c:pt idx="917">
                  <c:v>65.583244323730497</c:v>
                </c:pt>
                <c:pt idx="918">
                  <c:v>65.584251403808594</c:v>
                </c:pt>
                <c:pt idx="919">
                  <c:v>65.585998535156307</c:v>
                </c:pt>
                <c:pt idx="920">
                  <c:v>65.586051940917997</c:v>
                </c:pt>
                <c:pt idx="921">
                  <c:v>65.584381103515597</c:v>
                </c:pt>
                <c:pt idx="922">
                  <c:v>65.582740783691406</c:v>
                </c:pt>
                <c:pt idx="923">
                  <c:v>65.572319030761705</c:v>
                </c:pt>
                <c:pt idx="924">
                  <c:v>65.541694641113295</c:v>
                </c:pt>
                <c:pt idx="925">
                  <c:v>65.436851501464801</c:v>
                </c:pt>
                <c:pt idx="926">
                  <c:v>65.393836975097699</c:v>
                </c:pt>
                <c:pt idx="927">
                  <c:v>65.325401306152301</c:v>
                </c:pt>
                <c:pt idx="928">
                  <c:v>65.180290222167997</c:v>
                </c:pt>
                <c:pt idx="929">
                  <c:v>65.088996887207003</c:v>
                </c:pt>
                <c:pt idx="930">
                  <c:v>64.981643676757798</c:v>
                </c:pt>
                <c:pt idx="931">
                  <c:v>64.9630126953125</c:v>
                </c:pt>
                <c:pt idx="932">
                  <c:v>64.924865722656307</c:v>
                </c:pt>
                <c:pt idx="933">
                  <c:v>64.914054870605497</c:v>
                </c:pt>
                <c:pt idx="934">
                  <c:v>64.790985107421903</c:v>
                </c:pt>
                <c:pt idx="935">
                  <c:v>64.775177001953097</c:v>
                </c:pt>
                <c:pt idx="936">
                  <c:v>64.831642150878906</c:v>
                </c:pt>
                <c:pt idx="937">
                  <c:v>64.767654418945298</c:v>
                </c:pt>
                <c:pt idx="938">
                  <c:v>64.6832275390625</c:v>
                </c:pt>
                <c:pt idx="939">
                  <c:v>64.630714416503906</c:v>
                </c:pt>
                <c:pt idx="940">
                  <c:v>64.550811767578097</c:v>
                </c:pt>
                <c:pt idx="941">
                  <c:v>64.398254394531307</c:v>
                </c:pt>
                <c:pt idx="942">
                  <c:v>64.316238403320298</c:v>
                </c:pt>
                <c:pt idx="943">
                  <c:v>64.217742919921903</c:v>
                </c:pt>
                <c:pt idx="944">
                  <c:v>64.168266296386705</c:v>
                </c:pt>
                <c:pt idx="945">
                  <c:v>64.093292236328097</c:v>
                </c:pt>
                <c:pt idx="946">
                  <c:v>64.020240783691406</c:v>
                </c:pt>
                <c:pt idx="947">
                  <c:v>63.832931518554702</c:v>
                </c:pt>
                <c:pt idx="948">
                  <c:v>63.675876617431598</c:v>
                </c:pt>
                <c:pt idx="949">
                  <c:v>63.482376098632798</c:v>
                </c:pt>
                <c:pt idx="950">
                  <c:v>63.328041076660199</c:v>
                </c:pt>
                <c:pt idx="951">
                  <c:v>63.306015014648402</c:v>
                </c:pt>
                <c:pt idx="952">
                  <c:v>63.168498992919901</c:v>
                </c:pt>
                <c:pt idx="953">
                  <c:v>63.026531219482401</c:v>
                </c:pt>
                <c:pt idx="954">
                  <c:v>62.946884155273402</c:v>
                </c:pt>
                <c:pt idx="955">
                  <c:v>62.820369720458999</c:v>
                </c:pt>
                <c:pt idx="956">
                  <c:v>62.702033996582003</c:v>
                </c:pt>
                <c:pt idx="957">
                  <c:v>62.602092742919901</c:v>
                </c:pt>
                <c:pt idx="958">
                  <c:v>62.498275756835902</c:v>
                </c:pt>
                <c:pt idx="959">
                  <c:v>62.423976898193402</c:v>
                </c:pt>
                <c:pt idx="960">
                  <c:v>62.395957946777301</c:v>
                </c:pt>
                <c:pt idx="961">
                  <c:v>62.288246154785199</c:v>
                </c:pt>
                <c:pt idx="962">
                  <c:v>62.271183013916001</c:v>
                </c:pt>
                <c:pt idx="963">
                  <c:v>62.220954895019503</c:v>
                </c:pt>
                <c:pt idx="964">
                  <c:v>62.108432769775398</c:v>
                </c:pt>
                <c:pt idx="965">
                  <c:v>62.001010894775398</c:v>
                </c:pt>
                <c:pt idx="966">
                  <c:v>62.002754211425803</c:v>
                </c:pt>
                <c:pt idx="967">
                  <c:v>61.9635009765625</c:v>
                </c:pt>
                <c:pt idx="968">
                  <c:v>61.902755737304702</c:v>
                </c:pt>
                <c:pt idx="969">
                  <c:v>61.761940002441399</c:v>
                </c:pt>
                <c:pt idx="970">
                  <c:v>61.736396789550803</c:v>
                </c:pt>
                <c:pt idx="971">
                  <c:v>61.648239135742202</c:v>
                </c:pt>
                <c:pt idx="972">
                  <c:v>61.599498748779297</c:v>
                </c:pt>
                <c:pt idx="973">
                  <c:v>61.595794677734403</c:v>
                </c:pt>
                <c:pt idx="974">
                  <c:v>61.550083160400398</c:v>
                </c:pt>
                <c:pt idx="975">
                  <c:v>61.4986381530762</c:v>
                </c:pt>
                <c:pt idx="976">
                  <c:v>61.496173858642599</c:v>
                </c:pt>
                <c:pt idx="977">
                  <c:v>61.507705688476598</c:v>
                </c:pt>
                <c:pt idx="978">
                  <c:v>61.357257843017599</c:v>
                </c:pt>
                <c:pt idx="979">
                  <c:v>61.224704742431598</c:v>
                </c:pt>
                <c:pt idx="980">
                  <c:v>61.117942810058601</c:v>
                </c:pt>
                <c:pt idx="981">
                  <c:v>61.011756896972699</c:v>
                </c:pt>
                <c:pt idx="982">
                  <c:v>60.870700836181598</c:v>
                </c:pt>
                <c:pt idx="983">
                  <c:v>60.778308868408203</c:v>
                </c:pt>
                <c:pt idx="984">
                  <c:v>60.716831207275398</c:v>
                </c:pt>
                <c:pt idx="985">
                  <c:v>60.653564453125</c:v>
                </c:pt>
                <c:pt idx="986">
                  <c:v>60.605228424072301</c:v>
                </c:pt>
                <c:pt idx="987">
                  <c:v>60.554004669189503</c:v>
                </c:pt>
                <c:pt idx="988">
                  <c:v>60.416328430175803</c:v>
                </c:pt>
                <c:pt idx="989">
                  <c:v>60.308944702148402</c:v>
                </c:pt>
                <c:pt idx="990">
                  <c:v>60.139015197753899</c:v>
                </c:pt>
                <c:pt idx="991">
                  <c:v>60.033054351806598</c:v>
                </c:pt>
                <c:pt idx="992">
                  <c:v>59.618415832519503</c:v>
                </c:pt>
                <c:pt idx="993">
                  <c:v>59.763660430908203</c:v>
                </c:pt>
                <c:pt idx="994">
                  <c:v>59.820068359375</c:v>
                </c:pt>
                <c:pt idx="995">
                  <c:v>59.768314361572301</c:v>
                </c:pt>
                <c:pt idx="996">
                  <c:v>59.659915924072301</c:v>
                </c:pt>
                <c:pt idx="997">
                  <c:v>59.576282501220703</c:v>
                </c:pt>
                <c:pt idx="998">
                  <c:v>59.5147514343262</c:v>
                </c:pt>
                <c:pt idx="999">
                  <c:v>59.489566802978501</c:v>
                </c:pt>
                <c:pt idx="1000">
                  <c:v>59.473495483398402</c:v>
                </c:pt>
                <c:pt idx="1001">
                  <c:v>59.351776123046903</c:v>
                </c:pt>
                <c:pt idx="1002">
                  <c:v>59.176212310791001</c:v>
                </c:pt>
                <c:pt idx="1003">
                  <c:v>59.134487152099602</c:v>
                </c:pt>
                <c:pt idx="1004">
                  <c:v>59.084766387939503</c:v>
                </c:pt>
                <c:pt idx="1005">
                  <c:v>59.060829162597699</c:v>
                </c:pt>
                <c:pt idx="1006">
                  <c:v>59.107986450195298</c:v>
                </c:pt>
                <c:pt idx="1007">
                  <c:v>59.095462799072301</c:v>
                </c:pt>
                <c:pt idx="1008">
                  <c:v>59.072971343994098</c:v>
                </c:pt>
                <c:pt idx="1009">
                  <c:v>59.087989807128899</c:v>
                </c:pt>
                <c:pt idx="1010">
                  <c:v>59.181797027587898</c:v>
                </c:pt>
                <c:pt idx="1011">
                  <c:v>59.230995178222699</c:v>
                </c:pt>
                <c:pt idx="1012">
                  <c:v>59.256832122802699</c:v>
                </c:pt>
                <c:pt idx="1013">
                  <c:v>59.223476409912102</c:v>
                </c:pt>
                <c:pt idx="1014">
                  <c:v>59.2532348632813</c:v>
                </c:pt>
                <c:pt idx="1015">
                  <c:v>59.192417144775398</c:v>
                </c:pt>
                <c:pt idx="1016">
                  <c:v>59.1645698547363</c:v>
                </c:pt>
                <c:pt idx="1017">
                  <c:v>59.119693756103501</c:v>
                </c:pt>
                <c:pt idx="1018">
                  <c:v>59.086490631103501</c:v>
                </c:pt>
                <c:pt idx="1019">
                  <c:v>59.061100006103501</c:v>
                </c:pt>
                <c:pt idx="1020">
                  <c:v>59.006820678710902</c:v>
                </c:pt>
                <c:pt idx="1021">
                  <c:v>58.951930999755902</c:v>
                </c:pt>
                <c:pt idx="1022">
                  <c:v>58.956905364990199</c:v>
                </c:pt>
                <c:pt idx="1023">
                  <c:v>58.906558990478501</c:v>
                </c:pt>
                <c:pt idx="1024">
                  <c:v>58.858402252197301</c:v>
                </c:pt>
                <c:pt idx="1025">
                  <c:v>58.819400787353501</c:v>
                </c:pt>
                <c:pt idx="1026">
                  <c:v>58.803310394287102</c:v>
                </c:pt>
                <c:pt idx="1027">
                  <c:v>58.798145294189503</c:v>
                </c:pt>
                <c:pt idx="1028">
                  <c:v>58.750247955322301</c:v>
                </c:pt>
                <c:pt idx="1029">
                  <c:v>58.672767639160199</c:v>
                </c:pt>
                <c:pt idx="1030">
                  <c:v>58.6069526672363</c:v>
                </c:pt>
                <c:pt idx="1031">
                  <c:v>58.539039611816399</c:v>
                </c:pt>
                <c:pt idx="1032">
                  <c:v>58.494251251220703</c:v>
                </c:pt>
                <c:pt idx="1033">
                  <c:v>58.482723236083999</c:v>
                </c:pt>
                <c:pt idx="1034">
                  <c:v>58.403644561767599</c:v>
                </c:pt>
                <c:pt idx="1035">
                  <c:v>58.336536407470703</c:v>
                </c:pt>
                <c:pt idx="1036">
                  <c:v>58.300037384033203</c:v>
                </c:pt>
                <c:pt idx="1037">
                  <c:v>58.248802185058601</c:v>
                </c:pt>
                <c:pt idx="1038">
                  <c:v>58.216281890869098</c:v>
                </c:pt>
                <c:pt idx="1039">
                  <c:v>58.195041656494098</c:v>
                </c:pt>
                <c:pt idx="1040">
                  <c:v>58.088432312011697</c:v>
                </c:pt>
                <c:pt idx="1041">
                  <c:v>58.006092071533203</c:v>
                </c:pt>
                <c:pt idx="1042">
                  <c:v>57.9293823242188</c:v>
                </c:pt>
                <c:pt idx="1043">
                  <c:v>57.842849731445298</c:v>
                </c:pt>
                <c:pt idx="1044">
                  <c:v>57.761486053466797</c:v>
                </c:pt>
                <c:pt idx="1045">
                  <c:v>57.6926460266113</c:v>
                </c:pt>
                <c:pt idx="1046">
                  <c:v>57.627098083496101</c:v>
                </c:pt>
                <c:pt idx="1047">
                  <c:v>57.564544677734403</c:v>
                </c:pt>
                <c:pt idx="1048">
                  <c:v>57.561923980712898</c:v>
                </c:pt>
                <c:pt idx="1049">
                  <c:v>57.558109283447301</c:v>
                </c:pt>
                <c:pt idx="1050">
                  <c:v>57.542484283447301</c:v>
                </c:pt>
                <c:pt idx="1051">
                  <c:v>57.512126922607401</c:v>
                </c:pt>
                <c:pt idx="1052">
                  <c:v>57.502517700195298</c:v>
                </c:pt>
                <c:pt idx="1053">
                  <c:v>57.495193481445298</c:v>
                </c:pt>
                <c:pt idx="1054">
                  <c:v>57.502006530761697</c:v>
                </c:pt>
                <c:pt idx="1055">
                  <c:v>57.494644165039098</c:v>
                </c:pt>
                <c:pt idx="1056">
                  <c:v>57.493568420410199</c:v>
                </c:pt>
                <c:pt idx="1057">
                  <c:v>57.494953155517599</c:v>
                </c:pt>
                <c:pt idx="1058">
                  <c:v>57.491683959960902</c:v>
                </c:pt>
                <c:pt idx="1059">
                  <c:v>57.460739135742202</c:v>
                </c:pt>
                <c:pt idx="1060">
                  <c:v>57.444534301757798</c:v>
                </c:pt>
                <c:pt idx="1061">
                  <c:v>57.459030151367202</c:v>
                </c:pt>
                <c:pt idx="1062">
                  <c:v>57.4629936218262</c:v>
                </c:pt>
                <c:pt idx="1063">
                  <c:v>57.504962921142599</c:v>
                </c:pt>
                <c:pt idx="1064">
                  <c:v>57.558021545410199</c:v>
                </c:pt>
                <c:pt idx="1065">
                  <c:v>57.562629699707003</c:v>
                </c:pt>
                <c:pt idx="1066">
                  <c:v>57.581951141357401</c:v>
                </c:pt>
                <c:pt idx="1067">
                  <c:v>57.582496643066399</c:v>
                </c:pt>
                <c:pt idx="1068">
                  <c:v>57.585922241210902</c:v>
                </c:pt>
                <c:pt idx="1069">
                  <c:v>57.600715637207003</c:v>
                </c:pt>
                <c:pt idx="1070">
                  <c:v>57.587490081787102</c:v>
                </c:pt>
                <c:pt idx="1071">
                  <c:v>57.574520111083999</c:v>
                </c:pt>
                <c:pt idx="1072">
                  <c:v>57.548423767089801</c:v>
                </c:pt>
                <c:pt idx="1073">
                  <c:v>57.529911041259801</c:v>
                </c:pt>
                <c:pt idx="1074">
                  <c:v>57.524669647216797</c:v>
                </c:pt>
                <c:pt idx="1075">
                  <c:v>57.5228271484375</c:v>
                </c:pt>
                <c:pt idx="1076">
                  <c:v>57.512622833252003</c:v>
                </c:pt>
                <c:pt idx="1077">
                  <c:v>57.504909515380902</c:v>
                </c:pt>
                <c:pt idx="1078">
                  <c:v>57.4886665344238</c:v>
                </c:pt>
                <c:pt idx="1079">
                  <c:v>57.463047027587898</c:v>
                </c:pt>
                <c:pt idx="1080">
                  <c:v>57.438831329345703</c:v>
                </c:pt>
                <c:pt idx="1081">
                  <c:v>57.445064544677699</c:v>
                </c:pt>
                <c:pt idx="1082">
                  <c:v>57.395694732666001</c:v>
                </c:pt>
                <c:pt idx="1083">
                  <c:v>57.325393676757798</c:v>
                </c:pt>
                <c:pt idx="1084">
                  <c:v>57.287887573242202</c:v>
                </c:pt>
                <c:pt idx="1085">
                  <c:v>57.212703704833999</c:v>
                </c:pt>
                <c:pt idx="1086">
                  <c:v>56.982688903808601</c:v>
                </c:pt>
                <c:pt idx="1087">
                  <c:v>56.9293212890625</c:v>
                </c:pt>
                <c:pt idx="1088">
                  <c:v>56.866600036621101</c:v>
                </c:pt>
                <c:pt idx="1089">
                  <c:v>56.746818542480497</c:v>
                </c:pt>
                <c:pt idx="1090">
                  <c:v>56.682170867919901</c:v>
                </c:pt>
                <c:pt idx="1091">
                  <c:v>56.670616149902301</c:v>
                </c:pt>
                <c:pt idx="1092">
                  <c:v>56.674293518066399</c:v>
                </c:pt>
                <c:pt idx="1093">
                  <c:v>56.518146514892599</c:v>
                </c:pt>
                <c:pt idx="1094">
                  <c:v>56.398872375488303</c:v>
                </c:pt>
                <c:pt idx="1095">
                  <c:v>56.332973480224602</c:v>
                </c:pt>
                <c:pt idx="1096">
                  <c:v>56.270198822021499</c:v>
                </c:pt>
                <c:pt idx="1097">
                  <c:v>56.3043022155762</c:v>
                </c:pt>
                <c:pt idx="1098">
                  <c:v>56.254066467285199</c:v>
                </c:pt>
                <c:pt idx="1099">
                  <c:v>56.242454528808601</c:v>
                </c:pt>
                <c:pt idx="1100">
                  <c:v>56.2264595031738</c:v>
                </c:pt>
                <c:pt idx="1101">
                  <c:v>56.172157287597699</c:v>
                </c:pt>
                <c:pt idx="1102">
                  <c:v>56.148120880127003</c:v>
                </c:pt>
                <c:pt idx="1103">
                  <c:v>56.0825004577637</c:v>
                </c:pt>
                <c:pt idx="1104">
                  <c:v>56.066844940185597</c:v>
                </c:pt>
                <c:pt idx="1105">
                  <c:v>56.045181274414098</c:v>
                </c:pt>
                <c:pt idx="1106">
                  <c:v>56.074760437011697</c:v>
                </c:pt>
                <c:pt idx="1107">
                  <c:v>56.1119384765625</c:v>
                </c:pt>
                <c:pt idx="1108">
                  <c:v>56.129341125488303</c:v>
                </c:pt>
                <c:pt idx="1109">
                  <c:v>56.195198059082003</c:v>
                </c:pt>
                <c:pt idx="1110">
                  <c:v>56.208690643310597</c:v>
                </c:pt>
                <c:pt idx="1111">
                  <c:v>56.250492095947301</c:v>
                </c:pt>
                <c:pt idx="1112">
                  <c:v>56.254589080810597</c:v>
                </c:pt>
                <c:pt idx="1113">
                  <c:v>56.260852813720703</c:v>
                </c:pt>
                <c:pt idx="1114">
                  <c:v>56.241996765136697</c:v>
                </c:pt>
                <c:pt idx="1115">
                  <c:v>56.217655181884801</c:v>
                </c:pt>
                <c:pt idx="1116">
                  <c:v>56.296142578125</c:v>
                </c:pt>
                <c:pt idx="1117">
                  <c:v>56.304519653320298</c:v>
                </c:pt>
                <c:pt idx="1118">
                  <c:v>56.277072906494098</c:v>
                </c:pt>
                <c:pt idx="1119">
                  <c:v>56.221134185791001</c:v>
                </c:pt>
                <c:pt idx="1120">
                  <c:v>56.238807678222699</c:v>
                </c:pt>
                <c:pt idx="1121">
                  <c:v>56.223190307617202</c:v>
                </c:pt>
                <c:pt idx="1122">
                  <c:v>56.221954345703097</c:v>
                </c:pt>
                <c:pt idx="1123">
                  <c:v>56.295372009277301</c:v>
                </c:pt>
                <c:pt idx="1124">
                  <c:v>56.276809692382798</c:v>
                </c:pt>
                <c:pt idx="1125">
                  <c:v>56.23291015625</c:v>
                </c:pt>
                <c:pt idx="1126">
                  <c:v>56.218406677246101</c:v>
                </c:pt>
                <c:pt idx="1127">
                  <c:v>56.192298889160199</c:v>
                </c:pt>
                <c:pt idx="1128">
                  <c:v>56.182350158691399</c:v>
                </c:pt>
                <c:pt idx="1129">
                  <c:v>56.188686370849602</c:v>
                </c:pt>
                <c:pt idx="1130">
                  <c:v>56.186702728271499</c:v>
                </c:pt>
                <c:pt idx="1131">
                  <c:v>56.1928520202637</c:v>
                </c:pt>
                <c:pt idx="1132">
                  <c:v>56.190769195556598</c:v>
                </c:pt>
                <c:pt idx="1133">
                  <c:v>56.171485900878899</c:v>
                </c:pt>
                <c:pt idx="1134">
                  <c:v>56.171115875244098</c:v>
                </c:pt>
                <c:pt idx="1135">
                  <c:v>56.103179931640597</c:v>
                </c:pt>
                <c:pt idx="1136">
                  <c:v>56.056423187255902</c:v>
                </c:pt>
                <c:pt idx="1137">
                  <c:v>56.051433563232401</c:v>
                </c:pt>
                <c:pt idx="1138">
                  <c:v>56.099399566650398</c:v>
                </c:pt>
                <c:pt idx="1139">
                  <c:v>56.063678741455099</c:v>
                </c:pt>
                <c:pt idx="1140">
                  <c:v>56.095161437988303</c:v>
                </c:pt>
                <c:pt idx="1141">
                  <c:v>56.138393402099602</c:v>
                </c:pt>
                <c:pt idx="1142">
                  <c:v>56.078968048095703</c:v>
                </c:pt>
                <c:pt idx="1143">
                  <c:v>56.017078399658203</c:v>
                </c:pt>
                <c:pt idx="1144">
                  <c:v>56.132328033447301</c:v>
                </c:pt>
                <c:pt idx="1145">
                  <c:v>56.140323638916001</c:v>
                </c:pt>
                <c:pt idx="1146">
                  <c:v>56.341510772705099</c:v>
                </c:pt>
                <c:pt idx="1147">
                  <c:v>56.290031433105497</c:v>
                </c:pt>
                <c:pt idx="1148">
                  <c:v>56.253818511962898</c:v>
                </c:pt>
                <c:pt idx="1149">
                  <c:v>56.339744567871101</c:v>
                </c:pt>
                <c:pt idx="1150">
                  <c:v>56.665023803710902</c:v>
                </c:pt>
                <c:pt idx="1151">
                  <c:v>56.883518218994098</c:v>
                </c:pt>
                <c:pt idx="1152">
                  <c:v>57.082897186279297</c:v>
                </c:pt>
                <c:pt idx="1153">
                  <c:v>56.983997344970703</c:v>
                </c:pt>
                <c:pt idx="1154">
                  <c:v>57.5015258789063</c:v>
                </c:pt>
                <c:pt idx="1155">
                  <c:v>58.041114807128899</c:v>
                </c:pt>
                <c:pt idx="1156">
                  <c:v>57.970584869384801</c:v>
                </c:pt>
                <c:pt idx="1157">
                  <c:v>58.365261077880902</c:v>
                </c:pt>
                <c:pt idx="1158">
                  <c:v>58.888111114502003</c:v>
                </c:pt>
                <c:pt idx="1159">
                  <c:v>59.162590026855497</c:v>
                </c:pt>
                <c:pt idx="1160">
                  <c:v>59.350978851318402</c:v>
                </c:pt>
                <c:pt idx="1161">
                  <c:v>59.875980377197301</c:v>
                </c:pt>
                <c:pt idx="1162">
                  <c:v>60.261009216308601</c:v>
                </c:pt>
                <c:pt idx="1163">
                  <c:v>60.922477722167997</c:v>
                </c:pt>
                <c:pt idx="1164">
                  <c:v>61.200313568115199</c:v>
                </c:pt>
                <c:pt idx="1165">
                  <c:v>61.5642280578613</c:v>
                </c:pt>
                <c:pt idx="1166">
                  <c:v>62.446369171142599</c:v>
                </c:pt>
                <c:pt idx="1167">
                  <c:v>63.027309417724602</c:v>
                </c:pt>
                <c:pt idx="1168">
                  <c:v>63.706348419189503</c:v>
                </c:pt>
                <c:pt idx="1169">
                  <c:v>64.188697814941406</c:v>
                </c:pt>
                <c:pt idx="1170">
                  <c:v>64.708770751953097</c:v>
                </c:pt>
                <c:pt idx="1171">
                  <c:v>64.897537231445298</c:v>
                </c:pt>
                <c:pt idx="1172">
                  <c:v>65.167762756347699</c:v>
                </c:pt>
                <c:pt idx="1173">
                  <c:v>65.315246582031307</c:v>
                </c:pt>
                <c:pt idx="1174">
                  <c:v>65.447891235351605</c:v>
                </c:pt>
                <c:pt idx="1175">
                  <c:v>65.531425476074205</c:v>
                </c:pt>
                <c:pt idx="1176">
                  <c:v>65.725837707519503</c:v>
                </c:pt>
                <c:pt idx="1177">
                  <c:v>66.581565856933594</c:v>
                </c:pt>
                <c:pt idx="1178">
                  <c:v>67.209129333496094</c:v>
                </c:pt>
                <c:pt idx="1179">
                  <c:v>67.6153564453125</c:v>
                </c:pt>
                <c:pt idx="1180">
                  <c:v>68.158035278320298</c:v>
                </c:pt>
                <c:pt idx="1181">
                  <c:v>68.894340515136705</c:v>
                </c:pt>
                <c:pt idx="1182">
                  <c:v>69.476020812988295</c:v>
                </c:pt>
                <c:pt idx="1183">
                  <c:v>69.871643066406307</c:v>
                </c:pt>
                <c:pt idx="1184">
                  <c:v>70.268394470214801</c:v>
                </c:pt>
                <c:pt idx="1185">
                  <c:v>70.454666137695298</c:v>
                </c:pt>
                <c:pt idx="1186">
                  <c:v>70.647888183593807</c:v>
                </c:pt>
                <c:pt idx="1187">
                  <c:v>70.987495422363295</c:v>
                </c:pt>
                <c:pt idx="1188">
                  <c:v>71.191131591796903</c:v>
                </c:pt>
                <c:pt idx="1189">
                  <c:v>71.302528381347699</c:v>
                </c:pt>
                <c:pt idx="1190">
                  <c:v>71.358406066894503</c:v>
                </c:pt>
                <c:pt idx="1191">
                  <c:v>71.422569274902301</c:v>
                </c:pt>
                <c:pt idx="1192">
                  <c:v>71.48974609375</c:v>
                </c:pt>
                <c:pt idx="1193">
                  <c:v>71.479476928710895</c:v>
                </c:pt>
                <c:pt idx="1194">
                  <c:v>71.500282287597699</c:v>
                </c:pt>
                <c:pt idx="1195">
                  <c:v>71.468452453613295</c:v>
                </c:pt>
                <c:pt idx="1196">
                  <c:v>71.459716796875</c:v>
                </c:pt>
                <c:pt idx="1197">
                  <c:v>71.424461364746094</c:v>
                </c:pt>
                <c:pt idx="1198">
                  <c:v>71.390220642089801</c:v>
                </c:pt>
                <c:pt idx="1199">
                  <c:v>71.381462097167997</c:v>
                </c:pt>
                <c:pt idx="1200">
                  <c:v>71.273063659667997</c:v>
                </c:pt>
                <c:pt idx="1201">
                  <c:v>71.1865234375</c:v>
                </c:pt>
                <c:pt idx="1202">
                  <c:v>71.185043334960895</c:v>
                </c:pt>
                <c:pt idx="1203">
                  <c:v>71.151947021484403</c:v>
                </c:pt>
                <c:pt idx="1204">
                  <c:v>71.085960388183594</c:v>
                </c:pt>
                <c:pt idx="1205">
                  <c:v>71.077735900878906</c:v>
                </c:pt>
                <c:pt idx="1206">
                  <c:v>71.074600219726605</c:v>
                </c:pt>
                <c:pt idx="1207">
                  <c:v>71.082382202148395</c:v>
                </c:pt>
                <c:pt idx="1208">
                  <c:v>71.262031555175795</c:v>
                </c:pt>
                <c:pt idx="1209">
                  <c:v>71.560165405273395</c:v>
                </c:pt>
                <c:pt idx="1210">
                  <c:v>71.619522094726605</c:v>
                </c:pt>
                <c:pt idx="1211">
                  <c:v>71.725898742675795</c:v>
                </c:pt>
                <c:pt idx="1212">
                  <c:v>71.802566528320298</c:v>
                </c:pt>
                <c:pt idx="1213">
                  <c:v>71.904815673828097</c:v>
                </c:pt>
                <c:pt idx="1214">
                  <c:v>71.920600891113295</c:v>
                </c:pt>
                <c:pt idx="1215">
                  <c:v>71.961830139160199</c:v>
                </c:pt>
                <c:pt idx="1216">
                  <c:v>71.968719482421903</c:v>
                </c:pt>
                <c:pt idx="1217">
                  <c:v>71.965362548828097</c:v>
                </c:pt>
                <c:pt idx="1218">
                  <c:v>71.975059509277301</c:v>
                </c:pt>
                <c:pt idx="1219">
                  <c:v>72.024955749511705</c:v>
                </c:pt>
                <c:pt idx="1220">
                  <c:v>72.056221008300795</c:v>
                </c:pt>
                <c:pt idx="1221">
                  <c:v>72.084861755371094</c:v>
                </c:pt>
                <c:pt idx="1222">
                  <c:v>72.088584899902301</c:v>
                </c:pt>
                <c:pt idx="1223">
                  <c:v>72.075912475585895</c:v>
                </c:pt>
                <c:pt idx="1224">
                  <c:v>72.0938720703125</c:v>
                </c:pt>
                <c:pt idx="1225">
                  <c:v>72.038024902343807</c:v>
                </c:pt>
                <c:pt idx="1226">
                  <c:v>72.016288757324205</c:v>
                </c:pt>
                <c:pt idx="1227">
                  <c:v>71.949127197265597</c:v>
                </c:pt>
                <c:pt idx="1228">
                  <c:v>72.001739501953097</c:v>
                </c:pt>
                <c:pt idx="1229">
                  <c:v>72.059265136718807</c:v>
                </c:pt>
                <c:pt idx="1230">
                  <c:v>72.089660644531307</c:v>
                </c:pt>
                <c:pt idx="1231">
                  <c:v>72.105262756347699</c:v>
                </c:pt>
                <c:pt idx="1232">
                  <c:v>72.378532409667997</c:v>
                </c:pt>
                <c:pt idx="1233">
                  <c:v>73.139305114746094</c:v>
                </c:pt>
                <c:pt idx="1234">
                  <c:v>73.874725341796903</c:v>
                </c:pt>
                <c:pt idx="1235">
                  <c:v>74.520675659179702</c:v>
                </c:pt>
                <c:pt idx="1236">
                  <c:v>74.779045104980497</c:v>
                </c:pt>
                <c:pt idx="1237">
                  <c:v>75.0416259765625</c:v>
                </c:pt>
                <c:pt idx="1238">
                  <c:v>75.244285583496094</c:v>
                </c:pt>
                <c:pt idx="1239">
                  <c:v>75.404312133789105</c:v>
                </c:pt>
                <c:pt idx="1240">
                  <c:v>75.476600646972699</c:v>
                </c:pt>
                <c:pt idx="1241">
                  <c:v>75.648933410644503</c:v>
                </c:pt>
                <c:pt idx="1242">
                  <c:v>75.821762084960895</c:v>
                </c:pt>
                <c:pt idx="1243">
                  <c:v>75.814628601074205</c:v>
                </c:pt>
                <c:pt idx="1244">
                  <c:v>75.938362121582003</c:v>
                </c:pt>
                <c:pt idx="1245">
                  <c:v>76.005966186523395</c:v>
                </c:pt>
                <c:pt idx="1246">
                  <c:v>76.092247009277301</c:v>
                </c:pt>
                <c:pt idx="1247">
                  <c:v>76.205894470214801</c:v>
                </c:pt>
                <c:pt idx="1248">
                  <c:v>76.196418762207003</c:v>
                </c:pt>
                <c:pt idx="1249">
                  <c:v>76.261543273925795</c:v>
                </c:pt>
                <c:pt idx="1250">
                  <c:v>76.375404357910199</c:v>
                </c:pt>
                <c:pt idx="1251">
                  <c:v>76.365280151367202</c:v>
                </c:pt>
                <c:pt idx="1252">
                  <c:v>76.657272338867202</c:v>
                </c:pt>
                <c:pt idx="1253">
                  <c:v>76.880043029785199</c:v>
                </c:pt>
                <c:pt idx="1254">
                  <c:v>77.120597839355497</c:v>
                </c:pt>
                <c:pt idx="1255">
                  <c:v>77.833053588867202</c:v>
                </c:pt>
                <c:pt idx="1256">
                  <c:v>78.258140563964801</c:v>
                </c:pt>
                <c:pt idx="1257">
                  <c:v>78.476387023925795</c:v>
                </c:pt>
                <c:pt idx="1258">
                  <c:v>78.588432312011705</c:v>
                </c:pt>
                <c:pt idx="1259">
                  <c:v>78.645965576171903</c:v>
                </c:pt>
                <c:pt idx="1260">
                  <c:v>78.684478759765597</c:v>
                </c:pt>
                <c:pt idx="1261">
                  <c:v>78.702400207519503</c:v>
                </c:pt>
                <c:pt idx="1262">
                  <c:v>78.723106384277301</c:v>
                </c:pt>
                <c:pt idx="1263">
                  <c:v>78.772987365722699</c:v>
                </c:pt>
                <c:pt idx="1264">
                  <c:v>78.895782470703097</c:v>
                </c:pt>
                <c:pt idx="1265">
                  <c:v>78.980476379394503</c:v>
                </c:pt>
                <c:pt idx="1266">
                  <c:v>79.162986755371094</c:v>
                </c:pt>
                <c:pt idx="1267">
                  <c:v>79.224800109863295</c:v>
                </c:pt>
                <c:pt idx="1268">
                  <c:v>79.2373046875</c:v>
                </c:pt>
                <c:pt idx="1269">
                  <c:v>79.276542663574205</c:v>
                </c:pt>
                <c:pt idx="1270">
                  <c:v>79.382545471191406</c:v>
                </c:pt>
                <c:pt idx="1271">
                  <c:v>79.451202392578097</c:v>
                </c:pt>
                <c:pt idx="1272">
                  <c:v>79.488693237304702</c:v>
                </c:pt>
                <c:pt idx="1273">
                  <c:v>79.469261169433594</c:v>
                </c:pt>
                <c:pt idx="1274">
                  <c:v>79.381370544433594</c:v>
                </c:pt>
                <c:pt idx="1275">
                  <c:v>79.335433959960895</c:v>
                </c:pt>
                <c:pt idx="1276">
                  <c:v>79.638565063476605</c:v>
                </c:pt>
                <c:pt idx="1277">
                  <c:v>79.823562622070298</c:v>
                </c:pt>
                <c:pt idx="1278">
                  <c:v>80.001670837402301</c:v>
                </c:pt>
                <c:pt idx="1279">
                  <c:v>80.131568908691406</c:v>
                </c:pt>
                <c:pt idx="1280">
                  <c:v>80.193367004394503</c:v>
                </c:pt>
                <c:pt idx="1281">
                  <c:v>80.232620239257798</c:v>
                </c:pt>
                <c:pt idx="1282">
                  <c:v>80.273414611816406</c:v>
                </c:pt>
                <c:pt idx="1283">
                  <c:v>80.281044006347699</c:v>
                </c:pt>
                <c:pt idx="1284">
                  <c:v>80.288719177246094</c:v>
                </c:pt>
                <c:pt idx="1285">
                  <c:v>80.307479858398395</c:v>
                </c:pt>
                <c:pt idx="1286">
                  <c:v>80.307189941406307</c:v>
                </c:pt>
                <c:pt idx="1287">
                  <c:v>80.291091918945298</c:v>
                </c:pt>
                <c:pt idx="1288">
                  <c:v>80.331428527832003</c:v>
                </c:pt>
                <c:pt idx="1289">
                  <c:v>80.3160400390625</c:v>
                </c:pt>
                <c:pt idx="1290">
                  <c:v>80.2769775390625</c:v>
                </c:pt>
                <c:pt idx="1291">
                  <c:v>80.261550903320298</c:v>
                </c:pt>
                <c:pt idx="1292">
                  <c:v>80.273750305175795</c:v>
                </c:pt>
                <c:pt idx="1293">
                  <c:v>80.280578613281307</c:v>
                </c:pt>
                <c:pt idx="1294">
                  <c:v>80.301551818847699</c:v>
                </c:pt>
                <c:pt idx="1295">
                  <c:v>80.344497680664105</c:v>
                </c:pt>
                <c:pt idx="1296">
                  <c:v>80.469909667968807</c:v>
                </c:pt>
                <c:pt idx="1297">
                  <c:v>80.671249389648395</c:v>
                </c:pt>
                <c:pt idx="1298">
                  <c:v>80.843101501464801</c:v>
                </c:pt>
                <c:pt idx="1299">
                  <c:v>80.854026794433594</c:v>
                </c:pt>
                <c:pt idx="1300">
                  <c:v>80.960197448730497</c:v>
                </c:pt>
                <c:pt idx="1301">
                  <c:v>80.798820495605497</c:v>
                </c:pt>
                <c:pt idx="1302">
                  <c:v>80.609535217285199</c:v>
                </c:pt>
                <c:pt idx="1303">
                  <c:v>80.704765319824205</c:v>
                </c:pt>
                <c:pt idx="1304">
                  <c:v>80.562995910644503</c:v>
                </c:pt>
                <c:pt idx="1305">
                  <c:v>80.477432250976605</c:v>
                </c:pt>
                <c:pt idx="1306">
                  <c:v>80.547370910644503</c:v>
                </c:pt>
                <c:pt idx="1307">
                  <c:v>80.608856201171903</c:v>
                </c:pt>
                <c:pt idx="1308">
                  <c:v>80.568611145019503</c:v>
                </c:pt>
                <c:pt idx="1309">
                  <c:v>80.655296325683594</c:v>
                </c:pt>
                <c:pt idx="1310">
                  <c:v>80.673202514648395</c:v>
                </c:pt>
                <c:pt idx="1311">
                  <c:v>80.557067871093807</c:v>
                </c:pt>
                <c:pt idx="1312">
                  <c:v>80.662414550781307</c:v>
                </c:pt>
                <c:pt idx="1313">
                  <c:v>80.642356872558594</c:v>
                </c:pt>
                <c:pt idx="1314">
                  <c:v>80.679130554199205</c:v>
                </c:pt>
                <c:pt idx="1315">
                  <c:v>80.615242004394503</c:v>
                </c:pt>
                <c:pt idx="1316">
                  <c:v>80.755363464355497</c:v>
                </c:pt>
                <c:pt idx="1317">
                  <c:v>80.919265747070298</c:v>
                </c:pt>
                <c:pt idx="1318">
                  <c:v>80.958587646484403</c:v>
                </c:pt>
                <c:pt idx="1319">
                  <c:v>81.24658203125</c:v>
                </c:pt>
                <c:pt idx="1320">
                  <c:v>81.541999816894503</c:v>
                </c:pt>
                <c:pt idx="1321">
                  <c:v>81.594009399414105</c:v>
                </c:pt>
                <c:pt idx="1322">
                  <c:v>81.945762634277301</c:v>
                </c:pt>
                <c:pt idx="1323">
                  <c:v>82.277633666992202</c:v>
                </c:pt>
                <c:pt idx="1324">
                  <c:v>82.760932922363295</c:v>
                </c:pt>
                <c:pt idx="1325">
                  <c:v>83.162345886230497</c:v>
                </c:pt>
                <c:pt idx="1326">
                  <c:v>83.339714050292997</c:v>
                </c:pt>
                <c:pt idx="1327">
                  <c:v>83.496566772460895</c:v>
                </c:pt>
                <c:pt idx="1328">
                  <c:v>83.625160217285199</c:v>
                </c:pt>
                <c:pt idx="1329">
                  <c:v>83.878562927246094</c:v>
                </c:pt>
                <c:pt idx="1330">
                  <c:v>84.126319885253906</c:v>
                </c:pt>
                <c:pt idx="1331">
                  <c:v>84.236930847167997</c:v>
                </c:pt>
                <c:pt idx="1332">
                  <c:v>84.369277954101605</c:v>
                </c:pt>
                <c:pt idx="1333">
                  <c:v>84.569549560546903</c:v>
                </c:pt>
                <c:pt idx="1334">
                  <c:v>84.889823913574205</c:v>
                </c:pt>
                <c:pt idx="1335">
                  <c:v>85.078552246093807</c:v>
                </c:pt>
                <c:pt idx="1336">
                  <c:v>85.334388732910199</c:v>
                </c:pt>
                <c:pt idx="1337">
                  <c:v>85.594619750976605</c:v>
                </c:pt>
                <c:pt idx="1338">
                  <c:v>85.842941284179702</c:v>
                </c:pt>
                <c:pt idx="1339">
                  <c:v>86.359130859375</c:v>
                </c:pt>
                <c:pt idx="1340">
                  <c:v>86.728187561035199</c:v>
                </c:pt>
                <c:pt idx="1341">
                  <c:v>86.957168579101605</c:v>
                </c:pt>
                <c:pt idx="1342">
                  <c:v>87.331703186035199</c:v>
                </c:pt>
                <c:pt idx="1343">
                  <c:v>87.866241455078097</c:v>
                </c:pt>
                <c:pt idx="1344">
                  <c:v>88.219146728515597</c:v>
                </c:pt>
                <c:pt idx="1345">
                  <c:v>88.377632141113295</c:v>
                </c:pt>
                <c:pt idx="1346">
                  <c:v>88.602058410644503</c:v>
                </c:pt>
                <c:pt idx="1347">
                  <c:v>88.830284118652301</c:v>
                </c:pt>
                <c:pt idx="1348">
                  <c:v>89.132255554199205</c:v>
                </c:pt>
                <c:pt idx="1349">
                  <c:v>89.383346557617202</c:v>
                </c:pt>
                <c:pt idx="1350">
                  <c:v>89.776550292968807</c:v>
                </c:pt>
                <c:pt idx="1351">
                  <c:v>90.334503173828097</c:v>
                </c:pt>
                <c:pt idx="1352">
                  <c:v>90.776649475097699</c:v>
                </c:pt>
                <c:pt idx="1353">
                  <c:v>91.167045593261705</c:v>
                </c:pt>
                <c:pt idx="1354">
                  <c:v>91.219085693359403</c:v>
                </c:pt>
                <c:pt idx="1355">
                  <c:v>91.485588073730497</c:v>
                </c:pt>
                <c:pt idx="1356">
                  <c:v>91.606376647949205</c:v>
                </c:pt>
                <c:pt idx="1357">
                  <c:v>91.786674499511705</c:v>
                </c:pt>
                <c:pt idx="1358">
                  <c:v>92.014060974121094</c:v>
                </c:pt>
                <c:pt idx="1359">
                  <c:v>92.184249877929702</c:v>
                </c:pt>
                <c:pt idx="1360">
                  <c:v>92.200645446777301</c:v>
                </c:pt>
                <c:pt idx="1361">
                  <c:v>92.228401184082003</c:v>
                </c:pt>
                <c:pt idx="1362">
                  <c:v>92.425376892089801</c:v>
                </c:pt>
                <c:pt idx="1363">
                  <c:v>92.726509094238295</c:v>
                </c:pt>
                <c:pt idx="1364">
                  <c:v>92.869918823242202</c:v>
                </c:pt>
                <c:pt idx="1365">
                  <c:v>92.960060119628906</c:v>
                </c:pt>
                <c:pt idx="1366">
                  <c:v>92.792205810546903</c:v>
                </c:pt>
                <c:pt idx="1367">
                  <c:v>92.792999267578097</c:v>
                </c:pt>
                <c:pt idx="1368">
                  <c:v>92.840591430664105</c:v>
                </c:pt>
                <c:pt idx="1369">
                  <c:v>92.748374938964801</c:v>
                </c:pt>
                <c:pt idx="1370">
                  <c:v>92.645812988281307</c:v>
                </c:pt>
                <c:pt idx="1371">
                  <c:v>92.563911437988295</c:v>
                </c:pt>
                <c:pt idx="1372">
                  <c:v>92.560157775878906</c:v>
                </c:pt>
                <c:pt idx="1373">
                  <c:v>92.519477844238295</c:v>
                </c:pt>
                <c:pt idx="1374">
                  <c:v>92.340072631835895</c:v>
                </c:pt>
                <c:pt idx="1375">
                  <c:v>92.231765747070298</c:v>
                </c:pt>
                <c:pt idx="1376">
                  <c:v>92.124015808105497</c:v>
                </c:pt>
                <c:pt idx="1377">
                  <c:v>92.059753417968807</c:v>
                </c:pt>
                <c:pt idx="1378">
                  <c:v>91.931457519531307</c:v>
                </c:pt>
                <c:pt idx="1379">
                  <c:v>91.8414306640625</c:v>
                </c:pt>
                <c:pt idx="1380">
                  <c:v>91.8236083984375</c:v>
                </c:pt>
                <c:pt idx="1381">
                  <c:v>91.806823730468807</c:v>
                </c:pt>
                <c:pt idx="1382">
                  <c:v>91.751708984375</c:v>
                </c:pt>
                <c:pt idx="1383">
                  <c:v>91.669967651367202</c:v>
                </c:pt>
                <c:pt idx="1384">
                  <c:v>91.63330078125</c:v>
                </c:pt>
                <c:pt idx="1385">
                  <c:v>91.602333068847699</c:v>
                </c:pt>
                <c:pt idx="1386">
                  <c:v>91.601776123046903</c:v>
                </c:pt>
                <c:pt idx="1387">
                  <c:v>91.638519287109403</c:v>
                </c:pt>
                <c:pt idx="1388">
                  <c:v>91.563781738281307</c:v>
                </c:pt>
                <c:pt idx="1389">
                  <c:v>91.458702087402301</c:v>
                </c:pt>
                <c:pt idx="1390">
                  <c:v>91.370384216308594</c:v>
                </c:pt>
                <c:pt idx="1391">
                  <c:v>91.214866638183594</c:v>
                </c:pt>
                <c:pt idx="1392">
                  <c:v>91.172500610351605</c:v>
                </c:pt>
                <c:pt idx="1393">
                  <c:v>91.137466430664105</c:v>
                </c:pt>
                <c:pt idx="1394">
                  <c:v>91.084548950195298</c:v>
                </c:pt>
                <c:pt idx="1395">
                  <c:v>90.961677551269503</c:v>
                </c:pt>
                <c:pt idx="1396">
                  <c:v>90.944419860839801</c:v>
                </c:pt>
                <c:pt idx="1397">
                  <c:v>90.9090576171875</c:v>
                </c:pt>
                <c:pt idx="1398">
                  <c:v>90.738594055175795</c:v>
                </c:pt>
                <c:pt idx="1399">
                  <c:v>90.651550292968807</c:v>
                </c:pt>
                <c:pt idx="1400">
                  <c:v>90.549781799316406</c:v>
                </c:pt>
                <c:pt idx="1401">
                  <c:v>90.720367431640597</c:v>
                </c:pt>
                <c:pt idx="1402">
                  <c:v>90.932891845703097</c:v>
                </c:pt>
                <c:pt idx="1403">
                  <c:v>91.164756774902301</c:v>
                </c:pt>
                <c:pt idx="1404">
                  <c:v>91.327537536621094</c:v>
                </c:pt>
                <c:pt idx="1405">
                  <c:v>91.605415344238295</c:v>
                </c:pt>
                <c:pt idx="1406">
                  <c:v>91.793441772460895</c:v>
                </c:pt>
                <c:pt idx="1407">
                  <c:v>91.993988037109403</c:v>
                </c:pt>
                <c:pt idx="1408">
                  <c:v>92.271614074707003</c:v>
                </c:pt>
                <c:pt idx="1409">
                  <c:v>92.535324096679702</c:v>
                </c:pt>
                <c:pt idx="1410">
                  <c:v>92.739227294921903</c:v>
                </c:pt>
                <c:pt idx="1411">
                  <c:v>92.777900695800795</c:v>
                </c:pt>
                <c:pt idx="1412">
                  <c:v>92.985763549804702</c:v>
                </c:pt>
                <c:pt idx="1413">
                  <c:v>93.195465087890597</c:v>
                </c:pt>
                <c:pt idx="1414">
                  <c:v>93.258468627929702</c:v>
                </c:pt>
                <c:pt idx="1415">
                  <c:v>93.319267272949205</c:v>
                </c:pt>
                <c:pt idx="1416">
                  <c:v>93.643524169921903</c:v>
                </c:pt>
                <c:pt idx="1417">
                  <c:v>94.056953430175795</c:v>
                </c:pt>
                <c:pt idx="1418">
                  <c:v>94.274177551269503</c:v>
                </c:pt>
                <c:pt idx="1419">
                  <c:v>94.382728576660199</c:v>
                </c:pt>
                <c:pt idx="1420">
                  <c:v>94.649429321289105</c:v>
                </c:pt>
                <c:pt idx="1421">
                  <c:v>94.857971191406307</c:v>
                </c:pt>
                <c:pt idx="1422">
                  <c:v>94.949066162109403</c:v>
                </c:pt>
                <c:pt idx="1423">
                  <c:v>95.000190734863295</c:v>
                </c:pt>
                <c:pt idx="1424">
                  <c:v>95.028518676757798</c:v>
                </c:pt>
                <c:pt idx="1425">
                  <c:v>95.117591857910199</c:v>
                </c:pt>
                <c:pt idx="1426">
                  <c:v>95.285636901855497</c:v>
                </c:pt>
                <c:pt idx="1427">
                  <c:v>95.486709594726605</c:v>
                </c:pt>
                <c:pt idx="1428">
                  <c:v>95.527099609375</c:v>
                </c:pt>
                <c:pt idx="1429">
                  <c:v>95.589408874511705</c:v>
                </c:pt>
                <c:pt idx="1430">
                  <c:v>95.595878601074205</c:v>
                </c:pt>
                <c:pt idx="1431">
                  <c:v>95.530212402343807</c:v>
                </c:pt>
                <c:pt idx="1432">
                  <c:v>95.541595458984403</c:v>
                </c:pt>
                <c:pt idx="1433">
                  <c:v>95.688774108886705</c:v>
                </c:pt>
                <c:pt idx="1434">
                  <c:v>95.890396118164105</c:v>
                </c:pt>
                <c:pt idx="1435">
                  <c:v>95.813369750976605</c:v>
                </c:pt>
                <c:pt idx="1436">
                  <c:v>95.865539550781307</c:v>
                </c:pt>
                <c:pt idx="1437">
                  <c:v>95.915336608886705</c:v>
                </c:pt>
                <c:pt idx="1438">
                  <c:v>95.749526977539105</c:v>
                </c:pt>
                <c:pt idx="1439">
                  <c:v>95.717918395996094</c:v>
                </c:pt>
                <c:pt idx="1440">
                  <c:v>95.866943359375</c:v>
                </c:pt>
                <c:pt idx="1441">
                  <c:v>96.108367919921903</c:v>
                </c:pt>
                <c:pt idx="1442">
                  <c:v>95.998115539550795</c:v>
                </c:pt>
                <c:pt idx="1443">
                  <c:v>95.926918029785199</c:v>
                </c:pt>
                <c:pt idx="1444">
                  <c:v>95.937652587890597</c:v>
                </c:pt>
                <c:pt idx="1445">
                  <c:v>95.852233886718807</c:v>
                </c:pt>
                <c:pt idx="1446">
                  <c:v>95.794990539550795</c:v>
                </c:pt>
                <c:pt idx="1447">
                  <c:v>95.732795715332003</c:v>
                </c:pt>
                <c:pt idx="1448">
                  <c:v>95.620933532714801</c:v>
                </c:pt>
                <c:pt idx="1449">
                  <c:v>95.458831787109403</c:v>
                </c:pt>
                <c:pt idx="1450">
                  <c:v>95.336921691894503</c:v>
                </c:pt>
                <c:pt idx="1451">
                  <c:v>95.256866455078097</c:v>
                </c:pt>
                <c:pt idx="1452">
                  <c:v>95.176795959472699</c:v>
                </c:pt>
                <c:pt idx="1453">
                  <c:v>95.124870300292997</c:v>
                </c:pt>
                <c:pt idx="1454">
                  <c:v>95.085479736328097</c:v>
                </c:pt>
                <c:pt idx="1455">
                  <c:v>95.052185058593807</c:v>
                </c:pt>
                <c:pt idx="1456">
                  <c:v>94.9083251953125</c:v>
                </c:pt>
                <c:pt idx="1457">
                  <c:v>94.774894714355497</c:v>
                </c:pt>
                <c:pt idx="1458">
                  <c:v>94.512825012207003</c:v>
                </c:pt>
                <c:pt idx="1459">
                  <c:v>94.425811767578097</c:v>
                </c:pt>
                <c:pt idx="1460">
                  <c:v>94.194183349609403</c:v>
                </c:pt>
                <c:pt idx="1461">
                  <c:v>93.993110656738295</c:v>
                </c:pt>
                <c:pt idx="1462">
                  <c:v>93.785362243652301</c:v>
                </c:pt>
                <c:pt idx="1463">
                  <c:v>93.578636169433594</c:v>
                </c:pt>
                <c:pt idx="1464">
                  <c:v>93.444366455078097</c:v>
                </c:pt>
                <c:pt idx="1465">
                  <c:v>93.330924987792997</c:v>
                </c:pt>
                <c:pt idx="1466">
                  <c:v>93.268379211425795</c:v>
                </c:pt>
                <c:pt idx="1467">
                  <c:v>93.003532409667997</c:v>
                </c:pt>
                <c:pt idx="1468">
                  <c:v>92.789154052734403</c:v>
                </c:pt>
                <c:pt idx="1469">
                  <c:v>92.668518066406307</c:v>
                </c:pt>
                <c:pt idx="1470">
                  <c:v>92.612365722656307</c:v>
                </c:pt>
                <c:pt idx="1471">
                  <c:v>92.570182800292997</c:v>
                </c:pt>
                <c:pt idx="1472">
                  <c:v>92.512016296386705</c:v>
                </c:pt>
                <c:pt idx="1473">
                  <c:v>92.472831726074205</c:v>
                </c:pt>
                <c:pt idx="1474">
                  <c:v>92.340873718261705</c:v>
                </c:pt>
                <c:pt idx="1475">
                  <c:v>92.209465026855497</c:v>
                </c:pt>
                <c:pt idx="1476">
                  <c:v>92.090774536132798</c:v>
                </c:pt>
                <c:pt idx="1477">
                  <c:v>91.976303100585895</c:v>
                </c:pt>
                <c:pt idx="1478">
                  <c:v>91.887496948242202</c:v>
                </c:pt>
                <c:pt idx="1479">
                  <c:v>91.835601806640597</c:v>
                </c:pt>
                <c:pt idx="1480">
                  <c:v>91.782302856445298</c:v>
                </c:pt>
                <c:pt idx="1481">
                  <c:v>91.721031188964801</c:v>
                </c:pt>
                <c:pt idx="1482">
                  <c:v>91.602958679199205</c:v>
                </c:pt>
                <c:pt idx="1483">
                  <c:v>91.440742492675795</c:v>
                </c:pt>
                <c:pt idx="1484">
                  <c:v>91.215423583984403</c:v>
                </c:pt>
                <c:pt idx="1485">
                  <c:v>91.081451416015597</c:v>
                </c:pt>
                <c:pt idx="1486">
                  <c:v>91.055358886718807</c:v>
                </c:pt>
                <c:pt idx="1487">
                  <c:v>90.915229797363295</c:v>
                </c:pt>
                <c:pt idx="1488">
                  <c:v>90.890640258789105</c:v>
                </c:pt>
                <c:pt idx="1489">
                  <c:v>90.904685974121094</c:v>
                </c:pt>
                <c:pt idx="1490">
                  <c:v>90.879577636718807</c:v>
                </c:pt>
                <c:pt idx="1491">
                  <c:v>90.754928588867202</c:v>
                </c:pt>
                <c:pt idx="1492">
                  <c:v>90.615180969238295</c:v>
                </c:pt>
                <c:pt idx="1493">
                  <c:v>90.486190795898395</c:v>
                </c:pt>
                <c:pt idx="1494">
                  <c:v>90.397476196289105</c:v>
                </c:pt>
                <c:pt idx="1495">
                  <c:v>90.313369750976605</c:v>
                </c:pt>
                <c:pt idx="1496">
                  <c:v>90.237159729003906</c:v>
                </c:pt>
                <c:pt idx="1497">
                  <c:v>90.197692871093807</c:v>
                </c:pt>
                <c:pt idx="1498">
                  <c:v>90.1474609375</c:v>
                </c:pt>
                <c:pt idx="1499">
                  <c:v>90.090011596679702</c:v>
                </c:pt>
                <c:pt idx="1500">
                  <c:v>89.981689453125</c:v>
                </c:pt>
                <c:pt idx="1501">
                  <c:v>89.842964172363295</c:v>
                </c:pt>
                <c:pt idx="1502">
                  <c:v>89.659568786621094</c:v>
                </c:pt>
                <c:pt idx="1503">
                  <c:v>89.510551452636705</c:v>
                </c:pt>
                <c:pt idx="1504">
                  <c:v>89.413841247558594</c:v>
                </c:pt>
                <c:pt idx="1505">
                  <c:v>89.321258544921903</c:v>
                </c:pt>
                <c:pt idx="1506">
                  <c:v>89.213432312011705</c:v>
                </c:pt>
                <c:pt idx="1507">
                  <c:v>89.062461853027301</c:v>
                </c:pt>
                <c:pt idx="1508">
                  <c:v>88.899726867675795</c:v>
                </c:pt>
                <c:pt idx="1509">
                  <c:v>88.818305969238295</c:v>
                </c:pt>
                <c:pt idx="1510">
                  <c:v>88.719375610351605</c:v>
                </c:pt>
                <c:pt idx="1511">
                  <c:v>88.671089172363295</c:v>
                </c:pt>
                <c:pt idx="1512">
                  <c:v>88.603157043457003</c:v>
                </c:pt>
                <c:pt idx="1513">
                  <c:v>88.591339111328097</c:v>
                </c:pt>
                <c:pt idx="1514">
                  <c:v>88.530952453613295</c:v>
                </c:pt>
                <c:pt idx="1515">
                  <c:v>88.409614562988295</c:v>
                </c:pt>
                <c:pt idx="1516">
                  <c:v>88.368400573730497</c:v>
                </c:pt>
                <c:pt idx="1517">
                  <c:v>88.427543640136705</c:v>
                </c:pt>
                <c:pt idx="1518">
                  <c:v>88.319595336914105</c:v>
                </c:pt>
                <c:pt idx="1519">
                  <c:v>88.2064208984375</c:v>
                </c:pt>
                <c:pt idx="1520">
                  <c:v>88.196525573730497</c:v>
                </c:pt>
                <c:pt idx="1521">
                  <c:v>88.141731262207003</c:v>
                </c:pt>
                <c:pt idx="1522">
                  <c:v>88.141929626464801</c:v>
                </c:pt>
                <c:pt idx="1523">
                  <c:v>88.042083740234403</c:v>
                </c:pt>
                <c:pt idx="1524">
                  <c:v>88.0633544921875</c:v>
                </c:pt>
                <c:pt idx="1525">
                  <c:v>88.075065612792997</c:v>
                </c:pt>
                <c:pt idx="1526">
                  <c:v>87.953109741210895</c:v>
                </c:pt>
                <c:pt idx="1527">
                  <c:v>87.846443176269503</c:v>
                </c:pt>
                <c:pt idx="1528">
                  <c:v>87.945495605468807</c:v>
                </c:pt>
                <c:pt idx="1529">
                  <c:v>88.169380187988295</c:v>
                </c:pt>
                <c:pt idx="1530">
                  <c:v>88.332145690917997</c:v>
                </c:pt>
                <c:pt idx="1531">
                  <c:v>88.317214965820298</c:v>
                </c:pt>
                <c:pt idx="1532">
                  <c:v>88.415626525878906</c:v>
                </c:pt>
                <c:pt idx="1533">
                  <c:v>88.481697082519503</c:v>
                </c:pt>
                <c:pt idx="1534">
                  <c:v>88.523178100585895</c:v>
                </c:pt>
                <c:pt idx="1535">
                  <c:v>88.618499755859403</c:v>
                </c:pt>
                <c:pt idx="1536">
                  <c:v>88.627731323242202</c:v>
                </c:pt>
                <c:pt idx="1537">
                  <c:v>88.622665405273395</c:v>
                </c:pt>
                <c:pt idx="1538">
                  <c:v>88.760017395019503</c:v>
                </c:pt>
                <c:pt idx="1539">
                  <c:v>88.738853454589801</c:v>
                </c:pt>
                <c:pt idx="1540">
                  <c:v>88.742538452148395</c:v>
                </c:pt>
                <c:pt idx="1541">
                  <c:v>88.841697692871094</c:v>
                </c:pt>
                <c:pt idx="1542">
                  <c:v>88.9339599609375</c:v>
                </c:pt>
                <c:pt idx="1543">
                  <c:v>89.016914367675795</c:v>
                </c:pt>
                <c:pt idx="1544">
                  <c:v>89.153869628906307</c:v>
                </c:pt>
                <c:pt idx="1545">
                  <c:v>89.207008361816406</c:v>
                </c:pt>
                <c:pt idx="1546">
                  <c:v>89.2305908203125</c:v>
                </c:pt>
                <c:pt idx="1547">
                  <c:v>89.327217102050795</c:v>
                </c:pt>
                <c:pt idx="1548">
                  <c:v>89.5838623046875</c:v>
                </c:pt>
                <c:pt idx="1549">
                  <c:v>89.879096984863295</c:v>
                </c:pt>
                <c:pt idx="1550">
                  <c:v>90.169784545898395</c:v>
                </c:pt>
                <c:pt idx="1551">
                  <c:v>90.310699462890597</c:v>
                </c:pt>
                <c:pt idx="1552">
                  <c:v>90.729667663574205</c:v>
                </c:pt>
                <c:pt idx="1553">
                  <c:v>90.881912231445298</c:v>
                </c:pt>
                <c:pt idx="1554">
                  <c:v>90.868362426757798</c:v>
                </c:pt>
                <c:pt idx="1555">
                  <c:v>91.2000732421875</c:v>
                </c:pt>
                <c:pt idx="1556">
                  <c:v>91.437965393066406</c:v>
                </c:pt>
                <c:pt idx="1557">
                  <c:v>91.564018249511705</c:v>
                </c:pt>
                <c:pt idx="1558">
                  <c:v>91.885894775390597</c:v>
                </c:pt>
                <c:pt idx="1559">
                  <c:v>92.100395202636705</c:v>
                </c:pt>
                <c:pt idx="1560">
                  <c:v>92.223167419433594</c:v>
                </c:pt>
                <c:pt idx="1561">
                  <c:v>92.352951049804702</c:v>
                </c:pt>
                <c:pt idx="1562">
                  <c:v>92.616325378417997</c:v>
                </c:pt>
                <c:pt idx="1563">
                  <c:v>92.844566345214801</c:v>
                </c:pt>
                <c:pt idx="1564">
                  <c:v>93.283279418945298</c:v>
                </c:pt>
                <c:pt idx="1565">
                  <c:v>93.557174682617202</c:v>
                </c:pt>
                <c:pt idx="1566">
                  <c:v>94.053039550781307</c:v>
                </c:pt>
                <c:pt idx="1567">
                  <c:v>94.520446777343807</c:v>
                </c:pt>
                <c:pt idx="1568">
                  <c:v>94.775627136230497</c:v>
                </c:pt>
                <c:pt idx="1569">
                  <c:v>94.977912902832003</c:v>
                </c:pt>
                <c:pt idx="1570">
                  <c:v>95.119689941406307</c:v>
                </c:pt>
                <c:pt idx="1571">
                  <c:v>95.3038330078125</c:v>
                </c:pt>
                <c:pt idx="1572">
                  <c:v>95.455001831054702</c:v>
                </c:pt>
                <c:pt idx="1573">
                  <c:v>95.509735107421903</c:v>
                </c:pt>
                <c:pt idx="1574">
                  <c:v>95.654060363769503</c:v>
                </c:pt>
                <c:pt idx="1575">
                  <c:v>95.784088134765597</c:v>
                </c:pt>
                <c:pt idx="1576">
                  <c:v>95.792503356933594</c:v>
                </c:pt>
                <c:pt idx="1577">
                  <c:v>95.668434143066406</c:v>
                </c:pt>
                <c:pt idx="1578">
                  <c:v>95.602508544921903</c:v>
                </c:pt>
                <c:pt idx="1579">
                  <c:v>95.771011352539105</c:v>
                </c:pt>
                <c:pt idx="1580">
                  <c:v>95.963516235351605</c:v>
                </c:pt>
                <c:pt idx="1581">
                  <c:v>96.011604309082003</c:v>
                </c:pt>
                <c:pt idx="1582">
                  <c:v>95.976661682128906</c:v>
                </c:pt>
                <c:pt idx="1583">
                  <c:v>95.697479248046903</c:v>
                </c:pt>
                <c:pt idx="1584">
                  <c:v>95.563537597656307</c:v>
                </c:pt>
                <c:pt idx="1585">
                  <c:v>95.460342407226605</c:v>
                </c:pt>
                <c:pt idx="1586">
                  <c:v>95.513633728027301</c:v>
                </c:pt>
                <c:pt idx="1587">
                  <c:v>95.556465148925795</c:v>
                </c:pt>
                <c:pt idx="1588">
                  <c:v>95.422546386718807</c:v>
                </c:pt>
                <c:pt idx="1589">
                  <c:v>95.3701171875</c:v>
                </c:pt>
                <c:pt idx="1590">
                  <c:v>95.253028869628906</c:v>
                </c:pt>
                <c:pt idx="1591">
                  <c:v>95.20751953125</c:v>
                </c:pt>
                <c:pt idx="1592">
                  <c:v>95.122535705566406</c:v>
                </c:pt>
                <c:pt idx="1593">
                  <c:v>95.092330932617202</c:v>
                </c:pt>
                <c:pt idx="1594">
                  <c:v>95.172859191894503</c:v>
                </c:pt>
                <c:pt idx="1595">
                  <c:v>95.151008605957003</c:v>
                </c:pt>
                <c:pt idx="1596">
                  <c:v>95.122238159179702</c:v>
                </c:pt>
                <c:pt idx="1597">
                  <c:v>95.090187072753906</c:v>
                </c:pt>
                <c:pt idx="1598">
                  <c:v>95.183624267578097</c:v>
                </c:pt>
                <c:pt idx="1599">
                  <c:v>95.225776672363295</c:v>
                </c:pt>
                <c:pt idx="1600">
                  <c:v>95.1593017578125</c:v>
                </c:pt>
                <c:pt idx="1601">
                  <c:v>95.259956359863295</c:v>
                </c:pt>
                <c:pt idx="1602">
                  <c:v>95.379264831542997</c:v>
                </c:pt>
                <c:pt idx="1603">
                  <c:v>95.291099548339801</c:v>
                </c:pt>
                <c:pt idx="1604">
                  <c:v>95.175460815429702</c:v>
                </c:pt>
                <c:pt idx="1605">
                  <c:v>95.283660888671903</c:v>
                </c:pt>
                <c:pt idx="1606">
                  <c:v>95.724311828613295</c:v>
                </c:pt>
                <c:pt idx="1607">
                  <c:v>95.531455993652301</c:v>
                </c:pt>
                <c:pt idx="1608">
                  <c:v>95.342803955078097</c:v>
                </c:pt>
                <c:pt idx="1609">
                  <c:v>95.438484191894503</c:v>
                </c:pt>
                <c:pt idx="1610">
                  <c:v>95.565200805664105</c:v>
                </c:pt>
                <c:pt idx="1611">
                  <c:v>96.192672729492202</c:v>
                </c:pt>
                <c:pt idx="1612">
                  <c:v>96.595062255859403</c:v>
                </c:pt>
                <c:pt idx="1613">
                  <c:v>96.969467163085895</c:v>
                </c:pt>
                <c:pt idx="1614">
                  <c:v>97.197341918945298</c:v>
                </c:pt>
                <c:pt idx="1615">
                  <c:v>97.162193298339801</c:v>
                </c:pt>
                <c:pt idx="1616">
                  <c:v>97.418701171875</c:v>
                </c:pt>
                <c:pt idx="1617">
                  <c:v>97.742637634277301</c:v>
                </c:pt>
                <c:pt idx="1618">
                  <c:v>97.992286682128906</c:v>
                </c:pt>
                <c:pt idx="1619">
                  <c:v>98.121231079101605</c:v>
                </c:pt>
                <c:pt idx="1620">
                  <c:v>98.187431335449205</c:v>
                </c:pt>
                <c:pt idx="1621">
                  <c:v>98.377174377441406</c:v>
                </c:pt>
                <c:pt idx="1622">
                  <c:v>98.916595458984403</c:v>
                </c:pt>
                <c:pt idx="1623">
                  <c:v>99.325851440429702</c:v>
                </c:pt>
                <c:pt idx="1624">
                  <c:v>99.466499328613295</c:v>
                </c:pt>
                <c:pt idx="1625">
                  <c:v>99.589492797851605</c:v>
                </c:pt>
                <c:pt idx="1626">
                  <c:v>99.962562561035199</c:v>
                </c:pt>
                <c:pt idx="1627">
                  <c:v>100.591720581055</c:v>
                </c:pt>
                <c:pt idx="1628">
                  <c:v>100.746040344238</c:v>
                </c:pt>
                <c:pt idx="1629">
                  <c:v>100.89963531494099</c:v>
                </c:pt>
                <c:pt idx="1630">
                  <c:v>101.194282531738</c:v>
                </c:pt>
                <c:pt idx="1631">
                  <c:v>101.602249145508</c:v>
                </c:pt>
                <c:pt idx="1632">
                  <c:v>101.94997406005901</c:v>
                </c:pt>
                <c:pt idx="1633">
                  <c:v>102.20922088623</c:v>
                </c:pt>
                <c:pt idx="1634">
                  <c:v>102.730278015137</c:v>
                </c:pt>
                <c:pt idx="1635">
                  <c:v>103.006797790527</c:v>
                </c:pt>
                <c:pt idx="1636">
                  <c:v>103.258491516113</c:v>
                </c:pt>
                <c:pt idx="1637">
                  <c:v>103.505981445313</c:v>
                </c:pt>
                <c:pt idx="1638">
                  <c:v>103.84714508056599</c:v>
                </c:pt>
                <c:pt idx="1639">
                  <c:v>104.11590576171901</c:v>
                </c:pt>
                <c:pt idx="1640">
                  <c:v>104.32837677002</c:v>
                </c:pt>
                <c:pt idx="1641">
                  <c:v>104.386474609375</c:v>
                </c:pt>
                <c:pt idx="1642">
                  <c:v>104.56313323974599</c:v>
                </c:pt>
                <c:pt idx="1643">
                  <c:v>104.668754577637</c:v>
                </c:pt>
                <c:pt idx="1644">
                  <c:v>104.728324890137</c:v>
                </c:pt>
                <c:pt idx="1645">
                  <c:v>104.758903503418</c:v>
                </c:pt>
                <c:pt idx="1646">
                  <c:v>104.774604797363</c:v>
                </c:pt>
                <c:pt idx="1647">
                  <c:v>104.782669067383</c:v>
                </c:pt>
                <c:pt idx="1648">
                  <c:v>104.78680419921901</c:v>
                </c:pt>
                <c:pt idx="1649">
                  <c:v>104.788932800293</c:v>
                </c:pt>
                <c:pt idx="1650">
                  <c:v>104.79002380371099</c:v>
                </c:pt>
                <c:pt idx="1651">
                  <c:v>104.790580749512</c:v>
                </c:pt>
                <c:pt idx="1652">
                  <c:v>104.79087066650401</c:v>
                </c:pt>
                <c:pt idx="1653">
                  <c:v>104.791015625</c:v>
                </c:pt>
                <c:pt idx="1654">
                  <c:v>105.283615112305</c:v>
                </c:pt>
                <c:pt idx="1655">
                  <c:v>106.848007202148</c:v>
                </c:pt>
                <c:pt idx="1656">
                  <c:v>108.36221313476599</c:v>
                </c:pt>
                <c:pt idx="1657">
                  <c:v>109.630805969238</c:v>
                </c:pt>
                <c:pt idx="1658">
                  <c:v>110.130531311035</c:v>
                </c:pt>
                <c:pt idx="1659">
                  <c:v>110.48649597168</c:v>
                </c:pt>
                <c:pt idx="1660">
                  <c:v>110.829376220703</c:v>
                </c:pt>
                <c:pt idx="1661">
                  <c:v>111.246528625488</c:v>
                </c:pt>
                <c:pt idx="1662">
                  <c:v>111.436805725098</c:v>
                </c:pt>
                <c:pt idx="1663">
                  <c:v>111.780326843262</c:v>
                </c:pt>
                <c:pt idx="1664">
                  <c:v>111.981010437012</c:v>
                </c:pt>
                <c:pt idx="1665">
                  <c:v>112.08674621582</c:v>
                </c:pt>
                <c:pt idx="1666">
                  <c:v>112.479057312012</c:v>
                </c:pt>
                <c:pt idx="1667">
                  <c:v>112.852210998535</c:v>
                </c:pt>
                <c:pt idx="1668">
                  <c:v>112.91152191162099</c:v>
                </c:pt>
                <c:pt idx="1669">
                  <c:v>112.90689086914099</c:v>
                </c:pt>
                <c:pt idx="1670">
                  <c:v>112.905410766602</c:v>
                </c:pt>
                <c:pt idx="1671">
                  <c:v>113.002960205078</c:v>
                </c:pt>
                <c:pt idx="1672">
                  <c:v>113.176727294922</c:v>
                </c:pt>
                <c:pt idx="1673">
                  <c:v>113.23224639892599</c:v>
                </c:pt>
                <c:pt idx="1674">
                  <c:v>113.32748413085901</c:v>
                </c:pt>
                <c:pt idx="1675">
                  <c:v>113.14882659912099</c:v>
                </c:pt>
                <c:pt idx="1676">
                  <c:v>113.066413879395</c:v>
                </c:pt>
                <c:pt idx="1677">
                  <c:v>113.085639953613</c:v>
                </c:pt>
                <c:pt idx="1678">
                  <c:v>113.07625579834</c:v>
                </c:pt>
                <c:pt idx="1679">
                  <c:v>113.064735412598</c:v>
                </c:pt>
                <c:pt idx="1680">
                  <c:v>113.005401611328</c:v>
                </c:pt>
                <c:pt idx="1681">
                  <c:v>112.931030273438</c:v>
                </c:pt>
                <c:pt idx="1682">
                  <c:v>112.87705230712901</c:v>
                </c:pt>
                <c:pt idx="1683">
                  <c:v>112.83225250244099</c:v>
                </c:pt>
                <c:pt idx="1684">
                  <c:v>112.81583404541</c:v>
                </c:pt>
                <c:pt idx="1685">
                  <c:v>112.866691589355</c:v>
                </c:pt>
                <c:pt idx="1686">
                  <c:v>112.614738464355</c:v>
                </c:pt>
                <c:pt idx="1687">
                  <c:v>112.499351501465</c:v>
                </c:pt>
                <c:pt idx="1688">
                  <c:v>112.360710144043</c:v>
                </c:pt>
                <c:pt idx="1689">
                  <c:v>112.54850769043</c:v>
                </c:pt>
                <c:pt idx="1690">
                  <c:v>112.691078186035</c:v>
                </c:pt>
                <c:pt idx="1691">
                  <c:v>112.299194335938</c:v>
                </c:pt>
                <c:pt idx="1692">
                  <c:v>112.39918518066401</c:v>
                </c:pt>
                <c:pt idx="1693">
                  <c:v>112.365730285645</c:v>
                </c:pt>
                <c:pt idx="1694">
                  <c:v>112.14028167724599</c:v>
                </c:pt>
                <c:pt idx="1695">
                  <c:v>112.048797607422</c:v>
                </c:pt>
                <c:pt idx="1696">
                  <c:v>111.930458068848</c:v>
                </c:pt>
                <c:pt idx="1697">
                  <c:v>111.899620056152</c:v>
                </c:pt>
                <c:pt idx="1698">
                  <c:v>112.152069091797</c:v>
                </c:pt>
                <c:pt idx="1699">
                  <c:v>112.218864440918</c:v>
                </c:pt>
                <c:pt idx="1700">
                  <c:v>112.486976623535</c:v>
                </c:pt>
                <c:pt idx="1701">
                  <c:v>112.68815612793</c:v>
                </c:pt>
                <c:pt idx="1702">
                  <c:v>112.67262268066401</c:v>
                </c:pt>
                <c:pt idx="1703">
                  <c:v>112.803230285645</c:v>
                </c:pt>
                <c:pt idx="1704">
                  <c:v>112.82990264892599</c:v>
                </c:pt>
                <c:pt idx="1705">
                  <c:v>112.85285186767599</c:v>
                </c:pt>
                <c:pt idx="1706">
                  <c:v>113.255813598633</c:v>
                </c:pt>
                <c:pt idx="1707">
                  <c:v>113.456977844238</c:v>
                </c:pt>
                <c:pt idx="1708">
                  <c:v>113.34405517578099</c:v>
                </c:pt>
                <c:pt idx="1709">
                  <c:v>113.145866394043</c:v>
                </c:pt>
                <c:pt idx="1710">
                  <c:v>113.043342590332</c:v>
                </c:pt>
                <c:pt idx="1711">
                  <c:v>113.00220489502</c:v>
                </c:pt>
                <c:pt idx="1712">
                  <c:v>112.97972869873</c:v>
                </c:pt>
                <c:pt idx="1713">
                  <c:v>112.929191589355</c:v>
                </c:pt>
                <c:pt idx="1714">
                  <c:v>112.64299774169901</c:v>
                </c:pt>
                <c:pt idx="1715">
                  <c:v>112.448783874512</c:v>
                </c:pt>
                <c:pt idx="1716">
                  <c:v>112.26553344726599</c:v>
                </c:pt>
                <c:pt idx="1717">
                  <c:v>112.050827026367</c:v>
                </c:pt>
                <c:pt idx="1718">
                  <c:v>111.87109375</c:v>
                </c:pt>
                <c:pt idx="1719">
                  <c:v>111.66439819335901</c:v>
                </c:pt>
                <c:pt idx="1720">
                  <c:v>111.587287902832</c:v>
                </c:pt>
                <c:pt idx="1721">
                  <c:v>111.45457458496099</c:v>
                </c:pt>
                <c:pt idx="1722">
                  <c:v>111.254432678223</c:v>
                </c:pt>
                <c:pt idx="1723">
                  <c:v>111.00421905517599</c:v>
                </c:pt>
                <c:pt idx="1724">
                  <c:v>110.87229156494099</c:v>
                </c:pt>
                <c:pt idx="1725">
                  <c:v>110.725311279297</c:v>
                </c:pt>
                <c:pt idx="1726">
                  <c:v>110.499565124512</c:v>
                </c:pt>
                <c:pt idx="1727">
                  <c:v>110.258178710938</c:v>
                </c:pt>
                <c:pt idx="1728">
                  <c:v>110.029678344727</c:v>
                </c:pt>
                <c:pt idx="1729">
                  <c:v>109.871658325195</c:v>
                </c:pt>
                <c:pt idx="1730">
                  <c:v>109.70697021484401</c:v>
                </c:pt>
                <c:pt idx="1731">
                  <c:v>109.05548858642599</c:v>
                </c:pt>
                <c:pt idx="1732">
                  <c:v>107.36930847168</c:v>
                </c:pt>
                <c:pt idx="1733">
                  <c:v>106.15754699707</c:v>
                </c:pt>
                <c:pt idx="1734">
                  <c:v>105.49269104003901</c:v>
                </c:pt>
                <c:pt idx="1735">
                  <c:v>105.15134429931599</c:v>
                </c:pt>
                <c:pt idx="1736">
                  <c:v>104.97608947753901</c:v>
                </c:pt>
                <c:pt idx="1737">
                  <c:v>104.886116027832</c:v>
                </c:pt>
                <c:pt idx="1738">
                  <c:v>104.839920043945</c:v>
                </c:pt>
                <c:pt idx="1739">
                  <c:v>104.816200256348</c:v>
                </c:pt>
                <c:pt idx="1740">
                  <c:v>104.80402374267599</c:v>
                </c:pt>
                <c:pt idx="1741">
                  <c:v>104.79776763916</c:v>
                </c:pt>
                <c:pt idx="1742">
                  <c:v>104.794563293457</c:v>
                </c:pt>
                <c:pt idx="1743">
                  <c:v>104.792915344238</c:v>
                </c:pt>
                <c:pt idx="1744">
                  <c:v>104.792068481445</c:v>
                </c:pt>
                <c:pt idx="1745">
                  <c:v>104.791633605957</c:v>
                </c:pt>
                <c:pt idx="1746">
                  <c:v>104.79141235351599</c:v>
                </c:pt>
                <c:pt idx="1747">
                  <c:v>104.790176391602</c:v>
                </c:pt>
                <c:pt idx="1748">
                  <c:v>104.7578125</c:v>
                </c:pt>
                <c:pt idx="1749">
                  <c:v>104.710243225098</c:v>
                </c:pt>
                <c:pt idx="1750">
                  <c:v>104.60125732421901</c:v>
                </c:pt>
                <c:pt idx="1751">
                  <c:v>104.422203063965</c:v>
                </c:pt>
                <c:pt idx="1752">
                  <c:v>104.199745178223</c:v>
                </c:pt>
                <c:pt idx="1753">
                  <c:v>103.921592712402</c:v>
                </c:pt>
                <c:pt idx="1754">
                  <c:v>103.702392578125</c:v>
                </c:pt>
                <c:pt idx="1755">
                  <c:v>103.50457000732401</c:v>
                </c:pt>
                <c:pt idx="1756">
                  <c:v>103.36708831787099</c:v>
                </c:pt>
                <c:pt idx="1757">
                  <c:v>103.17977905273401</c:v>
                </c:pt>
                <c:pt idx="1758">
                  <c:v>102.81906890869099</c:v>
                </c:pt>
                <c:pt idx="1759">
                  <c:v>102.574676513672</c:v>
                </c:pt>
                <c:pt idx="1760">
                  <c:v>102.326858520508</c:v>
                </c:pt>
                <c:pt idx="1761">
                  <c:v>102.19277191162099</c:v>
                </c:pt>
                <c:pt idx="1762">
                  <c:v>102.07209014892599</c:v>
                </c:pt>
                <c:pt idx="1763">
                  <c:v>101.903800964355</c:v>
                </c:pt>
                <c:pt idx="1764">
                  <c:v>101.80249786377</c:v>
                </c:pt>
                <c:pt idx="1765">
                  <c:v>101.69025421142599</c:v>
                </c:pt>
                <c:pt idx="1766">
                  <c:v>101.60336303710901</c:v>
                </c:pt>
                <c:pt idx="1767">
                  <c:v>101.32236480712901</c:v>
                </c:pt>
                <c:pt idx="1768">
                  <c:v>101.091064453125</c:v>
                </c:pt>
                <c:pt idx="1769">
                  <c:v>100.89176940918</c:v>
                </c:pt>
                <c:pt idx="1770">
                  <c:v>100.64479827880901</c:v>
                </c:pt>
                <c:pt idx="1771">
                  <c:v>100.385604858398</c:v>
                </c:pt>
                <c:pt idx="1772">
                  <c:v>100.17234039306599</c:v>
                </c:pt>
                <c:pt idx="1773">
                  <c:v>100.045700073242</c:v>
                </c:pt>
                <c:pt idx="1774">
                  <c:v>99.86865234375</c:v>
                </c:pt>
                <c:pt idx="1775">
                  <c:v>99.589042663574205</c:v>
                </c:pt>
                <c:pt idx="1776">
                  <c:v>99.178390502929702</c:v>
                </c:pt>
                <c:pt idx="1777">
                  <c:v>98.777053833007798</c:v>
                </c:pt>
                <c:pt idx="1778">
                  <c:v>98.576522827148395</c:v>
                </c:pt>
                <c:pt idx="1779">
                  <c:v>98.484336853027301</c:v>
                </c:pt>
                <c:pt idx="1780">
                  <c:v>98.373855590820298</c:v>
                </c:pt>
                <c:pt idx="1781">
                  <c:v>98.316230773925795</c:v>
                </c:pt>
                <c:pt idx="1782">
                  <c:v>98.282821655273395</c:v>
                </c:pt>
                <c:pt idx="1783">
                  <c:v>98.269859313964801</c:v>
                </c:pt>
                <c:pt idx="1784">
                  <c:v>98.257957458496094</c:v>
                </c:pt>
                <c:pt idx="1785">
                  <c:v>98.245071411132798</c:v>
                </c:pt>
                <c:pt idx="1786">
                  <c:v>98.223442077636705</c:v>
                </c:pt>
                <c:pt idx="1787">
                  <c:v>98.119247436523395</c:v>
                </c:pt>
                <c:pt idx="1788">
                  <c:v>98.019172668457003</c:v>
                </c:pt>
                <c:pt idx="1789">
                  <c:v>97.797248840332003</c:v>
                </c:pt>
                <c:pt idx="1790">
                  <c:v>97.667297363281307</c:v>
                </c:pt>
                <c:pt idx="1791">
                  <c:v>97.545852661132798</c:v>
                </c:pt>
                <c:pt idx="1792">
                  <c:v>97.414932250976605</c:v>
                </c:pt>
                <c:pt idx="1793">
                  <c:v>97.231117248535199</c:v>
                </c:pt>
                <c:pt idx="1794">
                  <c:v>97.085922241210895</c:v>
                </c:pt>
                <c:pt idx="1795">
                  <c:v>96.936660766601605</c:v>
                </c:pt>
                <c:pt idx="1796">
                  <c:v>96.873855590820298</c:v>
                </c:pt>
                <c:pt idx="1797">
                  <c:v>96.752235412597699</c:v>
                </c:pt>
                <c:pt idx="1798">
                  <c:v>96.732208251953097</c:v>
                </c:pt>
                <c:pt idx="1799">
                  <c:v>96.705589294433594</c:v>
                </c:pt>
                <c:pt idx="1800">
                  <c:v>96.694908142089801</c:v>
                </c:pt>
                <c:pt idx="1801">
                  <c:v>96.594474792480497</c:v>
                </c:pt>
                <c:pt idx="1802">
                  <c:v>96.315704345703097</c:v>
                </c:pt>
                <c:pt idx="1803">
                  <c:v>96.108116149902301</c:v>
                </c:pt>
                <c:pt idx="1804">
                  <c:v>96.097709655761705</c:v>
                </c:pt>
                <c:pt idx="1805">
                  <c:v>95.888313293457003</c:v>
                </c:pt>
                <c:pt idx="1806">
                  <c:v>95.836532592773395</c:v>
                </c:pt>
                <c:pt idx="1807">
                  <c:v>95.711090087890597</c:v>
                </c:pt>
                <c:pt idx="1808">
                  <c:v>95.504447937011705</c:v>
                </c:pt>
                <c:pt idx="1809">
                  <c:v>95.4033203125</c:v>
                </c:pt>
                <c:pt idx="1810">
                  <c:v>95.319938659667997</c:v>
                </c:pt>
                <c:pt idx="1811">
                  <c:v>95.237548828125</c:v>
                </c:pt>
                <c:pt idx="1812">
                  <c:v>95.147209167480497</c:v>
                </c:pt>
                <c:pt idx="1813">
                  <c:v>95.098068237304702</c:v>
                </c:pt>
                <c:pt idx="1814">
                  <c:v>95.070487976074205</c:v>
                </c:pt>
                <c:pt idx="1815">
                  <c:v>94.756668090820298</c:v>
                </c:pt>
                <c:pt idx="1816">
                  <c:v>94.824005126953097</c:v>
                </c:pt>
                <c:pt idx="1817">
                  <c:v>94.9029541015625</c:v>
                </c:pt>
                <c:pt idx="1818">
                  <c:v>95.020523071289105</c:v>
                </c:pt>
                <c:pt idx="1819">
                  <c:v>95.022956848144503</c:v>
                </c:pt>
                <c:pt idx="1820">
                  <c:v>94.796791076660199</c:v>
                </c:pt>
                <c:pt idx="1821">
                  <c:v>94.9385986328125</c:v>
                </c:pt>
                <c:pt idx="1822">
                  <c:v>95.080818176269503</c:v>
                </c:pt>
                <c:pt idx="1823">
                  <c:v>95.090644836425795</c:v>
                </c:pt>
                <c:pt idx="1824">
                  <c:v>95.605712890625</c:v>
                </c:pt>
                <c:pt idx="1825">
                  <c:v>96.144271850585895</c:v>
                </c:pt>
                <c:pt idx="1826">
                  <c:v>96.777084350585895</c:v>
                </c:pt>
                <c:pt idx="1827">
                  <c:v>97.039619445800795</c:v>
                </c:pt>
                <c:pt idx="1828">
                  <c:v>97.416542053222699</c:v>
                </c:pt>
                <c:pt idx="1829">
                  <c:v>97.675025939941406</c:v>
                </c:pt>
                <c:pt idx="1830">
                  <c:v>98.034553527832003</c:v>
                </c:pt>
                <c:pt idx="1831">
                  <c:v>98.196571350097699</c:v>
                </c:pt>
                <c:pt idx="1832">
                  <c:v>98.738822937011705</c:v>
                </c:pt>
                <c:pt idx="1833">
                  <c:v>99.268486022949205</c:v>
                </c:pt>
                <c:pt idx="1834">
                  <c:v>99.742416381835895</c:v>
                </c:pt>
                <c:pt idx="1835">
                  <c:v>99.861152648925795</c:v>
                </c:pt>
                <c:pt idx="1836">
                  <c:v>100.23609924316401</c:v>
                </c:pt>
                <c:pt idx="1837">
                  <c:v>100.48602294921901</c:v>
                </c:pt>
                <c:pt idx="1838">
                  <c:v>100.556587219238</c:v>
                </c:pt>
                <c:pt idx="1839">
                  <c:v>100.753051757813</c:v>
                </c:pt>
                <c:pt idx="1840">
                  <c:v>100.760581970215</c:v>
                </c:pt>
                <c:pt idx="1841">
                  <c:v>100.91607666015599</c:v>
                </c:pt>
                <c:pt idx="1842">
                  <c:v>101.181045532227</c:v>
                </c:pt>
                <c:pt idx="1843">
                  <c:v>101.295570373535</c:v>
                </c:pt>
                <c:pt idx="1844">
                  <c:v>101.44911956787099</c:v>
                </c:pt>
                <c:pt idx="1845">
                  <c:v>101.52016448974599</c:v>
                </c:pt>
                <c:pt idx="1846">
                  <c:v>101.63027954101599</c:v>
                </c:pt>
                <c:pt idx="1847">
                  <c:v>101.62947845459</c:v>
                </c:pt>
                <c:pt idx="1848">
                  <c:v>101.620239257813</c:v>
                </c:pt>
                <c:pt idx="1849">
                  <c:v>101.680015563965</c:v>
                </c:pt>
                <c:pt idx="1850">
                  <c:v>101.69057464599599</c:v>
                </c:pt>
                <c:pt idx="1851">
                  <c:v>101.745079040527</c:v>
                </c:pt>
                <c:pt idx="1852">
                  <c:v>101.675994873047</c:v>
                </c:pt>
                <c:pt idx="1853">
                  <c:v>101.636924743652</c:v>
                </c:pt>
                <c:pt idx="1854">
                  <c:v>101.51735687255901</c:v>
                </c:pt>
                <c:pt idx="1855">
                  <c:v>101.231155395508</c:v>
                </c:pt>
                <c:pt idx="1856">
                  <c:v>101.307266235352</c:v>
                </c:pt>
                <c:pt idx="1857">
                  <c:v>101.18913269043</c:v>
                </c:pt>
                <c:pt idx="1858">
                  <c:v>100.877250671387</c:v>
                </c:pt>
                <c:pt idx="1859">
                  <c:v>100.771186828613</c:v>
                </c:pt>
                <c:pt idx="1860">
                  <c:v>100.792488098145</c:v>
                </c:pt>
                <c:pt idx="1861">
                  <c:v>100.80881500244099</c:v>
                </c:pt>
                <c:pt idx="1862">
                  <c:v>100.779251098633</c:v>
                </c:pt>
                <c:pt idx="1863">
                  <c:v>100.813278198242</c:v>
                </c:pt>
                <c:pt idx="1864">
                  <c:v>100.63185882568401</c:v>
                </c:pt>
                <c:pt idx="1865">
                  <c:v>100.683563232422</c:v>
                </c:pt>
                <c:pt idx="1866">
                  <c:v>100.48023223877</c:v>
                </c:pt>
                <c:pt idx="1867">
                  <c:v>100.343719482422</c:v>
                </c:pt>
                <c:pt idx="1868">
                  <c:v>100.173858642578</c:v>
                </c:pt>
                <c:pt idx="1869">
                  <c:v>100.173141479492</c:v>
                </c:pt>
                <c:pt idx="1870">
                  <c:v>100.08937835693401</c:v>
                </c:pt>
                <c:pt idx="1871">
                  <c:v>99.983779907226605</c:v>
                </c:pt>
                <c:pt idx="1872">
                  <c:v>99.956733703613295</c:v>
                </c:pt>
                <c:pt idx="1873">
                  <c:v>99.884918212890597</c:v>
                </c:pt>
                <c:pt idx="1874">
                  <c:v>99.763931274414105</c:v>
                </c:pt>
                <c:pt idx="1875">
                  <c:v>100.035942077637</c:v>
                </c:pt>
                <c:pt idx="1876">
                  <c:v>100.175590515137</c:v>
                </c:pt>
                <c:pt idx="1877">
                  <c:v>100.133293151855</c:v>
                </c:pt>
                <c:pt idx="1878">
                  <c:v>100.208625793457</c:v>
                </c:pt>
                <c:pt idx="1879">
                  <c:v>100.71213531494099</c:v>
                </c:pt>
                <c:pt idx="1880">
                  <c:v>101.107284545898</c:v>
                </c:pt>
                <c:pt idx="1881">
                  <c:v>101.354988098145</c:v>
                </c:pt>
                <c:pt idx="1882">
                  <c:v>101.45294952392599</c:v>
                </c:pt>
                <c:pt idx="1883">
                  <c:v>101.69490814209</c:v>
                </c:pt>
                <c:pt idx="1884">
                  <c:v>102.029136657715</c:v>
                </c:pt>
                <c:pt idx="1885">
                  <c:v>101.97369384765599</c:v>
                </c:pt>
                <c:pt idx="1886">
                  <c:v>102.29817199707</c:v>
                </c:pt>
                <c:pt idx="1887">
                  <c:v>102.798446655273</c:v>
                </c:pt>
                <c:pt idx="1888">
                  <c:v>103.055213928223</c:v>
                </c:pt>
                <c:pt idx="1889">
                  <c:v>103.370765686035</c:v>
                </c:pt>
                <c:pt idx="1890">
                  <c:v>103.65029144287099</c:v>
                </c:pt>
                <c:pt idx="1891">
                  <c:v>103.979461669922</c:v>
                </c:pt>
                <c:pt idx="1892">
                  <c:v>104.295768737793</c:v>
                </c:pt>
                <c:pt idx="1893">
                  <c:v>104.417694091797</c:v>
                </c:pt>
                <c:pt idx="1894">
                  <c:v>104.58699798584</c:v>
                </c:pt>
                <c:pt idx="1895">
                  <c:v>104.67943572998</c:v>
                </c:pt>
                <c:pt idx="1896">
                  <c:v>104.728965759277</c:v>
                </c:pt>
                <c:pt idx="1897">
                  <c:v>104.759239196777</c:v>
                </c:pt>
                <c:pt idx="1898">
                  <c:v>104.774772644043</c:v>
                </c:pt>
                <c:pt idx="1899">
                  <c:v>104.782752990723</c:v>
                </c:pt>
                <c:pt idx="1900">
                  <c:v>104.78684997558599</c:v>
                </c:pt>
                <c:pt idx="1901">
                  <c:v>104.788955688477</c:v>
                </c:pt>
                <c:pt idx="1902">
                  <c:v>104.790031433105</c:v>
                </c:pt>
                <c:pt idx="1903">
                  <c:v>104.79058837890599</c:v>
                </c:pt>
                <c:pt idx="1904">
                  <c:v>104.79087066650401</c:v>
                </c:pt>
                <c:pt idx="1905">
                  <c:v>104.791023254395</c:v>
                </c:pt>
                <c:pt idx="1906">
                  <c:v>104.791091918945</c:v>
                </c:pt>
                <c:pt idx="1907">
                  <c:v>104.791130065918</c:v>
                </c:pt>
                <c:pt idx="1908">
                  <c:v>104.791152954102</c:v>
                </c:pt>
                <c:pt idx="1909">
                  <c:v>104.79116058349599</c:v>
                </c:pt>
                <c:pt idx="1910">
                  <c:v>104.79116821289099</c:v>
                </c:pt>
                <c:pt idx="1911">
                  <c:v>104.79116821289099</c:v>
                </c:pt>
                <c:pt idx="1912">
                  <c:v>104.791175842285</c:v>
                </c:pt>
                <c:pt idx="1913">
                  <c:v>104.791175842285</c:v>
                </c:pt>
                <c:pt idx="1914">
                  <c:v>104.791175842285</c:v>
                </c:pt>
                <c:pt idx="1915">
                  <c:v>104.791175842285</c:v>
                </c:pt>
                <c:pt idx="1916">
                  <c:v>104.791175842285</c:v>
                </c:pt>
                <c:pt idx="1917">
                  <c:v>104.791175842285</c:v>
                </c:pt>
                <c:pt idx="1918">
                  <c:v>104.791175842285</c:v>
                </c:pt>
                <c:pt idx="1919">
                  <c:v>104.791175842285</c:v>
                </c:pt>
                <c:pt idx="1920">
                  <c:v>104.791175842285</c:v>
                </c:pt>
                <c:pt idx="1921">
                  <c:v>104.791175842285</c:v>
                </c:pt>
                <c:pt idx="1922">
                  <c:v>104.791175842285</c:v>
                </c:pt>
                <c:pt idx="1923">
                  <c:v>104.791175842285</c:v>
                </c:pt>
                <c:pt idx="1924">
                  <c:v>104.791175842285</c:v>
                </c:pt>
                <c:pt idx="1925">
                  <c:v>104.791175842285</c:v>
                </c:pt>
                <c:pt idx="1926">
                  <c:v>104.791175842285</c:v>
                </c:pt>
                <c:pt idx="1927">
                  <c:v>104.791175842285</c:v>
                </c:pt>
                <c:pt idx="1928">
                  <c:v>104.791175842285</c:v>
                </c:pt>
                <c:pt idx="1929">
                  <c:v>104.791175842285</c:v>
                </c:pt>
                <c:pt idx="1930">
                  <c:v>104.791175842285</c:v>
                </c:pt>
                <c:pt idx="1931">
                  <c:v>104.78400421142599</c:v>
                </c:pt>
                <c:pt idx="1932">
                  <c:v>104.78419494628901</c:v>
                </c:pt>
                <c:pt idx="1933">
                  <c:v>104.70327758789099</c:v>
                </c:pt>
                <c:pt idx="1934">
                  <c:v>104.71883392334</c:v>
                </c:pt>
                <c:pt idx="1935">
                  <c:v>104.68547821044901</c:v>
                </c:pt>
                <c:pt idx="1936">
                  <c:v>104.65870666503901</c:v>
                </c:pt>
                <c:pt idx="1937">
                  <c:v>104.66477966308599</c:v>
                </c:pt>
                <c:pt idx="1938">
                  <c:v>104.721183776855</c:v>
                </c:pt>
                <c:pt idx="1939">
                  <c:v>104.75511932373</c:v>
                </c:pt>
                <c:pt idx="1940">
                  <c:v>104.772666931152</c:v>
                </c:pt>
                <c:pt idx="1941">
                  <c:v>104.780876159668</c:v>
                </c:pt>
                <c:pt idx="1942">
                  <c:v>104.785766601563</c:v>
                </c:pt>
                <c:pt idx="1943">
                  <c:v>104.78839874267599</c:v>
                </c:pt>
                <c:pt idx="1944">
                  <c:v>104.789749145508</c:v>
                </c:pt>
                <c:pt idx="1945">
                  <c:v>104.79044342041</c:v>
                </c:pt>
                <c:pt idx="1946">
                  <c:v>104.790802001953</c:v>
                </c:pt>
                <c:pt idx="1947">
                  <c:v>104.790977478027</c:v>
                </c:pt>
                <c:pt idx="1948">
                  <c:v>104.79107666015599</c:v>
                </c:pt>
                <c:pt idx="1949">
                  <c:v>104.791122436523</c:v>
                </c:pt>
                <c:pt idx="1950">
                  <c:v>104.791145324707</c:v>
                </c:pt>
                <c:pt idx="1951">
                  <c:v>104.79116058349599</c:v>
                </c:pt>
                <c:pt idx="1952">
                  <c:v>104.79116821289099</c:v>
                </c:pt>
                <c:pt idx="1953">
                  <c:v>104.79116821289099</c:v>
                </c:pt>
                <c:pt idx="1954">
                  <c:v>104.791175842285</c:v>
                </c:pt>
                <c:pt idx="1955">
                  <c:v>104.791175842285</c:v>
                </c:pt>
                <c:pt idx="1956">
                  <c:v>104.791175842285</c:v>
                </c:pt>
                <c:pt idx="1957">
                  <c:v>105.735832214355</c:v>
                </c:pt>
                <c:pt idx="1958">
                  <c:v>107.50254058837901</c:v>
                </c:pt>
                <c:pt idx="1959">
                  <c:v>106.883918762207</c:v>
                </c:pt>
                <c:pt idx="1960">
                  <c:v>107.61277770996099</c:v>
                </c:pt>
                <c:pt idx="1961">
                  <c:v>108.66860198974599</c:v>
                </c:pt>
                <c:pt idx="1962">
                  <c:v>109.25315856933599</c:v>
                </c:pt>
                <c:pt idx="1963">
                  <c:v>109.516479492188</c:v>
                </c:pt>
                <c:pt idx="1964">
                  <c:v>109.796356201172</c:v>
                </c:pt>
                <c:pt idx="1965">
                  <c:v>109.98495483398401</c:v>
                </c:pt>
                <c:pt idx="1966">
                  <c:v>110.22866821289099</c:v>
                </c:pt>
                <c:pt idx="1967">
                  <c:v>110.442413330078</c:v>
                </c:pt>
                <c:pt idx="1968">
                  <c:v>110.546493530273</c:v>
                </c:pt>
                <c:pt idx="1969">
                  <c:v>110.631675720215</c:v>
                </c:pt>
                <c:pt idx="1970">
                  <c:v>110.66925811767599</c:v>
                </c:pt>
                <c:pt idx="1971">
                  <c:v>110.70973968505901</c:v>
                </c:pt>
                <c:pt idx="1972">
                  <c:v>110.911674499512</c:v>
                </c:pt>
                <c:pt idx="1973">
                  <c:v>111.145614624023</c:v>
                </c:pt>
                <c:pt idx="1974">
                  <c:v>111.52011871337901</c:v>
                </c:pt>
                <c:pt idx="1975">
                  <c:v>111.82275390625</c:v>
                </c:pt>
                <c:pt idx="1976">
                  <c:v>111.805335998535</c:v>
                </c:pt>
                <c:pt idx="1977">
                  <c:v>111.743522644043</c:v>
                </c:pt>
                <c:pt idx="1978">
                  <c:v>111.90187072753901</c:v>
                </c:pt>
                <c:pt idx="1979">
                  <c:v>112.105392456055</c:v>
                </c:pt>
                <c:pt idx="1980">
                  <c:v>112.05991363525401</c:v>
                </c:pt>
                <c:pt idx="1981">
                  <c:v>111.98040008544901</c:v>
                </c:pt>
                <c:pt idx="1982">
                  <c:v>112.02938079834</c:v>
                </c:pt>
                <c:pt idx="1983">
                  <c:v>112.11785888671901</c:v>
                </c:pt>
                <c:pt idx="1984">
                  <c:v>112.20728302002</c:v>
                </c:pt>
                <c:pt idx="1985">
                  <c:v>112.48533630371099</c:v>
                </c:pt>
                <c:pt idx="1986">
                  <c:v>112.65323638916</c:v>
                </c:pt>
                <c:pt idx="1987">
                  <c:v>112.851280212402</c:v>
                </c:pt>
                <c:pt idx="1988">
                  <c:v>113.00381469726599</c:v>
                </c:pt>
                <c:pt idx="1989">
                  <c:v>112.985275268555</c:v>
                </c:pt>
                <c:pt idx="1990">
                  <c:v>113.02109527587901</c:v>
                </c:pt>
                <c:pt idx="1991">
                  <c:v>112.985229492188</c:v>
                </c:pt>
                <c:pt idx="1992">
                  <c:v>112.940353393555</c:v>
                </c:pt>
                <c:pt idx="1993">
                  <c:v>112.97723388671901</c:v>
                </c:pt>
                <c:pt idx="1994">
                  <c:v>112.903038024902</c:v>
                </c:pt>
                <c:pt idx="1995">
                  <c:v>112.681358337402</c:v>
                </c:pt>
                <c:pt idx="1996">
                  <c:v>112.52027893066401</c:v>
                </c:pt>
                <c:pt idx="1997">
                  <c:v>112.34316253662099</c:v>
                </c:pt>
                <c:pt idx="1998">
                  <c:v>112.24542236328099</c:v>
                </c:pt>
                <c:pt idx="1999">
                  <c:v>112.093269348145</c:v>
                </c:pt>
                <c:pt idx="2000">
                  <c:v>111.90415191650401</c:v>
                </c:pt>
                <c:pt idx="2001">
                  <c:v>111.71257019043</c:v>
                </c:pt>
                <c:pt idx="2002">
                  <c:v>111.45803070068401</c:v>
                </c:pt>
                <c:pt idx="2003">
                  <c:v>111.23801422119099</c:v>
                </c:pt>
                <c:pt idx="2004">
                  <c:v>111.046577453613</c:v>
                </c:pt>
                <c:pt idx="2005">
                  <c:v>110.85841369628901</c:v>
                </c:pt>
                <c:pt idx="2006">
                  <c:v>110.704711914063</c:v>
                </c:pt>
                <c:pt idx="2007">
                  <c:v>110.41542816162099</c:v>
                </c:pt>
                <c:pt idx="2008">
                  <c:v>110.19955444335901</c:v>
                </c:pt>
                <c:pt idx="2009">
                  <c:v>110.040977478027</c:v>
                </c:pt>
                <c:pt idx="2010">
                  <c:v>109.81976318359401</c:v>
                </c:pt>
                <c:pt idx="2011">
                  <c:v>109.513374328613</c:v>
                </c:pt>
                <c:pt idx="2012">
                  <c:v>108.334754943848</c:v>
                </c:pt>
                <c:pt idx="2013">
                  <c:v>107.216346740723</c:v>
                </c:pt>
                <c:pt idx="2014">
                  <c:v>106.25160980224599</c:v>
                </c:pt>
                <c:pt idx="2015">
                  <c:v>105.540985107422</c:v>
                </c:pt>
                <c:pt idx="2016">
                  <c:v>105.176139831543</c:v>
                </c:pt>
                <c:pt idx="2017">
                  <c:v>104.988822937012</c:v>
                </c:pt>
                <c:pt idx="2018">
                  <c:v>104.89264678955099</c:v>
                </c:pt>
                <c:pt idx="2019">
                  <c:v>104.84327697753901</c:v>
                </c:pt>
                <c:pt idx="2020">
                  <c:v>104.817924499512</c:v>
                </c:pt>
                <c:pt idx="2021">
                  <c:v>104.80490875244099</c:v>
                </c:pt>
                <c:pt idx="2022">
                  <c:v>104.798225402832</c:v>
                </c:pt>
                <c:pt idx="2023">
                  <c:v>104.794792175293</c:v>
                </c:pt>
                <c:pt idx="2024">
                  <c:v>104.79302978515599</c:v>
                </c:pt>
                <c:pt idx="2025">
                  <c:v>104.792129516602</c:v>
                </c:pt>
                <c:pt idx="2026">
                  <c:v>104.791664123535</c:v>
                </c:pt>
                <c:pt idx="2027">
                  <c:v>104.791427612305</c:v>
                </c:pt>
                <c:pt idx="2028">
                  <c:v>104.791305541992</c:v>
                </c:pt>
                <c:pt idx="2029">
                  <c:v>104.79123687744099</c:v>
                </c:pt>
                <c:pt idx="2030">
                  <c:v>104.791206359863</c:v>
                </c:pt>
                <c:pt idx="2031">
                  <c:v>104.854736328125</c:v>
                </c:pt>
                <c:pt idx="2032">
                  <c:v>104.823806762695</c:v>
                </c:pt>
                <c:pt idx="2033">
                  <c:v>104.80792999267599</c:v>
                </c:pt>
                <c:pt idx="2034">
                  <c:v>104.799774169922</c:v>
                </c:pt>
                <c:pt idx="2035">
                  <c:v>104.79559326171901</c:v>
                </c:pt>
                <c:pt idx="2036">
                  <c:v>104.79344177246099</c:v>
                </c:pt>
                <c:pt idx="2037">
                  <c:v>104.79233551025401</c:v>
                </c:pt>
                <c:pt idx="2038">
                  <c:v>104.79177093505901</c:v>
                </c:pt>
                <c:pt idx="2039">
                  <c:v>104.79148101806599</c:v>
                </c:pt>
                <c:pt idx="2040">
                  <c:v>104.79132843017599</c:v>
                </c:pt>
                <c:pt idx="2041">
                  <c:v>104.79125213623</c:v>
                </c:pt>
                <c:pt idx="2042">
                  <c:v>104.791213989258</c:v>
                </c:pt>
                <c:pt idx="2043">
                  <c:v>104.79119873046901</c:v>
                </c:pt>
                <c:pt idx="2044">
                  <c:v>104.79118347168</c:v>
                </c:pt>
                <c:pt idx="2045">
                  <c:v>104.79118347168</c:v>
                </c:pt>
                <c:pt idx="2046">
                  <c:v>104.791175842285</c:v>
                </c:pt>
                <c:pt idx="2047">
                  <c:v>104.791175842285</c:v>
                </c:pt>
                <c:pt idx="2048">
                  <c:v>104.791175842285</c:v>
                </c:pt>
                <c:pt idx="2049">
                  <c:v>104.791175842285</c:v>
                </c:pt>
                <c:pt idx="2050">
                  <c:v>104.791175842285</c:v>
                </c:pt>
                <c:pt idx="2051">
                  <c:v>104.791175842285</c:v>
                </c:pt>
                <c:pt idx="2052">
                  <c:v>104.791175842285</c:v>
                </c:pt>
                <c:pt idx="2053">
                  <c:v>104.791175842285</c:v>
                </c:pt>
                <c:pt idx="2054">
                  <c:v>104.791175842285</c:v>
                </c:pt>
                <c:pt idx="2055">
                  <c:v>104.791175842285</c:v>
                </c:pt>
                <c:pt idx="2056">
                  <c:v>104.791175842285</c:v>
                </c:pt>
                <c:pt idx="2057">
                  <c:v>104.791175842285</c:v>
                </c:pt>
                <c:pt idx="2058">
                  <c:v>104.791175842285</c:v>
                </c:pt>
                <c:pt idx="2059">
                  <c:v>104.786743164063</c:v>
                </c:pt>
                <c:pt idx="2060">
                  <c:v>104.78889465332</c:v>
                </c:pt>
                <c:pt idx="2061">
                  <c:v>104.790008544922</c:v>
                </c:pt>
                <c:pt idx="2062">
                  <c:v>104.78977966308599</c:v>
                </c:pt>
                <c:pt idx="2063">
                  <c:v>104.78874206543</c:v>
                </c:pt>
                <c:pt idx="2064">
                  <c:v>104.78035736084</c:v>
                </c:pt>
                <c:pt idx="2065">
                  <c:v>104.70554351806599</c:v>
                </c:pt>
                <c:pt idx="2066">
                  <c:v>104.66586303710901</c:v>
                </c:pt>
                <c:pt idx="2067">
                  <c:v>104.622764587402</c:v>
                </c:pt>
                <c:pt idx="2068">
                  <c:v>104.52902984619099</c:v>
                </c:pt>
                <c:pt idx="2069">
                  <c:v>104.32732391357401</c:v>
                </c:pt>
                <c:pt idx="2070">
                  <c:v>104.172439575195</c:v>
                </c:pt>
                <c:pt idx="2071">
                  <c:v>103.984985351563</c:v>
                </c:pt>
                <c:pt idx="2072">
                  <c:v>103.86737060546901</c:v>
                </c:pt>
                <c:pt idx="2073">
                  <c:v>103.748161315918</c:v>
                </c:pt>
                <c:pt idx="2074">
                  <c:v>103.650680541992</c:v>
                </c:pt>
                <c:pt idx="2075">
                  <c:v>103.53875732421901</c:v>
                </c:pt>
                <c:pt idx="2076">
                  <c:v>103.410507202148</c:v>
                </c:pt>
                <c:pt idx="2077">
                  <c:v>103.31989288330099</c:v>
                </c:pt>
                <c:pt idx="2078">
                  <c:v>103.25131988525401</c:v>
                </c:pt>
                <c:pt idx="2079">
                  <c:v>103.178009033203</c:v>
                </c:pt>
                <c:pt idx="2080">
                  <c:v>103.04069519043</c:v>
                </c:pt>
                <c:pt idx="2081">
                  <c:v>102.85052490234401</c:v>
                </c:pt>
                <c:pt idx="2082">
                  <c:v>102.642372131348</c:v>
                </c:pt>
                <c:pt idx="2083">
                  <c:v>102.47354125976599</c:v>
                </c:pt>
                <c:pt idx="2084">
                  <c:v>102.32691192627</c:v>
                </c:pt>
                <c:pt idx="2085">
                  <c:v>102.270431518555</c:v>
                </c:pt>
                <c:pt idx="2086">
                  <c:v>102.196739196777</c:v>
                </c:pt>
                <c:pt idx="2087">
                  <c:v>102.058380126953</c:v>
                </c:pt>
                <c:pt idx="2088">
                  <c:v>101.99651336669901</c:v>
                </c:pt>
                <c:pt idx="2089">
                  <c:v>101.911102294922</c:v>
                </c:pt>
                <c:pt idx="2090">
                  <c:v>101.780235290527</c:v>
                </c:pt>
                <c:pt idx="2091">
                  <c:v>101.69352722168</c:v>
                </c:pt>
                <c:pt idx="2092">
                  <c:v>101.64177703857401</c:v>
                </c:pt>
                <c:pt idx="2093">
                  <c:v>101.615394592285</c:v>
                </c:pt>
                <c:pt idx="2094">
                  <c:v>101.59462738037099</c:v>
                </c:pt>
                <c:pt idx="2095">
                  <c:v>101.60929107666</c:v>
                </c:pt>
                <c:pt idx="2096">
                  <c:v>101.607070922852</c:v>
                </c:pt>
                <c:pt idx="2097">
                  <c:v>101.59880828857401</c:v>
                </c:pt>
                <c:pt idx="2098">
                  <c:v>101.58376312255901</c:v>
                </c:pt>
                <c:pt idx="2099">
                  <c:v>101.58651733398401</c:v>
                </c:pt>
                <c:pt idx="2100">
                  <c:v>101.58303070068401</c:v>
                </c:pt>
                <c:pt idx="2101">
                  <c:v>101.502059936523</c:v>
                </c:pt>
                <c:pt idx="2102">
                  <c:v>101.52215576171901</c:v>
                </c:pt>
                <c:pt idx="2103">
                  <c:v>101.551620483398</c:v>
                </c:pt>
                <c:pt idx="2104">
                  <c:v>101.569816589355</c:v>
                </c:pt>
                <c:pt idx="2105">
                  <c:v>101.322303771973</c:v>
                </c:pt>
                <c:pt idx="2106">
                  <c:v>101.342979431152</c:v>
                </c:pt>
                <c:pt idx="2107">
                  <c:v>101.326362609863</c:v>
                </c:pt>
                <c:pt idx="2108">
                  <c:v>101.20189666748</c:v>
                </c:pt>
                <c:pt idx="2109">
                  <c:v>101.18080902099599</c:v>
                </c:pt>
                <c:pt idx="2110">
                  <c:v>101.173469543457</c:v>
                </c:pt>
                <c:pt idx="2111">
                  <c:v>101.27857208252</c:v>
                </c:pt>
                <c:pt idx="2112">
                  <c:v>101.33771514892599</c:v>
                </c:pt>
                <c:pt idx="2113">
                  <c:v>101.265586853027</c:v>
                </c:pt>
                <c:pt idx="2114">
                  <c:v>101.14234161377</c:v>
                </c:pt>
                <c:pt idx="2115">
                  <c:v>101.1220703125</c:v>
                </c:pt>
                <c:pt idx="2116">
                  <c:v>100.99098205566401</c:v>
                </c:pt>
                <c:pt idx="2117">
                  <c:v>100.898483276367</c:v>
                </c:pt>
                <c:pt idx="2118">
                  <c:v>100.84756469726599</c:v>
                </c:pt>
                <c:pt idx="2119">
                  <c:v>100.69252777099599</c:v>
                </c:pt>
                <c:pt idx="2120">
                  <c:v>100.61644744873</c:v>
                </c:pt>
                <c:pt idx="2121">
                  <c:v>100.43186950683599</c:v>
                </c:pt>
                <c:pt idx="2122">
                  <c:v>100.22402954101599</c:v>
                </c:pt>
                <c:pt idx="2123">
                  <c:v>100.12229156494099</c:v>
                </c:pt>
                <c:pt idx="2124">
                  <c:v>99.968307495117202</c:v>
                </c:pt>
                <c:pt idx="2125">
                  <c:v>99.914131164550795</c:v>
                </c:pt>
                <c:pt idx="2126">
                  <c:v>99.797294616699205</c:v>
                </c:pt>
                <c:pt idx="2127">
                  <c:v>99.670600891113295</c:v>
                </c:pt>
                <c:pt idx="2128">
                  <c:v>99.539093017578097</c:v>
                </c:pt>
                <c:pt idx="2129">
                  <c:v>99.389114379882798</c:v>
                </c:pt>
                <c:pt idx="2130">
                  <c:v>98.892715454101605</c:v>
                </c:pt>
                <c:pt idx="2131">
                  <c:v>98.655082702636705</c:v>
                </c:pt>
                <c:pt idx="2132">
                  <c:v>98.582046508789105</c:v>
                </c:pt>
                <c:pt idx="2133">
                  <c:v>98.424018859863295</c:v>
                </c:pt>
                <c:pt idx="2134">
                  <c:v>98.375274658203097</c:v>
                </c:pt>
                <c:pt idx="2135">
                  <c:v>98.673316955566406</c:v>
                </c:pt>
                <c:pt idx="2136">
                  <c:v>99.124443054199205</c:v>
                </c:pt>
                <c:pt idx="2137">
                  <c:v>98.830528259277301</c:v>
                </c:pt>
                <c:pt idx="2138">
                  <c:v>98.835113525390597</c:v>
                </c:pt>
                <c:pt idx="2139">
                  <c:v>98.896881103515597</c:v>
                </c:pt>
                <c:pt idx="2140">
                  <c:v>98.887199401855497</c:v>
                </c:pt>
                <c:pt idx="2141">
                  <c:v>99.177749633789105</c:v>
                </c:pt>
                <c:pt idx="2142">
                  <c:v>99.494934082031307</c:v>
                </c:pt>
                <c:pt idx="2143">
                  <c:v>99.627265930175795</c:v>
                </c:pt>
                <c:pt idx="2144">
                  <c:v>99.739318847656307</c:v>
                </c:pt>
                <c:pt idx="2145">
                  <c:v>99.829856872558594</c:v>
                </c:pt>
                <c:pt idx="2146">
                  <c:v>99.977844238281307</c:v>
                </c:pt>
                <c:pt idx="2147">
                  <c:v>100.075691223145</c:v>
                </c:pt>
                <c:pt idx="2148">
                  <c:v>100.273147583008</c:v>
                </c:pt>
                <c:pt idx="2149">
                  <c:v>100.487632751465</c:v>
                </c:pt>
                <c:pt idx="2150">
                  <c:v>100.74755859375</c:v>
                </c:pt>
                <c:pt idx="2151">
                  <c:v>100.788932800293</c:v>
                </c:pt>
                <c:pt idx="2152">
                  <c:v>100.86058044433599</c:v>
                </c:pt>
                <c:pt idx="2153">
                  <c:v>100.81890869140599</c:v>
                </c:pt>
                <c:pt idx="2154">
                  <c:v>100.990768432617</c:v>
                </c:pt>
                <c:pt idx="2155">
                  <c:v>101.071174621582</c:v>
                </c:pt>
                <c:pt idx="2156">
                  <c:v>101.268447875977</c:v>
                </c:pt>
                <c:pt idx="2157">
                  <c:v>101.45041656494099</c:v>
                </c:pt>
                <c:pt idx="2158">
                  <c:v>101.542671203613</c:v>
                </c:pt>
                <c:pt idx="2159">
                  <c:v>101.61187744140599</c:v>
                </c:pt>
                <c:pt idx="2160">
                  <c:v>101.70126342773401</c:v>
                </c:pt>
                <c:pt idx="2161">
                  <c:v>101.884574890137</c:v>
                </c:pt>
                <c:pt idx="2162">
                  <c:v>102.094284057617</c:v>
                </c:pt>
                <c:pt idx="2163">
                  <c:v>102.10825347900401</c:v>
                </c:pt>
                <c:pt idx="2164">
                  <c:v>102.43284606933599</c:v>
                </c:pt>
                <c:pt idx="2165">
                  <c:v>102.48405456543</c:v>
                </c:pt>
                <c:pt idx="2166">
                  <c:v>102.335563659668</c:v>
                </c:pt>
                <c:pt idx="2167">
                  <c:v>102.528022766113</c:v>
                </c:pt>
                <c:pt idx="2168">
                  <c:v>102.88729858398401</c:v>
                </c:pt>
                <c:pt idx="2169">
                  <c:v>103.30939483642599</c:v>
                </c:pt>
                <c:pt idx="2170">
                  <c:v>103.56957244873</c:v>
                </c:pt>
                <c:pt idx="2171">
                  <c:v>103.918411254883</c:v>
                </c:pt>
                <c:pt idx="2172">
                  <c:v>104.09088134765599</c:v>
                </c:pt>
                <c:pt idx="2173">
                  <c:v>104.35402679443401</c:v>
                </c:pt>
                <c:pt idx="2174">
                  <c:v>104.554718017578</c:v>
                </c:pt>
                <c:pt idx="2175">
                  <c:v>104.65202331543</c:v>
                </c:pt>
                <c:pt idx="2176">
                  <c:v>104.719734191895</c:v>
                </c:pt>
                <c:pt idx="2177">
                  <c:v>104.75449371337901</c:v>
                </c:pt>
                <c:pt idx="2178">
                  <c:v>104.772338867188</c:v>
                </c:pt>
                <c:pt idx="2179">
                  <c:v>104.78150939941401</c:v>
                </c:pt>
                <c:pt idx="2180">
                  <c:v>104.786209106445</c:v>
                </c:pt>
                <c:pt idx="2181">
                  <c:v>104.788627624512</c:v>
                </c:pt>
                <c:pt idx="2182">
                  <c:v>104.78986358642599</c:v>
                </c:pt>
                <c:pt idx="2183">
                  <c:v>104.79050445556599</c:v>
                </c:pt>
                <c:pt idx="2184">
                  <c:v>104.79083251953099</c:v>
                </c:pt>
                <c:pt idx="2185">
                  <c:v>104.79100036621099</c:v>
                </c:pt>
                <c:pt idx="2186">
                  <c:v>104.85427093505901</c:v>
                </c:pt>
                <c:pt idx="2187">
                  <c:v>104.87477111816401</c:v>
                </c:pt>
                <c:pt idx="2188">
                  <c:v>106.261367797852</c:v>
                </c:pt>
                <c:pt idx="2189">
                  <c:v>107.61434173584</c:v>
                </c:pt>
                <c:pt idx="2190">
                  <c:v>108.70140838623</c:v>
                </c:pt>
                <c:pt idx="2191">
                  <c:v>109.35097503662099</c:v>
                </c:pt>
                <c:pt idx="2192">
                  <c:v>109.68402099609401</c:v>
                </c:pt>
                <c:pt idx="2193">
                  <c:v>109.90048217773401</c:v>
                </c:pt>
                <c:pt idx="2194">
                  <c:v>110.12760925293</c:v>
                </c:pt>
                <c:pt idx="2195">
                  <c:v>110.29248046875</c:v>
                </c:pt>
                <c:pt idx="2196">
                  <c:v>110.355712890625</c:v>
                </c:pt>
                <c:pt idx="2197">
                  <c:v>110.601928710938</c:v>
                </c:pt>
                <c:pt idx="2198">
                  <c:v>110.84243011474599</c:v>
                </c:pt>
                <c:pt idx="2199">
                  <c:v>111.072647094727</c:v>
                </c:pt>
                <c:pt idx="2200">
                  <c:v>111.178764343262</c:v>
                </c:pt>
                <c:pt idx="2201">
                  <c:v>111.30418395996099</c:v>
                </c:pt>
                <c:pt idx="2202">
                  <c:v>111.318962097168</c:v>
                </c:pt>
                <c:pt idx="2203">
                  <c:v>111.34405517578099</c:v>
                </c:pt>
                <c:pt idx="2204">
                  <c:v>111.41179656982401</c:v>
                </c:pt>
                <c:pt idx="2205">
                  <c:v>111.36589050293</c:v>
                </c:pt>
                <c:pt idx="2206">
                  <c:v>111.298210144043</c:v>
                </c:pt>
                <c:pt idx="2207">
                  <c:v>111.28867340087901</c:v>
                </c:pt>
                <c:pt idx="2208">
                  <c:v>111.32492828369099</c:v>
                </c:pt>
                <c:pt idx="2209">
                  <c:v>111.44402313232401</c:v>
                </c:pt>
                <c:pt idx="2210">
                  <c:v>111.365928649902</c:v>
                </c:pt>
                <c:pt idx="2211">
                  <c:v>111.28070068359401</c:v>
                </c:pt>
                <c:pt idx="2212">
                  <c:v>111.30271911621099</c:v>
                </c:pt>
                <c:pt idx="2213">
                  <c:v>111.58283233642599</c:v>
                </c:pt>
                <c:pt idx="2214">
                  <c:v>111.714553833008</c:v>
                </c:pt>
                <c:pt idx="2215">
                  <c:v>111.69382476806599</c:v>
                </c:pt>
                <c:pt idx="2216">
                  <c:v>111.82960510253901</c:v>
                </c:pt>
                <c:pt idx="2217">
                  <c:v>111.974990844727</c:v>
                </c:pt>
                <c:pt idx="2218">
                  <c:v>112.190956115723</c:v>
                </c:pt>
                <c:pt idx="2219">
                  <c:v>112.35676574707</c:v>
                </c:pt>
                <c:pt idx="2220">
                  <c:v>112.40030670166</c:v>
                </c:pt>
                <c:pt idx="2221">
                  <c:v>112.48600769043</c:v>
                </c:pt>
                <c:pt idx="2222">
                  <c:v>112.688339233398</c:v>
                </c:pt>
                <c:pt idx="2223">
                  <c:v>112.70257568359401</c:v>
                </c:pt>
                <c:pt idx="2224">
                  <c:v>112.764373779297</c:v>
                </c:pt>
                <c:pt idx="2225">
                  <c:v>112.93178558349599</c:v>
                </c:pt>
                <c:pt idx="2226">
                  <c:v>113.06813812255901</c:v>
                </c:pt>
                <c:pt idx="2227">
                  <c:v>113.00203704834</c:v>
                </c:pt>
                <c:pt idx="2228">
                  <c:v>113.12680816650401</c:v>
                </c:pt>
                <c:pt idx="2229">
                  <c:v>113.11497497558599</c:v>
                </c:pt>
                <c:pt idx="2230">
                  <c:v>113.255508422852</c:v>
                </c:pt>
                <c:pt idx="2231">
                  <c:v>113.461669921875</c:v>
                </c:pt>
                <c:pt idx="2232">
                  <c:v>113.74909210205099</c:v>
                </c:pt>
                <c:pt idx="2233">
                  <c:v>113.991989135742</c:v>
                </c:pt>
                <c:pt idx="2234">
                  <c:v>114.15592956543</c:v>
                </c:pt>
                <c:pt idx="2235">
                  <c:v>114.42911529541</c:v>
                </c:pt>
                <c:pt idx="2236">
                  <c:v>114.68743896484401</c:v>
                </c:pt>
                <c:pt idx="2237">
                  <c:v>114.693161010742</c:v>
                </c:pt>
                <c:pt idx="2238">
                  <c:v>114.74520874023401</c:v>
                </c:pt>
                <c:pt idx="2239">
                  <c:v>114.848587036133</c:v>
                </c:pt>
                <c:pt idx="2240">
                  <c:v>114.93384552002</c:v>
                </c:pt>
                <c:pt idx="2241">
                  <c:v>114.995155334473</c:v>
                </c:pt>
                <c:pt idx="2242">
                  <c:v>115.13132476806599</c:v>
                </c:pt>
                <c:pt idx="2243">
                  <c:v>115.19484710693401</c:v>
                </c:pt>
                <c:pt idx="2244">
                  <c:v>115.37205505371099</c:v>
                </c:pt>
                <c:pt idx="2245">
                  <c:v>115.609100341797</c:v>
                </c:pt>
                <c:pt idx="2246">
                  <c:v>115.64679718017599</c:v>
                </c:pt>
                <c:pt idx="2247">
                  <c:v>115.64898681640599</c:v>
                </c:pt>
                <c:pt idx="2248">
                  <c:v>115.699920654297</c:v>
                </c:pt>
                <c:pt idx="2249">
                  <c:v>115.91407775878901</c:v>
                </c:pt>
                <c:pt idx="2250">
                  <c:v>116.06712341308599</c:v>
                </c:pt>
                <c:pt idx="2251">
                  <c:v>116.273849487305</c:v>
                </c:pt>
                <c:pt idx="2252">
                  <c:v>116.360137939453</c:v>
                </c:pt>
                <c:pt idx="2253">
                  <c:v>116.117553710938</c:v>
                </c:pt>
                <c:pt idx="2254">
                  <c:v>116.131546020508</c:v>
                </c:pt>
                <c:pt idx="2255">
                  <c:v>116.300003051758</c:v>
                </c:pt>
                <c:pt idx="2256">
                  <c:v>116.28677368164099</c:v>
                </c:pt>
                <c:pt idx="2257">
                  <c:v>116.506629943848</c:v>
                </c:pt>
                <c:pt idx="2258">
                  <c:v>116.63714599609401</c:v>
                </c:pt>
                <c:pt idx="2259">
                  <c:v>116.639266967773</c:v>
                </c:pt>
                <c:pt idx="2260">
                  <c:v>116.72744750976599</c:v>
                </c:pt>
                <c:pt idx="2261">
                  <c:v>117.021842956543</c:v>
                </c:pt>
                <c:pt idx="2262">
                  <c:v>117.22560119628901</c:v>
                </c:pt>
                <c:pt idx="2263">
                  <c:v>117.317031860352</c:v>
                </c:pt>
                <c:pt idx="2264">
                  <c:v>117.44960784912099</c:v>
                </c:pt>
                <c:pt idx="2265">
                  <c:v>117.570442199707</c:v>
                </c:pt>
                <c:pt idx="2266">
                  <c:v>117.61841583252</c:v>
                </c:pt>
                <c:pt idx="2267">
                  <c:v>117.722053527832</c:v>
                </c:pt>
                <c:pt idx="2268">
                  <c:v>117.77902984619099</c:v>
                </c:pt>
                <c:pt idx="2269">
                  <c:v>117.798377990723</c:v>
                </c:pt>
                <c:pt idx="2270">
                  <c:v>117.79486083984401</c:v>
                </c:pt>
                <c:pt idx="2271">
                  <c:v>117.808319091797</c:v>
                </c:pt>
                <c:pt idx="2272">
                  <c:v>117.832954406738</c:v>
                </c:pt>
                <c:pt idx="2273">
                  <c:v>117.84560394287099</c:v>
                </c:pt>
                <c:pt idx="2274">
                  <c:v>117.852096557617</c:v>
                </c:pt>
                <c:pt idx="2275">
                  <c:v>117.869911193848</c:v>
                </c:pt>
                <c:pt idx="2276">
                  <c:v>117.917129516602</c:v>
                </c:pt>
                <c:pt idx="2277">
                  <c:v>118.016899108887</c:v>
                </c:pt>
                <c:pt idx="2278">
                  <c:v>117.932655334473</c:v>
                </c:pt>
                <c:pt idx="2279">
                  <c:v>117.916297912598</c:v>
                </c:pt>
                <c:pt idx="2280">
                  <c:v>118.15329742431599</c:v>
                </c:pt>
                <c:pt idx="2281">
                  <c:v>118.02740478515599</c:v>
                </c:pt>
                <c:pt idx="2282">
                  <c:v>118.04143524169901</c:v>
                </c:pt>
                <c:pt idx="2283">
                  <c:v>118.28855895996099</c:v>
                </c:pt>
                <c:pt idx="2284">
                  <c:v>118.21401214599599</c:v>
                </c:pt>
                <c:pt idx="2285">
                  <c:v>118.092391967773</c:v>
                </c:pt>
                <c:pt idx="2286">
                  <c:v>118.247192382813</c:v>
                </c:pt>
                <c:pt idx="2287">
                  <c:v>118.324272155762</c:v>
                </c:pt>
                <c:pt idx="2288">
                  <c:v>118.42746734619099</c:v>
                </c:pt>
                <c:pt idx="2289">
                  <c:v>118.486404418945</c:v>
                </c:pt>
                <c:pt idx="2290">
                  <c:v>119.03741455078099</c:v>
                </c:pt>
                <c:pt idx="2291">
                  <c:v>119.27703857421901</c:v>
                </c:pt>
                <c:pt idx="2292">
                  <c:v>119.75399017334</c:v>
                </c:pt>
                <c:pt idx="2293">
                  <c:v>120.150337219238</c:v>
                </c:pt>
                <c:pt idx="2294">
                  <c:v>120.24969482421901</c:v>
                </c:pt>
                <c:pt idx="2295">
                  <c:v>120.29638671875</c:v>
                </c:pt>
                <c:pt idx="2296">
                  <c:v>120.675788879395</c:v>
                </c:pt>
                <c:pt idx="2297">
                  <c:v>120.996543884277</c:v>
                </c:pt>
                <c:pt idx="2298">
                  <c:v>121.2412109375</c:v>
                </c:pt>
                <c:pt idx="2299">
                  <c:v>121.62180328369099</c:v>
                </c:pt>
                <c:pt idx="2300">
                  <c:v>121.83843994140599</c:v>
                </c:pt>
                <c:pt idx="2301">
                  <c:v>122.235313415527</c:v>
                </c:pt>
                <c:pt idx="2302">
                  <c:v>122.516891479492</c:v>
                </c:pt>
                <c:pt idx="2303">
                  <c:v>122.949409484863</c:v>
                </c:pt>
                <c:pt idx="2304">
                  <c:v>123.246391296387</c:v>
                </c:pt>
                <c:pt idx="2305">
                  <c:v>123.450576782227</c:v>
                </c:pt>
                <c:pt idx="2306">
                  <c:v>123.626747131348</c:v>
                </c:pt>
                <c:pt idx="2307">
                  <c:v>123.77288818359401</c:v>
                </c:pt>
                <c:pt idx="2308">
                  <c:v>123.902137756348</c:v>
                </c:pt>
                <c:pt idx="2309">
                  <c:v>124.11964416503901</c:v>
                </c:pt>
                <c:pt idx="2310">
                  <c:v>124.251792907715</c:v>
                </c:pt>
                <c:pt idx="2311">
                  <c:v>124.32004547119099</c:v>
                </c:pt>
                <c:pt idx="2312">
                  <c:v>124.355461120605</c:v>
                </c:pt>
                <c:pt idx="2313">
                  <c:v>124.37322235107401</c:v>
                </c:pt>
                <c:pt idx="2314">
                  <c:v>124.38238525390599</c:v>
                </c:pt>
                <c:pt idx="2315">
                  <c:v>124.387046813965</c:v>
                </c:pt>
                <c:pt idx="2316">
                  <c:v>124.402221679688</c:v>
                </c:pt>
                <c:pt idx="2317">
                  <c:v>124.422004699707</c:v>
                </c:pt>
                <c:pt idx="2318">
                  <c:v>124.59154510498</c:v>
                </c:pt>
                <c:pt idx="2319">
                  <c:v>124.64263916015599</c:v>
                </c:pt>
                <c:pt idx="2320">
                  <c:v>125.03133392334</c:v>
                </c:pt>
                <c:pt idx="2321">
                  <c:v>125.333358764648</c:v>
                </c:pt>
                <c:pt idx="2322">
                  <c:v>125.60947418212901</c:v>
                </c:pt>
                <c:pt idx="2323">
                  <c:v>125.90151977539099</c:v>
                </c:pt>
                <c:pt idx="2324">
                  <c:v>126.21541595459</c:v>
                </c:pt>
                <c:pt idx="2325">
                  <c:v>126.001502990723</c:v>
                </c:pt>
                <c:pt idx="2326">
                  <c:v>125.89447021484401</c:v>
                </c:pt>
                <c:pt idx="2327">
                  <c:v>125.98934936523401</c:v>
                </c:pt>
                <c:pt idx="2328">
                  <c:v>126.22898101806599</c:v>
                </c:pt>
                <c:pt idx="2329">
                  <c:v>126.25180053710901</c:v>
                </c:pt>
                <c:pt idx="2330">
                  <c:v>126.780471801758</c:v>
                </c:pt>
                <c:pt idx="2331">
                  <c:v>127.16558837890599</c:v>
                </c:pt>
                <c:pt idx="2332">
                  <c:v>127.438117980957</c:v>
                </c:pt>
                <c:pt idx="2333">
                  <c:v>127.46750640869099</c:v>
                </c:pt>
                <c:pt idx="2334">
                  <c:v>127.550003051758</c:v>
                </c:pt>
                <c:pt idx="2335">
                  <c:v>127.70484161377</c:v>
                </c:pt>
                <c:pt idx="2336">
                  <c:v>127.84832000732401</c:v>
                </c:pt>
                <c:pt idx="2337">
                  <c:v>127.993530273438</c:v>
                </c:pt>
                <c:pt idx="2338">
                  <c:v>128.13681030273401</c:v>
                </c:pt>
                <c:pt idx="2339">
                  <c:v>128.20419311523401</c:v>
                </c:pt>
                <c:pt idx="2340">
                  <c:v>128.17759704589801</c:v>
                </c:pt>
                <c:pt idx="2341">
                  <c:v>128.37503051757801</c:v>
                </c:pt>
                <c:pt idx="2342">
                  <c:v>128.24327087402301</c:v>
                </c:pt>
                <c:pt idx="2343">
                  <c:v>128.28228759765599</c:v>
                </c:pt>
                <c:pt idx="2344">
                  <c:v>128.51126098632801</c:v>
                </c:pt>
                <c:pt idx="2345">
                  <c:v>128.52178955078099</c:v>
                </c:pt>
                <c:pt idx="2346">
                  <c:v>128.48724365234401</c:v>
                </c:pt>
                <c:pt idx="2347">
                  <c:v>128.63052368164099</c:v>
                </c:pt>
                <c:pt idx="2348">
                  <c:v>128.68466186523401</c:v>
                </c:pt>
                <c:pt idx="2349">
                  <c:v>128.93028259277301</c:v>
                </c:pt>
                <c:pt idx="2350">
                  <c:v>128.89300537109401</c:v>
                </c:pt>
                <c:pt idx="2351">
                  <c:v>128.598220825195</c:v>
                </c:pt>
                <c:pt idx="2352">
                  <c:v>128.49888610839801</c:v>
                </c:pt>
                <c:pt idx="2353">
                  <c:v>128.57998657226599</c:v>
                </c:pt>
                <c:pt idx="2354">
                  <c:v>128.50193786621099</c:v>
                </c:pt>
                <c:pt idx="2355">
                  <c:v>128.72593688964801</c:v>
                </c:pt>
                <c:pt idx="2356">
                  <c:v>128.76760864257801</c:v>
                </c:pt>
                <c:pt idx="2357">
                  <c:v>128.71728515625</c:v>
                </c:pt>
                <c:pt idx="2358">
                  <c:v>128.56706237793</c:v>
                </c:pt>
                <c:pt idx="2359">
                  <c:v>128.57386779785199</c:v>
                </c:pt>
                <c:pt idx="2360">
                  <c:v>128.419357299805</c:v>
                </c:pt>
                <c:pt idx="2361">
                  <c:v>128.43634033203099</c:v>
                </c:pt>
                <c:pt idx="2362">
                  <c:v>128.33926391601599</c:v>
                </c:pt>
                <c:pt idx="2363">
                  <c:v>128.43736267089801</c:v>
                </c:pt>
                <c:pt idx="2364">
                  <c:v>128.19190979003901</c:v>
                </c:pt>
                <c:pt idx="2365">
                  <c:v>128.07041931152301</c:v>
                </c:pt>
                <c:pt idx="2366">
                  <c:v>128.02233886718801</c:v>
                </c:pt>
                <c:pt idx="2367">
                  <c:v>127.89493560791</c:v>
                </c:pt>
                <c:pt idx="2368">
                  <c:v>127.80133056640599</c:v>
                </c:pt>
                <c:pt idx="2369">
                  <c:v>127.76743316650401</c:v>
                </c:pt>
                <c:pt idx="2370">
                  <c:v>127.839065551758</c:v>
                </c:pt>
                <c:pt idx="2371">
                  <c:v>127.819129943848</c:v>
                </c:pt>
                <c:pt idx="2372">
                  <c:v>127.71369171142599</c:v>
                </c:pt>
                <c:pt idx="2373">
                  <c:v>127.57942199707</c:v>
                </c:pt>
                <c:pt idx="2374">
                  <c:v>127.55190277099599</c:v>
                </c:pt>
                <c:pt idx="2375">
                  <c:v>127.298149108887</c:v>
                </c:pt>
                <c:pt idx="2376">
                  <c:v>127.087196350098</c:v>
                </c:pt>
                <c:pt idx="2377">
                  <c:v>127.01327514648401</c:v>
                </c:pt>
                <c:pt idx="2378">
                  <c:v>126.937225341797</c:v>
                </c:pt>
                <c:pt idx="2379">
                  <c:v>126.80763244628901</c:v>
                </c:pt>
                <c:pt idx="2380">
                  <c:v>126.44107055664099</c:v>
                </c:pt>
                <c:pt idx="2381">
                  <c:v>126.16123199462901</c:v>
                </c:pt>
                <c:pt idx="2382">
                  <c:v>125.50269317627</c:v>
                </c:pt>
                <c:pt idx="2383">
                  <c:v>125.00673675537099</c:v>
                </c:pt>
                <c:pt idx="2384">
                  <c:v>124.70806884765599</c:v>
                </c:pt>
                <c:pt idx="2385">
                  <c:v>124.55471038818401</c:v>
                </c:pt>
                <c:pt idx="2386">
                  <c:v>124.475936889648</c:v>
                </c:pt>
                <c:pt idx="2387">
                  <c:v>124.40598297119099</c:v>
                </c:pt>
                <c:pt idx="2388">
                  <c:v>124.36814880371099</c:v>
                </c:pt>
                <c:pt idx="2389">
                  <c:v>124.18784332275401</c:v>
                </c:pt>
                <c:pt idx="2390">
                  <c:v>124.096405029297</c:v>
                </c:pt>
                <c:pt idx="2391">
                  <c:v>123.901481628418</c:v>
                </c:pt>
                <c:pt idx="2392">
                  <c:v>123.658500671387</c:v>
                </c:pt>
                <c:pt idx="2393">
                  <c:v>123.633628845215</c:v>
                </c:pt>
                <c:pt idx="2394">
                  <c:v>123.490966796875</c:v>
                </c:pt>
                <c:pt idx="2395">
                  <c:v>123.24405670166</c:v>
                </c:pt>
                <c:pt idx="2396">
                  <c:v>123.040405273438</c:v>
                </c:pt>
                <c:pt idx="2397">
                  <c:v>122.95530700683599</c:v>
                </c:pt>
                <c:pt idx="2398">
                  <c:v>122.915534973145</c:v>
                </c:pt>
                <c:pt idx="2399">
                  <c:v>122.78273010253901</c:v>
                </c:pt>
                <c:pt idx="2400">
                  <c:v>122.796195983887</c:v>
                </c:pt>
                <c:pt idx="2401">
                  <c:v>122.596382141113</c:v>
                </c:pt>
                <c:pt idx="2402">
                  <c:v>122.68008422851599</c:v>
                </c:pt>
                <c:pt idx="2403">
                  <c:v>122.47727203369099</c:v>
                </c:pt>
                <c:pt idx="2404">
                  <c:v>122.332466125488</c:v>
                </c:pt>
                <c:pt idx="2405">
                  <c:v>122.19612121582</c:v>
                </c:pt>
                <c:pt idx="2406">
                  <c:v>122.09683227539099</c:v>
                </c:pt>
                <c:pt idx="2407">
                  <c:v>121.971817016602</c:v>
                </c:pt>
                <c:pt idx="2408">
                  <c:v>121.997436523438</c:v>
                </c:pt>
                <c:pt idx="2409">
                  <c:v>121.94003295898401</c:v>
                </c:pt>
                <c:pt idx="2410">
                  <c:v>121.97292327880901</c:v>
                </c:pt>
                <c:pt idx="2411">
                  <c:v>121.927772521973</c:v>
                </c:pt>
                <c:pt idx="2412">
                  <c:v>121.889457702637</c:v>
                </c:pt>
                <c:pt idx="2413">
                  <c:v>121.75821685791</c:v>
                </c:pt>
                <c:pt idx="2414">
                  <c:v>121.64495849609401</c:v>
                </c:pt>
                <c:pt idx="2415">
                  <c:v>121.61627960205099</c:v>
                </c:pt>
                <c:pt idx="2416">
                  <c:v>121.52498626709</c:v>
                </c:pt>
                <c:pt idx="2417">
                  <c:v>121.39939880371099</c:v>
                </c:pt>
                <c:pt idx="2418">
                  <c:v>121.38719177246099</c:v>
                </c:pt>
                <c:pt idx="2419">
                  <c:v>121.339302062988</c:v>
                </c:pt>
                <c:pt idx="2420">
                  <c:v>121.27418518066401</c:v>
                </c:pt>
                <c:pt idx="2421">
                  <c:v>121.228477478027</c:v>
                </c:pt>
                <c:pt idx="2422">
                  <c:v>121.200546264648</c:v>
                </c:pt>
                <c:pt idx="2423">
                  <c:v>121.117065429688</c:v>
                </c:pt>
                <c:pt idx="2424">
                  <c:v>120.750816345215</c:v>
                </c:pt>
                <c:pt idx="2425">
                  <c:v>120.441734313965</c:v>
                </c:pt>
                <c:pt idx="2426">
                  <c:v>120.100379943848</c:v>
                </c:pt>
                <c:pt idx="2427">
                  <c:v>119.807777404785</c:v>
                </c:pt>
                <c:pt idx="2428">
                  <c:v>119.610717773438</c:v>
                </c:pt>
                <c:pt idx="2429">
                  <c:v>119.29557800293</c:v>
                </c:pt>
                <c:pt idx="2430">
                  <c:v>118.95230102539099</c:v>
                </c:pt>
                <c:pt idx="2431">
                  <c:v>118.57253265380901</c:v>
                </c:pt>
                <c:pt idx="2432">
                  <c:v>118.225143432617</c:v>
                </c:pt>
                <c:pt idx="2433">
                  <c:v>118.04400634765599</c:v>
                </c:pt>
                <c:pt idx="2434">
                  <c:v>117.92561340332</c:v>
                </c:pt>
                <c:pt idx="2435">
                  <c:v>117.715942382813</c:v>
                </c:pt>
                <c:pt idx="2436">
                  <c:v>117.502067565918</c:v>
                </c:pt>
                <c:pt idx="2437">
                  <c:v>117.26141357421901</c:v>
                </c:pt>
                <c:pt idx="2438">
                  <c:v>117.03334808349599</c:v>
                </c:pt>
                <c:pt idx="2439">
                  <c:v>116.80005645752</c:v>
                </c:pt>
                <c:pt idx="2440">
                  <c:v>116.61270141601599</c:v>
                </c:pt>
                <c:pt idx="2441">
                  <c:v>116.430229187012</c:v>
                </c:pt>
                <c:pt idx="2442">
                  <c:v>116.18075561523401</c:v>
                </c:pt>
                <c:pt idx="2443">
                  <c:v>115.934677124023</c:v>
                </c:pt>
                <c:pt idx="2444">
                  <c:v>115.672233581543</c:v>
                </c:pt>
                <c:pt idx="2445">
                  <c:v>115.468872070313</c:v>
                </c:pt>
                <c:pt idx="2446">
                  <c:v>115.247398376465</c:v>
                </c:pt>
                <c:pt idx="2447">
                  <c:v>115.162956237793</c:v>
                </c:pt>
                <c:pt idx="2448">
                  <c:v>114.983528137207</c:v>
                </c:pt>
                <c:pt idx="2449">
                  <c:v>114.82642364502</c:v>
                </c:pt>
                <c:pt idx="2450">
                  <c:v>114.710693359375</c:v>
                </c:pt>
                <c:pt idx="2451">
                  <c:v>114.638565063477</c:v>
                </c:pt>
                <c:pt idx="2452">
                  <c:v>114.62526702880901</c:v>
                </c:pt>
                <c:pt idx="2453">
                  <c:v>114.504257202148</c:v>
                </c:pt>
                <c:pt idx="2454">
                  <c:v>114.42098236084</c:v>
                </c:pt>
                <c:pt idx="2455">
                  <c:v>114.38402557373</c:v>
                </c:pt>
                <c:pt idx="2456">
                  <c:v>114.38360595703099</c:v>
                </c:pt>
                <c:pt idx="2457">
                  <c:v>114.407989501953</c:v>
                </c:pt>
                <c:pt idx="2458">
                  <c:v>114.43804931640599</c:v>
                </c:pt>
                <c:pt idx="2459">
                  <c:v>114.37567138671901</c:v>
                </c:pt>
                <c:pt idx="2460">
                  <c:v>114.50766754150401</c:v>
                </c:pt>
                <c:pt idx="2461">
                  <c:v>114.727165222168</c:v>
                </c:pt>
                <c:pt idx="2462">
                  <c:v>114.85446929931599</c:v>
                </c:pt>
                <c:pt idx="2463">
                  <c:v>115.17433166503901</c:v>
                </c:pt>
                <c:pt idx="2464">
                  <c:v>115.28639984130901</c:v>
                </c:pt>
                <c:pt idx="2465">
                  <c:v>115.171920776367</c:v>
                </c:pt>
                <c:pt idx="2466">
                  <c:v>115.25417327880901</c:v>
                </c:pt>
                <c:pt idx="2467">
                  <c:v>115.45701599121099</c:v>
                </c:pt>
                <c:pt idx="2468">
                  <c:v>115.748573303223</c:v>
                </c:pt>
                <c:pt idx="2469">
                  <c:v>115.77309417724599</c:v>
                </c:pt>
                <c:pt idx="2470">
                  <c:v>115.94651794433599</c:v>
                </c:pt>
                <c:pt idx="2471">
                  <c:v>116.03278350830099</c:v>
                </c:pt>
                <c:pt idx="2472">
                  <c:v>116.139320373535</c:v>
                </c:pt>
                <c:pt idx="2473">
                  <c:v>116.295600891113</c:v>
                </c:pt>
                <c:pt idx="2474">
                  <c:v>116.26455688476599</c:v>
                </c:pt>
                <c:pt idx="2475">
                  <c:v>116.264770507813</c:v>
                </c:pt>
                <c:pt idx="2476">
                  <c:v>116.253425598145</c:v>
                </c:pt>
                <c:pt idx="2477">
                  <c:v>116.255088806152</c:v>
                </c:pt>
                <c:pt idx="2478">
                  <c:v>116.256546020508</c:v>
                </c:pt>
                <c:pt idx="2479">
                  <c:v>116.22442626953099</c:v>
                </c:pt>
                <c:pt idx="2480">
                  <c:v>115.94708251953099</c:v>
                </c:pt>
                <c:pt idx="2481">
                  <c:v>115.76015472412099</c:v>
                </c:pt>
                <c:pt idx="2482">
                  <c:v>115.604789733887</c:v>
                </c:pt>
                <c:pt idx="2483">
                  <c:v>115.458908081055</c:v>
                </c:pt>
                <c:pt idx="2484">
                  <c:v>115.350425720215</c:v>
                </c:pt>
                <c:pt idx="2485">
                  <c:v>115.284797668457</c:v>
                </c:pt>
                <c:pt idx="2486">
                  <c:v>115.08074188232401</c:v>
                </c:pt>
                <c:pt idx="2487">
                  <c:v>115.005081176758</c:v>
                </c:pt>
                <c:pt idx="2488">
                  <c:v>114.848037719727</c:v>
                </c:pt>
                <c:pt idx="2489">
                  <c:v>114.65232849121099</c:v>
                </c:pt>
                <c:pt idx="2490">
                  <c:v>114.47103881835901</c:v>
                </c:pt>
                <c:pt idx="2491">
                  <c:v>114.255813598633</c:v>
                </c:pt>
                <c:pt idx="2492">
                  <c:v>114.061317443848</c:v>
                </c:pt>
                <c:pt idx="2493">
                  <c:v>113.88256072998</c:v>
                </c:pt>
                <c:pt idx="2494">
                  <c:v>113.749954223633</c:v>
                </c:pt>
                <c:pt idx="2495">
                  <c:v>113.54824066162099</c:v>
                </c:pt>
                <c:pt idx="2496">
                  <c:v>113.40518188476599</c:v>
                </c:pt>
                <c:pt idx="2497">
                  <c:v>113.25089263916</c:v>
                </c:pt>
                <c:pt idx="2498">
                  <c:v>113.08806610107401</c:v>
                </c:pt>
                <c:pt idx="2499">
                  <c:v>112.97373199462901</c:v>
                </c:pt>
                <c:pt idx="2500">
                  <c:v>112.82423400878901</c:v>
                </c:pt>
                <c:pt idx="2501">
                  <c:v>112.66570281982401</c:v>
                </c:pt>
                <c:pt idx="2502">
                  <c:v>112.491912841797</c:v>
                </c:pt>
                <c:pt idx="2503">
                  <c:v>112.45566558837901</c:v>
                </c:pt>
                <c:pt idx="2504">
                  <c:v>112.283073425293</c:v>
                </c:pt>
                <c:pt idx="2505">
                  <c:v>112.083213806152</c:v>
                </c:pt>
                <c:pt idx="2506">
                  <c:v>112.032272338867</c:v>
                </c:pt>
                <c:pt idx="2507">
                  <c:v>111.786819458008</c:v>
                </c:pt>
                <c:pt idx="2508">
                  <c:v>111.697708129883</c:v>
                </c:pt>
                <c:pt idx="2509">
                  <c:v>111.621444702148</c:v>
                </c:pt>
                <c:pt idx="2510">
                  <c:v>111.55517578125</c:v>
                </c:pt>
                <c:pt idx="2511">
                  <c:v>111.47478485107401</c:v>
                </c:pt>
                <c:pt idx="2512">
                  <c:v>111.31990814209</c:v>
                </c:pt>
                <c:pt idx="2513">
                  <c:v>111.109016418457</c:v>
                </c:pt>
                <c:pt idx="2514">
                  <c:v>110.98891448974599</c:v>
                </c:pt>
                <c:pt idx="2515">
                  <c:v>110.905731201172</c:v>
                </c:pt>
                <c:pt idx="2516">
                  <c:v>110.834907531738</c:v>
                </c:pt>
                <c:pt idx="2517">
                  <c:v>110.70986938476599</c:v>
                </c:pt>
                <c:pt idx="2518">
                  <c:v>110.622528076172</c:v>
                </c:pt>
                <c:pt idx="2519">
                  <c:v>110.466430664063</c:v>
                </c:pt>
                <c:pt idx="2520">
                  <c:v>110.27507781982401</c:v>
                </c:pt>
                <c:pt idx="2521">
                  <c:v>110.07102966308599</c:v>
                </c:pt>
                <c:pt idx="2522">
                  <c:v>109.92642211914099</c:v>
                </c:pt>
                <c:pt idx="2523">
                  <c:v>109.84636688232401</c:v>
                </c:pt>
                <c:pt idx="2524">
                  <c:v>109.799758911133</c:v>
                </c:pt>
                <c:pt idx="2525">
                  <c:v>109.615226745605</c:v>
                </c:pt>
                <c:pt idx="2526">
                  <c:v>108.122833251953</c:v>
                </c:pt>
                <c:pt idx="2527">
                  <c:v>107.59860992431599</c:v>
                </c:pt>
                <c:pt idx="2528">
                  <c:v>106.826385498047</c:v>
                </c:pt>
                <c:pt idx="2529">
                  <c:v>105.836288452148</c:v>
                </c:pt>
                <c:pt idx="2530">
                  <c:v>105.32765197753901</c:v>
                </c:pt>
                <c:pt idx="2531">
                  <c:v>105.14377593994099</c:v>
                </c:pt>
                <c:pt idx="2532">
                  <c:v>105.027503967285</c:v>
                </c:pt>
                <c:pt idx="2533">
                  <c:v>104.91253662109401</c:v>
                </c:pt>
                <c:pt idx="2534">
                  <c:v>104.853469848633</c:v>
                </c:pt>
                <c:pt idx="2535">
                  <c:v>104.82315063476599</c:v>
                </c:pt>
                <c:pt idx="2536">
                  <c:v>104.80759429931599</c:v>
                </c:pt>
                <c:pt idx="2537">
                  <c:v>104.799606323242</c:v>
                </c:pt>
                <c:pt idx="2538">
                  <c:v>104.79550170898401</c:v>
                </c:pt>
                <c:pt idx="2539">
                  <c:v>104.79339599609401</c:v>
                </c:pt>
                <c:pt idx="2540">
                  <c:v>105.295867919922</c:v>
                </c:pt>
                <c:pt idx="2541">
                  <c:v>105.22679138183599</c:v>
                </c:pt>
                <c:pt idx="2542">
                  <c:v>106.05573272705099</c:v>
                </c:pt>
                <c:pt idx="2543">
                  <c:v>107.78150177002</c:v>
                </c:pt>
                <c:pt idx="2544">
                  <c:v>108.756591796875</c:v>
                </c:pt>
                <c:pt idx="2545">
                  <c:v>109.25203704834</c:v>
                </c:pt>
                <c:pt idx="2546">
                  <c:v>109.596839904785</c:v>
                </c:pt>
                <c:pt idx="2547">
                  <c:v>109.873649597168</c:v>
                </c:pt>
                <c:pt idx="2548">
                  <c:v>110.08715057373</c:v>
                </c:pt>
                <c:pt idx="2549">
                  <c:v>110.298965454102</c:v>
                </c:pt>
                <c:pt idx="2550">
                  <c:v>110.60041809082</c:v>
                </c:pt>
                <c:pt idx="2551">
                  <c:v>110.81097412109401</c:v>
                </c:pt>
                <c:pt idx="2552">
                  <c:v>111.001113891602</c:v>
                </c:pt>
                <c:pt idx="2553">
                  <c:v>111.146209716797</c:v>
                </c:pt>
                <c:pt idx="2554">
                  <c:v>111.48329925537099</c:v>
                </c:pt>
                <c:pt idx="2555">
                  <c:v>111.81576538085901</c:v>
                </c:pt>
                <c:pt idx="2556">
                  <c:v>111.98210144043</c:v>
                </c:pt>
                <c:pt idx="2557">
                  <c:v>112.196235656738</c:v>
                </c:pt>
                <c:pt idx="2558">
                  <c:v>112.429145812988</c:v>
                </c:pt>
                <c:pt idx="2559">
                  <c:v>112.465927124023</c:v>
                </c:pt>
                <c:pt idx="2560">
                  <c:v>112.64764404296901</c:v>
                </c:pt>
                <c:pt idx="2561">
                  <c:v>112.722732543945</c:v>
                </c:pt>
                <c:pt idx="2562">
                  <c:v>113.04929351806599</c:v>
                </c:pt>
                <c:pt idx="2563">
                  <c:v>113.23187255859401</c:v>
                </c:pt>
                <c:pt idx="2564">
                  <c:v>113.407272338867</c:v>
                </c:pt>
                <c:pt idx="2565">
                  <c:v>113.50335693359401</c:v>
                </c:pt>
                <c:pt idx="2566">
                  <c:v>113.574165344238</c:v>
                </c:pt>
                <c:pt idx="2567">
                  <c:v>113.62735748291</c:v>
                </c:pt>
                <c:pt idx="2568">
                  <c:v>113.46786499023401</c:v>
                </c:pt>
                <c:pt idx="2569">
                  <c:v>113.339645385742</c:v>
                </c:pt>
                <c:pt idx="2570">
                  <c:v>113.67398071289099</c:v>
                </c:pt>
                <c:pt idx="2571">
                  <c:v>113.840034484863</c:v>
                </c:pt>
                <c:pt idx="2572">
                  <c:v>113.89461517334</c:v>
                </c:pt>
                <c:pt idx="2573">
                  <c:v>113.540885925293</c:v>
                </c:pt>
                <c:pt idx="2574">
                  <c:v>113.64495086669901</c:v>
                </c:pt>
                <c:pt idx="2575">
                  <c:v>113.760360717773</c:v>
                </c:pt>
                <c:pt idx="2576">
                  <c:v>113.889518737793</c:v>
                </c:pt>
                <c:pt idx="2577">
                  <c:v>113.999351501465</c:v>
                </c:pt>
                <c:pt idx="2578">
                  <c:v>114.06063079834</c:v>
                </c:pt>
                <c:pt idx="2579">
                  <c:v>114.11167144775401</c:v>
                </c:pt>
                <c:pt idx="2580">
                  <c:v>114.004402160645</c:v>
                </c:pt>
                <c:pt idx="2581">
                  <c:v>113.95458984375</c:v>
                </c:pt>
                <c:pt idx="2582">
                  <c:v>114.084022521973</c:v>
                </c:pt>
                <c:pt idx="2583">
                  <c:v>114.072952270508</c:v>
                </c:pt>
                <c:pt idx="2584">
                  <c:v>114.06435394287099</c:v>
                </c:pt>
                <c:pt idx="2585">
                  <c:v>113.93605804443401</c:v>
                </c:pt>
                <c:pt idx="2586">
                  <c:v>113.97975158691401</c:v>
                </c:pt>
                <c:pt idx="2587">
                  <c:v>113.91024780273401</c:v>
                </c:pt>
                <c:pt idx="2588">
                  <c:v>113.93788909912099</c:v>
                </c:pt>
                <c:pt idx="2589">
                  <c:v>113.910751342773</c:v>
                </c:pt>
                <c:pt idx="2590">
                  <c:v>113.90940856933599</c:v>
                </c:pt>
                <c:pt idx="2591">
                  <c:v>113.70223999023401</c:v>
                </c:pt>
                <c:pt idx="2592">
                  <c:v>113.494987487793</c:v>
                </c:pt>
                <c:pt idx="2593">
                  <c:v>113.27571105957</c:v>
                </c:pt>
                <c:pt idx="2594">
                  <c:v>113.378852844238</c:v>
                </c:pt>
                <c:pt idx="2595">
                  <c:v>113.202583312988</c:v>
                </c:pt>
                <c:pt idx="2596">
                  <c:v>113.08579254150401</c:v>
                </c:pt>
                <c:pt idx="2597">
                  <c:v>113.029418945313</c:v>
                </c:pt>
                <c:pt idx="2598">
                  <c:v>113.017654418945</c:v>
                </c:pt>
                <c:pt idx="2599">
                  <c:v>112.99591064453099</c:v>
                </c:pt>
                <c:pt idx="2600">
                  <c:v>112.96809387207</c:v>
                </c:pt>
                <c:pt idx="2601">
                  <c:v>112.927047729492</c:v>
                </c:pt>
                <c:pt idx="2602">
                  <c:v>112.73121643066401</c:v>
                </c:pt>
                <c:pt idx="2603">
                  <c:v>112.72653961181599</c:v>
                </c:pt>
                <c:pt idx="2604">
                  <c:v>112.707061767578</c:v>
                </c:pt>
                <c:pt idx="2605">
                  <c:v>112.77938842773401</c:v>
                </c:pt>
                <c:pt idx="2606">
                  <c:v>112.59080505371099</c:v>
                </c:pt>
                <c:pt idx="2607">
                  <c:v>112.39549255371099</c:v>
                </c:pt>
                <c:pt idx="2608">
                  <c:v>112.41782379150401</c:v>
                </c:pt>
                <c:pt idx="2609">
                  <c:v>112.40615844726599</c:v>
                </c:pt>
                <c:pt idx="2610">
                  <c:v>112.354118347168</c:v>
                </c:pt>
                <c:pt idx="2611">
                  <c:v>112.272323608398</c:v>
                </c:pt>
                <c:pt idx="2612">
                  <c:v>112.33961486816401</c:v>
                </c:pt>
                <c:pt idx="2613">
                  <c:v>112.30874633789099</c:v>
                </c:pt>
                <c:pt idx="2614">
                  <c:v>112.29539489746099</c:v>
                </c:pt>
                <c:pt idx="2615">
                  <c:v>112.22751617431599</c:v>
                </c:pt>
                <c:pt idx="2616">
                  <c:v>112.20871734619099</c:v>
                </c:pt>
                <c:pt idx="2617">
                  <c:v>112.14841461181599</c:v>
                </c:pt>
                <c:pt idx="2618">
                  <c:v>112.111434936523</c:v>
                </c:pt>
                <c:pt idx="2619">
                  <c:v>112.03400421142599</c:v>
                </c:pt>
                <c:pt idx="2620">
                  <c:v>112.06989288330099</c:v>
                </c:pt>
                <c:pt idx="2621">
                  <c:v>112.23194885253901</c:v>
                </c:pt>
                <c:pt idx="2622">
                  <c:v>112.18350219726599</c:v>
                </c:pt>
                <c:pt idx="2623">
                  <c:v>112.30633544921901</c:v>
                </c:pt>
                <c:pt idx="2624">
                  <c:v>112.584884643555</c:v>
                </c:pt>
                <c:pt idx="2625">
                  <c:v>112.67137145996099</c:v>
                </c:pt>
                <c:pt idx="2626">
                  <c:v>112.597625732422</c:v>
                </c:pt>
                <c:pt idx="2627">
                  <c:v>112.742218017578</c:v>
                </c:pt>
                <c:pt idx="2628">
                  <c:v>112.78509521484401</c:v>
                </c:pt>
                <c:pt idx="2629">
                  <c:v>112.564781188965</c:v>
                </c:pt>
                <c:pt idx="2630">
                  <c:v>112.37628936767599</c:v>
                </c:pt>
                <c:pt idx="2631">
                  <c:v>112.281463623047</c:v>
                </c:pt>
                <c:pt idx="2632">
                  <c:v>112.211051940918</c:v>
                </c:pt>
                <c:pt idx="2633">
                  <c:v>112.08229064941401</c:v>
                </c:pt>
                <c:pt idx="2634">
                  <c:v>111.88729095459</c:v>
                </c:pt>
                <c:pt idx="2635">
                  <c:v>111.722366333008</c:v>
                </c:pt>
                <c:pt idx="2636">
                  <c:v>111.562576293945</c:v>
                </c:pt>
                <c:pt idx="2637">
                  <c:v>111.425621032715</c:v>
                </c:pt>
                <c:pt idx="2638">
                  <c:v>111.21752166748</c:v>
                </c:pt>
                <c:pt idx="2639">
                  <c:v>110.998207092285</c:v>
                </c:pt>
                <c:pt idx="2640">
                  <c:v>110.827880859375</c:v>
                </c:pt>
                <c:pt idx="2641">
                  <c:v>110.645469665527</c:v>
                </c:pt>
                <c:pt idx="2642">
                  <c:v>110.460906982422</c:v>
                </c:pt>
                <c:pt idx="2643">
                  <c:v>110.26507568359401</c:v>
                </c:pt>
                <c:pt idx="2644">
                  <c:v>110.041999816895</c:v>
                </c:pt>
                <c:pt idx="2645">
                  <c:v>109.82501220703099</c:v>
                </c:pt>
                <c:pt idx="2646">
                  <c:v>109.75547027587901</c:v>
                </c:pt>
                <c:pt idx="2647">
                  <c:v>109.42726898193401</c:v>
                </c:pt>
                <c:pt idx="2648">
                  <c:v>108.51361083984401</c:v>
                </c:pt>
                <c:pt idx="2649">
                  <c:v>107.76300048828099</c:v>
                </c:pt>
                <c:pt idx="2650">
                  <c:v>106.55516052246099</c:v>
                </c:pt>
                <c:pt idx="2651">
                  <c:v>105.706825256348</c:v>
                </c:pt>
                <c:pt idx="2652">
                  <c:v>105.261352539063</c:v>
                </c:pt>
                <c:pt idx="2653">
                  <c:v>105.03261566162099</c:v>
                </c:pt>
                <c:pt idx="2654">
                  <c:v>104.91510772705099</c:v>
                </c:pt>
                <c:pt idx="2655">
                  <c:v>104.85479736328099</c:v>
                </c:pt>
                <c:pt idx="2656">
                  <c:v>104.823844909668</c:v>
                </c:pt>
                <c:pt idx="2657">
                  <c:v>104.807945251465</c:v>
                </c:pt>
                <c:pt idx="2658">
                  <c:v>104.79978942871099</c:v>
                </c:pt>
                <c:pt idx="2659">
                  <c:v>104.79559326171901</c:v>
                </c:pt>
                <c:pt idx="2660">
                  <c:v>104.79344177246099</c:v>
                </c:pt>
                <c:pt idx="2661">
                  <c:v>104.792343139648</c:v>
                </c:pt>
                <c:pt idx="2662">
                  <c:v>104.79177093505901</c:v>
                </c:pt>
                <c:pt idx="2663">
                  <c:v>104.79148101806599</c:v>
                </c:pt>
                <c:pt idx="2664">
                  <c:v>104.79132843017599</c:v>
                </c:pt>
                <c:pt idx="2665">
                  <c:v>104.79125213623</c:v>
                </c:pt>
                <c:pt idx="2666">
                  <c:v>104.791213989258</c:v>
                </c:pt>
                <c:pt idx="2667">
                  <c:v>104.79119873046901</c:v>
                </c:pt>
                <c:pt idx="2668">
                  <c:v>104.79118347168</c:v>
                </c:pt>
                <c:pt idx="2669">
                  <c:v>104.79118347168</c:v>
                </c:pt>
                <c:pt idx="2670">
                  <c:v>104.791175842285</c:v>
                </c:pt>
                <c:pt idx="2671">
                  <c:v>104.791175842285</c:v>
                </c:pt>
                <c:pt idx="2672">
                  <c:v>104.791175842285</c:v>
                </c:pt>
                <c:pt idx="2673">
                  <c:v>104.791175842285</c:v>
                </c:pt>
                <c:pt idx="2674">
                  <c:v>104.791175842285</c:v>
                </c:pt>
                <c:pt idx="2675">
                  <c:v>104.791175842285</c:v>
                </c:pt>
                <c:pt idx="2676">
                  <c:v>104.791175842285</c:v>
                </c:pt>
                <c:pt idx="2677">
                  <c:v>104.791175842285</c:v>
                </c:pt>
                <c:pt idx="2678">
                  <c:v>104.791175842285</c:v>
                </c:pt>
                <c:pt idx="2679">
                  <c:v>104.791175842285</c:v>
                </c:pt>
                <c:pt idx="2680">
                  <c:v>104.791175842285</c:v>
                </c:pt>
                <c:pt idx="2681">
                  <c:v>104.791175842285</c:v>
                </c:pt>
                <c:pt idx="2682">
                  <c:v>104.791175842285</c:v>
                </c:pt>
                <c:pt idx="2683">
                  <c:v>104.791175842285</c:v>
                </c:pt>
                <c:pt idx="2684">
                  <c:v>104.791175842285</c:v>
                </c:pt>
                <c:pt idx="2685">
                  <c:v>104.791175842285</c:v>
                </c:pt>
                <c:pt idx="2686">
                  <c:v>104.791175842285</c:v>
                </c:pt>
                <c:pt idx="2687">
                  <c:v>104.791175842285</c:v>
                </c:pt>
                <c:pt idx="2688">
                  <c:v>104.791175842285</c:v>
                </c:pt>
                <c:pt idx="2689">
                  <c:v>104.791175842285</c:v>
                </c:pt>
                <c:pt idx="2690">
                  <c:v>104.791175842285</c:v>
                </c:pt>
                <c:pt idx="2691">
                  <c:v>104.791175842285</c:v>
                </c:pt>
                <c:pt idx="2692">
                  <c:v>104.791175842285</c:v>
                </c:pt>
                <c:pt idx="2693">
                  <c:v>104.791175842285</c:v>
                </c:pt>
                <c:pt idx="2694">
                  <c:v>104.791175842285</c:v>
                </c:pt>
                <c:pt idx="2695">
                  <c:v>104.791175842285</c:v>
                </c:pt>
                <c:pt idx="2696">
                  <c:v>104.791175842285</c:v>
                </c:pt>
                <c:pt idx="2697">
                  <c:v>104.791175842285</c:v>
                </c:pt>
                <c:pt idx="2698">
                  <c:v>104.791175842285</c:v>
                </c:pt>
                <c:pt idx="2699">
                  <c:v>104.791175842285</c:v>
                </c:pt>
                <c:pt idx="2700">
                  <c:v>104.791175842285</c:v>
                </c:pt>
                <c:pt idx="2701">
                  <c:v>104.791175842285</c:v>
                </c:pt>
                <c:pt idx="2702">
                  <c:v>104.791175842285</c:v>
                </c:pt>
                <c:pt idx="2703">
                  <c:v>104.791175842285</c:v>
                </c:pt>
                <c:pt idx="2704">
                  <c:v>104.791175842285</c:v>
                </c:pt>
                <c:pt idx="2705">
                  <c:v>104.791175842285</c:v>
                </c:pt>
                <c:pt idx="2706">
                  <c:v>104.791175842285</c:v>
                </c:pt>
                <c:pt idx="2707">
                  <c:v>104.791175842285</c:v>
                </c:pt>
                <c:pt idx="2708">
                  <c:v>104.791175842285</c:v>
                </c:pt>
                <c:pt idx="2709">
                  <c:v>104.791175842285</c:v>
                </c:pt>
                <c:pt idx="2710">
                  <c:v>104.791175842285</c:v>
                </c:pt>
                <c:pt idx="2711">
                  <c:v>104.791175842285</c:v>
                </c:pt>
                <c:pt idx="2712">
                  <c:v>104.791175842285</c:v>
                </c:pt>
                <c:pt idx="2713">
                  <c:v>104.791175842285</c:v>
                </c:pt>
                <c:pt idx="2714">
                  <c:v>104.791175842285</c:v>
                </c:pt>
                <c:pt idx="2715">
                  <c:v>104.791175842285</c:v>
                </c:pt>
                <c:pt idx="2716">
                  <c:v>104.791175842285</c:v>
                </c:pt>
                <c:pt idx="2717">
                  <c:v>104.791175842285</c:v>
                </c:pt>
                <c:pt idx="2718">
                  <c:v>104.791175842285</c:v>
                </c:pt>
                <c:pt idx="2719">
                  <c:v>104.791175842285</c:v>
                </c:pt>
                <c:pt idx="2720">
                  <c:v>104.791175842285</c:v>
                </c:pt>
                <c:pt idx="2721">
                  <c:v>104.791175842285</c:v>
                </c:pt>
                <c:pt idx="2722">
                  <c:v>104.791175842285</c:v>
                </c:pt>
                <c:pt idx="2723">
                  <c:v>104.78091430664099</c:v>
                </c:pt>
                <c:pt idx="2724">
                  <c:v>104.694229125977</c:v>
                </c:pt>
                <c:pt idx="2725">
                  <c:v>104.61810302734401</c:v>
                </c:pt>
                <c:pt idx="2726">
                  <c:v>104.45061492919901</c:v>
                </c:pt>
                <c:pt idx="2727">
                  <c:v>104.27214813232401</c:v>
                </c:pt>
                <c:pt idx="2728">
                  <c:v>104.11262512207</c:v>
                </c:pt>
                <c:pt idx="2729">
                  <c:v>103.840225219727</c:v>
                </c:pt>
                <c:pt idx="2730">
                  <c:v>103.65940856933599</c:v>
                </c:pt>
                <c:pt idx="2731">
                  <c:v>103.453559875488</c:v>
                </c:pt>
                <c:pt idx="2732">
                  <c:v>103.29542541503901</c:v>
                </c:pt>
                <c:pt idx="2733">
                  <c:v>103.086906433105</c:v>
                </c:pt>
                <c:pt idx="2734">
                  <c:v>102.95077514648401</c:v>
                </c:pt>
                <c:pt idx="2735">
                  <c:v>102.678192138672</c:v>
                </c:pt>
                <c:pt idx="2736">
                  <c:v>102.34865570068401</c:v>
                </c:pt>
                <c:pt idx="2737">
                  <c:v>102.10765838623</c:v>
                </c:pt>
                <c:pt idx="2738">
                  <c:v>101.88981628418</c:v>
                </c:pt>
                <c:pt idx="2739">
                  <c:v>101.73911285400401</c:v>
                </c:pt>
                <c:pt idx="2740">
                  <c:v>101.651573181152</c:v>
                </c:pt>
                <c:pt idx="2741">
                  <c:v>101.50552368164099</c:v>
                </c:pt>
                <c:pt idx="2742">
                  <c:v>101.20928955078099</c:v>
                </c:pt>
                <c:pt idx="2743">
                  <c:v>101.019248962402</c:v>
                </c:pt>
                <c:pt idx="2744">
                  <c:v>100.78752899169901</c:v>
                </c:pt>
                <c:pt idx="2745">
                  <c:v>100.579971313477</c:v>
                </c:pt>
                <c:pt idx="2746">
                  <c:v>100.33684539794901</c:v>
                </c:pt>
                <c:pt idx="2747">
                  <c:v>100.143936157227</c:v>
                </c:pt>
                <c:pt idx="2748">
                  <c:v>99.978935241699205</c:v>
                </c:pt>
                <c:pt idx="2749">
                  <c:v>99.811347961425795</c:v>
                </c:pt>
                <c:pt idx="2750">
                  <c:v>99.247329711914105</c:v>
                </c:pt>
                <c:pt idx="2751">
                  <c:v>98.770698547363295</c:v>
                </c:pt>
                <c:pt idx="2752">
                  <c:v>98.520919799804702</c:v>
                </c:pt>
                <c:pt idx="2753">
                  <c:v>98.405403137207003</c:v>
                </c:pt>
                <c:pt idx="2754">
                  <c:v>98.335250854492202</c:v>
                </c:pt>
                <c:pt idx="2755">
                  <c:v>98.297302246093807</c:v>
                </c:pt>
                <c:pt idx="2756">
                  <c:v>98.276359558105497</c:v>
                </c:pt>
                <c:pt idx="2757">
                  <c:v>98.238594055175795</c:v>
                </c:pt>
                <c:pt idx="2758">
                  <c:v>98.161727905273395</c:v>
                </c:pt>
                <c:pt idx="2759">
                  <c:v>98.0599365234375</c:v>
                </c:pt>
                <c:pt idx="2760">
                  <c:v>97.959289550781307</c:v>
                </c:pt>
                <c:pt idx="2761">
                  <c:v>97.787513732910199</c:v>
                </c:pt>
                <c:pt idx="2762">
                  <c:v>97.661964416503906</c:v>
                </c:pt>
                <c:pt idx="2763">
                  <c:v>97.540107727050795</c:v>
                </c:pt>
                <c:pt idx="2764">
                  <c:v>97.374046325683594</c:v>
                </c:pt>
                <c:pt idx="2765">
                  <c:v>97.169692993164105</c:v>
                </c:pt>
                <c:pt idx="2766">
                  <c:v>97.014427185058594</c:v>
                </c:pt>
                <c:pt idx="2767">
                  <c:v>96.900619506835895</c:v>
                </c:pt>
                <c:pt idx="2768">
                  <c:v>96.827888488769503</c:v>
                </c:pt>
                <c:pt idx="2769">
                  <c:v>96.747856140136705</c:v>
                </c:pt>
                <c:pt idx="2770">
                  <c:v>96.669975280761705</c:v>
                </c:pt>
                <c:pt idx="2771">
                  <c:v>96.461135864257798</c:v>
                </c:pt>
                <c:pt idx="2772">
                  <c:v>96.286964416503906</c:v>
                </c:pt>
                <c:pt idx="2773">
                  <c:v>96.110954284667997</c:v>
                </c:pt>
                <c:pt idx="2774">
                  <c:v>95.902305603027301</c:v>
                </c:pt>
                <c:pt idx="2775">
                  <c:v>95.680755615234403</c:v>
                </c:pt>
                <c:pt idx="2776">
                  <c:v>95.516700744628906</c:v>
                </c:pt>
                <c:pt idx="2777">
                  <c:v>95.343978881835895</c:v>
                </c:pt>
                <c:pt idx="2778">
                  <c:v>95.232177734375</c:v>
                </c:pt>
                <c:pt idx="2779">
                  <c:v>95.146530151367202</c:v>
                </c:pt>
                <c:pt idx="2780">
                  <c:v>95.100532531738295</c:v>
                </c:pt>
                <c:pt idx="2781">
                  <c:v>95.071762084960895</c:v>
                </c:pt>
                <c:pt idx="2782">
                  <c:v>95.056976318359403</c:v>
                </c:pt>
                <c:pt idx="2783">
                  <c:v>95.001930236816406</c:v>
                </c:pt>
                <c:pt idx="2784">
                  <c:v>94.985458374023395</c:v>
                </c:pt>
                <c:pt idx="2785">
                  <c:v>94.748855590820298</c:v>
                </c:pt>
                <c:pt idx="2786">
                  <c:v>94.464691162109403</c:v>
                </c:pt>
                <c:pt idx="2787">
                  <c:v>94.254981994628906</c:v>
                </c:pt>
                <c:pt idx="2788">
                  <c:v>94.000022888183594</c:v>
                </c:pt>
                <c:pt idx="2789">
                  <c:v>93.771514892578097</c:v>
                </c:pt>
                <c:pt idx="2790">
                  <c:v>93.600547790527301</c:v>
                </c:pt>
                <c:pt idx="2791">
                  <c:v>93.493476867675795</c:v>
                </c:pt>
                <c:pt idx="2792">
                  <c:v>93.410064697265597</c:v>
                </c:pt>
                <c:pt idx="2793">
                  <c:v>93.333053588867202</c:v>
                </c:pt>
                <c:pt idx="2794">
                  <c:v>93.199966430664105</c:v>
                </c:pt>
                <c:pt idx="2795">
                  <c:v>92.978019714355497</c:v>
                </c:pt>
                <c:pt idx="2796">
                  <c:v>92.845611572265597</c:v>
                </c:pt>
                <c:pt idx="2797">
                  <c:v>92.693870544433594</c:v>
                </c:pt>
                <c:pt idx="2798">
                  <c:v>92.597122192382798</c:v>
                </c:pt>
                <c:pt idx="2799">
                  <c:v>92.506950378417997</c:v>
                </c:pt>
                <c:pt idx="2800">
                  <c:v>92.393074035644503</c:v>
                </c:pt>
                <c:pt idx="2801">
                  <c:v>92.284866333007798</c:v>
                </c:pt>
                <c:pt idx="2802">
                  <c:v>92.203598022460895</c:v>
                </c:pt>
                <c:pt idx="2803">
                  <c:v>92.123489379882798</c:v>
                </c:pt>
                <c:pt idx="2804">
                  <c:v>92.004737854003906</c:v>
                </c:pt>
                <c:pt idx="2805">
                  <c:v>91.915359497070298</c:v>
                </c:pt>
                <c:pt idx="2806">
                  <c:v>91.848274230957003</c:v>
                </c:pt>
                <c:pt idx="2807">
                  <c:v>91.774971008300795</c:v>
                </c:pt>
                <c:pt idx="2808">
                  <c:v>91.700721740722699</c:v>
                </c:pt>
                <c:pt idx="2809">
                  <c:v>91.623985290527301</c:v>
                </c:pt>
                <c:pt idx="2810">
                  <c:v>91.464920043945298</c:v>
                </c:pt>
                <c:pt idx="2811">
                  <c:v>91.298919677734403</c:v>
                </c:pt>
                <c:pt idx="2812">
                  <c:v>91.179328918457003</c:v>
                </c:pt>
                <c:pt idx="2813">
                  <c:v>91.071083068847699</c:v>
                </c:pt>
                <c:pt idx="2814">
                  <c:v>90.958732604980497</c:v>
                </c:pt>
                <c:pt idx="2815">
                  <c:v>90.836357116699205</c:v>
                </c:pt>
                <c:pt idx="2816">
                  <c:v>90.764625549316406</c:v>
                </c:pt>
                <c:pt idx="2817">
                  <c:v>90.684959411621094</c:v>
                </c:pt>
                <c:pt idx="2818">
                  <c:v>90.521751403808594</c:v>
                </c:pt>
                <c:pt idx="2819">
                  <c:v>90.401931762695298</c:v>
                </c:pt>
                <c:pt idx="2820">
                  <c:v>90.2911376953125</c:v>
                </c:pt>
                <c:pt idx="2821">
                  <c:v>90.225685119628906</c:v>
                </c:pt>
                <c:pt idx="2822">
                  <c:v>90.184173583984403</c:v>
                </c:pt>
                <c:pt idx="2823">
                  <c:v>90.109016418457003</c:v>
                </c:pt>
                <c:pt idx="2824">
                  <c:v>90.034187316894503</c:v>
                </c:pt>
                <c:pt idx="2825">
                  <c:v>89.934783935546903</c:v>
                </c:pt>
                <c:pt idx="2826">
                  <c:v>89.738067626953097</c:v>
                </c:pt>
                <c:pt idx="2827">
                  <c:v>89.580741882324205</c:v>
                </c:pt>
                <c:pt idx="2828">
                  <c:v>89.433807373046903</c:v>
                </c:pt>
                <c:pt idx="2829">
                  <c:v>89.301261901855497</c:v>
                </c:pt>
                <c:pt idx="2830">
                  <c:v>89.217681884765597</c:v>
                </c:pt>
                <c:pt idx="2831">
                  <c:v>89.128196716308594</c:v>
                </c:pt>
                <c:pt idx="2832">
                  <c:v>89.022903442382798</c:v>
                </c:pt>
                <c:pt idx="2833">
                  <c:v>88.900939941406307</c:v>
                </c:pt>
                <c:pt idx="2834">
                  <c:v>88.788185119628906</c:v>
                </c:pt>
                <c:pt idx="2835">
                  <c:v>88.689353942871094</c:v>
                </c:pt>
                <c:pt idx="2836">
                  <c:v>88.625778198242202</c:v>
                </c:pt>
                <c:pt idx="2837">
                  <c:v>88.573181152343807</c:v>
                </c:pt>
                <c:pt idx="2838">
                  <c:v>88.545082092285199</c:v>
                </c:pt>
                <c:pt idx="2839">
                  <c:v>88.527565002441406</c:v>
                </c:pt>
                <c:pt idx="2840">
                  <c:v>88.457893371582003</c:v>
                </c:pt>
                <c:pt idx="2841">
                  <c:v>88.330253601074205</c:v>
                </c:pt>
                <c:pt idx="2842">
                  <c:v>88.251708984375</c:v>
                </c:pt>
                <c:pt idx="2843">
                  <c:v>88.138839721679702</c:v>
                </c:pt>
                <c:pt idx="2844">
                  <c:v>88.005767822265597</c:v>
                </c:pt>
                <c:pt idx="2845">
                  <c:v>87.861747741699205</c:v>
                </c:pt>
                <c:pt idx="2846">
                  <c:v>87.788116455078097</c:v>
                </c:pt>
                <c:pt idx="2847">
                  <c:v>87.721450805664105</c:v>
                </c:pt>
                <c:pt idx="2848">
                  <c:v>87.614204406738295</c:v>
                </c:pt>
                <c:pt idx="2849">
                  <c:v>87.483985900878906</c:v>
                </c:pt>
                <c:pt idx="2850">
                  <c:v>87.319938659667997</c:v>
                </c:pt>
                <c:pt idx="2851">
                  <c:v>87.117698669433594</c:v>
                </c:pt>
                <c:pt idx="2852">
                  <c:v>86.977508544921903</c:v>
                </c:pt>
                <c:pt idx="2853">
                  <c:v>86.905418395996094</c:v>
                </c:pt>
                <c:pt idx="2854">
                  <c:v>86.866172790527301</c:v>
                </c:pt>
                <c:pt idx="2855">
                  <c:v>86.832328796386705</c:v>
                </c:pt>
                <c:pt idx="2856">
                  <c:v>86.808982849121094</c:v>
                </c:pt>
                <c:pt idx="2857">
                  <c:v>86.689880371093807</c:v>
                </c:pt>
                <c:pt idx="2858">
                  <c:v>86.553092956542997</c:v>
                </c:pt>
                <c:pt idx="2859">
                  <c:v>86.468444824218807</c:v>
                </c:pt>
                <c:pt idx="2860">
                  <c:v>86.4356689453125</c:v>
                </c:pt>
                <c:pt idx="2861">
                  <c:v>86.258674621582003</c:v>
                </c:pt>
                <c:pt idx="2862">
                  <c:v>86.135406494140597</c:v>
                </c:pt>
                <c:pt idx="2863">
                  <c:v>86.059295654296903</c:v>
                </c:pt>
                <c:pt idx="2864">
                  <c:v>86.033241271972699</c:v>
                </c:pt>
                <c:pt idx="2865">
                  <c:v>85.995872497558594</c:v>
                </c:pt>
                <c:pt idx="2866">
                  <c:v>85.902320861816406</c:v>
                </c:pt>
                <c:pt idx="2867">
                  <c:v>85.715576171875</c:v>
                </c:pt>
                <c:pt idx="2868">
                  <c:v>85.541267395019503</c:v>
                </c:pt>
                <c:pt idx="2869">
                  <c:v>85.408584594726605</c:v>
                </c:pt>
                <c:pt idx="2870">
                  <c:v>85.350242614746094</c:v>
                </c:pt>
                <c:pt idx="2871">
                  <c:v>85.278625488281307</c:v>
                </c:pt>
                <c:pt idx="2872">
                  <c:v>85.234405517578097</c:v>
                </c:pt>
                <c:pt idx="2873">
                  <c:v>85.215652465820298</c:v>
                </c:pt>
                <c:pt idx="2874">
                  <c:v>85.202674865722699</c:v>
                </c:pt>
                <c:pt idx="2875">
                  <c:v>85.165328979492202</c:v>
                </c:pt>
                <c:pt idx="2876">
                  <c:v>85.090492248535199</c:v>
                </c:pt>
                <c:pt idx="2877">
                  <c:v>85.104415893554702</c:v>
                </c:pt>
                <c:pt idx="2878">
                  <c:v>85.104393005371094</c:v>
                </c:pt>
                <c:pt idx="2879">
                  <c:v>85.039627075195298</c:v>
                </c:pt>
                <c:pt idx="2880">
                  <c:v>84.997283935546903</c:v>
                </c:pt>
                <c:pt idx="2881">
                  <c:v>84.905364990234403</c:v>
                </c:pt>
                <c:pt idx="2882">
                  <c:v>84.856887817382798</c:v>
                </c:pt>
                <c:pt idx="2883">
                  <c:v>84.806175231933594</c:v>
                </c:pt>
                <c:pt idx="2884">
                  <c:v>84.703826904296903</c:v>
                </c:pt>
                <c:pt idx="2885">
                  <c:v>84.650688171386705</c:v>
                </c:pt>
                <c:pt idx="2886">
                  <c:v>84.605918884277301</c:v>
                </c:pt>
                <c:pt idx="2887">
                  <c:v>84.528976440429702</c:v>
                </c:pt>
                <c:pt idx="2888">
                  <c:v>84.482490539550795</c:v>
                </c:pt>
                <c:pt idx="2889">
                  <c:v>84.421859741210895</c:v>
                </c:pt>
                <c:pt idx="2890">
                  <c:v>84.328086853027301</c:v>
                </c:pt>
                <c:pt idx="2891">
                  <c:v>84.202285766601605</c:v>
                </c:pt>
                <c:pt idx="2892">
                  <c:v>84.079391479492202</c:v>
                </c:pt>
                <c:pt idx="2893">
                  <c:v>84.047264099121094</c:v>
                </c:pt>
                <c:pt idx="2894">
                  <c:v>83.981384277343807</c:v>
                </c:pt>
                <c:pt idx="2895">
                  <c:v>83.899330139160199</c:v>
                </c:pt>
                <c:pt idx="2896">
                  <c:v>83.811134338378906</c:v>
                </c:pt>
                <c:pt idx="2897">
                  <c:v>83.742538452148395</c:v>
                </c:pt>
                <c:pt idx="2898">
                  <c:v>83.688148498535199</c:v>
                </c:pt>
                <c:pt idx="2899">
                  <c:v>83.661994934082003</c:v>
                </c:pt>
                <c:pt idx="2900">
                  <c:v>83.643539428710895</c:v>
                </c:pt>
                <c:pt idx="2901">
                  <c:v>83.626296997070298</c:v>
                </c:pt>
                <c:pt idx="2902">
                  <c:v>83.582077026367202</c:v>
                </c:pt>
                <c:pt idx="2903">
                  <c:v>83.560043334960895</c:v>
                </c:pt>
                <c:pt idx="2904">
                  <c:v>83.501495361328097</c:v>
                </c:pt>
                <c:pt idx="2905">
                  <c:v>83.419105529785199</c:v>
                </c:pt>
                <c:pt idx="2906">
                  <c:v>83.239547729492202</c:v>
                </c:pt>
                <c:pt idx="2907">
                  <c:v>83.185317993164105</c:v>
                </c:pt>
                <c:pt idx="2908">
                  <c:v>83.047897338867202</c:v>
                </c:pt>
                <c:pt idx="2909">
                  <c:v>82.940338134765597</c:v>
                </c:pt>
                <c:pt idx="2910">
                  <c:v>82.905052185058594</c:v>
                </c:pt>
                <c:pt idx="2911">
                  <c:v>82.846458435058594</c:v>
                </c:pt>
                <c:pt idx="2912">
                  <c:v>82.783866882324205</c:v>
                </c:pt>
                <c:pt idx="2913">
                  <c:v>82.755638122558594</c:v>
                </c:pt>
                <c:pt idx="2914">
                  <c:v>82.616592407226605</c:v>
                </c:pt>
                <c:pt idx="2915">
                  <c:v>82.501571655273395</c:v>
                </c:pt>
                <c:pt idx="2916">
                  <c:v>82.441429138183594</c:v>
                </c:pt>
                <c:pt idx="2917">
                  <c:v>82.373779296875</c:v>
                </c:pt>
                <c:pt idx="2918">
                  <c:v>82.313591003417997</c:v>
                </c:pt>
                <c:pt idx="2919">
                  <c:v>82.269058227539105</c:v>
                </c:pt>
                <c:pt idx="2920">
                  <c:v>82.200592041015597</c:v>
                </c:pt>
                <c:pt idx="2921">
                  <c:v>82.143722534179702</c:v>
                </c:pt>
                <c:pt idx="2922">
                  <c:v>82.115341186523395</c:v>
                </c:pt>
                <c:pt idx="2923">
                  <c:v>82.076156616210895</c:v>
                </c:pt>
                <c:pt idx="2924">
                  <c:v>82.013519287109403</c:v>
                </c:pt>
                <c:pt idx="2925">
                  <c:v>81.984664916992202</c:v>
                </c:pt>
                <c:pt idx="2926">
                  <c:v>81.963470458984403</c:v>
                </c:pt>
                <c:pt idx="2927">
                  <c:v>81.938568115234403</c:v>
                </c:pt>
                <c:pt idx="2928">
                  <c:v>81.921478271484403</c:v>
                </c:pt>
                <c:pt idx="2929">
                  <c:v>81.850669860839801</c:v>
                </c:pt>
                <c:pt idx="2930">
                  <c:v>81.723480224609403</c:v>
                </c:pt>
                <c:pt idx="2931">
                  <c:v>81.657852172851605</c:v>
                </c:pt>
                <c:pt idx="2932">
                  <c:v>81.56884765625</c:v>
                </c:pt>
                <c:pt idx="2933">
                  <c:v>81.504890441894503</c:v>
                </c:pt>
                <c:pt idx="2934">
                  <c:v>81.462791442871094</c:v>
                </c:pt>
                <c:pt idx="2935">
                  <c:v>81.428794860839801</c:v>
                </c:pt>
                <c:pt idx="2936">
                  <c:v>81.331398010253906</c:v>
                </c:pt>
                <c:pt idx="2937">
                  <c:v>81.275436401367202</c:v>
                </c:pt>
                <c:pt idx="2938">
                  <c:v>81.226104736328097</c:v>
                </c:pt>
                <c:pt idx="2939">
                  <c:v>81.140556335449205</c:v>
                </c:pt>
                <c:pt idx="2940">
                  <c:v>81.080886840820298</c:v>
                </c:pt>
                <c:pt idx="2941">
                  <c:v>81.045349121093807</c:v>
                </c:pt>
                <c:pt idx="2942">
                  <c:v>80.993721008300795</c:v>
                </c:pt>
                <c:pt idx="2943">
                  <c:v>80.8118896484375</c:v>
                </c:pt>
                <c:pt idx="2944">
                  <c:v>80.747131347656307</c:v>
                </c:pt>
                <c:pt idx="2945">
                  <c:v>80.644538879394503</c:v>
                </c:pt>
                <c:pt idx="2946">
                  <c:v>80.48046875</c:v>
                </c:pt>
                <c:pt idx="2947">
                  <c:v>80.411430358886705</c:v>
                </c:pt>
                <c:pt idx="2948">
                  <c:v>80.389083862304702</c:v>
                </c:pt>
                <c:pt idx="2949">
                  <c:v>80.340438842773395</c:v>
                </c:pt>
                <c:pt idx="2950">
                  <c:v>80.314178466796903</c:v>
                </c:pt>
                <c:pt idx="2951">
                  <c:v>80.29443359375</c:v>
                </c:pt>
                <c:pt idx="2952">
                  <c:v>80.260993957519503</c:v>
                </c:pt>
                <c:pt idx="2953">
                  <c:v>80.236663818359403</c:v>
                </c:pt>
                <c:pt idx="2954">
                  <c:v>80.223175048828097</c:v>
                </c:pt>
                <c:pt idx="2955">
                  <c:v>80.207328796386705</c:v>
                </c:pt>
                <c:pt idx="2956">
                  <c:v>80.188133239746094</c:v>
                </c:pt>
                <c:pt idx="2957">
                  <c:v>80.1590576171875</c:v>
                </c:pt>
                <c:pt idx="2958">
                  <c:v>80.124214172363295</c:v>
                </c:pt>
                <c:pt idx="2959">
                  <c:v>80.073074340820298</c:v>
                </c:pt>
                <c:pt idx="2960">
                  <c:v>79.914207458496094</c:v>
                </c:pt>
                <c:pt idx="2961">
                  <c:v>79.819808959960895</c:v>
                </c:pt>
                <c:pt idx="2962">
                  <c:v>79.701652526855497</c:v>
                </c:pt>
                <c:pt idx="2963">
                  <c:v>79.600395202636705</c:v>
                </c:pt>
                <c:pt idx="2964">
                  <c:v>79.553421020507798</c:v>
                </c:pt>
                <c:pt idx="2965">
                  <c:v>79.525939941406307</c:v>
                </c:pt>
                <c:pt idx="2966">
                  <c:v>79.510040283203097</c:v>
                </c:pt>
                <c:pt idx="2967">
                  <c:v>79.479240417480497</c:v>
                </c:pt>
                <c:pt idx="2968">
                  <c:v>79.456985473632798</c:v>
                </c:pt>
                <c:pt idx="2969">
                  <c:v>79.468025207519503</c:v>
                </c:pt>
                <c:pt idx="2970">
                  <c:v>79.456077575683594</c:v>
                </c:pt>
                <c:pt idx="2971">
                  <c:v>79.447814941406307</c:v>
                </c:pt>
                <c:pt idx="2972">
                  <c:v>79.400833129882798</c:v>
                </c:pt>
                <c:pt idx="2973">
                  <c:v>79.322204589843807</c:v>
                </c:pt>
                <c:pt idx="2974">
                  <c:v>79.231895446777301</c:v>
                </c:pt>
                <c:pt idx="2975">
                  <c:v>79.136634826660199</c:v>
                </c:pt>
                <c:pt idx="2976">
                  <c:v>79.076393127441406</c:v>
                </c:pt>
                <c:pt idx="2977">
                  <c:v>79.046241760253906</c:v>
                </c:pt>
                <c:pt idx="2978">
                  <c:v>79.014297485351605</c:v>
                </c:pt>
                <c:pt idx="2979">
                  <c:v>79.009017944335895</c:v>
                </c:pt>
                <c:pt idx="2980">
                  <c:v>78.944175720214801</c:v>
                </c:pt>
                <c:pt idx="2981">
                  <c:v>78.901657104492202</c:v>
                </c:pt>
                <c:pt idx="2982">
                  <c:v>78.865493774414105</c:v>
                </c:pt>
                <c:pt idx="2983">
                  <c:v>78.806976318359403</c:v>
                </c:pt>
                <c:pt idx="2984">
                  <c:v>78.775604248046903</c:v>
                </c:pt>
                <c:pt idx="2985">
                  <c:v>78.766288757324205</c:v>
                </c:pt>
                <c:pt idx="2986">
                  <c:v>78.757583618164105</c:v>
                </c:pt>
                <c:pt idx="2987">
                  <c:v>78.736862182617202</c:v>
                </c:pt>
                <c:pt idx="2988">
                  <c:v>78.725013732910199</c:v>
                </c:pt>
                <c:pt idx="2989">
                  <c:v>78.716087341308594</c:v>
                </c:pt>
                <c:pt idx="2990">
                  <c:v>78.714881896972699</c:v>
                </c:pt>
                <c:pt idx="2991">
                  <c:v>78.711730957031307</c:v>
                </c:pt>
                <c:pt idx="2992">
                  <c:v>78.710037231445298</c:v>
                </c:pt>
                <c:pt idx="2993">
                  <c:v>78.712203979492202</c:v>
                </c:pt>
                <c:pt idx="2994">
                  <c:v>78.711097717285199</c:v>
                </c:pt>
                <c:pt idx="2995">
                  <c:v>78.710166931152301</c:v>
                </c:pt>
                <c:pt idx="2996">
                  <c:v>78.708465576171903</c:v>
                </c:pt>
                <c:pt idx="2997">
                  <c:v>78.707588195800795</c:v>
                </c:pt>
                <c:pt idx="2998">
                  <c:v>78.707138061523395</c:v>
                </c:pt>
                <c:pt idx="2999">
                  <c:v>78.707336425781307</c:v>
                </c:pt>
                <c:pt idx="3000">
                  <c:v>78.7073974609375</c:v>
                </c:pt>
                <c:pt idx="3001">
                  <c:v>78.707038879394503</c:v>
                </c:pt>
                <c:pt idx="3002">
                  <c:v>78.706855773925795</c:v>
                </c:pt>
                <c:pt idx="3003">
                  <c:v>78.706764221191406</c:v>
                </c:pt>
                <c:pt idx="3004">
                  <c:v>78.706718444824205</c:v>
                </c:pt>
                <c:pt idx="3005">
                  <c:v>78.706687927246094</c:v>
                </c:pt>
                <c:pt idx="3006">
                  <c:v>78.706680297851605</c:v>
                </c:pt>
                <c:pt idx="3007">
                  <c:v>78.706672668457003</c:v>
                </c:pt>
                <c:pt idx="3008">
                  <c:v>78.7066650390625</c:v>
                </c:pt>
                <c:pt idx="3009">
                  <c:v>78.7066650390625</c:v>
                </c:pt>
                <c:pt idx="3010">
                  <c:v>78.7066650390625</c:v>
                </c:pt>
                <c:pt idx="3011">
                  <c:v>78.7066650390625</c:v>
                </c:pt>
                <c:pt idx="3012">
                  <c:v>78.7066650390625</c:v>
                </c:pt>
                <c:pt idx="3013">
                  <c:v>78.7066650390625</c:v>
                </c:pt>
                <c:pt idx="3014">
                  <c:v>78.666053771972699</c:v>
                </c:pt>
                <c:pt idx="3015">
                  <c:v>78.632827758789105</c:v>
                </c:pt>
                <c:pt idx="3016">
                  <c:v>78.642784118652301</c:v>
                </c:pt>
                <c:pt idx="3017">
                  <c:v>78.621315002441406</c:v>
                </c:pt>
                <c:pt idx="3018">
                  <c:v>78.584320068359403</c:v>
                </c:pt>
                <c:pt idx="3019">
                  <c:v>78.512275695800795</c:v>
                </c:pt>
                <c:pt idx="3020">
                  <c:v>78.448333740234403</c:v>
                </c:pt>
                <c:pt idx="3021">
                  <c:v>78.254859924316406</c:v>
                </c:pt>
                <c:pt idx="3022">
                  <c:v>78.165489196777301</c:v>
                </c:pt>
                <c:pt idx="3023">
                  <c:v>78.081047058105497</c:v>
                </c:pt>
                <c:pt idx="3024">
                  <c:v>77.685165405273395</c:v>
                </c:pt>
                <c:pt idx="3025">
                  <c:v>77.497329711914105</c:v>
                </c:pt>
                <c:pt idx="3026">
                  <c:v>77.507766723632798</c:v>
                </c:pt>
                <c:pt idx="3027">
                  <c:v>77.488334655761705</c:v>
                </c:pt>
                <c:pt idx="3028">
                  <c:v>77.283340454101605</c:v>
                </c:pt>
                <c:pt idx="3029">
                  <c:v>77.208282470703097</c:v>
                </c:pt>
                <c:pt idx="3030">
                  <c:v>77.256034851074205</c:v>
                </c:pt>
                <c:pt idx="3031">
                  <c:v>77.220039367675795</c:v>
                </c:pt>
                <c:pt idx="3032">
                  <c:v>77.152526855468807</c:v>
                </c:pt>
                <c:pt idx="3033">
                  <c:v>77.113937377929702</c:v>
                </c:pt>
                <c:pt idx="3034">
                  <c:v>77.094108581542997</c:v>
                </c:pt>
                <c:pt idx="3035">
                  <c:v>77.074150085449205</c:v>
                </c:pt>
                <c:pt idx="3036">
                  <c:v>77.055450439453097</c:v>
                </c:pt>
                <c:pt idx="3037">
                  <c:v>76.999221801757798</c:v>
                </c:pt>
                <c:pt idx="3038">
                  <c:v>76.909263610839801</c:v>
                </c:pt>
                <c:pt idx="3039">
                  <c:v>76.866523742675795</c:v>
                </c:pt>
                <c:pt idx="3040">
                  <c:v>76.858573913574205</c:v>
                </c:pt>
                <c:pt idx="3041">
                  <c:v>76.815124511718807</c:v>
                </c:pt>
                <c:pt idx="3042">
                  <c:v>76.763816833496094</c:v>
                </c:pt>
                <c:pt idx="3043">
                  <c:v>76.708389282226605</c:v>
                </c:pt>
                <c:pt idx="3044">
                  <c:v>76.580886840820298</c:v>
                </c:pt>
                <c:pt idx="3045">
                  <c:v>76.482360839843807</c:v>
                </c:pt>
                <c:pt idx="3046">
                  <c:v>76.449638366699205</c:v>
                </c:pt>
                <c:pt idx="3047">
                  <c:v>76.388839721679702</c:v>
                </c:pt>
                <c:pt idx="3048">
                  <c:v>76.301284790039105</c:v>
                </c:pt>
                <c:pt idx="3049">
                  <c:v>76.241531372070298</c:v>
                </c:pt>
                <c:pt idx="3050">
                  <c:v>76.218841552734403</c:v>
                </c:pt>
                <c:pt idx="3051">
                  <c:v>76.206550598144503</c:v>
                </c:pt>
                <c:pt idx="3052">
                  <c:v>76.178756713867202</c:v>
                </c:pt>
                <c:pt idx="3053">
                  <c:v>76.1881103515625</c:v>
                </c:pt>
                <c:pt idx="3054">
                  <c:v>76.173530578613295</c:v>
                </c:pt>
                <c:pt idx="3055">
                  <c:v>76.060127258300795</c:v>
                </c:pt>
                <c:pt idx="3056">
                  <c:v>76.006622314453097</c:v>
                </c:pt>
                <c:pt idx="3057">
                  <c:v>75.981826782226605</c:v>
                </c:pt>
                <c:pt idx="3058">
                  <c:v>75.939880371093807</c:v>
                </c:pt>
                <c:pt idx="3059">
                  <c:v>75.884429931640597</c:v>
                </c:pt>
                <c:pt idx="3060">
                  <c:v>75.835632324218807</c:v>
                </c:pt>
                <c:pt idx="3061">
                  <c:v>75.796875</c:v>
                </c:pt>
                <c:pt idx="3062">
                  <c:v>75.792778015136705</c:v>
                </c:pt>
                <c:pt idx="3063">
                  <c:v>75.787521362304702</c:v>
                </c:pt>
                <c:pt idx="3064">
                  <c:v>75.777633666992202</c:v>
                </c:pt>
                <c:pt idx="3065">
                  <c:v>75.754913330078097</c:v>
                </c:pt>
                <c:pt idx="3066">
                  <c:v>75.732604980468807</c:v>
                </c:pt>
                <c:pt idx="3067">
                  <c:v>75.739715576171903</c:v>
                </c:pt>
                <c:pt idx="3068">
                  <c:v>75.688377380371094</c:v>
                </c:pt>
                <c:pt idx="3069">
                  <c:v>75.629692077636705</c:v>
                </c:pt>
                <c:pt idx="3070">
                  <c:v>75.596023559570298</c:v>
                </c:pt>
                <c:pt idx="3071">
                  <c:v>75.570289611816406</c:v>
                </c:pt>
                <c:pt idx="3072">
                  <c:v>75.567962646484403</c:v>
                </c:pt>
                <c:pt idx="3073">
                  <c:v>75.521636962890597</c:v>
                </c:pt>
                <c:pt idx="3074">
                  <c:v>75.494964599609403</c:v>
                </c:pt>
                <c:pt idx="3075">
                  <c:v>75.483627319335895</c:v>
                </c:pt>
                <c:pt idx="3076">
                  <c:v>75.476272583007798</c:v>
                </c:pt>
                <c:pt idx="3077">
                  <c:v>75.463699340820298</c:v>
                </c:pt>
                <c:pt idx="3078">
                  <c:v>75.452033996582003</c:v>
                </c:pt>
                <c:pt idx="3079">
                  <c:v>75.446037292480497</c:v>
                </c:pt>
                <c:pt idx="3080">
                  <c:v>75.442962646484403</c:v>
                </c:pt>
                <c:pt idx="3081">
                  <c:v>75.441383361816406</c:v>
                </c:pt>
                <c:pt idx="3082">
                  <c:v>75.441230773925795</c:v>
                </c:pt>
                <c:pt idx="3083">
                  <c:v>75.445465087890597</c:v>
                </c:pt>
                <c:pt idx="3084">
                  <c:v>75.446975708007798</c:v>
                </c:pt>
                <c:pt idx="3085">
                  <c:v>75.443664550781307</c:v>
                </c:pt>
                <c:pt idx="3086">
                  <c:v>75.430549621582003</c:v>
                </c:pt>
                <c:pt idx="3087">
                  <c:v>75.435012817382798</c:v>
                </c:pt>
                <c:pt idx="3088">
                  <c:v>75.437301635742202</c:v>
                </c:pt>
                <c:pt idx="3089">
                  <c:v>75.419486999511705</c:v>
                </c:pt>
                <c:pt idx="3090">
                  <c:v>75.410774230957003</c:v>
                </c:pt>
                <c:pt idx="3091">
                  <c:v>75.393020629882798</c:v>
                </c:pt>
                <c:pt idx="3092">
                  <c:v>75.4100341796875</c:v>
                </c:pt>
                <c:pt idx="3093">
                  <c:v>75.407516479492202</c:v>
                </c:pt>
                <c:pt idx="3094">
                  <c:v>75.369712829589801</c:v>
                </c:pt>
                <c:pt idx="3095">
                  <c:v>75.363563537597699</c:v>
                </c:pt>
                <c:pt idx="3096">
                  <c:v>75.310363769531307</c:v>
                </c:pt>
                <c:pt idx="3097">
                  <c:v>75.195983886718807</c:v>
                </c:pt>
                <c:pt idx="3098">
                  <c:v>75.139945983886705</c:v>
                </c:pt>
                <c:pt idx="3099">
                  <c:v>74.955574035644503</c:v>
                </c:pt>
                <c:pt idx="3100">
                  <c:v>74.871162414550795</c:v>
                </c:pt>
                <c:pt idx="3101">
                  <c:v>74.836860656738295</c:v>
                </c:pt>
                <c:pt idx="3102">
                  <c:v>74.830650329589801</c:v>
                </c:pt>
                <c:pt idx="3103">
                  <c:v>74.830085754394503</c:v>
                </c:pt>
                <c:pt idx="3104">
                  <c:v>74.848411560058594</c:v>
                </c:pt>
                <c:pt idx="3105">
                  <c:v>74.751693725585895</c:v>
                </c:pt>
                <c:pt idx="3106">
                  <c:v>74.735008239746094</c:v>
                </c:pt>
                <c:pt idx="3107">
                  <c:v>74.6883544921875</c:v>
                </c:pt>
                <c:pt idx="3108">
                  <c:v>74.659027099609403</c:v>
                </c:pt>
                <c:pt idx="3109">
                  <c:v>74.606163024902301</c:v>
                </c:pt>
                <c:pt idx="3110">
                  <c:v>74.552833557128906</c:v>
                </c:pt>
                <c:pt idx="3111">
                  <c:v>74.452507019042997</c:v>
                </c:pt>
                <c:pt idx="3112">
                  <c:v>74.329559326171903</c:v>
                </c:pt>
                <c:pt idx="3113">
                  <c:v>74.290847778320298</c:v>
                </c:pt>
                <c:pt idx="3114">
                  <c:v>74.304969787597699</c:v>
                </c:pt>
                <c:pt idx="3115">
                  <c:v>74.279144287109403</c:v>
                </c:pt>
                <c:pt idx="3116">
                  <c:v>74.322013854980497</c:v>
                </c:pt>
                <c:pt idx="3117">
                  <c:v>74.314422607421903</c:v>
                </c:pt>
                <c:pt idx="3118">
                  <c:v>74.234016418457003</c:v>
                </c:pt>
                <c:pt idx="3119">
                  <c:v>74.289093017578097</c:v>
                </c:pt>
                <c:pt idx="3120">
                  <c:v>74.180953979492202</c:v>
                </c:pt>
                <c:pt idx="3121">
                  <c:v>74.014442443847699</c:v>
                </c:pt>
                <c:pt idx="3122">
                  <c:v>73.891914367675795</c:v>
                </c:pt>
                <c:pt idx="3123">
                  <c:v>73.7537841796875</c:v>
                </c:pt>
                <c:pt idx="3124">
                  <c:v>73.451263427734403</c:v>
                </c:pt>
                <c:pt idx="3125">
                  <c:v>73.259414672851605</c:v>
                </c:pt>
                <c:pt idx="3126">
                  <c:v>73.377372741699205</c:v>
                </c:pt>
                <c:pt idx="3127">
                  <c:v>73.053352355957003</c:v>
                </c:pt>
                <c:pt idx="3128">
                  <c:v>72.735137939453097</c:v>
                </c:pt>
                <c:pt idx="3129">
                  <c:v>72.501548767089801</c:v>
                </c:pt>
                <c:pt idx="3130">
                  <c:v>72.491432189941406</c:v>
                </c:pt>
                <c:pt idx="3131">
                  <c:v>72.457939147949205</c:v>
                </c:pt>
                <c:pt idx="3132">
                  <c:v>72.491744995117202</c:v>
                </c:pt>
                <c:pt idx="3133">
                  <c:v>72.443557739257798</c:v>
                </c:pt>
                <c:pt idx="3134">
                  <c:v>72.443168640136705</c:v>
                </c:pt>
                <c:pt idx="3135">
                  <c:v>72.453544616699205</c:v>
                </c:pt>
                <c:pt idx="3136">
                  <c:v>72.2921142578125</c:v>
                </c:pt>
                <c:pt idx="3137">
                  <c:v>72.216247558593807</c:v>
                </c:pt>
                <c:pt idx="3138">
                  <c:v>72.201385498046903</c:v>
                </c:pt>
                <c:pt idx="3139">
                  <c:v>72.225662231445298</c:v>
                </c:pt>
                <c:pt idx="3140">
                  <c:v>72.175094604492202</c:v>
                </c:pt>
                <c:pt idx="3141">
                  <c:v>72.178001403808594</c:v>
                </c:pt>
                <c:pt idx="3142">
                  <c:v>72.150627136230497</c:v>
                </c:pt>
                <c:pt idx="3143">
                  <c:v>72.136566162109403</c:v>
                </c:pt>
                <c:pt idx="3144">
                  <c:v>72.129348754882798</c:v>
                </c:pt>
                <c:pt idx="3145">
                  <c:v>72.125640869140597</c:v>
                </c:pt>
                <c:pt idx="3146">
                  <c:v>72.152618408203097</c:v>
                </c:pt>
                <c:pt idx="3147">
                  <c:v>72.137588500976605</c:v>
                </c:pt>
                <c:pt idx="3148">
                  <c:v>72.129875183105497</c:v>
                </c:pt>
                <c:pt idx="3149">
                  <c:v>72.125907897949205</c:v>
                </c:pt>
                <c:pt idx="3150">
                  <c:v>72.123878479003906</c:v>
                </c:pt>
                <c:pt idx="3151">
                  <c:v>72.122833251953097</c:v>
                </c:pt>
                <c:pt idx="3152">
                  <c:v>72.122299194335895</c:v>
                </c:pt>
                <c:pt idx="3153">
                  <c:v>72.122024536132798</c:v>
                </c:pt>
                <c:pt idx="3154">
                  <c:v>72.121879577636705</c:v>
                </c:pt>
                <c:pt idx="3155">
                  <c:v>72.121803283691406</c:v>
                </c:pt>
                <c:pt idx="3156">
                  <c:v>72.121772766113295</c:v>
                </c:pt>
                <c:pt idx="3157">
                  <c:v>72.121749877929702</c:v>
                </c:pt>
                <c:pt idx="3158">
                  <c:v>72.128761291503906</c:v>
                </c:pt>
                <c:pt idx="3159">
                  <c:v>72.142425537109403</c:v>
                </c:pt>
                <c:pt idx="3160">
                  <c:v>72.132354736328097</c:v>
                </c:pt>
                <c:pt idx="3161">
                  <c:v>72.127189636230497</c:v>
                </c:pt>
                <c:pt idx="3162">
                  <c:v>72.124534606933594</c:v>
                </c:pt>
                <c:pt idx="3163">
                  <c:v>72.1231689453125</c:v>
                </c:pt>
                <c:pt idx="3164">
                  <c:v>72.122467041015597</c:v>
                </c:pt>
                <c:pt idx="3165">
                  <c:v>72.122108459472699</c:v>
                </c:pt>
                <c:pt idx="3166">
                  <c:v>72.121925354003906</c:v>
                </c:pt>
                <c:pt idx="3167">
                  <c:v>72.121833801269503</c:v>
                </c:pt>
                <c:pt idx="3168">
                  <c:v>72.121780395507798</c:v>
                </c:pt>
                <c:pt idx="3169">
                  <c:v>72.121757507324205</c:v>
                </c:pt>
                <c:pt idx="3170">
                  <c:v>72.121742248535199</c:v>
                </c:pt>
                <c:pt idx="3171">
                  <c:v>72.121734619140597</c:v>
                </c:pt>
                <c:pt idx="3172">
                  <c:v>72.121734619140597</c:v>
                </c:pt>
                <c:pt idx="3173">
                  <c:v>72.121734619140597</c:v>
                </c:pt>
                <c:pt idx="3174">
                  <c:v>72.121734619140597</c:v>
                </c:pt>
                <c:pt idx="3175">
                  <c:v>72.121734619140597</c:v>
                </c:pt>
                <c:pt idx="3176">
                  <c:v>72.121726989746094</c:v>
                </c:pt>
                <c:pt idx="3177">
                  <c:v>72.121726989746094</c:v>
                </c:pt>
                <c:pt idx="3178">
                  <c:v>72.121726989746094</c:v>
                </c:pt>
                <c:pt idx="3179">
                  <c:v>72.121726989746094</c:v>
                </c:pt>
                <c:pt idx="3180">
                  <c:v>72.121726989746094</c:v>
                </c:pt>
                <c:pt idx="3181">
                  <c:v>72.121726989746094</c:v>
                </c:pt>
                <c:pt idx="3182">
                  <c:v>72.121726989746094</c:v>
                </c:pt>
                <c:pt idx="3183">
                  <c:v>72.121726989746094</c:v>
                </c:pt>
                <c:pt idx="3184">
                  <c:v>72.121726989746094</c:v>
                </c:pt>
                <c:pt idx="3185">
                  <c:v>72.121726989746094</c:v>
                </c:pt>
                <c:pt idx="3186">
                  <c:v>72.121726989746094</c:v>
                </c:pt>
                <c:pt idx="3187">
                  <c:v>72.121726989746094</c:v>
                </c:pt>
                <c:pt idx="3188">
                  <c:v>72.121726989746094</c:v>
                </c:pt>
                <c:pt idx="3189">
                  <c:v>72.121726989746094</c:v>
                </c:pt>
                <c:pt idx="3190">
                  <c:v>72.121726989746094</c:v>
                </c:pt>
                <c:pt idx="3191">
                  <c:v>72.121726989746094</c:v>
                </c:pt>
                <c:pt idx="3192">
                  <c:v>72.121726989746094</c:v>
                </c:pt>
                <c:pt idx="3193">
                  <c:v>72.121726989746094</c:v>
                </c:pt>
                <c:pt idx="3194">
                  <c:v>72.121726989746094</c:v>
                </c:pt>
                <c:pt idx="3195">
                  <c:v>72.121726989746094</c:v>
                </c:pt>
                <c:pt idx="3196">
                  <c:v>72.121726989746094</c:v>
                </c:pt>
                <c:pt idx="3197">
                  <c:v>72.119926452636705</c:v>
                </c:pt>
                <c:pt idx="3198">
                  <c:v>72.120803833007798</c:v>
                </c:pt>
                <c:pt idx="3199">
                  <c:v>72.120353698730497</c:v>
                </c:pt>
                <c:pt idx="3200">
                  <c:v>72.121025085449205</c:v>
                </c:pt>
                <c:pt idx="3201">
                  <c:v>72.120491027832003</c:v>
                </c:pt>
                <c:pt idx="3202">
                  <c:v>72.118957519531307</c:v>
                </c:pt>
                <c:pt idx="3203">
                  <c:v>72.120307922363295</c:v>
                </c:pt>
                <c:pt idx="3204">
                  <c:v>72.121002197265597</c:v>
                </c:pt>
                <c:pt idx="3205">
                  <c:v>72.121353149414105</c:v>
                </c:pt>
                <c:pt idx="3206">
                  <c:v>72.121315002441406</c:v>
                </c:pt>
                <c:pt idx="3207">
                  <c:v>72.120079040527301</c:v>
                </c:pt>
                <c:pt idx="3208">
                  <c:v>72.119346618652301</c:v>
                </c:pt>
                <c:pt idx="3209">
                  <c:v>72.116767883300795</c:v>
                </c:pt>
                <c:pt idx="3210">
                  <c:v>72.112434387207003</c:v>
                </c:pt>
                <c:pt idx="3211">
                  <c:v>72.1136474609375</c:v>
                </c:pt>
                <c:pt idx="3212">
                  <c:v>72.102821350097699</c:v>
                </c:pt>
                <c:pt idx="3213">
                  <c:v>72.106361389160199</c:v>
                </c:pt>
                <c:pt idx="3214">
                  <c:v>72.106254577636705</c:v>
                </c:pt>
                <c:pt idx="3215">
                  <c:v>72.107032775878906</c:v>
                </c:pt>
                <c:pt idx="3216">
                  <c:v>72.084136962890597</c:v>
                </c:pt>
                <c:pt idx="3217">
                  <c:v>72.083106994628906</c:v>
                </c:pt>
                <c:pt idx="3218">
                  <c:v>72.092384338378906</c:v>
                </c:pt>
                <c:pt idx="3219">
                  <c:v>72.090522766113295</c:v>
                </c:pt>
                <c:pt idx="3220">
                  <c:v>72.064430236816406</c:v>
                </c:pt>
                <c:pt idx="3221">
                  <c:v>72.032157897949205</c:v>
                </c:pt>
                <c:pt idx="3222">
                  <c:v>72.007301330566406</c:v>
                </c:pt>
                <c:pt idx="3223">
                  <c:v>71.988319396972699</c:v>
                </c:pt>
                <c:pt idx="3224">
                  <c:v>71.995010375976605</c:v>
                </c:pt>
                <c:pt idx="3225">
                  <c:v>71.983795166015597</c:v>
                </c:pt>
                <c:pt idx="3226">
                  <c:v>71.984947204589801</c:v>
                </c:pt>
                <c:pt idx="3227">
                  <c:v>71.977844238281307</c:v>
                </c:pt>
                <c:pt idx="3228">
                  <c:v>71.980369567871094</c:v>
                </c:pt>
                <c:pt idx="3229">
                  <c:v>71.972160339355497</c:v>
                </c:pt>
                <c:pt idx="3230">
                  <c:v>71.981582641601605</c:v>
                </c:pt>
                <c:pt idx="3231">
                  <c:v>71.980224609375</c:v>
                </c:pt>
                <c:pt idx="3232">
                  <c:v>71.953330993652301</c:v>
                </c:pt>
                <c:pt idx="3233">
                  <c:v>71.907798767089801</c:v>
                </c:pt>
                <c:pt idx="3234">
                  <c:v>71.869354248046903</c:v>
                </c:pt>
                <c:pt idx="3235">
                  <c:v>71.883705139160199</c:v>
                </c:pt>
                <c:pt idx="3236">
                  <c:v>71.875076293945298</c:v>
                </c:pt>
                <c:pt idx="3237">
                  <c:v>71.845672607421903</c:v>
                </c:pt>
                <c:pt idx="3238">
                  <c:v>71.830123901367202</c:v>
                </c:pt>
                <c:pt idx="3239">
                  <c:v>71.817604064941406</c:v>
                </c:pt>
                <c:pt idx="3240">
                  <c:v>71.815322875976605</c:v>
                </c:pt>
                <c:pt idx="3241">
                  <c:v>71.819366455078097</c:v>
                </c:pt>
                <c:pt idx="3242">
                  <c:v>71.806968688964801</c:v>
                </c:pt>
                <c:pt idx="3243">
                  <c:v>71.799942016601605</c:v>
                </c:pt>
                <c:pt idx="3244">
                  <c:v>71.800155639648395</c:v>
                </c:pt>
                <c:pt idx="3245">
                  <c:v>71.804435729980497</c:v>
                </c:pt>
                <c:pt idx="3246">
                  <c:v>71.797790527343807</c:v>
                </c:pt>
                <c:pt idx="3247">
                  <c:v>71.781715393066406</c:v>
                </c:pt>
                <c:pt idx="3248">
                  <c:v>71.755920410156307</c:v>
                </c:pt>
                <c:pt idx="3249">
                  <c:v>71.746803283691406</c:v>
                </c:pt>
                <c:pt idx="3250">
                  <c:v>71.754112243652301</c:v>
                </c:pt>
                <c:pt idx="3251">
                  <c:v>71.742004394531307</c:v>
                </c:pt>
                <c:pt idx="3252">
                  <c:v>71.731941223144503</c:v>
                </c:pt>
                <c:pt idx="3253">
                  <c:v>71.731704711914105</c:v>
                </c:pt>
                <c:pt idx="3254">
                  <c:v>71.72900390625</c:v>
                </c:pt>
                <c:pt idx="3255">
                  <c:v>71.719337463378906</c:v>
                </c:pt>
                <c:pt idx="3256">
                  <c:v>71.697952270507798</c:v>
                </c:pt>
                <c:pt idx="3257">
                  <c:v>71.712615966796903</c:v>
                </c:pt>
                <c:pt idx="3258">
                  <c:v>71.715728759765597</c:v>
                </c:pt>
                <c:pt idx="3259">
                  <c:v>71.671424865722699</c:v>
                </c:pt>
                <c:pt idx="3260">
                  <c:v>71.6861572265625</c:v>
                </c:pt>
                <c:pt idx="3261">
                  <c:v>71.660537719726605</c:v>
                </c:pt>
                <c:pt idx="3262">
                  <c:v>71.657676696777301</c:v>
                </c:pt>
                <c:pt idx="3263">
                  <c:v>71.626983642578097</c:v>
                </c:pt>
                <c:pt idx="3264">
                  <c:v>71.552009582519503</c:v>
                </c:pt>
                <c:pt idx="3265">
                  <c:v>71.529769897460895</c:v>
                </c:pt>
                <c:pt idx="3266">
                  <c:v>71.521408081054702</c:v>
                </c:pt>
                <c:pt idx="3267">
                  <c:v>71.502777099609403</c:v>
                </c:pt>
                <c:pt idx="3268">
                  <c:v>71.508682250976605</c:v>
                </c:pt>
                <c:pt idx="3269">
                  <c:v>71.474449157714801</c:v>
                </c:pt>
                <c:pt idx="3270">
                  <c:v>71.482246398925795</c:v>
                </c:pt>
                <c:pt idx="3271">
                  <c:v>71.485565185546903</c:v>
                </c:pt>
                <c:pt idx="3272">
                  <c:v>71.439682006835895</c:v>
                </c:pt>
                <c:pt idx="3273">
                  <c:v>71.421875</c:v>
                </c:pt>
                <c:pt idx="3274">
                  <c:v>71.422958374023395</c:v>
                </c:pt>
                <c:pt idx="3275">
                  <c:v>71.401435852050795</c:v>
                </c:pt>
                <c:pt idx="3276">
                  <c:v>71.373420715332003</c:v>
                </c:pt>
                <c:pt idx="3277">
                  <c:v>71.372146606445298</c:v>
                </c:pt>
                <c:pt idx="3278">
                  <c:v>71.375900268554702</c:v>
                </c:pt>
                <c:pt idx="3279">
                  <c:v>71.373970031738295</c:v>
                </c:pt>
                <c:pt idx="3280">
                  <c:v>71.357528686523395</c:v>
                </c:pt>
                <c:pt idx="3281">
                  <c:v>71.3443603515625</c:v>
                </c:pt>
                <c:pt idx="3282">
                  <c:v>71.349365234375</c:v>
                </c:pt>
                <c:pt idx="3283">
                  <c:v>71.361839294433594</c:v>
                </c:pt>
                <c:pt idx="3284">
                  <c:v>71.375038146972699</c:v>
                </c:pt>
                <c:pt idx="3285">
                  <c:v>71.380828857421903</c:v>
                </c:pt>
                <c:pt idx="3286">
                  <c:v>71.363235473632798</c:v>
                </c:pt>
                <c:pt idx="3287">
                  <c:v>71.377128601074205</c:v>
                </c:pt>
                <c:pt idx="3288">
                  <c:v>71.348281860351605</c:v>
                </c:pt>
                <c:pt idx="3289">
                  <c:v>71.339591979980497</c:v>
                </c:pt>
                <c:pt idx="3290">
                  <c:v>71.261207580566406</c:v>
                </c:pt>
                <c:pt idx="3291">
                  <c:v>71.272666931152301</c:v>
                </c:pt>
                <c:pt idx="3292">
                  <c:v>71.265815734863295</c:v>
                </c:pt>
                <c:pt idx="3293">
                  <c:v>71.221870422363295</c:v>
                </c:pt>
                <c:pt idx="3294">
                  <c:v>71.239196777343807</c:v>
                </c:pt>
                <c:pt idx="3295">
                  <c:v>71.206405639648395</c:v>
                </c:pt>
                <c:pt idx="3296">
                  <c:v>71.188980102539105</c:v>
                </c:pt>
                <c:pt idx="3297">
                  <c:v>71.168304443359403</c:v>
                </c:pt>
                <c:pt idx="3298">
                  <c:v>71.156196594238295</c:v>
                </c:pt>
                <c:pt idx="3299">
                  <c:v>71.154335021972699</c:v>
                </c:pt>
                <c:pt idx="3300">
                  <c:v>71.155227661132798</c:v>
                </c:pt>
                <c:pt idx="3301">
                  <c:v>71.081581115722699</c:v>
                </c:pt>
                <c:pt idx="3302">
                  <c:v>71.077827453613295</c:v>
                </c:pt>
                <c:pt idx="3303">
                  <c:v>71.054405212402301</c:v>
                </c:pt>
                <c:pt idx="3304">
                  <c:v>70.966323852539105</c:v>
                </c:pt>
                <c:pt idx="3305">
                  <c:v>70.982261657714801</c:v>
                </c:pt>
                <c:pt idx="3306">
                  <c:v>70.957420349121094</c:v>
                </c:pt>
                <c:pt idx="3307">
                  <c:v>70.924697875976605</c:v>
                </c:pt>
                <c:pt idx="3308">
                  <c:v>70.931846618652301</c:v>
                </c:pt>
                <c:pt idx="3309">
                  <c:v>70.918968200683594</c:v>
                </c:pt>
                <c:pt idx="3310">
                  <c:v>70.904624938964801</c:v>
                </c:pt>
                <c:pt idx="3311">
                  <c:v>70.919784545898395</c:v>
                </c:pt>
                <c:pt idx="3312">
                  <c:v>70.942306518554702</c:v>
                </c:pt>
                <c:pt idx="3313">
                  <c:v>70.899124145507798</c:v>
                </c:pt>
                <c:pt idx="3314">
                  <c:v>70.887161254882798</c:v>
                </c:pt>
                <c:pt idx="3315">
                  <c:v>70.904479980468807</c:v>
                </c:pt>
                <c:pt idx="3316">
                  <c:v>70.902030944824205</c:v>
                </c:pt>
                <c:pt idx="3317">
                  <c:v>70.879241943359403</c:v>
                </c:pt>
                <c:pt idx="3318">
                  <c:v>70.886993408203097</c:v>
                </c:pt>
                <c:pt idx="3319">
                  <c:v>70.887115478515597</c:v>
                </c:pt>
                <c:pt idx="3320">
                  <c:v>70.903594970703097</c:v>
                </c:pt>
                <c:pt idx="3321">
                  <c:v>70.899696350097699</c:v>
                </c:pt>
                <c:pt idx="3322">
                  <c:v>70.894081115722699</c:v>
                </c:pt>
                <c:pt idx="3323">
                  <c:v>70.853546142578097</c:v>
                </c:pt>
                <c:pt idx="3324">
                  <c:v>70.845832824707003</c:v>
                </c:pt>
                <c:pt idx="3325">
                  <c:v>70.840850830078097</c:v>
                </c:pt>
                <c:pt idx="3326">
                  <c:v>70.8779296875</c:v>
                </c:pt>
                <c:pt idx="3327">
                  <c:v>70.802543640136705</c:v>
                </c:pt>
                <c:pt idx="3328">
                  <c:v>70.761245727539105</c:v>
                </c:pt>
                <c:pt idx="3329">
                  <c:v>70.768127441406307</c:v>
                </c:pt>
                <c:pt idx="3330">
                  <c:v>70.739570617675795</c:v>
                </c:pt>
                <c:pt idx="3331">
                  <c:v>70.7232666015625</c:v>
                </c:pt>
                <c:pt idx="3332">
                  <c:v>70.711578369140597</c:v>
                </c:pt>
                <c:pt idx="3333">
                  <c:v>70.697868347167997</c:v>
                </c:pt>
                <c:pt idx="3334">
                  <c:v>70.705307006835895</c:v>
                </c:pt>
                <c:pt idx="3335">
                  <c:v>70.698074340820298</c:v>
                </c:pt>
                <c:pt idx="3336">
                  <c:v>70.690467834472699</c:v>
                </c:pt>
                <c:pt idx="3337">
                  <c:v>70.670616149902301</c:v>
                </c:pt>
                <c:pt idx="3338">
                  <c:v>70.678352355957003</c:v>
                </c:pt>
                <c:pt idx="3339">
                  <c:v>70.658424377441406</c:v>
                </c:pt>
                <c:pt idx="3340">
                  <c:v>70.609443664550795</c:v>
                </c:pt>
                <c:pt idx="3341">
                  <c:v>70.590225219726605</c:v>
                </c:pt>
                <c:pt idx="3342">
                  <c:v>70.619255065917997</c:v>
                </c:pt>
                <c:pt idx="3343">
                  <c:v>70.595405578613295</c:v>
                </c:pt>
                <c:pt idx="3344">
                  <c:v>70.584251403808594</c:v>
                </c:pt>
                <c:pt idx="3345">
                  <c:v>70.581001281738295</c:v>
                </c:pt>
                <c:pt idx="3346">
                  <c:v>70.583892822265597</c:v>
                </c:pt>
                <c:pt idx="3347">
                  <c:v>70.587570190429702</c:v>
                </c:pt>
                <c:pt idx="3348">
                  <c:v>70.592376708984403</c:v>
                </c:pt>
                <c:pt idx="3349">
                  <c:v>70.590255737304702</c:v>
                </c:pt>
                <c:pt idx="3350">
                  <c:v>70.594276428222699</c:v>
                </c:pt>
                <c:pt idx="3351">
                  <c:v>70.583396911621094</c:v>
                </c:pt>
                <c:pt idx="3352">
                  <c:v>70.579299926757798</c:v>
                </c:pt>
                <c:pt idx="3353">
                  <c:v>70.578170776367202</c:v>
                </c:pt>
                <c:pt idx="3354">
                  <c:v>70.576919555664105</c:v>
                </c:pt>
                <c:pt idx="3355">
                  <c:v>70.570625305175795</c:v>
                </c:pt>
                <c:pt idx="3356">
                  <c:v>70.579376220703097</c:v>
                </c:pt>
                <c:pt idx="3357">
                  <c:v>70.579139709472699</c:v>
                </c:pt>
                <c:pt idx="3358">
                  <c:v>70.584320068359403</c:v>
                </c:pt>
                <c:pt idx="3359">
                  <c:v>70.582283020019503</c:v>
                </c:pt>
                <c:pt idx="3360">
                  <c:v>70.585105895996094</c:v>
                </c:pt>
                <c:pt idx="3361">
                  <c:v>70.578559875488295</c:v>
                </c:pt>
                <c:pt idx="3362">
                  <c:v>70.562263488769503</c:v>
                </c:pt>
                <c:pt idx="3363">
                  <c:v>70.558708190917997</c:v>
                </c:pt>
                <c:pt idx="3364">
                  <c:v>70.562034606933594</c:v>
                </c:pt>
                <c:pt idx="3365">
                  <c:v>70.545516967773395</c:v>
                </c:pt>
                <c:pt idx="3366">
                  <c:v>70.559486389160199</c:v>
                </c:pt>
                <c:pt idx="3367">
                  <c:v>70.550384521484403</c:v>
                </c:pt>
                <c:pt idx="3368">
                  <c:v>70.552841186523395</c:v>
                </c:pt>
                <c:pt idx="3369">
                  <c:v>70.556434631347699</c:v>
                </c:pt>
                <c:pt idx="3370">
                  <c:v>70.541481018066406</c:v>
                </c:pt>
                <c:pt idx="3371">
                  <c:v>70.544265747070298</c:v>
                </c:pt>
                <c:pt idx="3372">
                  <c:v>70.544364929199205</c:v>
                </c:pt>
                <c:pt idx="3373">
                  <c:v>70.544242858886705</c:v>
                </c:pt>
                <c:pt idx="3374">
                  <c:v>70.536102294921903</c:v>
                </c:pt>
                <c:pt idx="3375">
                  <c:v>70.533859252929702</c:v>
                </c:pt>
                <c:pt idx="3376">
                  <c:v>70.518661499023395</c:v>
                </c:pt>
                <c:pt idx="3377">
                  <c:v>70.527381896972699</c:v>
                </c:pt>
                <c:pt idx="3378">
                  <c:v>70.531242370605497</c:v>
                </c:pt>
                <c:pt idx="3379">
                  <c:v>70.534202575683594</c:v>
                </c:pt>
                <c:pt idx="3380">
                  <c:v>70.536682128906307</c:v>
                </c:pt>
                <c:pt idx="3381">
                  <c:v>70.517272949218807</c:v>
                </c:pt>
                <c:pt idx="3382">
                  <c:v>70.527992248535199</c:v>
                </c:pt>
                <c:pt idx="3383">
                  <c:v>70.533493041992202</c:v>
                </c:pt>
                <c:pt idx="3384">
                  <c:v>70.538536071777301</c:v>
                </c:pt>
                <c:pt idx="3385">
                  <c:v>70.529304504394503</c:v>
                </c:pt>
                <c:pt idx="3386">
                  <c:v>70.537864685058594</c:v>
                </c:pt>
                <c:pt idx="3387">
                  <c:v>70.528961181640597</c:v>
                </c:pt>
                <c:pt idx="3388">
                  <c:v>70.533996582031307</c:v>
                </c:pt>
                <c:pt idx="3389">
                  <c:v>70.526969909667997</c:v>
                </c:pt>
                <c:pt idx="3390">
                  <c:v>70.524108886718807</c:v>
                </c:pt>
                <c:pt idx="3391">
                  <c:v>70.514610290527301</c:v>
                </c:pt>
                <c:pt idx="3392">
                  <c:v>70.502151489257798</c:v>
                </c:pt>
                <c:pt idx="3393">
                  <c:v>70.509422302246094</c:v>
                </c:pt>
                <c:pt idx="3394">
                  <c:v>70.512290954589801</c:v>
                </c:pt>
                <c:pt idx="3395">
                  <c:v>70.505477905273395</c:v>
                </c:pt>
                <c:pt idx="3396">
                  <c:v>70.510025024414105</c:v>
                </c:pt>
                <c:pt idx="3397">
                  <c:v>70.517623901367202</c:v>
                </c:pt>
                <c:pt idx="3398">
                  <c:v>70.511169433593807</c:v>
                </c:pt>
                <c:pt idx="3399">
                  <c:v>70.526985168457003</c:v>
                </c:pt>
                <c:pt idx="3400">
                  <c:v>70.513023376464801</c:v>
                </c:pt>
                <c:pt idx="3401">
                  <c:v>70.524246215820298</c:v>
                </c:pt>
                <c:pt idx="3402">
                  <c:v>70.524925231933594</c:v>
                </c:pt>
                <c:pt idx="3403">
                  <c:v>70.481048583984403</c:v>
                </c:pt>
                <c:pt idx="3404">
                  <c:v>70.510284423828097</c:v>
                </c:pt>
                <c:pt idx="3405">
                  <c:v>70.52587890625</c:v>
                </c:pt>
                <c:pt idx="3406">
                  <c:v>70.523651123046903</c:v>
                </c:pt>
                <c:pt idx="3407">
                  <c:v>70.506034851074205</c:v>
                </c:pt>
                <c:pt idx="3408">
                  <c:v>70.500885009765597</c:v>
                </c:pt>
                <c:pt idx="3409">
                  <c:v>70.509963989257798</c:v>
                </c:pt>
                <c:pt idx="3410">
                  <c:v>70.503532409667997</c:v>
                </c:pt>
                <c:pt idx="3411">
                  <c:v>70.508949279785199</c:v>
                </c:pt>
                <c:pt idx="3412">
                  <c:v>70.505393981933594</c:v>
                </c:pt>
                <c:pt idx="3413">
                  <c:v>70.492843627929702</c:v>
                </c:pt>
                <c:pt idx="3414">
                  <c:v>70.457489013671903</c:v>
                </c:pt>
                <c:pt idx="3415">
                  <c:v>70.455093383789105</c:v>
                </c:pt>
                <c:pt idx="3416">
                  <c:v>70.4647216796875</c:v>
                </c:pt>
                <c:pt idx="3417">
                  <c:v>70.489990234375</c:v>
                </c:pt>
                <c:pt idx="3418">
                  <c:v>70.456657409667997</c:v>
                </c:pt>
                <c:pt idx="3419">
                  <c:v>70.472961425781307</c:v>
                </c:pt>
                <c:pt idx="3420">
                  <c:v>70.483955383300795</c:v>
                </c:pt>
                <c:pt idx="3421">
                  <c:v>70.498970031738295</c:v>
                </c:pt>
                <c:pt idx="3422">
                  <c:v>70.501708984375</c:v>
                </c:pt>
                <c:pt idx="3423">
                  <c:v>70.476310729980497</c:v>
                </c:pt>
                <c:pt idx="3424">
                  <c:v>70.452949523925795</c:v>
                </c:pt>
                <c:pt idx="3425">
                  <c:v>70.411735534667997</c:v>
                </c:pt>
                <c:pt idx="3426">
                  <c:v>70.455284118652301</c:v>
                </c:pt>
                <c:pt idx="3427">
                  <c:v>70.409523010253906</c:v>
                </c:pt>
                <c:pt idx="3428">
                  <c:v>70.307189941406307</c:v>
                </c:pt>
                <c:pt idx="3429">
                  <c:v>70.241226196289105</c:v>
                </c:pt>
                <c:pt idx="3430">
                  <c:v>70.313781738281307</c:v>
                </c:pt>
                <c:pt idx="3431">
                  <c:v>70.259193420410199</c:v>
                </c:pt>
                <c:pt idx="3432">
                  <c:v>70.295646667480497</c:v>
                </c:pt>
                <c:pt idx="3433">
                  <c:v>70.220069885253906</c:v>
                </c:pt>
                <c:pt idx="3434">
                  <c:v>70.261177062988295</c:v>
                </c:pt>
                <c:pt idx="3435">
                  <c:v>70.161735534667997</c:v>
                </c:pt>
                <c:pt idx="3436">
                  <c:v>70.041397094726605</c:v>
                </c:pt>
                <c:pt idx="3437">
                  <c:v>70.009117126464801</c:v>
                </c:pt>
                <c:pt idx="3438">
                  <c:v>69.977104187011705</c:v>
                </c:pt>
                <c:pt idx="3439">
                  <c:v>70.057266235351605</c:v>
                </c:pt>
                <c:pt idx="3440">
                  <c:v>70.007835388183594</c:v>
                </c:pt>
                <c:pt idx="3441">
                  <c:v>69.984130859375</c:v>
                </c:pt>
                <c:pt idx="3442">
                  <c:v>69.933151245117202</c:v>
                </c:pt>
                <c:pt idx="3443">
                  <c:v>69.891868591308594</c:v>
                </c:pt>
                <c:pt idx="3444">
                  <c:v>69.854988098144503</c:v>
                </c:pt>
                <c:pt idx="3445">
                  <c:v>69.923324584960895</c:v>
                </c:pt>
                <c:pt idx="3446">
                  <c:v>69.873359680175795</c:v>
                </c:pt>
                <c:pt idx="3447">
                  <c:v>69.843338012695298</c:v>
                </c:pt>
                <c:pt idx="3448">
                  <c:v>69.810653686523395</c:v>
                </c:pt>
                <c:pt idx="3449">
                  <c:v>69.803718566894503</c:v>
                </c:pt>
                <c:pt idx="3450">
                  <c:v>69.851692199707003</c:v>
                </c:pt>
                <c:pt idx="3451">
                  <c:v>69.8994140625</c:v>
                </c:pt>
                <c:pt idx="3452">
                  <c:v>69.926177978515597</c:v>
                </c:pt>
                <c:pt idx="3453">
                  <c:v>69.969055175781307</c:v>
                </c:pt>
                <c:pt idx="3454">
                  <c:v>69.926368713378906</c:v>
                </c:pt>
                <c:pt idx="3455">
                  <c:v>69.962310791015597</c:v>
                </c:pt>
                <c:pt idx="3456">
                  <c:v>69.979736328125</c:v>
                </c:pt>
                <c:pt idx="3457">
                  <c:v>69.876121520996094</c:v>
                </c:pt>
                <c:pt idx="3458">
                  <c:v>69.836883544921903</c:v>
                </c:pt>
                <c:pt idx="3459">
                  <c:v>69.837982177734403</c:v>
                </c:pt>
                <c:pt idx="3460">
                  <c:v>69.773979187011705</c:v>
                </c:pt>
                <c:pt idx="3461">
                  <c:v>69.761222839355497</c:v>
                </c:pt>
                <c:pt idx="3462">
                  <c:v>69.752021789550795</c:v>
                </c:pt>
                <c:pt idx="3463">
                  <c:v>69.779716491699205</c:v>
                </c:pt>
                <c:pt idx="3464">
                  <c:v>69.776596069335895</c:v>
                </c:pt>
                <c:pt idx="3465">
                  <c:v>69.735153198242202</c:v>
                </c:pt>
                <c:pt idx="3466">
                  <c:v>69.728164672851605</c:v>
                </c:pt>
                <c:pt idx="3467">
                  <c:v>69.790107727050795</c:v>
                </c:pt>
                <c:pt idx="3468">
                  <c:v>69.810638427734403</c:v>
                </c:pt>
                <c:pt idx="3469">
                  <c:v>69.800254821777301</c:v>
                </c:pt>
                <c:pt idx="3470">
                  <c:v>69.739967346191406</c:v>
                </c:pt>
                <c:pt idx="3471">
                  <c:v>69.722694396972699</c:v>
                </c:pt>
                <c:pt idx="3472">
                  <c:v>69.716697692871094</c:v>
                </c:pt>
                <c:pt idx="3473">
                  <c:v>69.697128295898395</c:v>
                </c:pt>
                <c:pt idx="3474">
                  <c:v>69.704040527343807</c:v>
                </c:pt>
                <c:pt idx="3475">
                  <c:v>69.704841613769503</c:v>
                </c:pt>
                <c:pt idx="3476">
                  <c:v>69.674217224121094</c:v>
                </c:pt>
                <c:pt idx="3477">
                  <c:v>69.674552917480497</c:v>
                </c:pt>
                <c:pt idx="3478">
                  <c:v>69.679252624511705</c:v>
                </c:pt>
                <c:pt idx="3479">
                  <c:v>69.680046081542997</c:v>
                </c:pt>
                <c:pt idx="3480">
                  <c:v>69.685325622558594</c:v>
                </c:pt>
                <c:pt idx="3481">
                  <c:v>69.686630249023395</c:v>
                </c:pt>
                <c:pt idx="3482">
                  <c:v>69.655334472656307</c:v>
                </c:pt>
                <c:pt idx="3483">
                  <c:v>69.6783447265625</c:v>
                </c:pt>
                <c:pt idx="3484">
                  <c:v>69.702316284179702</c:v>
                </c:pt>
                <c:pt idx="3485">
                  <c:v>69.683860778808594</c:v>
                </c:pt>
                <c:pt idx="3486">
                  <c:v>69.670753479003906</c:v>
                </c:pt>
                <c:pt idx="3487">
                  <c:v>69.692916870117202</c:v>
                </c:pt>
                <c:pt idx="3488">
                  <c:v>69.709190368652301</c:v>
                </c:pt>
                <c:pt idx="3489">
                  <c:v>69.690216064453097</c:v>
                </c:pt>
                <c:pt idx="3490">
                  <c:v>69.665603637695298</c:v>
                </c:pt>
                <c:pt idx="3491">
                  <c:v>69.689918518066406</c:v>
                </c:pt>
                <c:pt idx="3492">
                  <c:v>69.67041015625</c:v>
                </c:pt>
                <c:pt idx="3493">
                  <c:v>69.695465087890597</c:v>
                </c:pt>
                <c:pt idx="3494">
                  <c:v>69.662574768066406</c:v>
                </c:pt>
                <c:pt idx="3495">
                  <c:v>69.630355834960895</c:v>
                </c:pt>
                <c:pt idx="3496">
                  <c:v>69.603584289550795</c:v>
                </c:pt>
                <c:pt idx="3497">
                  <c:v>69.6087646484375</c:v>
                </c:pt>
                <c:pt idx="3498">
                  <c:v>69.616188049316406</c:v>
                </c:pt>
                <c:pt idx="3499">
                  <c:v>69.590835571289105</c:v>
                </c:pt>
                <c:pt idx="3500">
                  <c:v>69.516220092773395</c:v>
                </c:pt>
                <c:pt idx="3501">
                  <c:v>69.511871337890597</c:v>
                </c:pt>
                <c:pt idx="3502">
                  <c:v>69.530464172363295</c:v>
                </c:pt>
                <c:pt idx="3503">
                  <c:v>69.494117736816406</c:v>
                </c:pt>
                <c:pt idx="3504">
                  <c:v>69.485092163085895</c:v>
                </c:pt>
                <c:pt idx="3505">
                  <c:v>69.477783203125</c:v>
                </c:pt>
                <c:pt idx="3506">
                  <c:v>69.477233886718807</c:v>
                </c:pt>
                <c:pt idx="3507">
                  <c:v>69.4765625</c:v>
                </c:pt>
                <c:pt idx="3508">
                  <c:v>69.479705810546903</c:v>
                </c:pt>
                <c:pt idx="3509">
                  <c:v>69.505844116210895</c:v>
                </c:pt>
                <c:pt idx="3510">
                  <c:v>69.503952026367202</c:v>
                </c:pt>
                <c:pt idx="3511">
                  <c:v>69.498802185058594</c:v>
                </c:pt>
                <c:pt idx="3512">
                  <c:v>69.483421325683594</c:v>
                </c:pt>
                <c:pt idx="3513">
                  <c:v>69.476547241210895</c:v>
                </c:pt>
                <c:pt idx="3514">
                  <c:v>69.483871459960895</c:v>
                </c:pt>
                <c:pt idx="3515">
                  <c:v>69.488029479980497</c:v>
                </c:pt>
                <c:pt idx="3516">
                  <c:v>69.464813232421903</c:v>
                </c:pt>
                <c:pt idx="3517">
                  <c:v>69.454475402832003</c:v>
                </c:pt>
                <c:pt idx="3518">
                  <c:v>69.459213256835895</c:v>
                </c:pt>
                <c:pt idx="3519">
                  <c:v>69.476493835449205</c:v>
                </c:pt>
                <c:pt idx="3520">
                  <c:v>69.496162414550795</c:v>
                </c:pt>
                <c:pt idx="3521">
                  <c:v>69.478034973144503</c:v>
                </c:pt>
                <c:pt idx="3522">
                  <c:v>69.469429016113295</c:v>
                </c:pt>
                <c:pt idx="3523">
                  <c:v>69.455734252929702</c:v>
                </c:pt>
                <c:pt idx="3524">
                  <c:v>69.479461669921903</c:v>
                </c:pt>
                <c:pt idx="3525">
                  <c:v>69.473899841308594</c:v>
                </c:pt>
                <c:pt idx="3526">
                  <c:v>69.457725524902301</c:v>
                </c:pt>
                <c:pt idx="3527">
                  <c:v>69.470436096191406</c:v>
                </c:pt>
                <c:pt idx="3528">
                  <c:v>69.453727722167997</c:v>
                </c:pt>
                <c:pt idx="3529">
                  <c:v>69.442436218261705</c:v>
                </c:pt>
                <c:pt idx="3530">
                  <c:v>69.4498291015625</c:v>
                </c:pt>
                <c:pt idx="3531">
                  <c:v>69.439720153808594</c:v>
                </c:pt>
                <c:pt idx="3532">
                  <c:v>69.504478454589801</c:v>
                </c:pt>
                <c:pt idx="3533">
                  <c:v>69.504570007324205</c:v>
                </c:pt>
                <c:pt idx="3534">
                  <c:v>69.4661865234375</c:v>
                </c:pt>
                <c:pt idx="3535">
                  <c:v>69.436271667480497</c:v>
                </c:pt>
                <c:pt idx="3536">
                  <c:v>69.400047302246094</c:v>
                </c:pt>
                <c:pt idx="3537">
                  <c:v>69.429328918457003</c:v>
                </c:pt>
                <c:pt idx="3538">
                  <c:v>69.432731628417997</c:v>
                </c:pt>
                <c:pt idx="3539">
                  <c:v>69.377769470214801</c:v>
                </c:pt>
                <c:pt idx="3540">
                  <c:v>69.338241577148395</c:v>
                </c:pt>
                <c:pt idx="3541">
                  <c:v>69.359840393066406</c:v>
                </c:pt>
                <c:pt idx="3542">
                  <c:v>69.308700561523395</c:v>
                </c:pt>
                <c:pt idx="3543">
                  <c:v>69.371452331542997</c:v>
                </c:pt>
                <c:pt idx="3544">
                  <c:v>69.367668151855497</c:v>
                </c:pt>
                <c:pt idx="3545">
                  <c:v>69.335853576660199</c:v>
                </c:pt>
                <c:pt idx="3546">
                  <c:v>69.344039916992202</c:v>
                </c:pt>
                <c:pt idx="3547">
                  <c:v>69.386283874511705</c:v>
                </c:pt>
                <c:pt idx="3548">
                  <c:v>69.325645446777301</c:v>
                </c:pt>
                <c:pt idx="3549">
                  <c:v>69.319938659667997</c:v>
                </c:pt>
                <c:pt idx="3550">
                  <c:v>69.296066284179702</c:v>
                </c:pt>
                <c:pt idx="3551">
                  <c:v>69.274597167968807</c:v>
                </c:pt>
                <c:pt idx="3552">
                  <c:v>69.269050598144503</c:v>
                </c:pt>
                <c:pt idx="3553">
                  <c:v>69.273628234863295</c:v>
                </c:pt>
                <c:pt idx="3554">
                  <c:v>69.295104980468807</c:v>
                </c:pt>
                <c:pt idx="3555">
                  <c:v>69.277275085449205</c:v>
                </c:pt>
                <c:pt idx="3556">
                  <c:v>69.272903442382798</c:v>
                </c:pt>
                <c:pt idx="3557">
                  <c:v>69.264289855957003</c:v>
                </c:pt>
                <c:pt idx="3558">
                  <c:v>69.264221191406307</c:v>
                </c:pt>
                <c:pt idx="3559">
                  <c:v>69.288658142089801</c:v>
                </c:pt>
                <c:pt idx="3560">
                  <c:v>69.276397705078097</c:v>
                </c:pt>
                <c:pt idx="3561">
                  <c:v>69.268234252929702</c:v>
                </c:pt>
                <c:pt idx="3562">
                  <c:v>69.266540527343807</c:v>
                </c:pt>
                <c:pt idx="3563">
                  <c:v>69.247131347656307</c:v>
                </c:pt>
                <c:pt idx="3564">
                  <c:v>69.241004943847699</c:v>
                </c:pt>
                <c:pt idx="3565">
                  <c:v>69.244941711425795</c:v>
                </c:pt>
                <c:pt idx="3566">
                  <c:v>69.236267089843807</c:v>
                </c:pt>
                <c:pt idx="3567">
                  <c:v>69.236579895019503</c:v>
                </c:pt>
                <c:pt idx="3568">
                  <c:v>69.250053405761705</c:v>
                </c:pt>
                <c:pt idx="3569">
                  <c:v>69.2540283203125</c:v>
                </c:pt>
                <c:pt idx="3570">
                  <c:v>69.255569458007798</c:v>
                </c:pt>
                <c:pt idx="3571">
                  <c:v>69.246009826660199</c:v>
                </c:pt>
                <c:pt idx="3572">
                  <c:v>69.254211425781307</c:v>
                </c:pt>
                <c:pt idx="3573">
                  <c:v>69.2454833984375</c:v>
                </c:pt>
                <c:pt idx="3574">
                  <c:v>69.231132507324205</c:v>
                </c:pt>
                <c:pt idx="3575">
                  <c:v>69.182418823242202</c:v>
                </c:pt>
                <c:pt idx="3576">
                  <c:v>69.175201416015597</c:v>
                </c:pt>
                <c:pt idx="3577">
                  <c:v>69.192680358886705</c:v>
                </c:pt>
                <c:pt idx="3578">
                  <c:v>69.198112487792997</c:v>
                </c:pt>
                <c:pt idx="3579">
                  <c:v>69.184341430664105</c:v>
                </c:pt>
                <c:pt idx="3580">
                  <c:v>69.161880493164105</c:v>
                </c:pt>
                <c:pt idx="3581">
                  <c:v>69.133544921875</c:v>
                </c:pt>
                <c:pt idx="3582">
                  <c:v>69.133018493652301</c:v>
                </c:pt>
                <c:pt idx="3583">
                  <c:v>69.116966247558594</c:v>
                </c:pt>
                <c:pt idx="3584">
                  <c:v>69.133575439453097</c:v>
                </c:pt>
                <c:pt idx="3585">
                  <c:v>69.166725158691406</c:v>
                </c:pt>
                <c:pt idx="3586">
                  <c:v>69.128211975097699</c:v>
                </c:pt>
                <c:pt idx="3587">
                  <c:v>69.103523254394503</c:v>
                </c:pt>
                <c:pt idx="3588">
                  <c:v>69.079643249511705</c:v>
                </c:pt>
                <c:pt idx="3589">
                  <c:v>69.120132446289105</c:v>
                </c:pt>
                <c:pt idx="3590">
                  <c:v>69.0927734375</c:v>
                </c:pt>
                <c:pt idx="3591">
                  <c:v>69.083000183105497</c:v>
                </c:pt>
                <c:pt idx="3592">
                  <c:v>69.085281372070298</c:v>
                </c:pt>
                <c:pt idx="3593">
                  <c:v>69.087638854980497</c:v>
                </c:pt>
                <c:pt idx="3594">
                  <c:v>69.108657836914105</c:v>
                </c:pt>
                <c:pt idx="3595">
                  <c:v>69.108428955078097</c:v>
                </c:pt>
                <c:pt idx="3596">
                  <c:v>69.108085632324205</c:v>
                </c:pt>
                <c:pt idx="3597">
                  <c:v>69.080986022949205</c:v>
                </c:pt>
                <c:pt idx="3598">
                  <c:v>69.069587707519503</c:v>
                </c:pt>
                <c:pt idx="3599">
                  <c:v>69.071319580078097</c:v>
                </c:pt>
                <c:pt idx="3600">
                  <c:v>69.059349060058594</c:v>
                </c:pt>
                <c:pt idx="3601">
                  <c:v>69.075424194335895</c:v>
                </c:pt>
                <c:pt idx="3602">
                  <c:v>69.101066589355497</c:v>
                </c:pt>
                <c:pt idx="3603">
                  <c:v>69.085769653320298</c:v>
                </c:pt>
                <c:pt idx="3604">
                  <c:v>69.069854736328097</c:v>
                </c:pt>
                <c:pt idx="3605">
                  <c:v>69.067077636718807</c:v>
                </c:pt>
                <c:pt idx="3606">
                  <c:v>69.083541870117202</c:v>
                </c:pt>
                <c:pt idx="3607">
                  <c:v>69.074836730957003</c:v>
                </c:pt>
                <c:pt idx="3608">
                  <c:v>69.0736083984375</c:v>
                </c:pt>
                <c:pt idx="3609">
                  <c:v>69.067108154296903</c:v>
                </c:pt>
                <c:pt idx="3610">
                  <c:v>69.064537048339801</c:v>
                </c:pt>
                <c:pt idx="3611">
                  <c:v>69.052742004394503</c:v>
                </c:pt>
                <c:pt idx="3612">
                  <c:v>69.0711669921875</c:v>
                </c:pt>
                <c:pt idx="3613">
                  <c:v>69.079742431640597</c:v>
                </c:pt>
                <c:pt idx="3614">
                  <c:v>69.086708068847699</c:v>
                </c:pt>
                <c:pt idx="3615">
                  <c:v>69.097961425781307</c:v>
                </c:pt>
                <c:pt idx="3616">
                  <c:v>69.093055725097699</c:v>
                </c:pt>
                <c:pt idx="3617">
                  <c:v>69.079025268554702</c:v>
                </c:pt>
                <c:pt idx="3618">
                  <c:v>69.069496154785199</c:v>
                </c:pt>
                <c:pt idx="3619">
                  <c:v>69.065788269042997</c:v>
                </c:pt>
                <c:pt idx="3620">
                  <c:v>69.075866699218807</c:v>
                </c:pt>
                <c:pt idx="3621">
                  <c:v>69.068138122558594</c:v>
                </c:pt>
                <c:pt idx="3622">
                  <c:v>69.0771484375</c:v>
                </c:pt>
                <c:pt idx="3623">
                  <c:v>69.080108642578097</c:v>
                </c:pt>
                <c:pt idx="3624">
                  <c:v>69.064788818359403</c:v>
                </c:pt>
                <c:pt idx="3625">
                  <c:v>69.074325561523395</c:v>
                </c:pt>
                <c:pt idx="3626">
                  <c:v>69.072410583496094</c:v>
                </c:pt>
                <c:pt idx="3627">
                  <c:v>69.072708129882798</c:v>
                </c:pt>
                <c:pt idx="3628">
                  <c:v>69.071372985839801</c:v>
                </c:pt>
                <c:pt idx="3629">
                  <c:v>69.084312438964801</c:v>
                </c:pt>
                <c:pt idx="3630">
                  <c:v>69.093200683593807</c:v>
                </c:pt>
                <c:pt idx="3631">
                  <c:v>69.081573486328097</c:v>
                </c:pt>
                <c:pt idx="3632">
                  <c:v>69.076484680175795</c:v>
                </c:pt>
                <c:pt idx="3633">
                  <c:v>69.074287414550795</c:v>
                </c:pt>
                <c:pt idx="3634">
                  <c:v>69.073211669921903</c:v>
                </c:pt>
                <c:pt idx="3635">
                  <c:v>69.078834533691406</c:v>
                </c:pt>
                <c:pt idx="3636">
                  <c:v>69.073425292968807</c:v>
                </c:pt>
                <c:pt idx="3637">
                  <c:v>69.042335510253906</c:v>
                </c:pt>
                <c:pt idx="3638">
                  <c:v>69.042411804199205</c:v>
                </c:pt>
                <c:pt idx="3639">
                  <c:v>69.048179626464801</c:v>
                </c:pt>
                <c:pt idx="3640">
                  <c:v>69.055313110351605</c:v>
                </c:pt>
                <c:pt idx="3641">
                  <c:v>69.050743103027301</c:v>
                </c:pt>
                <c:pt idx="3642">
                  <c:v>69.069091796875</c:v>
                </c:pt>
                <c:pt idx="3643">
                  <c:v>69.056785583496094</c:v>
                </c:pt>
                <c:pt idx="3644">
                  <c:v>69.043319702148395</c:v>
                </c:pt>
                <c:pt idx="3645">
                  <c:v>69.008605957031307</c:v>
                </c:pt>
                <c:pt idx="3646">
                  <c:v>69.015068054199205</c:v>
                </c:pt>
                <c:pt idx="3647">
                  <c:v>68.991729736328097</c:v>
                </c:pt>
                <c:pt idx="3648">
                  <c:v>68.973625183105497</c:v>
                </c:pt>
                <c:pt idx="3649">
                  <c:v>68.985183715820298</c:v>
                </c:pt>
                <c:pt idx="3650">
                  <c:v>68.998550415039105</c:v>
                </c:pt>
                <c:pt idx="3651">
                  <c:v>69.024848937988295</c:v>
                </c:pt>
                <c:pt idx="3652">
                  <c:v>69.017295837402301</c:v>
                </c:pt>
                <c:pt idx="3653">
                  <c:v>68.990341186523395</c:v>
                </c:pt>
                <c:pt idx="3654">
                  <c:v>68.962821960449205</c:v>
                </c:pt>
                <c:pt idx="3655">
                  <c:v>68.987228393554702</c:v>
                </c:pt>
                <c:pt idx="3656">
                  <c:v>68.996505737304702</c:v>
                </c:pt>
                <c:pt idx="3657">
                  <c:v>68.974784851074205</c:v>
                </c:pt>
                <c:pt idx="3658">
                  <c:v>68.972267150878906</c:v>
                </c:pt>
                <c:pt idx="3659">
                  <c:v>68.956024169921903</c:v>
                </c:pt>
                <c:pt idx="3660">
                  <c:v>68.947570800781307</c:v>
                </c:pt>
                <c:pt idx="3661">
                  <c:v>68.943038940429702</c:v>
                </c:pt>
                <c:pt idx="3662">
                  <c:v>68.945587158203097</c:v>
                </c:pt>
                <c:pt idx="3663">
                  <c:v>68.939971923828097</c:v>
                </c:pt>
                <c:pt idx="3664">
                  <c:v>68.943809509277301</c:v>
                </c:pt>
                <c:pt idx="3665">
                  <c:v>68.939353942871094</c:v>
                </c:pt>
                <c:pt idx="3666">
                  <c:v>68.933738708496094</c:v>
                </c:pt>
                <c:pt idx="3667">
                  <c:v>68.939262390136705</c:v>
                </c:pt>
                <c:pt idx="3668">
                  <c:v>68.937637329101605</c:v>
                </c:pt>
                <c:pt idx="3669">
                  <c:v>68.950920104980497</c:v>
                </c:pt>
                <c:pt idx="3670">
                  <c:v>68.970382690429702</c:v>
                </c:pt>
                <c:pt idx="3671">
                  <c:v>68.968269348144503</c:v>
                </c:pt>
                <c:pt idx="3672">
                  <c:v>68.954734802246094</c:v>
                </c:pt>
                <c:pt idx="3673">
                  <c:v>68.952224731445298</c:v>
                </c:pt>
                <c:pt idx="3674">
                  <c:v>68.952995300292997</c:v>
                </c:pt>
                <c:pt idx="3675">
                  <c:v>68.953277587890597</c:v>
                </c:pt>
                <c:pt idx="3676">
                  <c:v>68.950248718261705</c:v>
                </c:pt>
                <c:pt idx="3677">
                  <c:v>68.947509765625</c:v>
                </c:pt>
                <c:pt idx="3678">
                  <c:v>68.947067260742202</c:v>
                </c:pt>
                <c:pt idx="3679">
                  <c:v>68.944885253906307</c:v>
                </c:pt>
                <c:pt idx="3680">
                  <c:v>68.944976806640597</c:v>
                </c:pt>
                <c:pt idx="3681">
                  <c:v>68.948303222656307</c:v>
                </c:pt>
                <c:pt idx="3682">
                  <c:v>68.939826965332003</c:v>
                </c:pt>
                <c:pt idx="3683">
                  <c:v>68.941978454589801</c:v>
                </c:pt>
                <c:pt idx="3684">
                  <c:v>68.942726135253906</c:v>
                </c:pt>
                <c:pt idx="3685">
                  <c:v>68.950614929199205</c:v>
                </c:pt>
                <c:pt idx="3686">
                  <c:v>68.950889587402301</c:v>
                </c:pt>
                <c:pt idx="3687">
                  <c:v>68.942245483398395</c:v>
                </c:pt>
                <c:pt idx="3688">
                  <c:v>68.928260803222699</c:v>
                </c:pt>
                <c:pt idx="3689">
                  <c:v>68.936256408691406</c:v>
                </c:pt>
                <c:pt idx="3690">
                  <c:v>68.943321228027301</c:v>
                </c:pt>
                <c:pt idx="3691">
                  <c:v>68.940567016601605</c:v>
                </c:pt>
                <c:pt idx="3692">
                  <c:v>68.938835144042997</c:v>
                </c:pt>
                <c:pt idx="3693">
                  <c:v>68.939590454101605</c:v>
                </c:pt>
                <c:pt idx="3694">
                  <c:v>68.943710327148395</c:v>
                </c:pt>
                <c:pt idx="3695">
                  <c:v>68.950531005859403</c:v>
                </c:pt>
                <c:pt idx="3696">
                  <c:v>68.945953369140597</c:v>
                </c:pt>
                <c:pt idx="3697">
                  <c:v>68.935043334960895</c:v>
                </c:pt>
                <c:pt idx="3698">
                  <c:v>68.930549621582003</c:v>
                </c:pt>
                <c:pt idx="3699">
                  <c:v>68.928764343261705</c:v>
                </c:pt>
                <c:pt idx="3700">
                  <c:v>68.9373779296875</c:v>
                </c:pt>
                <c:pt idx="3701">
                  <c:v>68.930305480957003</c:v>
                </c:pt>
                <c:pt idx="3702">
                  <c:v>68.928916931152301</c:v>
                </c:pt>
                <c:pt idx="3703">
                  <c:v>68.923446655273395</c:v>
                </c:pt>
                <c:pt idx="3704">
                  <c:v>68.9205322265625</c:v>
                </c:pt>
                <c:pt idx="3705">
                  <c:v>68.931617736816406</c:v>
                </c:pt>
                <c:pt idx="3706">
                  <c:v>68.927299499511705</c:v>
                </c:pt>
                <c:pt idx="3707">
                  <c:v>68.921691894531307</c:v>
                </c:pt>
                <c:pt idx="3708">
                  <c:v>68.916900634765597</c:v>
                </c:pt>
                <c:pt idx="3709">
                  <c:v>68.916046142578097</c:v>
                </c:pt>
                <c:pt idx="3710">
                  <c:v>68.920005798339801</c:v>
                </c:pt>
                <c:pt idx="3711">
                  <c:v>68.921562194824205</c:v>
                </c:pt>
                <c:pt idx="3712">
                  <c:v>68.920196533203097</c:v>
                </c:pt>
                <c:pt idx="3713">
                  <c:v>68.920028686523395</c:v>
                </c:pt>
                <c:pt idx="3714">
                  <c:v>68.922172546386705</c:v>
                </c:pt>
                <c:pt idx="3715">
                  <c:v>68.924911499023395</c:v>
                </c:pt>
                <c:pt idx="3716">
                  <c:v>68.930313110351605</c:v>
                </c:pt>
                <c:pt idx="3717">
                  <c:v>68.938697814941406</c:v>
                </c:pt>
                <c:pt idx="3718">
                  <c:v>68.937950134277301</c:v>
                </c:pt>
                <c:pt idx="3719">
                  <c:v>68.924278259277301</c:v>
                </c:pt>
                <c:pt idx="3720">
                  <c:v>68.915229797363295</c:v>
                </c:pt>
                <c:pt idx="3721">
                  <c:v>68.914558410644503</c:v>
                </c:pt>
                <c:pt idx="3722">
                  <c:v>68.920013427734403</c:v>
                </c:pt>
                <c:pt idx="3723">
                  <c:v>68.919685363769503</c:v>
                </c:pt>
                <c:pt idx="3724">
                  <c:v>68.919349670410199</c:v>
                </c:pt>
                <c:pt idx="3725">
                  <c:v>68.917678833007798</c:v>
                </c:pt>
                <c:pt idx="3726">
                  <c:v>68.926933288574205</c:v>
                </c:pt>
                <c:pt idx="3727">
                  <c:v>68.927734375</c:v>
                </c:pt>
                <c:pt idx="3728">
                  <c:v>68.921485900878906</c:v>
                </c:pt>
                <c:pt idx="3729">
                  <c:v>68.921218872070298</c:v>
                </c:pt>
                <c:pt idx="3730">
                  <c:v>68.920654296875</c:v>
                </c:pt>
                <c:pt idx="3731">
                  <c:v>68.919754028320298</c:v>
                </c:pt>
                <c:pt idx="3732">
                  <c:v>68.914924621582003</c:v>
                </c:pt>
                <c:pt idx="3733">
                  <c:v>68.915344238281307</c:v>
                </c:pt>
                <c:pt idx="3734">
                  <c:v>68.908523559570298</c:v>
                </c:pt>
                <c:pt idx="3735">
                  <c:v>68.901924133300795</c:v>
                </c:pt>
                <c:pt idx="3736">
                  <c:v>68.899551391601605</c:v>
                </c:pt>
                <c:pt idx="3737">
                  <c:v>68.902610778808594</c:v>
                </c:pt>
                <c:pt idx="3738">
                  <c:v>68.891540527343807</c:v>
                </c:pt>
                <c:pt idx="3739">
                  <c:v>68.895195007324205</c:v>
                </c:pt>
                <c:pt idx="3740">
                  <c:v>68.889953613281307</c:v>
                </c:pt>
                <c:pt idx="3741">
                  <c:v>68.892021179199205</c:v>
                </c:pt>
                <c:pt idx="3742">
                  <c:v>68.874374389648395</c:v>
                </c:pt>
                <c:pt idx="3743">
                  <c:v>68.806449890136705</c:v>
                </c:pt>
                <c:pt idx="3744">
                  <c:v>68.591476440429702</c:v>
                </c:pt>
                <c:pt idx="3745">
                  <c:v>68.475646972656307</c:v>
                </c:pt>
                <c:pt idx="3746">
                  <c:v>68.398155212402301</c:v>
                </c:pt>
                <c:pt idx="3747">
                  <c:v>68.343574523925795</c:v>
                </c:pt>
                <c:pt idx="3748">
                  <c:v>68.262062072753906</c:v>
                </c:pt>
                <c:pt idx="3749">
                  <c:v>68.239356994628906</c:v>
                </c:pt>
                <c:pt idx="3750">
                  <c:v>68.177772521972699</c:v>
                </c:pt>
                <c:pt idx="3751">
                  <c:v>68.173133850097699</c:v>
                </c:pt>
                <c:pt idx="3752">
                  <c:v>68.138053894042997</c:v>
                </c:pt>
                <c:pt idx="3753">
                  <c:v>68.069297790527301</c:v>
                </c:pt>
                <c:pt idx="3754">
                  <c:v>68.001960754394503</c:v>
                </c:pt>
                <c:pt idx="3755">
                  <c:v>67.863250732421903</c:v>
                </c:pt>
                <c:pt idx="3756">
                  <c:v>67.743217468261705</c:v>
                </c:pt>
                <c:pt idx="3757">
                  <c:v>67.700363159179702</c:v>
                </c:pt>
                <c:pt idx="3758">
                  <c:v>67.628631591796903</c:v>
                </c:pt>
                <c:pt idx="3759">
                  <c:v>67.552032470703097</c:v>
                </c:pt>
                <c:pt idx="3760">
                  <c:v>67.408470153808594</c:v>
                </c:pt>
                <c:pt idx="3761">
                  <c:v>67.322006225585895</c:v>
                </c:pt>
                <c:pt idx="3762">
                  <c:v>67.275497436523395</c:v>
                </c:pt>
                <c:pt idx="3763">
                  <c:v>67.244552612304702</c:v>
                </c:pt>
                <c:pt idx="3764">
                  <c:v>67.214096069335895</c:v>
                </c:pt>
                <c:pt idx="3765">
                  <c:v>67.186828613281307</c:v>
                </c:pt>
                <c:pt idx="3766">
                  <c:v>67.134651184082003</c:v>
                </c:pt>
                <c:pt idx="3767">
                  <c:v>67.079681396484403</c:v>
                </c:pt>
                <c:pt idx="3768">
                  <c:v>67.062728881835895</c:v>
                </c:pt>
                <c:pt idx="3769">
                  <c:v>67.005813598632798</c:v>
                </c:pt>
                <c:pt idx="3770">
                  <c:v>66.875518798828097</c:v>
                </c:pt>
                <c:pt idx="3771">
                  <c:v>66.609031677246094</c:v>
                </c:pt>
                <c:pt idx="3772">
                  <c:v>66.233291625976605</c:v>
                </c:pt>
                <c:pt idx="3773">
                  <c:v>65.965919494628906</c:v>
                </c:pt>
                <c:pt idx="3774">
                  <c:v>65.828010559082003</c:v>
                </c:pt>
                <c:pt idx="3775">
                  <c:v>65.788513183593807</c:v>
                </c:pt>
                <c:pt idx="3776">
                  <c:v>65.719177246093807</c:v>
                </c:pt>
                <c:pt idx="3777">
                  <c:v>65.655288696289105</c:v>
                </c:pt>
                <c:pt idx="3778">
                  <c:v>65.622459411621094</c:v>
                </c:pt>
                <c:pt idx="3779">
                  <c:v>65.605613708496094</c:v>
                </c:pt>
                <c:pt idx="3780">
                  <c:v>65.596969604492202</c:v>
                </c:pt>
                <c:pt idx="3781">
                  <c:v>65.592529296875</c:v>
                </c:pt>
                <c:pt idx="3782">
                  <c:v>65.590248107910199</c:v>
                </c:pt>
                <c:pt idx="3783">
                  <c:v>65.588386535644503</c:v>
                </c:pt>
                <c:pt idx="3784">
                  <c:v>65.585502624511705</c:v>
                </c:pt>
                <c:pt idx="3785">
                  <c:v>65.585945129394503</c:v>
                </c:pt>
                <c:pt idx="3786">
                  <c:v>65.572097778320298</c:v>
                </c:pt>
                <c:pt idx="3787">
                  <c:v>65.565933227539105</c:v>
                </c:pt>
                <c:pt idx="3788">
                  <c:v>65.508018493652301</c:v>
                </c:pt>
                <c:pt idx="3789">
                  <c:v>65.455795288085895</c:v>
                </c:pt>
                <c:pt idx="3790">
                  <c:v>65.379440307617202</c:v>
                </c:pt>
                <c:pt idx="3791">
                  <c:v>65.300888061523395</c:v>
                </c:pt>
                <c:pt idx="3792">
                  <c:v>65.214820861816406</c:v>
                </c:pt>
                <c:pt idx="3793">
                  <c:v>65.161201477050795</c:v>
                </c:pt>
                <c:pt idx="3794">
                  <c:v>65.011833190917997</c:v>
                </c:pt>
                <c:pt idx="3795">
                  <c:v>64.950576782226605</c:v>
                </c:pt>
                <c:pt idx="3796">
                  <c:v>64.877082824707003</c:v>
                </c:pt>
                <c:pt idx="3797">
                  <c:v>64.840972900390597</c:v>
                </c:pt>
                <c:pt idx="3798">
                  <c:v>64.841743469238295</c:v>
                </c:pt>
                <c:pt idx="3799">
                  <c:v>64.753997802734403</c:v>
                </c:pt>
                <c:pt idx="3800">
                  <c:v>64.643112182617202</c:v>
                </c:pt>
                <c:pt idx="3801">
                  <c:v>64.507423400878906</c:v>
                </c:pt>
                <c:pt idx="3802">
                  <c:v>64.422332763671903</c:v>
                </c:pt>
                <c:pt idx="3803">
                  <c:v>64.307632446289105</c:v>
                </c:pt>
                <c:pt idx="3804">
                  <c:v>64.200347900390597</c:v>
                </c:pt>
                <c:pt idx="3805">
                  <c:v>64.135459899902301</c:v>
                </c:pt>
                <c:pt idx="3806">
                  <c:v>64.086402893066406</c:v>
                </c:pt>
                <c:pt idx="3807">
                  <c:v>64.042724609375</c:v>
                </c:pt>
                <c:pt idx="3808">
                  <c:v>63.940345764160199</c:v>
                </c:pt>
                <c:pt idx="3809">
                  <c:v>63.833538055419901</c:v>
                </c:pt>
                <c:pt idx="3810">
                  <c:v>63.772083282470703</c:v>
                </c:pt>
                <c:pt idx="3811">
                  <c:v>63.647045135498097</c:v>
                </c:pt>
                <c:pt idx="3812">
                  <c:v>63.5228462219238</c:v>
                </c:pt>
                <c:pt idx="3813">
                  <c:v>63.342071533203097</c:v>
                </c:pt>
                <c:pt idx="3814">
                  <c:v>63.285629272460902</c:v>
                </c:pt>
                <c:pt idx="3815">
                  <c:v>63.168891906738303</c:v>
                </c:pt>
                <c:pt idx="3816">
                  <c:v>63.040489196777301</c:v>
                </c:pt>
                <c:pt idx="3817">
                  <c:v>62.907276153564503</c:v>
                </c:pt>
                <c:pt idx="3818">
                  <c:v>62.809745788574197</c:v>
                </c:pt>
                <c:pt idx="3819">
                  <c:v>62.733890533447301</c:v>
                </c:pt>
                <c:pt idx="3820">
                  <c:v>62.629711151123097</c:v>
                </c:pt>
                <c:pt idx="3821">
                  <c:v>62.5546684265137</c:v>
                </c:pt>
                <c:pt idx="3822">
                  <c:v>62.489219665527301</c:v>
                </c:pt>
                <c:pt idx="3823">
                  <c:v>62.413898468017599</c:v>
                </c:pt>
                <c:pt idx="3824">
                  <c:v>62.2905883789063</c:v>
                </c:pt>
                <c:pt idx="3825">
                  <c:v>62.183803558349602</c:v>
                </c:pt>
                <c:pt idx="3826">
                  <c:v>62.1063232421875</c:v>
                </c:pt>
                <c:pt idx="3827">
                  <c:v>62.029281616210902</c:v>
                </c:pt>
                <c:pt idx="3828">
                  <c:v>61.929031372070298</c:v>
                </c:pt>
                <c:pt idx="3829">
                  <c:v>61.847232818603501</c:v>
                </c:pt>
                <c:pt idx="3830">
                  <c:v>61.747402191162102</c:v>
                </c:pt>
                <c:pt idx="3831">
                  <c:v>61.685298919677699</c:v>
                </c:pt>
                <c:pt idx="3832">
                  <c:v>61.522670745849602</c:v>
                </c:pt>
                <c:pt idx="3833">
                  <c:v>61.408565521240199</c:v>
                </c:pt>
                <c:pt idx="3834">
                  <c:v>61.244960784912102</c:v>
                </c:pt>
                <c:pt idx="3835">
                  <c:v>61.083793640136697</c:v>
                </c:pt>
                <c:pt idx="3836">
                  <c:v>60.896480560302699</c:v>
                </c:pt>
                <c:pt idx="3837">
                  <c:v>60.810096740722699</c:v>
                </c:pt>
                <c:pt idx="3838">
                  <c:v>60.748741149902301</c:v>
                </c:pt>
                <c:pt idx="3839">
                  <c:v>60.703319549560597</c:v>
                </c:pt>
                <c:pt idx="3840">
                  <c:v>60.656970977783203</c:v>
                </c:pt>
                <c:pt idx="3841">
                  <c:v>60.504070281982401</c:v>
                </c:pt>
                <c:pt idx="3842">
                  <c:v>60.406154632568402</c:v>
                </c:pt>
                <c:pt idx="3843">
                  <c:v>60.172908782958999</c:v>
                </c:pt>
                <c:pt idx="3844">
                  <c:v>60.0355224609375</c:v>
                </c:pt>
                <c:pt idx="3845">
                  <c:v>59.9633178710938</c:v>
                </c:pt>
                <c:pt idx="3846">
                  <c:v>59.899509429931598</c:v>
                </c:pt>
                <c:pt idx="3847">
                  <c:v>59.851833343505902</c:v>
                </c:pt>
                <c:pt idx="3848">
                  <c:v>59.789867401123097</c:v>
                </c:pt>
                <c:pt idx="3849">
                  <c:v>59.671909332275398</c:v>
                </c:pt>
                <c:pt idx="3850">
                  <c:v>59.541202545166001</c:v>
                </c:pt>
                <c:pt idx="3851">
                  <c:v>59.456836700439503</c:v>
                </c:pt>
                <c:pt idx="3852">
                  <c:v>59.291072845458999</c:v>
                </c:pt>
                <c:pt idx="3853">
                  <c:v>59.164859771728501</c:v>
                </c:pt>
                <c:pt idx="3854">
                  <c:v>59.086471557617202</c:v>
                </c:pt>
                <c:pt idx="3855">
                  <c:v>58.975547790527301</c:v>
                </c:pt>
                <c:pt idx="3856">
                  <c:v>58.944156646728501</c:v>
                </c:pt>
                <c:pt idx="3857">
                  <c:v>58.838150024414098</c:v>
                </c:pt>
                <c:pt idx="3858">
                  <c:v>58.748306274414098</c:v>
                </c:pt>
                <c:pt idx="3859">
                  <c:v>58.630035400390597</c:v>
                </c:pt>
                <c:pt idx="3860">
                  <c:v>58.531364440917997</c:v>
                </c:pt>
                <c:pt idx="3861">
                  <c:v>58.467750549316399</c:v>
                </c:pt>
                <c:pt idx="3862">
                  <c:v>58.389003753662102</c:v>
                </c:pt>
                <c:pt idx="3863">
                  <c:v>58.306217193603501</c:v>
                </c:pt>
                <c:pt idx="3864">
                  <c:v>58.204875946044901</c:v>
                </c:pt>
                <c:pt idx="3865">
                  <c:v>58.061004638671903</c:v>
                </c:pt>
                <c:pt idx="3866">
                  <c:v>57.915500640869098</c:v>
                </c:pt>
                <c:pt idx="3867">
                  <c:v>57.797336578369098</c:v>
                </c:pt>
                <c:pt idx="3868">
                  <c:v>57.679943084716797</c:v>
                </c:pt>
                <c:pt idx="3869">
                  <c:v>57.605335235595703</c:v>
                </c:pt>
                <c:pt idx="3870">
                  <c:v>57.549747467041001</c:v>
                </c:pt>
                <c:pt idx="3871">
                  <c:v>57.496242523193402</c:v>
                </c:pt>
                <c:pt idx="3872">
                  <c:v>57.475234985351598</c:v>
                </c:pt>
                <c:pt idx="3873">
                  <c:v>57.473430633544901</c:v>
                </c:pt>
                <c:pt idx="3874">
                  <c:v>57.247344970703097</c:v>
                </c:pt>
                <c:pt idx="3875">
                  <c:v>57.015281677246101</c:v>
                </c:pt>
                <c:pt idx="3876">
                  <c:v>56.874149322509801</c:v>
                </c:pt>
                <c:pt idx="3877">
                  <c:v>56.720367431640597</c:v>
                </c:pt>
                <c:pt idx="3878">
                  <c:v>56.580615997314503</c:v>
                </c:pt>
                <c:pt idx="3879">
                  <c:v>56.5059814453125</c:v>
                </c:pt>
                <c:pt idx="3880">
                  <c:v>56.363418579101598</c:v>
                </c:pt>
                <c:pt idx="3881">
                  <c:v>56.252887725830099</c:v>
                </c:pt>
                <c:pt idx="3882">
                  <c:v>56.1342163085938</c:v>
                </c:pt>
                <c:pt idx="3883">
                  <c:v>56.044075012207003</c:v>
                </c:pt>
                <c:pt idx="3884">
                  <c:v>55.964557647705099</c:v>
                </c:pt>
                <c:pt idx="3885">
                  <c:v>55.906471252441399</c:v>
                </c:pt>
                <c:pt idx="3886">
                  <c:v>55.874832153320298</c:v>
                </c:pt>
                <c:pt idx="3887">
                  <c:v>55.851406097412102</c:v>
                </c:pt>
                <c:pt idx="3888">
                  <c:v>55.829475402832003</c:v>
                </c:pt>
                <c:pt idx="3889">
                  <c:v>55.743560791015597</c:v>
                </c:pt>
                <c:pt idx="3890">
                  <c:v>55.739852905273402</c:v>
                </c:pt>
                <c:pt idx="3891">
                  <c:v>55.445201873779297</c:v>
                </c:pt>
                <c:pt idx="3892">
                  <c:v>55.232017517089801</c:v>
                </c:pt>
                <c:pt idx="3893">
                  <c:v>55.045284271240199</c:v>
                </c:pt>
                <c:pt idx="3894">
                  <c:v>54.900913238525398</c:v>
                </c:pt>
                <c:pt idx="3895">
                  <c:v>54.801059722900398</c:v>
                </c:pt>
                <c:pt idx="3896">
                  <c:v>54.657737731933601</c:v>
                </c:pt>
                <c:pt idx="3897">
                  <c:v>54.486351013183601</c:v>
                </c:pt>
                <c:pt idx="3898">
                  <c:v>54.332504272460902</c:v>
                </c:pt>
                <c:pt idx="3899">
                  <c:v>54.255382537841797</c:v>
                </c:pt>
                <c:pt idx="3900">
                  <c:v>54.193553924560597</c:v>
                </c:pt>
                <c:pt idx="3901">
                  <c:v>54.127239227294901</c:v>
                </c:pt>
                <c:pt idx="3902">
                  <c:v>54.030220031738303</c:v>
                </c:pt>
                <c:pt idx="3903">
                  <c:v>53.926265716552699</c:v>
                </c:pt>
                <c:pt idx="3904">
                  <c:v>53.811969757080099</c:v>
                </c:pt>
                <c:pt idx="3905">
                  <c:v>53.655162811279297</c:v>
                </c:pt>
                <c:pt idx="3906">
                  <c:v>53.524658203125</c:v>
                </c:pt>
                <c:pt idx="3907">
                  <c:v>53.420387268066399</c:v>
                </c:pt>
                <c:pt idx="3908">
                  <c:v>53.339035034179702</c:v>
                </c:pt>
                <c:pt idx="3909">
                  <c:v>53.2178955078125</c:v>
                </c:pt>
                <c:pt idx="3910">
                  <c:v>53.075111389160199</c:v>
                </c:pt>
                <c:pt idx="3911">
                  <c:v>53.017261505127003</c:v>
                </c:pt>
                <c:pt idx="3912">
                  <c:v>52.9314575195313</c:v>
                </c:pt>
                <c:pt idx="3913">
                  <c:v>52.828197479248097</c:v>
                </c:pt>
                <c:pt idx="3914">
                  <c:v>52.7596626281738</c:v>
                </c:pt>
                <c:pt idx="3915">
                  <c:v>52.681842803955099</c:v>
                </c:pt>
                <c:pt idx="3916">
                  <c:v>52.639156341552699</c:v>
                </c:pt>
                <c:pt idx="3917">
                  <c:v>52.610202789306598</c:v>
                </c:pt>
                <c:pt idx="3918">
                  <c:v>52.592830657958999</c:v>
                </c:pt>
                <c:pt idx="3919">
                  <c:v>52.5822563171387</c:v>
                </c:pt>
                <c:pt idx="3920">
                  <c:v>52.5664672851563</c:v>
                </c:pt>
                <c:pt idx="3921">
                  <c:v>52.553298950195298</c:v>
                </c:pt>
                <c:pt idx="3922">
                  <c:v>52.5465278625488</c:v>
                </c:pt>
                <c:pt idx="3923">
                  <c:v>52.4794311523438</c:v>
                </c:pt>
                <c:pt idx="3924">
                  <c:v>52.4942436218262</c:v>
                </c:pt>
                <c:pt idx="3925">
                  <c:v>52.099037170410199</c:v>
                </c:pt>
                <c:pt idx="3926">
                  <c:v>51.9067192077637</c:v>
                </c:pt>
                <c:pt idx="3927">
                  <c:v>51.619663238525398</c:v>
                </c:pt>
                <c:pt idx="3928">
                  <c:v>51.4126167297363</c:v>
                </c:pt>
                <c:pt idx="3929">
                  <c:v>51.234088897705099</c:v>
                </c:pt>
                <c:pt idx="3930">
                  <c:v>51.152069091796903</c:v>
                </c:pt>
                <c:pt idx="3931">
                  <c:v>51.088600158691399</c:v>
                </c:pt>
                <c:pt idx="3932">
                  <c:v>51.0187377929688</c:v>
                </c:pt>
                <c:pt idx="3933">
                  <c:v>50.9870796203613</c:v>
                </c:pt>
                <c:pt idx="3934">
                  <c:v>50.971065521240199</c:v>
                </c:pt>
                <c:pt idx="3935">
                  <c:v>50.933074951171903</c:v>
                </c:pt>
                <c:pt idx="3936">
                  <c:v>50.849029541015597</c:v>
                </c:pt>
                <c:pt idx="3937">
                  <c:v>50.670215606689503</c:v>
                </c:pt>
                <c:pt idx="3938">
                  <c:v>50.544147491455099</c:v>
                </c:pt>
                <c:pt idx="3939">
                  <c:v>50.335685729980497</c:v>
                </c:pt>
                <c:pt idx="3940">
                  <c:v>50.177242279052699</c:v>
                </c:pt>
                <c:pt idx="3941">
                  <c:v>50.042591094970703</c:v>
                </c:pt>
                <c:pt idx="3942">
                  <c:v>49.902206420898402</c:v>
                </c:pt>
                <c:pt idx="3943">
                  <c:v>49.775188446044901</c:v>
                </c:pt>
                <c:pt idx="3944">
                  <c:v>49.664024353027301</c:v>
                </c:pt>
                <c:pt idx="3945">
                  <c:v>49.578258514404297</c:v>
                </c:pt>
                <c:pt idx="3946">
                  <c:v>49.520912170410199</c:v>
                </c:pt>
                <c:pt idx="3947">
                  <c:v>49.462661743164098</c:v>
                </c:pt>
                <c:pt idx="3948">
                  <c:v>49.405490875244098</c:v>
                </c:pt>
                <c:pt idx="3949">
                  <c:v>49.366626739502003</c:v>
                </c:pt>
                <c:pt idx="3950">
                  <c:v>49.346927642822301</c:v>
                </c:pt>
                <c:pt idx="3951">
                  <c:v>49.328575134277301</c:v>
                </c:pt>
                <c:pt idx="3952">
                  <c:v>49.280853271484403</c:v>
                </c:pt>
                <c:pt idx="3953">
                  <c:v>49.288249969482401</c:v>
                </c:pt>
                <c:pt idx="3954">
                  <c:v>49.273693084716797</c:v>
                </c:pt>
                <c:pt idx="3955">
                  <c:v>49.182094573974602</c:v>
                </c:pt>
                <c:pt idx="3956">
                  <c:v>48.966884613037102</c:v>
                </c:pt>
                <c:pt idx="3957">
                  <c:v>48.756336212158203</c:v>
                </c:pt>
                <c:pt idx="3958">
                  <c:v>48.605869293212898</c:v>
                </c:pt>
                <c:pt idx="3959">
                  <c:v>48.4329643249512</c:v>
                </c:pt>
                <c:pt idx="3960">
                  <c:v>48.2310981750488</c:v>
                </c:pt>
                <c:pt idx="3961">
                  <c:v>48.152732849121101</c:v>
                </c:pt>
                <c:pt idx="3962">
                  <c:v>48.000755310058601</c:v>
                </c:pt>
                <c:pt idx="3963">
                  <c:v>47.738109588623097</c:v>
                </c:pt>
                <c:pt idx="3964">
                  <c:v>47.427215576171903</c:v>
                </c:pt>
                <c:pt idx="3965">
                  <c:v>46.7964057922363</c:v>
                </c:pt>
                <c:pt idx="3966">
                  <c:v>46.460788726806598</c:v>
                </c:pt>
                <c:pt idx="3967">
                  <c:v>46.261173248291001</c:v>
                </c:pt>
                <c:pt idx="3968">
                  <c:v>46.176513671875</c:v>
                </c:pt>
                <c:pt idx="3969">
                  <c:v>46.111415863037102</c:v>
                </c:pt>
                <c:pt idx="3970">
                  <c:v>46.050464630127003</c:v>
                </c:pt>
                <c:pt idx="3971">
                  <c:v>46.019180297851598</c:v>
                </c:pt>
                <c:pt idx="3972">
                  <c:v>46.003120422363303</c:v>
                </c:pt>
                <c:pt idx="3973">
                  <c:v>45.994876861572301</c:v>
                </c:pt>
                <c:pt idx="3974">
                  <c:v>45.990642547607401</c:v>
                </c:pt>
                <c:pt idx="3975">
                  <c:v>45.988468170166001</c:v>
                </c:pt>
                <c:pt idx="3976">
                  <c:v>45.987354278564503</c:v>
                </c:pt>
                <c:pt idx="3977">
                  <c:v>45.986778259277301</c:v>
                </c:pt>
                <c:pt idx="3978">
                  <c:v>45.986484527587898</c:v>
                </c:pt>
                <c:pt idx="3979">
                  <c:v>45.986335754394503</c:v>
                </c:pt>
                <c:pt idx="3980">
                  <c:v>45.986255645752003</c:v>
                </c:pt>
                <c:pt idx="3981">
                  <c:v>45.986217498779297</c:v>
                </c:pt>
                <c:pt idx="3982">
                  <c:v>45.982501983642599</c:v>
                </c:pt>
                <c:pt idx="3983">
                  <c:v>45.979682922363303</c:v>
                </c:pt>
                <c:pt idx="3984">
                  <c:v>45.980945587158203</c:v>
                </c:pt>
                <c:pt idx="3985">
                  <c:v>45.964664459228501</c:v>
                </c:pt>
                <c:pt idx="3986">
                  <c:v>45.902370452880902</c:v>
                </c:pt>
                <c:pt idx="3987">
                  <c:v>45.8300590515137</c:v>
                </c:pt>
                <c:pt idx="3988">
                  <c:v>45.799289703369098</c:v>
                </c:pt>
                <c:pt idx="3989">
                  <c:v>45.716587066650398</c:v>
                </c:pt>
                <c:pt idx="3990">
                  <c:v>45.633190155029297</c:v>
                </c:pt>
                <c:pt idx="3991">
                  <c:v>45.514156341552699</c:v>
                </c:pt>
                <c:pt idx="3992">
                  <c:v>45.444664001464801</c:v>
                </c:pt>
                <c:pt idx="3993">
                  <c:v>45.394821166992202</c:v>
                </c:pt>
                <c:pt idx="3994">
                  <c:v>45.329647064208999</c:v>
                </c:pt>
                <c:pt idx="3995">
                  <c:v>45.262504577636697</c:v>
                </c:pt>
                <c:pt idx="3996">
                  <c:v>45.231761932373097</c:v>
                </c:pt>
                <c:pt idx="3997">
                  <c:v>45.186275482177699</c:v>
                </c:pt>
                <c:pt idx="3998">
                  <c:v>45.1238822937012</c:v>
                </c:pt>
                <c:pt idx="3999">
                  <c:v>45.040714263916001</c:v>
                </c:pt>
                <c:pt idx="4000">
                  <c:v>44.937366485595703</c:v>
                </c:pt>
                <c:pt idx="4001">
                  <c:v>44.806957244873097</c:v>
                </c:pt>
                <c:pt idx="4002">
                  <c:v>44.758934020996101</c:v>
                </c:pt>
                <c:pt idx="4003">
                  <c:v>44.693046569824197</c:v>
                </c:pt>
                <c:pt idx="4004">
                  <c:v>44.6392211914063</c:v>
                </c:pt>
                <c:pt idx="4005">
                  <c:v>44.532909393310597</c:v>
                </c:pt>
                <c:pt idx="4006">
                  <c:v>44.472446441650398</c:v>
                </c:pt>
                <c:pt idx="4007">
                  <c:v>44.439926147460902</c:v>
                </c:pt>
                <c:pt idx="4008">
                  <c:v>44.415233612060597</c:v>
                </c:pt>
                <c:pt idx="4009">
                  <c:v>44.393287658691399</c:v>
                </c:pt>
                <c:pt idx="4010">
                  <c:v>44.363185882568402</c:v>
                </c:pt>
                <c:pt idx="4011">
                  <c:v>44.298774719238303</c:v>
                </c:pt>
                <c:pt idx="4012">
                  <c:v>44.163898468017599</c:v>
                </c:pt>
                <c:pt idx="4013">
                  <c:v>44.0338325500488</c:v>
                </c:pt>
                <c:pt idx="4014">
                  <c:v>43.877628326416001</c:v>
                </c:pt>
                <c:pt idx="4015">
                  <c:v>43.712318420410199</c:v>
                </c:pt>
                <c:pt idx="4016">
                  <c:v>43.622463226318402</c:v>
                </c:pt>
                <c:pt idx="4017">
                  <c:v>43.540592193603501</c:v>
                </c:pt>
                <c:pt idx="4018">
                  <c:v>43.412094116210902</c:v>
                </c:pt>
                <c:pt idx="4019">
                  <c:v>43.307621002197301</c:v>
                </c:pt>
                <c:pt idx="4020">
                  <c:v>43.201126098632798</c:v>
                </c:pt>
                <c:pt idx="4021">
                  <c:v>43.139156341552699</c:v>
                </c:pt>
                <c:pt idx="4022">
                  <c:v>43.087615966796903</c:v>
                </c:pt>
                <c:pt idx="4023">
                  <c:v>43.045093536377003</c:v>
                </c:pt>
                <c:pt idx="4024">
                  <c:v>42.972454071044901</c:v>
                </c:pt>
                <c:pt idx="4025">
                  <c:v>42.884452819824197</c:v>
                </c:pt>
                <c:pt idx="4026">
                  <c:v>42.838638305664098</c:v>
                </c:pt>
                <c:pt idx="4027">
                  <c:v>42.812473297119098</c:v>
                </c:pt>
                <c:pt idx="4028">
                  <c:v>42.7926635742188</c:v>
                </c:pt>
                <c:pt idx="4029">
                  <c:v>42.781776428222699</c:v>
                </c:pt>
                <c:pt idx="4030">
                  <c:v>42.779872894287102</c:v>
                </c:pt>
                <c:pt idx="4031">
                  <c:v>42.7670707702637</c:v>
                </c:pt>
                <c:pt idx="4032">
                  <c:v>42.750209808349602</c:v>
                </c:pt>
                <c:pt idx="4033">
                  <c:v>42.7585258483887</c:v>
                </c:pt>
                <c:pt idx="4034">
                  <c:v>42.736366271972699</c:v>
                </c:pt>
                <c:pt idx="4035">
                  <c:v>42.618114471435597</c:v>
                </c:pt>
                <c:pt idx="4036">
                  <c:v>42.441051483154297</c:v>
                </c:pt>
                <c:pt idx="4037">
                  <c:v>42.251083374023402</c:v>
                </c:pt>
                <c:pt idx="4038">
                  <c:v>42.194107055664098</c:v>
                </c:pt>
                <c:pt idx="4039">
                  <c:v>42.059474945068402</c:v>
                </c:pt>
                <c:pt idx="4040">
                  <c:v>41.9718017578125</c:v>
                </c:pt>
                <c:pt idx="4041">
                  <c:v>41.919647216796903</c:v>
                </c:pt>
                <c:pt idx="4042">
                  <c:v>41.788818359375</c:v>
                </c:pt>
                <c:pt idx="4043">
                  <c:v>41.702346801757798</c:v>
                </c:pt>
                <c:pt idx="4044">
                  <c:v>41.647037506103501</c:v>
                </c:pt>
                <c:pt idx="4045">
                  <c:v>41.466129302978501</c:v>
                </c:pt>
                <c:pt idx="4046">
                  <c:v>41.285789489746101</c:v>
                </c:pt>
                <c:pt idx="4047">
                  <c:v>41.209976196289098</c:v>
                </c:pt>
                <c:pt idx="4048">
                  <c:v>41.178924560546903</c:v>
                </c:pt>
                <c:pt idx="4049">
                  <c:v>41.152439117431598</c:v>
                </c:pt>
                <c:pt idx="4050">
                  <c:v>41.090400695800803</c:v>
                </c:pt>
                <c:pt idx="4051">
                  <c:v>41.053321838378899</c:v>
                </c:pt>
                <c:pt idx="4052">
                  <c:v>40.767368316650398</c:v>
                </c:pt>
                <c:pt idx="4053">
                  <c:v>40.7923774719238</c:v>
                </c:pt>
                <c:pt idx="4054">
                  <c:v>40.262344360351598</c:v>
                </c:pt>
                <c:pt idx="4055">
                  <c:v>39.94580078125</c:v>
                </c:pt>
                <c:pt idx="4056">
                  <c:v>39.713287353515597</c:v>
                </c:pt>
                <c:pt idx="4057">
                  <c:v>39.586315155029297</c:v>
                </c:pt>
                <c:pt idx="4058">
                  <c:v>39.521083831787102</c:v>
                </c:pt>
                <c:pt idx="4059">
                  <c:v>39.487606048583999</c:v>
                </c:pt>
                <c:pt idx="4060">
                  <c:v>39.470420837402301</c:v>
                </c:pt>
                <c:pt idx="4061">
                  <c:v>39.461597442627003</c:v>
                </c:pt>
                <c:pt idx="4062">
                  <c:v>39.457065582275398</c:v>
                </c:pt>
                <c:pt idx="4063">
                  <c:v>39.454742431640597</c:v>
                </c:pt>
                <c:pt idx="4064">
                  <c:v>39.453548431396499</c:v>
                </c:pt>
                <c:pt idx="4065">
                  <c:v>39.452934265136697</c:v>
                </c:pt>
                <c:pt idx="4066">
                  <c:v>39.4526176452637</c:v>
                </c:pt>
                <c:pt idx="4067">
                  <c:v>39.452457427978501</c:v>
                </c:pt>
                <c:pt idx="4068">
                  <c:v>39.4523735046387</c:v>
                </c:pt>
                <c:pt idx="4069">
                  <c:v>39.4523315429688</c:v>
                </c:pt>
                <c:pt idx="4070">
                  <c:v>39.452308654785199</c:v>
                </c:pt>
                <c:pt idx="4071">
                  <c:v>39.452297210693402</c:v>
                </c:pt>
                <c:pt idx="4072">
                  <c:v>39.452293395996101</c:v>
                </c:pt>
                <c:pt idx="4073">
                  <c:v>39.449203491210902</c:v>
                </c:pt>
                <c:pt idx="4074">
                  <c:v>39.4486694335938</c:v>
                </c:pt>
                <c:pt idx="4075">
                  <c:v>39.448848724365199</c:v>
                </c:pt>
                <c:pt idx="4076">
                  <c:v>39.443931579589801</c:v>
                </c:pt>
                <c:pt idx="4077">
                  <c:v>39.437309265136697</c:v>
                </c:pt>
                <c:pt idx="4078">
                  <c:v>39.430870056152301</c:v>
                </c:pt>
                <c:pt idx="4079">
                  <c:v>39.429122924804702</c:v>
                </c:pt>
                <c:pt idx="4080">
                  <c:v>39.360469818115199</c:v>
                </c:pt>
                <c:pt idx="4081">
                  <c:v>39.3356323242188</c:v>
                </c:pt>
                <c:pt idx="4082">
                  <c:v>39.307056427002003</c:v>
                </c:pt>
                <c:pt idx="4083">
                  <c:v>39.301429748535199</c:v>
                </c:pt>
                <c:pt idx="4084">
                  <c:v>39.238441467285199</c:v>
                </c:pt>
                <c:pt idx="4085">
                  <c:v>39.181888580322301</c:v>
                </c:pt>
                <c:pt idx="4086">
                  <c:v>39.15283203125</c:v>
                </c:pt>
                <c:pt idx="4087">
                  <c:v>39.1027221679688</c:v>
                </c:pt>
                <c:pt idx="4088">
                  <c:v>39.0601196289063</c:v>
                </c:pt>
                <c:pt idx="4089">
                  <c:v>39.043113708496101</c:v>
                </c:pt>
                <c:pt idx="4090">
                  <c:v>39.033882141113303</c:v>
                </c:pt>
                <c:pt idx="4091">
                  <c:v>38.964260101318402</c:v>
                </c:pt>
                <c:pt idx="4092">
                  <c:v>38.885993957519503</c:v>
                </c:pt>
                <c:pt idx="4093">
                  <c:v>38.853786468505902</c:v>
                </c:pt>
                <c:pt idx="4094">
                  <c:v>38.843460083007798</c:v>
                </c:pt>
                <c:pt idx="4095">
                  <c:v>38.771923065185597</c:v>
                </c:pt>
                <c:pt idx="4096">
                  <c:v>38.720897674560597</c:v>
                </c:pt>
                <c:pt idx="4097">
                  <c:v>38.694293975830099</c:v>
                </c:pt>
                <c:pt idx="4098">
                  <c:v>38.688591003417997</c:v>
                </c:pt>
                <c:pt idx="4099">
                  <c:v>38.619571685791001</c:v>
                </c:pt>
                <c:pt idx="4100">
                  <c:v>38.588485717773402</c:v>
                </c:pt>
                <c:pt idx="4101">
                  <c:v>38.510086059570298</c:v>
                </c:pt>
                <c:pt idx="4102">
                  <c:v>38.407119750976598</c:v>
                </c:pt>
                <c:pt idx="4103">
                  <c:v>38.327728271484403</c:v>
                </c:pt>
                <c:pt idx="4104">
                  <c:v>38.268604278564503</c:v>
                </c:pt>
                <c:pt idx="4105">
                  <c:v>38.229873657226598</c:v>
                </c:pt>
                <c:pt idx="4106">
                  <c:v>38.199203491210902</c:v>
                </c:pt>
                <c:pt idx="4107">
                  <c:v>38.157756805419901</c:v>
                </c:pt>
                <c:pt idx="4108">
                  <c:v>38.090385437011697</c:v>
                </c:pt>
                <c:pt idx="4109">
                  <c:v>38.044998168945298</c:v>
                </c:pt>
                <c:pt idx="4110">
                  <c:v>38.009857177734403</c:v>
                </c:pt>
                <c:pt idx="4111">
                  <c:v>37.974662780761697</c:v>
                </c:pt>
                <c:pt idx="4112">
                  <c:v>37.946102142333999</c:v>
                </c:pt>
                <c:pt idx="4113">
                  <c:v>37.9124946594238</c:v>
                </c:pt>
                <c:pt idx="4114">
                  <c:v>37.902633666992202</c:v>
                </c:pt>
                <c:pt idx="4115">
                  <c:v>37.896091461181598</c:v>
                </c:pt>
                <c:pt idx="4116">
                  <c:v>37.888439178466797</c:v>
                </c:pt>
                <c:pt idx="4117">
                  <c:v>37.879398345947301</c:v>
                </c:pt>
                <c:pt idx="4118">
                  <c:v>37.852672576904297</c:v>
                </c:pt>
                <c:pt idx="4119">
                  <c:v>37.795658111572301</c:v>
                </c:pt>
                <c:pt idx="4120">
                  <c:v>37.708065032958999</c:v>
                </c:pt>
                <c:pt idx="4121">
                  <c:v>37.634201049804702</c:v>
                </c:pt>
                <c:pt idx="4122">
                  <c:v>37.624759674072301</c:v>
                </c:pt>
                <c:pt idx="4123">
                  <c:v>37.581455230712898</c:v>
                </c:pt>
                <c:pt idx="4124">
                  <c:v>37.460357666015597</c:v>
                </c:pt>
                <c:pt idx="4125">
                  <c:v>37.371753692627003</c:v>
                </c:pt>
                <c:pt idx="4126">
                  <c:v>37.270923614502003</c:v>
                </c:pt>
                <c:pt idx="4127">
                  <c:v>37.193954467773402</c:v>
                </c:pt>
                <c:pt idx="4128">
                  <c:v>37.107208251953097</c:v>
                </c:pt>
                <c:pt idx="4129">
                  <c:v>37.056159973144503</c:v>
                </c:pt>
                <c:pt idx="4130">
                  <c:v>37.022087097167997</c:v>
                </c:pt>
                <c:pt idx="4131">
                  <c:v>37.0060424804688</c:v>
                </c:pt>
                <c:pt idx="4132">
                  <c:v>37.012359619140597</c:v>
                </c:pt>
                <c:pt idx="4133">
                  <c:v>36.985103607177699</c:v>
                </c:pt>
                <c:pt idx="4134">
                  <c:v>36.938163757324197</c:v>
                </c:pt>
                <c:pt idx="4135">
                  <c:v>36.837879180908203</c:v>
                </c:pt>
                <c:pt idx="4136">
                  <c:v>36.761375427246101</c:v>
                </c:pt>
                <c:pt idx="4137">
                  <c:v>36.691352844238303</c:v>
                </c:pt>
                <c:pt idx="4138">
                  <c:v>36.634902954101598</c:v>
                </c:pt>
                <c:pt idx="4139">
                  <c:v>36.621803283691399</c:v>
                </c:pt>
                <c:pt idx="4140">
                  <c:v>36.615234375</c:v>
                </c:pt>
                <c:pt idx="4141">
                  <c:v>36.629524230957003</c:v>
                </c:pt>
                <c:pt idx="4142">
                  <c:v>36.594486236572301</c:v>
                </c:pt>
                <c:pt idx="4143">
                  <c:v>36.540573120117202</c:v>
                </c:pt>
                <c:pt idx="4144">
                  <c:v>36.511791229248097</c:v>
                </c:pt>
                <c:pt idx="4145">
                  <c:v>36.4820556640625</c:v>
                </c:pt>
                <c:pt idx="4146">
                  <c:v>36.432052612304702</c:v>
                </c:pt>
                <c:pt idx="4147">
                  <c:v>36.395256042480497</c:v>
                </c:pt>
                <c:pt idx="4148">
                  <c:v>36.363689422607401</c:v>
                </c:pt>
                <c:pt idx="4149">
                  <c:v>36.334205627441399</c:v>
                </c:pt>
                <c:pt idx="4150">
                  <c:v>36.323177337646499</c:v>
                </c:pt>
                <c:pt idx="4151">
                  <c:v>36.324615478515597</c:v>
                </c:pt>
                <c:pt idx="4152">
                  <c:v>36.318302154541001</c:v>
                </c:pt>
                <c:pt idx="4153">
                  <c:v>36.2813529968262</c:v>
                </c:pt>
                <c:pt idx="4154">
                  <c:v>36.258846282958999</c:v>
                </c:pt>
                <c:pt idx="4155">
                  <c:v>36.243339538574197</c:v>
                </c:pt>
                <c:pt idx="4156">
                  <c:v>36.231307983398402</c:v>
                </c:pt>
                <c:pt idx="4157">
                  <c:v>36.139060974121101</c:v>
                </c:pt>
                <c:pt idx="4158">
                  <c:v>36.081153869628899</c:v>
                </c:pt>
                <c:pt idx="4159">
                  <c:v>36.075759887695298</c:v>
                </c:pt>
                <c:pt idx="4160">
                  <c:v>36.045738220214801</c:v>
                </c:pt>
                <c:pt idx="4161">
                  <c:v>36.036491394042997</c:v>
                </c:pt>
                <c:pt idx="4162">
                  <c:v>36.0391235351563</c:v>
                </c:pt>
                <c:pt idx="4163">
                  <c:v>35.988246917724602</c:v>
                </c:pt>
                <c:pt idx="4164">
                  <c:v>35.901786804199197</c:v>
                </c:pt>
                <c:pt idx="4165">
                  <c:v>35.851261138916001</c:v>
                </c:pt>
                <c:pt idx="4166">
                  <c:v>35.831657409667997</c:v>
                </c:pt>
                <c:pt idx="4167">
                  <c:v>35.725433349609403</c:v>
                </c:pt>
                <c:pt idx="4168">
                  <c:v>35.726600646972699</c:v>
                </c:pt>
                <c:pt idx="4169">
                  <c:v>35.645389556884801</c:v>
                </c:pt>
                <c:pt idx="4170">
                  <c:v>35.595829010009801</c:v>
                </c:pt>
                <c:pt idx="4171">
                  <c:v>35.557662963867202</c:v>
                </c:pt>
                <c:pt idx="4172">
                  <c:v>35.550559997558601</c:v>
                </c:pt>
                <c:pt idx="4173">
                  <c:v>35.540046691894503</c:v>
                </c:pt>
                <c:pt idx="4174">
                  <c:v>35.525234222412102</c:v>
                </c:pt>
                <c:pt idx="4175">
                  <c:v>35.511730194091797</c:v>
                </c:pt>
                <c:pt idx="4176">
                  <c:v>35.482627868652301</c:v>
                </c:pt>
                <c:pt idx="4177">
                  <c:v>35.407749176025398</c:v>
                </c:pt>
                <c:pt idx="4178">
                  <c:v>35.359085083007798</c:v>
                </c:pt>
                <c:pt idx="4179">
                  <c:v>35.286930084228501</c:v>
                </c:pt>
                <c:pt idx="4180">
                  <c:v>35.240383148193402</c:v>
                </c:pt>
                <c:pt idx="4181">
                  <c:v>35.199752807617202</c:v>
                </c:pt>
                <c:pt idx="4182">
                  <c:v>35.180633544921903</c:v>
                </c:pt>
                <c:pt idx="4183">
                  <c:v>35.177162170410199</c:v>
                </c:pt>
                <c:pt idx="4184">
                  <c:v>35.1661567687988</c:v>
                </c:pt>
                <c:pt idx="4185">
                  <c:v>35.128978729248097</c:v>
                </c:pt>
                <c:pt idx="4186">
                  <c:v>35.139015197753899</c:v>
                </c:pt>
                <c:pt idx="4187">
                  <c:v>35.062656402587898</c:v>
                </c:pt>
                <c:pt idx="4188">
                  <c:v>34.892204284667997</c:v>
                </c:pt>
                <c:pt idx="4189">
                  <c:v>34.7822456359863</c:v>
                </c:pt>
                <c:pt idx="4190">
                  <c:v>34.712131500244098</c:v>
                </c:pt>
                <c:pt idx="4191">
                  <c:v>34.676509857177699</c:v>
                </c:pt>
                <c:pt idx="4192">
                  <c:v>34.619113922119098</c:v>
                </c:pt>
                <c:pt idx="4193">
                  <c:v>34.616691589355497</c:v>
                </c:pt>
                <c:pt idx="4194">
                  <c:v>34.616550445556598</c:v>
                </c:pt>
                <c:pt idx="4195">
                  <c:v>34.588699340820298</c:v>
                </c:pt>
                <c:pt idx="4196">
                  <c:v>34.585170745849602</c:v>
                </c:pt>
                <c:pt idx="4197">
                  <c:v>34.590164184570298</c:v>
                </c:pt>
                <c:pt idx="4198">
                  <c:v>34.586860656738303</c:v>
                </c:pt>
                <c:pt idx="4199">
                  <c:v>34.581008911132798</c:v>
                </c:pt>
                <c:pt idx="4200">
                  <c:v>34.567520141601598</c:v>
                </c:pt>
                <c:pt idx="4201">
                  <c:v>34.554588317871101</c:v>
                </c:pt>
                <c:pt idx="4202">
                  <c:v>34.548263549804702</c:v>
                </c:pt>
                <c:pt idx="4203">
                  <c:v>34.552528381347699</c:v>
                </c:pt>
                <c:pt idx="4204">
                  <c:v>34.541938781738303</c:v>
                </c:pt>
                <c:pt idx="4205">
                  <c:v>34.512485504150398</c:v>
                </c:pt>
                <c:pt idx="4206">
                  <c:v>34.495719909667997</c:v>
                </c:pt>
                <c:pt idx="4207">
                  <c:v>34.483009338378899</c:v>
                </c:pt>
                <c:pt idx="4208">
                  <c:v>34.456470489502003</c:v>
                </c:pt>
                <c:pt idx="4209">
                  <c:v>34.455646514892599</c:v>
                </c:pt>
                <c:pt idx="4210">
                  <c:v>34.432464599609403</c:v>
                </c:pt>
                <c:pt idx="4211">
                  <c:v>34.443840026855497</c:v>
                </c:pt>
                <c:pt idx="4212">
                  <c:v>34.4205513000488</c:v>
                </c:pt>
                <c:pt idx="4213">
                  <c:v>34.377365112304702</c:v>
                </c:pt>
                <c:pt idx="4214">
                  <c:v>34.293575286865199</c:v>
                </c:pt>
                <c:pt idx="4215">
                  <c:v>34.236507415771499</c:v>
                </c:pt>
                <c:pt idx="4216">
                  <c:v>34.235435485839801</c:v>
                </c:pt>
                <c:pt idx="4217">
                  <c:v>34.223957061767599</c:v>
                </c:pt>
                <c:pt idx="4218">
                  <c:v>34.069534301757798</c:v>
                </c:pt>
                <c:pt idx="4219">
                  <c:v>33.959850311279297</c:v>
                </c:pt>
                <c:pt idx="4220">
                  <c:v>33.864177703857401</c:v>
                </c:pt>
                <c:pt idx="4221">
                  <c:v>33.857261657714801</c:v>
                </c:pt>
                <c:pt idx="4222">
                  <c:v>33.844139099121101</c:v>
                </c:pt>
                <c:pt idx="4223">
                  <c:v>33.821292877197301</c:v>
                </c:pt>
                <c:pt idx="4224">
                  <c:v>33.815444946289098</c:v>
                </c:pt>
                <c:pt idx="4225">
                  <c:v>33.801437377929702</c:v>
                </c:pt>
                <c:pt idx="4226">
                  <c:v>33.776866912841797</c:v>
                </c:pt>
                <c:pt idx="4227">
                  <c:v>33.758773803710902</c:v>
                </c:pt>
                <c:pt idx="4228">
                  <c:v>33.742641448974602</c:v>
                </c:pt>
                <c:pt idx="4229">
                  <c:v>33.773479461669901</c:v>
                </c:pt>
                <c:pt idx="4230">
                  <c:v>33.7824897766113</c:v>
                </c:pt>
                <c:pt idx="4231">
                  <c:v>33.771392822265597</c:v>
                </c:pt>
                <c:pt idx="4232">
                  <c:v>33.769496917724602</c:v>
                </c:pt>
                <c:pt idx="4233">
                  <c:v>33.753726959228501</c:v>
                </c:pt>
                <c:pt idx="4234">
                  <c:v>33.740005493164098</c:v>
                </c:pt>
                <c:pt idx="4235">
                  <c:v>33.712226867675803</c:v>
                </c:pt>
                <c:pt idx="4236">
                  <c:v>33.724025726318402</c:v>
                </c:pt>
                <c:pt idx="4237">
                  <c:v>33.705966949462898</c:v>
                </c:pt>
                <c:pt idx="4238">
                  <c:v>33.695259094238303</c:v>
                </c:pt>
                <c:pt idx="4239">
                  <c:v>33.698150634765597</c:v>
                </c:pt>
                <c:pt idx="4240">
                  <c:v>33.684181213378899</c:v>
                </c:pt>
                <c:pt idx="4241">
                  <c:v>33.681934356689503</c:v>
                </c:pt>
                <c:pt idx="4242">
                  <c:v>33.688709259033203</c:v>
                </c:pt>
                <c:pt idx="4243">
                  <c:v>33.664886474609403</c:v>
                </c:pt>
                <c:pt idx="4244">
                  <c:v>33.585582733154297</c:v>
                </c:pt>
                <c:pt idx="4245">
                  <c:v>33.5335502624512</c:v>
                </c:pt>
                <c:pt idx="4246">
                  <c:v>33.508907318115199</c:v>
                </c:pt>
                <c:pt idx="4247">
                  <c:v>33.495883941650398</c:v>
                </c:pt>
                <c:pt idx="4248">
                  <c:v>33.503715515136697</c:v>
                </c:pt>
                <c:pt idx="4249">
                  <c:v>33.447822570800803</c:v>
                </c:pt>
                <c:pt idx="4250">
                  <c:v>33.399906158447301</c:v>
                </c:pt>
                <c:pt idx="4251">
                  <c:v>33.367477416992202</c:v>
                </c:pt>
                <c:pt idx="4252">
                  <c:v>33.324081420898402</c:v>
                </c:pt>
                <c:pt idx="4253">
                  <c:v>33.309181213378899</c:v>
                </c:pt>
                <c:pt idx="4254">
                  <c:v>33.309230804443402</c:v>
                </c:pt>
                <c:pt idx="4255">
                  <c:v>33.306686401367202</c:v>
                </c:pt>
                <c:pt idx="4256">
                  <c:v>33.280559539794901</c:v>
                </c:pt>
                <c:pt idx="4257">
                  <c:v>33.275447845458999</c:v>
                </c:pt>
                <c:pt idx="4258">
                  <c:v>33.285865783691399</c:v>
                </c:pt>
                <c:pt idx="4259">
                  <c:v>33.235073089599602</c:v>
                </c:pt>
                <c:pt idx="4260">
                  <c:v>33.190052032470703</c:v>
                </c:pt>
                <c:pt idx="4261">
                  <c:v>33.166465759277301</c:v>
                </c:pt>
                <c:pt idx="4262">
                  <c:v>33.154468536377003</c:v>
                </c:pt>
                <c:pt idx="4263">
                  <c:v>33.127490997314503</c:v>
                </c:pt>
                <c:pt idx="4264">
                  <c:v>33.088710784912102</c:v>
                </c:pt>
                <c:pt idx="4265">
                  <c:v>33.079734802246101</c:v>
                </c:pt>
                <c:pt idx="4266">
                  <c:v>33.023113250732401</c:v>
                </c:pt>
                <c:pt idx="4267">
                  <c:v>32.986476898193402</c:v>
                </c:pt>
                <c:pt idx="4268">
                  <c:v>32.951568603515597</c:v>
                </c:pt>
                <c:pt idx="4269">
                  <c:v>32.937038421630902</c:v>
                </c:pt>
                <c:pt idx="4270">
                  <c:v>32.940284729003899</c:v>
                </c:pt>
                <c:pt idx="4271">
                  <c:v>32.945636749267599</c:v>
                </c:pt>
                <c:pt idx="4272">
                  <c:v>32.931125640869098</c:v>
                </c:pt>
                <c:pt idx="4273">
                  <c:v>32.926902770996101</c:v>
                </c:pt>
                <c:pt idx="4274">
                  <c:v>32.923137664794901</c:v>
                </c:pt>
                <c:pt idx="4275">
                  <c:v>32.908351898193402</c:v>
                </c:pt>
                <c:pt idx="4276">
                  <c:v>32.883152008056598</c:v>
                </c:pt>
                <c:pt idx="4277">
                  <c:v>32.878879547119098</c:v>
                </c:pt>
                <c:pt idx="4278">
                  <c:v>32.799732208252003</c:v>
                </c:pt>
                <c:pt idx="4279">
                  <c:v>32.742969512939503</c:v>
                </c:pt>
                <c:pt idx="4280">
                  <c:v>32.731487274169901</c:v>
                </c:pt>
                <c:pt idx="4281">
                  <c:v>32.710586547851598</c:v>
                </c:pt>
                <c:pt idx="4282">
                  <c:v>32.673175811767599</c:v>
                </c:pt>
                <c:pt idx="4283">
                  <c:v>32.677970886230497</c:v>
                </c:pt>
                <c:pt idx="4284">
                  <c:v>32.639041900634801</c:v>
                </c:pt>
                <c:pt idx="4285">
                  <c:v>32.592979431152301</c:v>
                </c:pt>
                <c:pt idx="4286">
                  <c:v>32.575332641601598</c:v>
                </c:pt>
                <c:pt idx="4287">
                  <c:v>32.535190582275398</c:v>
                </c:pt>
                <c:pt idx="4288">
                  <c:v>32.5283203125</c:v>
                </c:pt>
                <c:pt idx="4289">
                  <c:v>32.52001953125</c:v>
                </c:pt>
                <c:pt idx="4290">
                  <c:v>32.508296966552699</c:v>
                </c:pt>
                <c:pt idx="4291">
                  <c:v>32.494480133056598</c:v>
                </c:pt>
                <c:pt idx="4292">
                  <c:v>32.449871063232401</c:v>
                </c:pt>
                <c:pt idx="4293">
                  <c:v>32.389350891113303</c:v>
                </c:pt>
                <c:pt idx="4294">
                  <c:v>32.352149963378899</c:v>
                </c:pt>
                <c:pt idx="4295">
                  <c:v>32.330211639404297</c:v>
                </c:pt>
                <c:pt idx="4296">
                  <c:v>32.328582763671903</c:v>
                </c:pt>
                <c:pt idx="4297">
                  <c:v>32.277801513671903</c:v>
                </c:pt>
                <c:pt idx="4298">
                  <c:v>32.217655181884801</c:v>
                </c:pt>
                <c:pt idx="4299">
                  <c:v>32.191261291503899</c:v>
                </c:pt>
                <c:pt idx="4300">
                  <c:v>32.172904968261697</c:v>
                </c:pt>
                <c:pt idx="4301">
                  <c:v>32.175933837890597</c:v>
                </c:pt>
                <c:pt idx="4302">
                  <c:v>32.158115386962898</c:v>
                </c:pt>
                <c:pt idx="4303">
                  <c:v>32.156448364257798</c:v>
                </c:pt>
                <c:pt idx="4304">
                  <c:v>32.1633491516113</c:v>
                </c:pt>
                <c:pt idx="4305">
                  <c:v>32.160274505615199</c:v>
                </c:pt>
                <c:pt idx="4306">
                  <c:v>32.146053314208999</c:v>
                </c:pt>
                <c:pt idx="4307">
                  <c:v>32.117916107177699</c:v>
                </c:pt>
                <c:pt idx="4308">
                  <c:v>32.124362945556598</c:v>
                </c:pt>
                <c:pt idx="4309">
                  <c:v>32.142742156982401</c:v>
                </c:pt>
                <c:pt idx="4310">
                  <c:v>32.117340087890597</c:v>
                </c:pt>
                <c:pt idx="4311">
                  <c:v>32.097480773925803</c:v>
                </c:pt>
                <c:pt idx="4312">
                  <c:v>32.095077514648402</c:v>
                </c:pt>
                <c:pt idx="4313">
                  <c:v>32.010974884033203</c:v>
                </c:pt>
                <c:pt idx="4314">
                  <c:v>31.970277786254901</c:v>
                </c:pt>
                <c:pt idx="4315">
                  <c:v>31.965692520141602</c:v>
                </c:pt>
                <c:pt idx="4316">
                  <c:v>31.922431945800799</c:v>
                </c:pt>
                <c:pt idx="4317">
                  <c:v>31.912796020507798</c:v>
                </c:pt>
                <c:pt idx="4318">
                  <c:v>31.804632186889702</c:v>
                </c:pt>
                <c:pt idx="4319">
                  <c:v>31.741477966308601</c:v>
                </c:pt>
                <c:pt idx="4320">
                  <c:v>31.721603393554702</c:v>
                </c:pt>
                <c:pt idx="4321">
                  <c:v>31.697034835815401</c:v>
                </c:pt>
                <c:pt idx="4322">
                  <c:v>31.707370758056602</c:v>
                </c:pt>
                <c:pt idx="4323">
                  <c:v>31.685419082641602</c:v>
                </c:pt>
                <c:pt idx="4324">
                  <c:v>31.649744033813501</c:v>
                </c:pt>
                <c:pt idx="4325">
                  <c:v>31.6352214813232</c:v>
                </c:pt>
                <c:pt idx="4326">
                  <c:v>31.659399032592798</c:v>
                </c:pt>
                <c:pt idx="4327">
                  <c:v>31.690689086914102</c:v>
                </c:pt>
                <c:pt idx="4328">
                  <c:v>31.697998046875</c:v>
                </c:pt>
                <c:pt idx="4329">
                  <c:v>31.705873489379901</c:v>
                </c:pt>
                <c:pt idx="4330">
                  <c:v>31.668052673339801</c:v>
                </c:pt>
                <c:pt idx="4331">
                  <c:v>31.630683898925799</c:v>
                </c:pt>
                <c:pt idx="4332">
                  <c:v>31.648208618164102</c:v>
                </c:pt>
                <c:pt idx="4333">
                  <c:v>31.580154418945298</c:v>
                </c:pt>
                <c:pt idx="4334">
                  <c:v>31.5831184387207</c:v>
                </c:pt>
                <c:pt idx="4335">
                  <c:v>31.562395095825199</c:v>
                </c:pt>
                <c:pt idx="4336">
                  <c:v>31.535902023315401</c:v>
                </c:pt>
                <c:pt idx="4337">
                  <c:v>31.525463104248001</c:v>
                </c:pt>
                <c:pt idx="4338">
                  <c:v>31.492322921752901</c:v>
                </c:pt>
                <c:pt idx="4339">
                  <c:v>31.4647121429443</c:v>
                </c:pt>
                <c:pt idx="4340">
                  <c:v>31.465713500976602</c:v>
                </c:pt>
                <c:pt idx="4341">
                  <c:v>31.4416694641113</c:v>
                </c:pt>
                <c:pt idx="4342">
                  <c:v>31.412061691284201</c:v>
                </c:pt>
                <c:pt idx="4343">
                  <c:v>31.4132785797119</c:v>
                </c:pt>
                <c:pt idx="4344">
                  <c:v>31.4164714813232</c:v>
                </c:pt>
                <c:pt idx="4345">
                  <c:v>31.3982849121094</c:v>
                </c:pt>
                <c:pt idx="4346">
                  <c:v>31.3842067718506</c:v>
                </c:pt>
                <c:pt idx="4347">
                  <c:v>31.376886367797901</c:v>
                </c:pt>
                <c:pt idx="4348">
                  <c:v>31.3835144042969</c:v>
                </c:pt>
                <c:pt idx="4349">
                  <c:v>31.3892936706543</c:v>
                </c:pt>
                <c:pt idx="4350">
                  <c:v>31.3702087402344</c:v>
                </c:pt>
                <c:pt idx="4351">
                  <c:v>31.362907409668001</c:v>
                </c:pt>
                <c:pt idx="4352">
                  <c:v>31.3651828765869</c:v>
                </c:pt>
                <c:pt idx="4353">
                  <c:v>31.366289138793899</c:v>
                </c:pt>
                <c:pt idx="4354">
                  <c:v>31.352071762085</c:v>
                </c:pt>
                <c:pt idx="4355">
                  <c:v>31.345335006713899</c:v>
                </c:pt>
                <c:pt idx="4356">
                  <c:v>31.334424972534201</c:v>
                </c:pt>
                <c:pt idx="4357">
                  <c:v>31.328859329223601</c:v>
                </c:pt>
                <c:pt idx="4358">
                  <c:v>31.332759857177699</c:v>
                </c:pt>
                <c:pt idx="4359">
                  <c:v>31.323657989501999</c:v>
                </c:pt>
                <c:pt idx="4360">
                  <c:v>31.329648971557599</c:v>
                </c:pt>
                <c:pt idx="4361">
                  <c:v>31.343311309814499</c:v>
                </c:pt>
                <c:pt idx="4362">
                  <c:v>31.335023880004901</c:v>
                </c:pt>
                <c:pt idx="4363">
                  <c:v>31.335779190063501</c:v>
                </c:pt>
                <c:pt idx="4364">
                  <c:v>31.327146530151399</c:v>
                </c:pt>
                <c:pt idx="4365">
                  <c:v>31.290962219238299</c:v>
                </c:pt>
                <c:pt idx="4366">
                  <c:v>31.295995712280298</c:v>
                </c:pt>
                <c:pt idx="4367">
                  <c:v>31.300861358642599</c:v>
                </c:pt>
                <c:pt idx="4368">
                  <c:v>31.297077178955099</c:v>
                </c:pt>
                <c:pt idx="4369">
                  <c:v>31.310956954956101</c:v>
                </c:pt>
                <c:pt idx="4370">
                  <c:v>31.3017673492432</c:v>
                </c:pt>
                <c:pt idx="4371">
                  <c:v>31.305543899536101</c:v>
                </c:pt>
                <c:pt idx="4372">
                  <c:v>31.277469635009801</c:v>
                </c:pt>
                <c:pt idx="4373">
                  <c:v>31.265090942382798</c:v>
                </c:pt>
                <c:pt idx="4374">
                  <c:v>31.281953811645501</c:v>
                </c:pt>
                <c:pt idx="4375">
                  <c:v>31.276044845581101</c:v>
                </c:pt>
                <c:pt idx="4376">
                  <c:v>31.281055450439499</c:v>
                </c:pt>
                <c:pt idx="4377">
                  <c:v>31.238811492919901</c:v>
                </c:pt>
                <c:pt idx="4378">
                  <c:v>31.172977447509801</c:v>
                </c:pt>
                <c:pt idx="4379">
                  <c:v>31.1743469238281</c:v>
                </c:pt>
                <c:pt idx="4380">
                  <c:v>31.1523628234863</c:v>
                </c:pt>
                <c:pt idx="4381">
                  <c:v>31.128757476806602</c:v>
                </c:pt>
                <c:pt idx="4382">
                  <c:v>31.0203647613525</c:v>
                </c:pt>
                <c:pt idx="4383">
                  <c:v>30.939273834228501</c:v>
                </c:pt>
                <c:pt idx="4384">
                  <c:v>30.877386093139702</c:v>
                </c:pt>
                <c:pt idx="4385">
                  <c:v>30.873350143432599</c:v>
                </c:pt>
                <c:pt idx="4386">
                  <c:v>30.851701736450199</c:v>
                </c:pt>
                <c:pt idx="4387">
                  <c:v>30.8406791687012</c:v>
                </c:pt>
                <c:pt idx="4388">
                  <c:v>30.828973770141602</c:v>
                </c:pt>
                <c:pt idx="4389">
                  <c:v>30.8162441253662</c:v>
                </c:pt>
                <c:pt idx="4390">
                  <c:v>30.812450408935501</c:v>
                </c:pt>
                <c:pt idx="4391">
                  <c:v>30.821752548217798</c:v>
                </c:pt>
                <c:pt idx="4392">
                  <c:v>30.839147567748999</c:v>
                </c:pt>
                <c:pt idx="4393">
                  <c:v>30.707086563110401</c:v>
                </c:pt>
                <c:pt idx="4394">
                  <c:v>30.616798400878899</c:v>
                </c:pt>
                <c:pt idx="4395">
                  <c:v>30.568689346313501</c:v>
                </c:pt>
                <c:pt idx="4396">
                  <c:v>30.541660308837901</c:v>
                </c:pt>
                <c:pt idx="4397">
                  <c:v>30.521951675415</c:v>
                </c:pt>
                <c:pt idx="4398">
                  <c:v>30.506961822509801</c:v>
                </c:pt>
                <c:pt idx="4399">
                  <c:v>30.49582862854</c:v>
                </c:pt>
                <c:pt idx="4400">
                  <c:v>30.503105163574201</c:v>
                </c:pt>
                <c:pt idx="4401">
                  <c:v>30.457965850830099</c:v>
                </c:pt>
                <c:pt idx="4402">
                  <c:v>30.479667663574201</c:v>
                </c:pt>
                <c:pt idx="4403">
                  <c:v>30.489997863769499</c:v>
                </c:pt>
                <c:pt idx="4404">
                  <c:v>30.478469848632798</c:v>
                </c:pt>
                <c:pt idx="4405">
                  <c:v>30.4857273101807</c:v>
                </c:pt>
                <c:pt idx="4406">
                  <c:v>30.4685363769531</c:v>
                </c:pt>
                <c:pt idx="4407">
                  <c:v>30.481494903564499</c:v>
                </c:pt>
                <c:pt idx="4408">
                  <c:v>30.440523147583001</c:v>
                </c:pt>
                <c:pt idx="4409">
                  <c:v>30.431657791137699</c:v>
                </c:pt>
                <c:pt idx="4410">
                  <c:v>30.4310817718506</c:v>
                </c:pt>
                <c:pt idx="4411">
                  <c:v>30.4252834320068</c:v>
                </c:pt>
                <c:pt idx="4412">
                  <c:v>30.388685226440401</c:v>
                </c:pt>
                <c:pt idx="4413">
                  <c:v>30.3657341003418</c:v>
                </c:pt>
                <c:pt idx="4414">
                  <c:v>30.350734710693398</c:v>
                </c:pt>
                <c:pt idx="4415">
                  <c:v>30.351263046264702</c:v>
                </c:pt>
                <c:pt idx="4416">
                  <c:v>30.354164123535199</c:v>
                </c:pt>
                <c:pt idx="4417">
                  <c:v>30.3296222686768</c:v>
                </c:pt>
                <c:pt idx="4418">
                  <c:v>30.322410583496101</c:v>
                </c:pt>
                <c:pt idx="4419">
                  <c:v>30.3503303527832</c:v>
                </c:pt>
                <c:pt idx="4420">
                  <c:v>30.3483486175537</c:v>
                </c:pt>
                <c:pt idx="4421">
                  <c:v>30.297327041626001</c:v>
                </c:pt>
                <c:pt idx="4422">
                  <c:v>30.231897354126001</c:v>
                </c:pt>
                <c:pt idx="4423">
                  <c:v>30.200874328613299</c:v>
                </c:pt>
                <c:pt idx="4424">
                  <c:v>30.139080047607401</c:v>
                </c:pt>
                <c:pt idx="4425">
                  <c:v>30.1140041351318</c:v>
                </c:pt>
                <c:pt idx="4426">
                  <c:v>30.096603393554702</c:v>
                </c:pt>
                <c:pt idx="4427">
                  <c:v>30.103134155273398</c:v>
                </c:pt>
                <c:pt idx="4428">
                  <c:v>30.085454940795898</c:v>
                </c:pt>
                <c:pt idx="4429">
                  <c:v>30.092735290527301</c:v>
                </c:pt>
                <c:pt idx="4430">
                  <c:v>30.087022781372099</c:v>
                </c:pt>
                <c:pt idx="4431">
                  <c:v>30.07594871521</c:v>
                </c:pt>
                <c:pt idx="4432">
                  <c:v>30.075031280517599</c:v>
                </c:pt>
                <c:pt idx="4433">
                  <c:v>30.070121765136701</c:v>
                </c:pt>
                <c:pt idx="4434">
                  <c:v>30.063510894775401</c:v>
                </c:pt>
                <c:pt idx="4435">
                  <c:v>30.0431423187256</c:v>
                </c:pt>
                <c:pt idx="4436">
                  <c:v>30.0761909484863</c:v>
                </c:pt>
                <c:pt idx="4437">
                  <c:v>30.072660446166999</c:v>
                </c:pt>
                <c:pt idx="4438">
                  <c:v>30.073135375976602</c:v>
                </c:pt>
                <c:pt idx="4439">
                  <c:v>30.046043395996101</c:v>
                </c:pt>
                <c:pt idx="4440">
                  <c:v>30.046390533447301</c:v>
                </c:pt>
                <c:pt idx="4441">
                  <c:v>30.034255981445298</c:v>
                </c:pt>
                <c:pt idx="4442">
                  <c:v>30.051773071289102</c:v>
                </c:pt>
                <c:pt idx="4443">
                  <c:v>29.981868743896499</c:v>
                </c:pt>
                <c:pt idx="4444">
                  <c:v>29.943090438842798</c:v>
                </c:pt>
                <c:pt idx="4445">
                  <c:v>29.952247619628899</c:v>
                </c:pt>
                <c:pt idx="4446">
                  <c:v>29.914278030395501</c:v>
                </c:pt>
                <c:pt idx="4447">
                  <c:v>29.892328262329102</c:v>
                </c:pt>
                <c:pt idx="4448">
                  <c:v>29.918809890747099</c:v>
                </c:pt>
                <c:pt idx="4449">
                  <c:v>29.913364410400401</c:v>
                </c:pt>
                <c:pt idx="4450">
                  <c:v>29.905252456665</c:v>
                </c:pt>
                <c:pt idx="4451">
                  <c:v>29.9112033843994</c:v>
                </c:pt>
                <c:pt idx="4452">
                  <c:v>29.898887634277301</c:v>
                </c:pt>
                <c:pt idx="4453">
                  <c:v>29.885524749755898</c:v>
                </c:pt>
                <c:pt idx="4454">
                  <c:v>29.871013641357401</c:v>
                </c:pt>
                <c:pt idx="4455">
                  <c:v>29.887092590331999</c:v>
                </c:pt>
                <c:pt idx="4456">
                  <c:v>29.887393951416001</c:v>
                </c:pt>
                <c:pt idx="4457">
                  <c:v>29.897577285766602</c:v>
                </c:pt>
                <c:pt idx="4458">
                  <c:v>29.857124328613299</c:v>
                </c:pt>
                <c:pt idx="4459">
                  <c:v>29.8315734863281</c:v>
                </c:pt>
                <c:pt idx="4460">
                  <c:v>29.835809707641602</c:v>
                </c:pt>
                <c:pt idx="4461">
                  <c:v>29.837120056152301</c:v>
                </c:pt>
                <c:pt idx="4462">
                  <c:v>29.797971725463899</c:v>
                </c:pt>
                <c:pt idx="4463">
                  <c:v>29.7769584655762</c:v>
                </c:pt>
                <c:pt idx="4464">
                  <c:v>29.7652473449707</c:v>
                </c:pt>
                <c:pt idx="4465">
                  <c:v>29.777494430541999</c:v>
                </c:pt>
                <c:pt idx="4466">
                  <c:v>29.760480880737301</c:v>
                </c:pt>
                <c:pt idx="4467">
                  <c:v>29.750104904174801</c:v>
                </c:pt>
                <c:pt idx="4468">
                  <c:v>29.729640960693398</c:v>
                </c:pt>
                <c:pt idx="4469">
                  <c:v>29.744585037231399</c:v>
                </c:pt>
                <c:pt idx="4470">
                  <c:v>29.739671707153299</c:v>
                </c:pt>
                <c:pt idx="4471">
                  <c:v>29.734169006347699</c:v>
                </c:pt>
                <c:pt idx="4472">
                  <c:v>29.740562438964801</c:v>
                </c:pt>
                <c:pt idx="4473">
                  <c:v>29.742448806762699</c:v>
                </c:pt>
                <c:pt idx="4474">
                  <c:v>29.7307224273682</c:v>
                </c:pt>
                <c:pt idx="4475">
                  <c:v>29.724445343017599</c:v>
                </c:pt>
                <c:pt idx="4476">
                  <c:v>29.7209072113037</c:v>
                </c:pt>
                <c:pt idx="4477">
                  <c:v>29.705650329589801</c:v>
                </c:pt>
                <c:pt idx="4478">
                  <c:v>29.715795516967798</c:v>
                </c:pt>
                <c:pt idx="4479">
                  <c:v>29.739000320434599</c:v>
                </c:pt>
                <c:pt idx="4480">
                  <c:v>29.721843719482401</c:v>
                </c:pt>
                <c:pt idx="4481">
                  <c:v>29.7150993347168</c:v>
                </c:pt>
                <c:pt idx="4482">
                  <c:v>29.725263595581101</c:v>
                </c:pt>
                <c:pt idx="4483">
                  <c:v>29.701366424560501</c:v>
                </c:pt>
                <c:pt idx="4484">
                  <c:v>29.6994228363037</c:v>
                </c:pt>
                <c:pt idx="4485">
                  <c:v>29.671850204467798</c:v>
                </c:pt>
                <c:pt idx="4486">
                  <c:v>29.7668552398682</c:v>
                </c:pt>
                <c:pt idx="4487">
                  <c:v>29.888034820556602</c:v>
                </c:pt>
                <c:pt idx="4488">
                  <c:v>29.8838214874268</c:v>
                </c:pt>
                <c:pt idx="4489">
                  <c:v>29.969120025634801</c:v>
                </c:pt>
                <c:pt idx="4490">
                  <c:v>30.0339469909668</c:v>
                </c:pt>
                <c:pt idx="4491">
                  <c:v>30.085283279418899</c:v>
                </c:pt>
                <c:pt idx="4492">
                  <c:v>30.091108322143601</c:v>
                </c:pt>
                <c:pt idx="4493">
                  <c:v>30.185111999511701</c:v>
                </c:pt>
                <c:pt idx="4494">
                  <c:v>30.306179046630898</c:v>
                </c:pt>
                <c:pt idx="4495">
                  <c:v>30.3418979644775</c:v>
                </c:pt>
                <c:pt idx="4496">
                  <c:v>30.3609428405762</c:v>
                </c:pt>
                <c:pt idx="4497">
                  <c:v>30.557567596435501</c:v>
                </c:pt>
                <c:pt idx="4498">
                  <c:v>30.571851730346701</c:v>
                </c:pt>
                <c:pt idx="4499">
                  <c:v>30.579124450683601</c:v>
                </c:pt>
                <c:pt idx="4500">
                  <c:v>30.699853897094702</c:v>
                </c:pt>
                <c:pt idx="4501">
                  <c:v>30.968725204467798</c:v>
                </c:pt>
                <c:pt idx="4502">
                  <c:v>31.01926612854</c:v>
                </c:pt>
                <c:pt idx="4503">
                  <c:v>31.119083404541001</c:v>
                </c:pt>
                <c:pt idx="4504">
                  <c:v>31.126661300659201</c:v>
                </c:pt>
                <c:pt idx="4505">
                  <c:v>31.228507995605501</c:v>
                </c:pt>
                <c:pt idx="4506">
                  <c:v>31.251075744628899</c:v>
                </c:pt>
                <c:pt idx="4507">
                  <c:v>31.292385101318398</c:v>
                </c:pt>
                <c:pt idx="4508">
                  <c:v>31.304607391357401</c:v>
                </c:pt>
                <c:pt idx="4509">
                  <c:v>31.285467147827202</c:v>
                </c:pt>
                <c:pt idx="4510">
                  <c:v>31.286859512329102</c:v>
                </c:pt>
                <c:pt idx="4511">
                  <c:v>31.312829971313501</c:v>
                </c:pt>
                <c:pt idx="4512">
                  <c:v>31.313478469848601</c:v>
                </c:pt>
                <c:pt idx="4513">
                  <c:v>31.289810180664102</c:v>
                </c:pt>
                <c:pt idx="4514">
                  <c:v>31.312271118164102</c:v>
                </c:pt>
                <c:pt idx="4515">
                  <c:v>31.329317092895501</c:v>
                </c:pt>
                <c:pt idx="4516">
                  <c:v>31.312442779541001</c:v>
                </c:pt>
                <c:pt idx="4517">
                  <c:v>31.314905166626001</c:v>
                </c:pt>
                <c:pt idx="4518">
                  <c:v>31.3166179656982</c:v>
                </c:pt>
                <c:pt idx="4519">
                  <c:v>31.274908065795898</c:v>
                </c:pt>
                <c:pt idx="4520">
                  <c:v>31.2712001800537</c:v>
                </c:pt>
                <c:pt idx="4521">
                  <c:v>31.2825717926025</c:v>
                </c:pt>
                <c:pt idx="4522">
                  <c:v>31.309246063232401</c:v>
                </c:pt>
                <c:pt idx="4523">
                  <c:v>31.334388732910199</c:v>
                </c:pt>
                <c:pt idx="4524">
                  <c:v>31.341638565063501</c:v>
                </c:pt>
                <c:pt idx="4525">
                  <c:v>31.349796295166001</c:v>
                </c:pt>
                <c:pt idx="4526">
                  <c:v>31.346927642822301</c:v>
                </c:pt>
                <c:pt idx="4527">
                  <c:v>31.354570388793899</c:v>
                </c:pt>
                <c:pt idx="4528">
                  <c:v>31.360149383544901</c:v>
                </c:pt>
                <c:pt idx="4529">
                  <c:v>31.362596511840799</c:v>
                </c:pt>
                <c:pt idx="4530">
                  <c:v>31.379575729370099</c:v>
                </c:pt>
                <c:pt idx="4531">
                  <c:v>31.380592346191399</c:v>
                </c:pt>
                <c:pt idx="4532">
                  <c:v>31.378189086914102</c:v>
                </c:pt>
                <c:pt idx="4533">
                  <c:v>31.387998580932599</c:v>
                </c:pt>
                <c:pt idx="4534">
                  <c:v>31.407566070556602</c:v>
                </c:pt>
                <c:pt idx="4535">
                  <c:v>31.383628845214801</c:v>
                </c:pt>
                <c:pt idx="4536">
                  <c:v>31.440628051757798</c:v>
                </c:pt>
                <c:pt idx="4537">
                  <c:v>31.514198303222699</c:v>
                </c:pt>
                <c:pt idx="4538">
                  <c:v>31.461847305297901</c:v>
                </c:pt>
                <c:pt idx="4539">
                  <c:v>31.506126403808601</c:v>
                </c:pt>
                <c:pt idx="4540">
                  <c:v>31.467220306396499</c:v>
                </c:pt>
                <c:pt idx="4541">
                  <c:v>31.454689025878899</c:v>
                </c:pt>
                <c:pt idx="4542">
                  <c:v>31.518812179565401</c:v>
                </c:pt>
                <c:pt idx="4543">
                  <c:v>31.5846157073975</c:v>
                </c:pt>
                <c:pt idx="4544">
                  <c:v>31.6909790039063</c:v>
                </c:pt>
                <c:pt idx="4545">
                  <c:v>31.773683547973601</c:v>
                </c:pt>
                <c:pt idx="4546">
                  <c:v>31.822776794433601</c:v>
                </c:pt>
                <c:pt idx="4547">
                  <c:v>31.919267654418899</c:v>
                </c:pt>
                <c:pt idx="4548">
                  <c:v>31.935083389282202</c:v>
                </c:pt>
                <c:pt idx="4549">
                  <c:v>32.022296905517599</c:v>
                </c:pt>
                <c:pt idx="4550">
                  <c:v>32.044757843017599</c:v>
                </c:pt>
                <c:pt idx="4551">
                  <c:v>32.087089538574197</c:v>
                </c:pt>
                <c:pt idx="4552">
                  <c:v>32.127876281738303</c:v>
                </c:pt>
                <c:pt idx="4553">
                  <c:v>32.119556427002003</c:v>
                </c:pt>
                <c:pt idx="4554">
                  <c:v>32.126327514648402</c:v>
                </c:pt>
                <c:pt idx="4555">
                  <c:v>32.136241912841797</c:v>
                </c:pt>
                <c:pt idx="4556">
                  <c:v>32.222164154052699</c:v>
                </c:pt>
                <c:pt idx="4557">
                  <c:v>32.214229583740199</c:v>
                </c:pt>
                <c:pt idx="4558">
                  <c:v>32.354225158691399</c:v>
                </c:pt>
                <c:pt idx="4559">
                  <c:v>32.526657104492202</c:v>
                </c:pt>
                <c:pt idx="4560">
                  <c:v>32.581748962402301</c:v>
                </c:pt>
                <c:pt idx="4561">
                  <c:v>32.536914825439503</c:v>
                </c:pt>
                <c:pt idx="4562">
                  <c:v>32.559768676757798</c:v>
                </c:pt>
                <c:pt idx="4563">
                  <c:v>32.675350189208999</c:v>
                </c:pt>
                <c:pt idx="4564">
                  <c:v>32.785129547119098</c:v>
                </c:pt>
                <c:pt idx="4565">
                  <c:v>32.853286743164098</c:v>
                </c:pt>
                <c:pt idx="4566">
                  <c:v>32.881671905517599</c:v>
                </c:pt>
                <c:pt idx="4567">
                  <c:v>32.982078552246101</c:v>
                </c:pt>
                <c:pt idx="4568">
                  <c:v>33.130504608154297</c:v>
                </c:pt>
                <c:pt idx="4569">
                  <c:v>33.204719543457003</c:v>
                </c:pt>
                <c:pt idx="4570">
                  <c:v>33.310970306396499</c:v>
                </c:pt>
                <c:pt idx="4571">
                  <c:v>33.321445465087898</c:v>
                </c:pt>
                <c:pt idx="4572">
                  <c:v>33.405261993408203</c:v>
                </c:pt>
                <c:pt idx="4573">
                  <c:v>33.385280609130902</c:v>
                </c:pt>
                <c:pt idx="4574">
                  <c:v>33.360553741455099</c:v>
                </c:pt>
                <c:pt idx="4575">
                  <c:v>33.413795471191399</c:v>
                </c:pt>
                <c:pt idx="4576">
                  <c:v>33.600498199462898</c:v>
                </c:pt>
                <c:pt idx="4577">
                  <c:v>33.717082977294901</c:v>
                </c:pt>
                <c:pt idx="4578">
                  <c:v>33.743148803710902</c:v>
                </c:pt>
                <c:pt idx="4579">
                  <c:v>33.872425079345703</c:v>
                </c:pt>
                <c:pt idx="4580">
                  <c:v>34.055831909179702</c:v>
                </c:pt>
                <c:pt idx="4581">
                  <c:v>34.183540344238303</c:v>
                </c:pt>
                <c:pt idx="4582">
                  <c:v>34.297683715820298</c:v>
                </c:pt>
                <c:pt idx="4583">
                  <c:v>34.380729675292997</c:v>
                </c:pt>
                <c:pt idx="4584">
                  <c:v>34.640613555908203</c:v>
                </c:pt>
                <c:pt idx="4585">
                  <c:v>34.704357147216797</c:v>
                </c:pt>
                <c:pt idx="4586">
                  <c:v>34.789138793945298</c:v>
                </c:pt>
                <c:pt idx="4587">
                  <c:v>34.890228271484403</c:v>
                </c:pt>
                <c:pt idx="4588">
                  <c:v>34.9984741210938</c:v>
                </c:pt>
                <c:pt idx="4589">
                  <c:v>35.0062866210938</c:v>
                </c:pt>
                <c:pt idx="4590">
                  <c:v>34.941799163818402</c:v>
                </c:pt>
                <c:pt idx="4591">
                  <c:v>35.046318054199197</c:v>
                </c:pt>
                <c:pt idx="4592">
                  <c:v>35.160083770752003</c:v>
                </c:pt>
                <c:pt idx="4593">
                  <c:v>35.165088653564503</c:v>
                </c:pt>
                <c:pt idx="4594">
                  <c:v>35.225128173828097</c:v>
                </c:pt>
                <c:pt idx="4595">
                  <c:v>35.208580017089801</c:v>
                </c:pt>
                <c:pt idx="4596">
                  <c:v>35.223262786865199</c:v>
                </c:pt>
                <c:pt idx="4597">
                  <c:v>35.224945068359403</c:v>
                </c:pt>
                <c:pt idx="4598">
                  <c:v>35.1559448242188</c:v>
                </c:pt>
                <c:pt idx="4599">
                  <c:v>35.139621734619098</c:v>
                </c:pt>
                <c:pt idx="4600">
                  <c:v>35.288936614990199</c:v>
                </c:pt>
                <c:pt idx="4601">
                  <c:v>35.307785034179702</c:v>
                </c:pt>
                <c:pt idx="4602">
                  <c:v>35.2284965515137</c:v>
                </c:pt>
                <c:pt idx="4603">
                  <c:v>35.248992919921903</c:v>
                </c:pt>
                <c:pt idx="4604">
                  <c:v>35.359748840332003</c:v>
                </c:pt>
                <c:pt idx="4605">
                  <c:v>35.438156127929702</c:v>
                </c:pt>
                <c:pt idx="4606">
                  <c:v>35.549217224121101</c:v>
                </c:pt>
                <c:pt idx="4607">
                  <c:v>35.528709411621101</c:v>
                </c:pt>
                <c:pt idx="4608">
                  <c:v>35.540641784667997</c:v>
                </c:pt>
                <c:pt idx="4609">
                  <c:v>35.591648101806598</c:v>
                </c:pt>
                <c:pt idx="4610">
                  <c:v>35.813438415527301</c:v>
                </c:pt>
                <c:pt idx="4611">
                  <c:v>35.949440002441399</c:v>
                </c:pt>
                <c:pt idx="4612">
                  <c:v>36.1689643859863</c:v>
                </c:pt>
                <c:pt idx="4613">
                  <c:v>36.336376190185597</c:v>
                </c:pt>
                <c:pt idx="4614">
                  <c:v>36.493339538574197</c:v>
                </c:pt>
                <c:pt idx="4615">
                  <c:v>36.632156372070298</c:v>
                </c:pt>
                <c:pt idx="4616">
                  <c:v>36.876735687255902</c:v>
                </c:pt>
                <c:pt idx="4617">
                  <c:v>37.191127777099602</c:v>
                </c:pt>
                <c:pt idx="4618">
                  <c:v>37.194984436035199</c:v>
                </c:pt>
                <c:pt idx="4619">
                  <c:v>37.545421600341797</c:v>
                </c:pt>
                <c:pt idx="4620">
                  <c:v>37.7972412109375</c:v>
                </c:pt>
                <c:pt idx="4621">
                  <c:v>37.941719055175803</c:v>
                </c:pt>
                <c:pt idx="4622">
                  <c:v>38.270885467529297</c:v>
                </c:pt>
                <c:pt idx="4623">
                  <c:v>38.441082000732401</c:v>
                </c:pt>
                <c:pt idx="4624">
                  <c:v>38.576824188232401</c:v>
                </c:pt>
                <c:pt idx="4625">
                  <c:v>38.841384887695298</c:v>
                </c:pt>
                <c:pt idx="4626">
                  <c:v>39.131771087646499</c:v>
                </c:pt>
                <c:pt idx="4627">
                  <c:v>39.275230407714801</c:v>
                </c:pt>
                <c:pt idx="4628">
                  <c:v>39.356544494628899</c:v>
                </c:pt>
                <c:pt idx="4629">
                  <c:v>39.717838287353501</c:v>
                </c:pt>
                <c:pt idx="4630">
                  <c:v>40.046302795410199</c:v>
                </c:pt>
                <c:pt idx="4631">
                  <c:v>40.795276641845703</c:v>
                </c:pt>
                <c:pt idx="4632">
                  <c:v>41.683975219726598</c:v>
                </c:pt>
                <c:pt idx="4633">
                  <c:v>42.395153045654297</c:v>
                </c:pt>
                <c:pt idx="4634">
                  <c:v>43.042041778564503</c:v>
                </c:pt>
                <c:pt idx="4635">
                  <c:v>43.645511627197301</c:v>
                </c:pt>
                <c:pt idx="4636">
                  <c:v>44.052192687988303</c:v>
                </c:pt>
                <c:pt idx="4637">
                  <c:v>44.386425018310597</c:v>
                </c:pt>
                <c:pt idx="4638">
                  <c:v>44.805271148681598</c:v>
                </c:pt>
                <c:pt idx="4639">
                  <c:v>45.0499076843262</c:v>
                </c:pt>
                <c:pt idx="4640">
                  <c:v>45.48291015625</c:v>
                </c:pt>
                <c:pt idx="4641">
                  <c:v>45.725276947021499</c:v>
                </c:pt>
                <c:pt idx="4642">
                  <c:v>45.848072052002003</c:v>
                </c:pt>
                <c:pt idx="4643">
                  <c:v>45.914695739746101</c:v>
                </c:pt>
                <c:pt idx="4644">
                  <c:v>45.974964141845703</c:v>
                </c:pt>
                <c:pt idx="4645">
                  <c:v>46.1102485656738</c:v>
                </c:pt>
                <c:pt idx="4646">
                  <c:v>46.852573394775398</c:v>
                </c:pt>
                <c:pt idx="4647">
                  <c:v>47.620185852050803</c:v>
                </c:pt>
                <c:pt idx="4648">
                  <c:v>47.9489936828613</c:v>
                </c:pt>
                <c:pt idx="4649">
                  <c:v>48.497753143310597</c:v>
                </c:pt>
                <c:pt idx="4650">
                  <c:v>48.856460571289098</c:v>
                </c:pt>
                <c:pt idx="4651">
                  <c:v>49.071865081787102</c:v>
                </c:pt>
                <c:pt idx="4652">
                  <c:v>49.195648193359403</c:v>
                </c:pt>
                <c:pt idx="4653">
                  <c:v>49.244110107421903</c:v>
                </c:pt>
                <c:pt idx="4654">
                  <c:v>49.273983001708999</c:v>
                </c:pt>
                <c:pt idx="4655">
                  <c:v>49.268707275390597</c:v>
                </c:pt>
                <c:pt idx="4656">
                  <c:v>49.276313781738303</c:v>
                </c:pt>
                <c:pt idx="4657">
                  <c:v>49.377384185791001</c:v>
                </c:pt>
                <c:pt idx="4658">
                  <c:v>49.360862731933601</c:v>
                </c:pt>
                <c:pt idx="4659">
                  <c:v>49.416175842285199</c:v>
                </c:pt>
                <c:pt idx="4660">
                  <c:v>49.525848388671903</c:v>
                </c:pt>
                <c:pt idx="4661">
                  <c:v>49.576904296875</c:v>
                </c:pt>
                <c:pt idx="4662">
                  <c:v>49.790771484375</c:v>
                </c:pt>
                <c:pt idx="4663">
                  <c:v>49.935722351074197</c:v>
                </c:pt>
                <c:pt idx="4664">
                  <c:v>49.992069244384801</c:v>
                </c:pt>
                <c:pt idx="4665">
                  <c:v>50.115894317627003</c:v>
                </c:pt>
                <c:pt idx="4666">
                  <c:v>50.403182983398402</c:v>
                </c:pt>
                <c:pt idx="4667">
                  <c:v>50.510929107666001</c:v>
                </c:pt>
                <c:pt idx="4668">
                  <c:v>50.419094085693402</c:v>
                </c:pt>
                <c:pt idx="4669">
                  <c:v>50.327842712402301</c:v>
                </c:pt>
                <c:pt idx="4670">
                  <c:v>50.276042938232401</c:v>
                </c:pt>
                <c:pt idx="4671">
                  <c:v>50.3286743164063</c:v>
                </c:pt>
                <c:pt idx="4672">
                  <c:v>50.332481384277301</c:v>
                </c:pt>
                <c:pt idx="4673">
                  <c:v>50.459758758544901</c:v>
                </c:pt>
                <c:pt idx="4674">
                  <c:v>50.583980560302699</c:v>
                </c:pt>
                <c:pt idx="4675">
                  <c:v>50.629791259765597</c:v>
                </c:pt>
                <c:pt idx="4676">
                  <c:v>50.442287445068402</c:v>
                </c:pt>
                <c:pt idx="4677">
                  <c:v>50.492809295654297</c:v>
                </c:pt>
                <c:pt idx="4678">
                  <c:v>50.455101013183601</c:v>
                </c:pt>
                <c:pt idx="4679">
                  <c:v>50.314693450927699</c:v>
                </c:pt>
                <c:pt idx="4680">
                  <c:v>50.201236724853501</c:v>
                </c:pt>
                <c:pt idx="4681">
                  <c:v>50.132152557373097</c:v>
                </c:pt>
                <c:pt idx="4682">
                  <c:v>50.118732452392599</c:v>
                </c:pt>
                <c:pt idx="4683">
                  <c:v>50.293888092041001</c:v>
                </c:pt>
                <c:pt idx="4684">
                  <c:v>50.317108154296903</c:v>
                </c:pt>
                <c:pt idx="4685">
                  <c:v>50.595882415771499</c:v>
                </c:pt>
                <c:pt idx="4686">
                  <c:v>50.596359252929702</c:v>
                </c:pt>
                <c:pt idx="4687">
                  <c:v>50.738239288330099</c:v>
                </c:pt>
                <c:pt idx="4688">
                  <c:v>51.3215141296387</c:v>
                </c:pt>
                <c:pt idx="4689">
                  <c:v>51.261100769042997</c:v>
                </c:pt>
                <c:pt idx="4690">
                  <c:v>51.695274353027301</c:v>
                </c:pt>
                <c:pt idx="4691">
                  <c:v>52.122329711914098</c:v>
                </c:pt>
                <c:pt idx="4692">
                  <c:v>52.349910736083999</c:v>
                </c:pt>
                <c:pt idx="4693">
                  <c:v>52.538291931152301</c:v>
                </c:pt>
                <c:pt idx="4694">
                  <c:v>52.652976989746101</c:v>
                </c:pt>
                <c:pt idx="4695">
                  <c:v>52.862701416015597</c:v>
                </c:pt>
                <c:pt idx="4696">
                  <c:v>53.077095031738303</c:v>
                </c:pt>
                <c:pt idx="4697">
                  <c:v>53.527877807617202</c:v>
                </c:pt>
                <c:pt idx="4698">
                  <c:v>53.835479736328097</c:v>
                </c:pt>
                <c:pt idx="4699">
                  <c:v>53.718479156494098</c:v>
                </c:pt>
                <c:pt idx="4700">
                  <c:v>53.855152130127003</c:v>
                </c:pt>
                <c:pt idx="4701">
                  <c:v>54.196659088134801</c:v>
                </c:pt>
                <c:pt idx="4702">
                  <c:v>54.501846313476598</c:v>
                </c:pt>
                <c:pt idx="4703">
                  <c:v>54.868606567382798</c:v>
                </c:pt>
                <c:pt idx="4704">
                  <c:v>55.215888977050803</c:v>
                </c:pt>
                <c:pt idx="4705">
                  <c:v>55.523178100585902</c:v>
                </c:pt>
                <c:pt idx="4706">
                  <c:v>55.740211486816399</c:v>
                </c:pt>
                <c:pt idx="4707">
                  <c:v>55.925632476806598</c:v>
                </c:pt>
                <c:pt idx="4708">
                  <c:v>55.917274475097699</c:v>
                </c:pt>
                <c:pt idx="4709">
                  <c:v>56.080101013183601</c:v>
                </c:pt>
                <c:pt idx="4710">
                  <c:v>56.278354644775398</c:v>
                </c:pt>
                <c:pt idx="4711">
                  <c:v>56.387367248535199</c:v>
                </c:pt>
                <c:pt idx="4712">
                  <c:v>56.432094573974602</c:v>
                </c:pt>
                <c:pt idx="4713">
                  <c:v>56.440986633300803</c:v>
                </c:pt>
                <c:pt idx="4714">
                  <c:v>56.354629516601598</c:v>
                </c:pt>
                <c:pt idx="4715">
                  <c:v>56.275405883789098</c:v>
                </c:pt>
                <c:pt idx="4716">
                  <c:v>56.343551635742202</c:v>
                </c:pt>
                <c:pt idx="4717">
                  <c:v>56.355361938476598</c:v>
                </c:pt>
                <c:pt idx="4718">
                  <c:v>56.302722930908203</c:v>
                </c:pt>
                <c:pt idx="4719">
                  <c:v>56.192737579345703</c:v>
                </c:pt>
                <c:pt idx="4720">
                  <c:v>56.117713928222699</c:v>
                </c:pt>
                <c:pt idx="4721">
                  <c:v>56.065513610839801</c:v>
                </c:pt>
                <c:pt idx="4722">
                  <c:v>56.001262664794901</c:v>
                </c:pt>
                <c:pt idx="4723">
                  <c:v>55.926773071289098</c:v>
                </c:pt>
                <c:pt idx="4724">
                  <c:v>55.826854705810597</c:v>
                </c:pt>
                <c:pt idx="4725">
                  <c:v>55.790935516357401</c:v>
                </c:pt>
                <c:pt idx="4726">
                  <c:v>55.811912536621101</c:v>
                </c:pt>
                <c:pt idx="4727">
                  <c:v>55.796684265136697</c:v>
                </c:pt>
                <c:pt idx="4728">
                  <c:v>55.806697845458999</c:v>
                </c:pt>
                <c:pt idx="4729">
                  <c:v>55.790870666503899</c:v>
                </c:pt>
                <c:pt idx="4730">
                  <c:v>55.609420776367202</c:v>
                </c:pt>
                <c:pt idx="4731">
                  <c:v>55.558994293212898</c:v>
                </c:pt>
                <c:pt idx="4732">
                  <c:v>55.432582855224602</c:v>
                </c:pt>
                <c:pt idx="4733">
                  <c:v>55.225215911865199</c:v>
                </c:pt>
                <c:pt idx="4734">
                  <c:v>55.133838653564503</c:v>
                </c:pt>
                <c:pt idx="4735">
                  <c:v>55.001720428466797</c:v>
                </c:pt>
                <c:pt idx="4736">
                  <c:v>54.775348663330099</c:v>
                </c:pt>
                <c:pt idx="4737">
                  <c:v>54.679351806640597</c:v>
                </c:pt>
                <c:pt idx="4738">
                  <c:v>54.674983978271499</c:v>
                </c:pt>
                <c:pt idx="4739">
                  <c:v>54.642791748046903</c:v>
                </c:pt>
                <c:pt idx="4740">
                  <c:v>54.483806610107401</c:v>
                </c:pt>
                <c:pt idx="4741">
                  <c:v>54.361686706542997</c:v>
                </c:pt>
                <c:pt idx="4742">
                  <c:v>54.266689300537102</c:v>
                </c:pt>
                <c:pt idx="4743">
                  <c:v>54.254055023193402</c:v>
                </c:pt>
                <c:pt idx="4744">
                  <c:v>54.200107574462898</c:v>
                </c:pt>
                <c:pt idx="4745">
                  <c:v>54.160514831542997</c:v>
                </c:pt>
                <c:pt idx="4746">
                  <c:v>54.148715972900398</c:v>
                </c:pt>
                <c:pt idx="4747">
                  <c:v>54.124458312988303</c:v>
                </c:pt>
                <c:pt idx="4748">
                  <c:v>54.0411186218262</c:v>
                </c:pt>
                <c:pt idx="4749">
                  <c:v>54.060234069824197</c:v>
                </c:pt>
                <c:pt idx="4750">
                  <c:v>54.105316162109403</c:v>
                </c:pt>
                <c:pt idx="4751">
                  <c:v>54.000064849853501</c:v>
                </c:pt>
                <c:pt idx="4752">
                  <c:v>53.866153717041001</c:v>
                </c:pt>
                <c:pt idx="4753">
                  <c:v>53.582443237304702</c:v>
                </c:pt>
                <c:pt idx="4754">
                  <c:v>53.471874237060597</c:v>
                </c:pt>
                <c:pt idx="4755">
                  <c:v>53.465583801269503</c:v>
                </c:pt>
                <c:pt idx="4756">
                  <c:v>53.394119262695298</c:v>
                </c:pt>
                <c:pt idx="4757">
                  <c:v>53.3468017578125</c:v>
                </c:pt>
                <c:pt idx="4758">
                  <c:v>53.306365966796903</c:v>
                </c:pt>
                <c:pt idx="4759">
                  <c:v>53.289566040039098</c:v>
                </c:pt>
                <c:pt idx="4760">
                  <c:v>53.344661712646499</c:v>
                </c:pt>
                <c:pt idx="4761">
                  <c:v>53.398796081542997</c:v>
                </c:pt>
                <c:pt idx="4762">
                  <c:v>53.450790405273402</c:v>
                </c:pt>
                <c:pt idx="4763">
                  <c:v>53.545639038085902</c:v>
                </c:pt>
                <c:pt idx="4764">
                  <c:v>53.707035064697301</c:v>
                </c:pt>
                <c:pt idx="4765">
                  <c:v>53.533519744873097</c:v>
                </c:pt>
                <c:pt idx="4766">
                  <c:v>53.585464477539098</c:v>
                </c:pt>
                <c:pt idx="4767">
                  <c:v>53.6085205078125</c:v>
                </c:pt>
                <c:pt idx="4768">
                  <c:v>53.615184783935597</c:v>
                </c:pt>
                <c:pt idx="4769">
                  <c:v>53.862640380859403</c:v>
                </c:pt>
                <c:pt idx="4770">
                  <c:v>54.009243011474602</c:v>
                </c:pt>
                <c:pt idx="4771">
                  <c:v>54.315250396728501</c:v>
                </c:pt>
                <c:pt idx="4772">
                  <c:v>54.510593414306598</c:v>
                </c:pt>
                <c:pt idx="4773">
                  <c:v>54.366283416748097</c:v>
                </c:pt>
                <c:pt idx="4774">
                  <c:v>54.741497039794901</c:v>
                </c:pt>
                <c:pt idx="4775">
                  <c:v>55.249435424804702</c:v>
                </c:pt>
                <c:pt idx="4776">
                  <c:v>55.5690727233887</c:v>
                </c:pt>
                <c:pt idx="4777">
                  <c:v>55.763221740722699</c:v>
                </c:pt>
                <c:pt idx="4778">
                  <c:v>55.970870971679702</c:v>
                </c:pt>
                <c:pt idx="4779">
                  <c:v>56.2301216125488</c:v>
                </c:pt>
                <c:pt idx="4780">
                  <c:v>56.458972930908203</c:v>
                </c:pt>
                <c:pt idx="4781">
                  <c:v>56.864170074462898</c:v>
                </c:pt>
                <c:pt idx="4782">
                  <c:v>57.296768188476598</c:v>
                </c:pt>
                <c:pt idx="4783">
                  <c:v>57.845577239990199</c:v>
                </c:pt>
                <c:pt idx="4784">
                  <c:v>58.171890258789098</c:v>
                </c:pt>
                <c:pt idx="4785">
                  <c:v>58.4278755187988</c:v>
                </c:pt>
                <c:pt idx="4786">
                  <c:v>58.564643859863303</c:v>
                </c:pt>
                <c:pt idx="4787">
                  <c:v>58.691558837890597</c:v>
                </c:pt>
                <c:pt idx="4788">
                  <c:v>58.715389251708999</c:v>
                </c:pt>
                <c:pt idx="4789">
                  <c:v>58.776241302490199</c:v>
                </c:pt>
                <c:pt idx="4790">
                  <c:v>58.788284301757798</c:v>
                </c:pt>
                <c:pt idx="4791">
                  <c:v>58.759513854980497</c:v>
                </c:pt>
                <c:pt idx="4792">
                  <c:v>58.703113555908203</c:v>
                </c:pt>
                <c:pt idx="4793">
                  <c:v>58.613914489746101</c:v>
                </c:pt>
                <c:pt idx="4794">
                  <c:v>58.5351753234863</c:v>
                </c:pt>
                <c:pt idx="4795">
                  <c:v>58.410423278808601</c:v>
                </c:pt>
                <c:pt idx="4796">
                  <c:v>58.256443023681598</c:v>
                </c:pt>
                <c:pt idx="4797">
                  <c:v>58.124500274658203</c:v>
                </c:pt>
                <c:pt idx="4798">
                  <c:v>57.9944877624512</c:v>
                </c:pt>
                <c:pt idx="4799">
                  <c:v>57.892845153808601</c:v>
                </c:pt>
                <c:pt idx="4800">
                  <c:v>57.761932373046903</c:v>
                </c:pt>
                <c:pt idx="4801">
                  <c:v>57.667510986328097</c:v>
                </c:pt>
                <c:pt idx="4802">
                  <c:v>57.577545166015597</c:v>
                </c:pt>
                <c:pt idx="4803">
                  <c:v>57.4945259094238</c:v>
                </c:pt>
                <c:pt idx="4804">
                  <c:v>57.267894744873097</c:v>
                </c:pt>
                <c:pt idx="4805">
                  <c:v>56.993820190429702</c:v>
                </c:pt>
                <c:pt idx="4806">
                  <c:v>56.8033256530762</c:v>
                </c:pt>
                <c:pt idx="4807">
                  <c:v>56.633460998535199</c:v>
                </c:pt>
                <c:pt idx="4808">
                  <c:v>56.430343627929702</c:v>
                </c:pt>
                <c:pt idx="4809">
                  <c:v>56.316471099853501</c:v>
                </c:pt>
                <c:pt idx="4810">
                  <c:v>56.226173400878899</c:v>
                </c:pt>
                <c:pt idx="4811">
                  <c:v>56.130374908447301</c:v>
                </c:pt>
                <c:pt idx="4812">
                  <c:v>56.021369934082003</c:v>
                </c:pt>
                <c:pt idx="4813">
                  <c:v>55.934165954589801</c:v>
                </c:pt>
                <c:pt idx="4814">
                  <c:v>55.879959106445298</c:v>
                </c:pt>
                <c:pt idx="4815">
                  <c:v>55.825004577636697</c:v>
                </c:pt>
                <c:pt idx="4816">
                  <c:v>55.814701080322301</c:v>
                </c:pt>
                <c:pt idx="4817">
                  <c:v>55.748043060302699</c:v>
                </c:pt>
                <c:pt idx="4818">
                  <c:v>55.550426483154297</c:v>
                </c:pt>
                <c:pt idx="4819">
                  <c:v>55.2946586608887</c:v>
                </c:pt>
                <c:pt idx="4820">
                  <c:v>55.149063110351598</c:v>
                </c:pt>
                <c:pt idx="4821">
                  <c:v>54.936782836914098</c:v>
                </c:pt>
                <c:pt idx="4822">
                  <c:v>54.655834197998097</c:v>
                </c:pt>
                <c:pt idx="4823">
                  <c:v>54.449371337890597</c:v>
                </c:pt>
                <c:pt idx="4824">
                  <c:v>54.360057830810597</c:v>
                </c:pt>
                <c:pt idx="4825">
                  <c:v>54.258205413818402</c:v>
                </c:pt>
                <c:pt idx="4826">
                  <c:v>54.189987182617202</c:v>
                </c:pt>
                <c:pt idx="4827">
                  <c:v>54.139049530029297</c:v>
                </c:pt>
                <c:pt idx="4828">
                  <c:v>54.149135589599602</c:v>
                </c:pt>
                <c:pt idx="4829">
                  <c:v>54.039215087890597</c:v>
                </c:pt>
                <c:pt idx="4830">
                  <c:v>53.948291778564503</c:v>
                </c:pt>
                <c:pt idx="4831">
                  <c:v>53.713142395019503</c:v>
                </c:pt>
                <c:pt idx="4832">
                  <c:v>53.619789123535199</c:v>
                </c:pt>
                <c:pt idx="4833">
                  <c:v>53.758762359619098</c:v>
                </c:pt>
                <c:pt idx="4834">
                  <c:v>53.742504119873097</c:v>
                </c:pt>
                <c:pt idx="4835">
                  <c:v>53.551841735839801</c:v>
                </c:pt>
                <c:pt idx="4836">
                  <c:v>53.658943176269503</c:v>
                </c:pt>
                <c:pt idx="4837">
                  <c:v>53.5009155273438</c:v>
                </c:pt>
                <c:pt idx="4838">
                  <c:v>53.630672454833999</c:v>
                </c:pt>
                <c:pt idx="4839">
                  <c:v>53.850254058837898</c:v>
                </c:pt>
                <c:pt idx="4840">
                  <c:v>54.026542663574197</c:v>
                </c:pt>
                <c:pt idx="4841">
                  <c:v>54.269527435302699</c:v>
                </c:pt>
                <c:pt idx="4842">
                  <c:v>54.773128509521499</c:v>
                </c:pt>
                <c:pt idx="4843">
                  <c:v>54.8903198242188</c:v>
                </c:pt>
                <c:pt idx="4844">
                  <c:v>55.222126007080099</c:v>
                </c:pt>
                <c:pt idx="4845">
                  <c:v>55.521827697753899</c:v>
                </c:pt>
                <c:pt idx="4846">
                  <c:v>55.734565734863303</c:v>
                </c:pt>
                <c:pt idx="4847">
                  <c:v>55.861286163330099</c:v>
                </c:pt>
                <c:pt idx="4848">
                  <c:v>56.035568237304702</c:v>
                </c:pt>
                <c:pt idx="4849">
                  <c:v>56.249359130859403</c:v>
                </c:pt>
                <c:pt idx="4850">
                  <c:v>56.3974609375</c:v>
                </c:pt>
                <c:pt idx="4851">
                  <c:v>56.398712158203097</c:v>
                </c:pt>
                <c:pt idx="4852">
                  <c:v>56.612430572509801</c:v>
                </c:pt>
                <c:pt idx="4853">
                  <c:v>56.670413970947301</c:v>
                </c:pt>
                <c:pt idx="4854">
                  <c:v>56.620021820068402</c:v>
                </c:pt>
                <c:pt idx="4855">
                  <c:v>56.810489654541001</c:v>
                </c:pt>
                <c:pt idx="4856">
                  <c:v>57.044548034667997</c:v>
                </c:pt>
                <c:pt idx="4857">
                  <c:v>57.243785858154297</c:v>
                </c:pt>
                <c:pt idx="4858">
                  <c:v>57.566192626953097</c:v>
                </c:pt>
                <c:pt idx="4859">
                  <c:v>58.040054321289098</c:v>
                </c:pt>
                <c:pt idx="4860">
                  <c:v>58.306247711181598</c:v>
                </c:pt>
                <c:pt idx="4861">
                  <c:v>58.388309478759801</c:v>
                </c:pt>
                <c:pt idx="4862">
                  <c:v>58.497367858886697</c:v>
                </c:pt>
                <c:pt idx="4863">
                  <c:v>58.781547546386697</c:v>
                </c:pt>
                <c:pt idx="4864">
                  <c:v>58.905372619628899</c:v>
                </c:pt>
                <c:pt idx="4865">
                  <c:v>58.808269500732401</c:v>
                </c:pt>
                <c:pt idx="4866">
                  <c:v>58.939765930175803</c:v>
                </c:pt>
                <c:pt idx="4867">
                  <c:v>59.336654663085902</c:v>
                </c:pt>
                <c:pt idx="4868">
                  <c:v>59.441242218017599</c:v>
                </c:pt>
                <c:pt idx="4869">
                  <c:v>59.772499084472699</c:v>
                </c:pt>
                <c:pt idx="4870">
                  <c:v>59.985675811767599</c:v>
                </c:pt>
                <c:pt idx="4871">
                  <c:v>60.090408325195298</c:v>
                </c:pt>
                <c:pt idx="4872">
                  <c:v>60.6060180664063</c:v>
                </c:pt>
                <c:pt idx="4873">
                  <c:v>60.903633117675803</c:v>
                </c:pt>
                <c:pt idx="4874">
                  <c:v>61.2169189453125</c:v>
                </c:pt>
                <c:pt idx="4875">
                  <c:v>61.332912445068402</c:v>
                </c:pt>
                <c:pt idx="4876">
                  <c:v>61.247604370117202</c:v>
                </c:pt>
                <c:pt idx="4877">
                  <c:v>61.345851898193402</c:v>
                </c:pt>
                <c:pt idx="4878">
                  <c:v>61.529212951660199</c:v>
                </c:pt>
                <c:pt idx="4879">
                  <c:v>61.646568298339801</c:v>
                </c:pt>
                <c:pt idx="4880">
                  <c:v>61.635707855224602</c:v>
                </c:pt>
                <c:pt idx="4881">
                  <c:v>61.769611358642599</c:v>
                </c:pt>
                <c:pt idx="4882">
                  <c:v>61.8355522155762</c:v>
                </c:pt>
                <c:pt idx="4883">
                  <c:v>61.711704254150398</c:v>
                </c:pt>
                <c:pt idx="4884">
                  <c:v>61.704811096191399</c:v>
                </c:pt>
                <c:pt idx="4885">
                  <c:v>61.66455078125</c:v>
                </c:pt>
                <c:pt idx="4886">
                  <c:v>61.727863311767599</c:v>
                </c:pt>
                <c:pt idx="4887">
                  <c:v>61.875820159912102</c:v>
                </c:pt>
                <c:pt idx="4888">
                  <c:v>61.844123840332003</c:v>
                </c:pt>
                <c:pt idx="4889">
                  <c:v>61.893932342529297</c:v>
                </c:pt>
                <c:pt idx="4890">
                  <c:v>61.965793609619098</c:v>
                </c:pt>
                <c:pt idx="4891">
                  <c:v>61.981815338134801</c:v>
                </c:pt>
                <c:pt idx="4892">
                  <c:v>61.927967071533203</c:v>
                </c:pt>
                <c:pt idx="4893">
                  <c:v>61.891777038574197</c:v>
                </c:pt>
                <c:pt idx="4894">
                  <c:v>61.898601531982401</c:v>
                </c:pt>
                <c:pt idx="4895">
                  <c:v>61.818897247314503</c:v>
                </c:pt>
                <c:pt idx="4896">
                  <c:v>61.770072937011697</c:v>
                </c:pt>
                <c:pt idx="4897">
                  <c:v>61.737747192382798</c:v>
                </c:pt>
                <c:pt idx="4898">
                  <c:v>61.5907173156738</c:v>
                </c:pt>
                <c:pt idx="4899">
                  <c:v>61.473453521728501</c:v>
                </c:pt>
                <c:pt idx="4900">
                  <c:v>61.380992889404297</c:v>
                </c:pt>
                <c:pt idx="4901">
                  <c:v>61.549953460693402</c:v>
                </c:pt>
                <c:pt idx="4902">
                  <c:v>61.660064697265597</c:v>
                </c:pt>
                <c:pt idx="4903">
                  <c:v>61.941947937011697</c:v>
                </c:pt>
                <c:pt idx="4904">
                  <c:v>62.247962951660199</c:v>
                </c:pt>
                <c:pt idx="4905">
                  <c:v>62.558513641357401</c:v>
                </c:pt>
                <c:pt idx="4906">
                  <c:v>62.723472595214801</c:v>
                </c:pt>
                <c:pt idx="4907">
                  <c:v>62.959598541259801</c:v>
                </c:pt>
                <c:pt idx="4908">
                  <c:v>63.324935913085902</c:v>
                </c:pt>
                <c:pt idx="4909">
                  <c:v>63.6708793640137</c:v>
                </c:pt>
                <c:pt idx="4910">
                  <c:v>63.845691680908203</c:v>
                </c:pt>
                <c:pt idx="4911">
                  <c:v>64.021781921386705</c:v>
                </c:pt>
                <c:pt idx="4912">
                  <c:v>64.112663269042997</c:v>
                </c:pt>
                <c:pt idx="4913">
                  <c:v>64.156433105468807</c:v>
                </c:pt>
                <c:pt idx="4914">
                  <c:v>64.135955810546903</c:v>
                </c:pt>
                <c:pt idx="4915">
                  <c:v>64.118347167968807</c:v>
                </c:pt>
                <c:pt idx="4916">
                  <c:v>64.084655761718807</c:v>
                </c:pt>
                <c:pt idx="4917">
                  <c:v>64.091941833496094</c:v>
                </c:pt>
                <c:pt idx="4918">
                  <c:v>64.046897888183594</c:v>
                </c:pt>
                <c:pt idx="4919">
                  <c:v>63.946453094482401</c:v>
                </c:pt>
                <c:pt idx="4920">
                  <c:v>63.833305358886697</c:v>
                </c:pt>
                <c:pt idx="4921">
                  <c:v>63.6378784179688</c:v>
                </c:pt>
                <c:pt idx="4922">
                  <c:v>63.400642395019503</c:v>
                </c:pt>
                <c:pt idx="4923">
                  <c:v>63.268379211425803</c:v>
                </c:pt>
                <c:pt idx="4924">
                  <c:v>63.125785827636697</c:v>
                </c:pt>
                <c:pt idx="4925">
                  <c:v>62.952163696289098</c:v>
                </c:pt>
                <c:pt idx="4926">
                  <c:v>62.810127258300803</c:v>
                </c:pt>
                <c:pt idx="4927">
                  <c:v>62.654819488525398</c:v>
                </c:pt>
                <c:pt idx="4928">
                  <c:v>62.500495910644503</c:v>
                </c:pt>
                <c:pt idx="4929">
                  <c:v>62.324756622314503</c:v>
                </c:pt>
                <c:pt idx="4930">
                  <c:v>62.155101776123097</c:v>
                </c:pt>
                <c:pt idx="4931">
                  <c:v>61.991291046142599</c:v>
                </c:pt>
                <c:pt idx="4932">
                  <c:v>61.847164154052699</c:v>
                </c:pt>
                <c:pt idx="4933">
                  <c:v>61.706462860107401</c:v>
                </c:pt>
                <c:pt idx="4934">
                  <c:v>61.569793701171903</c:v>
                </c:pt>
                <c:pt idx="4935">
                  <c:v>61.301540374755902</c:v>
                </c:pt>
                <c:pt idx="4936">
                  <c:v>61.083080291748097</c:v>
                </c:pt>
                <c:pt idx="4937">
                  <c:v>61.007869720458999</c:v>
                </c:pt>
                <c:pt idx="4938">
                  <c:v>60.840576171875</c:v>
                </c:pt>
                <c:pt idx="4939">
                  <c:v>60.7471923828125</c:v>
                </c:pt>
                <c:pt idx="4940">
                  <c:v>60.661537170410199</c:v>
                </c:pt>
                <c:pt idx="4941">
                  <c:v>60.545921325683601</c:v>
                </c:pt>
                <c:pt idx="4942">
                  <c:v>60.425224304199197</c:v>
                </c:pt>
                <c:pt idx="4943">
                  <c:v>60.190383911132798</c:v>
                </c:pt>
                <c:pt idx="4944">
                  <c:v>60.118202209472699</c:v>
                </c:pt>
                <c:pt idx="4945">
                  <c:v>60.258586883544901</c:v>
                </c:pt>
                <c:pt idx="4946">
                  <c:v>60.3706245422363</c:v>
                </c:pt>
                <c:pt idx="4947">
                  <c:v>60.4052734375</c:v>
                </c:pt>
                <c:pt idx="4948">
                  <c:v>60.283634185791001</c:v>
                </c:pt>
                <c:pt idx="4949">
                  <c:v>60.211193084716797</c:v>
                </c:pt>
                <c:pt idx="4950">
                  <c:v>60.245742797851598</c:v>
                </c:pt>
                <c:pt idx="4951">
                  <c:v>60.357864379882798</c:v>
                </c:pt>
                <c:pt idx="4952">
                  <c:v>60.501922607421903</c:v>
                </c:pt>
                <c:pt idx="4953">
                  <c:v>60.545825958252003</c:v>
                </c:pt>
                <c:pt idx="4954">
                  <c:v>60.698451995849602</c:v>
                </c:pt>
                <c:pt idx="4955">
                  <c:v>60.946979522705099</c:v>
                </c:pt>
                <c:pt idx="4956">
                  <c:v>61.130298614502003</c:v>
                </c:pt>
                <c:pt idx="4957">
                  <c:v>61.508590698242202</c:v>
                </c:pt>
                <c:pt idx="4958">
                  <c:v>61.683860778808601</c:v>
                </c:pt>
                <c:pt idx="4959">
                  <c:v>61.872230529785199</c:v>
                </c:pt>
                <c:pt idx="4960">
                  <c:v>61.930046081542997</c:v>
                </c:pt>
                <c:pt idx="4961">
                  <c:v>62.078739166259801</c:v>
                </c:pt>
                <c:pt idx="4962">
                  <c:v>62.210407257080099</c:v>
                </c:pt>
                <c:pt idx="4963">
                  <c:v>62.330417633056598</c:v>
                </c:pt>
                <c:pt idx="4964">
                  <c:v>62.385906219482401</c:v>
                </c:pt>
                <c:pt idx="4965">
                  <c:v>62.4085884094238</c:v>
                </c:pt>
                <c:pt idx="4966">
                  <c:v>62.395645141601598</c:v>
                </c:pt>
                <c:pt idx="4967">
                  <c:v>62.280830383300803</c:v>
                </c:pt>
                <c:pt idx="4968">
                  <c:v>62.189208984375</c:v>
                </c:pt>
                <c:pt idx="4969">
                  <c:v>62.069576263427699</c:v>
                </c:pt>
                <c:pt idx="4970">
                  <c:v>61.927532196044901</c:v>
                </c:pt>
                <c:pt idx="4971">
                  <c:v>61.825145721435597</c:v>
                </c:pt>
                <c:pt idx="4972">
                  <c:v>61.761905670166001</c:v>
                </c:pt>
                <c:pt idx="4973">
                  <c:v>61.775886535644503</c:v>
                </c:pt>
                <c:pt idx="4974">
                  <c:v>61.767875671386697</c:v>
                </c:pt>
                <c:pt idx="4975">
                  <c:v>61.853588104248097</c:v>
                </c:pt>
                <c:pt idx="4976">
                  <c:v>61.748374938964801</c:v>
                </c:pt>
                <c:pt idx="4977">
                  <c:v>61.722103118896499</c:v>
                </c:pt>
                <c:pt idx="4978">
                  <c:v>61.937801361083999</c:v>
                </c:pt>
                <c:pt idx="4979">
                  <c:v>62.1830444335938</c:v>
                </c:pt>
                <c:pt idx="4980">
                  <c:v>62.326389312744098</c:v>
                </c:pt>
                <c:pt idx="4981">
                  <c:v>62.484146118164098</c:v>
                </c:pt>
                <c:pt idx="4982">
                  <c:v>62.613124847412102</c:v>
                </c:pt>
                <c:pt idx="4983">
                  <c:v>62.732418060302699</c:v>
                </c:pt>
                <c:pt idx="4984">
                  <c:v>63.2051811218262</c:v>
                </c:pt>
                <c:pt idx="4985">
                  <c:v>63.573623657226598</c:v>
                </c:pt>
                <c:pt idx="4986">
                  <c:v>63.6793823242188</c:v>
                </c:pt>
                <c:pt idx="4987">
                  <c:v>63.693687438964801</c:v>
                </c:pt>
                <c:pt idx="4988">
                  <c:v>63.894054412841797</c:v>
                </c:pt>
                <c:pt idx="4989">
                  <c:v>64.142044067382798</c:v>
                </c:pt>
                <c:pt idx="4990">
                  <c:v>64.362731933593807</c:v>
                </c:pt>
                <c:pt idx="4991">
                  <c:v>64.622489929199205</c:v>
                </c:pt>
                <c:pt idx="4992">
                  <c:v>64.919914245605497</c:v>
                </c:pt>
                <c:pt idx="4993">
                  <c:v>65.128829956054702</c:v>
                </c:pt>
                <c:pt idx="4994">
                  <c:v>65.261589050292997</c:v>
                </c:pt>
                <c:pt idx="4995">
                  <c:v>65.388763427734403</c:v>
                </c:pt>
                <c:pt idx="4996">
                  <c:v>65.439773559570298</c:v>
                </c:pt>
                <c:pt idx="4997">
                  <c:v>65.424789428710895</c:v>
                </c:pt>
                <c:pt idx="4998">
                  <c:v>65.411346435546903</c:v>
                </c:pt>
                <c:pt idx="4999">
                  <c:v>65.386863708496094</c:v>
                </c:pt>
                <c:pt idx="5000">
                  <c:v>65.360046386718807</c:v>
                </c:pt>
                <c:pt idx="5001">
                  <c:v>65.312309265136705</c:v>
                </c:pt>
                <c:pt idx="5002">
                  <c:v>65.269706726074205</c:v>
                </c:pt>
                <c:pt idx="5003">
                  <c:v>65.145324707031307</c:v>
                </c:pt>
                <c:pt idx="5004">
                  <c:v>65.004264831542997</c:v>
                </c:pt>
                <c:pt idx="5005">
                  <c:v>64.946868896484403</c:v>
                </c:pt>
                <c:pt idx="5006">
                  <c:v>64.919540405273395</c:v>
                </c:pt>
                <c:pt idx="5007">
                  <c:v>64.808395385742202</c:v>
                </c:pt>
                <c:pt idx="5008">
                  <c:v>64.639762878417997</c:v>
                </c:pt>
                <c:pt idx="5009">
                  <c:v>64.535118103027301</c:v>
                </c:pt>
                <c:pt idx="5010">
                  <c:v>64.533172607421903</c:v>
                </c:pt>
                <c:pt idx="5011">
                  <c:v>64.400253295898395</c:v>
                </c:pt>
                <c:pt idx="5012">
                  <c:v>64.370880126953097</c:v>
                </c:pt>
                <c:pt idx="5013">
                  <c:v>64.330146789550795</c:v>
                </c:pt>
                <c:pt idx="5014">
                  <c:v>64.226631164550795</c:v>
                </c:pt>
                <c:pt idx="5015">
                  <c:v>64.107986450195298</c:v>
                </c:pt>
                <c:pt idx="5016">
                  <c:v>64.045219421386705</c:v>
                </c:pt>
                <c:pt idx="5017">
                  <c:v>63.9131469726563</c:v>
                </c:pt>
                <c:pt idx="5018">
                  <c:v>63.894893646240199</c:v>
                </c:pt>
                <c:pt idx="5019">
                  <c:v>63.790351867675803</c:v>
                </c:pt>
                <c:pt idx="5020">
                  <c:v>63.707191467285199</c:v>
                </c:pt>
                <c:pt idx="5021">
                  <c:v>63.640048980712898</c:v>
                </c:pt>
                <c:pt idx="5022">
                  <c:v>63.617866516113303</c:v>
                </c:pt>
                <c:pt idx="5023">
                  <c:v>63.433078765869098</c:v>
                </c:pt>
                <c:pt idx="5024">
                  <c:v>63.366722106933601</c:v>
                </c:pt>
                <c:pt idx="5025">
                  <c:v>63.220241546630902</c:v>
                </c:pt>
                <c:pt idx="5026">
                  <c:v>63.075038909912102</c:v>
                </c:pt>
                <c:pt idx="5027">
                  <c:v>63.003185272216797</c:v>
                </c:pt>
                <c:pt idx="5028">
                  <c:v>62.873176574707003</c:v>
                </c:pt>
                <c:pt idx="5029">
                  <c:v>62.808895111083999</c:v>
                </c:pt>
                <c:pt idx="5030">
                  <c:v>62.670013427734403</c:v>
                </c:pt>
                <c:pt idx="5031">
                  <c:v>62.542564392089801</c:v>
                </c:pt>
                <c:pt idx="5032">
                  <c:v>62.478096008300803</c:v>
                </c:pt>
                <c:pt idx="5033">
                  <c:v>62.388992309570298</c:v>
                </c:pt>
                <c:pt idx="5034">
                  <c:v>62.233974456787102</c:v>
                </c:pt>
                <c:pt idx="5035">
                  <c:v>62.086013793945298</c:v>
                </c:pt>
                <c:pt idx="5036">
                  <c:v>61.931606292724602</c:v>
                </c:pt>
                <c:pt idx="5037">
                  <c:v>61.779060363769503</c:v>
                </c:pt>
                <c:pt idx="5038">
                  <c:v>61.659507751464801</c:v>
                </c:pt>
                <c:pt idx="5039">
                  <c:v>61.576225280761697</c:v>
                </c:pt>
                <c:pt idx="5040">
                  <c:v>61.523521423339801</c:v>
                </c:pt>
                <c:pt idx="5041">
                  <c:v>61.406982421875</c:v>
                </c:pt>
                <c:pt idx="5042">
                  <c:v>61.276031494140597</c:v>
                </c:pt>
                <c:pt idx="5043">
                  <c:v>61.0170288085938</c:v>
                </c:pt>
                <c:pt idx="5044">
                  <c:v>60.880935668945298</c:v>
                </c:pt>
                <c:pt idx="5045">
                  <c:v>60.773017883300803</c:v>
                </c:pt>
                <c:pt idx="5046">
                  <c:v>60.697513580322301</c:v>
                </c:pt>
                <c:pt idx="5047">
                  <c:v>60.558994293212898</c:v>
                </c:pt>
                <c:pt idx="5048">
                  <c:v>60.298469543457003</c:v>
                </c:pt>
                <c:pt idx="5049">
                  <c:v>60.119426727294901</c:v>
                </c:pt>
                <c:pt idx="5050">
                  <c:v>60.0310668945313</c:v>
                </c:pt>
                <c:pt idx="5051">
                  <c:v>59.949298858642599</c:v>
                </c:pt>
                <c:pt idx="5052">
                  <c:v>59.780941009521499</c:v>
                </c:pt>
                <c:pt idx="5053">
                  <c:v>59.644645690917997</c:v>
                </c:pt>
                <c:pt idx="5054">
                  <c:v>59.479446411132798</c:v>
                </c:pt>
                <c:pt idx="5055">
                  <c:v>59.390445709228501</c:v>
                </c:pt>
                <c:pt idx="5056">
                  <c:v>59.265357971191399</c:v>
                </c:pt>
                <c:pt idx="5057">
                  <c:v>59.116046905517599</c:v>
                </c:pt>
                <c:pt idx="5058">
                  <c:v>58.964942932128899</c:v>
                </c:pt>
                <c:pt idx="5059">
                  <c:v>58.867397308349602</c:v>
                </c:pt>
                <c:pt idx="5060">
                  <c:v>58.762531280517599</c:v>
                </c:pt>
                <c:pt idx="5061">
                  <c:v>58.620105743408203</c:v>
                </c:pt>
                <c:pt idx="5062">
                  <c:v>58.476764678955099</c:v>
                </c:pt>
                <c:pt idx="5063">
                  <c:v>58.399276733398402</c:v>
                </c:pt>
                <c:pt idx="5064">
                  <c:v>58.246143341064503</c:v>
                </c:pt>
                <c:pt idx="5065">
                  <c:v>58.122714996337898</c:v>
                </c:pt>
                <c:pt idx="5066">
                  <c:v>57.9996147155762</c:v>
                </c:pt>
                <c:pt idx="5067">
                  <c:v>57.918663024902301</c:v>
                </c:pt>
                <c:pt idx="5068">
                  <c:v>57.776954650878899</c:v>
                </c:pt>
                <c:pt idx="5069">
                  <c:v>57.692169189453097</c:v>
                </c:pt>
                <c:pt idx="5070">
                  <c:v>57.587448120117202</c:v>
                </c:pt>
                <c:pt idx="5071">
                  <c:v>57.531059265136697</c:v>
                </c:pt>
                <c:pt idx="5072">
                  <c:v>57.390682220458999</c:v>
                </c:pt>
                <c:pt idx="5073">
                  <c:v>57.145088195800803</c:v>
                </c:pt>
                <c:pt idx="5074">
                  <c:v>57.003726959228501</c:v>
                </c:pt>
                <c:pt idx="5075">
                  <c:v>56.847213745117202</c:v>
                </c:pt>
                <c:pt idx="5076">
                  <c:v>56.643539428710902</c:v>
                </c:pt>
                <c:pt idx="5077">
                  <c:v>56.464530944824197</c:v>
                </c:pt>
                <c:pt idx="5078">
                  <c:v>56.293510437011697</c:v>
                </c:pt>
                <c:pt idx="5079">
                  <c:v>56.173904418945298</c:v>
                </c:pt>
                <c:pt idx="5080">
                  <c:v>56.095272064208999</c:v>
                </c:pt>
                <c:pt idx="5081">
                  <c:v>56.0436820983887</c:v>
                </c:pt>
                <c:pt idx="5082">
                  <c:v>56.025814056396499</c:v>
                </c:pt>
                <c:pt idx="5083">
                  <c:v>56.006725311279297</c:v>
                </c:pt>
                <c:pt idx="5084">
                  <c:v>55.970352172851598</c:v>
                </c:pt>
                <c:pt idx="5085">
                  <c:v>55.942451477050803</c:v>
                </c:pt>
                <c:pt idx="5086">
                  <c:v>55.934402465820298</c:v>
                </c:pt>
                <c:pt idx="5087">
                  <c:v>55.953262329101598</c:v>
                </c:pt>
                <c:pt idx="5088">
                  <c:v>55.980537414550803</c:v>
                </c:pt>
                <c:pt idx="5089">
                  <c:v>55.947639465332003</c:v>
                </c:pt>
                <c:pt idx="5090">
                  <c:v>55.966915130615199</c:v>
                </c:pt>
                <c:pt idx="5091">
                  <c:v>56.115299224853501</c:v>
                </c:pt>
                <c:pt idx="5092">
                  <c:v>56.436622619628899</c:v>
                </c:pt>
                <c:pt idx="5093">
                  <c:v>56.651744842529297</c:v>
                </c:pt>
                <c:pt idx="5094">
                  <c:v>56.672214508056598</c:v>
                </c:pt>
                <c:pt idx="5095">
                  <c:v>56.84326171875</c:v>
                </c:pt>
                <c:pt idx="5096">
                  <c:v>56.979385375976598</c:v>
                </c:pt>
                <c:pt idx="5097">
                  <c:v>57.1881294250488</c:v>
                </c:pt>
                <c:pt idx="5098">
                  <c:v>57.2905464172363</c:v>
                </c:pt>
                <c:pt idx="5099">
                  <c:v>57.396984100341797</c:v>
                </c:pt>
                <c:pt idx="5100">
                  <c:v>57.508773803710902</c:v>
                </c:pt>
                <c:pt idx="5101">
                  <c:v>57.506195068359403</c:v>
                </c:pt>
                <c:pt idx="5102">
                  <c:v>57.672859191894503</c:v>
                </c:pt>
                <c:pt idx="5103">
                  <c:v>57.992988586425803</c:v>
                </c:pt>
                <c:pt idx="5104">
                  <c:v>57.988723754882798</c:v>
                </c:pt>
                <c:pt idx="5105">
                  <c:v>58.187934875488303</c:v>
                </c:pt>
                <c:pt idx="5106">
                  <c:v>58.402286529541001</c:v>
                </c:pt>
                <c:pt idx="5107">
                  <c:v>58.405551910400398</c:v>
                </c:pt>
                <c:pt idx="5108">
                  <c:v>58.6842651367188</c:v>
                </c:pt>
                <c:pt idx="5109">
                  <c:v>58.812911987304702</c:v>
                </c:pt>
                <c:pt idx="5110">
                  <c:v>59.080417633056598</c:v>
                </c:pt>
                <c:pt idx="5111">
                  <c:v>59.34375</c:v>
                </c:pt>
                <c:pt idx="5112">
                  <c:v>59.434722900390597</c:v>
                </c:pt>
                <c:pt idx="5113">
                  <c:v>59.760536193847699</c:v>
                </c:pt>
                <c:pt idx="5114">
                  <c:v>59.947200775146499</c:v>
                </c:pt>
                <c:pt idx="5115">
                  <c:v>60.245288848877003</c:v>
                </c:pt>
                <c:pt idx="5116">
                  <c:v>60.463287353515597</c:v>
                </c:pt>
                <c:pt idx="5117">
                  <c:v>60.511440277099602</c:v>
                </c:pt>
                <c:pt idx="5118">
                  <c:v>60.610984802246101</c:v>
                </c:pt>
                <c:pt idx="5119">
                  <c:v>60.916248321533203</c:v>
                </c:pt>
                <c:pt idx="5120">
                  <c:v>60.817466735839801</c:v>
                </c:pt>
                <c:pt idx="5121">
                  <c:v>61.1052856445313</c:v>
                </c:pt>
                <c:pt idx="5122">
                  <c:v>61.3872680664063</c:v>
                </c:pt>
                <c:pt idx="5123">
                  <c:v>61.413436889648402</c:v>
                </c:pt>
                <c:pt idx="5124">
                  <c:v>61.618354797363303</c:v>
                </c:pt>
                <c:pt idx="5125">
                  <c:v>61.758693695068402</c:v>
                </c:pt>
                <c:pt idx="5126">
                  <c:v>61.9971733093262</c:v>
                </c:pt>
                <c:pt idx="5127">
                  <c:v>62.3521537780762</c:v>
                </c:pt>
                <c:pt idx="5128">
                  <c:v>62.705635070800803</c:v>
                </c:pt>
                <c:pt idx="5129">
                  <c:v>62.9798583984375</c:v>
                </c:pt>
                <c:pt idx="5130">
                  <c:v>63.3839111328125</c:v>
                </c:pt>
                <c:pt idx="5131">
                  <c:v>63.523014068603501</c:v>
                </c:pt>
                <c:pt idx="5132">
                  <c:v>63.546829223632798</c:v>
                </c:pt>
                <c:pt idx="5133">
                  <c:v>63.648727416992202</c:v>
                </c:pt>
                <c:pt idx="5134">
                  <c:v>63.789714813232401</c:v>
                </c:pt>
                <c:pt idx="5135">
                  <c:v>63.957084655761697</c:v>
                </c:pt>
                <c:pt idx="5136">
                  <c:v>64.129188537597699</c:v>
                </c:pt>
                <c:pt idx="5137">
                  <c:v>64.226127624511705</c:v>
                </c:pt>
                <c:pt idx="5138">
                  <c:v>64.149154663085895</c:v>
                </c:pt>
                <c:pt idx="5139">
                  <c:v>64.355339050292997</c:v>
                </c:pt>
                <c:pt idx="5140">
                  <c:v>64.558631896972699</c:v>
                </c:pt>
                <c:pt idx="5141">
                  <c:v>64.645111083984403</c:v>
                </c:pt>
                <c:pt idx="5142">
                  <c:v>64.882553100585895</c:v>
                </c:pt>
                <c:pt idx="5143">
                  <c:v>65.002868652343807</c:v>
                </c:pt>
                <c:pt idx="5144">
                  <c:v>65.273666381835895</c:v>
                </c:pt>
                <c:pt idx="5145">
                  <c:v>65.462120056152301</c:v>
                </c:pt>
                <c:pt idx="5146">
                  <c:v>65.498695373535199</c:v>
                </c:pt>
                <c:pt idx="5147">
                  <c:v>65.657608032226605</c:v>
                </c:pt>
                <c:pt idx="5148">
                  <c:v>65.714080810546903</c:v>
                </c:pt>
                <c:pt idx="5149">
                  <c:v>66.372726440429702</c:v>
                </c:pt>
                <c:pt idx="5150">
                  <c:v>66.693489074707003</c:v>
                </c:pt>
                <c:pt idx="5151">
                  <c:v>67.115028381347699</c:v>
                </c:pt>
                <c:pt idx="5152">
                  <c:v>67.284469604492202</c:v>
                </c:pt>
                <c:pt idx="5153">
                  <c:v>67.611839294433594</c:v>
                </c:pt>
                <c:pt idx="5154">
                  <c:v>68.061050415039105</c:v>
                </c:pt>
                <c:pt idx="5155">
                  <c:v>68.532089233398395</c:v>
                </c:pt>
                <c:pt idx="5156">
                  <c:v>68.918525695800795</c:v>
                </c:pt>
                <c:pt idx="5157">
                  <c:v>68.928428649902301</c:v>
                </c:pt>
                <c:pt idx="5158">
                  <c:v>69.087692260742202</c:v>
                </c:pt>
                <c:pt idx="5159">
                  <c:v>69.473014831542997</c:v>
                </c:pt>
                <c:pt idx="5160">
                  <c:v>69.998420715332003</c:v>
                </c:pt>
                <c:pt idx="5161">
                  <c:v>70.567886352539105</c:v>
                </c:pt>
                <c:pt idx="5162">
                  <c:v>70.859580993652301</c:v>
                </c:pt>
                <c:pt idx="5163">
                  <c:v>71.152542114257798</c:v>
                </c:pt>
                <c:pt idx="5164">
                  <c:v>71.495162963867202</c:v>
                </c:pt>
                <c:pt idx="5165">
                  <c:v>71.720405578613295</c:v>
                </c:pt>
                <c:pt idx="5166">
                  <c:v>71.84228515625</c:v>
                </c:pt>
                <c:pt idx="5167">
                  <c:v>71.977684020996094</c:v>
                </c:pt>
                <c:pt idx="5168">
                  <c:v>72.047775268554702</c:v>
                </c:pt>
                <c:pt idx="5169">
                  <c:v>72.083763122558594</c:v>
                </c:pt>
                <c:pt idx="5170">
                  <c:v>72.109245300292997</c:v>
                </c:pt>
                <c:pt idx="5171">
                  <c:v>72.132415771484403</c:v>
                </c:pt>
                <c:pt idx="5172">
                  <c:v>72.143020629882798</c:v>
                </c:pt>
                <c:pt idx="5173">
                  <c:v>72.171104431152301</c:v>
                </c:pt>
                <c:pt idx="5174">
                  <c:v>72.162948608398395</c:v>
                </c:pt>
                <c:pt idx="5175">
                  <c:v>72.324905395507798</c:v>
                </c:pt>
                <c:pt idx="5176">
                  <c:v>72.455734252929702</c:v>
                </c:pt>
                <c:pt idx="5177">
                  <c:v>72.326103210449205</c:v>
                </c:pt>
                <c:pt idx="5178">
                  <c:v>72.358146667480497</c:v>
                </c:pt>
                <c:pt idx="5179">
                  <c:v>72.532546997070298</c:v>
                </c:pt>
                <c:pt idx="5180">
                  <c:v>73.058547973632798</c:v>
                </c:pt>
                <c:pt idx="5181">
                  <c:v>73.1107177734375</c:v>
                </c:pt>
                <c:pt idx="5182">
                  <c:v>72.944869995117202</c:v>
                </c:pt>
                <c:pt idx="5183">
                  <c:v>73.300483703613295</c:v>
                </c:pt>
                <c:pt idx="5184">
                  <c:v>73.308883666992202</c:v>
                </c:pt>
                <c:pt idx="5185">
                  <c:v>73.697265625</c:v>
                </c:pt>
                <c:pt idx="5186">
                  <c:v>73.227561950683594</c:v>
                </c:pt>
                <c:pt idx="5187">
                  <c:v>73.697830200195298</c:v>
                </c:pt>
                <c:pt idx="5188">
                  <c:v>74.026679992675795</c:v>
                </c:pt>
                <c:pt idx="5189">
                  <c:v>73.992912292480497</c:v>
                </c:pt>
                <c:pt idx="5190">
                  <c:v>74.441421508789105</c:v>
                </c:pt>
                <c:pt idx="5191">
                  <c:v>74.369277954101605</c:v>
                </c:pt>
                <c:pt idx="5192">
                  <c:v>74.4849853515625</c:v>
                </c:pt>
                <c:pt idx="5193">
                  <c:v>74.780197143554702</c:v>
                </c:pt>
                <c:pt idx="5194">
                  <c:v>74.745925903320298</c:v>
                </c:pt>
                <c:pt idx="5195">
                  <c:v>74.684585571289105</c:v>
                </c:pt>
                <c:pt idx="5196">
                  <c:v>74.622688293457003</c:v>
                </c:pt>
                <c:pt idx="5197">
                  <c:v>74.636322021484403</c:v>
                </c:pt>
                <c:pt idx="5198">
                  <c:v>74.229629516601605</c:v>
                </c:pt>
                <c:pt idx="5199">
                  <c:v>73.781494140625</c:v>
                </c:pt>
                <c:pt idx="5200">
                  <c:v>73.712348937988295</c:v>
                </c:pt>
                <c:pt idx="5201">
                  <c:v>73.111747741699205</c:v>
                </c:pt>
                <c:pt idx="5202">
                  <c:v>73.001533508300795</c:v>
                </c:pt>
                <c:pt idx="5203">
                  <c:v>72.777496337890597</c:v>
                </c:pt>
                <c:pt idx="5204">
                  <c:v>72.458412170410199</c:v>
                </c:pt>
                <c:pt idx="5205">
                  <c:v>72.294586181640597</c:v>
                </c:pt>
                <c:pt idx="5206">
                  <c:v>72.210456848144503</c:v>
                </c:pt>
                <c:pt idx="5207">
                  <c:v>72.167297363281307</c:v>
                </c:pt>
                <c:pt idx="5208">
                  <c:v>72.145126342773395</c:v>
                </c:pt>
                <c:pt idx="5209">
                  <c:v>72.133743286132798</c:v>
                </c:pt>
                <c:pt idx="5210">
                  <c:v>72.127899169921903</c:v>
                </c:pt>
                <c:pt idx="5211">
                  <c:v>72.106842041015597</c:v>
                </c:pt>
                <c:pt idx="5212">
                  <c:v>72.114082336425795</c:v>
                </c:pt>
                <c:pt idx="5213">
                  <c:v>72.087295532226605</c:v>
                </c:pt>
                <c:pt idx="5214">
                  <c:v>72.104049682617202</c:v>
                </c:pt>
                <c:pt idx="5215">
                  <c:v>72.109886169433594</c:v>
                </c:pt>
                <c:pt idx="5216">
                  <c:v>72.084831237792997</c:v>
                </c:pt>
                <c:pt idx="5217">
                  <c:v>72.075088500976605</c:v>
                </c:pt>
                <c:pt idx="5218">
                  <c:v>72.083587646484403</c:v>
                </c:pt>
                <c:pt idx="5219">
                  <c:v>71.980880737304702</c:v>
                </c:pt>
                <c:pt idx="5220">
                  <c:v>71.919036865234403</c:v>
                </c:pt>
                <c:pt idx="5221">
                  <c:v>71.905426025390597</c:v>
                </c:pt>
                <c:pt idx="5222">
                  <c:v>71.802749633789105</c:v>
                </c:pt>
                <c:pt idx="5223">
                  <c:v>71.645523071289105</c:v>
                </c:pt>
                <c:pt idx="5224">
                  <c:v>71.529388427734403</c:v>
                </c:pt>
                <c:pt idx="5225">
                  <c:v>71.534660339355497</c:v>
                </c:pt>
                <c:pt idx="5226">
                  <c:v>71.515121459960895</c:v>
                </c:pt>
                <c:pt idx="5227">
                  <c:v>71.405471801757798</c:v>
                </c:pt>
                <c:pt idx="5228">
                  <c:v>71.224761962890597</c:v>
                </c:pt>
                <c:pt idx="5229">
                  <c:v>71.027862548828097</c:v>
                </c:pt>
                <c:pt idx="5230">
                  <c:v>70.958869934082003</c:v>
                </c:pt>
                <c:pt idx="5231">
                  <c:v>70.797828674316406</c:v>
                </c:pt>
                <c:pt idx="5232">
                  <c:v>70.675621032714801</c:v>
                </c:pt>
                <c:pt idx="5233">
                  <c:v>70.613296508789105</c:v>
                </c:pt>
                <c:pt idx="5234">
                  <c:v>70.505027770996094</c:v>
                </c:pt>
                <c:pt idx="5235">
                  <c:v>70.376655578613295</c:v>
                </c:pt>
                <c:pt idx="5236">
                  <c:v>70.179229736328097</c:v>
                </c:pt>
                <c:pt idx="5237">
                  <c:v>69.9124755859375</c:v>
                </c:pt>
                <c:pt idx="5238">
                  <c:v>69.579734802246094</c:v>
                </c:pt>
                <c:pt idx="5239">
                  <c:v>69.321182250976605</c:v>
                </c:pt>
                <c:pt idx="5240">
                  <c:v>69.132759094238295</c:v>
                </c:pt>
                <c:pt idx="5241">
                  <c:v>69.012840270996094</c:v>
                </c:pt>
                <c:pt idx="5242">
                  <c:v>68.887702941894503</c:v>
                </c:pt>
                <c:pt idx="5243">
                  <c:v>68.580619812011705</c:v>
                </c:pt>
                <c:pt idx="5244">
                  <c:v>68.391128540039105</c:v>
                </c:pt>
                <c:pt idx="5245">
                  <c:v>68.049880981445298</c:v>
                </c:pt>
                <c:pt idx="5246">
                  <c:v>67.692878723144503</c:v>
                </c:pt>
                <c:pt idx="5247">
                  <c:v>67.420585632324205</c:v>
                </c:pt>
                <c:pt idx="5248">
                  <c:v>67.224060058593807</c:v>
                </c:pt>
                <c:pt idx="5249">
                  <c:v>66.739494323730497</c:v>
                </c:pt>
                <c:pt idx="5250">
                  <c:v>66.287101745605497</c:v>
                </c:pt>
                <c:pt idx="5251">
                  <c:v>65.988151550292997</c:v>
                </c:pt>
                <c:pt idx="5252">
                  <c:v>65.793365478515597</c:v>
                </c:pt>
                <c:pt idx="5253">
                  <c:v>65.693359375</c:v>
                </c:pt>
                <c:pt idx="5254">
                  <c:v>65.615936279296903</c:v>
                </c:pt>
                <c:pt idx="5255">
                  <c:v>65.516349792480497</c:v>
                </c:pt>
                <c:pt idx="5256">
                  <c:v>65.377700805664105</c:v>
                </c:pt>
                <c:pt idx="5257">
                  <c:v>65.259895324707003</c:v>
                </c:pt>
                <c:pt idx="5258">
                  <c:v>65.0732421875</c:v>
                </c:pt>
                <c:pt idx="5259">
                  <c:v>64.946052551269503</c:v>
                </c:pt>
                <c:pt idx="5260">
                  <c:v>64.715576171875</c:v>
                </c:pt>
                <c:pt idx="5261">
                  <c:v>64.504455566406307</c:v>
                </c:pt>
                <c:pt idx="5262">
                  <c:v>64.288040161132798</c:v>
                </c:pt>
                <c:pt idx="5263">
                  <c:v>64.119674682617202</c:v>
                </c:pt>
                <c:pt idx="5264">
                  <c:v>63.934261322021499</c:v>
                </c:pt>
                <c:pt idx="5265">
                  <c:v>63.734287261962898</c:v>
                </c:pt>
                <c:pt idx="5266">
                  <c:v>63.4591064453125</c:v>
                </c:pt>
                <c:pt idx="5267">
                  <c:v>63.222789764404297</c:v>
                </c:pt>
                <c:pt idx="5268">
                  <c:v>62.999496459960902</c:v>
                </c:pt>
                <c:pt idx="5269">
                  <c:v>62.7983589172363</c:v>
                </c:pt>
                <c:pt idx="5270">
                  <c:v>62.649051666259801</c:v>
                </c:pt>
                <c:pt idx="5271">
                  <c:v>62.5348091125488</c:v>
                </c:pt>
                <c:pt idx="5272">
                  <c:v>62.379596710205099</c:v>
                </c:pt>
                <c:pt idx="5273">
                  <c:v>62.213211059570298</c:v>
                </c:pt>
                <c:pt idx="5274">
                  <c:v>62.027179718017599</c:v>
                </c:pt>
                <c:pt idx="5275">
                  <c:v>61.893947601318402</c:v>
                </c:pt>
                <c:pt idx="5276">
                  <c:v>61.756885528564503</c:v>
                </c:pt>
                <c:pt idx="5277">
                  <c:v>61.594303131103501</c:v>
                </c:pt>
                <c:pt idx="5278">
                  <c:v>61.385635375976598</c:v>
                </c:pt>
                <c:pt idx="5279">
                  <c:v>61.122074127197301</c:v>
                </c:pt>
                <c:pt idx="5280">
                  <c:v>60.910755157470703</c:v>
                </c:pt>
                <c:pt idx="5281">
                  <c:v>60.792022705078097</c:v>
                </c:pt>
                <c:pt idx="5282">
                  <c:v>60.636119842529297</c:v>
                </c:pt>
                <c:pt idx="5283">
                  <c:v>60.433097839355497</c:v>
                </c:pt>
                <c:pt idx="5284">
                  <c:v>60.295455932617202</c:v>
                </c:pt>
                <c:pt idx="5285">
                  <c:v>60.104957580566399</c:v>
                </c:pt>
                <c:pt idx="5286">
                  <c:v>60.005821228027301</c:v>
                </c:pt>
                <c:pt idx="5287">
                  <c:v>59.934417724609403</c:v>
                </c:pt>
                <c:pt idx="5288">
                  <c:v>59.864662170410199</c:v>
                </c:pt>
                <c:pt idx="5289">
                  <c:v>59.673294067382798</c:v>
                </c:pt>
                <c:pt idx="5290">
                  <c:v>59.573509216308601</c:v>
                </c:pt>
                <c:pt idx="5291">
                  <c:v>59.401901245117202</c:v>
                </c:pt>
                <c:pt idx="5292">
                  <c:v>59.217994689941399</c:v>
                </c:pt>
                <c:pt idx="5293">
                  <c:v>59.1162300109863</c:v>
                </c:pt>
                <c:pt idx="5294">
                  <c:v>59.011680603027301</c:v>
                </c:pt>
                <c:pt idx="5295">
                  <c:v>58.850173950195298</c:v>
                </c:pt>
                <c:pt idx="5296">
                  <c:v>58.695640563964801</c:v>
                </c:pt>
                <c:pt idx="5297">
                  <c:v>58.608936309814503</c:v>
                </c:pt>
                <c:pt idx="5298">
                  <c:v>58.500968933105497</c:v>
                </c:pt>
                <c:pt idx="5299">
                  <c:v>58.371963500976598</c:v>
                </c:pt>
                <c:pt idx="5300">
                  <c:v>58.206855773925803</c:v>
                </c:pt>
                <c:pt idx="5301">
                  <c:v>58.086151123046903</c:v>
                </c:pt>
                <c:pt idx="5302">
                  <c:v>57.938743591308601</c:v>
                </c:pt>
                <c:pt idx="5303">
                  <c:v>57.7987060546875</c:v>
                </c:pt>
                <c:pt idx="5304">
                  <c:v>57.648475646972699</c:v>
                </c:pt>
                <c:pt idx="5305">
                  <c:v>57.666103363037102</c:v>
                </c:pt>
                <c:pt idx="5306">
                  <c:v>57.5640678405762</c:v>
                </c:pt>
                <c:pt idx="5307">
                  <c:v>57.4785766601563</c:v>
                </c:pt>
                <c:pt idx="5308">
                  <c:v>57.475147247314503</c:v>
                </c:pt>
                <c:pt idx="5309">
                  <c:v>57.473384857177699</c:v>
                </c:pt>
                <c:pt idx="5310">
                  <c:v>57.484088897705099</c:v>
                </c:pt>
                <c:pt idx="5311">
                  <c:v>57.488204956054702</c:v>
                </c:pt>
                <c:pt idx="5312">
                  <c:v>57.420677185058601</c:v>
                </c:pt>
                <c:pt idx="5313">
                  <c:v>57.438636779785199</c:v>
                </c:pt>
                <c:pt idx="5314">
                  <c:v>57.475059509277301</c:v>
                </c:pt>
                <c:pt idx="5315">
                  <c:v>57.473346710205099</c:v>
                </c:pt>
                <c:pt idx="5316">
                  <c:v>57.436222076416001</c:v>
                </c:pt>
                <c:pt idx="5317">
                  <c:v>57.392131805419901</c:v>
                </c:pt>
                <c:pt idx="5318">
                  <c:v>57.180950164794901</c:v>
                </c:pt>
                <c:pt idx="5319">
                  <c:v>57.236541748046903</c:v>
                </c:pt>
                <c:pt idx="5320">
                  <c:v>57.1693115234375</c:v>
                </c:pt>
                <c:pt idx="5321">
                  <c:v>57.258453369140597</c:v>
                </c:pt>
                <c:pt idx="5322">
                  <c:v>57.100101470947301</c:v>
                </c:pt>
                <c:pt idx="5323">
                  <c:v>57.053302764892599</c:v>
                </c:pt>
                <c:pt idx="5324">
                  <c:v>56.887886047363303</c:v>
                </c:pt>
                <c:pt idx="5325">
                  <c:v>56.792510986328097</c:v>
                </c:pt>
                <c:pt idx="5326">
                  <c:v>56.712547302246101</c:v>
                </c:pt>
                <c:pt idx="5327">
                  <c:v>56.577613830566399</c:v>
                </c:pt>
                <c:pt idx="5328">
                  <c:v>56.418262481689503</c:v>
                </c:pt>
                <c:pt idx="5329">
                  <c:v>56.315498352050803</c:v>
                </c:pt>
                <c:pt idx="5330">
                  <c:v>56.286506652832003</c:v>
                </c:pt>
                <c:pt idx="5331">
                  <c:v>56.2752876281738</c:v>
                </c:pt>
                <c:pt idx="5332">
                  <c:v>56.202770233154297</c:v>
                </c:pt>
                <c:pt idx="5333">
                  <c:v>56.128963470458999</c:v>
                </c:pt>
                <c:pt idx="5334">
                  <c:v>56.064701080322301</c:v>
                </c:pt>
                <c:pt idx="5335">
                  <c:v>56.054298400878899</c:v>
                </c:pt>
                <c:pt idx="5336">
                  <c:v>56.1156005859375</c:v>
                </c:pt>
                <c:pt idx="5337">
                  <c:v>56.030788421630902</c:v>
                </c:pt>
                <c:pt idx="5338">
                  <c:v>55.962295532226598</c:v>
                </c:pt>
                <c:pt idx="5339">
                  <c:v>55.911617279052699</c:v>
                </c:pt>
                <c:pt idx="5340">
                  <c:v>55.884246826171903</c:v>
                </c:pt>
                <c:pt idx="5341">
                  <c:v>55.861770629882798</c:v>
                </c:pt>
                <c:pt idx="5342">
                  <c:v>55.841228485107401</c:v>
                </c:pt>
                <c:pt idx="5343">
                  <c:v>55.799144744873097</c:v>
                </c:pt>
                <c:pt idx="5344">
                  <c:v>55.762760162353501</c:v>
                </c:pt>
                <c:pt idx="5345">
                  <c:v>55.544673919677699</c:v>
                </c:pt>
                <c:pt idx="5346">
                  <c:v>55.296047210693402</c:v>
                </c:pt>
                <c:pt idx="5347">
                  <c:v>55.117221832275398</c:v>
                </c:pt>
                <c:pt idx="5348">
                  <c:v>54.903373718261697</c:v>
                </c:pt>
                <c:pt idx="5349">
                  <c:v>54.758014678955099</c:v>
                </c:pt>
                <c:pt idx="5350">
                  <c:v>54.638412475585902</c:v>
                </c:pt>
                <c:pt idx="5351">
                  <c:v>54.493980407714801</c:v>
                </c:pt>
                <c:pt idx="5352">
                  <c:v>54.352317810058601</c:v>
                </c:pt>
                <c:pt idx="5353">
                  <c:v>54.260875701904297</c:v>
                </c:pt>
                <c:pt idx="5354">
                  <c:v>54.204845428466797</c:v>
                </c:pt>
                <c:pt idx="5355">
                  <c:v>54.170005798339801</c:v>
                </c:pt>
                <c:pt idx="5356">
                  <c:v>54.140045166015597</c:v>
                </c:pt>
                <c:pt idx="5357">
                  <c:v>54.081478118896499</c:v>
                </c:pt>
                <c:pt idx="5358">
                  <c:v>54.006210327148402</c:v>
                </c:pt>
                <c:pt idx="5359">
                  <c:v>53.816616058349602</c:v>
                </c:pt>
                <c:pt idx="5360">
                  <c:v>53.626235961914098</c:v>
                </c:pt>
                <c:pt idx="5361">
                  <c:v>53.474079132080099</c:v>
                </c:pt>
                <c:pt idx="5362">
                  <c:v>53.394577026367202</c:v>
                </c:pt>
                <c:pt idx="5363">
                  <c:v>53.3621635437012</c:v>
                </c:pt>
                <c:pt idx="5364">
                  <c:v>53.314254760742202</c:v>
                </c:pt>
                <c:pt idx="5365">
                  <c:v>53.2246704101563</c:v>
                </c:pt>
                <c:pt idx="5366">
                  <c:v>53.115200042724602</c:v>
                </c:pt>
                <c:pt idx="5367">
                  <c:v>53.034652709960902</c:v>
                </c:pt>
                <c:pt idx="5368">
                  <c:v>52.983890533447301</c:v>
                </c:pt>
                <c:pt idx="5369">
                  <c:v>52.961158752441399</c:v>
                </c:pt>
                <c:pt idx="5370">
                  <c:v>52.914710998535199</c:v>
                </c:pt>
                <c:pt idx="5371">
                  <c:v>52.914863586425803</c:v>
                </c:pt>
                <c:pt idx="5372">
                  <c:v>52.860721588134801</c:v>
                </c:pt>
                <c:pt idx="5373">
                  <c:v>52.831104278564503</c:v>
                </c:pt>
                <c:pt idx="5374">
                  <c:v>52.755699157714801</c:v>
                </c:pt>
                <c:pt idx="5375">
                  <c:v>52.747203826904297</c:v>
                </c:pt>
                <c:pt idx="5376">
                  <c:v>52.693534851074197</c:v>
                </c:pt>
                <c:pt idx="5377">
                  <c:v>52.723812103271499</c:v>
                </c:pt>
                <c:pt idx="5378">
                  <c:v>52.750259399414098</c:v>
                </c:pt>
                <c:pt idx="5379">
                  <c:v>52.779323577880902</c:v>
                </c:pt>
                <c:pt idx="5380">
                  <c:v>52.810390472412102</c:v>
                </c:pt>
                <c:pt idx="5381">
                  <c:v>52.732841491699197</c:v>
                </c:pt>
                <c:pt idx="5382">
                  <c:v>52.761093139648402</c:v>
                </c:pt>
                <c:pt idx="5383">
                  <c:v>52.938156127929702</c:v>
                </c:pt>
                <c:pt idx="5384">
                  <c:v>53.123668670654297</c:v>
                </c:pt>
                <c:pt idx="5385">
                  <c:v>53.272842407226598</c:v>
                </c:pt>
                <c:pt idx="5386">
                  <c:v>53.405109405517599</c:v>
                </c:pt>
                <c:pt idx="5387">
                  <c:v>53.704658508300803</c:v>
                </c:pt>
                <c:pt idx="5388">
                  <c:v>53.869476318359403</c:v>
                </c:pt>
                <c:pt idx="5389">
                  <c:v>54.0097465515137</c:v>
                </c:pt>
                <c:pt idx="5390">
                  <c:v>54.210597991943402</c:v>
                </c:pt>
                <c:pt idx="5391">
                  <c:v>54.558681488037102</c:v>
                </c:pt>
                <c:pt idx="5392">
                  <c:v>54.833782196044901</c:v>
                </c:pt>
                <c:pt idx="5393">
                  <c:v>55.258148193359403</c:v>
                </c:pt>
                <c:pt idx="5394">
                  <c:v>55.547027587890597</c:v>
                </c:pt>
                <c:pt idx="5395">
                  <c:v>55.702194213867202</c:v>
                </c:pt>
                <c:pt idx="5396">
                  <c:v>55.907684326171903</c:v>
                </c:pt>
                <c:pt idx="5397">
                  <c:v>55.980503082275398</c:v>
                </c:pt>
                <c:pt idx="5398">
                  <c:v>56.165725708007798</c:v>
                </c:pt>
                <c:pt idx="5399">
                  <c:v>56.316390991210902</c:v>
                </c:pt>
                <c:pt idx="5400">
                  <c:v>56.426647186279297</c:v>
                </c:pt>
                <c:pt idx="5401">
                  <c:v>56.467880249023402</c:v>
                </c:pt>
                <c:pt idx="5402">
                  <c:v>56.506935119628899</c:v>
                </c:pt>
                <c:pt idx="5403">
                  <c:v>56.5323486328125</c:v>
                </c:pt>
                <c:pt idx="5404">
                  <c:v>56.536361694335902</c:v>
                </c:pt>
                <c:pt idx="5405">
                  <c:v>56.5042915344238</c:v>
                </c:pt>
                <c:pt idx="5406">
                  <c:v>56.464191436767599</c:v>
                </c:pt>
                <c:pt idx="5407">
                  <c:v>56.376480102539098</c:v>
                </c:pt>
                <c:pt idx="5408">
                  <c:v>56.242866516113303</c:v>
                </c:pt>
                <c:pt idx="5409">
                  <c:v>56.190685272216797</c:v>
                </c:pt>
                <c:pt idx="5410">
                  <c:v>56.133174896240199</c:v>
                </c:pt>
                <c:pt idx="5411">
                  <c:v>56.037502288818402</c:v>
                </c:pt>
                <c:pt idx="5412">
                  <c:v>55.951839447021499</c:v>
                </c:pt>
                <c:pt idx="5413">
                  <c:v>55.900070190429702</c:v>
                </c:pt>
                <c:pt idx="5414">
                  <c:v>55.870246887207003</c:v>
                </c:pt>
                <c:pt idx="5415">
                  <c:v>55.857601165771499</c:v>
                </c:pt>
                <c:pt idx="5416">
                  <c:v>55.839401245117202</c:v>
                </c:pt>
                <c:pt idx="5417">
                  <c:v>55.7217826843262</c:v>
                </c:pt>
                <c:pt idx="5418">
                  <c:v>55.545833587646499</c:v>
                </c:pt>
                <c:pt idx="5419">
                  <c:v>55.549087524414098</c:v>
                </c:pt>
                <c:pt idx="5420">
                  <c:v>55.485149383544901</c:v>
                </c:pt>
                <c:pt idx="5421">
                  <c:v>55.449832916259801</c:v>
                </c:pt>
                <c:pt idx="5422">
                  <c:v>55.287837982177699</c:v>
                </c:pt>
                <c:pt idx="5423">
                  <c:v>55.224830627441399</c:v>
                </c:pt>
                <c:pt idx="5424">
                  <c:v>55.122676849365199</c:v>
                </c:pt>
                <c:pt idx="5425">
                  <c:v>55.042518615722699</c:v>
                </c:pt>
                <c:pt idx="5426">
                  <c:v>54.967243194580099</c:v>
                </c:pt>
                <c:pt idx="5427">
                  <c:v>54.903648376464801</c:v>
                </c:pt>
                <c:pt idx="5428">
                  <c:v>54.843029022216797</c:v>
                </c:pt>
                <c:pt idx="5429">
                  <c:v>54.723445892333999</c:v>
                </c:pt>
                <c:pt idx="5430">
                  <c:v>54.519229888916001</c:v>
                </c:pt>
                <c:pt idx="5431">
                  <c:v>54.405815124511697</c:v>
                </c:pt>
                <c:pt idx="5432">
                  <c:v>54.319797515869098</c:v>
                </c:pt>
                <c:pt idx="5433">
                  <c:v>54.245365142822301</c:v>
                </c:pt>
                <c:pt idx="5434">
                  <c:v>54.156013488769503</c:v>
                </c:pt>
                <c:pt idx="5435">
                  <c:v>54.082283020019503</c:v>
                </c:pt>
                <c:pt idx="5436">
                  <c:v>53.984172821044901</c:v>
                </c:pt>
                <c:pt idx="5437">
                  <c:v>53.887477874755902</c:v>
                </c:pt>
                <c:pt idx="5438">
                  <c:v>53.701362609863303</c:v>
                </c:pt>
                <c:pt idx="5439">
                  <c:v>53.539398193359403</c:v>
                </c:pt>
                <c:pt idx="5440">
                  <c:v>53.440845489502003</c:v>
                </c:pt>
                <c:pt idx="5441">
                  <c:v>53.3726196289063</c:v>
                </c:pt>
                <c:pt idx="5442">
                  <c:v>53.254016876220703</c:v>
                </c:pt>
                <c:pt idx="5443">
                  <c:v>53.120723724365199</c:v>
                </c:pt>
                <c:pt idx="5444">
                  <c:v>53.054908752441399</c:v>
                </c:pt>
                <c:pt idx="5445">
                  <c:v>52.9855346679688</c:v>
                </c:pt>
                <c:pt idx="5446">
                  <c:v>52.887481689453097</c:v>
                </c:pt>
                <c:pt idx="5447">
                  <c:v>52.845848083496101</c:v>
                </c:pt>
                <c:pt idx="5448">
                  <c:v>52.765590667724602</c:v>
                </c:pt>
                <c:pt idx="5449">
                  <c:v>52.691570281982401</c:v>
                </c:pt>
                <c:pt idx="5450">
                  <c:v>52.683498382568402</c:v>
                </c:pt>
                <c:pt idx="5451">
                  <c:v>52.654853820800803</c:v>
                </c:pt>
                <c:pt idx="5452">
                  <c:v>52.615188598632798</c:v>
                </c:pt>
                <c:pt idx="5453">
                  <c:v>52.599765777587898</c:v>
                </c:pt>
                <c:pt idx="5454">
                  <c:v>52.588394165039098</c:v>
                </c:pt>
                <c:pt idx="5455">
                  <c:v>52.581024169921903</c:v>
                </c:pt>
                <c:pt idx="5456">
                  <c:v>52.577854156494098</c:v>
                </c:pt>
                <c:pt idx="5457">
                  <c:v>52.5770263671875</c:v>
                </c:pt>
                <c:pt idx="5458">
                  <c:v>52.574386596679702</c:v>
                </c:pt>
                <c:pt idx="5459">
                  <c:v>52.572792053222699</c:v>
                </c:pt>
                <c:pt idx="5460">
                  <c:v>52.571975708007798</c:v>
                </c:pt>
                <c:pt idx="5461">
                  <c:v>52.5715522766113</c:v>
                </c:pt>
                <c:pt idx="5462">
                  <c:v>52.571323394775398</c:v>
                </c:pt>
                <c:pt idx="5463">
                  <c:v>52.554973602294901</c:v>
                </c:pt>
                <c:pt idx="5464">
                  <c:v>52.516357421875</c:v>
                </c:pt>
                <c:pt idx="5465">
                  <c:v>52.450920104980497</c:v>
                </c:pt>
                <c:pt idx="5466">
                  <c:v>52.2542114257813</c:v>
                </c:pt>
                <c:pt idx="5467">
                  <c:v>52.093578338623097</c:v>
                </c:pt>
                <c:pt idx="5468">
                  <c:v>51.8263549804688</c:v>
                </c:pt>
                <c:pt idx="5469">
                  <c:v>51.533409118652301</c:v>
                </c:pt>
                <c:pt idx="5470">
                  <c:v>51.348537445068402</c:v>
                </c:pt>
                <c:pt idx="5471">
                  <c:v>51.239322662353501</c:v>
                </c:pt>
                <c:pt idx="5472">
                  <c:v>51.171630859375</c:v>
                </c:pt>
                <c:pt idx="5473">
                  <c:v>51.083103179931598</c:v>
                </c:pt>
                <c:pt idx="5474">
                  <c:v>51.037467956542997</c:v>
                </c:pt>
                <c:pt idx="5475">
                  <c:v>50.99169921875</c:v>
                </c:pt>
                <c:pt idx="5476">
                  <c:v>50.9653930664063</c:v>
                </c:pt>
                <c:pt idx="5477">
                  <c:v>50.943923950195298</c:v>
                </c:pt>
                <c:pt idx="5478">
                  <c:v>50.894474029541001</c:v>
                </c:pt>
                <c:pt idx="5479">
                  <c:v>50.843330383300803</c:v>
                </c:pt>
                <c:pt idx="5480">
                  <c:v>50.800094604492202</c:v>
                </c:pt>
                <c:pt idx="5481">
                  <c:v>50.652824401855497</c:v>
                </c:pt>
                <c:pt idx="5482">
                  <c:v>50.478794097900398</c:v>
                </c:pt>
                <c:pt idx="5483">
                  <c:v>50.343803405761697</c:v>
                </c:pt>
                <c:pt idx="5484">
                  <c:v>50.240852355957003</c:v>
                </c:pt>
                <c:pt idx="5485">
                  <c:v>50.142181396484403</c:v>
                </c:pt>
                <c:pt idx="5486">
                  <c:v>49.957801818847699</c:v>
                </c:pt>
                <c:pt idx="5487">
                  <c:v>49.820560455322301</c:v>
                </c:pt>
                <c:pt idx="5488">
                  <c:v>49.8180961608887</c:v>
                </c:pt>
                <c:pt idx="5489">
                  <c:v>49.874752044677699</c:v>
                </c:pt>
                <c:pt idx="5490">
                  <c:v>49.8404350280762</c:v>
                </c:pt>
                <c:pt idx="5491">
                  <c:v>49.907890319824197</c:v>
                </c:pt>
                <c:pt idx="5492">
                  <c:v>49.8568305969238</c:v>
                </c:pt>
                <c:pt idx="5493">
                  <c:v>49.760257720947301</c:v>
                </c:pt>
                <c:pt idx="5494">
                  <c:v>49.618373870849602</c:v>
                </c:pt>
                <c:pt idx="5495">
                  <c:v>49.648250579833999</c:v>
                </c:pt>
                <c:pt idx="5496">
                  <c:v>49.671043395996101</c:v>
                </c:pt>
                <c:pt idx="5497">
                  <c:v>49.650074005127003</c:v>
                </c:pt>
                <c:pt idx="5498">
                  <c:v>49.670436859130902</c:v>
                </c:pt>
                <c:pt idx="5499">
                  <c:v>49.7161674499512</c:v>
                </c:pt>
                <c:pt idx="5500">
                  <c:v>49.80029296875</c:v>
                </c:pt>
                <c:pt idx="5501">
                  <c:v>49.796016693115199</c:v>
                </c:pt>
                <c:pt idx="5502">
                  <c:v>49.711704254150398</c:v>
                </c:pt>
                <c:pt idx="5503">
                  <c:v>49.6767768859863</c:v>
                </c:pt>
                <c:pt idx="5504">
                  <c:v>49.6458549499512</c:v>
                </c:pt>
                <c:pt idx="5505">
                  <c:v>49.645984649658203</c:v>
                </c:pt>
                <c:pt idx="5506">
                  <c:v>49.641937255859403</c:v>
                </c:pt>
                <c:pt idx="5507">
                  <c:v>49.595462799072301</c:v>
                </c:pt>
                <c:pt idx="5508">
                  <c:v>49.5390014648438</c:v>
                </c:pt>
                <c:pt idx="5509">
                  <c:v>49.5120239257813</c:v>
                </c:pt>
                <c:pt idx="5510">
                  <c:v>49.462848663330099</c:v>
                </c:pt>
                <c:pt idx="5511">
                  <c:v>49.407474517822301</c:v>
                </c:pt>
                <c:pt idx="5512">
                  <c:v>49.377758026123097</c:v>
                </c:pt>
                <c:pt idx="5513">
                  <c:v>49.359222412109403</c:v>
                </c:pt>
                <c:pt idx="5514">
                  <c:v>49.335475921630902</c:v>
                </c:pt>
                <c:pt idx="5515">
                  <c:v>49.3130073547363</c:v>
                </c:pt>
                <c:pt idx="5516">
                  <c:v>49.28515625</c:v>
                </c:pt>
                <c:pt idx="5517">
                  <c:v>49.291282653808601</c:v>
                </c:pt>
                <c:pt idx="5518">
                  <c:v>49.279499053955099</c:v>
                </c:pt>
                <c:pt idx="5519">
                  <c:v>49.1908988952637</c:v>
                </c:pt>
                <c:pt idx="5520">
                  <c:v>49.0761528015137</c:v>
                </c:pt>
                <c:pt idx="5521">
                  <c:v>49.032356262207003</c:v>
                </c:pt>
                <c:pt idx="5522">
                  <c:v>48.982357025146499</c:v>
                </c:pt>
                <c:pt idx="5523">
                  <c:v>49.0115966796875</c:v>
                </c:pt>
                <c:pt idx="5524">
                  <c:v>48.838172912597699</c:v>
                </c:pt>
                <c:pt idx="5525">
                  <c:v>48.760536193847699</c:v>
                </c:pt>
                <c:pt idx="5526">
                  <c:v>48.688720703125</c:v>
                </c:pt>
                <c:pt idx="5527">
                  <c:v>48.607551574707003</c:v>
                </c:pt>
                <c:pt idx="5528">
                  <c:v>48.525508880615199</c:v>
                </c:pt>
                <c:pt idx="5529">
                  <c:v>48.344268798828097</c:v>
                </c:pt>
                <c:pt idx="5530">
                  <c:v>48.173831939697301</c:v>
                </c:pt>
                <c:pt idx="5531">
                  <c:v>48.084693908691399</c:v>
                </c:pt>
                <c:pt idx="5532">
                  <c:v>48.015754699707003</c:v>
                </c:pt>
                <c:pt idx="5533">
                  <c:v>47.570480346679702</c:v>
                </c:pt>
                <c:pt idx="5534">
                  <c:v>47.149734497070298</c:v>
                </c:pt>
                <c:pt idx="5535">
                  <c:v>46.836463928222699</c:v>
                </c:pt>
                <c:pt idx="5536">
                  <c:v>46.440670013427699</c:v>
                </c:pt>
                <c:pt idx="5537">
                  <c:v>46.264533996582003</c:v>
                </c:pt>
                <c:pt idx="5538">
                  <c:v>46.187656402587898</c:v>
                </c:pt>
                <c:pt idx="5539">
                  <c:v>46.208034515380902</c:v>
                </c:pt>
                <c:pt idx="5540">
                  <c:v>46.515174865722699</c:v>
                </c:pt>
                <c:pt idx="5541">
                  <c:v>46.375003814697301</c:v>
                </c:pt>
                <c:pt idx="5542">
                  <c:v>46.599357604980497</c:v>
                </c:pt>
                <c:pt idx="5543">
                  <c:v>46.596446990966797</c:v>
                </c:pt>
                <c:pt idx="5544">
                  <c:v>46.816135406494098</c:v>
                </c:pt>
                <c:pt idx="5545">
                  <c:v>47.042953491210902</c:v>
                </c:pt>
                <c:pt idx="5546">
                  <c:v>46.811031341552699</c:v>
                </c:pt>
                <c:pt idx="5547">
                  <c:v>46.757633209228501</c:v>
                </c:pt>
                <c:pt idx="5548">
                  <c:v>47.018314361572301</c:v>
                </c:pt>
                <c:pt idx="5549">
                  <c:v>46.6794242858887</c:v>
                </c:pt>
                <c:pt idx="5550">
                  <c:v>46.441795349121101</c:v>
                </c:pt>
                <c:pt idx="5551">
                  <c:v>46.459396362304702</c:v>
                </c:pt>
                <c:pt idx="5552">
                  <c:v>46.625339508056598</c:v>
                </c:pt>
                <c:pt idx="5553">
                  <c:v>46.647251129150398</c:v>
                </c:pt>
                <c:pt idx="5554">
                  <c:v>46.672027587890597</c:v>
                </c:pt>
                <c:pt idx="5555">
                  <c:v>46.932853698730497</c:v>
                </c:pt>
                <c:pt idx="5556">
                  <c:v>47.055717468261697</c:v>
                </c:pt>
                <c:pt idx="5557">
                  <c:v>46.874965667724602</c:v>
                </c:pt>
                <c:pt idx="5558">
                  <c:v>46.692104339599602</c:v>
                </c:pt>
                <c:pt idx="5559">
                  <c:v>46.534954071044901</c:v>
                </c:pt>
                <c:pt idx="5560">
                  <c:v>46.329227447509801</c:v>
                </c:pt>
                <c:pt idx="5561">
                  <c:v>46.195552825927699</c:v>
                </c:pt>
                <c:pt idx="5562">
                  <c:v>46.093715667724602</c:v>
                </c:pt>
                <c:pt idx="5563">
                  <c:v>46.041366577148402</c:v>
                </c:pt>
                <c:pt idx="5564">
                  <c:v>46.046104431152301</c:v>
                </c:pt>
                <c:pt idx="5565">
                  <c:v>46.016944885253899</c:v>
                </c:pt>
                <c:pt idx="5566">
                  <c:v>46.001968383789098</c:v>
                </c:pt>
                <c:pt idx="5567">
                  <c:v>45.994285583496101</c:v>
                </c:pt>
                <c:pt idx="5568">
                  <c:v>45.990341186523402</c:v>
                </c:pt>
                <c:pt idx="5569">
                  <c:v>45.988311767578097</c:v>
                </c:pt>
                <c:pt idx="5570">
                  <c:v>45.987274169921903</c:v>
                </c:pt>
                <c:pt idx="5571">
                  <c:v>45.986740112304702</c:v>
                </c:pt>
                <c:pt idx="5572">
                  <c:v>45.986465454101598</c:v>
                </c:pt>
                <c:pt idx="5573">
                  <c:v>45.986324310302699</c:v>
                </c:pt>
                <c:pt idx="5574">
                  <c:v>45.986251831054702</c:v>
                </c:pt>
                <c:pt idx="5575">
                  <c:v>45.986213684082003</c:v>
                </c:pt>
                <c:pt idx="5576">
                  <c:v>45.986194610595703</c:v>
                </c:pt>
                <c:pt idx="5577">
                  <c:v>45.9861869812012</c:v>
                </c:pt>
                <c:pt idx="5578">
                  <c:v>45.986179351806598</c:v>
                </c:pt>
                <c:pt idx="5579">
                  <c:v>45.986179351806598</c:v>
                </c:pt>
                <c:pt idx="5580">
                  <c:v>45.986175537109403</c:v>
                </c:pt>
                <c:pt idx="5581">
                  <c:v>45.984596252441399</c:v>
                </c:pt>
                <c:pt idx="5582">
                  <c:v>45.985363006591797</c:v>
                </c:pt>
                <c:pt idx="5583">
                  <c:v>45.983291625976598</c:v>
                </c:pt>
                <c:pt idx="5584">
                  <c:v>45.983699798583999</c:v>
                </c:pt>
                <c:pt idx="5585">
                  <c:v>45.984287261962898</c:v>
                </c:pt>
                <c:pt idx="5586">
                  <c:v>45.977828979492202</c:v>
                </c:pt>
                <c:pt idx="5587">
                  <c:v>45.967159271240199</c:v>
                </c:pt>
                <c:pt idx="5588">
                  <c:v>45.968292236328097</c:v>
                </c:pt>
                <c:pt idx="5589">
                  <c:v>45.941764831542997</c:v>
                </c:pt>
                <c:pt idx="5590">
                  <c:v>45.914714813232401</c:v>
                </c:pt>
                <c:pt idx="5591">
                  <c:v>45.860286712646499</c:v>
                </c:pt>
                <c:pt idx="5592">
                  <c:v>45.812900543212898</c:v>
                </c:pt>
                <c:pt idx="5593">
                  <c:v>45.828208923339801</c:v>
                </c:pt>
                <c:pt idx="5594">
                  <c:v>45.851505279541001</c:v>
                </c:pt>
                <c:pt idx="5595">
                  <c:v>45.856163024902301</c:v>
                </c:pt>
                <c:pt idx="5596">
                  <c:v>45.867256164550803</c:v>
                </c:pt>
                <c:pt idx="5597">
                  <c:v>45.840030670166001</c:v>
                </c:pt>
                <c:pt idx="5598">
                  <c:v>45.834514617919901</c:v>
                </c:pt>
                <c:pt idx="5599">
                  <c:v>45.8210639953613</c:v>
                </c:pt>
                <c:pt idx="5600">
                  <c:v>45.798828125</c:v>
                </c:pt>
                <c:pt idx="5601">
                  <c:v>45.763832092285199</c:v>
                </c:pt>
                <c:pt idx="5602">
                  <c:v>45.715343475341797</c:v>
                </c:pt>
                <c:pt idx="5603">
                  <c:v>45.672069549560597</c:v>
                </c:pt>
                <c:pt idx="5604">
                  <c:v>45.608444213867202</c:v>
                </c:pt>
                <c:pt idx="5605">
                  <c:v>45.620449066162102</c:v>
                </c:pt>
                <c:pt idx="5606">
                  <c:v>45.602001190185597</c:v>
                </c:pt>
                <c:pt idx="5607">
                  <c:v>45.572952270507798</c:v>
                </c:pt>
                <c:pt idx="5608">
                  <c:v>45.497184753417997</c:v>
                </c:pt>
                <c:pt idx="5609">
                  <c:v>45.437896728515597</c:v>
                </c:pt>
                <c:pt idx="5610">
                  <c:v>45.4161186218262</c:v>
                </c:pt>
                <c:pt idx="5611">
                  <c:v>45.3937797546387</c:v>
                </c:pt>
                <c:pt idx="5612">
                  <c:v>45.380985260009801</c:v>
                </c:pt>
                <c:pt idx="5613">
                  <c:v>45.334743499755902</c:v>
                </c:pt>
                <c:pt idx="5614">
                  <c:v>45.334743499755902</c:v>
                </c:pt>
                <c:pt idx="5615">
                  <c:v>45.284431457519503</c:v>
                </c:pt>
                <c:pt idx="5616">
                  <c:v>45.231376647949197</c:v>
                </c:pt>
                <c:pt idx="5617">
                  <c:v>45.224407196044901</c:v>
                </c:pt>
                <c:pt idx="5618">
                  <c:v>45.226875305175803</c:v>
                </c:pt>
                <c:pt idx="5619">
                  <c:v>45.180770874023402</c:v>
                </c:pt>
                <c:pt idx="5620">
                  <c:v>45.141021728515597</c:v>
                </c:pt>
                <c:pt idx="5621">
                  <c:v>45.0872802734375</c:v>
                </c:pt>
                <c:pt idx="5622">
                  <c:v>44.968116760253899</c:v>
                </c:pt>
                <c:pt idx="5623">
                  <c:v>44.875988006591797</c:v>
                </c:pt>
                <c:pt idx="5624">
                  <c:v>44.843059539794901</c:v>
                </c:pt>
                <c:pt idx="5625">
                  <c:v>44.808475494384801</c:v>
                </c:pt>
                <c:pt idx="5626">
                  <c:v>44.7747993469238</c:v>
                </c:pt>
                <c:pt idx="5627">
                  <c:v>44.678173065185597</c:v>
                </c:pt>
                <c:pt idx="5628">
                  <c:v>44.648166656494098</c:v>
                </c:pt>
                <c:pt idx="5629">
                  <c:v>44.676727294921903</c:v>
                </c:pt>
                <c:pt idx="5630">
                  <c:v>44.684688568115199</c:v>
                </c:pt>
                <c:pt idx="5631">
                  <c:v>44.647556304931598</c:v>
                </c:pt>
                <c:pt idx="5632">
                  <c:v>44.580345153808601</c:v>
                </c:pt>
                <c:pt idx="5633">
                  <c:v>44.544113159179702</c:v>
                </c:pt>
                <c:pt idx="5634">
                  <c:v>44.476226806640597</c:v>
                </c:pt>
                <c:pt idx="5635">
                  <c:v>44.525894165039098</c:v>
                </c:pt>
                <c:pt idx="5636">
                  <c:v>44.732143402099602</c:v>
                </c:pt>
                <c:pt idx="5637">
                  <c:v>44.958911895752003</c:v>
                </c:pt>
                <c:pt idx="5638">
                  <c:v>45.152458190917997</c:v>
                </c:pt>
                <c:pt idx="5639">
                  <c:v>45.300918579101598</c:v>
                </c:pt>
                <c:pt idx="5640">
                  <c:v>45.554786682128899</c:v>
                </c:pt>
                <c:pt idx="5641">
                  <c:v>45.758064270019503</c:v>
                </c:pt>
                <c:pt idx="5642">
                  <c:v>45.866691589355497</c:v>
                </c:pt>
                <c:pt idx="5643">
                  <c:v>45.924854278564503</c:v>
                </c:pt>
                <c:pt idx="5644">
                  <c:v>45.9546928405762</c:v>
                </c:pt>
                <c:pt idx="5645">
                  <c:v>45.987003326416001</c:v>
                </c:pt>
                <c:pt idx="5646">
                  <c:v>46.432113647460902</c:v>
                </c:pt>
                <c:pt idx="5647">
                  <c:v>46.821952819824197</c:v>
                </c:pt>
                <c:pt idx="5648">
                  <c:v>47.678646087646499</c:v>
                </c:pt>
                <c:pt idx="5649">
                  <c:v>48.343406677246101</c:v>
                </c:pt>
                <c:pt idx="5650">
                  <c:v>48.8692626953125</c:v>
                </c:pt>
                <c:pt idx="5651">
                  <c:v>49.4520263671875</c:v>
                </c:pt>
                <c:pt idx="5652">
                  <c:v>49.938503265380902</c:v>
                </c:pt>
                <c:pt idx="5653">
                  <c:v>50.316257476806598</c:v>
                </c:pt>
                <c:pt idx="5654">
                  <c:v>50.726276397705099</c:v>
                </c:pt>
                <c:pt idx="5655">
                  <c:v>51.338138580322301</c:v>
                </c:pt>
                <c:pt idx="5656">
                  <c:v>51.7892456054688</c:v>
                </c:pt>
                <c:pt idx="5657">
                  <c:v>51.887466430664098</c:v>
                </c:pt>
                <c:pt idx="5658">
                  <c:v>52.247493743896499</c:v>
                </c:pt>
                <c:pt idx="5659">
                  <c:v>52.488376617431598</c:v>
                </c:pt>
                <c:pt idx="5660">
                  <c:v>52.760204315185597</c:v>
                </c:pt>
                <c:pt idx="5661">
                  <c:v>52.911510467529297</c:v>
                </c:pt>
                <c:pt idx="5662">
                  <c:v>53.196994781494098</c:v>
                </c:pt>
                <c:pt idx="5663">
                  <c:v>53.547874450683601</c:v>
                </c:pt>
                <c:pt idx="5664">
                  <c:v>53.898990631103501</c:v>
                </c:pt>
                <c:pt idx="5665">
                  <c:v>54.669147491455099</c:v>
                </c:pt>
                <c:pt idx="5666">
                  <c:v>55.285133361816399</c:v>
                </c:pt>
                <c:pt idx="5667">
                  <c:v>55.784252166748097</c:v>
                </c:pt>
                <c:pt idx="5668">
                  <c:v>56.010211944580099</c:v>
                </c:pt>
                <c:pt idx="5669">
                  <c:v>56.213191986083999</c:v>
                </c:pt>
                <c:pt idx="5670">
                  <c:v>56.6633911132813</c:v>
                </c:pt>
                <c:pt idx="5671">
                  <c:v>57.069217681884801</c:v>
                </c:pt>
                <c:pt idx="5672">
                  <c:v>57.346351623535199</c:v>
                </c:pt>
                <c:pt idx="5673">
                  <c:v>57.488025665283203</c:v>
                </c:pt>
                <c:pt idx="5674">
                  <c:v>57.651390075683601</c:v>
                </c:pt>
                <c:pt idx="5675">
                  <c:v>57.752147674560597</c:v>
                </c:pt>
                <c:pt idx="5676">
                  <c:v>57.792098999023402</c:v>
                </c:pt>
                <c:pt idx="5677">
                  <c:v>57.777538299560597</c:v>
                </c:pt>
                <c:pt idx="5678">
                  <c:v>57.724147796630902</c:v>
                </c:pt>
                <c:pt idx="5679">
                  <c:v>57.731101989746101</c:v>
                </c:pt>
                <c:pt idx="5680">
                  <c:v>57.671157836914098</c:v>
                </c:pt>
                <c:pt idx="5681">
                  <c:v>57.604457855224602</c:v>
                </c:pt>
                <c:pt idx="5682">
                  <c:v>57.549396514892599</c:v>
                </c:pt>
                <c:pt idx="5683">
                  <c:v>57.5258178710938</c:v>
                </c:pt>
                <c:pt idx="5684">
                  <c:v>57.502712249755902</c:v>
                </c:pt>
                <c:pt idx="5685">
                  <c:v>57.459148406982401</c:v>
                </c:pt>
                <c:pt idx="5686">
                  <c:v>57.169303894042997</c:v>
                </c:pt>
                <c:pt idx="5687">
                  <c:v>57.111644744873097</c:v>
                </c:pt>
                <c:pt idx="5688">
                  <c:v>56.962005615234403</c:v>
                </c:pt>
                <c:pt idx="5689">
                  <c:v>56.804286956787102</c:v>
                </c:pt>
                <c:pt idx="5690">
                  <c:v>56.638877868652301</c:v>
                </c:pt>
                <c:pt idx="5691">
                  <c:v>56.476062774658203</c:v>
                </c:pt>
                <c:pt idx="5692">
                  <c:v>56.486198425292997</c:v>
                </c:pt>
                <c:pt idx="5693">
                  <c:v>56.673145294189503</c:v>
                </c:pt>
                <c:pt idx="5694">
                  <c:v>56.807361602783203</c:v>
                </c:pt>
                <c:pt idx="5695">
                  <c:v>56.968990325927699</c:v>
                </c:pt>
                <c:pt idx="5696">
                  <c:v>56.856945037841797</c:v>
                </c:pt>
                <c:pt idx="5697">
                  <c:v>56.979824066162102</c:v>
                </c:pt>
                <c:pt idx="5698">
                  <c:v>57.1036987304688</c:v>
                </c:pt>
                <c:pt idx="5699">
                  <c:v>57.219211578369098</c:v>
                </c:pt>
                <c:pt idx="5700">
                  <c:v>57.266925811767599</c:v>
                </c:pt>
                <c:pt idx="5701">
                  <c:v>57.261184692382798</c:v>
                </c:pt>
                <c:pt idx="5702">
                  <c:v>57.184104919433601</c:v>
                </c:pt>
                <c:pt idx="5703">
                  <c:v>57.2794799804688</c:v>
                </c:pt>
                <c:pt idx="5704">
                  <c:v>57.264785766601598</c:v>
                </c:pt>
                <c:pt idx="5705">
                  <c:v>56.978488922119098</c:v>
                </c:pt>
                <c:pt idx="5706">
                  <c:v>56.825733184814503</c:v>
                </c:pt>
                <c:pt idx="5707">
                  <c:v>56.773849487304702</c:v>
                </c:pt>
                <c:pt idx="5708">
                  <c:v>56.608821868896499</c:v>
                </c:pt>
                <c:pt idx="5709">
                  <c:v>56.681880950927699</c:v>
                </c:pt>
                <c:pt idx="5710">
                  <c:v>56.586845397949197</c:v>
                </c:pt>
                <c:pt idx="5711">
                  <c:v>56.719364166259801</c:v>
                </c:pt>
                <c:pt idx="5712">
                  <c:v>56.601520538330099</c:v>
                </c:pt>
                <c:pt idx="5713">
                  <c:v>56.788661956787102</c:v>
                </c:pt>
                <c:pt idx="5714">
                  <c:v>56.548042297363303</c:v>
                </c:pt>
                <c:pt idx="5715">
                  <c:v>56.848659515380902</c:v>
                </c:pt>
                <c:pt idx="5716">
                  <c:v>57.162368774414098</c:v>
                </c:pt>
                <c:pt idx="5717">
                  <c:v>57.448135375976598</c:v>
                </c:pt>
                <c:pt idx="5718">
                  <c:v>57.761398315429702</c:v>
                </c:pt>
                <c:pt idx="5719">
                  <c:v>58.039352416992202</c:v>
                </c:pt>
                <c:pt idx="5720">
                  <c:v>58.120399475097699</c:v>
                </c:pt>
                <c:pt idx="5721">
                  <c:v>58.287075042724602</c:v>
                </c:pt>
                <c:pt idx="5722">
                  <c:v>58.520256042480497</c:v>
                </c:pt>
                <c:pt idx="5723">
                  <c:v>58.725395202636697</c:v>
                </c:pt>
                <c:pt idx="5724">
                  <c:v>58.834312438964801</c:v>
                </c:pt>
                <c:pt idx="5725">
                  <c:v>58.953693389892599</c:v>
                </c:pt>
                <c:pt idx="5726">
                  <c:v>59.143943786621101</c:v>
                </c:pt>
                <c:pt idx="5727">
                  <c:v>59.140892028808601</c:v>
                </c:pt>
                <c:pt idx="5728">
                  <c:v>59.076549530029297</c:v>
                </c:pt>
                <c:pt idx="5729">
                  <c:v>59.067966461181598</c:v>
                </c:pt>
                <c:pt idx="5730">
                  <c:v>59.192298889160199</c:v>
                </c:pt>
                <c:pt idx="5731">
                  <c:v>59.210910797119098</c:v>
                </c:pt>
                <c:pt idx="5732">
                  <c:v>59.261241912841797</c:v>
                </c:pt>
                <c:pt idx="5733">
                  <c:v>59.389900207519503</c:v>
                </c:pt>
                <c:pt idx="5734">
                  <c:v>59.344684600830099</c:v>
                </c:pt>
                <c:pt idx="5735">
                  <c:v>59.318229675292997</c:v>
                </c:pt>
                <c:pt idx="5736">
                  <c:v>59.326980590820298</c:v>
                </c:pt>
                <c:pt idx="5737">
                  <c:v>59.459598541259801</c:v>
                </c:pt>
                <c:pt idx="5738">
                  <c:v>59.504611968994098</c:v>
                </c:pt>
                <c:pt idx="5739">
                  <c:v>59.5349311828613</c:v>
                </c:pt>
                <c:pt idx="5740">
                  <c:v>59.497955322265597</c:v>
                </c:pt>
                <c:pt idx="5741">
                  <c:v>59.620307922363303</c:v>
                </c:pt>
                <c:pt idx="5742">
                  <c:v>59.801467895507798</c:v>
                </c:pt>
                <c:pt idx="5743">
                  <c:v>59.9116401672363</c:v>
                </c:pt>
                <c:pt idx="5744">
                  <c:v>60.056343078613303</c:v>
                </c:pt>
                <c:pt idx="5745">
                  <c:v>60.325912475585902</c:v>
                </c:pt>
                <c:pt idx="5746">
                  <c:v>60.447788238525398</c:v>
                </c:pt>
                <c:pt idx="5747">
                  <c:v>60.598133087158203</c:v>
                </c:pt>
                <c:pt idx="5748">
                  <c:v>60.949710845947301</c:v>
                </c:pt>
                <c:pt idx="5749">
                  <c:v>61.1830444335938</c:v>
                </c:pt>
                <c:pt idx="5750">
                  <c:v>61.257148742675803</c:v>
                </c:pt>
                <c:pt idx="5751">
                  <c:v>61.354034423828097</c:v>
                </c:pt>
                <c:pt idx="5752">
                  <c:v>61.463748931884801</c:v>
                </c:pt>
                <c:pt idx="5753">
                  <c:v>61.515762329101598</c:v>
                </c:pt>
                <c:pt idx="5754">
                  <c:v>61.541908264160199</c:v>
                </c:pt>
                <c:pt idx="5755">
                  <c:v>61.551399230957003</c:v>
                </c:pt>
                <c:pt idx="5756">
                  <c:v>61.505542755127003</c:v>
                </c:pt>
                <c:pt idx="5757">
                  <c:v>61.513881683349602</c:v>
                </c:pt>
                <c:pt idx="5758">
                  <c:v>61.4743041992188</c:v>
                </c:pt>
                <c:pt idx="5759">
                  <c:v>61.326507568359403</c:v>
                </c:pt>
                <c:pt idx="5760">
                  <c:v>61.118309020996101</c:v>
                </c:pt>
                <c:pt idx="5761">
                  <c:v>61.230796813964801</c:v>
                </c:pt>
                <c:pt idx="5762">
                  <c:v>61.351253509521499</c:v>
                </c:pt>
                <c:pt idx="5763">
                  <c:v>61.352893829345703</c:v>
                </c:pt>
                <c:pt idx="5764">
                  <c:v>61.454883575439503</c:v>
                </c:pt>
                <c:pt idx="5765">
                  <c:v>61.606025695800803</c:v>
                </c:pt>
                <c:pt idx="5766">
                  <c:v>61.743007659912102</c:v>
                </c:pt>
                <c:pt idx="5767">
                  <c:v>61.707473754882798</c:v>
                </c:pt>
                <c:pt idx="5768">
                  <c:v>61.687953948974602</c:v>
                </c:pt>
                <c:pt idx="5769">
                  <c:v>61.650497436523402</c:v>
                </c:pt>
                <c:pt idx="5770">
                  <c:v>61.610279083252003</c:v>
                </c:pt>
                <c:pt idx="5771">
                  <c:v>61.6238822937012</c:v>
                </c:pt>
                <c:pt idx="5772">
                  <c:v>61.528621673583999</c:v>
                </c:pt>
                <c:pt idx="5773">
                  <c:v>61.376747131347699</c:v>
                </c:pt>
                <c:pt idx="5774">
                  <c:v>61.336082458496101</c:v>
                </c:pt>
                <c:pt idx="5775">
                  <c:v>61.25</c:v>
                </c:pt>
                <c:pt idx="5776">
                  <c:v>61.024700164794901</c:v>
                </c:pt>
                <c:pt idx="5777">
                  <c:v>60.960830688476598</c:v>
                </c:pt>
                <c:pt idx="5778">
                  <c:v>60.853752136230497</c:v>
                </c:pt>
                <c:pt idx="5779">
                  <c:v>60.799324035644503</c:v>
                </c:pt>
                <c:pt idx="5780">
                  <c:v>60.9178657531738</c:v>
                </c:pt>
                <c:pt idx="5781">
                  <c:v>60.801017761230497</c:v>
                </c:pt>
                <c:pt idx="5782">
                  <c:v>60.720218658447301</c:v>
                </c:pt>
                <c:pt idx="5783">
                  <c:v>60.761966705322301</c:v>
                </c:pt>
                <c:pt idx="5784">
                  <c:v>60.746047973632798</c:v>
                </c:pt>
                <c:pt idx="5785">
                  <c:v>60.739875793457003</c:v>
                </c:pt>
                <c:pt idx="5786">
                  <c:v>60.720344543457003</c:v>
                </c:pt>
                <c:pt idx="5787">
                  <c:v>60.720798492431598</c:v>
                </c:pt>
                <c:pt idx="5788">
                  <c:v>60.7132377624512</c:v>
                </c:pt>
                <c:pt idx="5789">
                  <c:v>60.700252532958999</c:v>
                </c:pt>
                <c:pt idx="5790">
                  <c:v>60.679981231689503</c:v>
                </c:pt>
                <c:pt idx="5791">
                  <c:v>60.663928985595703</c:v>
                </c:pt>
                <c:pt idx="5792">
                  <c:v>60.56103515625</c:v>
                </c:pt>
                <c:pt idx="5793">
                  <c:v>60.483650207519503</c:v>
                </c:pt>
                <c:pt idx="5794">
                  <c:v>60.380165100097699</c:v>
                </c:pt>
                <c:pt idx="5795">
                  <c:v>60.128864288330099</c:v>
                </c:pt>
                <c:pt idx="5796">
                  <c:v>60.025928497314503</c:v>
                </c:pt>
                <c:pt idx="5797">
                  <c:v>59.956798553466797</c:v>
                </c:pt>
                <c:pt idx="5798">
                  <c:v>59.891117095947301</c:v>
                </c:pt>
                <c:pt idx="5799">
                  <c:v>59.857845306396499</c:v>
                </c:pt>
                <c:pt idx="5800">
                  <c:v>59.845001220703097</c:v>
                </c:pt>
                <c:pt idx="5801">
                  <c:v>59.7952690124512</c:v>
                </c:pt>
                <c:pt idx="5802">
                  <c:v>59.805408477783203</c:v>
                </c:pt>
                <c:pt idx="5803">
                  <c:v>59.848403930664098</c:v>
                </c:pt>
                <c:pt idx="5804">
                  <c:v>59.8729057312012</c:v>
                </c:pt>
                <c:pt idx="5805">
                  <c:v>59.882415771484403</c:v>
                </c:pt>
                <c:pt idx="5806">
                  <c:v>60.0798530578613</c:v>
                </c:pt>
                <c:pt idx="5807">
                  <c:v>60.332870483398402</c:v>
                </c:pt>
                <c:pt idx="5808">
                  <c:v>60.626785278320298</c:v>
                </c:pt>
                <c:pt idx="5809">
                  <c:v>61.047130584716797</c:v>
                </c:pt>
                <c:pt idx="5810">
                  <c:v>61.301967620849602</c:v>
                </c:pt>
                <c:pt idx="5811">
                  <c:v>61.534130096435597</c:v>
                </c:pt>
                <c:pt idx="5812">
                  <c:v>61.692802429199197</c:v>
                </c:pt>
                <c:pt idx="5813">
                  <c:v>61.906425476074197</c:v>
                </c:pt>
                <c:pt idx="5814">
                  <c:v>62.057029724121101</c:v>
                </c:pt>
                <c:pt idx="5815">
                  <c:v>62.275779724121101</c:v>
                </c:pt>
                <c:pt idx="5816">
                  <c:v>62.425743103027301</c:v>
                </c:pt>
                <c:pt idx="5817">
                  <c:v>62.528659820556598</c:v>
                </c:pt>
                <c:pt idx="5818">
                  <c:v>62.612987518310597</c:v>
                </c:pt>
                <c:pt idx="5819">
                  <c:v>62.8219184875488</c:v>
                </c:pt>
                <c:pt idx="5820">
                  <c:v>62.963703155517599</c:v>
                </c:pt>
                <c:pt idx="5821">
                  <c:v>63.306568145752003</c:v>
                </c:pt>
                <c:pt idx="5822">
                  <c:v>63.629344940185597</c:v>
                </c:pt>
                <c:pt idx="5823">
                  <c:v>63.831325531005902</c:v>
                </c:pt>
                <c:pt idx="5824">
                  <c:v>64.1195068359375</c:v>
                </c:pt>
                <c:pt idx="5825">
                  <c:v>64.260803222656307</c:v>
                </c:pt>
                <c:pt idx="5826">
                  <c:v>64.415298461914105</c:v>
                </c:pt>
                <c:pt idx="5827">
                  <c:v>64.609329223632798</c:v>
                </c:pt>
                <c:pt idx="5828">
                  <c:v>64.847846984863295</c:v>
                </c:pt>
                <c:pt idx="5829">
                  <c:v>64.979347229003906</c:v>
                </c:pt>
                <c:pt idx="5830">
                  <c:v>65.156921386718807</c:v>
                </c:pt>
                <c:pt idx="5831">
                  <c:v>65.346076965332003</c:v>
                </c:pt>
                <c:pt idx="5832">
                  <c:v>65.477157592773395</c:v>
                </c:pt>
                <c:pt idx="5833">
                  <c:v>65.654304504394503</c:v>
                </c:pt>
                <c:pt idx="5834">
                  <c:v>65.719497680664105</c:v>
                </c:pt>
                <c:pt idx="5835">
                  <c:v>66.073234558105497</c:v>
                </c:pt>
                <c:pt idx="5836">
                  <c:v>66.693634033203097</c:v>
                </c:pt>
                <c:pt idx="5837">
                  <c:v>67.021324157714801</c:v>
                </c:pt>
                <c:pt idx="5838">
                  <c:v>67.4720458984375</c:v>
                </c:pt>
                <c:pt idx="5839">
                  <c:v>68.011756896972699</c:v>
                </c:pt>
                <c:pt idx="5840">
                  <c:v>68.121345520019503</c:v>
                </c:pt>
                <c:pt idx="5841">
                  <c:v>68.334991455078097</c:v>
                </c:pt>
                <c:pt idx="5842">
                  <c:v>68.621192932128906</c:v>
                </c:pt>
                <c:pt idx="5843">
                  <c:v>68.812767028808594</c:v>
                </c:pt>
                <c:pt idx="5844">
                  <c:v>69.028785705566406</c:v>
                </c:pt>
                <c:pt idx="5845">
                  <c:v>69.032897949218807</c:v>
                </c:pt>
                <c:pt idx="5846">
                  <c:v>69.125633239746094</c:v>
                </c:pt>
                <c:pt idx="5847">
                  <c:v>69.169807434082003</c:v>
                </c:pt>
                <c:pt idx="5848">
                  <c:v>69.311676025390597</c:v>
                </c:pt>
                <c:pt idx="5849">
                  <c:v>69.477073669433594</c:v>
                </c:pt>
                <c:pt idx="5850">
                  <c:v>69.600914001464801</c:v>
                </c:pt>
                <c:pt idx="5851">
                  <c:v>69.6307373046875</c:v>
                </c:pt>
                <c:pt idx="5852">
                  <c:v>69.603729248046903</c:v>
                </c:pt>
                <c:pt idx="5853">
                  <c:v>69.495628356933594</c:v>
                </c:pt>
                <c:pt idx="5854">
                  <c:v>69.401176452636705</c:v>
                </c:pt>
                <c:pt idx="5855">
                  <c:v>69.266685485839801</c:v>
                </c:pt>
                <c:pt idx="5856">
                  <c:v>69.138816833496094</c:v>
                </c:pt>
                <c:pt idx="5857">
                  <c:v>69.035614013671903</c:v>
                </c:pt>
                <c:pt idx="5858">
                  <c:v>68.966888427734403</c:v>
                </c:pt>
                <c:pt idx="5859">
                  <c:v>68.727096557617202</c:v>
                </c:pt>
                <c:pt idx="5860">
                  <c:v>68.651962280273395</c:v>
                </c:pt>
                <c:pt idx="5861">
                  <c:v>68.404121398925795</c:v>
                </c:pt>
                <c:pt idx="5862">
                  <c:v>68.2884521484375</c:v>
                </c:pt>
                <c:pt idx="5863">
                  <c:v>68.046791076660199</c:v>
                </c:pt>
                <c:pt idx="5864">
                  <c:v>67.722648620605497</c:v>
                </c:pt>
                <c:pt idx="5865">
                  <c:v>67.463935852050795</c:v>
                </c:pt>
                <c:pt idx="5866">
                  <c:v>67.335716247558594</c:v>
                </c:pt>
                <c:pt idx="5867">
                  <c:v>67.268341064453097</c:v>
                </c:pt>
                <c:pt idx="5868">
                  <c:v>67.1766357421875</c:v>
                </c:pt>
                <c:pt idx="5869">
                  <c:v>67.093551635742202</c:v>
                </c:pt>
                <c:pt idx="5870">
                  <c:v>67.042297363281307</c:v>
                </c:pt>
                <c:pt idx="5871">
                  <c:v>67.0126953125</c:v>
                </c:pt>
                <c:pt idx="5872">
                  <c:v>66.878196716308594</c:v>
                </c:pt>
                <c:pt idx="5873">
                  <c:v>66.603706359863295</c:v>
                </c:pt>
                <c:pt idx="5874">
                  <c:v>66.248573303222699</c:v>
                </c:pt>
                <c:pt idx="5875">
                  <c:v>66.023994445800795</c:v>
                </c:pt>
                <c:pt idx="5876">
                  <c:v>65.850608825683594</c:v>
                </c:pt>
                <c:pt idx="5877">
                  <c:v>65.744186401367202</c:v>
                </c:pt>
                <c:pt idx="5878">
                  <c:v>65.714042663574205</c:v>
                </c:pt>
                <c:pt idx="5879">
                  <c:v>65.652656555175795</c:v>
                </c:pt>
                <c:pt idx="5880">
                  <c:v>65.620216369628906</c:v>
                </c:pt>
                <c:pt idx="5881">
                  <c:v>65.604461669921903</c:v>
                </c:pt>
                <c:pt idx="5882">
                  <c:v>65.5927734375</c:v>
                </c:pt>
                <c:pt idx="5883">
                  <c:v>65.536514282226605</c:v>
                </c:pt>
                <c:pt idx="5884">
                  <c:v>65.530029296875</c:v>
                </c:pt>
                <c:pt idx="5885">
                  <c:v>65.449836730957003</c:v>
                </c:pt>
                <c:pt idx="5886">
                  <c:v>65.385879516601605</c:v>
                </c:pt>
                <c:pt idx="5887">
                  <c:v>65.352890014648395</c:v>
                </c:pt>
                <c:pt idx="5888">
                  <c:v>65.434684753417997</c:v>
                </c:pt>
                <c:pt idx="5889">
                  <c:v>65.470382690429702</c:v>
                </c:pt>
                <c:pt idx="5890">
                  <c:v>65.526077270507798</c:v>
                </c:pt>
                <c:pt idx="5891">
                  <c:v>65.566680908203097</c:v>
                </c:pt>
                <c:pt idx="5892">
                  <c:v>65.765632629394503</c:v>
                </c:pt>
                <c:pt idx="5893">
                  <c:v>66.052947998046903</c:v>
                </c:pt>
                <c:pt idx="5894">
                  <c:v>66.557502746582003</c:v>
                </c:pt>
                <c:pt idx="5895">
                  <c:v>66.901252746582003</c:v>
                </c:pt>
                <c:pt idx="5896">
                  <c:v>67.081611633300795</c:v>
                </c:pt>
                <c:pt idx="5897">
                  <c:v>67.438316345214801</c:v>
                </c:pt>
                <c:pt idx="5898">
                  <c:v>67.687873840332003</c:v>
                </c:pt>
                <c:pt idx="5899">
                  <c:v>67.833557128906307</c:v>
                </c:pt>
                <c:pt idx="5900">
                  <c:v>68.032302856445298</c:v>
                </c:pt>
                <c:pt idx="5901">
                  <c:v>68.279876708984403</c:v>
                </c:pt>
                <c:pt idx="5902">
                  <c:v>68.481674194335895</c:v>
                </c:pt>
                <c:pt idx="5903">
                  <c:v>68.433532714843807</c:v>
                </c:pt>
                <c:pt idx="5904">
                  <c:v>68.642868041992202</c:v>
                </c:pt>
                <c:pt idx="5905">
                  <c:v>68.731353759765597</c:v>
                </c:pt>
                <c:pt idx="5906">
                  <c:v>68.825180053710895</c:v>
                </c:pt>
                <c:pt idx="5907">
                  <c:v>68.968254089355497</c:v>
                </c:pt>
                <c:pt idx="5908">
                  <c:v>69.016845703125</c:v>
                </c:pt>
                <c:pt idx="5909">
                  <c:v>69.091407775878906</c:v>
                </c:pt>
                <c:pt idx="5910">
                  <c:v>69.1707763671875</c:v>
                </c:pt>
                <c:pt idx="5911">
                  <c:v>69.396690368652301</c:v>
                </c:pt>
                <c:pt idx="5912">
                  <c:v>69.379669189453097</c:v>
                </c:pt>
                <c:pt idx="5913">
                  <c:v>69.456581115722699</c:v>
                </c:pt>
                <c:pt idx="5914">
                  <c:v>69.482582092285199</c:v>
                </c:pt>
                <c:pt idx="5915">
                  <c:v>69.490585327148395</c:v>
                </c:pt>
                <c:pt idx="5916">
                  <c:v>69.578475952148395</c:v>
                </c:pt>
                <c:pt idx="5917">
                  <c:v>69.630729675292997</c:v>
                </c:pt>
                <c:pt idx="5918">
                  <c:v>69.534011840820298</c:v>
                </c:pt>
                <c:pt idx="5919">
                  <c:v>69.336112976074205</c:v>
                </c:pt>
                <c:pt idx="5920">
                  <c:v>69.300498962402301</c:v>
                </c:pt>
                <c:pt idx="5921">
                  <c:v>69.180130004882798</c:v>
                </c:pt>
                <c:pt idx="5922">
                  <c:v>69.287483215332003</c:v>
                </c:pt>
                <c:pt idx="5923">
                  <c:v>69.330322265625</c:v>
                </c:pt>
                <c:pt idx="5924">
                  <c:v>69.268112182617202</c:v>
                </c:pt>
                <c:pt idx="5925">
                  <c:v>69.194496154785199</c:v>
                </c:pt>
                <c:pt idx="5926">
                  <c:v>69.241737365722699</c:v>
                </c:pt>
                <c:pt idx="5927">
                  <c:v>69.259895324707003</c:v>
                </c:pt>
                <c:pt idx="5928">
                  <c:v>69.193183898925795</c:v>
                </c:pt>
                <c:pt idx="5929">
                  <c:v>69.151847839355497</c:v>
                </c:pt>
                <c:pt idx="5930">
                  <c:v>69.083969116210895</c:v>
                </c:pt>
                <c:pt idx="5931">
                  <c:v>69.025657653808594</c:v>
                </c:pt>
                <c:pt idx="5932">
                  <c:v>68.973571777343807</c:v>
                </c:pt>
                <c:pt idx="5933">
                  <c:v>68.916496276855497</c:v>
                </c:pt>
                <c:pt idx="5934">
                  <c:v>68.781822204589801</c:v>
                </c:pt>
                <c:pt idx="5935">
                  <c:v>68.700218200683594</c:v>
                </c:pt>
                <c:pt idx="5936">
                  <c:v>68.592422485351605</c:v>
                </c:pt>
                <c:pt idx="5937">
                  <c:v>68.432830810546903</c:v>
                </c:pt>
                <c:pt idx="5938">
                  <c:v>68.156929016113295</c:v>
                </c:pt>
                <c:pt idx="5939">
                  <c:v>68.027809143066406</c:v>
                </c:pt>
                <c:pt idx="5940">
                  <c:v>67.648628234863295</c:v>
                </c:pt>
                <c:pt idx="5941">
                  <c:v>67.423469543457003</c:v>
                </c:pt>
                <c:pt idx="5942">
                  <c:v>67.183242797851605</c:v>
                </c:pt>
                <c:pt idx="5943">
                  <c:v>67.004768371582003</c:v>
                </c:pt>
                <c:pt idx="5944">
                  <c:v>66.593788146972699</c:v>
                </c:pt>
                <c:pt idx="5945">
                  <c:v>66.126426696777301</c:v>
                </c:pt>
                <c:pt idx="5946">
                  <c:v>65.864471435546903</c:v>
                </c:pt>
                <c:pt idx="5947">
                  <c:v>65.729812622070298</c:v>
                </c:pt>
                <c:pt idx="5948">
                  <c:v>65.660728454589801</c:v>
                </c:pt>
                <c:pt idx="5949">
                  <c:v>65.620437622070298</c:v>
                </c:pt>
                <c:pt idx="5950">
                  <c:v>65.591300964355497</c:v>
                </c:pt>
                <c:pt idx="5951">
                  <c:v>65.540374755859403</c:v>
                </c:pt>
                <c:pt idx="5952">
                  <c:v>65.520126342773395</c:v>
                </c:pt>
                <c:pt idx="5953">
                  <c:v>65.415008544921903</c:v>
                </c:pt>
                <c:pt idx="5954">
                  <c:v>65.264793395996094</c:v>
                </c:pt>
                <c:pt idx="5955">
                  <c:v>65.087867736816406</c:v>
                </c:pt>
                <c:pt idx="5956">
                  <c:v>64.980522155761705</c:v>
                </c:pt>
                <c:pt idx="5957">
                  <c:v>64.847122192382798</c:v>
                </c:pt>
                <c:pt idx="5958">
                  <c:v>64.667045593261705</c:v>
                </c:pt>
                <c:pt idx="5959">
                  <c:v>64.489830017089801</c:v>
                </c:pt>
                <c:pt idx="5960">
                  <c:v>64.353401184082003</c:v>
                </c:pt>
                <c:pt idx="5961">
                  <c:v>64.243156433105497</c:v>
                </c:pt>
                <c:pt idx="5962">
                  <c:v>64.087211608886705</c:v>
                </c:pt>
                <c:pt idx="5963">
                  <c:v>64.026420593261705</c:v>
                </c:pt>
                <c:pt idx="5964">
                  <c:v>63.902732849121101</c:v>
                </c:pt>
                <c:pt idx="5965">
                  <c:v>63.589717864990199</c:v>
                </c:pt>
                <c:pt idx="5966">
                  <c:v>63.384609222412102</c:v>
                </c:pt>
                <c:pt idx="5967">
                  <c:v>63.231540679931598</c:v>
                </c:pt>
                <c:pt idx="5968">
                  <c:v>63.046352386474602</c:v>
                </c:pt>
                <c:pt idx="5969">
                  <c:v>62.984790802002003</c:v>
                </c:pt>
                <c:pt idx="5970">
                  <c:v>62.796543121337898</c:v>
                </c:pt>
                <c:pt idx="5971">
                  <c:v>62.589019775390597</c:v>
                </c:pt>
                <c:pt idx="5972">
                  <c:v>62.456787109375</c:v>
                </c:pt>
                <c:pt idx="5973">
                  <c:v>62.426822662353501</c:v>
                </c:pt>
                <c:pt idx="5974">
                  <c:v>62.282569885253899</c:v>
                </c:pt>
                <c:pt idx="5975">
                  <c:v>62.141330718994098</c:v>
                </c:pt>
                <c:pt idx="5976">
                  <c:v>61.985755920410199</c:v>
                </c:pt>
                <c:pt idx="5977">
                  <c:v>61.905158996582003</c:v>
                </c:pt>
                <c:pt idx="5978">
                  <c:v>61.838768005371101</c:v>
                </c:pt>
                <c:pt idx="5979">
                  <c:v>61.683704376220703</c:v>
                </c:pt>
                <c:pt idx="5980">
                  <c:v>61.573577880859403</c:v>
                </c:pt>
                <c:pt idx="5981">
                  <c:v>61.4742431640625</c:v>
                </c:pt>
                <c:pt idx="5982">
                  <c:v>61.273143768310597</c:v>
                </c:pt>
                <c:pt idx="5983">
                  <c:v>61.039997100830099</c:v>
                </c:pt>
                <c:pt idx="5984">
                  <c:v>60.894660949707003</c:v>
                </c:pt>
                <c:pt idx="5985">
                  <c:v>60.7938232421875</c:v>
                </c:pt>
                <c:pt idx="5986">
                  <c:v>60.723297119140597</c:v>
                </c:pt>
                <c:pt idx="5987">
                  <c:v>60.656314849853501</c:v>
                </c:pt>
                <c:pt idx="5988">
                  <c:v>60.587001800537102</c:v>
                </c:pt>
                <c:pt idx="5989">
                  <c:v>60.403778076171903</c:v>
                </c:pt>
                <c:pt idx="5990">
                  <c:v>60.19384765625</c:v>
                </c:pt>
                <c:pt idx="5991">
                  <c:v>60.065101623535199</c:v>
                </c:pt>
                <c:pt idx="5992">
                  <c:v>59.9863090515137</c:v>
                </c:pt>
                <c:pt idx="5993">
                  <c:v>59.891941070556598</c:v>
                </c:pt>
                <c:pt idx="5994">
                  <c:v>59.846279144287102</c:v>
                </c:pt>
                <c:pt idx="5995">
                  <c:v>59.682010650634801</c:v>
                </c:pt>
                <c:pt idx="5996">
                  <c:v>59.521450042724602</c:v>
                </c:pt>
                <c:pt idx="5997">
                  <c:v>59.358097076416001</c:v>
                </c:pt>
                <c:pt idx="5998">
                  <c:v>59.233364105224602</c:v>
                </c:pt>
                <c:pt idx="5999">
                  <c:v>59.079658508300803</c:v>
                </c:pt>
                <c:pt idx="6000">
                  <c:v>58.997978210449197</c:v>
                </c:pt>
                <c:pt idx="6001">
                  <c:v>58.9547309875488</c:v>
                </c:pt>
                <c:pt idx="6002">
                  <c:v>58.818992614746101</c:v>
                </c:pt>
                <c:pt idx="6003">
                  <c:v>58.691890716552699</c:v>
                </c:pt>
                <c:pt idx="6004">
                  <c:v>58.637866973877003</c:v>
                </c:pt>
                <c:pt idx="6005">
                  <c:v>58.556465148925803</c:v>
                </c:pt>
                <c:pt idx="6006">
                  <c:v>58.484912872314503</c:v>
                </c:pt>
                <c:pt idx="6007">
                  <c:v>58.39599609375</c:v>
                </c:pt>
                <c:pt idx="6008">
                  <c:v>58.3717231750488</c:v>
                </c:pt>
                <c:pt idx="6009">
                  <c:v>58.2325439453125</c:v>
                </c:pt>
                <c:pt idx="6010">
                  <c:v>58.135734558105497</c:v>
                </c:pt>
                <c:pt idx="6011">
                  <c:v>58.032859802246101</c:v>
                </c:pt>
                <c:pt idx="6012">
                  <c:v>58.128910064697301</c:v>
                </c:pt>
                <c:pt idx="6013">
                  <c:v>58.179924011230497</c:v>
                </c:pt>
                <c:pt idx="6014">
                  <c:v>58.228836059570298</c:v>
                </c:pt>
                <c:pt idx="6015">
                  <c:v>58.2658882141113</c:v>
                </c:pt>
                <c:pt idx="6016">
                  <c:v>58.458381652832003</c:v>
                </c:pt>
                <c:pt idx="6017">
                  <c:v>58.477024078369098</c:v>
                </c:pt>
                <c:pt idx="6018">
                  <c:v>58.570079803466797</c:v>
                </c:pt>
                <c:pt idx="6019">
                  <c:v>58.514453887939503</c:v>
                </c:pt>
                <c:pt idx="6020">
                  <c:v>58.6533203125</c:v>
                </c:pt>
                <c:pt idx="6021">
                  <c:v>58.668342590332003</c:v>
                </c:pt>
                <c:pt idx="6022">
                  <c:v>58.567256927490199</c:v>
                </c:pt>
                <c:pt idx="6023">
                  <c:v>58.653636932373097</c:v>
                </c:pt>
                <c:pt idx="6024">
                  <c:v>58.616123199462898</c:v>
                </c:pt>
                <c:pt idx="6025">
                  <c:v>58.6668891906738</c:v>
                </c:pt>
                <c:pt idx="6026">
                  <c:v>58.629264831542997</c:v>
                </c:pt>
                <c:pt idx="6027">
                  <c:v>58.706539154052699</c:v>
                </c:pt>
                <c:pt idx="6028">
                  <c:v>58.756565093994098</c:v>
                </c:pt>
                <c:pt idx="6029">
                  <c:v>58.782360076904297</c:v>
                </c:pt>
                <c:pt idx="6030">
                  <c:v>58.854606628417997</c:v>
                </c:pt>
                <c:pt idx="6031">
                  <c:v>59.015995025634801</c:v>
                </c:pt>
                <c:pt idx="6032">
                  <c:v>59.111598968505902</c:v>
                </c:pt>
                <c:pt idx="6033">
                  <c:v>59.181396484375</c:v>
                </c:pt>
                <c:pt idx="6034">
                  <c:v>59.322113037109403</c:v>
                </c:pt>
                <c:pt idx="6035">
                  <c:v>59.659042358398402</c:v>
                </c:pt>
                <c:pt idx="6036">
                  <c:v>59.752635955810597</c:v>
                </c:pt>
                <c:pt idx="6037">
                  <c:v>59.899951934814503</c:v>
                </c:pt>
                <c:pt idx="6038">
                  <c:v>60.289180755615199</c:v>
                </c:pt>
                <c:pt idx="6039">
                  <c:v>60.441696166992202</c:v>
                </c:pt>
                <c:pt idx="6040">
                  <c:v>60.464706420898402</c:v>
                </c:pt>
                <c:pt idx="6041">
                  <c:v>60.527366638183601</c:v>
                </c:pt>
                <c:pt idx="6042">
                  <c:v>61.078498840332003</c:v>
                </c:pt>
                <c:pt idx="6043">
                  <c:v>61.267066955566399</c:v>
                </c:pt>
                <c:pt idx="6044">
                  <c:v>61.532222747802699</c:v>
                </c:pt>
                <c:pt idx="6045">
                  <c:v>61.608932495117202</c:v>
                </c:pt>
                <c:pt idx="6046">
                  <c:v>61.916759490966797</c:v>
                </c:pt>
                <c:pt idx="6047">
                  <c:v>62.241481781005902</c:v>
                </c:pt>
                <c:pt idx="6048">
                  <c:v>62.517642974853501</c:v>
                </c:pt>
                <c:pt idx="6049">
                  <c:v>62.684238433837898</c:v>
                </c:pt>
                <c:pt idx="6050">
                  <c:v>62.620449066162102</c:v>
                </c:pt>
                <c:pt idx="6051">
                  <c:v>63.209877014160199</c:v>
                </c:pt>
                <c:pt idx="6052">
                  <c:v>63.352626800537102</c:v>
                </c:pt>
                <c:pt idx="6053">
                  <c:v>63.752696990966797</c:v>
                </c:pt>
                <c:pt idx="6054">
                  <c:v>63.954063415527301</c:v>
                </c:pt>
                <c:pt idx="6055">
                  <c:v>63.980697631835902</c:v>
                </c:pt>
                <c:pt idx="6056">
                  <c:v>64.062271118164105</c:v>
                </c:pt>
                <c:pt idx="6057">
                  <c:v>64.405357360839801</c:v>
                </c:pt>
                <c:pt idx="6058">
                  <c:v>64.674285888671903</c:v>
                </c:pt>
                <c:pt idx="6059">
                  <c:v>64.882072448730497</c:v>
                </c:pt>
                <c:pt idx="6060">
                  <c:v>64.768943786621094</c:v>
                </c:pt>
                <c:pt idx="6061">
                  <c:v>64.942207336425795</c:v>
                </c:pt>
                <c:pt idx="6062">
                  <c:v>64.888092041015597</c:v>
                </c:pt>
                <c:pt idx="6063">
                  <c:v>64.818679809570298</c:v>
                </c:pt>
                <c:pt idx="6064">
                  <c:v>64.831008911132798</c:v>
                </c:pt>
                <c:pt idx="6065">
                  <c:v>64.844772338867202</c:v>
                </c:pt>
                <c:pt idx="6066">
                  <c:v>64.831924438476605</c:v>
                </c:pt>
                <c:pt idx="6067">
                  <c:v>64.803260803222699</c:v>
                </c:pt>
                <c:pt idx="6068">
                  <c:v>64.742874145507798</c:v>
                </c:pt>
                <c:pt idx="6069">
                  <c:v>64.6949462890625</c:v>
                </c:pt>
                <c:pt idx="6070">
                  <c:v>64.705902099609403</c:v>
                </c:pt>
                <c:pt idx="6071">
                  <c:v>64.521980285644503</c:v>
                </c:pt>
                <c:pt idx="6072">
                  <c:v>64.435501098632798</c:v>
                </c:pt>
                <c:pt idx="6073">
                  <c:v>64.306076049804702</c:v>
                </c:pt>
                <c:pt idx="6074">
                  <c:v>64.242057800292997</c:v>
                </c:pt>
                <c:pt idx="6075">
                  <c:v>64.143264770507798</c:v>
                </c:pt>
                <c:pt idx="6076">
                  <c:v>64.101875305175795</c:v>
                </c:pt>
                <c:pt idx="6077">
                  <c:v>64.130455017089801</c:v>
                </c:pt>
                <c:pt idx="6078">
                  <c:v>64.0897216796875</c:v>
                </c:pt>
                <c:pt idx="6079">
                  <c:v>64.030075073242202</c:v>
                </c:pt>
                <c:pt idx="6080">
                  <c:v>63.830814361572301</c:v>
                </c:pt>
                <c:pt idx="6081">
                  <c:v>63.871391296386697</c:v>
                </c:pt>
                <c:pt idx="6082">
                  <c:v>63.891410827636697</c:v>
                </c:pt>
                <c:pt idx="6083">
                  <c:v>63.913982391357401</c:v>
                </c:pt>
                <c:pt idx="6084">
                  <c:v>63.9118041992188</c:v>
                </c:pt>
                <c:pt idx="6085">
                  <c:v>63.642929077148402</c:v>
                </c:pt>
                <c:pt idx="6086">
                  <c:v>63.696628570556598</c:v>
                </c:pt>
                <c:pt idx="6087">
                  <c:v>63.754581451416001</c:v>
                </c:pt>
                <c:pt idx="6088">
                  <c:v>63.852210998535199</c:v>
                </c:pt>
                <c:pt idx="6089">
                  <c:v>63.953460693359403</c:v>
                </c:pt>
                <c:pt idx="6090">
                  <c:v>63.866016387939503</c:v>
                </c:pt>
                <c:pt idx="6091">
                  <c:v>64.013954162597699</c:v>
                </c:pt>
                <c:pt idx="6092">
                  <c:v>63.804454803466797</c:v>
                </c:pt>
                <c:pt idx="6093">
                  <c:v>63.928989410400398</c:v>
                </c:pt>
                <c:pt idx="6094">
                  <c:v>63.997501373291001</c:v>
                </c:pt>
                <c:pt idx="6095">
                  <c:v>64.198562622070298</c:v>
                </c:pt>
                <c:pt idx="6096">
                  <c:v>64.277381896972699</c:v>
                </c:pt>
                <c:pt idx="6097">
                  <c:v>64.658172607421903</c:v>
                </c:pt>
                <c:pt idx="6098">
                  <c:v>64.655281066894503</c:v>
                </c:pt>
                <c:pt idx="6099">
                  <c:v>64.973037719726605</c:v>
                </c:pt>
                <c:pt idx="6100">
                  <c:v>65.180572509765597</c:v>
                </c:pt>
                <c:pt idx="6101">
                  <c:v>65.277320861816406</c:v>
                </c:pt>
                <c:pt idx="6102">
                  <c:v>65.374153137207003</c:v>
                </c:pt>
                <c:pt idx="6103">
                  <c:v>65.49072265625</c:v>
                </c:pt>
                <c:pt idx="6104">
                  <c:v>65.539909362792997</c:v>
                </c:pt>
                <c:pt idx="6105">
                  <c:v>65.994308471679702</c:v>
                </c:pt>
                <c:pt idx="6106">
                  <c:v>66.575721740722699</c:v>
                </c:pt>
                <c:pt idx="6107">
                  <c:v>66.839942932128906</c:v>
                </c:pt>
                <c:pt idx="6108">
                  <c:v>67.073356628417997</c:v>
                </c:pt>
                <c:pt idx="6109">
                  <c:v>67.194869995117202</c:v>
                </c:pt>
                <c:pt idx="6110">
                  <c:v>67.599029541015597</c:v>
                </c:pt>
                <c:pt idx="6111">
                  <c:v>67.977149963378906</c:v>
                </c:pt>
                <c:pt idx="6112">
                  <c:v>68.303192138671903</c:v>
                </c:pt>
                <c:pt idx="6113">
                  <c:v>68.587242126464801</c:v>
                </c:pt>
                <c:pt idx="6114">
                  <c:v>68.733444213867202</c:v>
                </c:pt>
                <c:pt idx="6115">
                  <c:v>68.968803405761705</c:v>
                </c:pt>
                <c:pt idx="6116">
                  <c:v>69.500617980957003</c:v>
                </c:pt>
                <c:pt idx="6117">
                  <c:v>69.787658691406307</c:v>
                </c:pt>
                <c:pt idx="6118">
                  <c:v>69.760780334472699</c:v>
                </c:pt>
                <c:pt idx="6119">
                  <c:v>69.870361328125</c:v>
                </c:pt>
                <c:pt idx="6120">
                  <c:v>70.216316223144503</c:v>
                </c:pt>
                <c:pt idx="6121">
                  <c:v>70.374435424804702</c:v>
                </c:pt>
                <c:pt idx="6122">
                  <c:v>70.703872680664105</c:v>
                </c:pt>
                <c:pt idx="6123">
                  <c:v>70.999237060546903</c:v>
                </c:pt>
                <c:pt idx="6124">
                  <c:v>71.334167480468807</c:v>
                </c:pt>
                <c:pt idx="6125">
                  <c:v>71.278388977050795</c:v>
                </c:pt>
                <c:pt idx="6126">
                  <c:v>71.331604003906307</c:v>
                </c:pt>
                <c:pt idx="6127">
                  <c:v>71.550437927246094</c:v>
                </c:pt>
                <c:pt idx="6128">
                  <c:v>71.781631469726605</c:v>
                </c:pt>
                <c:pt idx="6129">
                  <c:v>71.946037292480497</c:v>
                </c:pt>
                <c:pt idx="6130">
                  <c:v>72.031486511230497</c:v>
                </c:pt>
                <c:pt idx="6131">
                  <c:v>72.075416564941406</c:v>
                </c:pt>
                <c:pt idx="6132">
                  <c:v>72.097953796386705</c:v>
                </c:pt>
                <c:pt idx="6133">
                  <c:v>72.310493469238295</c:v>
                </c:pt>
                <c:pt idx="6134">
                  <c:v>72.487487792968807</c:v>
                </c:pt>
                <c:pt idx="6135">
                  <c:v>72.3095703125</c:v>
                </c:pt>
                <c:pt idx="6136">
                  <c:v>72.374298095703097</c:v>
                </c:pt>
                <c:pt idx="6137">
                  <c:v>73.697219848632798</c:v>
                </c:pt>
                <c:pt idx="6138">
                  <c:v>74.308853149414105</c:v>
                </c:pt>
                <c:pt idx="6139">
                  <c:v>74.649230957031307</c:v>
                </c:pt>
                <c:pt idx="6140">
                  <c:v>75.147956848144503</c:v>
                </c:pt>
                <c:pt idx="6141">
                  <c:v>75.391700744628906</c:v>
                </c:pt>
                <c:pt idx="6142">
                  <c:v>75.565254211425795</c:v>
                </c:pt>
                <c:pt idx="6143">
                  <c:v>76.425285339355497</c:v>
                </c:pt>
                <c:pt idx="6144">
                  <c:v>77.4876708984375</c:v>
                </c:pt>
                <c:pt idx="6145">
                  <c:v>78.077079772949205</c:v>
                </c:pt>
                <c:pt idx="6146">
                  <c:v>78.38330078125</c:v>
                </c:pt>
                <c:pt idx="6147">
                  <c:v>78.540710449218807</c:v>
                </c:pt>
                <c:pt idx="6148">
                  <c:v>78.649963378906307</c:v>
                </c:pt>
                <c:pt idx="6149">
                  <c:v>78.85693359375</c:v>
                </c:pt>
                <c:pt idx="6150">
                  <c:v>78.874473571777301</c:v>
                </c:pt>
                <c:pt idx="6151">
                  <c:v>78.798049926757798</c:v>
                </c:pt>
                <c:pt idx="6152">
                  <c:v>78.965835571289105</c:v>
                </c:pt>
                <c:pt idx="6153">
                  <c:v>79.037971496582003</c:v>
                </c:pt>
                <c:pt idx="6154">
                  <c:v>79.148124694824205</c:v>
                </c:pt>
                <c:pt idx="6155">
                  <c:v>79.404075622558594</c:v>
                </c:pt>
                <c:pt idx="6156">
                  <c:v>79.519096374511705</c:v>
                </c:pt>
                <c:pt idx="6157">
                  <c:v>79.349967956542997</c:v>
                </c:pt>
                <c:pt idx="6158">
                  <c:v>79.209037780761705</c:v>
                </c:pt>
                <c:pt idx="6159">
                  <c:v>79.347251892089801</c:v>
                </c:pt>
                <c:pt idx="6160">
                  <c:v>79.329338073730497</c:v>
                </c:pt>
                <c:pt idx="6161">
                  <c:v>79.310615539550795</c:v>
                </c:pt>
                <c:pt idx="6162">
                  <c:v>79.234062194824205</c:v>
                </c:pt>
                <c:pt idx="6163">
                  <c:v>79.213356018066406</c:v>
                </c:pt>
                <c:pt idx="6164">
                  <c:v>79.188995361328097</c:v>
                </c:pt>
                <c:pt idx="6165">
                  <c:v>79.064949035644503</c:v>
                </c:pt>
                <c:pt idx="6166">
                  <c:v>78.983383178710895</c:v>
                </c:pt>
                <c:pt idx="6167">
                  <c:v>78.852478027343807</c:v>
                </c:pt>
                <c:pt idx="6168">
                  <c:v>78.826568603515597</c:v>
                </c:pt>
                <c:pt idx="6169">
                  <c:v>78.873039245605497</c:v>
                </c:pt>
                <c:pt idx="6170">
                  <c:v>78.807243347167997</c:v>
                </c:pt>
                <c:pt idx="6171">
                  <c:v>78.799163818359403</c:v>
                </c:pt>
                <c:pt idx="6172">
                  <c:v>78.804039001464801</c:v>
                </c:pt>
                <c:pt idx="6173">
                  <c:v>78.760032653808594</c:v>
                </c:pt>
                <c:pt idx="6174">
                  <c:v>78.734054565429702</c:v>
                </c:pt>
                <c:pt idx="6175">
                  <c:v>78.721473693847699</c:v>
                </c:pt>
                <c:pt idx="6176">
                  <c:v>78.754096984863295</c:v>
                </c:pt>
                <c:pt idx="6177">
                  <c:v>78.754768371582003</c:v>
                </c:pt>
                <c:pt idx="6178">
                  <c:v>78.735069274902301</c:v>
                </c:pt>
                <c:pt idx="6179">
                  <c:v>78.721244812011705</c:v>
                </c:pt>
                <c:pt idx="6180">
                  <c:v>78.714889526367202</c:v>
                </c:pt>
                <c:pt idx="6181">
                  <c:v>78.711685180664105</c:v>
                </c:pt>
                <c:pt idx="6182">
                  <c:v>78.685729980468807</c:v>
                </c:pt>
                <c:pt idx="6183">
                  <c:v>78.701316833496094</c:v>
                </c:pt>
                <c:pt idx="6184">
                  <c:v>78.707351684570298</c:v>
                </c:pt>
                <c:pt idx="6185">
                  <c:v>78.708610534667997</c:v>
                </c:pt>
                <c:pt idx="6186">
                  <c:v>78.762191772460895</c:v>
                </c:pt>
                <c:pt idx="6187">
                  <c:v>78.759178161621094</c:v>
                </c:pt>
                <c:pt idx="6188">
                  <c:v>78.7384033203125</c:v>
                </c:pt>
                <c:pt idx="6189">
                  <c:v>78.7252197265625</c:v>
                </c:pt>
                <c:pt idx="6190">
                  <c:v>78.718704223632798</c:v>
                </c:pt>
                <c:pt idx="6191">
                  <c:v>78.720886230468807</c:v>
                </c:pt>
                <c:pt idx="6192">
                  <c:v>78.761085510253906</c:v>
                </c:pt>
                <c:pt idx="6193">
                  <c:v>78.750015258789105</c:v>
                </c:pt>
                <c:pt idx="6194">
                  <c:v>78.768386840820298</c:v>
                </c:pt>
                <c:pt idx="6195">
                  <c:v>78.787994384765597</c:v>
                </c:pt>
                <c:pt idx="6196">
                  <c:v>78.761787414550795</c:v>
                </c:pt>
                <c:pt idx="6197">
                  <c:v>78.739196777343807</c:v>
                </c:pt>
                <c:pt idx="6198">
                  <c:v>78.723480224609403</c:v>
                </c:pt>
                <c:pt idx="6199">
                  <c:v>78.715301513671903</c:v>
                </c:pt>
                <c:pt idx="6200">
                  <c:v>78.711097717285199</c:v>
                </c:pt>
                <c:pt idx="6201">
                  <c:v>78.708938598632798</c:v>
                </c:pt>
                <c:pt idx="6202">
                  <c:v>78.682365417480497</c:v>
                </c:pt>
                <c:pt idx="6203">
                  <c:v>78.690322875976605</c:v>
                </c:pt>
                <c:pt idx="6204">
                  <c:v>78.412254333496094</c:v>
                </c:pt>
                <c:pt idx="6205">
                  <c:v>77.787063598632798</c:v>
                </c:pt>
                <c:pt idx="6206">
                  <c:v>77.232818603515597</c:v>
                </c:pt>
                <c:pt idx="6207">
                  <c:v>77.050033569335895</c:v>
                </c:pt>
                <c:pt idx="6208">
                  <c:v>76.685211181640597</c:v>
                </c:pt>
                <c:pt idx="6209">
                  <c:v>76.368553161621094</c:v>
                </c:pt>
                <c:pt idx="6210">
                  <c:v>76.125816345214801</c:v>
                </c:pt>
                <c:pt idx="6211">
                  <c:v>75.884498596191406</c:v>
                </c:pt>
                <c:pt idx="6212">
                  <c:v>75.677131652832003</c:v>
                </c:pt>
                <c:pt idx="6213">
                  <c:v>75.566345214843807</c:v>
                </c:pt>
                <c:pt idx="6214">
                  <c:v>75.424659729003906</c:v>
                </c:pt>
                <c:pt idx="6215">
                  <c:v>75.231910705566406</c:v>
                </c:pt>
                <c:pt idx="6216">
                  <c:v>74.924179077148395</c:v>
                </c:pt>
                <c:pt idx="6217">
                  <c:v>74.2835693359375</c:v>
                </c:pt>
                <c:pt idx="6218">
                  <c:v>73.587020874023395</c:v>
                </c:pt>
                <c:pt idx="6219">
                  <c:v>72.889801025390597</c:v>
                </c:pt>
                <c:pt idx="6220">
                  <c:v>72.541343688964801</c:v>
                </c:pt>
                <c:pt idx="6221">
                  <c:v>72.337165832519503</c:v>
                </c:pt>
                <c:pt idx="6222">
                  <c:v>72.232307434082003</c:v>
                </c:pt>
                <c:pt idx="6223">
                  <c:v>72.178520202636705</c:v>
                </c:pt>
                <c:pt idx="6224">
                  <c:v>72.150886535644503</c:v>
                </c:pt>
                <c:pt idx="6225">
                  <c:v>72.1085205078125</c:v>
                </c:pt>
                <c:pt idx="6226">
                  <c:v>72.015129089355497</c:v>
                </c:pt>
                <c:pt idx="6227">
                  <c:v>71.829650878906307</c:v>
                </c:pt>
                <c:pt idx="6228">
                  <c:v>71.608619689941406</c:v>
                </c:pt>
                <c:pt idx="6229">
                  <c:v>71.456977844238295</c:v>
                </c:pt>
                <c:pt idx="6230">
                  <c:v>71.174530029296903</c:v>
                </c:pt>
                <c:pt idx="6231">
                  <c:v>70.924568176269503</c:v>
                </c:pt>
                <c:pt idx="6232">
                  <c:v>70.748634338378906</c:v>
                </c:pt>
                <c:pt idx="6233">
                  <c:v>70.649024963378906</c:v>
                </c:pt>
                <c:pt idx="6234">
                  <c:v>70.419212341308594</c:v>
                </c:pt>
                <c:pt idx="6235">
                  <c:v>70.093452453613295</c:v>
                </c:pt>
                <c:pt idx="6236">
                  <c:v>69.818031311035199</c:v>
                </c:pt>
                <c:pt idx="6237">
                  <c:v>69.557319641113295</c:v>
                </c:pt>
                <c:pt idx="6238">
                  <c:v>69.303527832031307</c:v>
                </c:pt>
                <c:pt idx="6239">
                  <c:v>69.118896484375</c:v>
                </c:pt>
                <c:pt idx="6240">
                  <c:v>69.009704589843807</c:v>
                </c:pt>
                <c:pt idx="6241">
                  <c:v>68.891067504882798</c:v>
                </c:pt>
                <c:pt idx="6242">
                  <c:v>68.662925720214801</c:v>
                </c:pt>
                <c:pt idx="6243">
                  <c:v>68.379592895507798</c:v>
                </c:pt>
                <c:pt idx="6244">
                  <c:v>68.022071838378906</c:v>
                </c:pt>
                <c:pt idx="6245">
                  <c:v>67.727478027343807</c:v>
                </c:pt>
                <c:pt idx="6246">
                  <c:v>67.499778747558594</c:v>
                </c:pt>
                <c:pt idx="6247">
                  <c:v>67.346969604492202</c:v>
                </c:pt>
                <c:pt idx="6248">
                  <c:v>67.246406555175795</c:v>
                </c:pt>
                <c:pt idx="6249">
                  <c:v>67.084014892578097</c:v>
                </c:pt>
                <c:pt idx="6250">
                  <c:v>66.628517150878906</c:v>
                </c:pt>
                <c:pt idx="6251">
                  <c:v>66.202018737792997</c:v>
                </c:pt>
                <c:pt idx="6252">
                  <c:v>65.936866760253906</c:v>
                </c:pt>
                <c:pt idx="6253">
                  <c:v>65.775009155273395</c:v>
                </c:pt>
                <c:pt idx="6254">
                  <c:v>65.683914184570298</c:v>
                </c:pt>
                <c:pt idx="6255">
                  <c:v>65.637176513671903</c:v>
                </c:pt>
                <c:pt idx="6256">
                  <c:v>65.607620239257798</c:v>
                </c:pt>
                <c:pt idx="6257">
                  <c:v>65.564285278320298</c:v>
                </c:pt>
                <c:pt idx="6258">
                  <c:v>65.551055908203097</c:v>
                </c:pt>
                <c:pt idx="6259">
                  <c:v>65.505783081054702</c:v>
                </c:pt>
                <c:pt idx="6260">
                  <c:v>65.408424377441406</c:v>
                </c:pt>
                <c:pt idx="6261">
                  <c:v>65.328353881835895</c:v>
                </c:pt>
                <c:pt idx="6262">
                  <c:v>65.2222900390625</c:v>
                </c:pt>
                <c:pt idx="6263">
                  <c:v>65.08154296875</c:v>
                </c:pt>
                <c:pt idx="6264">
                  <c:v>64.999687194824205</c:v>
                </c:pt>
                <c:pt idx="6265">
                  <c:v>64.806617736816406</c:v>
                </c:pt>
                <c:pt idx="6266">
                  <c:v>64.632629394531307</c:v>
                </c:pt>
                <c:pt idx="6267">
                  <c:v>64.501953125</c:v>
                </c:pt>
                <c:pt idx="6268">
                  <c:v>64.309799194335895</c:v>
                </c:pt>
                <c:pt idx="6269">
                  <c:v>64.183746337890597</c:v>
                </c:pt>
                <c:pt idx="6270">
                  <c:v>64.106544494628906</c:v>
                </c:pt>
                <c:pt idx="6271">
                  <c:v>64.076515197753906</c:v>
                </c:pt>
                <c:pt idx="6272">
                  <c:v>64.045295715332003</c:v>
                </c:pt>
                <c:pt idx="6273">
                  <c:v>63.9580688476563</c:v>
                </c:pt>
                <c:pt idx="6274">
                  <c:v>63.816009521484403</c:v>
                </c:pt>
                <c:pt idx="6275">
                  <c:v>63.634639739990199</c:v>
                </c:pt>
                <c:pt idx="6276">
                  <c:v>63.484588623046903</c:v>
                </c:pt>
                <c:pt idx="6277">
                  <c:v>63.3176078796387</c:v>
                </c:pt>
                <c:pt idx="6278">
                  <c:v>63.256721496582003</c:v>
                </c:pt>
                <c:pt idx="6279">
                  <c:v>63.118721008300803</c:v>
                </c:pt>
                <c:pt idx="6280">
                  <c:v>62.985176086425803</c:v>
                </c:pt>
                <c:pt idx="6281">
                  <c:v>62.820583343505902</c:v>
                </c:pt>
                <c:pt idx="6282">
                  <c:v>62.670528411865199</c:v>
                </c:pt>
                <c:pt idx="6283">
                  <c:v>62.581813812255902</c:v>
                </c:pt>
                <c:pt idx="6284">
                  <c:v>62.471755981445298</c:v>
                </c:pt>
                <c:pt idx="6285">
                  <c:v>62.378864288330099</c:v>
                </c:pt>
                <c:pt idx="6286">
                  <c:v>62.344486236572301</c:v>
                </c:pt>
                <c:pt idx="6287">
                  <c:v>62.314098358154297</c:v>
                </c:pt>
                <c:pt idx="6288">
                  <c:v>62.287120819091797</c:v>
                </c:pt>
                <c:pt idx="6289">
                  <c:v>62.210647583007798</c:v>
                </c:pt>
                <c:pt idx="6290">
                  <c:v>62.154708862304702</c:v>
                </c:pt>
                <c:pt idx="6291">
                  <c:v>62.111526489257798</c:v>
                </c:pt>
                <c:pt idx="6292">
                  <c:v>62.045017242431598</c:v>
                </c:pt>
                <c:pt idx="6293">
                  <c:v>61.983470916748097</c:v>
                </c:pt>
                <c:pt idx="6294">
                  <c:v>61.874954223632798</c:v>
                </c:pt>
                <c:pt idx="6295">
                  <c:v>61.7785034179688</c:v>
                </c:pt>
                <c:pt idx="6296">
                  <c:v>61.649726867675803</c:v>
                </c:pt>
                <c:pt idx="6297">
                  <c:v>61.528469085693402</c:v>
                </c:pt>
                <c:pt idx="6298">
                  <c:v>61.3741264343262</c:v>
                </c:pt>
                <c:pt idx="6299">
                  <c:v>61.215583801269503</c:v>
                </c:pt>
                <c:pt idx="6300">
                  <c:v>61.0771675109863</c:v>
                </c:pt>
                <c:pt idx="6301">
                  <c:v>60.933753967285199</c:v>
                </c:pt>
                <c:pt idx="6302">
                  <c:v>60.811080932617202</c:v>
                </c:pt>
                <c:pt idx="6303">
                  <c:v>60.824325561523402</c:v>
                </c:pt>
                <c:pt idx="6304">
                  <c:v>60.5814018249512</c:v>
                </c:pt>
                <c:pt idx="6305">
                  <c:v>60.640064239502003</c:v>
                </c:pt>
                <c:pt idx="6306">
                  <c:v>60.880523681640597</c:v>
                </c:pt>
                <c:pt idx="6307">
                  <c:v>61.171131134033203</c:v>
                </c:pt>
                <c:pt idx="6308">
                  <c:v>61.607551574707003</c:v>
                </c:pt>
                <c:pt idx="6309">
                  <c:v>61.980880737304702</c:v>
                </c:pt>
                <c:pt idx="6310">
                  <c:v>62.266925811767599</c:v>
                </c:pt>
                <c:pt idx="6311">
                  <c:v>63.074275970458999</c:v>
                </c:pt>
                <c:pt idx="6312">
                  <c:v>63.406742095947301</c:v>
                </c:pt>
                <c:pt idx="6313">
                  <c:v>63.825237274169901</c:v>
                </c:pt>
                <c:pt idx="6314">
                  <c:v>64.025123596191406</c:v>
                </c:pt>
                <c:pt idx="6315">
                  <c:v>64.425796508789105</c:v>
                </c:pt>
                <c:pt idx="6316">
                  <c:v>64.847602844238295</c:v>
                </c:pt>
                <c:pt idx="6317">
                  <c:v>65.131660461425795</c:v>
                </c:pt>
                <c:pt idx="6318">
                  <c:v>65.607902526855497</c:v>
                </c:pt>
                <c:pt idx="6319">
                  <c:v>65.878356933593807</c:v>
                </c:pt>
                <c:pt idx="6320">
                  <c:v>66.479843139648395</c:v>
                </c:pt>
                <c:pt idx="6321">
                  <c:v>66.587905883789105</c:v>
                </c:pt>
                <c:pt idx="6322">
                  <c:v>66.913772583007798</c:v>
                </c:pt>
                <c:pt idx="6323">
                  <c:v>67.121437072753906</c:v>
                </c:pt>
                <c:pt idx="6324">
                  <c:v>67.547210693359403</c:v>
                </c:pt>
                <c:pt idx="6325">
                  <c:v>67.961265563964801</c:v>
                </c:pt>
                <c:pt idx="6326">
                  <c:v>68.274879455566406</c:v>
                </c:pt>
                <c:pt idx="6327">
                  <c:v>68.523178100585895</c:v>
                </c:pt>
                <c:pt idx="6328">
                  <c:v>68.390769958496094</c:v>
                </c:pt>
                <c:pt idx="6329">
                  <c:v>68.546371459960895</c:v>
                </c:pt>
                <c:pt idx="6330">
                  <c:v>68.767784118652301</c:v>
                </c:pt>
                <c:pt idx="6331">
                  <c:v>68.869171142578097</c:v>
                </c:pt>
                <c:pt idx="6332">
                  <c:v>68.895462036132798</c:v>
                </c:pt>
                <c:pt idx="6333">
                  <c:v>68.924819946289105</c:v>
                </c:pt>
                <c:pt idx="6334">
                  <c:v>68.979820251464801</c:v>
                </c:pt>
                <c:pt idx="6335">
                  <c:v>69.043312072753906</c:v>
                </c:pt>
                <c:pt idx="6336">
                  <c:v>69.180763244628906</c:v>
                </c:pt>
                <c:pt idx="6337">
                  <c:v>69.172149658203097</c:v>
                </c:pt>
                <c:pt idx="6338">
                  <c:v>69.122169494628906</c:v>
                </c:pt>
                <c:pt idx="6339">
                  <c:v>69.0947265625</c:v>
                </c:pt>
                <c:pt idx="6340">
                  <c:v>69.028030395507798</c:v>
                </c:pt>
                <c:pt idx="6341">
                  <c:v>68.964889526367202</c:v>
                </c:pt>
                <c:pt idx="6342">
                  <c:v>68.951591491699205</c:v>
                </c:pt>
                <c:pt idx="6343">
                  <c:v>68.876480102539105</c:v>
                </c:pt>
                <c:pt idx="6344">
                  <c:v>68.856643676757798</c:v>
                </c:pt>
                <c:pt idx="6345">
                  <c:v>68.812049865722699</c:v>
                </c:pt>
                <c:pt idx="6346">
                  <c:v>68.825759887695298</c:v>
                </c:pt>
                <c:pt idx="6347">
                  <c:v>68.857925415039105</c:v>
                </c:pt>
                <c:pt idx="6348">
                  <c:v>68.860809326171903</c:v>
                </c:pt>
                <c:pt idx="6349">
                  <c:v>68.843399047851605</c:v>
                </c:pt>
                <c:pt idx="6350">
                  <c:v>68.868644714355497</c:v>
                </c:pt>
                <c:pt idx="6351">
                  <c:v>68.881690979003906</c:v>
                </c:pt>
                <c:pt idx="6352">
                  <c:v>68.842445373535199</c:v>
                </c:pt>
                <c:pt idx="6353">
                  <c:v>68.851379394531307</c:v>
                </c:pt>
                <c:pt idx="6354">
                  <c:v>68.849433898925795</c:v>
                </c:pt>
                <c:pt idx="6355">
                  <c:v>68.897872924804702</c:v>
                </c:pt>
                <c:pt idx="6356">
                  <c:v>68.888748168945298</c:v>
                </c:pt>
                <c:pt idx="6357">
                  <c:v>68.852195739746094</c:v>
                </c:pt>
                <c:pt idx="6358">
                  <c:v>68.879020690917997</c:v>
                </c:pt>
                <c:pt idx="6359">
                  <c:v>68.897552490234403</c:v>
                </c:pt>
                <c:pt idx="6360">
                  <c:v>68.867218017578097</c:v>
                </c:pt>
                <c:pt idx="6361">
                  <c:v>68.948837280273395</c:v>
                </c:pt>
                <c:pt idx="6362">
                  <c:v>69.056747436523395</c:v>
                </c:pt>
                <c:pt idx="6363">
                  <c:v>69.09619140625</c:v>
                </c:pt>
                <c:pt idx="6364">
                  <c:v>69.439048767089801</c:v>
                </c:pt>
                <c:pt idx="6365">
                  <c:v>69.986602783203097</c:v>
                </c:pt>
                <c:pt idx="6366">
                  <c:v>70.245750427246094</c:v>
                </c:pt>
                <c:pt idx="6367">
                  <c:v>70.332069396972699</c:v>
                </c:pt>
                <c:pt idx="6368">
                  <c:v>70.533210754394503</c:v>
                </c:pt>
                <c:pt idx="6369">
                  <c:v>70.641731262207003</c:v>
                </c:pt>
                <c:pt idx="6370">
                  <c:v>70.867881774902301</c:v>
                </c:pt>
                <c:pt idx="6371">
                  <c:v>71.242500305175795</c:v>
                </c:pt>
                <c:pt idx="6372">
                  <c:v>71.670318603515597</c:v>
                </c:pt>
                <c:pt idx="6373">
                  <c:v>71.889968872070298</c:v>
                </c:pt>
                <c:pt idx="6374">
                  <c:v>72.009819030761705</c:v>
                </c:pt>
                <c:pt idx="6375">
                  <c:v>72.081329345703097</c:v>
                </c:pt>
                <c:pt idx="6376">
                  <c:v>72.769187927246094</c:v>
                </c:pt>
                <c:pt idx="6377">
                  <c:v>73.514404296875</c:v>
                </c:pt>
                <c:pt idx="6378">
                  <c:v>73.984931945800795</c:v>
                </c:pt>
                <c:pt idx="6379">
                  <c:v>74.5042724609375</c:v>
                </c:pt>
                <c:pt idx="6380">
                  <c:v>74.964660644531307</c:v>
                </c:pt>
                <c:pt idx="6381">
                  <c:v>75.193275451660199</c:v>
                </c:pt>
                <c:pt idx="6382">
                  <c:v>75.306427001953097</c:v>
                </c:pt>
                <c:pt idx="6383">
                  <c:v>75.453636169433594</c:v>
                </c:pt>
                <c:pt idx="6384">
                  <c:v>75.603080749511705</c:v>
                </c:pt>
                <c:pt idx="6385">
                  <c:v>75.938812255859403</c:v>
                </c:pt>
                <c:pt idx="6386">
                  <c:v>76.296340942382798</c:v>
                </c:pt>
                <c:pt idx="6387">
                  <c:v>77.094062805175795</c:v>
                </c:pt>
                <c:pt idx="6388">
                  <c:v>77.788314819335895</c:v>
                </c:pt>
                <c:pt idx="6389">
                  <c:v>78.219146728515597</c:v>
                </c:pt>
                <c:pt idx="6390">
                  <c:v>78.456436157226605</c:v>
                </c:pt>
                <c:pt idx="6391">
                  <c:v>78.578155517578097</c:v>
                </c:pt>
                <c:pt idx="6392">
                  <c:v>78.640686035156307</c:v>
                </c:pt>
                <c:pt idx="6393">
                  <c:v>78.672790527343807</c:v>
                </c:pt>
                <c:pt idx="6394">
                  <c:v>78.689262390136705</c:v>
                </c:pt>
                <c:pt idx="6395">
                  <c:v>78.697738647460895</c:v>
                </c:pt>
                <c:pt idx="6396">
                  <c:v>78.702079772949205</c:v>
                </c:pt>
                <c:pt idx="6397">
                  <c:v>78.704315185546903</c:v>
                </c:pt>
                <c:pt idx="6398">
                  <c:v>78.705459594726605</c:v>
                </c:pt>
                <c:pt idx="6399">
                  <c:v>78.706047058105497</c:v>
                </c:pt>
                <c:pt idx="6400">
                  <c:v>78.706344604492202</c:v>
                </c:pt>
                <c:pt idx="6401">
                  <c:v>78.706504821777301</c:v>
                </c:pt>
                <c:pt idx="6402">
                  <c:v>78.706581115722699</c:v>
                </c:pt>
                <c:pt idx="6403">
                  <c:v>78.706619262695298</c:v>
                </c:pt>
                <c:pt idx="6404">
                  <c:v>78.706642150878906</c:v>
                </c:pt>
                <c:pt idx="6405">
                  <c:v>78.706657409667997</c:v>
                </c:pt>
                <c:pt idx="6406">
                  <c:v>78.706657409667997</c:v>
                </c:pt>
                <c:pt idx="6407">
                  <c:v>78.7066650390625</c:v>
                </c:pt>
                <c:pt idx="6408">
                  <c:v>78.7066650390625</c:v>
                </c:pt>
                <c:pt idx="6409">
                  <c:v>78.7066650390625</c:v>
                </c:pt>
                <c:pt idx="6410">
                  <c:v>78.7066650390625</c:v>
                </c:pt>
                <c:pt idx="6411">
                  <c:v>78.7066650390625</c:v>
                </c:pt>
                <c:pt idx="6412">
                  <c:v>78.7066650390625</c:v>
                </c:pt>
                <c:pt idx="6413">
                  <c:v>78.7066650390625</c:v>
                </c:pt>
                <c:pt idx="6414">
                  <c:v>78.7066650390625</c:v>
                </c:pt>
                <c:pt idx="6415">
                  <c:v>78.7066650390625</c:v>
                </c:pt>
                <c:pt idx="6416">
                  <c:v>78.7066650390625</c:v>
                </c:pt>
                <c:pt idx="6417">
                  <c:v>78.7066650390625</c:v>
                </c:pt>
                <c:pt idx="6418">
                  <c:v>78.706886291503906</c:v>
                </c:pt>
                <c:pt idx="6419">
                  <c:v>78.707313537597699</c:v>
                </c:pt>
                <c:pt idx="6420">
                  <c:v>78.707000732421903</c:v>
                </c:pt>
                <c:pt idx="6421">
                  <c:v>78.707275390625</c:v>
                </c:pt>
                <c:pt idx="6422">
                  <c:v>78.709587097167997</c:v>
                </c:pt>
                <c:pt idx="6423">
                  <c:v>78.711898803710895</c:v>
                </c:pt>
                <c:pt idx="6424">
                  <c:v>78.714622497558594</c:v>
                </c:pt>
                <c:pt idx="6425">
                  <c:v>78.741073608398395</c:v>
                </c:pt>
                <c:pt idx="6426">
                  <c:v>78.8681640625</c:v>
                </c:pt>
                <c:pt idx="6427">
                  <c:v>78.980911254882798</c:v>
                </c:pt>
                <c:pt idx="6428">
                  <c:v>79.110084533691406</c:v>
                </c:pt>
                <c:pt idx="6429">
                  <c:v>79.534202575683594</c:v>
                </c:pt>
                <c:pt idx="6430">
                  <c:v>79.615638732910199</c:v>
                </c:pt>
                <c:pt idx="6431">
                  <c:v>79.794189453125</c:v>
                </c:pt>
                <c:pt idx="6432">
                  <c:v>79.966384887695298</c:v>
                </c:pt>
                <c:pt idx="6433">
                  <c:v>80.3275146484375</c:v>
                </c:pt>
                <c:pt idx="6434">
                  <c:v>80.913055419921903</c:v>
                </c:pt>
                <c:pt idx="6435">
                  <c:v>81.364601135253906</c:v>
                </c:pt>
                <c:pt idx="6436">
                  <c:v>81.743034362792997</c:v>
                </c:pt>
                <c:pt idx="6437">
                  <c:v>82.002693176269503</c:v>
                </c:pt>
                <c:pt idx="6438">
                  <c:v>82.200851440429702</c:v>
                </c:pt>
                <c:pt idx="6439">
                  <c:v>82.619140625</c:v>
                </c:pt>
                <c:pt idx="6440">
                  <c:v>83.088294982910199</c:v>
                </c:pt>
                <c:pt idx="6441">
                  <c:v>83.335350036621094</c:v>
                </c:pt>
                <c:pt idx="6442">
                  <c:v>83.544754028320298</c:v>
                </c:pt>
                <c:pt idx="6443">
                  <c:v>83.722328186035199</c:v>
                </c:pt>
                <c:pt idx="6444">
                  <c:v>83.967224121093807</c:v>
                </c:pt>
                <c:pt idx="6445">
                  <c:v>84.216903686523395</c:v>
                </c:pt>
                <c:pt idx="6446">
                  <c:v>84.454429626464801</c:v>
                </c:pt>
                <c:pt idx="6447">
                  <c:v>84.717193603515597</c:v>
                </c:pt>
                <c:pt idx="6448">
                  <c:v>84.943054199218807</c:v>
                </c:pt>
                <c:pt idx="6449">
                  <c:v>85.130577087402301</c:v>
                </c:pt>
                <c:pt idx="6450">
                  <c:v>85.299545288085895</c:v>
                </c:pt>
                <c:pt idx="6451">
                  <c:v>85.365333557128906</c:v>
                </c:pt>
                <c:pt idx="6452">
                  <c:v>85.815780639648395</c:v>
                </c:pt>
                <c:pt idx="6453">
                  <c:v>85.956695556640597</c:v>
                </c:pt>
                <c:pt idx="6454">
                  <c:v>86.170509338378906</c:v>
                </c:pt>
                <c:pt idx="6455">
                  <c:v>86.425613403320298</c:v>
                </c:pt>
                <c:pt idx="6456">
                  <c:v>86.6932373046875</c:v>
                </c:pt>
                <c:pt idx="6457">
                  <c:v>87.005966186523395</c:v>
                </c:pt>
                <c:pt idx="6458">
                  <c:v>87.395545959472699</c:v>
                </c:pt>
                <c:pt idx="6459">
                  <c:v>87.635894775390597</c:v>
                </c:pt>
                <c:pt idx="6460">
                  <c:v>88.073585510253906</c:v>
                </c:pt>
                <c:pt idx="6461">
                  <c:v>88.304298400878906</c:v>
                </c:pt>
                <c:pt idx="6462">
                  <c:v>88.500167846679702</c:v>
                </c:pt>
                <c:pt idx="6463">
                  <c:v>88.846008300781307</c:v>
                </c:pt>
                <c:pt idx="6464">
                  <c:v>89.0452880859375</c:v>
                </c:pt>
                <c:pt idx="6465">
                  <c:v>89.037437438964801</c:v>
                </c:pt>
                <c:pt idx="6466">
                  <c:v>89.080131530761705</c:v>
                </c:pt>
                <c:pt idx="6467">
                  <c:v>89.241371154785199</c:v>
                </c:pt>
                <c:pt idx="6468">
                  <c:v>89.606330871582003</c:v>
                </c:pt>
                <c:pt idx="6469">
                  <c:v>89.839179992675795</c:v>
                </c:pt>
                <c:pt idx="6470">
                  <c:v>89.962814331054702</c:v>
                </c:pt>
                <c:pt idx="6471">
                  <c:v>90.200180053710895</c:v>
                </c:pt>
                <c:pt idx="6472">
                  <c:v>90.276329040527301</c:v>
                </c:pt>
                <c:pt idx="6473">
                  <c:v>90.611953735351605</c:v>
                </c:pt>
                <c:pt idx="6474">
                  <c:v>90.882751464843807</c:v>
                </c:pt>
                <c:pt idx="6475">
                  <c:v>91.036888122558594</c:v>
                </c:pt>
                <c:pt idx="6476">
                  <c:v>91.103050231933594</c:v>
                </c:pt>
                <c:pt idx="6477">
                  <c:v>91.251243591308594</c:v>
                </c:pt>
                <c:pt idx="6478">
                  <c:v>91.256790161132798</c:v>
                </c:pt>
                <c:pt idx="6479">
                  <c:v>91.219177246093807</c:v>
                </c:pt>
                <c:pt idx="6480">
                  <c:v>91.275520324707003</c:v>
                </c:pt>
                <c:pt idx="6481">
                  <c:v>91.335823059082003</c:v>
                </c:pt>
                <c:pt idx="6482">
                  <c:v>91.319717407226605</c:v>
                </c:pt>
                <c:pt idx="6483">
                  <c:v>91.164855957031307</c:v>
                </c:pt>
                <c:pt idx="6484">
                  <c:v>91.009094238281307</c:v>
                </c:pt>
                <c:pt idx="6485">
                  <c:v>90.882240295410199</c:v>
                </c:pt>
                <c:pt idx="6486">
                  <c:v>90.717071533203097</c:v>
                </c:pt>
                <c:pt idx="6487">
                  <c:v>90.622520446777301</c:v>
                </c:pt>
                <c:pt idx="6488">
                  <c:v>90.494285583496094</c:v>
                </c:pt>
                <c:pt idx="6489">
                  <c:v>90.415100097656307</c:v>
                </c:pt>
                <c:pt idx="6490">
                  <c:v>90.266075134277301</c:v>
                </c:pt>
                <c:pt idx="6491">
                  <c:v>90.146171569824205</c:v>
                </c:pt>
                <c:pt idx="6492">
                  <c:v>89.848960876464801</c:v>
                </c:pt>
                <c:pt idx="6493">
                  <c:v>89.694084167480497</c:v>
                </c:pt>
                <c:pt idx="6494">
                  <c:v>89.632438659667997</c:v>
                </c:pt>
                <c:pt idx="6495">
                  <c:v>89.270103454589801</c:v>
                </c:pt>
                <c:pt idx="6496">
                  <c:v>89.093765258789105</c:v>
                </c:pt>
                <c:pt idx="6497">
                  <c:v>88.950691223144503</c:v>
                </c:pt>
                <c:pt idx="6498">
                  <c:v>88.891761779785199</c:v>
                </c:pt>
                <c:pt idx="6499">
                  <c:v>88.738578796386705</c:v>
                </c:pt>
                <c:pt idx="6500">
                  <c:v>88.712570190429702</c:v>
                </c:pt>
                <c:pt idx="6501">
                  <c:v>88.675712585449205</c:v>
                </c:pt>
                <c:pt idx="6502">
                  <c:v>88.709739685058594</c:v>
                </c:pt>
                <c:pt idx="6503">
                  <c:v>88.675476074218807</c:v>
                </c:pt>
                <c:pt idx="6504">
                  <c:v>88.618095397949205</c:v>
                </c:pt>
                <c:pt idx="6505">
                  <c:v>88.553939819335895</c:v>
                </c:pt>
                <c:pt idx="6506">
                  <c:v>88.524436950683594</c:v>
                </c:pt>
                <c:pt idx="6507">
                  <c:v>88.517814636230497</c:v>
                </c:pt>
                <c:pt idx="6508">
                  <c:v>88.549354553222699</c:v>
                </c:pt>
                <c:pt idx="6509">
                  <c:v>88.486724853515597</c:v>
                </c:pt>
                <c:pt idx="6510">
                  <c:v>88.488822937011705</c:v>
                </c:pt>
                <c:pt idx="6511">
                  <c:v>88.5450439453125</c:v>
                </c:pt>
                <c:pt idx="6512">
                  <c:v>88.601188659667997</c:v>
                </c:pt>
                <c:pt idx="6513">
                  <c:v>88.679313659667997</c:v>
                </c:pt>
                <c:pt idx="6514">
                  <c:v>88.764404296875</c:v>
                </c:pt>
                <c:pt idx="6515">
                  <c:v>88.992500305175795</c:v>
                </c:pt>
                <c:pt idx="6516">
                  <c:v>89.164619445800795</c:v>
                </c:pt>
                <c:pt idx="6517">
                  <c:v>89.257186889648395</c:v>
                </c:pt>
                <c:pt idx="6518">
                  <c:v>89.454261779785199</c:v>
                </c:pt>
                <c:pt idx="6519">
                  <c:v>89.781929016113295</c:v>
                </c:pt>
                <c:pt idx="6520">
                  <c:v>89.981468200683594</c:v>
                </c:pt>
                <c:pt idx="6521">
                  <c:v>90.065299987792997</c:v>
                </c:pt>
                <c:pt idx="6522">
                  <c:v>90.094398498535199</c:v>
                </c:pt>
                <c:pt idx="6523">
                  <c:v>90.069038391113295</c:v>
                </c:pt>
                <c:pt idx="6524">
                  <c:v>90.101135253906307</c:v>
                </c:pt>
                <c:pt idx="6525">
                  <c:v>90.023994445800795</c:v>
                </c:pt>
                <c:pt idx="6526">
                  <c:v>90.032135009765597</c:v>
                </c:pt>
                <c:pt idx="6527">
                  <c:v>89.803459167480497</c:v>
                </c:pt>
                <c:pt idx="6528">
                  <c:v>89.680854797363295</c:v>
                </c:pt>
                <c:pt idx="6529">
                  <c:v>89.571105957031307</c:v>
                </c:pt>
                <c:pt idx="6530">
                  <c:v>89.437774658203097</c:v>
                </c:pt>
                <c:pt idx="6531">
                  <c:v>89.280426025390597</c:v>
                </c:pt>
                <c:pt idx="6532">
                  <c:v>89.164123535156307</c:v>
                </c:pt>
                <c:pt idx="6533">
                  <c:v>89.034996032714801</c:v>
                </c:pt>
                <c:pt idx="6534">
                  <c:v>89.011978149414105</c:v>
                </c:pt>
                <c:pt idx="6535">
                  <c:v>88.890586853027301</c:v>
                </c:pt>
                <c:pt idx="6536">
                  <c:v>88.840370178222699</c:v>
                </c:pt>
                <c:pt idx="6537">
                  <c:v>88.844787597656307</c:v>
                </c:pt>
                <c:pt idx="6538">
                  <c:v>88.769195556640597</c:v>
                </c:pt>
                <c:pt idx="6539">
                  <c:v>88.754798889160199</c:v>
                </c:pt>
                <c:pt idx="6540">
                  <c:v>88.732116699218807</c:v>
                </c:pt>
                <c:pt idx="6541">
                  <c:v>88.646995544433594</c:v>
                </c:pt>
                <c:pt idx="6542">
                  <c:v>88.678970336914105</c:v>
                </c:pt>
                <c:pt idx="6543">
                  <c:v>88.679718017578097</c:v>
                </c:pt>
                <c:pt idx="6544">
                  <c:v>88.689727783203097</c:v>
                </c:pt>
                <c:pt idx="6545">
                  <c:v>88.767868041992202</c:v>
                </c:pt>
                <c:pt idx="6546">
                  <c:v>88.811584472656307</c:v>
                </c:pt>
                <c:pt idx="6547">
                  <c:v>88.718978881835895</c:v>
                </c:pt>
                <c:pt idx="6548">
                  <c:v>88.701881408691406</c:v>
                </c:pt>
                <c:pt idx="6549">
                  <c:v>88.703079223632798</c:v>
                </c:pt>
                <c:pt idx="6550">
                  <c:v>88.715217590332003</c:v>
                </c:pt>
                <c:pt idx="6551">
                  <c:v>88.705184936523395</c:v>
                </c:pt>
                <c:pt idx="6552">
                  <c:v>88.728218078613295</c:v>
                </c:pt>
                <c:pt idx="6553">
                  <c:v>88.700302124023395</c:v>
                </c:pt>
                <c:pt idx="6554">
                  <c:v>88.619789123535199</c:v>
                </c:pt>
                <c:pt idx="6555">
                  <c:v>88.586799621582003</c:v>
                </c:pt>
                <c:pt idx="6556">
                  <c:v>88.568489074707003</c:v>
                </c:pt>
                <c:pt idx="6557">
                  <c:v>88.544326782226605</c:v>
                </c:pt>
                <c:pt idx="6558">
                  <c:v>88.518615722656307</c:v>
                </c:pt>
                <c:pt idx="6559">
                  <c:v>88.324546813964801</c:v>
                </c:pt>
                <c:pt idx="6560">
                  <c:v>88.387336730957003</c:v>
                </c:pt>
                <c:pt idx="6561">
                  <c:v>88.159339904785199</c:v>
                </c:pt>
                <c:pt idx="6562">
                  <c:v>88.190658569335895</c:v>
                </c:pt>
                <c:pt idx="6563">
                  <c:v>87.979965209960895</c:v>
                </c:pt>
                <c:pt idx="6564">
                  <c:v>87.881904602050795</c:v>
                </c:pt>
                <c:pt idx="6565">
                  <c:v>87.959022521972699</c:v>
                </c:pt>
                <c:pt idx="6566">
                  <c:v>87.931503295898395</c:v>
                </c:pt>
                <c:pt idx="6567">
                  <c:v>87.878799438476605</c:v>
                </c:pt>
                <c:pt idx="6568">
                  <c:v>87.779891967773395</c:v>
                </c:pt>
                <c:pt idx="6569">
                  <c:v>87.643379211425795</c:v>
                </c:pt>
                <c:pt idx="6570">
                  <c:v>87.358062744140597</c:v>
                </c:pt>
                <c:pt idx="6571">
                  <c:v>87.358337402343807</c:v>
                </c:pt>
                <c:pt idx="6572">
                  <c:v>87.391784667968807</c:v>
                </c:pt>
                <c:pt idx="6573">
                  <c:v>87.326599121093807</c:v>
                </c:pt>
                <c:pt idx="6574">
                  <c:v>87.075294494628906</c:v>
                </c:pt>
                <c:pt idx="6575">
                  <c:v>86.989807128906307</c:v>
                </c:pt>
                <c:pt idx="6576">
                  <c:v>87.089347839355497</c:v>
                </c:pt>
                <c:pt idx="6577">
                  <c:v>87.028968811035199</c:v>
                </c:pt>
                <c:pt idx="6578">
                  <c:v>87.0289306640625</c:v>
                </c:pt>
                <c:pt idx="6579">
                  <c:v>87.236869812011705</c:v>
                </c:pt>
                <c:pt idx="6580">
                  <c:v>87.216552734375</c:v>
                </c:pt>
                <c:pt idx="6581">
                  <c:v>87.167137145996094</c:v>
                </c:pt>
                <c:pt idx="6582">
                  <c:v>87.049392700195298</c:v>
                </c:pt>
                <c:pt idx="6583">
                  <c:v>87.148765563964801</c:v>
                </c:pt>
                <c:pt idx="6584">
                  <c:v>87.304527282714801</c:v>
                </c:pt>
                <c:pt idx="6585">
                  <c:v>87.284881591796903</c:v>
                </c:pt>
                <c:pt idx="6586">
                  <c:v>87.409461975097699</c:v>
                </c:pt>
                <c:pt idx="6587">
                  <c:v>87.389579772949205</c:v>
                </c:pt>
                <c:pt idx="6588">
                  <c:v>87.507987976074205</c:v>
                </c:pt>
                <c:pt idx="6589">
                  <c:v>87.607711791992202</c:v>
                </c:pt>
                <c:pt idx="6590">
                  <c:v>87.707527160644503</c:v>
                </c:pt>
                <c:pt idx="6591">
                  <c:v>87.810821533203097</c:v>
                </c:pt>
                <c:pt idx="6592">
                  <c:v>87.962608337402301</c:v>
                </c:pt>
                <c:pt idx="6593">
                  <c:v>87.797904968261705</c:v>
                </c:pt>
                <c:pt idx="6594">
                  <c:v>87.834510803222699</c:v>
                </c:pt>
                <c:pt idx="6595">
                  <c:v>87.807403564453097</c:v>
                </c:pt>
                <c:pt idx="6596">
                  <c:v>87.950569152832003</c:v>
                </c:pt>
                <c:pt idx="6597">
                  <c:v>87.927345275878906</c:v>
                </c:pt>
                <c:pt idx="6598">
                  <c:v>87.884971618652301</c:v>
                </c:pt>
                <c:pt idx="6599">
                  <c:v>87.931373596191406</c:v>
                </c:pt>
                <c:pt idx="6600">
                  <c:v>88.058326721191406</c:v>
                </c:pt>
                <c:pt idx="6601">
                  <c:v>88.013603210449205</c:v>
                </c:pt>
                <c:pt idx="6602">
                  <c:v>87.941207885742202</c:v>
                </c:pt>
                <c:pt idx="6603">
                  <c:v>88.017890930175795</c:v>
                </c:pt>
                <c:pt idx="6604">
                  <c:v>87.873733520507798</c:v>
                </c:pt>
                <c:pt idx="6605">
                  <c:v>87.814811706542997</c:v>
                </c:pt>
                <c:pt idx="6606">
                  <c:v>87.799827575683594</c:v>
                </c:pt>
                <c:pt idx="6607">
                  <c:v>87.747177124023395</c:v>
                </c:pt>
                <c:pt idx="6608">
                  <c:v>87.701271057128906</c:v>
                </c:pt>
                <c:pt idx="6609">
                  <c:v>87.543952941894503</c:v>
                </c:pt>
                <c:pt idx="6610">
                  <c:v>87.616317749023395</c:v>
                </c:pt>
                <c:pt idx="6611">
                  <c:v>87.494209289550795</c:v>
                </c:pt>
                <c:pt idx="6612">
                  <c:v>87.360610961914105</c:v>
                </c:pt>
                <c:pt idx="6613">
                  <c:v>87.282173156738295</c:v>
                </c:pt>
                <c:pt idx="6614">
                  <c:v>87.358833312988295</c:v>
                </c:pt>
                <c:pt idx="6615">
                  <c:v>87.191795349121094</c:v>
                </c:pt>
                <c:pt idx="6616">
                  <c:v>87.010681152343807</c:v>
                </c:pt>
                <c:pt idx="6617">
                  <c:v>87.073371887207003</c:v>
                </c:pt>
                <c:pt idx="6618">
                  <c:v>87.193771362304702</c:v>
                </c:pt>
                <c:pt idx="6619">
                  <c:v>87.132583618164105</c:v>
                </c:pt>
                <c:pt idx="6620">
                  <c:v>87.046569824218807</c:v>
                </c:pt>
                <c:pt idx="6621">
                  <c:v>87.013381958007798</c:v>
                </c:pt>
                <c:pt idx="6622">
                  <c:v>87.183349609375</c:v>
                </c:pt>
                <c:pt idx="6623">
                  <c:v>87.416358947753906</c:v>
                </c:pt>
                <c:pt idx="6624">
                  <c:v>87.616752624511705</c:v>
                </c:pt>
                <c:pt idx="6625">
                  <c:v>87.627601623535199</c:v>
                </c:pt>
                <c:pt idx="6626">
                  <c:v>87.706642150878906</c:v>
                </c:pt>
                <c:pt idx="6627">
                  <c:v>87.682449340820298</c:v>
                </c:pt>
                <c:pt idx="6628">
                  <c:v>87.958984375</c:v>
                </c:pt>
                <c:pt idx="6629">
                  <c:v>88.160552978515597</c:v>
                </c:pt>
                <c:pt idx="6630">
                  <c:v>88.252708435058594</c:v>
                </c:pt>
                <c:pt idx="6631">
                  <c:v>88.472076416015597</c:v>
                </c:pt>
                <c:pt idx="6632">
                  <c:v>88.600509643554702</c:v>
                </c:pt>
                <c:pt idx="6633">
                  <c:v>88.658668518066406</c:v>
                </c:pt>
                <c:pt idx="6634">
                  <c:v>88.888603210449205</c:v>
                </c:pt>
                <c:pt idx="6635">
                  <c:v>88.946212768554702</c:v>
                </c:pt>
                <c:pt idx="6636">
                  <c:v>88.947685241699205</c:v>
                </c:pt>
                <c:pt idx="6637">
                  <c:v>89.186332702636705</c:v>
                </c:pt>
                <c:pt idx="6638">
                  <c:v>89.356826782226605</c:v>
                </c:pt>
                <c:pt idx="6639">
                  <c:v>89.475273132324205</c:v>
                </c:pt>
                <c:pt idx="6640">
                  <c:v>89.843315124511705</c:v>
                </c:pt>
                <c:pt idx="6641">
                  <c:v>89.910430908203097</c:v>
                </c:pt>
                <c:pt idx="6642">
                  <c:v>90.024475097656307</c:v>
                </c:pt>
                <c:pt idx="6643">
                  <c:v>90.273773193359403</c:v>
                </c:pt>
                <c:pt idx="6644">
                  <c:v>90.410804748535199</c:v>
                </c:pt>
                <c:pt idx="6645">
                  <c:v>90.538810729980497</c:v>
                </c:pt>
                <c:pt idx="6646">
                  <c:v>90.826667785644503</c:v>
                </c:pt>
                <c:pt idx="6647">
                  <c:v>90.961891174316406</c:v>
                </c:pt>
                <c:pt idx="6648">
                  <c:v>90.809532165527301</c:v>
                </c:pt>
                <c:pt idx="6649">
                  <c:v>91.184638977050795</c:v>
                </c:pt>
                <c:pt idx="6650">
                  <c:v>91.4755859375</c:v>
                </c:pt>
                <c:pt idx="6651">
                  <c:v>91.732612609863295</c:v>
                </c:pt>
                <c:pt idx="6652">
                  <c:v>92.012733459472699</c:v>
                </c:pt>
                <c:pt idx="6653">
                  <c:v>92.188514709472699</c:v>
                </c:pt>
                <c:pt idx="6654">
                  <c:v>92.278282165527301</c:v>
                </c:pt>
                <c:pt idx="6655">
                  <c:v>92.410087585449205</c:v>
                </c:pt>
                <c:pt idx="6656">
                  <c:v>92.777870178222699</c:v>
                </c:pt>
                <c:pt idx="6657">
                  <c:v>93.120010375976605</c:v>
                </c:pt>
                <c:pt idx="6658">
                  <c:v>93.327629089355497</c:v>
                </c:pt>
                <c:pt idx="6659">
                  <c:v>93.781410217285199</c:v>
                </c:pt>
                <c:pt idx="6660">
                  <c:v>94.138160705566406</c:v>
                </c:pt>
                <c:pt idx="6661">
                  <c:v>94.565742492675795</c:v>
                </c:pt>
                <c:pt idx="6662">
                  <c:v>94.835395812988295</c:v>
                </c:pt>
                <c:pt idx="6663">
                  <c:v>95.116691589355497</c:v>
                </c:pt>
                <c:pt idx="6664">
                  <c:v>95.165725708007798</c:v>
                </c:pt>
                <c:pt idx="6665">
                  <c:v>95.531440734863295</c:v>
                </c:pt>
                <c:pt idx="6666">
                  <c:v>95.927062988281307</c:v>
                </c:pt>
                <c:pt idx="6667">
                  <c:v>96.375068664550795</c:v>
                </c:pt>
                <c:pt idx="6668">
                  <c:v>96.520103454589801</c:v>
                </c:pt>
                <c:pt idx="6669">
                  <c:v>96.695571899414105</c:v>
                </c:pt>
                <c:pt idx="6670">
                  <c:v>96.988258361816406</c:v>
                </c:pt>
                <c:pt idx="6671">
                  <c:v>97.193634033203097</c:v>
                </c:pt>
                <c:pt idx="6672">
                  <c:v>97.508850097656307</c:v>
                </c:pt>
                <c:pt idx="6673">
                  <c:v>97.800346374511705</c:v>
                </c:pt>
                <c:pt idx="6674">
                  <c:v>98.064598083496094</c:v>
                </c:pt>
                <c:pt idx="6675">
                  <c:v>98.325279235839801</c:v>
                </c:pt>
                <c:pt idx="6676">
                  <c:v>98.595878601074205</c:v>
                </c:pt>
                <c:pt idx="6677">
                  <c:v>98.857048034667997</c:v>
                </c:pt>
                <c:pt idx="6678">
                  <c:v>99.340843200683594</c:v>
                </c:pt>
                <c:pt idx="6679">
                  <c:v>99.75244140625</c:v>
                </c:pt>
                <c:pt idx="6680">
                  <c:v>100.23122406005901</c:v>
                </c:pt>
                <c:pt idx="6681">
                  <c:v>100.548583984375</c:v>
                </c:pt>
                <c:pt idx="6682">
                  <c:v>100.542854309082</c:v>
                </c:pt>
                <c:pt idx="6683">
                  <c:v>100.697128295898</c:v>
                </c:pt>
                <c:pt idx="6684">
                  <c:v>100.983352661133</c:v>
                </c:pt>
                <c:pt idx="6685">
                  <c:v>101.260200500488</c:v>
                </c:pt>
                <c:pt idx="6686">
                  <c:v>101.49584197998</c:v>
                </c:pt>
                <c:pt idx="6687">
                  <c:v>101.63169097900401</c:v>
                </c:pt>
                <c:pt idx="6688">
                  <c:v>101.674613952637</c:v>
                </c:pt>
                <c:pt idx="6689">
                  <c:v>101.712860107422</c:v>
                </c:pt>
                <c:pt idx="6690">
                  <c:v>101.76319885253901</c:v>
                </c:pt>
                <c:pt idx="6691">
                  <c:v>101.765190124512</c:v>
                </c:pt>
                <c:pt idx="6692">
                  <c:v>101.726287841797</c:v>
                </c:pt>
                <c:pt idx="6693">
                  <c:v>101.80680847168</c:v>
                </c:pt>
                <c:pt idx="6694">
                  <c:v>101.92071533203099</c:v>
                </c:pt>
                <c:pt idx="6695">
                  <c:v>101.95794677734401</c:v>
                </c:pt>
                <c:pt idx="6696">
                  <c:v>101.84691619873</c:v>
                </c:pt>
                <c:pt idx="6697">
                  <c:v>102.01519775390599</c:v>
                </c:pt>
                <c:pt idx="6698">
                  <c:v>102.23770141601599</c:v>
                </c:pt>
                <c:pt idx="6699">
                  <c:v>102.19034576416</c:v>
                </c:pt>
                <c:pt idx="6700">
                  <c:v>102.40470123291</c:v>
                </c:pt>
                <c:pt idx="6701">
                  <c:v>102.66521453857401</c:v>
                </c:pt>
                <c:pt idx="6702">
                  <c:v>102.946166992188</c:v>
                </c:pt>
                <c:pt idx="6703">
                  <c:v>102.991806030273</c:v>
                </c:pt>
                <c:pt idx="6704">
                  <c:v>103.196044921875</c:v>
                </c:pt>
                <c:pt idx="6705">
                  <c:v>103.326705932617</c:v>
                </c:pt>
                <c:pt idx="6706">
                  <c:v>103.594047546387</c:v>
                </c:pt>
                <c:pt idx="6707">
                  <c:v>103.772590637207</c:v>
                </c:pt>
                <c:pt idx="6708">
                  <c:v>103.980438232422</c:v>
                </c:pt>
                <c:pt idx="6709">
                  <c:v>104.04833984375</c:v>
                </c:pt>
                <c:pt idx="6710">
                  <c:v>104.06761932373</c:v>
                </c:pt>
                <c:pt idx="6711">
                  <c:v>104.026580810547</c:v>
                </c:pt>
                <c:pt idx="6712">
                  <c:v>104.124618530273</c:v>
                </c:pt>
                <c:pt idx="6713">
                  <c:v>104.288619995117</c:v>
                </c:pt>
                <c:pt idx="6714">
                  <c:v>104.43717956543</c:v>
                </c:pt>
                <c:pt idx="6715">
                  <c:v>104.50066375732401</c:v>
                </c:pt>
                <c:pt idx="6716">
                  <c:v>104.555229187012</c:v>
                </c:pt>
                <c:pt idx="6717">
                  <c:v>104.65969085693401</c:v>
                </c:pt>
                <c:pt idx="6718">
                  <c:v>104.72288513183599</c:v>
                </c:pt>
                <c:pt idx="6719">
                  <c:v>104.755989074707</c:v>
                </c:pt>
                <c:pt idx="6720">
                  <c:v>104.773109436035</c:v>
                </c:pt>
                <c:pt idx="6721">
                  <c:v>104.781898498535</c:v>
                </c:pt>
                <c:pt idx="6722">
                  <c:v>104.786415100098</c:v>
                </c:pt>
                <c:pt idx="6723">
                  <c:v>104.78872680664099</c:v>
                </c:pt>
                <c:pt idx="6724">
                  <c:v>104.789916992188</c:v>
                </c:pt>
                <c:pt idx="6725">
                  <c:v>104.79052734375</c:v>
                </c:pt>
                <c:pt idx="6726">
                  <c:v>104.79084014892599</c:v>
                </c:pt>
                <c:pt idx="6727">
                  <c:v>104.791007995605</c:v>
                </c:pt>
                <c:pt idx="6728">
                  <c:v>104.79108428955099</c:v>
                </c:pt>
                <c:pt idx="6729">
                  <c:v>104.791130065918</c:v>
                </c:pt>
                <c:pt idx="6730">
                  <c:v>104.791152954102</c:v>
                </c:pt>
                <c:pt idx="6731">
                  <c:v>104.79116058349599</c:v>
                </c:pt>
                <c:pt idx="6732">
                  <c:v>104.79116821289099</c:v>
                </c:pt>
                <c:pt idx="6733">
                  <c:v>104.79116821289099</c:v>
                </c:pt>
                <c:pt idx="6734">
                  <c:v>104.791175842285</c:v>
                </c:pt>
                <c:pt idx="6735">
                  <c:v>104.791175842285</c:v>
                </c:pt>
                <c:pt idx="6736">
                  <c:v>104.791175842285</c:v>
                </c:pt>
                <c:pt idx="6737">
                  <c:v>104.791175842285</c:v>
                </c:pt>
                <c:pt idx="6738">
                  <c:v>104.791175842285</c:v>
                </c:pt>
                <c:pt idx="6739">
                  <c:v>104.791175842285</c:v>
                </c:pt>
                <c:pt idx="6740">
                  <c:v>104.791175842285</c:v>
                </c:pt>
                <c:pt idx="6741">
                  <c:v>104.791175842285</c:v>
                </c:pt>
                <c:pt idx="6742">
                  <c:v>104.791175842285</c:v>
                </c:pt>
                <c:pt idx="6743">
                  <c:v>104.791175842285</c:v>
                </c:pt>
                <c:pt idx="6744">
                  <c:v>105.65134429931599</c:v>
                </c:pt>
                <c:pt idx="6745">
                  <c:v>105.44814300537099</c:v>
                </c:pt>
                <c:pt idx="6746">
                  <c:v>105.707138061523</c:v>
                </c:pt>
                <c:pt idx="6747">
                  <c:v>107.421798706055</c:v>
                </c:pt>
                <c:pt idx="6748">
                  <c:v>108.124885559082</c:v>
                </c:pt>
                <c:pt idx="6749">
                  <c:v>108.542114257813</c:v>
                </c:pt>
                <c:pt idx="6750">
                  <c:v>109.151489257813</c:v>
                </c:pt>
                <c:pt idx="6751">
                  <c:v>109.505912780762</c:v>
                </c:pt>
                <c:pt idx="6752">
                  <c:v>109.694213867188</c:v>
                </c:pt>
                <c:pt idx="6753">
                  <c:v>109.80361175537099</c:v>
                </c:pt>
                <c:pt idx="6754">
                  <c:v>109.839950561523</c:v>
                </c:pt>
                <c:pt idx="6755">
                  <c:v>109.927627563477</c:v>
                </c:pt>
                <c:pt idx="6756">
                  <c:v>109.90867614746099</c:v>
                </c:pt>
                <c:pt idx="6757">
                  <c:v>109.98950958252</c:v>
                </c:pt>
                <c:pt idx="6758">
                  <c:v>110.114151000977</c:v>
                </c:pt>
                <c:pt idx="6759">
                  <c:v>110.26792144775401</c:v>
                </c:pt>
                <c:pt idx="6760">
                  <c:v>110.35733795166</c:v>
                </c:pt>
                <c:pt idx="6761">
                  <c:v>110.309051513672</c:v>
                </c:pt>
                <c:pt idx="6762">
                  <c:v>110.417854309082</c:v>
                </c:pt>
                <c:pt idx="6763">
                  <c:v>110.41227722168</c:v>
                </c:pt>
                <c:pt idx="6764">
                  <c:v>110.49740600585901</c:v>
                </c:pt>
                <c:pt idx="6765">
                  <c:v>110.526779174805</c:v>
                </c:pt>
                <c:pt idx="6766">
                  <c:v>110.598770141602</c:v>
                </c:pt>
                <c:pt idx="6767">
                  <c:v>110.866325378418</c:v>
                </c:pt>
                <c:pt idx="6768">
                  <c:v>111.060188293457</c:v>
                </c:pt>
                <c:pt idx="6769">
                  <c:v>111.084228515625</c:v>
                </c:pt>
                <c:pt idx="6770">
                  <c:v>111.133262634277</c:v>
                </c:pt>
                <c:pt idx="6771">
                  <c:v>111.257049560547</c:v>
                </c:pt>
                <c:pt idx="6772">
                  <c:v>111.187057495117</c:v>
                </c:pt>
                <c:pt idx="6773">
                  <c:v>111.229858398438</c:v>
                </c:pt>
                <c:pt idx="6774">
                  <c:v>111.338081359863</c:v>
                </c:pt>
                <c:pt idx="6775">
                  <c:v>111.411026000977</c:v>
                </c:pt>
                <c:pt idx="6776">
                  <c:v>111.62001800537099</c:v>
                </c:pt>
                <c:pt idx="6777">
                  <c:v>111.914680480957</c:v>
                </c:pt>
                <c:pt idx="6778">
                  <c:v>112.30770874023401</c:v>
                </c:pt>
                <c:pt idx="6779">
                  <c:v>112.78289794921901</c:v>
                </c:pt>
                <c:pt idx="6780">
                  <c:v>112.76326751709</c:v>
                </c:pt>
                <c:pt idx="6781">
                  <c:v>112.83374786377</c:v>
                </c:pt>
                <c:pt idx="6782">
                  <c:v>113.13507843017599</c:v>
                </c:pt>
                <c:pt idx="6783">
                  <c:v>113.69940185546901</c:v>
                </c:pt>
                <c:pt idx="6784">
                  <c:v>114.121391296387</c:v>
                </c:pt>
                <c:pt idx="6785">
                  <c:v>114.575401306152</c:v>
                </c:pt>
                <c:pt idx="6786">
                  <c:v>114.657279968262</c:v>
                </c:pt>
                <c:pt idx="6787">
                  <c:v>114.84255218505901</c:v>
                </c:pt>
                <c:pt idx="6788">
                  <c:v>115.030281066895</c:v>
                </c:pt>
                <c:pt idx="6789">
                  <c:v>115.187149047852</c:v>
                </c:pt>
                <c:pt idx="6790">
                  <c:v>115.645942687988</c:v>
                </c:pt>
                <c:pt idx="6791">
                  <c:v>116.00757598877</c:v>
                </c:pt>
                <c:pt idx="6792">
                  <c:v>116.22135925293</c:v>
                </c:pt>
                <c:pt idx="6793">
                  <c:v>116.357208251953</c:v>
                </c:pt>
                <c:pt idx="6794">
                  <c:v>116.68190002441401</c:v>
                </c:pt>
                <c:pt idx="6795">
                  <c:v>116.793907165527</c:v>
                </c:pt>
                <c:pt idx="6796">
                  <c:v>116.929008483887</c:v>
                </c:pt>
                <c:pt idx="6797">
                  <c:v>117.12490081787099</c:v>
                </c:pt>
                <c:pt idx="6798">
                  <c:v>117.312858581543</c:v>
                </c:pt>
                <c:pt idx="6799">
                  <c:v>117.46360778808599</c:v>
                </c:pt>
                <c:pt idx="6800">
                  <c:v>117.63687133789099</c:v>
                </c:pt>
                <c:pt idx="6801">
                  <c:v>117.727378845215</c:v>
                </c:pt>
                <c:pt idx="6802">
                  <c:v>117.92385101318401</c:v>
                </c:pt>
                <c:pt idx="6803">
                  <c:v>118.096298217773</c:v>
                </c:pt>
                <c:pt idx="6804">
                  <c:v>118.129913330078</c:v>
                </c:pt>
                <c:pt idx="6805">
                  <c:v>118.338836669922</c:v>
                </c:pt>
                <c:pt idx="6806">
                  <c:v>118.62908935546901</c:v>
                </c:pt>
                <c:pt idx="6807">
                  <c:v>118.88677978515599</c:v>
                </c:pt>
                <c:pt idx="6808">
                  <c:v>118.97771453857401</c:v>
                </c:pt>
                <c:pt idx="6809">
                  <c:v>119.13046264648401</c:v>
                </c:pt>
                <c:pt idx="6810">
                  <c:v>119.32138061523401</c:v>
                </c:pt>
                <c:pt idx="6811">
                  <c:v>119.551872253418</c:v>
                </c:pt>
                <c:pt idx="6812">
                  <c:v>119.62582397460901</c:v>
                </c:pt>
                <c:pt idx="6813">
                  <c:v>119.480018615723</c:v>
                </c:pt>
                <c:pt idx="6814">
                  <c:v>119.47080230712901</c:v>
                </c:pt>
                <c:pt idx="6815">
                  <c:v>119.62255859375</c:v>
                </c:pt>
                <c:pt idx="6816">
                  <c:v>120.197715759277</c:v>
                </c:pt>
                <c:pt idx="6817">
                  <c:v>120.657501220703</c:v>
                </c:pt>
                <c:pt idx="6818">
                  <c:v>120.66813659668</c:v>
                </c:pt>
                <c:pt idx="6819">
                  <c:v>120.857040405273</c:v>
                </c:pt>
                <c:pt idx="6820">
                  <c:v>121.018844604492</c:v>
                </c:pt>
                <c:pt idx="6821">
                  <c:v>121.13825225830099</c:v>
                </c:pt>
                <c:pt idx="6822">
                  <c:v>121.209358215332</c:v>
                </c:pt>
                <c:pt idx="6823">
                  <c:v>121.24244689941401</c:v>
                </c:pt>
                <c:pt idx="6824">
                  <c:v>121.58156585693401</c:v>
                </c:pt>
                <c:pt idx="6825">
                  <c:v>121.62393951416</c:v>
                </c:pt>
                <c:pt idx="6826">
                  <c:v>121.72087860107401</c:v>
                </c:pt>
                <c:pt idx="6827">
                  <c:v>121.737739562988</c:v>
                </c:pt>
                <c:pt idx="6828">
                  <c:v>121.810684204102</c:v>
                </c:pt>
                <c:pt idx="6829">
                  <c:v>122.00836944580099</c:v>
                </c:pt>
                <c:pt idx="6830">
                  <c:v>122.29719543457</c:v>
                </c:pt>
                <c:pt idx="6831">
                  <c:v>122.38646697998</c:v>
                </c:pt>
                <c:pt idx="6832">
                  <c:v>122.283813476563</c:v>
                </c:pt>
                <c:pt idx="6833">
                  <c:v>122.40842437744099</c:v>
                </c:pt>
                <c:pt idx="6834">
                  <c:v>122.538864135742</c:v>
                </c:pt>
                <c:pt idx="6835">
                  <c:v>122.68051910400401</c:v>
                </c:pt>
                <c:pt idx="6836">
                  <c:v>122.735877990723</c:v>
                </c:pt>
                <c:pt idx="6837">
                  <c:v>122.808952331543</c:v>
                </c:pt>
                <c:pt idx="6838">
                  <c:v>122.87172698974599</c:v>
                </c:pt>
                <c:pt idx="6839">
                  <c:v>122.789512634277</c:v>
                </c:pt>
                <c:pt idx="6840">
                  <c:v>122.85374450683599</c:v>
                </c:pt>
                <c:pt idx="6841">
                  <c:v>122.75888824462901</c:v>
                </c:pt>
                <c:pt idx="6842">
                  <c:v>122.80910491943401</c:v>
                </c:pt>
                <c:pt idx="6843">
                  <c:v>122.88510894775401</c:v>
                </c:pt>
                <c:pt idx="6844">
                  <c:v>123.135177612305</c:v>
                </c:pt>
                <c:pt idx="6845">
                  <c:v>123.17001342773401</c:v>
                </c:pt>
                <c:pt idx="6846">
                  <c:v>123.12376403808599</c:v>
                </c:pt>
                <c:pt idx="6847">
                  <c:v>123.105094909668</c:v>
                </c:pt>
                <c:pt idx="6848">
                  <c:v>123.287971496582</c:v>
                </c:pt>
                <c:pt idx="6849">
                  <c:v>123.263427734375</c:v>
                </c:pt>
                <c:pt idx="6850">
                  <c:v>123.24762725830099</c:v>
                </c:pt>
                <c:pt idx="6851">
                  <c:v>123.340545654297</c:v>
                </c:pt>
                <c:pt idx="6852">
                  <c:v>123.41926574707</c:v>
                </c:pt>
                <c:pt idx="6853">
                  <c:v>123.30487060546901</c:v>
                </c:pt>
                <c:pt idx="6854">
                  <c:v>123.38933563232401</c:v>
                </c:pt>
                <c:pt idx="6855">
                  <c:v>123.534591674805</c:v>
                </c:pt>
                <c:pt idx="6856">
                  <c:v>123.512664794922</c:v>
                </c:pt>
                <c:pt idx="6857">
                  <c:v>123.63742828369099</c:v>
                </c:pt>
                <c:pt idx="6858">
                  <c:v>123.501182556152</c:v>
                </c:pt>
                <c:pt idx="6859">
                  <c:v>123.490928649902</c:v>
                </c:pt>
                <c:pt idx="6860">
                  <c:v>123.504989624023</c:v>
                </c:pt>
                <c:pt idx="6861">
                  <c:v>123.58404541015599</c:v>
                </c:pt>
                <c:pt idx="6862">
                  <c:v>123.60604095459</c:v>
                </c:pt>
                <c:pt idx="6863">
                  <c:v>123.57794952392599</c:v>
                </c:pt>
                <c:pt idx="6864">
                  <c:v>123.47443389892599</c:v>
                </c:pt>
                <c:pt idx="6865">
                  <c:v>123.249885559082</c:v>
                </c:pt>
                <c:pt idx="6866">
                  <c:v>123.144744873047</c:v>
                </c:pt>
                <c:pt idx="6867">
                  <c:v>123.00820159912099</c:v>
                </c:pt>
                <c:pt idx="6868">
                  <c:v>122.902221679688</c:v>
                </c:pt>
                <c:pt idx="6869">
                  <c:v>122.855682373047</c:v>
                </c:pt>
                <c:pt idx="6870">
                  <c:v>122.741050720215</c:v>
                </c:pt>
                <c:pt idx="6871">
                  <c:v>122.49819946289099</c:v>
                </c:pt>
                <c:pt idx="6872">
                  <c:v>122.154327392578</c:v>
                </c:pt>
                <c:pt idx="6873">
                  <c:v>121.88575744628901</c:v>
                </c:pt>
                <c:pt idx="6874">
                  <c:v>121.712837219238</c:v>
                </c:pt>
                <c:pt idx="6875">
                  <c:v>121.53190612793</c:v>
                </c:pt>
                <c:pt idx="6876">
                  <c:v>121.373397827148</c:v>
                </c:pt>
                <c:pt idx="6877">
                  <c:v>121.27780914306599</c:v>
                </c:pt>
                <c:pt idx="6878">
                  <c:v>121.13079071044901</c:v>
                </c:pt>
                <c:pt idx="6879">
                  <c:v>120.988807678223</c:v>
                </c:pt>
                <c:pt idx="6880">
                  <c:v>120.969482421875</c:v>
                </c:pt>
                <c:pt idx="6881">
                  <c:v>120.62589263916</c:v>
                </c:pt>
                <c:pt idx="6882">
                  <c:v>120.24730682373</c:v>
                </c:pt>
                <c:pt idx="6883">
                  <c:v>119.983390808105</c:v>
                </c:pt>
                <c:pt idx="6884">
                  <c:v>119.78150939941401</c:v>
                </c:pt>
                <c:pt idx="6885">
                  <c:v>119.898231506348</c:v>
                </c:pt>
                <c:pt idx="6886">
                  <c:v>119.894325256348</c:v>
                </c:pt>
                <c:pt idx="6887">
                  <c:v>119.813125610352</c:v>
                </c:pt>
                <c:pt idx="6888">
                  <c:v>119.964218139648</c:v>
                </c:pt>
                <c:pt idx="6889">
                  <c:v>119.82611083984401</c:v>
                </c:pt>
                <c:pt idx="6890">
                  <c:v>119.804801940918</c:v>
                </c:pt>
                <c:pt idx="6891">
                  <c:v>119.661979675293</c:v>
                </c:pt>
                <c:pt idx="6892">
                  <c:v>119.532516479492</c:v>
                </c:pt>
                <c:pt idx="6893">
                  <c:v>119.672233581543</c:v>
                </c:pt>
                <c:pt idx="6894">
                  <c:v>119.855949401855</c:v>
                </c:pt>
                <c:pt idx="6895">
                  <c:v>119.736785888672</c:v>
                </c:pt>
                <c:pt idx="6896">
                  <c:v>119.725051879883</c:v>
                </c:pt>
                <c:pt idx="6897">
                  <c:v>119.719192504883</c:v>
                </c:pt>
                <c:pt idx="6898">
                  <c:v>119.703453063965</c:v>
                </c:pt>
                <c:pt idx="6899">
                  <c:v>119.527885437012</c:v>
                </c:pt>
                <c:pt idx="6900">
                  <c:v>119.463790893555</c:v>
                </c:pt>
                <c:pt idx="6901">
                  <c:v>119.448043823242</c:v>
                </c:pt>
                <c:pt idx="6902">
                  <c:v>119.484268188477</c:v>
                </c:pt>
                <c:pt idx="6903">
                  <c:v>119.50563049316401</c:v>
                </c:pt>
                <c:pt idx="6904">
                  <c:v>119.40773010253901</c:v>
                </c:pt>
                <c:pt idx="6905">
                  <c:v>119.42018127441401</c:v>
                </c:pt>
                <c:pt idx="6906">
                  <c:v>119.37135314941401</c:v>
                </c:pt>
                <c:pt idx="6907">
                  <c:v>119.30573272705099</c:v>
                </c:pt>
                <c:pt idx="6908">
                  <c:v>119.10129547119099</c:v>
                </c:pt>
                <c:pt idx="6909">
                  <c:v>118.93479919433599</c:v>
                </c:pt>
                <c:pt idx="6910">
                  <c:v>118.70263671875</c:v>
                </c:pt>
                <c:pt idx="6911">
                  <c:v>118.32981109619099</c:v>
                </c:pt>
                <c:pt idx="6912">
                  <c:v>118.112663269043</c:v>
                </c:pt>
                <c:pt idx="6913">
                  <c:v>117.98471832275401</c:v>
                </c:pt>
                <c:pt idx="6914">
                  <c:v>117.883422851563</c:v>
                </c:pt>
                <c:pt idx="6915">
                  <c:v>117.780632019043</c:v>
                </c:pt>
                <c:pt idx="6916">
                  <c:v>117.63632965087901</c:v>
                </c:pt>
                <c:pt idx="6917">
                  <c:v>117.481567382813</c:v>
                </c:pt>
                <c:pt idx="6918">
                  <c:v>117.322372436523</c:v>
                </c:pt>
                <c:pt idx="6919">
                  <c:v>117.130821228027</c:v>
                </c:pt>
                <c:pt idx="6920">
                  <c:v>116.896072387695</c:v>
                </c:pt>
                <c:pt idx="6921">
                  <c:v>116.665573120117</c:v>
                </c:pt>
                <c:pt idx="6922">
                  <c:v>116.518997192383</c:v>
                </c:pt>
                <c:pt idx="6923">
                  <c:v>116.360389709473</c:v>
                </c:pt>
                <c:pt idx="6924">
                  <c:v>116.181365966797</c:v>
                </c:pt>
                <c:pt idx="6925">
                  <c:v>115.89902496337901</c:v>
                </c:pt>
                <c:pt idx="6926">
                  <c:v>115.70758056640599</c:v>
                </c:pt>
                <c:pt idx="6927">
                  <c:v>115.527961730957</c:v>
                </c:pt>
                <c:pt idx="6928">
                  <c:v>115.310829162598</c:v>
                </c:pt>
                <c:pt idx="6929">
                  <c:v>115.11468505859401</c:v>
                </c:pt>
                <c:pt idx="6930">
                  <c:v>114.93913269043</c:v>
                </c:pt>
                <c:pt idx="6931">
                  <c:v>114.82307434082</c:v>
                </c:pt>
                <c:pt idx="6932">
                  <c:v>114.760604858398</c:v>
                </c:pt>
                <c:pt idx="6933">
                  <c:v>114.684646606445</c:v>
                </c:pt>
                <c:pt idx="6934">
                  <c:v>114.634895324707</c:v>
                </c:pt>
                <c:pt idx="6935">
                  <c:v>114.50772857666</c:v>
                </c:pt>
                <c:pt idx="6936">
                  <c:v>114.467559814453</c:v>
                </c:pt>
                <c:pt idx="6937">
                  <c:v>114.386428833008</c:v>
                </c:pt>
                <c:pt idx="6938">
                  <c:v>114.36447906494099</c:v>
                </c:pt>
                <c:pt idx="6939">
                  <c:v>114.38376617431599</c:v>
                </c:pt>
                <c:pt idx="6940">
                  <c:v>114.368927001953</c:v>
                </c:pt>
                <c:pt idx="6941">
                  <c:v>114.387496948242</c:v>
                </c:pt>
                <c:pt idx="6942">
                  <c:v>114.29254913330099</c:v>
                </c:pt>
                <c:pt idx="6943">
                  <c:v>114.32460784912099</c:v>
                </c:pt>
                <c:pt idx="6944">
                  <c:v>114.34405517578099</c:v>
                </c:pt>
                <c:pt idx="6945">
                  <c:v>114.40266418457</c:v>
                </c:pt>
                <c:pt idx="6946">
                  <c:v>114.48052978515599</c:v>
                </c:pt>
                <c:pt idx="6947">
                  <c:v>114.773796081543</c:v>
                </c:pt>
                <c:pt idx="6948">
                  <c:v>114.954055786133</c:v>
                </c:pt>
                <c:pt idx="6949">
                  <c:v>115.34278869628901</c:v>
                </c:pt>
                <c:pt idx="6950">
                  <c:v>115.71759796142599</c:v>
                </c:pt>
                <c:pt idx="6951">
                  <c:v>115.84455871582</c:v>
                </c:pt>
                <c:pt idx="6952">
                  <c:v>116.027351379395</c:v>
                </c:pt>
                <c:pt idx="6953">
                  <c:v>116.01278686523401</c:v>
                </c:pt>
                <c:pt idx="6954">
                  <c:v>116.105422973633</c:v>
                </c:pt>
                <c:pt idx="6955">
                  <c:v>116.320419311523</c:v>
                </c:pt>
                <c:pt idx="6956">
                  <c:v>116.410034179688</c:v>
                </c:pt>
                <c:pt idx="6957">
                  <c:v>116.653770446777</c:v>
                </c:pt>
                <c:pt idx="6958">
                  <c:v>116.893516540527</c:v>
                </c:pt>
                <c:pt idx="6959">
                  <c:v>117.029487609863</c:v>
                </c:pt>
                <c:pt idx="6960">
                  <c:v>117.10546875</c:v>
                </c:pt>
                <c:pt idx="6961">
                  <c:v>117.19760894775401</c:v>
                </c:pt>
                <c:pt idx="6962">
                  <c:v>117.218139648438</c:v>
                </c:pt>
                <c:pt idx="6963">
                  <c:v>117.219291687012</c:v>
                </c:pt>
                <c:pt idx="6964">
                  <c:v>117.22560882568401</c:v>
                </c:pt>
                <c:pt idx="6965">
                  <c:v>117.16787719726599</c:v>
                </c:pt>
                <c:pt idx="6966">
                  <c:v>117.13159942627</c:v>
                </c:pt>
                <c:pt idx="6967">
                  <c:v>117.042449951172</c:v>
                </c:pt>
                <c:pt idx="6968">
                  <c:v>116.94709014892599</c:v>
                </c:pt>
                <c:pt idx="6969">
                  <c:v>116.839401245117</c:v>
                </c:pt>
                <c:pt idx="6970">
                  <c:v>116.629257202148</c:v>
                </c:pt>
                <c:pt idx="6971">
                  <c:v>116.48748779296901</c:v>
                </c:pt>
                <c:pt idx="6972">
                  <c:v>116.491401672363</c:v>
                </c:pt>
                <c:pt idx="6973">
                  <c:v>116.426635742188</c:v>
                </c:pt>
                <c:pt idx="6974">
                  <c:v>116.368217468262</c:v>
                </c:pt>
                <c:pt idx="6975">
                  <c:v>116.32342529296901</c:v>
                </c:pt>
                <c:pt idx="6976">
                  <c:v>116.22768402099599</c:v>
                </c:pt>
                <c:pt idx="6977">
                  <c:v>116.22201538085901</c:v>
                </c:pt>
                <c:pt idx="6978">
                  <c:v>116.235832214355</c:v>
                </c:pt>
                <c:pt idx="6979">
                  <c:v>116.215301513672</c:v>
                </c:pt>
                <c:pt idx="6980">
                  <c:v>116.193145751953</c:v>
                </c:pt>
                <c:pt idx="6981">
                  <c:v>116.057693481445</c:v>
                </c:pt>
                <c:pt idx="6982">
                  <c:v>115.741561889648</c:v>
                </c:pt>
                <c:pt idx="6983">
                  <c:v>115.472862243652</c:v>
                </c:pt>
                <c:pt idx="6984">
                  <c:v>115.261352539063</c:v>
                </c:pt>
                <c:pt idx="6985">
                  <c:v>115.19613647460901</c:v>
                </c:pt>
                <c:pt idx="6986">
                  <c:v>115.19782257080099</c:v>
                </c:pt>
                <c:pt idx="6987">
                  <c:v>115.15048980712901</c:v>
                </c:pt>
                <c:pt idx="6988">
                  <c:v>115.09497833252</c:v>
                </c:pt>
                <c:pt idx="6989">
                  <c:v>115.052047729492</c:v>
                </c:pt>
                <c:pt idx="6990">
                  <c:v>114.974662780762</c:v>
                </c:pt>
                <c:pt idx="6991">
                  <c:v>114.890464782715</c:v>
                </c:pt>
                <c:pt idx="6992">
                  <c:v>114.79608154296901</c:v>
                </c:pt>
                <c:pt idx="6993">
                  <c:v>114.71998596191401</c:v>
                </c:pt>
                <c:pt idx="6994">
                  <c:v>114.68416595459</c:v>
                </c:pt>
                <c:pt idx="6995">
                  <c:v>114.555946350098</c:v>
                </c:pt>
                <c:pt idx="6996">
                  <c:v>114.502319335938</c:v>
                </c:pt>
                <c:pt idx="6997">
                  <c:v>114.501091003418</c:v>
                </c:pt>
                <c:pt idx="6998">
                  <c:v>114.47853851318401</c:v>
                </c:pt>
                <c:pt idx="6999">
                  <c:v>114.441780090332</c:v>
                </c:pt>
                <c:pt idx="7000">
                  <c:v>114.340217590332</c:v>
                </c:pt>
                <c:pt idx="7001">
                  <c:v>114.227264404297</c:v>
                </c:pt>
                <c:pt idx="7002">
                  <c:v>114.189178466797</c:v>
                </c:pt>
                <c:pt idx="7003">
                  <c:v>114.01181793212901</c:v>
                </c:pt>
                <c:pt idx="7004">
                  <c:v>113.85422515869099</c:v>
                </c:pt>
                <c:pt idx="7005">
                  <c:v>113.91005706787099</c:v>
                </c:pt>
                <c:pt idx="7006">
                  <c:v>113.85311126709</c:v>
                </c:pt>
                <c:pt idx="7007">
                  <c:v>113.505088806152</c:v>
                </c:pt>
                <c:pt idx="7008">
                  <c:v>113.32341766357401</c:v>
                </c:pt>
                <c:pt idx="7009">
                  <c:v>113.21233367919901</c:v>
                </c:pt>
                <c:pt idx="7010">
                  <c:v>113.185600280762</c:v>
                </c:pt>
                <c:pt idx="7011">
                  <c:v>113.233840942383</c:v>
                </c:pt>
                <c:pt idx="7012">
                  <c:v>113.12477874755901</c:v>
                </c:pt>
                <c:pt idx="7013">
                  <c:v>113.032096862793</c:v>
                </c:pt>
                <c:pt idx="7014">
                  <c:v>112.973106384277</c:v>
                </c:pt>
                <c:pt idx="7015">
                  <c:v>112.916007995605</c:v>
                </c:pt>
                <c:pt idx="7016">
                  <c:v>112.827919006348</c:v>
                </c:pt>
                <c:pt idx="7017">
                  <c:v>112.660186767578</c:v>
                </c:pt>
                <c:pt idx="7018">
                  <c:v>112.553062438965</c:v>
                </c:pt>
                <c:pt idx="7019">
                  <c:v>112.495239257813</c:v>
                </c:pt>
                <c:pt idx="7020">
                  <c:v>112.424560546875</c:v>
                </c:pt>
                <c:pt idx="7021">
                  <c:v>112.492240905762</c:v>
                </c:pt>
                <c:pt idx="7022">
                  <c:v>112.61337280273401</c:v>
                </c:pt>
                <c:pt idx="7023">
                  <c:v>112.798881530762</c:v>
                </c:pt>
                <c:pt idx="7024">
                  <c:v>112.851570129395</c:v>
                </c:pt>
                <c:pt idx="7025">
                  <c:v>112.92970275878901</c:v>
                </c:pt>
                <c:pt idx="7026">
                  <c:v>113.087898254395</c:v>
                </c:pt>
                <c:pt idx="7027">
                  <c:v>113.156204223633</c:v>
                </c:pt>
                <c:pt idx="7028">
                  <c:v>113.55486297607401</c:v>
                </c:pt>
                <c:pt idx="7029">
                  <c:v>113.90355682373</c:v>
                </c:pt>
                <c:pt idx="7030">
                  <c:v>114.18782043457</c:v>
                </c:pt>
                <c:pt idx="7031">
                  <c:v>114.34799957275401</c:v>
                </c:pt>
                <c:pt idx="7032">
                  <c:v>114.51540374755901</c:v>
                </c:pt>
                <c:pt idx="7033">
                  <c:v>114.90878295898401</c:v>
                </c:pt>
                <c:pt idx="7034">
                  <c:v>115.413040161133</c:v>
                </c:pt>
                <c:pt idx="7035">
                  <c:v>115.774200439453</c:v>
                </c:pt>
                <c:pt idx="7036">
                  <c:v>115.99928283691401</c:v>
                </c:pt>
                <c:pt idx="7037">
                  <c:v>116.209365844727</c:v>
                </c:pt>
                <c:pt idx="7038">
                  <c:v>116.300827026367</c:v>
                </c:pt>
                <c:pt idx="7039">
                  <c:v>116.589981079102</c:v>
                </c:pt>
                <c:pt idx="7040">
                  <c:v>117.072784423828</c:v>
                </c:pt>
                <c:pt idx="7041">
                  <c:v>117.401557922363</c:v>
                </c:pt>
                <c:pt idx="7042">
                  <c:v>117.59555816650401</c:v>
                </c:pt>
                <c:pt idx="7043">
                  <c:v>117.706840515137</c:v>
                </c:pt>
                <c:pt idx="7044">
                  <c:v>117.787651062012</c:v>
                </c:pt>
                <c:pt idx="7045">
                  <c:v>118.004928588867</c:v>
                </c:pt>
                <c:pt idx="7046">
                  <c:v>118.136962890625</c:v>
                </c:pt>
                <c:pt idx="7047">
                  <c:v>118.333381652832</c:v>
                </c:pt>
                <c:pt idx="7048">
                  <c:v>118.58620452880901</c:v>
                </c:pt>
                <c:pt idx="7049">
                  <c:v>118.87481689453099</c:v>
                </c:pt>
                <c:pt idx="7050">
                  <c:v>118.971473693848</c:v>
                </c:pt>
                <c:pt idx="7051">
                  <c:v>119.101264953613</c:v>
                </c:pt>
                <c:pt idx="7052">
                  <c:v>119.25080108642599</c:v>
                </c:pt>
                <c:pt idx="7053">
                  <c:v>119.37637329101599</c:v>
                </c:pt>
                <c:pt idx="7054">
                  <c:v>119.471717834473</c:v>
                </c:pt>
                <c:pt idx="7055">
                  <c:v>119.675399780273</c:v>
                </c:pt>
                <c:pt idx="7056">
                  <c:v>119.864128112793</c:v>
                </c:pt>
                <c:pt idx="7057">
                  <c:v>119.990196228027</c:v>
                </c:pt>
                <c:pt idx="7058">
                  <c:v>120.32146453857401</c:v>
                </c:pt>
                <c:pt idx="7059">
                  <c:v>120.562309265137</c:v>
                </c:pt>
                <c:pt idx="7060">
                  <c:v>120.163246154785</c:v>
                </c:pt>
                <c:pt idx="7061">
                  <c:v>120.35500335693401</c:v>
                </c:pt>
                <c:pt idx="7062">
                  <c:v>120.439399719238</c:v>
                </c:pt>
                <c:pt idx="7063">
                  <c:v>120.74764251709</c:v>
                </c:pt>
                <c:pt idx="7064">
                  <c:v>120.940299987793</c:v>
                </c:pt>
                <c:pt idx="7065">
                  <c:v>121.06369781494099</c:v>
                </c:pt>
                <c:pt idx="7066">
                  <c:v>121.118774414063</c:v>
                </c:pt>
                <c:pt idx="7067">
                  <c:v>121.01914215087901</c:v>
                </c:pt>
                <c:pt idx="7068">
                  <c:v>121.019569396973</c:v>
                </c:pt>
                <c:pt idx="7069">
                  <c:v>121.077270507813</c:v>
                </c:pt>
                <c:pt idx="7070">
                  <c:v>121.08324432373</c:v>
                </c:pt>
                <c:pt idx="7071">
                  <c:v>121.132888793945</c:v>
                </c:pt>
                <c:pt idx="7072">
                  <c:v>121.158164978027</c:v>
                </c:pt>
                <c:pt idx="7073">
                  <c:v>121.15176391601599</c:v>
                </c:pt>
                <c:pt idx="7074">
                  <c:v>121.153457641602</c:v>
                </c:pt>
                <c:pt idx="7075">
                  <c:v>121.138633728027</c:v>
                </c:pt>
                <c:pt idx="7076">
                  <c:v>121.013381958008</c:v>
                </c:pt>
                <c:pt idx="7077">
                  <c:v>120.881423950195</c:v>
                </c:pt>
                <c:pt idx="7078">
                  <c:v>120.645706176758</c:v>
                </c:pt>
                <c:pt idx="7079">
                  <c:v>120.47679138183599</c:v>
                </c:pt>
                <c:pt idx="7080">
                  <c:v>120.36750793457</c:v>
                </c:pt>
                <c:pt idx="7081">
                  <c:v>120.523193359375</c:v>
                </c:pt>
                <c:pt idx="7082">
                  <c:v>120.61286163330099</c:v>
                </c:pt>
                <c:pt idx="7083">
                  <c:v>120.47454071044901</c:v>
                </c:pt>
                <c:pt idx="7084">
                  <c:v>120.264038085938</c:v>
                </c:pt>
                <c:pt idx="7085">
                  <c:v>120.282600402832</c:v>
                </c:pt>
                <c:pt idx="7086">
                  <c:v>120.23370361328099</c:v>
                </c:pt>
                <c:pt idx="7087">
                  <c:v>120.24998474121099</c:v>
                </c:pt>
                <c:pt idx="7088">
                  <c:v>120.20792388916</c:v>
                </c:pt>
                <c:pt idx="7089">
                  <c:v>120.158660888672</c:v>
                </c:pt>
                <c:pt idx="7090">
                  <c:v>120.05889892578099</c:v>
                </c:pt>
                <c:pt idx="7091">
                  <c:v>120.23126983642599</c:v>
                </c:pt>
                <c:pt idx="7092">
                  <c:v>120.32762145996099</c:v>
                </c:pt>
                <c:pt idx="7093">
                  <c:v>120.341926574707</c:v>
                </c:pt>
                <c:pt idx="7094">
                  <c:v>120.60430908203099</c:v>
                </c:pt>
                <c:pt idx="7095">
                  <c:v>120.51311492919901</c:v>
                </c:pt>
                <c:pt idx="7096">
                  <c:v>120.545135498047</c:v>
                </c:pt>
                <c:pt idx="7097">
                  <c:v>120.438339233398</c:v>
                </c:pt>
                <c:pt idx="7098">
                  <c:v>120.325546264648</c:v>
                </c:pt>
                <c:pt idx="7099">
                  <c:v>120.36733245849599</c:v>
                </c:pt>
                <c:pt idx="7100">
                  <c:v>120.41579437255901</c:v>
                </c:pt>
                <c:pt idx="7101">
                  <c:v>120.48235321044901</c:v>
                </c:pt>
                <c:pt idx="7102">
                  <c:v>120.246955871582</c:v>
                </c:pt>
                <c:pt idx="7103">
                  <c:v>120.349731445313</c:v>
                </c:pt>
                <c:pt idx="7104">
                  <c:v>120.13656616210901</c:v>
                </c:pt>
                <c:pt idx="7105">
                  <c:v>119.939292907715</c:v>
                </c:pt>
                <c:pt idx="7106">
                  <c:v>120.14364624023401</c:v>
                </c:pt>
                <c:pt idx="7107">
                  <c:v>120.609092712402</c:v>
                </c:pt>
                <c:pt idx="7108">
                  <c:v>120.88232421875</c:v>
                </c:pt>
                <c:pt idx="7109">
                  <c:v>120.937774658203</c:v>
                </c:pt>
                <c:pt idx="7110">
                  <c:v>120.986297607422</c:v>
                </c:pt>
                <c:pt idx="7111">
                  <c:v>121.08010101318401</c:v>
                </c:pt>
                <c:pt idx="7112">
                  <c:v>121.12722015380901</c:v>
                </c:pt>
                <c:pt idx="7113">
                  <c:v>121.154777526855</c:v>
                </c:pt>
                <c:pt idx="7114">
                  <c:v>121.16716766357401</c:v>
                </c:pt>
                <c:pt idx="7115">
                  <c:v>121.171920776367</c:v>
                </c:pt>
                <c:pt idx="7116">
                  <c:v>121.17458343505901</c:v>
                </c:pt>
                <c:pt idx="7117">
                  <c:v>121.170120239258</c:v>
                </c:pt>
                <c:pt idx="7118">
                  <c:v>121.13885498046901</c:v>
                </c:pt>
                <c:pt idx="7119">
                  <c:v>120.882850646973</c:v>
                </c:pt>
                <c:pt idx="7120">
                  <c:v>120.5849609375</c:v>
                </c:pt>
                <c:pt idx="7121">
                  <c:v>120.304763793945</c:v>
                </c:pt>
                <c:pt idx="7122">
                  <c:v>120.145095825195</c:v>
                </c:pt>
                <c:pt idx="7123">
                  <c:v>119.97747039794901</c:v>
                </c:pt>
                <c:pt idx="7124">
                  <c:v>119.74509429931599</c:v>
                </c:pt>
                <c:pt idx="7125">
                  <c:v>119.57379150390599</c:v>
                </c:pt>
                <c:pt idx="7126">
                  <c:v>119.41854095459</c:v>
                </c:pt>
                <c:pt idx="7127">
                  <c:v>119.146476745605</c:v>
                </c:pt>
                <c:pt idx="7128">
                  <c:v>118.94931793212901</c:v>
                </c:pt>
                <c:pt idx="7129">
                  <c:v>118.56307983398401</c:v>
                </c:pt>
                <c:pt idx="7130">
                  <c:v>118.29852294921901</c:v>
                </c:pt>
                <c:pt idx="7131">
                  <c:v>118.15618133544901</c:v>
                </c:pt>
                <c:pt idx="7132">
                  <c:v>118.01155090332</c:v>
                </c:pt>
                <c:pt idx="7133">
                  <c:v>117.93685913085901</c:v>
                </c:pt>
                <c:pt idx="7134">
                  <c:v>117.896110534668</c:v>
                </c:pt>
                <c:pt idx="7135">
                  <c:v>117.866134643555</c:v>
                </c:pt>
                <c:pt idx="7136">
                  <c:v>117.753875732422</c:v>
                </c:pt>
                <c:pt idx="7137">
                  <c:v>117.649383544922</c:v>
                </c:pt>
                <c:pt idx="7138">
                  <c:v>117.43357086181599</c:v>
                </c:pt>
                <c:pt idx="7139">
                  <c:v>117.341361999512</c:v>
                </c:pt>
                <c:pt idx="7140">
                  <c:v>117.26829528808599</c:v>
                </c:pt>
                <c:pt idx="7141">
                  <c:v>117.20376586914099</c:v>
                </c:pt>
                <c:pt idx="7142">
                  <c:v>117.20794677734401</c:v>
                </c:pt>
                <c:pt idx="7143">
                  <c:v>117.132125854492</c:v>
                </c:pt>
                <c:pt idx="7144">
                  <c:v>116.99927520752</c:v>
                </c:pt>
                <c:pt idx="7145">
                  <c:v>116.840576171875</c:v>
                </c:pt>
                <c:pt idx="7146">
                  <c:v>116.817260742188</c:v>
                </c:pt>
                <c:pt idx="7147">
                  <c:v>116.75351715087901</c:v>
                </c:pt>
                <c:pt idx="7148">
                  <c:v>116.545516967773</c:v>
                </c:pt>
                <c:pt idx="7149">
                  <c:v>116.41656494140599</c:v>
                </c:pt>
                <c:pt idx="7150">
                  <c:v>116.359367370605</c:v>
                </c:pt>
                <c:pt idx="7151">
                  <c:v>116.30418395996099</c:v>
                </c:pt>
                <c:pt idx="7152">
                  <c:v>116.287673950195</c:v>
                </c:pt>
                <c:pt idx="7153">
                  <c:v>116.26976013183599</c:v>
                </c:pt>
                <c:pt idx="7154">
                  <c:v>116.26645660400401</c:v>
                </c:pt>
                <c:pt idx="7155">
                  <c:v>116.138221740723</c:v>
                </c:pt>
                <c:pt idx="7156">
                  <c:v>116.16885375976599</c:v>
                </c:pt>
                <c:pt idx="7157">
                  <c:v>116.11498260498</c:v>
                </c:pt>
                <c:pt idx="7158">
                  <c:v>116.064254760742</c:v>
                </c:pt>
                <c:pt idx="7159">
                  <c:v>116.04958343505901</c:v>
                </c:pt>
                <c:pt idx="7160">
                  <c:v>115.92128753662099</c:v>
                </c:pt>
                <c:pt idx="7161">
                  <c:v>115.78948211669901</c:v>
                </c:pt>
                <c:pt idx="7162">
                  <c:v>115.85222625732401</c:v>
                </c:pt>
                <c:pt idx="7163">
                  <c:v>115.90306854248</c:v>
                </c:pt>
                <c:pt idx="7164">
                  <c:v>116.06600189209</c:v>
                </c:pt>
                <c:pt idx="7165">
                  <c:v>116.133338928223</c:v>
                </c:pt>
                <c:pt idx="7166">
                  <c:v>116.09544372558599</c:v>
                </c:pt>
                <c:pt idx="7167">
                  <c:v>116.175575256348</c:v>
                </c:pt>
                <c:pt idx="7168">
                  <c:v>116.238807678223</c:v>
                </c:pt>
                <c:pt idx="7169">
                  <c:v>116.303298950195</c:v>
                </c:pt>
                <c:pt idx="7170">
                  <c:v>116.30630493164099</c:v>
                </c:pt>
                <c:pt idx="7171">
                  <c:v>116.352737426758</c:v>
                </c:pt>
                <c:pt idx="7172">
                  <c:v>116.417915344238</c:v>
                </c:pt>
                <c:pt idx="7173">
                  <c:v>116.52385711669901</c:v>
                </c:pt>
                <c:pt idx="7174">
                  <c:v>116.625450134277</c:v>
                </c:pt>
                <c:pt idx="7175">
                  <c:v>116.646522521973</c:v>
                </c:pt>
                <c:pt idx="7176">
                  <c:v>116.59287261962901</c:v>
                </c:pt>
                <c:pt idx="7177">
                  <c:v>116.578605651855</c:v>
                </c:pt>
                <c:pt idx="7178">
                  <c:v>116.56557464599599</c:v>
                </c:pt>
                <c:pt idx="7179">
                  <c:v>116.48268890380901</c:v>
                </c:pt>
                <c:pt idx="7180">
                  <c:v>116.50119781494099</c:v>
                </c:pt>
                <c:pt idx="7181">
                  <c:v>116.472358703613</c:v>
                </c:pt>
                <c:pt idx="7182">
                  <c:v>116.542915344238</c:v>
                </c:pt>
                <c:pt idx="7183">
                  <c:v>116.513290405273</c:v>
                </c:pt>
                <c:pt idx="7184">
                  <c:v>116.46524047851599</c:v>
                </c:pt>
                <c:pt idx="7185">
                  <c:v>116.52776336669901</c:v>
                </c:pt>
                <c:pt idx="7186">
                  <c:v>116.543869018555</c:v>
                </c:pt>
                <c:pt idx="7187">
                  <c:v>116.50112915039099</c:v>
                </c:pt>
                <c:pt idx="7188">
                  <c:v>116.508949279785</c:v>
                </c:pt>
                <c:pt idx="7189">
                  <c:v>116.41937255859401</c:v>
                </c:pt>
                <c:pt idx="7190">
                  <c:v>116.406356811523</c:v>
                </c:pt>
                <c:pt idx="7191">
                  <c:v>116.515266418457</c:v>
                </c:pt>
                <c:pt idx="7192">
                  <c:v>116.51979827880901</c:v>
                </c:pt>
                <c:pt idx="7193">
                  <c:v>116.594444274902</c:v>
                </c:pt>
                <c:pt idx="7194">
                  <c:v>116.734413146973</c:v>
                </c:pt>
                <c:pt idx="7195">
                  <c:v>116.863250732422</c:v>
                </c:pt>
                <c:pt idx="7196">
                  <c:v>116.894050598145</c:v>
                </c:pt>
                <c:pt idx="7197">
                  <c:v>116.90936279296901</c:v>
                </c:pt>
                <c:pt idx="7198">
                  <c:v>116.985023498535</c:v>
                </c:pt>
                <c:pt idx="7199">
                  <c:v>117.07009124755901</c:v>
                </c:pt>
                <c:pt idx="7200">
                  <c:v>117.122077941895</c:v>
                </c:pt>
                <c:pt idx="7201">
                  <c:v>117.21565246582</c:v>
                </c:pt>
                <c:pt idx="7202">
                  <c:v>117.321640014648</c:v>
                </c:pt>
                <c:pt idx="7203">
                  <c:v>117.325202941895</c:v>
                </c:pt>
                <c:pt idx="7204">
                  <c:v>117.462837219238</c:v>
                </c:pt>
                <c:pt idx="7205">
                  <c:v>117.558319091797</c:v>
                </c:pt>
                <c:pt idx="7206">
                  <c:v>117.517532348633</c:v>
                </c:pt>
                <c:pt idx="7207">
                  <c:v>117.622360229492</c:v>
                </c:pt>
                <c:pt idx="7208">
                  <c:v>117.710975646973</c:v>
                </c:pt>
                <c:pt idx="7209">
                  <c:v>117.78035736084</c:v>
                </c:pt>
                <c:pt idx="7210">
                  <c:v>117.81789398193401</c:v>
                </c:pt>
                <c:pt idx="7211">
                  <c:v>117.837882995605</c:v>
                </c:pt>
                <c:pt idx="7212">
                  <c:v>117.845092773438</c:v>
                </c:pt>
                <c:pt idx="7213">
                  <c:v>117.848526000977</c:v>
                </c:pt>
                <c:pt idx="7214">
                  <c:v>117.853645324707</c:v>
                </c:pt>
                <c:pt idx="7215">
                  <c:v>118.05916595459</c:v>
                </c:pt>
                <c:pt idx="7216">
                  <c:v>118.114265441895</c:v>
                </c:pt>
                <c:pt idx="7217">
                  <c:v>118.120193481445</c:v>
                </c:pt>
                <c:pt idx="7218">
                  <c:v>118.09235382080099</c:v>
                </c:pt>
                <c:pt idx="7219">
                  <c:v>118.221153259277</c:v>
                </c:pt>
                <c:pt idx="7220">
                  <c:v>118.33634185791</c:v>
                </c:pt>
                <c:pt idx="7221">
                  <c:v>118.48275756835901</c:v>
                </c:pt>
                <c:pt idx="7222">
                  <c:v>118.605575561523</c:v>
                </c:pt>
                <c:pt idx="7223">
                  <c:v>118.88914489746099</c:v>
                </c:pt>
                <c:pt idx="7224">
                  <c:v>119.07266235351599</c:v>
                </c:pt>
                <c:pt idx="7225">
                  <c:v>119.05020904541</c:v>
                </c:pt>
                <c:pt idx="7226">
                  <c:v>119.04680633544901</c:v>
                </c:pt>
                <c:pt idx="7227">
                  <c:v>119.13995361328099</c:v>
                </c:pt>
                <c:pt idx="7228">
                  <c:v>119.04713439941401</c:v>
                </c:pt>
                <c:pt idx="7229">
                  <c:v>119.09952545166</c:v>
                </c:pt>
                <c:pt idx="7230">
                  <c:v>119.241050720215</c:v>
                </c:pt>
                <c:pt idx="7231">
                  <c:v>119.32700347900401</c:v>
                </c:pt>
                <c:pt idx="7232">
                  <c:v>119.42209625244099</c:v>
                </c:pt>
                <c:pt idx="7233">
                  <c:v>119.478515625</c:v>
                </c:pt>
                <c:pt idx="7234">
                  <c:v>119.478805541992</c:v>
                </c:pt>
                <c:pt idx="7235">
                  <c:v>119.481285095215</c:v>
                </c:pt>
                <c:pt idx="7236">
                  <c:v>119.607620239258</c:v>
                </c:pt>
                <c:pt idx="7237">
                  <c:v>119.80152893066401</c:v>
                </c:pt>
                <c:pt idx="7238">
                  <c:v>119.854705810547</c:v>
                </c:pt>
                <c:pt idx="7239">
                  <c:v>119.86410522460901</c:v>
                </c:pt>
                <c:pt idx="7240">
                  <c:v>119.87297821044901</c:v>
                </c:pt>
                <c:pt idx="7241">
                  <c:v>119.906379699707</c:v>
                </c:pt>
                <c:pt idx="7242">
                  <c:v>119.998008728027</c:v>
                </c:pt>
                <c:pt idx="7243">
                  <c:v>120.092697143555</c:v>
                </c:pt>
                <c:pt idx="7244">
                  <c:v>120.165405273438</c:v>
                </c:pt>
                <c:pt idx="7245">
                  <c:v>120.235054016113</c:v>
                </c:pt>
                <c:pt idx="7246">
                  <c:v>120.30222320556599</c:v>
                </c:pt>
                <c:pt idx="7247">
                  <c:v>120.558311462402</c:v>
                </c:pt>
                <c:pt idx="7248">
                  <c:v>120.55323791503901</c:v>
                </c:pt>
                <c:pt idx="7249">
                  <c:v>120.53328704834</c:v>
                </c:pt>
                <c:pt idx="7250">
                  <c:v>120.741249084473</c:v>
                </c:pt>
                <c:pt idx="7251">
                  <c:v>120.79571533203099</c:v>
                </c:pt>
                <c:pt idx="7252">
                  <c:v>120.841194152832</c:v>
                </c:pt>
                <c:pt idx="7253">
                  <c:v>120.95343780517599</c:v>
                </c:pt>
                <c:pt idx="7254">
                  <c:v>121.043563842773</c:v>
                </c:pt>
                <c:pt idx="7255">
                  <c:v>121.108444213867</c:v>
                </c:pt>
                <c:pt idx="7256">
                  <c:v>121.143844604492</c:v>
                </c:pt>
                <c:pt idx="7257">
                  <c:v>121.159950256348</c:v>
                </c:pt>
                <c:pt idx="7258">
                  <c:v>121.16917419433599</c:v>
                </c:pt>
                <c:pt idx="7259">
                  <c:v>121.181365966797</c:v>
                </c:pt>
                <c:pt idx="7260">
                  <c:v>121.188316345215</c:v>
                </c:pt>
                <c:pt idx="7261">
                  <c:v>121.20168304443401</c:v>
                </c:pt>
                <c:pt idx="7262">
                  <c:v>121.20124053955099</c:v>
                </c:pt>
                <c:pt idx="7263">
                  <c:v>121.197151184082</c:v>
                </c:pt>
                <c:pt idx="7264">
                  <c:v>121.22443389892599</c:v>
                </c:pt>
                <c:pt idx="7265">
                  <c:v>121.225631713867</c:v>
                </c:pt>
                <c:pt idx="7266">
                  <c:v>121.266227722168</c:v>
                </c:pt>
                <c:pt idx="7267">
                  <c:v>121.313926696777</c:v>
                </c:pt>
                <c:pt idx="7268">
                  <c:v>121.32048797607401</c:v>
                </c:pt>
                <c:pt idx="7269">
                  <c:v>121.341743469238</c:v>
                </c:pt>
                <c:pt idx="7270">
                  <c:v>121.298530578613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2B0-41D1-9ABE-A046B9F6258F}"/>
            </c:ext>
          </c:extLst>
        </c:ser>
        <c:ser>
          <c:idx val="1"/>
          <c:order val="1"/>
          <c:tx>
            <c:strRef>
              <c:f>'DL-Model'!$AO$1</c:f>
              <c:strCache>
                <c:ptCount val="1"/>
                <c:pt idx="0">
                  <c:v>T_sw_CNN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'DL-Model'!$AO$2:$AO$7272</c:f>
              <c:numCache>
                <c:formatCode>General</c:formatCode>
                <c:ptCount val="7271"/>
                <c:pt idx="0">
                  <c:v>40.938980000000001</c:v>
                </c:pt>
                <c:pt idx="1">
                  <c:v>40.943961999999999</c:v>
                </c:pt>
                <c:pt idx="2">
                  <c:v>40.947234999999999</c:v>
                </c:pt>
                <c:pt idx="3">
                  <c:v>40.944710000000001</c:v>
                </c:pt>
                <c:pt idx="4">
                  <c:v>40.943184000000002</c:v>
                </c:pt>
                <c:pt idx="5">
                  <c:v>40.948444000000002</c:v>
                </c:pt>
                <c:pt idx="6">
                  <c:v>40.957790000000003</c:v>
                </c:pt>
                <c:pt idx="7">
                  <c:v>40.972003999999998</c:v>
                </c:pt>
                <c:pt idx="8">
                  <c:v>40.989738000000003</c:v>
                </c:pt>
                <c:pt idx="9">
                  <c:v>41.003773000000002</c:v>
                </c:pt>
                <c:pt idx="10">
                  <c:v>41.014637</c:v>
                </c:pt>
                <c:pt idx="11">
                  <c:v>41.026394000000003</c:v>
                </c:pt>
                <c:pt idx="12">
                  <c:v>41.037888000000002</c:v>
                </c:pt>
                <c:pt idx="13">
                  <c:v>41.047085000000003</c:v>
                </c:pt>
                <c:pt idx="14">
                  <c:v>41.055962000000001</c:v>
                </c:pt>
                <c:pt idx="15">
                  <c:v>41.067135</c:v>
                </c:pt>
                <c:pt idx="16">
                  <c:v>41.076031</c:v>
                </c:pt>
                <c:pt idx="17">
                  <c:v>41.076962000000002</c:v>
                </c:pt>
                <c:pt idx="18">
                  <c:v>41.071159000000002</c:v>
                </c:pt>
                <c:pt idx="19">
                  <c:v>41.065857000000001</c:v>
                </c:pt>
                <c:pt idx="20">
                  <c:v>41.061149999999998</c:v>
                </c:pt>
                <c:pt idx="21">
                  <c:v>41.053356000000001</c:v>
                </c:pt>
                <c:pt idx="22">
                  <c:v>41.042850000000001</c:v>
                </c:pt>
                <c:pt idx="23">
                  <c:v>41.035431000000003</c:v>
                </c:pt>
                <c:pt idx="24">
                  <c:v>41.035110000000003</c:v>
                </c:pt>
                <c:pt idx="25">
                  <c:v>41.033591999999999</c:v>
                </c:pt>
                <c:pt idx="26">
                  <c:v>41.030003000000001</c:v>
                </c:pt>
                <c:pt idx="27">
                  <c:v>41.026057999999999</c:v>
                </c:pt>
                <c:pt idx="28">
                  <c:v>41.023758000000001</c:v>
                </c:pt>
                <c:pt idx="29">
                  <c:v>41.021061000000003</c:v>
                </c:pt>
                <c:pt idx="30">
                  <c:v>41.019050999999997</c:v>
                </c:pt>
                <c:pt idx="31">
                  <c:v>41.017899</c:v>
                </c:pt>
                <c:pt idx="32">
                  <c:v>41.017631999999999</c:v>
                </c:pt>
                <c:pt idx="33">
                  <c:v>41.019759999999998</c:v>
                </c:pt>
                <c:pt idx="34">
                  <c:v>41.027161</c:v>
                </c:pt>
                <c:pt idx="35">
                  <c:v>41.040874000000002</c:v>
                </c:pt>
                <c:pt idx="36">
                  <c:v>41.058475000000001</c:v>
                </c:pt>
                <c:pt idx="37">
                  <c:v>41.069488999999997</c:v>
                </c:pt>
                <c:pt idx="38">
                  <c:v>41.072158999999999</c:v>
                </c:pt>
                <c:pt idx="39">
                  <c:v>41.076358999999997</c:v>
                </c:pt>
                <c:pt idx="40">
                  <c:v>41.082321</c:v>
                </c:pt>
                <c:pt idx="41">
                  <c:v>41.089500000000001</c:v>
                </c:pt>
                <c:pt idx="42">
                  <c:v>41.100856999999998</c:v>
                </c:pt>
                <c:pt idx="43">
                  <c:v>41.115143000000003</c:v>
                </c:pt>
                <c:pt idx="44">
                  <c:v>41.128551000000002</c:v>
                </c:pt>
                <c:pt idx="45">
                  <c:v>41.139220999999999</c:v>
                </c:pt>
                <c:pt idx="46">
                  <c:v>41.152659999999997</c:v>
                </c:pt>
                <c:pt idx="47">
                  <c:v>41.167121999999999</c:v>
                </c:pt>
                <c:pt idx="48">
                  <c:v>41.179400999999999</c:v>
                </c:pt>
                <c:pt idx="49">
                  <c:v>41.196533000000002</c:v>
                </c:pt>
                <c:pt idx="50">
                  <c:v>41.222042000000002</c:v>
                </c:pt>
                <c:pt idx="51">
                  <c:v>41.249329000000003</c:v>
                </c:pt>
                <c:pt idx="52">
                  <c:v>41.278809000000003</c:v>
                </c:pt>
                <c:pt idx="53">
                  <c:v>41.313271</c:v>
                </c:pt>
                <c:pt idx="54">
                  <c:v>41.352226000000002</c:v>
                </c:pt>
                <c:pt idx="55">
                  <c:v>41.396782000000002</c:v>
                </c:pt>
                <c:pt idx="56">
                  <c:v>41.442225999999998</c:v>
                </c:pt>
                <c:pt idx="57">
                  <c:v>41.483336999999999</c:v>
                </c:pt>
                <c:pt idx="58">
                  <c:v>41.518870999999997</c:v>
                </c:pt>
                <c:pt idx="59">
                  <c:v>41.550713000000002</c:v>
                </c:pt>
                <c:pt idx="60">
                  <c:v>41.578125</c:v>
                </c:pt>
                <c:pt idx="61">
                  <c:v>41.60463</c:v>
                </c:pt>
                <c:pt idx="62">
                  <c:v>41.629233999999997</c:v>
                </c:pt>
                <c:pt idx="63">
                  <c:v>41.650986000000003</c:v>
                </c:pt>
                <c:pt idx="64">
                  <c:v>41.670363999999999</c:v>
                </c:pt>
                <c:pt idx="65">
                  <c:v>41.688308999999997</c:v>
                </c:pt>
                <c:pt idx="66">
                  <c:v>41.706901999999999</c:v>
                </c:pt>
                <c:pt idx="67">
                  <c:v>41.727500999999997</c:v>
                </c:pt>
                <c:pt idx="68">
                  <c:v>41.754379</c:v>
                </c:pt>
                <c:pt idx="69">
                  <c:v>41.789619000000002</c:v>
                </c:pt>
                <c:pt idx="70">
                  <c:v>41.828434000000001</c:v>
                </c:pt>
                <c:pt idx="71">
                  <c:v>41.870280999999999</c:v>
                </c:pt>
                <c:pt idx="72">
                  <c:v>41.918556000000002</c:v>
                </c:pt>
                <c:pt idx="73">
                  <c:v>41.964782999999997</c:v>
                </c:pt>
                <c:pt idx="74">
                  <c:v>42.008212999999998</c:v>
                </c:pt>
                <c:pt idx="75">
                  <c:v>42.053393999999997</c:v>
                </c:pt>
                <c:pt idx="76">
                  <c:v>42.103149000000002</c:v>
                </c:pt>
                <c:pt idx="77">
                  <c:v>42.152500000000003</c:v>
                </c:pt>
                <c:pt idx="78">
                  <c:v>42.191422000000003</c:v>
                </c:pt>
                <c:pt idx="79">
                  <c:v>42.220222</c:v>
                </c:pt>
                <c:pt idx="80">
                  <c:v>42.24456</c:v>
                </c:pt>
                <c:pt idx="81">
                  <c:v>42.269516000000003</c:v>
                </c:pt>
                <c:pt idx="82">
                  <c:v>42.300797000000003</c:v>
                </c:pt>
                <c:pt idx="83">
                  <c:v>42.335175</c:v>
                </c:pt>
                <c:pt idx="84">
                  <c:v>42.371174000000003</c:v>
                </c:pt>
                <c:pt idx="85">
                  <c:v>42.409641000000001</c:v>
                </c:pt>
                <c:pt idx="86">
                  <c:v>42.452674999999999</c:v>
                </c:pt>
                <c:pt idx="87">
                  <c:v>42.504508999999999</c:v>
                </c:pt>
                <c:pt idx="88">
                  <c:v>42.567123000000002</c:v>
                </c:pt>
                <c:pt idx="89">
                  <c:v>42.633983999999998</c:v>
                </c:pt>
                <c:pt idx="90">
                  <c:v>42.696877000000001</c:v>
                </c:pt>
                <c:pt idx="91">
                  <c:v>42.754424999999998</c:v>
                </c:pt>
                <c:pt idx="92">
                  <c:v>42.804287000000002</c:v>
                </c:pt>
                <c:pt idx="93">
                  <c:v>42.850838000000003</c:v>
                </c:pt>
                <c:pt idx="94">
                  <c:v>42.897747000000003</c:v>
                </c:pt>
                <c:pt idx="95">
                  <c:v>42.940773</c:v>
                </c:pt>
                <c:pt idx="96">
                  <c:v>42.976429000000003</c:v>
                </c:pt>
                <c:pt idx="97">
                  <c:v>43.007342999999999</c:v>
                </c:pt>
                <c:pt idx="98">
                  <c:v>43.035336000000001</c:v>
                </c:pt>
                <c:pt idx="99">
                  <c:v>43.060532000000002</c:v>
                </c:pt>
                <c:pt idx="100">
                  <c:v>43.080131999999999</c:v>
                </c:pt>
                <c:pt idx="101">
                  <c:v>43.099148</c:v>
                </c:pt>
                <c:pt idx="102">
                  <c:v>43.121468</c:v>
                </c:pt>
                <c:pt idx="103">
                  <c:v>43.146549</c:v>
                </c:pt>
                <c:pt idx="104">
                  <c:v>43.170448</c:v>
                </c:pt>
                <c:pt idx="105">
                  <c:v>43.188277999999997</c:v>
                </c:pt>
                <c:pt idx="106">
                  <c:v>43.201256000000001</c:v>
                </c:pt>
                <c:pt idx="107">
                  <c:v>43.217812000000002</c:v>
                </c:pt>
                <c:pt idx="108">
                  <c:v>43.237526000000003</c:v>
                </c:pt>
                <c:pt idx="109">
                  <c:v>43.259273999999998</c:v>
                </c:pt>
                <c:pt idx="110">
                  <c:v>43.284950000000002</c:v>
                </c:pt>
                <c:pt idx="111">
                  <c:v>43.316569999999999</c:v>
                </c:pt>
                <c:pt idx="112">
                  <c:v>43.350548000000003</c:v>
                </c:pt>
                <c:pt idx="113">
                  <c:v>43.382213999999998</c:v>
                </c:pt>
                <c:pt idx="114">
                  <c:v>43.410366000000003</c:v>
                </c:pt>
                <c:pt idx="115">
                  <c:v>43.439945000000002</c:v>
                </c:pt>
                <c:pt idx="116">
                  <c:v>43.475861000000002</c:v>
                </c:pt>
                <c:pt idx="117">
                  <c:v>43.517291999999998</c:v>
                </c:pt>
                <c:pt idx="118">
                  <c:v>43.55986</c:v>
                </c:pt>
                <c:pt idx="119">
                  <c:v>43.603451</c:v>
                </c:pt>
                <c:pt idx="120">
                  <c:v>43.648968000000004</c:v>
                </c:pt>
                <c:pt idx="121">
                  <c:v>43.701042000000001</c:v>
                </c:pt>
                <c:pt idx="122">
                  <c:v>43.762146000000001</c:v>
                </c:pt>
                <c:pt idx="123">
                  <c:v>43.835738999999997</c:v>
                </c:pt>
                <c:pt idx="124">
                  <c:v>43.925086999999998</c:v>
                </c:pt>
                <c:pt idx="125">
                  <c:v>44.022804000000001</c:v>
                </c:pt>
                <c:pt idx="126">
                  <c:v>44.126677999999998</c:v>
                </c:pt>
                <c:pt idx="127">
                  <c:v>44.224986999999999</c:v>
                </c:pt>
                <c:pt idx="128">
                  <c:v>44.307727999999997</c:v>
                </c:pt>
                <c:pt idx="129">
                  <c:v>44.385928999999997</c:v>
                </c:pt>
                <c:pt idx="130">
                  <c:v>44.466189999999997</c:v>
                </c:pt>
                <c:pt idx="131">
                  <c:v>44.549816</c:v>
                </c:pt>
                <c:pt idx="132">
                  <c:v>44.629440000000002</c:v>
                </c:pt>
                <c:pt idx="133">
                  <c:v>44.704655000000002</c:v>
                </c:pt>
                <c:pt idx="134">
                  <c:v>44.796382999999999</c:v>
                </c:pt>
                <c:pt idx="135">
                  <c:v>44.908893999999997</c:v>
                </c:pt>
                <c:pt idx="136">
                  <c:v>45.029442000000003</c:v>
                </c:pt>
                <c:pt idx="137">
                  <c:v>45.151817000000001</c:v>
                </c:pt>
                <c:pt idx="138">
                  <c:v>45.274403</c:v>
                </c:pt>
                <c:pt idx="139">
                  <c:v>45.397002999999998</c:v>
                </c:pt>
                <c:pt idx="140">
                  <c:v>45.518475000000002</c:v>
                </c:pt>
                <c:pt idx="141">
                  <c:v>45.639141000000002</c:v>
                </c:pt>
                <c:pt idx="142">
                  <c:v>45.761974000000002</c:v>
                </c:pt>
                <c:pt idx="143">
                  <c:v>45.887157000000002</c:v>
                </c:pt>
                <c:pt idx="144">
                  <c:v>46.011561999999998</c:v>
                </c:pt>
                <c:pt idx="145">
                  <c:v>46.134155</c:v>
                </c:pt>
                <c:pt idx="146">
                  <c:v>46.253020999999997</c:v>
                </c:pt>
                <c:pt idx="147">
                  <c:v>46.364531999999997</c:v>
                </c:pt>
                <c:pt idx="148">
                  <c:v>46.473129</c:v>
                </c:pt>
                <c:pt idx="149">
                  <c:v>46.584907999999999</c:v>
                </c:pt>
                <c:pt idx="150">
                  <c:v>46.690120999999998</c:v>
                </c:pt>
                <c:pt idx="151">
                  <c:v>46.785629</c:v>
                </c:pt>
                <c:pt idx="152">
                  <c:v>46.884524999999996</c:v>
                </c:pt>
                <c:pt idx="153">
                  <c:v>46.988567000000003</c:v>
                </c:pt>
                <c:pt idx="154">
                  <c:v>47.100879999999997</c:v>
                </c:pt>
                <c:pt idx="155">
                  <c:v>47.212874999999997</c:v>
                </c:pt>
                <c:pt idx="156">
                  <c:v>47.309913999999999</c:v>
                </c:pt>
                <c:pt idx="157">
                  <c:v>47.390450000000001</c:v>
                </c:pt>
                <c:pt idx="158">
                  <c:v>47.458762999999998</c:v>
                </c:pt>
                <c:pt idx="159">
                  <c:v>47.514178999999999</c:v>
                </c:pt>
                <c:pt idx="160">
                  <c:v>47.566451999999998</c:v>
                </c:pt>
                <c:pt idx="161">
                  <c:v>47.619076</c:v>
                </c:pt>
                <c:pt idx="162">
                  <c:v>47.669189000000003</c:v>
                </c:pt>
                <c:pt idx="163">
                  <c:v>47.718307000000003</c:v>
                </c:pt>
                <c:pt idx="164">
                  <c:v>47.766579</c:v>
                </c:pt>
                <c:pt idx="165">
                  <c:v>47.814365000000002</c:v>
                </c:pt>
                <c:pt idx="166">
                  <c:v>47.863056</c:v>
                </c:pt>
                <c:pt idx="167">
                  <c:v>47.913685000000001</c:v>
                </c:pt>
                <c:pt idx="168">
                  <c:v>47.971767</c:v>
                </c:pt>
                <c:pt idx="169">
                  <c:v>48.035922999999997</c:v>
                </c:pt>
                <c:pt idx="170">
                  <c:v>48.095730000000003</c:v>
                </c:pt>
                <c:pt idx="171">
                  <c:v>48.149180999999999</c:v>
                </c:pt>
                <c:pt idx="172">
                  <c:v>48.199038999999999</c:v>
                </c:pt>
                <c:pt idx="173">
                  <c:v>48.247852000000002</c:v>
                </c:pt>
                <c:pt idx="174">
                  <c:v>48.295955999999997</c:v>
                </c:pt>
                <c:pt idx="175">
                  <c:v>48.342457000000003</c:v>
                </c:pt>
                <c:pt idx="176">
                  <c:v>48.387996999999999</c:v>
                </c:pt>
                <c:pt idx="177">
                  <c:v>48.432834999999997</c:v>
                </c:pt>
                <c:pt idx="178">
                  <c:v>48.477916999999998</c:v>
                </c:pt>
                <c:pt idx="179">
                  <c:v>48.522078999999998</c:v>
                </c:pt>
                <c:pt idx="180">
                  <c:v>48.565410999999997</c:v>
                </c:pt>
                <c:pt idx="181">
                  <c:v>48.608471000000002</c:v>
                </c:pt>
                <c:pt idx="182">
                  <c:v>48.650841</c:v>
                </c:pt>
                <c:pt idx="183">
                  <c:v>48.698746</c:v>
                </c:pt>
                <c:pt idx="184">
                  <c:v>48.749149000000003</c:v>
                </c:pt>
                <c:pt idx="185">
                  <c:v>48.790691000000002</c:v>
                </c:pt>
                <c:pt idx="186">
                  <c:v>48.825794000000002</c:v>
                </c:pt>
                <c:pt idx="187">
                  <c:v>48.859329000000002</c:v>
                </c:pt>
                <c:pt idx="188">
                  <c:v>48.895598999999997</c:v>
                </c:pt>
                <c:pt idx="189">
                  <c:v>48.936709999999998</c:v>
                </c:pt>
                <c:pt idx="190">
                  <c:v>48.987850000000002</c:v>
                </c:pt>
                <c:pt idx="191">
                  <c:v>49.044159000000001</c:v>
                </c:pt>
                <c:pt idx="192">
                  <c:v>49.096572999999999</c:v>
                </c:pt>
                <c:pt idx="193">
                  <c:v>49.146385000000002</c:v>
                </c:pt>
                <c:pt idx="194">
                  <c:v>49.203223999999999</c:v>
                </c:pt>
                <c:pt idx="195">
                  <c:v>49.273353999999998</c:v>
                </c:pt>
                <c:pt idx="196">
                  <c:v>49.352921000000002</c:v>
                </c:pt>
                <c:pt idx="197">
                  <c:v>49.450073000000003</c:v>
                </c:pt>
                <c:pt idx="198">
                  <c:v>49.575336</c:v>
                </c:pt>
                <c:pt idx="199">
                  <c:v>49.712631000000002</c:v>
                </c:pt>
                <c:pt idx="200">
                  <c:v>49.845900999999998</c:v>
                </c:pt>
                <c:pt idx="201">
                  <c:v>49.980136999999999</c:v>
                </c:pt>
                <c:pt idx="202">
                  <c:v>50.115982000000002</c:v>
                </c:pt>
                <c:pt idx="203">
                  <c:v>50.237560000000002</c:v>
                </c:pt>
                <c:pt idx="204">
                  <c:v>50.347659999999998</c:v>
                </c:pt>
                <c:pt idx="205">
                  <c:v>50.456820999999998</c:v>
                </c:pt>
                <c:pt idx="206">
                  <c:v>50.568195000000003</c:v>
                </c:pt>
                <c:pt idx="207">
                  <c:v>50.679554000000003</c:v>
                </c:pt>
                <c:pt idx="208">
                  <c:v>50.792023</c:v>
                </c:pt>
                <c:pt idx="209">
                  <c:v>50.903168000000001</c:v>
                </c:pt>
                <c:pt idx="210">
                  <c:v>51.012264000000002</c:v>
                </c:pt>
                <c:pt idx="211">
                  <c:v>51.119853999999997</c:v>
                </c:pt>
                <c:pt idx="212">
                  <c:v>51.230227999999997</c:v>
                </c:pt>
                <c:pt idx="213">
                  <c:v>51.345405999999997</c:v>
                </c:pt>
                <c:pt idx="214">
                  <c:v>51.463923999999999</c:v>
                </c:pt>
                <c:pt idx="215">
                  <c:v>51.582298000000002</c:v>
                </c:pt>
                <c:pt idx="216">
                  <c:v>51.699477999999999</c:v>
                </c:pt>
                <c:pt idx="217">
                  <c:v>51.819771000000003</c:v>
                </c:pt>
                <c:pt idx="218">
                  <c:v>51.932194000000003</c:v>
                </c:pt>
                <c:pt idx="219">
                  <c:v>52.031033000000001</c:v>
                </c:pt>
                <c:pt idx="220">
                  <c:v>52.115383000000001</c:v>
                </c:pt>
                <c:pt idx="221">
                  <c:v>52.191456000000002</c:v>
                </c:pt>
                <c:pt idx="222">
                  <c:v>52.248874999999998</c:v>
                </c:pt>
                <c:pt idx="223">
                  <c:v>52.288815</c:v>
                </c:pt>
                <c:pt idx="224">
                  <c:v>52.324589000000003</c:v>
                </c:pt>
                <c:pt idx="225">
                  <c:v>52.363067999999998</c:v>
                </c:pt>
                <c:pt idx="226">
                  <c:v>52.405388000000002</c:v>
                </c:pt>
                <c:pt idx="227">
                  <c:v>52.444167999999998</c:v>
                </c:pt>
                <c:pt idx="228">
                  <c:v>52.479103000000002</c:v>
                </c:pt>
                <c:pt idx="229">
                  <c:v>52.512855999999999</c:v>
                </c:pt>
                <c:pt idx="230">
                  <c:v>52.546889999999998</c:v>
                </c:pt>
                <c:pt idx="231">
                  <c:v>52.581817999999998</c:v>
                </c:pt>
                <c:pt idx="232">
                  <c:v>52.618977000000001</c:v>
                </c:pt>
                <c:pt idx="233">
                  <c:v>52.653140999999998</c:v>
                </c:pt>
                <c:pt idx="234">
                  <c:v>52.684322000000002</c:v>
                </c:pt>
                <c:pt idx="235">
                  <c:v>52.718829999999997</c:v>
                </c:pt>
                <c:pt idx="236">
                  <c:v>52.758285999999998</c:v>
                </c:pt>
                <c:pt idx="237">
                  <c:v>52.800797000000003</c:v>
                </c:pt>
                <c:pt idx="238">
                  <c:v>52.840224999999997</c:v>
                </c:pt>
                <c:pt idx="239">
                  <c:v>52.873600000000003</c:v>
                </c:pt>
                <c:pt idx="240">
                  <c:v>52.906441000000001</c:v>
                </c:pt>
                <c:pt idx="241">
                  <c:v>52.937710000000003</c:v>
                </c:pt>
                <c:pt idx="242">
                  <c:v>52.964759999999998</c:v>
                </c:pt>
                <c:pt idx="243">
                  <c:v>52.989586000000003</c:v>
                </c:pt>
                <c:pt idx="244">
                  <c:v>53.016075000000001</c:v>
                </c:pt>
                <c:pt idx="245">
                  <c:v>53.050190000000001</c:v>
                </c:pt>
                <c:pt idx="246">
                  <c:v>53.094912999999998</c:v>
                </c:pt>
                <c:pt idx="247">
                  <c:v>53.137290999999998</c:v>
                </c:pt>
                <c:pt idx="248">
                  <c:v>53.166508</c:v>
                </c:pt>
                <c:pt idx="249">
                  <c:v>53.192604000000003</c:v>
                </c:pt>
                <c:pt idx="250">
                  <c:v>53.228718000000001</c:v>
                </c:pt>
                <c:pt idx="251">
                  <c:v>53.272731999999998</c:v>
                </c:pt>
                <c:pt idx="252">
                  <c:v>53.315520999999997</c:v>
                </c:pt>
                <c:pt idx="253">
                  <c:v>53.353973000000003</c:v>
                </c:pt>
                <c:pt idx="254">
                  <c:v>53.390414999999997</c:v>
                </c:pt>
                <c:pt idx="255">
                  <c:v>53.425418999999998</c:v>
                </c:pt>
                <c:pt idx="256">
                  <c:v>53.458179000000001</c:v>
                </c:pt>
                <c:pt idx="257">
                  <c:v>53.490077999999997</c:v>
                </c:pt>
                <c:pt idx="258">
                  <c:v>53.525219</c:v>
                </c:pt>
                <c:pt idx="259">
                  <c:v>53.559887000000003</c:v>
                </c:pt>
                <c:pt idx="260">
                  <c:v>53.591178999999997</c:v>
                </c:pt>
                <c:pt idx="261">
                  <c:v>53.620334999999997</c:v>
                </c:pt>
                <c:pt idx="262">
                  <c:v>53.651600000000002</c:v>
                </c:pt>
                <c:pt idx="263">
                  <c:v>53.683990000000001</c:v>
                </c:pt>
                <c:pt idx="264">
                  <c:v>53.718581999999998</c:v>
                </c:pt>
                <c:pt idx="265">
                  <c:v>53.760756999999998</c:v>
                </c:pt>
                <c:pt idx="266">
                  <c:v>53.811233999999999</c:v>
                </c:pt>
                <c:pt idx="267">
                  <c:v>53.868031000000002</c:v>
                </c:pt>
                <c:pt idx="268">
                  <c:v>53.924590999999999</c:v>
                </c:pt>
                <c:pt idx="269">
                  <c:v>53.980578999999999</c:v>
                </c:pt>
                <c:pt idx="270">
                  <c:v>54.038978999999998</c:v>
                </c:pt>
                <c:pt idx="271">
                  <c:v>54.104103000000002</c:v>
                </c:pt>
                <c:pt idx="272">
                  <c:v>54.171740999999997</c:v>
                </c:pt>
                <c:pt idx="273">
                  <c:v>54.232914000000001</c:v>
                </c:pt>
                <c:pt idx="274">
                  <c:v>54.291606999999999</c:v>
                </c:pt>
                <c:pt idx="275">
                  <c:v>54.355972000000001</c:v>
                </c:pt>
                <c:pt idx="276">
                  <c:v>54.427073999999998</c:v>
                </c:pt>
                <c:pt idx="277">
                  <c:v>54.5</c:v>
                </c:pt>
                <c:pt idx="278">
                  <c:v>54.571486999999998</c:v>
                </c:pt>
                <c:pt idx="279">
                  <c:v>54.658397999999998</c:v>
                </c:pt>
                <c:pt idx="280">
                  <c:v>54.755459000000002</c:v>
                </c:pt>
                <c:pt idx="281">
                  <c:v>54.850074999999997</c:v>
                </c:pt>
                <c:pt idx="282">
                  <c:v>54.947575000000001</c:v>
                </c:pt>
                <c:pt idx="283">
                  <c:v>55.058093999999997</c:v>
                </c:pt>
                <c:pt idx="284">
                  <c:v>55.175353999999999</c:v>
                </c:pt>
                <c:pt idx="285">
                  <c:v>55.295883000000003</c:v>
                </c:pt>
                <c:pt idx="286">
                  <c:v>55.421123999999999</c:v>
                </c:pt>
                <c:pt idx="287">
                  <c:v>55.556365999999997</c:v>
                </c:pt>
                <c:pt idx="288">
                  <c:v>55.699370999999999</c:v>
                </c:pt>
                <c:pt idx="289">
                  <c:v>55.830807</c:v>
                </c:pt>
                <c:pt idx="290">
                  <c:v>55.949477999999999</c:v>
                </c:pt>
                <c:pt idx="291">
                  <c:v>56.065910000000002</c:v>
                </c:pt>
                <c:pt idx="292">
                  <c:v>56.190154999999997</c:v>
                </c:pt>
                <c:pt idx="293">
                  <c:v>56.318843999999999</c:v>
                </c:pt>
                <c:pt idx="294">
                  <c:v>56.438206000000001</c:v>
                </c:pt>
                <c:pt idx="295">
                  <c:v>56.538772999999999</c:v>
                </c:pt>
                <c:pt idx="296">
                  <c:v>56.622523999999999</c:v>
                </c:pt>
                <c:pt idx="297">
                  <c:v>56.694186999999999</c:v>
                </c:pt>
                <c:pt idx="298">
                  <c:v>56.755015999999998</c:v>
                </c:pt>
                <c:pt idx="299">
                  <c:v>56.792144999999998</c:v>
                </c:pt>
                <c:pt idx="300">
                  <c:v>56.810054999999998</c:v>
                </c:pt>
                <c:pt idx="301">
                  <c:v>56.826759000000003</c:v>
                </c:pt>
                <c:pt idx="302">
                  <c:v>56.845078000000001</c:v>
                </c:pt>
                <c:pt idx="303">
                  <c:v>56.860973000000001</c:v>
                </c:pt>
                <c:pt idx="304">
                  <c:v>56.873714</c:v>
                </c:pt>
                <c:pt idx="305">
                  <c:v>56.884602000000001</c:v>
                </c:pt>
                <c:pt idx="306">
                  <c:v>56.897891999999999</c:v>
                </c:pt>
                <c:pt idx="307">
                  <c:v>56.911735999999998</c:v>
                </c:pt>
                <c:pt idx="308">
                  <c:v>56.924301</c:v>
                </c:pt>
                <c:pt idx="309">
                  <c:v>56.933540000000001</c:v>
                </c:pt>
                <c:pt idx="310">
                  <c:v>56.940162999999998</c:v>
                </c:pt>
                <c:pt idx="311">
                  <c:v>56.945244000000002</c:v>
                </c:pt>
                <c:pt idx="312">
                  <c:v>56.948166000000001</c:v>
                </c:pt>
                <c:pt idx="313">
                  <c:v>56.953754000000004</c:v>
                </c:pt>
                <c:pt idx="314">
                  <c:v>56.962681000000003</c:v>
                </c:pt>
                <c:pt idx="315">
                  <c:v>56.969245999999998</c:v>
                </c:pt>
                <c:pt idx="316">
                  <c:v>56.97448</c:v>
                </c:pt>
                <c:pt idx="317">
                  <c:v>56.981048999999999</c:v>
                </c:pt>
                <c:pt idx="318">
                  <c:v>56.988284999999998</c:v>
                </c:pt>
                <c:pt idx="319">
                  <c:v>56.992972999999999</c:v>
                </c:pt>
                <c:pt idx="320">
                  <c:v>56.996048000000002</c:v>
                </c:pt>
                <c:pt idx="321">
                  <c:v>57.000393000000003</c:v>
                </c:pt>
                <c:pt idx="322">
                  <c:v>57.006176000000004</c:v>
                </c:pt>
                <c:pt idx="323">
                  <c:v>57.011642000000002</c:v>
                </c:pt>
                <c:pt idx="324">
                  <c:v>57.010852999999997</c:v>
                </c:pt>
                <c:pt idx="325">
                  <c:v>57.008178999999998</c:v>
                </c:pt>
                <c:pt idx="326">
                  <c:v>57.009579000000002</c:v>
                </c:pt>
                <c:pt idx="327">
                  <c:v>57.015697000000003</c:v>
                </c:pt>
                <c:pt idx="328">
                  <c:v>57.019393999999998</c:v>
                </c:pt>
                <c:pt idx="329">
                  <c:v>57.015255000000003</c:v>
                </c:pt>
                <c:pt idx="330">
                  <c:v>57.005211000000003</c:v>
                </c:pt>
                <c:pt idx="331">
                  <c:v>56.997748999999999</c:v>
                </c:pt>
                <c:pt idx="332">
                  <c:v>56.997191999999998</c:v>
                </c:pt>
                <c:pt idx="333">
                  <c:v>57.002960000000002</c:v>
                </c:pt>
                <c:pt idx="334">
                  <c:v>57.014515000000003</c:v>
                </c:pt>
                <c:pt idx="335">
                  <c:v>57.028365999999998</c:v>
                </c:pt>
                <c:pt idx="336">
                  <c:v>57.041466</c:v>
                </c:pt>
                <c:pt idx="337">
                  <c:v>57.052917000000001</c:v>
                </c:pt>
                <c:pt idx="338">
                  <c:v>57.063178999999998</c:v>
                </c:pt>
                <c:pt idx="339">
                  <c:v>57.079158999999997</c:v>
                </c:pt>
                <c:pt idx="340">
                  <c:v>57.100333999999997</c:v>
                </c:pt>
                <c:pt idx="341">
                  <c:v>57.124775</c:v>
                </c:pt>
                <c:pt idx="342">
                  <c:v>57.151477999999997</c:v>
                </c:pt>
                <c:pt idx="343">
                  <c:v>57.176547999999997</c:v>
                </c:pt>
                <c:pt idx="344">
                  <c:v>57.200588000000003</c:v>
                </c:pt>
                <c:pt idx="345">
                  <c:v>57.229733000000003</c:v>
                </c:pt>
                <c:pt idx="346">
                  <c:v>57.264896</c:v>
                </c:pt>
                <c:pt idx="347">
                  <c:v>57.309010000000001</c:v>
                </c:pt>
                <c:pt idx="348">
                  <c:v>57.374167999999997</c:v>
                </c:pt>
                <c:pt idx="349">
                  <c:v>57.473267</c:v>
                </c:pt>
                <c:pt idx="350">
                  <c:v>57.600341999999998</c:v>
                </c:pt>
                <c:pt idx="351">
                  <c:v>57.723782</c:v>
                </c:pt>
                <c:pt idx="352">
                  <c:v>57.847023</c:v>
                </c:pt>
                <c:pt idx="353">
                  <c:v>57.974705</c:v>
                </c:pt>
                <c:pt idx="354">
                  <c:v>58.092751</c:v>
                </c:pt>
                <c:pt idx="355">
                  <c:v>58.195670999999997</c:v>
                </c:pt>
                <c:pt idx="356">
                  <c:v>58.28463</c:v>
                </c:pt>
                <c:pt idx="357">
                  <c:v>58.355080000000001</c:v>
                </c:pt>
                <c:pt idx="358">
                  <c:v>58.417633000000002</c:v>
                </c:pt>
                <c:pt idx="359">
                  <c:v>58.470661</c:v>
                </c:pt>
                <c:pt idx="360">
                  <c:v>58.528412000000003</c:v>
                </c:pt>
                <c:pt idx="361">
                  <c:v>58.601570000000002</c:v>
                </c:pt>
                <c:pt idx="362">
                  <c:v>58.692340999999999</c:v>
                </c:pt>
                <c:pt idx="363">
                  <c:v>58.796444000000001</c:v>
                </c:pt>
                <c:pt idx="364">
                  <c:v>58.896419999999999</c:v>
                </c:pt>
                <c:pt idx="365">
                  <c:v>58.986609999999999</c:v>
                </c:pt>
                <c:pt idx="366">
                  <c:v>59.072071000000001</c:v>
                </c:pt>
                <c:pt idx="367">
                  <c:v>59.169463999999998</c:v>
                </c:pt>
                <c:pt idx="368">
                  <c:v>59.290882000000003</c:v>
                </c:pt>
                <c:pt idx="369">
                  <c:v>59.426464000000003</c:v>
                </c:pt>
                <c:pt idx="370">
                  <c:v>59.562331999999998</c:v>
                </c:pt>
                <c:pt idx="371">
                  <c:v>59.687049999999999</c:v>
                </c:pt>
                <c:pt idx="372">
                  <c:v>59.790484999999997</c:v>
                </c:pt>
                <c:pt idx="373">
                  <c:v>59.883614000000001</c:v>
                </c:pt>
                <c:pt idx="374">
                  <c:v>59.975479</c:v>
                </c:pt>
                <c:pt idx="375">
                  <c:v>60.066108999999997</c:v>
                </c:pt>
                <c:pt idx="376">
                  <c:v>60.155296</c:v>
                </c:pt>
                <c:pt idx="377">
                  <c:v>60.247002000000002</c:v>
                </c:pt>
                <c:pt idx="378">
                  <c:v>60.346744999999999</c:v>
                </c:pt>
                <c:pt idx="379">
                  <c:v>60.463740999999999</c:v>
                </c:pt>
                <c:pt idx="380">
                  <c:v>60.592666999999999</c:v>
                </c:pt>
                <c:pt idx="381">
                  <c:v>60.717154999999998</c:v>
                </c:pt>
                <c:pt idx="382">
                  <c:v>60.825287000000003</c:v>
                </c:pt>
                <c:pt idx="383">
                  <c:v>60.926071</c:v>
                </c:pt>
                <c:pt idx="384">
                  <c:v>61.029300999999997</c:v>
                </c:pt>
                <c:pt idx="385">
                  <c:v>61.134627999999999</c:v>
                </c:pt>
                <c:pt idx="386">
                  <c:v>61.237965000000003</c:v>
                </c:pt>
                <c:pt idx="387">
                  <c:v>61.326363000000001</c:v>
                </c:pt>
                <c:pt idx="388">
                  <c:v>61.395256000000003</c:v>
                </c:pt>
                <c:pt idx="389">
                  <c:v>61.459679000000001</c:v>
                </c:pt>
                <c:pt idx="390">
                  <c:v>61.523769000000001</c:v>
                </c:pt>
                <c:pt idx="391">
                  <c:v>61.588546999999998</c:v>
                </c:pt>
                <c:pt idx="392">
                  <c:v>61.645614999999999</c:v>
                </c:pt>
                <c:pt idx="393">
                  <c:v>61.688972</c:v>
                </c:pt>
                <c:pt idx="394">
                  <c:v>61.726452000000002</c:v>
                </c:pt>
                <c:pt idx="395">
                  <c:v>61.769191999999997</c:v>
                </c:pt>
                <c:pt idx="396">
                  <c:v>61.819313000000001</c:v>
                </c:pt>
                <c:pt idx="397">
                  <c:v>61.889533999999998</c:v>
                </c:pt>
                <c:pt idx="398">
                  <c:v>61.975932999999998</c:v>
                </c:pt>
                <c:pt idx="399">
                  <c:v>62.054707000000001</c:v>
                </c:pt>
                <c:pt idx="400">
                  <c:v>62.118679</c:v>
                </c:pt>
                <c:pt idx="401">
                  <c:v>62.163738000000002</c:v>
                </c:pt>
                <c:pt idx="402">
                  <c:v>62.198462999999997</c:v>
                </c:pt>
                <c:pt idx="403">
                  <c:v>62.235137999999999</c:v>
                </c:pt>
                <c:pt idx="404">
                  <c:v>62.271656</c:v>
                </c:pt>
                <c:pt idx="405">
                  <c:v>62.302619999999997</c:v>
                </c:pt>
                <c:pt idx="406">
                  <c:v>62.329166000000001</c:v>
                </c:pt>
                <c:pt idx="407">
                  <c:v>62.355075999999997</c:v>
                </c:pt>
                <c:pt idx="408">
                  <c:v>62.389068999999999</c:v>
                </c:pt>
                <c:pt idx="409">
                  <c:v>62.438332000000003</c:v>
                </c:pt>
                <c:pt idx="410">
                  <c:v>62.509456999999998</c:v>
                </c:pt>
                <c:pt idx="411">
                  <c:v>62.607235000000003</c:v>
                </c:pt>
                <c:pt idx="412">
                  <c:v>62.722523000000002</c:v>
                </c:pt>
                <c:pt idx="413">
                  <c:v>62.843941000000001</c:v>
                </c:pt>
                <c:pt idx="414">
                  <c:v>62.969799000000002</c:v>
                </c:pt>
                <c:pt idx="415">
                  <c:v>63.100822000000001</c:v>
                </c:pt>
                <c:pt idx="416">
                  <c:v>63.236682999999999</c:v>
                </c:pt>
                <c:pt idx="417">
                  <c:v>63.368293999999999</c:v>
                </c:pt>
                <c:pt idx="418">
                  <c:v>63.482224000000002</c:v>
                </c:pt>
                <c:pt idx="419">
                  <c:v>63.584975999999997</c:v>
                </c:pt>
                <c:pt idx="420">
                  <c:v>63.679993000000003</c:v>
                </c:pt>
                <c:pt idx="421">
                  <c:v>63.769447</c:v>
                </c:pt>
                <c:pt idx="422">
                  <c:v>63.851188999999998</c:v>
                </c:pt>
                <c:pt idx="423">
                  <c:v>63.924827999999998</c:v>
                </c:pt>
                <c:pt idx="424">
                  <c:v>63.984752999999998</c:v>
                </c:pt>
                <c:pt idx="425">
                  <c:v>64.026275999999996</c:v>
                </c:pt>
                <c:pt idx="426">
                  <c:v>64.047156999999999</c:v>
                </c:pt>
                <c:pt idx="427">
                  <c:v>64.059601000000001</c:v>
                </c:pt>
                <c:pt idx="428">
                  <c:v>64.075142</c:v>
                </c:pt>
                <c:pt idx="429">
                  <c:v>64.095580999999996</c:v>
                </c:pt>
                <c:pt idx="430">
                  <c:v>64.116707000000005</c:v>
                </c:pt>
                <c:pt idx="431">
                  <c:v>64.130500999999995</c:v>
                </c:pt>
                <c:pt idx="432">
                  <c:v>64.139977000000002</c:v>
                </c:pt>
                <c:pt idx="433">
                  <c:v>64.150795000000002</c:v>
                </c:pt>
                <c:pt idx="434">
                  <c:v>64.164794999999998</c:v>
                </c:pt>
                <c:pt idx="435">
                  <c:v>64.180565000000001</c:v>
                </c:pt>
                <c:pt idx="436">
                  <c:v>64.199721999999994</c:v>
                </c:pt>
                <c:pt idx="437">
                  <c:v>64.227012999999999</c:v>
                </c:pt>
                <c:pt idx="438">
                  <c:v>64.255431999999999</c:v>
                </c:pt>
                <c:pt idx="439">
                  <c:v>64.272537</c:v>
                </c:pt>
                <c:pt idx="440">
                  <c:v>64.279572000000002</c:v>
                </c:pt>
                <c:pt idx="441">
                  <c:v>64.285431000000003</c:v>
                </c:pt>
                <c:pt idx="442">
                  <c:v>64.290970000000002</c:v>
                </c:pt>
                <c:pt idx="443">
                  <c:v>64.302238000000003</c:v>
                </c:pt>
                <c:pt idx="444">
                  <c:v>64.320250999999999</c:v>
                </c:pt>
                <c:pt idx="445">
                  <c:v>64.346847999999994</c:v>
                </c:pt>
                <c:pt idx="446">
                  <c:v>64.379424999999998</c:v>
                </c:pt>
                <c:pt idx="447">
                  <c:v>64.408919999999995</c:v>
                </c:pt>
                <c:pt idx="448">
                  <c:v>64.431915000000004</c:v>
                </c:pt>
                <c:pt idx="449">
                  <c:v>64.450851</c:v>
                </c:pt>
                <c:pt idx="450">
                  <c:v>64.47184</c:v>
                </c:pt>
                <c:pt idx="451">
                  <c:v>64.494484</c:v>
                </c:pt>
                <c:pt idx="452">
                  <c:v>64.517989999999998</c:v>
                </c:pt>
                <c:pt idx="453">
                  <c:v>64.545897999999994</c:v>
                </c:pt>
                <c:pt idx="454">
                  <c:v>64.582497000000004</c:v>
                </c:pt>
                <c:pt idx="455">
                  <c:v>64.631675999999999</c:v>
                </c:pt>
                <c:pt idx="456">
                  <c:v>64.697745999999995</c:v>
                </c:pt>
                <c:pt idx="457">
                  <c:v>64.777709999999999</c:v>
                </c:pt>
                <c:pt idx="458">
                  <c:v>64.865959000000004</c:v>
                </c:pt>
                <c:pt idx="459">
                  <c:v>64.948127999999997</c:v>
                </c:pt>
                <c:pt idx="460">
                  <c:v>65.018860000000004</c:v>
                </c:pt>
                <c:pt idx="461">
                  <c:v>65.081649999999996</c:v>
                </c:pt>
                <c:pt idx="462">
                  <c:v>65.144356000000002</c:v>
                </c:pt>
                <c:pt idx="463">
                  <c:v>65.218254000000002</c:v>
                </c:pt>
                <c:pt idx="464">
                  <c:v>65.315551999999997</c:v>
                </c:pt>
                <c:pt idx="465">
                  <c:v>65.430717000000001</c:v>
                </c:pt>
                <c:pt idx="466">
                  <c:v>65.549025999999998</c:v>
                </c:pt>
                <c:pt idx="467">
                  <c:v>65.668694000000002</c:v>
                </c:pt>
                <c:pt idx="468">
                  <c:v>65.777503999999993</c:v>
                </c:pt>
                <c:pt idx="469">
                  <c:v>65.877585999999994</c:v>
                </c:pt>
                <c:pt idx="470">
                  <c:v>65.976860000000002</c:v>
                </c:pt>
                <c:pt idx="471">
                  <c:v>66.074782999999996</c:v>
                </c:pt>
                <c:pt idx="472">
                  <c:v>66.167914999999994</c:v>
                </c:pt>
                <c:pt idx="473">
                  <c:v>66.248481999999996</c:v>
                </c:pt>
                <c:pt idx="474">
                  <c:v>66.309066999999999</c:v>
                </c:pt>
                <c:pt idx="475">
                  <c:v>66.33802</c:v>
                </c:pt>
                <c:pt idx="476">
                  <c:v>66.347747999999996</c:v>
                </c:pt>
                <c:pt idx="477">
                  <c:v>66.359673000000001</c:v>
                </c:pt>
                <c:pt idx="478">
                  <c:v>66.373726000000005</c:v>
                </c:pt>
                <c:pt idx="479">
                  <c:v>66.388710000000003</c:v>
                </c:pt>
                <c:pt idx="480">
                  <c:v>66.402725000000004</c:v>
                </c:pt>
                <c:pt idx="481">
                  <c:v>66.416488999999999</c:v>
                </c:pt>
                <c:pt idx="482">
                  <c:v>66.431297000000001</c:v>
                </c:pt>
                <c:pt idx="483">
                  <c:v>66.457847999999998</c:v>
                </c:pt>
                <c:pt idx="484">
                  <c:v>66.498519999999999</c:v>
                </c:pt>
                <c:pt idx="485">
                  <c:v>66.554535000000001</c:v>
                </c:pt>
                <c:pt idx="486">
                  <c:v>66.632896000000002</c:v>
                </c:pt>
                <c:pt idx="487">
                  <c:v>66.738540999999998</c:v>
                </c:pt>
                <c:pt idx="488">
                  <c:v>66.862564000000006</c:v>
                </c:pt>
                <c:pt idx="489">
                  <c:v>66.983208000000005</c:v>
                </c:pt>
                <c:pt idx="490">
                  <c:v>67.106476000000001</c:v>
                </c:pt>
                <c:pt idx="491">
                  <c:v>67.226027999999999</c:v>
                </c:pt>
                <c:pt idx="492">
                  <c:v>67.333748</c:v>
                </c:pt>
                <c:pt idx="493">
                  <c:v>67.432288999999997</c:v>
                </c:pt>
                <c:pt idx="494">
                  <c:v>67.521705999999995</c:v>
                </c:pt>
                <c:pt idx="495">
                  <c:v>67.604384999999994</c:v>
                </c:pt>
                <c:pt idx="496">
                  <c:v>67.691665999999998</c:v>
                </c:pt>
                <c:pt idx="497">
                  <c:v>67.789931999999993</c:v>
                </c:pt>
                <c:pt idx="498">
                  <c:v>67.899887000000007</c:v>
                </c:pt>
                <c:pt idx="499">
                  <c:v>68.012726000000001</c:v>
                </c:pt>
                <c:pt idx="500">
                  <c:v>68.125632999999993</c:v>
                </c:pt>
                <c:pt idx="501">
                  <c:v>68.244247000000001</c:v>
                </c:pt>
                <c:pt idx="502">
                  <c:v>68.369720000000001</c:v>
                </c:pt>
                <c:pt idx="503">
                  <c:v>68.492621999999997</c:v>
                </c:pt>
                <c:pt idx="504">
                  <c:v>68.599318999999994</c:v>
                </c:pt>
                <c:pt idx="505">
                  <c:v>68.690460000000002</c:v>
                </c:pt>
                <c:pt idx="506">
                  <c:v>68.766425999999996</c:v>
                </c:pt>
                <c:pt idx="507">
                  <c:v>68.831695999999994</c:v>
                </c:pt>
                <c:pt idx="508">
                  <c:v>68.888740999999996</c:v>
                </c:pt>
                <c:pt idx="509">
                  <c:v>68.930992000000003</c:v>
                </c:pt>
                <c:pt idx="510">
                  <c:v>68.958449999999999</c:v>
                </c:pt>
                <c:pt idx="511">
                  <c:v>68.973015000000004</c:v>
                </c:pt>
                <c:pt idx="512">
                  <c:v>68.979782</c:v>
                </c:pt>
                <c:pt idx="513">
                  <c:v>68.988654999999994</c:v>
                </c:pt>
                <c:pt idx="514">
                  <c:v>68.999290000000002</c:v>
                </c:pt>
                <c:pt idx="515">
                  <c:v>69.019965999999997</c:v>
                </c:pt>
                <c:pt idx="516">
                  <c:v>69.046584999999993</c:v>
                </c:pt>
                <c:pt idx="517">
                  <c:v>69.075607000000005</c:v>
                </c:pt>
                <c:pt idx="518">
                  <c:v>69.102654000000001</c:v>
                </c:pt>
                <c:pt idx="519">
                  <c:v>69.133026000000001</c:v>
                </c:pt>
                <c:pt idx="520">
                  <c:v>69.160422999999994</c:v>
                </c:pt>
                <c:pt idx="521">
                  <c:v>69.182288999999997</c:v>
                </c:pt>
                <c:pt idx="522">
                  <c:v>69.203117000000006</c:v>
                </c:pt>
                <c:pt idx="523">
                  <c:v>69.225387999999995</c:v>
                </c:pt>
                <c:pt idx="524">
                  <c:v>69.251189999999994</c:v>
                </c:pt>
                <c:pt idx="525">
                  <c:v>69.274071000000006</c:v>
                </c:pt>
                <c:pt idx="526">
                  <c:v>69.292205999999993</c:v>
                </c:pt>
                <c:pt idx="527">
                  <c:v>69.311583999999996</c:v>
                </c:pt>
                <c:pt idx="528">
                  <c:v>69.335059999999999</c:v>
                </c:pt>
                <c:pt idx="529">
                  <c:v>69.374153000000007</c:v>
                </c:pt>
                <c:pt idx="530">
                  <c:v>69.420990000000003</c:v>
                </c:pt>
                <c:pt idx="531">
                  <c:v>69.464989000000003</c:v>
                </c:pt>
                <c:pt idx="532">
                  <c:v>69.505600000000001</c:v>
                </c:pt>
                <c:pt idx="533">
                  <c:v>69.545035999999996</c:v>
                </c:pt>
                <c:pt idx="534">
                  <c:v>69.581856000000002</c:v>
                </c:pt>
                <c:pt idx="535">
                  <c:v>69.619240000000005</c:v>
                </c:pt>
                <c:pt idx="536">
                  <c:v>69.658683999999994</c:v>
                </c:pt>
                <c:pt idx="537">
                  <c:v>69.696387999999999</c:v>
                </c:pt>
                <c:pt idx="538">
                  <c:v>69.730545000000006</c:v>
                </c:pt>
                <c:pt idx="539">
                  <c:v>69.758895999999993</c:v>
                </c:pt>
                <c:pt idx="540">
                  <c:v>69.778694000000002</c:v>
                </c:pt>
                <c:pt idx="541">
                  <c:v>69.791656000000003</c:v>
                </c:pt>
                <c:pt idx="542">
                  <c:v>69.802025</c:v>
                </c:pt>
                <c:pt idx="543">
                  <c:v>69.813384999999997</c:v>
                </c:pt>
                <c:pt idx="544">
                  <c:v>69.824248999999995</c:v>
                </c:pt>
                <c:pt idx="545">
                  <c:v>69.833168000000001</c:v>
                </c:pt>
                <c:pt idx="546">
                  <c:v>69.838013000000004</c:v>
                </c:pt>
                <c:pt idx="547">
                  <c:v>69.843079000000003</c:v>
                </c:pt>
                <c:pt idx="548">
                  <c:v>69.852431999999993</c:v>
                </c:pt>
                <c:pt idx="549">
                  <c:v>69.871245999999999</c:v>
                </c:pt>
                <c:pt idx="550">
                  <c:v>69.902618000000004</c:v>
                </c:pt>
                <c:pt idx="551">
                  <c:v>69.94014</c:v>
                </c:pt>
                <c:pt idx="552">
                  <c:v>69.967170999999993</c:v>
                </c:pt>
                <c:pt idx="553">
                  <c:v>69.979598999999993</c:v>
                </c:pt>
                <c:pt idx="554">
                  <c:v>69.982269000000002</c:v>
                </c:pt>
                <c:pt idx="555">
                  <c:v>69.982628000000005</c:v>
                </c:pt>
                <c:pt idx="556">
                  <c:v>69.985129999999998</c:v>
                </c:pt>
                <c:pt idx="557">
                  <c:v>69.987740000000002</c:v>
                </c:pt>
                <c:pt idx="558">
                  <c:v>69.987388999999993</c:v>
                </c:pt>
                <c:pt idx="559">
                  <c:v>69.984329000000002</c:v>
                </c:pt>
                <c:pt idx="560">
                  <c:v>69.979431000000005</c:v>
                </c:pt>
                <c:pt idx="561">
                  <c:v>69.973845999999995</c:v>
                </c:pt>
                <c:pt idx="562">
                  <c:v>69.968040000000002</c:v>
                </c:pt>
                <c:pt idx="563">
                  <c:v>69.965125999999998</c:v>
                </c:pt>
                <c:pt idx="564">
                  <c:v>69.965614000000002</c:v>
                </c:pt>
                <c:pt idx="565">
                  <c:v>69.969536000000005</c:v>
                </c:pt>
                <c:pt idx="566">
                  <c:v>69.973411999999996</c:v>
                </c:pt>
                <c:pt idx="567">
                  <c:v>69.974884000000003</c:v>
                </c:pt>
                <c:pt idx="568">
                  <c:v>69.977424999999997</c:v>
                </c:pt>
                <c:pt idx="569">
                  <c:v>69.978554000000003</c:v>
                </c:pt>
                <c:pt idx="570">
                  <c:v>69.977058</c:v>
                </c:pt>
                <c:pt idx="571">
                  <c:v>69.971794000000003</c:v>
                </c:pt>
                <c:pt idx="572">
                  <c:v>69.960999000000001</c:v>
                </c:pt>
                <c:pt idx="573">
                  <c:v>69.951294000000004</c:v>
                </c:pt>
                <c:pt idx="574">
                  <c:v>69.941199999999995</c:v>
                </c:pt>
                <c:pt idx="575">
                  <c:v>69.931952999999993</c:v>
                </c:pt>
                <c:pt idx="576">
                  <c:v>69.913917999999995</c:v>
                </c:pt>
                <c:pt idx="577">
                  <c:v>69.908790999999994</c:v>
                </c:pt>
                <c:pt idx="578">
                  <c:v>69.903175000000005</c:v>
                </c:pt>
                <c:pt idx="579">
                  <c:v>69.897803999999994</c:v>
                </c:pt>
                <c:pt idx="580">
                  <c:v>69.890686000000002</c:v>
                </c:pt>
                <c:pt idx="581">
                  <c:v>69.886436000000003</c:v>
                </c:pt>
                <c:pt idx="582">
                  <c:v>69.883681999999993</c:v>
                </c:pt>
                <c:pt idx="583">
                  <c:v>69.879845000000003</c:v>
                </c:pt>
                <c:pt idx="584">
                  <c:v>69.876868999999999</c:v>
                </c:pt>
                <c:pt idx="585">
                  <c:v>69.875136999999995</c:v>
                </c:pt>
                <c:pt idx="586">
                  <c:v>69.876525999999998</c:v>
                </c:pt>
                <c:pt idx="587">
                  <c:v>69.877762000000004</c:v>
                </c:pt>
                <c:pt idx="588">
                  <c:v>69.876250999999996</c:v>
                </c:pt>
                <c:pt idx="589">
                  <c:v>69.873817000000003</c:v>
                </c:pt>
                <c:pt idx="590">
                  <c:v>69.872596999999999</c:v>
                </c:pt>
                <c:pt idx="591">
                  <c:v>69.875450000000001</c:v>
                </c:pt>
                <c:pt idx="592">
                  <c:v>69.887100000000004</c:v>
                </c:pt>
                <c:pt idx="593">
                  <c:v>69.909615000000002</c:v>
                </c:pt>
                <c:pt idx="594">
                  <c:v>69.930176000000003</c:v>
                </c:pt>
                <c:pt idx="595">
                  <c:v>69.952620999999994</c:v>
                </c:pt>
                <c:pt idx="596">
                  <c:v>69.986846999999997</c:v>
                </c:pt>
                <c:pt idx="597">
                  <c:v>70.03492</c:v>
                </c:pt>
                <c:pt idx="598">
                  <c:v>70.097046000000006</c:v>
                </c:pt>
                <c:pt idx="599">
                  <c:v>70.173866000000004</c:v>
                </c:pt>
                <c:pt idx="600">
                  <c:v>70.271927000000005</c:v>
                </c:pt>
                <c:pt idx="601">
                  <c:v>70.383339000000007</c:v>
                </c:pt>
                <c:pt idx="602">
                  <c:v>70.493622000000002</c:v>
                </c:pt>
                <c:pt idx="603">
                  <c:v>70.599213000000006</c:v>
                </c:pt>
                <c:pt idx="604">
                  <c:v>70.694855000000004</c:v>
                </c:pt>
                <c:pt idx="605">
                  <c:v>70.778724999999994</c:v>
                </c:pt>
                <c:pt idx="606">
                  <c:v>70.850928999999994</c:v>
                </c:pt>
                <c:pt idx="607">
                  <c:v>70.900077999999993</c:v>
                </c:pt>
                <c:pt idx="608">
                  <c:v>70.930610999999999</c:v>
                </c:pt>
                <c:pt idx="609">
                  <c:v>70.956726000000003</c:v>
                </c:pt>
                <c:pt idx="610">
                  <c:v>70.991257000000004</c:v>
                </c:pt>
                <c:pt idx="611">
                  <c:v>71.039428999999998</c:v>
                </c:pt>
                <c:pt idx="612">
                  <c:v>71.091148000000004</c:v>
                </c:pt>
                <c:pt idx="613">
                  <c:v>71.151084999999995</c:v>
                </c:pt>
                <c:pt idx="614">
                  <c:v>71.218909999999994</c:v>
                </c:pt>
                <c:pt idx="615">
                  <c:v>71.301826000000005</c:v>
                </c:pt>
                <c:pt idx="616">
                  <c:v>71.408271999999997</c:v>
                </c:pt>
                <c:pt idx="617">
                  <c:v>71.526687999999993</c:v>
                </c:pt>
                <c:pt idx="618">
                  <c:v>71.649704</c:v>
                </c:pt>
                <c:pt idx="619">
                  <c:v>71.774146999999999</c:v>
                </c:pt>
                <c:pt idx="620">
                  <c:v>71.900092999999998</c:v>
                </c:pt>
                <c:pt idx="621">
                  <c:v>72.023537000000005</c:v>
                </c:pt>
                <c:pt idx="622">
                  <c:v>72.140181999999996</c:v>
                </c:pt>
                <c:pt idx="623">
                  <c:v>72.248412999999999</c:v>
                </c:pt>
                <c:pt idx="624">
                  <c:v>72.353438999999995</c:v>
                </c:pt>
                <c:pt idx="625">
                  <c:v>72.452231999999995</c:v>
                </c:pt>
                <c:pt idx="626">
                  <c:v>72.543723999999997</c:v>
                </c:pt>
                <c:pt idx="627">
                  <c:v>72.623024000000001</c:v>
                </c:pt>
                <c:pt idx="628">
                  <c:v>72.693184000000002</c:v>
                </c:pt>
                <c:pt idx="629">
                  <c:v>72.758469000000005</c:v>
                </c:pt>
                <c:pt idx="630">
                  <c:v>72.826424000000003</c:v>
                </c:pt>
                <c:pt idx="631">
                  <c:v>72.894454999999994</c:v>
                </c:pt>
                <c:pt idx="632">
                  <c:v>72.962012999999999</c:v>
                </c:pt>
                <c:pt idx="633">
                  <c:v>73.034835999999999</c:v>
                </c:pt>
                <c:pt idx="634">
                  <c:v>73.119072000000003</c:v>
                </c:pt>
                <c:pt idx="635">
                  <c:v>73.216255000000004</c:v>
                </c:pt>
                <c:pt idx="636">
                  <c:v>73.324012999999994</c:v>
                </c:pt>
                <c:pt idx="637">
                  <c:v>73.443932000000004</c:v>
                </c:pt>
                <c:pt idx="638">
                  <c:v>73.570847000000001</c:v>
                </c:pt>
                <c:pt idx="639">
                  <c:v>73.692740999999998</c:v>
                </c:pt>
                <c:pt idx="640">
                  <c:v>73.807220000000001</c:v>
                </c:pt>
                <c:pt idx="641">
                  <c:v>73.916588000000004</c:v>
                </c:pt>
                <c:pt idx="642">
                  <c:v>74.016959999999997</c:v>
                </c:pt>
                <c:pt idx="643">
                  <c:v>74.104111000000003</c:v>
                </c:pt>
                <c:pt idx="644">
                  <c:v>74.183090000000007</c:v>
                </c:pt>
                <c:pt idx="645">
                  <c:v>74.257430999999997</c:v>
                </c:pt>
                <c:pt idx="646">
                  <c:v>74.331856000000002</c:v>
                </c:pt>
                <c:pt idx="647">
                  <c:v>74.401534999999996</c:v>
                </c:pt>
                <c:pt idx="648">
                  <c:v>74.463500999999994</c:v>
                </c:pt>
                <c:pt idx="649">
                  <c:v>74.525374999999997</c:v>
                </c:pt>
                <c:pt idx="650">
                  <c:v>74.583160000000007</c:v>
                </c:pt>
                <c:pt idx="651">
                  <c:v>74.637917000000002</c:v>
                </c:pt>
                <c:pt idx="652">
                  <c:v>74.699860000000001</c:v>
                </c:pt>
                <c:pt idx="653">
                  <c:v>74.773155000000003</c:v>
                </c:pt>
                <c:pt idx="654">
                  <c:v>74.855827000000005</c:v>
                </c:pt>
                <c:pt idx="655">
                  <c:v>74.950432000000006</c:v>
                </c:pt>
                <c:pt idx="656">
                  <c:v>75.061638000000002</c:v>
                </c:pt>
                <c:pt idx="657">
                  <c:v>75.185721999999998</c:v>
                </c:pt>
                <c:pt idx="658">
                  <c:v>75.311813000000001</c:v>
                </c:pt>
                <c:pt idx="659">
                  <c:v>75.438254999999998</c:v>
                </c:pt>
                <c:pt idx="660">
                  <c:v>75.566642999999999</c:v>
                </c:pt>
                <c:pt idx="661">
                  <c:v>75.701438999999993</c:v>
                </c:pt>
                <c:pt idx="662">
                  <c:v>75.842856999999995</c:v>
                </c:pt>
                <c:pt idx="663">
                  <c:v>75.977005000000005</c:v>
                </c:pt>
                <c:pt idx="664">
                  <c:v>76.096030999999996</c:v>
                </c:pt>
                <c:pt idx="665">
                  <c:v>76.199744999999993</c:v>
                </c:pt>
                <c:pt idx="666">
                  <c:v>76.297691</c:v>
                </c:pt>
                <c:pt idx="667">
                  <c:v>76.398239000000004</c:v>
                </c:pt>
                <c:pt idx="668">
                  <c:v>76.504233999999997</c:v>
                </c:pt>
                <c:pt idx="669">
                  <c:v>76.608513000000002</c:v>
                </c:pt>
                <c:pt idx="670">
                  <c:v>76.712317999999996</c:v>
                </c:pt>
                <c:pt idx="671">
                  <c:v>76.823066999999995</c:v>
                </c:pt>
                <c:pt idx="672">
                  <c:v>76.942665000000005</c:v>
                </c:pt>
                <c:pt idx="673">
                  <c:v>77.067284000000001</c:v>
                </c:pt>
                <c:pt idx="674">
                  <c:v>77.187859000000003</c:v>
                </c:pt>
                <c:pt idx="675">
                  <c:v>77.306563999999995</c:v>
                </c:pt>
                <c:pt idx="676">
                  <c:v>77.429976999999994</c:v>
                </c:pt>
                <c:pt idx="677">
                  <c:v>77.552734000000001</c:v>
                </c:pt>
                <c:pt idx="678">
                  <c:v>77.668105999999995</c:v>
                </c:pt>
                <c:pt idx="679">
                  <c:v>77.772400000000005</c:v>
                </c:pt>
                <c:pt idx="680">
                  <c:v>77.857474999999994</c:v>
                </c:pt>
                <c:pt idx="681">
                  <c:v>77.930237000000005</c:v>
                </c:pt>
                <c:pt idx="682">
                  <c:v>77.997955000000005</c:v>
                </c:pt>
                <c:pt idx="683">
                  <c:v>78.062279000000004</c:v>
                </c:pt>
                <c:pt idx="684">
                  <c:v>78.125480999999994</c:v>
                </c:pt>
                <c:pt idx="685">
                  <c:v>78.181968999999995</c:v>
                </c:pt>
                <c:pt idx="686">
                  <c:v>78.227348000000006</c:v>
                </c:pt>
                <c:pt idx="687">
                  <c:v>78.264579999999995</c:v>
                </c:pt>
                <c:pt idx="688">
                  <c:v>78.299965</c:v>
                </c:pt>
                <c:pt idx="689">
                  <c:v>78.337624000000005</c:v>
                </c:pt>
                <c:pt idx="690">
                  <c:v>78.378380000000007</c:v>
                </c:pt>
                <c:pt idx="691">
                  <c:v>78.414619000000002</c:v>
                </c:pt>
                <c:pt idx="692">
                  <c:v>78.447235000000006</c:v>
                </c:pt>
                <c:pt idx="693">
                  <c:v>78.487183000000002</c:v>
                </c:pt>
                <c:pt idx="694">
                  <c:v>78.542473000000001</c:v>
                </c:pt>
                <c:pt idx="695">
                  <c:v>78.609283000000005</c:v>
                </c:pt>
                <c:pt idx="696">
                  <c:v>78.681685999999999</c:v>
                </c:pt>
                <c:pt idx="697">
                  <c:v>78.756720999999999</c:v>
                </c:pt>
                <c:pt idx="698">
                  <c:v>78.839141999999995</c:v>
                </c:pt>
                <c:pt idx="699">
                  <c:v>78.932533000000006</c:v>
                </c:pt>
                <c:pt idx="700">
                  <c:v>79.028305000000003</c:v>
                </c:pt>
                <c:pt idx="701">
                  <c:v>79.124695000000003</c:v>
                </c:pt>
                <c:pt idx="702">
                  <c:v>79.219703999999993</c:v>
                </c:pt>
                <c:pt idx="703">
                  <c:v>79.306358000000003</c:v>
                </c:pt>
                <c:pt idx="704">
                  <c:v>79.380218999999997</c:v>
                </c:pt>
                <c:pt idx="705">
                  <c:v>79.439887999999996</c:v>
                </c:pt>
                <c:pt idx="706">
                  <c:v>79.482651000000004</c:v>
                </c:pt>
                <c:pt idx="707">
                  <c:v>79.507705999999999</c:v>
                </c:pt>
                <c:pt idx="708">
                  <c:v>79.525772000000003</c:v>
                </c:pt>
                <c:pt idx="709">
                  <c:v>79.544830000000005</c:v>
                </c:pt>
                <c:pt idx="710">
                  <c:v>79.572823</c:v>
                </c:pt>
                <c:pt idx="711">
                  <c:v>79.608481999999995</c:v>
                </c:pt>
                <c:pt idx="712">
                  <c:v>79.637969999999996</c:v>
                </c:pt>
                <c:pt idx="713">
                  <c:v>79.649780000000007</c:v>
                </c:pt>
                <c:pt idx="714">
                  <c:v>79.6511</c:v>
                </c:pt>
                <c:pt idx="715">
                  <c:v>79.648658999999995</c:v>
                </c:pt>
                <c:pt idx="716">
                  <c:v>79.642921000000001</c:v>
                </c:pt>
                <c:pt idx="717">
                  <c:v>79.633499</c:v>
                </c:pt>
                <c:pt idx="718">
                  <c:v>79.621055999999996</c:v>
                </c:pt>
                <c:pt idx="719">
                  <c:v>79.607658000000001</c:v>
                </c:pt>
                <c:pt idx="720">
                  <c:v>79.593834000000001</c:v>
                </c:pt>
                <c:pt idx="721">
                  <c:v>79.573372000000006</c:v>
                </c:pt>
                <c:pt idx="722">
                  <c:v>79.553314</c:v>
                </c:pt>
                <c:pt idx="723">
                  <c:v>79.531715000000005</c:v>
                </c:pt>
                <c:pt idx="724">
                  <c:v>79.508469000000005</c:v>
                </c:pt>
                <c:pt idx="725">
                  <c:v>79.487099000000001</c:v>
                </c:pt>
                <c:pt idx="726">
                  <c:v>79.474770000000007</c:v>
                </c:pt>
                <c:pt idx="727">
                  <c:v>79.474091000000001</c:v>
                </c:pt>
                <c:pt idx="728">
                  <c:v>79.469489999999993</c:v>
                </c:pt>
                <c:pt idx="729">
                  <c:v>79.456749000000002</c:v>
                </c:pt>
                <c:pt idx="730">
                  <c:v>79.437325000000001</c:v>
                </c:pt>
                <c:pt idx="731">
                  <c:v>79.411124999999998</c:v>
                </c:pt>
                <c:pt idx="732">
                  <c:v>79.363784999999993</c:v>
                </c:pt>
                <c:pt idx="733">
                  <c:v>79.300719999999998</c:v>
                </c:pt>
                <c:pt idx="734">
                  <c:v>79.238074999999995</c:v>
                </c:pt>
                <c:pt idx="735">
                  <c:v>79.179230000000004</c:v>
                </c:pt>
                <c:pt idx="736">
                  <c:v>79.127098000000004</c:v>
                </c:pt>
                <c:pt idx="737">
                  <c:v>79.072577999999993</c:v>
                </c:pt>
                <c:pt idx="738">
                  <c:v>79.012946999999997</c:v>
                </c:pt>
                <c:pt idx="739">
                  <c:v>78.950935000000001</c:v>
                </c:pt>
                <c:pt idx="740">
                  <c:v>78.88073</c:v>
                </c:pt>
                <c:pt idx="741">
                  <c:v>78.805160999999998</c:v>
                </c:pt>
                <c:pt idx="742">
                  <c:v>78.729736000000003</c:v>
                </c:pt>
                <c:pt idx="743">
                  <c:v>78.647209000000004</c:v>
                </c:pt>
                <c:pt idx="744">
                  <c:v>78.554955000000007</c:v>
                </c:pt>
                <c:pt idx="745">
                  <c:v>78.462729999999993</c:v>
                </c:pt>
                <c:pt idx="746">
                  <c:v>78.370659000000003</c:v>
                </c:pt>
                <c:pt idx="747">
                  <c:v>78.274826000000004</c:v>
                </c:pt>
                <c:pt idx="748">
                  <c:v>78.187775000000002</c:v>
                </c:pt>
                <c:pt idx="749">
                  <c:v>78.110328999999993</c:v>
                </c:pt>
                <c:pt idx="750">
                  <c:v>78.027794</c:v>
                </c:pt>
                <c:pt idx="751">
                  <c:v>77.934546999999995</c:v>
                </c:pt>
                <c:pt idx="752">
                  <c:v>77.840301999999994</c:v>
                </c:pt>
                <c:pt idx="753">
                  <c:v>77.742194999999995</c:v>
                </c:pt>
                <c:pt idx="754">
                  <c:v>77.646957</c:v>
                </c:pt>
                <c:pt idx="755">
                  <c:v>77.567413000000002</c:v>
                </c:pt>
                <c:pt idx="756">
                  <c:v>77.512978000000004</c:v>
                </c:pt>
                <c:pt idx="757">
                  <c:v>77.470673000000005</c:v>
                </c:pt>
                <c:pt idx="758">
                  <c:v>77.429039000000003</c:v>
                </c:pt>
                <c:pt idx="759">
                  <c:v>77.384293</c:v>
                </c:pt>
                <c:pt idx="760">
                  <c:v>77.340569000000002</c:v>
                </c:pt>
                <c:pt idx="761">
                  <c:v>77.302017000000006</c:v>
                </c:pt>
                <c:pt idx="762">
                  <c:v>77.269524000000004</c:v>
                </c:pt>
                <c:pt idx="763">
                  <c:v>77.241737000000001</c:v>
                </c:pt>
                <c:pt idx="764">
                  <c:v>77.211815000000001</c:v>
                </c:pt>
                <c:pt idx="765">
                  <c:v>77.172500999999997</c:v>
                </c:pt>
                <c:pt idx="766">
                  <c:v>77.128365000000002</c:v>
                </c:pt>
                <c:pt idx="767">
                  <c:v>77.084029999999998</c:v>
                </c:pt>
                <c:pt idx="768">
                  <c:v>77.041083999999998</c:v>
                </c:pt>
                <c:pt idx="769">
                  <c:v>77.000259</c:v>
                </c:pt>
                <c:pt idx="770">
                  <c:v>76.963486000000003</c:v>
                </c:pt>
                <c:pt idx="771">
                  <c:v>76.931495999999996</c:v>
                </c:pt>
                <c:pt idx="772">
                  <c:v>76.899719000000005</c:v>
                </c:pt>
                <c:pt idx="773">
                  <c:v>76.864333999999999</c:v>
                </c:pt>
                <c:pt idx="774">
                  <c:v>76.827613999999997</c:v>
                </c:pt>
                <c:pt idx="775">
                  <c:v>76.794189000000003</c:v>
                </c:pt>
                <c:pt idx="776">
                  <c:v>76.764403999999999</c:v>
                </c:pt>
                <c:pt idx="777">
                  <c:v>76.734924000000007</c:v>
                </c:pt>
                <c:pt idx="778">
                  <c:v>76.706374999999994</c:v>
                </c:pt>
                <c:pt idx="779">
                  <c:v>76.679085000000001</c:v>
                </c:pt>
                <c:pt idx="780">
                  <c:v>76.654137000000006</c:v>
                </c:pt>
                <c:pt idx="781">
                  <c:v>76.632439000000005</c:v>
                </c:pt>
                <c:pt idx="782">
                  <c:v>76.613533000000004</c:v>
                </c:pt>
                <c:pt idx="783">
                  <c:v>76.594025000000002</c:v>
                </c:pt>
                <c:pt idx="784">
                  <c:v>76.573241999999993</c:v>
                </c:pt>
                <c:pt idx="785">
                  <c:v>76.552086000000003</c:v>
                </c:pt>
                <c:pt idx="786">
                  <c:v>76.531647000000007</c:v>
                </c:pt>
                <c:pt idx="787">
                  <c:v>76.510970999999998</c:v>
                </c:pt>
                <c:pt idx="788">
                  <c:v>76.487251000000001</c:v>
                </c:pt>
                <c:pt idx="789">
                  <c:v>76.456924000000001</c:v>
                </c:pt>
                <c:pt idx="790">
                  <c:v>76.421181000000004</c:v>
                </c:pt>
                <c:pt idx="791">
                  <c:v>76.382644999999997</c:v>
                </c:pt>
                <c:pt idx="792">
                  <c:v>76.342185999999998</c:v>
                </c:pt>
                <c:pt idx="793">
                  <c:v>76.288971000000004</c:v>
                </c:pt>
                <c:pt idx="794">
                  <c:v>76.224853999999993</c:v>
                </c:pt>
                <c:pt idx="795">
                  <c:v>76.150215000000003</c:v>
                </c:pt>
                <c:pt idx="796">
                  <c:v>76.056579999999997</c:v>
                </c:pt>
                <c:pt idx="797">
                  <c:v>75.944664000000003</c:v>
                </c:pt>
                <c:pt idx="798">
                  <c:v>75.828132999999994</c:v>
                </c:pt>
                <c:pt idx="799">
                  <c:v>75.710151999999994</c:v>
                </c:pt>
                <c:pt idx="800">
                  <c:v>75.583786000000003</c:v>
                </c:pt>
                <c:pt idx="801">
                  <c:v>75.462181000000001</c:v>
                </c:pt>
                <c:pt idx="802">
                  <c:v>75.355354000000005</c:v>
                </c:pt>
                <c:pt idx="803">
                  <c:v>75.25573</c:v>
                </c:pt>
                <c:pt idx="804">
                  <c:v>75.150017000000005</c:v>
                </c:pt>
                <c:pt idx="805">
                  <c:v>75.045944000000006</c:v>
                </c:pt>
                <c:pt idx="806">
                  <c:v>74.946197999999995</c:v>
                </c:pt>
                <c:pt idx="807">
                  <c:v>74.848892000000006</c:v>
                </c:pt>
                <c:pt idx="808">
                  <c:v>74.752617000000001</c:v>
                </c:pt>
                <c:pt idx="809">
                  <c:v>74.656563000000006</c:v>
                </c:pt>
                <c:pt idx="810">
                  <c:v>74.559464000000006</c:v>
                </c:pt>
                <c:pt idx="811">
                  <c:v>74.461250000000007</c:v>
                </c:pt>
                <c:pt idx="812">
                  <c:v>74.365036000000003</c:v>
                </c:pt>
                <c:pt idx="813">
                  <c:v>74.270095999999995</c:v>
                </c:pt>
                <c:pt idx="814">
                  <c:v>74.170624000000004</c:v>
                </c:pt>
                <c:pt idx="815">
                  <c:v>74.069168000000005</c:v>
                </c:pt>
                <c:pt idx="816">
                  <c:v>73.975219999999993</c:v>
                </c:pt>
                <c:pt idx="817">
                  <c:v>73.901107999999994</c:v>
                </c:pt>
                <c:pt idx="818">
                  <c:v>73.852515999999994</c:v>
                </c:pt>
                <c:pt idx="819">
                  <c:v>73.825378000000001</c:v>
                </c:pt>
                <c:pt idx="820">
                  <c:v>73.817711000000003</c:v>
                </c:pt>
                <c:pt idx="821">
                  <c:v>73.823273</c:v>
                </c:pt>
                <c:pt idx="822">
                  <c:v>73.836571000000006</c:v>
                </c:pt>
                <c:pt idx="823">
                  <c:v>73.862555999999998</c:v>
                </c:pt>
                <c:pt idx="824">
                  <c:v>73.895065000000002</c:v>
                </c:pt>
                <c:pt idx="825">
                  <c:v>73.927672999999999</c:v>
                </c:pt>
                <c:pt idx="826">
                  <c:v>73.958336000000003</c:v>
                </c:pt>
                <c:pt idx="827">
                  <c:v>73.978966</c:v>
                </c:pt>
                <c:pt idx="828">
                  <c:v>73.984786999999997</c:v>
                </c:pt>
                <c:pt idx="829">
                  <c:v>73.980331000000007</c:v>
                </c:pt>
                <c:pt idx="830">
                  <c:v>73.975800000000007</c:v>
                </c:pt>
                <c:pt idx="831">
                  <c:v>73.976005999999998</c:v>
                </c:pt>
                <c:pt idx="832">
                  <c:v>73.975348999999994</c:v>
                </c:pt>
                <c:pt idx="833">
                  <c:v>73.962722999999997</c:v>
                </c:pt>
                <c:pt idx="834">
                  <c:v>73.940101999999996</c:v>
                </c:pt>
                <c:pt idx="835">
                  <c:v>73.919150999999999</c:v>
                </c:pt>
                <c:pt idx="836">
                  <c:v>73.908210999999994</c:v>
                </c:pt>
                <c:pt idx="837">
                  <c:v>73.900786999999994</c:v>
                </c:pt>
                <c:pt idx="838">
                  <c:v>73.894478000000007</c:v>
                </c:pt>
                <c:pt idx="839">
                  <c:v>73.893187999999995</c:v>
                </c:pt>
                <c:pt idx="840">
                  <c:v>73.892685</c:v>
                </c:pt>
                <c:pt idx="841">
                  <c:v>73.894440000000003</c:v>
                </c:pt>
                <c:pt idx="842">
                  <c:v>73.900063000000003</c:v>
                </c:pt>
                <c:pt idx="843">
                  <c:v>73.905319000000006</c:v>
                </c:pt>
                <c:pt idx="844">
                  <c:v>73.910004000000001</c:v>
                </c:pt>
                <c:pt idx="845">
                  <c:v>73.918221000000003</c:v>
                </c:pt>
                <c:pt idx="846">
                  <c:v>73.926963999999998</c:v>
                </c:pt>
                <c:pt idx="847">
                  <c:v>73.934653999999995</c:v>
                </c:pt>
                <c:pt idx="848">
                  <c:v>73.934227000000007</c:v>
                </c:pt>
                <c:pt idx="849">
                  <c:v>73.924094999999994</c:v>
                </c:pt>
                <c:pt idx="850">
                  <c:v>73.903862000000004</c:v>
                </c:pt>
                <c:pt idx="851">
                  <c:v>73.876746999999995</c:v>
                </c:pt>
                <c:pt idx="852">
                  <c:v>73.849174000000005</c:v>
                </c:pt>
                <c:pt idx="853">
                  <c:v>73.826415999999995</c:v>
                </c:pt>
                <c:pt idx="854">
                  <c:v>73.806685999999999</c:v>
                </c:pt>
                <c:pt idx="855">
                  <c:v>73.784385999999998</c:v>
                </c:pt>
                <c:pt idx="856">
                  <c:v>73.759681999999998</c:v>
                </c:pt>
                <c:pt idx="857">
                  <c:v>73.736960999999994</c:v>
                </c:pt>
                <c:pt idx="858">
                  <c:v>73.714714000000001</c:v>
                </c:pt>
                <c:pt idx="859">
                  <c:v>73.693466000000001</c:v>
                </c:pt>
                <c:pt idx="860">
                  <c:v>73.672852000000006</c:v>
                </c:pt>
                <c:pt idx="861">
                  <c:v>73.651711000000006</c:v>
                </c:pt>
                <c:pt idx="862">
                  <c:v>73.629638999999997</c:v>
                </c:pt>
                <c:pt idx="863">
                  <c:v>73.606139999999996</c:v>
                </c:pt>
                <c:pt idx="864">
                  <c:v>73.582053999999999</c:v>
                </c:pt>
                <c:pt idx="865">
                  <c:v>73.555183</c:v>
                </c:pt>
                <c:pt idx="866">
                  <c:v>73.523392000000001</c:v>
                </c:pt>
                <c:pt idx="867">
                  <c:v>73.487305000000006</c:v>
                </c:pt>
                <c:pt idx="868">
                  <c:v>73.442047000000002</c:v>
                </c:pt>
                <c:pt idx="869">
                  <c:v>73.389847000000003</c:v>
                </c:pt>
                <c:pt idx="870">
                  <c:v>73.337661999999995</c:v>
                </c:pt>
                <c:pt idx="871">
                  <c:v>73.293853999999996</c:v>
                </c:pt>
                <c:pt idx="872">
                  <c:v>73.257216999999997</c:v>
                </c:pt>
                <c:pt idx="873">
                  <c:v>73.220848000000004</c:v>
                </c:pt>
                <c:pt idx="874">
                  <c:v>73.176192999999998</c:v>
                </c:pt>
                <c:pt idx="875">
                  <c:v>73.117019999999997</c:v>
                </c:pt>
                <c:pt idx="876">
                  <c:v>73.047379000000006</c:v>
                </c:pt>
                <c:pt idx="877">
                  <c:v>72.973320000000001</c:v>
                </c:pt>
                <c:pt idx="878">
                  <c:v>72.899162000000004</c:v>
                </c:pt>
                <c:pt idx="879">
                  <c:v>72.825774999999993</c:v>
                </c:pt>
                <c:pt idx="880">
                  <c:v>72.748047</c:v>
                </c:pt>
                <c:pt idx="881">
                  <c:v>72.662368999999998</c:v>
                </c:pt>
                <c:pt idx="882">
                  <c:v>72.573441000000003</c:v>
                </c:pt>
                <c:pt idx="883">
                  <c:v>72.491401999999994</c:v>
                </c:pt>
                <c:pt idx="884">
                  <c:v>72.411315999999999</c:v>
                </c:pt>
                <c:pt idx="885">
                  <c:v>72.317466999999994</c:v>
                </c:pt>
                <c:pt idx="886">
                  <c:v>72.210999000000001</c:v>
                </c:pt>
                <c:pt idx="887">
                  <c:v>72.109343999999993</c:v>
                </c:pt>
                <c:pt idx="888">
                  <c:v>72.025413999999998</c:v>
                </c:pt>
                <c:pt idx="889">
                  <c:v>71.949623000000003</c:v>
                </c:pt>
                <c:pt idx="890">
                  <c:v>71.871773000000005</c:v>
                </c:pt>
                <c:pt idx="891">
                  <c:v>71.789505000000005</c:v>
                </c:pt>
                <c:pt idx="892">
                  <c:v>71.714455000000001</c:v>
                </c:pt>
                <c:pt idx="893">
                  <c:v>71.664985999999999</c:v>
                </c:pt>
                <c:pt idx="894">
                  <c:v>71.64743</c:v>
                </c:pt>
                <c:pt idx="895">
                  <c:v>71.656379999999999</c:v>
                </c:pt>
                <c:pt idx="896">
                  <c:v>71.678443999999999</c:v>
                </c:pt>
                <c:pt idx="897">
                  <c:v>71.721039000000005</c:v>
                </c:pt>
                <c:pt idx="898">
                  <c:v>71.791388999999995</c:v>
                </c:pt>
                <c:pt idx="899">
                  <c:v>71.875220999999996</c:v>
                </c:pt>
                <c:pt idx="900">
                  <c:v>71.960144</c:v>
                </c:pt>
                <c:pt idx="901">
                  <c:v>72.041695000000004</c:v>
                </c:pt>
                <c:pt idx="902">
                  <c:v>72.126709000000005</c:v>
                </c:pt>
                <c:pt idx="903">
                  <c:v>72.210944999999995</c:v>
                </c:pt>
                <c:pt idx="904">
                  <c:v>72.294075000000007</c:v>
                </c:pt>
                <c:pt idx="905">
                  <c:v>72.377266000000006</c:v>
                </c:pt>
                <c:pt idx="906">
                  <c:v>72.449921000000003</c:v>
                </c:pt>
                <c:pt idx="907">
                  <c:v>72.515929999999997</c:v>
                </c:pt>
                <c:pt idx="908">
                  <c:v>72.573227000000003</c:v>
                </c:pt>
                <c:pt idx="909">
                  <c:v>72.621155000000002</c:v>
                </c:pt>
                <c:pt idx="910">
                  <c:v>72.674994999999996</c:v>
                </c:pt>
                <c:pt idx="911">
                  <c:v>72.728699000000006</c:v>
                </c:pt>
                <c:pt idx="912">
                  <c:v>72.766486999999998</c:v>
                </c:pt>
                <c:pt idx="913">
                  <c:v>72.787537</c:v>
                </c:pt>
                <c:pt idx="914">
                  <c:v>72.797927999999999</c:v>
                </c:pt>
                <c:pt idx="915">
                  <c:v>72.806899999999999</c:v>
                </c:pt>
                <c:pt idx="916">
                  <c:v>72.817870999999997</c:v>
                </c:pt>
                <c:pt idx="917">
                  <c:v>72.833693999999994</c:v>
                </c:pt>
                <c:pt idx="918">
                  <c:v>72.845939999999999</c:v>
                </c:pt>
                <c:pt idx="919">
                  <c:v>72.853783000000007</c:v>
                </c:pt>
                <c:pt idx="920">
                  <c:v>72.861762999999996</c:v>
                </c:pt>
                <c:pt idx="921">
                  <c:v>72.871551999999994</c:v>
                </c:pt>
                <c:pt idx="922">
                  <c:v>72.885551000000007</c:v>
                </c:pt>
                <c:pt idx="923">
                  <c:v>72.901450999999994</c:v>
                </c:pt>
                <c:pt idx="924">
                  <c:v>72.913269</c:v>
                </c:pt>
                <c:pt idx="925">
                  <c:v>72.925308000000001</c:v>
                </c:pt>
                <c:pt idx="926">
                  <c:v>72.944023000000001</c:v>
                </c:pt>
                <c:pt idx="927">
                  <c:v>72.971824999999995</c:v>
                </c:pt>
                <c:pt idx="928">
                  <c:v>73.013084000000006</c:v>
                </c:pt>
                <c:pt idx="929">
                  <c:v>73.058295999999999</c:v>
                </c:pt>
                <c:pt idx="930">
                  <c:v>73.092513999999994</c:v>
                </c:pt>
                <c:pt idx="931">
                  <c:v>73.112091000000007</c:v>
                </c:pt>
                <c:pt idx="932">
                  <c:v>73.128876000000005</c:v>
                </c:pt>
                <c:pt idx="933">
                  <c:v>73.149612000000005</c:v>
                </c:pt>
                <c:pt idx="934">
                  <c:v>73.172256000000004</c:v>
                </c:pt>
                <c:pt idx="935">
                  <c:v>73.189605999999998</c:v>
                </c:pt>
                <c:pt idx="936">
                  <c:v>73.197456000000003</c:v>
                </c:pt>
                <c:pt idx="937">
                  <c:v>73.196731999999997</c:v>
                </c:pt>
                <c:pt idx="938">
                  <c:v>73.185813999999993</c:v>
                </c:pt>
                <c:pt idx="939">
                  <c:v>73.170860000000005</c:v>
                </c:pt>
                <c:pt idx="940">
                  <c:v>73.156943999999996</c:v>
                </c:pt>
                <c:pt idx="941">
                  <c:v>73.144240999999994</c:v>
                </c:pt>
                <c:pt idx="942">
                  <c:v>73.127312000000003</c:v>
                </c:pt>
                <c:pt idx="943">
                  <c:v>73.104720999999998</c:v>
                </c:pt>
                <c:pt idx="944">
                  <c:v>73.075958</c:v>
                </c:pt>
                <c:pt idx="945">
                  <c:v>73.041320999999996</c:v>
                </c:pt>
                <c:pt idx="946">
                  <c:v>72.987930000000006</c:v>
                </c:pt>
                <c:pt idx="947">
                  <c:v>72.914589000000007</c:v>
                </c:pt>
                <c:pt idx="948">
                  <c:v>72.825705999999997</c:v>
                </c:pt>
                <c:pt idx="949">
                  <c:v>72.723022</c:v>
                </c:pt>
                <c:pt idx="950">
                  <c:v>72.612731999999994</c:v>
                </c:pt>
                <c:pt idx="951">
                  <c:v>72.496689000000003</c:v>
                </c:pt>
                <c:pt idx="952">
                  <c:v>72.380684000000002</c:v>
                </c:pt>
                <c:pt idx="953">
                  <c:v>72.271041999999994</c:v>
                </c:pt>
                <c:pt idx="954">
                  <c:v>72.177277000000004</c:v>
                </c:pt>
                <c:pt idx="955">
                  <c:v>72.110946999999996</c:v>
                </c:pt>
                <c:pt idx="956">
                  <c:v>72.062843000000001</c:v>
                </c:pt>
                <c:pt idx="957">
                  <c:v>72.016227999999998</c:v>
                </c:pt>
                <c:pt idx="958">
                  <c:v>71.963768000000002</c:v>
                </c:pt>
                <c:pt idx="959">
                  <c:v>71.904488000000001</c:v>
                </c:pt>
                <c:pt idx="960">
                  <c:v>71.838898</c:v>
                </c:pt>
                <c:pt idx="961">
                  <c:v>71.767257999999998</c:v>
                </c:pt>
                <c:pt idx="962">
                  <c:v>71.693213999999998</c:v>
                </c:pt>
                <c:pt idx="963">
                  <c:v>71.627791999999999</c:v>
                </c:pt>
                <c:pt idx="964">
                  <c:v>71.568222000000006</c:v>
                </c:pt>
                <c:pt idx="965">
                  <c:v>71.499595999999997</c:v>
                </c:pt>
                <c:pt idx="966">
                  <c:v>71.413116000000002</c:v>
                </c:pt>
                <c:pt idx="967">
                  <c:v>71.313202000000004</c:v>
                </c:pt>
                <c:pt idx="968">
                  <c:v>71.206092999999996</c:v>
                </c:pt>
                <c:pt idx="969">
                  <c:v>71.099106000000006</c:v>
                </c:pt>
                <c:pt idx="970">
                  <c:v>71.006659999999997</c:v>
                </c:pt>
                <c:pt idx="971">
                  <c:v>70.927788000000007</c:v>
                </c:pt>
                <c:pt idx="972">
                  <c:v>70.851089000000002</c:v>
                </c:pt>
                <c:pt idx="973">
                  <c:v>70.769028000000006</c:v>
                </c:pt>
                <c:pt idx="974">
                  <c:v>70.683678</c:v>
                </c:pt>
                <c:pt idx="975">
                  <c:v>70.594809999999995</c:v>
                </c:pt>
                <c:pt idx="976">
                  <c:v>70.499306000000004</c:v>
                </c:pt>
                <c:pt idx="977">
                  <c:v>70.392653999999993</c:v>
                </c:pt>
                <c:pt idx="978">
                  <c:v>70.273124999999993</c:v>
                </c:pt>
                <c:pt idx="979">
                  <c:v>70.154694000000006</c:v>
                </c:pt>
                <c:pt idx="980">
                  <c:v>70.048659999999998</c:v>
                </c:pt>
                <c:pt idx="981">
                  <c:v>69.949188000000007</c:v>
                </c:pt>
                <c:pt idx="982">
                  <c:v>69.843047999999996</c:v>
                </c:pt>
                <c:pt idx="983">
                  <c:v>69.732498000000007</c:v>
                </c:pt>
                <c:pt idx="984">
                  <c:v>69.624397000000002</c:v>
                </c:pt>
                <c:pt idx="985">
                  <c:v>69.528259000000006</c:v>
                </c:pt>
                <c:pt idx="986">
                  <c:v>69.456192000000001</c:v>
                </c:pt>
                <c:pt idx="987">
                  <c:v>69.401473999999993</c:v>
                </c:pt>
                <c:pt idx="988">
                  <c:v>69.345421000000002</c:v>
                </c:pt>
                <c:pt idx="989">
                  <c:v>69.283828999999997</c:v>
                </c:pt>
                <c:pt idx="990">
                  <c:v>69.224113000000003</c:v>
                </c:pt>
                <c:pt idx="991">
                  <c:v>69.178711000000007</c:v>
                </c:pt>
                <c:pt idx="992">
                  <c:v>69.138572999999994</c:v>
                </c:pt>
                <c:pt idx="993">
                  <c:v>69.090652000000006</c:v>
                </c:pt>
                <c:pt idx="994">
                  <c:v>69.032616000000004</c:v>
                </c:pt>
                <c:pt idx="995">
                  <c:v>68.964493000000004</c:v>
                </c:pt>
                <c:pt idx="996">
                  <c:v>68.889258999999996</c:v>
                </c:pt>
                <c:pt idx="997">
                  <c:v>68.817336999999995</c:v>
                </c:pt>
                <c:pt idx="998">
                  <c:v>68.764144999999999</c:v>
                </c:pt>
                <c:pt idx="999">
                  <c:v>68.731551999999994</c:v>
                </c:pt>
                <c:pt idx="1000">
                  <c:v>68.714211000000006</c:v>
                </c:pt>
                <c:pt idx="1001">
                  <c:v>68.702759</c:v>
                </c:pt>
                <c:pt idx="1002">
                  <c:v>68.697379999999995</c:v>
                </c:pt>
                <c:pt idx="1003">
                  <c:v>68.701248000000007</c:v>
                </c:pt>
                <c:pt idx="1004">
                  <c:v>68.709518000000003</c:v>
                </c:pt>
                <c:pt idx="1005">
                  <c:v>68.713256999999999</c:v>
                </c:pt>
                <c:pt idx="1006">
                  <c:v>68.708893000000003</c:v>
                </c:pt>
                <c:pt idx="1007">
                  <c:v>68.700699</c:v>
                </c:pt>
                <c:pt idx="1008">
                  <c:v>68.681404000000001</c:v>
                </c:pt>
                <c:pt idx="1009">
                  <c:v>68.641295999999997</c:v>
                </c:pt>
                <c:pt idx="1010">
                  <c:v>68.578979000000004</c:v>
                </c:pt>
                <c:pt idx="1011">
                  <c:v>68.495354000000006</c:v>
                </c:pt>
                <c:pt idx="1012">
                  <c:v>68.392487000000003</c:v>
                </c:pt>
                <c:pt idx="1013">
                  <c:v>68.281906000000006</c:v>
                </c:pt>
                <c:pt idx="1014">
                  <c:v>68.165122999999994</c:v>
                </c:pt>
                <c:pt idx="1015">
                  <c:v>68.045860000000005</c:v>
                </c:pt>
                <c:pt idx="1016">
                  <c:v>67.933539999999994</c:v>
                </c:pt>
                <c:pt idx="1017">
                  <c:v>67.832419999999999</c:v>
                </c:pt>
                <c:pt idx="1018">
                  <c:v>67.740905999999995</c:v>
                </c:pt>
                <c:pt idx="1019">
                  <c:v>67.659576000000001</c:v>
                </c:pt>
                <c:pt idx="1020">
                  <c:v>67.595291000000003</c:v>
                </c:pt>
                <c:pt idx="1021">
                  <c:v>67.539992999999996</c:v>
                </c:pt>
                <c:pt idx="1022">
                  <c:v>67.489517000000006</c:v>
                </c:pt>
                <c:pt idx="1023">
                  <c:v>67.452950000000001</c:v>
                </c:pt>
                <c:pt idx="1024">
                  <c:v>67.436745000000002</c:v>
                </c:pt>
                <c:pt idx="1025">
                  <c:v>67.429687999999999</c:v>
                </c:pt>
                <c:pt idx="1026">
                  <c:v>67.423446999999996</c:v>
                </c:pt>
                <c:pt idx="1027">
                  <c:v>67.416702000000001</c:v>
                </c:pt>
                <c:pt idx="1028">
                  <c:v>67.413177000000005</c:v>
                </c:pt>
                <c:pt idx="1029">
                  <c:v>67.415497000000002</c:v>
                </c:pt>
                <c:pt idx="1030">
                  <c:v>67.425231999999994</c:v>
                </c:pt>
                <c:pt idx="1031">
                  <c:v>67.437866</c:v>
                </c:pt>
                <c:pt idx="1032">
                  <c:v>67.445969000000005</c:v>
                </c:pt>
                <c:pt idx="1033">
                  <c:v>67.449707000000004</c:v>
                </c:pt>
                <c:pt idx="1034">
                  <c:v>67.451590999999993</c:v>
                </c:pt>
                <c:pt idx="1035">
                  <c:v>67.452972000000003</c:v>
                </c:pt>
                <c:pt idx="1036">
                  <c:v>67.453598</c:v>
                </c:pt>
                <c:pt idx="1037">
                  <c:v>67.451819999999998</c:v>
                </c:pt>
                <c:pt idx="1038">
                  <c:v>67.449188000000007</c:v>
                </c:pt>
                <c:pt idx="1039">
                  <c:v>67.454521</c:v>
                </c:pt>
                <c:pt idx="1040">
                  <c:v>67.465439000000003</c:v>
                </c:pt>
                <c:pt idx="1041">
                  <c:v>67.474204999999998</c:v>
                </c:pt>
                <c:pt idx="1042">
                  <c:v>67.474074999999999</c:v>
                </c:pt>
                <c:pt idx="1043">
                  <c:v>67.464134000000001</c:v>
                </c:pt>
                <c:pt idx="1044">
                  <c:v>67.452933999999999</c:v>
                </c:pt>
                <c:pt idx="1045">
                  <c:v>67.446006999999994</c:v>
                </c:pt>
                <c:pt idx="1046">
                  <c:v>67.443038999999999</c:v>
                </c:pt>
                <c:pt idx="1047">
                  <c:v>67.443404999999998</c:v>
                </c:pt>
                <c:pt idx="1048">
                  <c:v>67.448089999999993</c:v>
                </c:pt>
                <c:pt idx="1049">
                  <c:v>67.457199000000003</c:v>
                </c:pt>
                <c:pt idx="1050">
                  <c:v>67.471039000000005</c:v>
                </c:pt>
                <c:pt idx="1051">
                  <c:v>67.492737000000005</c:v>
                </c:pt>
                <c:pt idx="1052">
                  <c:v>67.512649999999994</c:v>
                </c:pt>
                <c:pt idx="1053">
                  <c:v>67.524520999999993</c:v>
                </c:pt>
                <c:pt idx="1054">
                  <c:v>67.514510999999999</c:v>
                </c:pt>
                <c:pt idx="1055">
                  <c:v>67.487350000000006</c:v>
                </c:pt>
                <c:pt idx="1056">
                  <c:v>67.447670000000002</c:v>
                </c:pt>
                <c:pt idx="1057">
                  <c:v>67.404953000000006</c:v>
                </c:pt>
                <c:pt idx="1058">
                  <c:v>67.371437</c:v>
                </c:pt>
                <c:pt idx="1059">
                  <c:v>67.351082000000005</c:v>
                </c:pt>
                <c:pt idx="1060">
                  <c:v>67.328659000000002</c:v>
                </c:pt>
                <c:pt idx="1061">
                  <c:v>67.297225999999995</c:v>
                </c:pt>
                <c:pt idx="1062">
                  <c:v>67.254608000000005</c:v>
                </c:pt>
                <c:pt idx="1063">
                  <c:v>67.198265000000006</c:v>
                </c:pt>
                <c:pt idx="1064">
                  <c:v>67.128189000000006</c:v>
                </c:pt>
                <c:pt idx="1065">
                  <c:v>67.051063999999997</c:v>
                </c:pt>
                <c:pt idx="1066">
                  <c:v>66.974853999999993</c:v>
                </c:pt>
                <c:pt idx="1067">
                  <c:v>66.901038999999997</c:v>
                </c:pt>
                <c:pt idx="1068">
                  <c:v>66.823372000000006</c:v>
                </c:pt>
                <c:pt idx="1069">
                  <c:v>66.742531</c:v>
                </c:pt>
                <c:pt idx="1070">
                  <c:v>66.662422000000007</c:v>
                </c:pt>
                <c:pt idx="1071">
                  <c:v>66.597397000000001</c:v>
                </c:pt>
                <c:pt idx="1072">
                  <c:v>66.558791999999997</c:v>
                </c:pt>
                <c:pt idx="1073">
                  <c:v>66.551070999999993</c:v>
                </c:pt>
                <c:pt idx="1074">
                  <c:v>66.553284000000005</c:v>
                </c:pt>
                <c:pt idx="1075">
                  <c:v>66.562659999999994</c:v>
                </c:pt>
                <c:pt idx="1076">
                  <c:v>66.570007000000004</c:v>
                </c:pt>
                <c:pt idx="1077">
                  <c:v>66.576346999999998</c:v>
                </c:pt>
                <c:pt idx="1078">
                  <c:v>66.584564</c:v>
                </c:pt>
                <c:pt idx="1079">
                  <c:v>66.593018000000001</c:v>
                </c:pt>
                <c:pt idx="1080">
                  <c:v>66.595909000000006</c:v>
                </c:pt>
                <c:pt idx="1081">
                  <c:v>66.587387000000007</c:v>
                </c:pt>
                <c:pt idx="1082">
                  <c:v>66.569496000000001</c:v>
                </c:pt>
                <c:pt idx="1083">
                  <c:v>66.537261999999998</c:v>
                </c:pt>
                <c:pt idx="1084">
                  <c:v>66.487601999999995</c:v>
                </c:pt>
                <c:pt idx="1085">
                  <c:v>66.421982</c:v>
                </c:pt>
                <c:pt idx="1086">
                  <c:v>66.345978000000002</c:v>
                </c:pt>
                <c:pt idx="1087">
                  <c:v>66.258499</c:v>
                </c:pt>
                <c:pt idx="1088">
                  <c:v>66.163642999999993</c:v>
                </c:pt>
                <c:pt idx="1089">
                  <c:v>66.068702999999999</c:v>
                </c:pt>
                <c:pt idx="1090">
                  <c:v>65.984047000000004</c:v>
                </c:pt>
                <c:pt idx="1091">
                  <c:v>65.914505000000005</c:v>
                </c:pt>
                <c:pt idx="1092">
                  <c:v>65.859222000000003</c:v>
                </c:pt>
                <c:pt idx="1093">
                  <c:v>65.812256000000005</c:v>
                </c:pt>
                <c:pt idx="1094">
                  <c:v>65.757750999999999</c:v>
                </c:pt>
                <c:pt idx="1095">
                  <c:v>65.689803999999995</c:v>
                </c:pt>
                <c:pt idx="1096">
                  <c:v>65.615066999999996</c:v>
                </c:pt>
                <c:pt idx="1097">
                  <c:v>65.535622000000004</c:v>
                </c:pt>
                <c:pt idx="1098">
                  <c:v>65.454880000000003</c:v>
                </c:pt>
                <c:pt idx="1099">
                  <c:v>65.368522999999996</c:v>
                </c:pt>
                <c:pt idx="1100">
                  <c:v>65.277473000000001</c:v>
                </c:pt>
                <c:pt idx="1101">
                  <c:v>65.189803999999995</c:v>
                </c:pt>
                <c:pt idx="1102">
                  <c:v>65.121132000000003</c:v>
                </c:pt>
                <c:pt idx="1103">
                  <c:v>65.075699</c:v>
                </c:pt>
                <c:pt idx="1104">
                  <c:v>65.052216000000001</c:v>
                </c:pt>
                <c:pt idx="1105">
                  <c:v>65.039894000000004</c:v>
                </c:pt>
                <c:pt idx="1106">
                  <c:v>65.028244000000001</c:v>
                </c:pt>
                <c:pt idx="1107">
                  <c:v>65.019035000000002</c:v>
                </c:pt>
                <c:pt idx="1108">
                  <c:v>65.013908000000001</c:v>
                </c:pt>
                <c:pt idx="1109">
                  <c:v>65.026236999999995</c:v>
                </c:pt>
                <c:pt idx="1110">
                  <c:v>65.047043000000002</c:v>
                </c:pt>
                <c:pt idx="1111">
                  <c:v>65.070839000000007</c:v>
                </c:pt>
                <c:pt idx="1112">
                  <c:v>65.091804999999994</c:v>
                </c:pt>
                <c:pt idx="1113">
                  <c:v>65.105461000000005</c:v>
                </c:pt>
                <c:pt idx="1114">
                  <c:v>65.114067000000006</c:v>
                </c:pt>
                <c:pt idx="1115">
                  <c:v>65.124167999999997</c:v>
                </c:pt>
                <c:pt idx="1116">
                  <c:v>65.143874999999994</c:v>
                </c:pt>
                <c:pt idx="1117">
                  <c:v>65.163314999999997</c:v>
                </c:pt>
                <c:pt idx="1118">
                  <c:v>65.165588</c:v>
                </c:pt>
                <c:pt idx="1119">
                  <c:v>65.158966000000007</c:v>
                </c:pt>
                <c:pt idx="1120">
                  <c:v>65.186927999999995</c:v>
                </c:pt>
                <c:pt idx="1121">
                  <c:v>65.204291999999995</c:v>
                </c:pt>
                <c:pt idx="1122">
                  <c:v>65.217087000000006</c:v>
                </c:pt>
                <c:pt idx="1123">
                  <c:v>65.227333000000002</c:v>
                </c:pt>
                <c:pt idx="1124">
                  <c:v>65.237808000000001</c:v>
                </c:pt>
                <c:pt idx="1125">
                  <c:v>65.248694999999998</c:v>
                </c:pt>
                <c:pt idx="1126">
                  <c:v>65.257110999999995</c:v>
                </c:pt>
                <c:pt idx="1127">
                  <c:v>65.256568999999999</c:v>
                </c:pt>
                <c:pt idx="1128">
                  <c:v>65.247528000000003</c:v>
                </c:pt>
                <c:pt idx="1129">
                  <c:v>65.236487999999994</c:v>
                </c:pt>
                <c:pt idx="1130">
                  <c:v>65.227028000000004</c:v>
                </c:pt>
                <c:pt idx="1131">
                  <c:v>65.219481999999999</c:v>
                </c:pt>
                <c:pt idx="1132">
                  <c:v>65.215294</c:v>
                </c:pt>
                <c:pt idx="1133">
                  <c:v>65.212836999999993</c:v>
                </c:pt>
                <c:pt idx="1134">
                  <c:v>65.214409000000003</c:v>
                </c:pt>
                <c:pt idx="1135">
                  <c:v>65.219215000000005</c:v>
                </c:pt>
                <c:pt idx="1136">
                  <c:v>65.225288000000006</c:v>
                </c:pt>
                <c:pt idx="1137">
                  <c:v>65.234916999999996</c:v>
                </c:pt>
                <c:pt idx="1138">
                  <c:v>65.251480000000001</c:v>
                </c:pt>
                <c:pt idx="1139">
                  <c:v>65.279007000000007</c:v>
                </c:pt>
                <c:pt idx="1140">
                  <c:v>65.313514999999995</c:v>
                </c:pt>
                <c:pt idx="1141">
                  <c:v>65.353745000000004</c:v>
                </c:pt>
                <c:pt idx="1142">
                  <c:v>65.398521000000002</c:v>
                </c:pt>
                <c:pt idx="1143">
                  <c:v>65.448791999999997</c:v>
                </c:pt>
                <c:pt idx="1144">
                  <c:v>65.504638999999997</c:v>
                </c:pt>
                <c:pt idx="1145">
                  <c:v>65.566742000000005</c:v>
                </c:pt>
                <c:pt idx="1146">
                  <c:v>65.643646000000004</c:v>
                </c:pt>
                <c:pt idx="1147">
                  <c:v>65.724029999999999</c:v>
                </c:pt>
                <c:pt idx="1148">
                  <c:v>65.797034999999994</c:v>
                </c:pt>
                <c:pt idx="1149">
                  <c:v>65.865211000000002</c:v>
                </c:pt>
                <c:pt idx="1150">
                  <c:v>65.928664999999995</c:v>
                </c:pt>
                <c:pt idx="1151">
                  <c:v>66.006607000000002</c:v>
                </c:pt>
                <c:pt idx="1152">
                  <c:v>66.108292000000006</c:v>
                </c:pt>
                <c:pt idx="1153">
                  <c:v>66.237526000000003</c:v>
                </c:pt>
                <c:pt idx="1154">
                  <c:v>66.386925000000005</c:v>
                </c:pt>
                <c:pt idx="1155">
                  <c:v>66.546576999999999</c:v>
                </c:pt>
                <c:pt idx="1156">
                  <c:v>66.700325000000007</c:v>
                </c:pt>
                <c:pt idx="1157">
                  <c:v>66.844772000000006</c:v>
                </c:pt>
                <c:pt idx="1158">
                  <c:v>66.981482999999997</c:v>
                </c:pt>
                <c:pt idx="1159">
                  <c:v>67.115516999999997</c:v>
                </c:pt>
                <c:pt idx="1160">
                  <c:v>67.249390000000005</c:v>
                </c:pt>
                <c:pt idx="1161">
                  <c:v>67.391434000000004</c:v>
                </c:pt>
                <c:pt idx="1162">
                  <c:v>67.542655999999994</c:v>
                </c:pt>
                <c:pt idx="1163">
                  <c:v>67.700546000000003</c:v>
                </c:pt>
                <c:pt idx="1164">
                  <c:v>67.861450000000005</c:v>
                </c:pt>
                <c:pt idx="1165">
                  <c:v>68.015152</c:v>
                </c:pt>
                <c:pt idx="1166">
                  <c:v>68.155708000000004</c:v>
                </c:pt>
                <c:pt idx="1167">
                  <c:v>68.286300999999995</c:v>
                </c:pt>
                <c:pt idx="1168">
                  <c:v>68.409073000000006</c:v>
                </c:pt>
                <c:pt idx="1169">
                  <c:v>68.528717</c:v>
                </c:pt>
                <c:pt idx="1170">
                  <c:v>68.652625999999998</c:v>
                </c:pt>
                <c:pt idx="1171">
                  <c:v>68.785186999999993</c:v>
                </c:pt>
                <c:pt idx="1172">
                  <c:v>68.925612999999998</c:v>
                </c:pt>
                <c:pt idx="1173">
                  <c:v>69.075119000000001</c:v>
                </c:pt>
                <c:pt idx="1174">
                  <c:v>69.251671000000002</c:v>
                </c:pt>
                <c:pt idx="1175">
                  <c:v>69.427543999999997</c:v>
                </c:pt>
                <c:pt idx="1176">
                  <c:v>69.599052</c:v>
                </c:pt>
                <c:pt idx="1177">
                  <c:v>69.765174999999999</c:v>
                </c:pt>
                <c:pt idx="1178">
                  <c:v>69.927536000000003</c:v>
                </c:pt>
                <c:pt idx="1179">
                  <c:v>70.092865000000003</c:v>
                </c:pt>
                <c:pt idx="1180">
                  <c:v>70.257194999999996</c:v>
                </c:pt>
                <c:pt idx="1181">
                  <c:v>70.408896999999996</c:v>
                </c:pt>
                <c:pt idx="1182">
                  <c:v>70.537070999999997</c:v>
                </c:pt>
                <c:pt idx="1183">
                  <c:v>70.642707999999999</c:v>
                </c:pt>
                <c:pt idx="1184">
                  <c:v>70.728706000000003</c:v>
                </c:pt>
                <c:pt idx="1185">
                  <c:v>70.803130999999993</c:v>
                </c:pt>
                <c:pt idx="1186">
                  <c:v>70.867690999999994</c:v>
                </c:pt>
                <c:pt idx="1187">
                  <c:v>70.927352999999997</c:v>
                </c:pt>
                <c:pt idx="1188">
                  <c:v>70.978461999999993</c:v>
                </c:pt>
                <c:pt idx="1189">
                  <c:v>71.026657</c:v>
                </c:pt>
                <c:pt idx="1190">
                  <c:v>71.071579</c:v>
                </c:pt>
                <c:pt idx="1191">
                  <c:v>71.112410999999994</c:v>
                </c:pt>
                <c:pt idx="1192">
                  <c:v>71.152457999999996</c:v>
                </c:pt>
                <c:pt idx="1193">
                  <c:v>71.187766999999994</c:v>
                </c:pt>
                <c:pt idx="1194">
                  <c:v>71.213661000000002</c:v>
                </c:pt>
                <c:pt idx="1195">
                  <c:v>71.223243999999994</c:v>
                </c:pt>
                <c:pt idx="1196">
                  <c:v>71.219879000000006</c:v>
                </c:pt>
                <c:pt idx="1197">
                  <c:v>71.204162999999994</c:v>
                </c:pt>
                <c:pt idx="1198">
                  <c:v>71.175467999999995</c:v>
                </c:pt>
                <c:pt idx="1199">
                  <c:v>71.145454000000001</c:v>
                </c:pt>
                <c:pt idx="1200">
                  <c:v>71.118545999999995</c:v>
                </c:pt>
                <c:pt idx="1201">
                  <c:v>71.092078999999998</c:v>
                </c:pt>
                <c:pt idx="1202">
                  <c:v>71.078841999999995</c:v>
                </c:pt>
                <c:pt idx="1203">
                  <c:v>71.088249000000005</c:v>
                </c:pt>
                <c:pt idx="1204">
                  <c:v>71.115166000000002</c:v>
                </c:pt>
                <c:pt idx="1205">
                  <c:v>71.144737000000006</c:v>
                </c:pt>
                <c:pt idx="1206">
                  <c:v>71.179885999999996</c:v>
                </c:pt>
                <c:pt idx="1207">
                  <c:v>71.205589000000003</c:v>
                </c:pt>
                <c:pt idx="1208">
                  <c:v>71.231162999999995</c:v>
                </c:pt>
                <c:pt idx="1209">
                  <c:v>71.250427000000002</c:v>
                </c:pt>
                <c:pt idx="1210">
                  <c:v>71.260384000000002</c:v>
                </c:pt>
                <c:pt idx="1211">
                  <c:v>71.258529999999993</c:v>
                </c:pt>
                <c:pt idx="1212">
                  <c:v>71.245666999999997</c:v>
                </c:pt>
                <c:pt idx="1213">
                  <c:v>71.224013999999997</c:v>
                </c:pt>
                <c:pt idx="1214">
                  <c:v>71.190398999999999</c:v>
                </c:pt>
                <c:pt idx="1215">
                  <c:v>71.149635000000004</c:v>
                </c:pt>
                <c:pt idx="1216">
                  <c:v>71.109466999999995</c:v>
                </c:pt>
                <c:pt idx="1217">
                  <c:v>71.073493999999997</c:v>
                </c:pt>
                <c:pt idx="1218">
                  <c:v>71.045471000000006</c:v>
                </c:pt>
                <c:pt idx="1219">
                  <c:v>71.018967000000004</c:v>
                </c:pt>
                <c:pt idx="1220">
                  <c:v>70.988883999999999</c:v>
                </c:pt>
                <c:pt idx="1221">
                  <c:v>70.965003999999993</c:v>
                </c:pt>
                <c:pt idx="1222">
                  <c:v>70.953093999999993</c:v>
                </c:pt>
                <c:pt idx="1223">
                  <c:v>70.952042000000006</c:v>
                </c:pt>
                <c:pt idx="1224">
                  <c:v>70.963607999999994</c:v>
                </c:pt>
                <c:pt idx="1225">
                  <c:v>71.005591999999993</c:v>
                </c:pt>
                <c:pt idx="1226">
                  <c:v>71.070435000000003</c:v>
                </c:pt>
                <c:pt idx="1227">
                  <c:v>71.144240999999994</c:v>
                </c:pt>
                <c:pt idx="1228">
                  <c:v>71.220817999999994</c:v>
                </c:pt>
                <c:pt idx="1229">
                  <c:v>71.287009999999995</c:v>
                </c:pt>
                <c:pt idx="1230">
                  <c:v>71.342155000000005</c:v>
                </c:pt>
                <c:pt idx="1231">
                  <c:v>71.392585999999994</c:v>
                </c:pt>
                <c:pt idx="1232">
                  <c:v>71.428595999999999</c:v>
                </c:pt>
                <c:pt idx="1233">
                  <c:v>71.441047999999995</c:v>
                </c:pt>
                <c:pt idx="1234">
                  <c:v>71.422866999999997</c:v>
                </c:pt>
                <c:pt idx="1235">
                  <c:v>71.383681999999993</c:v>
                </c:pt>
                <c:pt idx="1236">
                  <c:v>71.337135000000004</c:v>
                </c:pt>
                <c:pt idx="1237">
                  <c:v>71.289863999999994</c:v>
                </c:pt>
                <c:pt idx="1238">
                  <c:v>71.245506000000006</c:v>
                </c:pt>
                <c:pt idx="1239">
                  <c:v>71.212051000000002</c:v>
                </c:pt>
                <c:pt idx="1240">
                  <c:v>71.191162000000006</c:v>
                </c:pt>
                <c:pt idx="1241">
                  <c:v>71.180526999999998</c:v>
                </c:pt>
                <c:pt idx="1242">
                  <c:v>71.174706</c:v>
                </c:pt>
                <c:pt idx="1243">
                  <c:v>71.168892</c:v>
                </c:pt>
                <c:pt idx="1244">
                  <c:v>71.164551000000003</c:v>
                </c:pt>
                <c:pt idx="1245">
                  <c:v>71.162650999999997</c:v>
                </c:pt>
                <c:pt idx="1246">
                  <c:v>71.161445999999998</c:v>
                </c:pt>
                <c:pt idx="1247">
                  <c:v>71.164046999999997</c:v>
                </c:pt>
                <c:pt idx="1248">
                  <c:v>71.173171999999994</c:v>
                </c:pt>
                <c:pt idx="1249">
                  <c:v>71.192169000000007</c:v>
                </c:pt>
                <c:pt idx="1250">
                  <c:v>71.218742000000006</c:v>
                </c:pt>
                <c:pt idx="1251">
                  <c:v>71.242797999999993</c:v>
                </c:pt>
                <c:pt idx="1252">
                  <c:v>71.256645000000006</c:v>
                </c:pt>
                <c:pt idx="1253">
                  <c:v>71.247107999999997</c:v>
                </c:pt>
                <c:pt idx="1254">
                  <c:v>71.219420999999997</c:v>
                </c:pt>
                <c:pt idx="1255">
                  <c:v>71.186272000000002</c:v>
                </c:pt>
                <c:pt idx="1256">
                  <c:v>71.144813999999997</c:v>
                </c:pt>
                <c:pt idx="1257">
                  <c:v>71.094391000000002</c:v>
                </c:pt>
                <c:pt idx="1258">
                  <c:v>71.045974999999999</c:v>
                </c:pt>
                <c:pt idx="1259">
                  <c:v>71.005615000000006</c:v>
                </c:pt>
                <c:pt idx="1260">
                  <c:v>70.966330999999997</c:v>
                </c:pt>
                <c:pt idx="1261">
                  <c:v>70.927634999999995</c:v>
                </c:pt>
                <c:pt idx="1262">
                  <c:v>70.879470999999995</c:v>
                </c:pt>
                <c:pt idx="1263">
                  <c:v>70.827065000000005</c:v>
                </c:pt>
                <c:pt idx="1264">
                  <c:v>70.771996000000001</c:v>
                </c:pt>
                <c:pt idx="1265">
                  <c:v>70.713310000000007</c:v>
                </c:pt>
                <c:pt idx="1266">
                  <c:v>70.654555999999999</c:v>
                </c:pt>
                <c:pt idx="1267">
                  <c:v>70.578888000000006</c:v>
                </c:pt>
                <c:pt idx="1268">
                  <c:v>70.509299999999996</c:v>
                </c:pt>
                <c:pt idx="1269">
                  <c:v>70.435721999999998</c:v>
                </c:pt>
                <c:pt idx="1270">
                  <c:v>70.366187999999994</c:v>
                </c:pt>
                <c:pt idx="1271">
                  <c:v>70.291206000000003</c:v>
                </c:pt>
                <c:pt idx="1272">
                  <c:v>70.217788999999996</c:v>
                </c:pt>
                <c:pt idx="1273">
                  <c:v>70.159415999999993</c:v>
                </c:pt>
                <c:pt idx="1274">
                  <c:v>70.121544</c:v>
                </c:pt>
                <c:pt idx="1275">
                  <c:v>70.086594000000005</c:v>
                </c:pt>
                <c:pt idx="1276">
                  <c:v>70.045586</c:v>
                </c:pt>
                <c:pt idx="1277">
                  <c:v>69.998772000000002</c:v>
                </c:pt>
                <c:pt idx="1278">
                  <c:v>69.956283999999997</c:v>
                </c:pt>
                <c:pt idx="1279">
                  <c:v>69.919556</c:v>
                </c:pt>
                <c:pt idx="1280">
                  <c:v>69.888953999999998</c:v>
                </c:pt>
                <c:pt idx="1281">
                  <c:v>69.857803000000004</c:v>
                </c:pt>
                <c:pt idx="1282">
                  <c:v>69.829155</c:v>
                </c:pt>
                <c:pt idx="1283">
                  <c:v>69.80471</c:v>
                </c:pt>
                <c:pt idx="1284">
                  <c:v>69.790229999999994</c:v>
                </c:pt>
                <c:pt idx="1285">
                  <c:v>69.782416999999995</c:v>
                </c:pt>
                <c:pt idx="1286">
                  <c:v>69.774878999999999</c:v>
                </c:pt>
                <c:pt idx="1287">
                  <c:v>69.769264000000007</c:v>
                </c:pt>
                <c:pt idx="1288">
                  <c:v>69.769005000000007</c:v>
                </c:pt>
                <c:pt idx="1289">
                  <c:v>69.775345000000002</c:v>
                </c:pt>
                <c:pt idx="1290">
                  <c:v>69.785865999999999</c:v>
                </c:pt>
                <c:pt idx="1291">
                  <c:v>69.794769000000002</c:v>
                </c:pt>
                <c:pt idx="1292">
                  <c:v>69.797522999999998</c:v>
                </c:pt>
                <c:pt idx="1293">
                  <c:v>69.802436999999998</c:v>
                </c:pt>
                <c:pt idx="1294">
                  <c:v>69.805695</c:v>
                </c:pt>
                <c:pt idx="1295">
                  <c:v>69.793137000000002</c:v>
                </c:pt>
                <c:pt idx="1296">
                  <c:v>69.766891000000001</c:v>
                </c:pt>
                <c:pt idx="1297">
                  <c:v>69.732947999999993</c:v>
                </c:pt>
                <c:pt idx="1298">
                  <c:v>69.697013999999996</c:v>
                </c:pt>
                <c:pt idx="1299">
                  <c:v>69.662064000000001</c:v>
                </c:pt>
                <c:pt idx="1300">
                  <c:v>69.629661999999996</c:v>
                </c:pt>
                <c:pt idx="1301">
                  <c:v>69.600928999999994</c:v>
                </c:pt>
                <c:pt idx="1302">
                  <c:v>69.579268999999996</c:v>
                </c:pt>
                <c:pt idx="1303">
                  <c:v>69.570839000000007</c:v>
                </c:pt>
                <c:pt idx="1304">
                  <c:v>69.581467000000004</c:v>
                </c:pt>
                <c:pt idx="1305">
                  <c:v>69.607360999999997</c:v>
                </c:pt>
                <c:pt idx="1306">
                  <c:v>69.640747000000005</c:v>
                </c:pt>
                <c:pt idx="1307">
                  <c:v>69.667441999999994</c:v>
                </c:pt>
                <c:pt idx="1308">
                  <c:v>69.691376000000005</c:v>
                </c:pt>
                <c:pt idx="1309">
                  <c:v>69.713927999999996</c:v>
                </c:pt>
                <c:pt idx="1310">
                  <c:v>69.736732000000003</c:v>
                </c:pt>
                <c:pt idx="1311">
                  <c:v>69.775054999999995</c:v>
                </c:pt>
                <c:pt idx="1312">
                  <c:v>69.832001000000005</c:v>
                </c:pt>
                <c:pt idx="1313">
                  <c:v>69.902884999999998</c:v>
                </c:pt>
                <c:pt idx="1314">
                  <c:v>69.984367000000006</c:v>
                </c:pt>
                <c:pt idx="1315">
                  <c:v>70.080810999999997</c:v>
                </c:pt>
                <c:pt idx="1316">
                  <c:v>70.191474999999997</c:v>
                </c:pt>
                <c:pt idx="1317">
                  <c:v>70.308768999999998</c:v>
                </c:pt>
                <c:pt idx="1318">
                  <c:v>70.429039000000003</c:v>
                </c:pt>
                <c:pt idx="1319">
                  <c:v>70.544951999999995</c:v>
                </c:pt>
                <c:pt idx="1320">
                  <c:v>70.646895999999998</c:v>
                </c:pt>
                <c:pt idx="1321">
                  <c:v>70.745270000000005</c:v>
                </c:pt>
                <c:pt idx="1322">
                  <c:v>70.841269999999994</c:v>
                </c:pt>
                <c:pt idx="1323">
                  <c:v>70.926261999999994</c:v>
                </c:pt>
                <c:pt idx="1324">
                  <c:v>71.005272000000005</c:v>
                </c:pt>
                <c:pt idx="1325">
                  <c:v>71.074828999999994</c:v>
                </c:pt>
                <c:pt idx="1326">
                  <c:v>71.135979000000006</c:v>
                </c:pt>
                <c:pt idx="1327">
                  <c:v>71.194678999999994</c:v>
                </c:pt>
                <c:pt idx="1328">
                  <c:v>71.255981000000006</c:v>
                </c:pt>
                <c:pt idx="1329">
                  <c:v>71.331374999999994</c:v>
                </c:pt>
                <c:pt idx="1330">
                  <c:v>71.426002999999994</c:v>
                </c:pt>
                <c:pt idx="1331">
                  <c:v>71.532227000000006</c:v>
                </c:pt>
                <c:pt idx="1332">
                  <c:v>71.638664000000006</c:v>
                </c:pt>
                <c:pt idx="1333">
                  <c:v>71.739044000000007</c:v>
                </c:pt>
                <c:pt idx="1334">
                  <c:v>71.831740999999994</c:v>
                </c:pt>
                <c:pt idx="1335">
                  <c:v>71.916634000000002</c:v>
                </c:pt>
                <c:pt idx="1336">
                  <c:v>71.999770999999996</c:v>
                </c:pt>
                <c:pt idx="1337">
                  <c:v>72.088638000000003</c:v>
                </c:pt>
                <c:pt idx="1338">
                  <c:v>72.185203999999999</c:v>
                </c:pt>
                <c:pt idx="1339">
                  <c:v>72.285659999999993</c:v>
                </c:pt>
                <c:pt idx="1340">
                  <c:v>72.396827999999999</c:v>
                </c:pt>
                <c:pt idx="1341">
                  <c:v>72.518326000000002</c:v>
                </c:pt>
                <c:pt idx="1342">
                  <c:v>72.648787999999996</c:v>
                </c:pt>
                <c:pt idx="1343">
                  <c:v>72.785483999999997</c:v>
                </c:pt>
                <c:pt idx="1344">
                  <c:v>72.932472000000004</c:v>
                </c:pt>
                <c:pt idx="1345">
                  <c:v>73.084586999999999</c:v>
                </c:pt>
                <c:pt idx="1346">
                  <c:v>73.234961999999996</c:v>
                </c:pt>
                <c:pt idx="1347">
                  <c:v>73.387862999999996</c:v>
                </c:pt>
                <c:pt idx="1348">
                  <c:v>73.537719999999993</c:v>
                </c:pt>
                <c:pt idx="1349">
                  <c:v>73.672568999999996</c:v>
                </c:pt>
                <c:pt idx="1350">
                  <c:v>73.791435000000007</c:v>
                </c:pt>
                <c:pt idx="1351">
                  <c:v>73.903969000000004</c:v>
                </c:pt>
                <c:pt idx="1352">
                  <c:v>74.018958999999995</c:v>
                </c:pt>
                <c:pt idx="1353">
                  <c:v>74.137450999999999</c:v>
                </c:pt>
                <c:pt idx="1354">
                  <c:v>74.261512999999994</c:v>
                </c:pt>
                <c:pt idx="1355">
                  <c:v>74.386223000000001</c:v>
                </c:pt>
                <c:pt idx="1356">
                  <c:v>74.501389000000003</c:v>
                </c:pt>
                <c:pt idx="1357">
                  <c:v>74.615844999999993</c:v>
                </c:pt>
                <c:pt idx="1358">
                  <c:v>74.738602</c:v>
                </c:pt>
                <c:pt idx="1359">
                  <c:v>74.857574</c:v>
                </c:pt>
                <c:pt idx="1360">
                  <c:v>74.965987999999996</c:v>
                </c:pt>
                <c:pt idx="1361">
                  <c:v>75.065665999999993</c:v>
                </c:pt>
                <c:pt idx="1362">
                  <c:v>75.157416999999995</c:v>
                </c:pt>
                <c:pt idx="1363">
                  <c:v>75.240097000000006</c:v>
                </c:pt>
                <c:pt idx="1364">
                  <c:v>75.315826000000001</c:v>
                </c:pt>
                <c:pt idx="1365">
                  <c:v>75.381682999999995</c:v>
                </c:pt>
                <c:pt idx="1366">
                  <c:v>75.440887000000004</c:v>
                </c:pt>
                <c:pt idx="1367">
                  <c:v>75.497428999999997</c:v>
                </c:pt>
                <c:pt idx="1368">
                  <c:v>75.552002000000002</c:v>
                </c:pt>
                <c:pt idx="1369">
                  <c:v>75.605994999999993</c:v>
                </c:pt>
                <c:pt idx="1370">
                  <c:v>75.663360999999995</c:v>
                </c:pt>
                <c:pt idx="1371">
                  <c:v>75.728188000000003</c:v>
                </c:pt>
                <c:pt idx="1372">
                  <c:v>75.797859000000003</c:v>
                </c:pt>
                <c:pt idx="1373">
                  <c:v>75.864479000000003</c:v>
                </c:pt>
                <c:pt idx="1374">
                  <c:v>75.921654000000004</c:v>
                </c:pt>
                <c:pt idx="1375">
                  <c:v>75.976333999999994</c:v>
                </c:pt>
                <c:pt idx="1376">
                  <c:v>76.032668999999999</c:v>
                </c:pt>
                <c:pt idx="1377">
                  <c:v>76.094573999999994</c:v>
                </c:pt>
                <c:pt idx="1378">
                  <c:v>76.173378</c:v>
                </c:pt>
                <c:pt idx="1379">
                  <c:v>76.260138999999995</c:v>
                </c:pt>
                <c:pt idx="1380">
                  <c:v>76.334900000000005</c:v>
                </c:pt>
                <c:pt idx="1381">
                  <c:v>76.406768999999997</c:v>
                </c:pt>
                <c:pt idx="1382">
                  <c:v>76.46772</c:v>
                </c:pt>
                <c:pt idx="1383">
                  <c:v>76.526664999999994</c:v>
                </c:pt>
                <c:pt idx="1384">
                  <c:v>76.587883000000005</c:v>
                </c:pt>
                <c:pt idx="1385">
                  <c:v>76.649635000000004</c:v>
                </c:pt>
                <c:pt idx="1386">
                  <c:v>76.708679000000004</c:v>
                </c:pt>
                <c:pt idx="1387">
                  <c:v>76.768196000000003</c:v>
                </c:pt>
                <c:pt idx="1388">
                  <c:v>76.827217000000005</c:v>
                </c:pt>
                <c:pt idx="1389">
                  <c:v>76.888251999999994</c:v>
                </c:pt>
                <c:pt idx="1390">
                  <c:v>76.951042000000001</c:v>
                </c:pt>
                <c:pt idx="1391">
                  <c:v>77.014114000000006</c:v>
                </c:pt>
                <c:pt idx="1392">
                  <c:v>77.078048999999993</c:v>
                </c:pt>
                <c:pt idx="1393">
                  <c:v>77.142204000000007</c:v>
                </c:pt>
                <c:pt idx="1394">
                  <c:v>77.210387999999995</c:v>
                </c:pt>
                <c:pt idx="1395">
                  <c:v>77.291222000000005</c:v>
                </c:pt>
                <c:pt idx="1396">
                  <c:v>77.391746999999995</c:v>
                </c:pt>
                <c:pt idx="1397">
                  <c:v>77.512810000000002</c:v>
                </c:pt>
                <c:pt idx="1398">
                  <c:v>77.650490000000005</c:v>
                </c:pt>
                <c:pt idx="1399">
                  <c:v>77.798575999999997</c:v>
                </c:pt>
                <c:pt idx="1400">
                  <c:v>77.948684999999998</c:v>
                </c:pt>
                <c:pt idx="1401">
                  <c:v>78.097999999999999</c:v>
                </c:pt>
                <c:pt idx="1402">
                  <c:v>78.251648000000003</c:v>
                </c:pt>
                <c:pt idx="1403">
                  <c:v>78.402145000000004</c:v>
                </c:pt>
                <c:pt idx="1404">
                  <c:v>78.547843999999998</c:v>
                </c:pt>
                <c:pt idx="1405">
                  <c:v>78.693862999999993</c:v>
                </c:pt>
                <c:pt idx="1406">
                  <c:v>78.839248999999995</c:v>
                </c:pt>
                <c:pt idx="1407">
                  <c:v>78.972206</c:v>
                </c:pt>
                <c:pt idx="1408">
                  <c:v>79.088341</c:v>
                </c:pt>
                <c:pt idx="1409">
                  <c:v>79.191681000000003</c:v>
                </c:pt>
                <c:pt idx="1410">
                  <c:v>79.294212000000002</c:v>
                </c:pt>
                <c:pt idx="1411">
                  <c:v>79.403191000000007</c:v>
                </c:pt>
                <c:pt idx="1412">
                  <c:v>79.52449</c:v>
                </c:pt>
                <c:pt idx="1413">
                  <c:v>79.647614000000004</c:v>
                </c:pt>
                <c:pt idx="1414">
                  <c:v>79.758133000000001</c:v>
                </c:pt>
                <c:pt idx="1415">
                  <c:v>79.854729000000006</c:v>
                </c:pt>
                <c:pt idx="1416">
                  <c:v>79.943398000000002</c:v>
                </c:pt>
                <c:pt idx="1417">
                  <c:v>80.037987000000001</c:v>
                </c:pt>
                <c:pt idx="1418">
                  <c:v>80.142821999999995</c:v>
                </c:pt>
                <c:pt idx="1419">
                  <c:v>80.251204999999999</c:v>
                </c:pt>
                <c:pt idx="1420">
                  <c:v>80.353415999999996</c:v>
                </c:pt>
                <c:pt idx="1421">
                  <c:v>80.443603999999993</c:v>
                </c:pt>
                <c:pt idx="1422">
                  <c:v>80.520042000000004</c:v>
                </c:pt>
                <c:pt idx="1423">
                  <c:v>80.586830000000006</c:v>
                </c:pt>
                <c:pt idx="1424">
                  <c:v>80.643378999999996</c:v>
                </c:pt>
                <c:pt idx="1425">
                  <c:v>80.693038999999999</c:v>
                </c:pt>
                <c:pt idx="1426">
                  <c:v>80.743392999999998</c:v>
                </c:pt>
                <c:pt idx="1427">
                  <c:v>80.796188000000001</c:v>
                </c:pt>
                <c:pt idx="1428">
                  <c:v>80.853638000000004</c:v>
                </c:pt>
                <c:pt idx="1429">
                  <c:v>80.913345000000007</c:v>
                </c:pt>
                <c:pt idx="1430">
                  <c:v>80.979957999999996</c:v>
                </c:pt>
                <c:pt idx="1431">
                  <c:v>81.060524000000001</c:v>
                </c:pt>
                <c:pt idx="1432">
                  <c:v>81.148109000000005</c:v>
                </c:pt>
                <c:pt idx="1433">
                  <c:v>81.241325000000003</c:v>
                </c:pt>
                <c:pt idx="1434">
                  <c:v>81.337547000000001</c:v>
                </c:pt>
                <c:pt idx="1435">
                  <c:v>81.436104</c:v>
                </c:pt>
                <c:pt idx="1436">
                  <c:v>81.52758</c:v>
                </c:pt>
                <c:pt idx="1437">
                  <c:v>81.604506999999998</c:v>
                </c:pt>
                <c:pt idx="1438">
                  <c:v>81.669876000000002</c:v>
                </c:pt>
                <c:pt idx="1439">
                  <c:v>81.731032999999996</c:v>
                </c:pt>
                <c:pt idx="1440">
                  <c:v>81.776938999999999</c:v>
                </c:pt>
                <c:pt idx="1441">
                  <c:v>81.811133999999996</c:v>
                </c:pt>
                <c:pt idx="1442">
                  <c:v>81.838272000000003</c:v>
                </c:pt>
                <c:pt idx="1443">
                  <c:v>81.865302999999997</c:v>
                </c:pt>
                <c:pt idx="1444">
                  <c:v>81.890181999999996</c:v>
                </c:pt>
                <c:pt idx="1445">
                  <c:v>81.910706000000005</c:v>
                </c:pt>
                <c:pt idx="1446">
                  <c:v>81.933655000000002</c:v>
                </c:pt>
                <c:pt idx="1447">
                  <c:v>81.965477000000007</c:v>
                </c:pt>
                <c:pt idx="1448">
                  <c:v>82.004493999999994</c:v>
                </c:pt>
                <c:pt idx="1449">
                  <c:v>82.048446999999996</c:v>
                </c:pt>
                <c:pt idx="1450">
                  <c:v>82.096680000000006</c:v>
                </c:pt>
                <c:pt idx="1451">
                  <c:v>82.146904000000006</c:v>
                </c:pt>
                <c:pt idx="1452">
                  <c:v>82.198936000000003</c:v>
                </c:pt>
                <c:pt idx="1453">
                  <c:v>82.257476999999994</c:v>
                </c:pt>
                <c:pt idx="1454">
                  <c:v>82.320723999999998</c:v>
                </c:pt>
                <c:pt idx="1455">
                  <c:v>82.385589999999993</c:v>
                </c:pt>
                <c:pt idx="1456">
                  <c:v>82.448920999999999</c:v>
                </c:pt>
                <c:pt idx="1457">
                  <c:v>82.510047999999998</c:v>
                </c:pt>
                <c:pt idx="1458">
                  <c:v>82.570510999999996</c:v>
                </c:pt>
                <c:pt idx="1459">
                  <c:v>82.628951999999998</c:v>
                </c:pt>
                <c:pt idx="1460">
                  <c:v>82.680305000000004</c:v>
                </c:pt>
                <c:pt idx="1461">
                  <c:v>82.721610999999996</c:v>
                </c:pt>
                <c:pt idx="1462">
                  <c:v>82.754219000000006</c:v>
                </c:pt>
                <c:pt idx="1463">
                  <c:v>82.792350999999996</c:v>
                </c:pt>
                <c:pt idx="1464">
                  <c:v>82.839661000000007</c:v>
                </c:pt>
                <c:pt idx="1465">
                  <c:v>82.888390000000001</c:v>
                </c:pt>
                <c:pt idx="1466">
                  <c:v>82.935516000000007</c:v>
                </c:pt>
                <c:pt idx="1467">
                  <c:v>82.983176999999998</c:v>
                </c:pt>
                <c:pt idx="1468">
                  <c:v>83.033423999999997</c:v>
                </c:pt>
                <c:pt idx="1469">
                  <c:v>83.083297999999999</c:v>
                </c:pt>
                <c:pt idx="1470">
                  <c:v>83.123206999999994</c:v>
                </c:pt>
                <c:pt idx="1471">
                  <c:v>83.155593999999994</c:v>
                </c:pt>
                <c:pt idx="1472">
                  <c:v>83.190002000000007</c:v>
                </c:pt>
                <c:pt idx="1473">
                  <c:v>83.225250000000003</c:v>
                </c:pt>
                <c:pt idx="1474">
                  <c:v>83.262321</c:v>
                </c:pt>
                <c:pt idx="1475">
                  <c:v>83.300644000000005</c:v>
                </c:pt>
                <c:pt idx="1476">
                  <c:v>83.341125000000005</c:v>
                </c:pt>
                <c:pt idx="1477">
                  <c:v>83.379608000000005</c:v>
                </c:pt>
                <c:pt idx="1478">
                  <c:v>83.413657999999998</c:v>
                </c:pt>
                <c:pt idx="1479">
                  <c:v>83.445442</c:v>
                </c:pt>
                <c:pt idx="1480">
                  <c:v>83.467331000000001</c:v>
                </c:pt>
                <c:pt idx="1481">
                  <c:v>83.483672999999996</c:v>
                </c:pt>
                <c:pt idx="1482">
                  <c:v>83.503051999999997</c:v>
                </c:pt>
                <c:pt idx="1483">
                  <c:v>83.531570000000002</c:v>
                </c:pt>
                <c:pt idx="1484">
                  <c:v>83.571647999999996</c:v>
                </c:pt>
                <c:pt idx="1485">
                  <c:v>83.617912000000004</c:v>
                </c:pt>
                <c:pt idx="1486">
                  <c:v>83.656525000000002</c:v>
                </c:pt>
                <c:pt idx="1487">
                  <c:v>83.680862000000005</c:v>
                </c:pt>
                <c:pt idx="1488">
                  <c:v>83.697342000000006</c:v>
                </c:pt>
                <c:pt idx="1489">
                  <c:v>83.707358999999997</c:v>
                </c:pt>
                <c:pt idx="1490">
                  <c:v>83.710944999999995</c:v>
                </c:pt>
                <c:pt idx="1491">
                  <c:v>83.704559000000003</c:v>
                </c:pt>
                <c:pt idx="1492">
                  <c:v>83.689048999999997</c:v>
                </c:pt>
                <c:pt idx="1493">
                  <c:v>83.675231999999994</c:v>
                </c:pt>
                <c:pt idx="1494">
                  <c:v>83.663971000000004</c:v>
                </c:pt>
                <c:pt idx="1495">
                  <c:v>83.644081</c:v>
                </c:pt>
                <c:pt idx="1496">
                  <c:v>83.607253999999998</c:v>
                </c:pt>
                <c:pt idx="1497">
                  <c:v>83.558600999999996</c:v>
                </c:pt>
                <c:pt idx="1498">
                  <c:v>83.512787000000003</c:v>
                </c:pt>
                <c:pt idx="1499">
                  <c:v>83.472838999999993</c:v>
                </c:pt>
                <c:pt idx="1500">
                  <c:v>83.435126999999994</c:v>
                </c:pt>
                <c:pt idx="1501">
                  <c:v>83.395988000000003</c:v>
                </c:pt>
                <c:pt idx="1502">
                  <c:v>83.356048999999999</c:v>
                </c:pt>
                <c:pt idx="1503">
                  <c:v>83.317100999999994</c:v>
                </c:pt>
                <c:pt idx="1504">
                  <c:v>83.285499999999999</c:v>
                </c:pt>
                <c:pt idx="1505">
                  <c:v>83.267487000000003</c:v>
                </c:pt>
                <c:pt idx="1506">
                  <c:v>83.261619999999994</c:v>
                </c:pt>
                <c:pt idx="1507">
                  <c:v>83.261864000000003</c:v>
                </c:pt>
                <c:pt idx="1508">
                  <c:v>83.259299999999996</c:v>
                </c:pt>
                <c:pt idx="1509">
                  <c:v>83.258194000000003</c:v>
                </c:pt>
                <c:pt idx="1510">
                  <c:v>83.267914000000005</c:v>
                </c:pt>
                <c:pt idx="1511">
                  <c:v>83.295410000000004</c:v>
                </c:pt>
                <c:pt idx="1512">
                  <c:v>83.331023999999999</c:v>
                </c:pt>
                <c:pt idx="1513">
                  <c:v>83.373069999999998</c:v>
                </c:pt>
                <c:pt idx="1514">
                  <c:v>83.420058999999995</c:v>
                </c:pt>
                <c:pt idx="1515">
                  <c:v>83.475632000000004</c:v>
                </c:pt>
                <c:pt idx="1516">
                  <c:v>83.535622000000004</c:v>
                </c:pt>
                <c:pt idx="1517">
                  <c:v>83.589889999999997</c:v>
                </c:pt>
                <c:pt idx="1518">
                  <c:v>83.643257000000006</c:v>
                </c:pt>
                <c:pt idx="1519">
                  <c:v>83.699889999999996</c:v>
                </c:pt>
                <c:pt idx="1520">
                  <c:v>83.762649999999994</c:v>
                </c:pt>
                <c:pt idx="1521">
                  <c:v>83.833129999999997</c:v>
                </c:pt>
                <c:pt idx="1522">
                  <c:v>83.909401000000003</c:v>
                </c:pt>
                <c:pt idx="1523">
                  <c:v>83.985930999999994</c:v>
                </c:pt>
                <c:pt idx="1524">
                  <c:v>84.061638000000002</c:v>
                </c:pt>
                <c:pt idx="1525">
                  <c:v>84.130508000000006</c:v>
                </c:pt>
                <c:pt idx="1526">
                  <c:v>84.195335</c:v>
                </c:pt>
                <c:pt idx="1527">
                  <c:v>84.258842000000001</c:v>
                </c:pt>
                <c:pt idx="1528">
                  <c:v>84.326935000000006</c:v>
                </c:pt>
                <c:pt idx="1529">
                  <c:v>84.407829000000007</c:v>
                </c:pt>
                <c:pt idx="1530">
                  <c:v>84.495827000000006</c:v>
                </c:pt>
                <c:pt idx="1531">
                  <c:v>84.581787000000006</c:v>
                </c:pt>
                <c:pt idx="1532">
                  <c:v>84.656600999999995</c:v>
                </c:pt>
                <c:pt idx="1533">
                  <c:v>84.720305999999994</c:v>
                </c:pt>
                <c:pt idx="1534">
                  <c:v>84.787903</c:v>
                </c:pt>
                <c:pt idx="1535">
                  <c:v>84.865707</c:v>
                </c:pt>
                <c:pt idx="1536">
                  <c:v>84.956519999999998</c:v>
                </c:pt>
                <c:pt idx="1537">
                  <c:v>85.058952000000005</c:v>
                </c:pt>
                <c:pt idx="1538">
                  <c:v>85.161963999999998</c:v>
                </c:pt>
                <c:pt idx="1539">
                  <c:v>85.258437999999998</c:v>
                </c:pt>
                <c:pt idx="1540">
                  <c:v>85.353476999999998</c:v>
                </c:pt>
                <c:pt idx="1541">
                  <c:v>85.455078</c:v>
                </c:pt>
                <c:pt idx="1542">
                  <c:v>85.570815999999994</c:v>
                </c:pt>
                <c:pt idx="1543">
                  <c:v>85.698547000000005</c:v>
                </c:pt>
                <c:pt idx="1544">
                  <c:v>85.829093999999998</c:v>
                </c:pt>
                <c:pt idx="1545">
                  <c:v>85.957031000000001</c:v>
                </c:pt>
                <c:pt idx="1546">
                  <c:v>86.079978999999994</c:v>
                </c:pt>
                <c:pt idx="1547">
                  <c:v>86.203063999999998</c:v>
                </c:pt>
                <c:pt idx="1548">
                  <c:v>86.324989000000002</c:v>
                </c:pt>
                <c:pt idx="1549">
                  <c:v>86.443939</c:v>
                </c:pt>
                <c:pt idx="1550">
                  <c:v>86.564055999999994</c:v>
                </c:pt>
                <c:pt idx="1551">
                  <c:v>86.690346000000005</c:v>
                </c:pt>
                <c:pt idx="1552">
                  <c:v>86.825699</c:v>
                </c:pt>
                <c:pt idx="1553">
                  <c:v>86.964827999999997</c:v>
                </c:pt>
                <c:pt idx="1554">
                  <c:v>87.107094000000004</c:v>
                </c:pt>
                <c:pt idx="1555">
                  <c:v>87.247649999999993</c:v>
                </c:pt>
                <c:pt idx="1556">
                  <c:v>87.383667000000003</c:v>
                </c:pt>
                <c:pt idx="1557">
                  <c:v>87.518112000000002</c:v>
                </c:pt>
                <c:pt idx="1558">
                  <c:v>87.640754999999999</c:v>
                </c:pt>
                <c:pt idx="1559">
                  <c:v>87.756172000000007</c:v>
                </c:pt>
                <c:pt idx="1560">
                  <c:v>87.869941999999995</c:v>
                </c:pt>
                <c:pt idx="1561">
                  <c:v>87.996521000000001</c:v>
                </c:pt>
                <c:pt idx="1562">
                  <c:v>88.134917999999999</c:v>
                </c:pt>
                <c:pt idx="1563">
                  <c:v>88.280700999999993</c:v>
                </c:pt>
                <c:pt idx="1564">
                  <c:v>88.420990000000003</c:v>
                </c:pt>
                <c:pt idx="1565">
                  <c:v>88.543487999999996</c:v>
                </c:pt>
                <c:pt idx="1566">
                  <c:v>88.649581999999995</c:v>
                </c:pt>
                <c:pt idx="1567">
                  <c:v>88.743019000000004</c:v>
                </c:pt>
                <c:pt idx="1568">
                  <c:v>88.829659000000007</c:v>
                </c:pt>
                <c:pt idx="1569">
                  <c:v>88.915512000000007</c:v>
                </c:pt>
                <c:pt idx="1570">
                  <c:v>89.003410000000002</c:v>
                </c:pt>
                <c:pt idx="1571">
                  <c:v>89.098251000000005</c:v>
                </c:pt>
                <c:pt idx="1572">
                  <c:v>89.204123999999993</c:v>
                </c:pt>
                <c:pt idx="1573">
                  <c:v>89.311501000000007</c:v>
                </c:pt>
                <c:pt idx="1574">
                  <c:v>89.414978000000005</c:v>
                </c:pt>
                <c:pt idx="1575">
                  <c:v>89.513351</c:v>
                </c:pt>
                <c:pt idx="1576">
                  <c:v>89.604927000000004</c:v>
                </c:pt>
                <c:pt idx="1577">
                  <c:v>89.684387000000001</c:v>
                </c:pt>
                <c:pt idx="1578">
                  <c:v>89.753608999999997</c:v>
                </c:pt>
                <c:pt idx="1579">
                  <c:v>89.822136</c:v>
                </c:pt>
                <c:pt idx="1580">
                  <c:v>89.894829000000001</c:v>
                </c:pt>
                <c:pt idx="1581">
                  <c:v>89.969871999999995</c:v>
                </c:pt>
                <c:pt idx="1582">
                  <c:v>90.046813999999998</c:v>
                </c:pt>
                <c:pt idx="1583">
                  <c:v>90.124336</c:v>
                </c:pt>
                <c:pt idx="1584">
                  <c:v>90.197120999999996</c:v>
                </c:pt>
                <c:pt idx="1585">
                  <c:v>90.263351</c:v>
                </c:pt>
                <c:pt idx="1586">
                  <c:v>90.328163000000004</c:v>
                </c:pt>
                <c:pt idx="1587">
                  <c:v>90.396240000000006</c:v>
                </c:pt>
                <c:pt idx="1588">
                  <c:v>90.474402999999995</c:v>
                </c:pt>
                <c:pt idx="1589">
                  <c:v>90.565703999999997</c:v>
                </c:pt>
                <c:pt idx="1590">
                  <c:v>90.668494999999993</c:v>
                </c:pt>
                <c:pt idx="1591">
                  <c:v>90.780349999999999</c:v>
                </c:pt>
                <c:pt idx="1592">
                  <c:v>90.895720999999995</c:v>
                </c:pt>
                <c:pt idx="1593">
                  <c:v>91.006020000000007</c:v>
                </c:pt>
                <c:pt idx="1594">
                  <c:v>91.107879999999994</c:v>
                </c:pt>
                <c:pt idx="1595">
                  <c:v>91.200714000000005</c:v>
                </c:pt>
                <c:pt idx="1596">
                  <c:v>91.284110999999996</c:v>
                </c:pt>
                <c:pt idx="1597">
                  <c:v>91.359741</c:v>
                </c:pt>
                <c:pt idx="1598">
                  <c:v>91.433029000000005</c:v>
                </c:pt>
                <c:pt idx="1599">
                  <c:v>91.508469000000005</c:v>
                </c:pt>
                <c:pt idx="1600">
                  <c:v>91.589554000000007</c:v>
                </c:pt>
                <c:pt idx="1601">
                  <c:v>91.678855999999996</c:v>
                </c:pt>
                <c:pt idx="1602">
                  <c:v>91.777206000000007</c:v>
                </c:pt>
                <c:pt idx="1603">
                  <c:v>91.879051000000004</c:v>
                </c:pt>
                <c:pt idx="1604">
                  <c:v>91.980652000000006</c:v>
                </c:pt>
                <c:pt idx="1605">
                  <c:v>92.083083999999999</c:v>
                </c:pt>
                <c:pt idx="1606">
                  <c:v>92.189384000000004</c:v>
                </c:pt>
                <c:pt idx="1607">
                  <c:v>92.302550999999994</c:v>
                </c:pt>
                <c:pt idx="1608">
                  <c:v>92.433273</c:v>
                </c:pt>
                <c:pt idx="1609">
                  <c:v>92.582808999999997</c:v>
                </c:pt>
                <c:pt idx="1610">
                  <c:v>92.747107999999997</c:v>
                </c:pt>
                <c:pt idx="1611">
                  <c:v>92.912909999999997</c:v>
                </c:pt>
                <c:pt idx="1612">
                  <c:v>93.074286999999998</c:v>
                </c:pt>
                <c:pt idx="1613">
                  <c:v>93.228713999999997</c:v>
                </c:pt>
                <c:pt idx="1614">
                  <c:v>93.379372000000004</c:v>
                </c:pt>
                <c:pt idx="1615">
                  <c:v>93.529410999999996</c:v>
                </c:pt>
                <c:pt idx="1616">
                  <c:v>93.669701000000003</c:v>
                </c:pt>
                <c:pt idx="1617">
                  <c:v>93.796951000000007</c:v>
                </c:pt>
                <c:pt idx="1618">
                  <c:v>93.919746000000004</c:v>
                </c:pt>
                <c:pt idx="1619">
                  <c:v>94.051720000000003</c:v>
                </c:pt>
                <c:pt idx="1620">
                  <c:v>94.192138999999997</c:v>
                </c:pt>
                <c:pt idx="1621">
                  <c:v>94.336082000000005</c:v>
                </c:pt>
                <c:pt idx="1622">
                  <c:v>94.481460999999996</c:v>
                </c:pt>
                <c:pt idx="1623">
                  <c:v>94.628189000000006</c:v>
                </c:pt>
                <c:pt idx="1624">
                  <c:v>94.774238999999994</c:v>
                </c:pt>
                <c:pt idx="1625">
                  <c:v>94.917175</c:v>
                </c:pt>
                <c:pt idx="1626">
                  <c:v>95.056137000000007</c:v>
                </c:pt>
                <c:pt idx="1627">
                  <c:v>95.190437000000003</c:v>
                </c:pt>
                <c:pt idx="1628">
                  <c:v>95.324432000000002</c:v>
                </c:pt>
                <c:pt idx="1629">
                  <c:v>95.464127000000005</c:v>
                </c:pt>
                <c:pt idx="1630">
                  <c:v>95.615325999999996</c:v>
                </c:pt>
                <c:pt idx="1631">
                  <c:v>95.776840000000007</c:v>
                </c:pt>
                <c:pt idx="1632">
                  <c:v>95.941451999999998</c:v>
                </c:pt>
                <c:pt idx="1633">
                  <c:v>96.101806999999994</c:v>
                </c:pt>
                <c:pt idx="1634">
                  <c:v>96.257378000000003</c:v>
                </c:pt>
                <c:pt idx="1635">
                  <c:v>96.406302999999994</c:v>
                </c:pt>
                <c:pt idx="1636">
                  <c:v>96.555892999999998</c:v>
                </c:pt>
                <c:pt idx="1637">
                  <c:v>96.705414000000005</c:v>
                </c:pt>
                <c:pt idx="1638">
                  <c:v>96.855423000000002</c:v>
                </c:pt>
                <c:pt idx="1639">
                  <c:v>97.005836000000002</c:v>
                </c:pt>
                <c:pt idx="1640">
                  <c:v>97.152161000000007</c:v>
                </c:pt>
                <c:pt idx="1641">
                  <c:v>97.284187000000003</c:v>
                </c:pt>
                <c:pt idx="1642">
                  <c:v>97.417732000000001</c:v>
                </c:pt>
                <c:pt idx="1643">
                  <c:v>97.550499000000002</c:v>
                </c:pt>
                <c:pt idx="1644">
                  <c:v>97.681258999999997</c:v>
                </c:pt>
                <c:pt idx="1645">
                  <c:v>97.833641</c:v>
                </c:pt>
                <c:pt idx="1646">
                  <c:v>98.000061000000002</c:v>
                </c:pt>
                <c:pt idx="1647">
                  <c:v>98.175803999999999</c:v>
                </c:pt>
                <c:pt idx="1648">
                  <c:v>98.353713999999997</c:v>
                </c:pt>
                <c:pt idx="1649">
                  <c:v>98.522803999999994</c:v>
                </c:pt>
                <c:pt idx="1650">
                  <c:v>98.681045999999995</c:v>
                </c:pt>
                <c:pt idx="1651">
                  <c:v>98.833443000000003</c:v>
                </c:pt>
                <c:pt idx="1652">
                  <c:v>98.979812999999993</c:v>
                </c:pt>
                <c:pt idx="1653">
                  <c:v>99.127471999999997</c:v>
                </c:pt>
                <c:pt idx="1654">
                  <c:v>99.287064000000001</c:v>
                </c:pt>
                <c:pt idx="1655">
                  <c:v>99.454796000000002</c:v>
                </c:pt>
                <c:pt idx="1656">
                  <c:v>99.619606000000005</c:v>
                </c:pt>
                <c:pt idx="1657">
                  <c:v>99.773544000000001</c:v>
                </c:pt>
                <c:pt idx="1658">
                  <c:v>99.911873</c:v>
                </c:pt>
                <c:pt idx="1659">
                  <c:v>100.03273</c:v>
                </c:pt>
                <c:pt idx="1660">
                  <c:v>100.13963</c:v>
                </c:pt>
                <c:pt idx="1661">
                  <c:v>100.23761</c:v>
                </c:pt>
                <c:pt idx="1662">
                  <c:v>100.33457</c:v>
                </c:pt>
                <c:pt idx="1663">
                  <c:v>100.43685000000001</c:v>
                </c:pt>
                <c:pt idx="1664">
                  <c:v>100.54974</c:v>
                </c:pt>
                <c:pt idx="1665">
                  <c:v>100.66901</c:v>
                </c:pt>
                <c:pt idx="1666">
                  <c:v>100.79194</c:v>
                </c:pt>
                <c:pt idx="1667">
                  <c:v>100.90949999999999</c:v>
                </c:pt>
                <c:pt idx="1668">
                  <c:v>101.01985000000001</c:v>
                </c:pt>
                <c:pt idx="1669">
                  <c:v>101.12533999999999</c:v>
                </c:pt>
                <c:pt idx="1670">
                  <c:v>101.22235000000001</c:v>
                </c:pt>
                <c:pt idx="1671">
                  <c:v>101.30897</c:v>
                </c:pt>
                <c:pt idx="1672">
                  <c:v>101.39201</c:v>
                </c:pt>
                <c:pt idx="1673">
                  <c:v>101.47171</c:v>
                </c:pt>
                <c:pt idx="1674">
                  <c:v>101.55636</c:v>
                </c:pt>
                <c:pt idx="1675">
                  <c:v>101.6469</c:v>
                </c:pt>
                <c:pt idx="1676">
                  <c:v>101.74275</c:v>
                </c:pt>
                <c:pt idx="1677">
                  <c:v>101.84220999999999</c:v>
                </c:pt>
                <c:pt idx="1678">
                  <c:v>101.9461</c:v>
                </c:pt>
                <c:pt idx="1679">
                  <c:v>102.05018</c:v>
                </c:pt>
                <c:pt idx="1680">
                  <c:v>102.15383</c:v>
                </c:pt>
                <c:pt idx="1681">
                  <c:v>102.26497000000001</c:v>
                </c:pt>
                <c:pt idx="1682">
                  <c:v>102.37826</c:v>
                </c:pt>
                <c:pt idx="1683">
                  <c:v>102.48327</c:v>
                </c:pt>
                <c:pt idx="1684">
                  <c:v>102.57928</c:v>
                </c:pt>
                <c:pt idx="1685">
                  <c:v>102.66007</c:v>
                </c:pt>
                <c:pt idx="1686">
                  <c:v>102.72869</c:v>
                </c:pt>
                <c:pt idx="1687">
                  <c:v>102.79553</c:v>
                </c:pt>
                <c:pt idx="1688">
                  <c:v>102.85947</c:v>
                </c:pt>
                <c:pt idx="1689">
                  <c:v>102.92026</c:v>
                </c:pt>
                <c:pt idx="1690">
                  <c:v>102.98354999999999</c:v>
                </c:pt>
                <c:pt idx="1691">
                  <c:v>103.05504999999999</c:v>
                </c:pt>
                <c:pt idx="1692">
                  <c:v>103.13894999999999</c:v>
                </c:pt>
                <c:pt idx="1693">
                  <c:v>103.2319</c:v>
                </c:pt>
                <c:pt idx="1694">
                  <c:v>103.33691</c:v>
                </c:pt>
                <c:pt idx="1695">
                  <c:v>103.45545</c:v>
                </c:pt>
                <c:pt idx="1696">
                  <c:v>103.58418</c:v>
                </c:pt>
                <c:pt idx="1697">
                  <c:v>103.72019</c:v>
                </c:pt>
                <c:pt idx="1698">
                  <c:v>103.85628</c:v>
                </c:pt>
                <c:pt idx="1699">
                  <c:v>103.97829</c:v>
                </c:pt>
                <c:pt idx="1700">
                  <c:v>104.08304</c:v>
                </c:pt>
                <c:pt idx="1701">
                  <c:v>104.17471</c:v>
                </c:pt>
                <c:pt idx="1702">
                  <c:v>104.26091</c:v>
                </c:pt>
                <c:pt idx="1703">
                  <c:v>104.34479</c:v>
                </c:pt>
                <c:pt idx="1704">
                  <c:v>104.42768</c:v>
                </c:pt>
                <c:pt idx="1705">
                  <c:v>104.50702</c:v>
                </c:pt>
                <c:pt idx="1706">
                  <c:v>104.57886999999999</c:v>
                </c:pt>
                <c:pt idx="1707">
                  <c:v>104.63393000000001</c:v>
                </c:pt>
                <c:pt idx="1708">
                  <c:v>104.67498999999999</c:v>
                </c:pt>
                <c:pt idx="1709">
                  <c:v>104.70493999999999</c:v>
                </c:pt>
                <c:pt idx="1710">
                  <c:v>104.72978000000001</c:v>
                </c:pt>
                <c:pt idx="1711">
                  <c:v>104.75783</c:v>
                </c:pt>
                <c:pt idx="1712">
                  <c:v>104.78637000000001</c:v>
                </c:pt>
                <c:pt idx="1713">
                  <c:v>104.80977</c:v>
                </c:pt>
                <c:pt idx="1714">
                  <c:v>104.83109</c:v>
                </c:pt>
                <c:pt idx="1715">
                  <c:v>104.85745</c:v>
                </c:pt>
                <c:pt idx="1716">
                  <c:v>104.88822</c:v>
                </c:pt>
                <c:pt idx="1717">
                  <c:v>104.91418</c:v>
                </c:pt>
                <c:pt idx="1718">
                  <c:v>104.94103</c:v>
                </c:pt>
                <c:pt idx="1719">
                  <c:v>104.97083000000001</c:v>
                </c:pt>
                <c:pt idx="1720">
                  <c:v>105.00574</c:v>
                </c:pt>
                <c:pt idx="1721">
                  <c:v>105.04386</c:v>
                </c:pt>
                <c:pt idx="1722">
                  <c:v>105.07655</c:v>
                </c:pt>
                <c:pt idx="1723">
                  <c:v>105.10420999999999</c:v>
                </c:pt>
                <c:pt idx="1724">
                  <c:v>105.12942</c:v>
                </c:pt>
                <c:pt idx="1725">
                  <c:v>105.1524</c:v>
                </c:pt>
                <c:pt idx="1726">
                  <c:v>105.17374</c:v>
                </c:pt>
                <c:pt idx="1727">
                  <c:v>105.19516</c:v>
                </c:pt>
                <c:pt idx="1728">
                  <c:v>105.218</c:v>
                </c:pt>
                <c:pt idx="1729">
                  <c:v>105.23953</c:v>
                </c:pt>
                <c:pt idx="1730">
                  <c:v>105.26148999999999</c:v>
                </c:pt>
                <c:pt idx="1731">
                  <c:v>105.28205</c:v>
                </c:pt>
                <c:pt idx="1732">
                  <c:v>105.29792999999999</c:v>
                </c:pt>
                <c:pt idx="1733">
                  <c:v>105.30877</c:v>
                </c:pt>
                <c:pt idx="1734">
                  <c:v>105.32093999999999</c:v>
                </c:pt>
                <c:pt idx="1735">
                  <c:v>105.33439</c:v>
                </c:pt>
                <c:pt idx="1736">
                  <c:v>105.34717000000001</c:v>
                </c:pt>
                <c:pt idx="1737">
                  <c:v>105.35384000000001</c:v>
                </c:pt>
                <c:pt idx="1738">
                  <c:v>105.35541000000001</c:v>
                </c:pt>
                <c:pt idx="1739">
                  <c:v>105.35722</c:v>
                </c:pt>
                <c:pt idx="1740">
                  <c:v>105.35898</c:v>
                </c:pt>
                <c:pt idx="1741">
                  <c:v>105.36264</c:v>
                </c:pt>
                <c:pt idx="1742">
                  <c:v>105.36184</c:v>
                </c:pt>
                <c:pt idx="1743">
                  <c:v>105.34715</c:v>
                </c:pt>
                <c:pt idx="1744">
                  <c:v>105.31985</c:v>
                </c:pt>
                <c:pt idx="1745">
                  <c:v>105.28167999999999</c:v>
                </c:pt>
                <c:pt idx="1746">
                  <c:v>105.23979</c:v>
                </c:pt>
                <c:pt idx="1747">
                  <c:v>105.20113000000001</c:v>
                </c:pt>
                <c:pt idx="1748">
                  <c:v>105.16708</c:v>
                </c:pt>
                <c:pt idx="1749">
                  <c:v>105.12838000000001</c:v>
                </c:pt>
                <c:pt idx="1750">
                  <c:v>105.07055</c:v>
                </c:pt>
                <c:pt idx="1751">
                  <c:v>104.99654</c:v>
                </c:pt>
                <c:pt idx="1752">
                  <c:v>104.91431</c:v>
                </c:pt>
                <c:pt idx="1753">
                  <c:v>104.82603</c:v>
                </c:pt>
                <c:pt idx="1754">
                  <c:v>104.73676</c:v>
                </c:pt>
                <c:pt idx="1755">
                  <c:v>104.65345000000001</c:v>
                </c:pt>
                <c:pt idx="1756">
                  <c:v>104.58092000000001</c:v>
                </c:pt>
                <c:pt idx="1757">
                  <c:v>104.51394000000001</c:v>
                </c:pt>
                <c:pt idx="1758">
                  <c:v>104.44687999999999</c:v>
                </c:pt>
                <c:pt idx="1759">
                  <c:v>104.37685</c:v>
                </c:pt>
                <c:pt idx="1760">
                  <c:v>104.29588</c:v>
                </c:pt>
                <c:pt idx="1761">
                  <c:v>104.19971</c:v>
                </c:pt>
                <c:pt idx="1762">
                  <c:v>104.09614000000001</c:v>
                </c:pt>
                <c:pt idx="1763">
                  <c:v>103.99336</c:v>
                </c:pt>
                <c:pt idx="1764">
                  <c:v>103.90075</c:v>
                </c:pt>
                <c:pt idx="1765">
                  <c:v>103.81959000000001</c:v>
                </c:pt>
                <c:pt idx="1766">
                  <c:v>103.74863000000001</c:v>
                </c:pt>
                <c:pt idx="1767">
                  <c:v>103.68595999999999</c:v>
                </c:pt>
                <c:pt idx="1768">
                  <c:v>103.62369</c:v>
                </c:pt>
                <c:pt idx="1769">
                  <c:v>103.5573</c:v>
                </c:pt>
                <c:pt idx="1770">
                  <c:v>103.48166999999999</c:v>
                </c:pt>
                <c:pt idx="1771">
                  <c:v>103.39485999999999</c:v>
                </c:pt>
                <c:pt idx="1772">
                  <c:v>103.30059</c:v>
                </c:pt>
                <c:pt idx="1773">
                  <c:v>103.20363999999999</c:v>
                </c:pt>
                <c:pt idx="1774">
                  <c:v>103.10642</c:v>
                </c:pt>
                <c:pt idx="1775">
                  <c:v>103.00779</c:v>
                </c:pt>
                <c:pt idx="1776">
                  <c:v>102.90819</c:v>
                </c:pt>
                <c:pt idx="1777">
                  <c:v>102.80713</c:v>
                </c:pt>
                <c:pt idx="1778">
                  <c:v>102.70151</c:v>
                </c:pt>
                <c:pt idx="1779">
                  <c:v>102.59818</c:v>
                </c:pt>
                <c:pt idx="1780">
                  <c:v>102.51116</c:v>
                </c:pt>
                <c:pt idx="1781">
                  <c:v>102.44077</c:v>
                </c:pt>
                <c:pt idx="1782">
                  <c:v>102.39297000000001</c:v>
                </c:pt>
                <c:pt idx="1783">
                  <c:v>102.36870999999999</c:v>
                </c:pt>
                <c:pt idx="1784">
                  <c:v>102.35724999999999</c:v>
                </c:pt>
                <c:pt idx="1785">
                  <c:v>102.35026999999999</c:v>
                </c:pt>
                <c:pt idx="1786">
                  <c:v>102.34178</c:v>
                </c:pt>
                <c:pt idx="1787">
                  <c:v>102.32928</c:v>
                </c:pt>
                <c:pt idx="1788">
                  <c:v>102.31437</c:v>
                </c:pt>
                <c:pt idx="1789">
                  <c:v>102.30065</c:v>
                </c:pt>
                <c:pt idx="1790">
                  <c:v>102.28708</c:v>
                </c:pt>
                <c:pt idx="1791">
                  <c:v>102.27419999999999</c:v>
                </c:pt>
                <c:pt idx="1792">
                  <c:v>102.26678</c:v>
                </c:pt>
                <c:pt idx="1793">
                  <c:v>102.26361</c:v>
                </c:pt>
                <c:pt idx="1794">
                  <c:v>102.25924000000001</c:v>
                </c:pt>
                <c:pt idx="1795">
                  <c:v>102.25320000000001</c:v>
                </c:pt>
                <c:pt idx="1796">
                  <c:v>102.24903999999999</c:v>
                </c:pt>
                <c:pt idx="1797">
                  <c:v>102.2413</c:v>
                </c:pt>
                <c:pt idx="1798">
                  <c:v>102.23035</c:v>
                </c:pt>
                <c:pt idx="1799">
                  <c:v>102.21711999999999</c:v>
                </c:pt>
                <c:pt idx="1800">
                  <c:v>102.18725000000001</c:v>
                </c:pt>
                <c:pt idx="1801">
                  <c:v>102.13924</c:v>
                </c:pt>
                <c:pt idx="1802">
                  <c:v>102.08063</c:v>
                </c:pt>
                <c:pt idx="1803">
                  <c:v>102.02762</c:v>
                </c:pt>
                <c:pt idx="1804">
                  <c:v>101.98611</c:v>
                </c:pt>
                <c:pt idx="1805">
                  <c:v>101.95097</c:v>
                </c:pt>
                <c:pt idx="1806">
                  <c:v>101.91793</c:v>
                </c:pt>
                <c:pt idx="1807">
                  <c:v>101.8858</c:v>
                </c:pt>
                <c:pt idx="1808">
                  <c:v>101.85925</c:v>
                </c:pt>
                <c:pt idx="1809">
                  <c:v>101.83967</c:v>
                </c:pt>
                <c:pt idx="1810">
                  <c:v>101.82276</c:v>
                </c:pt>
                <c:pt idx="1811">
                  <c:v>101.80289</c:v>
                </c:pt>
                <c:pt idx="1812">
                  <c:v>101.78043</c:v>
                </c:pt>
                <c:pt idx="1813">
                  <c:v>101.76945000000001</c:v>
                </c:pt>
                <c:pt idx="1814">
                  <c:v>101.77499</c:v>
                </c:pt>
                <c:pt idx="1815">
                  <c:v>101.7961</c:v>
                </c:pt>
                <c:pt idx="1816">
                  <c:v>101.84274000000001</c:v>
                </c:pt>
                <c:pt idx="1817">
                  <c:v>101.91891</c:v>
                </c:pt>
                <c:pt idx="1818">
                  <c:v>102.00519</c:v>
                </c:pt>
                <c:pt idx="1819">
                  <c:v>102.09186</c:v>
                </c:pt>
                <c:pt idx="1820">
                  <c:v>102.18422</c:v>
                </c:pt>
                <c:pt idx="1821">
                  <c:v>102.27171</c:v>
                </c:pt>
                <c:pt idx="1822">
                  <c:v>102.35448</c:v>
                </c:pt>
                <c:pt idx="1823">
                  <c:v>102.41267000000001</c:v>
                </c:pt>
                <c:pt idx="1824">
                  <c:v>102.44929999999999</c:v>
                </c:pt>
                <c:pt idx="1825">
                  <c:v>102.48287000000001</c:v>
                </c:pt>
                <c:pt idx="1826">
                  <c:v>102.50555</c:v>
                </c:pt>
                <c:pt idx="1827">
                  <c:v>102.53063</c:v>
                </c:pt>
                <c:pt idx="1828">
                  <c:v>102.56363</c:v>
                </c:pt>
                <c:pt idx="1829">
                  <c:v>102.59048</c:v>
                </c:pt>
                <c:pt idx="1830">
                  <c:v>102.62197</c:v>
                </c:pt>
                <c:pt idx="1831">
                  <c:v>102.65903</c:v>
                </c:pt>
                <c:pt idx="1832">
                  <c:v>102.70650000000001</c:v>
                </c:pt>
                <c:pt idx="1833">
                  <c:v>102.75879999999999</c:v>
                </c:pt>
                <c:pt idx="1834">
                  <c:v>102.81137</c:v>
                </c:pt>
                <c:pt idx="1835">
                  <c:v>102.8626</c:v>
                </c:pt>
                <c:pt idx="1836">
                  <c:v>102.91119</c:v>
                </c:pt>
                <c:pt idx="1837">
                  <c:v>102.95283000000001</c:v>
                </c:pt>
                <c:pt idx="1838">
                  <c:v>102.98430999999999</c:v>
                </c:pt>
                <c:pt idx="1839">
                  <c:v>103.01279</c:v>
                </c:pt>
                <c:pt idx="1840">
                  <c:v>103.04589</c:v>
                </c:pt>
                <c:pt idx="1841">
                  <c:v>103.08716</c:v>
                </c:pt>
                <c:pt idx="1842">
                  <c:v>103.13512</c:v>
                </c:pt>
                <c:pt idx="1843">
                  <c:v>103.1848</c:v>
                </c:pt>
                <c:pt idx="1844">
                  <c:v>103.23443</c:v>
                </c:pt>
                <c:pt idx="1845">
                  <c:v>103.2771</c:v>
                </c:pt>
                <c:pt idx="1846">
                  <c:v>103.29655</c:v>
                </c:pt>
                <c:pt idx="1847">
                  <c:v>103.2906</c:v>
                </c:pt>
                <c:pt idx="1848">
                  <c:v>103.2599</c:v>
                </c:pt>
                <c:pt idx="1849">
                  <c:v>103.21651</c:v>
                </c:pt>
                <c:pt idx="1850">
                  <c:v>103.16912000000001</c:v>
                </c:pt>
                <c:pt idx="1851">
                  <c:v>103.12141</c:v>
                </c:pt>
                <c:pt idx="1852">
                  <c:v>103.07863</c:v>
                </c:pt>
                <c:pt idx="1853">
                  <c:v>103.04300000000001</c:v>
                </c:pt>
                <c:pt idx="1854">
                  <c:v>103.02752</c:v>
                </c:pt>
                <c:pt idx="1855">
                  <c:v>103.02833</c:v>
                </c:pt>
                <c:pt idx="1856">
                  <c:v>103.03416</c:v>
                </c:pt>
                <c:pt idx="1857">
                  <c:v>103.03201</c:v>
                </c:pt>
                <c:pt idx="1858">
                  <c:v>103.03055999999999</c:v>
                </c:pt>
                <c:pt idx="1859">
                  <c:v>103.02378</c:v>
                </c:pt>
                <c:pt idx="1860">
                  <c:v>103.02081</c:v>
                </c:pt>
                <c:pt idx="1861">
                  <c:v>103.02682</c:v>
                </c:pt>
                <c:pt idx="1862">
                  <c:v>103.03852999999999</c:v>
                </c:pt>
                <c:pt idx="1863">
                  <c:v>103.04955</c:v>
                </c:pt>
                <c:pt idx="1864">
                  <c:v>103.0733</c:v>
                </c:pt>
                <c:pt idx="1865">
                  <c:v>103.08826999999999</c:v>
                </c:pt>
                <c:pt idx="1866">
                  <c:v>103.1208</c:v>
                </c:pt>
                <c:pt idx="1867">
                  <c:v>103.14400000000001</c:v>
                </c:pt>
                <c:pt idx="1868">
                  <c:v>103.16567999999999</c:v>
                </c:pt>
                <c:pt idx="1869">
                  <c:v>103.19016999999999</c:v>
                </c:pt>
                <c:pt idx="1870">
                  <c:v>103.20005999999999</c:v>
                </c:pt>
                <c:pt idx="1871">
                  <c:v>103.19946</c:v>
                </c:pt>
                <c:pt idx="1872">
                  <c:v>103.19674999999999</c:v>
                </c:pt>
                <c:pt idx="1873">
                  <c:v>103.21187999999999</c:v>
                </c:pt>
                <c:pt idx="1874">
                  <c:v>103.25172000000001</c:v>
                </c:pt>
                <c:pt idx="1875">
                  <c:v>103.31586</c:v>
                </c:pt>
                <c:pt idx="1876">
                  <c:v>103.3998</c:v>
                </c:pt>
                <c:pt idx="1877">
                  <c:v>103.49370999999999</c:v>
                </c:pt>
                <c:pt idx="1878">
                  <c:v>103.59387</c:v>
                </c:pt>
                <c:pt idx="1879">
                  <c:v>103.69129</c:v>
                </c:pt>
                <c:pt idx="1880">
                  <c:v>103.78207</c:v>
                </c:pt>
                <c:pt idx="1881">
                  <c:v>103.8716</c:v>
                </c:pt>
                <c:pt idx="1882">
                  <c:v>103.96040000000001</c:v>
                </c:pt>
                <c:pt idx="1883">
                  <c:v>104.0521</c:v>
                </c:pt>
                <c:pt idx="1884">
                  <c:v>104.14230999999999</c:v>
                </c:pt>
                <c:pt idx="1885">
                  <c:v>104.22497</c:v>
                </c:pt>
                <c:pt idx="1886">
                  <c:v>104.29888</c:v>
                </c:pt>
                <c:pt idx="1887">
                  <c:v>104.36229</c:v>
                </c:pt>
                <c:pt idx="1888">
                  <c:v>104.4091</c:v>
                </c:pt>
                <c:pt idx="1889">
                  <c:v>104.44083000000001</c:v>
                </c:pt>
                <c:pt idx="1890">
                  <c:v>104.46217</c:v>
                </c:pt>
                <c:pt idx="1891">
                  <c:v>104.48209</c:v>
                </c:pt>
                <c:pt idx="1892">
                  <c:v>104.51644</c:v>
                </c:pt>
                <c:pt idx="1893">
                  <c:v>104.57599</c:v>
                </c:pt>
                <c:pt idx="1894">
                  <c:v>104.6528</c:v>
                </c:pt>
                <c:pt idx="1895">
                  <c:v>104.73209</c:v>
                </c:pt>
                <c:pt idx="1896">
                  <c:v>104.80846</c:v>
                </c:pt>
                <c:pt idx="1897">
                  <c:v>104.87999000000001</c:v>
                </c:pt>
                <c:pt idx="1898">
                  <c:v>104.95050999999999</c:v>
                </c:pt>
                <c:pt idx="1899">
                  <c:v>105.01633</c:v>
                </c:pt>
                <c:pt idx="1900">
                  <c:v>105.06737</c:v>
                </c:pt>
                <c:pt idx="1901">
                  <c:v>105.10011</c:v>
                </c:pt>
                <c:pt idx="1902">
                  <c:v>105.11556</c:v>
                </c:pt>
                <c:pt idx="1903">
                  <c:v>105.12427</c:v>
                </c:pt>
                <c:pt idx="1904">
                  <c:v>105.12994999999999</c:v>
                </c:pt>
                <c:pt idx="1905">
                  <c:v>105.13299000000001</c:v>
                </c:pt>
                <c:pt idx="1906">
                  <c:v>105.13218999999999</c:v>
                </c:pt>
                <c:pt idx="1907">
                  <c:v>105.13173999999999</c:v>
                </c:pt>
                <c:pt idx="1908">
                  <c:v>105.13781</c:v>
                </c:pt>
                <c:pt idx="1909">
                  <c:v>105.13835</c:v>
                </c:pt>
                <c:pt idx="1910">
                  <c:v>105.1263</c:v>
                </c:pt>
                <c:pt idx="1911">
                  <c:v>105.10559000000001</c:v>
                </c:pt>
                <c:pt idx="1912">
                  <c:v>105.07832000000001</c:v>
                </c:pt>
                <c:pt idx="1913">
                  <c:v>105.03837</c:v>
                </c:pt>
                <c:pt idx="1914">
                  <c:v>104.98426000000001</c:v>
                </c:pt>
                <c:pt idx="1915">
                  <c:v>104.92699</c:v>
                </c:pt>
                <c:pt idx="1916">
                  <c:v>104.86887</c:v>
                </c:pt>
                <c:pt idx="1917">
                  <c:v>104.81106</c:v>
                </c:pt>
                <c:pt idx="1918">
                  <c:v>104.75436000000001</c:v>
                </c:pt>
                <c:pt idx="1919">
                  <c:v>104.68684</c:v>
                </c:pt>
                <c:pt idx="1920">
                  <c:v>104.61313</c:v>
                </c:pt>
                <c:pt idx="1921">
                  <c:v>104.54501999999999</c:v>
                </c:pt>
                <c:pt idx="1922">
                  <c:v>104.48256000000001</c:v>
                </c:pt>
                <c:pt idx="1923">
                  <c:v>104.42533</c:v>
                </c:pt>
                <c:pt idx="1924">
                  <c:v>104.37339</c:v>
                </c:pt>
                <c:pt idx="1925">
                  <c:v>104.32735</c:v>
                </c:pt>
                <c:pt idx="1926">
                  <c:v>104.27985</c:v>
                </c:pt>
                <c:pt idx="1927">
                  <c:v>104.22649</c:v>
                </c:pt>
                <c:pt idx="1928">
                  <c:v>104.16691</c:v>
                </c:pt>
                <c:pt idx="1929">
                  <c:v>104.10523999999999</c:v>
                </c:pt>
                <c:pt idx="1930">
                  <c:v>104.04442</c:v>
                </c:pt>
                <c:pt idx="1931">
                  <c:v>103.98622</c:v>
                </c:pt>
                <c:pt idx="1932">
                  <c:v>103.93714</c:v>
                </c:pt>
                <c:pt idx="1933">
                  <c:v>103.90882000000001</c:v>
                </c:pt>
                <c:pt idx="1934">
                  <c:v>103.90430000000001</c:v>
                </c:pt>
                <c:pt idx="1935">
                  <c:v>103.90646</c:v>
                </c:pt>
                <c:pt idx="1936">
                  <c:v>103.90603</c:v>
                </c:pt>
                <c:pt idx="1937">
                  <c:v>103.89209</c:v>
                </c:pt>
                <c:pt idx="1938">
                  <c:v>103.86243</c:v>
                </c:pt>
                <c:pt idx="1939">
                  <c:v>103.82859000000001</c:v>
                </c:pt>
                <c:pt idx="1940">
                  <c:v>103.80171</c:v>
                </c:pt>
                <c:pt idx="1941">
                  <c:v>103.78274999999999</c:v>
                </c:pt>
                <c:pt idx="1942">
                  <c:v>103.76517</c:v>
                </c:pt>
                <c:pt idx="1943">
                  <c:v>103.74636</c:v>
                </c:pt>
                <c:pt idx="1944">
                  <c:v>103.73112999999999</c:v>
                </c:pt>
                <c:pt idx="1945">
                  <c:v>103.71825</c:v>
                </c:pt>
                <c:pt idx="1946">
                  <c:v>103.70191</c:v>
                </c:pt>
                <c:pt idx="1947">
                  <c:v>103.69105999999999</c:v>
                </c:pt>
                <c:pt idx="1948">
                  <c:v>103.694</c:v>
                </c:pt>
                <c:pt idx="1949">
                  <c:v>103.70795</c:v>
                </c:pt>
                <c:pt idx="1950">
                  <c:v>103.72359</c:v>
                </c:pt>
                <c:pt idx="1951">
                  <c:v>103.73819</c:v>
                </c:pt>
                <c:pt idx="1952">
                  <c:v>103.75388</c:v>
                </c:pt>
                <c:pt idx="1953">
                  <c:v>103.76982</c:v>
                </c:pt>
                <c:pt idx="1954">
                  <c:v>103.78561000000001</c:v>
                </c:pt>
                <c:pt idx="1955">
                  <c:v>103.80094</c:v>
                </c:pt>
                <c:pt idx="1956">
                  <c:v>103.81189000000001</c:v>
                </c:pt>
                <c:pt idx="1957">
                  <c:v>103.81943</c:v>
                </c:pt>
                <c:pt idx="1958">
                  <c:v>103.82668</c:v>
                </c:pt>
                <c:pt idx="1959">
                  <c:v>103.83167</c:v>
                </c:pt>
                <c:pt idx="1960">
                  <c:v>103.83365999999999</c:v>
                </c:pt>
                <c:pt idx="1961">
                  <c:v>103.8437</c:v>
                </c:pt>
                <c:pt idx="1962">
                  <c:v>103.87662</c:v>
                </c:pt>
                <c:pt idx="1963">
                  <c:v>103.93679</c:v>
                </c:pt>
                <c:pt idx="1964">
                  <c:v>104.01609999999999</c:v>
                </c:pt>
                <c:pt idx="1965">
                  <c:v>104.10151999999999</c:v>
                </c:pt>
                <c:pt idx="1966">
                  <c:v>104.18874</c:v>
                </c:pt>
                <c:pt idx="1967">
                  <c:v>104.27203</c:v>
                </c:pt>
                <c:pt idx="1968">
                  <c:v>104.35087</c:v>
                </c:pt>
                <c:pt idx="1969">
                  <c:v>104.42465</c:v>
                </c:pt>
                <c:pt idx="1970">
                  <c:v>104.49361</c:v>
                </c:pt>
                <c:pt idx="1971">
                  <c:v>104.55804999999999</c:v>
                </c:pt>
                <c:pt idx="1972">
                  <c:v>104.622</c:v>
                </c:pt>
                <c:pt idx="1973">
                  <c:v>104.67941</c:v>
                </c:pt>
                <c:pt idx="1974">
                  <c:v>104.7229</c:v>
                </c:pt>
                <c:pt idx="1975">
                  <c:v>104.75758999999999</c:v>
                </c:pt>
                <c:pt idx="1976">
                  <c:v>104.77966000000001</c:v>
                </c:pt>
                <c:pt idx="1977">
                  <c:v>104.79765</c:v>
                </c:pt>
                <c:pt idx="1978">
                  <c:v>104.82159</c:v>
                </c:pt>
                <c:pt idx="1979">
                  <c:v>104.85297</c:v>
                </c:pt>
                <c:pt idx="1980">
                  <c:v>104.89914</c:v>
                </c:pt>
                <c:pt idx="1981">
                  <c:v>104.95783</c:v>
                </c:pt>
                <c:pt idx="1982">
                  <c:v>105.0254</c:v>
                </c:pt>
                <c:pt idx="1983">
                  <c:v>105.0966</c:v>
                </c:pt>
                <c:pt idx="1984">
                  <c:v>105.16198</c:v>
                </c:pt>
                <c:pt idx="1985">
                  <c:v>105.21619</c:v>
                </c:pt>
                <c:pt idx="1986">
                  <c:v>105.25854</c:v>
                </c:pt>
                <c:pt idx="1987">
                  <c:v>105.28904</c:v>
                </c:pt>
                <c:pt idx="1988">
                  <c:v>105.30983000000001</c:v>
                </c:pt>
                <c:pt idx="1989">
                  <c:v>105.32379</c:v>
                </c:pt>
                <c:pt idx="1990">
                  <c:v>105.33322</c:v>
                </c:pt>
                <c:pt idx="1991">
                  <c:v>105.33685</c:v>
                </c:pt>
                <c:pt idx="1992">
                  <c:v>105.33877</c:v>
                </c:pt>
                <c:pt idx="1993">
                  <c:v>105.32884</c:v>
                </c:pt>
                <c:pt idx="1994">
                  <c:v>105.30965999999999</c:v>
                </c:pt>
                <c:pt idx="1995">
                  <c:v>105.27936</c:v>
                </c:pt>
                <c:pt idx="1996">
                  <c:v>105.2328</c:v>
                </c:pt>
                <c:pt idx="1997">
                  <c:v>105.17151</c:v>
                </c:pt>
                <c:pt idx="1998">
                  <c:v>105.09820000000001</c:v>
                </c:pt>
                <c:pt idx="1999">
                  <c:v>105.01600999999999</c:v>
                </c:pt>
                <c:pt idx="2000">
                  <c:v>104.92757</c:v>
                </c:pt>
                <c:pt idx="2001">
                  <c:v>104.83897</c:v>
                </c:pt>
                <c:pt idx="2002">
                  <c:v>104.75537</c:v>
                </c:pt>
                <c:pt idx="2003">
                  <c:v>104.6733</c:v>
                </c:pt>
                <c:pt idx="2004">
                  <c:v>104.59305999999999</c:v>
                </c:pt>
                <c:pt idx="2005">
                  <c:v>104.52088999999999</c:v>
                </c:pt>
                <c:pt idx="2006">
                  <c:v>104.46453</c:v>
                </c:pt>
                <c:pt idx="2007">
                  <c:v>104.42249</c:v>
                </c:pt>
                <c:pt idx="2008">
                  <c:v>104.3784</c:v>
                </c:pt>
                <c:pt idx="2009">
                  <c:v>104.32987</c:v>
                </c:pt>
                <c:pt idx="2010">
                  <c:v>104.28088</c:v>
                </c:pt>
                <c:pt idx="2011">
                  <c:v>104.23388</c:v>
                </c:pt>
                <c:pt idx="2012">
                  <c:v>104.19501</c:v>
                </c:pt>
                <c:pt idx="2013">
                  <c:v>104.16755000000001</c:v>
                </c:pt>
                <c:pt idx="2014">
                  <c:v>104.13807</c:v>
                </c:pt>
                <c:pt idx="2015">
                  <c:v>104.09343</c:v>
                </c:pt>
                <c:pt idx="2016">
                  <c:v>104.03789999999999</c:v>
                </c:pt>
                <c:pt idx="2017">
                  <c:v>103.98196</c:v>
                </c:pt>
                <c:pt idx="2018">
                  <c:v>103.93035999999999</c:v>
                </c:pt>
                <c:pt idx="2019">
                  <c:v>103.88718</c:v>
                </c:pt>
                <c:pt idx="2020">
                  <c:v>103.85401</c:v>
                </c:pt>
                <c:pt idx="2021">
                  <c:v>103.83682</c:v>
                </c:pt>
                <c:pt idx="2022">
                  <c:v>103.84095000000001</c:v>
                </c:pt>
                <c:pt idx="2023">
                  <c:v>103.8625</c:v>
                </c:pt>
                <c:pt idx="2024">
                  <c:v>103.90138</c:v>
                </c:pt>
                <c:pt idx="2025">
                  <c:v>103.95683</c:v>
                </c:pt>
                <c:pt idx="2026">
                  <c:v>104.01732</c:v>
                </c:pt>
                <c:pt idx="2027">
                  <c:v>104.06954</c:v>
                </c:pt>
                <c:pt idx="2028">
                  <c:v>104.1066</c:v>
                </c:pt>
                <c:pt idx="2029">
                  <c:v>104.13043</c:v>
                </c:pt>
                <c:pt idx="2030">
                  <c:v>104.13702000000001</c:v>
                </c:pt>
                <c:pt idx="2031">
                  <c:v>104.13039000000001</c:v>
                </c:pt>
                <c:pt idx="2032">
                  <c:v>104.11874</c:v>
                </c:pt>
                <c:pt idx="2033">
                  <c:v>104.09818</c:v>
                </c:pt>
                <c:pt idx="2034">
                  <c:v>104.06937000000001</c:v>
                </c:pt>
                <c:pt idx="2035">
                  <c:v>104.0385</c:v>
                </c:pt>
                <c:pt idx="2036">
                  <c:v>104.01034</c:v>
                </c:pt>
                <c:pt idx="2037">
                  <c:v>103.98990999999999</c:v>
                </c:pt>
                <c:pt idx="2038">
                  <c:v>103.98013</c:v>
                </c:pt>
                <c:pt idx="2039">
                  <c:v>103.97775</c:v>
                </c:pt>
                <c:pt idx="2040">
                  <c:v>103.98071</c:v>
                </c:pt>
                <c:pt idx="2041">
                  <c:v>103.99014</c:v>
                </c:pt>
                <c:pt idx="2042">
                  <c:v>104.0057</c:v>
                </c:pt>
                <c:pt idx="2043">
                  <c:v>104.02460000000001</c:v>
                </c:pt>
                <c:pt idx="2044">
                  <c:v>104.04304</c:v>
                </c:pt>
                <c:pt idx="2045">
                  <c:v>104.06498999999999</c:v>
                </c:pt>
                <c:pt idx="2046">
                  <c:v>104.09549</c:v>
                </c:pt>
                <c:pt idx="2047">
                  <c:v>104.13908000000001</c:v>
                </c:pt>
                <c:pt idx="2048">
                  <c:v>104.18468</c:v>
                </c:pt>
                <c:pt idx="2049">
                  <c:v>104.22713</c:v>
                </c:pt>
                <c:pt idx="2050">
                  <c:v>104.26294</c:v>
                </c:pt>
                <c:pt idx="2051">
                  <c:v>104.29244</c:v>
                </c:pt>
                <c:pt idx="2052">
                  <c:v>104.3194</c:v>
                </c:pt>
                <c:pt idx="2053">
                  <c:v>104.34833</c:v>
                </c:pt>
                <c:pt idx="2054">
                  <c:v>104.38314</c:v>
                </c:pt>
                <c:pt idx="2055">
                  <c:v>104.42274</c:v>
                </c:pt>
                <c:pt idx="2056">
                  <c:v>104.46832999999999</c:v>
                </c:pt>
                <c:pt idx="2057">
                  <c:v>104.51473</c:v>
                </c:pt>
                <c:pt idx="2058">
                  <c:v>104.55627</c:v>
                </c:pt>
                <c:pt idx="2059">
                  <c:v>104.59408000000001</c:v>
                </c:pt>
                <c:pt idx="2060">
                  <c:v>104.62781</c:v>
                </c:pt>
                <c:pt idx="2061">
                  <c:v>104.64919999999999</c:v>
                </c:pt>
                <c:pt idx="2062">
                  <c:v>104.66415000000001</c:v>
                </c:pt>
                <c:pt idx="2063">
                  <c:v>104.67794000000001</c:v>
                </c:pt>
                <c:pt idx="2064">
                  <c:v>104.68994000000001</c:v>
                </c:pt>
                <c:pt idx="2065">
                  <c:v>104.70032999999999</c:v>
                </c:pt>
                <c:pt idx="2066">
                  <c:v>104.70945</c:v>
                </c:pt>
                <c:pt idx="2067">
                  <c:v>104.71876</c:v>
                </c:pt>
                <c:pt idx="2068">
                  <c:v>104.72747</c:v>
                </c:pt>
                <c:pt idx="2069">
                  <c:v>104.73714</c:v>
                </c:pt>
                <c:pt idx="2070">
                  <c:v>104.74679999999999</c:v>
                </c:pt>
                <c:pt idx="2071">
                  <c:v>104.7557</c:v>
                </c:pt>
                <c:pt idx="2072">
                  <c:v>104.76206999999999</c:v>
                </c:pt>
                <c:pt idx="2073">
                  <c:v>104.76785</c:v>
                </c:pt>
                <c:pt idx="2074">
                  <c:v>104.77500000000001</c:v>
                </c:pt>
                <c:pt idx="2075">
                  <c:v>104.78476000000001</c:v>
                </c:pt>
                <c:pt idx="2076">
                  <c:v>104.79771</c:v>
                </c:pt>
                <c:pt idx="2077">
                  <c:v>104.81162</c:v>
                </c:pt>
                <c:pt idx="2078">
                  <c:v>104.82934</c:v>
                </c:pt>
                <c:pt idx="2079">
                  <c:v>104.84921</c:v>
                </c:pt>
                <c:pt idx="2080">
                  <c:v>104.86038000000001</c:v>
                </c:pt>
                <c:pt idx="2081">
                  <c:v>104.85981</c:v>
                </c:pt>
                <c:pt idx="2082">
                  <c:v>104.84232</c:v>
                </c:pt>
                <c:pt idx="2083">
                  <c:v>104.81835</c:v>
                </c:pt>
                <c:pt idx="2084">
                  <c:v>104.79919</c:v>
                </c:pt>
                <c:pt idx="2085">
                  <c:v>104.79</c:v>
                </c:pt>
                <c:pt idx="2086">
                  <c:v>104.78951000000001</c:v>
                </c:pt>
                <c:pt idx="2087">
                  <c:v>104.79633</c:v>
                </c:pt>
                <c:pt idx="2088">
                  <c:v>104.80938</c:v>
                </c:pt>
                <c:pt idx="2089">
                  <c:v>104.82813</c:v>
                </c:pt>
                <c:pt idx="2090">
                  <c:v>104.85129999999999</c:v>
                </c:pt>
                <c:pt idx="2091">
                  <c:v>104.87423</c:v>
                </c:pt>
                <c:pt idx="2092">
                  <c:v>104.89716</c:v>
                </c:pt>
                <c:pt idx="2093">
                  <c:v>104.92496</c:v>
                </c:pt>
                <c:pt idx="2094">
                  <c:v>104.96127</c:v>
                </c:pt>
                <c:pt idx="2095">
                  <c:v>105.0078</c:v>
                </c:pt>
                <c:pt idx="2096">
                  <c:v>105.05582</c:v>
                </c:pt>
                <c:pt idx="2097">
                  <c:v>105.09045999999999</c:v>
                </c:pt>
                <c:pt idx="2098">
                  <c:v>105.11124</c:v>
                </c:pt>
                <c:pt idx="2099">
                  <c:v>105.12837</c:v>
                </c:pt>
                <c:pt idx="2100">
                  <c:v>105.1448</c:v>
                </c:pt>
                <c:pt idx="2101">
                  <c:v>105.15788000000001</c:v>
                </c:pt>
                <c:pt idx="2102">
                  <c:v>105.16951</c:v>
                </c:pt>
                <c:pt idx="2103">
                  <c:v>105.18407999999999</c:v>
                </c:pt>
                <c:pt idx="2104">
                  <c:v>105.20684</c:v>
                </c:pt>
                <c:pt idx="2105">
                  <c:v>105.23990999999999</c:v>
                </c:pt>
                <c:pt idx="2106">
                  <c:v>105.27754</c:v>
                </c:pt>
                <c:pt idx="2107">
                  <c:v>105.30916000000001</c:v>
                </c:pt>
                <c:pt idx="2108">
                  <c:v>105.33076</c:v>
                </c:pt>
                <c:pt idx="2109">
                  <c:v>105.34695000000001</c:v>
                </c:pt>
                <c:pt idx="2110">
                  <c:v>105.36157</c:v>
                </c:pt>
                <c:pt idx="2111">
                  <c:v>105.37148000000001</c:v>
                </c:pt>
                <c:pt idx="2112">
                  <c:v>105.36939</c:v>
                </c:pt>
                <c:pt idx="2113">
                  <c:v>105.35799</c:v>
                </c:pt>
                <c:pt idx="2114">
                  <c:v>105.34196</c:v>
                </c:pt>
                <c:pt idx="2115">
                  <c:v>105.32716000000001</c:v>
                </c:pt>
                <c:pt idx="2116">
                  <c:v>105.30958</c:v>
                </c:pt>
                <c:pt idx="2117">
                  <c:v>105.2856</c:v>
                </c:pt>
                <c:pt idx="2118">
                  <c:v>105.25584000000001</c:v>
                </c:pt>
                <c:pt idx="2119">
                  <c:v>105.22169</c:v>
                </c:pt>
                <c:pt idx="2120">
                  <c:v>105.19092000000001</c:v>
                </c:pt>
                <c:pt idx="2121">
                  <c:v>105.16256</c:v>
                </c:pt>
                <c:pt idx="2122">
                  <c:v>105.13056</c:v>
                </c:pt>
                <c:pt idx="2123">
                  <c:v>105.09595</c:v>
                </c:pt>
                <c:pt idx="2124">
                  <c:v>105.06171000000001</c:v>
                </c:pt>
                <c:pt idx="2125">
                  <c:v>105.0265</c:v>
                </c:pt>
                <c:pt idx="2126">
                  <c:v>104.98626</c:v>
                </c:pt>
                <c:pt idx="2127">
                  <c:v>104.93882000000001</c:v>
                </c:pt>
                <c:pt idx="2128">
                  <c:v>104.89068</c:v>
                </c:pt>
                <c:pt idx="2129">
                  <c:v>104.85451999999999</c:v>
                </c:pt>
                <c:pt idx="2130">
                  <c:v>104.84126000000001</c:v>
                </c:pt>
                <c:pt idx="2131">
                  <c:v>104.85686</c:v>
                </c:pt>
                <c:pt idx="2132">
                  <c:v>104.88563000000001</c:v>
                </c:pt>
                <c:pt idx="2133">
                  <c:v>104.91106000000001</c:v>
                </c:pt>
                <c:pt idx="2134">
                  <c:v>104.92336</c:v>
                </c:pt>
                <c:pt idx="2135">
                  <c:v>104.9269</c:v>
                </c:pt>
                <c:pt idx="2136">
                  <c:v>104.93445</c:v>
                </c:pt>
                <c:pt idx="2137">
                  <c:v>104.95105</c:v>
                </c:pt>
                <c:pt idx="2138">
                  <c:v>104.97826000000001</c:v>
                </c:pt>
                <c:pt idx="2139">
                  <c:v>105.00563</c:v>
                </c:pt>
                <c:pt idx="2140">
                  <c:v>105.02109</c:v>
                </c:pt>
                <c:pt idx="2141">
                  <c:v>105.02068</c:v>
                </c:pt>
                <c:pt idx="2142">
                  <c:v>105.01192</c:v>
                </c:pt>
                <c:pt idx="2143">
                  <c:v>104.99863999999999</c:v>
                </c:pt>
                <c:pt idx="2144">
                  <c:v>104.97435</c:v>
                </c:pt>
                <c:pt idx="2145">
                  <c:v>104.93998999999999</c:v>
                </c:pt>
                <c:pt idx="2146">
                  <c:v>104.90696</c:v>
                </c:pt>
                <c:pt idx="2147">
                  <c:v>104.87845</c:v>
                </c:pt>
                <c:pt idx="2148">
                  <c:v>104.85248</c:v>
                </c:pt>
                <c:pt idx="2149">
                  <c:v>104.82704</c:v>
                </c:pt>
                <c:pt idx="2150">
                  <c:v>104.80262999999999</c:v>
                </c:pt>
                <c:pt idx="2151">
                  <c:v>104.78223</c:v>
                </c:pt>
                <c:pt idx="2152">
                  <c:v>104.76824999999999</c:v>
                </c:pt>
                <c:pt idx="2153">
                  <c:v>104.75892</c:v>
                </c:pt>
                <c:pt idx="2154">
                  <c:v>104.74588</c:v>
                </c:pt>
                <c:pt idx="2155">
                  <c:v>104.7243</c:v>
                </c:pt>
                <c:pt idx="2156">
                  <c:v>104.69991</c:v>
                </c:pt>
                <c:pt idx="2157">
                  <c:v>104.67551</c:v>
                </c:pt>
                <c:pt idx="2158">
                  <c:v>104.64977</c:v>
                </c:pt>
                <c:pt idx="2159">
                  <c:v>104.61954</c:v>
                </c:pt>
                <c:pt idx="2160">
                  <c:v>104.58833</c:v>
                </c:pt>
                <c:pt idx="2161">
                  <c:v>104.56191</c:v>
                </c:pt>
                <c:pt idx="2162">
                  <c:v>104.54456</c:v>
                </c:pt>
                <c:pt idx="2163">
                  <c:v>104.54752000000001</c:v>
                </c:pt>
                <c:pt idx="2164">
                  <c:v>104.56910999999999</c:v>
                </c:pt>
                <c:pt idx="2165">
                  <c:v>104.61</c:v>
                </c:pt>
                <c:pt idx="2166">
                  <c:v>104.66634000000001</c:v>
                </c:pt>
                <c:pt idx="2167">
                  <c:v>104.7308</c:v>
                </c:pt>
                <c:pt idx="2168">
                  <c:v>104.79322000000001</c:v>
                </c:pt>
                <c:pt idx="2169">
                  <c:v>104.84775999999999</c:v>
                </c:pt>
                <c:pt idx="2170">
                  <c:v>104.89632</c:v>
                </c:pt>
                <c:pt idx="2171">
                  <c:v>104.94636</c:v>
                </c:pt>
                <c:pt idx="2172">
                  <c:v>104.99834</c:v>
                </c:pt>
                <c:pt idx="2173">
                  <c:v>105.05334000000001</c:v>
                </c:pt>
                <c:pt idx="2174">
                  <c:v>105.11758</c:v>
                </c:pt>
                <c:pt idx="2175">
                  <c:v>105.18691</c:v>
                </c:pt>
                <c:pt idx="2176">
                  <c:v>105.261</c:v>
                </c:pt>
                <c:pt idx="2177">
                  <c:v>105.34505</c:v>
                </c:pt>
                <c:pt idx="2178">
                  <c:v>105.43550999999999</c:v>
                </c:pt>
                <c:pt idx="2179">
                  <c:v>105.5308</c:v>
                </c:pt>
                <c:pt idx="2180">
                  <c:v>105.62826</c:v>
                </c:pt>
                <c:pt idx="2181">
                  <c:v>105.73520000000001</c:v>
                </c:pt>
                <c:pt idx="2182">
                  <c:v>105.85217</c:v>
                </c:pt>
                <c:pt idx="2183">
                  <c:v>105.97511</c:v>
                </c:pt>
                <c:pt idx="2184">
                  <c:v>106.09087</c:v>
                </c:pt>
                <c:pt idx="2185">
                  <c:v>106.19101999999999</c:v>
                </c:pt>
                <c:pt idx="2186">
                  <c:v>106.27128</c:v>
                </c:pt>
                <c:pt idx="2187">
                  <c:v>106.33923</c:v>
                </c:pt>
                <c:pt idx="2188">
                  <c:v>106.39718999999999</c:v>
                </c:pt>
                <c:pt idx="2189">
                  <c:v>106.45164</c:v>
                </c:pt>
                <c:pt idx="2190">
                  <c:v>106.50530999999999</c:v>
                </c:pt>
                <c:pt idx="2191">
                  <c:v>106.5575</c:v>
                </c:pt>
                <c:pt idx="2192">
                  <c:v>106.60729000000001</c:v>
                </c:pt>
                <c:pt idx="2193">
                  <c:v>106.65414</c:v>
                </c:pt>
                <c:pt idx="2194">
                  <c:v>106.69994</c:v>
                </c:pt>
                <c:pt idx="2195">
                  <c:v>106.75328</c:v>
                </c:pt>
                <c:pt idx="2196">
                  <c:v>106.81950000000001</c:v>
                </c:pt>
                <c:pt idx="2197">
                  <c:v>106.87940999999999</c:v>
                </c:pt>
                <c:pt idx="2198">
                  <c:v>106.90801</c:v>
                </c:pt>
                <c:pt idx="2199">
                  <c:v>106.90763</c:v>
                </c:pt>
                <c:pt idx="2200">
                  <c:v>106.89164</c:v>
                </c:pt>
                <c:pt idx="2201">
                  <c:v>106.86843</c:v>
                </c:pt>
                <c:pt idx="2202">
                  <c:v>106.84177</c:v>
                </c:pt>
                <c:pt idx="2203">
                  <c:v>106.81001999999999</c:v>
                </c:pt>
                <c:pt idx="2204">
                  <c:v>106.77642</c:v>
                </c:pt>
                <c:pt idx="2205">
                  <c:v>106.74316</c:v>
                </c:pt>
                <c:pt idx="2206">
                  <c:v>106.70603</c:v>
                </c:pt>
                <c:pt idx="2207">
                  <c:v>106.67214</c:v>
                </c:pt>
                <c:pt idx="2208">
                  <c:v>106.65088</c:v>
                </c:pt>
                <c:pt idx="2209">
                  <c:v>106.6422</c:v>
                </c:pt>
                <c:pt idx="2210">
                  <c:v>106.6408</c:v>
                </c:pt>
                <c:pt idx="2211">
                  <c:v>106.63882</c:v>
                </c:pt>
                <c:pt idx="2212">
                  <c:v>106.63412</c:v>
                </c:pt>
                <c:pt idx="2213">
                  <c:v>106.63003999999999</c:v>
                </c:pt>
                <c:pt idx="2214">
                  <c:v>106.62132</c:v>
                </c:pt>
                <c:pt idx="2215">
                  <c:v>106.61964</c:v>
                </c:pt>
                <c:pt idx="2216">
                  <c:v>106.62822</c:v>
                </c:pt>
                <c:pt idx="2217">
                  <c:v>106.63473999999999</c:v>
                </c:pt>
                <c:pt idx="2218">
                  <c:v>106.63245000000001</c:v>
                </c:pt>
                <c:pt idx="2219">
                  <c:v>106.62044</c:v>
                </c:pt>
                <c:pt idx="2220">
                  <c:v>106.59827</c:v>
                </c:pt>
                <c:pt idx="2221">
                  <c:v>106.57008999999999</c:v>
                </c:pt>
                <c:pt idx="2222">
                  <c:v>106.54111</c:v>
                </c:pt>
                <c:pt idx="2223">
                  <c:v>106.51806999999999</c:v>
                </c:pt>
                <c:pt idx="2224">
                  <c:v>106.50015</c:v>
                </c:pt>
                <c:pt idx="2225">
                  <c:v>106.48976</c:v>
                </c:pt>
                <c:pt idx="2226">
                  <c:v>106.48783</c:v>
                </c:pt>
                <c:pt idx="2227">
                  <c:v>106.49133</c:v>
                </c:pt>
                <c:pt idx="2228">
                  <c:v>106.49404</c:v>
                </c:pt>
                <c:pt idx="2229">
                  <c:v>106.48974</c:v>
                </c:pt>
                <c:pt idx="2230">
                  <c:v>106.48027</c:v>
                </c:pt>
                <c:pt idx="2231">
                  <c:v>106.46151</c:v>
                </c:pt>
                <c:pt idx="2232">
                  <c:v>106.43764</c:v>
                </c:pt>
                <c:pt idx="2233">
                  <c:v>106.41771</c:v>
                </c:pt>
                <c:pt idx="2234">
                  <c:v>106.39928999999999</c:v>
                </c:pt>
                <c:pt idx="2235">
                  <c:v>106.38115000000001</c:v>
                </c:pt>
                <c:pt idx="2236">
                  <c:v>106.35696</c:v>
                </c:pt>
                <c:pt idx="2237">
                  <c:v>106.32668</c:v>
                </c:pt>
                <c:pt idx="2238">
                  <c:v>106.29823</c:v>
                </c:pt>
                <c:pt idx="2239">
                  <c:v>106.28067</c:v>
                </c:pt>
                <c:pt idx="2240">
                  <c:v>106.26751</c:v>
                </c:pt>
                <c:pt idx="2241">
                  <c:v>106.25033999999999</c:v>
                </c:pt>
                <c:pt idx="2242">
                  <c:v>106.23390000000001</c:v>
                </c:pt>
                <c:pt idx="2243">
                  <c:v>106.20549</c:v>
                </c:pt>
                <c:pt idx="2244">
                  <c:v>106.16041</c:v>
                </c:pt>
                <c:pt idx="2245">
                  <c:v>106.10126</c:v>
                </c:pt>
                <c:pt idx="2246">
                  <c:v>106.03149000000001</c:v>
                </c:pt>
                <c:pt idx="2247">
                  <c:v>105.9576</c:v>
                </c:pt>
                <c:pt idx="2248">
                  <c:v>105.88387</c:v>
                </c:pt>
                <c:pt idx="2249">
                  <c:v>105.81558</c:v>
                </c:pt>
                <c:pt idx="2250">
                  <c:v>105.75642000000001</c:v>
                </c:pt>
                <c:pt idx="2251">
                  <c:v>105.70259</c:v>
                </c:pt>
                <c:pt idx="2252">
                  <c:v>105.64859</c:v>
                </c:pt>
                <c:pt idx="2253">
                  <c:v>105.59486</c:v>
                </c:pt>
                <c:pt idx="2254">
                  <c:v>105.55176</c:v>
                </c:pt>
                <c:pt idx="2255">
                  <c:v>105.5209</c:v>
                </c:pt>
                <c:pt idx="2256">
                  <c:v>105.50149999999999</c:v>
                </c:pt>
                <c:pt idx="2257">
                  <c:v>105.49406</c:v>
                </c:pt>
                <c:pt idx="2258">
                  <c:v>105.49309</c:v>
                </c:pt>
                <c:pt idx="2259">
                  <c:v>105.49733000000001</c:v>
                </c:pt>
                <c:pt idx="2260">
                  <c:v>105.5018</c:v>
                </c:pt>
                <c:pt idx="2261">
                  <c:v>105.50299</c:v>
                </c:pt>
                <c:pt idx="2262">
                  <c:v>105.49539</c:v>
                </c:pt>
                <c:pt idx="2263">
                  <c:v>105.4806</c:v>
                </c:pt>
                <c:pt idx="2264">
                  <c:v>105.46366999999999</c:v>
                </c:pt>
                <c:pt idx="2265">
                  <c:v>105.45065</c:v>
                </c:pt>
                <c:pt idx="2266">
                  <c:v>105.44387</c:v>
                </c:pt>
                <c:pt idx="2267">
                  <c:v>105.44019</c:v>
                </c:pt>
                <c:pt idx="2268">
                  <c:v>105.44099</c:v>
                </c:pt>
                <c:pt idx="2269">
                  <c:v>105.45614</c:v>
                </c:pt>
                <c:pt idx="2270">
                  <c:v>105.48193999999999</c:v>
                </c:pt>
                <c:pt idx="2271">
                  <c:v>105.5106</c:v>
                </c:pt>
                <c:pt idx="2272">
                  <c:v>105.53167999999999</c:v>
                </c:pt>
                <c:pt idx="2273">
                  <c:v>105.5472</c:v>
                </c:pt>
                <c:pt idx="2274">
                  <c:v>105.56274000000001</c:v>
                </c:pt>
                <c:pt idx="2275">
                  <c:v>105.57944000000001</c:v>
                </c:pt>
                <c:pt idx="2276">
                  <c:v>105.59573</c:v>
                </c:pt>
                <c:pt idx="2277">
                  <c:v>105.61271000000001</c:v>
                </c:pt>
                <c:pt idx="2278">
                  <c:v>105.63248</c:v>
                </c:pt>
                <c:pt idx="2279">
                  <c:v>105.64874</c:v>
                </c:pt>
                <c:pt idx="2280">
                  <c:v>105.66139</c:v>
                </c:pt>
                <c:pt idx="2281">
                  <c:v>105.67740000000001</c:v>
                </c:pt>
                <c:pt idx="2282">
                  <c:v>105.69436</c:v>
                </c:pt>
                <c:pt idx="2283">
                  <c:v>105.72056000000001</c:v>
                </c:pt>
                <c:pt idx="2284">
                  <c:v>105.76752</c:v>
                </c:pt>
                <c:pt idx="2285">
                  <c:v>105.82813</c:v>
                </c:pt>
                <c:pt idx="2286">
                  <c:v>105.89682000000001</c:v>
                </c:pt>
                <c:pt idx="2287">
                  <c:v>105.97232</c:v>
                </c:pt>
                <c:pt idx="2288">
                  <c:v>106.05477</c:v>
                </c:pt>
                <c:pt idx="2289">
                  <c:v>106.14357</c:v>
                </c:pt>
                <c:pt idx="2290">
                  <c:v>106.22935</c:v>
                </c:pt>
                <c:pt idx="2291">
                  <c:v>106.30994</c:v>
                </c:pt>
                <c:pt idx="2292">
                  <c:v>106.38630999999999</c:v>
                </c:pt>
                <c:pt idx="2293">
                  <c:v>106.44974999999999</c:v>
                </c:pt>
                <c:pt idx="2294">
                  <c:v>106.4966</c:v>
                </c:pt>
                <c:pt idx="2295">
                  <c:v>106.52851</c:v>
                </c:pt>
                <c:pt idx="2296">
                  <c:v>106.55033</c:v>
                </c:pt>
                <c:pt idx="2297">
                  <c:v>106.57577999999999</c:v>
                </c:pt>
                <c:pt idx="2298">
                  <c:v>106.59842999999999</c:v>
                </c:pt>
                <c:pt idx="2299">
                  <c:v>106.64087000000001</c:v>
                </c:pt>
                <c:pt idx="2300">
                  <c:v>106.67784</c:v>
                </c:pt>
                <c:pt idx="2301">
                  <c:v>106.71091</c:v>
                </c:pt>
                <c:pt idx="2302">
                  <c:v>106.75116</c:v>
                </c:pt>
                <c:pt idx="2303">
                  <c:v>106.80364</c:v>
                </c:pt>
                <c:pt idx="2304">
                  <c:v>106.86799999999999</c:v>
                </c:pt>
                <c:pt idx="2305">
                  <c:v>106.93916</c:v>
                </c:pt>
                <c:pt idx="2306">
                  <c:v>107.01568</c:v>
                </c:pt>
                <c:pt idx="2307">
                  <c:v>107.10229</c:v>
                </c:pt>
                <c:pt idx="2308">
                  <c:v>107.19576000000001</c:v>
                </c:pt>
                <c:pt idx="2309">
                  <c:v>107.29388</c:v>
                </c:pt>
                <c:pt idx="2310">
                  <c:v>107.39378000000001</c:v>
                </c:pt>
                <c:pt idx="2311">
                  <c:v>107.48936999999999</c:v>
                </c:pt>
                <c:pt idx="2312">
                  <c:v>107.58196</c:v>
                </c:pt>
                <c:pt idx="2313">
                  <c:v>107.67740999999999</c:v>
                </c:pt>
                <c:pt idx="2314">
                  <c:v>107.77912000000001</c:v>
                </c:pt>
                <c:pt idx="2315">
                  <c:v>107.88439</c:v>
                </c:pt>
                <c:pt idx="2316">
                  <c:v>107.98827</c:v>
                </c:pt>
                <c:pt idx="2317">
                  <c:v>108.08495000000001</c:v>
                </c:pt>
                <c:pt idx="2318">
                  <c:v>108.17798999999999</c:v>
                </c:pt>
                <c:pt idx="2319">
                  <c:v>108.27</c:v>
                </c:pt>
                <c:pt idx="2320">
                  <c:v>108.36296</c:v>
                </c:pt>
                <c:pt idx="2321">
                  <c:v>108.45303</c:v>
                </c:pt>
                <c:pt idx="2322">
                  <c:v>108.53954</c:v>
                </c:pt>
                <c:pt idx="2323">
                  <c:v>108.6357</c:v>
                </c:pt>
                <c:pt idx="2324">
                  <c:v>108.73996</c:v>
                </c:pt>
                <c:pt idx="2325">
                  <c:v>108.85289</c:v>
                </c:pt>
                <c:pt idx="2326">
                  <c:v>108.97566</c:v>
                </c:pt>
                <c:pt idx="2327">
                  <c:v>109.09842999999999</c:v>
                </c:pt>
                <c:pt idx="2328">
                  <c:v>109.21759</c:v>
                </c:pt>
                <c:pt idx="2329">
                  <c:v>109.33553999999999</c:v>
                </c:pt>
                <c:pt idx="2330">
                  <c:v>109.45538999999999</c:v>
                </c:pt>
                <c:pt idx="2331">
                  <c:v>109.57379</c:v>
                </c:pt>
                <c:pt idx="2332">
                  <c:v>109.69126</c:v>
                </c:pt>
                <c:pt idx="2333">
                  <c:v>109.80683000000001</c:v>
                </c:pt>
                <c:pt idx="2334">
                  <c:v>109.91838</c:v>
                </c:pt>
                <c:pt idx="2335">
                  <c:v>110.02399</c:v>
                </c:pt>
                <c:pt idx="2336">
                  <c:v>110.12488999999999</c:v>
                </c:pt>
                <c:pt idx="2337">
                  <c:v>110.22432999999999</c:v>
                </c:pt>
                <c:pt idx="2338">
                  <c:v>110.32503</c:v>
                </c:pt>
                <c:pt idx="2339">
                  <c:v>110.42612</c:v>
                </c:pt>
                <c:pt idx="2340">
                  <c:v>110.52507</c:v>
                </c:pt>
                <c:pt idx="2341">
                  <c:v>110.61771</c:v>
                </c:pt>
                <c:pt idx="2342">
                  <c:v>110.70071</c:v>
                </c:pt>
                <c:pt idx="2343">
                  <c:v>110.78162</c:v>
                </c:pt>
                <c:pt idx="2344">
                  <c:v>110.86548000000001</c:v>
                </c:pt>
                <c:pt idx="2345">
                  <c:v>110.95398</c:v>
                </c:pt>
                <c:pt idx="2346">
                  <c:v>111.04496</c:v>
                </c:pt>
                <c:pt idx="2347">
                  <c:v>111.13249</c:v>
                </c:pt>
                <c:pt idx="2348">
                  <c:v>111.21722</c:v>
                </c:pt>
                <c:pt idx="2349">
                  <c:v>111.30109</c:v>
                </c:pt>
                <c:pt idx="2350">
                  <c:v>111.38011</c:v>
                </c:pt>
                <c:pt idx="2351">
                  <c:v>111.46001</c:v>
                </c:pt>
                <c:pt idx="2352">
                  <c:v>111.54104</c:v>
                </c:pt>
                <c:pt idx="2353">
                  <c:v>111.61705000000001</c:v>
                </c:pt>
                <c:pt idx="2354">
                  <c:v>111.68841999999999</c:v>
                </c:pt>
                <c:pt idx="2355">
                  <c:v>111.75557999999999</c:v>
                </c:pt>
                <c:pt idx="2356">
                  <c:v>111.81861000000001</c:v>
                </c:pt>
                <c:pt idx="2357">
                  <c:v>111.87882</c:v>
                </c:pt>
                <c:pt idx="2358">
                  <c:v>111.93913000000001</c:v>
                </c:pt>
                <c:pt idx="2359">
                  <c:v>112.00375</c:v>
                </c:pt>
                <c:pt idx="2360">
                  <c:v>112.0714</c:v>
                </c:pt>
                <c:pt idx="2361">
                  <c:v>112.13831</c:v>
                </c:pt>
                <c:pt idx="2362">
                  <c:v>112.20453999999999</c:v>
                </c:pt>
                <c:pt idx="2363">
                  <c:v>112.27175</c:v>
                </c:pt>
                <c:pt idx="2364">
                  <c:v>112.34045</c:v>
                </c:pt>
                <c:pt idx="2365">
                  <c:v>112.40427</c:v>
                </c:pt>
                <c:pt idx="2366">
                  <c:v>112.46526</c:v>
                </c:pt>
                <c:pt idx="2367">
                  <c:v>112.52509999999999</c:v>
                </c:pt>
                <c:pt idx="2368">
                  <c:v>112.58617</c:v>
                </c:pt>
                <c:pt idx="2369">
                  <c:v>112.64596</c:v>
                </c:pt>
                <c:pt idx="2370">
                  <c:v>112.70258</c:v>
                </c:pt>
                <c:pt idx="2371">
                  <c:v>112.75783</c:v>
                </c:pt>
                <c:pt idx="2372">
                  <c:v>112.81198000000001</c:v>
                </c:pt>
                <c:pt idx="2373">
                  <c:v>112.85883</c:v>
                </c:pt>
                <c:pt idx="2374">
                  <c:v>112.89758999999999</c:v>
                </c:pt>
                <c:pt idx="2375">
                  <c:v>112.92570000000001</c:v>
                </c:pt>
                <c:pt idx="2376">
                  <c:v>112.94601</c:v>
                </c:pt>
                <c:pt idx="2377">
                  <c:v>112.96805000000001</c:v>
                </c:pt>
                <c:pt idx="2378">
                  <c:v>112.99638</c:v>
                </c:pt>
                <c:pt idx="2379">
                  <c:v>113.02670999999999</c:v>
                </c:pt>
                <c:pt idx="2380">
                  <c:v>113.0536</c:v>
                </c:pt>
                <c:pt idx="2381">
                  <c:v>113.07671999999999</c:v>
                </c:pt>
                <c:pt idx="2382">
                  <c:v>113.09319000000001</c:v>
                </c:pt>
                <c:pt idx="2383">
                  <c:v>113.10347</c:v>
                </c:pt>
                <c:pt idx="2384">
                  <c:v>113.10845</c:v>
                </c:pt>
                <c:pt idx="2385">
                  <c:v>113.13093000000001</c:v>
                </c:pt>
                <c:pt idx="2386">
                  <c:v>113.17153</c:v>
                </c:pt>
                <c:pt idx="2387">
                  <c:v>113.21368</c:v>
                </c:pt>
                <c:pt idx="2388">
                  <c:v>113.24835</c:v>
                </c:pt>
                <c:pt idx="2389">
                  <c:v>113.27412</c:v>
                </c:pt>
                <c:pt idx="2390">
                  <c:v>113.29817</c:v>
                </c:pt>
                <c:pt idx="2391">
                  <c:v>113.32896</c:v>
                </c:pt>
                <c:pt idx="2392">
                  <c:v>113.37385999999999</c:v>
                </c:pt>
                <c:pt idx="2393">
                  <c:v>113.43068</c:v>
                </c:pt>
                <c:pt idx="2394">
                  <c:v>113.49263000000001</c:v>
                </c:pt>
                <c:pt idx="2395">
                  <c:v>113.55557</c:v>
                </c:pt>
                <c:pt idx="2396">
                  <c:v>113.61802</c:v>
                </c:pt>
                <c:pt idx="2397">
                  <c:v>113.68368</c:v>
                </c:pt>
                <c:pt idx="2398">
                  <c:v>113.75637999999999</c:v>
                </c:pt>
                <c:pt idx="2399">
                  <c:v>113.83498</c:v>
                </c:pt>
                <c:pt idx="2400">
                  <c:v>113.91409</c:v>
                </c:pt>
                <c:pt idx="2401">
                  <c:v>113.98846</c:v>
                </c:pt>
                <c:pt idx="2402">
                  <c:v>114.05745</c:v>
                </c:pt>
                <c:pt idx="2403">
                  <c:v>114.11969999999999</c:v>
                </c:pt>
                <c:pt idx="2404">
                  <c:v>114.17797</c:v>
                </c:pt>
                <c:pt idx="2405">
                  <c:v>114.23907</c:v>
                </c:pt>
                <c:pt idx="2406">
                  <c:v>114.30148</c:v>
                </c:pt>
                <c:pt idx="2407">
                  <c:v>114.366</c:v>
                </c:pt>
                <c:pt idx="2408">
                  <c:v>114.43489</c:v>
                </c:pt>
                <c:pt idx="2409">
                  <c:v>114.50693</c:v>
                </c:pt>
                <c:pt idx="2410">
                  <c:v>114.57809</c:v>
                </c:pt>
                <c:pt idx="2411">
                  <c:v>114.63648999999999</c:v>
                </c:pt>
                <c:pt idx="2412">
                  <c:v>114.67001999999999</c:v>
                </c:pt>
                <c:pt idx="2413">
                  <c:v>114.68557</c:v>
                </c:pt>
                <c:pt idx="2414">
                  <c:v>114.68275</c:v>
                </c:pt>
                <c:pt idx="2415">
                  <c:v>114.67027</c:v>
                </c:pt>
                <c:pt idx="2416">
                  <c:v>114.65658999999999</c:v>
                </c:pt>
                <c:pt idx="2417">
                  <c:v>114.60437</c:v>
                </c:pt>
                <c:pt idx="2418">
                  <c:v>114.49393000000001</c:v>
                </c:pt>
                <c:pt idx="2419">
                  <c:v>114.35437</c:v>
                </c:pt>
                <c:pt idx="2420">
                  <c:v>114.21115</c:v>
                </c:pt>
                <c:pt idx="2421">
                  <c:v>114.07883</c:v>
                </c:pt>
                <c:pt idx="2422">
                  <c:v>113.96026999999999</c:v>
                </c:pt>
                <c:pt idx="2423">
                  <c:v>113.8503</c:v>
                </c:pt>
                <c:pt idx="2424">
                  <c:v>113.74854000000001</c:v>
                </c:pt>
                <c:pt idx="2425">
                  <c:v>113.65079</c:v>
                </c:pt>
                <c:pt idx="2426">
                  <c:v>113.55076</c:v>
                </c:pt>
                <c:pt idx="2427">
                  <c:v>113.45396</c:v>
                </c:pt>
                <c:pt idx="2428">
                  <c:v>113.36096999999999</c:v>
                </c:pt>
                <c:pt idx="2429">
                  <c:v>113.27159</c:v>
                </c:pt>
                <c:pt idx="2430">
                  <c:v>113.18855000000001</c:v>
                </c:pt>
                <c:pt idx="2431">
                  <c:v>113.11671</c:v>
                </c:pt>
                <c:pt idx="2432">
                  <c:v>113.05204000000001</c:v>
                </c:pt>
                <c:pt idx="2433">
                  <c:v>112.98886</c:v>
                </c:pt>
                <c:pt idx="2434">
                  <c:v>112.92661</c:v>
                </c:pt>
                <c:pt idx="2435">
                  <c:v>112.86987000000001</c:v>
                </c:pt>
                <c:pt idx="2436">
                  <c:v>112.81913</c:v>
                </c:pt>
                <c:pt idx="2437">
                  <c:v>112.77016999999999</c:v>
                </c:pt>
                <c:pt idx="2438">
                  <c:v>112.71857</c:v>
                </c:pt>
                <c:pt idx="2439">
                  <c:v>112.66285999999999</c:v>
                </c:pt>
                <c:pt idx="2440">
                  <c:v>112.60471</c:v>
                </c:pt>
                <c:pt idx="2441">
                  <c:v>112.54447</c:v>
                </c:pt>
                <c:pt idx="2442">
                  <c:v>112.48353</c:v>
                </c:pt>
                <c:pt idx="2443">
                  <c:v>112.4278</c:v>
                </c:pt>
                <c:pt idx="2444">
                  <c:v>112.38815</c:v>
                </c:pt>
                <c:pt idx="2445">
                  <c:v>112.37511000000001</c:v>
                </c:pt>
                <c:pt idx="2446">
                  <c:v>112.39091000000001</c:v>
                </c:pt>
                <c:pt idx="2447">
                  <c:v>112.41959</c:v>
                </c:pt>
                <c:pt idx="2448">
                  <c:v>112.44943000000001</c:v>
                </c:pt>
                <c:pt idx="2449">
                  <c:v>112.47964</c:v>
                </c:pt>
                <c:pt idx="2450">
                  <c:v>112.50754999999999</c:v>
                </c:pt>
                <c:pt idx="2451">
                  <c:v>112.53310999999999</c:v>
                </c:pt>
                <c:pt idx="2452">
                  <c:v>112.55947999999999</c:v>
                </c:pt>
                <c:pt idx="2453">
                  <c:v>112.59287999999999</c:v>
                </c:pt>
                <c:pt idx="2454">
                  <c:v>112.63008000000001</c:v>
                </c:pt>
                <c:pt idx="2455">
                  <c:v>112.66789</c:v>
                </c:pt>
                <c:pt idx="2456">
                  <c:v>112.70782</c:v>
                </c:pt>
                <c:pt idx="2457">
                  <c:v>112.74988999999999</c:v>
                </c:pt>
                <c:pt idx="2458">
                  <c:v>112.79555999999999</c:v>
                </c:pt>
                <c:pt idx="2459">
                  <c:v>112.8417</c:v>
                </c:pt>
                <c:pt idx="2460">
                  <c:v>112.88287</c:v>
                </c:pt>
                <c:pt idx="2461">
                  <c:v>112.91718</c:v>
                </c:pt>
                <c:pt idx="2462">
                  <c:v>112.94153</c:v>
                </c:pt>
                <c:pt idx="2463">
                  <c:v>112.95831</c:v>
                </c:pt>
                <c:pt idx="2464">
                  <c:v>112.97363</c:v>
                </c:pt>
                <c:pt idx="2465">
                  <c:v>112.99447000000001</c:v>
                </c:pt>
                <c:pt idx="2466">
                  <c:v>113.02030000000001</c:v>
                </c:pt>
                <c:pt idx="2467">
                  <c:v>113.04971999999999</c:v>
                </c:pt>
                <c:pt idx="2468">
                  <c:v>113.07953000000001</c:v>
                </c:pt>
                <c:pt idx="2469">
                  <c:v>113.09678</c:v>
                </c:pt>
                <c:pt idx="2470">
                  <c:v>113.09565000000001</c:v>
                </c:pt>
                <c:pt idx="2471">
                  <c:v>113.07724</c:v>
                </c:pt>
                <c:pt idx="2472">
                  <c:v>113.04098999999999</c:v>
                </c:pt>
                <c:pt idx="2473">
                  <c:v>112.99388999999999</c:v>
                </c:pt>
                <c:pt idx="2474">
                  <c:v>112.9389</c:v>
                </c:pt>
                <c:pt idx="2475">
                  <c:v>112.87125</c:v>
                </c:pt>
                <c:pt idx="2476">
                  <c:v>112.79118</c:v>
                </c:pt>
                <c:pt idx="2477">
                  <c:v>112.70589</c:v>
                </c:pt>
                <c:pt idx="2478">
                  <c:v>112.62260000000001</c:v>
                </c:pt>
                <c:pt idx="2479">
                  <c:v>112.53743</c:v>
                </c:pt>
                <c:pt idx="2480">
                  <c:v>112.45004</c:v>
                </c:pt>
                <c:pt idx="2481">
                  <c:v>112.36212</c:v>
                </c:pt>
                <c:pt idx="2482">
                  <c:v>112.27477</c:v>
                </c:pt>
                <c:pt idx="2483">
                  <c:v>112.1908</c:v>
                </c:pt>
                <c:pt idx="2484">
                  <c:v>112.10848</c:v>
                </c:pt>
                <c:pt idx="2485">
                  <c:v>112.03048</c:v>
                </c:pt>
                <c:pt idx="2486">
                  <c:v>111.96605</c:v>
                </c:pt>
                <c:pt idx="2487">
                  <c:v>111.91755999999999</c:v>
                </c:pt>
                <c:pt idx="2488">
                  <c:v>111.87958999999999</c:v>
                </c:pt>
                <c:pt idx="2489">
                  <c:v>111.83864</c:v>
                </c:pt>
                <c:pt idx="2490">
                  <c:v>111.78586</c:v>
                </c:pt>
                <c:pt idx="2491">
                  <c:v>111.72704</c:v>
                </c:pt>
                <c:pt idx="2492">
                  <c:v>111.6686</c:v>
                </c:pt>
                <c:pt idx="2493">
                  <c:v>111.60911</c:v>
                </c:pt>
                <c:pt idx="2494">
                  <c:v>111.54792</c:v>
                </c:pt>
                <c:pt idx="2495">
                  <c:v>111.48797</c:v>
                </c:pt>
                <c:pt idx="2496">
                  <c:v>111.43245</c:v>
                </c:pt>
                <c:pt idx="2497">
                  <c:v>111.38187000000001</c:v>
                </c:pt>
                <c:pt idx="2498">
                  <c:v>111.34018</c:v>
                </c:pt>
                <c:pt idx="2499">
                  <c:v>111.30782000000001</c:v>
                </c:pt>
                <c:pt idx="2500">
                  <c:v>111.28899</c:v>
                </c:pt>
                <c:pt idx="2501">
                  <c:v>111.28151</c:v>
                </c:pt>
                <c:pt idx="2502">
                  <c:v>111.28172000000001</c:v>
                </c:pt>
                <c:pt idx="2503">
                  <c:v>111.28608</c:v>
                </c:pt>
                <c:pt idx="2504">
                  <c:v>111.29227</c:v>
                </c:pt>
                <c:pt idx="2505">
                  <c:v>111.29698999999999</c:v>
                </c:pt>
                <c:pt idx="2506">
                  <c:v>111.29652</c:v>
                </c:pt>
                <c:pt idx="2507">
                  <c:v>111.2936</c:v>
                </c:pt>
                <c:pt idx="2508">
                  <c:v>111.29219999999999</c:v>
                </c:pt>
                <c:pt idx="2509">
                  <c:v>111.28975</c:v>
                </c:pt>
                <c:pt idx="2510">
                  <c:v>111.28803000000001</c:v>
                </c:pt>
                <c:pt idx="2511">
                  <c:v>111.28691999999999</c:v>
                </c:pt>
                <c:pt idx="2512">
                  <c:v>111.28182</c:v>
                </c:pt>
                <c:pt idx="2513">
                  <c:v>111.27143</c:v>
                </c:pt>
                <c:pt idx="2514">
                  <c:v>111.25716</c:v>
                </c:pt>
                <c:pt idx="2515">
                  <c:v>111.24166</c:v>
                </c:pt>
                <c:pt idx="2516">
                  <c:v>111.22532</c:v>
                </c:pt>
                <c:pt idx="2517">
                  <c:v>111.21239</c:v>
                </c:pt>
                <c:pt idx="2518">
                  <c:v>111.20473</c:v>
                </c:pt>
                <c:pt idx="2519">
                  <c:v>111.19717</c:v>
                </c:pt>
                <c:pt idx="2520">
                  <c:v>111.18792999999999</c:v>
                </c:pt>
                <c:pt idx="2521">
                  <c:v>111.18004999999999</c:v>
                </c:pt>
                <c:pt idx="2522">
                  <c:v>111.17523</c:v>
                </c:pt>
                <c:pt idx="2523">
                  <c:v>111.17228</c:v>
                </c:pt>
                <c:pt idx="2524">
                  <c:v>111.1691</c:v>
                </c:pt>
                <c:pt idx="2525">
                  <c:v>111.16857</c:v>
                </c:pt>
                <c:pt idx="2526">
                  <c:v>111.17310999999999</c:v>
                </c:pt>
                <c:pt idx="2527">
                  <c:v>111.17796</c:v>
                </c:pt>
                <c:pt idx="2528">
                  <c:v>111.1797</c:v>
                </c:pt>
                <c:pt idx="2529">
                  <c:v>111.18053999999999</c:v>
                </c:pt>
                <c:pt idx="2530">
                  <c:v>111.18183000000001</c:v>
                </c:pt>
                <c:pt idx="2531">
                  <c:v>111.17448</c:v>
                </c:pt>
                <c:pt idx="2532">
                  <c:v>111.15147</c:v>
                </c:pt>
                <c:pt idx="2533">
                  <c:v>111.12609999999999</c:v>
                </c:pt>
                <c:pt idx="2534">
                  <c:v>111.11706</c:v>
                </c:pt>
                <c:pt idx="2535">
                  <c:v>111.123</c:v>
                </c:pt>
                <c:pt idx="2536">
                  <c:v>111.13993000000001</c:v>
                </c:pt>
                <c:pt idx="2537">
                  <c:v>111.1601</c:v>
                </c:pt>
                <c:pt idx="2538">
                  <c:v>111.17359999999999</c:v>
                </c:pt>
                <c:pt idx="2539">
                  <c:v>111.18001</c:v>
                </c:pt>
                <c:pt idx="2540">
                  <c:v>111.1829</c:v>
                </c:pt>
                <c:pt idx="2541">
                  <c:v>111.18304999999999</c:v>
                </c:pt>
                <c:pt idx="2542">
                  <c:v>111.17972</c:v>
                </c:pt>
                <c:pt idx="2543">
                  <c:v>111.17303</c:v>
                </c:pt>
                <c:pt idx="2544">
                  <c:v>111.16622</c:v>
                </c:pt>
                <c:pt idx="2545">
                  <c:v>111.15667999999999</c:v>
                </c:pt>
                <c:pt idx="2546">
                  <c:v>111.14</c:v>
                </c:pt>
                <c:pt idx="2547">
                  <c:v>111.12341000000001</c:v>
                </c:pt>
                <c:pt idx="2548">
                  <c:v>111.11418</c:v>
                </c:pt>
                <c:pt idx="2549">
                  <c:v>111.11198</c:v>
                </c:pt>
                <c:pt idx="2550">
                  <c:v>111.11246</c:v>
                </c:pt>
                <c:pt idx="2551">
                  <c:v>111.11284999999999</c:v>
                </c:pt>
                <c:pt idx="2552">
                  <c:v>111.11427999999999</c:v>
                </c:pt>
                <c:pt idx="2553">
                  <c:v>111.11457</c:v>
                </c:pt>
                <c:pt idx="2554">
                  <c:v>111.11269</c:v>
                </c:pt>
                <c:pt idx="2555">
                  <c:v>111.10863999999999</c:v>
                </c:pt>
                <c:pt idx="2556">
                  <c:v>111.09603</c:v>
                </c:pt>
                <c:pt idx="2557">
                  <c:v>111.08193</c:v>
                </c:pt>
                <c:pt idx="2558">
                  <c:v>111.07691</c:v>
                </c:pt>
                <c:pt idx="2559">
                  <c:v>111.08054</c:v>
                </c:pt>
                <c:pt idx="2560">
                  <c:v>111.08188</c:v>
                </c:pt>
                <c:pt idx="2561">
                  <c:v>111.06623999999999</c:v>
                </c:pt>
                <c:pt idx="2562">
                  <c:v>111.03682999999999</c:v>
                </c:pt>
                <c:pt idx="2563">
                  <c:v>111.00237</c:v>
                </c:pt>
                <c:pt idx="2564">
                  <c:v>110.96495</c:v>
                </c:pt>
                <c:pt idx="2565">
                  <c:v>110.92623</c:v>
                </c:pt>
                <c:pt idx="2566">
                  <c:v>110.88847</c:v>
                </c:pt>
                <c:pt idx="2567">
                  <c:v>110.8523</c:v>
                </c:pt>
                <c:pt idx="2568">
                  <c:v>110.81771999999999</c:v>
                </c:pt>
                <c:pt idx="2569">
                  <c:v>110.78915000000001</c:v>
                </c:pt>
                <c:pt idx="2570">
                  <c:v>110.76797000000001</c:v>
                </c:pt>
                <c:pt idx="2571">
                  <c:v>110.76367</c:v>
                </c:pt>
                <c:pt idx="2572">
                  <c:v>110.77663</c:v>
                </c:pt>
                <c:pt idx="2573">
                  <c:v>110.79792999999999</c:v>
                </c:pt>
                <c:pt idx="2574">
                  <c:v>110.81519</c:v>
                </c:pt>
                <c:pt idx="2575">
                  <c:v>110.81921</c:v>
                </c:pt>
                <c:pt idx="2576">
                  <c:v>110.80713</c:v>
                </c:pt>
                <c:pt idx="2577">
                  <c:v>110.78211</c:v>
                </c:pt>
                <c:pt idx="2578">
                  <c:v>110.74571</c:v>
                </c:pt>
                <c:pt idx="2579">
                  <c:v>110.70854</c:v>
                </c:pt>
                <c:pt idx="2580">
                  <c:v>110.67221000000001</c:v>
                </c:pt>
                <c:pt idx="2581">
                  <c:v>110.63866</c:v>
                </c:pt>
                <c:pt idx="2582">
                  <c:v>110.61118</c:v>
                </c:pt>
                <c:pt idx="2583">
                  <c:v>110.58967</c:v>
                </c:pt>
                <c:pt idx="2584">
                  <c:v>110.57067000000001</c:v>
                </c:pt>
                <c:pt idx="2585">
                  <c:v>110.55275</c:v>
                </c:pt>
                <c:pt idx="2586">
                  <c:v>110.53427000000001</c:v>
                </c:pt>
                <c:pt idx="2587">
                  <c:v>110.52106000000001</c:v>
                </c:pt>
                <c:pt idx="2588">
                  <c:v>110.51486</c:v>
                </c:pt>
                <c:pt idx="2589">
                  <c:v>110.51009000000001</c:v>
                </c:pt>
                <c:pt idx="2590">
                  <c:v>110.50519</c:v>
                </c:pt>
                <c:pt idx="2591">
                  <c:v>110.50561999999999</c:v>
                </c:pt>
                <c:pt idx="2592">
                  <c:v>110.51817</c:v>
                </c:pt>
                <c:pt idx="2593">
                  <c:v>110.53748</c:v>
                </c:pt>
                <c:pt idx="2594">
                  <c:v>110.55364</c:v>
                </c:pt>
                <c:pt idx="2595">
                  <c:v>110.56771999999999</c:v>
                </c:pt>
                <c:pt idx="2596">
                  <c:v>110.58665000000001</c:v>
                </c:pt>
                <c:pt idx="2597">
                  <c:v>110.61166</c:v>
                </c:pt>
                <c:pt idx="2598">
                  <c:v>110.63685</c:v>
                </c:pt>
                <c:pt idx="2599">
                  <c:v>110.66162</c:v>
                </c:pt>
                <c:pt idx="2600">
                  <c:v>110.68387</c:v>
                </c:pt>
                <c:pt idx="2601">
                  <c:v>110.705</c:v>
                </c:pt>
                <c:pt idx="2602">
                  <c:v>110.72948</c:v>
                </c:pt>
                <c:pt idx="2603">
                  <c:v>110.75851</c:v>
                </c:pt>
                <c:pt idx="2604">
                  <c:v>110.79434999999999</c:v>
                </c:pt>
                <c:pt idx="2605">
                  <c:v>110.8245</c:v>
                </c:pt>
                <c:pt idx="2606">
                  <c:v>110.85097</c:v>
                </c:pt>
                <c:pt idx="2607">
                  <c:v>110.87302</c:v>
                </c:pt>
                <c:pt idx="2608">
                  <c:v>110.88086</c:v>
                </c:pt>
                <c:pt idx="2609">
                  <c:v>110.88077</c:v>
                </c:pt>
                <c:pt idx="2610">
                  <c:v>110.87521</c:v>
                </c:pt>
                <c:pt idx="2611">
                  <c:v>110.86572</c:v>
                </c:pt>
                <c:pt idx="2612">
                  <c:v>110.86404</c:v>
                </c:pt>
                <c:pt idx="2613">
                  <c:v>110.87469</c:v>
                </c:pt>
                <c:pt idx="2614">
                  <c:v>110.89163000000001</c:v>
                </c:pt>
                <c:pt idx="2615">
                  <c:v>110.90667999999999</c:v>
                </c:pt>
                <c:pt idx="2616">
                  <c:v>110.91622</c:v>
                </c:pt>
                <c:pt idx="2617">
                  <c:v>110.93301</c:v>
                </c:pt>
                <c:pt idx="2618">
                  <c:v>110.95393</c:v>
                </c:pt>
                <c:pt idx="2619">
                  <c:v>110.97410000000001</c:v>
                </c:pt>
                <c:pt idx="2620">
                  <c:v>110.98513</c:v>
                </c:pt>
                <c:pt idx="2621">
                  <c:v>110.98049</c:v>
                </c:pt>
                <c:pt idx="2622">
                  <c:v>110.95636</c:v>
                </c:pt>
                <c:pt idx="2623">
                  <c:v>110.91708</c:v>
                </c:pt>
                <c:pt idx="2624">
                  <c:v>110.86526000000001</c:v>
                </c:pt>
                <c:pt idx="2625">
                  <c:v>110.80834</c:v>
                </c:pt>
                <c:pt idx="2626">
                  <c:v>110.7533</c:v>
                </c:pt>
                <c:pt idx="2627">
                  <c:v>110.70139</c:v>
                </c:pt>
                <c:pt idx="2628">
                  <c:v>110.65597</c:v>
                </c:pt>
                <c:pt idx="2629">
                  <c:v>110.61673</c:v>
                </c:pt>
                <c:pt idx="2630">
                  <c:v>110.58443</c:v>
                </c:pt>
                <c:pt idx="2631">
                  <c:v>110.56012</c:v>
                </c:pt>
                <c:pt idx="2632">
                  <c:v>110.54543</c:v>
                </c:pt>
                <c:pt idx="2633">
                  <c:v>110.54034</c:v>
                </c:pt>
                <c:pt idx="2634">
                  <c:v>110.54138</c:v>
                </c:pt>
                <c:pt idx="2635">
                  <c:v>110.54237000000001</c:v>
                </c:pt>
                <c:pt idx="2636">
                  <c:v>110.54015</c:v>
                </c:pt>
                <c:pt idx="2637">
                  <c:v>110.53776999999999</c:v>
                </c:pt>
                <c:pt idx="2638">
                  <c:v>110.53448</c:v>
                </c:pt>
                <c:pt idx="2639">
                  <c:v>110.529</c:v>
                </c:pt>
                <c:pt idx="2640">
                  <c:v>110.5209</c:v>
                </c:pt>
                <c:pt idx="2641">
                  <c:v>110.51183</c:v>
                </c:pt>
                <c:pt idx="2642">
                  <c:v>110.50215</c:v>
                </c:pt>
                <c:pt idx="2643">
                  <c:v>110.49008000000001</c:v>
                </c:pt>
                <c:pt idx="2644">
                  <c:v>110.46929</c:v>
                </c:pt>
                <c:pt idx="2645">
                  <c:v>110.44353</c:v>
                </c:pt>
                <c:pt idx="2646">
                  <c:v>110.41897</c:v>
                </c:pt>
                <c:pt idx="2647">
                  <c:v>110.39653</c:v>
                </c:pt>
                <c:pt idx="2648">
                  <c:v>110.37693</c:v>
                </c:pt>
                <c:pt idx="2649">
                  <c:v>110.35944000000001</c:v>
                </c:pt>
                <c:pt idx="2650">
                  <c:v>110.34425</c:v>
                </c:pt>
                <c:pt idx="2651">
                  <c:v>110.3259</c:v>
                </c:pt>
                <c:pt idx="2652">
                  <c:v>110.30115000000001</c:v>
                </c:pt>
                <c:pt idx="2653">
                  <c:v>110.2728</c:v>
                </c:pt>
                <c:pt idx="2654">
                  <c:v>110.24590000000001</c:v>
                </c:pt>
                <c:pt idx="2655">
                  <c:v>110.22674000000001</c:v>
                </c:pt>
                <c:pt idx="2656">
                  <c:v>110.21417</c:v>
                </c:pt>
                <c:pt idx="2657">
                  <c:v>110.20438</c:v>
                </c:pt>
                <c:pt idx="2658">
                  <c:v>110.19911999999999</c:v>
                </c:pt>
                <c:pt idx="2659">
                  <c:v>110.20196</c:v>
                </c:pt>
                <c:pt idx="2660">
                  <c:v>110.20465</c:v>
                </c:pt>
                <c:pt idx="2661">
                  <c:v>110.20396</c:v>
                </c:pt>
                <c:pt idx="2662">
                  <c:v>110.20726999999999</c:v>
                </c:pt>
                <c:pt idx="2663">
                  <c:v>110.2145</c:v>
                </c:pt>
                <c:pt idx="2664">
                  <c:v>110.22597</c:v>
                </c:pt>
                <c:pt idx="2665">
                  <c:v>110.24576999999999</c:v>
                </c:pt>
                <c:pt idx="2666">
                  <c:v>110.27158</c:v>
                </c:pt>
                <c:pt idx="2667">
                  <c:v>110.29813</c:v>
                </c:pt>
                <c:pt idx="2668">
                  <c:v>110.3252</c:v>
                </c:pt>
                <c:pt idx="2669">
                  <c:v>110.36082</c:v>
                </c:pt>
                <c:pt idx="2670">
                  <c:v>110.39924999999999</c:v>
                </c:pt>
                <c:pt idx="2671">
                  <c:v>110.43309000000001</c:v>
                </c:pt>
                <c:pt idx="2672">
                  <c:v>110.46455</c:v>
                </c:pt>
                <c:pt idx="2673">
                  <c:v>110.49818</c:v>
                </c:pt>
                <c:pt idx="2674">
                  <c:v>110.53731000000001</c:v>
                </c:pt>
                <c:pt idx="2675">
                  <c:v>110.57886999999999</c:v>
                </c:pt>
                <c:pt idx="2676">
                  <c:v>110.62461999999999</c:v>
                </c:pt>
                <c:pt idx="2677">
                  <c:v>110.66952999999999</c:v>
                </c:pt>
                <c:pt idx="2678">
                  <c:v>110.70448</c:v>
                </c:pt>
                <c:pt idx="2679">
                  <c:v>110.73124</c:v>
                </c:pt>
                <c:pt idx="2680">
                  <c:v>110.76087</c:v>
                </c:pt>
                <c:pt idx="2681">
                  <c:v>110.80204999999999</c:v>
                </c:pt>
                <c:pt idx="2682">
                  <c:v>110.84817</c:v>
                </c:pt>
                <c:pt idx="2683">
                  <c:v>110.89162</c:v>
                </c:pt>
                <c:pt idx="2684">
                  <c:v>110.92749999999999</c:v>
                </c:pt>
                <c:pt idx="2685">
                  <c:v>110.94904</c:v>
                </c:pt>
                <c:pt idx="2686">
                  <c:v>110.96353999999999</c:v>
                </c:pt>
                <c:pt idx="2687">
                  <c:v>110.97526999999999</c:v>
                </c:pt>
                <c:pt idx="2688">
                  <c:v>110.98226</c:v>
                </c:pt>
                <c:pt idx="2689">
                  <c:v>110.9823</c:v>
                </c:pt>
                <c:pt idx="2690">
                  <c:v>110.98105</c:v>
                </c:pt>
                <c:pt idx="2691">
                  <c:v>110.97986</c:v>
                </c:pt>
                <c:pt idx="2692">
                  <c:v>110.9753</c:v>
                </c:pt>
                <c:pt idx="2693">
                  <c:v>110.96653999999999</c:v>
                </c:pt>
                <c:pt idx="2694">
                  <c:v>110.95097</c:v>
                </c:pt>
                <c:pt idx="2695">
                  <c:v>110.93713</c:v>
                </c:pt>
                <c:pt idx="2696">
                  <c:v>110.93106</c:v>
                </c:pt>
                <c:pt idx="2697">
                  <c:v>110.93380999999999</c:v>
                </c:pt>
                <c:pt idx="2698">
                  <c:v>110.94517999999999</c:v>
                </c:pt>
                <c:pt idx="2699">
                  <c:v>110.96335999999999</c:v>
                </c:pt>
                <c:pt idx="2700">
                  <c:v>110.9875</c:v>
                </c:pt>
                <c:pt idx="2701">
                  <c:v>111.01357</c:v>
                </c:pt>
                <c:pt idx="2702">
                  <c:v>111.03773</c:v>
                </c:pt>
                <c:pt idx="2703">
                  <c:v>111.05878</c:v>
                </c:pt>
                <c:pt idx="2704">
                  <c:v>111.07993999999999</c:v>
                </c:pt>
                <c:pt idx="2705">
                  <c:v>111.1026</c:v>
                </c:pt>
                <c:pt idx="2706">
                  <c:v>111.12833000000001</c:v>
                </c:pt>
                <c:pt idx="2707">
                  <c:v>111.15684</c:v>
                </c:pt>
                <c:pt idx="2708">
                  <c:v>111.18409</c:v>
                </c:pt>
                <c:pt idx="2709">
                  <c:v>111.19154</c:v>
                </c:pt>
                <c:pt idx="2710">
                  <c:v>111.19378</c:v>
                </c:pt>
                <c:pt idx="2711">
                  <c:v>111.19476</c:v>
                </c:pt>
                <c:pt idx="2712">
                  <c:v>111.19662</c:v>
                </c:pt>
                <c:pt idx="2713">
                  <c:v>111.19401000000001</c:v>
                </c:pt>
                <c:pt idx="2714">
                  <c:v>111.19005</c:v>
                </c:pt>
                <c:pt idx="2715">
                  <c:v>111.18667000000001</c:v>
                </c:pt>
                <c:pt idx="2716">
                  <c:v>111.18832999999999</c:v>
                </c:pt>
                <c:pt idx="2717">
                  <c:v>111.18828999999999</c:v>
                </c:pt>
                <c:pt idx="2718">
                  <c:v>111.18085000000001</c:v>
                </c:pt>
                <c:pt idx="2719">
                  <c:v>111.16607999999999</c:v>
                </c:pt>
                <c:pt idx="2720">
                  <c:v>111.14552</c:v>
                </c:pt>
                <c:pt idx="2721">
                  <c:v>111.12502000000001</c:v>
                </c:pt>
                <c:pt idx="2722">
                  <c:v>111.10298</c:v>
                </c:pt>
                <c:pt idx="2723">
                  <c:v>111.08378999999999</c:v>
                </c:pt>
                <c:pt idx="2724">
                  <c:v>111.06814</c:v>
                </c:pt>
                <c:pt idx="2725">
                  <c:v>111.05094</c:v>
                </c:pt>
                <c:pt idx="2726">
                  <c:v>111.02838</c:v>
                </c:pt>
                <c:pt idx="2727">
                  <c:v>110.99590999999999</c:v>
                </c:pt>
                <c:pt idx="2728">
                  <c:v>110.95213</c:v>
                </c:pt>
                <c:pt idx="2729">
                  <c:v>110.89566000000001</c:v>
                </c:pt>
                <c:pt idx="2730">
                  <c:v>110.82829</c:v>
                </c:pt>
                <c:pt idx="2731">
                  <c:v>110.75642999999999</c:v>
                </c:pt>
                <c:pt idx="2732">
                  <c:v>110.68768</c:v>
                </c:pt>
                <c:pt idx="2733">
                  <c:v>110.62035</c:v>
                </c:pt>
                <c:pt idx="2734">
                  <c:v>110.54922999999999</c:v>
                </c:pt>
                <c:pt idx="2735">
                  <c:v>110.47044</c:v>
                </c:pt>
                <c:pt idx="2736">
                  <c:v>110.38348000000001</c:v>
                </c:pt>
                <c:pt idx="2737">
                  <c:v>110.29346</c:v>
                </c:pt>
                <c:pt idx="2738">
                  <c:v>110.20425</c:v>
                </c:pt>
                <c:pt idx="2739">
                  <c:v>110.11803</c:v>
                </c:pt>
                <c:pt idx="2740">
                  <c:v>110.03608</c:v>
                </c:pt>
                <c:pt idx="2741">
                  <c:v>109.9585</c:v>
                </c:pt>
                <c:pt idx="2742">
                  <c:v>109.88809000000001</c:v>
                </c:pt>
                <c:pt idx="2743">
                  <c:v>109.82462</c:v>
                </c:pt>
                <c:pt idx="2744">
                  <c:v>109.76204</c:v>
                </c:pt>
                <c:pt idx="2745">
                  <c:v>109.69871999999999</c:v>
                </c:pt>
                <c:pt idx="2746">
                  <c:v>109.6347</c:v>
                </c:pt>
                <c:pt idx="2747">
                  <c:v>109.56733</c:v>
                </c:pt>
                <c:pt idx="2748">
                  <c:v>109.49386</c:v>
                </c:pt>
                <c:pt idx="2749">
                  <c:v>109.41378</c:v>
                </c:pt>
                <c:pt idx="2750">
                  <c:v>109.3272</c:v>
                </c:pt>
                <c:pt idx="2751">
                  <c:v>109.23676</c:v>
                </c:pt>
                <c:pt idx="2752">
                  <c:v>109.14879999999999</c:v>
                </c:pt>
                <c:pt idx="2753">
                  <c:v>109.06759</c:v>
                </c:pt>
                <c:pt idx="2754">
                  <c:v>108.99118</c:v>
                </c:pt>
                <c:pt idx="2755">
                  <c:v>108.91689</c:v>
                </c:pt>
                <c:pt idx="2756">
                  <c:v>108.84350999999999</c:v>
                </c:pt>
                <c:pt idx="2757">
                  <c:v>108.76711</c:v>
                </c:pt>
                <c:pt idx="2758">
                  <c:v>108.68433</c:v>
                </c:pt>
                <c:pt idx="2759">
                  <c:v>108.5937</c:v>
                </c:pt>
                <c:pt idx="2760">
                  <c:v>108.49458</c:v>
                </c:pt>
                <c:pt idx="2761">
                  <c:v>108.38682</c:v>
                </c:pt>
                <c:pt idx="2762">
                  <c:v>108.27413</c:v>
                </c:pt>
                <c:pt idx="2763">
                  <c:v>108.1571</c:v>
                </c:pt>
                <c:pt idx="2764">
                  <c:v>108.03493</c:v>
                </c:pt>
                <c:pt idx="2765">
                  <c:v>107.90961</c:v>
                </c:pt>
                <c:pt idx="2766">
                  <c:v>107.78561000000001</c:v>
                </c:pt>
                <c:pt idx="2767">
                  <c:v>107.66502</c:v>
                </c:pt>
                <c:pt idx="2768">
                  <c:v>107.54595999999999</c:v>
                </c:pt>
                <c:pt idx="2769">
                  <c:v>107.42719</c:v>
                </c:pt>
                <c:pt idx="2770">
                  <c:v>107.31128</c:v>
                </c:pt>
                <c:pt idx="2771">
                  <c:v>107.19757</c:v>
                </c:pt>
                <c:pt idx="2772">
                  <c:v>107.08408</c:v>
                </c:pt>
                <c:pt idx="2773">
                  <c:v>106.97161</c:v>
                </c:pt>
                <c:pt idx="2774">
                  <c:v>106.85908999999999</c:v>
                </c:pt>
                <c:pt idx="2775">
                  <c:v>106.74258</c:v>
                </c:pt>
                <c:pt idx="2776">
                  <c:v>106.62103</c:v>
                </c:pt>
                <c:pt idx="2777">
                  <c:v>106.49558</c:v>
                </c:pt>
                <c:pt idx="2778">
                  <c:v>106.36526000000001</c:v>
                </c:pt>
                <c:pt idx="2779">
                  <c:v>106.22741000000001</c:v>
                </c:pt>
                <c:pt idx="2780">
                  <c:v>106.08293999999999</c:v>
                </c:pt>
                <c:pt idx="2781">
                  <c:v>105.93633</c:v>
                </c:pt>
                <c:pt idx="2782">
                  <c:v>105.79459</c:v>
                </c:pt>
                <c:pt idx="2783">
                  <c:v>105.66127</c:v>
                </c:pt>
                <c:pt idx="2784">
                  <c:v>105.53664999999999</c:v>
                </c:pt>
                <c:pt idx="2785">
                  <c:v>105.41737000000001</c:v>
                </c:pt>
                <c:pt idx="2786">
                  <c:v>105.29992</c:v>
                </c:pt>
                <c:pt idx="2787">
                  <c:v>105.1837</c:v>
                </c:pt>
                <c:pt idx="2788">
                  <c:v>105.06738</c:v>
                </c:pt>
                <c:pt idx="2789">
                  <c:v>104.95371</c:v>
                </c:pt>
                <c:pt idx="2790">
                  <c:v>104.84542</c:v>
                </c:pt>
                <c:pt idx="2791">
                  <c:v>104.74298</c:v>
                </c:pt>
                <c:pt idx="2792">
                  <c:v>104.64053</c:v>
                </c:pt>
                <c:pt idx="2793">
                  <c:v>104.53254</c:v>
                </c:pt>
                <c:pt idx="2794">
                  <c:v>104.41804999999999</c:v>
                </c:pt>
                <c:pt idx="2795">
                  <c:v>104.30244999999999</c:v>
                </c:pt>
                <c:pt idx="2796">
                  <c:v>104.20005</c:v>
                </c:pt>
                <c:pt idx="2797">
                  <c:v>104.11577</c:v>
                </c:pt>
                <c:pt idx="2798">
                  <c:v>104.04339</c:v>
                </c:pt>
                <c:pt idx="2799">
                  <c:v>103.97644</c:v>
                </c:pt>
                <c:pt idx="2800">
                  <c:v>103.91041</c:v>
                </c:pt>
                <c:pt idx="2801">
                  <c:v>103.84344</c:v>
                </c:pt>
                <c:pt idx="2802">
                  <c:v>103.77273</c:v>
                </c:pt>
                <c:pt idx="2803">
                  <c:v>103.69604</c:v>
                </c:pt>
                <c:pt idx="2804">
                  <c:v>103.61427</c:v>
                </c:pt>
                <c:pt idx="2805">
                  <c:v>103.52193</c:v>
                </c:pt>
                <c:pt idx="2806">
                  <c:v>103.41472</c:v>
                </c:pt>
                <c:pt idx="2807">
                  <c:v>103.29799</c:v>
                </c:pt>
                <c:pt idx="2808">
                  <c:v>103.17945</c:v>
                </c:pt>
                <c:pt idx="2809">
                  <c:v>103.06244</c:v>
                </c:pt>
                <c:pt idx="2810">
                  <c:v>102.94777999999999</c:v>
                </c:pt>
                <c:pt idx="2811">
                  <c:v>102.83698</c:v>
                </c:pt>
                <c:pt idx="2812">
                  <c:v>102.73165</c:v>
                </c:pt>
                <c:pt idx="2813">
                  <c:v>102.62585</c:v>
                </c:pt>
                <c:pt idx="2814">
                  <c:v>102.51295</c:v>
                </c:pt>
                <c:pt idx="2815">
                  <c:v>102.39892</c:v>
                </c:pt>
                <c:pt idx="2816">
                  <c:v>102.29038</c:v>
                </c:pt>
                <c:pt idx="2817">
                  <c:v>102.18819000000001</c:v>
                </c:pt>
                <c:pt idx="2818">
                  <c:v>102.09327</c:v>
                </c:pt>
                <c:pt idx="2819">
                  <c:v>102.003</c:v>
                </c:pt>
                <c:pt idx="2820">
                  <c:v>101.91401999999999</c:v>
                </c:pt>
                <c:pt idx="2821">
                  <c:v>101.82283</c:v>
                </c:pt>
                <c:pt idx="2822">
                  <c:v>101.72865</c:v>
                </c:pt>
                <c:pt idx="2823">
                  <c:v>101.62846999999999</c:v>
                </c:pt>
                <c:pt idx="2824">
                  <c:v>101.52043</c:v>
                </c:pt>
                <c:pt idx="2825">
                  <c:v>101.40272</c:v>
                </c:pt>
                <c:pt idx="2826">
                  <c:v>101.27924</c:v>
                </c:pt>
                <c:pt idx="2827">
                  <c:v>101.15546000000001</c:v>
                </c:pt>
                <c:pt idx="2828">
                  <c:v>101.0331</c:v>
                </c:pt>
                <c:pt idx="2829">
                  <c:v>100.91598999999999</c:v>
                </c:pt>
                <c:pt idx="2830">
                  <c:v>100.80459999999999</c:v>
                </c:pt>
                <c:pt idx="2831">
                  <c:v>100.69499999999999</c:v>
                </c:pt>
                <c:pt idx="2832">
                  <c:v>100.58704</c:v>
                </c:pt>
                <c:pt idx="2833">
                  <c:v>100.48381000000001</c:v>
                </c:pt>
                <c:pt idx="2834">
                  <c:v>100.386</c:v>
                </c:pt>
                <c:pt idx="2835">
                  <c:v>100.29016</c:v>
                </c:pt>
                <c:pt idx="2836">
                  <c:v>100.19549000000001</c:v>
                </c:pt>
                <c:pt idx="2837">
                  <c:v>100.1006</c:v>
                </c:pt>
                <c:pt idx="2838">
                  <c:v>100.00456</c:v>
                </c:pt>
                <c:pt idx="2839">
                  <c:v>99.907805999999994</c:v>
                </c:pt>
                <c:pt idx="2840">
                  <c:v>99.808914000000001</c:v>
                </c:pt>
                <c:pt idx="2841">
                  <c:v>99.708939000000001</c:v>
                </c:pt>
                <c:pt idx="2842">
                  <c:v>99.609702999999996</c:v>
                </c:pt>
                <c:pt idx="2843">
                  <c:v>99.513274999999993</c:v>
                </c:pt>
                <c:pt idx="2844">
                  <c:v>99.418746999999996</c:v>
                </c:pt>
                <c:pt idx="2845">
                  <c:v>99.325385999999995</c:v>
                </c:pt>
                <c:pt idx="2846">
                  <c:v>99.232605000000007</c:v>
                </c:pt>
                <c:pt idx="2847">
                  <c:v>99.137932000000006</c:v>
                </c:pt>
                <c:pt idx="2848">
                  <c:v>99.039199999999994</c:v>
                </c:pt>
                <c:pt idx="2849">
                  <c:v>98.937484999999995</c:v>
                </c:pt>
                <c:pt idx="2850">
                  <c:v>98.834068000000002</c:v>
                </c:pt>
                <c:pt idx="2851">
                  <c:v>98.726112000000001</c:v>
                </c:pt>
                <c:pt idx="2852">
                  <c:v>98.612166999999999</c:v>
                </c:pt>
                <c:pt idx="2853">
                  <c:v>98.49485</c:v>
                </c:pt>
                <c:pt idx="2854">
                  <c:v>98.376755000000003</c:v>
                </c:pt>
                <c:pt idx="2855">
                  <c:v>98.258849999999995</c:v>
                </c:pt>
                <c:pt idx="2856">
                  <c:v>98.143058999999994</c:v>
                </c:pt>
                <c:pt idx="2857">
                  <c:v>98.031066999999993</c:v>
                </c:pt>
                <c:pt idx="2858">
                  <c:v>97.922606999999999</c:v>
                </c:pt>
                <c:pt idx="2859">
                  <c:v>97.816231000000002</c:v>
                </c:pt>
                <c:pt idx="2860">
                  <c:v>97.714416999999997</c:v>
                </c:pt>
                <c:pt idx="2861">
                  <c:v>97.619422999999998</c:v>
                </c:pt>
                <c:pt idx="2862">
                  <c:v>97.529860999999997</c:v>
                </c:pt>
                <c:pt idx="2863">
                  <c:v>97.442222999999998</c:v>
                </c:pt>
                <c:pt idx="2864">
                  <c:v>97.355652000000006</c:v>
                </c:pt>
                <c:pt idx="2865">
                  <c:v>97.271552999999997</c:v>
                </c:pt>
                <c:pt idx="2866">
                  <c:v>97.189796000000001</c:v>
                </c:pt>
                <c:pt idx="2867">
                  <c:v>97.106133</c:v>
                </c:pt>
                <c:pt idx="2868">
                  <c:v>97.018897999999993</c:v>
                </c:pt>
                <c:pt idx="2869">
                  <c:v>96.930672000000001</c:v>
                </c:pt>
                <c:pt idx="2870">
                  <c:v>96.844429000000005</c:v>
                </c:pt>
                <c:pt idx="2871">
                  <c:v>96.759972000000005</c:v>
                </c:pt>
                <c:pt idx="2872">
                  <c:v>96.671233999999998</c:v>
                </c:pt>
                <c:pt idx="2873">
                  <c:v>96.577415000000002</c:v>
                </c:pt>
                <c:pt idx="2874">
                  <c:v>96.480964999999998</c:v>
                </c:pt>
                <c:pt idx="2875">
                  <c:v>96.382462000000004</c:v>
                </c:pt>
                <c:pt idx="2876">
                  <c:v>96.281479000000004</c:v>
                </c:pt>
                <c:pt idx="2877">
                  <c:v>96.180237000000005</c:v>
                </c:pt>
                <c:pt idx="2878">
                  <c:v>96.080573999999999</c:v>
                </c:pt>
                <c:pt idx="2879">
                  <c:v>95.982056</c:v>
                </c:pt>
                <c:pt idx="2880">
                  <c:v>95.883492000000004</c:v>
                </c:pt>
                <c:pt idx="2881">
                  <c:v>95.782623000000001</c:v>
                </c:pt>
                <c:pt idx="2882">
                  <c:v>95.676345999999995</c:v>
                </c:pt>
                <c:pt idx="2883">
                  <c:v>95.56353</c:v>
                </c:pt>
                <c:pt idx="2884">
                  <c:v>95.444076999999993</c:v>
                </c:pt>
                <c:pt idx="2885">
                  <c:v>95.316040000000001</c:v>
                </c:pt>
                <c:pt idx="2886">
                  <c:v>95.177436999999998</c:v>
                </c:pt>
                <c:pt idx="2887">
                  <c:v>95.030181999999996</c:v>
                </c:pt>
                <c:pt idx="2888">
                  <c:v>94.878547999999995</c:v>
                </c:pt>
                <c:pt idx="2889">
                  <c:v>94.723517999999999</c:v>
                </c:pt>
                <c:pt idx="2890">
                  <c:v>94.565781000000001</c:v>
                </c:pt>
                <c:pt idx="2891">
                  <c:v>94.409476999999995</c:v>
                </c:pt>
                <c:pt idx="2892">
                  <c:v>94.257346999999996</c:v>
                </c:pt>
                <c:pt idx="2893">
                  <c:v>94.109131000000005</c:v>
                </c:pt>
                <c:pt idx="2894">
                  <c:v>93.964775000000003</c:v>
                </c:pt>
                <c:pt idx="2895">
                  <c:v>93.822852999999995</c:v>
                </c:pt>
                <c:pt idx="2896">
                  <c:v>93.680533999999994</c:v>
                </c:pt>
                <c:pt idx="2897">
                  <c:v>93.539291000000006</c:v>
                </c:pt>
                <c:pt idx="2898">
                  <c:v>93.402884999999998</c:v>
                </c:pt>
                <c:pt idx="2899">
                  <c:v>93.270988000000003</c:v>
                </c:pt>
                <c:pt idx="2900">
                  <c:v>93.139129999999994</c:v>
                </c:pt>
                <c:pt idx="2901">
                  <c:v>93.005454999999998</c:v>
                </c:pt>
                <c:pt idx="2902">
                  <c:v>92.873131000000001</c:v>
                </c:pt>
                <c:pt idx="2903">
                  <c:v>92.746025000000003</c:v>
                </c:pt>
                <c:pt idx="2904">
                  <c:v>92.626045000000005</c:v>
                </c:pt>
                <c:pt idx="2905">
                  <c:v>92.507507000000004</c:v>
                </c:pt>
                <c:pt idx="2906">
                  <c:v>92.390029999999996</c:v>
                </c:pt>
                <c:pt idx="2907">
                  <c:v>92.273269999999997</c:v>
                </c:pt>
                <c:pt idx="2908">
                  <c:v>92.157248999999993</c:v>
                </c:pt>
                <c:pt idx="2909">
                  <c:v>92.041847000000004</c:v>
                </c:pt>
                <c:pt idx="2910">
                  <c:v>91.923919999999995</c:v>
                </c:pt>
                <c:pt idx="2911">
                  <c:v>91.803191999999996</c:v>
                </c:pt>
                <c:pt idx="2912">
                  <c:v>91.680961999999994</c:v>
                </c:pt>
                <c:pt idx="2913">
                  <c:v>91.559601000000001</c:v>
                </c:pt>
                <c:pt idx="2914">
                  <c:v>91.439751000000001</c:v>
                </c:pt>
                <c:pt idx="2915">
                  <c:v>91.320847000000001</c:v>
                </c:pt>
                <c:pt idx="2916">
                  <c:v>91.203322999999997</c:v>
                </c:pt>
                <c:pt idx="2917">
                  <c:v>91.086333999999994</c:v>
                </c:pt>
                <c:pt idx="2918">
                  <c:v>90.971405000000004</c:v>
                </c:pt>
                <c:pt idx="2919">
                  <c:v>90.858337000000006</c:v>
                </c:pt>
                <c:pt idx="2920">
                  <c:v>90.749176000000006</c:v>
                </c:pt>
                <c:pt idx="2921">
                  <c:v>90.640975999999995</c:v>
                </c:pt>
                <c:pt idx="2922">
                  <c:v>90.526871</c:v>
                </c:pt>
                <c:pt idx="2923">
                  <c:v>90.404640000000001</c:v>
                </c:pt>
                <c:pt idx="2924">
                  <c:v>90.275786999999994</c:v>
                </c:pt>
                <c:pt idx="2925">
                  <c:v>90.144867000000005</c:v>
                </c:pt>
                <c:pt idx="2926">
                  <c:v>90.013701999999995</c:v>
                </c:pt>
                <c:pt idx="2927">
                  <c:v>89.881432000000004</c:v>
                </c:pt>
                <c:pt idx="2928">
                  <c:v>89.748581000000001</c:v>
                </c:pt>
                <c:pt idx="2929">
                  <c:v>89.617012000000003</c:v>
                </c:pt>
                <c:pt idx="2930">
                  <c:v>89.487610000000004</c:v>
                </c:pt>
                <c:pt idx="2931">
                  <c:v>89.361464999999995</c:v>
                </c:pt>
                <c:pt idx="2932">
                  <c:v>89.239609000000002</c:v>
                </c:pt>
                <c:pt idx="2933">
                  <c:v>89.123374999999996</c:v>
                </c:pt>
                <c:pt idx="2934">
                  <c:v>89.010375999999994</c:v>
                </c:pt>
                <c:pt idx="2935">
                  <c:v>88.897514000000001</c:v>
                </c:pt>
                <c:pt idx="2936">
                  <c:v>88.782264999999995</c:v>
                </c:pt>
                <c:pt idx="2937">
                  <c:v>88.665374999999997</c:v>
                </c:pt>
                <c:pt idx="2938">
                  <c:v>88.550072</c:v>
                </c:pt>
                <c:pt idx="2939">
                  <c:v>88.440787999999998</c:v>
                </c:pt>
                <c:pt idx="2940">
                  <c:v>88.33963</c:v>
                </c:pt>
                <c:pt idx="2941">
                  <c:v>88.242644999999996</c:v>
                </c:pt>
                <c:pt idx="2942">
                  <c:v>88.146384999999995</c:v>
                </c:pt>
                <c:pt idx="2943">
                  <c:v>88.049126000000001</c:v>
                </c:pt>
                <c:pt idx="2944">
                  <c:v>87.951706000000001</c:v>
                </c:pt>
                <c:pt idx="2945">
                  <c:v>87.856071</c:v>
                </c:pt>
                <c:pt idx="2946">
                  <c:v>87.761764999999997</c:v>
                </c:pt>
                <c:pt idx="2947">
                  <c:v>87.667854000000005</c:v>
                </c:pt>
                <c:pt idx="2948">
                  <c:v>87.574768000000006</c:v>
                </c:pt>
                <c:pt idx="2949">
                  <c:v>87.482162000000002</c:v>
                </c:pt>
                <c:pt idx="2950">
                  <c:v>87.389281999999994</c:v>
                </c:pt>
                <c:pt idx="2951">
                  <c:v>87.296417000000005</c:v>
                </c:pt>
                <c:pt idx="2952">
                  <c:v>87.205146999999997</c:v>
                </c:pt>
                <c:pt idx="2953">
                  <c:v>87.116028</c:v>
                </c:pt>
                <c:pt idx="2954">
                  <c:v>87.028412000000003</c:v>
                </c:pt>
                <c:pt idx="2955">
                  <c:v>86.942368000000002</c:v>
                </c:pt>
                <c:pt idx="2956">
                  <c:v>86.857521000000006</c:v>
                </c:pt>
                <c:pt idx="2957">
                  <c:v>86.773842000000002</c:v>
                </c:pt>
                <c:pt idx="2958">
                  <c:v>86.691322</c:v>
                </c:pt>
                <c:pt idx="2959">
                  <c:v>86.609656999999999</c:v>
                </c:pt>
                <c:pt idx="2960">
                  <c:v>86.529105999999999</c:v>
                </c:pt>
                <c:pt idx="2961">
                  <c:v>86.449912999999995</c:v>
                </c:pt>
                <c:pt idx="2962">
                  <c:v>86.371971000000002</c:v>
                </c:pt>
                <c:pt idx="2963">
                  <c:v>86.294280999999998</c:v>
                </c:pt>
                <c:pt idx="2964">
                  <c:v>86.217277999999993</c:v>
                </c:pt>
                <c:pt idx="2965">
                  <c:v>86.141907000000003</c:v>
                </c:pt>
                <c:pt idx="2966">
                  <c:v>86.067970000000003</c:v>
                </c:pt>
                <c:pt idx="2967">
                  <c:v>85.994781000000003</c:v>
                </c:pt>
                <c:pt idx="2968">
                  <c:v>85.922545999999997</c:v>
                </c:pt>
                <c:pt idx="2969">
                  <c:v>85.850669999999994</c:v>
                </c:pt>
                <c:pt idx="2970">
                  <c:v>85.780251000000007</c:v>
                </c:pt>
                <c:pt idx="2971">
                  <c:v>85.714080999999993</c:v>
                </c:pt>
                <c:pt idx="2972">
                  <c:v>85.655640000000005</c:v>
                </c:pt>
                <c:pt idx="2973">
                  <c:v>85.605987999999996</c:v>
                </c:pt>
                <c:pt idx="2974">
                  <c:v>85.565948000000006</c:v>
                </c:pt>
                <c:pt idx="2975">
                  <c:v>85.530106000000004</c:v>
                </c:pt>
                <c:pt idx="2976">
                  <c:v>85.491287</c:v>
                </c:pt>
                <c:pt idx="2977">
                  <c:v>85.449562</c:v>
                </c:pt>
                <c:pt idx="2978">
                  <c:v>85.407753</c:v>
                </c:pt>
                <c:pt idx="2979">
                  <c:v>85.372292000000002</c:v>
                </c:pt>
                <c:pt idx="2980">
                  <c:v>85.340774999999994</c:v>
                </c:pt>
                <c:pt idx="2981">
                  <c:v>85.305938999999995</c:v>
                </c:pt>
                <c:pt idx="2982">
                  <c:v>85.304862999999997</c:v>
                </c:pt>
                <c:pt idx="2983">
                  <c:v>85.280868999999996</c:v>
                </c:pt>
                <c:pt idx="2984">
                  <c:v>85.246161999999998</c:v>
                </c:pt>
                <c:pt idx="2985">
                  <c:v>85.208618000000001</c:v>
                </c:pt>
                <c:pt idx="2986">
                  <c:v>85.172470000000004</c:v>
                </c:pt>
                <c:pt idx="2987">
                  <c:v>85.138503999999998</c:v>
                </c:pt>
                <c:pt idx="2988">
                  <c:v>85.102699000000001</c:v>
                </c:pt>
                <c:pt idx="2989">
                  <c:v>85.060158000000001</c:v>
                </c:pt>
                <c:pt idx="2990">
                  <c:v>85.008460999999997</c:v>
                </c:pt>
                <c:pt idx="2991">
                  <c:v>84.948150999999996</c:v>
                </c:pt>
                <c:pt idx="2992">
                  <c:v>84.881637999999995</c:v>
                </c:pt>
                <c:pt idx="2993">
                  <c:v>84.810822000000002</c:v>
                </c:pt>
                <c:pt idx="2994">
                  <c:v>84.735847000000007</c:v>
                </c:pt>
                <c:pt idx="2995">
                  <c:v>84.657486000000006</c:v>
                </c:pt>
                <c:pt idx="2996">
                  <c:v>84.576819999999998</c:v>
                </c:pt>
                <c:pt idx="2997">
                  <c:v>84.495307999999994</c:v>
                </c:pt>
                <c:pt idx="2998">
                  <c:v>84.415749000000005</c:v>
                </c:pt>
                <c:pt idx="2999">
                  <c:v>84.340964999999997</c:v>
                </c:pt>
                <c:pt idx="3000">
                  <c:v>84.270843999999997</c:v>
                </c:pt>
                <c:pt idx="3001">
                  <c:v>84.204223999999996</c:v>
                </c:pt>
                <c:pt idx="3002">
                  <c:v>84.138762999999997</c:v>
                </c:pt>
                <c:pt idx="3003">
                  <c:v>84.072829999999996</c:v>
                </c:pt>
                <c:pt idx="3004">
                  <c:v>84.005629999999996</c:v>
                </c:pt>
                <c:pt idx="3005">
                  <c:v>83.937920000000005</c:v>
                </c:pt>
                <c:pt idx="3006">
                  <c:v>83.866973999999999</c:v>
                </c:pt>
                <c:pt idx="3007">
                  <c:v>83.793426999999994</c:v>
                </c:pt>
                <c:pt idx="3008">
                  <c:v>83.721305999999998</c:v>
                </c:pt>
                <c:pt idx="3009">
                  <c:v>83.653037999999995</c:v>
                </c:pt>
                <c:pt idx="3010">
                  <c:v>83.587990000000005</c:v>
                </c:pt>
                <c:pt idx="3011">
                  <c:v>83.523574999999994</c:v>
                </c:pt>
                <c:pt idx="3012">
                  <c:v>83.450134000000006</c:v>
                </c:pt>
                <c:pt idx="3013">
                  <c:v>83.370238999999998</c:v>
                </c:pt>
                <c:pt idx="3014">
                  <c:v>83.290244999999999</c:v>
                </c:pt>
                <c:pt idx="3015">
                  <c:v>83.213936000000004</c:v>
                </c:pt>
                <c:pt idx="3016">
                  <c:v>83.170203999999998</c:v>
                </c:pt>
                <c:pt idx="3017">
                  <c:v>83.161788999999999</c:v>
                </c:pt>
                <c:pt idx="3018">
                  <c:v>83.166060999999999</c:v>
                </c:pt>
                <c:pt idx="3019">
                  <c:v>83.169487000000004</c:v>
                </c:pt>
                <c:pt idx="3020">
                  <c:v>83.164696000000006</c:v>
                </c:pt>
                <c:pt idx="3021">
                  <c:v>83.154182000000006</c:v>
                </c:pt>
                <c:pt idx="3022">
                  <c:v>83.139129999999994</c:v>
                </c:pt>
                <c:pt idx="3023">
                  <c:v>83.122733999999994</c:v>
                </c:pt>
                <c:pt idx="3024">
                  <c:v>83.105057000000002</c:v>
                </c:pt>
                <c:pt idx="3025">
                  <c:v>83.086455999999998</c:v>
                </c:pt>
                <c:pt idx="3026">
                  <c:v>83.066237999999998</c:v>
                </c:pt>
                <c:pt idx="3027">
                  <c:v>83.044510000000002</c:v>
                </c:pt>
                <c:pt idx="3028">
                  <c:v>83.022155999999995</c:v>
                </c:pt>
                <c:pt idx="3029">
                  <c:v>82.999420000000001</c:v>
                </c:pt>
                <c:pt idx="3030">
                  <c:v>82.976851999999994</c:v>
                </c:pt>
                <c:pt idx="3031">
                  <c:v>82.954505999999995</c:v>
                </c:pt>
                <c:pt idx="3032">
                  <c:v>82.930808999999996</c:v>
                </c:pt>
                <c:pt idx="3033">
                  <c:v>82.905983000000006</c:v>
                </c:pt>
                <c:pt idx="3034">
                  <c:v>82.881348000000003</c:v>
                </c:pt>
                <c:pt idx="3035">
                  <c:v>82.857758000000004</c:v>
                </c:pt>
                <c:pt idx="3036">
                  <c:v>82.834464999999994</c:v>
                </c:pt>
                <c:pt idx="3037">
                  <c:v>82.811508000000003</c:v>
                </c:pt>
                <c:pt idx="3038">
                  <c:v>82.788741999999999</c:v>
                </c:pt>
                <c:pt idx="3039">
                  <c:v>82.764915000000002</c:v>
                </c:pt>
                <c:pt idx="3040">
                  <c:v>82.738410999999999</c:v>
                </c:pt>
                <c:pt idx="3041">
                  <c:v>82.706649999999996</c:v>
                </c:pt>
                <c:pt idx="3042">
                  <c:v>82.666945999999996</c:v>
                </c:pt>
                <c:pt idx="3043">
                  <c:v>82.620215999999999</c:v>
                </c:pt>
                <c:pt idx="3044">
                  <c:v>82.570992000000004</c:v>
                </c:pt>
                <c:pt idx="3045">
                  <c:v>82.521064999999993</c:v>
                </c:pt>
                <c:pt idx="3046">
                  <c:v>82.473442000000006</c:v>
                </c:pt>
                <c:pt idx="3047">
                  <c:v>82.424178999999995</c:v>
                </c:pt>
                <c:pt idx="3048">
                  <c:v>82.371384000000006</c:v>
                </c:pt>
                <c:pt idx="3049">
                  <c:v>82.313598999999996</c:v>
                </c:pt>
                <c:pt idx="3050">
                  <c:v>82.248588999999996</c:v>
                </c:pt>
                <c:pt idx="3051">
                  <c:v>82.173552999999998</c:v>
                </c:pt>
                <c:pt idx="3052">
                  <c:v>82.089873999999995</c:v>
                </c:pt>
                <c:pt idx="3053">
                  <c:v>82.002525000000006</c:v>
                </c:pt>
                <c:pt idx="3054">
                  <c:v>81.912589999999994</c:v>
                </c:pt>
                <c:pt idx="3055">
                  <c:v>81.823029000000005</c:v>
                </c:pt>
                <c:pt idx="3056">
                  <c:v>81.734961999999996</c:v>
                </c:pt>
                <c:pt idx="3057">
                  <c:v>81.647942</c:v>
                </c:pt>
                <c:pt idx="3058">
                  <c:v>81.562904000000003</c:v>
                </c:pt>
                <c:pt idx="3059">
                  <c:v>81.481269999999995</c:v>
                </c:pt>
                <c:pt idx="3060">
                  <c:v>81.404929999999993</c:v>
                </c:pt>
                <c:pt idx="3061">
                  <c:v>81.333877999999999</c:v>
                </c:pt>
                <c:pt idx="3062">
                  <c:v>81.263000000000005</c:v>
                </c:pt>
                <c:pt idx="3063">
                  <c:v>81.188141000000002</c:v>
                </c:pt>
                <c:pt idx="3064">
                  <c:v>81.108337000000006</c:v>
                </c:pt>
                <c:pt idx="3065">
                  <c:v>81.027602999999999</c:v>
                </c:pt>
                <c:pt idx="3066">
                  <c:v>80.947875999999994</c:v>
                </c:pt>
                <c:pt idx="3067">
                  <c:v>80.875609999999995</c:v>
                </c:pt>
                <c:pt idx="3068">
                  <c:v>80.812042000000005</c:v>
                </c:pt>
                <c:pt idx="3069">
                  <c:v>80.754463000000001</c:v>
                </c:pt>
                <c:pt idx="3070">
                  <c:v>80.701035000000005</c:v>
                </c:pt>
                <c:pt idx="3071">
                  <c:v>80.651320999999996</c:v>
                </c:pt>
                <c:pt idx="3072">
                  <c:v>80.603531000000004</c:v>
                </c:pt>
                <c:pt idx="3073">
                  <c:v>80.559562999999997</c:v>
                </c:pt>
                <c:pt idx="3074">
                  <c:v>80.521355</c:v>
                </c:pt>
                <c:pt idx="3075">
                  <c:v>80.486464999999995</c:v>
                </c:pt>
                <c:pt idx="3076">
                  <c:v>80.451697999999993</c:v>
                </c:pt>
                <c:pt idx="3077">
                  <c:v>80.415665000000004</c:v>
                </c:pt>
                <c:pt idx="3078">
                  <c:v>80.378615999999994</c:v>
                </c:pt>
                <c:pt idx="3079">
                  <c:v>80.342308000000003</c:v>
                </c:pt>
                <c:pt idx="3080">
                  <c:v>80.307868999999997</c:v>
                </c:pt>
                <c:pt idx="3081">
                  <c:v>80.274628000000007</c:v>
                </c:pt>
                <c:pt idx="3082">
                  <c:v>80.242301999999995</c:v>
                </c:pt>
                <c:pt idx="3083">
                  <c:v>80.210708999999994</c:v>
                </c:pt>
                <c:pt idx="3084">
                  <c:v>80.179237000000001</c:v>
                </c:pt>
                <c:pt idx="3085">
                  <c:v>80.147323999999998</c:v>
                </c:pt>
                <c:pt idx="3086">
                  <c:v>80.114647000000005</c:v>
                </c:pt>
                <c:pt idx="3087">
                  <c:v>80.080933000000002</c:v>
                </c:pt>
                <c:pt idx="3088">
                  <c:v>80.046631000000005</c:v>
                </c:pt>
                <c:pt idx="3089">
                  <c:v>80.010536000000002</c:v>
                </c:pt>
                <c:pt idx="3090">
                  <c:v>79.972160000000002</c:v>
                </c:pt>
                <c:pt idx="3091">
                  <c:v>79.934471000000002</c:v>
                </c:pt>
                <c:pt idx="3092">
                  <c:v>79.898124999999993</c:v>
                </c:pt>
                <c:pt idx="3093">
                  <c:v>79.859283000000005</c:v>
                </c:pt>
                <c:pt idx="3094">
                  <c:v>79.816817999999998</c:v>
                </c:pt>
                <c:pt idx="3095">
                  <c:v>79.773560000000003</c:v>
                </c:pt>
                <c:pt idx="3096">
                  <c:v>79.731232000000006</c:v>
                </c:pt>
                <c:pt idx="3097">
                  <c:v>79.691208000000003</c:v>
                </c:pt>
                <c:pt idx="3098">
                  <c:v>79.655654999999996</c:v>
                </c:pt>
                <c:pt idx="3099">
                  <c:v>79.622992999999994</c:v>
                </c:pt>
                <c:pt idx="3100">
                  <c:v>79.589302000000004</c:v>
                </c:pt>
                <c:pt idx="3101">
                  <c:v>79.552093999999997</c:v>
                </c:pt>
                <c:pt idx="3102">
                  <c:v>79.512855999999999</c:v>
                </c:pt>
                <c:pt idx="3103">
                  <c:v>79.474959999999996</c:v>
                </c:pt>
                <c:pt idx="3104">
                  <c:v>79.439407000000003</c:v>
                </c:pt>
                <c:pt idx="3105">
                  <c:v>79.405288999999996</c:v>
                </c:pt>
                <c:pt idx="3106">
                  <c:v>79.371864000000002</c:v>
                </c:pt>
                <c:pt idx="3107">
                  <c:v>79.339600000000004</c:v>
                </c:pt>
                <c:pt idx="3108">
                  <c:v>79.308791999999997</c:v>
                </c:pt>
                <c:pt idx="3109">
                  <c:v>79.278060999999994</c:v>
                </c:pt>
                <c:pt idx="3110">
                  <c:v>79.246978999999996</c:v>
                </c:pt>
                <c:pt idx="3111">
                  <c:v>79.216339000000005</c:v>
                </c:pt>
                <c:pt idx="3112">
                  <c:v>79.187042000000005</c:v>
                </c:pt>
                <c:pt idx="3113">
                  <c:v>79.158874999999995</c:v>
                </c:pt>
                <c:pt idx="3114">
                  <c:v>79.131789999999995</c:v>
                </c:pt>
                <c:pt idx="3115">
                  <c:v>79.105759000000006</c:v>
                </c:pt>
                <c:pt idx="3116">
                  <c:v>79.079787999999994</c:v>
                </c:pt>
                <c:pt idx="3117">
                  <c:v>79.052932999999996</c:v>
                </c:pt>
                <c:pt idx="3118">
                  <c:v>79.025452000000001</c:v>
                </c:pt>
                <c:pt idx="3119">
                  <c:v>78.998008999999996</c:v>
                </c:pt>
                <c:pt idx="3120">
                  <c:v>78.970528000000002</c:v>
                </c:pt>
                <c:pt idx="3121">
                  <c:v>78.94162</c:v>
                </c:pt>
                <c:pt idx="3122">
                  <c:v>78.910988000000003</c:v>
                </c:pt>
                <c:pt idx="3123">
                  <c:v>78.879097000000002</c:v>
                </c:pt>
                <c:pt idx="3124">
                  <c:v>78.844397999999998</c:v>
                </c:pt>
                <c:pt idx="3125">
                  <c:v>78.808395000000004</c:v>
                </c:pt>
                <c:pt idx="3126">
                  <c:v>78.768508999999995</c:v>
                </c:pt>
                <c:pt idx="3127">
                  <c:v>78.723167000000004</c:v>
                </c:pt>
                <c:pt idx="3128">
                  <c:v>78.673653000000002</c:v>
                </c:pt>
                <c:pt idx="3129">
                  <c:v>78.622382999999999</c:v>
                </c:pt>
                <c:pt idx="3130">
                  <c:v>78.569710000000001</c:v>
                </c:pt>
                <c:pt idx="3131">
                  <c:v>78.510231000000005</c:v>
                </c:pt>
                <c:pt idx="3132">
                  <c:v>78.437973</c:v>
                </c:pt>
                <c:pt idx="3133">
                  <c:v>78.353904999999997</c:v>
                </c:pt>
                <c:pt idx="3134">
                  <c:v>78.266463999999999</c:v>
                </c:pt>
                <c:pt idx="3135">
                  <c:v>78.174225000000007</c:v>
                </c:pt>
                <c:pt idx="3136">
                  <c:v>78.079093999999998</c:v>
                </c:pt>
                <c:pt idx="3137">
                  <c:v>77.983779999999996</c:v>
                </c:pt>
                <c:pt idx="3138">
                  <c:v>77.888030999999998</c:v>
                </c:pt>
                <c:pt idx="3139">
                  <c:v>77.791916000000001</c:v>
                </c:pt>
                <c:pt idx="3140">
                  <c:v>77.696526000000006</c:v>
                </c:pt>
                <c:pt idx="3141">
                  <c:v>77.602249</c:v>
                </c:pt>
                <c:pt idx="3142">
                  <c:v>77.509658999999999</c:v>
                </c:pt>
                <c:pt idx="3143">
                  <c:v>77.423698000000002</c:v>
                </c:pt>
                <c:pt idx="3144">
                  <c:v>77.344727000000006</c:v>
                </c:pt>
                <c:pt idx="3145">
                  <c:v>77.263817000000003</c:v>
                </c:pt>
                <c:pt idx="3146">
                  <c:v>77.175217000000004</c:v>
                </c:pt>
                <c:pt idx="3147">
                  <c:v>77.083008000000007</c:v>
                </c:pt>
                <c:pt idx="3148">
                  <c:v>76.990746000000001</c:v>
                </c:pt>
                <c:pt idx="3149">
                  <c:v>76.898658999999995</c:v>
                </c:pt>
                <c:pt idx="3150">
                  <c:v>76.807449000000005</c:v>
                </c:pt>
                <c:pt idx="3151">
                  <c:v>76.717262000000005</c:v>
                </c:pt>
                <c:pt idx="3152">
                  <c:v>76.627426</c:v>
                </c:pt>
                <c:pt idx="3153">
                  <c:v>76.540588</c:v>
                </c:pt>
                <c:pt idx="3154">
                  <c:v>76.464302000000004</c:v>
                </c:pt>
                <c:pt idx="3155">
                  <c:v>76.398696999999999</c:v>
                </c:pt>
                <c:pt idx="3156">
                  <c:v>76.331451000000001</c:v>
                </c:pt>
                <c:pt idx="3157">
                  <c:v>76.256798000000003</c:v>
                </c:pt>
                <c:pt idx="3158">
                  <c:v>76.179931999999994</c:v>
                </c:pt>
                <c:pt idx="3159">
                  <c:v>76.108329999999995</c:v>
                </c:pt>
                <c:pt idx="3160">
                  <c:v>76.042755</c:v>
                </c:pt>
                <c:pt idx="3161">
                  <c:v>75.978461999999993</c:v>
                </c:pt>
                <c:pt idx="3162">
                  <c:v>75.914101000000002</c:v>
                </c:pt>
                <c:pt idx="3163">
                  <c:v>75.850998000000004</c:v>
                </c:pt>
                <c:pt idx="3164">
                  <c:v>75.788498000000004</c:v>
                </c:pt>
                <c:pt idx="3165">
                  <c:v>75.726128000000003</c:v>
                </c:pt>
                <c:pt idx="3166">
                  <c:v>75.665099999999995</c:v>
                </c:pt>
                <c:pt idx="3167">
                  <c:v>75.603843999999995</c:v>
                </c:pt>
                <c:pt idx="3168">
                  <c:v>75.538773000000006</c:v>
                </c:pt>
                <c:pt idx="3169">
                  <c:v>75.466971999999998</c:v>
                </c:pt>
                <c:pt idx="3170">
                  <c:v>75.384827000000001</c:v>
                </c:pt>
                <c:pt idx="3171">
                  <c:v>75.298942999999994</c:v>
                </c:pt>
                <c:pt idx="3172">
                  <c:v>75.214118999999997</c:v>
                </c:pt>
                <c:pt idx="3173">
                  <c:v>75.137375000000006</c:v>
                </c:pt>
                <c:pt idx="3174">
                  <c:v>75.075905000000006</c:v>
                </c:pt>
                <c:pt idx="3175">
                  <c:v>75.027946</c:v>
                </c:pt>
                <c:pt idx="3176">
                  <c:v>74.982292000000001</c:v>
                </c:pt>
                <c:pt idx="3177">
                  <c:v>74.932952999999998</c:v>
                </c:pt>
                <c:pt idx="3178">
                  <c:v>74.879692000000006</c:v>
                </c:pt>
                <c:pt idx="3179">
                  <c:v>74.822815000000006</c:v>
                </c:pt>
                <c:pt idx="3180">
                  <c:v>74.763367000000002</c:v>
                </c:pt>
                <c:pt idx="3181">
                  <c:v>74.705016999999998</c:v>
                </c:pt>
                <c:pt idx="3182">
                  <c:v>74.649612000000005</c:v>
                </c:pt>
                <c:pt idx="3183">
                  <c:v>74.600273000000001</c:v>
                </c:pt>
                <c:pt idx="3184">
                  <c:v>74.559905999999998</c:v>
                </c:pt>
                <c:pt idx="3185">
                  <c:v>74.525711000000001</c:v>
                </c:pt>
                <c:pt idx="3186">
                  <c:v>74.495925999999997</c:v>
                </c:pt>
                <c:pt idx="3187">
                  <c:v>74.465935000000002</c:v>
                </c:pt>
                <c:pt idx="3188">
                  <c:v>74.432158999999999</c:v>
                </c:pt>
                <c:pt idx="3189">
                  <c:v>74.389999000000003</c:v>
                </c:pt>
                <c:pt idx="3190">
                  <c:v>74.340819999999994</c:v>
                </c:pt>
                <c:pt idx="3191">
                  <c:v>74.288216000000006</c:v>
                </c:pt>
                <c:pt idx="3192">
                  <c:v>74.239318999999995</c:v>
                </c:pt>
                <c:pt idx="3193">
                  <c:v>74.194710000000001</c:v>
                </c:pt>
                <c:pt idx="3194">
                  <c:v>74.1511</c:v>
                </c:pt>
                <c:pt idx="3195">
                  <c:v>74.106009999999998</c:v>
                </c:pt>
                <c:pt idx="3196">
                  <c:v>74.061035000000004</c:v>
                </c:pt>
                <c:pt idx="3197">
                  <c:v>74.017059000000003</c:v>
                </c:pt>
                <c:pt idx="3198">
                  <c:v>73.973015000000004</c:v>
                </c:pt>
                <c:pt idx="3199">
                  <c:v>73.926826000000005</c:v>
                </c:pt>
                <c:pt idx="3200">
                  <c:v>73.876671000000002</c:v>
                </c:pt>
                <c:pt idx="3201">
                  <c:v>73.822104999999993</c:v>
                </c:pt>
                <c:pt idx="3202">
                  <c:v>73.765456999999998</c:v>
                </c:pt>
                <c:pt idx="3203">
                  <c:v>73.709350999999998</c:v>
                </c:pt>
                <c:pt idx="3204">
                  <c:v>73.654151999999996</c:v>
                </c:pt>
                <c:pt idx="3205">
                  <c:v>73.599654999999998</c:v>
                </c:pt>
                <c:pt idx="3206">
                  <c:v>73.551544000000007</c:v>
                </c:pt>
                <c:pt idx="3207">
                  <c:v>73.509056000000001</c:v>
                </c:pt>
                <c:pt idx="3208">
                  <c:v>73.472115000000002</c:v>
                </c:pt>
                <c:pt idx="3209">
                  <c:v>73.431258999999997</c:v>
                </c:pt>
                <c:pt idx="3210">
                  <c:v>73.383560000000003</c:v>
                </c:pt>
                <c:pt idx="3211">
                  <c:v>73.329857000000004</c:v>
                </c:pt>
                <c:pt idx="3212">
                  <c:v>73.274901999999997</c:v>
                </c:pt>
                <c:pt idx="3213">
                  <c:v>73.219025000000002</c:v>
                </c:pt>
                <c:pt idx="3214">
                  <c:v>73.161643999999995</c:v>
                </c:pt>
                <c:pt idx="3215">
                  <c:v>73.095032000000003</c:v>
                </c:pt>
                <c:pt idx="3216">
                  <c:v>73.017837999999998</c:v>
                </c:pt>
                <c:pt idx="3217">
                  <c:v>72.938911000000004</c:v>
                </c:pt>
                <c:pt idx="3218">
                  <c:v>72.860550000000003</c:v>
                </c:pt>
                <c:pt idx="3219">
                  <c:v>72.783028000000002</c:v>
                </c:pt>
                <c:pt idx="3220">
                  <c:v>72.711417999999995</c:v>
                </c:pt>
                <c:pt idx="3221">
                  <c:v>72.651093000000003</c:v>
                </c:pt>
                <c:pt idx="3222">
                  <c:v>72.600966999999997</c:v>
                </c:pt>
                <c:pt idx="3223">
                  <c:v>72.560401999999996</c:v>
                </c:pt>
                <c:pt idx="3224">
                  <c:v>72.527473000000001</c:v>
                </c:pt>
                <c:pt idx="3225">
                  <c:v>72.501266000000001</c:v>
                </c:pt>
                <c:pt idx="3226">
                  <c:v>72.478431999999998</c:v>
                </c:pt>
                <c:pt idx="3227">
                  <c:v>72.456749000000002</c:v>
                </c:pt>
                <c:pt idx="3228">
                  <c:v>72.434798999999998</c:v>
                </c:pt>
                <c:pt idx="3229">
                  <c:v>72.412955999999994</c:v>
                </c:pt>
                <c:pt idx="3230">
                  <c:v>72.391693000000004</c:v>
                </c:pt>
                <c:pt idx="3231">
                  <c:v>72.369370000000004</c:v>
                </c:pt>
                <c:pt idx="3232">
                  <c:v>72.345817999999994</c:v>
                </c:pt>
                <c:pt idx="3233">
                  <c:v>72.322556000000006</c:v>
                </c:pt>
                <c:pt idx="3234">
                  <c:v>72.300407000000007</c:v>
                </c:pt>
                <c:pt idx="3235">
                  <c:v>72.277855000000002</c:v>
                </c:pt>
                <c:pt idx="3236">
                  <c:v>72.256653</c:v>
                </c:pt>
                <c:pt idx="3237">
                  <c:v>72.236946000000003</c:v>
                </c:pt>
                <c:pt idx="3238">
                  <c:v>72.217262000000005</c:v>
                </c:pt>
                <c:pt idx="3239">
                  <c:v>72.198158000000006</c:v>
                </c:pt>
                <c:pt idx="3240">
                  <c:v>72.179221999999996</c:v>
                </c:pt>
                <c:pt idx="3241">
                  <c:v>72.160408000000004</c:v>
                </c:pt>
                <c:pt idx="3242">
                  <c:v>72.141289</c:v>
                </c:pt>
                <c:pt idx="3243">
                  <c:v>72.121573999999995</c:v>
                </c:pt>
                <c:pt idx="3244">
                  <c:v>72.100966999999997</c:v>
                </c:pt>
                <c:pt idx="3245">
                  <c:v>72.080391000000006</c:v>
                </c:pt>
                <c:pt idx="3246">
                  <c:v>72.057495000000003</c:v>
                </c:pt>
                <c:pt idx="3247">
                  <c:v>72.031143</c:v>
                </c:pt>
                <c:pt idx="3248">
                  <c:v>72.002037000000001</c:v>
                </c:pt>
                <c:pt idx="3249">
                  <c:v>71.97287</c:v>
                </c:pt>
                <c:pt idx="3250">
                  <c:v>71.945815999999994</c:v>
                </c:pt>
                <c:pt idx="3251">
                  <c:v>71.918884000000006</c:v>
                </c:pt>
                <c:pt idx="3252">
                  <c:v>71.886841000000004</c:v>
                </c:pt>
                <c:pt idx="3253">
                  <c:v>71.849007</c:v>
                </c:pt>
                <c:pt idx="3254">
                  <c:v>71.811890000000005</c:v>
                </c:pt>
                <c:pt idx="3255">
                  <c:v>71.779655000000005</c:v>
                </c:pt>
                <c:pt idx="3256">
                  <c:v>71.747283999999993</c:v>
                </c:pt>
                <c:pt idx="3257">
                  <c:v>71.714568999999997</c:v>
                </c:pt>
                <c:pt idx="3258">
                  <c:v>71.684494000000001</c:v>
                </c:pt>
                <c:pt idx="3259">
                  <c:v>71.659392999999994</c:v>
                </c:pt>
                <c:pt idx="3260">
                  <c:v>71.634765999999999</c:v>
                </c:pt>
                <c:pt idx="3261">
                  <c:v>71.606255000000004</c:v>
                </c:pt>
                <c:pt idx="3262">
                  <c:v>71.575928000000005</c:v>
                </c:pt>
                <c:pt idx="3263">
                  <c:v>71.542877000000004</c:v>
                </c:pt>
                <c:pt idx="3264">
                  <c:v>71.508087000000003</c:v>
                </c:pt>
                <c:pt idx="3265">
                  <c:v>71.474579000000006</c:v>
                </c:pt>
                <c:pt idx="3266">
                  <c:v>71.438773999999995</c:v>
                </c:pt>
                <c:pt idx="3267">
                  <c:v>71.397330999999994</c:v>
                </c:pt>
                <c:pt idx="3268">
                  <c:v>71.353935000000007</c:v>
                </c:pt>
                <c:pt idx="3269">
                  <c:v>71.313202000000004</c:v>
                </c:pt>
                <c:pt idx="3270">
                  <c:v>71.271705999999995</c:v>
                </c:pt>
                <c:pt idx="3271">
                  <c:v>71.225700000000003</c:v>
                </c:pt>
                <c:pt idx="3272">
                  <c:v>71.175719999999998</c:v>
                </c:pt>
                <c:pt idx="3273">
                  <c:v>71.123206999999994</c:v>
                </c:pt>
                <c:pt idx="3274">
                  <c:v>71.068123</c:v>
                </c:pt>
                <c:pt idx="3275">
                  <c:v>71.011168999999995</c:v>
                </c:pt>
                <c:pt idx="3276">
                  <c:v>70.960442</c:v>
                </c:pt>
                <c:pt idx="3277">
                  <c:v>70.922950999999998</c:v>
                </c:pt>
                <c:pt idx="3278">
                  <c:v>70.884940999999998</c:v>
                </c:pt>
                <c:pt idx="3279">
                  <c:v>70.839211000000006</c:v>
                </c:pt>
                <c:pt idx="3280">
                  <c:v>70.786102</c:v>
                </c:pt>
                <c:pt idx="3281">
                  <c:v>70.735373999999993</c:v>
                </c:pt>
                <c:pt idx="3282">
                  <c:v>70.688430999999994</c:v>
                </c:pt>
                <c:pt idx="3283">
                  <c:v>70.648330999999999</c:v>
                </c:pt>
                <c:pt idx="3284">
                  <c:v>70.609870999999998</c:v>
                </c:pt>
                <c:pt idx="3285">
                  <c:v>70.569282999999999</c:v>
                </c:pt>
                <c:pt idx="3286">
                  <c:v>70.530434</c:v>
                </c:pt>
                <c:pt idx="3287">
                  <c:v>70.494225</c:v>
                </c:pt>
                <c:pt idx="3288">
                  <c:v>70.456260999999998</c:v>
                </c:pt>
                <c:pt idx="3289">
                  <c:v>70.414230000000003</c:v>
                </c:pt>
                <c:pt idx="3290">
                  <c:v>70.371291999999997</c:v>
                </c:pt>
                <c:pt idx="3291">
                  <c:v>70.330719000000002</c:v>
                </c:pt>
                <c:pt idx="3292">
                  <c:v>70.295685000000006</c:v>
                </c:pt>
                <c:pt idx="3293">
                  <c:v>70.265822999999997</c:v>
                </c:pt>
                <c:pt idx="3294">
                  <c:v>70.233551000000006</c:v>
                </c:pt>
                <c:pt idx="3295">
                  <c:v>70.195342999999994</c:v>
                </c:pt>
                <c:pt idx="3296">
                  <c:v>70.152801999999994</c:v>
                </c:pt>
                <c:pt idx="3297">
                  <c:v>70.108001999999999</c:v>
                </c:pt>
                <c:pt idx="3298">
                  <c:v>70.058784000000003</c:v>
                </c:pt>
                <c:pt idx="3299">
                  <c:v>70.005309999999994</c:v>
                </c:pt>
                <c:pt idx="3300">
                  <c:v>69.949554000000006</c:v>
                </c:pt>
                <c:pt idx="3301">
                  <c:v>69.892798999999997</c:v>
                </c:pt>
                <c:pt idx="3302">
                  <c:v>69.836074999999994</c:v>
                </c:pt>
                <c:pt idx="3303">
                  <c:v>69.779015000000001</c:v>
                </c:pt>
                <c:pt idx="3304">
                  <c:v>69.721367000000001</c:v>
                </c:pt>
                <c:pt idx="3305">
                  <c:v>69.662941000000004</c:v>
                </c:pt>
                <c:pt idx="3306">
                  <c:v>69.605057000000002</c:v>
                </c:pt>
                <c:pt idx="3307">
                  <c:v>69.560753000000005</c:v>
                </c:pt>
                <c:pt idx="3308">
                  <c:v>69.527771000000001</c:v>
                </c:pt>
                <c:pt idx="3309">
                  <c:v>69.511809999999997</c:v>
                </c:pt>
                <c:pt idx="3310">
                  <c:v>69.497253000000001</c:v>
                </c:pt>
                <c:pt idx="3311">
                  <c:v>69.483565999999996</c:v>
                </c:pt>
                <c:pt idx="3312">
                  <c:v>69.471969999999999</c:v>
                </c:pt>
                <c:pt idx="3313">
                  <c:v>69.461624</c:v>
                </c:pt>
                <c:pt idx="3314">
                  <c:v>69.450362999999996</c:v>
                </c:pt>
                <c:pt idx="3315">
                  <c:v>69.440033</c:v>
                </c:pt>
                <c:pt idx="3316">
                  <c:v>69.432250999999994</c:v>
                </c:pt>
                <c:pt idx="3317">
                  <c:v>69.427222999999998</c:v>
                </c:pt>
                <c:pt idx="3318">
                  <c:v>69.429862999999997</c:v>
                </c:pt>
                <c:pt idx="3319">
                  <c:v>69.432404000000005</c:v>
                </c:pt>
                <c:pt idx="3320">
                  <c:v>69.433762000000002</c:v>
                </c:pt>
                <c:pt idx="3321">
                  <c:v>69.434380000000004</c:v>
                </c:pt>
                <c:pt idx="3322">
                  <c:v>69.434258</c:v>
                </c:pt>
                <c:pt idx="3323">
                  <c:v>69.433593999999999</c:v>
                </c:pt>
                <c:pt idx="3324">
                  <c:v>69.432686000000004</c:v>
                </c:pt>
                <c:pt idx="3325">
                  <c:v>69.431656000000004</c:v>
                </c:pt>
                <c:pt idx="3326">
                  <c:v>69.430649000000003</c:v>
                </c:pt>
                <c:pt idx="3327">
                  <c:v>69.429558</c:v>
                </c:pt>
                <c:pt idx="3328">
                  <c:v>69.428489999999996</c:v>
                </c:pt>
                <c:pt idx="3329">
                  <c:v>69.427588999999998</c:v>
                </c:pt>
                <c:pt idx="3330">
                  <c:v>69.426772999999997</c:v>
                </c:pt>
                <c:pt idx="3331">
                  <c:v>69.426063999999997</c:v>
                </c:pt>
                <c:pt idx="3332">
                  <c:v>69.425376999999997</c:v>
                </c:pt>
                <c:pt idx="3333">
                  <c:v>69.424767000000003</c:v>
                </c:pt>
                <c:pt idx="3334">
                  <c:v>69.424294000000003</c:v>
                </c:pt>
                <c:pt idx="3335">
                  <c:v>69.423835999999994</c:v>
                </c:pt>
                <c:pt idx="3336">
                  <c:v>69.423423999999997</c:v>
                </c:pt>
                <c:pt idx="3337">
                  <c:v>69.423073000000002</c:v>
                </c:pt>
                <c:pt idx="3338">
                  <c:v>69.422836000000004</c:v>
                </c:pt>
                <c:pt idx="3339">
                  <c:v>69.422675999999996</c:v>
                </c:pt>
                <c:pt idx="3340">
                  <c:v>69.422646</c:v>
                </c:pt>
                <c:pt idx="3341">
                  <c:v>69.422454999999999</c:v>
                </c:pt>
                <c:pt idx="3342">
                  <c:v>69.422066000000001</c:v>
                </c:pt>
                <c:pt idx="3343">
                  <c:v>69.421576999999999</c:v>
                </c:pt>
                <c:pt idx="3344">
                  <c:v>69.420815000000005</c:v>
                </c:pt>
                <c:pt idx="3345">
                  <c:v>69.419846000000007</c:v>
                </c:pt>
                <c:pt idx="3346">
                  <c:v>69.418357999999998</c:v>
                </c:pt>
                <c:pt idx="3347">
                  <c:v>69.416579999999996</c:v>
                </c:pt>
                <c:pt idx="3348">
                  <c:v>69.414687999999998</c:v>
                </c:pt>
                <c:pt idx="3349">
                  <c:v>69.412627999999998</c:v>
                </c:pt>
                <c:pt idx="3350">
                  <c:v>69.410606000000001</c:v>
                </c:pt>
                <c:pt idx="3351">
                  <c:v>69.408744999999996</c:v>
                </c:pt>
                <c:pt idx="3352">
                  <c:v>69.406814999999995</c:v>
                </c:pt>
                <c:pt idx="3353">
                  <c:v>69.405212000000006</c:v>
                </c:pt>
                <c:pt idx="3354">
                  <c:v>69.403510999999995</c:v>
                </c:pt>
                <c:pt idx="3355">
                  <c:v>69.401741000000001</c:v>
                </c:pt>
                <c:pt idx="3356">
                  <c:v>69.399994000000007</c:v>
                </c:pt>
                <c:pt idx="3357">
                  <c:v>69.398589999999999</c:v>
                </c:pt>
                <c:pt idx="3358">
                  <c:v>69.397178999999994</c:v>
                </c:pt>
                <c:pt idx="3359">
                  <c:v>69.396193999999994</c:v>
                </c:pt>
                <c:pt idx="3360">
                  <c:v>69.394729999999996</c:v>
                </c:pt>
                <c:pt idx="3361">
                  <c:v>69.393585000000002</c:v>
                </c:pt>
                <c:pt idx="3362">
                  <c:v>69.392493999999999</c:v>
                </c:pt>
                <c:pt idx="3363">
                  <c:v>69.391036999999997</c:v>
                </c:pt>
                <c:pt idx="3364">
                  <c:v>69.389472999999995</c:v>
                </c:pt>
                <c:pt idx="3365">
                  <c:v>69.388114999999999</c:v>
                </c:pt>
                <c:pt idx="3366">
                  <c:v>69.386771999999993</c:v>
                </c:pt>
                <c:pt idx="3367">
                  <c:v>69.385681000000005</c:v>
                </c:pt>
                <c:pt idx="3368">
                  <c:v>69.384583000000006</c:v>
                </c:pt>
                <c:pt idx="3369">
                  <c:v>69.383369000000002</c:v>
                </c:pt>
                <c:pt idx="3370">
                  <c:v>69.382362000000001</c:v>
                </c:pt>
                <c:pt idx="3371">
                  <c:v>69.381172000000007</c:v>
                </c:pt>
                <c:pt idx="3372">
                  <c:v>69.379852</c:v>
                </c:pt>
                <c:pt idx="3373">
                  <c:v>69.378349</c:v>
                </c:pt>
                <c:pt idx="3374">
                  <c:v>69.376801</c:v>
                </c:pt>
                <c:pt idx="3375">
                  <c:v>69.375174999999999</c:v>
                </c:pt>
                <c:pt idx="3376">
                  <c:v>69.373619000000005</c:v>
                </c:pt>
                <c:pt idx="3377">
                  <c:v>69.371727000000007</c:v>
                </c:pt>
                <c:pt idx="3378">
                  <c:v>69.370232000000001</c:v>
                </c:pt>
                <c:pt idx="3379">
                  <c:v>69.368576000000004</c:v>
                </c:pt>
                <c:pt idx="3380">
                  <c:v>69.366912999999997</c:v>
                </c:pt>
                <c:pt idx="3381">
                  <c:v>69.365143000000003</c:v>
                </c:pt>
                <c:pt idx="3382">
                  <c:v>69.363815000000002</c:v>
                </c:pt>
                <c:pt idx="3383">
                  <c:v>69.362350000000006</c:v>
                </c:pt>
                <c:pt idx="3384">
                  <c:v>69.361114999999998</c:v>
                </c:pt>
                <c:pt idx="3385">
                  <c:v>69.360138000000006</c:v>
                </c:pt>
                <c:pt idx="3386">
                  <c:v>69.359534999999994</c:v>
                </c:pt>
                <c:pt idx="3387">
                  <c:v>69.358733999999998</c:v>
                </c:pt>
                <c:pt idx="3388">
                  <c:v>69.357879999999994</c:v>
                </c:pt>
                <c:pt idx="3389">
                  <c:v>69.356689000000003</c:v>
                </c:pt>
                <c:pt idx="3390">
                  <c:v>69.355682000000002</c:v>
                </c:pt>
                <c:pt idx="3391">
                  <c:v>69.354477000000003</c:v>
                </c:pt>
                <c:pt idx="3392">
                  <c:v>69.353393999999994</c:v>
                </c:pt>
                <c:pt idx="3393">
                  <c:v>69.351973999999998</c:v>
                </c:pt>
                <c:pt idx="3394">
                  <c:v>69.350432999999995</c:v>
                </c:pt>
                <c:pt idx="3395">
                  <c:v>69.349013999999997</c:v>
                </c:pt>
                <c:pt idx="3396">
                  <c:v>69.347465999999997</c:v>
                </c:pt>
                <c:pt idx="3397">
                  <c:v>69.346114999999998</c:v>
                </c:pt>
                <c:pt idx="3398">
                  <c:v>69.344573999999994</c:v>
                </c:pt>
                <c:pt idx="3399">
                  <c:v>69.343200999999993</c:v>
                </c:pt>
                <c:pt idx="3400">
                  <c:v>69.341530000000006</c:v>
                </c:pt>
                <c:pt idx="3401">
                  <c:v>69.339813000000007</c:v>
                </c:pt>
                <c:pt idx="3402">
                  <c:v>69.338120000000004</c:v>
                </c:pt>
                <c:pt idx="3403">
                  <c:v>69.336571000000006</c:v>
                </c:pt>
                <c:pt idx="3404">
                  <c:v>69.335098000000002</c:v>
                </c:pt>
                <c:pt idx="3405">
                  <c:v>69.333922999999999</c:v>
                </c:pt>
                <c:pt idx="3406">
                  <c:v>69.333198999999993</c:v>
                </c:pt>
                <c:pt idx="3407">
                  <c:v>69.332390000000004</c:v>
                </c:pt>
                <c:pt idx="3408">
                  <c:v>69.331642000000002</c:v>
                </c:pt>
                <c:pt idx="3409">
                  <c:v>69.330742000000001</c:v>
                </c:pt>
                <c:pt idx="3410">
                  <c:v>69.329536000000004</c:v>
                </c:pt>
                <c:pt idx="3411">
                  <c:v>69.328270000000003</c:v>
                </c:pt>
                <c:pt idx="3412">
                  <c:v>69.326897000000002</c:v>
                </c:pt>
                <c:pt idx="3413">
                  <c:v>69.325339999999997</c:v>
                </c:pt>
                <c:pt idx="3414">
                  <c:v>69.323836999999997</c:v>
                </c:pt>
                <c:pt idx="3415">
                  <c:v>69.322165999999996</c:v>
                </c:pt>
                <c:pt idx="3416">
                  <c:v>69.320625000000007</c:v>
                </c:pt>
                <c:pt idx="3417">
                  <c:v>69.319046</c:v>
                </c:pt>
                <c:pt idx="3418">
                  <c:v>69.317702999999995</c:v>
                </c:pt>
                <c:pt idx="3419">
                  <c:v>69.316292000000004</c:v>
                </c:pt>
                <c:pt idx="3420">
                  <c:v>69.315117000000001</c:v>
                </c:pt>
                <c:pt idx="3421">
                  <c:v>69.314055999999994</c:v>
                </c:pt>
                <c:pt idx="3422">
                  <c:v>69.313064999999995</c:v>
                </c:pt>
                <c:pt idx="3423">
                  <c:v>69.311942999999999</c:v>
                </c:pt>
                <c:pt idx="3424">
                  <c:v>69.310997</c:v>
                </c:pt>
                <c:pt idx="3425">
                  <c:v>69.309685000000002</c:v>
                </c:pt>
                <c:pt idx="3426">
                  <c:v>69.308434000000005</c:v>
                </c:pt>
                <c:pt idx="3427">
                  <c:v>69.302413999999999</c:v>
                </c:pt>
                <c:pt idx="3428">
                  <c:v>69.290154000000001</c:v>
                </c:pt>
                <c:pt idx="3429">
                  <c:v>69.272880999999998</c:v>
                </c:pt>
                <c:pt idx="3430">
                  <c:v>69.265579000000002</c:v>
                </c:pt>
                <c:pt idx="3431">
                  <c:v>69.263283000000001</c:v>
                </c:pt>
                <c:pt idx="3432">
                  <c:v>69.261520000000004</c:v>
                </c:pt>
                <c:pt idx="3433">
                  <c:v>69.259879999999995</c:v>
                </c:pt>
                <c:pt idx="3434">
                  <c:v>69.258185999999995</c:v>
                </c:pt>
                <c:pt idx="3435">
                  <c:v>69.256309999999999</c:v>
                </c:pt>
                <c:pt idx="3436">
                  <c:v>69.254638999999997</c:v>
                </c:pt>
                <c:pt idx="3437">
                  <c:v>69.252785000000003</c:v>
                </c:pt>
                <c:pt idx="3438">
                  <c:v>69.251305000000002</c:v>
                </c:pt>
                <c:pt idx="3439">
                  <c:v>69.249602999999993</c:v>
                </c:pt>
                <c:pt idx="3440">
                  <c:v>69.248215000000002</c:v>
                </c:pt>
                <c:pt idx="3441">
                  <c:v>69.246780000000001</c:v>
                </c:pt>
                <c:pt idx="3442">
                  <c:v>69.245621</c:v>
                </c:pt>
                <c:pt idx="3443">
                  <c:v>69.244361999999995</c:v>
                </c:pt>
                <c:pt idx="3444">
                  <c:v>69.243072999999995</c:v>
                </c:pt>
                <c:pt idx="3445">
                  <c:v>69.241721999999996</c:v>
                </c:pt>
                <c:pt idx="3446">
                  <c:v>69.240189000000001</c:v>
                </c:pt>
                <c:pt idx="3447">
                  <c:v>69.238815000000002</c:v>
                </c:pt>
                <c:pt idx="3448">
                  <c:v>69.237426999999997</c:v>
                </c:pt>
                <c:pt idx="3449">
                  <c:v>69.235962000000001</c:v>
                </c:pt>
                <c:pt idx="3450">
                  <c:v>69.234656999999999</c:v>
                </c:pt>
                <c:pt idx="3451">
                  <c:v>69.233292000000006</c:v>
                </c:pt>
                <c:pt idx="3452">
                  <c:v>69.231903000000003</c:v>
                </c:pt>
                <c:pt idx="3453">
                  <c:v>69.230369999999994</c:v>
                </c:pt>
                <c:pt idx="3454">
                  <c:v>69.229118</c:v>
                </c:pt>
                <c:pt idx="3455">
                  <c:v>69.228179999999995</c:v>
                </c:pt>
                <c:pt idx="3456">
                  <c:v>69.227378999999999</c:v>
                </c:pt>
                <c:pt idx="3457">
                  <c:v>69.226746000000006</c:v>
                </c:pt>
                <c:pt idx="3458">
                  <c:v>69.225989999999996</c:v>
                </c:pt>
                <c:pt idx="3459">
                  <c:v>69.225136000000006</c:v>
                </c:pt>
                <c:pt idx="3460">
                  <c:v>69.224197000000004</c:v>
                </c:pt>
                <c:pt idx="3461">
                  <c:v>69.223022</c:v>
                </c:pt>
                <c:pt idx="3462">
                  <c:v>69.221549999999993</c:v>
                </c:pt>
                <c:pt idx="3463">
                  <c:v>69.220153999999994</c:v>
                </c:pt>
                <c:pt idx="3464">
                  <c:v>69.218445000000003</c:v>
                </c:pt>
                <c:pt idx="3465">
                  <c:v>69.216826999999995</c:v>
                </c:pt>
                <c:pt idx="3466">
                  <c:v>69.215339999999998</c:v>
                </c:pt>
                <c:pt idx="3467">
                  <c:v>69.213904999999997</c:v>
                </c:pt>
                <c:pt idx="3468">
                  <c:v>69.212615999999997</c:v>
                </c:pt>
                <c:pt idx="3469">
                  <c:v>69.211585999999997</c:v>
                </c:pt>
                <c:pt idx="3470">
                  <c:v>69.210517999999993</c:v>
                </c:pt>
                <c:pt idx="3471">
                  <c:v>69.209778</c:v>
                </c:pt>
                <c:pt idx="3472">
                  <c:v>69.209175000000002</c:v>
                </c:pt>
                <c:pt idx="3473">
                  <c:v>69.208656000000005</c:v>
                </c:pt>
                <c:pt idx="3474">
                  <c:v>69.208220999999995</c:v>
                </c:pt>
                <c:pt idx="3475">
                  <c:v>69.207786999999996</c:v>
                </c:pt>
                <c:pt idx="3476">
                  <c:v>69.207390000000004</c:v>
                </c:pt>
                <c:pt idx="3477">
                  <c:v>69.207108000000005</c:v>
                </c:pt>
                <c:pt idx="3478">
                  <c:v>69.206710999999999</c:v>
                </c:pt>
                <c:pt idx="3479">
                  <c:v>69.206328999999997</c:v>
                </c:pt>
                <c:pt idx="3480">
                  <c:v>69.205933000000002</c:v>
                </c:pt>
                <c:pt idx="3481">
                  <c:v>69.205428999999995</c:v>
                </c:pt>
                <c:pt idx="3482">
                  <c:v>69.204864999999998</c:v>
                </c:pt>
                <c:pt idx="3483">
                  <c:v>69.204193000000004</c:v>
                </c:pt>
                <c:pt idx="3484">
                  <c:v>69.203270000000003</c:v>
                </c:pt>
                <c:pt idx="3485">
                  <c:v>69.202324000000004</c:v>
                </c:pt>
                <c:pt idx="3486">
                  <c:v>69.201042000000001</c:v>
                </c:pt>
                <c:pt idx="3487">
                  <c:v>69.199730000000002</c:v>
                </c:pt>
                <c:pt idx="3488">
                  <c:v>69.198043999999996</c:v>
                </c:pt>
                <c:pt idx="3489">
                  <c:v>69.196395999999993</c:v>
                </c:pt>
                <c:pt idx="3490">
                  <c:v>69.194610999999995</c:v>
                </c:pt>
                <c:pt idx="3491">
                  <c:v>69.192893999999995</c:v>
                </c:pt>
                <c:pt idx="3492">
                  <c:v>69.191451999999998</c:v>
                </c:pt>
                <c:pt idx="3493">
                  <c:v>69.190085999999994</c:v>
                </c:pt>
                <c:pt idx="3494">
                  <c:v>69.189132999999998</c:v>
                </c:pt>
                <c:pt idx="3495">
                  <c:v>69.188354000000004</c:v>
                </c:pt>
                <c:pt idx="3496">
                  <c:v>69.187599000000006</c:v>
                </c:pt>
                <c:pt idx="3497">
                  <c:v>69.186790000000002</c:v>
                </c:pt>
                <c:pt idx="3498">
                  <c:v>69.185822000000002</c:v>
                </c:pt>
                <c:pt idx="3499">
                  <c:v>69.184890999999993</c:v>
                </c:pt>
                <c:pt idx="3500">
                  <c:v>69.183700999999999</c:v>
                </c:pt>
                <c:pt idx="3501">
                  <c:v>69.182686000000004</c:v>
                </c:pt>
                <c:pt idx="3502">
                  <c:v>69.181244000000007</c:v>
                </c:pt>
                <c:pt idx="3503">
                  <c:v>69.180069000000003</c:v>
                </c:pt>
                <c:pt idx="3504">
                  <c:v>69.178512999999995</c:v>
                </c:pt>
                <c:pt idx="3505">
                  <c:v>69.177124000000006</c:v>
                </c:pt>
                <c:pt idx="3506">
                  <c:v>69.175545</c:v>
                </c:pt>
                <c:pt idx="3507">
                  <c:v>69.173964999999995</c:v>
                </c:pt>
                <c:pt idx="3508">
                  <c:v>69.172424000000007</c:v>
                </c:pt>
                <c:pt idx="3509">
                  <c:v>69.170974999999999</c:v>
                </c:pt>
                <c:pt idx="3510">
                  <c:v>69.169494999999998</c:v>
                </c:pt>
                <c:pt idx="3511">
                  <c:v>69.168036999999998</c:v>
                </c:pt>
                <c:pt idx="3512">
                  <c:v>69.166550000000001</c:v>
                </c:pt>
                <c:pt idx="3513">
                  <c:v>69.165053999999998</c:v>
                </c:pt>
                <c:pt idx="3514">
                  <c:v>69.163535999999993</c:v>
                </c:pt>
                <c:pt idx="3515">
                  <c:v>69.161995000000005</c:v>
                </c:pt>
                <c:pt idx="3516">
                  <c:v>69.16037</c:v>
                </c:pt>
                <c:pt idx="3517">
                  <c:v>69.158707000000007</c:v>
                </c:pt>
                <c:pt idx="3518">
                  <c:v>69.157318000000004</c:v>
                </c:pt>
                <c:pt idx="3519">
                  <c:v>69.155777</c:v>
                </c:pt>
                <c:pt idx="3520">
                  <c:v>69.154601999999997</c:v>
                </c:pt>
                <c:pt idx="3521">
                  <c:v>69.153305000000003</c:v>
                </c:pt>
                <c:pt idx="3522">
                  <c:v>69.152266999999995</c:v>
                </c:pt>
                <c:pt idx="3523">
                  <c:v>69.151413000000005</c:v>
                </c:pt>
                <c:pt idx="3524">
                  <c:v>69.150810000000007</c:v>
                </c:pt>
                <c:pt idx="3525">
                  <c:v>69.150313999999995</c:v>
                </c:pt>
                <c:pt idx="3526">
                  <c:v>69.149895000000001</c:v>
                </c:pt>
                <c:pt idx="3527">
                  <c:v>69.149276999999998</c:v>
                </c:pt>
                <c:pt idx="3528">
                  <c:v>69.148848999999998</c:v>
                </c:pt>
                <c:pt idx="3529">
                  <c:v>69.148132000000004</c:v>
                </c:pt>
                <c:pt idx="3530">
                  <c:v>69.147644</c:v>
                </c:pt>
                <c:pt idx="3531">
                  <c:v>69.146682999999996</c:v>
                </c:pt>
                <c:pt idx="3532">
                  <c:v>69.145957999999993</c:v>
                </c:pt>
                <c:pt idx="3533">
                  <c:v>69.144820999999993</c:v>
                </c:pt>
                <c:pt idx="3534">
                  <c:v>69.143630999999999</c:v>
                </c:pt>
                <c:pt idx="3535">
                  <c:v>69.142380000000003</c:v>
                </c:pt>
                <c:pt idx="3536">
                  <c:v>69.141090000000005</c:v>
                </c:pt>
                <c:pt idx="3537">
                  <c:v>69.140038000000004</c:v>
                </c:pt>
                <c:pt idx="3538">
                  <c:v>69.138938999999993</c:v>
                </c:pt>
                <c:pt idx="3539">
                  <c:v>69.138062000000005</c:v>
                </c:pt>
                <c:pt idx="3540">
                  <c:v>69.137114999999994</c:v>
                </c:pt>
                <c:pt idx="3541">
                  <c:v>69.136062999999993</c:v>
                </c:pt>
                <c:pt idx="3542">
                  <c:v>69.134895</c:v>
                </c:pt>
                <c:pt idx="3543">
                  <c:v>69.133453000000003</c:v>
                </c:pt>
                <c:pt idx="3544">
                  <c:v>69.132103000000001</c:v>
                </c:pt>
                <c:pt idx="3545">
                  <c:v>69.130645999999999</c:v>
                </c:pt>
                <c:pt idx="3546">
                  <c:v>69.129242000000005</c:v>
                </c:pt>
                <c:pt idx="3547">
                  <c:v>69.127921999999998</c:v>
                </c:pt>
                <c:pt idx="3548">
                  <c:v>69.126534000000007</c:v>
                </c:pt>
                <c:pt idx="3549">
                  <c:v>69.125214</c:v>
                </c:pt>
                <c:pt idx="3550">
                  <c:v>69.123901000000004</c:v>
                </c:pt>
                <c:pt idx="3551">
                  <c:v>69.122580999999997</c:v>
                </c:pt>
                <c:pt idx="3552">
                  <c:v>69.121384000000006</c:v>
                </c:pt>
                <c:pt idx="3553">
                  <c:v>69.120223999999993</c:v>
                </c:pt>
                <c:pt idx="3554">
                  <c:v>69.119179000000003</c:v>
                </c:pt>
                <c:pt idx="3555">
                  <c:v>69.118217000000001</c:v>
                </c:pt>
                <c:pt idx="3556">
                  <c:v>69.117255999999998</c:v>
                </c:pt>
                <c:pt idx="3557">
                  <c:v>69.116280000000003</c:v>
                </c:pt>
                <c:pt idx="3558">
                  <c:v>69.115211000000002</c:v>
                </c:pt>
                <c:pt idx="3559">
                  <c:v>69.114006000000003</c:v>
                </c:pt>
                <c:pt idx="3560">
                  <c:v>69.112823000000006</c:v>
                </c:pt>
                <c:pt idx="3561">
                  <c:v>69.111571999999995</c:v>
                </c:pt>
                <c:pt idx="3562">
                  <c:v>69.110420000000005</c:v>
                </c:pt>
                <c:pt idx="3563">
                  <c:v>69.109116</c:v>
                </c:pt>
                <c:pt idx="3564">
                  <c:v>69.107833999999997</c:v>
                </c:pt>
                <c:pt idx="3565">
                  <c:v>69.106560000000002</c:v>
                </c:pt>
                <c:pt idx="3566">
                  <c:v>69.105446000000001</c:v>
                </c:pt>
                <c:pt idx="3567">
                  <c:v>69.104538000000005</c:v>
                </c:pt>
                <c:pt idx="3568">
                  <c:v>69.103859</c:v>
                </c:pt>
                <c:pt idx="3569">
                  <c:v>69.103378000000006</c:v>
                </c:pt>
                <c:pt idx="3570">
                  <c:v>69.103026999999997</c:v>
                </c:pt>
                <c:pt idx="3571">
                  <c:v>69.102744999999999</c:v>
                </c:pt>
                <c:pt idx="3572">
                  <c:v>69.102501000000004</c:v>
                </c:pt>
                <c:pt idx="3573">
                  <c:v>69.102279999999993</c:v>
                </c:pt>
                <c:pt idx="3574">
                  <c:v>69.102097000000001</c:v>
                </c:pt>
                <c:pt idx="3575">
                  <c:v>69.101928999999998</c:v>
                </c:pt>
                <c:pt idx="3576">
                  <c:v>69.101746000000006</c:v>
                </c:pt>
                <c:pt idx="3577">
                  <c:v>69.101562999999999</c:v>
                </c:pt>
                <c:pt idx="3578">
                  <c:v>69.101401999999993</c:v>
                </c:pt>
                <c:pt idx="3579">
                  <c:v>69.101226999999994</c:v>
                </c:pt>
                <c:pt idx="3580">
                  <c:v>69.101073999999997</c:v>
                </c:pt>
                <c:pt idx="3581">
                  <c:v>69.100937000000002</c:v>
                </c:pt>
                <c:pt idx="3582">
                  <c:v>69.100776999999994</c:v>
                </c:pt>
                <c:pt idx="3583">
                  <c:v>69.100609000000006</c:v>
                </c:pt>
                <c:pt idx="3584">
                  <c:v>69.100418000000005</c:v>
                </c:pt>
                <c:pt idx="3585">
                  <c:v>69.100257999999997</c:v>
                </c:pt>
                <c:pt idx="3586">
                  <c:v>69.100089999999994</c:v>
                </c:pt>
                <c:pt idx="3587">
                  <c:v>69.099898999999994</c:v>
                </c:pt>
                <c:pt idx="3588">
                  <c:v>69.099716000000001</c:v>
                </c:pt>
                <c:pt idx="3589">
                  <c:v>69.099556000000007</c:v>
                </c:pt>
                <c:pt idx="3590">
                  <c:v>69.099388000000005</c:v>
                </c:pt>
                <c:pt idx="3591">
                  <c:v>69.099250999999995</c:v>
                </c:pt>
                <c:pt idx="3592">
                  <c:v>69.099091000000001</c:v>
                </c:pt>
                <c:pt idx="3593">
                  <c:v>69.098938000000004</c:v>
                </c:pt>
                <c:pt idx="3594">
                  <c:v>69.098754999999997</c:v>
                </c:pt>
                <c:pt idx="3595">
                  <c:v>69.098526000000007</c:v>
                </c:pt>
                <c:pt idx="3596">
                  <c:v>69.098312000000007</c:v>
                </c:pt>
                <c:pt idx="3597">
                  <c:v>69.098052999999993</c:v>
                </c:pt>
                <c:pt idx="3598">
                  <c:v>69.097824000000003</c:v>
                </c:pt>
                <c:pt idx="3599">
                  <c:v>69.097610000000003</c:v>
                </c:pt>
                <c:pt idx="3600">
                  <c:v>69.097403999999997</c:v>
                </c:pt>
                <c:pt idx="3601">
                  <c:v>69.097213999999994</c:v>
                </c:pt>
                <c:pt idx="3602">
                  <c:v>69.096999999999994</c:v>
                </c:pt>
                <c:pt idx="3603">
                  <c:v>69.096808999999993</c:v>
                </c:pt>
                <c:pt idx="3604">
                  <c:v>69.096610999999996</c:v>
                </c:pt>
                <c:pt idx="3605">
                  <c:v>69.096442999999994</c:v>
                </c:pt>
                <c:pt idx="3606">
                  <c:v>69.096305999999998</c:v>
                </c:pt>
                <c:pt idx="3607">
                  <c:v>69.096214000000003</c:v>
                </c:pt>
                <c:pt idx="3608">
                  <c:v>69.096076999999994</c:v>
                </c:pt>
                <c:pt idx="3609">
                  <c:v>69.096024</c:v>
                </c:pt>
                <c:pt idx="3610">
                  <c:v>69.095939999999999</c:v>
                </c:pt>
                <c:pt idx="3611">
                  <c:v>69.095885999999993</c:v>
                </c:pt>
                <c:pt idx="3612">
                  <c:v>69.095894000000001</c:v>
                </c:pt>
                <c:pt idx="3613">
                  <c:v>69.095839999999995</c:v>
                </c:pt>
                <c:pt idx="3614">
                  <c:v>69.095839999999995</c:v>
                </c:pt>
                <c:pt idx="3615">
                  <c:v>69.09581</c:v>
                </c:pt>
                <c:pt idx="3616">
                  <c:v>69.095787000000001</c:v>
                </c:pt>
                <c:pt idx="3617">
                  <c:v>69.095771999999997</c:v>
                </c:pt>
                <c:pt idx="3618">
                  <c:v>69.095778999999993</c:v>
                </c:pt>
                <c:pt idx="3619">
                  <c:v>69.095778999999993</c:v>
                </c:pt>
                <c:pt idx="3620">
                  <c:v>69.095778999999993</c:v>
                </c:pt>
                <c:pt idx="3621">
                  <c:v>69.095778999999993</c:v>
                </c:pt>
                <c:pt idx="3622">
                  <c:v>69.095748999999998</c:v>
                </c:pt>
                <c:pt idx="3623">
                  <c:v>69.095718000000005</c:v>
                </c:pt>
                <c:pt idx="3624">
                  <c:v>69.095687999999996</c:v>
                </c:pt>
                <c:pt idx="3625">
                  <c:v>69.095657000000003</c:v>
                </c:pt>
                <c:pt idx="3626">
                  <c:v>69.095664999999997</c:v>
                </c:pt>
                <c:pt idx="3627">
                  <c:v>69.095641999999998</c:v>
                </c:pt>
                <c:pt idx="3628">
                  <c:v>69.095641999999998</c:v>
                </c:pt>
                <c:pt idx="3629">
                  <c:v>69.095641999999998</c:v>
                </c:pt>
                <c:pt idx="3630">
                  <c:v>69.095634000000004</c:v>
                </c:pt>
                <c:pt idx="3631">
                  <c:v>69.095596</c:v>
                </c:pt>
                <c:pt idx="3632">
                  <c:v>69.095566000000005</c:v>
                </c:pt>
                <c:pt idx="3633">
                  <c:v>69.095534999999998</c:v>
                </c:pt>
                <c:pt idx="3634">
                  <c:v>69.095534999999998</c:v>
                </c:pt>
                <c:pt idx="3635">
                  <c:v>69.095489999999998</c:v>
                </c:pt>
                <c:pt idx="3636">
                  <c:v>69.095421000000002</c:v>
                </c:pt>
                <c:pt idx="3637">
                  <c:v>69.095359999999999</c:v>
                </c:pt>
                <c:pt idx="3638">
                  <c:v>69.095237999999995</c:v>
                </c:pt>
                <c:pt idx="3639">
                  <c:v>69.095191999999997</c:v>
                </c:pt>
                <c:pt idx="3640">
                  <c:v>69.095161000000004</c:v>
                </c:pt>
                <c:pt idx="3641">
                  <c:v>69.095130999999995</c:v>
                </c:pt>
                <c:pt idx="3642">
                  <c:v>69.095139000000003</c:v>
                </c:pt>
                <c:pt idx="3643">
                  <c:v>69.095168999999999</c:v>
                </c:pt>
                <c:pt idx="3644">
                  <c:v>69.095184000000003</c:v>
                </c:pt>
                <c:pt idx="3645">
                  <c:v>69.095191999999997</c:v>
                </c:pt>
                <c:pt idx="3646">
                  <c:v>69.095184000000003</c:v>
                </c:pt>
                <c:pt idx="3647">
                  <c:v>69.095139000000003</c:v>
                </c:pt>
                <c:pt idx="3648">
                  <c:v>69.095061999999999</c:v>
                </c:pt>
                <c:pt idx="3649">
                  <c:v>69.095009000000005</c:v>
                </c:pt>
                <c:pt idx="3650">
                  <c:v>69.094893999999996</c:v>
                </c:pt>
                <c:pt idx="3651">
                  <c:v>69.094772000000006</c:v>
                </c:pt>
                <c:pt idx="3652">
                  <c:v>69.094650000000001</c:v>
                </c:pt>
                <c:pt idx="3653">
                  <c:v>69.094527999999997</c:v>
                </c:pt>
                <c:pt idx="3654">
                  <c:v>69.094368000000003</c:v>
                </c:pt>
                <c:pt idx="3655">
                  <c:v>69.094261000000003</c:v>
                </c:pt>
                <c:pt idx="3656">
                  <c:v>69.093993999999995</c:v>
                </c:pt>
                <c:pt idx="3657">
                  <c:v>69.093818999999996</c:v>
                </c:pt>
                <c:pt idx="3658">
                  <c:v>69.093558999999999</c:v>
                </c:pt>
                <c:pt idx="3659">
                  <c:v>69.093338000000003</c:v>
                </c:pt>
                <c:pt idx="3660">
                  <c:v>69.093108999999998</c:v>
                </c:pt>
                <c:pt idx="3661">
                  <c:v>69.092911000000001</c:v>
                </c:pt>
                <c:pt idx="3662">
                  <c:v>69.092704999999995</c:v>
                </c:pt>
                <c:pt idx="3663">
                  <c:v>69.092490999999995</c:v>
                </c:pt>
                <c:pt idx="3664">
                  <c:v>69.092299999999994</c:v>
                </c:pt>
                <c:pt idx="3665">
                  <c:v>69.092117000000002</c:v>
                </c:pt>
                <c:pt idx="3666">
                  <c:v>69.091956999999994</c:v>
                </c:pt>
                <c:pt idx="3667">
                  <c:v>69.091858000000002</c:v>
                </c:pt>
                <c:pt idx="3668">
                  <c:v>69.091712999999999</c:v>
                </c:pt>
                <c:pt idx="3669">
                  <c:v>69.091628999999998</c:v>
                </c:pt>
                <c:pt idx="3670">
                  <c:v>69.091507000000007</c:v>
                </c:pt>
                <c:pt idx="3671">
                  <c:v>69.091392999999997</c:v>
                </c:pt>
                <c:pt idx="3672">
                  <c:v>69.091324</c:v>
                </c:pt>
                <c:pt idx="3673">
                  <c:v>69.091269999999994</c:v>
                </c:pt>
                <c:pt idx="3674">
                  <c:v>69.091239999999999</c:v>
                </c:pt>
                <c:pt idx="3675">
                  <c:v>69.091194000000002</c:v>
                </c:pt>
                <c:pt idx="3676">
                  <c:v>69.091164000000006</c:v>
                </c:pt>
                <c:pt idx="3677">
                  <c:v>69.09111</c:v>
                </c:pt>
                <c:pt idx="3678">
                  <c:v>69.091103000000004</c:v>
                </c:pt>
                <c:pt idx="3679">
                  <c:v>69.091064000000003</c:v>
                </c:pt>
                <c:pt idx="3680">
                  <c:v>69.091048999999998</c:v>
                </c:pt>
                <c:pt idx="3681">
                  <c:v>69.091019000000003</c:v>
                </c:pt>
                <c:pt idx="3682">
                  <c:v>69.090973000000005</c:v>
                </c:pt>
                <c:pt idx="3683">
                  <c:v>69.090941999999998</c:v>
                </c:pt>
                <c:pt idx="3684">
                  <c:v>69.090843000000007</c:v>
                </c:pt>
                <c:pt idx="3685">
                  <c:v>69.090125999999998</c:v>
                </c:pt>
                <c:pt idx="3686">
                  <c:v>69.08802</c:v>
                </c:pt>
                <c:pt idx="3687">
                  <c:v>69.084655999999995</c:v>
                </c:pt>
                <c:pt idx="3688">
                  <c:v>69.080275999999998</c:v>
                </c:pt>
                <c:pt idx="3689">
                  <c:v>69.074928</c:v>
                </c:pt>
                <c:pt idx="3690">
                  <c:v>69.069153</c:v>
                </c:pt>
                <c:pt idx="3691">
                  <c:v>69.063300999999996</c:v>
                </c:pt>
                <c:pt idx="3692">
                  <c:v>69.057541000000001</c:v>
                </c:pt>
                <c:pt idx="3693">
                  <c:v>69.052154999999999</c:v>
                </c:pt>
                <c:pt idx="3694">
                  <c:v>69.046897999999999</c:v>
                </c:pt>
                <c:pt idx="3695">
                  <c:v>69.041435000000007</c:v>
                </c:pt>
                <c:pt idx="3696">
                  <c:v>69.033882000000006</c:v>
                </c:pt>
                <c:pt idx="3697">
                  <c:v>69.023101999999994</c:v>
                </c:pt>
                <c:pt idx="3698">
                  <c:v>69.007758999999993</c:v>
                </c:pt>
                <c:pt idx="3699">
                  <c:v>68.987633000000002</c:v>
                </c:pt>
                <c:pt idx="3700">
                  <c:v>68.962540000000004</c:v>
                </c:pt>
                <c:pt idx="3701">
                  <c:v>68.931777999999994</c:v>
                </c:pt>
                <c:pt idx="3702">
                  <c:v>68.896789999999996</c:v>
                </c:pt>
                <c:pt idx="3703">
                  <c:v>68.858436999999995</c:v>
                </c:pt>
                <c:pt idx="3704">
                  <c:v>68.817276000000007</c:v>
                </c:pt>
                <c:pt idx="3705">
                  <c:v>68.774924999999996</c:v>
                </c:pt>
                <c:pt idx="3706">
                  <c:v>68.731605999999999</c:v>
                </c:pt>
                <c:pt idx="3707">
                  <c:v>68.687019000000006</c:v>
                </c:pt>
                <c:pt idx="3708">
                  <c:v>68.641334999999998</c:v>
                </c:pt>
                <c:pt idx="3709">
                  <c:v>68.595009000000005</c:v>
                </c:pt>
                <c:pt idx="3710">
                  <c:v>68.548873999999998</c:v>
                </c:pt>
                <c:pt idx="3711">
                  <c:v>68.503983000000005</c:v>
                </c:pt>
                <c:pt idx="3712">
                  <c:v>68.461319000000003</c:v>
                </c:pt>
                <c:pt idx="3713">
                  <c:v>68.421813999999998</c:v>
                </c:pt>
                <c:pt idx="3714">
                  <c:v>68.385574000000005</c:v>
                </c:pt>
                <c:pt idx="3715">
                  <c:v>68.351546999999997</c:v>
                </c:pt>
                <c:pt idx="3716">
                  <c:v>68.318389999999994</c:v>
                </c:pt>
                <c:pt idx="3717">
                  <c:v>68.28434</c:v>
                </c:pt>
                <c:pt idx="3718">
                  <c:v>68.248397999999995</c:v>
                </c:pt>
                <c:pt idx="3719">
                  <c:v>68.210487000000001</c:v>
                </c:pt>
                <c:pt idx="3720">
                  <c:v>68.170601000000005</c:v>
                </c:pt>
                <c:pt idx="3721">
                  <c:v>68.129486</c:v>
                </c:pt>
                <c:pt idx="3722">
                  <c:v>68.087975</c:v>
                </c:pt>
                <c:pt idx="3723">
                  <c:v>68.047043000000002</c:v>
                </c:pt>
                <c:pt idx="3724">
                  <c:v>68.007446000000002</c:v>
                </c:pt>
                <c:pt idx="3725">
                  <c:v>67.969215000000005</c:v>
                </c:pt>
                <c:pt idx="3726">
                  <c:v>67.931800999999993</c:v>
                </c:pt>
                <c:pt idx="3727">
                  <c:v>67.894028000000006</c:v>
                </c:pt>
                <c:pt idx="3728">
                  <c:v>67.854904000000005</c:v>
                </c:pt>
                <c:pt idx="3729">
                  <c:v>67.813911000000004</c:v>
                </c:pt>
                <c:pt idx="3730">
                  <c:v>67.771377999999999</c:v>
                </c:pt>
                <c:pt idx="3731">
                  <c:v>67.728226000000006</c:v>
                </c:pt>
                <c:pt idx="3732">
                  <c:v>67.685660999999996</c:v>
                </c:pt>
                <c:pt idx="3733">
                  <c:v>67.644485000000003</c:v>
                </c:pt>
                <c:pt idx="3734">
                  <c:v>67.605209000000002</c:v>
                </c:pt>
                <c:pt idx="3735">
                  <c:v>67.567276000000007</c:v>
                </c:pt>
                <c:pt idx="3736">
                  <c:v>67.529678000000004</c:v>
                </c:pt>
                <c:pt idx="3737">
                  <c:v>67.491257000000004</c:v>
                </c:pt>
                <c:pt idx="3738">
                  <c:v>67.451530000000005</c:v>
                </c:pt>
                <c:pt idx="3739">
                  <c:v>67.409660000000002</c:v>
                </c:pt>
                <c:pt idx="3740">
                  <c:v>67.365234000000001</c:v>
                </c:pt>
                <c:pt idx="3741">
                  <c:v>67.318909000000005</c:v>
                </c:pt>
                <c:pt idx="3742">
                  <c:v>67.271682999999996</c:v>
                </c:pt>
                <c:pt idx="3743">
                  <c:v>67.224853999999993</c:v>
                </c:pt>
                <c:pt idx="3744">
                  <c:v>67.179214000000002</c:v>
                </c:pt>
                <c:pt idx="3745">
                  <c:v>67.134772999999996</c:v>
                </c:pt>
                <c:pt idx="3746">
                  <c:v>67.090698000000003</c:v>
                </c:pt>
                <c:pt idx="3747">
                  <c:v>67.045944000000006</c:v>
                </c:pt>
                <c:pt idx="3748">
                  <c:v>66.999763000000002</c:v>
                </c:pt>
                <c:pt idx="3749">
                  <c:v>66.952331999999998</c:v>
                </c:pt>
                <c:pt idx="3750">
                  <c:v>66.904326999999995</c:v>
                </c:pt>
                <c:pt idx="3751">
                  <c:v>66.856796000000003</c:v>
                </c:pt>
                <c:pt idx="3752">
                  <c:v>66.810547</c:v>
                </c:pt>
                <c:pt idx="3753">
                  <c:v>66.766166999999996</c:v>
                </c:pt>
                <c:pt idx="3754">
                  <c:v>66.723419000000007</c:v>
                </c:pt>
                <c:pt idx="3755">
                  <c:v>66.681640999999999</c:v>
                </c:pt>
                <c:pt idx="3756">
                  <c:v>66.639770999999996</c:v>
                </c:pt>
                <c:pt idx="3757">
                  <c:v>66.596367000000001</c:v>
                </c:pt>
                <c:pt idx="3758">
                  <c:v>66.550735000000003</c:v>
                </c:pt>
                <c:pt idx="3759">
                  <c:v>66.502762000000004</c:v>
                </c:pt>
                <c:pt idx="3760">
                  <c:v>66.453040999999999</c:v>
                </c:pt>
                <c:pt idx="3761">
                  <c:v>66.402039000000002</c:v>
                </c:pt>
                <c:pt idx="3762">
                  <c:v>66.350326999999993</c:v>
                </c:pt>
                <c:pt idx="3763">
                  <c:v>66.298575999999997</c:v>
                </c:pt>
                <c:pt idx="3764">
                  <c:v>66.246917999999994</c:v>
                </c:pt>
                <c:pt idx="3765">
                  <c:v>66.195556999999994</c:v>
                </c:pt>
                <c:pt idx="3766">
                  <c:v>66.144272000000001</c:v>
                </c:pt>
                <c:pt idx="3767">
                  <c:v>66.092476000000005</c:v>
                </c:pt>
                <c:pt idx="3768">
                  <c:v>66.039863999999994</c:v>
                </c:pt>
                <c:pt idx="3769">
                  <c:v>65.986649</c:v>
                </c:pt>
                <c:pt idx="3770">
                  <c:v>65.932998999999995</c:v>
                </c:pt>
                <c:pt idx="3771">
                  <c:v>65.879615999999999</c:v>
                </c:pt>
                <c:pt idx="3772">
                  <c:v>65.827110000000005</c:v>
                </c:pt>
                <c:pt idx="3773">
                  <c:v>65.775658000000007</c:v>
                </c:pt>
                <c:pt idx="3774">
                  <c:v>65.725173999999996</c:v>
                </c:pt>
                <c:pt idx="3775">
                  <c:v>65.675246999999999</c:v>
                </c:pt>
                <c:pt idx="3776">
                  <c:v>65.625220999999996</c:v>
                </c:pt>
                <c:pt idx="3777">
                  <c:v>65.574676999999994</c:v>
                </c:pt>
                <c:pt idx="3778">
                  <c:v>65.522910999999993</c:v>
                </c:pt>
                <c:pt idx="3779">
                  <c:v>65.470177000000007</c:v>
                </c:pt>
                <c:pt idx="3780">
                  <c:v>65.416672000000005</c:v>
                </c:pt>
                <c:pt idx="3781">
                  <c:v>65.362740000000002</c:v>
                </c:pt>
                <c:pt idx="3782">
                  <c:v>65.308768999999998</c:v>
                </c:pt>
                <c:pt idx="3783">
                  <c:v>65.255279999999999</c:v>
                </c:pt>
                <c:pt idx="3784">
                  <c:v>65.202545000000001</c:v>
                </c:pt>
                <c:pt idx="3785">
                  <c:v>65.150283999999999</c:v>
                </c:pt>
                <c:pt idx="3786">
                  <c:v>65.097908000000004</c:v>
                </c:pt>
                <c:pt idx="3787">
                  <c:v>65.045035999999996</c:v>
                </c:pt>
                <c:pt idx="3788">
                  <c:v>64.991470000000007</c:v>
                </c:pt>
                <c:pt idx="3789">
                  <c:v>64.937140999999997</c:v>
                </c:pt>
                <c:pt idx="3790">
                  <c:v>64.882171999999997</c:v>
                </c:pt>
                <c:pt idx="3791">
                  <c:v>64.826920000000001</c:v>
                </c:pt>
                <c:pt idx="3792">
                  <c:v>64.771759000000003</c:v>
                </c:pt>
                <c:pt idx="3793">
                  <c:v>64.716904</c:v>
                </c:pt>
                <c:pt idx="3794">
                  <c:v>64.662482999999995</c:v>
                </c:pt>
                <c:pt idx="3795">
                  <c:v>64.608360000000005</c:v>
                </c:pt>
                <c:pt idx="3796">
                  <c:v>64.554298000000003</c:v>
                </c:pt>
                <c:pt idx="3797">
                  <c:v>64.499984999999995</c:v>
                </c:pt>
                <c:pt idx="3798">
                  <c:v>64.445053000000001</c:v>
                </c:pt>
                <c:pt idx="3799">
                  <c:v>64.389472999999995</c:v>
                </c:pt>
                <c:pt idx="3800">
                  <c:v>64.333336000000003</c:v>
                </c:pt>
                <c:pt idx="3801">
                  <c:v>64.276932000000002</c:v>
                </c:pt>
                <c:pt idx="3802">
                  <c:v>64.220634000000004</c:v>
                </c:pt>
                <c:pt idx="3803">
                  <c:v>64.164664999999999</c:v>
                </c:pt>
                <c:pt idx="3804">
                  <c:v>64.109229999999997</c:v>
                </c:pt>
                <c:pt idx="3805">
                  <c:v>64.054169000000002</c:v>
                </c:pt>
                <c:pt idx="3806">
                  <c:v>63.999077</c:v>
                </c:pt>
                <c:pt idx="3807">
                  <c:v>63.943821</c:v>
                </c:pt>
                <c:pt idx="3808">
                  <c:v>63.887855999999999</c:v>
                </c:pt>
                <c:pt idx="3809">
                  <c:v>63.831302999999998</c:v>
                </c:pt>
                <c:pt idx="3810">
                  <c:v>63.774113</c:v>
                </c:pt>
                <c:pt idx="3811">
                  <c:v>63.716728000000003</c:v>
                </c:pt>
                <c:pt idx="3812">
                  <c:v>63.659560999999997</c:v>
                </c:pt>
                <c:pt idx="3813">
                  <c:v>63.602801999999997</c:v>
                </c:pt>
                <c:pt idx="3814">
                  <c:v>63.546478</c:v>
                </c:pt>
                <c:pt idx="3815">
                  <c:v>63.490386999999998</c:v>
                </c:pt>
                <c:pt idx="3816">
                  <c:v>63.434314999999998</c:v>
                </c:pt>
                <c:pt idx="3817">
                  <c:v>63.377907</c:v>
                </c:pt>
                <c:pt idx="3818">
                  <c:v>63.321007000000002</c:v>
                </c:pt>
                <c:pt idx="3819">
                  <c:v>63.263511999999999</c:v>
                </c:pt>
                <c:pt idx="3820">
                  <c:v>63.205635000000001</c:v>
                </c:pt>
                <c:pt idx="3821">
                  <c:v>63.147571999999997</c:v>
                </c:pt>
                <c:pt idx="3822">
                  <c:v>63.089554</c:v>
                </c:pt>
                <c:pt idx="3823">
                  <c:v>63.031928999999998</c:v>
                </c:pt>
                <c:pt idx="3824">
                  <c:v>62.974719999999998</c:v>
                </c:pt>
                <c:pt idx="3825">
                  <c:v>62.917786</c:v>
                </c:pt>
                <c:pt idx="3826">
                  <c:v>62.860847</c:v>
                </c:pt>
                <c:pt idx="3827">
                  <c:v>62.803612000000001</c:v>
                </c:pt>
                <c:pt idx="3828">
                  <c:v>62.746032999999997</c:v>
                </c:pt>
                <c:pt idx="3829">
                  <c:v>62.687958000000002</c:v>
                </c:pt>
                <c:pt idx="3830">
                  <c:v>62.629489999999997</c:v>
                </c:pt>
                <c:pt idx="3831">
                  <c:v>62.570811999999997</c:v>
                </c:pt>
                <c:pt idx="3832">
                  <c:v>62.512000999999998</c:v>
                </c:pt>
                <c:pt idx="3833">
                  <c:v>62.453387999999997</c:v>
                </c:pt>
                <c:pt idx="3834">
                  <c:v>62.395012000000001</c:v>
                </c:pt>
                <c:pt idx="3835">
                  <c:v>62.336826000000002</c:v>
                </c:pt>
                <c:pt idx="3836">
                  <c:v>62.278621999999999</c:v>
                </c:pt>
                <c:pt idx="3837">
                  <c:v>62.220267999999997</c:v>
                </c:pt>
                <c:pt idx="3838">
                  <c:v>62.161681999999999</c:v>
                </c:pt>
                <c:pt idx="3839">
                  <c:v>62.102767999999998</c:v>
                </c:pt>
                <c:pt idx="3840">
                  <c:v>62.043629000000003</c:v>
                </c:pt>
                <c:pt idx="3841">
                  <c:v>61.984344</c:v>
                </c:pt>
                <c:pt idx="3842">
                  <c:v>61.925055999999998</c:v>
                </c:pt>
                <c:pt idx="3843">
                  <c:v>61.865803</c:v>
                </c:pt>
                <c:pt idx="3844">
                  <c:v>61.806716999999999</c:v>
                </c:pt>
                <c:pt idx="3845">
                  <c:v>61.747802999999998</c:v>
                </c:pt>
                <c:pt idx="3846">
                  <c:v>61.688910999999997</c:v>
                </c:pt>
                <c:pt idx="3847">
                  <c:v>61.629931999999997</c:v>
                </c:pt>
                <c:pt idx="3848">
                  <c:v>61.570801000000003</c:v>
                </c:pt>
                <c:pt idx="3849">
                  <c:v>61.511386999999999</c:v>
                </c:pt>
                <c:pt idx="3850">
                  <c:v>61.451735999999997</c:v>
                </c:pt>
                <c:pt idx="3851">
                  <c:v>61.391925999999998</c:v>
                </c:pt>
                <c:pt idx="3852">
                  <c:v>61.332175999999997</c:v>
                </c:pt>
                <c:pt idx="3853">
                  <c:v>61.272655</c:v>
                </c:pt>
                <c:pt idx="3854">
                  <c:v>61.213383</c:v>
                </c:pt>
                <c:pt idx="3855">
                  <c:v>61.154288999999999</c:v>
                </c:pt>
                <c:pt idx="3856">
                  <c:v>61.095188</c:v>
                </c:pt>
                <c:pt idx="3857">
                  <c:v>61.035980000000002</c:v>
                </c:pt>
                <c:pt idx="3858">
                  <c:v>60.976512999999997</c:v>
                </c:pt>
                <c:pt idx="3859">
                  <c:v>60.916843</c:v>
                </c:pt>
                <c:pt idx="3860">
                  <c:v>60.856873</c:v>
                </c:pt>
                <c:pt idx="3861">
                  <c:v>60.796836999999996</c:v>
                </c:pt>
                <c:pt idx="3862">
                  <c:v>60.736832</c:v>
                </c:pt>
                <c:pt idx="3863">
                  <c:v>60.677101</c:v>
                </c:pt>
                <c:pt idx="3864">
                  <c:v>60.617645000000003</c:v>
                </c:pt>
                <c:pt idx="3865">
                  <c:v>60.558331000000003</c:v>
                </c:pt>
                <c:pt idx="3866">
                  <c:v>60.499043</c:v>
                </c:pt>
                <c:pt idx="3867">
                  <c:v>60.439587000000003</c:v>
                </c:pt>
                <c:pt idx="3868">
                  <c:v>60.379868000000002</c:v>
                </c:pt>
                <c:pt idx="3869">
                  <c:v>60.319851</c:v>
                </c:pt>
                <c:pt idx="3870">
                  <c:v>60.259666000000003</c:v>
                </c:pt>
                <c:pt idx="3871">
                  <c:v>60.199432000000002</c:v>
                </c:pt>
                <c:pt idx="3872">
                  <c:v>60.139308999999997</c:v>
                </c:pt>
                <c:pt idx="3873">
                  <c:v>60.079422000000001</c:v>
                </c:pt>
                <c:pt idx="3874">
                  <c:v>60.021068999999997</c:v>
                </c:pt>
                <c:pt idx="3875">
                  <c:v>59.963839999999998</c:v>
                </c:pt>
                <c:pt idx="3876">
                  <c:v>59.906692999999997</c:v>
                </c:pt>
                <c:pt idx="3877">
                  <c:v>59.849243000000001</c:v>
                </c:pt>
                <c:pt idx="3878">
                  <c:v>59.791587999999997</c:v>
                </c:pt>
                <c:pt idx="3879">
                  <c:v>59.733749000000003</c:v>
                </c:pt>
                <c:pt idx="3880">
                  <c:v>59.675742999999997</c:v>
                </c:pt>
                <c:pt idx="3881">
                  <c:v>59.617725</c:v>
                </c:pt>
                <c:pt idx="3882">
                  <c:v>59.559704000000004</c:v>
                </c:pt>
                <c:pt idx="3883">
                  <c:v>59.501933999999999</c:v>
                </c:pt>
                <c:pt idx="3884">
                  <c:v>59.444408000000003</c:v>
                </c:pt>
                <c:pt idx="3885">
                  <c:v>59.387073999999998</c:v>
                </c:pt>
                <c:pt idx="3886">
                  <c:v>59.329563</c:v>
                </c:pt>
                <c:pt idx="3887">
                  <c:v>59.271937999999999</c:v>
                </c:pt>
                <c:pt idx="3888">
                  <c:v>59.213920999999999</c:v>
                </c:pt>
                <c:pt idx="3889">
                  <c:v>59.155884</c:v>
                </c:pt>
                <c:pt idx="3890">
                  <c:v>59.097549000000001</c:v>
                </c:pt>
                <c:pt idx="3891">
                  <c:v>59.039279999999998</c:v>
                </c:pt>
                <c:pt idx="3892">
                  <c:v>58.981236000000003</c:v>
                </c:pt>
                <c:pt idx="3893">
                  <c:v>58.923358999999998</c:v>
                </c:pt>
                <c:pt idx="3894">
                  <c:v>58.865684999999999</c:v>
                </c:pt>
                <c:pt idx="3895">
                  <c:v>58.808052000000004</c:v>
                </c:pt>
                <c:pt idx="3896">
                  <c:v>58.750312999999998</c:v>
                </c:pt>
                <c:pt idx="3897">
                  <c:v>58.692478000000001</c:v>
                </c:pt>
                <c:pt idx="3898">
                  <c:v>58.634377000000001</c:v>
                </c:pt>
                <c:pt idx="3899">
                  <c:v>58.576061000000003</c:v>
                </c:pt>
                <c:pt idx="3900">
                  <c:v>58.517792</c:v>
                </c:pt>
                <c:pt idx="3901">
                  <c:v>58.459395999999998</c:v>
                </c:pt>
                <c:pt idx="3902">
                  <c:v>58.401206999999999</c:v>
                </c:pt>
                <c:pt idx="3903">
                  <c:v>58.343246000000001</c:v>
                </c:pt>
                <c:pt idx="3904">
                  <c:v>58.285483999999997</c:v>
                </c:pt>
                <c:pt idx="3905">
                  <c:v>58.227753</c:v>
                </c:pt>
                <c:pt idx="3906">
                  <c:v>58.170017000000001</c:v>
                </c:pt>
                <c:pt idx="3907">
                  <c:v>58.112018999999997</c:v>
                </c:pt>
                <c:pt idx="3908">
                  <c:v>58.043804000000002</c:v>
                </c:pt>
                <c:pt idx="3909">
                  <c:v>57.973869000000001</c:v>
                </c:pt>
                <c:pt idx="3910">
                  <c:v>57.903976</c:v>
                </c:pt>
                <c:pt idx="3911">
                  <c:v>57.834136999999998</c:v>
                </c:pt>
                <c:pt idx="3912">
                  <c:v>57.764561</c:v>
                </c:pt>
                <c:pt idx="3913">
                  <c:v>57.695121999999998</c:v>
                </c:pt>
                <c:pt idx="3914">
                  <c:v>57.625801000000003</c:v>
                </c:pt>
                <c:pt idx="3915">
                  <c:v>57.556519000000002</c:v>
                </c:pt>
                <c:pt idx="3916">
                  <c:v>57.487087000000002</c:v>
                </c:pt>
                <c:pt idx="3917">
                  <c:v>57.417468999999997</c:v>
                </c:pt>
                <c:pt idx="3918">
                  <c:v>57.347591000000001</c:v>
                </c:pt>
                <c:pt idx="3919">
                  <c:v>57.277591999999999</c:v>
                </c:pt>
                <c:pt idx="3920">
                  <c:v>57.207580999999998</c:v>
                </c:pt>
                <c:pt idx="3921">
                  <c:v>57.137732999999997</c:v>
                </c:pt>
                <c:pt idx="3922">
                  <c:v>57.068095999999997</c:v>
                </c:pt>
                <c:pt idx="3923">
                  <c:v>56.998600000000003</c:v>
                </c:pt>
                <c:pt idx="3924">
                  <c:v>56.929226</c:v>
                </c:pt>
                <c:pt idx="3925">
                  <c:v>56.859805999999999</c:v>
                </c:pt>
                <c:pt idx="3926">
                  <c:v>56.790264000000001</c:v>
                </c:pt>
                <c:pt idx="3927">
                  <c:v>56.720528000000002</c:v>
                </c:pt>
                <c:pt idx="3928">
                  <c:v>56.650570000000002</c:v>
                </c:pt>
                <c:pt idx="3929">
                  <c:v>56.580505000000002</c:v>
                </c:pt>
                <c:pt idx="3930">
                  <c:v>56.510353000000002</c:v>
                </c:pt>
                <c:pt idx="3931">
                  <c:v>56.440387999999999</c:v>
                </c:pt>
                <c:pt idx="3932">
                  <c:v>56.370601999999998</c:v>
                </c:pt>
                <c:pt idx="3933">
                  <c:v>56.301124999999999</c:v>
                </c:pt>
                <c:pt idx="3934">
                  <c:v>56.231746999999999</c:v>
                </c:pt>
                <c:pt idx="3935">
                  <c:v>56.162388</c:v>
                </c:pt>
                <c:pt idx="3936">
                  <c:v>56.092793</c:v>
                </c:pt>
                <c:pt idx="3937">
                  <c:v>56.022938000000003</c:v>
                </c:pt>
                <c:pt idx="3938">
                  <c:v>55.952755000000003</c:v>
                </c:pt>
                <c:pt idx="3939">
                  <c:v>55.882565</c:v>
                </c:pt>
                <c:pt idx="3940">
                  <c:v>55.812347000000003</c:v>
                </c:pt>
                <c:pt idx="3941">
                  <c:v>55.742401000000001</c:v>
                </c:pt>
                <c:pt idx="3942">
                  <c:v>55.672553999999998</c:v>
                </c:pt>
                <c:pt idx="3943">
                  <c:v>55.602916999999998</c:v>
                </c:pt>
                <c:pt idx="3944">
                  <c:v>55.533417</c:v>
                </c:pt>
                <c:pt idx="3945">
                  <c:v>55.463875000000002</c:v>
                </c:pt>
                <c:pt idx="3946">
                  <c:v>55.394160999999997</c:v>
                </c:pt>
                <c:pt idx="3947">
                  <c:v>55.324226000000003</c:v>
                </c:pt>
                <c:pt idx="3948">
                  <c:v>55.254173000000002</c:v>
                </c:pt>
                <c:pt idx="3949">
                  <c:v>55.184040000000003</c:v>
                </c:pt>
                <c:pt idx="3950">
                  <c:v>55.114021000000001</c:v>
                </c:pt>
                <c:pt idx="3951">
                  <c:v>55.044159000000001</c:v>
                </c:pt>
                <c:pt idx="3952">
                  <c:v>54.974556</c:v>
                </c:pt>
                <c:pt idx="3953">
                  <c:v>54.905064000000003</c:v>
                </c:pt>
                <c:pt idx="3954">
                  <c:v>54.835639999999998</c:v>
                </c:pt>
                <c:pt idx="3955">
                  <c:v>54.765991</c:v>
                </c:pt>
                <c:pt idx="3956">
                  <c:v>54.696086999999999</c:v>
                </c:pt>
                <c:pt idx="3957">
                  <c:v>54.626002999999997</c:v>
                </c:pt>
                <c:pt idx="3958">
                  <c:v>54.555847</c:v>
                </c:pt>
                <c:pt idx="3959">
                  <c:v>54.485767000000003</c:v>
                </c:pt>
                <c:pt idx="3960">
                  <c:v>54.415782999999998</c:v>
                </c:pt>
                <c:pt idx="3961">
                  <c:v>54.346004000000001</c:v>
                </c:pt>
                <c:pt idx="3962">
                  <c:v>54.276401999999997</c:v>
                </c:pt>
                <c:pt idx="3963">
                  <c:v>54.206859999999999</c:v>
                </c:pt>
                <c:pt idx="3964">
                  <c:v>54.137383</c:v>
                </c:pt>
                <c:pt idx="3965">
                  <c:v>54.067748999999999</c:v>
                </c:pt>
                <c:pt idx="3966">
                  <c:v>53.998013</c:v>
                </c:pt>
                <c:pt idx="3967">
                  <c:v>53.928168999999997</c:v>
                </c:pt>
                <c:pt idx="3968">
                  <c:v>53.858199999999997</c:v>
                </c:pt>
                <c:pt idx="3969">
                  <c:v>53.788235</c:v>
                </c:pt>
                <c:pt idx="3970">
                  <c:v>53.718345999999997</c:v>
                </c:pt>
                <c:pt idx="3971">
                  <c:v>53.648659000000002</c:v>
                </c:pt>
                <c:pt idx="3972">
                  <c:v>53.579079</c:v>
                </c:pt>
                <c:pt idx="3973">
                  <c:v>53.509757999999998</c:v>
                </c:pt>
                <c:pt idx="3974">
                  <c:v>53.440300000000001</c:v>
                </c:pt>
                <c:pt idx="3975">
                  <c:v>53.37088</c:v>
                </c:pt>
                <c:pt idx="3976">
                  <c:v>53.301246999999996</c:v>
                </c:pt>
                <c:pt idx="3977">
                  <c:v>53.231532999999999</c:v>
                </c:pt>
                <c:pt idx="3978">
                  <c:v>53.161724</c:v>
                </c:pt>
                <c:pt idx="3979">
                  <c:v>53.092075000000001</c:v>
                </c:pt>
                <c:pt idx="3980">
                  <c:v>53.022396000000001</c:v>
                </c:pt>
                <c:pt idx="3981">
                  <c:v>52.952938000000003</c:v>
                </c:pt>
                <c:pt idx="3982">
                  <c:v>52.883450000000003</c:v>
                </c:pt>
                <c:pt idx="3983">
                  <c:v>52.814067999999999</c:v>
                </c:pt>
                <c:pt idx="3984">
                  <c:v>52.744605999999997</c:v>
                </c:pt>
                <c:pt idx="3985">
                  <c:v>52.675072</c:v>
                </c:pt>
                <c:pt idx="3986">
                  <c:v>52.605370000000001</c:v>
                </c:pt>
                <c:pt idx="3987">
                  <c:v>52.535774000000004</c:v>
                </c:pt>
                <c:pt idx="3988">
                  <c:v>52.466037999999998</c:v>
                </c:pt>
                <c:pt idx="3989">
                  <c:v>52.396431</c:v>
                </c:pt>
                <c:pt idx="3990">
                  <c:v>52.326866000000003</c:v>
                </c:pt>
                <c:pt idx="3991">
                  <c:v>52.257491999999999</c:v>
                </c:pt>
                <c:pt idx="3992">
                  <c:v>52.188274</c:v>
                </c:pt>
                <c:pt idx="3993">
                  <c:v>52.119140999999999</c:v>
                </c:pt>
                <c:pt idx="3994">
                  <c:v>52.050018000000001</c:v>
                </c:pt>
                <c:pt idx="3995">
                  <c:v>51.980801</c:v>
                </c:pt>
                <c:pt idx="3996">
                  <c:v>51.911521999999998</c:v>
                </c:pt>
                <c:pt idx="3997">
                  <c:v>51.842185999999998</c:v>
                </c:pt>
                <c:pt idx="3998">
                  <c:v>51.772854000000002</c:v>
                </c:pt>
                <c:pt idx="3999">
                  <c:v>51.703567999999997</c:v>
                </c:pt>
                <c:pt idx="4000">
                  <c:v>51.634338</c:v>
                </c:pt>
                <c:pt idx="4001">
                  <c:v>51.565182</c:v>
                </c:pt>
                <c:pt idx="4002">
                  <c:v>51.496105</c:v>
                </c:pt>
                <c:pt idx="4003">
                  <c:v>51.427132</c:v>
                </c:pt>
                <c:pt idx="4004">
                  <c:v>51.358055</c:v>
                </c:pt>
                <c:pt idx="4005">
                  <c:v>51.288955999999999</c:v>
                </c:pt>
                <c:pt idx="4006">
                  <c:v>51.219692000000002</c:v>
                </c:pt>
                <c:pt idx="4007">
                  <c:v>51.150410000000001</c:v>
                </c:pt>
                <c:pt idx="4008">
                  <c:v>51.081139</c:v>
                </c:pt>
                <c:pt idx="4009">
                  <c:v>51.011916999999997</c:v>
                </c:pt>
                <c:pt idx="4010">
                  <c:v>50.942771999999998</c:v>
                </c:pt>
                <c:pt idx="4011">
                  <c:v>50.873730000000002</c:v>
                </c:pt>
                <c:pt idx="4012">
                  <c:v>50.804768000000003</c:v>
                </c:pt>
                <c:pt idx="4013">
                  <c:v>50.735850999999997</c:v>
                </c:pt>
                <c:pt idx="4014">
                  <c:v>50.666946000000003</c:v>
                </c:pt>
                <c:pt idx="4015">
                  <c:v>50.597954000000001</c:v>
                </c:pt>
                <c:pt idx="4016">
                  <c:v>50.528908000000001</c:v>
                </c:pt>
                <c:pt idx="4017">
                  <c:v>50.459792999999998</c:v>
                </c:pt>
                <c:pt idx="4018">
                  <c:v>50.390723999999999</c:v>
                </c:pt>
                <c:pt idx="4019">
                  <c:v>50.321742999999998</c:v>
                </c:pt>
                <c:pt idx="4020">
                  <c:v>50.252746999999999</c:v>
                </c:pt>
                <c:pt idx="4021">
                  <c:v>50.183903000000001</c:v>
                </c:pt>
                <c:pt idx="4022">
                  <c:v>50.115734000000003</c:v>
                </c:pt>
                <c:pt idx="4023">
                  <c:v>50.045715000000001</c:v>
                </c:pt>
                <c:pt idx="4024">
                  <c:v>49.977055</c:v>
                </c:pt>
                <c:pt idx="4025">
                  <c:v>49.911887999999998</c:v>
                </c:pt>
                <c:pt idx="4026">
                  <c:v>49.840243999999998</c:v>
                </c:pt>
                <c:pt idx="4027">
                  <c:v>49.786113999999998</c:v>
                </c:pt>
                <c:pt idx="4028">
                  <c:v>49.728661000000002</c:v>
                </c:pt>
                <c:pt idx="4029">
                  <c:v>49.666283</c:v>
                </c:pt>
                <c:pt idx="4030">
                  <c:v>49.601357</c:v>
                </c:pt>
                <c:pt idx="4031">
                  <c:v>49.534779</c:v>
                </c:pt>
                <c:pt idx="4032">
                  <c:v>49.467373000000002</c:v>
                </c:pt>
                <c:pt idx="4033">
                  <c:v>49.399517000000003</c:v>
                </c:pt>
                <c:pt idx="4034">
                  <c:v>49.331386999999999</c:v>
                </c:pt>
                <c:pt idx="4035">
                  <c:v>49.26305</c:v>
                </c:pt>
                <c:pt idx="4036">
                  <c:v>49.194572000000001</c:v>
                </c:pt>
                <c:pt idx="4037">
                  <c:v>49.125976999999999</c:v>
                </c:pt>
                <c:pt idx="4038">
                  <c:v>49.057361999999998</c:v>
                </c:pt>
                <c:pt idx="4039">
                  <c:v>48.988810999999998</c:v>
                </c:pt>
                <c:pt idx="4040">
                  <c:v>48.920363999999999</c:v>
                </c:pt>
                <c:pt idx="4041">
                  <c:v>48.851967000000002</c:v>
                </c:pt>
                <c:pt idx="4042">
                  <c:v>48.783603999999997</c:v>
                </c:pt>
                <c:pt idx="4043">
                  <c:v>48.715255999999997</c:v>
                </c:pt>
                <c:pt idx="4044">
                  <c:v>48.646918999999997</c:v>
                </c:pt>
                <c:pt idx="4045">
                  <c:v>48.578606000000001</c:v>
                </c:pt>
                <c:pt idx="4046">
                  <c:v>48.510300000000001</c:v>
                </c:pt>
                <c:pt idx="4047">
                  <c:v>48.442031999999998</c:v>
                </c:pt>
                <c:pt idx="4048">
                  <c:v>48.373745</c:v>
                </c:pt>
                <c:pt idx="4049">
                  <c:v>48.305458000000002</c:v>
                </c:pt>
                <c:pt idx="4050">
                  <c:v>48.237152000000002</c:v>
                </c:pt>
                <c:pt idx="4051">
                  <c:v>48.168854000000003</c:v>
                </c:pt>
                <c:pt idx="4052">
                  <c:v>48.100532999999999</c:v>
                </c:pt>
                <c:pt idx="4053">
                  <c:v>48.032200000000003</c:v>
                </c:pt>
                <c:pt idx="4054">
                  <c:v>47.963881999999998</c:v>
                </c:pt>
                <c:pt idx="4055">
                  <c:v>47.895569000000002</c:v>
                </c:pt>
                <c:pt idx="4056">
                  <c:v>47.827266999999999</c:v>
                </c:pt>
                <c:pt idx="4057">
                  <c:v>47.758972</c:v>
                </c:pt>
                <c:pt idx="4058">
                  <c:v>47.690674000000001</c:v>
                </c:pt>
                <c:pt idx="4059">
                  <c:v>47.622387000000003</c:v>
                </c:pt>
                <c:pt idx="4060">
                  <c:v>47.554110999999999</c:v>
                </c:pt>
                <c:pt idx="4061">
                  <c:v>47.485855000000001</c:v>
                </c:pt>
                <c:pt idx="4062">
                  <c:v>47.417617999999997</c:v>
                </c:pt>
                <c:pt idx="4063">
                  <c:v>47.349415</c:v>
                </c:pt>
                <c:pt idx="4064">
                  <c:v>47.281227000000001</c:v>
                </c:pt>
                <c:pt idx="4065">
                  <c:v>47.213012999999997</c:v>
                </c:pt>
                <c:pt idx="4066">
                  <c:v>47.144790999999998</c:v>
                </c:pt>
                <c:pt idx="4067">
                  <c:v>47.076571999999999</c:v>
                </c:pt>
                <c:pt idx="4068">
                  <c:v>47.008366000000002</c:v>
                </c:pt>
                <c:pt idx="4069">
                  <c:v>46.940182</c:v>
                </c:pt>
                <c:pt idx="4070">
                  <c:v>46.872059</c:v>
                </c:pt>
                <c:pt idx="4071">
                  <c:v>46.803992999999998</c:v>
                </c:pt>
                <c:pt idx="4072">
                  <c:v>46.735984999999999</c:v>
                </c:pt>
                <c:pt idx="4073">
                  <c:v>46.667937999999999</c:v>
                </c:pt>
                <c:pt idx="4074">
                  <c:v>46.599921999999999</c:v>
                </c:pt>
                <c:pt idx="4075">
                  <c:v>46.531818000000001</c:v>
                </c:pt>
                <c:pt idx="4076">
                  <c:v>46.463692000000002</c:v>
                </c:pt>
                <c:pt idx="4077">
                  <c:v>46.395538000000002</c:v>
                </c:pt>
                <c:pt idx="4078">
                  <c:v>46.327404000000001</c:v>
                </c:pt>
                <c:pt idx="4079">
                  <c:v>46.259335</c:v>
                </c:pt>
                <c:pt idx="4080">
                  <c:v>46.191315000000003</c:v>
                </c:pt>
                <c:pt idx="4081">
                  <c:v>46.123356000000001</c:v>
                </c:pt>
                <c:pt idx="4082">
                  <c:v>46.055461999999999</c:v>
                </c:pt>
                <c:pt idx="4083">
                  <c:v>45.987563999999999</c:v>
                </c:pt>
                <c:pt idx="4084">
                  <c:v>45.919659000000003</c:v>
                </c:pt>
                <c:pt idx="4085">
                  <c:v>45.851685000000003</c:v>
                </c:pt>
                <c:pt idx="4086">
                  <c:v>45.783684000000001</c:v>
                </c:pt>
                <c:pt idx="4087">
                  <c:v>45.715674999999997</c:v>
                </c:pt>
                <c:pt idx="4088">
                  <c:v>45.647635999999999</c:v>
                </c:pt>
                <c:pt idx="4089">
                  <c:v>45.579619999999998</c:v>
                </c:pt>
                <c:pt idx="4090">
                  <c:v>45.511668999999998</c:v>
                </c:pt>
                <c:pt idx="4091">
                  <c:v>45.443793999999997</c:v>
                </c:pt>
                <c:pt idx="4092">
                  <c:v>45.375973000000002</c:v>
                </c:pt>
                <c:pt idx="4093">
                  <c:v>45.308174000000001</c:v>
                </c:pt>
                <c:pt idx="4094">
                  <c:v>45.240318000000002</c:v>
                </c:pt>
                <c:pt idx="4095">
                  <c:v>45.172454999999999</c:v>
                </c:pt>
                <c:pt idx="4096">
                  <c:v>45.104526999999997</c:v>
                </c:pt>
                <c:pt idx="4097">
                  <c:v>45.036610000000003</c:v>
                </c:pt>
                <c:pt idx="4098">
                  <c:v>44.968727000000001</c:v>
                </c:pt>
                <c:pt idx="4099">
                  <c:v>44.900886999999997</c:v>
                </c:pt>
                <c:pt idx="4100">
                  <c:v>44.833087999999996</c:v>
                </c:pt>
                <c:pt idx="4101">
                  <c:v>44.765338999999997</c:v>
                </c:pt>
                <c:pt idx="4102">
                  <c:v>44.697631999999999</c:v>
                </c:pt>
                <c:pt idx="4103">
                  <c:v>44.629939999999998</c:v>
                </c:pt>
                <c:pt idx="4104">
                  <c:v>44.562218000000001</c:v>
                </c:pt>
                <c:pt idx="4105">
                  <c:v>44.494414999999996</c:v>
                </c:pt>
                <c:pt idx="4106">
                  <c:v>44.426566999999999</c:v>
                </c:pt>
                <c:pt idx="4107">
                  <c:v>44.358707000000003</c:v>
                </c:pt>
                <c:pt idx="4108">
                  <c:v>44.290871000000003</c:v>
                </c:pt>
                <c:pt idx="4109">
                  <c:v>44.223075999999999</c:v>
                </c:pt>
                <c:pt idx="4110">
                  <c:v>44.155346000000002</c:v>
                </c:pt>
                <c:pt idx="4111">
                  <c:v>44.087676999999999</c:v>
                </c:pt>
                <c:pt idx="4112">
                  <c:v>44.020060999999998</c:v>
                </c:pt>
                <c:pt idx="4113">
                  <c:v>43.952469000000001</c:v>
                </c:pt>
                <c:pt idx="4114">
                  <c:v>43.88485</c:v>
                </c:pt>
                <c:pt idx="4115">
                  <c:v>43.817154000000002</c:v>
                </c:pt>
                <c:pt idx="4116">
                  <c:v>43.749386000000001</c:v>
                </c:pt>
                <c:pt idx="4117">
                  <c:v>43.681629000000001</c:v>
                </c:pt>
                <c:pt idx="4118">
                  <c:v>43.613875999999998</c:v>
                </c:pt>
                <c:pt idx="4119">
                  <c:v>43.546180999999997</c:v>
                </c:pt>
                <c:pt idx="4120">
                  <c:v>43.478496999999997</c:v>
                </c:pt>
                <c:pt idx="4121">
                  <c:v>43.410865999999999</c:v>
                </c:pt>
                <c:pt idx="4122">
                  <c:v>43.343285000000002</c:v>
                </c:pt>
                <c:pt idx="4123">
                  <c:v>43.275714999999998</c:v>
                </c:pt>
                <c:pt idx="4124">
                  <c:v>43.208114999999999</c:v>
                </c:pt>
                <c:pt idx="4125">
                  <c:v>43.140479999999997</c:v>
                </c:pt>
                <c:pt idx="4126">
                  <c:v>43.072830000000003</c:v>
                </c:pt>
                <c:pt idx="4127">
                  <c:v>43.005156999999997</c:v>
                </c:pt>
                <c:pt idx="4128">
                  <c:v>42.937472999999997</c:v>
                </c:pt>
                <c:pt idx="4129">
                  <c:v>42.869804000000002</c:v>
                </c:pt>
                <c:pt idx="4130">
                  <c:v>42.802185000000001</c:v>
                </c:pt>
                <c:pt idx="4131">
                  <c:v>42.734603999999997</c:v>
                </c:pt>
                <c:pt idx="4132">
                  <c:v>42.667107000000001</c:v>
                </c:pt>
                <c:pt idx="4133">
                  <c:v>42.599609000000001</c:v>
                </c:pt>
                <c:pt idx="4134">
                  <c:v>42.532066</c:v>
                </c:pt>
                <c:pt idx="4135">
                  <c:v>42.464455000000001</c:v>
                </c:pt>
                <c:pt idx="4136">
                  <c:v>42.396777999999998</c:v>
                </c:pt>
                <c:pt idx="4137">
                  <c:v>42.329075000000003</c:v>
                </c:pt>
                <c:pt idx="4138">
                  <c:v>42.261336999999997</c:v>
                </c:pt>
                <c:pt idx="4139">
                  <c:v>42.193641999999997</c:v>
                </c:pt>
                <c:pt idx="4140">
                  <c:v>42.125988</c:v>
                </c:pt>
                <c:pt idx="4141">
                  <c:v>42.058391999999998</c:v>
                </c:pt>
                <c:pt idx="4142">
                  <c:v>41.990848999999997</c:v>
                </c:pt>
                <c:pt idx="4143">
                  <c:v>41.923309000000003</c:v>
                </c:pt>
                <c:pt idx="4144">
                  <c:v>41.855713000000002</c:v>
                </c:pt>
                <c:pt idx="4145">
                  <c:v>41.788017000000004</c:v>
                </c:pt>
                <c:pt idx="4146">
                  <c:v>41.720275999999998</c:v>
                </c:pt>
                <c:pt idx="4147">
                  <c:v>41.652495999999999</c:v>
                </c:pt>
                <c:pt idx="4148">
                  <c:v>41.584705</c:v>
                </c:pt>
                <c:pt idx="4149">
                  <c:v>41.516936999999999</c:v>
                </c:pt>
                <c:pt idx="4150">
                  <c:v>41.449233999999997</c:v>
                </c:pt>
                <c:pt idx="4151">
                  <c:v>41.381591999999998</c:v>
                </c:pt>
                <c:pt idx="4152">
                  <c:v>41.314003</c:v>
                </c:pt>
                <c:pt idx="4153">
                  <c:v>41.246414000000001</c:v>
                </c:pt>
                <c:pt idx="4154">
                  <c:v>41.178787</c:v>
                </c:pt>
                <c:pt idx="4155">
                  <c:v>41.111080000000001</c:v>
                </c:pt>
                <c:pt idx="4156">
                  <c:v>41.043255000000002</c:v>
                </c:pt>
                <c:pt idx="4157">
                  <c:v>40.975403</c:v>
                </c:pt>
                <c:pt idx="4158">
                  <c:v>40.907589000000002</c:v>
                </c:pt>
                <c:pt idx="4159">
                  <c:v>40.839801999999999</c:v>
                </c:pt>
                <c:pt idx="4160">
                  <c:v>40.772075999999998</c:v>
                </c:pt>
                <c:pt idx="4161">
                  <c:v>40.704411</c:v>
                </c:pt>
                <c:pt idx="4162">
                  <c:v>40.636803</c:v>
                </c:pt>
                <c:pt idx="4163">
                  <c:v>40.569201999999997</c:v>
                </c:pt>
                <c:pt idx="4164">
                  <c:v>40.501536999999999</c:v>
                </c:pt>
                <c:pt idx="4165">
                  <c:v>40.433773000000002</c:v>
                </c:pt>
                <c:pt idx="4166">
                  <c:v>40.365912999999999</c:v>
                </c:pt>
                <c:pt idx="4167">
                  <c:v>40.298012</c:v>
                </c:pt>
                <c:pt idx="4168">
                  <c:v>40.230128999999998</c:v>
                </c:pt>
                <c:pt idx="4169">
                  <c:v>40.162308000000003</c:v>
                </c:pt>
                <c:pt idx="4170">
                  <c:v>40.094527999999997</c:v>
                </c:pt>
                <c:pt idx="4171">
                  <c:v>40.026833000000003</c:v>
                </c:pt>
                <c:pt idx="4172">
                  <c:v>39.959170999999998</c:v>
                </c:pt>
                <c:pt idx="4173">
                  <c:v>39.891540999999997</c:v>
                </c:pt>
                <c:pt idx="4174">
                  <c:v>39.823855999999999</c:v>
                </c:pt>
                <c:pt idx="4175">
                  <c:v>39.756062</c:v>
                </c:pt>
                <c:pt idx="4176">
                  <c:v>39.688183000000002</c:v>
                </c:pt>
                <c:pt idx="4177">
                  <c:v>39.620258</c:v>
                </c:pt>
                <c:pt idx="4178">
                  <c:v>39.552360999999998</c:v>
                </c:pt>
                <c:pt idx="4179">
                  <c:v>39.484512000000002</c:v>
                </c:pt>
                <c:pt idx="4180">
                  <c:v>39.416736999999998</c:v>
                </c:pt>
                <c:pt idx="4181">
                  <c:v>39.349037000000003</c:v>
                </c:pt>
                <c:pt idx="4182">
                  <c:v>39.281379999999999</c:v>
                </c:pt>
                <c:pt idx="4183">
                  <c:v>39.213760000000001</c:v>
                </c:pt>
                <c:pt idx="4184">
                  <c:v>39.146068999999997</c:v>
                </c:pt>
                <c:pt idx="4185">
                  <c:v>39.078251000000002</c:v>
                </c:pt>
                <c:pt idx="4186">
                  <c:v>39.010306999999997</c:v>
                </c:pt>
                <c:pt idx="4187">
                  <c:v>38.942332999999998</c:v>
                </c:pt>
                <c:pt idx="4188">
                  <c:v>38.874370999999996</c:v>
                </c:pt>
                <c:pt idx="4189">
                  <c:v>38.806477000000001</c:v>
                </c:pt>
                <c:pt idx="4190">
                  <c:v>38.738655000000001</c:v>
                </c:pt>
                <c:pt idx="4191">
                  <c:v>38.670932999999998</c:v>
                </c:pt>
                <c:pt idx="4192">
                  <c:v>38.603279000000001</c:v>
                </c:pt>
                <c:pt idx="4193">
                  <c:v>38.535648000000002</c:v>
                </c:pt>
                <c:pt idx="4194">
                  <c:v>38.467953000000001</c:v>
                </c:pt>
                <c:pt idx="4195">
                  <c:v>38.400120000000001</c:v>
                </c:pt>
                <c:pt idx="4196">
                  <c:v>38.332183999999998</c:v>
                </c:pt>
                <c:pt idx="4197">
                  <c:v>38.264183000000003</c:v>
                </c:pt>
                <c:pt idx="4198">
                  <c:v>38.196213</c:v>
                </c:pt>
                <c:pt idx="4199">
                  <c:v>38.128304</c:v>
                </c:pt>
                <c:pt idx="4200">
                  <c:v>38.060496999999998</c:v>
                </c:pt>
                <c:pt idx="4201">
                  <c:v>37.992794000000004</c:v>
                </c:pt>
                <c:pt idx="4202">
                  <c:v>37.925128999999998</c:v>
                </c:pt>
                <c:pt idx="4203">
                  <c:v>37.857467999999997</c:v>
                </c:pt>
                <c:pt idx="4204">
                  <c:v>37.789760999999999</c:v>
                </c:pt>
                <c:pt idx="4205">
                  <c:v>37.721896999999998</c:v>
                </c:pt>
                <c:pt idx="4206">
                  <c:v>37.653919000000002</c:v>
                </c:pt>
                <c:pt idx="4207">
                  <c:v>37.585872999999999</c:v>
                </c:pt>
                <c:pt idx="4208">
                  <c:v>37.517853000000002</c:v>
                </c:pt>
                <c:pt idx="4209">
                  <c:v>37.449897999999997</c:v>
                </c:pt>
                <c:pt idx="4210">
                  <c:v>37.382004000000002</c:v>
                </c:pt>
                <c:pt idx="4211">
                  <c:v>37.314239999999998</c:v>
                </c:pt>
                <c:pt idx="4212">
                  <c:v>37.246566999999999</c:v>
                </c:pt>
                <c:pt idx="4213">
                  <c:v>37.178916999999998</c:v>
                </c:pt>
                <c:pt idx="4214">
                  <c:v>37.111206000000003</c:v>
                </c:pt>
                <c:pt idx="4215">
                  <c:v>37.043343</c:v>
                </c:pt>
                <c:pt idx="4216">
                  <c:v>36.975372</c:v>
                </c:pt>
                <c:pt idx="4217">
                  <c:v>36.907352000000003</c:v>
                </c:pt>
                <c:pt idx="4218">
                  <c:v>36.839336000000003</c:v>
                </c:pt>
                <c:pt idx="4219">
                  <c:v>36.771408000000001</c:v>
                </c:pt>
                <c:pt idx="4220">
                  <c:v>36.703586999999999</c:v>
                </c:pt>
                <c:pt idx="4221">
                  <c:v>36.635886999999997</c:v>
                </c:pt>
                <c:pt idx="4222">
                  <c:v>36.568252999999999</c:v>
                </c:pt>
                <c:pt idx="4223">
                  <c:v>36.500613999999999</c:v>
                </c:pt>
                <c:pt idx="4224">
                  <c:v>36.432868999999997</c:v>
                </c:pt>
                <c:pt idx="4225">
                  <c:v>36.364970999999997</c:v>
                </c:pt>
                <c:pt idx="4226">
                  <c:v>36.296959000000001</c:v>
                </c:pt>
                <c:pt idx="4227">
                  <c:v>36.228886000000003</c:v>
                </c:pt>
                <c:pt idx="4228">
                  <c:v>36.160820000000001</c:v>
                </c:pt>
                <c:pt idx="4229">
                  <c:v>36.092838</c:v>
                </c:pt>
                <c:pt idx="4230">
                  <c:v>36.024929</c:v>
                </c:pt>
                <c:pt idx="4231">
                  <c:v>35.957127</c:v>
                </c:pt>
                <c:pt idx="4232">
                  <c:v>35.889384999999997</c:v>
                </c:pt>
                <c:pt idx="4233">
                  <c:v>35.821674000000002</c:v>
                </c:pt>
                <c:pt idx="4234">
                  <c:v>35.753922000000003</c:v>
                </c:pt>
                <c:pt idx="4235">
                  <c:v>35.686042999999998</c:v>
                </c:pt>
                <c:pt idx="4236">
                  <c:v>35.618046</c:v>
                </c:pt>
                <c:pt idx="4237">
                  <c:v>35.550013999999997</c:v>
                </c:pt>
                <c:pt idx="4238">
                  <c:v>35.481971999999999</c:v>
                </c:pt>
                <c:pt idx="4239">
                  <c:v>35.414031999999999</c:v>
                </c:pt>
                <c:pt idx="4240">
                  <c:v>35.346179999999997</c:v>
                </c:pt>
                <c:pt idx="4241">
                  <c:v>35.278416</c:v>
                </c:pt>
                <c:pt idx="4242">
                  <c:v>35.210709000000001</c:v>
                </c:pt>
                <c:pt idx="4243">
                  <c:v>35.142966999999999</c:v>
                </c:pt>
                <c:pt idx="4244">
                  <c:v>35.075133999999998</c:v>
                </c:pt>
                <c:pt idx="4245">
                  <c:v>35.007182999999998</c:v>
                </c:pt>
                <c:pt idx="4246">
                  <c:v>34.939129000000001</c:v>
                </c:pt>
                <c:pt idx="4247">
                  <c:v>34.871006000000001</c:v>
                </c:pt>
                <c:pt idx="4248">
                  <c:v>34.802937</c:v>
                </c:pt>
                <c:pt idx="4249">
                  <c:v>34.734951000000002</c:v>
                </c:pt>
                <c:pt idx="4250">
                  <c:v>34.667057</c:v>
                </c:pt>
                <c:pt idx="4251">
                  <c:v>34.599251000000002</c:v>
                </c:pt>
                <c:pt idx="4252">
                  <c:v>34.531509</c:v>
                </c:pt>
                <c:pt idx="4253">
                  <c:v>34.463745000000003</c:v>
                </c:pt>
                <c:pt idx="4254">
                  <c:v>34.395904999999999</c:v>
                </c:pt>
                <c:pt idx="4255">
                  <c:v>34.327919000000001</c:v>
                </c:pt>
                <c:pt idx="4256">
                  <c:v>34.259841999999999</c:v>
                </c:pt>
                <c:pt idx="4257">
                  <c:v>34.191723000000003</c:v>
                </c:pt>
                <c:pt idx="4258">
                  <c:v>34.123631000000003</c:v>
                </c:pt>
                <c:pt idx="4259">
                  <c:v>34.055613999999998</c:v>
                </c:pt>
                <c:pt idx="4260">
                  <c:v>33.987709000000002</c:v>
                </c:pt>
                <c:pt idx="4261">
                  <c:v>33.919894999999997</c:v>
                </c:pt>
                <c:pt idx="4262">
                  <c:v>33.852150000000002</c:v>
                </c:pt>
                <c:pt idx="4263">
                  <c:v>33.784396999999998</c:v>
                </c:pt>
                <c:pt idx="4264">
                  <c:v>33.716529999999999</c:v>
                </c:pt>
                <c:pt idx="4265">
                  <c:v>33.648499000000001</c:v>
                </c:pt>
                <c:pt idx="4266">
                  <c:v>33.580368</c:v>
                </c:pt>
                <c:pt idx="4267">
                  <c:v>33.512217999999997</c:v>
                </c:pt>
                <c:pt idx="4268">
                  <c:v>33.444083999999997</c:v>
                </c:pt>
                <c:pt idx="4269">
                  <c:v>33.376033999999997</c:v>
                </c:pt>
                <c:pt idx="4270">
                  <c:v>33.308083000000003</c:v>
                </c:pt>
                <c:pt idx="4271">
                  <c:v>33.240234000000001</c:v>
                </c:pt>
                <c:pt idx="4272">
                  <c:v>33.172462000000003</c:v>
                </c:pt>
                <c:pt idx="4273">
                  <c:v>33.104694000000002</c:v>
                </c:pt>
                <c:pt idx="4274">
                  <c:v>33.036830999999999</c:v>
                </c:pt>
                <c:pt idx="4275">
                  <c:v>32.968857</c:v>
                </c:pt>
                <c:pt idx="4276">
                  <c:v>32.900795000000002</c:v>
                </c:pt>
                <c:pt idx="4277">
                  <c:v>32.832706000000002</c:v>
                </c:pt>
                <c:pt idx="4278">
                  <c:v>32.764637</c:v>
                </c:pt>
                <c:pt idx="4279">
                  <c:v>32.696648000000003</c:v>
                </c:pt>
                <c:pt idx="4280">
                  <c:v>32.628830000000001</c:v>
                </c:pt>
                <c:pt idx="4281">
                  <c:v>32.561225999999998</c:v>
                </c:pt>
                <c:pt idx="4282">
                  <c:v>32.493996000000003</c:v>
                </c:pt>
                <c:pt idx="4283">
                  <c:v>32.427318999999997</c:v>
                </c:pt>
                <c:pt idx="4284">
                  <c:v>32.361342999999998</c:v>
                </c:pt>
                <c:pt idx="4285">
                  <c:v>32.296497000000002</c:v>
                </c:pt>
                <c:pt idx="4286">
                  <c:v>32.233108999999999</c:v>
                </c:pt>
                <c:pt idx="4287">
                  <c:v>32.170848999999997</c:v>
                </c:pt>
                <c:pt idx="4288">
                  <c:v>32.109366999999999</c:v>
                </c:pt>
                <c:pt idx="4289">
                  <c:v>32.048282999999998</c:v>
                </c:pt>
                <c:pt idx="4290">
                  <c:v>31.987293000000001</c:v>
                </c:pt>
                <c:pt idx="4291">
                  <c:v>31.926485</c:v>
                </c:pt>
                <c:pt idx="4292">
                  <c:v>31.865662</c:v>
                </c:pt>
                <c:pt idx="4293">
                  <c:v>31.804955</c:v>
                </c:pt>
                <c:pt idx="4294">
                  <c:v>31.745691000000001</c:v>
                </c:pt>
                <c:pt idx="4295">
                  <c:v>31.688725000000002</c:v>
                </c:pt>
                <c:pt idx="4296">
                  <c:v>31.636126999999998</c:v>
                </c:pt>
                <c:pt idx="4297">
                  <c:v>31.589064</c:v>
                </c:pt>
                <c:pt idx="4298">
                  <c:v>31.548615999999999</c:v>
                </c:pt>
                <c:pt idx="4299">
                  <c:v>31.513451</c:v>
                </c:pt>
                <c:pt idx="4300">
                  <c:v>31.481788999999999</c:v>
                </c:pt>
                <c:pt idx="4301">
                  <c:v>31.453644000000001</c:v>
                </c:pt>
                <c:pt idx="4302">
                  <c:v>31.428896000000002</c:v>
                </c:pt>
                <c:pt idx="4303">
                  <c:v>31.407160000000001</c:v>
                </c:pt>
                <c:pt idx="4304">
                  <c:v>31.387771999999998</c:v>
                </c:pt>
                <c:pt idx="4305">
                  <c:v>31.370283000000001</c:v>
                </c:pt>
                <c:pt idx="4306">
                  <c:v>31.354084</c:v>
                </c:pt>
                <c:pt idx="4307">
                  <c:v>31.338795000000001</c:v>
                </c:pt>
                <c:pt idx="4308">
                  <c:v>31.323419999999999</c:v>
                </c:pt>
                <c:pt idx="4309">
                  <c:v>31.306850000000001</c:v>
                </c:pt>
                <c:pt idx="4310">
                  <c:v>31.288184999999999</c:v>
                </c:pt>
                <c:pt idx="4311">
                  <c:v>31.267479000000002</c:v>
                </c:pt>
                <c:pt idx="4312">
                  <c:v>31.244292999999999</c:v>
                </c:pt>
                <c:pt idx="4313">
                  <c:v>31.218847</c:v>
                </c:pt>
                <c:pt idx="4314">
                  <c:v>31.191673000000002</c:v>
                </c:pt>
                <c:pt idx="4315">
                  <c:v>31.163882999999998</c:v>
                </c:pt>
                <c:pt idx="4316">
                  <c:v>31.136918999999999</c:v>
                </c:pt>
                <c:pt idx="4317">
                  <c:v>31.111519000000001</c:v>
                </c:pt>
                <c:pt idx="4318">
                  <c:v>31.088077999999999</c:v>
                </c:pt>
                <c:pt idx="4319">
                  <c:v>31.066313000000001</c:v>
                </c:pt>
                <c:pt idx="4320">
                  <c:v>31.045504000000001</c:v>
                </c:pt>
                <c:pt idx="4321">
                  <c:v>31.024640999999999</c:v>
                </c:pt>
                <c:pt idx="4322">
                  <c:v>31.002918000000001</c:v>
                </c:pt>
                <c:pt idx="4323">
                  <c:v>30.980046999999999</c:v>
                </c:pt>
                <c:pt idx="4324">
                  <c:v>30.956520000000001</c:v>
                </c:pt>
                <c:pt idx="4325">
                  <c:v>30.932960999999999</c:v>
                </c:pt>
                <c:pt idx="4326">
                  <c:v>30.910404</c:v>
                </c:pt>
                <c:pt idx="4327">
                  <c:v>30.889403999999999</c:v>
                </c:pt>
                <c:pt idx="4328">
                  <c:v>30.869866999999999</c:v>
                </c:pt>
                <c:pt idx="4329">
                  <c:v>30.851050999999998</c:v>
                </c:pt>
                <c:pt idx="4330">
                  <c:v>30.832056000000001</c:v>
                </c:pt>
                <c:pt idx="4331">
                  <c:v>30.811973999999999</c:v>
                </c:pt>
                <c:pt idx="4332">
                  <c:v>30.790396000000001</c:v>
                </c:pt>
                <c:pt idx="4333">
                  <c:v>30.767548000000001</c:v>
                </c:pt>
                <c:pt idx="4334">
                  <c:v>30.744116000000002</c:v>
                </c:pt>
                <c:pt idx="4335">
                  <c:v>30.721150999999999</c:v>
                </c:pt>
                <c:pt idx="4336">
                  <c:v>30.699470999999999</c:v>
                </c:pt>
                <c:pt idx="4337">
                  <c:v>30.679527</c:v>
                </c:pt>
                <c:pt idx="4338">
                  <c:v>30.661840000000002</c:v>
                </c:pt>
                <c:pt idx="4339">
                  <c:v>30.646284000000001</c:v>
                </c:pt>
                <c:pt idx="4340">
                  <c:v>30.632093000000001</c:v>
                </c:pt>
                <c:pt idx="4341">
                  <c:v>30.617920000000002</c:v>
                </c:pt>
                <c:pt idx="4342">
                  <c:v>30.602872999999999</c:v>
                </c:pt>
                <c:pt idx="4343">
                  <c:v>30.586836000000002</c:v>
                </c:pt>
                <c:pt idx="4344">
                  <c:v>30.570305000000001</c:v>
                </c:pt>
                <c:pt idx="4345">
                  <c:v>30.554237000000001</c:v>
                </c:pt>
                <c:pt idx="4346">
                  <c:v>30.539114000000001</c:v>
                </c:pt>
                <c:pt idx="4347">
                  <c:v>30.525133</c:v>
                </c:pt>
                <c:pt idx="4348">
                  <c:v>30.511744</c:v>
                </c:pt>
                <c:pt idx="4349">
                  <c:v>30.498228000000001</c:v>
                </c:pt>
                <c:pt idx="4350">
                  <c:v>30.483609999999999</c:v>
                </c:pt>
                <c:pt idx="4351">
                  <c:v>30.467338999999999</c:v>
                </c:pt>
                <c:pt idx="4352">
                  <c:v>30.449494999999999</c:v>
                </c:pt>
                <c:pt idx="4353">
                  <c:v>30.430745999999999</c:v>
                </c:pt>
                <c:pt idx="4354">
                  <c:v>30.412116999999999</c:v>
                </c:pt>
                <c:pt idx="4355">
                  <c:v>30.394359999999999</c:v>
                </c:pt>
                <c:pt idx="4356">
                  <c:v>30.378418</c:v>
                </c:pt>
                <c:pt idx="4357">
                  <c:v>30.364462</c:v>
                </c:pt>
                <c:pt idx="4358">
                  <c:v>30.352585000000001</c:v>
                </c:pt>
                <c:pt idx="4359">
                  <c:v>30.342188</c:v>
                </c:pt>
                <c:pt idx="4360">
                  <c:v>30.332868999999999</c:v>
                </c:pt>
                <c:pt idx="4361">
                  <c:v>30.324265</c:v>
                </c:pt>
                <c:pt idx="4362">
                  <c:v>30.315842</c:v>
                </c:pt>
                <c:pt idx="4363">
                  <c:v>30.307220000000001</c:v>
                </c:pt>
                <c:pt idx="4364">
                  <c:v>30.298508000000002</c:v>
                </c:pt>
                <c:pt idx="4365">
                  <c:v>30.289915000000001</c:v>
                </c:pt>
                <c:pt idx="4366">
                  <c:v>30.281735999999999</c:v>
                </c:pt>
                <c:pt idx="4367">
                  <c:v>30.274211999999999</c:v>
                </c:pt>
                <c:pt idx="4368">
                  <c:v>30.267284</c:v>
                </c:pt>
                <c:pt idx="4369">
                  <c:v>30.260538</c:v>
                </c:pt>
                <c:pt idx="4370">
                  <c:v>30.253537999999999</c:v>
                </c:pt>
                <c:pt idx="4371">
                  <c:v>30.245695000000001</c:v>
                </c:pt>
                <c:pt idx="4372">
                  <c:v>30.236941999999999</c:v>
                </c:pt>
                <c:pt idx="4373">
                  <c:v>30.227323999999999</c:v>
                </c:pt>
                <c:pt idx="4374">
                  <c:v>30.21726</c:v>
                </c:pt>
                <c:pt idx="4375">
                  <c:v>30.207481000000001</c:v>
                </c:pt>
                <c:pt idx="4376">
                  <c:v>30.198295999999999</c:v>
                </c:pt>
                <c:pt idx="4377">
                  <c:v>30.190016</c:v>
                </c:pt>
                <c:pt idx="4378">
                  <c:v>30.182693</c:v>
                </c:pt>
                <c:pt idx="4379">
                  <c:v>30.176089999999999</c:v>
                </c:pt>
                <c:pt idx="4380">
                  <c:v>30.169888</c:v>
                </c:pt>
                <c:pt idx="4381">
                  <c:v>30.163665999999999</c:v>
                </c:pt>
                <c:pt idx="4382">
                  <c:v>30.157187</c:v>
                </c:pt>
                <c:pt idx="4383">
                  <c:v>30.150106000000001</c:v>
                </c:pt>
                <c:pt idx="4384">
                  <c:v>30.142595</c:v>
                </c:pt>
                <c:pt idx="4385">
                  <c:v>30.135124000000001</c:v>
                </c:pt>
                <c:pt idx="4386">
                  <c:v>30.128197</c:v>
                </c:pt>
                <c:pt idx="4387">
                  <c:v>30.121970999999998</c:v>
                </c:pt>
                <c:pt idx="4388">
                  <c:v>30.116479999999999</c:v>
                </c:pt>
                <c:pt idx="4389">
                  <c:v>30.11158</c:v>
                </c:pt>
                <c:pt idx="4390">
                  <c:v>30.107042</c:v>
                </c:pt>
                <c:pt idx="4391">
                  <c:v>30.102505000000001</c:v>
                </c:pt>
                <c:pt idx="4392">
                  <c:v>30.097695999999999</c:v>
                </c:pt>
                <c:pt idx="4393">
                  <c:v>30.092468</c:v>
                </c:pt>
                <c:pt idx="4394">
                  <c:v>30.086983</c:v>
                </c:pt>
                <c:pt idx="4395">
                  <c:v>30.081465000000001</c:v>
                </c:pt>
                <c:pt idx="4396">
                  <c:v>30.076229000000001</c:v>
                </c:pt>
                <c:pt idx="4397">
                  <c:v>30.071449000000001</c:v>
                </c:pt>
                <c:pt idx="4398">
                  <c:v>30.067350000000001</c:v>
                </c:pt>
                <c:pt idx="4399">
                  <c:v>30.063766000000001</c:v>
                </c:pt>
                <c:pt idx="4400">
                  <c:v>30.060513</c:v>
                </c:pt>
                <c:pt idx="4401">
                  <c:v>30.057217000000001</c:v>
                </c:pt>
                <c:pt idx="4402">
                  <c:v>30.053643999999998</c:v>
                </c:pt>
                <c:pt idx="4403">
                  <c:v>30.049616</c:v>
                </c:pt>
                <c:pt idx="4404">
                  <c:v>30.045162000000001</c:v>
                </c:pt>
                <c:pt idx="4405">
                  <c:v>30.040644</c:v>
                </c:pt>
                <c:pt idx="4406">
                  <c:v>30.036377000000002</c:v>
                </c:pt>
                <c:pt idx="4407">
                  <c:v>30.032679000000002</c:v>
                </c:pt>
                <c:pt idx="4408">
                  <c:v>30.029693999999999</c:v>
                </c:pt>
                <c:pt idx="4409">
                  <c:v>30.026968</c:v>
                </c:pt>
                <c:pt idx="4410">
                  <c:v>30.024650999999999</c:v>
                </c:pt>
                <c:pt idx="4411">
                  <c:v>30.022345999999999</c:v>
                </c:pt>
                <c:pt idx="4412">
                  <c:v>30.01981</c:v>
                </c:pt>
                <c:pt idx="4413">
                  <c:v>30.016795999999999</c:v>
                </c:pt>
                <c:pt idx="4414">
                  <c:v>30.013484999999999</c:v>
                </c:pt>
                <c:pt idx="4415">
                  <c:v>30.010092</c:v>
                </c:pt>
                <c:pt idx="4416">
                  <c:v>30.007086000000001</c:v>
                </c:pt>
                <c:pt idx="4417">
                  <c:v>30.004487999999998</c:v>
                </c:pt>
                <c:pt idx="4418">
                  <c:v>30.002486999999999</c:v>
                </c:pt>
                <c:pt idx="4419">
                  <c:v>30.000858000000001</c:v>
                </c:pt>
                <c:pt idx="4420">
                  <c:v>29.999413000000001</c:v>
                </c:pt>
                <c:pt idx="4421">
                  <c:v>29.998038999999999</c:v>
                </c:pt>
                <c:pt idx="4422">
                  <c:v>29.996475</c:v>
                </c:pt>
                <c:pt idx="4423">
                  <c:v>29.994510999999999</c:v>
                </c:pt>
                <c:pt idx="4424">
                  <c:v>29.9923</c:v>
                </c:pt>
                <c:pt idx="4425">
                  <c:v>29.989951999999999</c:v>
                </c:pt>
                <c:pt idx="4426">
                  <c:v>29.987777999999999</c:v>
                </c:pt>
                <c:pt idx="4427">
                  <c:v>29.986022999999999</c:v>
                </c:pt>
                <c:pt idx="4428">
                  <c:v>29.984832999999998</c:v>
                </c:pt>
                <c:pt idx="4429">
                  <c:v>29.984044999999998</c:v>
                </c:pt>
                <c:pt idx="4430">
                  <c:v>29.983585000000001</c:v>
                </c:pt>
                <c:pt idx="4431">
                  <c:v>29.983248</c:v>
                </c:pt>
                <c:pt idx="4432">
                  <c:v>29.982932999999999</c:v>
                </c:pt>
                <c:pt idx="4433">
                  <c:v>29.982367</c:v>
                </c:pt>
                <c:pt idx="4434">
                  <c:v>29.981562</c:v>
                </c:pt>
                <c:pt idx="4435">
                  <c:v>29.980658999999999</c:v>
                </c:pt>
                <c:pt idx="4436">
                  <c:v>29.979869999999998</c:v>
                </c:pt>
                <c:pt idx="4437">
                  <c:v>29.979341999999999</c:v>
                </c:pt>
                <c:pt idx="4438">
                  <c:v>29.979136</c:v>
                </c:pt>
                <c:pt idx="4439">
                  <c:v>29.979279999999999</c:v>
                </c:pt>
                <c:pt idx="4440">
                  <c:v>29.979652000000002</c:v>
                </c:pt>
                <c:pt idx="4441">
                  <c:v>29.980046999999999</c:v>
                </c:pt>
                <c:pt idx="4442">
                  <c:v>29.980446000000001</c:v>
                </c:pt>
                <c:pt idx="4443">
                  <c:v>29.980656</c:v>
                </c:pt>
                <c:pt idx="4444">
                  <c:v>29.980633000000001</c:v>
                </c:pt>
                <c:pt idx="4445">
                  <c:v>29.980450000000001</c:v>
                </c:pt>
                <c:pt idx="4446">
                  <c:v>29.980291000000001</c:v>
                </c:pt>
                <c:pt idx="4447">
                  <c:v>29.980383</c:v>
                </c:pt>
                <c:pt idx="4448">
                  <c:v>29.980758999999999</c:v>
                </c:pt>
                <c:pt idx="4449">
                  <c:v>29.981421999999998</c:v>
                </c:pt>
                <c:pt idx="4450">
                  <c:v>29.982239</c:v>
                </c:pt>
                <c:pt idx="4451">
                  <c:v>29.983128000000001</c:v>
                </c:pt>
                <c:pt idx="4452">
                  <c:v>29.983829</c:v>
                </c:pt>
                <c:pt idx="4453">
                  <c:v>29.984238000000001</c:v>
                </c:pt>
                <c:pt idx="4454">
                  <c:v>29.984370999999999</c:v>
                </c:pt>
                <c:pt idx="4455">
                  <c:v>29.984337</c:v>
                </c:pt>
                <c:pt idx="4456">
                  <c:v>29.984425000000002</c:v>
                </c:pt>
                <c:pt idx="4457">
                  <c:v>29.984708999999999</c:v>
                </c:pt>
                <c:pt idx="4458">
                  <c:v>29.985347999999998</c:v>
                </c:pt>
                <c:pt idx="4459">
                  <c:v>29.986248</c:v>
                </c:pt>
                <c:pt idx="4460">
                  <c:v>29.987311999999999</c:v>
                </c:pt>
                <c:pt idx="4461">
                  <c:v>29.988350000000001</c:v>
                </c:pt>
                <c:pt idx="4462">
                  <c:v>29.989263999999999</c:v>
                </c:pt>
                <c:pt idx="4463">
                  <c:v>29.989923000000001</c:v>
                </c:pt>
                <c:pt idx="4464">
                  <c:v>29.990355000000001</c:v>
                </c:pt>
                <c:pt idx="4465">
                  <c:v>29.990711000000001</c:v>
                </c:pt>
                <c:pt idx="4466">
                  <c:v>29.991130999999999</c:v>
                </c:pt>
                <c:pt idx="4467">
                  <c:v>29.991841999999998</c:v>
                </c:pt>
                <c:pt idx="4468">
                  <c:v>29.992844000000002</c:v>
                </c:pt>
                <c:pt idx="4469">
                  <c:v>29.994059</c:v>
                </c:pt>
                <c:pt idx="4470">
                  <c:v>29.995373000000001</c:v>
                </c:pt>
                <c:pt idx="4471">
                  <c:v>29.996663999999999</c:v>
                </c:pt>
                <c:pt idx="4472">
                  <c:v>29.997795</c:v>
                </c:pt>
                <c:pt idx="4473">
                  <c:v>29.998667000000001</c:v>
                </c:pt>
                <c:pt idx="4474">
                  <c:v>29.999344000000001</c:v>
                </c:pt>
                <c:pt idx="4475">
                  <c:v>29.999973000000001</c:v>
                </c:pt>
                <c:pt idx="4476">
                  <c:v>30.000751000000001</c:v>
                </c:pt>
                <c:pt idx="4477">
                  <c:v>30.001759</c:v>
                </c:pt>
                <c:pt idx="4478">
                  <c:v>30.003032999999999</c:v>
                </c:pt>
                <c:pt idx="4479">
                  <c:v>30.008261000000001</c:v>
                </c:pt>
                <c:pt idx="4480">
                  <c:v>30.016148000000001</c:v>
                </c:pt>
                <c:pt idx="4481">
                  <c:v>30.018929</c:v>
                </c:pt>
                <c:pt idx="4482">
                  <c:v>30.019613</c:v>
                </c:pt>
                <c:pt idx="4483">
                  <c:v>30.030994</c:v>
                </c:pt>
                <c:pt idx="4484">
                  <c:v>30.060385</c:v>
                </c:pt>
                <c:pt idx="4485">
                  <c:v>30.080134999999999</c:v>
                </c:pt>
                <c:pt idx="4486">
                  <c:v>30.113651000000001</c:v>
                </c:pt>
                <c:pt idx="4487">
                  <c:v>30.151039000000001</c:v>
                </c:pt>
                <c:pt idx="4488">
                  <c:v>30.182272000000001</c:v>
                </c:pt>
                <c:pt idx="4489">
                  <c:v>30.203312</c:v>
                </c:pt>
                <c:pt idx="4490">
                  <c:v>30.222569</c:v>
                </c:pt>
                <c:pt idx="4491">
                  <c:v>30.241918999999999</c:v>
                </c:pt>
                <c:pt idx="4492">
                  <c:v>30.263216</c:v>
                </c:pt>
                <c:pt idx="4493">
                  <c:v>30.285627000000002</c:v>
                </c:pt>
                <c:pt idx="4494">
                  <c:v>30.309052000000001</c:v>
                </c:pt>
                <c:pt idx="4495">
                  <c:v>30.335975999999999</c:v>
                </c:pt>
                <c:pt idx="4496">
                  <c:v>30.361954000000001</c:v>
                </c:pt>
                <c:pt idx="4497">
                  <c:v>30.375312999999998</c:v>
                </c:pt>
                <c:pt idx="4498">
                  <c:v>30.385961999999999</c:v>
                </c:pt>
                <c:pt idx="4499">
                  <c:v>30.397787000000001</c:v>
                </c:pt>
                <c:pt idx="4500">
                  <c:v>30.410032000000001</c:v>
                </c:pt>
                <c:pt idx="4501">
                  <c:v>30.425058</c:v>
                </c:pt>
                <c:pt idx="4502">
                  <c:v>30.438862</c:v>
                </c:pt>
                <c:pt idx="4503">
                  <c:v>30.445087000000001</c:v>
                </c:pt>
                <c:pt idx="4504">
                  <c:v>30.443853000000001</c:v>
                </c:pt>
                <c:pt idx="4505">
                  <c:v>30.444365000000001</c:v>
                </c:pt>
                <c:pt idx="4506">
                  <c:v>30.448093</c:v>
                </c:pt>
                <c:pt idx="4507">
                  <c:v>30.44595</c:v>
                </c:pt>
                <c:pt idx="4508">
                  <c:v>30.438424999999999</c:v>
                </c:pt>
                <c:pt idx="4509">
                  <c:v>30.430524999999999</c:v>
                </c:pt>
                <c:pt idx="4510">
                  <c:v>30.428272</c:v>
                </c:pt>
                <c:pt idx="4511">
                  <c:v>30.424994999999999</c:v>
                </c:pt>
                <c:pt idx="4512">
                  <c:v>30.421620999999998</c:v>
                </c:pt>
                <c:pt idx="4513">
                  <c:v>30.417363999999999</c:v>
                </c:pt>
                <c:pt idx="4514">
                  <c:v>30.416367999999999</c:v>
                </c:pt>
                <c:pt idx="4515">
                  <c:v>30.414793</c:v>
                </c:pt>
                <c:pt idx="4516">
                  <c:v>30.413252</c:v>
                </c:pt>
                <c:pt idx="4517">
                  <c:v>30.412030999999999</c:v>
                </c:pt>
                <c:pt idx="4518">
                  <c:v>30.411556000000001</c:v>
                </c:pt>
                <c:pt idx="4519">
                  <c:v>30.411615000000001</c:v>
                </c:pt>
                <c:pt idx="4520">
                  <c:v>30.412571</c:v>
                </c:pt>
                <c:pt idx="4521">
                  <c:v>30.419968000000001</c:v>
                </c:pt>
                <c:pt idx="4522">
                  <c:v>30.434608000000001</c:v>
                </c:pt>
                <c:pt idx="4523">
                  <c:v>30.446262000000001</c:v>
                </c:pt>
                <c:pt idx="4524">
                  <c:v>30.447535999999999</c:v>
                </c:pt>
                <c:pt idx="4525">
                  <c:v>30.452490000000001</c:v>
                </c:pt>
                <c:pt idx="4526">
                  <c:v>30.458549000000001</c:v>
                </c:pt>
                <c:pt idx="4527">
                  <c:v>30.467037000000001</c:v>
                </c:pt>
                <c:pt idx="4528">
                  <c:v>30.478441</c:v>
                </c:pt>
                <c:pt idx="4529">
                  <c:v>30.493074</c:v>
                </c:pt>
                <c:pt idx="4530">
                  <c:v>30.503471000000001</c:v>
                </c:pt>
                <c:pt idx="4531">
                  <c:v>30.512753</c:v>
                </c:pt>
                <c:pt idx="4532">
                  <c:v>30.523951</c:v>
                </c:pt>
                <c:pt idx="4533">
                  <c:v>30.535678999999998</c:v>
                </c:pt>
                <c:pt idx="4534">
                  <c:v>30.544764000000001</c:v>
                </c:pt>
                <c:pt idx="4535">
                  <c:v>30.558813000000001</c:v>
                </c:pt>
                <c:pt idx="4536">
                  <c:v>30.582785000000001</c:v>
                </c:pt>
                <c:pt idx="4537">
                  <c:v>30.609026</c:v>
                </c:pt>
                <c:pt idx="4538">
                  <c:v>30.635693</c:v>
                </c:pt>
                <c:pt idx="4539">
                  <c:v>30.666004000000001</c:v>
                </c:pt>
                <c:pt idx="4540">
                  <c:v>30.700182000000002</c:v>
                </c:pt>
                <c:pt idx="4541">
                  <c:v>30.740175000000001</c:v>
                </c:pt>
                <c:pt idx="4542">
                  <c:v>30.780766</c:v>
                </c:pt>
                <c:pt idx="4543">
                  <c:v>30.819006000000002</c:v>
                </c:pt>
                <c:pt idx="4544">
                  <c:v>30.852266</c:v>
                </c:pt>
                <c:pt idx="4545">
                  <c:v>30.882021000000002</c:v>
                </c:pt>
                <c:pt idx="4546">
                  <c:v>30.908424</c:v>
                </c:pt>
                <c:pt idx="4547">
                  <c:v>30.934070999999999</c:v>
                </c:pt>
                <c:pt idx="4548">
                  <c:v>30.958196999999998</c:v>
                </c:pt>
                <c:pt idx="4549">
                  <c:v>30.980091000000002</c:v>
                </c:pt>
                <c:pt idx="4550">
                  <c:v>30.999846000000002</c:v>
                </c:pt>
                <c:pt idx="4551">
                  <c:v>31.018388999999999</c:v>
                </c:pt>
                <c:pt idx="4552">
                  <c:v>31.036771999999999</c:v>
                </c:pt>
                <c:pt idx="4553">
                  <c:v>31.057327000000001</c:v>
                </c:pt>
                <c:pt idx="4554">
                  <c:v>31.083126</c:v>
                </c:pt>
                <c:pt idx="4555">
                  <c:v>31.115179000000001</c:v>
                </c:pt>
                <c:pt idx="4556">
                  <c:v>31.14967</c:v>
                </c:pt>
                <c:pt idx="4557">
                  <c:v>31.187172</c:v>
                </c:pt>
                <c:pt idx="4558">
                  <c:v>31.229939000000002</c:v>
                </c:pt>
                <c:pt idx="4559">
                  <c:v>31.272545000000001</c:v>
                </c:pt>
                <c:pt idx="4560">
                  <c:v>31.312691000000001</c:v>
                </c:pt>
                <c:pt idx="4561">
                  <c:v>31.354315</c:v>
                </c:pt>
                <c:pt idx="4562">
                  <c:v>31.400041999999999</c:v>
                </c:pt>
                <c:pt idx="4563">
                  <c:v>31.445612000000001</c:v>
                </c:pt>
                <c:pt idx="4564">
                  <c:v>31.482455999999999</c:v>
                </c:pt>
                <c:pt idx="4565">
                  <c:v>31.509551999999999</c:v>
                </c:pt>
                <c:pt idx="4566">
                  <c:v>31.533611000000001</c:v>
                </c:pt>
                <c:pt idx="4567">
                  <c:v>31.559387000000001</c:v>
                </c:pt>
                <c:pt idx="4568">
                  <c:v>31.588888000000001</c:v>
                </c:pt>
                <c:pt idx="4569">
                  <c:v>31.620846</c:v>
                </c:pt>
                <c:pt idx="4570">
                  <c:v>31.653437</c:v>
                </c:pt>
                <c:pt idx="4571">
                  <c:v>31.687985999999999</c:v>
                </c:pt>
                <c:pt idx="4572">
                  <c:v>31.726599</c:v>
                </c:pt>
                <c:pt idx="4573">
                  <c:v>31.772337</c:v>
                </c:pt>
                <c:pt idx="4574">
                  <c:v>31.829782000000002</c:v>
                </c:pt>
                <c:pt idx="4575">
                  <c:v>31.893063999999999</c:v>
                </c:pt>
                <c:pt idx="4576">
                  <c:v>31.952497000000001</c:v>
                </c:pt>
                <c:pt idx="4577">
                  <c:v>32.005809999999997</c:v>
                </c:pt>
                <c:pt idx="4578">
                  <c:v>32.051940999999999</c:v>
                </c:pt>
                <c:pt idx="4579">
                  <c:v>32.094963</c:v>
                </c:pt>
                <c:pt idx="4580">
                  <c:v>32.139034000000002</c:v>
                </c:pt>
                <c:pt idx="4581">
                  <c:v>32.179985000000002</c:v>
                </c:pt>
                <c:pt idx="4582">
                  <c:v>32.212769000000002</c:v>
                </c:pt>
                <c:pt idx="4583">
                  <c:v>32.241619</c:v>
                </c:pt>
                <c:pt idx="4584">
                  <c:v>32.269398000000002</c:v>
                </c:pt>
                <c:pt idx="4585">
                  <c:v>32.294125000000001</c:v>
                </c:pt>
                <c:pt idx="4586">
                  <c:v>32.313873000000001</c:v>
                </c:pt>
                <c:pt idx="4587">
                  <c:v>32.332366999999998</c:v>
                </c:pt>
                <c:pt idx="4588">
                  <c:v>32.354278999999998</c:v>
                </c:pt>
                <c:pt idx="4589">
                  <c:v>32.379508999999999</c:v>
                </c:pt>
                <c:pt idx="4590">
                  <c:v>32.402588000000002</c:v>
                </c:pt>
                <c:pt idx="4591">
                  <c:v>32.419204999999998</c:v>
                </c:pt>
                <c:pt idx="4592">
                  <c:v>32.431263000000001</c:v>
                </c:pt>
                <c:pt idx="4593">
                  <c:v>32.446213</c:v>
                </c:pt>
                <c:pt idx="4594">
                  <c:v>32.465294</c:v>
                </c:pt>
                <c:pt idx="4595">
                  <c:v>32.486027</c:v>
                </c:pt>
                <c:pt idx="4596">
                  <c:v>32.509475999999999</c:v>
                </c:pt>
                <c:pt idx="4597">
                  <c:v>32.538485999999999</c:v>
                </c:pt>
                <c:pt idx="4598">
                  <c:v>32.568297999999999</c:v>
                </c:pt>
                <c:pt idx="4599">
                  <c:v>32.594849000000004</c:v>
                </c:pt>
                <c:pt idx="4600">
                  <c:v>32.619106000000002</c:v>
                </c:pt>
                <c:pt idx="4601">
                  <c:v>32.645977000000002</c:v>
                </c:pt>
                <c:pt idx="4602">
                  <c:v>32.678412999999999</c:v>
                </c:pt>
                <c:pt idx="4603">
                  <c:v>32.715595</c:v>
                </c:pt>
                <c:pt idx="4604">
                  <c:v>32.753051999999997</c:v>
                </c:pt>
                <c:pt idx="4605">
                  <c:v>32.791710000000002</c:v>
                </c:pt>
                <c:pt idx="4606">
                  <c:v>32.833019</c:v>
                </c:pt>
                <c:pt idx="4607">
                  <c:v>32.880187999999997</c:v>
                </c:pt>
                <c:pt idx="4608">
                  <c:v>32.936419999999998</c:v>
                </c:pt>
                <c:pt idx="4609">
                  <c:v>33.006171999999999</c:v>
                </c:pt>
                <c:pt idx="4610">
                  <c:v>33.090904000000002</c:v>
                </c:pt>
                <c:pt idx="4611">
                  <c:v>33.181393</c:v>
                </c:pt>
                <c:pt idx="4612">
                  <c:v>33.280735</c:v>
                </c:pt>
                <c:pt idx="4613">
                  <c:v>33.374305999999997</c:v>
                </c:pt>
                <c:pt idx="4614">
                  <c:v>33.452198000000003</c:v>
                </c:pt>
                <c:pt idx="4615">
                  <c:v>33.524116999999997</c:v>
                </c:pt>
                <c:pt idx="4616">
                  <c:v>33.598080000000003</c:v>
                </c:pt>
                <c:pt idx="4617">
                  <c:v>33.676281000000003</c:v>
                </c:pt>
                <c:pt idx="4618">
                  <c:v>33.749302</c:v>
                </c:pt>
                <c:pt idx="4619">
                  <c:v>33.817799000000001</c:v>
                </c:pt>
                <c:pt idx="4620">
                  <c:v>33.902102999999997</c:v>
                </c:pt>
                <c:pt idx="4621">
                  <c:v>34.012141999999997</c:v>
                </c:pt>
                <c:pt idx="4622">
                  <c:v>34.133450000000003</c:v>
                </c:pt>
                <c:pt idx="4623">
                  <c:v>34.263190999999999</c:v>
                </c:pt>
                <c:pt idx="4624">
                  <c:v>34.393859999999997</c:v>
                </c:pt>
                <c:pt idx="4625">
                  <c:v>34.523560000000003</c:v>
                </c:pt>
                <c:pt idx="4626">
                  <c:v>34.650959</c:v>
                </c:pt>
                <c:pt idx="4627">
                  <c:v>34.777343999999999</c:v>
                </c:pt>
                <c:pt idx="4628">
                  <c:v>34.905197000000001</c:v>
                </c:pt>
                <c:pt idx="4629">
                  <c:v>35.033985000000001</c:v>
                </c:pt>
                <c:pt idx="4630">
                  <c:v>35.161648</c:v>
                </c:pt>
                <c:pt idx="4631">
                  <c:v>35.287860999999999</c:v>
                </c:pt>
                <c:pt idx="4632">
                  <c:v>35.410839000000003</c:v>
                </c:pt>
                <c:pt idx="4633">
                  <c:v>35.526992999999997</c:v>
                </c:pt>
                <c:pt idx="4634">
                  <c:v>35.641269999999999</c:v>
                </c:pt>
                <c:pt idx="4635">
                  <c:v>35.756599000000001</c:v>
                </c:pt>
                <c:pt idx="4636">
                  <c:v>35.865200000000002</c:v>
                </c:pt>
                <c:pt idx="4637">
                  <c:v>35.962311</c:v>
                </c:pt>
                <c:pt idx="4638">
                  <c:v>36.063437999999998</c:v>
                </c:pt>
                <c:pt idx="4639">
                  <c:v>36.169876000000002</c:v>
                </c:pt>
                <c:pt idx="4640">
                  <c:v>36.287616999999997</c:v>
                </c:pt>
                <c:pt idx="4641">
                  <c:v>36.406418000000002</c:v>
                </c:pt>
                <c:pt idx="4642">
                  <c:v>36.506374000000001</c:v>
                </c:pt>
                <c:pt idx="4643">
                  <c:v>36.585720000000002</c:v>
                </c:pt>
                <c:pt idx="4644">
                  <c:v>36.643250000000002</c:v>
                </c:pt>
                <c:pt idx="4645">
                  <c:v>36.686965999999998</c:v>
                </c:pt>
                <c:pt idx="4646">
                  <c:v>36.731926000000001</c:v>
                </c:pt>
                <c:pt idx="4647">
                  <c:v>36.779221</c:v>
                </c:pt>
                <c:pt idx="4648">
                  <c:v>36.824238000000001</c:v>
                </c:pt>
                <c:pt idx="4649">
                  <c:v>36.867396999999997</c:v>
                </c:pt>
                <c:pt idx="4650">
                  <c:v>36.91037</c:v>
                </c:pt>
                <c:pt idx="4651">
                  <c:v>36.953747</c:v>
                </c:pt>
                <c:pt idx="4652">
                  <c:v>36.997326000000001</c:v>
                </c:pt>
                <c:pt idx="4653">
                  <c:v>37.042591000000002</c:v>
                </c:pt>
                <c:pt idx="4654">
                  <c:v>37.093601</c:v>
                </c:pt>
                <c:pt idx="4655">
                  <c:v>37.151542999999997</c:v>
                </c:pt>
                <c:pt idx="4656">
                  <c:v>37.204757999999998</c:v>
                </c:pt>
                <c:pt idx="4657">
                  <c:v>37.250892999999998</c:v>
                </c:pt>
                <c:pt idx="4658">
                  <c:v>37.294333999999999</c:v>
                </c:pt>
                <c:pt idx="4659">
                  <c:v>37.337780000000002</c:v>
                </c:pt>
                <c:pt idx="4660">
                  <c:v>37.380347999999998</c:v>
                </c:pt>
                <c:pt idx="4661">
                  <c:v>37.421768</c:v>
                </c:pt>
                <c:pt idx="4662">
                  <c:v>37.462463</c:v>
                </c:pt>
                <c:pt idx="4663">
                  <c:v>37.502704999999999</c:v>
                </c:pt>
                <c:pt idx="4664">
                  <c:v>37.543067999999998</c:v>
                </c:pt>
                <c:pt idx="4665">
                  <c:v>37.582473999999998</c:v>
                </c:pt>
                <c:pt idx="4666">
                  <c:v>37.620922</c:v>
                </c:pt>
                <c:pt idx="4667">
                  <c:v>37.659064999999998</c:v>
                </c:pt>
                <c:pt idx="4668">
                  <c:v>37.696807999999997</c:v>
                </c:pt>
                <c:pt idx="4669">
                  <c:v>37.739147000000003</c:v>
                </c:pt>
                <c:pt idx="4670">
                  <c:v>37.783836000000001</c:v>
                </c:pt>
                <c:pt idx="4671">
                  <c:v>37.821323</c:v>
                </c:pt>
                <c:pt idx="4672">
                  <c:v>37.852862999999999</c:v>
                </c:pt>
                <c:pt idx="4673">
                  <c:v>37.883682</c:v>
                </c:pt>
                <c:pt idx="4674">
                  <c:v>37.917316</c:v>
                </c:pt>
                <c:pt idx="4675">
                  <c:v>37.953845999999999</c:v>
                </c:pt>
                <c:pt idx="4676">
                  <c:v>37.997931999999999</c:v>
                </c:pt>
                <c:pt idx="4677">
                  <c:v>38.047652999999997</c:v>
                </c:pt>
                <c:pt idx="4678">
                  <c:v>38.094700000000003</c:v>
                </c:pt>
                <c:pt idx="4679">
                  <c:v>38.138950000000001</c:v>
                </c:pt>
                <c:pt idx="4680">
                  <c:v>38.189574999999998</c:v>
                </c:pt>
                <c:pt idx="4681">
                  <c:v>38.253590000000003</c:v>
                </c:pt>
                <c:pt idx="4682">
                  <c:v>38.328738999999999</c:v>
                </c:pt>
                <c:pt idx="4683">
                  <c:v>38.417499999999997</c:v>
                </c:pt>
                <c:pt idx="4684">
                  <c:v>38.536296999999998</c:v>
                </c:pt>
                <c:pt idx="4685">
                  <c:v>38.676291999999997</c:v>
                </c:pt>
                <c:pt idx="4686">
                  <c:v>38.818565</c:v>
                </c:pt>
                <c:pt idx="4687">
                  <c:v>38.956370999999997</c:v>
                </c:pt>
                <c:pt idx="4688">
                  <c:v>39.094237999999997</c:v>
                </c:pt>
                <c:pt idx="4689">
                  <c:v>39.219147</c:v>
                </c:pt>
                <c:pt idx="4690">
                  <c:v>39.333595000000003</c:v>
                </c:pt>
                <c:pt idx="4691">
                  <c:v>39.447524999999999</c:v>
                </c:pt>
                <c:pt idx="4692">
                  <c:v>39.563006999999999</c:v>
                </c:pt>
                <c:pt idx="4693">
                  <c:v>39.678184999999999</c:v>
                </c:pt>
                <c:pt idx="4694">
                  <c:v>39.796207000000003</c:v>
                </c:pt>
                <c:pt idx="4695">
                  <c:v>39.912368999999998</c:v>
                </c:pt>
                <c:pt idx="4696">
                  <c:v>40.026404999999997</c:v>
                </c:pt>
                <c:pt idx="4697">
                  <c:v>40.138168</c:v>
                </c:pt>
                <c:pt idx="4698">
                  <c:v>40.252670000000002</c:v>
                </c:pt>
                <c:pt idx="4699">
                  <c:v>40.373916999999999</c:v>
                </c:pt>
                <c:pt idx="4700">
                  <c:v>40.498421</c:v>
                </c:pt>
                <c:pt idx="4701">
                  <c:v>40.622196000000002</c:v>
                </c:pt>
                <c:pt idx="4702">
                  <c:v>40.743664000000003</c:v>
                </c:pt>
                <c:pt idx="4703">
                  <c:v>40.867764000000001</c:v>
                </c:pt>
                <c:pt idx="4704">
                  <c:v>40.982787999999999</c:v>
                </c:pt>
                <c:pt idx="4705">
                  <c:v>41.083011999999997</c:v>
                </c:pt>
                <c:pt idx="4706">
                  <c:v>41.164444000000003</c:v>
                </c:pt>
                <c:pt idx="4707">
                  <c:v>41.226379000000001</c:v>
                </c:pt>
                <c:pt idx="4708">
                  <c:v>41.276184000000001</c:v>
                </c:pt>
                <c:pt idx="4709">
                  <c:v>41.313679</c:v>
                </c:pt>
                <c:pt idx="4710">
                  <c:v>41.346232999999998</c:v>
                </c:pt>
                <c:pt idx="4711">
                  <c:v>41.380946999999999</c:v>
                </c:pt>
                <c:pt idx="4712">
                  <c:v>41.419742999999997</c:v>
                </c:pt>
                <c:pt idx="4713">
                  <c:v>41.453999000000003</c:v>
                </c:pt>
                <c:pt idx="4714">
                  <c:v>41.484763999999998</c:v>
                </c:pt>
                <c:pt idx="4715">
                  <c:v>41.515003</c:v>
                </c:pt>
                <c:pt idx="4716">
                  <c:v>41.545485999999997</c:v>
                </c:pt>
                <c:pt idx="4717">
                  <c:v>41.576618000000003</c:v>
                </c:pt>
                <c:pt idx="4718">
                  <c:v>41.609637999999997</c:v>
                </c:pt>
                <c:pt idx="4719">
                  <c:v>41.639870000000002</c:v>
                </c:pt>
                <c:pt idx="4720">
                  <c:v>41.667693999999997</c:v>
                </c:pt>
                <c:pt idx="4721">
                  <c:v>41.698985999999998</c:v>
                </c:pt>
                <c:pt idx="4722">
                  <c:v>41.734271999999997</c:v>
                </c:pt>
                <c:pt idx="4723">
                  <c:v>41.771351000000003</c:v>
                </c:pt>
                <c:pt idx="4724">
                  <c:v>41.805489000000001</c:v>
                </c:pt>
                <c:pt idx="4725">
                  <c:v>41.834941999999998</c:v>
                </c:pt>
                <c:pt idx="4726">
                  <c:v>41.864235000000001</c:v>
                </c:pt>
                <c:pt idx="4727">
                  <c:v>41.892871999999997</c:v>
                </c:pt>
                <c:pt idx="4728">
                  <c:v>41.917664000000002</c:v>
                </c:pt>
                <c:pt idx="4729">
                  <c:v>41.940224000000001</c:v>
                </c:pt>
                <c:pt idx="4730">
                  <c:v>41.964283000000002</c:v>
                </c:pt>
                <c:pt idx="4731">
                  <c:v>41.994675000000001</c:v>
                </c:pt>
                <c:pt idx="4732">
                  <c:v>42.033904999999997</c:v>
                </c:pt>
                <c:pt idx="4733">
                  <c:v>42.069381999999997</c:v>
                </c:pt>
                <c:pt idx="4734">
                  <c:v>42.094059000000001</c:v>
                </c:pt>
                <c:pt idx="4735">
                  <c:v>42.117370999999999</c:v>
                </c:pt>
                <c:pt idx="4736">
                  <c:v>42.150252999999999</c:v>
                </c:pt>
                <c:pt idx="4737">
                  <c:v>42.188488</c:v>
                </c:pt>
                <c:pt idx="4738">
                  <c:v>42.224727999999999</c:v>
                </c:pt>
                <c:pt idx="4739">
                  <c:v>42.258175000000001</c:v>
                </c:pt>
                <c:pt idx="4740">
                  <c:v>42.290633999999997</c:v>
                </c:pt>
                <c:pt idx="4741">
                  <c:v>42.322215999999997</c:v>
                </c:pt>
                <c:pt idx="4742">
                  <c:v>42.351978000000003</c:v>
                </c:pt>
                <c:pt idx="4743">
                  <c:v>42.381115000000001</c:v>
                </c:pt>
                <c:pt idx="4744">
                  <c:v>42.412258000000001</c:v>
                </c:pt>
                <c:pt idx="4745">
                  <c:v>42.442664999999998</c:v>
                </c:pt>
                <c:pt idx="4746">
                  <c:v>42.470219</c:v>
                </c:pt>
                <c:pt idx="4747">
                  <c:v>42.496657999999996</c:v>
                </c:pt>
                <c:pt idx="4748">
                  <c:v>42.524920999999999</c:v>
                </c:pt>
                <c:pt idx="4749">
                  <c:v>42.554096000000001</c:v>
                </c:pt>
                <c:pt idx="4750">
                  <c:v>42.584755000000001</c:v>
                </c:pt>
                <c:pt idx="4751">
                  <c:v>42.621906000000003</c:v>
                </c:pt>
                <c:pt idx="4752">
                  <c:v>42.665962</c:v>
                </c:pt>
                <c:pt idx="4753">
                  <c:v>42.716662999999997</c:v>
                </c:pt>
                <c:pt idx="4754">
                  <c:v>42.768158</c:v>
                </c:pt>
                <c:pt idx="4755">
                  <c:v>42.818072999999998</c:v>
                </c:pt>
                <c:pt idx="4756">
                  <c:v>42.870102000000003</c:v>
                </c:pt>
                <c:pt idx="4757">
                  <c:v>42.928489999999996</c:v>
                </c:pt>
                <c:pt idx="4758">
                  <c:v>42.989693000000003</c:v>
                </c:pt>
                <c:pt idx="4759">
                  <c:v>43.045349000000002</c:v>
                </c:pt>
                <c:pt idx="4760">
                  <c:v>43.098488000000003</c:v>
                </c:pt>
                <c:pt idx="4761">
                  <c:v>43.158355999999998</c:v>
                </c:pt>
                <c:pt idx="4762">
                  <c:v>43.224269999999997</c:v>
                </c:pt>
                <c:pt idx="4763">
                  <c:v>43.290923999999997</c:v>
                </c:pt>
                <c:pt idx="4764">
                  <c:v>43.365360000000003</c:v>
                </c:pt>
                <c:pt idx="4765">
                  <c:v>43.456885999999997</c:v>
                </c:pt>
                <c:pt idx="4766">
                  <c:v>43.559249999999999</c:v>
                </c:pt>
                <c:pt idx="4767">
                  <c:v>43.658225999999999</c:v>
                </c:pt>
                <c:pt idx="4768">
                  <c:v>43.763241000000001</c:v>
                </c:pt>
                <c:pt idx="4769">
                  <c:v>43.885581999999999</c:v>
                </c:pt>
                <c:pt idx="4770">
                  <c:v>44.021000000000001</c:v>
                </c:pt>
                <c:pt idx="4771">
                  <c:v>44.156807000000001</c:v>
                </c:pt>
                <c:pt idx="4772">
                  <c:v>44.294777000000003</c:v>
                </c:pt>
                <c:pt idx="4773">
                  <c:v>44.437916000000001</c:v>
                </c:pt>
                <c:pt idx="4774">
                  <c:v>44.588996999999999</c:v>
                </c:pt>
                <c:pt idx="4775">
                  <c:v>44.729885000000003</c:v>
                </c:pt>
                <c:pt idx="4776">
                  <c:v>44.860489000000001</c:v>
                </c:pt>
                <c:pt idx="4777">
                  <c:v>44.989986000000002</c:v>
                </c:pt>
                <c:pt idx="4778">
                  <c:v>45.127459999999999</c:v>
                </c:pt>
                <c:pt idx="4779">
                  <c:v>45.269444</c:v>
                </c:pt>
                <c:pt idx="4780">
                  <c:v>45.403122000000003</c:v>
                </c:pt>
                <c:pt idx="4781">
                  <c:v>45.517288000000001</c:v>
                </c:pt>
                <c:pt idx="4782">
                  <c:v>45.615600999999998</c:v>
                </c:pt>
                <c:pt idx="4783">
                  <c:v>45.696316000000003</c:v>
                </c:pt>
                <c:pt idx="4784">
                  <c:v>45.754936000000001</c:v>
                </c:pt>
                <c:pt idx="4785">
                  <c:v>45.797268000000003</c:v>
                </c:pt>
                <c:pt idx="4786">
                  <c:v>45.825538999999999</c:v>
                </c:pt>
                <c:pt idx="4787">
                  <c:v>45.852341000000003</c:v>
                </c:pt>
                <c:pt idx="4788">
                  <c:v>45.879299000000003</c:v>
                </c:pt>
                <c:pt idx="4789">
                  <c:v>45.905330999999997</c:v>
                </c:pt>
                <c:pt idx="4790">
                  <c:v>45.927062999999997</c:v>
                </c:pt>
                <c:pt idx="4791">
                  <c:v>45.946967999999998</c:v>
                </c:pt>
                <c:pt idx="4792">
                  <c:v>45.968719</c:v>
                </c:pt>
                <c:pt idx="4793">
                  <c:v>45.991467</c:v>
                </c:pt>
                <c:pt idx="4794">
                  <c:v>46.012253000000001</c:v>
                </c:pt>
                <c:pt idx="4795">
                  <c:v>46.029907000000001</c:v>
                </c:pt>
                <c:pt idx="4796">
                  <c:v>46.044860999999997</c:v>
                </c:pt>
                <c:pt idx="4797">
                  <c:v>46.058311000000003</c:v>
                </c:pt>
                <c:pt idx="4798">
                  <c:v>46.069415999999997</c:v>
                </c:pt>
                <c:pt idx="4799">
                  <c:v>46.082943</c:v>
                </c:pt>
                <c:pt idx="4800">
                  <c:v>46.099086999999997</c:v>
                </c:pt>
                <c:pt idx="4801">
                  <c:v>46.113224000000002</c:v>
                </c:pt>
                <c:pt idx="4802">
                  <c:v>46.125565000000002</c:v>
                </c:pt>
                <c:pt idx="4803">
                  <c:v>46.138966000000003</c:v>
                </c:pt>
                <c:pt idx="4804">
                  <c:v>46.153305000000003</c:v>
                </c:pt>
                <c:pt idx="4805">
                  <c:v>46.165390000000002</c:v>
                </c:pt>
                <c:pt idx="4806">
                  <c:v>46.175995</c:v>
                </c:pt>
                <c:pt idx="4807">
                  <c:v>46.187919999999998</c:v>
                </c:pt>
                <c:pt idx="4808">
                  <c:v>46.201214</c:v>
                </c:pt>
                <c:pt idx="4809">
                  <c:v>46.213928000000003</c:v>
                </c:pt>
                <c:pt idx="4810">
                  <c:v>46.222282</c:v>
                </c:pt>
                <c:pt idx="4811">
                  <c:v>46.227825000000003</c:v>
                </c:pt>
                <c:pt idx="4812">
                  <c:v>46.236477000000001</c:v>
                </c:pt>
                <c:pt idx="4813">
                  <c:v>46.248393999999998</c:v>
                </c:pt>
                <c:pt idx="4814">
                  <c:v>46.258609999999997</c:v>
                </c:pt>
                <c:pt idx="4815">
                  <c:v>46.261817999999998</c:v>
                </c:pt>
                <c:pt idx="4816">
                  <c:v>46.257435000000001</c:v>
                </c:pt>
                <c:pt idx="4817">
                  <c:v>46.252434000000001</c:v>
                </c:pt>
                <c:pt idx="4818">
                  <c:v>46.254292</c:v>
                </c:pt>
                <c:pt idx="4819">
                  <c:v>46.264083999999997</c:v>
                </c:pt>
                <c:pt idx="4820">
                  <c:v>46.280620999999996</c:v>
                </c:pt>
                <c:pt idx="4821">
                  <c:v>46.303618999999998</c:v>
                </c:pt>
                <c:pt idx="4822">
                  <c:v>46.323447999999999</c:v>
                </c:pt>
                <c:pt idx="4823">
                  <c:v>46.340561000000001</c:v>
                </c:pt>
                <c:pt idx="4824">
                  <c:v>46.356918</c:v>
                </c:pt>
                <c:pt idx="4825">
                  <c:v>46.378838000000002</c:v>
                </c:pt>
                <c:pt idx="4826">
                  <c:v>46.406112999999998</c:v>
                </c:pt>
                <c:pt idx="4827">
                  <c:v>46.436478000000001</c:v>
                </c:pt>
                <c:pt idx="4828">
                  <c:v>46.469150999999997</c:v>
                </c:pt>
                <c:pt idx="4829">
                  <c:v>46.500571999999998</c:v>
                </c:pt>
                <c:pt idx="4830">
                  <c:v>46.531157999999998</c:v>
                </c:pt>
                <c:pt idx="4831">
                  <c:v>46.566558999999998</c:v>
                </c:pt>
                <c:pt idx="4832">
                  <c:v>46.607413999999999</c:v>
                </c:pt>
                <c:pt idx="4833">
                  <c:v>46.655845999999997</c:v>
                </c:pt>
                <c:pt idx="4834">
                  <c:v>46.725909999999999</c:v>
                </c:pt>
                <c:pt idx="4835">
                  <c:v>46.827213</c:v>
                </c:pt>
                <c:pt idx="4836">
                  <c:v>46.952205999999997</c:v>
                </c:pt>
                <c:pt idx="4837">
                  <c:v>47.087539999999997</c:v>
                </c:pt>
                <c:pt idx="4838">
                  <c:v>47.221642000000003</c:v>
                </c:pt>
                <c:pt idx="4839">
                  <c:v>47.359447000000003</c:v>
                </c:pt>
                <c:pt idx="4840">
                  <c:v>47.488337999999999</c:v>
                </c:pt>
                <c:pt idx="4841">
                  <c:v>47.605232000000001</c:v>
                </c:pt>
                <c:pt idx="4842">
                  <c:v>47.708182999999998</c:v>
                </c:pt>
                <c:pt idx="4843">
                  <c:v>47.789622999999999</c:v>
                </c:pt>
                <c:pt idx="4844">
                  <c:v>47.850189</c:v>
                </c:pt>
                <c:pt idx="4845">
                  <c:v>47.906894999999999</c:v>
                </c:pt>
                <c:pt idx="4846">
                  <c:v>47.971024</c:v>
                </c:pt>
                <c:pt idx="4847">
                  <c:v>48.049399999999999</c:v>
                </c:pt>
                <c:pt idx="4848">
                  <c:v>48.144782999999997</c:v>
                </c:pt>
                <c:pt idx="4849">
                  <c:v>48.254272</c:v>
                </c:pt>
                <c:pt idx="4850">
                  <c:v>48.364345999999998</c:v>
                </c:pt>
                <c:pt idx="4851">
                  <c:v>48.461533000000003</c:v>
                </c:pt>
                <c:pt idx="4852">
                  <c:v>48.553165</c:v>
                </c:pt>
                <c:pt idx="4853">
                  <c:v>48.661586999999997</c:v>
                </c:pt>
                <c:pt idx="4854">
                  <c:v>48.797203000000003</c:v>
                </c:pt>
                <c:pt idx="4855">
                  <c:v>48.949359999999999</c:v>
                </c:pt>
                <c:pt idx="4856">
                  <c:v>49.095779</c:v>
                </c:pt>
                <c:pt idx="4857">
                  <c:v>49.231212999999997</c:v>
                </c:pt>
                <c:pt idx="4858">
                  <c:v>49.347690999999998</c:v>
                </c:pt>
                <c:pt idx="4859">
                  <c:v>49.455753000000001</c:v>
                </c:pt>
                <c:pt idx="4860">
                  <c:v>49.560513</c:v>
                </c:pt>
                <c:pt idx="4861">
                  <c:v>49.660674999999998</c:v>
                </c:pt>
                <c:pt idx="4862">
                  <c:v>49.758437999999998</c:v>
                </c:pt>
                <c:pt idx="4863">
                  <c:v>49.859749000000001</c:v>
                </c:pt>
                <c:pt idx="4864">
                  <c:v>49.972197999999999</c:v>
                </c:pt>
                <c:pt idx="4865">
                  <c:v>50.107036999999998</c:v>
                </c:pt>
                <c:pt idx="4866">
                  <c:v>50.255629999999996</c:v>
                </c:pt>
                <c:pt idx="4867">
                  <c:v>50.392741999999998</c:v>
                </c:pt>
                <c:pt idx="4868">
                  <c:v>50.515366</c:v>
                </c:pt>
                <c:pt idx="4869">
                  <c:v>50.629989999999999</c:v>
                </c:pt>
                <c:pt idx="4870">
                  <c:v>50.748417000000003</c:v>
                </c:pt>
                <c:pt idx="4871">
                  <c:v>50.868949999999998</c:v>
                </c:pt>
                <c:pt idx="4872">
                  <c:v>50.986809000000001</c:v>
                </c:pt>
                <c:pt idx="4873">
                  <c:v>51.087387</c:v>
                </c:pt>
                <c:pt idx="4874">
                  <c:v>51.164738</c:v>
                </c:pt>
                <c:pt idx="4875">
                  <c:v>51.226925000000001</c:v>
                </c:pt>
                <c:pt idx="4876">
                  <c:v>51.293762000000001</c:v>
                </c:pt>
                <c:pt idx="4877">
                  <c:v>51.364311000000001</c:v>
                </c:pt>
                <c:pt idx="4878">
                  <c:v>51.425465000000003</c:v>
                </c:pt>
                <c:pt idx="4879">
                  <c:v>51.474606000000001</c:v>
                </c:pt>
                <c:pt idx="4880">
                  <c:v>51.519649999999999</c:v>
                </c:pt>
                <c:pt idx="4881">
                  <c:v>51.569285999999998</c:v>
                </c:pt>
                <c:pt idx="4882">
                  <c:v>51.625523000000001</c:v>
                </c:pt>
                <c:pt idx="4883">
                  <c:v>51.701529999999998</c:v>
                </c:pt>
                <c:pt idx="4884">
                  <c:v>51.790958000000003</c:v>
                </c:pt>
                <c:pt idx="4885">
                  <c:v>51.873592000000002</c:v>
                </c:pt>
                <c:pt idx="4886">
                  <c:v>51.940331</c:v>
                </c:pt>
                <c:pt idx="4887">
                  <c:v>51.990017000000002</c:v>
                </c:pt>
                <c:pt idx="4888">
                  <c:v>52.032459000000003</c:v>
                </c:pt>
                <c:pt idx="4889">
                  <c:v>52.076236999999999</c:v>
                </c:pt>
                <c:pt idx="4890">
                  <c:v>52.120773</c:v>
                </c:pt>
                <c:pt idx="4891">
                  <c:v>52.159996</c:v>
                </c:pt>
                <c:pt idx="4892">
                  <c:v>52.194344000000001</c:v>
                </c:pt>
                <c:pt idx="4893">
                  <c:v>52.228732999999998</c:v>
                </c:pt>
                <c:pt idx="4894">
                  <c:v>52.269444</c:v>
                </c:pt>
                <c:pt idx="4895">
                  <c:v>52.323086000000004</c:v>
                </c:pt>
                <c:pt idx="4896">
                  <c:v>52.396774000000001</c:v>
                </c:pt>
                <c:pt idx="4897">
                  <c:v>52.487884999999999</c:v>
                </c:pt>
                <c:pt idx="4898">
                  <c:v>52.597191000000002</c:v>
                </c:pt>
                <c:pt idx="4899">
                  <c:v>52.722496</c:v>
                </c:pt>
                <c:pt idx="4900">
                  <c:v>52.852623000000001</c:v>
                </c:pt>
                <c:pt idx="4901">
                  <c:v>52.983100999999998</c:v>
                </c:pt>
                <c:pt idx="4902">
                  <c:v>53.117480999999998</c:v>
                </c:pt>
                <c:pt idx="4903">
                  <c:v>53.248924000000002</c:v>
                </c:pt>
                <c:pt idx="4904">
                  <c:v>53.365639000000002</c:v>
                </c:pt>
                <c:pt idx="4905">
                  <c:v>53.471893000000001</c:v>
                </c:pt>
                <c:pt idx="4906">
                  <c:v>53.571216999999997</c:v>
                </c:pt>
                <c:pt idx="4907">
                  <c:v>53.664200000000001</c:v>
                </c:pt>
                <c:pt idx="4908">
                  <c:v>53.744129000000001</c:v>
                </c:pt>
                <c:pt idx="4909">
                  <c:v>53.811774999999997</c:v>
                </c:pt>
                <c:pt idx="4910">
                  <c:v>53.865443999999997</c:v>
                </c:pt>
                <c:pt idx="4911">
                  <c:v>53.904998999999997</c:v>
                </c:pt>
                <c:pt idx="4912">
                  <c:v>53.929465999999998</c:v>
                </c:pt>
                <c:pt idx="4913">
                  <c:v>53.944671999999997</c:v>
                </c:pt>
                <c:pt idx="4914">
                  <c:v>53.960495000000002</c:v>
                </c:pt>
                <c:pt idx="4915">
                  <c:v>53.981796000000003</c:v>
                </c:pt>
                <c:pt idx="4916">
                  <c:v>54.002369000000002</c:v>
                </c:pt>
                <c:pt idx="4917">
                  <c:v>54.016582</c:v>
                </c:pt>
                <c:pt idx="4918">
                  <c:v>54.026721999999999</c:v>
                </c:pt>
                <c:pt idx="4919">
                  <c:v>54.03783</c:v>
                </c:pt>
                <c:pt idx="4920">
                  <c:v>54.052062999999997</c:v>
                </c:pt>
                <c:pt idx="4921">
                  <c:v>54.068072999999998</c:v>
                </c:pt>
                <c:pt idx="4922">
                  <c:v>54.085326999999999</c:v>
                </c:pt>
                <c:pt idx="4923">
                  <c:v>54.109473999999999</c:v>
                </c:pt>
                <c:pt idx="4924">
                  <c:v>54.135596999999997</c:v>
                </c:pt>
                <c:pt idx="4925">
                  <c:v>54.151375000000002</c:v>
                </c:pt>
                <c:pt idx="4926">
                  <c:v>54.159484999999997</c:v>
                </c:pt>
                <c:pt idx="4927">
                  <c:v>54.165557999999997</c:v>
                </c:pt>
                <c:pt idx="4928">
                  <c:v>54.171188000000001</c:v>
                </c:pt>
                <c:pt idx="4929">
                  <c:v>54.181446000000001</c:v>
                </c:pt>
                <c:pt idx="4930">
                  <c:v>54.198677000000004</c:v>
                </c:pt>
                <c:pt idx="4931">
                  <c:v>54.223202000000001</c:v>
                </c:pt>
                <c:pt idx="4932">
                  <c:v>54.252079000000002</c:v>
                </c:pt>
                <c:pt idx="4933">
                  <c:v>54.277335999999998</c:v>
                </c:pt>
                <c:pt idx="4934">
                  <c:v>54.297935000000003</c:v>
                </c:pt>
                <c:pt idx="4935">
                  <c:v>54.317017</c:v>
                </c:pt>
                <c:pt idx="4936">
                  <c:v>54.337798999999997</c:v>
                </c:pt>
                <c:pt idx="4937">
                  <c:v>54.359627000000003</c:v>
                </c:pt>
                <c:pt idx="4938">
                  <c:v>54.381798000000003</c:v>
                </c:pt>
                <c:pt idx="4939">
                  <c:v>54.406914</c:v>
                </c:pt>
                <c:pt idx="4940">
                  <c:v>54.439804000000002</c:v>
                </c:pt>
                <c:pt idx="4941">
                  <c:v>54.483646</c:v>
                </c:pt>
                <c:pt idx="4942">
                  <c:v>54.546768</c:v>
                </c:pt>
                <c:pt idx="4943">
                  <c:v>54.622436999999998</c:v>
                </c:pt>
                <c:pt idx="4944">
                  <c:v>54.703609</c:v>
                </c:pt>
                <c:pt idx="4945">
                  <c:v>54.779980000000002</c:v>
                </c:pt>
                <c:pt idx="4946">
                  <c:v>54.845863000000001</c:v>
                </c:pt>
                <c:pt idx="4947">
                  <c:v>54.904778</c:v>
                </c:pt>
                <c:pt idx="4948">
                  <c:v>54.963321999999998</c:v>
                </c:pt>
                <c:pt idx="4949">
                  <c:v>55.033707</c:v>
                </c:pt>
                <c:pt idx="4950">
                  <c:v>55.127952999999998</c:v>
                </c:pt>
                <c:pt idx="4951">
                  <c:v>55.241321999999997</c:v>
                </c:pt>
                <c:pt idx="4952">
                  <c:v>55.364628000000003</c:v>
                </c:pt>
                <c:pt idx="4953">
                  <c:v>55.490561999999997</c:v>
                </c:pt>
                <c:pt idx="4954">
                  <c:v>55.603454999999997</c:v>
                </c:pt>
                <c:pt idx="4955">
                  <c:v>55.707484999999998</c:v>
                </c:pt>
                <c:pt idx="4956">
                  <c:v>55.811881999999997</c:v>
                </c:pt>
                <c:pt idx="4957">
                  <c:v>55.91328</c:v>
                </c:pt>
                <c:pt idx="4958">
                  <c:v>56.010081999999997</c:v>
                </c:pt>
                <c:pt idx="4959">
                  <c:v>56.088572999999997</c:v>
                </c:pt>
                <c:pt idx="4960">
                  <c:v>56.141871999999999</c:v>
                </c:pt>
                <c:pt idx="4961">
                  <c:v>56.16798</c:v>
                </c:pt>
                <c:pt idx="4962">
                  <c:v>56.181328000000001</c:v>
                </c:pt>
                <c:pt idx="4963">
                  <c:v>56.195613999999999</c:v>
                </c:pt>
                <c:pt idx="4964">
                  <c:v>56.211319000000003</c:v>
                </c:pt>
                <c:pt idx="4965">
                  <c:v>56.22625</c:v>
                </c:pt>
                <c:pt idx="4966">
                  <c:v>56.240025000000003</c:v>
                </c:pt>
                <c:pt idx="4967">
                  <c:v>56.253712</c:v>
                </c:pt>
                <c:pt idx="4968">
                  <c:v>56.268379000000003</c:v>
                </c:pt>
                <c:pt idx="4969">
                  <c:v>56.292746999999999</c:v>
                </c:pt>
                <c:pt idx="4970">
                  <c:v>56.330306999999998</c:v>
                </c:pt>
                <c:pt idx="4971">
                  <c:v>56.382308999999999</c:v>
                </c:pt>
                <c:pt idx="4972">
                  <c:v>56.454642999999997</c:v>
                </c:pt>
                <c:pt idx="4973">
                  <c:v>56.553542999999998</c:v>
                </c:pt>
                <c:pt idx="4974">
                  <c:v>56.675441999999997</c:v>
                </c:pt>
                <c:pt idx="4975">
                  <c:v>56.801482999999998</c:v>
                </c:pt>
                <c:pt idx="4976">
                  <c:v>56.927382999999999</c:v>
                </c:pt>
                <c:pt idx="4977">
                  <c:v>57.047958000000001</c:v>
                </c:pt>
                <c:pt idx="4978">
                  <c:v>57.158493</c:v>
                </c:pt>
                <c:pt idx="4979">
                  <c:v>57.261848000000001</c:v>
                </c:pt>
                <c:pt idx="4980">
                  <c:v>57.356644000000003</c:v>
                </c:pt>
                <c:pt idx="4981">
                  <c:v>57.441696</c:v>
                </c:pt>
                <c:pt idx="4982">
                  <c:v>57.528174999999997</c:v>
                </c:pt>
                <c:pt idx="4983">
                  <c:v>57.628506000000002</c:v>
                </c:pt>
                <c:pt idx="4984">
                  <c:v>57.743523000000003</c:v>
                </c:pt>
                <c:pt idx="4985">
                  <c:v>57.863059999999997</c:v>
                </c:pt>
                <c:pt idx="4986">
                  <c:v>57.982937</c:v>
                </c:pt>
                <c:pt idx="4987">
                  <c:v>58.105179</c:v>
                </c:pt>
                <c:pt idx="4988">
                  <c:v>58.233947999999998</c:v>
                </c:pt>
                <c:pt idx="4989">
                  <c:v>58.360126000000001</c:v>
                </c:pt>
                <c:pt idx="4990">
                  <c:v>58.471221999999997</c:v>
                </c:pt>
                <c:pt idx="4991">
                  <c:v>58.567450999999998</c:v>
                </c:pt>
                <c:pt idx="4992">
                  <c:v>58.650593000000001</c:v>
                </c:pt>
                <c:pt idx="4993">
                  <c:v>58.716712999999999</c:v>
                </c:pt>
                <c:pt idx="4994">
                  <c:v>58.773555999999999</c:v>
                </c:pt>
                <c:pt idx="4995">
                  <c:v>58.816746000000002</c:v>
                </c:pt>
                <c:pt idx="4996">
                  <c:v>58.846218</c:v>
                </c:pt>
                <c:pt idx="4997">
                  <c:v>58.863197</c:v>
                </c:pt>
                <c:pt idx="4998">
                  <c:v>58.875160000000001</c:v>
                </c:pt>
                <c:pt idx="4999">
                  <c:v>58.886783999999999</c:v>
                </c:pt>
                <c:pt idx="5000">
                  <c:v>58.898890999999999</c:v>
                </c:pt>
                <c:pt idx="5001">
                  <c:v>58.919327000000003</c:v>
                </c:pt>
                <c:pt idx="5002">
                  <c:v>58.948132000000001</c:v>
                </c:pt>
                <c:pt idx="5003">
                  <c:v>58.977939999999997</c:v>
                </c:pt>
                <c:pt idx="5004">
                  <c:v>59.006050000000002</c:v>
                </c:pt>
                <c:pt idx="5005">
                  <c:v>59.038254000000002</c:v>
                </c:pt>
                <c:pt idx="5006">
                  <c:v>59.072048000000002</c:v>
                </c:pt>
                <c:pt idx="5007">
                  <c:v>59.107418000000003</c:v>
                </c:pt>
                <c:pt idx="5008">
                  <c:v>59.143044000000003</c:v>
                </c:pt>
                <c:pt idx="5009">
                  <c:v>59.174885000000003</c:v>
                </c:pt>
                <c:pt idx="5010">
                  <c:v>59.205719000000002</c:v>
                </c:pt>
                <c:pt idx="5011">
                  <c:v>59.233272999999997</c:v>
                </c:pt>
                <c:pt idx="5012">
                  <c:v>59.254638999999997</c:v>
                </c:pt>
                <c:pt idx="5013">
                  <c:v>59.272930000000002</c:v>
                </c:pt>
                <c:pt idx="5014">
                  <c:v>59.296871000000003</c:v>
                </c:pt>
                <c:pt idx="5015">
                  <c:v>59.331535000000002</c:v>
                </c:pt>
                <c:pt idx="5016">
                  <c:v>59.372745999999999</c:v>
                </c:pt>
                <c:pt idx="5017">
                  <c:v>59.411076000000001</c:v>
                </c:pt>
                <c:pt idx="5018">
                  <c:v>59.446739000000001</c:v>
                </c:pt>
                <c:pt idx="5019">
                  <c:v>59.483111999999998</c:v>
                </c:pt>
                <c:pt idx="5020">
                  <c:v>59.518447999999999</c:v>
                </c:pt>
                <c:pt idx="5021">
                  <c:v>59.554687999999999</c:v>
                </c:pt>
                <c:pt idx="5022">
                  <c:v>59.592796</c:v>
                </c:pt>
                <c:pt idx="5023">
                  <c:v>59.630257</c:v>
                </c:pt>
                <c:pt idx="5024">
                  <c:v>59.663853000000003</c:v>
                </c:pt>
                <c:pt idx="5025">
                  <c:v>59.690361000000003</c:v>
                </c:pt>
                <c:pt idx="5026">
                  <c:v>59.709792999999998</c:v>
                </c:pt>
                <c:pt idx="5027">
                  <c:v>59.723812000000002</c:v>
                </c:pt>
                <c:pt idx="5028">
                  <c:v>59.736274999999999</c:v>
                </c:pt>
                <c:pt idx="5029">
                  <c:v>59.748370999999999</c:v>
                </c:pt>
                <c:pt idx="5030">
                  <c:v>59.759182000000003</c:v>
                </c:pt>
                <c:pt idx="5031">
                  <c:v>59.768752999999997</c:v>
                </c:pt>
                <c:pt idx="5032">
                  <c:v>59.774878999999999</c:v>
                </c:pt>
                <c:pt idx="5033">
                  <c:v>59.779784999999997</c:v>
                </c:pt>
                <c:pt idx="5034">
                  <c:v>59.789020999999998</c:v>
                </c:pt>
                <c:pt idx="5035">
                  <c:v>59.804661000000003</c:v>
                </c:pt>
                <c:pt idx="5036">
                  <c:v>59.831389999999999</c:v>
                </c:pt>
                <c:pt idx="5037">
                  <c:v>59.862800999999997</c:v>
                </c:pt>
                <c:pt idx="5038">
                  <c:v>59.885693000000003</c:v>
                </c:pt>
                <c:pt idx="5039">
                  <c:v>59.896712999999998</c:v>
                </c:pt>
                <c:pt idx="5040">
                  <c:v>59.904175000000002</c:v>
                </c:pt>
                <c:pt idx="5041">
                  <c:v>59.908028000000002</c:v>
                </c:pt>
                <c:pt idx="5042">
                  <c:v>59.911830999999999</c:v>
                </c:pt>
                <c:pt idx="5043">
                  <c:v>59.915199000000001</c:v>
                </c:pt>
                <c:pt idx="5044">
                  <c:v>59.914078000000003</c:v>
                </c:pt>
                <c:pt idx="5045">
                  <c:v>59.909374</c:v>
                </c:pt>
                <c:pt idx="5046">
                  <c:v>59.899631999999997</c:v>
                </c:pt>
                <c:pt idx="5047">
                  <c:v>59.889930999999997</c:v>
                </c:pt>
                <c:pt idx="5048">
                  <c:v>59.881138</c:v>
                </c:pt>
                <c:pt idx="5049">
                  <c:v>59.876052999999999</c:v>
                </c:pt>
                <c:pt idx="5050">
                  <c:v>59.873573</c:v>
                </c:pt>
                <c:pt idx="5051">
                  <c:v>59.873824999999997</c:v>
                </c:pt>
                <c:pt idx="5052">
                  <c:v>59.876362</c:v>
                </c:pt>
                <c:pt idx="5053">
                  <c:v>59.878056000000001</c:v>
                </c:pt>
                <c:pt idx="5054">
                  <c:v>59.879852</c:v>
                </c:pt>
                <c:pt idx="5055">
                  <c:v>59.880206999999999</c:v>
                </c:pt>
                <c:pt idx="5056">
                  <c:v>59.878501999999997</c:v>
                </c:pt>
                <c:pt idx="5057">
                  <c:v>59.874583999999999</c:v>
                </c:pt>
                <c:pt idx="5058">
                  <c:v>59.865653999999999</c:v>
                </c:pt>
                <c:pt idx="5059">
                  <c:v>59.855465000000002</c:v>
                </c:pt>
                <c:pt idx="5060">
                  <c:v>59.845790999999998</c:v>
                </c:pt>
                <c:pt idx="5061">
                  <c:v>59.837966999999999</c:v>
                </c:pt>
                <c:pt idx="5062">
                  <c:v>59.834454000000001</c:v>
                </c:pt>
                <c:pt idx="5063">
                  <c:v>59.831699</c:v>
                </c:pt>
                <c:pt idx="5064">
                  <c:v>59.826549999999997</c:v>
                </c:pt>
                <c:pt idx="5065">
                  <c:v>59.818179999999998</c:v>
                </c:pt>
                <c:pt idx="5066">
                  <c:v>59.807133</c:v>
                </c:pt>
                <c:pt idx="5067">
                  <c:v>59.799767000000003</c:v>
                </c:pt>
                <c:pt idx="5068">
                  <c:v>59.794150999999999</c:v>
                </c:pt>
                <c:pt idx="5069">
                  <c:v>59.788176999999997</c:v>
                </c:pt>
                <c:pt idx="5070">
                  <c:v>59.782791000000003</c:v>
                </c:pt>
                <c:pt idx="5071">
                  <c:v>59.779212999999999</c:v>
                </c:pt>
                <c:pt idx="5072">
                  <c:v>59.779324000000003</c:v>
                </c:pt>
                <c:pt idx="5073">
                  <c:v>59.778629000000002</c:v>
                </c:pt>
                <c:pt idx="5074">
                  <c:v>59.775528000000001</c:v>
                </c:pt>
                <c:pt idx="5075">
                  <c:v>59.768974</c:v>
                </c:pt>
                <c:pt idx="5076">
                  <c:v>59.767864000000003</c:v>
                </c:pt>
                <c:pt idx="5077">
                  <c:v>59.770949999999999</c:v>
                </c:pt>
                <c:pt idx="5078">
                  <c:v>59.785117999999997</c:v>
                </c:pt>
                <c:pt idx="5079">
                  <c:v>59.803992999999998</c:v>
                </c:pt>
                <c:pt idx="5080">
                  <c:v>59.818893000000003</c:v>
                </c:pt>
                <c:pt idx="5081">
                  <c:v>59.833309</c:v>
                </c:pt>
                <c:pt idx="5082">
                  <c:v>59.855441999999996</c:v>
                </c:pt>
                <c:pt idx="5083">
                  <c:v>59.885348999999998</c:v>
                </c:pt>
                <c:pt idx="5084">
                  <c:v>59.920380000000002</c:v>
                </c:pt>
                <c:pt idx="5085">
                  <c:v>59.966163999999999</c:v>
                </c:pt>
                <c:pt idx="5086">
                  <c:v>60.031711999999999</c:v>
                </c:pt>
                <c:pt idx="5087">
                  <c:v>60.119183</c:v>
                </c:pt>
                <c:pt idx="5088">
                  <c:v>60.214869999999998</c:v>
                </c:pt>
                <c:pt idx="5089">
                  <c:v>60.312820000000002</c:v>
                </c:pt>
                <c:pt idx="5090">
                  <c:v>60.401080999999998</c:v>
                </c:pt>
                <c:pt idx="5091">
                  <c:v>60.489303999999997</c:v>
                </c:pt>
                <c:pt idx="5092">
                  <c:v>60.559483</c:v>
                </c:pt>
                <c:pt idx="5093">
                  <c:v>60.611637000000002</c:v>
                </c:pt>
                <c:pt idx="5094">
                  <c:v>60.644053999999997</c:v>
                </c:pt>
                <c:pt idx="5095">
                  <c:v>60.664326000000003</c:v>
                </c:pt>
                <c:pt idx="5096">
                  <c:v>60.691090000000003</c:v>
                </c:pt>
                <c:pt idx="5097">
                  <c:v>60.731686000000003</c:v>
                </c:pt>
                <c:pt idx="5098">
                  <c:v>60.778312999999997</c:v>
                </c:pt>
                <c:pt idx="5099">
                  <c:v>60.828856999999999</c:v>
                </c:pt>
                <c:pt idx="5100">
                  <c:v>60.887135000000001</c:v>
                </c:pt>
                <c:pt idx="5101">
                  <c:v>60.955021000000002</c:v>
                </c:pt>
                <c:pt idx="5102">
                  <c:v>61.036456999999999</c:v>
                </c:pt>
                <c:pt idx="5103">
                  <c:v>61.134788999999998</c:v>
                </c:pt>
                <c:pt idx="5104">
                  <c:v>61.24194</c:v>
                </c:pt>
                <c:pt idx="5105">
                  <c:v>61.347346999999999</c:v>
                </c:pt>
                <c:pt idx="5106">
                  <c:v>61.453071999999999</c:v>
                </c:pt>
                <c:pt idx="5107">
                  <c:v>61.561442999999997</c:v>
                </c:pt>
                <c:pt idx="5108">
                  <c:v>61.664710999999997</c:v>
                </c:pt>
                <c:pt idx="5109">
                  <c:v>61.766373000000002</c:v>
                </c:pt>
                <c:pt idx="5110">
                  <c:v>61.859729999999999</c:v>
                </c:pt>
                <c:pt idx="5111">
                  <c:v>61.946896000000002</c:v>
                </c:pt>
                <c:pt idx="5112">
                  <c:v>62.027377999999999</c:v>
                </c:pt>
                <c:pt idx="5113">
                  <c:v>62.098972000000003</c:v>
                </c:pt>
                <c:pt idx="5114">
                  <c:v>62.163970999999997</c:v>
                </c:pt>
                <c:pt idx="5115">
                  <c:v>62.228408999999999</c:v>
                </c:pt>
                <c:pt idx="5116">
                  <c:v>62.294578999999999</c:v>
                </c:pt>
                <c:pt idx="5117">
                  <c:v>62.359760000000001</c:v>
                </c:pt>
                <c:pt idx="5118">
                  <c:v>62.426837999999996</c:v>
                </c:pt>
                <c:pt idx="5119">
                  <c:v>62.490414000000001</c:v>
                </c:pt>
                <c:pt idx="5120">
                  <c:v>62.562592000000002</c:v>
                </c:pt>
                <c:pt idx="5121">
                  <c:v>62.647469000000001</c:v>
                </c:pt>
                <c:pt idx="5122">
                  <c:v>62.740341000000001</c:v>
                </c:pt>
                <c:pt idx="5123">
                  <c:v>62.841735999999997</c:v>
                </c:pt>
                <c:pt idx="5124">
                  <c:v>62.948169999999998</c:v>
                </c:pt>
                <c:pt idx="5125">
                  <c:v>63.049103000000002</c:v>
                </c:pt>
                <c:pt idx="5126">
                  <c:v>63.145797999999999</c:v>
                </c:pt>
                <c:pt idx="5127">
                  <c:v>63.238998000000002</c:v>
                </c:pt>
                <c:pt idx="5128">
                  <c:v>63.325648999999999</c:v>
                </c:pt>
                <c:pt idx="5129">
                  <c:v>63.402583999999997</c:v>
                </c:pt>
                <c:pt idx="5130">
                  <c:v>63.472752</c:v>
                </c:pt>
                <c:pt idx="5131">
                  <c:v>63.539527999999997</c:v>
                </c:pt>
                <c:pt idx="5132">
                  <c:v>63.606636000000002</c:v>
                </c:pt>
                <c:pt idx="5133">
                  <c:v>63.669601</c:v>
                </c:pt>
                <c:pt idx="5134">
                  <c:v>63.725403</c:v>
                </c:pt>
                <c:pt idx="5135">
                  <c:v>63.780354000000003</c:v>
                </c:pt>
                <c:pt idx="5136">
                  <c:v>63.830406000000004</c:v>
                </c:pt>
                <c:pt idx="5137">
                  <c:v>63.876289</c:v>
                </c:pt>
                <c:pt idx="5138">
                  <c:v>63.926448999999998</c:v>
                </c:pt>
                <c:pt idx="5139">
                  <c:v>63.985256</c:v>
                </c:pt>
                <c:pt idx="5140">
                  <c:v>64.052482999999995</c:v>
                </c:pt>
                <c:pt idx="5141">
                  <c:v>64.132300999999998</c:v>
                </c:pt>
                <c:pt idx="5142">
                  <c:v>64.237328000000005</c:v>
                </c:pt>
                <c:pt idx="5143">
                  <c:v>64.349936999999997</c:v>
                </c:pt>
                <c:pt idx="5144">
                  <c:v>64.447654999999997</c:v>
                </c:pt>
                <c:pt idx="5145">
                  <c:v>64.561119000000005</c:v>
                </c:pt>
                <c:pt idx="5146">
                  <c:v>64.673484999999999</c:v>
                </c:pt>
                <c:pt idx="5147">
                  <c:v>64.790733000000003</c:v>
                </c:pt>
                <c:pt idx="5148">
                  <c:v>64.914398000000006</c:v>
                </c:pt>
                <c:pt idx="5149">
                  <c:v>65.032096999999993</c:v>
                </c:pt>
                <c:pt idx="5150">
                  <c:v>65.136734000000004</c:v>
                </c:pt>
                <c:pt idx="5151">
                  <c:v>65.229568</c:v>
                </c:pt>
                <c:pt idx="5152">
                  <c:v>65.316635000000005</c:v>
                </c:pt>
                <c:pt idx="5153">
                  <c:v>65.405426000000006</c:v>
                </c:pt>
                <c:pt idx="5154">
                  <c:v>65.495818999999997</c:v>
                </c:pt>
                <c:pt idx="5155">
                  <c:v>65.580253999999996</c:v>
                </c:pt>
                <c:pt idx="5156">
                  <c:v>65.668633</c:v>
                </c:pt>
                <c:pt idx="5157">
                  <c:v>65.761902000000006</c:v>
                </c:pt>
                <c:pt idx="5158">
                  <c:v>65.862007000000006</c:v>
                </c:pt>
                <c:pt idx="5159">
                  <c:v>65.965171999999995</c:v>
                </c:pt>
                <c:pt idx="5160">
                  <c:v>66.065002000000007</c:v>
                </c:pt>
                <c:pt idx="5161">
                  <c:v>66.165749000000005</c:v>
                </c:pt>
                <c:pt idx="5162">
                  <c:v>66.272186000000005</c:v>
                </c:pt>
                <c:pt idx="5163">
                  <c:v>66.378021000000004</c:v>
                </c:pt>
                <c:pt idx="5164">
                  <c:v>66.479881000000006</c:v>
                </c:pt>
                <c:pt idx="5165">
                  <c:v>66.573340999999999</c:v>
                </c:pt>
                <c:pt idx="5166">
                  <c:v>66.648865000000001</c:v>
                </c:pt>
                <c:pt idx="5167">
                  <c:v>66.712883000000005</c:v>
                </c:pt>
                <c:pt idx="5168">
                  <c:v>66.772048999999996</c:v>
                </c:pt>
                <c:pt idx="5169">
                  <c:v>66.826248000000007</c:v>
                </c:pt>
                <c:pt idx="5170">
                  <c:v>66.878731000000002</c:v>
                </c:pt>
                <c:pt idx="5171">
                  <c:v>66.924118000000007</c:v>
                </c:pt>
                <c:pt idx="5172">
                  <c:v>66.960373000000004</c:v>
                </c:pt>
                <c:pt idx="5173">
                  <c:v>66.990211000000002</c:v>
                </c:pt>
                <c:pt idx="5174">
                  <c:v>67.018021000000005</c:v>
                </c:pt>
                <c:pt idx="5175">
                  <c:v>67.047698999999994</c:v>
                </c:pt>
                <c:pt idx="5176">
                  <c:v>67.081885999999997</c:v>
                </c:pt>
                <c:pt idx="5177">
                  <c:v>67.113213000000002</c:v>
                </c:pt>
                <c:pt idx="5178">
                  <c:v>67.144615000000002</c:v>
                </c:pt>
                <c:pt idx="5179">
                  <c:v>67.183487</c:v>
                </c:pt>
                <c:pt idx="5180">
                  <c:v>67.233231000000004</c:v>
                </c:pt>
                <c:pt idx="5181">
                  <c:v>67.291908000000006</c:v>
                </c:pt>
                <c:pt idx="5182">
                  <c:v>67.353461999999993</c:v>
                </c:pt>
                <c:pt idx="5183">
                  <c:v>67.417038000000005</c:v>
                </c:pt>
                <c:pt idx="5184">
                  <c:v>67.487244000000004</c:v>
                </c:pt>
                <c:pt idx="5185">
                  <c:v>67.567261000000002</c:v>
                </c:pt>
                <c:pt idx="5186">
                  <c:v>67.651298999999995</c:v>
                </c:pt>
                <c:pt idx="5187">
                  <c:v>67.736389000000003</c:v>
                </c:pt>
                <c:pt idx="5188">
                  <c:v>67.818702999999999</c:v>
                </c:pt>
                <c:pt idx="5189">
                  <c:v>67.891968000000006</c:v>
                </c:pt>
                <c:pt idx="5190">
                  <c:v>67.954575000000006</c:v>
                </c:pt>
                <c:pt idx="5191">
                  <c:v>68.006675999999999</c:v>
                </c:pt>
                <c:pt idx="5192">
                  <c:v>68.046149999999997</c:v>
                </c:pt>
                <c:pt idx="5193">
                  <c:v>68.070847000000001</c:v>
                </c:pt>
                <c:pt idx="5194">
                  <c:v>68.090958000000001</c:v>
                </c:pt>
                <c:pt idx="5195">
                  <c:v>68.114410000000007</c:v>
                </c:pt>
                <c:pt idx="5196">
                  <c:v>68.143280000000004</c:v>
                </c:pt>
                <c:pt idx="5197">
                  <c:v>68.175797000000003</c:v>
                </c:pt>
                <c:pt idx="5198">
                  <c:v>68.201110999999997</c:v>
                </c:pt>
                <c:pt idx="5199">
                  <c:v>68.211997999999994</c:v>
                </c:pt>
                <c:pt idx="5200">
                  <c:v>68.213058000000004</c:v>
                </c:pt>
                <c:pt idx="5201">
                  <c:v>68.211021000000002</c:v>
                </c:pt>
                <c:pt idx="5202">
                  <c:v>68.207695000000001</c:v>
                </c:pt>
                <c:pt idx="5203">
                  <c:v>68.201415999999995</c:v>
                </c:pt>
                <c:pt idx="5204">
                  <c:v>68.190689000000006</c:v>
                </c:pt>
                <c:pt idx="5205">
                  <c:v>68.173430999999994</c:v>
                </c:pt>
                <c:pt idx="5206">
                  <c:v>68.151443</c:v>
                </c:pt>
                <c:pt idx="5207">
                  <c:v>68.129745</c:v>
                </c:pt>
                <c:pt idx="5208">
                  <c:v>68.106392</c:v>
                </c:pt>
                <c:pt idx="5209">
                  <c:v>68.080810999999997</c:v>
                </c:pt>
                <c:pt idx="5210">
                  <c:v>68.053696000000002</c:v>
                </c:pt>
                <c:pt idx="5211">
                  <c:v>68.025329999999997</c:v>
                </c:pt>
                <c:pt idx="5212">
                  <c:v>68.012244999999993</c:v>
                </c:pt>
                <c:pt idx="5213">
                  <c:v>68.007851000000002</c:v>
                </c:pt>
                <c:pt idx="5214">
                  <c:v>68.002814999999998</c:v>
                </c:pt>
                <c:pt idx="5215">
                  <c:v>67.991219000000001</c:v>
                </c:pt>
                <c:pt idx="5216">
                  <c:v>67.975937000000002</c:v>
                </c:pt>
                <c:pt idx="5217">
                  <c:v>67.955108999999993</c:v>
                </c:pt>
                <c:pt idx="5218">
                  <c:v>67.916054000000003</c:v>
                </c:pt>
                <c:pt idx="5219">
                  <c:v>67.857185000000001</c:v>
                </c:pt>
                <c:pt idx="5220">
                  <c:v>67.791213999999997</c:v>
                </c:pt>
                <c:pt idx="5221">
                  <c:v>67.729033999999999</c:v>
                </c:pt>
                <c:pt idx="5222">
                  <c:v>67.671622999999997</c:v>
                </c:pt>
                <c:pt idx="5223">
                  <c:v>67.612206</c:v>
                </c:pt>
                <c:pt idx="5224">
                  <c:v>67.544083000000001</c:v>
                </c:pt>
                <c:pt idx="5225">
                  <c:v>67.470268000000004</c:v>
                </c:pt>
                <c:pt idx="5226">
                  <c:v>67.391716000000002</c:v>
                </c:pt>
                <c:pt idx="5227">
                  <c:v>67.313338999999999</c:v>
                </c:pt>
                <c:pt idx="5228">
                  <c:v>67.236159999999998</c:v>
                </c:pt>
                <c:pt idx="5229">
                  <c:v>67.150977999999995</c:v>
                </c:pt>
                <c:pt idx="5230">
                  <c:v>67.056540999999996</c:v>
                </c:pt>
                <c:pt idx="5231">
                  <c:v>66.961867999999996</c:v>
                </c:pt>
                <c:pt idx="5232">
                  <c:v>66.867576999999997</c:v>
                </c:pt>
                <c:pt idx="5233">
                  <c:v>66.769440000000003</c:v>
                </c:pt>
                <c:pt idx="5234">
                  <c:v>66.676529000000002</c:v>
                </c:pt>
                <c:pt idx="5235">
                  <c:v>66.594406000000006</c:v>
                </c:pt>
                <c:pt idx="5236">
                  <c:v>66.507903999999996</c:v>
                </c:pt>
                <c:pt idx="5237">
                  <c:v>66.413878999999994</c:v>
                </c:pt>
                <c:pt idx="5238">
                  <c:v>66.315735000000004</c:v>
                </c:pt>
                <c:pt idx="5239">
                  <c:v>66.215012000000002</c:v>
                </c:pt>
                <c:pt idx="5240">
                  <c:v>66.120789000000002</c:v>
                </c:pt>
                <c:pt idx="5241">
                  <c:v>66.041931000000005</c:v>
                </c:pt>
                <c:pt idx="5242">
                  <c:v>65.986771000000005</c:v>
                </c:pt>
                <c:pt idx="5243">
                  <c:v>65.942656999999997</c:v>
                </c:pt>
                <c:pt idx="5244">
                  <c:v>65.900772000000003</c:v>
                </c:pt>
                <c:pt idx="5245">
                  <c:v>65.856437999999997</c:v>
                </c:pt>
                <c:pt idx="5246">
                  <c:v>65.812201999999999</c:v>
                </c:pt>
                <c:pt idx="5247">
                  <c:v>65.772345999999999</c:v>
                </c:pt>
                <c:pt idx="5248">
                  <c:v>65.739182</c:v>
                </c:pt>
                <c:pt idx="5249">
                  <c:v>65.709984000000006</c:v>
                </c:pt>
                <c:pt idx="5250">
                  <c:v>65.679550000000006</c:v>
                </c:pt>
                <c:pt idx="5251">
                  <c:v>65.640029999999996</c:v>
                </c:pt>
                <c:pt idx="5252">
                  <c:v>65.596137999999996</c:v>
                </c:pt>
                <c:pt idx="5253">
                  <c:v>65.551651000000007</c:v>
                </c:pt>
                <c:pt idx="5254">
                  <c:v>65.508240000000001</c:v>
                </c:pt>
                <c:pt idx="5255">
                  <c:v>65.466530000000006</c:v>
                </c:pt>
                <c:pt idx="5256">
                  <c:v>65.428184999999999</c:v>
                </c:pt>
                <c:pt idx="5257">
                  <c:v>65.394249000000002</c:v>
                </c:pt>
                <c:pt idx="5258">
                  <c:v>65.360686999999999</c:v>
                </c:pt>
                <c:pt idx="5259">
                  <c:v>65.323914000000002</c:v>
                </c:pt>
                <c:pt idx="5260">
                  <c:v>65.286095000000003</c:v>
                </c:pt>
                <c:pt idx="5261">
                  <c:v>65.250679000000005</c:v>
                </c:pt>
                <c:pt idx="5262">
                  <c:v>65.218658000000005</c:v>
                </c:pt>
                <c:pt idx="5263">
                  <c:v>65.186836</c:v>
                </c:pt>
                <c:pt idx="5264">
                  <c:v>65.156075000000001</c:v>
                </c:pt>
                <c:pt idx="5265">
                  <c:v>65.126953</c:v>
                </c:pt>
                <c:pt idx="5266">
                  <c:v>65.100037</c:v>
                </c:pt>
                <c:pt idx="5267">
                  <c:v>65.075867000000002</c:v>
                </c:pt>
                <c:pt idx="5268">
                  <c:v>65.057129000000003</c:v>
                </c:pt>
                <c:pt idx="5269">
                  <c:v>65.039779999999993</c:v>
                </c:pt>
                <c:pt idx="5270">
                  <c:v>65.018569999999997</c:v>
                </c:pt>
                <c:pt idx="5271">
                  <c:v>64.996437</c:v>
                </c:pt>
                <c:pt idx="5272">
                  <c:v>64.975960000000001</c:v>
                </c:pt>
                <c:pt idx="5273">
                  <c:v>64.954871999999995</c:v>
                </c:pt>
                <c:pt idx="5274">
                  <c:v>64.931503000000006</c:v>
                </c:pt>
                <c:pt idx="5275">
                  <c:v>64.902030999999994</c:v>
                </c:pt>
                <c:pt idx="5276">
                  <c:v>64.866851999999994</c:v>
                </c:pt>
                <c:pt idx="5277">
                  <c:v>64.828270000000003</c:v>
                </c:pt>
                <c:pt idx="5278">
                  <c:v>64.787750000000003</c:v>
                </c:pt>
                <c:pt idx="5279">
                  <c:v>64.737778000000006</c:v>
                </c:pt>
                <c:pt idx="5280">
                  <c:v>64.673820000000006</c:v>
                </c:pt>
                <c:pt idx="5281">
                  <c:v>64.595566000000005</c:v>
                </c:pt>
                <c:pt idx="5282">
                  <c:v>64.499870000000001</c:v>
                </c:pt>
                <c:pt idx="5283">
                  <c:v>64.388869999999997</c:v>
                </c:pt>
                <c:pt idx="5284">
                  <c:v>64.273482999999999</c:v>
                </c:pt>
                <c:pt idx="5285">
                  <c:v>64.154387999999997</c:v>
                </c:pt>
                <c:pt idx="5286">
                  <c:v>64.026450999999994</c:v>
                </c:pt>
                <c:pt idx="5287">
                  <c:v>63.900776</c:v>
                </c:pt>
                <c:pt idx="5288">
                  <c:v>63.788077999999999</c:v>
                </c:pt>
                <c:pt idx="5289">
                  <c:v>63.679912999999999</c:v>
                </c:pt>
                <c:pt idx="5290">
                  <c:v>63.567753000000003</c:v>
                </c:pt>
                <c:pt idx="5291">
                  <c:v>63.455649999999999</c:v>
                </c:pt>
                <c:pt idx="5292">
                  <c:v>63.346046000000001</c:v>
                </c:pt>
                <c:pt idx="5293">
                  <c:v>63.238354000000001</c:v>
                </c:pt>
                <c:pt idx="5294">
                  <c:v>63.130833000000003</c:v>
                </c:pt>
                <c:pt idx="5295">
                  <c:v>63.024292000000003</c:v>
                </c:pt>
                <c:pt idx="5296">
                  <c:v>62.917400000000001</c:v>
                </c:pt>
                <c:pt idx="5297">
                  <c:v>62.809956</c:v>
                </c:pt>
                <c:pt idx="5298">
                  <c:v>62.705345000000001</c:v>
                </c:pt>
                <c:pt idx="5299">
                  <c:v>62.603439000000002</c:v>
                </c:pt>
                <c:pt idx="5300">
                  <c:v>62.499381999999997</c:v>
                </c:pt>
                <c:pt idx="5301">
                  <c:v>62.392372000000002</c:v>
                </c:pt>
                <c:pt idx="5302">
                  <c:v>62.297069999999998</c:v>
                </c:pt>
                <c:pt idx="5303">
                  <c:v>62.223998999999999</c:v>
                </c:pt>
                <c:pt idx="5304">
                  <c:v>62.173411999999999</c:v>
                </c:pt>
                <c:pt idx="5305">
                  <c:v>62.143599999999999</c:v>
                </c:pt>
                <c:pt idx="5306">
                  <c:v>62.134158999999997</c:v>
                </c:pt>
                <c:pt idx="5307">
                  <c:v>62.139018999999998</c:v>
                </c:pt>
                <c:pt idx="5308">
                  <c:v>62.150238000000002</c:v>
                </c:pt>
                <c:pt idx="5309">
                  <c:v>62.173557000000002</c:v>
                </c:pt>
                <c:pt idx="5310">
                  <c:v>62.203910999999998</c:v>
                </c:pt>
                <c:pt idx="5311">
                  <c:v>62.235359000000003</c:v>
                </c:pt>
                <c:pt idx="5312">
                  <c:v>62.263179999999998</c:v>
                </c:pt>
                <c:pt idx="5313">
                  <c:v>62.283287000000001</c:v>
                </c:pt>
                <c:pt idx="5314">
                  <c:v>62.289673000000001</c:v>
                </c:pt>
                <c:pt idx="5315">
                  <c:v>62.287083000000003</c:v>
                </c:pt>
                <c:pt idx="5316">
                  <c:v>62.284568999999998</c:v>
                </c:pt>
                <c:pt idx="5317">
                  <c:v>62.285980000000002</c:v>
                </c:pt>
                <c:pt idx="5318">
                  <c:v>62.282615999999997</c:v>
                </c:pt>
                <c:pt idx="5319">
                  <c:v>62.268391000000001</c:v>
                </c:pt>
                <c:pt idx="5320">
                  <c:v>62.243133999999998</c:v>
                </c:pt>
                <c:pt idx="5321">
                  <c:v>62.225650999999999</c:v>
                </c:pt>
                <c:pt idx="5322">
                  <c:v>62.215178999999999</c:v>
                </c:pt>
                <c:pt idx="5323">
                  <c:v>62.206696000000001</c:v>
                </c:pt>
                <c:pt idx="5324">
                  <c:v>62.199680000000001</c:v>
                </c:pt>
                <c:pt idx="5325">
                  <c:v>62.196975999999999</c:v>
                </c:pt>
                <c:pt idx="5326">
                  <c:v>62.195968999999998</c:v>
                </c:pt>
                <c:pt idx="5327">
                  <c:v>62.196693000000003</c:v>
                </c:pt>
                <c:pt idx="5328">
                  <c:v>62.201092000000003</c:v>
                </c:pt>
                <c:pt idx="5329">
                  <c:v>62.205185</c:v>
                </c:pt>
                <c:pt idx="5330">
                  <c:v>62.208480999999999</c:v>
                </c:pt>
                <c:pt idx="5331">
                  <c:v>62.216442000000001</c:v>
                </c:pt>
                <c:pt idx="5332">
                  <c:v>62.223483999999999</c:v>
                </c:pt>
                <c:pt idx="5333">
                  <c:v>62.228923999999999</c:v>
                </c:pt>
                <c:pt idx="5334">
                  <c:v>62.229080000000003</c:v>
                </c:pt>
                <c:pt idx="5335">
                  <c:v>62.220356000000002</c:v>
                </c:pt>
                <c:pt idx="5336">
                  <c:v>62.202648000000003</c:v>
                </c:pt>
                <c:pt idx="5337">
                  <c:v>62.177410000000002</c:v>
                </c:pt>
                <c:pt idx="5338">
                  <c:v>62.150078000000001</c:v>
                </c:pt>
                <c:pt idx="5339">
                  <c:v>62.127163000000003</c:v>
                </c:pt>
                <c:pt idx="5340">
                  <c:v>62.104393000000002</c:v>
                </c:pt>
                <c:pt idx="5341">
                  <c:v>62.078727999999998</c:v>
                </c:pt>
                <c:pt idx="5342">
                  <c:v>62.049709</c:v>
                </c:pt>
                <c:pt idx="5343">
                  <c:v>62.020854999999997</c:v>
                </c:pt>
                <c:pt idx="5344">
                  <c:v>61.993918999999998</c:v>
                </c:pt>
                <c:pt idx="5345">
                  <c:v>61.967635999999999</c:v>
                </c:pt>
                <c:pt idx="5346">
                  <c:v>61.941830000000003</c:v>
                </c:pt>
                <c:pt idx="5347">
                  <c:v>61.916156999999998</c:v>
                </c:pt>
                <c:pt idx="5348">
                  <c:v>61.890686000000002</c:v>
                </c:pt>
                <c:pt idx="5349">
                  <c:v>61.862583000000001</c:v>
                </c:pt>
                <c:pt idx="5350">
                  <c:v>61.835365000000003</c:v>
                </c:pt>
                <c:pt idx="5351">
                  <c:v>61.809105000000002</c:v>
                </c:pt>
                <c:pt idx="5352">
                  <c:v>61.778286000000001</c:v>
                </c:pt>
                <c:pt idx="5353">
                  <c:v>61.739964000000001</c:v>
                </c:pt>
                <c:pt idx="5354">
                  <c:v>61.694671999999997</c:v>
                </c:pt>
                <c:pt idx="5355">
                  <c:v>61.643940000000001</c:v>
                </c:pt>
                <c:pt idx="5356">
                  <c:v>61.591994999999997</c:v>
                </c:pt>
                <c:pt idx="5357">
                  <c:v>61.544682000000002</c:v>
                </c:pt>
                <c:pt idx="5358">
                  <c:v>61.504111999999999</c:v>
                </c:pt>
                <c:pt idx="5359">
                  <c:v>61.465091999999999</c:v>
                </c:pt>
                <c:pt idx="5360">
                  <c:v>61.422728999999997</c:v>
                </c:pt>
                <c:pt idx="5361">
                  <c:v>61.368541999999998</c:v>
                </c:pt>
                <c:pt idx="5362">
                  <c:v>61.301430000000003</c:v>
                </c:pt>
                <c:pt idx="5363">
                  <c:v>61.229553000000003</c:v>
                </c:pt>
                <c:pt idx="5364">
                  <c:v>61.155631999999997</c:v>
                </c:pt>
                <c:pt idx="5365">
                  <c:v>61.078411000000003</c:v>
                </c:pt>
                <c:pt idx="5366">
                  <c:v>60.994553000000003</c:v>
                </c:pt>
                <c:pt idx="5367">
                  <c:v>60.901985000000003</c:v>
                </c:pt>
                <c:pt idx="5368">
                  <c:v>60.809623999999999</c:v>
                </c:pt>
                <c:pt idx="5369">
                  <c:v>60.724510000000002</c:v>
                </c:pt>
                <c:pt idx="5370">
                  <c:v>60.641829999999999</c:v>
                </c:pt>
                <c:pt idx="5371">
                  <c:v>60.547623000000002</c:v>
                </c:pt>
                <c:pt idx="5372">
                  <c:v>60.441761</c:v>
                </c:pt>
                <c:pt idx="5373">
                  <c:v>60.337418</c:v>
                </c:pt>
                <c:pt idx="5374">
                  <c:v>60.248268000000003</c:v>
                </c:pt>
                <c:pt idx="5375">
                  <c:v>60.167686000000003</c:v>
                </c:pt>
                <c:pt idx="5376">
                  <c:v>60.086246000000003</c:v>
                </c:pt>
                <c:pt idx="5377">
                  <c:v>60.000785999999998</c:v>
                </c:pt>
                <c:pt idx="5378">
                  <c:v>59.918610000000001</c:v>
                </c:pt>
                <c:pt idx="5379">
                  <c:v>59.862372999999998</c:v>
                </c:pt>
                <c:pt idx="5380">
                  <c:v>59.841102999999997</c:v>
                </c:pt>
                <c:pt idx="5381">
                  <c:v>59.844203999999998</c:v>
                </c:pt>
                <c:pt idx="5382">
                  <c:v>59.865929000000001</c:v>
                </c:pt>
                <c:pt idx="5383">
                  <c:v>59.908791000000001</c:v>
                </c:pt>
                <c:pt idx="5384">
                  <c:v>59.978938999999997</c:v>
                </c:pt>
                <c:pt idx="5385">
                  <c:v>60.065013999999998</c:v>
                </c:pt>
                <c:pt idx="5386">
                  <c:v>60.153534000000001</c:v>
                </c:pt>
                <c:pt idx="5387">
                  <c:v>60.239792000000001</c:v>
                </c:pt>
                <c:pt idx="5388">
                  <c:v>60.328175000000002</c:v>
                </c:pt>
                <c:pt idx="5389">
                  <c:v>60.416167999999999</c:v>
                </c:pt>
                <c:pt idx="5390">
                  <c:v>60.503464000000001</c:v>
                </c:pt>
                <c:pt idx="5391">
                  <c:v>60.589950999999999</c:v>
                </c:pt>
                <c:pt idx="5392">
                  <c:v>60.662140000000001</c:v>
                </c:pt>
                <c:pt idx="5393">
                  <c:v>60.723708999999999</c:v>
                </c:pt>
                <c:pt idx="5394">
                  <c:v>60.774075000000003</c:v>
                </c:pt>
                <c:pt idx="5395">
                  <c:v>60.818717999999997</c:v>
                </c:pt>
                <c:pt idx="5396">
                  <c:v>60.870730999999999</c:v>
                </c:pt>
                <c:pt idx="5397">
                  <c:v>60.923676</c:v>
                </c:pt>
                <c:pt idx="5398">
                  <c:v>60.963383</c:v>
                </c:pt>
                <c:pt idx="5399">
                  <c:v>60.988318999999997</c:v>
                </c:pt>
                <c:pt idx="5400">
                  <c:v>61.001907000000003</c:v>
                </c:pt>
                <c:pt idx="5401">
                  <c:v>61.012810000000002</c:v>
                </c:pt>
                <c:pt idx="5402">
                  <c:v>61.025855999999997</c:v>
                </c:pt>
                <c:pt idx="5403">
                  <c:v>61.040489000000001</c:v>
                </c:pt>
                <c:pt idx="5404">
                  <c:v>61.051926000000002</c:v>
                </c:pt>
                <c:pt idx="5405">
                  <c:v>61.059162000000001</c:v>
                </c:pt>
                <c:pt idx="5406">
                  <c:v>61.065769000000003</c:v>
                </c:pt>
                <c:pt idx="5407">
                  <c:v>61.074286999999998</c:v>
                </c:pt>
                <c:pt idx="5408">
                  <c:v>61.086528999999999</c:v>
                </c:pt>
                <c:pt idx="5409">
                  <c:v>61.100951999999999</c:v>
                </c:pt>
                <c:pt idx="5410">
                  <c:v>61.112079999999999</c:v>
                </c:pt>
                <c:pt idx="5411">
                  <c:v>61.123142000000001</c:v>
                </c:pt>
                <c:pt idx="5412">
                  <c:v>61.139656000000002</c:v>
                </c:pt>
                <c:pt idx="5413">
                  <c:v>61.163967</c:v>
                </c:pt>
                <c:pt idx="5414">
                  <c:v>61.201529999999998</c:v>
                </c:pt>
                <c:pt idx="5415">
                  <c:v>61.243564999999997</c:v>
                </c:pt>
                <c:pt idx="5416">
                  <c:v>61.277576000000003</c:v>
                </c:pt>
                <c:pt idx="5417">
                  <c:v>61.298717000000003</c:v>
                </c:pt>
                <c:pt idx="5418">
                  <c:v>61.316733999999997</c:v>
                </c:pt>
                <c:pt idx="5419">
                  <c:v>61.337673000000002</c:v>
                </c:pt>
                <c:pt idx="5420">
                  <c:v>61.359439999999999</c:v>
                </c:pt>
                <c:pt idx="5421">
                  <c:v>61.37632</c:v>
                </c:pt>
                <c:pt idx="5422">
                  <c:v>61.384456999999998</c:v>
                </c:pt>
                <c:pt idx="5423">
                  <c:v>61.384262</c:v>
                </c:pt>
                <c:pt idx="5424">
                  <c:v>61.37603</c:v>
                </c:pt>
                <c:pt idx="5425">
                  <c:v>61.362907</c:v>
                </c:pt>
                <c:pt idx="5426">
                  <c:v>61.349049000000001</c:v>
                </c:pt>
                <c:pt idx="5427">
                  <c:v>61.335518</c:v>
                </c:pt>
                <c:pt idx="5428">
                  <c:v>61.319305</c:v>
                </c:pt>
                <c:pt idx="5429">
                  <c:v>61.296478</c:v>
                </c:pt>
                <c:pt idx="5430">
                  <c:v>61.266635999999998</c:v>
                </c:pt>
                <c:pt idx="5431">
                  <c:v>61.232120999999999</c:v>
                </c:pt>
                <c:pt idx="5432">
                  <c:v>61.183140000000002</c:v>
                </c:pt>
                <c:pt idx="5433">
                  <c:v>61.110667999999997</c:v>
                </c:pt>
                <c:pt idx="5434">
                  <c:v>61.022258999999998</c:v>
                </c:pt>
                <c:pt idx="5435">
                  <c:v>60.921967000000002</c:v>
                </c:pt>
                <c:pt idx="5436">
                  <c:v>60.813975999999997</c:v>
                </c:pt>
                <c:pt idx="5437">
                  <c:v>60.700370999999997</c:v>
                </c:pt>
                <c:pt idx="5438">
                  <c:v>60.584083999999997</c:v>
                </c:pt>
                <c:pt idx="5439">
                  <c:v>60.473765999999998</c:v>
                </c:pt>
                <c:pt idx="5440">
                  <c:v>60.381537999999999</c:v>
                </c:pt>
                <c:pt idx="5441">
                  <c:v>60.316738000000001</c:v>
                </c:pt>
                <c:pt idx="5442">
                  <c:v>60.268627000000002</c:v>
                </c:pt>
                <c:pt idx="5443">
                  <c:v>60.225211999999999</c:v>
                </c:pt>
                <c:pt idx="5444">
                  <c:v>60.177883000000001</c:v>
                </c:pt>
                <c:pt idx="5445">
                  <c:v>60.121872000000003</c:v>
                </c:pt>
                <c:pt idx="5446">
                  <c:v>60.058619999999998</c:v>
                </c:pt>
                <c:pt idx="5447">
                  <c:v>59.989288000000002</c:v>
                </c:pt>
                <c:pt idx="5448">
                  <c:v>59.915176000000002</c:v>
                </c:pt>
                <c:pt idx="5449">
                  <c:v>59.843173999999998</c:v>
                </c:pt>
                <c:pt idx="5450">
                  <c:v>59.774344999999997</c:v>
                </c:pt>
                <c:pt idx="5451">
                  <c:v>59.702728</c:v>
                </c:pt>
                <c:pt idx="5452">
                  <c:v>59.615901999999998</c:v>
                </c:pt>
                <c:pt idx="5453">
                  <c:v>59.517059000000003</c:v>
                </c:pt>
                <c:pt idx="5454">
                  <c:v>59.410556999999997</c:v>
                </c:pt>
                <c:pt idx="5455">
                  <c:v>59.301281000000003</c:v>
                </c:pt>
                <c:pt idx="5456">
                  <c:v>59.205016999999998</c:v>
                </c:pt>
                <c:pt idx="5457">
                  <c:v>59.121338000000002</c:v>
                </c:pt>
                <c:pt idx="5458">
                  <c:v>59.043671000000003</c:v>
                </c:pt>
                <c:pt idx="5459">
                  <c:v>58.963420999999997</c:v>
                </c:pt>
                <c:pt idx="5460">
                  <c:v>58.877150999999998</c:v>
                </c:pt>
                <c:pt idx="5461">
                  <c:v>58.781756999999999</c:v>
                </c:pt>
                <c:pt idx="5462">
                  <c:v>58.680121999999997</c:v>
                </c:pt>
                <c:pt idx="5463">
                  <c:v>58.566764999999997</c:v>
                </c:pt>
                <c:pt idx="5464">
                  <c:v>58.440834000000002</c:v>
                </c:pt>
                <c:pt idx="5465">
                  <c:v>58.315899000000002</c:v>
                </c:pt>
                <c:pt idx="5466">
                  <c:v>58.202022999999997</c:v>
                </c:pt>
                <c:pt idx="5467">
                  <c:v>58.095413000000001</c:v>
                </c:pt>
                <c:pt idx="5468">
                  <c:v>57.983021000000001</c:v>
                </c:pt>
                <c:pt idx="5469">
                  <c:v>57.865501000000002</c:v>
                </c:pt>
                <c:pt idx="5470">
                  <c:v>57.751907000000003</c:v>
                </c:pt>
                <c:pt idx="5471">
                  <c:v>57.655113</c:v>
                </c:pt>
                <c:pt idx="5472">
                  <c:v>57.584105999999998</c:v>
                </c:pt>
                <c:pt idx="5473">
                  <c:v>57.528629000000002</c:v>
                </c:pt>
                <c:pt idx="5474">
                  <c:v>57.475681000000002</c:v>
                </c:pt>
                <c:pt idx="5475">
                  <c:v>57.417060999999997</c:v>
                </c:pt>
                <c:pt idx="5476">
                  <c:v>57.361828000000003</c:v>
                </c:pt>
                <c:pt idx="5477">
                  <c:v>57.317616000000001</c:v>
                </c:pt>
                <c:pt idx="5478">
                  <c:v>57.276772000000001</c:v>
                </c:pt>
                <c:pt idx="5479">
                  <c:v>57.228073000000002</c:v>
                </c:pt>
                <c:pt idx="5480">
                  <c:v>57.169209000000002</c:v>
                </c:pt>
                <c:pt idx="5481">
                  <c:v>57.102542999999997</c:v>
                </c:pt>
                <c:pt idx="5482">
                  <c:v>57.029491</c:v>
                </c:pt>
                <c:pt idx="5483">
                  <c:v>56.957436000000001</c:v>
                </c:pt>
                <c:pt idx="5484">
                  <c:v>56.901488999999998</c:v>
                </c:pt>
                <c:pt idx="5485">
                  <c:v>56.870106</c:v>
                </c:pt>
                <c:pt idx="5486">
                  <c:v>56.850951999999999</c:v>
                </c:pt>
                <c:pt idx="5487">
                  <c:v>56.836033</c:v>
                </c:pt>
                <c:pt idx="5488">
                  <c:v>56.828341999999999</c:v>
                </c:pt>
                <c:pt idx="5489">
                  <c:v>56.829445</c:v>
                </c:pt>
                <c:pt idx="5490">
                  <c:v>56.835383999999998</c:v>
                </c:pt>
                <c:pt idx="5491">
                  <c:v>56.837780000000002</c:v>
                </c:pt>
                <c:pt idx="5492">
                  <c:v>56.831443999999998</c:v>
                </c:pt>
                <c:pt idx="5493">
                  <c:v>56.823546999999998</c:v>
                </c:pt>
                <c:pt idx="5494">
                  <c:v>56.804698999999999</c:v>
                </c:pt>
                <c:pt idx="5495">
                  <c:v>56.761631000000001</c:v>
                </c:pt>
                <c:pt idx="5496">
                  <c:v>56.696381000000002</c:v>
                </c:pt>
                <c:pt idx="5497">
                  <c:v>56.612518000000001</c:v>
                </c:pt>
                <c:pt idx="5498">
                  <c:v>56.512588999999998</c:v>
                </c:pt>
                <c:pt idx="5499">
                  <c:v>56.402962000000002</c:v>
                </c:pt>
                <c:pt idx="5500">
                  <c:v>56.286586999999997</c:v>
                </c:pt>
                <c:pt idx="5501">
                  <c:v>56.165199000000001</c:v>
                </c:pt>
                <c:pt idx="5502">
                  <c:v>56.047108000000001</c:v>
                </c:pt>
                <c:pt idx="5503">
                  <c:v>55.939526000000001</c:v>
                </c:pt>
                <c:pt idx="5504">
                  <c:v>55.842342000000002</c:v>
                </c:pt>
                <c:pt idx="5505">
                  <c:v>55.760722999999999</c:v>
                </c:pt>
                <c:pt idx="5506">
                  <c:v>55.696261999999997</c:v>
                </c:pt>
                <c:pt idx="5507">
                  <c:v>55.63879</c:v>
                </c:pt>
                <c:pt idx="5508">
                  <c:v>55.588496999999997</c:v>
                </c:pt>
                <c:pt idx="5509">
                  <c:v>55.554428000000001</c:v>
                </c:pt>
                <c:pt idx="5510">
                  <c:v>55.534976999999998</c:v>
                </c:pt>
                <c:pt idx="5511">
                  <c:v>55.524647000000002</c:v>
                </c:pt>
                <c:pt idx="5512">
                  <c:v>55.514259000000003</c:v>
                </c:pt>
                <c:pt idx="5513">
                  <c:v>55.503529</c:v>
                </c:pt>
                <c:pt idx="5514">
                  <c:v>55.494830999999998</c:v>
                </c:pt>
                <c:pt idx="5515">
                  <c:v>55.491019999999999</c:v>
                </c:pt>
                <c:pt idx="5516">
                  <c:v>55.492984999999997</c:v>
                </c:pt>
                <c:pt idx="5517">
                  <c:v>55.497154000000002</c:v>
                </c:pt>
                <c:pt idx="5518">
                  <c:v>55.498569000000003</c:v>
                </c:pt>
                <c:pt idx="5519">
                  <c:v>55.495598000000001</c:v>
                </c:pt>
                <c:pt idx="5520">
                  <c:v>55.492424</c:v>
                </c:pt>
                <c:pt idx="5521">
                  <c:v>55.488667</c:v>
                </c:pt>
                <c:pt idx="5522">
                  <c:v>55.483131</c:v>
                </c:pt>
                <c:pt idx="5523">
                  <c:v>55.473770000000002</c:v>
                </c:pt>
                <c:pt idx="5524">
                  <c:v>55.463341</c:v>
                </c:pt>
                <c:pt idx="5525">
                  <c:v>55.459038</c:v>
                </c:pt>
                <c:pt idx="5526">
                  <c:v>55.460377000000001</c:v>
                </c:pt>
                <c:pt idx="5527">
                  <c:v>55.460254999999997</c:v>
                </c:pt>
                <c:pt idx="5528">
                  <c:v>55.452370000000002</c:v>
                </c:pt>
                <c:pt idx="5529">
                  <c:v>55.436278999999999</c:v>
                </c:pt>
                <c:pt idx="5530">
                  <c:v>55.415725999999999</c:v>
                </c:pt>
                <c:pt idx="5531">
                  <c:v>55.399582000000002</c:v>
                </c:pt>
                <c:pt idx="5532">
                  <c:v>55.385894999999998</c:v>
                </c:pt>
                <c:pt idx="5533">
                  <c:v>55.374825000000001</c:v>
                </c:pt>
                <c:pt idx="5534">
                  <c:v>55.367393</c:v>
                </c:pt>
                <c:pt idx="5535">
                  <c:v>55.364246000000001</c:v>
                </c:pt>
                <c:pt idx="5536">
                  <c:v>55.366382999999999</c:v>
                </c:pt>
                <c:pt idx="5537">
                  <c:v>55.374339999999997</c:v>
                </c:pt>
                <c:pt idx="5538">
                  <c:v>55.378951999999998</c:v>
                </c:pt>
                <c:pt idx="5539">
                  <c:v>55.378647000000001</c:v>
                </c:pt>
                <c:pt idx="5540">
                  <c:v>55.361660000000001</c:v>
                </c:pt>
                <c:pt idx="5541">
                  <c:v>55.327641</c:v>
                </c:pt>
                <c:pt idx="5542">
                  <c:v>55.280949</c:v>
                </c:pt>
                <c:pt idx="5543">
                  <c:v>55.230324000000003</c:v>
                </c:pt>
                <c:pt idx="5544">
                  <c:v>55.187542000000001</c:v>
                </c:pt>
                <c:pt idx="5545">
                  <c:v>55.154601999999997</c:v>
                </c:pt>
                <c:pt idx="5546">
                  <c:v>55.119067999999999</c:v>
                </c:pt>
                <c:pt idx="5547">
                  <c:v>55.073681000000001</c:v>
                </c:pt>
                <c:pt idx="5548">
                  <c:v>55.015529999999998</c:v>
                </c:pt>
                <c:pt idx="5549">
                  <c:v>54.943508000000001</c:v>
                </c:pt>
                <c:pt idx="5550">
                  <c:v>54.858822000000004</c:v>
                </c:pt>
                <c:pt idx="5551">
                  <c:v>54.765945000000002</c:v>
                </c:pt>
                <c:pt idx="5552">
                  <c:v>54.674118</c:v>
                </c:pt>
                <c:pt idx="5553">
                  <c:v>54.582970000000003</c:v>
                </c:pt>
                <c:pt idx="5554">
                  <c:v>54.488650999999997</c:v>
                </c:pt>
                <c:pt idx="5555">
                  <c:v>54.39555</c:v>
                </c:pt>
                <c:pt idx="5556">
                  <c:v>54.306156000000001</c:v>
                </c:pt>
                <c:pt idx="5557">
                  <c:v>54.225707999999997</c:v>
                </c:pt>
                <c:pt idx="5558">
                  <c:v>54.174560999999997</c:v>
                </c:pt>
                <c:pt idx="5559">
                  <c:v>54.149616000000002</c:v>
                </c:pt>
                <c:pt idx="5560">
                  <c:v>54.134509999999999</c:v>
                </c:pt>
                <c:pt idx="5561">
                  <c:v>54.123958999999999</c:v>
                </c:pt>
                <c:pt idx="5562">
                  <c:v>54.112087000000002</c:v>
                </c:pt>
                <c:pt idx="5563">
                  <c:v>54.100276999999998</c:v>
                </c:pt>
                <c:pt idx="5564">
                  <c:v>54.089942999999998</c:v>
                </c:pt>
                <c:pt idx="5565">
                  <c:v>54.078785000000003</c:v>
                </c:pt>
                <c:pt idx="5566">
                  <c:v>54.062339999999999</c:v>
                </c:pt>
                <c:pt idx="5567">
                  <c:v>54.033648999999997</c:v>
                </c:pt>
                <c:pt idx="5568">
                  <c:v>53.995556000000001</c:v>
                </c:pt>
                <c:pt idx="5569">
                  <c:v>53.946326999999997</c:v>
                </c:pt>
                <c:pt idx="5570">
                  <c:v>53.875537999999999</c:v>
                </c:pt>
                <c:pt idx="5571">
                  <c:v>53.786681999999999</c:v>
                </c:pt>
                <c:pt idx="5572">
                  <c:v>53.684921000000003</c:v>
                </c:pt>
                <c:pt idx="5573">
                  <c:v>53.571331000000001</c:v>
                </c:pt>
                <c:pt idx="5574">
                  <c:v>53.451068999999997</c:v>
                </c:pt>
                <c:pt idx="5575">
                  <c:v>53.330531999999998</c:v>
                </c:pt>
                <c:pt idx="5576">
                  <c:v>53.219119999999997</c:v>
                </c:pt>
                <c:pt idx="5577">
                  <c:v>53.119720000000001</c:v>
                </c:pt>
                <c:pt idx="5578">
                  <c:v>53.036419000000002</c:v>
                </c:pt>
                <c:pt idx="5579">
                  <c:v>52.961948</c:v>
                </c:pt>
                <c:pt idx="5580">
                  <c:v>52.880443999999997</c:v>
                </c:pt>
                <c:pt idx="5581">
                  <c:v>52.785656000000003</c:v>
                </c:pt>
                <c:pt idx="5582">
                  <c:v>52.685065999999999</c:v>
                </c:pt>
                <c:pt idx="5583">
                  <c:v>52.579383999999997</c:v>
                </c:pt>
                <c:pt idx="5584">
                  <c:v>52.471066</c:v>
                </c:pt>
                <c:pt idx="5585">
                  <c:v>52.358459000000003</c:v>
                </c:pt>
                <c:pt idx="5586">
                  <c:v>52.240791000000002</c:v>
                </c:pt>
                <c:pt idx="5587">
                  <c:v>52.125270999999998</c:v>
                </c:pt>
                <c:pt idx="5588">
                  <c:v>52.026066</c:v>
                </c:pt>
                <c:pt idx="5589">
                  <c:v>51.948588999999998</c:v>
                </c:pt>
                <c:pt idx="5590">
                  <c:v>51.893577999999998</c:v>
                </c:pt>
                <c:pt idx="5591">
                  <c:v>51.854179000000002</c:v>
                </c:pt>
                <c:pt idx="5592">
                  <c:v>51.820647999999998</c:v>
                </c:pt>
                <c:pt idx="5593">
                  <c:v>51.790871000000003</c:v>
                </c:pt>
                <c:pt idx="5594">
                  <c:v>51.766689</c:v>
                </c:pt>
                <c:pt idx="5595">
                  <c:v>51.754447999999996</c:v>
                </c:pt>
                <c:pt idx="5596">
                  <c:v>51.75132</c:v>
                </c:pt>
                <c:pt idx="5597">
                  <c:v>51.752124999999999</c:v>
                </c:pt>
                <c:pt idx="5598">
                  <c:v>51.750031</c:v>
                </c:pt>
                <c:pt idx="5599">
                  <c:v>51.741931999999998</c:v>
                </c:pt>
                <c:pt idx="5600">
                  <c:v>51.726951999999997</c:v>
                </c:pt>
                <c:pt idx="5601">
                  <c:v>51.708987999999998</c:v>
                </c:pt>
                <c:pt idx="5602">
                  <c:v>51.695427000000002</c:v>
                </c:pt>
                <c:pt idx="5603">
                  <c:v>51.681857999999998</c:v>
                </c:pt>
                <c:pt idx="5604">
                  <c:v>51.660057000000002</c:v>
                </c:pt>
                <c:pt idx="5605">
                  <c:v>51.633518000000002</c:v>
                </c:pt>
                <c:pt idx="5606">
                  <c:v>51.610821000000001</c:v>
                </c:pt>
                <c:pt idx="5607">
                  <c:v>51.592888000000002</c:v>
                </c:pt>
                <c:pt idx="5608">
                  <c:v>51.573188999999999</c:v>
                </c:pt>
                <c:pt idx="5609">
                  <c:v>51.553375000000003</c:v>
                </c:pt>
                <c:pt idx="5610">
                  <c:v>51.533707</c:v>
                </c:pt>
                <c:pt idx="5611">
                  <c:v>51.516716000000002</c:v>
                </c:pt>
                <c:pt idx="5612">
                  <c:v>51.498199</c:v>
                </c:pt>
                <c:pt idx="5613">
                  <c:v>51.470688000000003</c:v>
                </c:pt>
                <c:pt idx="5614">
                  <c:v>51.434547000000002</c:v>
                </c:pt>
                <c:pt idx="5615">
                  <c:v>51.395843999999997</c:v>
                </c:pt>
                <c:pt idx="5616">
                  <c:v>51.357574</c:v>
                </c:pt>
                <c:pt idx="5617">
                  <c:v>51.321021999999999</c:v>
                </c:pt>
                <c:pt idx="5618">
                  <c:v>51.287506</c:v>
                </c:pt>
                <c:pt idx="5619">
                  <c:v>51.254004999999999</c:v>
                </c:pt>
                <c:pt idx="5620">
                  <c:v>51.223185999999998</c:v>
                </c:pt>
                <c:pt idx="5621">
                  <c:v>51.195819999999998</c:v>
                </c:pt>
                <c:pt idx="5622">
                  <c:v>51.169978999999998</c:v>
                </c:pt>
                <c:pt idx="5623">
                  <c:v>51.148327000000002</c:v>
                </c:pt>
                <c:pt idx="5624">
                  <c:v>51.134106000000003</c:v>
                </c:pt>
                <c:pt idx="5625">
                  <c:v>51.129032000000002</c:v>
                </c:pt>
                <c:pt idx="5626">
                  <c:v>51.130401999999997</c:v>
                </c:pt>
                <c:pt idx="5627">
                  <c:v>51.137394</c:v>
                </c:pt>
                <c:pt idx="5628">
                  <c:v>51.148601999999997</c:v>
                </c:pt>
                <c:pt idx="5629">
                  <c:v>51.163795</c:v>
                </c:pt>
                <c:pt idx="5630">
                  <c:v>51.185616000000003</c:v>
                </c:pt>
                <c:pt idx="5631">
                  <c:v>51.215076000000003</c:v>
                </c:pt>
                <c:pt idx="5632">
                  <c:v>51.256656999999997</c:v>
                </c:pt>
                <c:pt idx="5633">
                  <c:v>51.306213</c:v>
                </c:pt>
                <c:pt idx="5634">
                  <c:v>51.353175999999998</c:v>
                </c:pt>
                <c:pt idx="5635">
                  <c:v>51.391804</c:v>
                </c:pt>
                <c:pt idx="5636">
                  <c:v>51.428040000000003</c:v>
                </c:pt>
                <c:pt idx="5637">
                  <c:v>51.475867999999998</c:v>
                </c:pt>
                <c:pt idx="5638">
                  <c:v>51.555053999999998</c:v>
                </c:pt>
                <c:pt idx="5639">
                  <c:v>51.666313000000002</c:v>
                </c:pt>
                <c:pt idx="5640">
                  <c:v>51.796585</c:v>
                </c:pt>
                <c:pt idx="5641">
                  <c:v>51.930370000000003</c:v>
                </c:pt>
                <c:pt idx="5642">
                  <c:v>52.058784000000003</c:v>
                </c:pt>
                <c:pt idx="5643">
                  <c:v>52.182445999999999</c:v>
                </c:pt>
                <c:pt idx="5644">
                  <c:v>52.303989000000001</c:v>
                </c:pt>
                <c:pt idx="5645">
                  <c:v>52.424754999999998</c:v>
                </c:pt>
                <c:pt idx="5646">
                  <c:v>52.546908999999999</c:v>
                </c:pt>
                <c:pt idx="5647">
                  <c:v>52.671883000000001</c:v>
                </c:pt>
                <c:pt idx="5648">
                  <c:v>52.801712000000002</c:v>
                </c:pt>
                <c:pt idx="5649">
                  <c:v>52.932304000000002</c:v>
                </c:pt>
                <c:pt idx="5650">
                  <c:v>53.066757000000003</c:v>
                </c:pt>
                <c:pt idx="5651">
                  <c:v>53.197417999999999</c:v>
                </c:pt>
                <c:pt idx="5652">
                  <c:v>53.317107999999998</c:v>
                </c:pt>
                <c:pt idx="5653">
                  <c:v>53.427298999999998</c:v>
                </c:pt>
                <c:pt idx="5654">
                  <c:v>53.531737999999997</c:v>
                </c:pt>
                <c:pt idx="5655">
                  <c:v>53.63644</c:v>
                </c:pt>
                <c:pt idx="5656">
                  <c:v>53.742171999999997</c:v>
                </c:pt>
                <c:pt idx="5657">
                  <c:v>53.856349999999999</c:v>
                </c:pt>
                <c:pt idx="5658">
                  <c:v>53.980376999999997</c:v>
                </c:pt>
                <c:pt idx="5659">
                  <c:v>54.114693000000003</c:v>
                </c:pt>
                <c:pt idx="5660">
                  <c:v>54.254631000000003</c:v>
                </c:pt>
                <c:pt idx="5661">
                  <c:v>54.392569999999999</c:v>
                </c:pt>
                <c:pt idx="5662">
                  <c:v>54.531970999999999</c:v>
                </c:pt>
                <c:pt idx="5663">
                  <c:v>54.669620999999999</c:v>
                </c:pt>
                <c:pt idx="5664">
                  <c:v>54.806556999999998</c:v>
                </c:pt>
                <c:pt idx="5665">
                  <c:v>54.946831000000003</c:v>
                </c:pt>
                <c:pt idx="5666">
                  <c:v>55.084667000000003</c:v>
                </c:pt>
                <c:pt idx="5667">
                  <c:v>55.211689</c:v>
                </c:pt>
                <c:pt idx="5668">
                  <c:v>55.318375000000003</c:v>
                </c:pt>
                <c:pt idx="5669">
                  <c:v>55.407325999999998</c:v>
                </c:pt>
                <c:pt idx="5670">
                  <c:v>55.474159</c:v>
                </c:pt>
                <c:pt idx="5671">
                  <c:v>55.511966999999999</c:v>
                </c:pt>
                <c:pt idx="5672">
                  <c:v>55.536045000000001</c:v>
                </c:pt>
                <c:pt idx="5673">
                  <c:v>55.556576</c:v>
                </c:pt>
                <c:pt idx="5674">
                  <c:v>55.574787000000001</c:v>
                </c:pt>
                <c:pt idx="5675">
                  <c:v>55.589108000000003</c:v>
                </c:pt>
                <c:pt idx="5676">
                  <c:v>55.597777999999998</c:v>
                </c:pt>
                <c:pt idx="5677">
                  <c:v>55.601536000000003</c:v>
                </c:pt>
                <c:pt idx="5678">
                  <c:v>55.604843000000002</c:v>
                </c:pt>
                <c:pt idx="5679">
                  <c:v>55.605518000000004</c:v>
                </c:pt>
                <c:pt idx="5680">
                  <c:v>55.595633999999997</c:v>
                </c:pt>
                <c:pt idx="5681">
                  <c:v>55.571860999999998</c:v>
                </c:pt>
                <c:pt idx="5682">
                  <c:v>55.535446</c:v>
                </c:pt>
                <c:pt idx="5683">
                  <c:v>55.483856000000003</c:v>
                </c:pt>
                <c:pt idx="5684">
                  <c:v>55.417411999999999</c:v>
                </c:pt>
                <c:pt idx="5685">
                  <c:v>55.342700999999998</c:v>
                </c:pt>
                <c:pt idx="5686">
                  <c:v>55.267330000000001</c:v>
                </c:pt>
                <c:pt idx="5687">
                  <c:v>55.189467999999998</c:v>
                </c:pt>
                <c:pt idx="5688">
                  <c:v>55.122757</c:v>
                </c:pt>
                <c:pt idx="5689">
                  <c:v>55.084133000000001</c:v>
                </c:pt>
                <c:pt idx="5690">
                  <c:v>55.074440000000003</c:v>
                </c:pt>
                <c:pt idx="5691">
                  <c:v>55.065125000000002</c:v>
                </c:pt>
                <c:pt idx="5692">
                  <c:v>55.054107999999999</c:v>
                </c:pt>
                <c:pt idx="5693">
                  <c:v>55.040591999999997</c:v>
                </c:pt>
                <c:pt idx="5694">
                  <c:v>55.036377000000002</c:v>
                </c:pt>
                <c:pt idx="5695">
                  <c:v>55.026404999999997</c:v>
                </c:pt>
                <c:pt idx="5696">
                  <c:v>55.001877</c:v>
                </c:pt>
                <c:pt idx="5697">
                  <c:v>54.965190999999997</c:v>
                </c:pt>
                <c:pt idx="5698">
                  <c:v>54.920127999999998</c:v>
                </c:pt>
                <c:pt idx="5699">
                  <c:v>54.871837999999997</c:v>
                </c:pt>
                <c:pt idx="5700">
                  <c:v>54.815876000000003</c:v>
                </c:pt>
                <c:pt idx="5701">
                  <c:v>54.751637000000002</c:v>
                </c:pt>
                <c:pt idx="5702">
                  <c:v>54.681449999999998</c:v>
                </c:pt>
                <c:pt idx="5703">
                  <c:v>54.615391000000002</c:v>
                </c:pt>
                <c:pt idx="5704">
                  <c:v>54.557720000000003</c:v>
                </c:pt>
                <c:pt idx="5705">
                  <c:v>54.501545</c:v>
                </c:pt>
                <c:pt idx="5706">
                  <c:v>54.441558999999998</c:v>
                </c:pt>
                <c:pt idx="5707">
                  <c:v>54.385952000000003</c:v>
                </c:pt>
                <c:pt idx="5708">
                  <c:v>54.343487000000003</c:v>
                </c:pt>
                <c:pt idx="5709">
                  <c:v>54.311829000000003</c:v>
                </c:pt>
                <c:pt idx="5710">
                  <c:v>54.292178999999997</c:v>
                </c:pt>
                <c:pt idx="5711">
                  <c:v>54.302132</c:v>
                </c:pt>
                <c:pt idx="5712">
                  <c:v>54.346710000000002</c:v>
                </c:pt>
                <c:pt idx="5713">
                  <c:v>54.403297000000002</c:v>
                </c:pt>
                <c:pt idx="5714">
                  <c:v>54.460835000000003</c:v>
                </c:pt>
                <c:pt idx="5715">
                  <c:v>54.509377000000001</c:v>
                </c:pt>
                <c:pt idx="5716">
                  <c:v>54.548988000000001</c:v>
                </c:pt>
                <c:pt idx="5717">
                  <c:v>54.585735</c:v>
                </c:pt>
                <c:pt idx="5718">
                  <c:v>54.610137999999999</c:v>
                </c:pt>
                <c:pt idx="5719">
                  <c:v>54.610424000000002</c:v>
                </c:pt>
                <c:pt idx="5720">
                  <c:v>54.580329999999996</c:v>
                </c:pt>
                <c:pt idx="5721">
                  <c:v>54.520446999999997</c:v>
                </c:pt>
                <c:pt idx="5722">
                  <c:v>54.448574000000001</c:v>
                </c:pt>
                <c:pt idx="5723">
                  <c:v>54.374786</c:v>
                </c:pt>
                <c:pt idx="5724">
                  <c:v>54.303741000000002</c:v>
                </c:pt>
                <c:pt idx="5725">
                  <c:v>54.239395000000002</c:v>
                </c:pt>
                <c:pt idx="5726">
                  <c:v>54.187618000000001</c:v>
                </c:pt>
                <c:pt idx="5727">
                  <c:v>54.144657000000002</c:v>
                </c:pt>
                <c:pt idx="5728">
                  <c:v>54.104301</c:v>
                </c:pt>
                <c:pt idx="5729">
                  <c:v>54.063884999999999</c:v>
                </c:pt>
                <c:pt idx="5730">
                  <c:v>54.025447999999997</c:v>
                </c:pt>
                <c:pt idx="5731">
                  <c:v>53.989776999999997</c:v>
                </c:pt>
                <c:pt idx="5732">
                  <c:v>53.954346000000001</c:v>
                </c:pt>
                <c:pt idx="5733">
                  <c:v>53.920704000000001</c:v>
                </c:pt>
                <c:pt idx="5734">
                  <c:v>53.893954999999998</c:v>
                </c:pt>
                <c:pt idx="5735">
                  <c:v>53.883738999999998</c:v>
                </c:pt>
                <c:pt idx="5736">
                  <c:v>53.888202999999997</c:v>
                </c:pt>
                <c:pt idx="5737">
                  <c:v>53.895828000000002</c:v>
                </c:pt>
                <c:pt idx="5738">
                  <c:v>53.885871999999999</c:v>
                </c:pt>
                <c:pt idx="5739">
                  <c:v>53.855446000000001</c:v>
                </c:pt>
                <c:pt idx="5740">
                  <c:v>53.797255999999997</c:v>
                </c:pt>
                <c:pt idx="5741">
                  <c:v>53.742339999999999</c:v>
                </c:pt>
                <c:pt idx="5742">
                  <c:v>53.686633999999998</c:v>
                </c:pt>
                <c:pt idx="5743">
                  <c:v>53.618808999999999</c:v>
                </c:pt>
                <c:pt idx="5744">
                  <c:v>53.552528000000002</c:v>
                </c:pt>
                <c:pt idx="5745">
                  <c:v>53.497352999999997</c:v>
                </c:pt>
                <c:pt idx="5746">
                  <c:v>53.440277000000002</c:v>
                </c:pt>
                <c:pt idx="5747">
                  <c:v>53.377625000000002</c:v>
                </c:pt>
                <c:pt idx="5748">
                  <c:v>53.304546000000002</c:v>
                </c:pt>
                <c:pt idx="5749">
                  <c:v>53.225085999999997</c:v>
                </c:pt>
                <c:pt idx="5750">
                  <c:v>53.137206999999997</c:v>
                </c:pt>
                <c:pt idx="5751">
                  <c:v>53.048565000000004</c:v>
                </c:pt>
                <c:pt idx="5752">
                  <c:v>52.961609000000003</c:v>
                </c:pt>
                <c:pt idx="5753">
                  <c:v>52.871780000000001</c:v>
                </c:pt>
                <c:pt idx="5754">
                  <c:v>52.782691999999997</c:v>
                </c:pt>
                <c:pt idx="5755">
                  <c:v>52.692847999999998</c:v>
                </c:pt>
                <c:pt idx="5756">
                  <c:v>52.598216999999998</c:v>
                </c:pt>
                <c:pt idx="5757">
                  <c:v>52.495292999999997</c:v>
                </c:pt>
                <c:pt idx="5758">
                  <c:v>52.393355999999997</c:v>
                </c:pt>
                <c:pt idx="5759">
                  <c:v>52.313679</c:v>
                </c:pt>
                <c:pt idx="5760">
                  <c:v>52.257117999999998</c:v>
                </c:pt>
                <c:pt idx="5761">
                  <c:v>52.194889000000003</c:v>
                </c:pt>
                <c:pt idx="5762">
                  <c:v>52.121364999999997</c:v>
                </c:pt>
                <c:pt idx="5763">
                  <c:v>52.04298</c:v>
                </c:pt>
                <c:pt idx="5764">
                  <c:v>51.967167000000003</c:v>
                </c:pt>
                <c:pt idx="5765">
                  <c:v>51.897083000000002</c:v>
                </c:pt>
                <c:pt idx="5766">
                  <c:v>51.834274000000001</c:v>
                </c:pt>
                <c:pt idx="5767">
                  <c:v>51.774261000000003</c:v>
                </c:pt>
                <c:pt idx="5768">
                  <c:v>51.714092000000001</c:v>
                </c:pt>
                <c:pt idx="5769">
                  <c:v>51.654891999999997</c:v>
                </c:pt>
                <c:pt idx="5770">
                  <c:v>51.603306000000003</c:v>
                </c:pt>
                <c:pt idx="5771">
                  <c:v>51.558261999999999</c:v>
                </c:pt>
                <c:pt idx="5772">
                  <c:v>51.513030999999998</c:v>
                </c:pt>
                <c:pt idx="5773">
                  <c:v>51.467444999999998</c:v>
                </c:pt>
                <c:pt idx="5774">
                  <c:v>51.426608999999999</c:v>
                </c:pt>
                <c:pt idx="5775">
                  <c:v>51.392539999999997</c:v>
                </c:pt>
                <c:pt idx="5776">
                  <c:v>51.362952999999997</c:v>
                </c:pt>
                <c:pt idx="5777">
                  <c:v>51.331825000000002</c:v>
                </c:pt>
                <c:pt idx="5778">
                  <c:v>51.296745000000001</c:v>
                </c:pt>
                <c:pt idx="5779">
                  <c:v>51.265231999999997</c:v>
                </c:pt>
                <c:pt idx="5780">
                  <c:v>51.233673000000003</c:v>
                </c:pt>
                <c:pt idx="5781">
                  <c:v>51.184891</c:v>
                </c:pt>
                <c:pt idx="5782">
                  <c:v>51.122467</c:v>
                </c:pt>
                <c:pt idx="5783">
                  <c:v>51.052185000000001</c:v>
                </c:pt>
                <c:pt idx="5784">
                  <c:v>50.982647</c:v>
                </c:pt>
                <c:pt idx="5785">
                  <c:v>50.916260000000001</c:v>
                </c:pt>
                <c:pt idx="5786">
                  <c:v>50.848320000000001</c:v>
                </c:pt>
                <c:pt idx="5787">
                  <c:v>50.784626000000003</c:v>
                </c:pt>
                <c:pt idx="5788">
                  <c:v>50.729889</c:v>
                </c:pt>
                <c:pt idx="5789">
                  <c:v>50.687668000000002</c:v>
                </c:pt>
                <c:pt idx="5790">
                  <c:v>50.661006999999998</c:v>
                </c:pt>
                <c:pt idx="5791">
                  <c:v>50.645080999999998</c:v>
                </c:pt>
                <c:pt idx="5792">
                  <c:v>50.633442000000002</c:v>
                </c:pt>
                <c:pt idx="5793">
                  <c:v>50.615929000000001</c:v>
                </c:pt>
                <c:pt idx="5794">
                  <c:v>50.595351999999998</c:v>
                </c:pt>
                <c:pt idx="5795">
                  <c:v>50.572890999999998</c:v>
                </c:pt>
                <c:pt idx="5796">
                  <c:v>50.551575</c:v>
                </c:pt>
                <c:pt idx="5797">
                  <c:v>50.544704000000003</c:v>
                </c:pt>
                <c:pt idx="5798">
                  <c:v>50.559494000000001</c:v>
                </c:pt>
                <c:pt idx="5799">
                  <c:v>50.588261000000003</c:v>
                </c:pt>
                <c:pt idx="5800">
                  <c:v>50.627341999999999</c:v>
                </c:pt>
                <c:pt idx="5801">
                  <c:v>50.684334</c:v>
                </c:pt>
                <c:pt idx="5802">
                  <c:v>50.768452000000003</c:v>
                </c:pt>
                <c:pt idx="5803">
                  <c:v>50.867386000000003</c:v>
                </c:pt>
                <c:pt idx="5804">
                  <c:v>50.967891999999999</c:v>
                </c:pt>
                <c:pt idx="5805">
                  <c:v>51.061889999999998</c:v>
                </c:pt>
                <c:pt idx="5806">
                  <c:v>51.143635000000003</c:v>
                </c:pt>
                <c:pt idx="5807">
                  <c:v>51.222136999999996</c:v>
                </c:pt>
                <c:pt idx="5808">
                  <c:v>51.295333999999997</c:v>
                </c:pt>
                <c:pt idx="5809">
                  <c:v>51.358764999999998</c:v>
                </c:pt>
                <c:pt idx="5810">
                  <c:v>51.417865999999997</c:v>
                </c:pt>
                <c:pt idx="5811">
                  <c:v>51.466999000000001</c:v>
                </c:pt>
                <c:pt idx="5812">
                  <c:v>51.505875000000003</c:v>
                </c:pt>
                <c:pt idx="5813">
                  <c:v>51.541691</c:v>
                </c:pt>
                <c:pt idx="5814">
                  <c:v>51.579791999999998</c:v>
                </c:pt>
                <c:pt idx="5815">
                  <c:v>51.630642000000002</c:v>
                </c:pt>
                <c:pt idx="5816">
                  <c:v>51.690922</c:v>
                </c:pt>
                <c:pt idx="5817">
                  <c:v>51.769542999999999</c:v>
                </c:pt>
                <c:pt idx="5818">
                  <c:v>51.852725999999997</c:v>
                </c:pt>
                <c:pt idx="5819">
                  <c:v>51.931423000000002</c:v>
                </c:pt>
                <c:pt idx="5820">
                  <c:v>51.999889000000003</c:v>
                </c:pt>
                <c:pt idx="5821">
                  <c:v>52.061562000000002</c:v>
                </c:pt>
                <c:pt idx="5822">
                  <c:v>52.121552000000001</c:v>
                </c:pt>
                <c:pt idx="5823">
                  <c:v>52.191803</c:v>
                </c:pt>
                <c:pt idx="5824">
                  <c:v>52.267845000000001</c:v>
                </c:pt>
                <c:pt idx="5825">
                  <c:v>52.346648999999999</c:v>
                </c:pt>
                <c:pt idx="5826">
                  <c:v>52.432713</c:v>
                </c:pt>
                <c:pt idx="5827">
                  <c:v>52.527569</c:v>
                </c:pt>
                <c:pt idx="5828">
                  <c:v>52.629500999999998</c:v>
                </c:pt>
                <c:pt idx="5829">
                  <c:v>52.737267000000003</c:v>
                </c:pt>
                <c:pt idx="5830">
                  <c:v>52.855141000000003</c:v>
                </c:pt>
                <c:pt idx="5831">
                  <c:v>52.976906</c:v>
                </c:pt>
                <c:pt idx="5832">
                  <c:v>53.097237</c:v>
                </c:pt>
                <c:pt idx="5833">
                  <c:v>53.220855999999998</c:v>
                </c:pt>
                <c:pt idx="5834">
                  <c:v>53.341304999999998</c:v>
                </c:pt>
                <c:pt idx="5835">
                  <c:v>53.448844999999999</c:v>
                </c:pt>
                <c:pt idx="5836">
                  <c:v>53.544955999999999</c:v>
                </c:pt>
                <c:pt idx="5837">
                  <c:v>53.638714</c:v>
                </c:pt>
                <c:pt idx="5838">
                  <c:v>53.731746999999999</c:v>
                </c:pt>
                <c:pt idx="5839">
                  <c:v>53.830112</c:v>
                </c:pt>
                <c:pt idx="5840">
                  <c:v>53.934258</c:v>
                </c:pt>
                <c:pt idx="5841">
                  <c:v>54.036949</c:v>
                </c:pt>
                <c:pt idx="5842">
                  <c:v>54.12809</c:v>
                </c:pt>
                <c:pt idx="5843">
                  <c:v>54.221283</c:v>
                </c:pt>
                <c:pt idx="5844">
                  <c:v>54.320225000000001</c:v>
                </c:pt>
                <c:pt idx="5845">
                  <c:v>54.412208999999997</c:v>
                </c:pt>
                <c:pt idx="5846">
                  <c:v>54.491923999999997</c:v>
                </c:pt>
                <c:pt idx="5847">
                  <c:v>54.563319999999997</c:v>
                </c:pt>
                <c:pt idx="5848">
                  <c:v>54.620902999999998</c:v>
                </c:pt>
                <c:pt idx="5849">
                  <c:v>54.664059000000002</c:v>
                </c:pt>
                <c:pt idx="5850">
                  <c:v>54.698273</c:v>
                </c:pt>
                <c:pt idx="5851">
                  <c:v>54.721809</c:v>
                </c:pt>
                <c:pt idx="5852">
                  <c:v>54.741024000000003</c:v>
                </c:pt>
                <c:pt idx="5853">
                  <c:v>54.759430000000002</c:v>
                </c:pt>
                <c:pt idx="5854">
                  <c:v>54.778511000000002</c:v>
                </c:pt>
                <c:pt idx="5855">
                  <c:v>54.794665999999999</c:v>
                </c:pt>
                <c:pt idx="5856">
                  <c:v>54.811233999999999</c:v>
                </c:pt>
                <c:pt idx="5857">
                  <c:v>54.831524000000002</c:v>
                </c:pt>
                <c:pt idx="5858">
                  <c:v>54.854526999999997</c:v>
                </c:pt>
                <c:pt idx="5859">
                  <c:v>54.875464999999998</c:v>
                </c:pt>
                <c:pt idx="5860">
                  <c:v>54.888927000000002</c:v>
                </c:pt>
                <c:pt idx="5861">
                  <c:v>54.903156000000003</c:v>
                </c:pt>
                <c:pt idx="5862">
                  <c:v>54.919860999999997</c:v>
                </c:pt>
                <c:pt idx="5863">
                  <c:v>54.939072000000003</c:v>
                </c:pt>
                <c:pt idx="5864">
                  <c:v>54.970202999999998</c:v>
                </c:pt>
                <c:pt idx="5865">
                  <c:v>55.013634000000003</c:v>
                </c:pt>
                <c:pt idx="5866">
                  <c:v>55.045113000000001</c:v>
                </c:pt>
                <c:pt idx="5867">
                  <c:v>55.067222999999998</c:v>
                </c:pt>
                <c:pt idx="5868">
                  <c:v>55.083678999999997</c:v>
                </c:pt>
                <c:pt idx="5869">
                  <c:v>55.099308000000001</c:v>
                </c:pt>
                <c:pt idx="5870">
                  <c:v>55.117877999999997</c:v>
                </c:pt>
                <c:pt idx="5871">
                  <c:v>55.138213999999998</c:v>
                </c:pt>
                <c:pt idx="5872">
                  <c:v>55.157715000000003</c:v>
                </c:pt>
                <c:pt idx="5873">
                  <c:v>55.174171000000001</c:v>
                </c:pt>
                <c:pt idx="5874">
                  <c:v>55.190685000000002</c:v>
                </c:pt>
                <c:pt idx="5875">
                  <c:v>55.210208999999999</c:v>
                </c:pt>
                <c:pt idx="5876">
                  <c:v>55.231884000000001</c:v>
                </c:pt>
                <c:pt idx="5877">
                  <c:v>55.253371999999999</c:v>
                </c:pt>
                <c:pt idx="5878">
                  <c:v>55.274192999999997</c:v>
                </c:pt>
                <c:pt idx="5879">
                  <c:v>55.294933</c:v>
                </c:pt>
                <c:pt idx="5880">
                  <c:v>55.317802</c:v>
                </c:pt>
                <c:pt idx="5881">
                  <c:v>55.350364999999996</c:v>
                </c:pt>
                <c:pt idx="5882">
                  <c:v>55.405406999999997</c:v>
                </c:pt>
                <c:pt idx="5883">
                  <c:v>55.486969000000002</c:v>
                </c:pt>
                <c:pt idx="5884">
                  <c:v>55.590156999999998</c:v>
                </c:pt>
                <c:pt idx="5885">
                  <c:v>55.710583</c:v>
                </c:pt>
                <c:pt idx="5886">
                  <c:v>55.830584999999999</c:v>
                </c:pt>
                <c:pt idx="5887">
                  <c:v>55.954692999999999</c:v>
                </c:pt>
                <c:pt idx="5888">
                  <c:v>56.082386</c:v>
                </c:pt>
                <c:pt idx="5889">
                  <c:v>56.206406000000001</c:v>
                </c:pt>
                <c:pt idx="5890">
                  <c:v>56.327393000000001</c:v>
                </c:pt>
                <c:pt idx="5891">
                  <c:v>56.449741000000003</c:v>
                </c:pt>
                <c:pt idx="5892">
                  <c:v>56.570435000000003</c:v>
                </c:pt>
                <c:pt idx="5893">
                  <c:v>56.679561999999997</c:v>
                </c:pt>
                <c:pt idx="5894">
                  <c:v>56.774799000000002</c:v>
                </c:pt>
                <c:pt idx="5895">
                  <c:v>56.857467999999997</c:v>
                </c:pt>
                <c:pt idx="5896">
                  <c:v>56.935951000000003</c:v>
                </c:pt>
                <c:pt idx="5897">
                  <c:v>57.021973000000003</c:v>
                </c:pt>
                <c:pt idx="5898">
                  <c:v>57.121108999999997</c:v>
                </c:pt>
                <c:pt idx="5899">
                  <c:v>57.221519000000001</c:v>
                </c:pt>
                <c:pt idx="5900">
                  <c:v>57.307388000000003</c:v>
                </c:pt>
                <c:pt idx="5901">
                  <c:v>57.382300999999998</c:v>
                </c:pt>
                <c:pt idx="5902">
                  <c:v>57.450386000000002</c:v>
                </c:pt>
                <c:pt idx="5903">
                  <c:v>57.525711000000001</c:v>
                </c:pt>
                <c:pt idx="5904">
                  <c:v>57.613289000000002</c:v>
                </c:pt>
                <c:pt idx="5905">
                  <c:v>57.700038999999997</c:v>
                </c:pt>
                <c:pt idx="5906">
                  <c:v>57.777949999999997</c:v>
                </c:pt>
                <c:pt idx="5907">
                  <c:v>57.844971000000001</c:v>
                </c:pt>
                <c:pt idx="5908">
                  <c:v>57.902484999999999</c:v>
                </c:pt>
                <c:pt idx="5909">
                  <c:v>57.950062000000003</c:v>
                </c:pt>
                <c:pt idx="5910">
                  <c:v>57.987060999999997</c:v>
                </c:pt>
                <c:pt idx="5911">
                  <c:v>58.015082999999997</c:v>
                </c:pt>
                <c:pt idx="5912">
                  <c:v>58.037993999999998</c:v>
                </c:pt>
                <c:pt idx="5913">
                  <c:v>58.058891000000003</c:v>
                </c:pt>
                <c:pt idx="5914">
                  <c:v>58.078606000000001</c:v>
                </c:pt>
                <c:pt idx="5915">
                  <c:v>58.097411999999998</c:v>
                </c:pt>
                <c:pt idx="5916">
                  <c:v>58.121386999999999</c:v>
                </c:pt>
                <c:pt idx="5917">
                  <c:v>58.153419</c:v>
                </c:pt>
                <c:pt idx="5918">
                  <c:v>58.192321999999997</c:v>
                </c:pt>
                <c:pt idx="5919">
                  <c:v>58.237873</c:v>
                </c:pt>
                <c:pt idx="5920">
                  <c:v>58.289054999999998</c:v>
                </c:pt>
                <c:pt idx="5921">
                  <c:v>58.347045999999999</c:v>
                </c:pt>
                <c:pt idx="5922">
                  <c:v>58.403343</c:v>
                </c:pt>
                <c:pt idx="5923">
                  <c:v>58.451908000000003</c:v>
                </c:pt>
                <c:pt idx="5924">
                  <c:v>58.490279999999998</c:v>
                </c:pt>
                <c:pt idx="5925">
                  <c:v>58.523552000000002</c:v>
                </c:pt>
                <c:pt idx="5926">
                  <c:v>58.544063999999999</c:v>
                </c:pt>
                <c:pt idx="5927">
                  <c:v>58.552624000000002</c:v>
                </c:pt>
                <c:pt idx="5928">
                  <c:v>58.551895000000002</c:v>
                </c:pt>
                <c:pt idx="5929">
                  <c:v>58.546570000000003</c:v>
                </c:pt>
                <c:pt idx="5930">
                  <c:v>58.537154999999998</c:v>
                </c:pt>
                <c:pt idx="5931">
                  <c:v>58.523426000000001</c:v>
                </c:pt>
                <c:pt idx="5932">
                  <c:v>58.511840999999997</c:v>
                </c:pt>
                <c:pt idx="5933">
                  <c:v>58.503365000000002</c:v>
                </c:pt>
                <c:pt idx="5934">
                  <c:v>58.499820999999997</c:v>
                </c:pt>
                <c:pt idx="5935">
                  <c:v>58.501102000000003</c:v>
                </c:pt>
                <c:pt idx="5936">
                  <c:v>58.506720999999999</c:v>
                </c:pt>
                <c:pt idx="5937">
                  <c:v>58.513897</c:v>
                </c:pt>
                <c:pt idx="5938">
                  <c:v>58.523350000000001</c:v>
                </c:pt>
                <c:pt idx="5939">
                  <c:v>58.536816000000002</c:v>
                </c:pt>
                <c:pt idx="5940">
                  <c:v>58.554786999999997</c:v>
                </c:pt>
                <c:pt idx="5941">
                  <c:v>58.573746</c:v>
                </c:pt>
                <c:pt idx="5942">
                  <c:v>58.589675999999997</c:v>
                </c:pt>
                <c:pt idx="5943">
                  <c:v>58.604832000000002</c:v>
                </c:pt>
                <c:pt idx="5944">
                  <c:v>58.620235000000001</c:v>
                </c:pt>
                <c:pt idx="5945">
                  <c:v>58.636223000000001</c:v>
                </c:pt>
                <c:pt idx="5946">
                  <c:v>58.647731999999998</c:v>
                </c:pt>
                <c:pt idx="5947">
                  <c:v>58.649062999999998</c:v>
                </c:pt>
                <c:pt idx="5948">
                  <c:v>58.648026000000002</c:v>
                </c:pt>
                <c:pt idx="5949">
                  <c:v>58.649653999999998</c:v>
                </c:pt>
                <c:pt idx="5950">
                  <c:v>58.657524000000002</c:v>
                </c:pt>
                <c:pt idx="5951">
                  <c:v>58.668227999999999</c:v>
                </c:pt>
                <c:pt idx="5952">
                  <c:v>58.680560999999997</c:v>
                </c:pt>
                <c:pt idx="5953">
                  <c:v>58.694705999999996</c:v>
                </c:pt>
                <c:pt idx="5954">
                  <c:v>58.708275</c:v>
                </c:pt>
                <c:pt idx="5955">
                  <c:v>58.719493999999997</c:v>
                </c:pt>
                <c:pt idx="5956">
                  <c:v>58.722614</c:v>
                </c:pt>
                <c:pt idx="5957">
                  <c:v>58.717995000000002</c:v>
                </c:pt>
                <c:pt idx="5958">
                  <c:v>58.710804000000003</c:v>
                </c:pt>
                <c:pt idx="5959">
                  <c:v>58.703262000000002</c:v>
                </c:pt>
                <c:pt idx="5960">
                  <c:v>58.697445000000002</c:v>
                </c:pt>
                <c:pt idx="5961">
                  <c:v>58.694771000000003</c:v>
                </c:pt>
                <c:pt idx="5962">
                  <c:v>58.692279999999997</c:v>
                </c:pt>
                <c:pt idx="5963">
                  <c:v>58.689548000000002</c:v>
                </c:pt>
                <c:pt idx="5964">
                  <c:v>58.682746999999999</c:v>
                </c:pt>
                <c:pt idx="5965">
                  <c:v>58.669395000000002</c:v>
                </c:pt>
                <c:pt idx="5966">
                  <c:v>58.651451000000002</c:v>
                </c:pt>
                <c:pt idx="5967">
                  <c:v>58.627963999999999</c:v>
                </c:pt>
                <c:pt idx="5968">
                  <c:v>58.602859000000002</c:v>
                </c:pt>
                <c:pt idx="5969">
                  <c:v>58.585323000000002</c:v>
                </c:pt>
                <c:pt idx="5970">
                  <c:v>58.577351</c:v>
                </c:pt>
                <c:pt idx="5971">
                  <c:v>58.575878000000003</c:v>
                </c:pt>
                <c:pt idx="5972">
                  <c:v>58.570450000000001</c:v>
                </c:pt>
                <c:pt idx="5973">
                  <c:v>58.55294</c:v>
                </c:pt>
                <c:pt idx="5974">
                  <c:v>58.529369000000003</c:v>
                </c:pt>
                <c:pt idx="5975">
                  <c:v>58.503784000000003</c:v>
                </c:pt>
                <c:pt idx="5976">
                  <c:v>58.473815999999999</c:v>
                </c:pt>
                <c:pt idx="5977">
                  <c:v>58.433700999999999</c:v>
                </c:pt>
                <c:pt idx="5978">
                  <c:v>58.381905000000003</c:v>
                </c:pt>
                <c:pt idx="5979">
                  <c:v>58.327781999999999</c:v>
                </c:pt>
                <c:pt idx="5980">
                  <c:v>58.271968999999999</c:v>
                </c:pt>
                <c:pt idx="5981">
                  <c:v>58.207546000000001</c:v>
                </c:pt>
                <c:pt idx="5982">
                  <c:v>58.126617000000003</c:v>
                </c:pt>
                <c:pt idx="5983">
                  <c:v>58.033679999999997</c:v>
                </c:pt>
                <c:pt idx="5984">
                  <c:v>57.941352999999999</c:v>
                </c:pt>
                <c:pt idx="5985">
                  <c:v>57.854675</c:v>
                </c:pt>
                <c:pt idx="5986">
                  <c:v>57.768593000000003</c:v>
                </c:pt>
                <c:pt idx="5987">
                  <c:v>57.681156000000001</c:v>
                </c:pt>
                <c:pt idx="5988">
                  <c:v>57.594600999999997</c:v>
                </c:pt>
                <c:pt idx="5989">
                  <c:v>57.510483000000001</c:v>
                </c:pt>
                <c:pt idx="5990">
                  <c:v>57.435676999999998</c:v>
                </c:pt>
                <c:pt idx="5991">
                  <c:v>57.373137999999997</c:v>
                </c:pt>
                <c:pt idx="5992">
                  <c:v>57.322848999999998</c:v>
                </c:pt>
                <c:pt idx="5993">
                  <c:v>57.278987999999998</c:v>
                </c:pt>
                <c:pt idx="5994">
                  <c:v>57.234099999999998</c:v>
                </c:pt>
                <c:pt idx="5995">
                  <c:v>57.193260000000002</c:v>
                </c:pt>
                <c:pt idx="5996">
                  <c:v>57.163119999999999</c:v>
                </c:pt>
                <c:pt idx="5997">
                  <c:v>57.143802999999998</c:v>
                </c:pt>
                <c:pt idx="5998">
                  <c:v>57.132190999999999</c:v>
                </c:pt>
                <c:pt idx="5999">
                  <c:v>57.126441999999997</c:v>
                </c:pt>
                <c:pt idx="6000">
                  <c:v>57.126263000000002</c:v>
                </c:pt>
                <c:pt idx="6001">
                  <c:v>57.133884000000002</c:v>
                </c:pt>
                <c:pt idx="6002">
                  <c:v>57.145428000000003</c:v>
                </c:pt>
                <c:pt idx="6003">
                  <c:v>57.152785999999999</c:v>
                </c:pt>
                <c:pt idx="6004">
                  <c:v>57.160792999999998</c:v>
                </c:pt>
                <c:pt idx="6005">
                  <c:v>57.174613999999998</c:v>
                </c:pt>
                <c:pt idx="6006">
                  <c:v>57.193199</c:v>
                </c:pt>
                <c:pt idx="6007">
                  <c:v>57.218947999999997</c:v>
                </c:pt>
                <c:pt idx="6008">
                  <c:v>57.251057000000003</c:v>
                </c:pt>
                <c:pt idx="6009">
                  <c:v>57.284739999999999</c:v>
                </c:pt>
                <c:pt idx="6010">
                  <c:v>57.319781999999996</c:v>
                </c:pt>
                <c:pt idx="6011">
                  <c:v>57.350394999999999</c:v>
                </c:pt>
                <c:pt idx="6012">
                  <c:v>57.376328000000001</c:v>
                </c:pt>
                <c:pt idx="6013">
                  <c:v>57.399597</c:v>
                </c:pt>
                <c:pt idx="6014">
                  <c:v>57.427570000000003</c:v>
                </c:pt>
                <c:pt idx="6015">
                  <c:v>57.472220999999998</c:v>
                </c:pt>
                <c:pt idx="6016">
                  <c:v>57.527813000000002</c:v>
                </c:pt>
                <c:pt idx="6017">
                  <c:v>57.582042999999999</c:v>
                </c:pt>
                <c:pt idx="6018">
                  <c:v>57.623069999999998</c:v>
                </c:pt>
                <c:pt idx="6019">
                  <c:v>57.653103000000002</c:v>
                </c:pt>
                <c:pt idx="6020">
                  <c:v>57.681057000000003</c:v>
                </c:pt>
                <c:pt idx="6021">
                  <c:v>57.720047000000001</c:v>
                </c:pt>
                <c:pt idx="6022">
                  <c:v>57.776882000000001</c:v>
                </c:pt>
                <c:pt idx="6023">
                  <c:v>57.841845999999997</c:v>
                </c:pt>
                <c:pt idx="6024">
                  <c:v>57.907085000000002</c:v>
                </c:pt>
                <c:pt idx="6025">
                  <c:v>57.970154000000001</c:v>
                </c:pt>
                <c:pt idx="6026">
                  <c:v>58.033951000000002</c:v>
                </c:pt>
                <c:pt idx="6027">
                  <c:v>58.102631000000002</c:v>
                </c:pt>
                <c:pt idx="6028">
                  <c:v>58.190842000000004</c:v>
                </c:pt>
                <c:pt idx="6029">
                  <c:v>58.292698000000001</c:v>
                </c:pt>
                <c:pt idx="6030">
                  <c:v>58.398330999999999</c:v>
                </c:pt>
                <c:pt idx="6031">
                  <c:v>58.501685999999999</c:v>
                </c:pt>
                <c:pt idx="6032">
                  <c:v>58.599601999999997</c:v>
                </c:pt>
                <c:pt idx="6033">
                  <c:v>58.697913999999997</c:v>
                </c:pt>
                <c:pt idx="6034">
                  <c:v>58.795025000000003</c:v>
                </c:pt>
                <c:pt idx="6035">
                  <c:v>58.890171000000002</c:v>
                </c:pt>
                <c:pt idx="6036">
                  <c:v>58.987243999999997</c:v>
                </c:pt>
                <c:pt idx="6037">
                  <c:v>59.090328</c:v>
                </c:pt>
                <c:pt idx="6038">
                  <c:v>59.203952999999998</c:v>
                </c:pt>
                <c:pt idx="6039">
                  <c:v>59.318260000000002</c:v>
                </c:pt>
                <c:pt idx="6040">
                  <c:v>59.434604999999998</c:v>
                </c:pt>
                <c:pt idx="6041">
                  <c:v>59.547573</c:v>
                </c:pt>
                <c:pt idx="6042">
                  <c:v>59.657200000000003</c:v>
                </c:pt>
                <c:pt idx="6043">
                  <c:v>59.763278999999997</c:v>
                </c:pt>
                <c:pt idx="6044">
                  <c:v>59.860053999999998</c:v>
                </c:pt>
                <c:pt idx="6045">
                  <c:v>59.952587000000001</c:v>
                </c:pt>
                <c:pt idx="6046">
                  <c:v>60.043900000000001</c:v>
                </c:pt>
                <c:pt idx="6047">
                  <c:v>60.146785999999999</c:v>
                </c:pt>
                <c:pt idx="6048">
                  <c:v>60.257201999999999</c:v>
                </c:pt>
                <c:pt idx="6049">
                  <c:v>60.373649999999998</c:v>
                </c:pt>
                <c:pt idx="6050">
                  <c:v>60.484881999999999</c:v>
                </c:pt>
                <c:pt idx="6051">
                  <c:v>60.580528000000001</c:v>
                </c:pt>
                <c:pt idx="6052">
                  <c:v>60.663550999999998</c:v>
                </c:pt>
                <c:pt idx="6053">
                  <c:v>60.735809000000003</c:v>
                </c:pt>
                <c:pt idx="6054">
                  <c:v>60.798687000000001</c:v>
                </c:pt>
                <c:pt idx="6055">
                  <c:v>60.855426999999999</c:v>
                </c:pt>
                <c:pt idx="6056">
                  <c:v>60.908703000000003</c:v>
                </c:pt>
                <c:pt idx="6057">
                  <c:v>60.967308000000003</c:v>
                </c:pt>
                <c:pt idx="6058">
                  <c:v>61.038193</c:v>
                </c:pt>
                <c:pt idx="6059">
                  <c:v>61.111503999999996</c:v>
                </c:pt>
                <c:pt idx="6060">
                  <c:v>61.181258999999997</c:v>
                </c:pt>
                <c:pt idx="6061">
                  <c:v>61.244273999999997</c:v>
                </c:pt>
                <c:pt idx="6062">
                  <c:v>61.298755999999997</c:v>
                </c:pt>
                <c:pt idx="6063">
                  <c:v>61.342834000000003</c:v>
                </c:pt>
                <c:pt idx="6064">
                  <c:v>61.380572999999998</c:v>
                </c:pt>
                <c:pt idx="6065">
                  <c:v>61.423439000000002</c:v>
                </c:pt>
                <c:pt idx="6066">
                  <c:v>61.468800000000002</c:v>
                </c:pt>
                <c:pt idx="6067">
                  <c:v>61.511046999999998</c:v>
                </c:pt>
                <c:pt idx="6068">
                  <c:v>61.548847000000002</c:v>
                </c:pt>
                <c:pt idx="6069">
                  <c:v>61.580879000000003</c:v>
                </c:pt>
                <c:pt idx="6070">
                  <c:v>61.606358</c:v>
                </c:pt>
                <c:pt idx="6071">
                  <c:v>61.627316</c:v>
                </c:pt>
                <c:pt idx="6072">
                  <c:v>61.649605000000001</c:v>
                </c:pt>
                <c:pt idx="6073">
                  <c:v>61.676338000000001</c:v>
                </c:pt>
                <c:pt idx="6074">
                  <c:v>61.709964999999997</c:v>
                </c:pt>
                <c:pt idx="6075">
                  <c:v>61.757277999999999</c:v>
                </c:pt>
                <c:pt idx="6076">
                  <c:v>61.817135</c:v>
                </c:pt>
                <c:pt idx="6077">
                  <c:v>61.887622999999998</c:v>
                </c:pt>
                <c:pt idx="6078">
                  <c:v>61.962502000000001</c:v>
                </c:pt>
                <c:pt idx="6079">
                  <c:v>62.035130000000002</c:v>
                </c:pt>
                <c:pt idx="6080">
                  <c:v>62.099730999999998</c:v>
                </c:pt>
                <c:pt idx="6081">
                  <c:v>62.157223000000002</c:v>
                </c:pt>
                <c:pt idx="6082">
                  <c:v>62.210360999999999</c:v>
                </c:pt>
                <c:pt idx="6083">
                  <c:v>62.257843000000001</c:v>
                </c:pt>
                <c:pt idx="6084">
                  <c:v>62.300353999999999</c:v>
                </c:pt>
                <c:pt idx="6085">
                  <c:v>62.339809000000002</c:v>
                </c:pt>
                <c:pt idx="6086">
                  <c:v>62.387188000000002</c:v>
                </c:pt>
                <c:pt idx="6087">
                  <c:v>62.449008999999997</c:v>
                </c:pt>
                <c:pt idx="6088">
                  <c:v>62.522647999999997</c:v>
                </c:pt>
                <c:pt idx="6089">
                  <c:v>62.601348999999999</c:v>
                </c:pt>
                <c:pt idx="6090">
                  <c:v>62.679538999999998</c:v>
                </c:pt>
                <c:pt idx="6091">
                  <c:v>62.757022999999997</c:v>
                </c:pt>
                <c:pt idx="6092">
                  <c:v>62.837981999999997</c:v>
                </c:pt>
                <c:pt idx="6093">
                  <c:v>62.922691</c:v>
                </c:pt>
                <c:pt idx="6094">
                  <c:v>63.021495999999999</c:v>
                </c:pt>
                <c:pt idx="6095">
                  <c:v>63.132446000000002</c:v>
                </c:pt>
                <c:pt idx="6096">
                  <c:v>63.251553000000001</c:v>
                </c:pt>
                <c:pt idx="6097">
                  <c:v>63.371943999999999</c:v>
                </c:pt>
                <c:pt idx="6098">
                  <c:v>63.486012000000002</c:v>
                </c:pt>
                <c:pt idx="6099">
                  <c:v>63.593108999999998</c:v>
                </c:pt>
                <c:pt idx="6100">
                  <c:v>63.701267000000001</c:v>
                </c:pt>
                <c:pt idx="6101">
                  <c:v>63.812621999999998</c:v>
                </c:pt>
                <c:pt idx="6102">
                  <c:v>63.918036999999998</c:v>
                </c:pt>
                <c:pt idx="6103">
                  <c:v>64.015861999999998</c:v>
                </c:pt>
                <c:pt idx="6104">
                  <c:v>64.110221999999993</c:v>
                </c:pt>
                <c:pt idx="6105">
                  <c:v>64.202811999999994</c:v>
                </c:pt>
                <c:pt idx="6106">
                  <c:v>64.291702000000001</c:v>
                </c:pt>
                <c:pt idx="6107">
                  <c:v>64.382767000000001</c:v>
                </c:pt>
                <c:pt idx="6108">
                  <c:v>64.476027999999999</c:v>
                </c:pt>
                <c:pt idx="6109">
                  <c:v>64.571053000000006</c:v>
                </c:pt>
                <c:pt idx="6110">
                  <c:v>64.666649000000007</c:v>
                </c:pt>
                <c:pt idx="6111">
                  <c:v>64.759925999999993</c:v>
                </c:pt>
                <c:pt idx="6112">
                  <c:v>64.850876</c:v>
                </c:pt>
                <c:pt idx="6113">
                  <c:v>64.938034000000002</c:v>
                </c:pt>
                <c:pt idx="6114">
                  <c:v>65.027137999999994</c:v>
                </c:pt>
                <c:pt idx="6115">
                  <c:v>65.122765000000001</c:v>
                </c:pt>
                <c:pt idx="6116">
                  <c:v>65.227806000000001</c:v>
                </c:pt>
                <c:pt idx="6117">
                  <c:v>65.342055999999999</c:v>
                </c:pt>
                <c:pt idx="6118">
                  <c:v>65.460144</c:v>
                </c:pt>
                <c:pt idx="6119">
                  <c:v>65.575325000000007</c:v>
                </c:pt>
                <c:pt idx="6120">
                  <c:v>65.685867000000002</c:v>
                </c:pt>
                <c:pt idx="6121">
                  <c:v>65.791938999999999</c:v>
                </c:pt>
                <c:pt idx="6122">
                  <c:v>65.904785000000004</c:v>
                </c:pt>
                <c:pt idx="6123">
                  <c:v>66.022636000000006</c:v>
                </c:pt>
                <c:pt idx="6124">
                  <c:v>66.144485000000003</c:v>
                </c:pt>
                <c:pt idx="6125">
                  <c:v>66.269729999999996</c:v>
                </c:pt>
                <c:pt idx="6126">
                  <c:v>66.393187999999995</c:v>
                </c:pt>
                <c:pt idx="6127">
                  <c:v>66.505249000000006</c:v>
                </c:pt>
                <c:pt idx="6128">
                  <c:v>66.623901000000004</c:v>
                </c:pt>
                <c:pt idx="6129">
                  <c:v>66.738326999999998</c:v>
                </c:pt>
                <c:pt idx="6130">
                  <c:v>66.851257000000004</c:v>
                </c:pt>
                <c:pt idx="6131">
                  <c:v>66.980705</c:v>
                </c:pt>
                <c:pt idx="6132">
                  <c:v>67.116507999999996</c:v>
                </c:pt>
                <c:pt idx="6133">
                  <c:v>67.259597999999997</c:v>
                </c:pt>
                <c:pt idx="6134">
                  <c:v>67.401886000000005</c:v>
                </c:pt>
                <c:pt idx="6135">
                  <c:v>67.529892000000004</c:v>
                </c:pt>
                <c:pt idx="6136">
                  <c:v>67.639824000000004</c:v>
                </c:pt>
                <c:pt idx="6137">
                  <c:v>67.745177999999996</c:v>
                </c:pt>
                <c:pt idx="6138">
                  <c:v>67.844802999999999</c:v>
                </c:pt>
                <c:pt idx="6139">
                  <c:v>67.947272999999996</c:v>
                </c:pt>
                <c:pt idx="6140">
                  <c:v>68.059653999999995</c:v>
                </c:pt>
                <c:pt idx="6141">
                  <c:v>68.17765</c:v>
                </c:pt>
                <c:pt idx="6142">
                  <c:v>68.290961999999993</c:v>
                </c:pt>
                <c:pt idx="6143">
                  <c:v>68.395759999999996</c:v>
                </c:pt>
                <c:pt idx="6144">
                  <c:v>68.486832000000007</c:v>
                </c:pt>
                <c:pt idx="6145">
                  <c:v>68.562897000000007</c:v>
                </c:pt>
                <c:pt idx="6146">
                  <c:v>68.627914000000004</c:v>
                </c:pt>
                <c:pt idx="6147">
                  <c:v>68.684166000000005</c:v>
                </c:pt>
                <c:pt idx="6148">
                  <c:v>68.738014000000007</c:v>
                </c:pt>
                <c:pt idx="6149">
                  <c:v>68.796265000000005</c:v>
                </c:pt>
                <c:pt idx="6150">
                  <c:v>68.861198000000002</c:v>
                </c:pt>
                <c:pt idx="6151">
                  <c:v>68.931122000000002</c:v>
                </c:pt>
                <c:pt idx="6152">
                  <c:v>69.005759999999995</c:v>
                </c:pt>
                <c:pt idx="6153">
                  <c:v>69.078697000000005</c:v>
                </c:pt>
                <c:pt idx="6154">
                  <c:v>69.148514000000006</c:v>
                </c:pt>
                <c:pt idx="6155">
                  <c:v>69.21772</c:v>
                </c:pt>
                <c:pt idx="6156">
                  <c:v>69.283034999999998</c:v>
                </c:pt>
                <c:pt idx="6157">
                  <c:v>69.345139000000003</c:v>
                </c:pt>
                <c:pt idx="6158">
                  <c:v>69.409194999999997</c:v>
                </c:pt>
                <c:pt idx="6159">
                  <c:v>69.477271999999999</c:v>
                </c:pt>
                <c:pt idx="6160">
                  <c:v>69.550612999999998</c:v>
                </c:pt>
                <c:pt idx="6161">
                  <c:v>69.630356000000006</c:v>
                </c:pt>
                <c:pt idx="6162">
                  <c:v>69.716339000000005</c:v>
                </c:pt>
                <c:pt idx="6163">
                  <c:v>69.806633000000005</c:v>
                </c:pt>
                <c:pt idx="6164">
                  <c:v>69.903671000000003</c:v>
                </c:pt>
                <c:pt idx="6165">
                  <c:v>70.001541000000003</c:v>
                </c:pt>
                <c:pt idx="6166">
                  <c:v>70.100898999999998</c:v>
                </c:pt>
                <c:pt idx="6167">
                  <c:v>70.211494000000002</c:v>
                </c:pt>
                <c:pt idx="6168">
                  <c:v>70.324837000000002</c:v>
                </c:pt>
                <c:pt idx="6169">
                  <c:v>70.430335999999997</c:v>
                </c:pt>
                <c:pt idx="6170">
                  <c:v>70.520484999999994</c:v>
                </c:pt>
                <c:pt idx="6171">
                  <c:v>70.591414999999998</c:v>
                </c:pt>
                <c:pt idx="6172">
                  <c:v>70.642380000000003</c:v>
                </c:pt>
                <c:pt idx="6173">
                  <c:v>70.679146000000003</c:v>
                </c:pt>
                <c:pt idx="6174">
                  <c:v>70.709045000000003</c:v>
                </c:pt>
                <c:pt idx="6175">
                  <c:v>70.742133999999993</c:v>
                </c:pt>
                <c:pt idx="6176">
                  <c:v>70.776848000000001</c:v>
                </c:pt>
                <c:pt idx="6177">
                  <c:v>70.815291999999999</c:v>
                </c:pt>
                <c:pt idx="6178">
                  <c:v>70.859604000000004</c:v>
                </c:pt>
                <c:pt idx="6179">
                  <c:v>70.915779000000001</c:v>
                </c:pt>
                <c:pt idx="6180">
                  <c:v>70.984283000000005</c:v>
                </c:pt>
                <c:pt idx="6181">
                  <c:v>71.069999999999993</c:v>
                </c:pt>
                <c:pt idx="6182">
                  <c:v>71.167679000000007</c:v>
                </c:pt>
                <c:pt idx="6183">
                  <c:v>71.270004</c:v>
                </c:pt>
                <c:pt idx="6184">
                  <c:v>71.371323000000004</c:v>
                </c:pt>
                <c:pt idx="6185">
                  <c:v>71.464271999999994</c:v>
                </c:pt>
                <c:pt idx="6186">
                  <c:v>71.543861000000007</c:v>
                </c:pt>
                <c:pt idx="6187">
                  <c:v>71.610412999999994</c:v>
                </c:pt>
                <c:pt idx="6188">
                  <c:v>71.670424999999994</c:v>
                </c:pt>
                <c:pt idx="6189">
                  <c:v>71.728095999999994</c:v>
                </c:pt>
                <c:pt idx="6190">
                  <c:v>71.788321999999994</c:v>
                </c:pt>
                <c:pt idx="6191">
                  <c:v>71.850227000000004</c:v>
                </c:pt>
                <c:pt idx="6192">
                  <c:v>71.909676000000005</c:v>
                </c:pt>
                <c:pt idx="6193">
                  <c:v>71.959250999999995</c:v>
                </c:pt>
                <c:pt idx="6194">
                  <c:v>71.997849000000002</c:v>
                </c:pt>
                <c:pt idx="6195">
                  <c:v>72.022094999999993</c:v>
                </c:pt>
                <c:pt idx="6196">
                  <c:v>72.035103000000007</c:v>
                </c:pt>
                <c:pt idx="6197">
                  <c:v>72.045653999999999</c:v>
                </c:pt>
                <c:pt idx="6198">
                  <c:v>72.055488999999994</c:v>
                </c:pt>
                <c:pt idx="6199">
                  <c:v>72.066772</c:v>
                </c:pt>
                <c:pt idx="6200">
                  <c:v>72.079063000000005</c:v>
                </c:pt>
                <c:pt idx="6201">
                  <c:v>72.096680000000006</c:v>
                </c:pt>
                <c:pt idx="6202">
                  <c:v>72.114547999999999</c:v>
                </c:pt>
                <c:pt idx="6203">
                  <c:v>72.130065999999999</c:v>
                </c:pt>
                <c:pt idx="6204">
                  <c:v>72.148246999999998</c:v>
                </c:pt>
                <c:pt idx="6205">
                  <c:v>72.168327000000005</c:v>
                </c:pt>
                <c:pt idx="6206">
                  <c:v>72.190117000000001</c:v>
                </c:pt>
                <c:pt idx="6207">
                  <c:v>72.212967000000006</c:v>
                </c:pt>
                <c:pt idx="6208">
                  <c:v>72.234748999999994</c:v>
                </c:pt>
                <c:pt idx="6209">
                  <c:v>72.258842000000001</c:v>
                </c:pt>
                <c:pt idx="6210">
                  <c:v>72.281975000000003</c:v>
                </c:pt>
                <c:pt idx="6211">
                  <c:v>72.299744000000004</c:v>
                </c:pt>
                <c:pt idx="6212">
                  <c:v>72.315926000000005</c:v>
                </c:pt>
                <c:pt idx="6213">
                  <c:v>72.336044000000001</c:v>
                </c:pt>
                <c:pt idx="6214">
                  <c:v>72.359558000000007</c:v>
                </c:pt>
                <c:pt idx="6215">
                  <c:v>72.382544999999993</c:v>
                </c:pt>
                <c:pt idx="6216">
                  <c:v>72.405197000000001</c:v>
                </c:pt>
                <c:pt idx="6217">
                  <c:v>72.426224000000005</c:v>
                </c:pt>
                <c:pt idx="6218">
                  <c:v>72.441933000000006</c:v>
                </c:pt>
                <c:pt idx="6219">
                  <c:v>72.453040999999999</c:v>
                </c:pt>
                <c:pt idx="6220">
                  <c:v>72.462676999999999</c:v>
                </c:pt>
                <c:pt idx="6221">
                  <c:v>72.472603000000007</c:v>
                </c:pt>
                <c:pt idx="6222">
                  <c:v>72.481269999999995</c:v>
                </c:pt>
                <c:pt idx="6223">
                  <c:v>72.485091999999995</c:v>
                </c:pt>
                <c:pt idx="6224">
                  <c:v>72.484390000000005</c:v>
                </c:pt>
                <c:pt idx="6225">
                  <c:v>72.484313999999998</c:v>
                </c:pt>
                <c:pt idx="6226">
                  <c:v>72.484566000000001</c:v>
                </c:pt>
                <c:pt idx="6227">
                  <c:v>72.485802000000007</c:v>
                </c:pt>
                <c:pt idx="6228">
                  <c:v>72.482498000000007</c:v>
                </c:pt>
                <c:pt idx="6229">
                  <c:v>72.468215999999998</c:v>
                </c:pt>
                <c:pt idx="6230">
                  <c:v>72.442008999999999</c:v>
                </c:pt>
                <c:pt idx="6231">
                  <c:v>72.404503000000005</c:v>
                </c:pt>
                <c:pt idx="6232">
                  <c:v>72.360221999999993</c:v>
                </c:pt>
                <c:pt idx="6233">
                  <c:v>72.316406000000001</c:v>
                </c:pt>
                <c:pt idx="6234">
                  <c:v>72.275161999999995</c:v>
                </c:pt>
                <c:pt idx="6235">
                  <c:v>72.22654</c:v>
                </c:pt>
                <c:pt idx="6236">
                  <c:v>72.160872999999995</c:v>
                </c:pt>
                <c:pt idx="6237">
                  <c:v>72.082656999999998</c:v>
                </c:pt>
                <c:pt idx="6238">
                  <c:v>71.995711999999997</c:v>
                </c:pt>
                <c:pt idx="6239">
                  <c:v>71.899451999999997</c:v>
                </c:pt>
                <c:pt idx="6240">
                  <c:v>71.799605999999997</c:v>
                </c:pt>
                <c:pt idx="6241">
                  <c:v>71.704093999999998</c:v>
                </c:pt>
                <c:pt idx="6242">
                  <c:v>71.619225</c:v>
                </c:pt>
                <c:pt idx="6243">
                  <c:v>71.543189999999996</c:v>
                </c:pt>
                <c:pt idx="6244">
                  <c:v>71.472037999999998</c:v>
                </c:pt>
                <c:pt idx="6245">
                  <c:v>71.401611000000003</c:v>
                </c:pt>
                <c:pt idx="6246">
                  <c:v>71.324546999999995</c:v>
                </c:pt>
                <c:pt idx="6247">
                  <c:v>71.233024999999998</c:v>
                </c:pt>
                <c:pt idx="6248">
                  <c:v>71.133453000000003</c:v>
                </c:pt>
                <c:pt idx="6249">
                  <c:v>71.033203</c:v>
                </c:pt>
                <c:pt idx="6250">
                  <c:v>70.937781999999999</c:v>
                </c:pt>
                <c:pt idx="6251">
                  <c:v>70.849532999999994</c:v>
                </c:pt>
                <c:pt idx="6252">
                  <c:v>70.767448000000002</c:v>
                </c:pt>
                <c:pt idx="6253">
                  <c:v>70.695510999999996</c:v>
                </c:pt>
                <c:pt idx="6254">
                  <c:v>70.626311999999999</c:v>
                </c:pt>
                <c:pt idx="6255">
                  <c:v>70.558197000000007</c:v>
                </c:pt>
                <c:pt idx="6256">
                  <c:v>70.486114999999998</c:v>
                </c:pt>
                <c:pt idx="6257">
                  <c:v>70.405067000000003</c:v>
                </c:pt>
                <c:pt idx="6258">
                  <c:v>70.314200999999997</c:v>
                </c:pt>
                <c:pt idx="6259">
                  <c:v>70.217003000000005</c:v>
                </c:pt>
                <c:pt idx="6260">
                  <c:v>70.120116999999993</c:v>
                </c:pt>
                <c:pt idx="6261">
                  <c:v>70.020767000000006</c:v>
                </c:pt>
                <c:pt idx="6262">
                  <c:v>69.920021000000006</c:v>
                </c:pt>
                <c:pt idx="6263">
                  <c:v>69.819916000000006</c:v>
                </c:pt>
                <c:pt idx="6264">
                  <c:v>69.713500999999994</c:v>
                </c:pt>
                <c:pt idx="6265">
                  <c:v>69.605025999999995</c:v>
                </c:pt>
                <c:pt idx="6266">
                  <c:v>69.512198999999995</c:v>
                </c:pt>
                <c:pt idx="6267">
                  <c:v>69.445060999999995</c:v>
                </c:pt>
                <c:pt idx="6268">
                  <c:v>69.408783</c:v>
                </c:pt>
                <c:pt idx="6269">
                  <c:v>69.398078999999996</c:v>
                </c:pt>
                <c:pt idx="6270">
                  <c:v>69.397354000000007</c:v>
                </c:pt>
                <c:pt idx="6271">
                  <c:v>69.403296999999995</c:v>
                </c:pt>
                <c:pt idx="6272">
                  <c:v>69.411300999999995</c:v>
                </c:pt>
                <c:pt idx="6273">
                  <c:v>69.419548000000006</c:v>
                </c:pt>
                <c:pt idx="6274">
                  <c:v>69.425644000000005</c:v>
                </c:pt>
                <c:pt idx="6275">
                  <c:v>69.430289999999999</c:v>
                </c:pt>
                <c:pt idx="6276">
                  <c:v>69.432937999999993</c:v>
                </c:pt>
                <c:pt idx="6277">
                  <c:v>69.438911000000004</c:v>
                </c:pt>
                <c:pt idx="6278">
                  <c:v>69.449698999999995</c:v>
                </c:pt>
                <c:pt idx="6279">
                  <c:v>69.465416000000005</c:v>
                </c:pt>
                <c:pt idx="6280">
                  <c:v>69.484527999999997</c:v>
                </c:pt>
                <c:pt idx="6281">
                  <c:v>69.505882</c:v>
                </c:pt>
                <c:pt idx="6282">
                  <c:v>69.528969000000004</c:v>
                </c:pt>
                <c:pt idx="6283">
                  <c:v>69.552254000000005</c:v>
                </c:pt>
                <c:pt idx="6284">
                  <c:v>69.571815000000001</c:v>
                </c:pt>
                <c:pt idx="6285">
                  <c:v>69.583031000000005</c:v>
                </c:pt>
                <c:pt idx="6286">
                  <c:v>69.582145999999995</c:v>
                </c:pt>
                <c:pt idx="6287">
                  <c:v>69.563727999999998</c:v>
                </c:pt>
                <c:pt idx="6288">
                  <c:v>69.534760000000006</c:v>
                </c:pt>
                <c:pt idx="6289">
                  <c:v>69.504836999999995</c:v>
                </c:pt>
                <c:pt idx="6290">
                  <c:v>69.478927999999996</c:v>
                </c:pt>
                <c:pt idx="6291">
                  <c:v>69.463997000000006</c:v>
                </c:pt>
                <c:pt idx="6292">
                  <c:v>69.454918000000006</c:v>
                </c:pt>
                <c:pt idx="6293">
                  <c:v>69.446556000000001</c:v>
                </c:pt>
                <c:pt idx="6294">
                  <c:v>69.446426000000002</c:v>
                </c:pt>
                <c:pt idx="6295">
                  <c:v>69.448807000000002</c:v>
                </c:pt>
                <c:pt idx="6296">
                  <c:v>69.456573000000006</c:v>
                </c:pt>
                <c:pt idx="6297">
                  <c:v>69.462592999999998</c:v>
                </c:pt>
                <c:pt idx="6298">
                  <c:v>69.466751000000002</c:v>
                </c:pt>
                <c:pt idx="6299">
                  <c:v>69.481078999999994</c:v>
                </c:pt>
                <c:pt idx="6300">
                  <c:v>69.517455999999996</c:v>
                </c:pt>
                <c:pt idx="6301">
                  <c:v>69.575835999999995</c:v>
                </c:pt>
                <c:pt idx="6302">
                  <c:v>69.658271999999997</c:v>
                </c:pt>
                <c:pt idx="6303">
                  <c:v>69.771927000000005</c:v>
                </c:pt>
                <c:pt idx="6304">
                  <c:v>69.893280000000004</c:v>
                </c:pt>
                <c:pt idx="6305">
                  <c:v>70.016578999999993</c:v>
                </c:pt>
                <c:pt idx="6306">
                  <c:v>70.149635000000004</c:v>
                </c:pt>
                <c:pt idx="6307">
                  <c:v>70.271332000000001</c:v>
                </c:pt>
                <c:pt idx="6308">
                  <c:v>70.383965000000003</c:v>
                </c:pt>
                <c:pt idx="6309">
                  <c:v>70.468079000000003</c:v>
                </c:pt>
                <c:pt idx="6310">
                  <c:v>70.527953999999994</c:v>
                </c:pt>
                <c:pt idx="6311">
                  <c:v>70.581207000000006</c:v>
                </c:pt>
                <c:pt idx="6312">
                  <c:v>70.620636000000005</c:v>
                </c:pt>
                <c:pt idx="6313">
                  <c:v>70.664719000000005</c:v>
                </c:pt>
                <c:pt idx="6314">
                  <c:v>70.714873999999995</c:v>
                </c:pt>
                <c:pt idx="6315">
                  <c:v>70.760673999999995</c:v>
                </c:pt>
                <c:pt idx="6316">
                  <c:v>70.815917999999996</c:v>
                </c:pt>
                <c:pt idx="6317">
                  <c:v>70.879493999999994</c:v>
                </c:pt>
                <c:pt idx="6318">
                  <c:v>70.957863000000003</c:v>
                </c:pt>
                <c:pt idx="6319">
                  <c:v>71.048743999999999</c:v>
                </c:pt>
                <c:pt idx="6320">
                  <c:v>71.143722999999994</c:v>
                </c:pt>
                <c:pt idx="6321">
                  <c:v>71.238997999999995</c:v>
                </c:pt>
                <c:pt idx="6322">
                  <c:v>71.331963000000002</c:v>
                </c:pt>
                <c:pt idx="6323">
                  <c:v>71.419846000000007</c:v>
                </c:pt>
                <c:pt idx="6324">
                  <c:v>71.500007999999994</c:v>
                </c:pt>
                <c:pt idx="6325">
                  <c:v>71.575111000000007</c:v>
                </c:pt>
                <c:pt idx="6326">
                  <c:v>71.654792999999998</c:v>
                </c:pt>
                <c:pt idx="6327">
                  <c:v>71.741776000000002</c:v>
                </c:pt>
                <c:pt idx="6328">
                  <c:v>71.834327999999999</c:v>
                </c:pt>
                <c:pt idx="6329">
                  <c:v>71.930167999999995</c:v>
                </c:pt>
                <c:pt idx="6330">
                  <c:v>72.025497000000001</c:v>
                </c:pt>
                <c:pt idx="6331">
                  <c:v>72.112846000000005</c:v>
                </c:pt>
                <c:pt idx="6332">
                  <c:v>72.182975999999996</c:v>
                </c:pt>
                <c:pt idx="6333">
                  <c:v>72.226646000000002</c:v>
                </c:pt>
                <c:pt idx="6334">
                  <c:v>72.241234000000006</c:v>
                </c:pt>
                <c:pt idx="6335">
                  <c:v>72.227660999999998</c:v>
                </c:pt>
                <c:pt idx="6336">
                  <c:v>72.202895999999996</c:v>
                </c:pt>
                <c:pt idx="6337">
                  <c:v>72.185340999999994</c:v>
                </c:pt>
                <c:pt idx="6338">
                  <c:v>72.175583000000003</c:v>
                </c:pt>
                <c:pt idx="6339">
                  <c:v>72.175483999999997</c:v>
                </c:pt>
                <c:pt idx="6340">
                  <c:v>72.192870999999997</c:v>
                </c:pt>
                <c:pt idx="6341">
                  <c:v>72.230712999999994</c:v>
                </c:pt>
                <c:pt idx="6342">
                  <c:v>72.278412000000003</c:v>
                </c:pt>
                <c:pt idx="6343">
                  <c:v>72.319930999999997</c:v>
                </c:pt>
                <c:pt idx="6344">
                  <c:v>72.360457999999994</c:v>
                </c:pt>
                <c:pt idx="6345">
                  <c:v>72.395020000000002</c:v>
                </c:pt>
                <c:pt idx="6346">
                  <c:v>72.435822000000002</c:v>
                </c:pt>
                <c:pt idx="6347">
                  <c:v>72.488731000000001</c:v>
                </c:pt>
                <c:pt idx="6348">
                  <c:v>72.546622999999997</c:v>
                </c:pt>
                <c:pt idx="6349">
                  <c:v>72.609359999999995</c:v>
                </c:pt>
                <c:pt idx="6350">
                  <c:v>72.677597000000006</c:v>
                </c:pt>
                <c:pt idx="6351">
                  <c:v>72.750107</c:v>
                </c:pt>
                <c:pt idx="6352">
                  <c:v>72.823043999999996</c:v>
                </c:pt>
                <c:pt idx="6353">
                  <c:v>72.893378999999996</c:v>
                </c:pt>
                <c:pt idx="6354">
                  <c:v>72.965607000000006</c:v>
                </c:pt>
                <c:pt idx="6355">
                  <c:v>73.037803999999994</c:v>
                </c:pt>
                <c:pt idx="6356">
                  <c:v>73.100716000000006</c:v>
                </c:pt>
                <c:pt idx="6357">
                  <c:v>73.152648999999997</c:v>
                </c:pt>
                <c:pt idx="6358">
                  <c:v>73.201042000000001</c:v>
                </c:pt>
                <c:pt idx="6359">
                  <c:v>73.263831999999994</c:v>
                </c:pt>
                <c:pt idx="6360">
                  <c:v>73.351630999999998</c:v>
                </c:pt>
                <c:pt idx="6361">
                  <c:v>73.466209000000006</c:v>
                </c:pt>
                <c:pt idx="6362">
                  <c:v>73.597908000000004</c:v>
                </c:pt>
                <c:pt idx="6363">
                  <c:v>73.739647000000005</c:v>
                </c:pt>
                <c:pt idx="6364">
                  <c:v>73.889076000000003</c:v>
                </c:pt>
                <c:pt idx="6365">
                  <c:v>74.039321999999999</c:v>
                </c:pt>
                <c:pt idx="6366">
                  <c:v>74.184173999999999</c:v>
                </c:pt>
                <c:pt idx="6367">
                  <c:v>74.328948999999994</c:v>
                </c:pt>
                <c:pt idx="6368">
                  <c:v>74.472115000000002</c:v>
                </c:pt>
                <c:pt idx="6369">
                  <c:v>74.618049999999997</c:v>
                </c:pt>
                <c:pt idx="6370">
                  <c:v>74.759086999999994</c:v>
                </c:pt>
                <c:pt idx="6371">
                  <c:v>74.892775999999998</c:v>
                </c:pt>
                <c:pt idx="6372">
                  <c:v>75.019073000000006</c:v>
                </c:pt>
                <c:pt idx="6373">
                  <c:v>75.134888000000004</c:v>
                </c:pt>
                <c:pt idx="6374">
                  <c:v>75.235839999999996</c:v>
                </c:pt>
                <c:pt idx="6375">
                  <c:v>75.322570999999996</c:v>
                </c:pt>
                <c:pt idx="6376">
                  <c:v>75.400290999999996</c:v>
                </c:pt>
                <c:pt idx="6377">
                  <c:v>75.478424000000004</c:v>
                </c:pt>
                <c:pt idx="6378">
                  <c:v>75.566451999999998</c:v>
                </c:pt>
                <c:pt idx="6379">
                  <c:v>75.680098999999998</c:v>
                </c:pt>
                <c:pt idx="6380">
                  <c:v>75.808639999999997</c:v>
                </c:pt>
                <c:pt idx="6381">
                  <c:v>75.941399000000004</c:v>
                </c:pt>
                <c:pt idx="6382">
                  <c:v>76.075126999999995</c:v>
                </c:pt>
                <c:pt idx="6383">
                  <c:v>76.204498000000001</c:v>
                </c:pt>
                <c:pt idx="6384">
                  <c:v>76.330642999999995</c:v>
                </c:pt>
                <c:pt idx="6385">
                  <c:v>76.451065</c:v>
                </c:pt>
                <c:pt idx="6386">
                  <c:v>76.558341999999996</c:v>
                </c:pt>
                <c:pt idx="6387">
                  <c:v>76.649367999999996</c:v>
                </c:pt>
                <c:pt idx="6388">
                  <c:v>76.725677000000005</c:v>
                </c:pt>
                <c:pt idx="6389">
                  <c:v>76.794701000000003</c:v>
                </c:pt>
                <c:pt idx="6390">
                  <c:v>76.861915999999994</c:v>
                </c:pt>
                <c:pt idx="6391">
                  <c:v>76.925797000000003</c:v>
                </c:pt>
                <c:pt idx="6392">
                  <c:v>76.985885999999994</c:v>
                </c:pt>
                <c:pt idx="6393">
                  <c:v>77.047141999999994</c:v>
                </c:pt>
                <c:pt idx="6394">
                  <c:v>77.111816000000005</c:v>
                </c:pt>
                <c:pt idx="6395">
                  <c:v>77.170501999999999</c:v>
                </c:pt>
                <c:pt idx="6396">
                  <c:v>77.221207000000007</c:v>
                </c:pt>
                <c:pt idx="6397">
                  <c:v>77.260779999999997</c:v>
                </c:pt>
                <c:pt idx="6398">
                  <c:v>77.287704000000005</c:v>
                </c:pt>
                <c:pt idx="6399">
                  <c:v>77.296477999999993</c:v>
                </c:pt>
                <c:pt idx="6400">
                  <c:v>77.288833999999994</c:v>
                </c:pt>
                <c:pt idx="6401">
                  <c:v>77.276093000000003</c:v>
                </c:pt>
                <c:pt idx="6402">
                  <c:v>77.261977999999999</c:v>
                </c:pt>
                <c:pt idx="6403">
                  <c:v>77.248840000000001</c:v>
                </c:pt>
                <c:pt idx="6404">
                  <c:v>77.235732999999996</c:v>
                </c:pt>
                <c:pt idx="6405">
                  <c:v>77.210632000000004</c:v>
                </c:pt>
                <c:pt idx="6406">
                  <c:v>77.179062000000002</c:v>
                </c:pt>
                <c:pt idx="6407">
                  <c:v>77.151871</c:v>
                </c:pt>
                <c:pt idx="6408">
                  <c:v>77.128754000000001</c:v>
                </c:pt>
                <c:pt idx="6409">
                  <c:v>77.109245000000001</c:v>
                </c:pt>
                <c:pt idx="6410">
                  <c:v>77.096999999999994</c:v>
                </c:pt>
                <c:pt idx="6411">
                  <c:v>77.092406999999994</c:v>
                </c:pt>
                <c:pt idx="6412">
                  <c:v>77.089866999999998</c:v>
                </c:pt>
                <c:pt idx="6413">
                  <c:v>77.079528999999994</c:v>
                </c:pt>
                <c:pt idx="6414">
                  <c:v>77.063179000000005</c:v>
                </c:pt>
                <c:pt idx="6415">
                  <c:v>77.045554999999993</c:v>
                </c:pt>
                <c:pt idx="6416">
                  <c:v>77.028580000000005</c:v>
                </c:pt>
                <c:pt idx="6417">
                  <c:v>77.014954000000003</c:v>
                </c:pt>
                <c:pt idx="6418">
                  <c:v>77.009452999999993</c:v>
                </c:pt>
                <c:pt idx="6419">
                  <c:v>77.022400000000005</c:v>
                </c:pt>
                <c:pt idx="6420">
                  <c:v>77.060660999999996</c:v>
                </c:pt>
                <c:pt idx="6421">
                  <c:v>77.105620999999999</c:v>
                </c:pt>
                <c:pt idx="6422">
                  <c:v>77.149590000000003</c:v>
                </c:pt>
                <c:pt idx="6423">
                  <c:v>77.182945000000004</c:v>
                </c:pt>
                <c:pt idx="6424">
                  <c:v>77.201378000000005</c:v>
                </c:pt>
                <c:pt idx="6425">
                  <c:v>77.214989000000003</c:v>
                </c:pt>
                <c:pt idx="6426">
                  <c:v>77.234932000000001</c:v>
                </c:pt>
                <c:pt idx="6427">
                  <c:v>77.263465999999994</c:v>
                </c:pt>
                <c:pt idx="6428">
                  <c:v>77.293021999999993</c:v>
                </c:pt>
                <c:pt idx="6429">
                  <c:v>77.321579</c:v>
                </c:pt>
                <c:pt idx="6430">
                  <c:v>77.352417000000003</c:v>
                </c:pt>
                <c:pt idx="6431">
                  <c:v>77.382523000000006</c:v>
                </c:pt>
                <c:pt idx="6432">
                  <c:v>77.409217999999996</c:v>
                </c:pt>
                <c:pt idx="6433">
                  <c:v>77.440772999999993</c:v>
                </c:pt>
                <c:pt idx="6434">
                  <c:v>77.483849000000006</c:v>
                </c:pt>
                <c:pt idx="6435">
                  <c:v>77.540488999999994</c:v>
                </c:pt>
                <c:pt idx="6436">
                  <c:v>77.601890999999995</c:v>
                </c:pt>
                <c:pt idx="6437">
                  <c:v>77.663330000000002</c:v>
                </c:pt>
                <c:pt idx="6438">
                  <c:v>77.724639999999994</c:v>
                </c:pt>
                <c:pt idx="6439">
                  <c:v>77.784599</c:v>
                </c:pt>
                <c:pt idx="6440">
                  <c:v>77.847130000000007</c:v>
                </c:pt>
                <c:pt idx="6441">
                  <c:v>77.911736000000005</c:v>
                </c:pt>
                <c:pt idx="6442">
                  <c:v>77.972717000000003</c:v>
                </c:pt>
                <c:pt idx="6443">
                  <c:v>78.029983999999999</c:v>
                </c:pt>
                <c:pt idx="6444">
                  <c:v>78.089568999999997</c:v>
                </c:pt>
                <c:pt idx="6445">
                  <c:v>78.150031999999996</c:v>
                </c:pt>
                <c:pt idx="6446">
                  <c:v>78.213310000000007</c:v>
                </c:pt>
                <c:pt idx="6447">
                  <c:v>78.289185000000003</c:v>
                </c:pt>
                <c:pt idx="6448">
                  <c:v>78.386832999999996</c:v>
                </c:pt>
                <c:pt idx="6449">
                  <c:v>78.507216999999997</c:v>
                </c:pt>
                <c:pt idx="6450">
                  <c:v>78.644829000000001</c:v>
                </c:pt>
                <c:pt idx="6451">
                  <c:v>78.791077000000001</c:v>
                </c:pt>
                <c:pt idx="6452">
                  <c:v>78.942183999999997</c:v>
                </c:pt>
                <c:pt idx="6453">
                  <c:v>79.092758000000003</c:v>
                </c:pt>
                <c:pt idx="6454">
                  <c:v>79.241095999999999</c:v>
                </c:pt>
                <c:pt idx="6455">
                  <c:v>79.386016999999995</c:v>
                </c:pt>
                <c:pt idx="6456">
                  <c:v>79.524651000000006</c:v>
                </c:pt>
                <c:pt idx="6457">
                  <c:v>79.655097999999995</c:v>
                </c:pt>
                <c:pt idx="6458">
                  <c:v>79.782272000000006</c:v>
                </c:pt>
                <c:pt idx="6459">
                  <c:v>79.904990999999995</c:v>
                </c:pt>
                <c:pt idx="6460">
                  <c:v>80.020966000000001</c:v>
                </c:pt>
                <c:pt idx="6461">
                  <c:v>80.125450000000001</c:v>
                </c:pt>
                <c:pt idx="6462">
                  <c:v>80.222244000000003</c:v>
                </c:pt>
                <c:pt idx="6463">
                  <c:v>80.311508000000003</c:v>
                </c:pt>
                <c:pt idx="6464">
                  <c:v>80.402930999999995</c:v>
                </c:pt>
                <c:pt idx="6465">
                  <c:v>80.493103000000005</c:v>
                </c:pt>
                <c:pt idx="6466">
                  <c:v>80.594200000000001</c:v>
                </c:pt>
                <c:pt idx="6467">
                  <c:v>80.705956</c:v>
                </c:pt>
                <c:pt idx="6468">
                  <c:v>80.826545999999993</c:v>
                </c:pt>
                <c:pt idx="6469">
                  <c:v>80.953093999999993</c:v>
                </c:pt>
                <c:pt idx="6470">
                  <c:v>81.074455</c:v>
                </c:pt>
                <c:pt idx="6471">
                  <c:v>81.183898999999997</c:v>
                </c:pt>
                <c:pt idx="6472">
                  <c:v>81.281143</c:v>
                </c:pt>
                <c:pt idx="6473">
                  <c:v>81.368178999999998</c:v>
                </c:pt>
                <c:pt idx="6474">
                  <c:v>81.447220000000002</c:v>
                </c:pt>
                <c:pt idx="6475">
                  <c:v>81.518539000000004</c:v>
                </c:pt>
                <c:pt idx="6476">
                  <c:v>81.585555999999997</c:v>
                </c:pt>
                <c:pt idx="6477">
                  <c:v>81.648773000000006</c:v>
                </c:pt>
                <c:pt idx="6478">
                  <c:v>81.706603999999999</c:v>
                </c:pt>
                <c:pt idx="6479">
                  <c:v>81.757050000000007</c:v>
                </c:pt>
                <c:pt idx="6480">
                  <c:v>81.793289000000001</c:v>
                </c:pt>
                <c:pt idx="6481">
                  <c:v>81.809937000000005</c:v>
                </c:pt>
                <c:pt idx="6482">
                  <c:v>81.8078</c:v>
                </c:pt>
                <c:pt idx="6483">
                  <c:v>81.786552</c:v>
                </c:pt>
                <c:pt idx="6484">
                  <c:v>81.751655999999997</c:v>
                </c:pt>
                <c:pt idx="6485">
                  <c:v>81.706130999999999</c:v>
                </c:pt>
                <c:pt idx="6486">
                  <c:v>81.653992000000002</c:v>
                </c:pt>
                <c:pt idx="6487">
                  <c:v>81.602126999999996</c:v>
                </c:pt>
                <c:pt idx="6488">
                  <c:v>81.553657999999999</c:v>
                </c:pt>
                <c:pt idx="6489">
                  <c:v>81.505118999999993</c:v>
                </c:pt>
                <c:pt idx="6490">
                  <c:v>81.457603000000006</c:v>
                </c:pt>
                <c:pt idx="6491">
                  <c:v>81.416770999999997</c:v>
                </c:pt>
                <c:pt idx="6492">
                  <c:v>81.391373000000002</c:v>
                </c:pt>
                <c:pt idx="6493">
                  <c:v>81.384345999999994</c:v>
                </c:pt>
                <c:pt idx="6494">
                  <c:v>81.379440000000002</c:v>
                </c:pt>
                <c:pt idx="6495">
                  <c:v>81.370316000000003</c:v>
                </c:pt>
                <c:pt idx="6496">
                  <c:v>81.357956000000001</c:v>
                </c:pt>
                <c:pt idx="6497">
                  <c:v>81.345078000000001</c:v>
                </c:pt>
                <c:pt idx="6498">
                  <c:v>81.340018999999998</c:v>
                </c:pt>
                <c:pt idx="6499">
                  <c:v>81.346832000000006</c:v>
                </c:pt>
                <c:pt idx="6500">
                  <c:v>81.354668000000004</c:v>
                </c:pt>
                <c:pt idx="6501">
                  <c:v>81.349120999999997</c:v>
                </c:pt>
                <c:pt idx="6502">
                  <c:v>81.332138</c:v>
                </c:pt>
                <c:pt idx="6503">
                  <c:v>81.314010999999994</c:v>
                </c:pt>
                <c:pt idx="6504">
                  <c:v>81.298835999999994</c:v>
                </c:pt>
                <c:pt idx="6505">
                  <c:v>81.290260000000004</c:v>
                </c:pt>
                <c:pt idx="6506">
                  <c:v>81.291718000000003</c:v>
                </c:pt>
                <c:pt idx="6507">
                  <c:v>81.309676999999994</c:v>
                </c:pt>
                <c:pt idx="6508">
                  <c:v>81.351021000000003</c:v>
                </c:pt>
                <c:pt idx="6509">
                  <c:v>81.415131000000002</c:v>
                </c:pt>
                <c:pt idx="6510">
                  <c:v>81.498878000000005</c:v>
                </c:pt>
                <c:pt idx="6511">
                  <c:v>81.601746000000006</c:v>
                </c:pt>
                <c:pt idx="6512">
                  <c:v>81.716728000000003</c:v>
                </c:pt>
                <c:pt idx="6513">
                  <c:v>81.828018</c:v>
                </c:pt>
                <c:pt idx="6514">
                  <c:v>81.925224</c:v>
                </c:pt>
                <c:pt idx="6515">
                  <c:v>82.010574000000005</c:v>
                </c:pt>
                <c:pt idx="6516">
                  <c:v>82.079750000000004</c:v>
                </c:pt>
                <c:pt idx="6517">
                  <c:v>82.134499000000005</c:v>
                </c:pt>
                <c:pt idx="6518">
                  <c:v>82.176238999999995</c:v>
                </c:pt>
                <c:pt idx="6519">
                  <c:v>82.202583000000004</c:v>
                </c:pt>
                <c:pt idx="6520">
                  <c:v>82.217322999999993</c:v>
                </c:pt>
                <c:pt idx="6521">
                  <c:v>82.228333000000006</c:v>
                </c:pt>
                <c:pt idx="6522">
                  <c:v>82.240584999999996</c:v>
                </c:pt>
                <c:pt idx="6523">
                  <c:v>82.260216</c:v>
                </c:pt>
                <c:pt idx="6524">
                  <c:v>82.291656000000003</c:v>
                </c:pt>
                <c:pt idx="6525">
                  <c:v>82.331931999999995</c:v>
                </c:pt>
                <c:pt idx="6526">
                  <c:v>82.380263999999997</c:v>
                </c:pt>
                <c:pt idx="6527">
                  <c:v>82.437820000000002</c:v>
                </c:pt>
                <c:pt idx="6528">
                  <c:v>82.504813999999996</c:v>
                </c:pt>
                <c:pt idx="6529">
                  <c:v>82.576981000000004</c:v>
                </c:pt>
                <c:pt idx="6530">
                  <c:v>82.651259999999994</c:v>
                </c:pt>
                <c:pt idx="6531">
                  <c:v>82.730759000000006</c:v>
                </c:pt>
                <c:pt idx="6532">
                  <c:v>82.818314000000001</c:v>
                </c:pt>
                <c:pt idx="6533">
                  <c:v>82.916740000000004</c:v>
                </c:pt>
                <c:pt idx="6534">
                  <c:v>83.018203999999997</c:v>
                </c:pt>
                <c:pt idx="6535">
                  <c:v>83.11721</c:v>
                </c:pt>
                <c:pt idx="6536">
                  <c:v>83.212128000000007</c:v>
                </c:pt>
                <c:pt idx="6537">
                  <c:v>83.301993999999993</c:v>
                </c:pt>
                <c:pt idx="6538">
                  <c:v>83.391243000000003</c:v>
                </c:pt>
                <c:pt idx="6539">
                  <c:v>83.483413999999996</c:v>
                </c:pt>
                <c:pt idx="6540">
                  <c:v>83.580153999999993</c:v>
                </c:pt>
                <c:pt idx="6541">
                  <c:v>83.680687000000006</c:v>
                </c:pt>
                <c:pt idx="6542">
                  <c:v>83.784706</c:v>
                </c:pt>
                <c:pt idx="6543">
                  <c:v>83.889747999999997</c:v>
                </c:pt>
                <c:pt idx="6544">
                  <c:v>83.989136000000002</c:v>
                </c:pt>
                <c:pt idx="6545">
                  <c:v>84.080794999999995</c:v>
                </c:pt>
                <c:pt idx="6546">
                  <c:v>84.166145</c:v>
                </c:pt>
                <c:pt idx="6547">
                  <c:v>84.243804999999995</c:v>
                </c:pt>
                <c:pt idx="6548">
                  <c:v>84.316208000000003</c:v>
                </c:pt>
                <c:pt idx="6549">
                  <c:v>84.382689999999997</c:v>
                </c:pt>
                <c:pt idx="6550">
                  <c:v>84.448097000000004</c:v>
                </c:pt>
                <c:pt idx="6551">
                  <c:v>84.514313000000001</c:v>
                </c:pt>
                <c:pt idx="6552">
                  <c:v>84.581992999999997</c:v>
                </c:pt>
                <c:pt idx="6553">
                  <c:v>84.650810000000007</c:v>
                </c:pt>
                <c:pt idx="6554">
                  <c:v>84.718277</c:v>
                </c:pt>
                <c:pt idx="6555">
                  <c:v>84.784698000000006</c:v>
                </c:pt>
                <c:pt idx="6556">
                  <c:v>84.850219999999993</c:v>
                </c:pt>
                <c:pt idx="6557">
                  <c:v>84.915290999999996</c:v>
                </c:pt>
                <c:pt idx="6558">
                  <c:v>84.981064000000003</c:v>
                </c:pt>
                <c:pt idx="6559">
                  <c:v>85.048537999999994</c:v>
                </c:pt>
                <c:pt idx="6560">
                  <c:v>85.119163999999998</c:v>
                </c:pt>
                <c:pt idx="6561">
                  <c:v>85.191231000000002</c:v>
                </c:pt>
                <c:pt idx="6562">
                  <c:v>85.263137999999998</c:v>
                </c:pt>
                <c:pt idx="6563">
                  <c:v>85.333611000000005</c:v>
                </c:pt>
                <c:pt idx="6564">
                  <c:v>85.406334000000001</c:v>
                </c:pt>
                <c:pt idx="6565">
                  <c:v>85.480743000000004</c:v>
                </c:pt>
                <c:pt idx="6566">
                  <c:v>85.549994999999996</c:v>
                </c:pt>
                <c:pt idx="6567">
                  <c:v>85.609061999999994</c:v>
                </c:pt>
                <c:pt idx="6568">
                  <c:v>85.652541999999997</c:v>
                </c:pt>
                <c:pt idx="6569">
                  <c:v>85.687195000000003</c:v>
                </c:pt>
                <c:pt idx="6570">
                  <c:v>85.725479000000007</c:v>
                </c:pt>
                <c:pt idx="6571">
                  <c:v>85.768630999999999</c:v>
                </c:pt>
                <c:pt idx="6572">
                  <c:v>85.819107000000002</c:v>
                </c:pt>
                <c:pt idx="6573">
                  <c:v>85.878715999999997</c:v>
                </c:pt>
                <c:pt idx="6574">
                  <c:v>85.945892000000001</c:v>
                </c:pt>
                <c:pt idx="6575">
                  <c:v>86.020118999999994</c:v>
                </c:pt>
                <c:pt idx="6576">
                  <c:v>86.100280999999995</c:v>
                </c:pt>
                <c:pt idx="6577">
                  <c:v>86.182190000000006</c:v>
                </c:pt>
                <c:pt idx="6578">
                  <c:v>86.263130000000004</c:v>
                </c:pt>
                <c:pt idx="6579">
                  <c:v>86.346412999999998</c:v>
                </c:pt>
                <c:pt idx="6580">
                  <c:v>86.437461999999996</c:v>
                </c:pt>
                <c:pt idx="6581">
                  <c:v>86.537955999999994</c:v>
                </c:pt>
                <c:pt idx="6582">
                  <c:v>86.641082999999995</c:v>
                </c:pt>
                <c:pt idx="6583">
                  <c:v>86.734145999999996</c:v>
                </c:pt>
                <c:pt idx="6584">
                  <c:v>86.814734999999999</c:v>
                </c:pt>
                <c:pt idx="6585">
                  <c:v>86.890433999999999</c:v>
                </c:pt>
                <c:pt idx="6586">
                  <c:v>86.964813000000007</c:v>
                </c:pt>
                <c:pt idx="6587">
                  <c:v>87.036545000000004</c:v>
                </c:pt>
                <c:pt idx="6588">
                  <c:v>87.106849999999994</c:v>
                </c:pt>
                <c:pt idx="6589">
                  <c:v>87.179321000000002</c:v>
                </c:pt>
                <c:pt idx="6590">
                  <c:v>87.259048000000007</c:v>
                </c:pt>
                <c:pt idx="6591">
                  <c:v>87.347504000000001</c:v>
                </c:pt>
                <c:pt idx="6592">
                  <c:v>87.439293000000006</c:v>
                </c:pt>
                <c:pt idx="6593">
                  <c:v>87.527953999999994</c:v>
                </c:pt>
                <c:pt idx="6594">
                  <c:v>87.608581999999998</c:v>
                </c:pt>
                <c:pt idx="6595">
                  <c:v>87.683539999999994</c:v>
                </c:pt>
                <c:pt idx="6596">
                  <c:v>87.756568999999999</c:v>
                </c:pt>
                <c:pt idx="6597">
                  <c:v>87.824157999999997</c:v>
                </c:pt>
                <c:pt idx="6598">
                  <c:v>87.881614999999996</c:v>
                </c:pt>
                <c:pt idx="6599">
                  <c:v>87.929512000000003</c:v>
                </c:pt>
                <c:pt idx="6600">
                  <c:v>87.972678999999999</c:v>
                </c:pt>
                <c:pt idx="6601">
                  <c:v>88.013153000000003</c:v>
                </c:pt>
                <c:pt idx="6602">
                  <c:v>88.051040999999998</c:v>
                </c:pt>
                <c:pt idx="6603">
                  <c:v>88.084770000000006</c:v>
                </c:pt>
                <c:pt idx="6604">
                  <c:v>88.111571999999995</c:v>
                </c:pt>
                <c:pt idx="6605">
                  <c:v>88.133933999999996</c:v>
                </c:pt>
                <c:pt idx="6606">
                  <c:v>88.157775999999998</c:v>
                </c:pt>
                <c:pt idx="6607">
                  <c:v>88.183456000000007</c:v>
                </c:pt>
                <c:pt idx="6608">
                  <c:v>88.203163000000004</c:v>
                </c:pt>
                <c:pt idx="6609">
                  <c:v>88.220771999999997</c:v>
                </c:pt>
                <c:pt idx="6610">
                  <c:v>88.237235999999996</c:v>
                </c:pt>
                <c:pt idx="6611">
                  <c:v>88.252540999999994</c:v>
                </c:pt>
                <c:pt idx="6612">
                  <c:v>88.263007999999999</c:v>
                </c:pt>
                <c:pt idx="6613">
                  <c:v>88.264495999999994</c:v>
                </c:pt>
                <c:pt idx="6614">
                  <c:v>88.262816999999998</c:v>
                </c:pt>
                <c:pt idx="6615">
                  <c:v>88.269295</c:v>
                </c:pt>
                <c:pt idx="6616">
                  <c:v>88.299187000000003</c:v>
                </c:pt>
                <c:pt idx="6617">
                  <c:v>88.358513000000002</c:v>
                </c:pt>
                <c:pt idx="6618">
                  <c:v>88.434921000000003</c:v>
                </c:pt>
                <c:pt idx="6619">
                  <c:v>88.510147000000003</c:v>
                </c:pt>
                <c:pt idx="6620">
                  <c:v>88.570853999999997</c:v>
                </c:pt>
                <c:pt idx="6621">
                  <c:v>88.620734999999996</c:v>
                </c:pt>
                <c:pt idx="6622">
                  <c:v>88.672225999999995</c:v>
                </c:pt>
                <c:pt idx="6623">
                  <c:v>88.732658000000001</c:v>
                </c:pt>
                <c:pt idx="6624">
                  <c:v>88.800826999999998</c:v>
                </c:pt>
                <c:pt idx="6625">
                  <c:v>88.871109000000004</c:v>
                </c:pt>
                <c:pt idx="6626">
                  <c:v>88.927681000000007</c:v>
                </c:pt>
                <c:pt idx="6627">
                  <c:v>88.965553</c:v>
                </c:pt>
                <c:pt idx="6628">
                  <c:v>88.992844000000005</c:v>
                </c:pt>
                <c:pt idx="6629">
                  <c:v>89.014472999999995</c:v>
                </c:pt>
                <c:pt idx="6630">
                  <c:v>89.024878999999999</c:v>
                </c:pt>
                <c:pt idx="6631">
                  <c:v>89.022354000000007</c:v>
                </c:pt>
                <c:pt idx="6632">
                  <c:v>89.019951000000006</c:v>
                </c:pt>
                <c:pt idx="6633">
                  <c:v>89.022780999999995</c:v>
                </c:pt>
                <c:pt idx="6634">
                  <c:v>89.029510000000002</c:v>
                </c:pt>
                <c:pt idx="6635">
                  <c:v>89.038109000000006</c:v>
                </c:pt>
                <c:pt idx="6636">
                  <c:v>89.048164</c:v>
                </c:pt>
                <c:pt idx="6637">
                  <c:v>89.061950999999993</c:v>
                </c:pt>
                <c:pt idx="6638">
                  <c:v>89.081146000000004</c:v>
                </c:pt>
                <c:pt idx="6639">
                  <c:v>89.105164000000002</c:v>
                </c:pt>
                <c:pt idx="6640">
                  <c:v>89.124542000000005</c:v>
                </c:pt>
                <c:pt idx="6641">
                  <c:v>89.134781000000004</c:v>
                </c:pt>
                <c:pt idx="6642">
                  <c:v>89.141434000000004</c:v>
                </c:pt>
                <c:pt idx="6643">
                  <c:v>89.151398</c:v>
                </c:pt>
                <c:pt idx="6644">
                  <c:v>89.162711999999999</c:v>
                </c:pt>
                <c:pt idx="6645">
                  <c:v>89.170280000000005</c:v>
                </c:pt>
                <c:pt idx="6646">
                  <c:v>89.175055999999998</c:v>
                </c:pt>
                <c:pt idx="6647">
                  <c:v>89.184096999999994</c:v>
                </c:pt>
                <c:pt idx="6648">
                  <c:v>89.198982000000001</c:v>
                </c:pt>
                <c:pt idx="6649">
                  <c:v>89.230095000000006</c:v>
                </c:pt>
                <c:pt idx="6650">
                  <c:v>89.277985000000001</c:v>
                </c:pt>
                <c:pt idx="6651">
                  <c:v>89.346046000000001</c:v>
                </c:pt>
                <c:pt idx="6652">
                  <c:v>89.436531000000002</c:v>
                </c:pt>
                <c:pt idx="6653">
                  <c:v>89.539603999999997</c:v>
                </c:pt>
                <c:pt idx="6654">
                  <c:v>89.645095999999995</c:v>
                </c:pt>
                <c:pt idx="6655">
                  <c:v>89.743790000000004</c:v>
                </c:pt>
                <c:pt idx="6656">
                  <c:v>89.834709000000004</c:v>
                </c:pt>
                <c:pt idx="6657">
                  <c:v>89.927002000000002</c:v>
                </c:pt>
                <c:pt idx="6658">
                  <c:v>90.021422999999999</c:v>
                </c:pt>
                <c:pt idx="6659">
                  <c:v>90.119750999999994</c:v>
                </c:pt>
                <c:pt idx="6660">
                  <c:v>90.226532000000006</c:v>
                </c:pt>
                <c:pt idx="6661">
                  <c:v>90.340141000000003</c:v>
                </c:pt>
                <c:pt idx="6662">
                  <c:v>90.459434999999999</c:v>
                </c:pt>
                <c:pt idx="6663">
                  <c:v>90.586844999999997</c:v>
                </c:pt>
                <c:pt idx="6664">
                  <c:v>90.721710000000002</c:v>
                </c:pt>
                <c:pt idx="6665">
                  <c:v>90.861892999999995</c:v>
                </c:pt>
                <c:pt idx="6666">
                  <c:v>91.009536999999995</c:v>
                </c:pt>
                <c:pt idx="6667">
                  <c:v>91.168364999999994</c:v>
                </c:pt>
                <c:pt idx="6668">
                  <c:v>91.337090000000003</c:v>
                </c:pt>
                <c:pt idx="6669">
                  <c:v>91.510863999999998</c:v>
                </c:pt>
                <c:pt idx="6670">
                  <c:v>91.678955000000002</c:v>
                </c:pt>
                <c:pt idx="6671">
                  <c:v>91.832840000000004</c:v>
                </c:pt>
                <c:pt idx="6672">
                  <c:v>91.969871999999995</c:v>
                </c:pt>
                <c:pt idx="6673">
                  <c:v>92.092613</c:v>
                </c:pt>
                <c:pt idx="6674">
                  <c:v>92.202965000000006</c:v>
                </c:pt>
                <c:pt idx="6675">
                  <c:v>92.305908000000002</c:v>
                </c:pt>
                <c:pt idx="6676">
                  <c:v>92.404906999999994</c:v>
                </c:pt>
                <c:pt idx="6677">
                  <c:v>92.499877999999995</c:v>
                </c:pt>
                <c:pt idx="6678">
                  <c:v>92.589928</c:v>
                </c:pt>
                <c:pt idx="6679">
                  <c:v>92.679175999999998</c:v>
                </c:pt>
                <c:pt idx="6680">
                  <c:v>92.769005000000007</c:v>
                </c:pt>
                <c:pt idx="6681">
                  <c:v>92.867157000000006</c:v>
                </c:pt>
                <c:pt idx="6682">
                  <c:v>92.9786</c:v>
                </c:pt>
                <c:pt idx="6683">
                  <c:v>93.085030000000003</c:v>
                </c:pt>
                <c:pt idx="6684">
                  <c:v>93.157570000000007</c:v>
                </c:pt>
                <c:pt idx="6685">
                  <c:v>93.197051999999999</c:v>
                </c:pt>
                <c:pt idx="6686">
                  <c:v>93.218261999999996</c:v>
                </c:pt>
                <c:pt idx="6687">
                  <c:v>93.234154000000004</c:v>
                </c:pt>
                <c:pt idx="6688">
                  <c:v>93.249306000000004</c:v>
                </c:pt>
                <c:pt idx="6689">
                  <c:v>93.262816999999998</c:v>
                </c:pt>
                <c:pt idx="6690">
                  <c:v>93.274833999999998</c:v>
                </c:pt>
                <c:pt idx="6691">
                  <c:v>93.287666000000002</c:v>
                </c:pt>
                <c:pt idx="6692">
                  <c:v>93.297027999999997</c:v>
                </c:pt>
                <c:pt idx="6693">
                  <c:v>93.312011999999996</c:v>
                </c:pt>
                <c:pt idx="6694">
                  <c:v>93.340323999999995</c:v>
                </c:pt>
                <c:pt idx="6695">
                  <c:v>93.383506999999994</c:v>
                </c:pt>
                <c:pt idx="6696">
                  <c:v>93.433075000000002</c:v>
                </c:pt>
                <c:pt idx="6697">
                  <c:v>93.482108999999994</c:v>
                </c:pt>
                <c:pt idx="6698">
                  <c:v>93.528625000000005</c:v>
                </c:pt>
                <c:pt idx="6699">
                  <c:v>93.570541000000006</c:v>
                </c:pt>
                <c:pt idx="6700">
                  <c:v>93.606926000000001</c:v>
                </c:pt>
                <c:pt idx="6701">
                  <c:v>93.649817999999996</c:v>
                </c:pt>
                <c:pt idx="6702">
                  <c:v>93.706092999999996</c:v>
                </c:pt>
                <c:pt idx="6703">
                  <c:v>93.763785999999996</c:v>
                </c:pt>
                <c:pt idx="6704">
                  <c:v>93.816665999999998</c:v>
                </c:pt>
                <c:pt idx="6705">
                  <c:v>93.862694000000005</c:v>
                </c:pt>
                <c:pt idx="6706">
                  <c:v>93.900620000000004</c:v>
                </c:pt>
                <c:pt idx="6707">
                  <c:v>93.933121</c:v>
                </c:pt>
                <c:pt idx="6708">
                  <c:v>93.965569000000002</c:v>
                </c:pt>
                <c:pt idx="6709">
                  <c:v>94.006073000000001</c:v>
                </c:pt>
                <c:pt idx="6710">
                  <c:v>94.052925000000002</c:v>
                </c:pt>
                <c:pt idx="6711">
                  <c:v>94.105331000000007</c:v>
                </c:pt>
                <c:pt idx="6712">
                  <c:v>94.162766000000005</c:v>
                </c:pt>
                <c:pt idx="6713">
                  <c:v>94.224288999999999</c:v>
                </c:pt>
                <c:pt idx="6714">
                  <c:v>94.286758000000006</c:v>
                </c:pt>
                <c:pt idx="6715">
                  <c:v>94.343650999999994</c:v>
                </c:pt>
                <c:pt idx="6716">
                  <c:v>94.395499999999998</c:v>
                </c:pt>
                <c:pt idx="6717">
                  <c:v>94.436126999999999</c:v>
                </c:pt>
                <c:pt idx="6718">
                  <c:v>94.469971000000001</c:v>
                </c:pt>
                <c:pt idx="6719">
                  <c:v>94.504456000000005</c:v>
                </c:pt>
                <c:pt idx="6720">
                  <c:v>94.536452999999995</c:v>
                </c:pt>
                <c:pt idx="6721">
                  <c:v>94.563927000000007</c:v>
                </c:pt>
                <c:pt idx="6722">
                  <c:v>94.581978000000007</c:v>
                </c:pt>
                <c:pt idx="6723">
                  <c:v>94.588454999999996</c:v>
                </c:pt>
                <c:pt idx="6724">
                  <c:v>94.595695000000006</c:v>
                </c:pt>
                <c:pt idx="6725">
                  <c:v>94.614036999999996</c:v>
                </c:pt>
                <c:pt idx="6726">
                  <c:v>94.639977000000002</c:v>
                </c:pt>
                <c:pt idx="6727">
                  <c:v>94.664817999999997</c:v>
                </c:pt>
                <c:pt idx="6728">
                  <c:v>94.691765000000004</c:v>
                </c:pt>
                <c:pt idx="6729">
                  <c:v>94.708961000000002</c:v>
                </c:pt>
                <c:pt idx="6730">
                  <c:v>94.710228000000001</c:v>
                </c:pt>
                <c:pt idx="6731">
                  <c:v>94.698241999999993</c:v>
                </c:pt>
                <c:pt idx="6732">
                  <c:v>94.678223000000003</c:v>
                </c:pt>
                <c:pt idx="6733">
                  <c:v>94.657332999999994</c:v>
                </c:pt>
                <c:pt idx="6734">
                  <c:v>94.636512999999994</c:v>
                </c:pt>
                <c:pt idx="6735">
                  <c:v>94.622246000000004</c:v>
                </c:pt>
                <c:pt idx="6736">
                  <c:v>94.615973999999994</c:v>
                </c:pt>
                <c:pt idx="6737">
                  <c:v>94.613433999999998</c:v>
                </c:pt>
                <c:pt idx="6738">
                  <c:v>94.61515</c:v>
                </c:pt>
                <c:pt idx="6739">
                  <c:v>94.622428999999997</c:v>
                </c:pt>
                <c:pt idx="6740">
                  <c:v>94.641281000000006</c:v>
                </c:pt>
                <c:pt idx="6741">
                  <c:v>94.669357000000005</c:v>
                </c:pt>
                <c:pt idx="6742">
                  <c:v>94.706207000000006</c:v>
                </c:pt>
                <c:pt idx="6743">
                  <c:v>94.753067000000001</c:v>
                </c:pt>
                <c:pt idx="6744">
                  <c:v>94.808341999999996</c:v>
                </c:pt>
                <c:pt idx="6745">
                  <c:v>94.869620999999995</c:v>
                </c:pt>
                <c:pt idx="6746">
                  <c:v>94.932877000000005</c:v>
                </c:pt>
                <c:pt idx="6747">
                  <c:v>94.996262000000002</c:v>
                </c:pt>
                <c:pt idx="6748">
                  <c:v>95.053039999999996</c:v>
                </c:pt>
                <c:pt idx="6749">
                  <c:v>95.100845000000007</c:v>
                </c:pt>
                <c:pt idx="6750">
                  <c:v>95.146445999999997</c:v>
                </c:pt>
                <c:pt idx="6751">
                  <c:v>95.192322000000004</c:v>
                </c:pt>
                <c:pt idx="6752">
                  <c:v>95.243378000000007</c:v>
                </c:pt>
                <c:pt idx="6753">
                  <c:v>95.294807000000006</c:v>
                </c:pt>
                <c:pt idx="6754">
                  <c:v>95.351378999999994</c:v>
                </c:pt>
                <c:pt idx="6755">
                  <c:v>95.406418000000002</c:v>
                </c:pt>
                <c:pt idx="6756">
                  <c:v>95.468277</c:v>
                </c:pt>
                <c:pt idx="6757">
                  <c:v>95.536208999999999</c:v>
                </c:pt>
                <c:pt idx="6758">
                  <c:v>95.600112999999993</c:v>
                </c:pt>
                <c:pt idx="6759">
                  <c:v>95.657768000000004</c:v>
                </c:pt>
                <c:pt idx="6760">
                  <c:v>95.714195000000004</c:v>
                </c:pt>
                <c:pt idx="6761">
                  <c:v>95.772246999999993</c:v>
                </c:pt>
                <c:pt idx="6762">
                  <c:v>95.827956999999998</c:v>
                </c:pt>
                <c:pt idx="6763">
                  <c:v>95.881027000000003</c:v>
                </c:pt>
                <c:pt idx="6764">
                  <c:v>95.936256</c:v>
                </c:pt>
                <c:pt idx="6765">
                  <c:v>95.986908</c:v>
                </c:pt>
                <c:pt idx="6766">
                  <c:v>96.038184999999999</c:v>
                </c:pt>
                <c:pt idx="6767">
                  <c:v>96.095237999999995</c:v>
                </c:pt>
                <c:pt idx="6768">
                  <c:v>96.156379999999999</c:v>
                </c:pt>
                <c:pt idx="6769">
                  <c:v>96.233665000000002</c:v>
                </c:pt>
                <c:pt idx="6770">
                  <c:v>96.332825</c:v>
                </c:pt>
                <c:pt idx="6771">
                  <c:v>96.440437000000003</c:v>
                </c:pt>
                <c:pt idx="6772">
                  <c:v>96.566986</c:v>
                </c:pt>
                <c:pt idx="6773">
                  <c:v>96.704773000000003</c:v>
                </c:pt>
                <c:pt idx="6774">
                  <c:v>96.853424000000004</c:v>
                </c:pt>
                <c:pt idx="6775">
                  <c:v>97.011711000000005</c:v>
                </c:pt>
                <c:pt idx="6776">
                  <c:v>97.173561000000007</c:v>
                </c:pt>
                <c:pt idx="6777">
                  <c:v>97.328345999999996</c:v>
                </c:pt>
                <c:pt idx="6778">
                  <c:v>97.475525000000005</c:v>
                </c:pt>
                <c:pt idx="6779">
                  <c:v>97.608681000000004</c:v>
                </c:pt>
                <c:pt idx="6780">
                  <c:v>97.722717000000003</c:v>
                </c:pt>
                <c:pt idx="6781">
                  <c:v>97.820518000000007</c:v>
                </c:pt>
                <c:pt idx="6782">
                  <c:v>97.910683000000006</c:v>
                </c:pt>
                <c:pt idx="6783">
                  <c:v>98.001639999999995</c:v>
                </c:pt>
                <c:pt idx="6784">
                  <c:v>98.098151999999999</c:v>
                </c:pt>
                <c:pt idx="6785">
                  <c:v>98.200073000000003</c:v>
                </c:pt>
                <c:pt idx="6786">
                  <c:v>98.302443999999994</c:v>
                </c:pt>
                <c:pt idx="6787">
                  <c:v>98.397071999999994</c:v>
                </c:pt>
                <c:pt idx="6788">
                  <c:v>98.491095999999999</c:v>
                </c:pt>
                <c:pt idx="6789">
                  <c:v>98.590805000000003</c:v>
                </c:pt>
                <c:pt idx="6790">
                  <c:v>98.702331999999998</c:v>
                </c:pt>
                <c:pt idx="6791">
                  <c:v>98.821037000000004</c:v>
                </c:pt>
                <c:pt idx="6792">
                  <c:v>98.949112</c:v>
                </c:pt>
                <c:pt idx="6793">
                  <c:v>99.090057000000002</c:v>
                </c:pt>
                <c:pt idx="6794">
                  <c:v>99.245987</c:v>
                </c:pt>
                <c:pt idx="6795">
                  <c:v>99.409308999999993</c:v>
                </c:pt>
                <c:pt idx="6796">
                  <c:v>99.572456000000003</c:v>
                </c:pt>
                <c:pt idx="6797">
                  <c:v>99.731032999999996</c:v>
                </c:pt>
                <c:pt idx="6798">
                  <c:v>99.888610999999997</c:v>
                </c:pt>
                <c:pt idx="6799">
                  <c:v>100.04816</c:v>
                </c:pt>
                <c:pt idx="6800">
                  <c:v>100.2132</c:v>
                </c:pt>
                <c:pt idx="6801">
                  <c:v>100.37855</c:v>
                </c:pt>
                <c:pt idx="6802">
                  <c:v>100.54185</c:v>
                </c:pt>
                <c:pt idx="6803">
                  <c:v>100.70332000000001</c:v>
                </c:pt>
                <c:pt idx="6804">
                  <c:v>100.85988</c:v>
                </c:pt>
                <c:pt idx="6805">
                  <c:v>101.01563</c:v>
                </c:pt>
                <c:pt idx="6806">
                  <c:v>101.17146</c:v>
                </c:pt>
                <c:pt idx="6807">
                  <c:v>101.32452000000001</c:v>
                </c:pt>
                <c:pt idx="6808">
                  <c:v>101.47803999999999</c:v>
                </c:pt>
                <c:pt idx="6809">
                  <c:v>101.63426</c:v>
                </c:pt>
                <c:pt idx="6810">
                  <c:v>101.79674</c:v>
                </c:pt>
                <c:pt idx="6811">
                  <c:v>101.97067</c:v>
                </c:pt>
                <c:pt idx="6812">
                  <c:v>102.15488000000001</c:v>
                </c:pt>
                <c:pt idx="6813">
                  <c:v>102.34016</c:v>
                </c:pt>
                <c:pt idx="6814">
                  <c:v>102.52399</c:v>
                </c:pt>
                <c:pt idx="6815">
                  <c:v>102.70771999999999</c:v>
                </c:pt>
                <c:pt idx="6816">
                  <c:v>102.89305</c:v>
                </c:pt>
                <c:pt idx="6817">
                  <c:v>103.07765999999999</c:v>
                </c:pt>
                <c:pt idx="6818">
                  <c:v>103.26134</c:v>
                </c:pt>
                <c:pt idx="6819">
                  <c:v>103.44347</c:v>
                </c:pt>
                <c:pt idx="6820">
                  <c:v>103.62217</c:v>
                </c:pt>
                <c:pt idx="6821">
                  <c:v>103.79575</c:v>
                </c:pt>
                <c:pt idx="6822">
                  <c:v>103.96395</c:v>
                </c:pt>
                <c:pt idx="6823">
                  <c:v>104.13074</c:v>
                </c:pt>
                <c:pt idx="6824">
                  <c:v>104.29854</c:v>
                </c:pt>
                <c:pt idx="6825">
                  <c:v>104.46777</c:v>
                </c:pt>
                <c:pt idx="6826">
                  <c:v>104.63562</c:v>
                </c:pt>
                <c:pt idx="6827">
                  <c:v>104.79703000000001</c:v>
                </c:pt>
                <c:pt idx="6828">
                  <c:v>104.94812</c:v>
                </c:pt>
                <c:pt idx="6829">
                  <c:v>105.09607</c:v>
                </c:pt>
                <c:pt idx="6830">
                  <c:v>105.24696</c:v>
                </c:pt>
                <c:pt idx="6831">
                  <c:v>105.40242000000001</c:v>
                </c:pt>
                <c:pt idx="6832">
                  <c:v>105.55996</c:v>
                </c:pt>
                <c:pt idx="6833">
                  <c:v>105.71451</c:v>
                </c:pt>
                <c:pt idx="6834">
                  <c:v>105.86615999999999</c:v>
                </c:pt>
                <c:pt idx="6835">
                  <c:v>106.01869000000001</c:v>
                </c:pt>
                <c:pt idx="6836">
                  <c:v>106.17744</c:v>
                </c:pt>
                <c:pt idx="6837">
                  <c:v>106.34508</c:v>
                </c:pt>
                <c:pt idx="6838">
                  <c:v>106.51383</c:v>
                </c:pt>
                <c:pt idx="6839">
                  <c:v>106.67865999999999</c:v>
                </c:pt>
                <c:pt idx="6840">
                  <c:v>106.84075</c:v>
                </c:pt>
                <c:pt idx="6841">
                  <c:v>106.99948999999999</c:v>
                </c:pt>
                <c:pt idx="6842">
                  <c:v>107.1481</c:v>
                </c:pt>
                <c:pt idx="6843">
                  <c:v>107.28529</c:v>
                </c:pt>
                <c:pt idx="6844">
                  <c:v>107.41689</c:v>
                </c:pt>
                <c:pt idx="6845">
                  <c:v>107.54977</c:v>
                </c:pt>
                <c:pt idx="6846">
                  <c:v>107.68577999999999</c:v>
                </c:pt>
                <c:pt idx="6847">
                  <c:v>107.82550000000001</c:v>
                </c:pt>
                <c:pt idx="6848">
                  <c:v>107.97031</c:v>
                </c:pt>
                <c:pt idx="6849">
                  <c:v>108.12188</c:v>
                </c:pt>
                <c:pt idx="6850">
                  <c:v>108.2831</c:v>
                </c:pt>
                <c:pt idx="6851">
                  <c:v>108.44763</c:v>
                </c:pt>
                <c:pt idx="6852">
                  <c:v>108.60794</c:v>
                </c:pt>
                <c:pt idx="6853">
                  <c:v>108.76297</c:v>
                </c:pt>
                <c:pt idx="6854">
                  <c:v>108.91537</c:v>
                </c:pt>
                <c:pt idx="6855">
                  <c:v>109.06395999999999</c:v>
                </c:pt>
                <c:pt idx="6856">
                  <c:v>109.20699</c:v>
                </c:pt>
                <c:pt idx="6857">
                  <c:v>109.34184999999999</c:v>
                </c:pt>
                <c:pt idx="6858">
                  <c:v>109.46603</c:v>
                </c:pt>
                <c:pt idx="6859">
                  <c:v>109.57727</c:v>
                </c:pt>
                <c:pt idx="6860">
                  <c:v>109.6776</c:v>
                </c:pt>
                <c:pt idx="6861">
                  <c:v>109.76716</c:v>
                </c:pt>
                <c:pt idx="6862">
                  <c:v>109.84797</c:v>
                </c:pt>
                <c:pt idx="6863">
                  <c:v>109.92959</c:v>
                </c:pt>
                <c:pt idx="6864">
                  <c:v>110.01698</c:v>
                </c:pt>
                <c:pt idx="6865">
                  <c:v>110.10841000000001</c:v>
                </c:pt>
                <c:pt idx="6866">
                  <c:v>110.19815</c:v>
                </c:pt>
                <c:pt idx="6867">
                  <c:v>110.28313</c:v>
                </c:pt>
                <c:pt idx="6868">
                  <c:v>110.36620000000001</c:v>
                </c:pt>
                <c:pt idx="6869">
                  <c:v>110.45126999999999</c:v>
                </c:pt>
                <c:pt idx="6870">
                  <c:v>110.54364</c:v>
                </c:pt>
                <c:pt idx="6871">
                  <c:v>110.64608</c:v>
                </c:pt>
                <c:pt idx="6872">
                  <c:v>110.75539999999999</c:v>
                </c:pt>
                <c:pt idx="6873">
                  <c:v>110.86342999999999</c:v>
                </c:pt>
                <c:pt idx="6874">
                  <c:v>110.96585</c:v>
                </c:pt>
                <c:pt idx="6875">
                  <c:v>111.0587</c:v>
                </c:pt>
                <c:pt idx="6876">
                  <c:v>111.14861000000001</c:v>
                </c:pt>
                <c:pt idx="6877">
                  <c:v>111.24323</c:v>
                </c:pt>
                <c:pt idx="6878">
                  <c:v>111.34837</c:v>
                </c:pt>
                <c:pt idx="6879">
                  <c:v>111.46386</c:v>
                </c:pt>
                <c:pt idx="6880">
                  <c:v>111.58578</c:v>
                </c:pt>
                <c:pt idx="6881">
                  <c:v>111.70923999999999</c:v>
                </c:pt>
                <c:pt idx="6882">
                  <c:v>111.83179</c:v>
                </c:pt>
                <c:pt idx="6883">
                  <c:v>111.95918</c:v>
                </c:pt>
                <c:pt idx="6884">
                  <c:v>112.09359000000001</c:v>
                </c:pt>
                <c:pt idx="6885">
                  <c:v>112.23504</c:v>
                </c:pt>
                <c:pt idx="6886">
                  <c:v>112.37584</c:v>
                </c:pt>
                <c:pt idx="6887">
                  <c:v>112.51261</c:v>
                </c:pt>
                <c:pt idx="6888">
                  <c:v>112.64422</c:v>
                </c:pt>
                <c:pt idx="6889">
                  <c:v>112.76917</c:v>
                </c:pt>
                <c:pt idx="6890">
                  <c:v>112.89113999999999</c:v>
                </c:pt>
                <c:pt idx="6891">
                  <c:v>113.01591000000001</c:v>
                </c:pt>
                <c:pt idx="6892">
                  <c:v>113.14224</c:v>
                </c:pt>
                <c:pt idx="6893">
                  <c:v>113.26976000000001</c:v>
                </c:pt>
                <c:pt idx="6894">
                  <c:v>113.40187</c:v>
                </c:pt>
                <c:pt idx="6895">
                  <c:v>113.53910999999999</c:v>
                </c:pt>
                <c:pt idx="6896">
                  <c:v>113.67301</c:v>
                </c:pt>
                <c:pt idx="6897">
                  <c:v>113.78994</c:v>
                </c:pt>
                <c:pt idx="6898">
                  <c:v>113.8877</c:v>
                </c:pt>
                <c:pt idx="6899">
                  <c:v>113.96906</c:v>
                </c:pt>
                <c:pt idx="6900">
                  <c:v>114.02509999999999</c:v>
                </c:pt>
                <c:pt idx="6901">
                  <c:v>114.06619000000001</c:v>
                </c:pt>
                <c:pt idx="6902">
                  <c:v>114.10632</c:v>
                </c:pt>
                <c:pt idx="6903">
                  <c:v>114.10941</c:v>
                </c:pt>
                <c:pt idx="6904">
                  <c:v>114.05345</c:v>
                </c:pt>
                <c:pt idx="6905">
                  <c:v>113.97408</c:v>
                </c:pt>
                <c:pt idx="6906">
                  <c:v>113.88718</c:v>
                </c:pt>
                <c:pt idx="6907">
                  <c:v>113.80457</c:v>
                </c:pt>
                <c:pt idx="6908">
                  <c:v>113.74218</c:v>
                </c:pt>
                <c:pt idx="6909">
                  <c:v>113.68576</c:v>
                </c:pt>
                <c:pt idx="6910">
                  <c:v>113.64224</c:v>
                </c:pt>
                <c:pt idx="6911">
                  <c:v>113.60411999999999</c:v>
                </c:pt>
                <c:pt idx="6912">
                  <c:v>113.56294</c:v>
                </c:pt>
                <c:pt idx="6913">
                  <c:v>113.52547</c:v>
                </c:pt>
                <c:pt idx="6914">
                  <c:v>113.49095</c:v>
                </c:pt>
                <c:pt idx="6915">
                  <c:v>113.45877</c:v>
                </c:pt>
                <c:pt idx="6916">
                  <c:v>113.43191</c:v>
                </c:pt>
                <c:pt idx="6917">
                  <c:v>113.41558999999999</c:v>
                </c:pt>
                <c:pt idx="6918">
                  <c:v>113.40572</c:v>
                </c:pt>
                <c:pt idx="6919">
                  <c:v>113.39679</c:v>
                </c:pt>
                <c:pt idx="6920">
                  <c:v>113.38805000000001</c:v>
                </c:pt>
                <c:pt idx="6921">
                  <c:v>113.38321999999999</c:v>
                </c:pt>
                <c:pt idx="6922">
                  <c:v>113.38464999999999</c:v>
                </c:pt>
                <c:pt idx="6923">
                  <c:v>113.38925</c:v>
                </c:pt>
                <c:pt idx="6924">
                  <c:v>113.39227</c:v>
                </c:pt>
                <c:pt idx="6925">
                  <c:v>113.39191</c:v>
                </c:pt>
                <c:pt idx="6926">
                  <c:v>113.38892</c:v>
                </c:pt>
                <c:pt idx="6927">
                  <c:v>113.38263000000001</c:v>
                </c:pt>
                <c:pt idx="6928">
                  <c:v>113.37306</c:v>
                </c:pt>
                <c:pt idx="6929">
                  <c:v>113.3669</c:v>
                </c:pt>
                <c:pt idx="6930">
                  <c:v>113.37593</c:v>
                </c:pt>
                <c:pt idx="6931">
                  <c:v>113.41701</c:v>
                </c:pt>
                <c:pt idx="6932">
                  <c:v>113.48567</c:v>
                </c:pt>
                <c:pt idx="6933">
                  <c:v>113.5655</c:v>
                </c:pt>
                <c:pt idx="6934">
                  <c:v>113.64565</c:v>
                </c:pt>
                <c:pt idx="6935">
                  <c:v>113.72694</c:v>
                </c:pt>
                <c:pt idx="6936">
                  <c:v>113.80647</c:v>
                </c:pt>
                <c:pt idx="6937">
                  <c:v>113.8836</c:v>
                </c:pt>
                <c:pt idx="6938">
                  <c:v>113.96162</c:v>
                </c:pt>
                <c:pt idx="6939">
                  <c:v>114.04052</c:v>
                </c:pt>
                <c:pt idx="6940">
                  <c:v>114.12121999999999</c:v>
                </c:pt>
                <c:pt idx="6941">
                  <c:v>114.20116</c:v>
                </c:pt>
                <c:pt idx="6942">
                  <c:v>114.28203999999999</c:v>
                </c:pt>
                <c:pt idx="6943">
                  <c:v>114.36492</c:v>
                </c:pt>
                <c:pt idx="6944">
                  <c:v>114.45415</c:v>
                </c:pt>
                <c:pt idx="6945">
                  <c:v>114.54404</c:v>
                </c:pt>
                <c:pt idx="6946">
                  <c:v>114.62897</c:v>
                </c:pt>
                <c:pt idx="6947">
                  <c:v>114.70712</c:v>
                </c:pt>
                <c:pt idx="6948">
                  <c:v>114.77472</c:v>
                </c:pt>
                <c:pt idx="6949">
                  <c:v>114.83336</c:v>
                </c:pt>
                <c:pt idx="6950">
                  <c:v>114.88936</c:v>
                </c:pt>
                <c:pt idx="6951">
                  <c:v>114.95044</c:v>
                </c:pt>
                <c:pt idx="6952">
                  <c:v>115.01703000000001</c:v>
                </c:pt>
                <c:pt idx="6953">
                  <c:v>115.08762</c:v>
                </c:pt>
                <c:pt idx="6954">
                  <c:v>115.15891000000001</c:v>
                </c:pt>
                <c:pt idx="6955">
                  <c:v>115.21805999999999</c:v>
                </c:pt>
                <c:pt idx="6956">
                  <c:v>115.258</c:v>
                </c:pt>
                <c:pt idx="6957">
                  <c:v>115.28100999999999</c:v>
                </c:pt>
                <c:pt idx="6958">
                  <c:v>115.28785999999999</c:v>
                </c:pt>
                <c:pt idx="6959">
                  <c:v>115.2822</c:v>
                </c:pt>
                <c:pt idx="6960">
                  <c:v>115.26899</c:v>
                </c:pt>
                <c:pt idx="6961">
                  <c:v>115.24454</c:v>
                </c:pt>
                <c:pt idx="6962">
                  <c:v>115.20905</c:v>
                </c:pt>
                <c:pt idx="6963">
                  <c:v>115.16909</c:v>
                </c:pt>
                <c:pt idx="6964">
                  <c:v>115.13115999999999</c:v>
                </c:pt>
                <c:pt idx="6965">
                  <c:v>115.09263</c:v>
                </c:pt>
                <c:pt idx="6966">
                  <c:v>115.0527</c:v>
                </c:pt>
                <c:pt idx="6967">
                  <c:v>115.01244</c:v>
                </c:pt>
                <c:pt idx="6968">
                  <c:v>114.97297</c:v>
                </c:pt>
                <c:pt idx="6969">
                  <c:v>114.93658000000001</c:v>
                </c:pt>
                <c:pt idx="6970">
                  <c:v>114.90148000000001</c:v>
                </c:pt>
                <c:pt idx="6971">
                  <c:v>114.87109</c:v>
                </c:pt>
                <c:pt idx="6972">
                  <c:v>114.85413</c:v>
                </c:pt>
                <c:pt idx="6973">
                  <c:v>114.85201000000001</c:v>
                </c:pt>
                <c:pt idx="6974">
                  <c:v>114.86145999999999</c:v>
                </c:pt>
                <c:pt idx="6975">
                  <c:v>114.86826000000001</c:v>
                </c:pt>
                <c:pt idx="6976">
                  <c:v>114.86327</c:v>
                </c:pt>
                <c:pt idx="6977">
                  <c:v>114.84977000000001</c:v>
                </c:pt>
                <c:pt idx="6978">
                  <c:v>114.83604</c:v>
                </c:pt>
                <c:pt idx="6979">
                  <c:v>114.82084999999999</c:v>
                </c:pt>
                <c:pt idx="6980">
                  <c:v>114.8034</c:v>
                </c:pt>
                <c:pt idx="6981">
                  <c:v>114.78677</c:v>
                </c:pt>
                <c:pt idx="6982">
                  <c:v>114.77342</c:v>
                </c:pt>
                <c:pt idx="6983">
                  <c:v>114.76476</c:v>
                </c:pt>
                <c:pt idx="6984">
                  <c:v>114.76258</c:v>
                </c:pt>
                <c:pt idx="6985">
                  <c:v>114.77048000000001</c:v>
                </c:pt>
                <c:pt idx="6986">
                  <c:v>114.79061</c:v>
                </c:pt>
                <c:pt idx="6987">
                  <c:v>114.82501000000001</c:v>
                </c:pt>
                <c:pt idx="6988">
                  <c:v>114.8687</c:v>
                </c:pt>
                <c:pt idx="6989">
                  <c:v>114.91697000000001</c:v>
                </c:pt>
                <c:pt idx="6990">
                  <c:v>114.96679</c:v>
                </c:pt>
                <c:pt idx="6991">
                  <c:v>115.01467</c:v>
                </c:pt>
                <c:pt idx="6992">
                  <c:v>115.0573</c:v>
                </c:pt>
                <c:pt idx="6993">
                  <c:v>115.09726999999999</c:v>
                </c:pt>
                <c:pt idx="6994">
                  <c:v>115.13826</c:v>
                </c:pt>
                <c:pt idx="6995">
                  <c:v>115.17971</c:v>
                </c:pt>
                <c:pt idx="6996">
                  <c:v>115.22202</c:v>
                </c:pt>
                <c:pt idx="6997">
                  <c:v>115.26466000000001</c:v>
                </c:pt>
                <c:pt idx="6998">
                  <c:v>115.30387</c:v>
                </c:pt>
                <c:pt idx="6999">
                  <c:v>115.33699</c:v>
                </c:pt>
                <c:pt idx="7000">
                  <c:v>115.36623</c:v>
                </c:pt>
                <c:pt idx="7001">
                  <c:v>115.39394</c:v>
                </c:pt>
                <c:pt idx="7002">
                  <c:v>115.42082000000001</c:v>
                </c:pt>
                <c:pt idx="7003">
                  <c:v>115.45113000000001</c:v>
                </c:pt>
                <c:pt idx="7004">
                  <c:v>115.48666</c:v>
                </c:pt>
                <c:pt idx="7005">
                  <c:v>115.52378</c:v>
                </c:pt>
                <c:pt idx="7006">
                  <c:v>115.55933</c:v>
                </c:pt>
                <c:pt idx="7007">
                  <c:v>115.59554</c:v>
                </c:pt>
                <c:pt idx="7008">
                  <c:v>115.63411000000001</c:v>
                </c:pt>
                <c:pt idx="7009">
                  <c:v>115.6743</c:v>
                </c:pt>
                <c:pt idx="7010">
                  <c:v>115.71505999999999</c:v>
                </c:pt>
                <c:pt idx="7011">
                  <c:v>115.75763999999999</c:v>
                </c:pt>
                <c:pt idx="7012">
                  <c:v>115.80354</c:v>
                </c:pt>
                <c:pt idx="7013">
                  <c:v>115.84874000000001</c:v>
                </c:pt>
                <c:pt idx="7014">
                  <c:v>115.88879</c:v>
                </c:pt>
                <c:pt idx="7015">
                  <c:v>115.92822</c:v>
                </c:pt>
                <c:pt idx="7016">
                  <c:v>115.96516</c:v>
                </c:pt>
                <c:pt idx="7017">
                  <c:v>115.99290000000001</c:v>
                </c:pt>
                <c:pt idx="7018">
                  <c:v>116.00494</c:v>
                </c:pt>
                <c:pt idx="7019">
                  <c:v>116.01078</c:v>
                </c:pt>
                <c:pt idx="7020">
                  <c:v>116.03049</c:v>
                </c:pt>
                <c:pt idx="7021">
                  <c:v>116.06478</c:v>
                </c:pt>
                <c:pt idx="7022">
                  <c:v>116.11135</c:v>
                </c:pt>
                <c:pt idx="7023">
                  <c:v>116.16267999999999</c:v>
                </c:pt>
                <c:pt idx="7024">
                  <c:v>116.20854</c:v>
                </c:pt>
                <c:pt idx="7025">
                  <c:v>116.24912</c:v>
                </c:pt>
                <c:pt idx="7026">
                  <c:v>116.28489999999999</c:v>
                </c:pt>
                <c:pt idx="7027">
                  <c:v>116.31586</c:v>
                </c:pt>
                <c:pt idx="7028">
                  <c:v>116.34235</c:v>
                </c:pt>
                <c:pt idx="7029">
                  <c:v>116.36526000000001</c:v>
                </c:pt>
                <c:pt idx="7030">
                  <c:v>116.38717</c:v>
                </c:pt>
                <c:pt idx="7031">
                  <c:v>116.40663000000001</c:v>
                </c:pt>
                <c:pt idx="7032">
                  <c:v>116.4181</c:v>
                </c:pt>
                <c:pt idx="7033">
                  <c:v>116.42834000000001</c:v>
                </c:pt>
                <c:pt idx="7034">
                  <c:v>116.44626</c:v>
                </c:pt>
                <c:pt idx="7035">
                  <c:v>116.47136</c:v>
                </c:pt>
                <c:pt idx="7036">
                  <c:v>116.49827999999999</c:v>
                </c:pt>
                <c:pt idx="7037">
                  <c:v>116.5266</c:v>
                </c:pt>
                <c:pt idx="7038">
                  <c:v>116.55732</c:v>
                </c:pt>
                <c:pt idx="7039">
                  <c:v>116.58701000000001</c:v>
                </c:pt>
                <c:pt idx="7040">
                  <c:v>116.61490999999999</c:v>
                </c:pt>
                <c:pt idx="7041">
                  <c:v>116.63994</c:v>
                </c:pt>
                <c:pt idx="7042">
                  <c:v>116.65477</c:v>
                </c:pt>
                <c:pt idx="7043">
                  <c:v>116.66737999999999</c:v>
                </c:pt>
                <c:pt idx="7044">
                  <c:v>116.68877000000001</c:v>
                </c:pt>
                <c:pt idx="7045">
                  <c:v>116.71975999999999</c:v>
                </c:pt>
                <c:pt idx="7046">
                  <c:v>116.75015999999999</c:v>
                </c:pt>
                <c:pt idx="7047">
                  <c:v>116.76282</c:v>
                </c:pt>
                <c:pt idx="7048">
                  <c:v>116.76235</c:v>
                </c:pt>
                <c:pt idx="7049">
                  <c:v>116.75579</c:v>
                </c:pt>
                <c:pt idx="7050">
                  <c:v>116.74593</c:v>
                </c:pt>
                <c:pt idx="7051">
                  <c:v>116.73436</c:v>
                </c:pt>
                <c:pt idx="7052">
                  <c:v>116.7234</c:v>
                </c:pt>
                <c:pt idx="7053">
                  <c:v>116.71357999999999</c:v>
                </c:pt>
                <c:pt idx="7054">
                  <c:v>116.70538000000001</c:v>
                </c:pt>
                <c:pt idx="7055">
                  <c:v>116.70349</c:v>
                </c:pt>
                <c:pt idx="7056">
                  <c:v>116.70994</c:v>
                </c:pt>
                <c:pt idx="7057">
                  <c:v>116.73081999999999</c:v>
                </c:pt>
                <c:pt idx="7058">
                  <c:v>116.76891999999999</c:v>
                </c:pt>
                <c:pt idx="7059">
                  <c:v>116.81507000000001</c:v>
                </c:pt>
                <c:pt idx="7060">
                  <c:v>116.85635000000001</c:v>
                </c:pt>
                <c:pt idx="7061">
                  <c:v>116.88513</c:v>
                </c:pt>
                <c:pt idx="7062">
                  <c:v>116.89857000000001</c:v>
                </c:pt>
                <c:pt idx="7063">
                  <c:v>116.89864</c:v>
                </c:pt>
                <c:pt idx="7064">
                  <c:v>116.88858</c:v>
                </c:pt>
                <c:pt idx="7065">
                  <c:v>116.8772</c:v>
                </c:pt>
                <c:pt idx="7066">
                  <c:v>116.86784</c:v>
                </c:pt>
                <c:pt idx="7067">
                  <c:v>116.86114000000001</c:v>
                </c:pt>
                <c:pt idx="7068">
                  <c:v>116.85974</c:v>
                </c:pt>
                <c:pt idx="7069">
                  <c:v>116.8631</c:v>
                </c:pt>
                <c:pt idx="7070">
                  <c:v>116.86964</c:v>
                </c:pt>
                <c:pt idx="7071">
                  <c:v>116.87756</c:v>
                </c:pt>
                <c:pt idx="7072">
                  <c:v>116.88455999999999</c:v>
                </c:pt>
                <c:pt idx="7073">
                  <c:v>116.89830000000001</c:v>
                </c:pt>
                <c:pt idx="7074">
                  <c:v>116.91968</c:v>
                </c:pt>
                <c:pt idx="7075">
                  <c:v>116.94372</c:v>
                </c:pt>
                <c:pt idx="7076">
                  <c:v>116.96905</c:v>
                </c:pt>
                <c:pt idx="7077">
                  <c:v>116.99956</c:v>
                </c:pt>
                <c:pt idx="7078">
                  <c:v>117.0395</c:v>
                </c:pt>
                <c:pt idx="7079">
                  <c:v>117.08458</c:v>
                </c:pt>
                <c:pt idx="7080">
                  <c:v>117.12599</c:v>
                </c:pt>
                <c:pt idx="7081">
                  <c:v>117.16501</c:v>
                </c:pt>
                <c:pt idx="7082">
                  <c:v>117.20806</c:v>
                </c:pt>
                <c:pt idx="7083">
                  <c:v>117.25662</c:v>
                </c:pt>
                <c:pt idx="7084">
                  <c:v>117.30744</c:v>
                </c:pt>
                <c:pt idx="7085">
                  <c:v>117.35814999999999</c:v>
                </c:pt>
                <c:pt idx="7086">
                  <c:v>117.40683</c:v>
                </c:pt>
                <c:pt idx="7087">
                  <c:v>117.45444999999999</c:v>
                </c:pt>
                <c:pt idx="7088">
                  <c:v>117.50503999999999</c:v>
                </c:pt>
                <c:pt idx="7089">
                  <c:v>117.55997000000001</c:v>
                </c:pt>
                <c:pt idx="7090">
                  <c:v>117.62035</c:v>
                </c:pt>
                <c:pt idx="7091">
                  <c:v>117.6748</c:v>
                </c:pt>
                <c:pt idx="7092">
                  <c:v>117.72516</c:v>
                </c:pt>
                <c:pt idx="7093">
                  <c:v>117.77208</c:v>
                </c:pt>
                <c:pt idx="7094">
                  <c:v>117.80526999999999</c:v>
                </c:pt>
                <c:pt idx="7095">
                  <c:v>117.82998000000001</c:v>
                </c:pt>
                <c:pt idx="7096">
                  <c:v>117.84941000000001</c:v>
                </c:pt>
                <c:pt idx="7097">
                  <c:v>117.86490999999999</c:v>
                </c:pt>
                <c:pt idx="7098">
                  <c:v>117.88912999999999</c:v>
                </c:pt>
                <c:pt idx="7099">
                  <c:v>117.92469</c:v>
                </c:pt>
                <c:pt idx="7100">
                  <c:v>117.9657</c:v>
                </c:pt>
                <c:pt idx="7101">
                  <c:v>118.00454999999999</c:v>
                </c:pt>
                <c:pt idx="7102">
                  <c:v>118.03769</c:v>
                </c:pt>
                <c:pt idx="7103">
                  <c:v>118.07707000000001</c:v>
                </c:pt>
                <c:pt idx="7104">
                  <c:v>118.12090999999999</c:v>
                </c:pt>
                <c:pt idx="7105">
                  <c:v>118.16463</c:v>
                </c:pt>
                <c:pt idx="7106">
                  <c:v>118.19946</c:v>
                </c:pt>
                <c:pt idx="7107">
                  <c:v>118.21827</c:v>
                </c:pt>
                <c:pt idx="7108">
                  <c:v>118.21856</c:v>
                </c:pt>
                <c:pt idx="7109">
                  <c:v>118.20162000000001</c:v>
                </c:pt>
                <c:pt idx="7110">
                  <c:v>118.17334</c:v>
                </c:pt>
                <c:pt idx="7111">
                  <c:v>118.14103</c:v>
                </c:pt>
                <c:pt idx="7112">
                  <c:v>118.11121</c:v>
                </c:pt>
                <c:pt idx="7113">
                  <c:v>118.08665000000001</c:v>
                </c:pt>
                <c:pt idx="7114">
                  <c:v>118.07147000000001</c:v>
                </c:pt>
                <c:pt idx="7115">
                  <c:v>118.06278</c:v>
                </c:pt>
                <c:pt idx="7116">
                  <c:v>118.06100000000001</c:v>
                </c:pt>
                <c:pt idx="7117">
                  <c:v>118.06836</c:v>
                </c:pt>
                <c:pt idx="7118">
                  <c:v>118.08691</c:v>
                </c:pt>
                <c:pt idx="7119">
                  <c:v>118.11562000000001</c:v>
                </c:pt>
                <c:pt idx="7120">
                  <c:v>118.15042</c:v>
                </c:pt>
                <c:pt idx="7121">
                  <c:v>118.18591000000001</c:v>
                </c:pt>
                <c:pt idx="7122">
                  <c:v>118.21953999999999</c:v>
                </c:pt>
                <c:pt idx="7123">
                  <c:v>118.25264</c:v>
                </c:pt>
                <c:pt idx="7124">
                  <c:v>118.28489</c:v>
                </c:pt>
                <c:pt idx="7125">
                  <c:v>118.31391000000001</c:v>
                </c:pt>
                <c:pt idx="7126">
                  <c:v>118.34097</c:v>
                </c:pt>
                <c:pt idx="7127">
                  <c:v>118.36729</c:v>
                </c:pt>
                <c:pt idx="7128">
                  <c:v>118.39324000000001</c:v>
                </c:pt>
                <c:pt idx="7129">
                  <c:v>118.41683</c:v>
                </c:pt>
                <c:pt idx="7130">
                  <c:v>118.43097</c:v>
                </c:pt>
                <c:pt idx="7131">
                  <c:v>118.43933</c:v>
                </c:pt>
                <c:pt idx="7132">
                  <c:v>118.44865</c:v>
                </c:pt>
                <c:pt idx="7133">
                  <c:v>118.45992</c:v>
                </c:pt>
                <c:pt idx="7134">
                  <c:v>118.47427999999999</c:v>
                </c:pt>
                <c:pt idx="7135">
                  <c:v>118.48918</c:v>
                </c:pt>
                <c:pt idx="7136">
                  <c:v>118.50530000000001</c:v>
                </c:pt>
                <c:pt idx="7137">
                  <c:v>118.51966</c:v>
                </c:pt>
                <c:pt idx="7138">
                  <c:v>118.52776</c:v>
                </c:pt>
                <c:pt idx="7139">
                  <c:v>118.52968</c:v>
                </c:pt>
                <c:pt idx="7140">
                  <c:v>118.53131</c:v>
                </c:pt>
                <c:pt idx="7141">
                  <c:v>118.53926</c:v>
                </c:pt>
                <c:pt idx="7142">
                  <c:v>118.55553</c:v>
                </c:pt>
                <c:pt idx="7143">
                  <c:v>118.57585</c:v>
                </c:pt>
                <c:pt idx="7144">
                  <c:v>118.5994</c:v>
                </c:pt>
                <c:pt idx="7145">
                  <c:v>118.63023</c:v>
                </c:pt>
                <c:pt idx="7146">
                  <c:v>118.66151000000001</c:v>
                </c:pt>
                <c:pt idx="7147">
                  <c:v>118.68984</c:v>
                </c:pt>
                <c:pt idx="7148">
                  <c:v>118.7212</c:v>
                </c:pt>
                <c:pt idx="7149">
                  <c:v>118.75851</c:v>
                </c:pt>
                <c:pt idx="7150">
                  <c:v>118.80054</c:v>
                </c:pt>
                <c:pt idx="7151">
                  <c:v>118.85001</c:v>
                </c:pt>
                <c:pt idx="7152">
                  <c:v>118.9064</c:v>
                </c:pt>
                <c:pt idx="7153">
                  <c:v>118.96342</c:v>
                </c:pt>
                <c:pt idx="7154">
                  <c:v>119.01994000000001</c:v>
                </c:pt>
                <c:pt idx="7155">
                  <c:v>119.08498</c:v>
                </c:pt>
                <c:pt idx="7156">
                  <c:v>119.15266</c:v>
                </c:pt>
                <c:pt idx="7157">
                  <c:v>119.21604000000001</c:v>
                </c:pt>
                <c:pt idx="7158">
                  <c:v>119.27572000000001</c:v>
                </c:pt>
                <c:pt idx="7159">
                  <c:v>119.33696</c:v>
                </c:pt>
                <c:pt idx="7160">
                  <c:v>119.40304999999999</c:v>
                </c:pt>
                <c:pt idx="7161">
                  <c:v>119.47244999999999</c:v>
                </c:pt>
                <c:pt idx="7162">
                  <c:v>119.54447</c:v>
                </c:pt>
                <c:pt idx="7163">
                  <c:v>119.61597</c:v>
                </c:pt>
                <c:pt idx="7164">
                  <c:v>119.67847999999999</c:v>
                </c:pt>
                <c:pt idx="7165">
                  <c:v>119.7328</c:v>
                </c:pt>
                <c:pt idx="7166">
                  <c:v>119.79022999999999</c:v>
                </c:pt>
                <c:pt idx="7167">
                  <c:v>119.85930999999999</c:v>
                </c:pt>
                <c:pt idx="7168">
                  <c:v>119.93376000000001</c:v>
                </c:pt>
                <c:pt idx="7169">
                  <c:v>120.00574</c:v>
                </c:pt>
                <c:pt idx="7170">
                  <c:v>120.07049000000001</c:v>
                </c:pt>
                <c:pt idx="7171">
                  <c:v>120.12067</c:v>
                </c:pt>
                <c:pt idx="7172">
                  <c:v>120.16413</c:v>
                </c:pt>
                <c:pt idx="7173">
                  <c:v>120.20518</c:v>
                </c:pt>
                <c:pt idx="7174">
                  <c:v>120.24226</c:v>
                </c:pt>
                <c:pt idx="7175">
                  <c:v>120.27359</c:v>
                </c:pt>
                <c:pt idx="7176">
                  <c:v>120.30293</c:v>
                </c:pt>
                <c:pt idx="7177">
                  <c:v>120.33217</c:v>
                </c:pt>
                <c:pt idx="7178">
                  <c:v>120.35847</c:v>
                </c:pt>
                <c:pt idx="7179">
                  <c:v>120.37994</c:v>
                </c:pt>
                <c:pt idx="7180">
                  <c:v>120.39570999999999</c:v>
                </c:pt>
                <c:pt idx="7181">
                  <c:v>120.41194</c:v>
                </c:pt>
                <c:pt idx="7182">
                  <c:v>120.43523</c:v>
                </c:pt>
                <c:pt idx="7183">
                  <c:v>120.46751</c:v>
                </c:pt>
                <c:pt idx="7184">
                  <c:v>120.50876</c:v>
                </c:pt>
                <c:pt idx="7185">
                  <c:v>120.55589000000001</c:v>
                </c:pt>
                <c:pt idx="7186">
                  <c:v>120.60789</c:v>
                </c:pt>
                <c:pt idx="7187">
                  <c:v>120.66136</c:v>
                </c:pt>
                <c:pt idx="7188">
                  <c:v>120.71172</c:v>
                </c:pt>
                <c:pt idx="7189">
                  <c:v>120.75986</c:v>
                </c:pt>
                <c:pt idx="7190">
                  <c:v>120.80781</c:v>
                </c:pt>
                <c:pt idx="7191">
                  <c:v>120.85718</c:v>
                </c:pt>
                <c:pt idx="7192">
                  <c:v>120.9091</c:v>
                </c:pt>
                <c:pt idx="7193">
                  <c:v>120.96307</c:v>
                </c:pt>
                <c:pt idx="7194">
                  <c:v>121.01755</c:v>
                </c:pt>
                <c:pt idx="7195">
                  <c:v>121.07406</c:v>
                </c:pt>
                <c:pt idx="7196">
                  <c:v>121.13857</c:v>
                </c:pt>
                <c:pt idx="7197">
                  <c:v>121.20856000000001</c:v>
                </c:pt>
                <c:pt idx="7198">
                  <c:v>121.28367</c:v>
                </c:pt>
                <c:pt idx="7199">
                  <c:v>121.36178</c:v>
                </c:pt>
                <c:pt idx="7200">
                  <c:v>121.44199999999999</c:v>
                </c:pt>
                <c:pt idx="7201">
                  <c:v>121.52375000000001</c:v>
                </c:pt>
                <c:pt idx="7202">
                  <c:v>121.60863000000001</c:v>
                </c:pt>
                <c:pt idx="7203">
                  <c:v>121.69078</c:v>
                </c:pt>
                <c:pt idx="7204">
                  <c:v>121.76589</c:v>
                </c:pt>
                <c:pt idx="7205">
                  <c:v>121.83745999999999</c:v>
                </c:pt>
                <c:pt idx="7206">
                  <c:v>121.91063</c:v>
                </c:pt>
                <c:pt idx="7207">
                  <c:v>121.98464</c:v>
                </c:pt>
                <c:pt idx="7208">
                  <c:v>122.05817</c:v>
                </c:pt>
                <c:pt idx="7209">
                  <c:v>122.13197</c:v>
                </c:pt>
                <c:pt idx="7210">
                  <c:v>122.20578999999999</c:v>
                </c:pt>
                <c:pt idx="7211">
                  <c:v>122.2782</c:v>
                </c:pt>
                <c:pt idx="7212">
                  <c:v>122.34447</c:v>
                </c:pt>
                <c:pt idx="7213">
                  <c:v>122.4015</c:v>
                </c:pt>
                <c:pt idx="7214">
                  <c:v>122.44727</c:v>
                </c:pt>
                <c:pt idx="7215">
                  <c:v>122.48076</c:v>
                </c:pt>
                <c:pt idx="7216">
                  <c:v>122.50248999999999</c:v>
                </c:pt>
                <c:pt idx="7217">
                  <c:v>122.5205</c:v>
                </c:pt>
                <c:pt idx="7218">
                  <c:v>122.54152999999999</c:v>
                </c:pt>
                <c:pt idx="7219">
                  <c:v>122.56386000000001</c:v>
                </c:pt>
                <c:pt idx="7220">
                  <c:v>122.5827</c:v>
                </c:pt>
                <c:pt idx="7221">
                  <c:v>122.59464</c:v>
                </c:pt>
                <c:pt idx="7222">
                  <c:v>122.59793000000001</c:v>
                </c:pt>
                <c:pt idx="7223">
                  <c:v>122.59808</c:v>
                </c:pt>
                <c:pt idx="7224">
                  <c:v>122.599</c:v>
                </c:pt>
                <c:pt idx="7225">
                  <c:v>122.60272000000001</c:v>
                </c:pt>
                <c:pt idx="7226">
                  <c:v>122.61045</c:v>
                </c:pt>
                <c:pt idx="7227">
                  <c:v>122.62263</c:v>
                </c:pt>
                <c:pt idx="7228">
                  <c:v>122.64258</c:v>
                </c:pt>
                <c:pt idx="7229">
                  <c:v>122.67045</c:v>
                </c:pt>
                <c:pt idx="7230">
                  <c:v>122.69971</c:v>
                </c:pt>
                <c:pt idx="7231">
                  <c:v>122.7283</c:v>
                </c:pt>
                <c:pt idx="7232">
                  <c:v>122.75543999999999</c:v>
                </c:pt>
                <c:pt idx="7233">
                  <c:v>122.77933</c:v>
                </c:pt>
                <c:pt idx="7234">
                  <c:v>122.79633</c:v>
                </c:pt>
                <c:pt idx="7235">
                  <c:v>122.80656</c:v>
                </c:pt>
                <c:pt idx="7236">
                  <c:v>122.81053</c:v>
                </c:pt>
                <c:pt idx="7237">
                  <c:v>122.81066</c:v>
                </c:pt>
                <c:pt idx="7238">
                  <c:v>122.81328999999999</c:v>
                </c:pt>
                <c:pt idx="7239">
                  <c:v>122.8229</c:v>
                </c:pt>
                <c:pt idx="7240">
                  <c:v>122.83729</c:v>
                </c:pt>
                <c:pt idx="7241">
                  <c:v>122.85404</c:v>
                </c:pt>
                <c:pt idx="7242">
                  <c:v>122.8717</c:v>
                </c:pt>
                <c:pt idx="7243">
                  <c:v>122.88643999999999</c:v>
                </c:pt>
                <c:pt idx="7244">
                  <c:v>122.89443</c:v>
                </c:pt>
                <c:pt idx="7245">
                  <c:v>122.89478</c:v>
                </c:pt>
                <c:pt idx="7246">
                  <c:v>122.88667</c:v>
                </c:pt>
                <c:pt idx="7247">
                  <c:v>122.87061</c:v>
                </c:pt>
                <c:pt idx="7248">
                  <c:v>122.84932000000001</c:v>
                </c:pt>
                <c:pt idx="7249">
                  <c:v>122.8252</c:v>
                </c:pt>
                <c:pt idx="7250">
                  <c:v>122.79559</c:v>
                </c:pt>
                <c:pt idx="7251">
                  <c:v>122.76188999999999</c:v>
                </c:pt>
                <c:pt idx="7252">
                  <c:v>122.72939</c:v>
                </c:pt>
                <c:pt idx="7253">
                  <c:v>122.70016</c:v>
                </c:pt>
                <c:pt idx="7254">
                  <c:v>122.67273</c:v>
                </c:pt>
                <c:pt idx="7255">
                  <c:v>122.64601</c:v>
                </c:pt>
                <c:pt idx="7256">
                  <c:v>122.62188</c:v>
                </c:pt>
                <c:pt idx="7257">
                  <c:v>122.60035999999999</c:v>
                </c:pt>
                <c:pt idx="7258">
                  <c:v>122.57899999999999</c:v>
                </c:pt>
                <c:pt idx="7259">
                  <c:v>122.55846</c:v>
                </c:pt>
                <c:pt idx="7260">
                  <c:v>122.5386</c:v>
                </c:pt>
                <c:pt idx="7261">
                  <c:v>122.5142</c:v>
                </c:pt>
                <c:pt idx="7262">
                  <c:v>122.48531</c:v>
                </c:pt>
                <c:pt idx="7263">
                  <c:v>122.45263</c:v>
                </c:pt>
                <c:pt idx="7264">
                  <c:v>122.41444</c:v>
                </c:pt>
                <c:pt idx="7265">
                  <c:v>122.34761</c:v>
                </c:pt>
                <c:pt idx="7266">
                  <c:v>122.26127</c:v>
                </c:pt>
                <c:pt idx="7267">
                  <c:v>122.17064000000001</c:v>
                </c:pt>
                <c:pt idx="7268">
                  <c:v>122.08544000000001</c:v>
                </c:pt>
                <c:pt idx="7269">
                  <c:v>122.00896</c:v>
                </c:pt>
                <c:pt idx="7270">
                  <c:v>121.93919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A2B0-41D1-9ABE-A046B9F6258F}"/>
            </c:ext>
          </c:extLst>
        </c:ser>
        <c:ser>
          <c:idx val="2"/>
          <c:order val="2"/>
          <c:tx>
            <c:strRef>
              <c:f>'DL-Model'!$AP$1</c:f>
              <c:strCache>
                <c:ptCount val="1"/>
                <c:pt idx="0">
                  <c:v>T_sw_LSTM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'DL-Model'!$AP$2:$AP$7272</c:f>
              <c:numCache>
                <c:formatCode>General</c:formatCode>
                <c:ptCount val="7271"/>
                <c:pt idx="0">
                  <c:v>39.216175</c:v>
                </c:pt>
                <c:pt idx="1">
                  <c:v>40.538074000000002</c:v>
                </c:pt>
                <c:pt idx="2">
                  <c:v>41.362656000000001</c:v>
                </c:pt>
                <c:pt idx="3">
                  <c:v>41.588389999999997</c:v>
                </c:pt>
                <c:pt idx="4">
                  <c:v>41.776985000000003</c:v>
                </c:pt>
                <c:pt idx="5">
                  <c:v>42.141795999999999</c:v>
                </c:pt>
                <c:pt idx="6">
                  <c:v>42.385478999999997</c:v>
                </c:pt>
                <c:pt idx="7">
                  <c:v>42.654488000000001</c:v>
                </c:pt>
                <c:pt idx="8">
                  <c:v>42.58614</c:v>
                </c:pt>
                <c:pt idx="9">
                  <c:v>42.199359999999999</c:v>
                </c:pt>
                <c:pt idx="10">
                  <c:v>41.500625999999997</c:v>
                </c:pt>
                <c:pt idx="11">
                  <c:v>40.576282999999997</c:v>
                </c:pt>
                <c:pt idx="12">
                  <c:v>39.523285000000001</c:v>
                </c:pt>
                <c:pt idx="13">
                  <c:v>38.518017</c:v>
                </c:pt>
                <c:pt idx="14">
                  <c:v>37.721577000000003</c:v>
                </c:pt>
                <c:pt idx="15">
                  <c:v>37.617344000000003</c:v>
                </c:pt>
                <c:pt idx="16">
                  <c:v>37.574447999999997</c:v>
                </c:pt>
                <c:pt idx="17">
                  <c:v>37.137774999999998</c:v>
                </c:pt>
                <c:pt idx="18">
                  <c:v>36.797736999999998</c:v>
                </c:pt>
                <c:pt idx="19">
                  <c:v>37.095379000000001</c:v>
                </c:pt>
                <c:pt idx="20">
                  <c:v>37.137264000000002</c:v>
                </c:pt>
                <c:pt idx="21">
                  <c:v>36.704376000000003</c:v>
                </c:pt>
                <c:pt idx="22">
                  <c:v>36.249896999999997</c:v>
                </c:pt>
                <c:pt idx="23">
                  <c:v>36.444794000000002</c:v>
                </c:pt>
                <c:pt idx="24">
                  <c:v>37.588196000000003</c:v>
                </c:pt>
                <c:pt idx="25">
                  <c:v>37.933258000000002</c:v>
                </c:pt>
                <c:pt idx="26">
                  <c:v>38.021599000000002</c:v>
                </c:pt>
                <c:pt idx="27">
                  <c:v>38.757449999999999</c:v>
                </c:pt>
                <c:pt idx="28">
                  <c:v>39.457146000000002</c:v>
                </c:pt>
                <c:pt idx="29">
                  <c:v>39.700744999999998</c:v>
                </c:pt>
                <c:pt idx="30">
                  <c:v>40.052849000000002</c:v>
                </c:pt>
                <c:pt idx="31">
                  <c:v>40.723404000000002</c:v>
                </c:pt>
                <c:pt idx="32">
                  <c:v>41.487572</c:v>
                </c:pt>
                <c:pt idx="33">
                  <c:v>42.115592999999997</c:v>
                </c:pt>
                <c:pt idx="34">
                  <c:v>42.569716999999997</c:v>
                </c:pt>
                <c:pt idx="35">
                  <c:v>42.889557000000003</c:v>
                </c:pt>
                <c:pt idx="36">
                  <c:v>42.837325999999997</c:v>
                </c:pt>
                <c:pt idx="37">
                  <c:v>42.237507000000001</c:v>
                </c:pt>
                <c:pt idx="38">
                  <c:v>41.652676</c:v>
                </c:pt>
                <c:pt idx="39">
                  <c:v>41.095654000000003</c:v>
                </c:pt>
                <c:pt idx="40">
                  <c:v>40.293014999999997</c:v>
                </c:pt>
                <c:pt idx="41">
                  <c:v>40.167155999999999</c:v>
                </c:pt>
                <c:pt idx="42">
                  <c:v>40.713965999999999</c:v>
                </c:pt>
                <c:pt idx="43">
                  <c:v>41.130394000000003</c:v>
                </c:pt>
                <c:pt idx="44">
                  <c:v>41.181621999999997</c:v>
                </c:pt>
                <c:pt idx="45">
                  <c:v>41.030552</c:v>
                </c:pt>
                <c:pt idx="46">
                  <c:v>40.915976999999998</c:v>
                </c:pt>
                <c:pt idx="47">
                  <c:v>40.664085</c:v>
                </c:pt>
                <c:pt idx="48">
                  <c:v>40.186225999999998</c:v>
                </c:pt>
                <c:pt idx="49">
                  <c:v>40.756095999999999</c:v>
                </c:pt>
                <c:pt idx="50">
                  <c:v>42.091895999999998</c:v>
                </c:pt>
                <c:pt idx="51">
                  <c:v>42.875655999999999</c:v>
                </c:pt>
                <c:pt idx="52">
                  <c:v>43.555042</c:v>
                </c:pt>
                <c:pt idx="53">
                  <c:v>44.095646000000002</c:v>
                </c:pt>
                <c:pt idx="54">
                  <c:v>44.488551999999999</c:v>
                </c:pt>
                <c:pt idx="55">
                  <c:v>44.761657999999997</c:v>
                </c:pt>
                <c:pt idx="56">
                  <c:v>44.574897999999997</c:v>
                </c:pt>
                <c:pt idx="57">
                  <c:v>44.054630000000003</c:v>
                </c:pt>
                <c:pt idx="58">
                  <c:v>43.394984999999998</c:v>
                </c:pt>
                <c:pt idx="59">
                  <c:v>42.652698999999998</c:v>
                </c:pt>
                <c:pt idx="60">
                  <c:v>41.916401</c:v>
                </c:pt>
                <c:pt idx="61">
                  <c:v>41.63467</c:v>
                </c:pt>
                <c:pt idx="62">
                  <c:v>41.530296</c:v>
                </c:pt>
                <c:pt idx="63">
                  <c:v>41.443192000000003</c:v>
                </c:pt>
                <c:pt idx="64">
                  <c:v>41.491272000000002</c:v>
                </c:pt>
                <c:pt idx="65">
                  <c:v>41.492603000000003</c:v>
                </c:pt>
                <c:pt idx="66">
                  <c:v>41.788474999999998</c:v>
                </c:pt>
                <c:pt idx="67">
                  <c:v>42.425204999999998</c:v>
                </c:pt>
                <c:pt idx="68">
                  <c:v>43.481411000000001</c:v>
                </c:pt>
                <c:pt idx="69">
                  <c:v>44.479255999999999</c:v>
                </c:pt>
                <c:pt idx="70">
                  <c:v>45.004944000000002</c:v>
                </c:pt>
                <c:pt idx="71">
                  <c:v>45.448295999999999</c:v>
                </c:pt>
                <c:pt idx="72">
                  <c:v>45.811610999999999</c:v>
                </c:pt>
                <c:pt idx="73">
                  <c:v>45.479880999999999</c:v>
                </c:pt>
                <c:pt idx="74">
                  <c:v>45.084702</c:v>
                </c:pt>
                <c:pt idx="75">
                  <c:v>45.030845999999997</c:v>
                </c:pt>
                <c:pt idx="76">
                  <c:v>45.072197000000003</c:v>
                </c:pt>
                <c:pt idx="77">
                  <c:v>44.842171</c:v>
                </c:pt>
                <c:pt idx="78">
                  <c:v>44.022297000000002</c:v>
                </c:pt>
                <c:pt idx="79">
                  <c:v>42.975033000000003</c:v>
                </c:pt>
                <c:pt idx="80">
                  <c:v>42.429779000000003</c:v>
                </c:pt>
                <c:pt idx="81">
                  <c:v>42.451194999999998</c:v>
                </c:pt>
                <c:pt idx="82">
                  <c:v>43.172203000000003</c:v>
                </c:pt>
                <c:pt idx="83">
                  <c:v>44.080123999999998</c:v>
                </c:pt>
                <c:pt idx="84">
                  <c:v>44.632103000000001</c:v>
                </c:pt>
                <c:pt idx="85">
                  <c:v>45.148651000000001</c:v>
                </c:pt>
                <c:pt idx="86">
                  <c:v>45.657702999999998</c:v>
                </c:pt>
                <c:pt idx="87">
                  <c:v>46.339565</c:v>
                </c:pt>
                <c:pt idx="88">
                  <c:v>47.043101999999998</c:v>
                </c:pt>
                <c:pt idx="89">
                  <c:v>47.120730999999999</c:v>
                </c:pt>
                <c:pt idx="90">
                  <c:v>46.829619999999998</c:v>
                </c:pt>
                <c:pt idx="91">
                  <c:v>46.467167000000003</c:v>
                </c:pt>
                <c:pt idx="92">
                  <c:v>45.844746000000001</c:v>
                </c:pt>
                <c:pt idx="93">
                  <c:v>45.536377000000002</c:v>
                </c:pt>
                <c:pt idx="94">
                  <c:v>45.532153999999998</c:v>
                </c:pt>
                <c:pt idx="95">
                  <c:v>45.266891000000001</c:v>
                </c:pt>
                <c:pt idx="96">
                  <c:v>44.795937000000002</c:v>
                </c:pt>
                <c:pt idx="97">
                  <c:v>44.627803999999998</c:v>
                </c:pt>
                <c:pt idx="98">
                  <c:v>44.493599000000003</c:v>
                </c:pt>
                <c:pt idx="99">
                  <c:v>44.361350999999999</c:v>
                </c:pt>
                <c:pt idx="100">
                  <c:v>44.228687000000001</c:v>
                </c:pt>
                <c:pt idx="101">
                  <c:v>44.466746999999998</c:v>
                </c:pt>
                <c:pt idx="102">
                  <c:v>45.135891000000001</c:v>
                </c:pt>
                <c:pt idx="103">
                  <c:v>45.997802999999998</c:v>
                </c:pt>
                <c:pt idx="104">
                  <c:v>46.448177000000001</c:v>
                </c:pt>
                <c:pt idx="105">
                  <c:v>46.292645</c:v>
                </c:pt>
                <c:pt idx="106">
                  <c:v>45.860199000000001</c:v>
                </c:pt>
                <c:pt idx="107">
                  <c:v>46.029944999999998</c:v>
                </c:pt>
                <c:pt idx="108">
                  <c:v>46.416775000000001</c:v>
                </c:pt>
                <c:pt idx="109">
                  <c:v>46.958297999999999</c:v>
                </c:pt>
                <c:pt idx="110">
                  <c:v>47.752105999999998</c:v>
                </c:pt>
                <c:pt idx="111">
                  <c:v>48.472450000000002</c:v>
                </c:pt>
                <c:pt idx="112">
                  <c:v>49.007668000000002</c:v>
                </c:pt>
                <c:pt idx="113">
                  <c:v>48.944527000000001</c:v>
                </c:pt>
                <c:pt idx="114">
                  <c:v>48.591090999999999</c:v>
                </c:pt>
                <c:pt idx="115">
                  <c:v>48.488121</c:v>
                </c:pt>
                <c:pt idx="116">
                  <c:v>48.774856999999997</c:v>
                </c:pt>
                <c:pt idx="117">
                  <c:v>48.990009000000001</c:v>
                </c:pt>
                <c:pt idx="118">
                  <c:v>48.891697000000001</c:v>
                </c:pt>
                <c:pt idx="119">
                  <c:v>48.839478</c:v>
                </c:pt>
                <c:pt idx="120">
                  <c:v>48.775364000000003</c:v>
                </c:pt>
                <c:pt idx="121">
                  <c:v>48.947178000000001</c:v>
                </c:pt>
                <c:pt idx="122">
                  <c:v>49.234622999999999</c:v>
                </c:pt>
                <c:pt idx="123">
                  <c:v>49.452663000000001</c:v>
                </c:pt>
                <c:pt idx="124">
                  <c:v>49.479438999999999</c:v>
                </c:pt>
                <c:pt idx="125">
                  <c:v>48.742911999999997</c:v>
                </c:pt>
                <c:pt idx="126">
                  <c:v>47.418018000000004</c:v>
                </c:pt>
                <c:pt idx="127">
                  <c:v>50.669567000000001</c:v>
                </c:pt>
                <c:pt idx="128">
                  <c:v>54.498584999999999</c:v>
                </c:pt>
                <c:pt idx="129">
                  <c:v>57.429146000000003</c:v>
                </c:pt>
                <c:pt idx="130">
                  <c:v>59.086661999999997</c:v>
                </c:pt>
                <c:pt idx="131">
                  <c:v>59.507739999999998</c:v>
                </c:pt>
                <c:pt idx="132">
                  <c:v>58.820464999999999</c:v>
                </c:pt>
                <c:pt idx="133">
                  <c:v>58.098412000000003</c:v>
                </c:pt>
                <c:pt idx="134">
                  <c:v>58.597065000000001</c:v>
                </c:pt>
                <c:pt idx="135">
                  <c:v>58.953837999999998</c:v>
                </c:pt>
                <c:pt idx="136">
                  <c:v>58.997172999999997</c:v>
                </c:pt>
                <c:pt idx="137">
                  <c:v>58.995421999999998</c:v>
                </c:pt>
                <c:pt idx="138">
                  <c:v>58.837260999999998</c:v>
                </c:pt>
                <c:pt idx="139">
                  <c:v>58.717644</c:v>
                </c:pt>
                <c:pt idx="140">
                  <c:v>58.530197000000001</c:v>
                </c:pt>
                <c:pt idx="141">
                  <c:v>58.377693000000001</c:v>
                </c:pt>
                <c:pt idx="142">
                  <c:v>58.448383</c:v>
                </c:pt>
                <c:pt idx="143">
                  <c:v>58.559474999999999</c:v>
                </c:pt>
                <c:pt idx="144">
                  <c:v>58.462166000000003</c:v>
                </c:pt>
                <c:pt idx="145">
                  <c:v>58.344296</c:v>
                </c:pt>
                <c:pt idx="146">
                  <c:v>58.137538999999997</c:v>
                </c:pt>
                <c:pt idx="147">
                  <c:v>57.546162000000002</c:v>
                </c:pt>
                <c:pt idx="148">
                  <c:v>57.397125000000003</c:v>
                </c:pt>
                <c:pt idx="149">
                  <c:v>57.718674</c:v>
                </c:pt>
                <c:pt idx="150">
                  <c:v>57.172913000000001</c:v>
                </c:pt>
                <c:pt idx="151">
                  <c:v>56.438170999999997</c:v>
                </c:pt>
                <c:pt idx="152">
                  <c:v>57.012183999999998</c:v>
                </c:pt>
                <c:pt idx="153">
                  <c:v>57.487679</c:v>
                </c:pt>
                <c:pt idx="154">
                  <c:v>57.899574000000001</c:v>
                </c:pt>
                <c:pt idx="155">
                  <c:v>57.790646000000002</c:v>
                </c:pt>
                <c:pt idx="156">
                  <c:v>56.734501000000002</c:v>
                </c:pt>
                <c:pt idx="157">
                  <c:v>55.706108</c:v>
                </c:pt>
                <c:pt idx="158">
                  <c:v>54.970771999999997</c:v>
                </c:pt>
                <c:pt idx="159">
                  <c:v>54.753407000000003</c:v>
                </c:pt>
                <c:pt idx="160">
                  <c:v>54.958697999999998</c:v>
                </c:pt>
                <c:pt idx="161">
                  <c:v>54.930588</c:v>
                </c:pt>
                <c:pt idx="162">
                  <c:v>54.716369999999998</c:v>
                </c:pt>
                <c:pt idx="163">
                  <c:v>54.739201000000001</c:v>
                </c:pt>
                <c:pt idx="164">
                  <c:v>54.686531000000002</c:v>
                </c:pt>
                <c:pt idx="165">
                  <c:v>54.554558</c:v>
                </c:pt>
                <c:pt idx="166">
                  <c:v>54.59301</c:v>
                </c:pt>
                <c:pt idx="167">
                  <c:v>54.781342000000002</c:v>
                </c:pt>
                <c:pt idx="168">
                  <c:v>55.241126999999999</c:v>
                </c:pt>
                <c:pt idx="169">
                  <c:v>55.698425</c:v>
                </c:pt>
                <c:pt idx="170">
                  <c:v>55.506633999999998</c:v>
                </c:pt>
                <c:pt idx="171">
                  <c:v>55.338436000000002</c:v>
                </c:pt>
                <c:pt idx="172">
                  <c:v>55.278385</c:v>
                </c:pt>
                <c:pt idx="173">
                  <c:v>55.365420999999998</c:v>
                </c:pt>
                <c:pt idx="174">
                  <c:v>55.432868999999997</c:v>
                </c:pt>
                <c:pt idx="175">
                  <c:v>55.428657999999999</c:v>
                </c:pt>
                <c:pt idx="176">
                  <c:v>55.402424000000003</c:v>
                </c:pt>
                <c:pt idx="177">
                  <c:v>55.382998999999998</c:v>
                </c:pt>
                <c:pt idx="178">
                  <c:v>55.400326</c:v>
                </c:pt>
                <c:pt idx="179">
                  <c:v>55.361201999999999</c:v>
                </c:pt>
                <c:pt idx="180">
                  <c:v>55.294373</c:v>
                </c:pt>
                <c:pt idx="181">
                  <c:v>55.293011</c:v>
                </c:pt>
                <c:pt idx="182">
                  <c:v>55.259338</c:v>
                </c:pt>
                <c:pt idx="183">
                  <c:v>55.689709000000001</c:v>
                </c:pt>
                <c:pt idx="184">
                  <c:v>55.768497000000004</c:v>
                </c:pt>
                <c:pt idx="185">
                  <c:v>55.277026999999997</c:v>
                </c:pt>
                <c:pt idx="186">
                  <c:v>54.962265000000002</c:v>
                </c:pt>
                <c:pt idx="187">
                  <c:v>54.811076999999997</c:v>
                </c:pt>
                <c:pt idx="188">
                  <c:v>54.923701999999999</c:v>
                </c:pt>
                <c:pt idx="189">
                  <c:v>55.328598</c:v>
                </c:pt>
                <c:pt idx="190">
                  <c:v>56.023560000000003</c:v>
                </c:pt>
                <c:pt idx="191">
                  <c:v>56.447971000000003</c:v>
                </c:pt>
                <c:pt idx="192">
                  <c:v>56.329948000000002</c:v>
                </c:pt>
                <c:pt idx="193">
                  <c:v>56.372638999999999</c:v>
                </c:pt>
                <c:pt idx="194">
                  <c:v>56.899830000000001</c:v>
                </c:pt>
                <c:pt idx="195">
                  <c:v>57.494956999999999</c:v>
                </c:pt>
                <c:pt idx="196">
                  <c:v>57.920665999999997</c:v>
                </c:pt>
                <c:pt idx="197">
                  <c:v>58.640343000000001</c:v>
                </c:pt>
                <c:pt idx="198">
                  <c:v>59.907088999999999</c:v>
                </c:pt>
                <c:pt idx="199">
                  <c:v>60.842331000000001</c:v>
                </c:pt>
                <c:pt idx="200">
                  <c:v>60.930328000000003</c:v>
                </c:pt>
                <c:pt idx="201">
                  <c:v>61.021866000000003</c:v>
                </c:pt>
                <c:pt idx="202">
                  <c:v>61.178592999999999</c:v>
                </c:pt>
                <c:pt idx="203">
                  <c:v>60.373116000000003</c:v>
                </c:pt>
                <c:pt idx="204">
                  <c:v>59.593052</c:v>
                </c:pt>
                <c:pt idx="205">
                  <c:v>59.627625000000002</c:v>
                </c:pt>
                <c:pt idx="206">
                  <c:v>59.811138</c:v>
                </c:pt>
                <c:pt idx="207">
                  <c:v>59.768245999999998</c:v>
                </c:pt>
                <c:pt idx="208">
                  <c:v>59.751590999999998</c:v>
                </c:pt>
                <c:pt idx="209">
                  <c:v>59.699066000000002</c:v>
                </c:pt>
                <c:pt idx="210">
                  <c:v>59.659424000000001</c:v>
                </c:pt>
                <c:pt idx="211">
                  <c:v>59.591427000000003</c:v>
                </c:pt>
                <c:pt idx="212">
                  <c:v>59.870891999999998</c:v>
                </c:pt>
                <c:pt idx="213">
                  <c:v>60.198154000000002</c:v>
                </c:pt>
                <c:pt idx="214">
                  <c:v>60.360351999999999</c:v>
                </c:pt>
                <c:pt idx="215">
                  <c:v>60.372463000000003</c:v>
                </c:pt>
                <c:pt idx="216">
                  <c:v>60.405594000000001</c:v>
                </c:pt>
                <c:pt idx="217">
                  <c:v>60.734917000000003</c:v>
                </c:pt>
                <c:pt idx="218">
                  <c:v>60.431621999999997</c:v>
                </c:pt>
                <c:pt idx="219">
                  <c:v>59.655422000000002</c:v>
                </c:pt>
                <c:pt idx="220">
                  <c:v>58.979584000000003</c:v>
                </c:pt>
                <c:pt idx="221">
                  <c:v>58.767391000000003</c:v>
                </c:pt>
                <c:pt idx="222">
                  <c:v>58.452652</c:v>
                </c:pt>
                <c:pt idx="223">
                  <c:v>57.579712000000001</c:v>
                </c:pt>
                <c:pt idx="224">
                  <c:v>57.384295999999999</c:v>
                </c:pt>
                <c:pt idx="225">
                  <c:v>57.544539999999998</c:v>
                </c:pt>
                <c:pt idx="226">
                  <c:v>57.757263000000002</c:v>
                </c:pt>
                <c:pt idx="227">
                  <c:v>57.629421000000001</c:v>
                </c:pt>
                <c:pt idx="228">
                  <c:v>57.526725999999996</c:v>
                </c:pt>
                <c:pt idx="229">
                  <c:v>57.522815999999999</c:v>
                </c:pt>
                <c:pt idx="230">
                  <c:v>57.505890000000001</c:v>
                </c:pt>
                <c:pt idx="231">
                  <c:v>57.631832000000003</c:v>
                </c:pt>
                <c:pt idx="232">
                  <c:v>57.947074999999998</c:v>
                </c:pt>
                <c:pt idx="233">
                  <c:v>57.875869999999999</c:v>
                </c:pt>
                <c:pt idx="234">
                  <c:v>57.691260999999997</c:v>
                </c:pt>
                <c:pt idx="235">
                  <c:v>58.143230000000003</c:v>
                </c:pt>
                <c:pt idx="236">
                  <c:v>58.619262999999997</c:v>
                </c:pt>
                <c:pt idx="237">
                  <c:v>58.842571</c:v>
                </c:pt>
                <c:pt idx="238">
                  <c:v>58.681499000000002</c:v>
                </c:pt>
                <c:pt idx="239">
                  <c:v>58.317946999999997</c:v>
                </c:pt>
                <c:pt idx="240">
                  <c:v>58.176918000000001</c:v>
                </c:pt>
                <c:pt idx="241">
                  <c:v>57.915607000000001</c:v>
                </c:pt>
                <c:pt idx="242">
                  <c:v>57.384636</c:v>
                </c:pt>
                <c:pt idx="243">
                  <c:v>57.262816999999998</c:v>
                </c:pt>
                <c:pt idx="244">
                  <c:v>57.386733999999997</c:v>
                </c:pt>
                <c:pt idx="245">
                  <c:v>58.066611999999999</c:v>
                </c:pt>
                <c:pt idx="246">
                  <c:v>59.051814999999998</c:v>
                </c:pt>
                <c:pt idx="247">
                  <c:v>59.044677999999998</c:v>
                </c:pt>
                <c:pt idx="248">
                  <c:v>58.323883000000002</c:v>
                </c:pt>
                <c:pt idx="249">
                  <c:v>58.093311</c:v>
                </c:pt>
                <c:pt idx="250">
                  <c:v>58.569847000000003</c:v>
                </c:pt>
                <c:pt idx="251">
                  <c:v>59.146633000000001</c:v>
                </c:pt>
                <c:pt idx="252">
                  <c:v>59.041504000000003</c:v>
                </c:pt>
                <c:pt idx="253">
                  <c:v>58.846209999999999</c:v>
                </c:pt>
                <c:pt idx="254">
                  <c:v>58.793427000000001</c:v>
                </c:pt>
                <c:pt idx="255">
                  <c:v>58.509022000000002</c:v>
                </c:pt>
                <c:pt idx="256">
                  <c:v>58.256847</c:v>
                </c:pt>
                <c:pt idx="257">
                  <c:v>58.121921999999998</c:v>
                </c:pt>
                <c:pt idx="258">
                  <c:v>58.341740000000001</c:v>
                </c:pt>
                <c:pt idx="259">
                  <c:v>58.376888000000001</c:v>
                </c:pt>
                <c:pt idx="260">
                  <c:v>58.148544000000001</c:v>
                </c:pt>
                <c:pt idx="261">
                  <c:v>57.956909000000003</c:v>
                </c:pt>
                <c:pt idx="262">
                  <c:v>58.076908000000003</c:v>
                </c:pt>
                <c:pt idx="263">
                  <c:v>58.208252000000002</c:v>
                </c:pt>
                <c:pt idx="264">
                  <c:v>58.623767999999998</c:v>
                </c:pt>
                <c:pt idx="265">
                  <c:v>59.326968999999998</c:v>
                </c:pt>
                <c:pt idx="266">
                  <c:v>59.992660999999998</c:v>
                </c:pt>
                <c:pt idx="267">
                  <c:v>60.566890999999998</c:v>
                </c:pt>
                <c:pt idx="268">
                  <c:v>60.772694000000001</c:v>
                </c:pt>
                <c:pt idx="269">
                  <c:v>60.908619000000002</c:v>
                </c:pt>
                <c:pt idx="270">
                  <c:v>61.157592999999999</c:v>
                </c:pt>
                <c:pt idx="271">
                  <c:v>61.534184000000003</c:v>
                </c:pt>
                <c:pt idx="272">
                  <c:v>61.653458000000001</c:v>
                </c:pt>
                <c:pt idx="273">
                  <c:v>61.368411999999999</c:v>
                </c:pt>
                <c:pt idx="274">
                  <c:v>61.283969999999997</c:v>
                </c:pt>
                <c:pt idx="275">
                  <c:v>61.583351</c:v>
                </c:pt>
                <c:pt idx="276">
                  <c:v>61.743487999999999</c:v>
                </c:pt>
                <c:pt idx="277">
                  <c:v>61.784782</c:v>
                </c:pt>
                <c:pt idx="278">
                  <c:v>62.223205999999998</c:v>
                </c:pt>
                <c:pt idx="279">
                  <c:v>62.942497000000003</c:v>
                </c:pt>
                <c:pt idx="280">
                  <c:v>63.371166000000002</c:v>
                </c:pt>
                <c:pt idx="281">
                  <c:v>63.352200000000003</c:v>
                </c:pt>
                <c:pt idx="282">
                  <c:v>63.723007000000003</c:v>
                </c:pt>
                <c:pt idx="283">
                  <c:v>64.698966999999996</c:v>
                </c:pt>
                <c:pt idx="284">
                  <c:v>65.293930000000003</c:v>
                </c:pt>
                <c:pt idx="285">
                  <c:v>65.704430000000002</c:v>
                </c:pt>
                <c:pt idx="286">
                  <c:v>66.298903999999993</c:v>
                </c:pt>
                <c:pt idx="287">
                  <c:v>67.092934</c:v>
                </c:pt>
                <c:pt idx="288">
                  <c:v>67.666054000000003</c:v>
                </c:pt>
                <c:pt idx="289">
                  <c:v>67.451683000000003</c:v>
                </c:pt>
                <c:pt idx="290">
                  <c:v>67.272537</c:v>
                </c:pt>
                <c:pt idx="291">
                  <c:v>67.499756000000005</c:v>
                </c:pt>
                <c:pt idx="292">
                  <c:v>68.124260000000007</c:v>
                </c:pt>
                <c:pt idx="293">
                  <c:v>68.386139</c:v>
                </c:pt>
                <c:pt idx="294">
                  <c:v>68.119225</c:v>
                </c:pt>
                <c:pt idx="295">
                  <c:v>67.295799000000002</c:v>
                </c:pt>
                <c:pt idx="296">
                  <c:v>66.346457999999998</c:v>
                </c:pt>
                <c:pt idx="297">
                  <c:v>65.793373000000003</c:v>
                </c:pt>
                <c:pt idx="298">
                  <c:v>65.358986000000002</c:v>
                </c:pt>
                <c:pt idx="299">
                  <c:v>64.430878000000007</c:v>
                </c:pt>
                <c:pt idx="300">
                  <c:v>63.333354999999997</c:v>
                </c:pt>
                <c:pt idx="301">
                  <c:v>62.873061999999997</c:v>
                </c:pt>
                <c:pt idx="302">
                  <c:v>62.732703999999998</c:v>
                </c:pt>
                <c:pt idx="303">
                  <c:v>62.310532000000002</c:v>
                </c:pt>
                <c:pt idx="304">
                  <c:v>61.993766999999998</c:v>
                </c:pt>
                <c:pt idx="305">
                  <c:v>61.705727000000003</c:v>
                </c:pt>
                <c:pt idx="306">
                  <c:v>62.023055999999997</c:v>
                </c:pt>
                <c:pt idx="307">
                  <c:v>62.408932</c:v>
                </c:pt>
                <c:pt idx="308">
                  <c:v>62.552813999999998</c:v>
                </c:pt>
                <c:pt idx="309">
                  <c:v>62.399512999999999</c:v>
                </c:pt>
                <c:pt idx="310">
                  <c:v>61.975475000000003</c:v>
                </c:pt>
                <c:pt idx="311">
                  <c:v>61.368183000000002</c:v>
                </c:pt>
                <c:pt idx="312">
                  <c:v>60.710934000000002</c:v>
                </c:pt>
                <c:pt idx="313">
                  <c:v>60.645355000000002</c:v>
                </c:pt>
                <c:pt idx="314">
                  <c:v>60.865971000000002</c:v>
                </c:pt>
                <c:pt idx="315">
                  <c:v>60.968246000000001</c:v>
                </c:pt>
                <c:pt idx="316">
                  <c:v>61.184879000000002</c:v>
                </c:pt>
                <c:pt idx="317">
                  <c:v>61.476146999999997</c:v>
                </c:pt>
                <c:pt idx="318">
                  <c:v>61.640372999999997</c:v>
                </c:pt>
                <c:pt idx="319">
                  <c:v>61.678257000000002</c:v>
                </c:pt>
                <c:pt idx="320">
                  <c:v>61.733437000000002</c:v>
                </c:pt>
                <c:pt idx="321">
                  <c:v>61.836188999999997</c:v>
                </c:pt>
                <c:pt idx="322">
                  <c:v>62.034202999999998</c:v>
                </c:pt>
                <c:pt idx="323">
                  <c:v>61.944915999999999</c:v>
                </c:pt>
                <c:pt idx="324">
                  <c:v>61.051242999999999</c:v>
                </c:pt>
                <c:pt idx="325">
                  <c:v>60.192852000000002</c:v>
                </c:pt>
                <c:pt idx="326">
                  <c:v>60.143813999999999</c:v>
                </c:pt>
                <c:pt idx="327">
                  <c:v>60.853996000000002</c:v>
                </c:pt>
                <c:pt idx="328">
                  <c:v>61.212761</c:v>
                </c:pt>
                <c:pt idx="329">
                  <c:v>60.802193000000003</c:v>
                </c:pt>
                <c:pt idx="330">
                  <c:v>59.808750000000003</c:v>
                </c:pt>
                <c:pt idx="331">
                  <c:v>58.655501999999998</c:v>
                </c:pt>
                <c:pt idx="332">
                  <c:v>58.803508999999998</c:v>
                </c:pt>
                <c:pt idx="333">
                  <c:v>59.619602</c:v>
                </c:pt>
                <c:pt idx="334">
                  <c:v>60.526730000000001</c:v>
                </c:pt>
                <c:pt idx="335">
                  <c:v>61.472267000000002</c:v>
                </c:pt>
                <c:pt idx="336">
                  <c:v>61.819752000000001</c:v>
                </c:pt>
                <c:pt idx="337">
                  <c:v>61.704773000000003</c:v>
                </c:pt>
                <c:pt idx="338">
                  <c:v>61.466372999999997</c:v>
                </c:pt>
                <c:pt idx="339">
                  <c:v>61.629458999999997</c:v>
                </c:pt>
                <c:pt idx="340">
                  <c:v>61.903880999999998</c:v>
                </c:pt>
                <c:pt idx="341">
                  <c:v>62.158366999999998</c:v>
                </c:pt>
                <c:pt idx="342">
                  <c:v>62.396576000000003</c:v>
                </c:pt>
                <c:pt idx="343">
                  <c:v>62.286610000000003</c:v>
                </c:pt>
                <c:pt idx="344">
                  <c:v>62.174048999999997</c:v>
                </c:pt>
                <c:pt idx="345">
                  <c:v>62.511276000000002</c:v>
                </c:pt>
                <c:pt idx="346">
                  <c:v>62.811667999999997</c:v>
                </c:pt>
                <c:pt idx="347">
                  <c:v>63.365336999999997</c:v>
                </c:pt>
                <c:pt idx="348">
                  <c:v>64.600853000000001</c:v>
                </c:pt>
                <c:pt idx="349">
                  <c:v>65.926636000000002</c:v>
                </c:pt>
                <c:pt idx="350">
                  <c:v>67.087044000000006</c:v>
                </c:pt>
                <c:pt idx="351">
                  <c:v>67.535629</c:v>
                </c:pt>
                <c:pt idx="352">
                  <c:v>67.866874999999993</c:v>
                </c:pt>
                <c:pt idx="353">
                  <c:v>68.201492000000002</c:v>
                </c:pt>
                <c:pt idx="354">
                  <c:v>67.90728</c:v>
                </c:pt>
                <c:pt idx="355">
                  <c:v>67.323677000000004</c:v>
                </c:pt>
                <c:pt idx="356">
                  <c:v>66.553207</c:v>
                </c:pt>
                <c:pt idx="357">
                  <c:v>65.573691999999994</c:v>
                </c:pt>
                <c:pt idx="358">
                  <c:v>65.226433</c:v>
                </c:pt>
                <c:pt idx="359">
                  <c:v>65.357490999999996</c:v>
                </c:pt>
                <c:pt idx="360">
                  <c:v>65.661811999999998</c:v>
                </c:pt>
                <c:pt idx="361">
                  <c:v>66.247864000000007</c:v>
                </c:pt>
                <c:pt idx="362">
                  <c:v>66.989768999999995</c:v>
                </c:pt>
                <c:pt idx="363">
                  <c:v>67.594406000000006</c:v>
                </c:pt>
                <c:pt idx="364">
                  <c:v>67.756766999999996</c:v>
                </c:pt>
                <c:pt idx="365">
                  <c:v>67.370148</c:v>
                </c:pt>
                <c:pt idx="366">
                  <c:v>67.342406999999994</c:v>
                </c:pt>
                <c:pt idx="367">
                  <c:v>68.263985000000005</c:v>
                </c:pt>
                <c:pt idx="368">
                  <c:v>69.385070999999996</c:v>
                </c:pt>
                <c:pt idx="369">
                  <c:v>70.106987000000004</c:v>
                </c:pt>
                <c:pt idx="370">
                  <c:v>70.353752</c:v>
                </c:pt>
                <c:pt idx="371">
                  <c:v>70.100098000000003</c:v>
                </c:pt>
                <c:pt idx="372">
                  <c:v>69.432816000000003</c:v>
                </c:pt>
                <c:pt idx="373">
                  <c:v>69.069450000000003</c:v>
                </c:pt>
                <c:pt idx="374">
                  <c:v>69.161201000000005</c:v>
                </c:pt>
                <c:pt idx="375">
                  <c:v>69.143341000000007</c:v>
                </c:pt>
                <c:pt idx="376">
                  <c:v>69.068909000000005</c:v>
                </c:pt>
                <c:pt idx="377">
                  <c:v>69.321883999999997</c:v>
                </c:pt>
                <c:pt idx="378">
                  <c:v>69.906554999999997</c:v>
                </c:pt>
                <c:pt idx="379">
                  <c:v>70.784981000000002</c:v>
                </c:pt>
                <c:pt idx="380">
                  <c:v>71.414321999999999</c:v>
                </c:pt>
                <c:pt idx="381">
                  <c:v>71.454239000000001</c:v>
                </c:pt>
                <c:pt idx="382">
                  <c:v>71.042098999999993</c:v>
                </c:pt>
                <c:pt idx="383">
                  <c:v>70.920074</c:v>
                </c:pt>
                <c:pt idx="384">
                  <c:v>71.289055000000005</c:v>
                </c:pt>
                <c:pt idx="385">
                  <c:v>71.46199</c:v>
                </c:pt>
                <c:pt idx="386">
                  <c:v>71.403267</c:v>
                </c:pt>
                <c:pt idx="387">
                  <c:v>70.751991000000004</c:v>
                </c:pt>
                <c:pt idx="388">
                  <c:v>70.028564000000003</c:v>
                </c:pt>
                <c:pt idx="389">
                  <c:v>70.115859999999998</c:v>
                </c:pt>
                <c:pt idx="390">
                  <c:v>70.620598000000001</c:v>
                </c:pt>
                <c:pt idx="391">
                  <c:v>70.673653000000002</c:v>
                </c:pt>
                <c:pt idx="392">
                  <c:v>70.370086999999998</c:v>
                </c:pt>
                <c:pt idx="393">
                  <c:v>69.993674999999996</c:v>
                </c:pt>
                <c:pt idx="394">
                  <c:v>69.975600999999997</c:v>
                </c:pt>
                <c:pt idx="395">
                  <c:v>70.352988999999994</c:v>
                </c:pt>
                <c:pt idx="396">
                  <c:v>70.715873999999999</c:v>
                </c:pt>
                <c:pt idx="397">
                  <c:v>71.528953999999999</c:v>
                </c:pt>
                <c:pt idx="398">
                  <c:v>72.080605000000006</c:v>
                </c:pt>
                <c:pt idx="399">
                  <c:v>71.958709999999996</c:v>
                </c:pt>
                <c:pt idx="400">
                  <c:v>71.513901000000004</c:v>
                </c:pt>
                <c:pt idx="401">
                  <c:v>70.971290999999994</c:v>
                </c:pt>
                <c:pt idx="402">
                  <c:v>70.689774</c:v>
                </c:pt>
                <c:pt idx="403">
                  <c:v>70.752082999999999</c:v>
                </c:pt>
                <c:pt idx="404">
                  <c:v>70.565787999999998</c:v>
                </c:pt>
                <c:pt idx="405">
                  <c:v>70.150886999999997</c:v>
                </c:pt>
                <c:pt idx="406">
                  <c:v>69.815048000000004</c:v>
                </c:pt>
                <c:pt idx="407">
                  <c:v>69.705803000000003</c:v>
                </c:pt>
                <c:pt idx="408">
                  <c:v>70.262000999999998</c:v>
                </c:pt>
                <c:pt idx="409">
                  <c:v>71.173530999999997</c:v>
                </c:pt>
                <c:pt idx="410">
                  <c:v>72.012833000000001</c:v>
                </c:pt>
                <c:pt idx="411">
                  <c:v>72.841781999999995</c:v>
                </c:pt>
                <c:pt idx="412">
                  <c:v>73.504822000000004</c:v>
                </c:pt>
                <c:pt idx="413">
                  <c:v>74.068825000000004</c:v>
                </c:pt>
                <c:pt idx="414">
                  <c:v>74.478279000000001</c:v>
                </c:pt>
                <c:pt idx="415">
                  <c:v>74.710571000000002</c:v>
                </c:pt>
                <c:pt idx="416">
                  <c:v>74.942977999999997</c:v>
                </c:pt>
                <c:pt idx="417">
                  <c:v>74.941353000000007</c:v>
                </c:pt>
                <c:pt idx="418">
                  <c:v>74.547752000000003</c:v>
                </c:pt>
                <c:pt idx="419">
                  <c:v>74.215309000000005</c:v>
                </c:pt>
                <c:pt idx="420">
                  <c:v>74.001884000000004</c:v>
                </c:pt>
                <c:pt idx="421">
                  <c:v>73.820137000000003</c:v>
                </c:pt>
                <c:pt idx="422">
                  <c:v>73.496917999999994</c:v>
                </c:pt>
                <c:pt idx="423">
                  <c:v>73.185417000000001</c:v>
                </c:pt>
                <c:pt idx="424">
                  <c:v>72.888694999999998</c:v>
                </c:pt>
                <c:pt idx="425">
                  <c:v>72.283676</c:v>
                </c:pt>
                <c:pt idx="426">
                  <c:v>71.529342999999997</c:v>
                </c:pt>
                <c:pt idx="427">
                  <c:v>71.021355</c:v>
                </c:pt>
                <c:pt idx="428">
                  <c:v>71.178130999999993</c:v>
                </c:pt>
                <c:pt idx="429">
                  <c:v>71.653853999999995</c:v>
                </c:pt>
                <c:pt idx="430">
                  <c:v>71.967331000000001</c:v>
                </c:pt>
                <c:pt idx="431">
                  <c:v>71.821365</c:v>
                </c:pt>
                <c:pt idx="432">
                  <c:v>71.454078999999993</c:v>
                </c:pt>
                <c:pt idx="433">
                  <c:v>71.316422000000003</c:v>
                </c:pt>
                <c:pt idx="434">
                  <c:v>71.452904000000004</c:v>
                </c:pt>
                <c:pt idx="435">
                  <c:v>71.719550999999996</c:v>
                </c:pt>
                <c:pt idx="436">
                  <c:v>72.120270000000005</c:v>
                </c:pt>
                <c:pt idx="437">
                  <c:v>72.715439000000003</c:v>
                </c:pt>
                <c:pt idx="438">
                  <c:v>72.779503000000005</c:v>
                </c:pt>
                <c:pt idx="439">
                  <c:v>71.947868</c:v>
                </c:pt>
                <c:pt idx="440">
                  <c:v>70.936165000000003</c:v>
                </c:pt>
                <c:pt idx="441">
                  <c:v>69.837547000000001</c:v>
                </c:pt>
                <c:pt idx="442">
                  <c:v>68.975975000000005</c:v>
                </c:pt>
                <c:pt idx="443">
                  <c:v>69.235504000000006</c:v>
                </c:pt>
                <c:pt idx="444">
                  <c:v>70.131905000000003</c:v>
                </c:pt>
                <c:pt idx="445">
                  <c:v>71.203720000000004</c:v>
                </c:pt>
                <c:pt idx="446">
                  <c:v>71.791756000000007</c:v>
                </c:pt>
                <c:pt idx="447">
                  <c:v>71.582176000000004</c:v>
                </c:pt>
                <c:pt idx="448">
                  <c:v>71.043296999999995</c:v>
                </c:pt>
                <c:pt idx="449">
                  <c:v>70.623756</c:v>
                </c:pt>
                <c:pt idx="450">
                  <c:v>70.276161000000002</c:v>
                </c:pt>
                <c:pt idx="451">
                  <c:v>70.110793999999999</c:v>
                </c:pt>
                <c:pt idx="452">
                  <c:v>70.104186999999996</c:v>
                </c:pt>
                <c:pt idx="453">
                  <c:v>70.409676000000005</c:v>
                </c:pt>
                <c:pt idx="454">
                  <c:v>70.811843999999994</c:v>
                </c:pt>
                <c:pt idx="455">
                  <c:v>71.422934999999995</c:v>
                </c:pt>
                <c:pt idx="456">
                  <c:v>72.180678999999998</c:v>
                </c:pt>
                <c:pt idx="457">
                  <c:v>72.647491000000002</c:v>
                </c:pt>
                <c:pt idx="458">
                  <c:v>72.888756000000001</c:v>
                </c:pt>
                <c:pt idx="459">
                  <c:v>72.743781999999996</c:v>
                </c:pt>
                <c:pt idx="460">
                  <c:v>72.474129000000005</c:v>
                </c:pt>
                <c:pt idx="461">
                  <c:v>72.361794000000003</c:v>
                </c:pt>
                <c:pt idx="462">
                  <c:v>72.474350000000001</c:v>
                </c:pt>
                <c:pt idx="463">
                  <c:v>72.914139000000006</c:v>
                </c:pt>
                <c:pt idx="464">
                  <c:v>73.506989000000004</c:v>
                </c:pt>
                <c:pt idx="465">
                  <c:v>74.074837000000002</c:v>
                </c:pt>
                <c:pt idx="466">
                  <c:v>74.471633999999995</c:v>
                </c:pt>
                <c:pt idx="467">
                  <c:v>74.708907999999994</c:v>
                </c:pt>
                <c:pt idx="468">
                  <c:v>74.461983000000004</c:v>
                </c:pt>
                <c:pt idx="469">
                  <c:v>74.264983999999998</c:v>
                </c:pt>
                <c:pt idx="470">
                  <c:v>74.400413999999998</c:v>
                </c:pt>
                <c:pt idx="471">
                  <c:v>74.416343999999995</c:v>
                </c:pt>
                <c:pt idx="472">
                  <c:v>74.183837999999994</c:v>
                </c:pt>
                <c:pt idx="473">
                  <c:v>73.604156000000003</c:v>
                </c:pt>
                <c:pt idx="474">
                  <c:v>72.770308999999997</c:v>
                </c:pt>
                <c:pt idx="475">
                  <c:v>71.709862000000001</c:v>
                </c:pt>
                <c:pt idx="476">
                  <c:v>71.112350000000006</c:v>
                </c:pt>
                <c:pt idx="477">
                  <c:v>71.011047000000005</c:v>
                </c:pt>
                <c:pt idx="478">
                  <c:v>71.057456999999999</c:v>
                </c:pt>
                <c:pt idx="479">
                  <c:v>71.192656999999997</c:v>
                </c:pt>
                <c:pt idx="480">
                  <c:v>71.361594999999994</c:v>
                </c:pt>
                <c:pt idx="481">
                  <c:v>71.497428999999997</c:v>
                </c:pt>
                <c:pt idx="482">
                  <c:v>71.688400000000001</c:v>
                </c:pt>
                <c:pt idx="483">
                  <c:v>72.609443999999996</c:v>
                </c:pt>
                <c:pt idx="484">
                  <c:v>73.499427999999995</c:v>
                </c:pt>
                <c:pt idx="485">
                  <c:v>74.128699999999995</c:v>
                </c:pt>
                <c:pt idx="486">
                  <c:v>74.729743999999997</c:v>
                </c:pt>
                <c:pt idx="487">
                  <c:v>75.313477000000006</c:v>
                </c:pt>
                <c:pt idx="488">
                  <c:v>75.687736999999998</c:v>
                </c:pt>
                <c:pt idx="489">
                  <c:v>75.662864999999996</c:v>
                </c:pt>
                <c:pt idx="490">
                  <c:v>75.701065</c:v>
                </c:pt>
                <c:pt idx="491">
                  <c:v>75.715209999999999</c:v>
                </c:pt>
                <c:pt idx="492">
                  <c:v>75.493979999999993</c:v>
                </c:pt>
                <c:pt idx="493">
                  <c:v>75.238945000000001</c:v>
                </c:pt>
                <c:pt idx="494">
                  <c:v>74.949837000000002</c:v>
                </c:pt>
                <c:pt idx="495">
                  <c:v>74.925490999999994</c:v>
                </c:pt>
                <c:pt idx="496">
                  <c:v>75.360443000000004</c:v>
                </c:pt>
                <c:pt idx="497">
                  <c:v>76.005898000000002</c:v>
                </c:pt>
                <c:pt idx="498">
                  <c:v>76.487328000000005</c:v>
                </c:pt>
                <c:pt idx="499">
                  <c:v>76.718040000000002</c:v>
                </c:pt>
                <c:pt idx="500">
                  <c:v>76.922363000000004</c:v>
                </c:pt>
                <c:pt idx="501">
                  <c:v>77.279494999999997</c:v>
                </c:pt>
                <c:pt idx="502">
                  <c:v>77.572708000000006</c:v>
                </c:pt>
                <c:pt idx="503">
                  <c:v>77.563621999999995</c:v>
                </c:pt>
                <c:pt idx="504">
                  <c:v>77.149642999999998</c:v>
                </c:pt>
                <c:pt idx="505">
                  <c:v>76.701721000000006</c:v>
                </c:pt>
                <c:pt idx="506">
                  <c:v>76.383910999999998</c:v>
                </c:pt>
                <c:pt idx="507">
                  <c:v>76.282471000000001</c:v>
                </c:pt>
                <c:pt idx="508">
                  <c:v>76.135825999999994</c:v>
                </c:pt>
                <c:pt idx="509">
                  <c:v>75.738799999999998</c:v>
                </c:pt>
                <c:pt idx="510">
                  <c:v>75.212913999999998</c:v>
                </c:pt>
                <c:pt idx="511">
                  <c:v>74.538887000000003</c:v>
                </c:pt>
                <c:pt idx="512">
                  <c:v>74.133979999999994</c:v>
                </c:pt>
                <c:pt idx="513">
                  <c:v>74.215675000000005</c:v>
                </c:pt>
                <c:pt idx="514">
                  <c:v>74.728927999999996</c:v>
                </c:pt>
                <c:pt idx="515">
                  <c:v>75.346541999999999</c:v>
                </c:pt>
                <c:pt idx="516">
                  <c:v>75.649947999999995</c:v>
                </c:pt>
                <c:pt idx="517">
                  <c:v>75.589187999999993</c:v>
                </c:pt>
                <c:pt idx="518">
                  <c:v>75.347640999999996</c:v>
                </c:pt>
                <c:pt idx="519">
                  <c:v>67.688254999999998</c:v>
                </c:pt>
                <c:pt idx="520">
                  <c:v>59.889481000000004</c:v>
                </c:pt>
                <c:pt idx="521">
                  <c:v>64.631812999999994</c:v>
                </c:pt>
                <c:pt idx="522">
                  <c:v>67.425835000000006</c:v>
                </c:pt>
                <c:pt idx="523">
                  <c:v>68.549132999999998</c:v>
                </c:pt>
                <c:pt idx="524">
                  <c:v>69.017120000000006</c:v>
                </c:pt>
                <c:pt idx="525">
                  <c:v>69.083175999999995</c:v>
                </c:pt>
                <c:pt idx="526">
                  <c:v>69.030913999999996</c:v>
                </c:pt>
                <c:pt idx="527">
                  <c:v>69.308814999999996</c:v>
                </c:pt>
                <c:pt idx="528">
                  <c:v>69.893150000000006</c:v>
                </c:pt>
                <c:pt idx="529">
                  <c:v>70.822226999999998</c:v>
                </c:pt>
                <c:pt idx="530">
                  <c:v>71.438293000000002</c:v>
                </c:pt>
                <c:pt idx="531">
                  <c:v>71.586960000000005</c:v>
                </c:pt>
                <c:pt idx="532">
                  <c:v>71.908935999999997</c:v>
                </c:pt>
                <c:pt idx="533">
                  <c:v>72.234313999999998</c:v>
                </c:pt>
                <c:pt idx="534">
                  <c:v>72.239188999999996</c:v>
                </c:pt>
                <c:pt idx="535">
                  <c:v>72.369568000000001</c:v>
                </c:pt>
                <c:pt idx="536">
                  <c:v>72.759369000000007</c:v>
                </c:pt>
                <c:pt idx="537">
                  <c:v>73.060799000000003</c:v>
                </c:pt>
                <c:pt idx="538">
                  <c:v>73.271270999999999</c:v>
                </c:pt>
                <c:pt idx="539">
                  <c:v>73.259940999999998</c:v>
                </c:pt>
                <c:pt idx="540">
                  <c:v>73.152762999999993</c:v>
                </c:pt>
                <c:pt idx="541">
                  <c:v>73.087249999999997</c:v>
                </c:pt>
                <c:pt idx="542">
                  <c:v>73.033378999999996</c:v>
                </c:pt>
                <c:pt idx="543">
                  <c:v>73.114754000000005</c:v>
                </c:pt>
                <c:pt idx="544">
                  <c:v>72.995773</c:v>
                </c:pt>
                <c:pt idx="545">
                  <c:v>72.740295000000003</c:v>
                </c:pt>
                <c:pt idx="546">
                  <c:v>72.352492999999996</c:v>
                </c:pt>
                <c:pt idx="547">
                  <c:v>72.395813000000004</c:v>
                </c:pt>
                <c:pt idx="548">
                  <c:v>72.910636999999994</c:v>
                </c:pt>
                <c:pt idx="549">
                  <c:v>73.573134999999994</c:v>
                </c:pt>
                <c:pt idx="550">
                  <c:v>74.142112999999995</c:v>
                </c:pt>
                <c:pt idx="551">
                  <c:v>74.123795000000001</c:v>
                </c:pt>
                <c:pt idx="552">
                  <c:v>73.422409000000002</c:v>
                </c:pt>
                <c:pt idx="553">
                  <c:v>72.520270999999994</c:v>
                </c:pt>
                <c:pt idx="554">
                  <c:v>71.475487000000001</c:v>
                </c:pt>
                <c:pt idx="555">
                  <c:v>70.681022999999996</c:v>
                </c:pt>
                <c:pt idx="556">
                  <c:v>70.454459999999997</c:v>
                </c:pt>
                <c:pt idx="557">
                  <c:v>70.106819000000002</c:v>
                </c:pt>
                <c:pt idx="558">
                  <c:v>69.545105000000007</c:v>
                </c:pt>
                <c:pt idx="559">
                  <c:v>69.076949999999997</c:v>
                </c:pt>
                <c:pt idx="560">
                  <c:v>68.323363999999998</c:v>
                </c:pt>
                <c:pt idx="561">
                  <c:v>67.963065999999998</c:v>
                </c:pt>
                <c:pt idx="562">
                  <c:v>67.894447</c:v>
                </c:pt>
                <c:pt idx="563">
                  <c:v>68.294853000000003</c:v>
                </c:pt>
                <c:pt idx="564">
                  <c:v>68.927948000000001</c:v>
                </c:pt>
                <c:pt idx="565">
                  <c:v>69.184310999999994</c:v>
                </c:pt>
                <c:pt idx="566">
                  <c:v>69.138908000000001</c:v>
                </c:pt>
                <c:pt idx="567">
                  <c:v>69.229752000000005</c:v>
                </c:pt>
                <c:pt idx="568">
                  <c:v>69.404503000000005</c:v>
                </c:pt>
                <c:pt idx="569">
                  <c:v>69.448211999999998</c:v>
                </c:pt>
                <c:pt idx="570">
                  <c:v>69.224236000000005</c:v>
                </c:pt>
                <c:pt idx="571">
                  <c:v>68.753570999999994</c:v>
                </c:pt>
                <c:pt idx="572">
                  <c:v>67.977294999999998</c:v>
                </c:pt>
                <c:pt idx="573">
                  <c:v>67.225455999999994</c:v>
                </c:pt>
                <c:pt idx="574">
                  <c:v>58.064715999999997</c:v>
                </c:pt>
                <c:pt idx="575">
                  <c:v>60.052750000000003</c:v>
                </c:pt>
                <c:pt idx="576">
                  <c:v>61.829833999999998</c:v>
                </c:pt>
                <c:pt idx="577">
                  <c:v>63.174435000000003</c:v>
                </c:pt>
                <c:pt idx="578">
                  <c:v>63.749988999999999</c:v>
                </c:pt>
                <c:pt idx="579">
                  <c:v>63.942680000000003</c:v>
                </c:pt>
                <c:pt idx="580">
                  <c:v>63.935046999999997</c:v>
                </c:pt>
                <c:pt idx="581">
                  <c:v>64.053130999999993</c:v>
                </c:pt>
                <c:pt idx="582">
                  <c:v>64.214934999999997</c:v>
                </c:pt>
                <c:pt idx="583">
                  <c:v>64.191901999999999</c:v>
                </c:pt>
                <c:pt idx="584">
                  <c:v>64.379317999999998</c:v>
                </c:pt>
                <c:pt idx="585">
                  <c:v>64.813713000000007</c:v>
                </c:pt>
                <c:pt idx="586">
                  <c:v>65.382071999999994</c:v>
                </c:pt>
                <c:pt idx="587">
                  <c:v>65.380568999999994</c:v>
                </c:pt>
                <c:pt idx="588">
                  <c:v>65.068129999999996</c:v>
                </c:pt>
                <c:pt idx="589">
                  <c:v>65.044098000000005</c:v>
                </c:pt>
                <c:pt idx="590">
                  <c:v>65.334205999999995</c:v>
                </c:pt>
                <c:pt idx="591">
                  <c:v>65.918785</c:v>
                </c:pt>
                <c:pt idx="592">
                  <c:v>66.972381999999996</c:v>
                </c:pt>
                <c:pt idx="593">
                  <c:v>67.949439999999996</c:v>
                </c:pt>
                <c:pt idx="594">
                  <c:v>68.361908</c:v>
                </c:pt>
                <c:pt idx="595">
                  <c:v>68.586769000000004</c:v>
                </c:pt>
                <c:pt idx="596">
                  <c:v>68.952347000000003</c:v>
                </c:pt>
                <c:pt idx="597">
                  <c:v>69.418602000000007</c:v>
                </c:pt>
                <c:pt idx="598">
                  <c:v>69.857192999999995</c:v>
                </c:pt>
                <c:pt idx="599">
                  <c:v>70.209739999999996</c:v>
                </c:pt>
                <c:pt idx="600">
                  <c:v>70.718636000000004</c:v>
                </c:pt>
                <c:pt idx="601">
                  <c:v>71.156043999999994</c:v>
                </c:pt>
                <c:pt idx="602">
                  <c:v>71.274878999999999</c:v>
                </c:pt>
                <c:pt idx="603">
                  <c:v>71.324912999999995</c:v>
                </c:pt>
                <c:pt idx="604">
                  <c:v>71.265816000000001</c:v>
                </c:pt>
                <c:pt idx="605">
                  <c:v>71.089484999999996</c:v>
                </c:pt>
                <c:pt idx="606">
                  <c:v>70.826583999999997</c:v>
                </c:pt>
                <c:pt idx="607">
                  <c:v>70.494308000000004</c:v>
                </c:pt>
                <c:pt idx="608">
                  <c:v>69.834075999999996</c:v>
                </c:pt>
                <c:pt idx="609">
                  <c:v>69.801682</c:v>
                </c:pt>
                <c:pt idx="610">
                  <c:v>70.480994999999993</c:v>
                </c:pt>
                <c:pt idx="611">
                  <c:v>71.380234000000002</c:v>
                </c:pt>
                <c:pt idx="612">
                  <c:v>71.815169999999995</c:v>
                </c:pt>
                <c:pt idx="613">
                  <c:v>72.123931999999996</c:v>
                </c:pt>
                <c:pt idx="614">
                  <c:v>72.402145000000004</c:v>
                </c:pt>
                <c:pt idx="615">
                  <c:v>72.661422999999999</c:v>
                </c:pt>
                <c:pt idx="616">
                  <c:v>72.996741999999998</c:v>
                </c:pt>
                <c:pt idx="617">
                  <c:v>73.296036000000001</c:v>
                </c:pt>
                <c:pt idx="618">
                  <c:v>73.547134</c:v>
                </c:pt>
                <c:pt idx="619">
                  <c:v>73.634559999999993</c:v>
                </c:pt>
                <c:pt idx="620">
                  <c:v>73.636414000000002</c:v>
                </c:pt>
                <c:pt idx="621">
                  <c:v>73.563736000000006</c:v>
                </c:pt>
                <c:pt idx="622">
                  <c:v>73.356285</c:v>
                </c:pt>
                <c:pt idx="623">
                  <c:v>73.241211000000007</c:v>
                </c:pt>
                <c:pt idx="624">
                  <c:v>73.269278999999997</c:v>
                </c:pt>
                <c:pt idx="625">
                  <c:v>73.289000999999999</c:v>
                </c:pt>
                <c:pt idx="626">
                  <c:v>73.068603999999993</c:v>
                </c:pt>
                <c:pt idx="627">
                  <c:v>72.648444999999995</c:v>
                </c:pt>
                <c:pt idx="628">
                  <c:v>72.357613000000001</c:v>
                </c:pt>
                <c:pt idx="629">
                  <c:v>72.439659000000006</c:v>
                </c:pt>
                <c:pt idx="630">
                  <c:v>72.694541999999998</c:v>
                </c:pt>
                <c:pt idx="631">
                  <c:v>73.028069000000002</c:v>
                </c:pt>
                <c:pt idx="632">
                  <c:v>73.412955999999994</c:v>
                </c:pt>
                <c:pt idx="633">
                  <c:v>73.616539000000003</c:v>
                </c:pt>
                <c:pt idx="634">
                  <c:v>73.932807999999994</c:v>
                </c:pt>
                <c:pt idx="635">
                  <c:v>74.278328000000002</c:v>
                </c:pt>
                <c:pt idx="636">
                  <c:v>74.622803000000005</c:v>
                </c:pt>
                <c:pt idx="637">
                  <c:v>74.975104999999999</c:v>
                </c:pt>
                <c:pt idx="638">
                  <c:v>75.033469999999994</c:v>
                </c:pt>
                <c:pt idx="639">
                  <c:v>74.814948999999999</c:v>
                </c:pt>
                <c:pt idx="640">
                  <c:v>74.664589000000007</c:v>
                </c:pt>
                <c:pt idx="641">
                  <c:v>74.491935999999995</c:v>
                </c:pt>
                <c:pt idx="642">
                  <c:v>74.272377000000006</c:v>
                </c:pt>
                <c:pt idx="643">
                  <c:v>74.046806000000004</c:v>
                </c:pt>
                <c:pt idx="644">
                  <c:v>74.070175000000006</c:v>
                </c:pt>
                <c:pt idx="645">
                  <c:v>74.284813</c:v>
                </c:pt>
                <c:pt idx="646">
                  <c:v>74.468070999999995</c:v>
                </c:pt>
                <c:pt idx="647">
                  <c:v>74.560424999999995</c:v>
                </c:pt>
                <c:pt idx="648">
                  <c:v>74.632369999999995</c:v>
                </c:pt>
                <c:pt idx="649">
                  <c:v>74.817711000000003</c:v>
                </c:pt>
                <c:pt idx="650">
                  <c:v>74.700546000000003</c:v>
                </c:pt>
                <c:pt idx="651">
                  <c:v>74.546004999999994</c:v>
                </c:pt>
                <c:pt idx="652">
                  <c:v>74.733765000000005</c:v>
                </c:pt>
                <c:pt idx="653">
                  <c:v>74.965789999999998</c:v>
                </c:pt>
                <c:pt idx="654">
                  <c:v>75.036879999999996</c:v>
                </c:pt>
                <c:pt idx="655">
                  <c:v>75.150115999999997</c:v>
                </c:pt>
                <c:pt idx="656">
                  <c:v>75.325530999999998</c:v>
                </c:pt>
                <c:pt idx="657">
                  <c:v>75.456078000000005</c:v>
                </c:pt>
                <c:pt idx="658">
                  <c:v>75.508835000000005</c:v>
                </c:pt>
                <c:pt idx="659">
                  <c:v>75.640808000000007</c:v>
                </c:pt>
                <c:pt idx="660">
                  <c:v>75.840637000000001</c:v>
                </c:pt>
                <c:pt idx="661">
                  <c:v>76.149146999999999</c:v>
                </c:pt>
                <c:pt idx="662">
                  <c:v>76.455864000000005</c:v>
                </c:pt>
                <c:pt idx="663">
                  <c:v>76.535797000000002</c:v>
                </c:pt>
                <c:pt idx="664">
                  <c:v>76.466239999999999</c:v>
                </c:pt>
                <c:pt idx="665">
                  <c:v>76.455078</c:v>
                </c:pt>
                <c:pt idx="666">
                  <c:v>76.605086999999997</c:v>
                </c:pt>
                <c:pt idx="667">
                  <c:v>76.870270000000005</c:v>
                </c:pt>
                <c:pt idx="668">
                  <c:v>76.990973999999994</c:v>
                </c:pt>
                <c:pt idx="669">
                  <c:v>77.089118999999997</c:v>
                </c:pt>
                <c:pt idx="670">
                  <c:v>77.202079999999995</c:v>
                </c:pt>
                <c:pt idx="671">
                  <c:v>77.282341000000002</c:v>
                </c:pt>
                <c:pt idx="672">
                  <c:v>77.392859999999999</c:v>
                </c:pt>
                <c:pt idx="673">
                  <c:v>77.448729999999998</c:v>
                </c:pt>
                <c:pt idx="674">
                  <c:v>77.370475999999996</c:v>
                </c:pt>
                <c:pt idx="675">
                  <c:v>77.414551000000003</c:v>
                </c:pt>
                <c:pt idx="676">
                  <c:v>77.554207000000005</c:v>
                </c:pt>
                <c:pt idx="677">
                  <c:v>77.571770000000001</c:v>
                </c:pt>
                <c:pt idx="678">
                  <c:v>77.539894000000004</c:v>
                </c:pt>
                <c:pt idx="679">
                  <c:v>77.442122999999995</c:v>
                </c:pt>
                <c:pt idx="680">
                  <c:v>77.190353000000002</c:v>
                </c:pt>
                <c:pt idx="681">
                  <c:v>77.058548000000002</c:v>
                </c:pt>
                <c:pt idx="682">
                  <c:v>77.051399000000004</c:v>
                </c:pt>
                <c:pt idx="683">
                  <c:v>76.975577999999999</c:v>
                </c:pt>
                <c:pt idx="684">
                  <c:v>76.963843999999995</c:v>
                </c:pt>
                <c:pt idx="685">
                  <c:v>76.914406</c:v>
                </c:pt>
                <c:pt idx="686">
                  <c:v>76.807204999999996</c:v>
                </c:pt>
                <c:pt idx="687">
                  <c:v>76.689223999999996</c:v>
                </c:pt>
                <c:pt idx="688">
                  <c:v>76.750832000000003</c:v>
                </c:pt>
                <c:pt idx="689">
                  <c:v>76.871727000000007</c:v>
                </c:pt>
                <c:pt idx="690">
                  <c:v>76.933907000000005</c:v>
                </c:pt>
                <c:pt idx="691">
                  <c:v>76.794037000000003</c:v>
                </c:pt>
                <c:pt idx="692">
                  <c:v>76.719466999999995</c:v>
                </c:pt>
                <c:pt idx="693">
                  <c:v>76.955910000000003</c:v>
                </c:pt>
                <c:pt idx="694">
                  <c:v>77.571631999999994</c:v>
                </c:pt>
                <c:pt idx="695">
                  <c:v>78.138283000000001</c:v>
                </c:pt>
                <c:pt idx="696">
                  <c:v>78.540085000000005</c:v>
                </c:pt>
                <c:pt idx="697">
                  <c:v>78.903152000000006</c:v>
                </c:pt>
                <c:pt idx="698">
                  <c:v>79.269981000000001</c:v>
                </c:pt>
                <c:pt idx="699">
                  <c:v>79.612762000000004</c:v>
                </c:pt>
                <c:pt idx="700">
                  <c:v>79.728531000000004</c:v>
                </c:pt>
                <c:pt idx="701">
                  <c:v>79.785019000000005</c:v>
                </c:pt>
                <c:pt idx="702">
                  <c:v>79.887955000000005</c:v>
                </c:pt>
                <c:pt idx="703">
                  <c:v>79.940926000000005</c:v>
                </c:pt>
                <c:pt idx="704">
                  <c:v>79.922393999999997</c:v>
                </c:pt>
                <c:pt idx="705">
                  <c:v>79.863288999999995</c:v>
                </c:pt>
                <c:pt idx="706">
                  <c:v>79.701949999999997</c:v>
                </c:pt>
                <c:pt idx="707">
                  <c:v>79.523810999999995</c:v>
                </c:pt>
                <c:pt idx="708">
                  <c:v>79.588158000000007</c:v>
                </c:pt>
                <c:pt idx="709">
                  <c:v>80.075828999999999</c:v>
                </c:pt>
                <c:pt idx="710">
                  <c:v>80.686408999999998</c:v>
                </c:pt>
                <c:pt idx="711">
                  <c:v>81.078734999999995</c:v>
                </c:pt>
                <c:pt idx="712">
                  <c:v>81.050278000000006</c:v>
                </c:pt>
                <c:pt idx="713">
                  <c:v>80.898208999999994</c:v>
                </c:pt>
                <c:pt idx="714">
                  <c:v>80.825622999999993</c:v>
                </c:pt>
                <c:pt idx="715">
                  <c:v>80.996521000000001</c:v>
                </c:pt>
                <c:pt idx="716">
                  <c:v>81.069405000000003</c:v>
                </c:pt>
                <c:pt idx="717">
                  <c:v>81.086128000000002</c:v>
                </c:pt>
                <c:pt idx="718">
                  <c:v>81.191742000000005</c:v>
                </c:pt>
                <c:pt idx="719">
                  <c:v>81.024078000000003</c:v>
                </c:pt>
                <c:pt idx="720">
                  <c:v>80.415458999999998</c:v>
                </c:pt>
                <c:pt idx="721">
                  <c:v>80.174721000000005</c:v>
                </c:pt>
                <c:pt idx="722">
                  <c:v>80.374206999999998</c:v>
                </c:pt>
                <c:pt idx="723">
                  <c:v>80.403480999999999</c:v>
                </c:pt>
                <c:pt idx="724">
                  <c:v>80.378349</c:v>
                </c:pt>
                <c:pt idx="725">
                  <c:v>80.310669000000004</c:v>
                </c:pt>
                <c:pt idx="726">
                  <c:v>80.386215000000007</c:v>
                </c:pt>
                <c:pt idx="727">
                  <c:v>80.519774999999996</c:v>
                </c:pt>
                <c:pt idx="728">
                  <c:v>80.512535</c:v>
                </c:pt>
                <c:pt idx="729">
                  <c:v>80.509711999999993</c:v>
                </c:pt>
                <c:pt idx="730">
                  <c:v>80.451920000000001</c:v>
                </c:pt>
                <c:pt idx="731">
                  <c:v>80.171974000000006</c:v>
                </c:pt>
                <c:pt idx="732">
                  <c:v>79.872009000000006</c:v>
                </c:pt>
                <c:pt idx="733">
                  <c:v>80.012383</c:v>
                </c:pt>
                <c:pt idx="734">
                  <c:v>80.637016000000003</c:v>
                </c:pt>
                <c:pt idx="735">
                  <c:v>81.428359999999998</c:v>
                </c:pt>
                <c:pt idx="736">
                  <c:v>81.878028999999998</c:v>
                </c:pt>
                <c:pt idx="737">
                  <c:v>81.993645000000001</c:v>
                </c:pt>
                <c:pt idx="738">
                  <c:v>81.993155999999999</c:v>
                </c:pt>
                <c:pt idx="739">
                  <c:v>82.006218000000004</c:v>
                </c:pt>
                <c:pt idx="740">
                  <c:v>81.991889999999998</c:v>
                </c:pt>
                <c:pt idx="741">
                  <c:v>81.974648000000002</c:v>
                </c:pt>
                <c:pt idx="742">
                  <c:v>81.853531000000004</c:v>
                </c:pt>
                <c:pt idx="743">
                  <c:v>81.313170999999997</c:v>
                </c:pt>
                <c:pt idx="744">
                  <c:v>80.526900999999995</c:v>
                </c:pt>
                <c:pt idx="745">
                  <c:v>80.130424000000005</c:v>
                </c:pt>
                <c:pt idx="746">
                  <c:v>79.826385000000002</c:v>
                </c:pt>
                <c:pt idx="747">
                  <c:v>79.383301000000003</c:v>
                </c:pt>
                <c:pt idx="748">
                  <c:v>79.248192000000003</c:v>
                </c:pt>
                <c:pt idx="749">
                  <c:v>78.799903999999998</c:v>
                </c:pt>
                <c:pt idx="750">
                  <c:v>77.973251000000005</c:v>
                </c:pt>
                <c:pt idx="751">
                  <c:v>77.377533</c:v>
                </c:pt>
                <c:pt idx="752">
                  <c:v>77.149651000000006</c:v>
                </c:pt>
                <c:pt idx="753">
                  <c:v>76.629890000000003</c:v>
                </c:pt>
                <c:pt idx="754">
                  <c:v>75.770225999999994</c:v>
                </c:pt>
                <c:pt idx="755">
                  <c:v>75.098892000000006</c:v>
                </c:pt>
                <c:pt idx="756">
                  <c:v>74.854927000000004</c:v>
                </c:pt>
                <c:pt idx="757">
                  <c:v>74.947136</c:v>
                </c:pt>
                <c:pt idx="758">
                  <c:v>74.917823999999996</c:v>
                </c:pt>
                <c:pt idx="759">
                  <c:v>74.644454999999994</c:v>
                </c:pt>
                <c:pt idx="760">
                  <c:v>74.492203000000003</c:v>
                </c:pt>
                <c:pt idx="761">
                  <c:v>74.680381999999994</c:v>
                </c:pt>
                <c:pt idx="762">
                  <c:v>75.206649999999996</c:v>
                </c:pt>
                <c:pt idx="763">
                  <c:v>75.527778999999995</c:v>
                </c:pt>
                <c:pt idx="764">
                  <c:v>75.222176000000005</c:v>
                </c:pt>
                <c:pt idx="765">
                  <c:v>74.551475999999994</c:v>
                </c:pt>
                <c:pt idx="766">
                  <c:v>74.207222000000002</c:v>
                </c:pt>
                <c:pt idx="767">
                  <c:v>73.703316000000001</c:v>
                </c:pt>
                <c:pt idx="768">
                  <c:v>72.922623000000002</c:v>
                </c:pt>
                <c:pt idx="769">
                  <c:v>72.330803000000003</c:v>
                </c:pt>
                <c:pt idx="770">
                  <c:v>71.943755999999993</c:v>
                </c:pt>
                <c:pt idx="771">
                  <c:v>72.32029</c:v>
                </c:pt>
                <c:pt idx="772">
                  <c:v>72.122353000000004</c:v>
                </c:pt>
                <c:pt idx="773">
                  <c:v>71.637191999999999</c:v>
                </c:pt>
                <c:pt idx="774">
                  <c:v>71.444434999999999</c:v>
                </c:pt>
                <c:pt idx="775">
                  <c:v>71.241150000000005</c:v>
                </c:pt>
                <c:pt idx="776">
                  <c:v>71.363502999999994</c:v>
                </c:pt>
                <c:pt idx="777">
                  <c:v>71.173737000000003</c:v>
                </c:pt>
                <c:pt idx="778">
                  <c:v>71.139763000000002</c:v>
                </c:pt>
                <c:pt idx="779">
                  <c:v>70.933616999999998</c:v>
                </c:pt>
                <c:pt idx="780">
                  <c:v>71.086455999999998</c:v>
                </c:pt>
                <c:pt idx="781">
                  <c:v>71.604636999999997</c:v>
                </c:pt>
                <c:pt idx="782">
                  <c:v>71.972770999999995</c:v>
                </c:pt>
                <c:pt idx="783">
                  <c:v>71.796738000000005</c:v>
                </c:pt>
                <c:pt idx="784">
                  <c:v>71.276161000000002</c:v>
                </c:pt>
                <c:pt idx="785">
                  <c:v>70.477965999999995</c:v>
                </c:pt>
                <c:pt idx="786">
                  <c:v>69.930770999999993</c:v>
                </c:pt>
                <c:pt idx="787">
                  <c:v>70.257866000000007</c:v>
                </c:pt>
                <c:pt idx="788">
                  <c:v>70.750343000000001</c:v>
                </c:pt>
                <c:pt idx="789">
                  <c:v>69.122375000000005</c:v>
                </c:pt>
                <c:pt idx="790">
                  <c:v>67.763274999999993</c:v>
                </c:pt>
                <c:pt idx="791">
                  <c:v>67.317100999999994</c:v>
                </c:pt>
                <c:pt idx="792">
                  <c:v>67.276649000000006</c:v>
                </c:pt>
                <c:pt idx="793">
                  <c:v>67.296859999999995</c:v>
                </c:pt>
                <c:pt idx="794">
                  <c:v>67.364784</c:v>
                </c:pt>
                <c:pt idx="795">
                  <c:v>67.878662000000006</c:v>
                </c:pt>
                <c:pt idx="796">
                  <c:v>68.732795999999993</c:v>
                </c:pt>
                <c:pt idx="797">
                  <c:v>69.287368999999998</c:v>
                </c:pt>
                <c:pt idx="798">
                  <c:v>69.664306999999994</c:v>
                </c:pt>
                <c:pt idx="799">
                  <c:v>69.792586999999997</c:v>
                </c:pt>
                <c:pt idx="800">
                  <c:v>69.344086000000004</c:v>
                </c:pt>
                <c:pt idx="801">
                  <c:v>68.836449000000002</c:v>
                </c:pt>
                <c:pt idx="802">
                  <c:v>68.126793000000006</c:v>
                </c:pt>
                <c:pt idx="803">
                  <c:v>67.561706999999998</c:v>
                </c:pt>
                <c:pt idx="804">
                  <c:v>66.885422000000005</c:v>
                </c:pt>
                <c:pt idx="805">
                  <c:v>66.503074999999995</c:v>
                </c:pt>
                <c:pt idx="806">
                  <c:v>66.426124999999999</c:v>
                </c:pt>
                <c:pt idx="807">
                  <c:v>66.448547000000005</c:v>
                </c:pt>
                <c:pt idx="808">
                  <c:v>66.347954000000001</c:v>
                </c:pt>
                <c:pt idx="809">
                  <c:v>65.888869999999997</c:v>
                </c:pt>
                <c:pt idx="810">
                  <c:v>65.791481000000005</c:v>
                </c:pt>
                <c:pt idx="811">
                  <c:v>66.017287999999994</c:v>
                </c:pt>
                <c:pt idx="812">
                  <c:v>66.606514000000004</c:v>
                </c:pt>
                <c:pt idx="813">
                  <c:v>66.695876999999996</c:v>
                </c:pt>
                <c:pt idx="814">
                  <c:v>66.286888000000005</c:v>
                </c:pt>
                <c:pt idx="815">
                  <c:v>66.306786000000002</c:v>
                </c:pt>
                <c:pt idx="816">
                  <c:v>66.685631000000001</c:v>
                </c:pt>
                <c:pt idx="817">
                  <c:v>67.200530999999998</c:v>
                </c:pt>
                <c:pt idx="818">
                  <c:v>67.661750999999995</c:v>
                </c:pt>
                <c:pt idx="819">
                  <c:v>68.132537999999997</c:v>
                </c:pt>
                <c:pt idx="820">
                  <c:v>68.657416999999995</c:v>
                </c:pt>
                <c:pt idx="821">
                  <c:v>68.786613000000003</c:v>
                </c:pt>
                <c:pt idx="822">
                  <c:v>69.055626000000004</c:v>
                </c:pt>
                <c:pt idx="823">
                  <c:v>69.576667999999998</c:v>
                </c:pt>
                <c:pt idx="824">
                  <c:v>69.809997999999993</c:v>
                </c:pt>
                <c:pt idx="825">
                  <c:v>69.825073000000003</c:v>
                </c:pt>
                <c:pt idx="826">
                  <c:v>69.726967000000002</c:v>
                </c:pt>
                <c:pt idx="827">
                  <c:v>69.342247</c:v>
                </c:pt>
                <c:pt idx="828">
                  <c:v>68.636229999999998</c:v>
                </c:pt>
                <c:pt idx="829">
                  <c:v>68.389702</c:v>
                </c:pt>
                <c:pt idx="830">
                  <c:v>68.691422000000003</c:v>
                </c:pt>
                <c:pt idx="831">
                  <c:v>68.993010999999996</c:v>
                </c:pt>
                <c:pt idx="832">
                  <c:v>68.996703999999994</c:v>
                </c:pt>
                <c:pt idx="833">
                  <c:v>68.618469000000005</c:v>
                </c:pt>
                <c:pt idx="834">
                  <c:v>67.939491000000004</c:v>
                </c:pt>
                <c:pt idx="835">
                  <c:v>67.738174000000001</c:v>
                </c:pt>
                <c:pt idx="836">
                  <c:v>67.871703999999994</c:v>
                </c:pt>
                <c:pt idx="837">
                  <c:v>67.807441999999995</c:v>
                </c:pt>
                <c:pt idx="838">
                  <c:v>67.819350999999997</c:v>
                </c:pt>
                <c:pt idx="839">
                  <c:v>67.786461000000003</c:v>
                </c:pt>
                <c:pt idx="840">
                  <c:v>67.408180000000002</c:v>
                </c:pt>
                <c:pt idx="841">
                  <c:v>67.264754999999994</c:v>
                </c:pt>
                <c:pt idx="842">
                  <c:v>67.691215999999997</c:v>
                </c:pt>
                <c:pt idx="843">
                  <c:v>68.162368999999998</c:v>
                </c:pt>
                <c:pt idx="844">
                  <c:v>68.416045999999994</c:v>
                </c:pt>
                <c:pt idx="845">
                  <c:v>68.584502999999998</c:v>
                </c:pt>
                <c:pt idx="846">
                  <c:v>68.505500999999995</c:v>
                </c:pt>
                <c:pt idx="847">
                  <c:v>68.350037</c:v>
                </c:pt>
                <c:pt idx="848">
                  <c:v>68.092567000000003</c:v>
                </c:pt>
                <c:pt idx="849">
                  <c:v>67.579673999999997</c:v>
                </c:pt>
                <c:pt idx="850">
                  <c:v>66.764442000000003</c:v>
                </c:pt>
                <c:pt idx="851">
                  <c:v>65.819626</c:v>
                </c:pt>
                <c:pt idx="852">
                  <c:v>65.252869000000004</c:v>
                </c:pt>
                <c:pt idx="853">
                  <c:v>65.389167999999998</c:v>
                </c:pt>
                <c:pt idx="854">
                  <c:v>65.28492</c:v>
                </c:pt>
                <c:pt idx="855">
                  <c:v>64.709845999999999</c:v>
                </c:pt>
                <c:pt idx="856">
                  <c:v>64.118401000000006</c:v>
                </c:pt>
                <c:pt idx="857">
                  <c:v>63.860171999999999</c:v>
                </c:pt>
                <c:pt idx="858">
                  <c:v>64.130973999999995</c:v>
                </c:pt>
                <c:pt idx="859">
                  <c:v>64.419944999999998</c:v>
                </c:pt>
                <c:pt idx="860">
                  <c:v>64.739265000000003</c:v>
                </c:pt>
                <c:pt idx="861">
                  <c:v>65.406768999999997</c:v>
                </c:pt>
                <c:pt idx="862">
                  <c:v>66.034317000000001</c:v>
                </c:pt>
                <c:pt idx="863">
                  <c:v>66.531363999999996</c:v>
                </c:pt>
                <c:pt idx="864">
                  <c:v>67.237121999999999</c:v>
                </c:pt>
                <c:pt idx="865">
                  <c:v>67.749184</c:v>
                </c:pt>
                <c:pt idx="866">
                  <c:v>67.748642000000004</c:v>
                </c:pt>
                <c:pt idx="867">
                  <c:v>67.415649000000002</c:v>
                </c:pt>
                <c:pt idx="868">
                  <c:v>66.688202000000004</c:v>
                </c:pt>
                <c:pt idx="869">
                  <c:v>65.262642</c:v>
                </c:pt>
                <c:pt idx="870">
                  <c:v>63.387385999999999</c:v>
                </c:pt>
                <c:pt idx="871">
                  <c:v>62.692402000000001</c:v>
                </c:pt>
                <c:pt idx="872">
                  <c:v>63.036217000000001</c:v>
                </c:pt>
                <c:pt idx="873">
                  <c:v>63.832675999999999</c:v>
                </c:pt>
                <c:pt idx="874">
                  <c:v>64.159233</c:v>
                </c:pt>
                <c:pt idx="875">
                  <c:v>63.739272999999997</c:v>
                </c:pt>
                <c:pt idx="876">
                  <c:v>63.409709999999997</c:v>
                </c:pt>
                <c:pt idx="877">
                  <c:v>63.923180000000002</c:v>
                </c:pt>
                <c:pt idx="878">
                  <c:v>65.1828</c:v>
                </c:pt>
                <c:pt idx="879">
                  <c:v>65.725966999999997</c:v>
                </c:pt>
                <c:pt idx="880">
                  <c:v>65.877930000000006</c:v>
                </c:pt>
                <c:pt idx="881">
                  <c:v>66.101851999999994</c:v>
                </c:pt>
                <c:pt idx="882">
                  <c:v>66.350594000000001</c:v>
                </c:pt>
                <c:pt idx="883">
                  <c:v>67.001250999999996</c:v>
                </c:pt>
                <c:pt idx="884">
                  <c:v>67.382698000000005</c:v>
                </c:pt>
                <c:pt idx="885">
                  <c:v>67.071503000000007</c:v>
                </c:pt>
                <c:pt idx="886">
                  <c:v>66.508499</c:v>
                </c:pt>
                <c:pt idx="887">
                  <c:v>66.117988999999994</c:v>
                </c:pt>
                <c:pt idx="888">
                  <c:v>65.961517000000001</c:v>
                </c:pt>
                <c:pt idx="889">
                  <c:v>66.107521000000006</c:v>
                </c:pt>
                <c:pt idx="890">
                  <c:v>66.287673999999996</c:v>
                </c:pt>
                <c:pt idx="891">
                  <c:v>66.161574999999999</c:v>
                </c:pt>
                <c:pt idx="892">
                  <c:v>66.237564000000006</c:v>
                </c:pt>
                <c:pt idx="893">
                  <c:v>66.712745999999996</c:v>
                </c:pt>
                <c:pt idx="894">
                  <c:v>67.179419999999993</c:v>
                </c:pt>
                <c:pt idx="895">
                  <c:v>67.314841999999999</c:v>
                </c:pt>
                <c:pt idx="896">
                  <c:v>67.300445999999994</c:v>
                </c:pt>
                <c:pt idx="897">
                  <c:v>67.612679</c:v>
                </c:pt>
                <c:pt idx="898">
                  <c:v>68.297141999999994</c:v>
                </c:pt>
                <c:pt idx="899">
                  <c:v>68.666015999999999</c:v>
                </c:pt>
                <c:pt idx="900">
                  <c:v>68.569632999999996</c:v>
                </c:pt>
                <c:pt idx="901">
                  <c:v>68.434662000000003</c:v>
                </c:pt>
                <c:pt idx="902">
                  <c:v>68.669876000000002</c:v>
                </c:pt>
                <c:pt idx="903">
                  <c:v>68.576324</c:v>
                </c:pt>
                <c:pt idx="904">
                  <c:v>68.506927000000005</c:v>
                </c:pt>
                <c:pt idx="905">
                  <c:v>68.488067999999998</c:v>
                </c:pt>
                <c:pt idx="906">
                  <c:v>68.067711000000003</c:v>
                </c:pt>
                <c:pt idx="907">
                  <c:v>67.825569000000002</c:v>
                </c:pt>
                <c:pt idx="908">
                  <c:v>67.692345000000003</c:v>
                </c:pt>
                <c:pt idx="909">
                  <c:v>67.675583000000003</c:v>
                </c:pt>
                <c:pt idx="910">
                  <c:v>68.007476999999994</c:v>
                </c:pt>
                <c:pt idx="911">
                  <c:v>68.071701000000004</c:v>
                </c:pt>
                <c:pt idx="912">
                  <c:v>67.533591999999999</c:v>
                </c:pt>
                <c:pt idx="913">
                  <c:v>66.714539000000002</c:v>
                </c:pt>
                <c:pt idx="914">
                  <c:v>65.941513</c:v>
                </c:pt>
                <c:pt idx="915">
                  <c:v>65.487685999999997</c:v>
                </c:pt>
                <c:pt idx="916">
                  <c:v>65.369033999999999</c:v>
                </c:pt>
                <c:pt idx="917">
                  <c:v>65.423232999999996</c:v>
                </c:pt>
                <c:pt idx="918">
                  <c:v>65.235564999999994</c:v>
                </c:pt>
                <c:pt idx="919">
                  <c:v>64.871437</c:v>
                </c:pt>
                <c:pt idx="920">
                  <c:v>64.711037000000005</c:v>
                </c:pt>
                <c:pt idx="921">
                  <c:v>64.709152000000003</c:v>
                </c:pt>
                <c:pt idx="922">
                  <c:v>64.942809999999994</c:v>
                </c:pt>
                <c:pt idx="923">
                  <c:v>65.108688000000001</c:v>
                </c:pt>
                <c:pt idx="924">
                  <c:v>64.904792999999998</c:v>
                </c:pt>
                <c:pt idx="925">
                  <c:v>65.006905000000003</c:v>
                </c:pt>
                <c:pt idx="926">
                  <c:v>65.440230999999997</c:v>
                </c:pt>
                <c:pt idx="927">
                  <c:v>66.184783999999993</c:v>
                </c:pt>
                <c:pt idx="928">
                  <c:v>67.178939999999997</c:v>
                </c:pt>
                <c:pt idx="929">
                  <c:v>67.576331999999994</c:v>
                </c:pt>
                <c:pt idx="930">
                  <c:v>67.352501000000004</c:v>
                </c:pt>
                <c:pt idx="931">
                  <c:v>67.000702000000004</c:v>
                </c:pt>
                <c:pt idx="932">
                  <c:v>66.859177000000003</c:v>
                </c:pt>
                <c:pt idx="933">
                  <c:v>66.862166999999999</c:v>
                </c:pt>
                <c:pt idx="934">
                  <c:v>66.900176999999999</c:v>
                </c:pt>
                <c:pt idx="935">
                  <c:v>66.610138000000006</c:v>
                </c:pt>
                <c:pt idx="936">
                  <c:v>66.130279999999999</c:v>
                </c:pt>
                <c:pt idx="937">
                  <c:v>65.466385000000002</c:v>
                </c:pt>
                <c:pt idx="938">
                  <c:v>64.848320000000001</c:v>
                </c:pt>
                <c:pt idx="939">
                  <c:v>64.396797000000007</c:v>
                </c:pt>
                <c:pt idx="940">
                  <c:v>64.453284999999994</c:v>
                </c:pt>
                <c:pt idx="941">
                  <c:v>64.694434999999999</c:v>
                </c:pt>
                <c:pt idx="942">
                  <c:v>64.827720999999997</c:v>
                </c:pt>
                <c:pt idx="943">
                  <c:v>64.519713999999993</c:v>
                </c:pt>
                <c:pt idx="944">
                  <c:v>63.182205000000003</c:v>
                </c:pt>
                <c:pt idx="945">
                  <c:v>63.33419</c:v>
                </c:pt>
                <c:pt idx="946">
                  <c:v>63.545051999999998</c:v>
                </c:pt>
                <c:pt idx="947">
                  <c:v>63.670020999999998</c:v>
                </c:pt>
                <c:pt idx="948">
                  <c:v>63.770907999999999</c:v>
                </c:pt>
                <c:pt idx="949">
                  <c:v>63.239567000000001</c:v>
                </c:pt>
                <c:pt idx="950">
                  <c:v>62.694243999999998</c:v>
                </c:pt>
                <c:pt idx="951">
                  <c:v>62.305042</c:v>
                </c:pt>
                <c:pt idx="952">
                  <c:v>61.866546999999997</c:v>
                </c:pt>
                <c:pt idx="953">
                  <c:v>61.638069000000002</c:v>
                </c:pt>
                <c:pt idx="954">
                  <c:v>61.658707</c:v>
                </c:pt>
                <c:pt idx="955">
                  <c:v>61.917740000000002</c:v>
                </c:pt>
                <c:pt idx="956">
                  <c:v>61.996403000000001</c:v>
                </c:pt>
                <c:pt idx="957">
                  <c:v>62.076228999999998</c:v>
                </c:pt>
                <c:pt idx="958">
                  <c:v>62.123184000000002</c:v>
                </c:pt>
                <c:pt idx="959">
                  <c:v>62.324706999999997</c:v>
                </c:pt>
                <c:pt idx="960">
                  <c:v>62.792313</c:v>
                </c:pt>
                <c:pt idx="961">
                  <c:v>63.118941999999997</c:v>
                </c:pt>
                <c:pt idx="962">
                  <c:v>63.277240999999997</c:v>
                </c:pt>
                <c:pt idx="963">
                  <c:v>63.319141000000002</c:v>
                </c:pt>
                <c:pt idx="964">
                  <c:v>63.450527000000001</c:v>
                </c:pt>
                <c:pt idx="965">
                  <c:v>63.886864000000003</c:v>
                </c:pt>
                <c:pt idx="966">
                  <c:v>64.495093999999995</c:v>
                </c:pt>
                <c:pt idx="967">
                  <c:v>64.561096000000006</c:v>
                </c:pt>
                <c:pt idx="968">
                  <c:v>64.215384999999998</c:v>
                </c:pt>
                <c:pt idx="969">
                  <c:v>63.509731000000002</c:v>
                </c:pt>
                <c:pt idx="970">
                  <c:v>63.04195</c:v>
                </c:pt>
                <c:pt idx="971">
                  <c:v>62.720936000000002</c:v>
                </c:pt>
                <c:pt idx="972">
                  <c:v>62.415793999999998</c:v>
                </c:pt>
                <c:pt idx="973">
                  <c:v>61.759033000000002</c:v>
                </c:pt>
                <c:pt idx="974">
                  <c:v>60.645927</c:v>
                </c:pt>
                <c:pt idx="975">
                  <c:v>59.369793000000001</c:v>
                </c:pt>
                <c:pt idx="976">
                  <c:v>58.726497999999999</c:v>
                </c:pt>
                <c:pt idx="977">
                  <c:v>58.719101000000002</c:v>
                </c:pt>
                <c:pt idx="978">
                  <c:v>58.724747000000001</c:v>
                </c:pt>
                <c:pt idx="979">
                  <c:v>59.107193000000002</c:v>
                </c:pt>
                <c:pt idx="980">
                  <c:v>59.441676999999999</c:v>
                </c:pt>
                <c:pt idx="981">
                  <c:v>59.129874999999998</c:v>
                </c:pt>
                <c:pt idx="982">
                  <c:v>58.790591999999997</c:v>
                </c:pt>
                <c:pt idx="983">
                  <c:v>58.943007999999999</c:v>
                </c:pt>
                <c:pt idx="984">
                  <c:v>59.235382000000001</c:v>
                </c:pt>
                <c:pt idx="985">
                  <c:v>59.242924000000002</c:v>
                </c:pt>
                <c:pt idx="986">
                  <c:v>59.330685000000003</c:v>
                </c:pt>
                <c:pt idx="987">
                  <c:v>59.961491000000002</c:v>
                </c:pt>
                <c:pt idx="988">
                  <c:v>60.128039999999999</c:v>
                </c:pt>
                <c:pt idx="989">
                  <c:v>59.480392000000002</c:v>
                </c:pt>
                <c:pt idx="990">
                  <c:v>58.806418999999998</c:v>
                </c:pt>
                <c:pt idx="991">
                  <c:v>58.445328000000003</c:v>
                </c:pt>
                <c:pt idx="992">
                  <c:v>57.698138999999998</c:v>
                </c:pt>
                <c:pt idx="993">
                  <c:v>56.934047999999997</c:v>
                </c:pt>
                <c:pt idx="994">
                  <c:v>56.71434</c:v>
                </c:pt>
                <c:pt idx="995">
                  <c:v>56.834060999999998</c:v>
                </c:pt>
                <c:pt idx="996">
                  <c:v>57.28389</c:v>
                </c:pt>
                <c:pt idx="997">
                  <c:v>58.013027000000001</c:v>
                </c:pt>
                <c:pt idx="998">
                  <c:v>59.108128000000001</c:v>
                </c:pt>
                <c:pt idx="999">
                  <c:v>60.224257999999999</c:v>
                </c:pt>
                <c:pt idx="1000">
                  <c:v>61.080928999999998</c:v>
                </c:pt>
                <c:pt idx="1001">
                  <c:v>61.612965000000003</c:v>
                </c:pt>
                <c:pt idx="1002">
                  <c:v>62.180439</c:v>
                </c:pt>
                <c:pt idx="1003">
                  <c:v>62.423676</c:v>
                </c:pt>
                <c:pt idx="1004">
                  <c:v>61.879204000000001</c:v>
                </c:pt>
                <c:pt idx="1005">
                  <c:v>60.831276000000003</c:v>
                </c:pt>
                <c:pt idx="1006">
                  <c:v>60.639747999999997</c:v>
                </c:pt>
                <c:pt idx="1007">
                  <c:v>61.082690999999997</c:v>
                </c:pt>
                <c:pt idx="1008">
                  <c:v>61.520404999999997</c:v>
                </c:pt>
                <c:pt idx="1009">
                  <c:v>61.715651999999999</c:v>
                </c:pt>
                <c:pt idx="1010">
                  <c:v>61.307330999999998</c:v>
                </c:pt>
                <c:pt idx="1011">
                  <c:v>60.317748999999999</c:v>
                </c:pt>
                <c:pt idx="1012">
                  <c:v>59.080536000000002</c:v>
                </c:pt>
                <c:pt idx="1013">
                  <c:v>58.318469999999998</c:v>
                </c:pt>
                <c:pt idx="1014">
                  <c:v>57.633533</c:v>
                </c:pt>
                <c:pt idx="1015">
                  <c:v>57.164200000000001</c:v>
                </c:pt>
                <c:pt idx="1016">
                  <c:v>56.892273000000003</c:v>
                </c:pt>
                <c:pt idx="1017">
                  <c:v>56.742702000000001</c:v>
                </c:pt>
                <c:pt idx="1018">
                  <c:v>56.869911000000002</c:v>
                </c:pt>
                <c:pt idx="1019">
                  <c:v>57.454044000000003</c:v>
                </c:pt>
                <c:pt idx="1020">
                  <c:v>58.074401999999999</c:v>
                </c:pt>
                <c:pt idx="1021">
                  <c:v>57.976379000000001</c:v>
                </c:pt>
                <c:pt idx="1022">
                  <c:v>57.582068999999997</c:v>
                </c:pt>
                <c:pt idx="1023">
                  <c:v>57.442169</c:v>
                </c:pt>
                <c:pt idx="1024">
                  <c:v>57.529961</c:v>
                </c:pt>
                <c:pt idx="1025">
                  <c:v>57.502754000000003</c:v>
                </c:pt>
                <c:pt idx="1026">
                  <c:v>57.075870999999999</c:v>
                </c:pt>
                <c:pt idx="1027">
                  <c:v>56.887034999999997</c:v>
                </c:pt>
                <c:pt idx="1028">
                  <c:v>57.037818999999999</c:v>
                </c:pt>
                <c:pt idx="1029">
                  <c:v>57.583710000000004</c:v>
                </c:pt>
                <c:pt idx="1030">
                  <c:v>58.375652000000002</c:v>
                </c:pt>
                <c:pt idx="1031">
                  <c:v>58.792557000000002</c:v>
                </c:pt>
                <c:pt idx="1032">
                  <c:v>58.872138999999997</c:v>
                </c:pt>
                <c:pt idx="1033">
                  <c:v>58.741005000000001</c:v>
                </c:pt>
                <c:pt idx="1034">
                  <c:v>58.912154999999998</c:v>
                </c:pt>
                <c:pt idx="1035">
                  <c:v>59.133118000000003</c:v>
                </c:pt>
                <c:pt idx="1036">
                  <c:v>59.068252999999999</c:v>
                </c:pt>
                <c:pt idx="1037">
                  <c:v>58.580123999999998</c:v>
                </c:pt>
                <c:pt idx="1038">
                  <c:v>57.908062000000001</c:v>
                </c:pt>
                <c:pt idx="1039">
                  <c:v>57.599196999999997</c:v>
                </c:pt>
                <c:pt idx="1040">
                  <c:v>57.552452000000002</c:v>
                </c:pt>
                <c:pt idx="1041">
                  <c:v>57.906520999999998</c:v>
                </c:pt>
                <c:pt idx="1042">
                  <c:v>58.004147000000003</c:v>
                </c:pt>
                <c:pt idx="1043">
                  <c:v>57.974536999999998</c:v>
                </c:pt>
                <c:pt idx="1044">
                  <c:v>58.085242999999998</c:v>
                </c:pt>
                <c:pt idx="1045">
                  <c:v>58.384830000000001</c:v>
                </c:pt>
                <c:pt idx="1046">
                  <c:v>58.846057999999999</c:v>
                </c:pt>
                <c:pt idx="1047">
                  <c:v>59.243988000000002</c:v>
                </c:pt>
                <c:pt idx="1048">
                  <c:v>59.723700999999998</c:v>
                </c:pt>
                <c:pt idx="1049">
                  <c:v>60.437804999999997</c:v>
                </c:pt>
                <c:pt idx="1050">
                  <c:v>61.409233</c:v>
                </c:pt>
                <c:pt idx="1051">
                  <c:v>62.372062999999997</c:v>
                </c:pt>
                <c:pt idx="1052">
                  <c:v>62.759270000000001</c:v>
                </c:pt>
                <c:pt idx="1053">
                  <c:v>62.775371999999997</c:v>
                </c:pt>
                <c:pt idx="1054">
                  <c:v>62.604548999999999</c:v>
                </c:pt>
                <c:pt idx="1055">
                  <c:v>62.310580999999999</c:v>
                </c:pt>
                <c:pt idx="1056">
                  <c:v>61.932926000000002</c:v>
                </c:pt>
                <c:pt idx="1057">
                  <c:v>61.752963999999999</c:v>
                </c:pt>
                <c:pt idx="1058">
                  <c:v>62.147162999999999</c:v>
                </c:pt>
                <c:pt idx="1059">
                  <c:v>62.510219999999997</c:v>
                </c:pt>
                <c:pt idx="1060">
                  <c:v>62.44614</c:v>
                </c:pt>
                <c:pt idx="1061">
                  <c:v>62.473838999999998</c:v>
                </c:pt>
                <c:pt idx="1062">
                  <c:v>62.546013000000002</c:v>
                </c:pt>
                <c:pt idx="1063">
                  <c:v>62.326884999999997</c:v>
                </c:pt>
                <c:pt idx="1064">
                  <c:v>62.061371000000001</c:v>
                </c:pt>
                <c:pt idx="1065">
                  <c:v>61.878796000000001</c:v>
                </c:pt>
                <c:pt idx="1066">
                  <c:v>61.622711000000002</c:v>
                </c:pt>
                <c:pt idx="1067">
                  <c:v>61.297122999999999</c:v>
                </c:pt>
                <c:pt idx="1068">
                  <c:v>60.727260999999999</c:v>
                </c:pt>
                <c:pt idx="1069">
                  <c:v>60.369598000000003</c:v>
                </c:pt>
                <c:pt idx="1070">
                  <c:v>59.989409999999999</c:v>
                </c:pt>
                <c:pt idx="1071">
                  <c:v>59.370018000000002</c:v>
                </c:pt>
                <c:pt idx="1072">
                  <c:v>59.470447999999998</c:v>
                </c:pt>
                <c:pt idx="1073">
                  <c:v>59.973995000000002</c:v>
                </c:pt>
                <c:pt idx="1074">
                  <c:v>60.263012000000003</c:v>
                </c:pt>
                <c:pt idx="1075">
                  <c:v>60.468654999999998</c:v>
                </c:pt>
                <c:pt idx="1076">
                  <c:v>60.396763</c:v>
                </c:pt>
                <c:pt idx="1077">
                  <c:v>60.241211</c:v>
                </c:pt>
                <c:pt idx="1078">
                  <c:v>60.382671000000002</c:v>
                </c:pt>
                <c:pt idx="1079">
                  <c:v>60.560982000000003</c:v>
                </c:pt>
                <c:pt idx="1080">
                  <c:v>60.590366000000003</c:v>
                </c:pt>
                <c:pt idx="1081">
                  <c:v>59.841202000000003</c:v>
                </c:pt>
                <c:pt idx="1082">
                  <c:v>59.946503</c:v>
                </c:pt>
                <c:pt idx="1083">
                  <c:v>60.130642000000002</c:v>
                </c:pt>
                <c:pt idx="1084">
                  <c:v>60.463450999999999</c:v>
                </c:pt>
                <c:pt idx="1085">
                  <c:v>61.093905999999997</c:v>
                </c:pt>
                <c:pt idx="1086">
                  <c:v>61.565925999999997</c:v>
                </c:pt>
                <c:pt idx="1087">
                  <c:v>61.507064999999997</c:v>
                </c:pt>
                <c:pt idx="1088">
                  <c:v>61.444645000000001</c:v>
                </c:pt>
                <c:pt idx="1089">
                  <c:v>61.576332000000001</c:v>
                </c:pt>
                <c:pt idx="1090">
                  <c:v>61.990223</c:v>
                </c:pt>
                <c:pt idx="1091">
                  <c:v>62.538474999999998</c:v>
                </c:pt>
                <c:pt idx="1092">
                  <c:v>63.034447</c:v>
                </c:pt>
                <c:pt idx="1093">
                  <c:v>63.341845999999997</c:v>
                </c:pt>
                <c:pt idx="1094">
                  <c:v>63.311625999999997</c:v>
                </c:pt>
                <c:pt idx="1095">
                  <c:v>63.181778000000001</c:v>
                </c:pt>
                <c:pt idx="1096">
                  <c:v>63.030628</c:v>
                </c:pt>
                <c:pt idx="1097">
                  <c:v>62.466988000000001</c:v>
                </c:pt>
                <c:pt idx="1098">
                  <c:v>62.260581999999999</c:v>
                </c:pt>
                <c:pt idx="1099">
                  <c:v>62.363083000000003</c:v>
                </c:pt>
                <c:pt idx="1100">
                  <c:v>62.701115000000001</c:v>
                </c:pt>
                <c:pt idx="1101">
                  <c:v>63.195923000000001</c:v>
                </c:pt>
                <c:pt idx="1102">
                  <c:v>63.805537999999999</c:v>
                </c:pt>
                <c:pt idx="1103">
                  <c:v>64.291222000000005</c:v>
                </c:pt>
                <c:pt idx="1104">
                  <c:v>64.555153000000004</c:v>
                </c:pt>
                <c:pt idx="1105">
                  <c:v>64.452858000000006</c:v>
                </c:pt>
                <c:pt idx="1106">
                  <c:v>64.043914999999998</c:v>
                </c:pt>
                <c:pt idx="1107">
                  <c:v>63.503737999999998</c:v>
                </c:pt>
                <c:pt idx="1108">
                  <c:v>62.766975000000002</c:v>
                </c:pt>
                <c:pt idx="1109">
                  <c:v>62.307513999999998</c:v>
                </c:pt>
                <c:pt idx="1110">
                  <c:v>62.156834000000003</c:v>
                </c:pt>
                <c:pt idx="1111">
                  <c:v>62.113334999999999</c:v>
                </c:pt>
                <c:pt idx="1112">
                  <c:v>62.206637999999998</c:v>
                </c:pt>
                <c:pt idx="1113">
                  <c:v>62.279915000000003</c:v>
                </c:pt>
                <c:pt idx="1114">
                  <c:v>62.561366999999997</c:v>
                </c:pt>
                <c:pt idx="1115">
                  <c:v>63.211368999999998</c:v>
                </c:pt>
                <c:pt idx="1116">
                  <c:v>64.239258000000007</c:v>
                </c:pt>
                <c:pt idx="1117">
                  <c:v>64.599807999999996</c:v>
                </c:pt>
                <c:pt idx="1118">
                  <c:v>64.300629000000001</c:v>
                </c:pt>
                <c:pt idx="1119">
                  <c:v>63.531536000000003</c:v>
                </c:pt>
                <c:pt idx="1120">
                  <c:v>63.104846999999999</c:v>
                </c:pt>
                <c:pt idx="1121">
                  <c:v>62.896877000000003</c:v>
                </c:pt>
                <c:pt idx="1122">
                  <c:v>62.774524999999997</c:v>
                </c:pt>
                <c:pt idx="1123">
                  <c:v>62.627952999999998</c:v>
                </c:pt>
                <c:pt idx="1124">
                  <c:v>62.261116000000001</c:v>
                </c:pt>
                <c:pt idx="1125">
                  <c:v>61.998610999999997</c:v>
                </c:pt>
                <c:pt idx="1126">
                  <c:v>62.278595000000003</c:v>
                </c:pt>
                <c:pt idx="1127">
                  <c:v>62.358437000000002</c:v>
                </c:pt>
                <c:pt idx="1128">
                  <c:v>62.276825000000002</c:v>
                </c:pt>
                <c:pt idx="1129">
                  <c:v>62.07394</c:v>
                </c:pt>
                <c:pt idx="1130">
                  <c:v>61.952525999999999</c:v>
                </c:pt>
                <c:pt idx="1131">
                  <c:v>61.909672</c:v>
                </c:pt>
                <c:pt idx="1132">
                  <c:v>62.121589999999998</c:v>
                </c:pt>
                <c:pt idx="1133">
                  <c:v>62.455105000000003</c:v>
                </c:pt>
                <c:pt idx="1134">
                  <c:v>62.705916999999999</c:v>
                </c:pt>
                <c:pt idx="1135">
                  <c:v>62.989601</c:v>
                </c:pt>
                <c:pt idx="1136">
                  <c:v>63.128410000000002</c:v>
                </c:pt>
                <c:pt idx="1137">
                  <c:v>63.172234000000003</c:v>
                </c:pt>
                <c:pt idx="1138">
                  <c:v>63.235469999999999</c:v>
                </c:pt>
                <c:pt idx="1139">
                  <c:v>63.440460000000002</c:v>
                </c:pt>
                <c:pt idx="1140">
                  <c:v>63.778759000000001</c:v>
                </c:pt>
                <c:pt idx="1141">
                  <c:v>64.158507999999998</c:v>
                </c:pt>
                <c:pt idx="1142">
                  <c:v>64.476287999999997</c:v>
                </c:pt>
                <c:pt idx="1143">
                  <c:v>64.747635000000002</c:v>
                </c:pt>
                <c:pt idx="1144">
                  <c:v>64.976356999999993</c:v>
                </c:pt>
                <c:pt idx="1145">
                  <c:v>65.227249</c:v>
                </c:pt>
                <c:pt idx="1146">
                  <c:v>65.670829999999995</c:v>
                </c:pt>
                <c:pt idx="1147">
                  <c:v>65.834952999999999</c:v>
                </c:pt>
                <c:pt idx="1148">
                  <c:v>65.746123999999995</c:v>
                </c:pt>
                <c:pt idx="1149">
                  <c:v>65.482735000000005</c:v>
                </c:pt>
                <c:pt idx="1150">
                  <c:v>65.296431999999996</c:v>
                </c:pt>
                <c:pt idx="1151">
                  <c:v>65.422332999999995</c:v>
                </c:pt>
                <c:pt idx="1152">
                  <c:v>65.782982000000004</c:v>
                </c:pt>
                <c:pt idx="1153">
                  <c:v>66.234367000000006</c:v>
                </c:pt>
                <c:pt idx="1154">
                  <c:v>66.390793000000002</c:v>
                </c:pt>
                <c:pt idx="1155">
                  <c:v>66.424025999999998</c:v>
                </c:pt>
                <c:pt idx="1156">
                  <c:v>66.361755000000002</c:v>
                </c:pt>
                <c:pt idx="1157">
                  <c:v>66.228233000000003</c:v>
                </c:pt>
                <c:pt idx="1158">
                  <c:v>66.148392000000001</c:v>
                </c:pt>
                <c:pt idx="1159">
                  <c:v>66.117797999999993</c:v>
                </c:pt>
                <c:pt idx="1160">
                  <c:v>66.305572999999995</c:v>
                </c:pt>
                <c:pt idx="1161">
                  <c:v>66.685196000000005</c:v>
                </c:pt>
                <c:pt idx="1162">
                  <c:v>67.038291999999998</c:v>
                </c:pt>
                <c:pt idx="1163">
                  <c:v>67.302825999999996</c:v>
                </c:pt>
                <c:pt idx="1164">
                  <c:v>67.532477999999998</c:v>
                </c:pt>
                <c:pt idx="1165">
                  <c:v>67.626227999999998</c:v>
                </c:pt>
                <c:pt idx="1166">
                  <c:v>67.625664</c:v>
                </c:pt>
                <c:pt idx="1167">
                  <c:v>67.644965999999997</c:v>
                </c:pt>
                <c:pt idx="1168">
                  <c:v>67.821280999999999</c:v>
                </c:pt>
                <c:pt idx="1169">
                  <c:v>68.352813999999995</c:v>
                </c:pt>
                <c:pt idx="1170">
                  <c:v>69.034492</c:v>
                </c:pt>
                <c:pt idx="1171">
                  <c:v>69.579032999999995</c:v>
                </c:pt>
                <c:pt idx="1172">
                  <c:v>70.009559999999993</c:v>
                </c:pt>
                <c:pt idx="1173">
                  <c:v>70.363929999999996</c:v>
                </c:pt>
                <c:pt idx="1174">
                  <c:v>70.136803</c:v>
                </c:pt>
                <c:pt idx="1175">
                  <c:v>69.976180999999997</c:v>
                </c:pt>
                <c:pt idx="1176">
                  <c:v>69.933745999999999</c:v>
                </c:pt>
                <c:pt idx="1177">
                  <c:v>69.998374999999996</c:v>
                </c:pt>
                <c:pt idx="1178">
                  <c:v>70.133041000000006</c:v>
                </c:pt>
                <c:pt idx="1179">
                  <c:v>70.376380999999995</c:v>
                </c:pt>
                <c:pt idx="1180">
                  <c:v>70.520149000000004</c:v>
                </c:pt>
                <c:pt idx="1181">
                  <c:v>70.503555000000006</c:v>
                </c:pt>
                <c:pt idx="1182">
                  <c:v>70.303451999999993</c:v>
                </c:pt>
                <c:pt idx="1183">
                  <c:v>70.048370000000006</c:v>
                </c:pt>
                <c:pt idx="1184">
                  <c:v>69.839432000000002</c:v>
                </c:pt>
                <c:pt idx="1185">
                  <c:v>69.656181000000004</c:v>
                </c:pt>
                <c:pt idx="1186">
                  <c:v>69.609679999999997</c:v>
                </c:pt>
                <c:pt idx="1187">
                  <c:v>69.703590000000005</c:v>
                </c:pt>
                <c:pt idx="1188">
                  <c:v>70.217956999999998</c:v>
                </c:pt>
                <c:pt idx="1189">
                  <c:v>70.860709999999997</c:v>
                </c:pt>
                <c:pt idx="1190">
                  <c:v>71.34272</c:v>
                </c:pt>
                <c:pt idx="1191">
                  <c:v>71.806381000000002</c:v>
                </c:pt>
                <c:pt idx="1192">
                  <c:v>72.256659999999997</c:v>
                </c:pt>
                <c:pt idx="1193">
                  <c:v>72.267966999999999</c:v>
                </c:pt>
                <c:pt idx="1194">
                  <c:v>71.990227000000004</c:v>
                </c:pt>
                <c:pt idx="1195">
                  <c:v>72.008751000000004</c:v>
                </c:pt>
                <c:pt idx="1196">
                  <c:v>72.198127999999997</c:v>
                </c:pt>
                <c:pt idx="1197">
                  <c:v>72.280959999999993</c:v>
                </c:pt>
                <c:pt idx="1198">
                  <c:v>72.330116000000004</c:v>
                </c:pt>
                <c:pt idx="1199">
                  <c:v>72.497787000000002</c:v>
                </c:pt>
                <c:pt idx="1200">
                  <c:v>72.740334000000004</c:v>
                </c:pt>
                <c:pt idx="1201">
                  <c:v>71.325691000000006</c:v>
                </c:pt>
                <c:pt idx="1202">
                  <c:v>71.336174</c:v>
                </c:pt>
                <c:pt idx="1203">
                  <c:v>71.550422999999995</c:v>
                </c:pt>
                <c:pt idx="1204">
                  <c:v>71.661285000000007</c:v>
                </c:pt>
                <c:pt idx="1205">
                  <c:v>71.485832000000002</c:v>
                </c:pt>
                <c:pt idx="1206">
                  <c:v>71.342772999999994</c:v>
                </c:pt>
                <c:pt idx="1207">
                  <c:v>73.436722000000003</c:v>
                </c:pt>
                <c:pt idx="1208">
                  <c:v>73.701233000000002</c:v>
                </c:pt>
                <c:pt idx="1209">
                  <c:v>71.342644000000007</c:v>
                </c:pt>
                <c:pt idx="1210">
                  <c:v>71.238517999999999</c:v>
                </c:pt>
                <c:pt idx="1211">
                  <c:v>71.174400000000006</c:v>
                </c:pt>
                <c:pt idx="1212">
                  <c:v>71.106468000000007</c:v>
                </c:pt>
                <c:pt idx="1213">
                  <c:v>71.192215000000004</c:v>
                </c:pt>
                <c:pt idx="1214">
                  <c:v>71.333907999999994</c:v>
                </c:pt>
                <c:pt idx="1215">
                  <c:v>71.553787</c:v>
                </c:pt>
                <c:pt idx="1216">
                  <c:v>71.793350000000004</c:v>
                </c:pt>
                <c:pt idx="1217">
                  <c:v>72.045554999999993</c:v>
                </c:pt>
                <c:pt idx="1218">
                  <c:v>72.246666000000005</c:v>
                </c:pt>
                <c:pt idx="1219">
                  <c:v>72.266159000000002</c:v>
                </c:pt>
                <c:pt idx="1220">
                  <c:v>72.222472999999994</c:v>
                </c:pt>
                <c:pt idx="1221">
                  <c:v>72.316344999999998</c:v>
                </c:pt>
                <c:pt idx="1222">
                  <c:v>72.503463999999994</c:v>
                </c:pt>
                <c:pt idx="1223">
                  <c:v>72.537841999999998</c:v>
                </c:pt>
                <c:pt idx="1224">
                  <c:v>72.631484999999998</c:v>
                </c:pt>
                <c:pt idx="1225">
                  <c:v>72.918175000000005</c:v>
                </c:pt>
                <c:pt idx="1226">
                  <c:v>73.079268999999996</c:v>
                </c:pt>
                <c:pt idx="1227">
                  <c:v>73.055199000000002</c:v>
                </c:pt>
                <c:pt idx="1228">
                  <c:v>73.01088</c:v>
                </c:pt>
                <c:pt idx="1229">
                  <c:v>72.897552000000005</c:v>
                </c:pt>
                <c:pt idx="1230">
                  <c:v>72.849914999999996</c:v>
                </c:pt>
                <c:pt idx="1231">
                  <c:v>73.006798000000003</c:v>
                </c:pt>
                <c:pt idx="1232">
                  <c:v>73.120811000000003</c:v>
                </c:pt>
                <c:pt idx="1233">
                  <c:v>73.111716999999999</c:v>
                </c:pt>
                <c:pt idx="1234">
                  <c:v>73.099982999999995</c:v>
                </c:pt>
                <c:pt idx="1235">
                  <c:v>73.226737999999997</c:v>
                </c:pt>
                <c:pt idx="1236">
                  <c:v>73.453293000000002</c:v>
                </c:pt>
                <c:pt idx="1237">
                  <c:v>73.734390000000005</c:v>
                </c:pt>
                <c:pt idx="1238">
                  <c:v>73.980614000000003</c:v>
                </c:pt>
                <c:pt idx="1239">
                  <c:v>74.241776000000002</c:v>
                </c:pt>
                <c:pt idx="1240">
                  <c:v>74.541916000000001</c:v>
                </c:pt>
                <c:pt idx="1241">
                  <c:v>74.695999</c:v>
                </c:pt>
                <c:pt idx="1242">
                  <c:v>74.722282000000007</c:v>
                </c:pt>
                <c:pt idx="1243">
                  <c:v>74.725204000000005</c:v>
                </c:pt>
                <c:pt idx="1244">
                  <c:v>74.797684000000004</c:v>
                </c:pt>
                <c:pt idx="1245">
                  <c:v>74.968658000000005</c:v>
                </c:pt>
                <c:pt idx="1246">
                  <c:v>75.136223000000001</c:v>
                </c:pt>
                <c:pt idx="1247">
                  <c:v>75.279617000000002</c:v>
                </c:pt>
                <c:pt idx="1248">
                  <c:v>75.448914000000002</c:v>
                </c:pt>
                <c:pt idx="1249">
                  <c:v>75.803528</c:v>
                </c:pt>
                <c:pt idx="1250">
                  <c:v>76.078979000000004</c:v>
                </c:pt>
                <c:pt idx="1251">
                  <c:v>76.310867000000002</c:v>
                </c:pt>
                <c:pt idx="1252">
                  <c:v>76.385513000000003</c:v>
                </c:pt>
                <c:pt idx="1253">
                  <c:v>76.339043000000004</c:v>
                </c:pt>
                <c:pt idx="1254">
                  <c:v>76.328811999999999</c:v>
                </c:pt>
                <c:pt idx="1255">
                  <c:v>76.453400000000002</c:v>
                </c:pt>
                <c:pt idx="1256">
                  <c:v>76.438805000000002</c:v>
                </c:pt>
                <c:pt idx="1257">
                  <c:v>76.339493000000004</c:v>
                </c:pt>
                <c:pt idx="1258">
                  <c:v>76.576629999999994</c:v>
                </c:pt>
                <c:pt idx="1259">
                  <c:v>76.881896999999995</c:v>
                </c:pt>
                <c:pt idx="1260">
                  <c:v>76.901961999999997</c:v>
                </c:pt>
                <c:pt idx="1261">
                  <c:v>76.862533999999997</c:v>
                </c:pt>
                <c:pt idx="1262">
                  <c:v>76.658118999999999</c:v>
                </c:pt>
                <c:pt idx="1263">
                  <c:v>76.557083000000006</c:v>
                </c:pt>
                <c:pt idx="1264">
                  <c:v>76.686256</c:v>
                </c:pt>
                <c:pt idx="1265">
                  <c:v>76.857346000000007</c:v>
                </c:pt>
                <c:pt idx="1266">
                  <c:v>73.901725999999996</c:v>
                </c:pt>
                <c:pt idx="1267">
                  <c:v>74.221489000000005</c:v>
                </c:pt>
                <c:pt idx="1268">
                  <c:v>74.328682000000001</c:v>
                </c:pt>
                <c:pt idx="1269">
                  <c:v>74.637801999999994</c:v>
                </c:pt>
                <c:pt idx="1270">
                  <c:v>75.050017999999994</c:v>
                </c:pt>
                <c:pt idx="1271">
                  <c:v>75.423598999999996</c:v>
                </c:pt>
                <c:pt idx="1272">
                  <c:v>75.970398000000003</c:v>
                </c:pt>
                <c:pt idx="1273">
                  <c:v>76.710387999999995</c:v>
                </c:pt>
                <c:pt idx="1274">
                  <c:v>77.248497</c:v>
                </c:pt>
                <c:pt idx="1275">
                  <c:v>77.376098999999996</c:v>
                </c:pt>
                <c:pt idx="1276">
                  <c:v>77.305969000000005</c:v>
                </c:pt>
                <c:pt idx="1277">
                  <c:v>77.228188000000003</c:v>
                </c:pt>
                <c:pt idx="1278">
                  <c:v>77.255981000000006</c:v>
                </c:pt>
                <c:pt idx="1279">
                  <c:v>77.442001000000005</c:v>
                </c:pt>
                <c:pt idx="1280">
                  <c:v>77.716048999999998</c:v>
                </c:pt>
                <c:pt idx="1281">
                  <c:v>78.025054999999995</c:v>
                </c:pt>
                <c:pt idx="1282">
                  <c:v>78.300765999999996</c:v>
                </c:pt>
                <c:pt idx="1283">
                  <c:v>78.570083999999994</c:v>
                </c:pt>
                <c:pt idx="1284">
                  <c:v>78.881461999999999</c:v>
                </c:pt>
                <c:pt idx="1285">
                  <c:v>79.090537999999995</c:v>
                </c:pt>
                <c:pt idx="1286">
                  <c:v>79.188338999999999</c:v>
                </c:pt>
                <c:pt idx="1287">
                  <c:v>79.300963999999993</c:v>
                </c:pt>
                <c:pt idx="1288">
                  <c:v>79.496262000000002</c:v>
                </c:pt>
                <c:pt idx="1289">
                  <c:v>79.630104000000003</c:v>
                </c:pt>
                <c:pt idx="1290">
                  <c:v>79.759215999999995</c:v>
                </c:pt>
                <c:pt idx="1291">
                  <c:v>79.908057999999997</c:v>
                </c:pt>
                <c:pt idx="1292">
                  <c:v>80.045417999999998</c:v>
                </c:pt>
                <c:pt idx="1293">
                  <c:v>80.226257000000004</c:v>
                </c:pt>
                <c:pt idx="1294">
                  <c:v>80.200333000000001</c:v>
                </c:pt>
                <c:pt idx="1295">
                  <c:v>79.908469999999994</c:v>
                </c:pt>
                <c:pt idx="1296">
                  <c:v>79.688057000000001</c:v>
                </c:pt>
                <c:pt idx="1297">
                  <c:v>79.655051999999998</c:v>
                </c:pt>
                <c:pt idx="1298">
                  <c:v>79.704704000000007</c:v>
                </c:pt>
                <c:pt idx="1299">
                  <c:v>79.771209999999996</c:v>
                </c:pt>
                <c:pt idx="1300">
                  <c:v>79.730643999999998</c:v>
                </c:pt>
                <c:pt idx="1301">
                  <c:v>79.719893999999996</c:v>
                </c:pt>
                <c:pt idx="1302">
                  <c:v>79.746161999999998</c:v>
                </c:pt>
                <c:pt idx="1303">
                  <c:v>79.859534999999994</c:v>
                </c:pt>
                <c:pt idx="1304">
                  <c:v>80.016777000000005</c:v>
                </c:pt>
                <c:pt idx="1305">
                  <c:v>80.116714000000002</c:v>
                </c:pt>
                <c:pt idx="1306">
                  <c:v>80.192558000000005</c:v>
                </c:pt>
                <c:pt idx="1307">
                  <c:v>80.217788999999996</c:v>
                </c:pt>
                <c:pt idx="1308">
                  <c:v>80.358337000000006</c:v>
                </c:pt>
                <c:pt idx="1309">
                  <c:v>80.364936999999998</c:v>
                </c:pt>
                <c:pt idx="1310">
                  <c:v>80.310928000000004</c:v>
                </c:pt>
                <c:pt idx="1311">
                  <c:v>80.477844000000005</c:v>
                </c:pt>
                <c:pt idx="1312">
                  <c:v>80.729400999999996</c:v>
                </c:pt>
                <c:pt idx="1313">
                  <c:v>80.904205000000005</c:v>
                </c:pt>
                <c:pt idx="1314">
                  <c:v>81.075339999999997</c:v>
                </c:pt>
                <c:pt idx="1315">
                  <c:v>81.351662000000005</c:v>
                </c:pt>
                <c:pt idx="1316">
                  <c:v>81.683159000000003</c:v>
                </c:pt>
                <c:pt idx="1317">
                  <c:v>81.894622999999996</c:v>
                </c:pt>
                <c:pt idx="1318">
                  <c:v>81.955551</c:v>
                </c:pt>
                <c:pt idx="1319">
                  <c:v>81.650040000000004</c:v>
                </c:pt>
                <c:pt idx="1320">
                  <c:v>81.260070999999996</c:v>
                </c:pt>
                <c:pt idx="1321">
                  <c:v>81.326767000000004</c:v>
                </c:pt>
                <c:pt idx="1322">
                  <c:v>81.435554999999994</c:v>
                </c:pt>
                <c:pt idx="1323">
                  <c:v>81.457183999999998</c:v>
                </c:pt>
                <c:pt idx="1324">
                  <c:v>81.630959000000004</c:v>
                </c:pt>
                <c:pt idx="1325">
                  <c:v>81.778023000000005</c:v>
                </c:pt>
                <c:pt idx="1326">
                  <c:v>81.867667999999995</c:v>
                </c:pt>
                <c:pt idx="1327">
                  <c:v>82.102958999999998</c:v>
                </c:pt>
                <c:pt idx="1328">
                  <c:v>82.474013999999997</c:v>
                </c:pt>
                <c:pt idx="1329">
                  <c:v>83.026252999999997</c:v>
                </c:pt>
                <c:pt idx="1330">
                  <c:v>83.558166999999997</c:v>
                </c:pt>
                <c:pt idx="1331">
                  <c:v>83.959923000000003</c:v>
                </c:pt>
                <c:pt idx="1332">
                  <c:v>84.253212000000005</c:v>
                </c:pt>
                <c:pt idx="1333">
                  <c:v>84.525841</c:v>
                </c:pt>
                <c:pt idx="1334">
                  <c:v>84.688231999999999</c:v>
                </c:pt>
                <c:pt idx="1335">
                  <c:v>84.805710000000005</c:v>
                </c:pt>
                <c:pt idx="1336">
                  <c:v>84.951401000000004</c:v>
                </c:pt>
                <c:pt idx="1337">
                  <c:v>85.211867999999996</c:v>
                </c:pt>
                <c:pt idx="1338">
                  <c:v>85.458641</c:v>
                </c:pt>
                <c:pt idx="1339">
                  <c:v>85.688972000000007</c:v>
                </c:pt>
                <c:pt idx="1340">
                  <c:v>85.995918000000003</c:v>
                </c:pt>
                <c:pt idx="1341">
                  <c:v>86.227333000000002</c:v>
                </c:pt>
                <c:pt idx="1342">
                  <c:v>86.476555000000005</c:v>
                </c:pt>
                <c:pt idx="1343">
                  <c:v>86.715134000000006</c:v>
                </c:pt>
                <c:pt idx="1344">
                  <c:v>87.019820999999993</c:v>
                </c:pt>
                <c:pt idx="1345">
                  <c:v>87.261229999999998</c:v>
                </c:pt>
                <c:pt idx="1346">
                  <c:v>87.465278999999995</c:v>
                </c:pt>
                <c:pt idx="1347">
                  <c:v>87.720603999999994</c:v>
                </c:pt>
                <c:pt idx="1348">
                  <c:v>87.933228</c:v>
                </c:pt>
                <c:pt idx="1349">
                  <c:v>87.980095000000006</c:v>
                </c:pt>
                <c:pt idx="1350">
                  <c:v>87.988074999999995</c:v>
                </c:pt>
                <c:pt idx="1351">
                  <c:v>88.156409999999994</c:v>
                </c:pt>
                <c:pt idx="1352">
                  <c:v>88.494736000000003</c:v>
                </c:pt>
                <c:pt idx="1353">
                  <c:v>88.822074999999998</c:v>
                </c:pt>
                <c:pt idx="1354">
                  <c:v>89.161429999999996</c:v>
                </c:pt>
                <c:pt idx="1355">
                  <c:v>89.419883999999996</c:v>
                </c:pt>
                <c:pt idx="1356">
                  <c:v>89.525467000000006</c:v>
                </c:pt>
                <c:pt idx="1357">
                  <c:v>89.766784999999999</c:v>
                </c:pt>
                <c:pt idx="1358">
                  <c:v>90.076735999999997</c:v>
                </c:pt>
                <c:pt idx="1359">
                  <c:v>90.159592000000004</c:v>
                </c:pt>
                <c:pt idx="1360">
                  <c:v>90.103485000000006</c:v>
                </c:pt>
                <c:pt idx="1361">
                  <c:v>90.084732000000002</c:v>
                </c:pt>
                <c:pt idx="1362">
                  <c:v>90.023231999999993</c:v>
                </c:pt>
                <c:pt idx="1363">
                  <c:v>89.947281000000004</c:v>
                </c:pt>
                <c:pt idx="1364">
                  <c:v>89.879538999999994</c:v>
                </c:pt>
                <c:pt idx="1365">
                  <c:v>89.754149999999996</c:v>
                </c:pt>
                <c:pt idx="1366">
                  <c:v>89.653403999999995</c:v>
                </c:pt>
                <c:pt idx="1367">
                  <c:v>89.672591999999995</c:v>
                </c:pt>
                <c:pt idx="1368">
                  <c:v>89.715652000000006</c:v>
                </c:pt>
                <c:pt idx="1369">
                  <c:v>89.757126</c:v>
                </c:pt>
                <c:pt idx="1370">
                  <c:v>89.908653000000001</c:v>
                </c:pt>
                <c:pt idx="1371">
                  <c:v>90.116553999999994</c:v>
                </c:pt>
                <c:pt idx="1372">
                  <c:v>90.281836999999996</c:v>
                </c:pt>
                <c:pt idx="1373">
                  <c:v>90.298469999999995</c:v>
                </c:pt>
                <c:pt idx="1374">
                  <c:v>90.153441999999998</c:v>
                </c:pt>
                <c:pt idx="1375">
                  <c:v>90.129631000000003</c:v>
                </c:pt>
                <c:pt idx="1376">
                  <c:v>90.189079000000007</c:v>
                </c:pt>
                <c:pt idx="1377">
                  <c:v>90.339843999999999</c:v>
                </c:pt>
                <c:pt idx="1378">
                  <c:v>90.715278999999995</c:v>
                </c:pt>
                <c:pt idx="1379">
                  <c:v>90.851112000000001</c:v>
                </c:pt>
                <c:pt idx="1380">
                  <c:v>90.593727000000001</c:v>
                </c:pt>
                <c:pt idx="1381">
                  <c:v>90.391182000000001</c:v>
                </c:pt>
                <c:pt idx="1382">
                  <c:v>90.179114999999996</c:v>
                </c:pt>
                <c:pt idx="1383">
                  <c:v>90.016250999999997</c:v>
                </c:pt>
                <c:pt idx="1384">
                  <c:v>89.972183000000001</c:v>
                </c:pt>
                <c:pt idx="1385">
                  <c:v>90.004638999999997</c:v>
                </c:pt>
                <c:pt idx="1386">
                  <c:v>89.986908</c:v>
                </c:pt>
                <c:pt idx="1387">
                  <c:v>89.957565000000002</c:v>
                </c:pt>
                <c:pt idx="1388">
                  <c:v>89.968124000000003</c:v>
                </c:pt>
                <c:pt idx="1389">
                  <c:v>90.046920999999998</c:v>
                </c:pt>
                <c:pt idx="1390">
                  <c:v>90.125191000000001</c:v>
                </c:pt>
                <c:pt idx="1391">
                  <c:v>90.144347999999994</c:v>
                </c:pt>
                <c:pt idx="1392">
                  <c:v>90.155258000000003</c:v>
                </c:pt>
                <c:pt idx="1393">
                  <c:v>90.145675999999995</c:v>
                </c:pt>
                <c:pt idx="1394">
                  <c:v>90.166206000000003</c:v>
                </c:pt>
                <c:pt idx="1395">
                  <c:v>90.297058000000007</c:v>
                </c:pt>
                <c:pt idx="1396">
                  <c:v>90.499656999999999</c:v>
                </c:pt>
                <c:pt idx="1397">
                  <c:v>90.643485999999996</c:v>
                </c:pt>
                <c:pt idx="1398">
                  <c:v>90.740402000000003</c:v>
                </c:pt>
                <c:pt idx="1399">
                  <c:v>90.798805000000002</c:v>
                </c:pt>
                <c:pt idx="1400">
                  <c:v>90.759749999999997</c:v>
                </c:pt>
                <c:pt idx="1401">
                  <c:v>90.788162</c:v>
                </c:pt>
                <c:pt idx="1402">
                  <c:v>90.887833000000001</c:v>
                </c:pt>
                <c:pt idx="1403">
                  <c:v>90.949020000000004</c:v>
                </c:pt>
                <c:pt idx="1404">
                  <c:v>91.059417999999994</c:v>
                </c:pt>
                <c:pt idx="1405">
                  <c:v>91.322051999999999</c:v>
                </c:pt>
                <c:pt idx="1406">
                  <c:v>91.574577000000005</c:v>
                </c:pt>
                <c:pt idx="1407">
                  <c:v>91.660263</c:v>
                </c:pt>
                <c:pt idx="1408">
                  <c:v>91.664321999999999</c:v>
                </c:pt>
                <c:pt idx="1409">
                  <c:v>91.789565999999994</c:v>
                </c:pt>
                <c:pt idx="1410">
                  <c:v>92.099236000000005</c:v>
                </c:pt>
                <c:pt idx="1411">
                  <c:v>92.472221000000005</c:v>
                </c:pt>
                <c:pt idx="1412">
                  <c:v>92.891143999999997</c:v>
                </c:pt>
                <c:pt idx="1413">
                  <c:v>93.209075999999996</c:v>
                </c:pt>
                <c:pt idx="1414">
                  <c:v>93.326911999999993</c:v>
                </c:pt>
                <c:pt idx="1415">
                  <c:v>93.448784000000003</c:v>
                </c:pt>
                <c:pt idx="1416">
                  <c:v>93.632110999999995</c:v>
                </c:pt>
                <c:pt idx="1417">
                  <c:v>93.912803999999994</c:v>
                </c:pt>
                <c:pt idx="1418">
                  <c:v>94.152198999999996</c:v>
                </c:pt>
                <c:pt idx="1419">
                  <c:v>94.257034000000004</c:v>
                </c:pt>
                <c:pt idx="1420">
                  <c:v>94.273467999999994</c:v>
                </c:pt>
                <c:pt idx="1421">
                  <c:v>94.284424000000001</c:v>
                </c:pt>
                <c:pt idx="1422">
                  <c:v>94.278487999999996</c:v>
                </c:pt>
                <c:pt idx="1423">
                  <c:v>94.261382999999995</c:v>
                </c:pt>
                <c:pt idx="1424">
                  <c:v>94.225395000000006</c:v>
                </c:pt>
                <c:pt idx="1425">
                  <c:v>94.170806999999996</c:v>
                </c:pt>
                <c:pt idx="1426">
                  <c:v>94.056358000000003</c:v>
                </c:pt>
                <c:pt idx="1427">
                  <c:v>93.876723999999996</c:v>
                </c:pt>
                <c:pt idx="1428">
                  <c:v>93.731819000000002</c:v>
                </c:pt>
                <c:pt idx="1429">
                  <c:v>93.630134999999996</c:v>
                </c:pt>
                <c:pt idx="1430">
                  <c:v>93.611937999999995</c:v>
                </c:pt>
                <c:pt idx="1431">
                  <c:v>93.643378999999996</c:v>
                </c:pt>
                <c:pt idx="1432">
                  <c:v>93.769195999999994</c:v>
                </c:pt>
                <c:pt idx="1433">
                  <c:v>93.939980000000006</c:v>
                </c:pt>
                <c:pt idx="1434">
                  <c:v>94.082588000000001</c:v>
                </c:pt>
                <c:pt idx="1435">
                  <c:v>94.257285999999993</c:v>
                </c:pt>
                <c:pt idx="1436">
                  <c:v>94.436492999999999</c:v>
                </c:pt>
                <c:pt idx="1437">
                  <c:v>94.512343999999999</c:v>
                </c:pt>
                <c:pt idx="1438">
                  <c:v>94.557609999999997</c:v>
                </c:pt>
                <c:pt idx="1439">
                  <c:v>94.545501999999999</c:v>
                </c:pt>
                <c:pt idx="1440">
                  <c:v>94.372710999999995</c:v>
                </c:pt>
                <c:pt idx="1441">
                  <c:v>94.174919000000003</c:v>
                </c:pt>
                <c:pt idx="1442">
                  <c:v>94.019301999999996</c:v>
                </c:pt>
                <c:pt idx="1443">
                  <c:v>93.911545000000004</c:v>
                </c:pt>
                <c:pt idx="1444">
                  <c:v>93.746887000000001</c:v>
                </c:pt>
                <c:pt idx="1445">
                  <c:v>93.527610999999993</c:v>
                </c:pt>
                <c:pt idx="1446">
                  <c:v>93.462577999999993</c:v>
                </c:pt>
                <c:pt idx="1447">
                  <c:v>93.455566000000005</c:v>
                </c:pt>
                <c:pt idx="1448">
                  <c:v>93.454871999999995</c:v>
                </c:pt>
                <c:pt idx="1449">
                  <c:v>93.414505000000005</c:v>
                </c:pt>
                <c:pt idx="1450">
                  <c:v>93.342322999999993</c:v>
                </c:pt>
                <c:pt idx="1451">
                  <c:v>93.311027999999993</c:v>
                </c:pt>
                <c:pt idx="1452">
                  <c:v>93.343177999999995</c:v>
                </c:pt>
                <c:pt idx="1453">
                  <c:v>93.488433999999998</c:v>
                </c:pt>
                <c:pt idx="1454">
                  <c:v>93.696655000000007</c:v>
                </c:pt>
                <c:pt idx="1455">
                  <c:v>93.861282000000003</c:v>
                </c:pt>
                <c:pt idx="1456">
                  <c:v>93.957549999999998</c:v>
                </c:pt>
                <c:pt idx="1457">
                  <c:v>94.037041000000002</c:v>
                </c:pt>
                <c:pt idx="1458">
                  <c:v>94.097649000000004</c:v>
                </c:pt>
                <c:pt idx="1459">
                  <c:v>94.095284000000007</c:v>
                </c:pt>
                <c:pt idx="1460">
                  <c:v>93.954200999999998</c:v>
                </c:pt>
                <c:pt idx="1461">
                  <c:v>93.579284999999999</c:v>
                </c:pt>
                <c:pt idx="1462">
                  <c:v>93.183395000000004</c:v>
                </c:pt>
                <c:pt idx="1463">
                  <c:v>92.986534000000006</c:v>
                </c:pt>
                <c:pt idx="1464">
                  <c:v>92.826881</c:v>
                </c:pt>
                <c:pt idx="1465">
                  <c:v>92.587485999999998</c:v>
                </c:pt>
                <c:pt idx="1466">
                  <c:v>92.334778</c:v>
                </c:pt>
                <c:pt idx="1467">
                  <c:v>92.206764000000007</c:v>
                </c:pt>
                <c:pt idx="1468">
                  <c:v>92.148842000000002</c:v>
                </c:pt>
                <c:pt idx="1469">
                  <c:v>92.106544</c:v>
                </c:pt>
                <c:pt idx="1470">
                  <c:v>92.019485000000003</c:v>
                </c:pt>
                <c:pt idx="1471">
                  <c:v>91.864845000000003</c:v>
                </c:pt>
                <c:pt idx="1472">
                  <c:v>91.761841000000004</c:v>
                </c:pt>
                <c:pt idx="1473">
                  <c:v>91.741164999999995</c:v>
                </c:pt>
                <c:pt idx="1474">
                  <c:v>91.922454999999999</c:v>
                </c:pt>
                <c:pt idx="1475">
                  <c:v>92.251411000000004</c:v>
                </c:pt>
                <c:pt idx="1476">
                  <c:v>92.585655000000003</c:v>
                </c:pt>
                <c:pt idx="1477">
                  <c:v>92.749061999999995</c:v>
                </c:pt>
                <c:pt idx="1478">
                  <c:v>92.801497999999995</c:v>
                </c:pt>
                <c:pt idx="1479">
                  <c:v>92.824416999999997</c:v>
                </c:pt>
                <c:pt idx="1480">
                  <c:v>92.774863999999994</c:v>
                </c:pt>
                <c:pt idx="1481">
                  <c:v>92.822327000000001</c:v>
                </c:pt>
                <c:pt idx="1482">
                  <c:v>92.981194000000002</c:v>
                </c:pt>
                <c:pt idx="1483">
                  <c:v>93.211105000000003</c:v>
                </c:pt>
                <c:pt idx="1484">
                  <c:v>93.472899999999996</c:v>
                </c:pt>
                <c:pt idx="1485">
                  <c:v>93.657889999999995</c:v>
                </c:pt>
                <c:pt idx="1486">
                  <c:v>93.585708999999994</c:v>
                </c:pt>
                <c:pt idx="1487">
                  <c:v>93.129661999999996</c:v>
                </c:pt>
                <c:pt idx="1488">
                  <c:v>92.566092999999995</c:v>
                </c:pt>
                <c:pt idx="1489">
                  <c:v>92.320449999999994</c:v>
                </c:pt>
                <c:pt idx="1490">
                  <c:v>92.236335999999994</c:v>
                </c:pt>
                <c:pt idx="1491">
                  <c:v>92.203331000000006</c:v>
                </c:pt>
                <c:pt idx="1492">
                  <c:v>92.188796999999994</c:v>
                </c:pt>
                <c:pt idx="1493">
                  <c:v>92.329032999999995</c:v>
                </c:pt>
                <c:pt idx="1494">
                  <c:v>92.369506999999999</c:v>
                </c:pt>
                <c:pt idx="1495">
                  <c:v>92.287368999999998</c:v>
                </c:pt>
                <c:pt idx="1496">
                  <c:v>92.123099999999994</c:v>
                </c:pt>
                <c:pt idx="1497">
                  <c:v>91.850341999999998</c:v>
                </c:pt>
                <c:pt idx="1498">
                  <c:v>91.656113000000005</c:v>
                </c:pt>
                <c:pt idx="1499">
                  <c:v>91.572815000000006</c:v>
                </c:pt>
                <c:pt idx="1500">
                  <c:v>91.521041999999994</c:v>
                </c:pt>
                <c:pt idx="1501">
                  <c:v>91.423980999999998</c:v>
                </c:pt>
                <c:pt idx="1502">
                  <c:v>91.299042</c:v>
                </c:pt>
                <c:pt idx="1503">
                  <c:v>91.211464000000007</c:v>
                </c:pt>
                <c:pt idx="1504">
                  <c:v>91.054123000000004</c:v>
                </c:pt>
                <c:pt idx="1505">
                  <c:v>91.005409</c:v>
                </c:pt>
                <c:pt idx="1506">
                  <c:v>90.877471999999997</c:v>
                </c:pt>
                <c:pt idx="1507">
                  <c:v>90.640906999999999</c:v>
                </c:pt>
                <c:pt idx="1508">
                  <c:v>90.357376000000002</c:v>
                </c:pt>
                <c:pt idx="1509">
                  <c:v>90.190903000000006</c:v>
                </c:pt>
                <c:pt idx="1510">
                  <c:v>90.089584000000002</c:v>
                </c:pt>
                <c:pt idx="1511">
                  <c:v>90.044739000000007</c:v>
                </c:pt>
                <c:pt idx="1512">
                  <c:v>89.976142999999993</c:v>
                </c:pt>
                <c:pt idx="1513">
                  <c:v>89.874602999999993</c:v>
                </c:pt>
                <c:pt idx="1514">
                  <c:v>89.845923999999997</c:v>
                </c:pt>
                <c:pt idx="1515">
                  <c:v>89.974959999999996</c:v>
                </c:pt>
                <c:pt idx="1516">
                  <c:v>90.008567999999997</c:v>
                </c:pt>
                <c:pt idx="1517">
                  <c:v>89.862007000000006</c:v>
                </c:pt>
                <c:pt idx="1518">
                  <c:v>89.818664999999996</c:v>
                </c:pt>
                <c:pt idx="1519">
                  <c:v>89.892341999999999</c:v>
                </c:pt>
                <c:pt idx="1520">
                  <c:v>90.025108000000003</c:v>
                </c:pt>
                <c:pt idx="1521">
                  <c:v>90.222435000000004</c:v>
                </c:pt>
                <c:pt idx="1522">
                  <c:v>90.355559999999997</c:v>
                </c:pt>
                <c:pt idx="1523">
                  <c:v>90.398903000000004</c:v>
                </c:pt>
                <c:pt idx="1524">
                  <c:v>90.416511999999997</c:v>
                </c:pt>
                <c:pt idx="1525">
                  <c:v>90.317543000000001</c:v>
                </c:pt>
                <c:pt idx="1526">
                  <c:v>90.186431999999996</c:v>
                </c:pt>
                <c:pt idx="1527">
                  <c:v>90.035385000000005</c:v>
                </c:pt>
                <c:pt idx="1528">
                  <c:v>90.018105000000006</c:v>
                </c:pt>
                <c:pt idx="1529">
                  <c:v>90.136634999999998</c:v>
                </c:pt>
                <c:pt idx="1530">
                  <c:v>90.110832000000002</c:v>
                </c:pt>
                <c:pt idx="1531">
                  <c:v>89.959830999999994</c:v>
                </c:pt>
                <c:pt idx="1532">
                  <c:v>89.705337999999998</c:v>
                </c:pt>
                <c:pt idx="1533">
                  <c:v>89.495697000000007</c:v>
                </c:pt>
                <c:pt idx="1534">
                  <c:v>89.508933999999996</c:v>
                </c:pt>
                <c:pt idx="1535">
                  <c:v>89.686179999999993</c:v>
                </c:pt>
                <c:pt idx="1536">
                  <c:v>89.911750999999995</c:v>
                </c:pt>
                <c:pt idx="1537">
                  <c:v>90.079361000000006</c:v>
                </c:pt>
                <c:pt idx="1538">
                  <c:v>90.181526000000005</c:v>
                </c:pt>
                <c:pt idx="1539">
                  <c:v>90.272598000000002</c:v>
                </c:pt>
                <c:pt idx="1540">
                  <c:v>90.434380000000004</c:v>
                </c:pt>
                <c:pt idx="1541">
                  <c:v>90.646659999999997</c:v>
                </c:pt>
                <c:pt idx="1542">
                  <c:v>90.943068999999994</c:v>
                </c:pt>
                <c:pt idx="1543">
                  <c:v>91.178702999999999</c:v>
                </c:pt>
                <c:pt idx="1544">
                  <c:v>91.283576999999994</c:v>
                </c:pt>
                <c:pt idx="1545">
                  <c:v>91.353317000000004</c:v>
                </c:pt>
                <c:pt idx="1546">
                  <c:v>91.471480999999997</c:v>
                </c:pt>
                <c:pt idx="1547">
                  <c:v>91.697258000000005</c:v>
                </c:pt>
                <c:pt idx="1548">
                  <c:v>91.925017999999994</c:v>
                </c:pt>
                <c:pt idx="1549">
                  <c:v>92.131553999999994</c:v>
                </c:pt>
                <c:pt idx="1550">
                  <c:v>92.406242000000006</c:v>
                </c:pt>
                <c:pt idx="1551">
                  <c:v>92.758574999999993</c:v>
                </c:pt>
                <c:pt idx="1552">
                  <c:v>93.142189000000002</c:v>
                </c:pt>
                <c:pt idx="1553">
                  <c:v>93.421477999999993</c:v>
                </c:pt>
                <c:pt idx="1554">
                  <c:v>93.725098000000003</c:v>
                </c:pt>
                <c:pt idx="1555">
                  <c:v>93.968451999999999</c:v>
                </c:pt>
                <c:pt idx="1556">
                  <c:v>94.208038000000002</c:v>
                </c:pt>
                <c:pt idx="1557">
                  <c:v>94.429077000000007</c:v>
                </c:pt>
                <c:pt idx="1558">
                  <c:v>94.536247000000003</c:v>
                </c:pt>
                <c:pt idx="1559">
                  <c:v>94.656234999999995</c:v>
                </c:pt>
                <c:pt idx="1560">
                  <c:v>94.793907000000004</c:v>
                </c:pt>
                <c:pt idx="1561">
                  <c:v>95.131973000000002</c:v>
                </c:pt>
                <c:pt idx="1562">
                  <c:v>95.385963000000004</c:v>
                </c:pt>
                <c:pt idx="1563">
                  <c:v>95.609840000000005</c:v>
                </c:pt>
                <c:pt idx="1564">
                  <c:v>95.679771000000002</c:v>
                </c:pt>
                <c:pt idx="1565">
                  <c:v>95.583213999999998</c:v>
                </c:pt>
                <c:pt idx="1566">
                  <c:v>95.414276000000001</c:v>
                </c:pt>
                <c:pt idx="1567">
                  <c:v>95.198562999999993</c:v>
                </c:pt>
                <c:pt idx="1568">
                  <c:v>95.069800999999998</c:v>
                </c:pt>
                <c:pt idx="1569">
                  <c:v>95.031302999999994</c:v>
                </c:pt>
                <c:pt idx="1570">
                  <c:v>95.066733999999997</c:v>
                </c:pt>
                <c:pt idx="1571">
                  <c:v>95.278389000000004</c:v>
                </c:pt>
                <c:pt idx="1572">
                  <c:v>95.595528000000002</c:v>
                </c:pt>
                <c:pt idx="1573">
                  <c:v>95.812468999999993</c:v>
                </c:pt>
                <c:pt idx="1574">
                  <c:v>95.955642999999995</c:v>
                </c:pt>
                <c:pt idx="1575">
                  <c:v>96.038719</c:v>
                </c:pt>
                <c:pt idx="1576">
                  <c:v>96.037300000000002</c:v>
                </c:pt>
                <c:pt idx="1577">
                  <c:v>95.995711999999997</c:v>
                </c:pt>
                <c:pt idx="1578">
                  <c:v>95.992821000000006</c:v>
                </c:pt>
                <c:pt idx="1579">
                  <c:v>96.082397</c:v>
                </c:pt>
                <c:pt idx="1580">
                  <c:v>96.192931999999999</c:v>
                </c:pt>
                <c:pt idx="1581">
                  <c:v>96.216080000000005</c:v>
                </c:pt>
                <c:pt idx="1582">
                  <c:v>96.179298000000003</c:v>
                </c:pt>
                <c:pt idx="1583">
                  <c:v>96.062943000000004</c:v>
                </c:pt>
                <c:pt idx="1584">
                  <c:v>95.893974</c:v>
                </c:pt>
                <c:pt idx="1585">
                  <c:v>95.675369000000003</c:v>
                </c:pt>
                <c:pt idx="1586">
                  <c:v>95.528625000000005</c:v>
                </c:pt>
                <c:pt idx="1587">
                  <c:v>95.587447999999995</c:v>
                </c:pt>
                <c:pt idx="1588">
                  <c:v>95.791283000000007</c:v>
                </c:pt>
                <c:pt idx="1589">
                  <c:v>96.072044000000005</c:v>
                </c:pt>
                <c:pt idx="1590">
                  <c:v>96.374167999999997</c:v>
                </c:pt>
                <c:pt idx="1591">
                  <c:v>96.719429000000005</c:v>
                </c:pt>
                <c:pt idx="1592">
                  <c:v>96.998977999999994</c:v>
                </c:pt>
                <c:pt idx="1593">
                  <c:v>97.182891999999995</c:v>
                </c:pt>
                <c:pt idx="1594">
                  <c:v>97.290145999999993</c:v>
                </c:pt>
                <c:pt idx="1595">
                  <c:v>97.382796999999997</c:v>
                </c:pt>
                <c:pt idx="1596">
                  <c:v>97.470946999999995</c:v>
                </c:pt>
                <c:pt idx="1597">
                  <c:v>97.484809999999996</c:v>
                </c:pt>
                <c:pt idx="1598">
                  <c:v>97.488487000000006</c:v>
                </c:pt>
                <c:pt idx="1599">
                  <c:v>97.565772999999993</c:v>
                </c:pt>
                <c:pt idx="1600">
                  <c:v>97.755852000000004</c:v>
                </c:pt>
                <c:pt idx="1601">
                  <c:v>97.965179000000006</c:v>
                </c:pt>
                <c:pt idx="1602">
                  <c:v>98.131873999999996</c:v>
                </c:pt>
                <c:pt idx="1603">
                  <c:v>98.198524000000006</c:v>
                </c:pt>
                <c:pt idx="1604">
                  <c:v>98.221123000000006</c:v>
                </c:pt>
                <c:pt idx="1605">
                  <c:v>98.211333999999994</c:v>
                </c:pt>
                <c:pt idx="1606">
                  <c:v>98.234566000000001</c:v>
                </c:pt>
                <c:pt idx="1607">
                  <c:v>98.344871999999995</c:v>
                </c:pt>
                <c:pt idx="1608">
                  <c:v>98.558143999999999</c:v>
                </c:pt>
                <c:pt idx="1609">
                  <c:v>98.852310000000003</c:v>
                </c:pt>
                <c:pt idx="1610">
                  <c:v>99.157166000000004</c:v>
                </c:pt>
                <c:pt idx="1611">
                  <c:v>99.399344999999997</c:v>
                </c:pt>
                <c:pt idx="1612">
                  <c:v>99.616127000000006</c:v>
                </c:pt>
                <c:pt idx="1613">
                  <c:v>99.815781000000001</c:v>
                </c:pt>
                <c:pt idx="1614">
                  <c:v>99.991355999999996</c:v>
                </c:pt>
                <c:pt idx="1615">
                  <c:v>100.16512</c:v>
                </c:pt>
                <c:pt idx="1616">
                  <c:v>100.26703999999999</c:v>
                </c:pt>
                <c:pt idx="1617">
                  <c:v>100.35087</c:v>
                </c:pt>
                <c:pt idx="1618">
                  <c:v>100.49449</c:v>
                </c:pt>
                <c:pt idx="1619">
                  <c:v>100.71214000000001</c:v>
                </c:pt>
                <c:pt idx="1620">
                  <c:v>100.90464</c:v>
                </c:pt>
                <c:pt idx="1621">
                  <c:v>101.02661000000001</c:v>
                </c:pt>
                <c:pt idx="1622">
                  <c:v>101.16591</c:v>
                </c:pt>
                <c:pt idx="1623">
                  <c:v>101.33938999999999</c:v>
                </c:pt>
                <c:pt idx="1624">
                  <c:v>101.49364</c:v>
                </c:pt>
                <c:pt idx="1625">
                  <c:v>101.64684</c:v>
                </c:pt>
                <c:pt idx="1626">
                  <c:v>101.81892999999999</c:v>
                </c:pt>
                <c:pt idx="1627">
                  <c:v>101.98949</c:v>
                </c:pt>
                <c:pt idx="1628">
                  <c:v>102.17798999999999</c:v>
                </c:pt>
                <c:pt idx="1629">
                  <c:v>102.38281000000001</c:v>
                </c:pt>
                <c:pt idx="1630">
                  <c:v>102.59623999999999</c:v>
                </c:pt>
                <c:pt idx="1631">
                  <c:v>102.79704</c:v>
                </c:pt>
                <c:pt idx="1632">
                  <c:v>102.96986</c:v>
                </c:pt>
                <c:pt idx="1633">
                  <c:v>103.12226</c:v>
                </c:pt>
                <c:pt idx="1634">
                  <c:v>103.31780999999999</c:v>
                </c:pt>
                <c:pt idx="1635">
                  <c:v>103.58337</c:v>
                </c:pt>
                <c:pt idx="1636">
                  <c:v>103.90588</c:v>
                </c:pt>
                <c:pt idx="1637">
                  <c:v>104.21628</c:v>
                </c:pt>
                <c:pt idx="1638">
                  <c:v>104.54454</c:v>
                </c:pt>
                <c:pt idx="1639">
                  <c:v>104.91567000000001</c:v>
                </c:pt>
                <c:pt idx="1640">
                  <c:v>105.23151</c:v>
                </c:pt>
                <c:pt idx="1641">
                  <c:v>105.40421000000001</c:v>
                </c:pt>
                <c:pt idx="1642">
                  <c:v>105.81958</c:v>
                </c:pt>
                <c:pt idx="1643">
                  <c:v>106.15536</c:v>
                </c:pt>
                <c:pt idx="1644">
                  <c:v>106.51669</c:v>
                </c:pt>
                <c:pt idx="1645">
                  <c:v>107.01824000000001</c:v>
                </c:pt>
                <c:pt idx="1646">
                  <c:v>107.45966</c:v>
                </c:pt>
                <c:pt idx="1647">
                  <c:v>107.84589</c:v>
                </c:pt>
                <c:pt idx="1648">
                  <c:v>108.13737</c:v>
                </c:pt>
                <c:pt idx="1649">
                  <c:v>108.27919</c:v>
                </c:pt>
                <c:pt idx="1650">
                  <c:v>108.31393</c:v>
                </c:pt>
                <c:pt idx="1651">
                  <c:v>108.33744</c:v>
                </c:pt>
                <c:pt idx="1652">
                  <c:v>108.32080000000001</c:v>
                </c:pt>
                <c:pt idx="1653">
                  <c:v>108.25311000000001</c:v>
                </c:pt>
                <c:pt idx="1654">
                  <c:v>108.23045999999999</c:v>
                </c:pt>
                <c:pt idx="1655">
                  <c:v>108.24403</c:v>
                </c:pt>
                <c:pt idx="1656">
                  <c:v>108.25883</c:v>
                </c:pt>
                <c:pt idx="1657">
                  <c:v>108.25971</c:v>
                </c:pt>
                <c:pt idx="1658">
                  <c:v>108.25803000000001</c:v>
                </c:pt>
                <c:pt idx="1659">
                  <c:v>108.2034</c:v>
                </c:pt>
                <c:pt idx="1660">
                  <c:v>108.08311</c:v>
                </c:pt>
                <c:pt idx="1661">
                  <c:v>107.93665</c:v>
                </c:pt>
                <c:pt idx="1662">
                  <c:v>107.81843000000001</c:v>
                </c:pt>
                <c:pt idx="1663">
                  <c:v>107.79438</c:v>
                </c:pt>
                <c:pt idx="1664">
                  <c:v>107.85885</c:v>
                </c:pt>
                <c:pt idx="1665">
                  <c:v>107.97084</c:v>
                </c:pt>
                <c:pt idx="1666">
                  <c:v>108.1367</c:v>
                </c:pt>
                <c:pt idx="1667">
                  <c:v>108.32606</c:v>
                </c:pt>
                <c:pt idx="1668">
                  <c:v>108.4747</c:v>
                </c:pt>
                <c:pt idx="1669">
                  <c:v>108.57874</c:v>
                </c:pt>
                <c:pt idx="1670">
                  <c:v>108.59721999999999</c:v>
                </c:pt>
                <c:pt idx="1671">
                  <c:v>108.50694</c:v>
                </c:pt>
                <c:pt idx="1672">
                  <c:v>108.40219999999999</c:v>
                </c:pt>
                <c:pt idx="1673">
                  <c:v>108.4361</c:v>
                </c:pt>
                <c:pt idx="1674">
                  <c:v>108.58346</c:v>
                </c:pt>
                <c:pt idx="1675">
                  <c:v>108.78489</c:v>
                </c:pt>
                <c:pt idx="1676">
                  <c:v>109.00242</c:v>
                </c:pt>
                <c:pt idx="1677">
                  <c:v>109.22454999999999</c:v>
                </c:pt>
                <c:pt idx="1678">
                  <c:v>109.48099999999999</c:v>
                </c:pt>
                <c:pt idx="1679">
                  <c:v>109.66352000000001</c:v>
                </c:pt>
                <c:pt idx="1680">
                  <c:v>109.79203</c:v>
                </c:pt>
                <c:pt idx="1681">
                  <c:v>109.96075</c:v>
                </c:pt>
                <c:pt idx="1682">
                  <c:v>110.0569</c:v>
                </c:pt>
                <c:pt idx="1683">
                  <c:v>110.10841000000001</c:v>
                </c:pt>
                <c:pt idx="1684">
                  <c:v>110.14836</c:v>
                </c:pt>
                <c:pt idx="1685">
                  <c:v>110.08125</c:v>
                </c:pt>
                <c:pt idx="1686">
                  <c:v>109.8456</c:v>
                </c:pt>
                <c:pt idx="1687">
                  <c:v>109.54371999999999</c:v>
                </c:pt>
                <c:pt idx="1688">
                  <c:v>109.12622</c:v>
                </c:pt>
                <c:pt idx="1689">
                  <c:v>108.69822000000001</c:v>
                </c:pt>
                <c:pt idx="1690">
                  <c:v>108.43288</c:v>
                </c:pt>
                <c:pt idx="1691">
                  <c:v>108.35004000000001</c:v>
                </c:pt>
                <c:pt idx="1692">
                  <c:v>108.47365000000001</c:v>
                </c:pt>
                <c:pt idx="1693">
                  <c:v>108.74223000000001</c:v>
                </c:pt>
                <c:pt idx="1694">
                  <c:v>109.09856000000001</c:v>
                </c:pt>
                <c:pt idx="1695">
                  <c:v>109.54647</c:v>
                </c:pt>
                <c:pt idx="1696">
                  <c:v>110.01739999999999</c:v>
                </c:pt>
                <c:pt idx="1697">
                  <c:v>110.44253999999999</c:v>
                </c:pt>
                <c:pt idx="1698">
                  <c:v>110.7272</c:v>
                </c:pt>
                <c:pt idx="1699">
                  <c:v>109.90228</c:v>
                </c:pt>
                <c:pt idx="1700">
                  <c:v>109.70174</c:v>
                </c:pt>
                <c:pt idx="1701">
                  <c:v>109.44138</c:v>
                </c:pt>
                <c:pt idx="1702">
                  <c:v>109.301</c:v>
                </c:pt>
                <c:pt idx="1703">
                  <c:v>109.31704999999999</c:v>
                </c:pt>
                <c:pt idx="1704">
                  <c:v>109.45444999999999</c:v>
                </c:pt>
                <c:pt idx="1705">
                  <c:v>109.62259</c:v>
                </c:pt>
                <c:pt idx="1706">
                  <c:v>109.74815</c:v>
                </c:pt>
                <c:pt idx="1707">
                  <c:v>109.82265</c:v>
                </c:pt>
                <c:pt idx="1708">
                  <c:v>109.83176</c:v>
                </c:pt>
                <c:pt idx="1709">
                  <c:v>109.80786000000001</c:v>
                </c:pt>
                <c:pt idx="1710">
                  <c:v>109.82304000000001</c:v>
                </c:pt>
                <c:pt idx="1711">
                  <c:v>109.92271</c:v>
                </c:pt>
                <c:pt idx="1712">
                  <c:v>109.95226</c:v>
                </c:pt>
                <c:pt idx="1713">
                  <c:v>109.98974</c:v>
                </c:pt>
                <c:pt idx="1714">
                  <c:v>110.08747</c:v>
                </c:pt>
                <c:pt idx="1715">
                  <c:v>110.20161</c:v>
                </c:pt>
                <c:pt idx="1716">
                  <c:v>110.20254</c:v>
                </c:pt>
                <c:pt idx="1717">
                  <c:v>110.1101</c:v>
                </c:pt>
                <c:pt idx="1718">
                  <c:v>110.06372</c:v>
                </c:pt>
                <c:pt idx="1719">
                  <c:v>109.99221</c:v>
                </c:pt>
                <c:pt idx="1720">
                  <c:v>109.91251</c:v>
                </c:pt>
                <c:pt idx="1721">
                  <c:v>109.83934000000001</c:v>
                </c:pt>
                <c:pt idx="1722">
                  <c:v>109.73367</c:v>
                </c:pt>
                <c:pt idx="1723">
                  <c:v>109.67258</c:v>
                </c:pt>
                <c:pt idx="1724">
                  <c:v>109.61450000000001</c:v>
                </c:pt>
                <c:pt idx="1725">
                  <c:v>109.46487</c:v>
                </c:pt>
                <c:pt idx="1726">
                  <c:v>109.34538000000001</c:v>
                </c:pt>
                <c:pt idx="1727">
                  <c:v>109.31349</c:v>
                </c:pt>
                <c:pt idx="1728">
                  <c:v>109.32178</c:v>
                </c:pt>
                <c:pt idx="1729">
                  <c:v>109.28022</c:v>
                </c:pt>
                <c:pt idx="1730">
                  <c:v>109.32433</c:v>
                </c:pt>
                <c:pt idx="1731">
                  <c:v>109.32968</c:v>
                </c:pt>
                <c:pt idx="1732">
                  <c:v>109.18854</c:v>
                </c:pt>
                <c:pt idx="1733">
                  <c:v>109.00557000000001</c:v>
                </c:pt>
                <c:pt idx="1734">
                  <c:v>108.85484</c:v>
                </c:pt>
                <c:pt idx="1735">
                  <c:v>108.78982000000001</c:v>
                </c:pt>
                <c:pt idx="1736">
                  <c:v>108.76504</c:v>
                </c:pt>
                <c:pt idx="1737">
                  <c:v>108.64691999999999</c:v>
                </c:pt>
                <c:pt idx="1738">
                  <c:v>108.5012</c:v>
                </c:pt>
                <c:pt idx="1739">
                  <c:v>108.60966999999999</c:v>
                </c:pt>
                <c:pt idx="1740">
                  <c:v>108.81435</c:v>
                </c:pt>
                <c:pt idx="1741">
                  <c:v>109.05682</c:v>
                </c:pt>
                <c:pt idx="1742">
                  <c:v>109.17375</c:v>
                </c:pt>
                <c:pt idx="1743">
                  <c:v>109.13442000000001</c:v>
                </c:pt>
                <c:pt idx="1744">
                  <c:v>109.04192</c:v>
                </c:pt>
                <c:pt idx="1745">
                  <c:v>108.92814</c:v>
                </c:pt>
                <c:pt idx="1746">
                  <c:v>108.74315</c:v>
                </c:pt>
                <c:pt idx="1747">
                  <c:v>108.56836</c:v>
                </c:pt>
                <c:pt idx="1748">
                  <c:v>108.42231</c:v>
                </c:pt>
                <c:pt idx="1749">
                  <c:v>108.20289</c:v>
                </c:pt>
                <c:pt idx="1750">
                  <c:v>107.86669999999999</c:v>
                </c:pt>
                <c:pt idx="1751">
                  <c:v>107.623</c:v>
                </c:pt>
                <c:pt idx="1752">
                  <c:v>107.55612000000001</c:v>
                </c:pt>
                <c:pt idx="1753">
                  <c:v>107.41679000000001</c:v>
                </c:pt>
                <c:pt idx="1754">
                  <c:v>107.30659</c:v>
                </c:pt>
                <c:pt idx="1755">
                  <c:v>107.25439</c:v>
                </c:pt>
                <c:pt idx="1756">
                  <c:v>107.29574</c:v>
                </c:pt>
                <c:pt idx="1757">
                  <c:v>107.31216999999999</c:v>
                </c:pt>
                <c:pt idx="1758">
                  <c:v>107.2997</c:v>
                </c:pt>
                <c:pt idx="1759">
                  <c:v>107.26909000000001</c:v>
                </c:pt>
                <c:pt idx="1760">
                  <c:v>107.09988</c:v>
                </c:pt>
                <c:pt idx="1761">
                  <c:v>106.70831</c:v>
                </c:pt>
                <c:pt idx="1762">
                  <c:v>106.29588</c:v>
                </c:pt>
                <c:pt idx="1763">
                  <c:v>105.99477</c:v>
                </c:pt>
                <c:pt idx="1764">
                  <c:v>105.79555999999999</c:v>
                </c:pt>
                <c:pt idx="1765">
                  <c:v>105.60472</c:v>
                </c:pt>
                <c:pt idx="1766">
                  <c:v>105.45583000000001</c:v>
                </c:pt>
                <c:pt idx="1767">
                  <c:v>105.4492</c:v>
                </c:pt>
                <c:pt idx="1768">
                  <c:v>105.46646</c:v>
                </c:pt>
                <c:pt idx="1769">
                  <c:v>105.39516</c:v>
                </c:pt>
                <c:pt idx="1770">
                  <c:v>105.26294</c:v>
                </c:pt>
                <c:pt idx="1771">
                  <c:v>105.05878</c:v>
                </c:pt>
                <c:pt idx="1772">
                  <c:v>104.88803</c:v>
                </c:pt>
                <c:pt idx="1773">
                  <c:v>104.73690000000001</c:v>
                </c:pt>
                <c:pt idx="1774">
                  <c:v>104.52412</c:v>
                </c:pt>
                <c:pt idx="1775">
                  <c:v>104.25489</c:v>
                </c:pt>
                <c:pt idx="1776">
                  <c:v>104.03439</c:v>
                </c:pt>
                <c:pt idx="1777">
                  <c:v>103.86975</c:v>
                </c:pt>
                <c:pt idx="1778">
                  <c:v>103.63814000000001</c:v>
                </c:pt>
                <c:pt idx="1779">
                  <c:v>103.45912</c:v>
                </c:pt>
                <c:pt idx="1780">
                  <c:v>103.32832000000001</c:v>
                </c:pt>
                <c:pt idx="1781">
                  <c:v>103.20251</c:v>
                </c:pt>
                <c:pt idx="1782">
                  <c:v>103.16245000000001</c:v>
                </c:pt>
                <c:pt idx="1783">
                  <c:v>103.05732999999999</c:v>
                </c:pt>
                <c:pt idx="1784">
                  <c:v>102.99052</c:v>
                </c:pt>
                <c:pt idx="1785">
                  <c:v>102.91526</c:v>
                </c:pt>
                <c:pt idx="1786">
                  <c:v>102.75559</c:v>
                </c:pt>
                <c:pt idx="1787">
                  <c:v>102.53749000000001</c:v>
                </c:pt>
                <c:pt idx="1788">
                  <c:v>102.2056</c:v>
                </c:pt>
                <c:pt idx="1789">
                  <c:v>101.98235</c:v>
                </c:pt>
                <c:pt idx="1790">
                  <c:v>101.87027999999999</c:v>
                </c:pt>
                <c:pt idx="1791">
                  <c:v>101.88955</c:v>
                </c:pt>
                <c:pt idx="1792">
                  <c:v>102.09314999999999</c:v>
                </c:pt>
                <c:pt idx="1793">
                  <c:v>102.30137000000001</c:v>
                </c:pt>
                <c:pt idx="1794">
                  <c:v>102.41578</c:v>
                </c:pt>
                <c:pt idx="1795">
                  <c:v>102.59007</c:v>
                </c:pt>
                <c:pt idx="1796">
                  <c:v>102.82043</c:v>
                </c:pt>
                <c:pt idx="1797">
                  <c:v>102.94620999999999</c:v>
                </c:pt>
                <c:pt idx="1798">
                  <c:v>102.97790000000001</c:v>
                </c:pt>
                <c:pt idx="1799">
                  <c:v>102.88863000000001</c:v>
                </c:pt>
                <c:pt idx="1800">
                  <c:v>102.63978</c:v>
                </c:pt>
                <c:pt idx="1801">
                  <c:v>102.21638</c:v>
                </c:pt>
                <c:pt idx="1802">
                  <c:v>101.78932</c:v>
                </c:pt>
                <c:pt idx="1803">
                  <c:v>101.47020999999999</c:v>
                </c:pt>
                <c:pt idx="1804">
                  <c:v>101.20725</c:v>
                </c:pt>
                <c:pt idx="1805">
                  <c:v>100.95158000000001</c:v>
                </c:pt>
                <c:pt idx="1806">
                  <c:v>100.81596</c:v>
                </c:pt>
                <c:pt idx="1807">
                  <c:v>100.66829</c:v>
                </c:pt>
                <c:pt idx="1808">
                  <c:v>100.5393</c:v>
                </c:pt>
                <c:pt idx="1809">
                  <c:v>100.51524999999999</c:v>
                </c:pt>
                <c:pt idx="1810">
                  <c:v>100.61862000000001</c:v>
                </c:pt>
                <c:pt idx="1811">
                  <c:v>100.62614000000001</c:v>
                </c:pt>
                <c:pt idx="1812">
                  <c:v>100.59052</c:v>
                </c:pt>
                <c:pt idx="1813">
                  <c:v>101.27473000000001</c:v>
                </c:pt>
                <c:pt idx="1814">
                  <c:v>102.09462000000001</c:v>
                </c:pt>
                <c:pt idx="1815">
                  <c:v>102.71125000000001</c:v>
                </c:pt>
                <c:pt idx="1816">
                  <c:v>103.26900000000001</c:v>
                </c:pt>
                <c:pt idx="1817">
                  <c:v>103.75375</c:v>
                </c:pt>
                <c:pt idx="1818">
                  <c:v>104.0421</c:v>
                </c:pt>
                <c:pt idx="1819">
                  <c:v>104.28147</c:v>
                </c:pt>
                <c:pt idx="1820">
                  <c:v>104.58031</c:v>
                </c:pt>
                <c:pt idx="1821">
                  <c:v>104.69166</c:v>
                </c:pt>
                <c:pt idx="1822">
                  <c:v>104.77157</c:v>
                </c:pt>
                <c:pt idx="1823">
                  <c:v>104.69399</c:v>
                </c:pt>
                <c:pt idx="1824">
                  <c:v>104.60758</c:v>
                </c:pt>
                <c:pt idx="1825">
                  <c:v>104.64529</c:v>
                </c:pt>
                <c:pt idx="1826">
                  <c:v>104.61453</c:v>
                </c:pt>
                <c:pt idx="1827">
                  <c:v>104.71566</c:v>
                </c:pt>
                <c:pt idx="1828">
                  <c:v>104.85912</c:v>
                </c:pt>
                <c:pt idx="1829">
                  <c:v>104.89391000000001</c:v>
                </c:pt>
                <c:pt idx="1830">
                  <c:v>105.0377</c:v>
                </c:pt>
                <c:pt idx="1831">
                  <c:v>105.1357</c:v>
                </c:pt>
                <c:pt idx="1832">
                  <c:v>105.21929</c:v>
                </c:pt>
                <c:pt idx="1833">
                  <c:v>105.23335</c:v>
                </c:pt>
                <c:pt idx="1834">
                  <c:v>105.29285</c:v>
                </c:pt>
                <c:pt idx="1835">
                  <c:v>105.39368</c:v>
                </c:pt>
                <c:pt idx="1836">
                  <c:v>105.4836</c:v>
                </c:pt>
                <c:pt idx="1837">
                  <c:v>105.51791</c:v>
                </c:pt>
                <c:pt idx="1838">
                  <c:v>105.49590999999999</c:v>
                </c:pt>
                <c:pt idx="1839">
                  <c:v>105.53922</c:v>
                </c:pt>
                <c:pt idx="1840">
                  <c:v>105.67632</c:v>
                </c:pt>
                <c:pt idx="1841">
                  <c:v>105.85672</c:v>
                </c:pt>
                <c:pt idx="1842">
                  <c:v>106.05486999999999</c:v>
                </c:pt>
                <c:pt idx="1843">
                  <c:v>106.28131</c:v>
                </c:pt>
                <c:pt idx="1844">
                  <c:v>106.50033999999999</c:v>
                </c:pt>
                <c:pt idx="1845">
                  <c:v>106.5899</c:v>
                </c:pt>
                <c:pt idx="1846">
                  <c:v>106.49952</c:v>
                </c:pt>
                <c:pt idx="1847">
                  <c:v>106.24348999999999</c:v>
                </c:pt>
                <c:pt idx="1848">
                  <c:v>105.90582999999999</c:v>
                </c:pt>
                <c:pt idx="1849">
                  <c:v>105.63754</c:v>
                </c:pt>
                <c:pt idx="1850">
                  <c:v>105.46738999999999</c:v>
                </c:pt>
                <c:pt idx="1851">
                  <c:v>105.39386</c:v>
                </c:pt>
                <c:pt idx="1852">
                  <c:v>105.40687</c:v>
                </c:pt>
                <c:pt idx="1853">
                  <c:v>105.57951</c:v>
                </c:pt>
                <c:pt idx="1854">
                  <c:v>105.79266</c:v>
                </c:pt>
                <c:pt idx="1855">
                  <c:v>105.93591000000001</c:v>
                </c:pt>
                <c:pt idx="1856">
                  <c:v>106.01281</c:v>
                </c:pt>
                <c:pt idx="1857">
                  <c:v>105.99187999999999</c:v>
                </c:pt>
                <c:pt idx="1858">
                  <c:v>105.96786</c:v>
                </c:pt>
                <c:pt idx="1859">
                  <c:v>105.90563</c:v>
                </c:pt>
                <c:pt idx="1860">
                  <c:v>105.91422</c:v>
                </c:pt>
                <c:pt idx="1861">
                  <c:v>106.16018</c:v>
                </c:pt>
                <c:pt idx="1862">
                  <c:v>106.54443999999999</c:v>
                </c:pt>
                <c:pt idx="1863">
                  <c:v>107.03793</c:v>
                </c:pt>
                <c:pt idx="1864">
                  <c:v>107.52631</c:v>
                </c:pt>
                <c:pt idx="1865">
                  <c:v>107.79693</c:v>
                </c:pt>
                <c:pt idx="1866">
                  <c:v>106.83411</c:v>
                </c:pt>
                <c:pt idx="1867">
                  <c:v>106.23348</c:v>
                </c:pt>
                <c:pt idx="1868">
                  <c:v>105.97394</c:v>
                </c:pt>
                <c:pt idx="1869">
                  <c:v>105.78861000000001</c:v>
                </c:pt>
                <c:pt idx="1870">
                  <c:v>105.53310999999999</c:v>
                </c:pt>
                <c:pt idx="1871">
                  <c:v>105.31435999999999</c:v>
                </c:pt>
                <c:pt idx="1872">
                  <c:v>105.24885999999999</c:v>
                </c:pt>
                <c:pt idx="1873">
                  <c:v>105.37144000000001</c:v>
                </c:pt>
                <c:pt idx="1874">
                  <c:v>105.57595999999999</c:v>
                </c:pt>
                <c:pt idx="1875">
                  <c:v>105.74539</c:v>
                </c:pt>
                <c:pt idx="1876">
                  <c:v>105.93819000000001</c:v>
                </c:pt>
                <c:pt idx="1877">
                  <c:v>106.16061000000001</c:v>
                </c:pt>
                <c:pt idx="1878">
                  <c:v>106.42231</c:v>
                </c:pt>
                <c:pt idx="1879">
                  <c:v>106.61806</c:v>
                </c:pt>
                <c:pt idx="1880">
                  <c:v>106.77589999999999</c:v>
                </c:pt>
                <c:pt idx="1881">
                  <c:v>106.9742</c:v>
                </c:pt>
                <c:pt idx="1882">
                  <c:v>107.15770999999999</c:v>
                </c:pt>
                <c:pt idx="1883">
                  <c:v>107.35516</c:v>
                </c:pt>
                <c:pt idx="1884">
                  <c:v>107.48453000000001</c:v>
                </c:pt>
                <c:pt idx="1885">
                  <c:v>107.60657</c:v>
                </c:pt>
                <c:pt idx="1886">
                  <c:v>107.7179</c:v>
                </c:pt>
                <c:pt idx="1887">
                  <c:v>107.75570999999999</c:v>
                </c:pt>
                <c:pt idx="1888">
                  <c:v>107.64743</c:v>
                </c:pt>
                <c:pt idx="1889">
                  <c:v>107.48546</c:v>
                </c:pt>
                <c:pt idx="1890">
                  <c:v>107.36253000000001</c:v>
                </c:pt>
                <c:pt idx="1891">
                  <c:v>107.38223000000001</c:v>
                </c:pt>
                <c:pt idx="1892">
                  <c:v>107.59623999999999</c:v>
                </c:pt>
                <c:pt idx="1893">
                  <c:v>107.79765</c:v>
                </c:pt>
                <c:pt idx="1894">
                  <c:v>107.94286</c:v>
                </c:pt>
                <c:pt idx="1895">
                  <c:v>108.04353</c:v>
                </c:pt>
                <c:pt idx="1896">
                  <c:v>108.16799</c:v>
                </c:pt>
                <c:pt idx="1897">
                  <c:v>108.23007</c:v>
                </c:pt>
                <c:pt idx="1898">
                  <c:v>108.29871</c:v>
                </c:pt>
                <c:pt idx="1899">
                  <c:v>108.32008</c:v>
                </c:pt>
                <c:pt idx="1900">
                  <c:v>108.20714</c:v>
                </c:pt>
                <c:pt idx="1901">
                  <c:v>108.00117</c:v>
                </c:pt>
                <c:pt idx="1902">
                  <c:v>107.77894000000001</c:v>
                </c:pt>
                <c:pt idx="1903">
                  <c:v>107.6341</c:v>
                </c:pt>
                <c:pt idx="1904">
                  <c:v>107.58853000000001</c:v>
                </c:pt>
                <c:pt idx="1905">
                  <c:v>107.63361</c:v>
                </c:pt>
                <c:pt idx="1906">
                  <c:v>107.73455</c:v>
                </c:pt>
                <c:pt idx="1907">
                  <c:v>107.88602</c:v>
                </c:pt>
                <c:pt idx="1908">
                  <c:v>108.09408999999999</c:v>
                </c:pt>
                <c:pt idx="1909">
                  <c:v>108.26403999999999</c:v>
                </c:pt>
                <c:pt idx="1910">
                  <c:v>108.35272000000001</c:v>
                </c:pt>
                <c:pt idx="1911">
                  <c:v>108.39055999999999</c:v>
                </c:pt>
                <c:pt idx="1912">
                  <c:v>108.36917</c:v>
                </c:pt>
                <c:pt idx="1913">
                  <c:v>108.28673000000001</c:v>
                </c:pt>
                <c:pt idx="1914">
                  <c:v>108.20177</c:v>
                </c:pt>
                <c:pt idx="1915">
                  <c:v>108.21561</c:v>
                </c:pt>
                <c:pt idx="1916">
                  <c:v>108.22413</c:v>
                </c:pt>
                <c:pt idx="1917">
                  <c:v>108.23369</c:v>
                </c:pt>
                <c:pt idx="1918">
                  <c:v>108.23074</c:v>
                </c:pt>
                <c:pt idx="1919">
                  <c:v>108.09765</c:v>
                </c:pt>
                <c:pt idx="1920">
                  <c:v>107.93967000000001</c:v>
                </c:pt>
                <c:pt idx="1921">
                  <c:v>107.8883</c:v>
                </c:pt>
                <c:pt idx="1922">
                  <c:v>107.91034999999999</c:v>
                </c:pt>
                <c:pt idx="1923">
                  <c:v>107.84618</c:v>
                </c:pt>
                <c:pt idx="1924">
                  <c:v>107.72020999999999</c:v>
                </c:pt>
                <c:pt idx="1925">
                  <c:v>107.60535</c:v>
                </c:pt>
                <c:pt idx="1926">
                  <c:v>107.46061</c:v>
                </c:pt>
                <c:pt idx="1927">
                  <c:v>107.29675</c:v>
                </c:pt>
                <c:pt idx="1928">
                  <c:v>107.11915999999999</c:v>
                </c:pt>
                <c:pt idx="1929">
                  <c:v>107.00801</c:v>
                </c:pt>
                <c:pt idx="1930">
                  <c:v>107.02695</c:v>
                </c:pt>
                <c:pt idx="1931">
                  <c:v>107.11321</c:v>
                </c:pt>
                <c:pt idx="1932">
                  <c:v>107.22682</c:v>
                </c:pt>
                <c:pt idx="1933">
                  <c:v>107.46569</c:v>
                </c:pt>
                <c:pt idx="1934">
                  <c:v>107.78126</c:v>
                </c:pt>
                <c:pt idx="1935">
                  <c:v>107.93223999999999</c:v>
                </c:pt>
                <c:pt idx="1936">
                  <c:v>107.94229</c:v>
                </c:pt>
                <c:pt idx="1937">
                  <c:v>107.82822</c:v>
                </c:pt>
                <c:pt idx="1938">
                  <c:v>107.69880999999999</c:v>
                </c:pt>
                <c:pt idx="1939">
                  <c:v>107.65306</c:v>
                </c:pt>
                <c:pt idx="1940">
                  <c:v>107.69953</c:v>
                </c:pt>
                <c:pt idx="1941">
                  <c:v>107.75778</c:v>
                </c:pt>
                <c:pt idx="1942">
                  <c:v>107.78642000000001</c:v>
                </c:pt>
                <c:pt idx="1943">
                  <c:v>107.80486000000001</c:v>
                </c:pt>
                <c:pt idx="1944">
                  <c:v>107.8916</c:v>
                </c:pt>
                <c:pt idx="1945">
                  <c:v>108.00351999999999</c:v>
                </c:pt>
                <c:pt idx="1946">
                  <c:v>108.06349</c:v>
                </c:pt>
                <c:pt idx="1947">
                  <c:v>108.14713</c:v>
                </c:pt>
                <c:pt idx="1948">
                  <c:v>108.26756</c:v>
                </c:pt>
                <c:pt idx="1949">
                  <c:v>108.37860999999999</c:v>
                </c:pt>
                <c:pt idx="1950">
                  <c:v>108.44624</c:v>
                </c:pt>
                <c:pt idx="1951">
                  <c:v>108.48611</c:v>
                </c:pt>
                <c:pt idx="1952">
                  <c:v>108.56870000000001</c:v>
                </c:pt>
                <c:pt idx="1953">
                  <c:v>108.60548</c:v>
                </c:pt>
                <c:pt idx="1954">
                  <c:v>108.57631000000001</c:v>
                </c:pt>
                <c:pt idx="1955">
                  <c:v>108.5921</c:v>
                </c:pt>
                <c:pt idx="1956">
                  <c:v>108.5829</c:v>
                </c:pt>
                <c:pt idx="1957">
                  <c:v>108.46433</c:v>
                </c:pt>
                <c:pt idx="1958">
                  <c:v>108.35256</c:v>
                </c:pt>
                <c:pt idx="1959">
                  <c:v>108.18655</c:v>
                </c:pt>
                <c:pt idx="1960">
                  <c:v>107.97817000000001</c:v>
                </c:pt>
                <c:pt idx="1961">
                  <c:v>107.89</c:v>
                </c:pt>
                <c:pt idx="1962">
                  <c:v>108.01926</c:v>
                </c:pt>
                <c:pt idx="1963">
                  <c:v>108.25415</c:v>
                </c:pt>
                <c:pt idx="1964">
                  <c:v>108.45847999999999</c:v>
                </c:pt>
                <c:pt idx="1965">
                  <c:v>108.62547000000001</c:v>
                </c:pt>
                <c:pt idx="1966">
                  <c:v>108.79208</c:v>
                </c:pt>
                <c:pt idx="1967">
                  <c:v>108.89684</c:v>
                </c:pt>
                <c:pt idx="1968">
                  <c:v>109.00431</c:v>
                </c:pt>
                <c:pt idx="1969">
                  <c:v>109.08744</c:v>
                </c:pt>
                <c:pt idx="1970">
                  <c:v>109.14946999999999</c:v>
                </c:pt>
                <c:pt idx="1971">
                  <c:v>109.2062</c:v>
                </c:pt>
                <c:pt idx="1972">
                  <c:v>109.30148</c:v>
                </c:pt>
                <c:pt idx="1973">
                  <c:v>109.33183</c:v>
                </c:pt>
                <c:pt idx="1974">
                  <c:v>109.31823</c:v>
                </c:pt>
                <c:pt idx="1975">
                  <c:v>109.33972</c:v>
                </c:pt>
                <c:pt idx="1976">
                  <c:v>109.29998999999999</c:v>
                </c:pt>
                <c:pt idx="1977">
                  <c:v>109.20636</c:v>
                </c:pt>
                <c:pt idx="1978">
                  <c:v>109.12063999999999</c:v>
                </c:pt>
                <c:pt idx="1979">
                  <c:v>109.2161</c:v>
                </c:pt>
                <c:pt idx="1980">
                  <c:v>109.35621999999999</c:v>
                </c:pt>
                <c:pt idx="1981">
                  <c:v>109.47282</c:v>
                </c:pt>
                <c:pt idx="1982">
                  <c:v>109.59399000000001</c:v>
                </c:pt>
                <c:pt idx="1983">
                  <c:v>109.73558</c:v>
                </c:pt>
                <c:pt idx="1984">
                  <c:v>109.74290000000001</c:v>
                </c:pt>
                <c:pt idx="1985">
                  <c:v>109.65891999999999</c:v>
                </c:pt>
                <c:pt idx="1986">
                  <c:v>109.54873000000001</c:v>
                </c:pt>
                <c:pt idx="1987">
                  <c:v>109.46374</c:v>
                </c:pt>
                <c:pt idx="1988">
                  <c:v>109.39931</c:v>
                </c:pt>
                <c:pt idx="1989">
                  <c:v>109.36156</c:v>
                </c:pt>
                <c:pt idx="1990">
                  <c:v>109.3792</c:v>
                </c:pt>
                <c:pt idx="1991">
                  <c:v>109.48573</c:v>
                </c:pt>
                <c:pt idx="1992">
                  <c:v>109.65779000000001</c:v>
                </c:pt>
                <c:pt idx="1993">
                  <c:v>109.76745</c:v>
                </c:pt>
                <c:pt idx="1994">
                  <c:v>109.82662999999999</c:v>
                </c:pt>
                <c:pt idx="1995">
                  <c:v>109.82377</c:v>
                </c:pt>
                <c:pt idx="1996">
                  <c:v>109.70158000000001</c:v>
                </c:pt>
                <c:pt idx="1997">
                  <c:v>109.47481000000001</c:v>
                </c:pt>
                <c:pt idx="1998">
                  <c:v>109.1738</c:v>
                </c:pt>
                <c:pt idx="1999">
                  <c:v>108.89827</c:v>
                </c:pt>
                <c:pt idx="2000">
                  <c:v>108.69996999999999</c:v>
                </c:pt>
                <c:pt idx="2001">
                  <c:v>108.55607999999999</c:v>
                </c:pt>
                <c:pt idx="2002">
                  <c:v>108.49027</c:v>
                </c:pt>
                <c:pt idx="2003">
                  <c:v>108.46687</c:v>
                </c:pt>
                <c:pt idx="2004">
                  <c:v>108.51054000000001</c:v>
                </c:pt>
                <c:pt idx="2005">
                  <c:v>108.51894</c:v>
                </c:pt>
                <c:pt idx="2006">
                  <c:v>108.50172999999999</c:v>
                </c:pt>
                <c:pt idx="2007">
                  <c:v>108.49279</c:v>
                </c:pt>
                <c:pt idx="2008">
                  <c:v>108.42729</c:v>
                </c:pt>
                <c:pt idx="2009">
                  <c:v>108.36542</c:v>
                </c:pt>
                <c:pt idx="2010">
                  <c:v>108.36461</c:v>
                </c:pt>
                <c:pt idx="2011">
                  <c:v>108.34782</c:v>
                </c:pt>
                <c:pt idx="2012">
                  <c:v>108.33604</c:v>
                </c:pt>
                <c:pt idx="2013">
                  <c:v>108.33992000000001</c:v>
                </c:pt>
                <c:pt idx="2014">
                  <c:v>108.22279</c:v>
                </c:pt>
                <c:pt idx="2015">
                  <c:v>107.93593</c:v>
                </c:pt>
                <c:pt idx="2016">
                  <c:v>107.67886</c:v>
                </c:pt>
                <c:pt idx="2017">
                  <c:v>107.48719</c:v>
                </c:pt>
                <c:pt idx="2018">
                  <c:v>107.30501</c:v>
                </c:pt>
                <c:pt idx="2019">
                  <c:v>107.18297</c:v>
                </c:pt>
                <c:pt idx="2020">
                  <c:v>107.10271</c:v>
                </c:pt>
                <c:pt idx="2021">
                  <c:v>107.09808</c:v>
                </c:pt>
                <c:pt idx="2022">
                  <c:v>107.16616</c:v>
                </c:pt>
                <c:pt idx="2023">
                  <c:v>107.27117</c:v>
                </c:pt>
                <c:pt idx="2024">
                  <c:v>107.41161</c:v>
                </c:pt>
                <c:pt idx="2025">
                  <c:v>107.59294</c:v>
                </c:pt>
                <c:pt idx="2026">
                  <c:v>107.73502000000001</c:v>
                </c:pt>
                <c:pt idx="2027">
                  <c:v>107.78999</c:v>
                </c:pt>
                <c:pt idx="2028">
                  <c:v>107.7587</c:v>
                </c:pt>
                <c:pt idx="2029">
                  <c:v>107.67538999999999</c:v>
                </c:pt>
                <c:pt idx="2030">
                  <c:v>107.48238000000001</c:v>
                </c:pt>
                <c:pt idx="2031">
                  <c:v>107.28809</c:v>
                </c:pt>
                <c:pt idx="2032">
                  <c:v>107.11532</c:v>
                </c:pt>
                <c:pt idx="2033">
                  <c:v>106.874</c:v>
                </c:pt>
                <c:pt idx="2034">
                  <c:v>106.60629</c:v>
                </c:pt>
                <c:pt idx="2035">
                  <c:v>106.32803</c:v>
                </c:pt>
                <c:pt idx="2036">
                  <c:v>106.12142</c:v>
                </c:pt>
                <c:pt idx="2037">
                  <c:v>106.02164</c:v>
                </c:pt>
                <c:pt idx="2038">
                  <c:v>105.98303</c:v>
                </c:pt>
                <c:pt idx="2039">
                  <c:v>105.92901000000001</c:v>
                </c:pt>
                <c:pt idx="2040">
                  <c:v>105.86029000000001</c:v>
                </c:pt>
                <c:pt idx="2041">
                  <c:v>105.85378</c:v>
                </c:pt>
                <c:pt idx="2042">
                  <c:v>105.83848999999999</c:v>
                </c:pt>
                <c:pt idx="2043">
                  <c:v>105.77124000000001</c:v>
                </c:pt>
                <c:pt idx="2044">
                  <c:v>105.66977</c:v>
                </c:pt>
                <c:pt idx="2045">
                  <c:v>105.64476999999999</c:v>
                </c:pt>
                <c:pt idx="2046">
                  <c:v>105.72709999999999</c:v>
                </c:pt>
                <c:pt idx="2047">
                  <c:v>105.86483</c:v>
                </c:pt>
                <c:pt idx="2048">
                  <c:v>105.89039</c:v>
                </c:pt>
                <c:pt idx="2049">
                  <c:v>105.83054</c:v>
                </c:pt>
                <c:pt idx="2050">
                  <c:v>105.7334</c:v>
                </c:pt>
                <c:pt idx="2051">
                  <c:v>105.64794000000001</c:v>
                </c:pt>
                <c:pt idx="2052">
                  <c:v>105.59659000000001</c:v>
                </c:pt>
                <c:pt idx="2053">
                  <c:v>105.55153</c:v>
                </c:pt>
                <c:pt idx="2054">
                  <c:v>105.50608</c:v>
                </c:pt>
                <c:pt idx="2055">
                  <c:v>105.45576</c:v>
                </c:pt>
                <c:pt idx="2056">
                  <c:v>105.41718</c:v>
                </c:pt>
                <c:pt idx="2057">
                  <c:v>105.33971</c:v>
                </c:pt>
                <c:pt idx="2058">
                  <c:v>105.17677</c:v>
                </c:pt>
                <c:pt idx="2059">
                  <c:v>104.97501</c:v>
                </c:pt>
                <c:pt idx="2060">
                  <c:v>104.80367</c:v>
                </c:pt>
                <c:pt idx="2061">
                  <c:v>104.61282</c:v>
                </c:pt>
                <c:pt idx="2062">
                  <c:v>104.47798</c:v>
                </c:pt>
                <c:pt idx="2063">
                  <c:v>104.40663000000001</c:v>
                </c:pt>
                <c:pt idx="2064">
                  <c:v>104.36117</c:v>
                </c:pt>
                <c:pt idx="2065">
                  <c:v>104.32037</c:v>
                </c:pt>
                <c:pt idx="2066">
                  <c:v>104.28572</c:v>
                </c:pt>
                <c:pt idx="2067">
                  <c:v>104.22154999999999</c:v>
                </c:pt>
                <c:pt idx="2068">
                  <c:v>104.13667</c:v>
                </c:pt>
                <c:pt idx="2069">
                  <c:v>104.08498</c:v>
                </c:pt>
                <c:pt idx="2070">
                  <c:v>104.06171999999999</c:v>
                </c:pt>
                <c:pt idx="2071">
                  <c:v>104.05025000000001</c:v>
                </c:pt>
                <c:pt idx="2072">
                  <c:v>104.02817</c:v>
                </c:pt>
                <c:pt idx="2073">
                  <c:v>104.07669</c:v>
                </c:pt>
                <c:pt idx="2074">
                  <c:v>104.11912</c:v>
                </c:pt>
                <c:pt idx="2075">
                  <c:v>104.15609000000001</c:v>
                </c:pt>
                <c:pt idx="2076">
                  <c:v>104.22696000000001</c:v>
                </c:pt>
                <c:pt idx="2077">
                  <c:v>104.28475</c:v>
                </c:pt>
                <c:pt idx="2078">
                  <c:v>104.38778000000001</c:v>
                </c:pt>
                <c:pt idx="2079">
                  <c:v>104.47578</c:v>
                </c:pt>
                <c:pt idx="2080">
                  <c:v>104.45719</c:v>
                </c:pt>
                <c:pt idx="2081">
                  <c:v>104.30034999999999</c:v>
                </c:pt>
                <c:pt idx="2082">
                  <c:v>104.03157</c:v>
                </c:pt>
                <c:pt idx="2083">
                  <c:v>103.80562</c:v>
                </c:pt>
                <c:pt idx="2084">
                  <c:v>103.75569</c:v>
                </c:pt>
                <c:pt idx="2085">
                  <c:v>103.79065</c:v>
                </c:pt>
                <c:pt idx="2086">
                  <c:v>103.84507000000001</c:v>
                </c:pt>
                <c:pt idx="2087">
                  <c:v>103.94788</c:v>
                </c:pt>
                <c:pt idx="2088">
                  <c:v>104.05971</c:v>
                </c:pt>
                <c:pt idx="2089">
                  <c:v>104.13094</c:v>
                </c:pt>
                <c:pt idx="2090">
                  <c:v>104.15176</c:v>
                </c:pt>
                <c:pt idx="2091">
                  <c:v>104.10975999999999</c:v>
                </c:pt>
                <c:pt idx="2092">
                  <c:v>104.03016</c:v>
                </c:pt>
                <c:pt idx="2093">
                  <c:v>104.03587</c:v>
                </c:pt>
                <c:pt idx="2094">
                  <c:v>104.13151999999999</c:v>
                </c:pt>
                <c:pt idx="2095">
                  <c:v>104.24572000000001</c:v>
                </c:pt>
                <c:pt idx="2096">
                  <c:v>104.27763</c:v>
                </c:pt>
                <c:pt idx="2097">
                  <c:v>104.18822</c:v>
                </c:pt>
                <c:pt idx="2098">
                  <c:v>104.09302</c:v>
                </c:pt>
                <c:pt idx="2099">
                  <c:v>104.05782000000001</c:v>
                </c:pt>
                <c:pt idx="2100">
                  <c:v>104.03658</c:v>
                </c:pt>
                <c:pt idx="2101">
                  <c:v>103.97637</c:v>
                </c:pt>
                <c:pt idx="2102">
                  <c:v>103.95298</c:v>
                </c:pt>
                <c:pt idx="2103">
                  <c:v>104.02309</c:v>
                </c:pt>
                <c:pt idx="2104">
                  <c:v>104.16502</c:v>
                </c:pt>
                <c:pt idx="2105">
                  <c:v>104.30062</c:v>
                </c:pt>
                <c:pt idx="2106">
                  <c:v>104.39243</c:v>
                </c:pt>
                <c:pt idx="2107">
                  <c:v>104.422</c:v>
                </c:pt>
                <c:pt idx="2108">
                  <c:v>104.41856</c:v>
                </c:pt>
                <c:pt idx="2109">
                  <c:v>104.46268000000001</c:v>
                </c:pt>
                <c:pt idx="2110">
                  <c:v>104.53957</c:v>
                </c:pt>
                <c:pt idx="2111">
                  <c:v>104.55458</c:v>
                </c:pt>
                <c:pt idx="2112">
                  <c:v>104.495</c:v>
                </c:pt>
                <c:pt idx="2113">
                  <c:v>104.44289000000001</c:v>
                </c:pt>
                <c:pt idx="2114">
                  <c:v>104.41151000000001</c:v>
                </c:pt>
                <c:pt idx="2115">
                  <c:v>104.3895</c:v>
                </c:pt>
                <c:pt idx="2116">
                  <c:v>104.37725</c:v>
                </c:pt>
                <c:pt idx="2117">
                  <c:v>104.41752</c:v>
                </c:pt>
                <c:pt idx="2118">
                  <c:v>104.42023</c:v>
                </c:pt>
                <c:pt idx="2119">
                  <c:v>104.45962</c:v>
                </c:pt>
                <c:pt idx="2120">
                  <c:v>104.62178</c:v>
                </c:pt>
                <c:pt idx="2121">
                  <c:v>104.73523</c:v>
                </c:pt>
                <c:pt idx="2122">
                  <c:v>104.74988999999999</c:v>
                </c:pt>
                <c:pt idx="2123">
                  <c:v>104.77291</c:v>
                </c:pt>
                <c:pt idx="2124">
                  <c:v>104.76604</c:v>
                </c:pt>
                <c:pt idx="2125">
                  <c:v>104.70045</c:v>
                </c:pt>
                <c:pt idx="2126">
                  <c:v>104.5934</c:v>
                </c:pt>
                <c:pt idx="2127">
                  <c:v>104.51147</c:v>
                </c:pt>
                <c:pt idx="2128">
                  <c:v>104.51105</c:v>
                </c:pt>
                <c:pt idx="2129">
                  <c:v>104.65863</c:v>
                </c:pt>
                <c:pt idx="2130">
                  <c:v>104.89888000000001</c:v>
                </c:pt>
                <c:pt idx="2131">
                  <c:v>105.16573</c:v>
                </c:pt>
                <c:pt idx="2132">
                  <c:v>105.37687</c:v>
                </c:pt>
                <c:pt idx="2133">
                  <c:v>105.46604000000001</c:v>
                </c:pt>
                <c:pt idx="2134">
                  <c:v>105.46693</c:v>
                </c:pt>
                <c:pt idx="2135">
                  <c:v>105.50511</c:v>
                </c:pt>
                <c:pt idx="2136">
                  <c:v>105.64596</c:v>
                </c:pt>
                <c:pt idx="2137">
                  <c:v>105.83211</c:v>
                </c:pt>
                <c:pt idx="2138">
                  <c:v>106.02724000000001</c:v>
                </c:pt>
                <c:pt idx="2139">
                  <c:v>106.15517</c:v>
                </c:pt>
                <c:pt idx="2140">
                  <c:v>106.22114999999999</c:v>
                </c:pt>
                <c:pt idx="2141">
                  <c:v>106.26315</c:v>
                </c:pt>
                <c:pt idx="2142">
                  <c:v>106.34678</c:v>
                </c:pt>
                <c:pt idx="2143">
                  <c:v>106.42265</c:v>
                </c:pt>
                <c:pt idx="2144">
                  <c:v>106.39879999999999</c:v>
                </c:pt>
                <c:pt idx="2145">
                  <c:v>106.34967</c:v>
                </c:pt>
                <c:pt idx="2146">
                  <c:v>106.33286</c:v>
                </c:pt>
                <c:pt idx="2147">
                  <c:v>106.29664</c:v>
                </c:pt>
                <c:pt idx="2148">
                  <c:v>106.23092</c:v>
                </c:pt>
                <c:pt idx="2149">
                  <c:v>106.16244</c:v>
                </c:pt>
                <c:pt idx="2150">
                  <c:v>106.13142999999999</c:v>
                </c:pt>
                <c:pt idx="2151">
                  <c:v>106.11158</c:v>
                </c:pt>
                <c:pt idx="2152">
                  <c:v>106.15092</c:v>
                </c:pt>
                <c:pt idx="2153">
                  <c:v>106.20027</c:v>
                </c:pt>
                <c:pt idx="2154">
                  <c:v>106.20233</c:v>
                </c:pt>
                <c:pt idx="2155">
                  <c:v>106.16034000000001</c:v>
                </c:pt>
                <c:pt idx="2156">
                  <c:v>106.12988</c:v>
                </c:pt>
                <c:pt idx="2157">
                  <c:v>106.09455</c:v>
                </c:pt>
                <c:pt idx="2158">
                  <c:v>106.01082</c:v>
                </c:pt>
                <c:pt idx="2159">
                  <c:v>105.90573999999999</c:v>
                </c:pt>
                <c:pt idx="2160">
                  <c:v>105.83150000000001</c:v>
                </c:pt>
                <c:pt idx="2161">
                  <c:v>105.83334000000001</c:v>
                </c:pt>
                <c:pt idx="2162">
                  <c:v>105.94383000000001</c:v>
                </c:pt>
                <c:pt idx="2163">
                  <c:v>106.19952000000001</c:v>
                </c:pt>
                <c:pt idx="2164">
                  <c:v>106.46272</c:v>
                </c:pt>
                <c:pt idx="2165">
                  <c:v>106.7011</c:v>
                </c:pt>
                <c:pt idx="2166">
                  <c:v>106.94811</c:v>
                </c:pt>
                <c:pt idx="2167">
                  <c:v>107.1416</c:v>
                </c:pt>
                <c:pt idx="2168">
                  <c:v>107.26040999999999</c:v>
                </c:pt>
                <c:pt idx="2169">
                  <c:v>107.31535</c:v>
                </c:pt>
                <c:pt idx="2170">
                  <c:v>107.35281999999999</c:v>
                </c:pt>
                <c:pt idx="2171">
                  <c:v>107.39124</c:v>
                </c:pt>
                <c:pt idx="2172">
                  <c:v>107.39614</c:v>
                </c:pt>
                <c:pt idx="2173">
                  <c:v>107.41539</c:v>
                </c:pt>
                <c:pt idx="2174">
                  <c:v>107.49395</c:v>
                </c:pt>
                <c:pt idx="2175">
                  <c:v>107.58444</c:v>
                </c:pt>
                <c:pt idx="2176">
                  <c:v>107.72696999999999</c:v>
                </c:pt>
                <c:pt idx="2177">
                  <c:v>107.96098000000001</c:v>
                </c:pt>
                <c:pt idx="2178">
                  <c:v>108.21992</c:v>
                </c:pt>
                <c:pt idx="2179">
                  <c:v>108.5005</c:v>
                </c:pt>
                <c:pt idx="2180">
                  <c:v>108.82351</c:v>
                </c:pt>
                <c:pt idx="2181">
                  <c:v>109.21006</c:v>
                </c:pt>
                <c:pt idx="2182">
                  <c:v>109.64068</c:v>
                </c:pt>
                <c:pt idx="2183">
                  <c:v>110.01985000000001</c:v>
                </c:pt>
                <c:pt idx="2184">
                  <c:v>110.32111</c:v>
                </c:pt>
                <c:pt idx="2185">
                  <c:v>110.55437000000001</c:v>
                </c:pt>
                <c:pt idx="2186">
                  <c:v>110.73842</c:v>
                </c:pt>
                <c:pt idx="2187">
                  <c:v>110.89878</c:v>
                </c:pt>
                <c:pt idx="2188">
                  <c:v>110.991</c:v>
                </c:pt>
                <c:pt idx="2189">
                  <c:v>111.07875</c:v>
                </c:pt>
                <c:pt idx="2190">
                  <c:v>111.15655</c:v>
                </c:pt>
                <c:pt idx="2191">
                  <c:v>111.23262</c:v>
                </c:pt>
                <c:pt idx="2192">
                  <c:v>111.31079</c:v>
                </c:pt>
                <c:pt idx="2193">
                  <c:v>111.40904</c:v>
                </c:pt>
                <c:pt idx="2194">
                  <c:v>111.56522</c:v>
                </c:pt>
                <c:pt idx="2195">
                  <c:v>111.78745000000001</c:v>
                </c:pt>
                <c:pt idx="2196">
                  <c:v>112.07617999999999</c:v>
                </c:pt>
                <c:pt idx="2197">
                  <c:v>112.2193</c:v>
                </c:pt>
                <c:pt idx="2198">
                  <c:v>112.1135</c:v>
                </c:pt>
                <c:pt idx="2199">
                  <c:v>111.90555999999999</c:v>
                </c:pt>
                <c:pt idx="2200">
                  <c:v>111.71505999999999</c:v>
                </c:pt>
                <c:pt idx="2201">
                  <c:v>111.58777000000001</c:v>
                </c:pt>
                <c:pt idx="2202">
                  <c:v>111.4984</c:v>
                </c:pt>
                <c:pt idx="2203">
                  <c:v>111.42419</c:v>
                </c:pt>
                <c:pt idx="2204">
                  <c:v>111.42667</c:v>
                </c:pt>
                <c:pt idx="2205">
                  <c:v>111.4447</c:v>
                </c:pt>
                <c:pt idx="2206">
                  <c:v>111.4509</c:v>
                </c:pt>
                <c:pt idx="2207">
                  <c:v>111.59146</c:v>
                </c:pt>
                <c:pt idx="2208">
                  <c:v>111.83052000000001</c:v>
                </c:pt>
                <c:pt idx="2209">
                  <c:v>112.00237</c:v>
                </c:pt>
                <c:pt idx="2210">
                  <c:v>112.12899</c:v>
                </c:pt>
                <c:pt idx="2211">
                  <c:v>112.18987</c:v>
                </c:pt>
                <c:pt idx="2212">
                  <c:v>112.24618</c:v>
                </c:pt>
                <c:pt idx="2213">
                  <c:v>112.27751000000001</c:v>
                </c:pt>
                <c:pt idx="2214">
                  <c:v>112.21091</c:v>
                </c:pt>
                <c:pt idx="2215">
                  <c:v>112.24675000000001</c:v>
                </c:pt>
                <c:pt idx="2216">
                  <c:v>112.38127</c:v>
                </c:pt>
                <c:pt idx="2217">
                  <c:v>112.43266</c:v>
                </c:pt>
                <c:pt idx="2218">
                  <c:v>112.44672</c:v>
                </c:pt>
                <c:pt idx="2219">
                  <c:v>112.45456</c:v>
                </c:pt>
                <c:pt idx="2220">
                  <c:v>112.47726</c:v>
                </c:pt>
                <c:pt idx="2221">
                  <c:v>112.50893000000001</c:v>
                </c:pt>
                <c:pt idx="2222">
                  <c:v>112.59983</c:v>
                </c:pt>
                <c:pt idx="2223">
                  <c:v>112.72799999999999</c:v>
                </c:pt>
                <c:pt idx="2224">
                  <c:v>112.86678999999999</c:v>
                </c:pt>
                <c:pt idx="2225">
                  <c:v>113.02412</c:v>
                </c:pt>
                <c:pt idx="2226">
                  <c:v>113.21083</c:v>
                </c:pt>
                <c:pt idx="2227">
                  <c:v>113.39648</c:v>
                </c:pt>
                <c:pt idx="2228">
                  <c:v>113.54094000000001</c:v>
                </c:pt>
                <c:pt idx="2229">
                  <c:v>113.61908</c:v>
                </c:pt>
                <c:pt idx="2230">
                  <c:v>113.69344</c:v>
                </c:pt>
                <c:pt idx="2231">
                  <c:v>113.69224</c:v>
                </c:pt>
                <c:pt idx="2232">
                  <c:v>113.70621</c:v>
                </c:pt>
                <c:pt idx="2233">
                  <c:v>113.75561</c:v>
                </c:pt>
                <c:pt idx="2234">
                  <c:v>113.76291999999999</c:v>
                </c:pt>
                <c:pt idx="2235">
                  <c:v>113.77001</c:v>
                </c:pt>
                <c:pt idx="2236">
                  <c:v>113.76907</c:v>
                </c:pt>
                <c:pt idx="2237">
                  <c:v>113.76848</c:v>
                </c:pt>
                <c:pt idx="2238">
                  <c:v>113.73917</c:v>
                </c:pt>
                <c:pt idx="2239">
                  <c:v>113.69826999999999</c:v>
                </c:pt>
                <c:pt idx="2240">
                  <c:v>113.65195</c:v>
                </c:pt>
                <c:pt idx="2241">
                  <c:v>113.57552</c:v>
                </c:pt>
                <c:pt idx="2242">
                  <c:v>113.53748</c:v>
                </c:pt>
                <c:pt idx="2243">
                  <c:v>113.49673</c:v>
                </c:pt>
                <c:pt idx="2244">
                  <c:v>113.43879</c:v>
                </c:pt>
                <c:pt idx="2245">
                  <c:v>113.3588</c:v>
                </c:pt>
                <c:pt idx="2246">
                  <c:v>113.29443000000001</c:v>
                </c:pt>
                <c:pt idx="2247">
                  <c:v>113.24155</c:v>
                </c:pt>
                <c:pt idx="2248">
                  <c:v>113.19002999999999</c:v>
                </c:pt>
                <c:pt idx="2249">
                  <c:v>113.18326999999999</c:v>
                </c:pt>
                <c:pt idx="2250">
                  <c:v>113.18774000000001</c:v>
                </c:pt>
                <c:pt idx="2251">
                  <c:v>113.14491</c:v>
                </c:pt>
                <c:pt idx="2252">
                  <c:v>113.12376999999999</c:v>
                </c:pt>
                <c:pt idx="2253">
                  <c:v>113.17498999999999</c:v>
                </c:pt>
                <c:pt idx="2254">
                  <c:v>113.27907999999999</c:v>
                </c:pt>
                <c:pt idx="2255">
                  <c:v>113.37492</c:v>
                </c:pt>
                <c:pt idx="2256">
                  <c:v>113.48350000000001</c:v>
                </c:pt>
                <c:pt idx="2257">
                  <c:v>113.60172</c:v>
                </c:pt>
                <c:pt idx="2258">
                  <c:v>113.71037</c:v>
                </c:pt>
                <c:pt idx="2259">
                  <c:v>113.79353</c:v>
                </c:pt>
                <c:pt idx="2260">
                  <c:v>113.86618</c:v>
                </c:pt>
                <c:pt idx="2261">
                  <c:v>113.94122</c:v>
                </c:pt>
                <c:pt idx="2262">
                  <c:v>113.97718999999999</c:v>
                </c:pt>
                <c:pt idx="2263">
                  <c:v>114.00653</c:v>
                </c:pt>
                <c:pt idx="2264">
                  <c:v>114.06086000000001</c:v>
                </c:pt>
                <c:pt idx="2265">
                  <c:v>114.15766000000001</c:v>
                </c:pt>
                <c:pt idx="2266">
                  <c:v>114.26889</c:v>
                </c:pt>
                <c:pt idx="2267">
                  <c:v>114.34705</c:v>
                </c:pt>
                <c:pt idx="2268">
                  <c:v>114.42361</c:v>
                </c:pt>
                <c:pt idx="2269">
                  <c:v>114.56413000000001</c:v>
                </c:pt>
                <c:pt idx="2270">
                  <c:v>114.72242</c:v>
                </c:pt>
                <c:pt idx="2271">
                  <c:v>114.83812</c:v>
                </c:pt>
                <c:pt idx="2272">
                  <c:v>114.88051</c:v>
                </c:pt>
                <c:pt idx="2273">
                  <c:v>114.91692</c:v>
                </c:pt>
                <c:pt idx="2274">
                  <c:v>115.00729</c:v>
                </c:pt>
                <c:pt idx="2275">
                  <c:v>115.06717</c:v>
                </c:pt>
                <c:pt idx="2276">
                  <c:v>115.07178</c:v>
                </c:pt>
                <c:pt idx="2277">
                  <c:v>115.02491999999999</c:v>
                </c:pt>
                <c:pt idx="2278">
                  <c:v>114.93998999999999</c:v>
                </c:pt>
                <c:pt idx="2279">
                  <c:v>114.77467</c:v>
                </c:pt>
                <c:pt idx="2280">
                  <c:v>114.5611</c:v>
                </c:pt>
                <c:pt idx="2281">
                  <c:v>114.37868</c:v>
                </c:pt>
                <c:pt idx="2282">
                  <c:v>114.25715</c:v>
                </c:pt>
                <c:pt idx="2283">
                  <c:v>114.26434</c:v>
                </c:pt>
                <c:pt idx="2284">
                  <c:v>114.43474999999999</c:v>
                </c:pt>
                <c:pt idx="2285">
                  <c:v>114.66374999999999</c:v>
                </c:pt>
                <c:pt idx="2286">
                  <c:v>114.90517</c:v>
                </c:pt>
                <c:pt idx="2287">
                  <c:v>115.19292</c:v>
                </c:pt>
                <c:pt idx="2288">
                  <c:v>115.52342</c:v>
                </c:pt>
                <c:pt idx="2289">
                  <c:v>115.85247</c:v>
                </c:pt>
                <c:pt idx="2290">
                  <c:v>116.12625</c:v>
                </c:pt>
                <c:pt idx="2291">
                  <c:v>116.35533</c:v>
                </c:pt>
                <c:pt idx="2292">
                  <c:v>116.53828</c:v>
                </c:pt>
                <c:pt idx="2293">
                  <c:v>116.64668</c:v>
                </c:pt>
                <c:pt idx="2294">
                  <c:v>116.75294</c:v>
                </c:pt>
                <c:pt idx="2295">
                  <c:v>116.93365</c:v>
                </c:pt>
                <c:pt idx="2296">
                  <c:v>117.14782</c:v>
                </c:pt>
                <c:pt idx="2297">
                  <c:v>117.39078000000001</c:v>
                </c:pt>
                <c:pt idx="2298">
                  <c:v>117.6332</c:v>
                </c:pt>
                <c:pt idx="2299">
                  <c:v>117.02982</c:v>
                </c:pt>
                <c:pt idx="2300">
                  <c:v>116.72807</c:v>
                </c:pt>
                <c:pt idx="2301">
                  <c:v>116.58427</c:v>
                </c:pt>
                <c:pt idx="2302">
                  <c:v>116.55058</c:v>
                </c:pt>
                <c:pt idx="2303">
                  <c:v>116.55379000000001</c:v>
                </c:pt>
                <c:pt idx="2304">
                  <c:v>116.50957</c:v>
                </c:pt>
                <c:pt idx="2305">
                  <c:v>116.38196000000001</c:v>
                </c:pt>
                <c:pt idx="2306">
                  <c:v>116.25054</c:v>
                </c:pt>
                <c:pt idx="2307">
                  <c:v>116.14748</c:v>
                </c:pt>
                <c:pt idx="2308">
                  <c:v>116.08671</c:v>
                </c:pt>
                <c:pt idx="2309">
                  <c:v>116.03992</c:v>
                </c:pt>
                <c:pt idx="2310">
                  <c:v>115.97077</c:v>
                </c:pt>
                <c:pt idx="2311">
                  <c:v>115.92787</c:v>
                </c:pt>
                <c:pt idx="2312">
                  <c:v>115.97575999999999</c:v>
                </c:pt>
                <c:pt idx="2313">
                  <c:v>116.10538</c:v>
                </c:pt>
                <c:pt idx="2314">
                  <c:v>116.21227</c:v>
                </c:pt>
                <c:pt idx="2315">
                  <c:v>116.29149</c:v>
                </c:pt>
                <c:pt idx="2316">
                  <c:v>116.39412</c:v>
                </c:pt>
                <c:pt idx="2317">
                  <c:v>116.51354000000001</c:v>
                </c:pt>
                <c:pt idx="2318">
                  <c:v>116.61086</c:v>
                </c:pt>
                <c:pt idx="2319">
                  <c:v>116.67632999999999</c:v>
                </c:pt>
                <c:pt idx="2320">
                  <c:v>116.7319</c:v>
                </c:pt>
                <c:pt idx="2321">
                  <c:v>116.73296000000001</c:v>
                </c:pt>
                <c:pt idx="2322">
                  <c:v>116.6955</c:v>
                </c:pt>
                <c:pt idx="2323">
                  <c:v>116.71337</c:v>
                </c:pt>
                <c:pt idx="2324">
                  <c:v>116.81242</c:v>
                </c:pt>
                <c:pt idx="2325">
                  <c:v>116.97364</c:v>
                </c:pt>
                <c:pt idx="2326">
                  <c:v>117.1319</c:v>
                </c:pt>
                <c:pt idx="2327">
                  <c:v>117.24778000000001</c:v>
                </c:pt>
                <c:pt idx="2328">
                  <c:v>117.35493</c:v>
                </c:pt>
                <c:pt idx="2329">
                  <c:v>117.48184000000001</c:v>
                </c:pt>
                <c:pt idx="2330">
                  <c:v>117.62161999999999</c:v>
                </c:pt>
                <c:pt idx="2331">
                  <c:v>117.73967</c:v>
                </c:pt>
                <c:pt idx="2332">
                  <c:v>117.86096999999999</c:v>
                </c:pt>
                <c:pt idx="2333">
                  <c:v>117.99518999999999</c:v>
                </c:pt>
                <c:pt idx="2334">
                  <c:v>118.13078</c:v>
                </c:pt>
                <c:pt idx="2335">
                  <c:v>118.23181</c:v>
                </c:pt>
                <c:pt idx="2336">
                  <c:v>118.28712</c:v>
                </c:pt>
                <c:pt idx="2337">
                  <c:v>118.30746000000001</c:v>
                </c:pt>
                <c:pt idx="2338">
                  <c:v>118.29900000000001</c:v>
                </c:pt>
                <c:pt idx="2339">
                  <c:v>118.27983999999999</c:v>
                </c:pt>
                <c:pt idx="2340">
                  <c:v>118.23423</c:v>
                </c:pt>
                <c:pt idx="2341">
                  <c:v>118.16844</c:v>
                </c:pt>
                <c:pt idx="2342">
                  <c:v>118.09599</c:v>
                </c:pt>
                <c:pt idx="2343">
                  <c:v>118.09492</c:v>
                </c:pt>
                <c:pt idx="2344">
                  <c:v>118.15894</c:v>
                </c:pt>
                <c:pt idx="2345">
                  <c:v>118.2589</c:v>
                </c:pt>
                <c:pt idx="2346">
                  <c:v>118.33557</c:v>
                </c:pt>
                <c:pt idx="2347">
                  <c:v>118.33001</c:v>
                </c:pt>
                <c:pt idx="2348">
                  <c:v>118.30486999999999</c:v>
                </c:pt>
                <c:pt idx="2349">
                  <c:v>118.28319</c:v>
                </c:pt>
                <c:pt idx="2350">
                  <c:v>118.21719</c:v>
                </c:pt>
                <c:pt idx="2351">
                  <c:v>118.13641</c:v>
                </c:pt>
                <c:pt idx="2352">
                  <c:v>118.06067</c:v>
                </c:pt>
                <c:pt idx="2353">
                  <c:v>117.98587000000001</c:v>
                </c:pt>
                <c:pt idx="2354">
                  <c:v>117.88682</c:v>
                </c:pt>
                <c:pt idx="2355">
                  <c:v>117.73036999999999</c:v>
                </c:pt>
                <c:pt idx="2356">
                  <c:v>117.55282</c:v>
                </c:pt>
                <c:pt idx="2357">
                  <c:v>117.37195</c:v>
                </c:pt>
                <c:pt idx="2358">
                  <c:v>117.2456</c:v>
                </c:pt>
                <c:pt idx="2359">
                  <c:v>117.18648</c:v>
                </c:pt>
                <c:pt idx="2360">
                  <c:v>117.20446</c:v>
                </c:pt>
                <c:pt idx="2361">
                  <c:v>117.28303</c:v>
                </c:pt>
                <c:pt idx="2362">
                  <c:v>117.39779</c:v>
                </c:pt>
                <c:pt idx="2363">
                  <c:v>117.51871</c:v>
                </c:pt>
                <c:pt idx="2364">
                  <c:v>117.62109</c:v>
                </c:pt>
                <c:pt idx="2365">
                  <c:v>117.70816000000001</c:v>
                </c:pt>
                <c:pt idx="2366">
                  <c:v>117.75436000000001</c:v>
                </c:pt>
                <c:pt idx="2367">
                  <c:v>117.72508000000001</c:v>
                </c:pt>
                <c:pt idx="2368">
                  <c:v>117.63927</c:v>
                </c:pt>
                <c:pt idx="2369">
                  <c:v>117.52028</c:v>
                </c:pt>
                <c:pt idx="2370">
                  <c:v>117.35065</c:v>
                </c:pt>
                <c:pt idx="2371">
                  <c:v>117.17607</c:v>
                </c:pt>
                <c:pt idx="2372">
                  <c:v>116.97289000000001</c:v>
                </c:pt>
                <c:pt idx="2373">
                  <c:v>116.70334</c:v>
                </c:pt>
                <c:pt idx="2374">
                  <c:v>116.39566000000001</c:v>
                </c:pt>
                <c:pt idx="2375">
                  <c:v>116.09684</c:v>
                </c:pt>
                <c:pt idx="2376">
                  <c:v>115.82816</c:v>
                </c:pt>
                <c:pt idx="2377">
                  <c:v>115.67646999999999</c:v>
                </c:pt>
                <c:pt idx="2378">
                  <c:v>115.67700000000001</c:v>
                </c:pt>
                <c:pt idx="2379">
                  <c:v>115.69931</c:v>
                </c:pt>
                <c:pt idx="2380">
                  <c:v>115.64962</c:v>
                </c:pt>
                <c:pt idx="2381">
                  <c:v>115.54121000000001</c:v>
                </c:pt>
                <c:pt idx="2382">
                  <c:v>111.55305</c:v>
                </c:pt>
                <c:pt idx="2383">
                  <c:v>112.83765</c:v>
                </c:pt>
                <c:pt idx="2384">
                  <c:v>113.12644</c:v>
                </c:pt>
                <c:pt idx="2385">
                  <c:v>113.36124</c:v>
                </c:pt>
                <c:pt idx="2386">
                  <c:v>113.57651</c:v>
                </c:pt>
                <c:pt idx="2387">
                  <c:v>113.78361</c:v>
                </c:pt>
                <c:pt idx="2388">
                  <c:v>113.98</c:v>
                </c:pt>
                <c:pt idx="2389">
                  <c:v>114.18266</c:v>
                </c:pt>
                <c:pt idx="2390">
                  <c:v>114.47237</c:v>
                </c:pt>
                <c:pt idx="2391">
                  <c:v>114.83618</c:v>
                </c:pt>
                <c:pt idx="2392">
                  <c:v>115.17818</c:v>
                </c:pt>
                <c:pt idx="2393">
                  <c:v>115.41428000000001</c:v>
                </c:pt>
                <c:pt idx="2394">
                  <c:v>115.5095</c:v>
                </c:pt>
                <c:pt idx="2395">
                  <c:v>115.45368999999999</c:v>
                </c:pt>
                <c:pt idx="2396">
                  <c:v>115.30466</c:v>
                </c:pt>
                <c:pt idx="2397">
                  <c:v>115.15300000000001</c:v>
                </c:pt>
                <c:pt idx="2398">
                  <c:v>115.03391000000001</c:v>
                </c:pt>
                <c:pt idx="2399">
                  <c:v>114.92726</c:v>
                </c:pt>
                <c:pt idx="2400">
                  <c:v>114.82411</c:v>
                </c:pt>
                <c:pt idx="2401">
                  <c:v>114.73414</c:v>
                </c:pt>
                <c:pt idx="2402">
                  <c:v>114.65764</c:v>
                </c:pt>
                <c:pt idx="2403">
                  <c:v>114.62336000000001</c:v>
                </c:pt>
                <c:pt idx="2404">
                  <c:v>114.72577</c:v>
                </c:pt>
                <c:pt idx="2405">
                  <c:v>114.92236</c:v>
                </c:pt>
                <c:pt idx="2406">
                  <c:v>115.12519</c:v>
                </c:pt>
                <c:pt idx="2407">
                  <c:v>115.39163000000001</c:v>
                </c:pt>
                <c:pt idx="2408">
                  <c:v>115.73465</c:v>
                </c:pt>
                <c:pt idx="2409">
                  <c:v>116.0886</c:v>
                </c:pt>
                <c:pt idx="2410">
                  <c:v>116.40298</c:v>
                </c:pt>
                <c:pt idx="2411">
                  <c:v>116.66918</c:v>
                </c:pt>
                <c:pt idx="2412">
                  <c:v>116.92371</c:v>
                </c:pt>
                <c:pt idx="2413">
                  <c:v>117.11268</c:v>
                </c:pt>
                <c:pt idx="2414">
                  <c:v>117.10184</c:v>
                </c:pt>
                <c:pt idx="2415">
                  <c:v>117.062</c:v>
                </c:pt>
                <c:pt idx="2416">
                  <c:v>117.10189</c:v>
                </c:pt>
                <c:pt idx="2417">
                  <c:v>116.78598</c:v>
                </c:pt>
                <c:pt idx="2418">
                  <c:v>116.11131</c:v>
                </c:pt>
                <c:pt idx="2419">
                  <c:v>115.69118</c:v>
                </c:pt>
                <c:pt idx="2420">
                  <c:v>115.51313</c:v>
                </c:pt>
                <c:pt idx="2421">
                  <c:v>115.52534</c:v>
                </c:pt>
                <c:pt idx="2422">
                  <c:v>115.68926</c:v>
                </c:pt>
                <c:pt idx="2423">
                  <c:v>115.92122999999999</c:v>
                </c:pt>
                <c:pt idx="2424">
                  <c:v>116.09725</c:v>
                </c:pt>
                <c:pt idx="2425">
                  <c:v>116.2385</c:v>
                </c:pt>
                <c:pt idx="2426">
                  <c:v>116.28619999999999</c:v>
                </c:pt>
                <c:pt idx="2427">
                  <c:v>116.29906</c:v>
                </c:pt>
                <c:pt idx="2428">
                  <c:v>116.32634</c:v>
                </c:pt>
                <c:pt idx="2429">
                  <c:v>116.33557999999999</c:v>
                </c:pt>
                <c:pt idx="2430">
                  <c:v>116.33411</c:v>
                </c:pt>
                <c:pt idx="2431">
                  <c:v>116.32492000000001</c:v>
                </c:pt>
                <c:pt idx="2432">
                  <c:v>116.25646</c:v>
                </c:pt>
                <c:pt idx="2433">
                  <c:v>116.13436</c:v>
                </c:pt>
                <c:pt idx="2434">
                  <c:v>116.0294</c:v>
                </c:pt>
                <c:pt idx="2435">
                  <c:v>115.95831</c:v>
                </c:pt>
                <c:pt idx="2436">
                  <c:v>115.84944</c:v>
                </c:pt>
                <c:pt idx="2437">
                  <c:v>115.70412</c:v>
                </c:pt>
                <c:pt idx="2438">
                  <c:v>115.52482000000001</c:v>
                </c:pt>
                <c:pt idx="2439">
                  <c:v>115.30601</c:v>
                </c:pt>
                <c:pt idx="2440">
                  <c:v>115.07567</c:v>
                </c:pt>
                <c:pt idx="2441">
                  <c:v>114.82841000000001</c:v>
                </c:pt>
                <c:pt idx="2442">
                  <c:v>114.60129000000001</c:v>
                </c:pt>
                <c:pt idx="2443">
                  <c:v>114.48521</c:v>
                </c:pt>
                <c:pt idx="2444">
                  <c:v>114.52032</c:v>
                </c:pt>
                <c:pt idx="2445">
                  <c:v>114.60831</c:v>
                </c:pt>
                <c:pt idx="2446">
                  <c:v>114.69938999999999</c:v>
                </c:pt>
                <c:pt idx="2447">
                  <c:v>114.70274000000001</c:v>
                </c:pt>
                <c:pt idx="2448">
                  <c:v>114.67592</c:v>
                </c:pt>
                <c:pt idx="2449">
                  <c:v>114.71624</c:v>
                </c:pt>
                <c:pt idx="2450">
                  <c:v>114.80618</c:v>
                </c:pt>
                <c:pt idx="2451">
                  <c:v>114.90755</c:v>
                </c:pt>
                <c:pt idx="2452">
                  <c:v>115.02846</c:v>
                </c:pt>
                <c:pt idx="2453">
                  <c:v>115.16476</c:v>
                </c:pt>
                <c:pt idx="2454">
                  <c:v>115.25620000000001</c:v>
                </c:pt>
                <c:pt idx="2455">
                  <c:v>115.30542</c:v>
                </c:pt>
                <c:pt idx="2456">
                  <c:v>115.36530999999999</c:v>
                </c:pt>
                <c:pt idx="2457">
                  <c:v>115.37649999999999</c:v>
                </c:pt>
                <c:pt idx="2458">
                  <c:v>115.40145</c:v>
                </c:pt>
                <c:pt idx="2459">
                  <c:v>115.42212000000001</c:v>
                </c:pt>
                <c:pt idx="2460">
                  <c:v>115.42085</c:v>
                </c:pt>
                <c:pt idx="2461">
                  <c:v>115.38486</c:v>
                </c:pt>
                <c:pt idx="2462">
                  <c:v>115.31779</c:v>
                </c:pt>
                <c:pt idx="2463">
                  <c:v>115.26064</c:v>
                </c:pt>
                <c:pt idx="2464">
                  <c:v>115.2587</c:v>
                </c:pt>
                <c:pt idx="2465">
                  <c:v>115.36761</c:v>
                </c:pt>
                <c:pt idx="2466">
                  <c:v>115.51633</c:v>
                </c:pt>
                <c:pt idx="2467">
                  <c:v>115.67484</c:v>
                </c:pt>
                <c:pt idx="2468">
                  <c:v>115.75618</c:v>
                </c:pt>
                <c:pt idx="2469">
                  <c:v>115.71554</c:v>
                </c:pt>
                <c:pt idx="2470">
                  <c:v>115.61099</c:v>
                </c:pt>
                <c:pt idx="2471">
                  <c:v>115.48963000000001</c:v>
                </c:pt>
                <c:pt idx="2472">
                  <c:v>115.30641</c:v>
                </c:pt>
                <c:pt idx="2473">
                  <c:v>115.13039000000001</c:v>
                </c:pt>
                <c:pt idx="2474">
                  <c:v>114.98703</c:v>
                </c:pt>
                <c:pt idx="2475">
                  <c:v>114.80213000000001</c:v>
                </c:pt>
                <c:pt idx="2476">
                  <c:v>114.57742</c:v>
                </c:pt>
                <c:pt idx="2477">
                  <c:v>114.37984</c:v>
                </c:pt>
                <c:pt idx="2478">
                  <c:v>114.26546999999999</c:v>
                </c:pt>
                <c:pt idx="2479">
                  <c:v>114.14867</c:v>
                </c:pt>
                <c:pt idx="2480">
                  <c:v>114.04397</c:v>
                </c:pt>
                <c:pt idx="2481">
                  <c:v>113.93934</c:v>
                </c:pt>
                <c:pt idx="2482">
                  <c:v>113.81610999999999</c:v>
                </c:pt>
                <c:pt idx="2483">
                  <c:v>113.74831</c:v>
                </c:pt>
                <c:pt idx="2484">
                  <c:v>113.68232</c:v>
                </c:pt>
                <c:pt idx="2485">
                  <c:v>113.63995</c:v>
                </c:pt>
                <c:pt idx="2486">
                  <c:v>113.65891000000001</c:v>
                </c:pt>
                <c:pt idx="2487">
                  <c:v>113.6407</c:v>
                </c:pt>
                <c:pt idx="2488">
                  <c:v>113.59068000000001</c:v>
                </c:pt>
                <c:pt idx="2489">
                  <c:v>113.48488</c:v>
                </c:pt>
                <c:pt idx="2490">
                  <c:v>113.31004</c:v>
                </c:pt>
                <c:pt idx="2491">
                  <c:v>113.1356</c:v>
                </c:pt>
                <c:pt idx="2492">
                  <c:v>113.00857999999999</c:v>
                </c:pt>
                <c:pt idx="2493">
                  <c:v>112.84076</c:v>
                </c:pt>
                <c:pt idx="2494">
                  <c:v>112.65145</c:v>
                </c:pt>
                <c:pt idx="2495">
                  <c:v>112.50879</c:v>
                </c:pt>
                <c:pt idx="2496">
                  <c:v>112.45256000000001</c:v>
                </c:pt>
                <c:pt idx="2497">
                  <c:v>112.38527000000001</c:v>
                </c:pt>
                <c:pt idx="2498">
                  <c:v>112.2907</c:v>
                </c:pt>
                <c:pt idx="2499">
                  <c:v>112.15689</c:v>
                </c:pt>
                <c:pt idx="2500">
                  <c:v>111.98602</c:v>
                </c:pt>
                <c:pt idx="2501">
                  <c:v>111.84805</c:v>
                </c:pt>
                <c:pt idx="2502">
                  <c:v>111.7756</c:v>
                </c:pt>
                <c:pt idx="2503">
                  <c:v>111.77522</c:v>
                </c:pt>
                <c:pt idx="2504">
                  <c:v>111.75667</c:v>
                </c:pt>
                <c:pt idx="2505">
                  <c:v>111.69044</c:v>
                </c:pt>
                <c:pt idx="2506">
                  <c:v>111.56316</c:v>
                </c:pt>
                <c:pt idx="2507">
                  <c:v>111.46125000000001</c:v>
                </c:pt>
                <c:pt idx="2508">
                  <c:v>111.39695</c:v>
                </c:pt>
                <c:pt idx="2509">
                  <c:v>111.31992</c:v>
                </c:pt>
                <c:pt idx="2510">
                  <c:v>111.24722</c:v>
                </c:pt>
                <c:pt idx="2511">
                  <c:v>111.19054</c:v>
                </c:pt>
                <c:pt idx="2512">
                  <c:v>111.13097</c:v>
                </c:pt>
                <c:pt idx="2513">
                  <c:v>111.03667</c:v>
                </c:pt>
                <c:pt idx="2514">
                  <c:v>110.90671</c:v>
                </c:pt>
                <c:pt idx="2515">
                  <c:v>110.77641</c:v>
                </c:pt>
                <c:pt idx="2516">
                  <c:v>110.64494000000001</c:v>
                </c:pt>
                <c:pt idx="2517">
                  <c:v>110.51575</c:v>
                </c:pt>
                <c:pt idx="2518">
                  <c:v>110.40506000000001</c:v>
                </c:pt>
                <c:pt idx="2519">
                  <c:v>110.32162</c:v>
                </c:pt>
                <c:pt idx="2520">
                  <c:v>110.23672999999999</c:v>
                </c:pt>
                <c:pt idx="2521">
                  <c:v>110.14407</c:v>
                </c:pt>
                <c:pt idx="2522">
                  <c:v>110.07632</c:v>
                </c:pt>
                <c:pt idx="2523">
                  <c:v>110.06896</c:v>
                </c:pt>
                <c:pt idx="2524">
                  <c:v>110.07111</c:v>
                </c:pt>
                <c:pt idx="2525">
                  <c:v>110.12975</c:v>
                </c:pt>
                <c:pt idx="2526">
                  <c:v>110.25566999999999</c:v>
                </c:pt>
                <c:pt idx="2527">
                  <c:v>110.36275000000001</c:v>
                </c:pt>
                <c:pt idx="2528">
                  <c:v>110.48133</c:v>
                </c:pt>
                <c:pt idx="2529">
                  <c:v>110.64323</c:v>
                </c:pt>
                <c:pt idx="2530">
                  <c:v>110.74159</c:v>
                </c:pt>
                <c:pt idx="2531">
                  <c:v>110.73656</c:v>
                </c:pt>
                <c:pt idx="2532">
                  <c:v>110.67753999999999</c:v>
                </c:pt>
                <c:pt idx="2533">
                  <c:v>110.70173</c:v>
                </c:pt>
                <c:pt idx="2534">
                  <c:v>110.94147</c:v>
                </c:pt>
                <c:pt idx="2535">
                  <c:v>111.13755</c:v>
                </c:pt>
                <c:pt idx="2536">
                  <c:v>111.26997</c:v>
                </c:pt>
                <c:pt idx="2537">
                  <c:v>111.3728</c:v>
                </c:pt>
                <c:pt idx="2538">
                  <c:v>111.40378</c:v>
                </c:pt>
                <c:pt idx="2539">
                  <c:v>111.40734999999999</c:v>
                </c:pt>
                <c:pt idx="2540">
                  <c:v>111.42543999999999</c:v>
                </c:pt>
                <c:pt idx="2541">
                  <c:v>111.45147</c:v>
                </c:pt>
                <c:pt idx="2542">
                  <c:v>111.47659</c:v>
                </c:pt>
                <c:pt idx="2543">
                  <c:v>111.49648000000001</c:v>
                </c:pt>
                <c:pt idx="2544">
                  <c:v>111.51803</c:v>
                </c:pt>
                <c:pt idx="2545">
                  <c:v>111.48778</c:v>
                </c:pt>
                <c:pt idx="2546">
                  <c:v>111.39682999999999</c:v>
                </c:pt>
                <c:pt idx="2547">
                  <c:v>111.43674</c:v>
                </c:pt>
                <c:pt idx="2548">
                  <c:v>111.54916</c:v>
                </c:pt>
                <c:pt idx="2549">
                  <c:v>111.62376</c:v>
                </c:pt>
                <c:pt idx="2550">
                  <c:v>111.66753</c:v>
                </c:pt>
                <c:pt idx="2551">
                  <c:v>111.70829000000001</c:v>
                </c:pt>
                <c:pt idx="2552">
                  <c:v>111.74335000000001</c:v>
                </c:pt>
                <c:pt idx="2553">
                  <c:v>111.77943999999999</c:v>
                </c:pt>
                <c:pt idx="2554">
                  <c:v>111.81916</c:v>
                </c:pt>
                <c:pt idx="2555">
                  <c:v>111.83781</c:v>
                </c:pt>
                <c:pt idx="2556">
                  <c:v>111.76006</c:v>
                </c:pt>
                <c:pt idx="2557">
                  <c:v>111.71735</c:v>
                </c:pt>
                <c:pt idx="2558">
                  <c:v>111.7672</c:v>
                </c:pt>
                <c:pt idx="2559">
                  <c:v>111.91536000000001</c:v>
                </c:pt>
                <c:pt idx="2560">
                  <c:v>111.94941</c:v>
                </c:pt>
                <c:pt idx="2561">
                  <c:v>111.79566</c:v>
                </c:pt>
                <c:pt idx="2562">
                  <c:v>111.65009000000001</c:v>
                </c:pt>
                <c:pt idx="2563">
                  <c:v>111.57392</c:v>
                </c:pt>
                <c:pt idx="2564">
                  <c:v>111.50660999999999</c:v>
                </c:pt>
                <c:pt idx="2565">
                  <c:v>111.4212</c:v>
                </c:pt>
                <c:pt idx="2566">
                  <c:v>111.37744000000001</c:v>
                </c:pt>
                <c:pt idx="2567">
                  <c:v>111.35241000000001</c:v>
                </c:pt>
                <c:pt idx="2568">
                  <c:v>111.32907</c:v>
                </c:pt>
                <c:pt idx="2569">
                  <c:v>111.36533</c:v>
                </c:pt>
                <c:pt idx="2570">
                  <c:v>111.51090000000001</c:v>
                </c:pt>
                <c:pt idx="2571">
                  <c:v>111.77266</c:v>
                </c:pt>
                <c:pt idx="2572">
                  <c:v>112.09499</c:v>
                </c:pt>
                <c:pt idx="2573">
                  <c:v>112.37119</c:v>
                </c:pt>
                <c:pt idx="2574">
                  <c:v>112.52405</c:v>
                </c:pt>
                <c:pt idx="2575">
                  <c:v>112.52401999999999</c:v>
                </c:pt>
                <c:pt idx="2576">
                  <c:v>112.40403000000001</c:v>
                </c:pt>
                <c:pt idx="2577">
                  <c:v>112.21409</c:v>
                </c:pt>
                <c:pt idx="2578">
                  <c:v>112.00488</c:v>
                </c:pt>
                <c:pt idx="2579">
                  <c:v>111.85641</c:v>
                </c:pt>
                <c:pt idx="2580">
                  <c:v>111.76393</c:v>
                </c:pt>
                <c:pt idx="2581">
                  <c:v>111.67986000000001</c:v>
                </c:pt>
                <c:pt idx="2582">
                  <c:v>111.63982</c:v>
                </c:pt>
                <c:pt idx="2583">
                  <c:v>111.54706</c:v>
                </c:pt>
                <c:pt idx="2584">
                  <c:v>111.38633</c:v>
                </c:pt>
                <c:pt idx="2585">
                  <c:v>111.18798</c:v>
                </c:pt>
                <c:pt idx="2586">
                  <c:v>110.93899999999999</c:v>
                </c:pt>
                <c:pt idx="2587">
                  <c:v>110.72815</c:v>
                </c:pt>
                <c:pt idx="2588">
                  <c:v>110.57713</c:v>
                </c:pt>
                <c:pt idx="2589">
                  <c:v>110.49014</c:v>
                </c:pt>
                <c:pt idx="2590">
                  <c:v>110.48738</c:v>
                </c:pt>
                <c:pt idx="2591">
                  <c:v>110.60625</c:v>
                </c:pt>
                <c:pt idx="2592">
                  <c:v>110.84413000000001</c:v>
                </c:pt>
                <c:pt idx="2593">
                  <c:v>110.97853000000001</c:v>
                </c:pt>
                <c:pt idx="2594">
                  <c:v>110.9391</c:v>
                </c:pt>
                <c:pt idx="2595">
                  <c:v>110.85417</c:v>
                </c:pt>
                <c:pt idx="2596">
                  <c:v>110.8083</c:v>
                </c:pt>
                <c:pt idx="2597">
                  <c:v>110.77427</c:v>
                </c:pt>
                <c:pt idx="2598">
                  <c:v>110.71793</c:v>
                </c:pt>
                <c:pt idx="2599">
                  <c:v>110.64182</c:v>
                </c:pt>
                <c:pt idx="2600">
                  <c:v>110.56075</c:v>
                </c:pt>
                <c:pt idx="2601">
                  <c:v>110.51633</c:v>
                </c:pt>
                <c:pt idx="2602">
                  <c:v>110.5347</c:v>
                </c:pt>
                <c:pt idx="2603">
                  <c:v>110.58864</c:v>
                </c:pt>
                <c:pt idx="2604">
                  <c:v>110.66434</c:v>
                </c:pt>
                <c:pt idx="2605">
                  <c:v>110.63223000000001</c:v>
                </c:pt>
                <c:pt idx="2606">
                  <c:v>110.6627</c:v>
                </c:pt>
                <c:pt idx="2607">
                  <c:v>110.62381000000001</c:v>
                </c:pt>
                <c:pt idx="2608">
                  <c:v>110.45685</c:v>
                </c:pt>
                <c:pt idx="2609">
                  <c:v>110.30941</c:v>
                </c:pt>
                <c:pt idx="2610">
                  <c:v>110.19592</c:v>
                </c:pt>
                <c:pt idx="2611">
                  <c:v>110.12492</c:v>
                </c:pt>
                <c:pt idx="2612">
                  <c:v>110.26076999999999</c:v>
                </c:pt>
                <c:pt idx="2613">
                  <c:v>110.38656</c:v>
                </c:pt>
                <c:pt idx="2614">
                  <c:v>110.52262</c:v>
                </c:pt>
                <c:pt idx="2615">
                  <c:v>110.5885</c:v>
                </c:pt>
                <c:pt idx="2616">
                  <c:v>110.64527</c:v>
                </c:pt>
                <c:pt idx="2617">
                  <c:v>110.84972</c:v>
                </c:pt>
                <c:pt idx="2618">
                  <c:v>111.06197</c:v>
                </c:pt>
                <c:pt idx="2619">
                  <c:v>111.21261</c:v>
                </c:pt>
                <c:pt idx="2620">
                  <c:v>111.26466000000001</c:v>
                </c:pt>
                <c:pt idx="2621">
                  <c:v>111.23962</c:v>
                </c:pt>
                <c:pt idx="2622">
                  <c:v>111.16038</c:v>
                </c:pt>
                <c:pt idx="2623">
                  <c:v>111.05369</c:v>
                </c:pt>
                <c:pt idx="2624">
                  <c:v>110.95424</c:v>
                </c:pt>
                <c:pt idx="2625">
                  <c:v>110.87838000000001</c:v>
                </c:pt>
                <c:pt idx="2626">
                  <c:v>110.83672</c:v>
                </c:pt>
                <c:pt idx="2627">
                  <c:v>110.76364</c:v>
                </c:pt>
                <c:pt idx="2628">
                  <c:v>110.65929</c:v>
                </c:pt>
                <c:pt idx="2629">
                  <c:v>110.55848</c:v>
                </c:pt>
                <c:pt idx="2630">
                  <c:v>110.48299</c:v>
                </c:pt>
                <c:pt idx="2631">
                  <c:v>110.39666</c:v>
                </c:pt>
                <c:pt idx="2632">
                  <c:v>110.31388</c:v>
                </c:pt>
                <c:pt idx="2633">
                  <c:v>110.24869</c:v>
                </c:pt>
                <c:pt idx="2634">
                  <c:v>110.1865</c:v>
                </c:pt>
                <c:pt idx="2635">
                  <c:v>110.08315</c:v>
                </c:pt>
                <c:pt idx="2636">
                  <c:v>109.95363</c:v>
                </c:pt>
                <c:pt idx="2637">
                  <c:v>109.84144999999999</c:v>
                </c:pt>
                <c:pt idx="2638">
                  <c:v>109.73622</c:v>
                </c:pt>
                <c:pt idx="2639">
                  <c:v>109.6039</c:v>
                </c:pt>
                <c:pt idx="2640">
                  <c:v>109.44884</c:v>
                </c:pt>
                <c:pt idx="2641">
                  <c:v>109.30049</c:v>
                </c:pt>
                <c:pt idx="2642">
                  <c:v>109.15557</c:v>
                </c:pt>
                <c:pt idx="2643">
                  <c:v>109.00063</c:v>
                </c:pt>
                <c:pt idx="2644">
                  <c:v>108.80423999999999</c:v>
                </c:pt>
                <c:pt idx="2645">
                  <c:v>108.63934999999999</c:v>
                </c:pt>
                <c:pt idx="2646">
                  <c:v>108.49827999999999</c:v>
                </c:pt>
                <c:pt idx="2647">
                  <c:v>108.36368</c:v>
                </c:pt>
                <c:pt idx="2648">
                  <c:v>108.26168</c:v>
                </c:pt>
                <c:pt idx="2649">
                  <c:v>108.19746000000001</c:v>
                </c:pt>
                <c:pt idx="2650">
                  <c:v>108.16676</c:v>
                </c:pt>
                <c:pt idx="2651">
                  <c:v>108.04235</c:v>
                </c:pt>
                <c:pt idx="2652">
                  <c:v>107.79</c:v>
                </c:pt>
                <c:pt idx="2653">
                  <c:v>107.52005</c:v>
                </c:pt>
                <c:pt idx="2654">
                  <c:v>107.34603</c:v>
                </c:pt>
                <c:pt idx="2655">
                  <c:v>107.25620000000001</c:v>
                </c:pt>
                <c:pt idx="2656">
                  <c:v>107.09787</c:v>
                </c:pt>
                <c:pt idx="2657">
                  <c:v>106.81487</c:v>
                </c:pt>
                <c:pt idx="2658">
                  <c:v>106.59004</c:v>
                </c:pt>
                <c:pt idx="2659">
                  <c:v>106.45377000000001</c:v>
                </c:pt>
                <c:pt idx="2660">
                  <c:v>106.2272</c:v>
                </c:pt>
                <c:pt idx="2661">
                  <c:v>105.95993</c:v>
                </c:pt>
                <c:pt idx="2662">
                  <c:v>105.79639</c:v>
                </c:pt>
                <c:pt idx="2663">
                  <c:v>105.73255</c:v>
                </c:pt>
                <c:pt idx="2664">
                  <c:v>105.68326</c:v>
                </c:pt>
                <c:pt idx="2665">
                  <c:v>105.67950999999999</c:v>
                </c:pt>
                <c:pt idx="2666">
                  <c:v>105.69765</c:v>
                </c:pt>
                <c:pt idx="2667">
                  <c:v>105.63673</c:v>
                </c:pt>
                <c:pt idx="2668">
                  <c:v>105.60151</c:v>
                </c:pt>
                <c:pt idx="2669">
                  <c:v>105.72007000000001</c:v>
                </c:pt>
                <c:pt idx="2670">
                  <c:v>105.77576000000001</c:v>
                </c:pt>
                <c:pt idx="2671">
                  <c:v>105.73012</c:v>
                </c:pt>
                <c:pt idx="2672">
                  <c:v>105.71022000000001</c:v>
                </c:pt>
                <c:pt idx="2673">
                  <c:v>105.75658</c:v>
                </c:pt>
                <c:pt idx="2674">
                  <c:v>105.82669</c:v>
                </c:pt>
                <c:pt idx="2675">
                  <c:v>105.82243</c:v>
                </c:pt>
                <c:pt idx="2676">
                  <c:v>105.88815</c:v>
                </c:pt>
                <c:pt idx="2677">
                  <c:v>105.91301</c:v>
                </c:pt>
                <c:pt idx="2678">
                  <c:v>105.79742</c:v>
                </c:pt>
                <c:pt idx="2679">
                  <c:v>105.65872</c:v>
                </c:pt>
                <c:pt idx="2680">
                  <c:v>105.65402</c:v>
                </c:pt>
                <c:pt idx="2681">
                  <c:v>105.95689</c:v>
                </c:pt>
                <c:pt idx="2682">
                  <c:v>106.19463</c:v>
                </c:pt>
                <c:pt idx="2683">
                  <c:v>106.30161</c:v>
                </c:pt>
                <c:pt idx="2684">
                  <c:v>106.32165999999999</c:v>
                </c:pt>
                <c:pt idx="2685">
                  <c:v>106.26597</c:v>
                </c:pt>
                <c:pt idx="2686">
                  <c:v>106.28193</c:v>
                </c:pt>
                <c:pt idx="2687">
                  <c:v>106.36246</c:v>
                </c:pt>
                <c:pt idx="2688">
                  <c:v>106.36604</c:v>
                </c:pt>
                <c:pt idx="2689">
                  <c:v>106.29096</c:v>
                </c:pt>
                <c:pt idx="2690">
                  <c:v>106.26669</c:v>
                </c:pt>
                <c:pt idx="2691">
                  <c:v>106.27616999999999</c:v>
                </c:pt>
                <c:pt idx="2692">
                  <c:v>106.29792</c:v>
                </c:pt>
                <c:pt idx="2693">
                  <c:v>106.28899</c:v>
                </c:pt>
                <c:pt idx="2694">
                  <c:v>106.24370999999999</c:v>
                </c:pt>
                <c:pt idx="2695">
                  <c:v>106.29724</c:v>
                </c:pt>
                <c:pt idx="2696">
                  <c:v>106.45231</c:v>
                </c:pt>
                <c:pt idx="2697">
                  <c:v>106.71655</c:v>
                </c:pt>
                <c:pt idx="2698">
                  <c:v>106.99433999999999</c:v>
                </c:pt>
                <c:pt idx="2699">
                  <c:v>107.21535</c:v>
                </c:pt>
                <c:pt idx="2700">
                  <c:v>107.42277</c:v>
                </c:pt>
                <c:pt idx="2701">
                  <c:v>107.58902999999999</c:v>
                </c:pt>
                <c:pt idx="2702">
                  <c:v>107.66312000000001</c:v>
                </c:pt>
                <c:pt idx="2703">
                  <c:v>107.6865</c:v>
                </c:pt>
                <c:pt idx="2704">
                  <c:v>107.69</c:v>
                </c:pt>
                <c:pt idx="2705">
                  <c:v>107.67888000000001</c:v>
                </c:pt>
                <c:pt idx="2706">
                  <c:v>107.65145</c:v>
                </c:pt>
                <c:pt idx="2707">
                  <c:v>107.60554</c:v>
                </c:pt>
                <c:pt idx="2708">
                  <c:v>107.51317</c:v>
                </c:pt>
                <c:pt idx="2709">
                  <c:v>107.10502</c:v>
                </c:pt>
                <c:pt idx="2710">
                  <c:v>106.75089</c:v>
                </c:pt>
                <c:pt idx="2711">
                  <c:v>106.41401999999999</c:v>
                </c:pt>
                <c:pt idx="2712">
                  <c:v>106.08205</c:v>
                </c:pt>
                <c:pt idx="2713">
                  <c:v>105.68503</c:v>
                </c:pt>
                <c:pt idx="2714">
                  <c:v>105.21571</c:v>
                </c:pt>
                <c:pt idx="2715">
                  <c:v>104.74798</c:v>
                </c:pt>
                <c:pt idx="2716">
                  <c:v>104.31489000000001</c:v>
                </c:pt>
                <c:pt idx="2717">
                  <c:v>103.91322</c:v>
                </c:pt>
                <c:pt idx="2718">
                  <c:v>103.48909999999999</c:v>
                </c:pt>
                <c:pt idx="2719">
                  <c:v>103.05627</c:v>
                </c:pt>
                <c:pt idx="2720">
                  <c:v>102.63928</c:v>
                </c:pt>
                <c:pt idx="2721">
                  <c:v>102.36263</c:v>
                </c:pt>
                <c:pt idx="2722">
                  <c:v>102.24583</c:v>
                </c:pt>
                <c:pt idx="2723">
                  <c:v>102.26373</c:v>
                </c:pt>
                <c:pt idx="2724">
                  <c:v>102.3608</c:v>
                </c:pt>
                <c:pt idx="2725">
                  <c:v>102.50462</c:v>
                </c:pt>
                <c:pt idx="2726">
                  <c:v>102.66225</c:v>
                </c:pt>
                <c:pt idx="2727">
                  <c:v>102.77030000000001</c:v>
                </c:pt>
                <c:pt idx="2728">
                  <c:v>102.78496</c:v>
                </c:pt>
                <c:pt idx="2729">
                  <c:v>102.73918999999999</c:v>
                </c:pt>
                <c:pt idx="2730">
                  <c:v>102.66495999999999</c:v>
                </c:pt>
                <c:pt idx="2731">
                  <c:v>102.57546000000001</c:v>
                </c:pt>
                <c:pt idx="2732">
                  <c:v>102.48272</c:v>
                </c:pt>
                <c:pt idx="2733">
                  <c:v>102.34780000000001</c:v>
                </c:pt>
                <c:pt idx="2734">
                  <c:v>102.15693</c:v>
                </c:pt>
                <c:pt idx="2735">
                  <c:v>101.91567000000001</c:v>
                </c:pt>
                <c:pt idx="2736">
                  <c:v>101.63861</c:v>
                </c:pt>
                <c:pt idx="2737">
                  <c:v>101.3523</c:v>
                </c:pt>
                <c:pt idx="2738">
                  <c:v>101.08132000000001</c:v>
                </c:pt>
                <c:pt idx="2739">
                  <c:v>100.83192</c:v>
                </c:pt>
                <c:pt idx="2740">
                  <c:v>100.60287</c:v>
                </c:pt>
                <c:pt idx="2741">
                  <c:v>100.40492999999999</c:v>
                </c:pt>
                <c:pt idx="2742">
                  <c:v>100.24648000000001</c:v>
                </c:pt>
                <c:pt idx="2743">
                  <c:v>100.12724</c:v>
                </c:pt>
                <c:pt idx="2744">
                  <c:v>100.01982</c:v>
                </c:pt>
                <c:pt idx="2745">
                  <c:v>99.928084999999996</c:v>
                </c:pt>
                <c:pt idx="2746">
                  <c:v>99.872780000000006</c:v>
                </c:pt>
                <c:pt idx="2747">
                  <c:v>99.799225000000007</c:v>
                </c:pt>
                <c:pt idx="2748">
                  <c:v>99.719116</c:v>
                </c:pt>
                <c:pt idx="2749">
                  <c:v>99.620795999999999</c:v>
                </c:pt>
                <c:pt idx="2750">
                  <c:v>99.521614</c:v>
                </c:pt>
                <c:pt idx="2751">
                  <c:v>99.462699999999998</c:v>
                </c:pt>
                <c:pt idx="2752">
                  <c:v>99.405006</c:v>
                </c:pt>
                <c:pt idx="2753">
                  <c:v>99.329964000000004</c:v>
                </c:pt>
                <c:pt idx="2754">
                  <c:v>99.281936999999999</c:v>
                </c:pt>
                <c:pt idx="2755">
                  <c:v>99.246841000000003</c:v>
                </c:pt>
                <c:pt idx="2756">
                  <c:v>99.198966999999996</c:v>
                </c:pt>
                <c:pt idx="2757">
                  <c:v>99.124283000000005</c:v>
                </c:pt>
                <c:pt idx="2758">
                  <c:v>99.020325</c:v>
                </c:pt>
                <c:pt idx="2759">
                  <c:v>98.898087000000004</c:v>
                </c:pt>
                <c:pt idx="2760">
                  <c:v>98.808402999999998</c:v>
                </c:pt>
                <c:pt idx="2761">
                  <c:v>98.686774999999997</c:v>
                </c:pt>
                <c:pt idx="2762">
                  <c:v>98.623642000000004</c:v>
                </c:pt>
                <c:pt idx="2763">
                  <c:v>98.554253000000003</c:v>
                </c:pt>
                <c:pt idx="2764">
                  <c:v>98.457306000000003</c:v>
                </c:pt>
                <c:pt idx="2765">
                  <c:v>98.381523000000001</c:v>
                </c:pt>
                <c:pt idx="2766">
                  <c:v>98.302811000000005</c:v>
                </c:pt>
                <c:pt idx="2767">
                  <c:v>98.203506000000004</c:v>
                </c:pt>
                <c:pt idx="2768">
                  <c:v>98.137787000000003</c:v>
                </c:pt>
                <c:pt idx="2769">
                  <c:v>98.104279000000005</c:v>
                </c:pt>
                <c:pt idx="2770">
                  <c:v>98.080817999999994</c:v>
                </c:pt>
                <c:pt idx="2771">
                  <c:v>98.079147000000006</c:v>
                </c:pt>
                <c:pt idx="2772">
                  <c:v>98.113358000000005</c:v>
                </c:pt>
                <c:pt idx="2773">
                  <c:v>98.158157000000003</c:v>
                </c:pt>
                <c:pt idx="2774">
                  <c:v>98.161545000000004</c:v>
                </c:pt>
                <c:pt idx="2775">
                  <c:v>98.145660000000007</c:v>
                </c:pt>
                <c:pt idx="2776">
                  <c:v>98.144180000000006</c:v>
                </c:pt>
                <c:pt idx="2777">
                  <c:v>98.117064999999997</c:v>
                </c:pt>
                <c:pt idx="2778">
                  <c:v>98.022530000000003</c:v>
                </c:pt>
                <c:pt idx="2779">
                  <c:v>97.921417000000005</c:v>
                </c:pt>
                <c:pt idx="2780">
                  <c:v>97.815224000000001</c:v>
                </c:pt>
                <c:pt idx="2781">
                  <c:v>97.700042999999994</c:v>
                </c:pt>
                <c:pt idx="2782">
                  <c:v>97.593902999999997</c:v>
                </c:pt>
                <c:pt idx="2783">
                  <c:v>97.508499</c:v>
                </c:pt>
                <c:pt idx="2784">
                  <c:v>97.399367999999996</c:v>
                </c:pt>
                <c:pt idx="2785">
                  <c:v>97.269699000000003</c:v>
                </c:pt>
                <c:pt idx="2786">
                  <c:v>97.135070999999996</c:v>
                </c:pt>
                <c:pt idx="2787">
                  <c:v>97.006766999999996</c:v>
                </c:pt>
                <c:pt idx="2788">
                  <c:v>96.888099999999994</c:v>
                </c:pt>
                <c:pt idx="2789">
                  <c:v>96.815689000000006</c:v>
                </c:pt>
                <c:pt idx="2790">
                  <c:v>96.722060999999997</c:v>
                </c:pt>
                <c:pt idx="2791">
                  <c:v>96.594939999999994</c:v>
                </c:pt>
                <c:pt idx="2792">
                  <c:v>96.437775000000002</c:v>
                </c:pt>
                <c:pt idx="2793">
                  <c:v>96.274742000000003</c:v>
                </c:pt>
                <c:pt idx="2794">
                  <c:v>96.136925000000005</c:v>
                </c:pt>
                <c:pt idx="2795">
                  <c:v>96.089911999999998</c:v>
                </c:pt>
                <c:pt idx="2796">
                  <c:v>96.149024999999995</c:v>
                </c:pt>
                <c:pt idx="2797">
                  <c:v>96.190414000000004</c:v>
                </c:pt>
                <c:pt idx="2798">
                  <c:v>96.194038000000006</c:v>
                </c:pt>
                <c:pt idx="2799">
                  <c:v>96.194755999999998</c:v>
                </c:pt>
                <c:pt idx="2800">
                  <c:v>96.231339000000006</c:v>
                </c:pt>
                <c:pt idx="2801">
                  <c:v>96.230277999999998</c:v>
                </c:pt>
                <c:pt idx="2802">
                  <c:v>96.190017999999995</c:v>
                </c:pt>
                <c:pt idx="2803">
                  <c:v>96.104691000000003</c:v>
                </c:pt>
                <c:pt idx="2804">
                  <c:v>95.977172999999993</c:v>
                </c:pt>
                <c:pt idx="2805">
                  <c:v>95.761887000000002</c:v>
                </c:pt>
                <c:pt idx="2806">
                  <c:v>95.503737999999998</c:v>
                </c:pt>
                <c:pt idx="2807">
                  <c:v>95.277366999999998</c:v>
                </c:pt>
                <c:pt idx="2808">
                  <c:v>95.101356999999993</c:v>
                </c:pt>
                <c:pt idx="2809">
                  <c:v>94.975853000000001</c:v>
                </c:pt>
                <c:pt idx="2810">
                  <c:v>94.885070999999996</c:v>
                </c:pt>
                <c:pt idx="2811">
                  <c:v>94.786422999999999</c:v>
                </c:pt>
                <c:pt idx="2812">
                  <c:v>94.701888999999994</c:v>
                </c:pt>
                <c:pt idx="2813">
                  <c:v>94.604102999999995</c:v>
                </c:pt>
                <c:pt idx="2814">
                  <c:v>94.482039999999998</c:v>
                </c:pt>
                <c:pt idx="2815">
                  <c:v>94.419623999999999</c:v>
                </c:pt>
                <c:pt idx="2816">
                  <c:v>94.403931</c:v>
                </c:pt>
                <c:pt idx="2817">
                  <c:v>94.401199000000005</c:v>
                </c:pt>
                <c:pt idx="2818">
                  <c:v>94.391318999999996</c:v>
                </c:pt>
                <c:pt idx="2819">
                  <c:v>94.363502999999994</c:v>
                </c:pt>
                <c:pt idx="2820">
                  <c:v>94.268615999999994</c:v>
                </c:pt>
                <c:pt idx="2821">
                  <c:v>94.144012000000004</c:v>
                </c:pt>
                <c:pt idx="2822">
                  <c:v>93.972649000000004</c:v>
                </c:pt>
                <c:pt idx="2823">
                  <c:v>93.747512999999998</c:v>
                </c:pt>
                <c:pt idx="2824">
                  <c:v>93.505279999999999</c:v>
                </c:pt>
                <c:pt idx="2825">
                  <c:v>93.270279000000002</c:v>
                </c:pt>
                <c:pt idx="2826">
                  <c:v>93.049994999999996</c:v>
                </c:pt>
                <c:pt idx="2827">
                  <c:v>92.858413999999996</c:v>
                </c:pt>
                <c:pt idx="2828">
                  <c:v>92.671172999999996</c:v>
                </c:pt>
                <c:pt idx="2829">
                  <c:v>92.529647999999995</c:v>
                </c:pt>
                <c:pt idx="2830">
                  <c:v>92.377960000000002</c:v>
                </c:pt>
                <c:pt idx="2831">
                  <c:v>92.196983000000003</c:v>
                </c:pt>
                <c:pt idx="2832">
                  <c:v>91.992812999999998</c:v>
                </c:pt>
                <c:pt idx="2833">
                  <c:v>91.838561999999996</c:v>
                </c:pt>
                <c:pt idx="2834">
                  <c:v>91.700683999999995</c:v>
                </c:pt>
                <c:pt idx="2835">
                  <c:v>91.578368999999995</c:v>
                </c:pt>
                <c:pt idx="2836">
                  <c:v>91.463904999999997</c:v>
                </c:pt>
                <c:pt idx="2837">
                  <c:v>91.368606999999997</c:v>
                </c:pt>
                <c:pt idx="2838">
                  <c:v>91.253035999999994</c:v>
                </c:pt>
                <c:pt idx="2839">
                  <c:v>91.148430000000005</c:v>
                </c:pt>
                <c:pt idx="2840">
                  <c:v>91.013076999999996</c:v>
                </c:pt>
                <c:pt idx="2841">
                  <c:v>90.881148999999994</c:v>
                </c:pt>
                <c:pt idx="2842">
                  <c:v>90.716324</c:v>
                </c:pt>
                <c:pt idx="2843">
                  <c:v>90.562347000000003</c:v>
                </c:pt>
                <c:pt idx="2844">
                  <c:v>90.409546000000006</c:v>
                </c:pt>
                <c:pt idx="2845">
                  <c:v>90.266434000000004</c:v>
                </c:pt>
                <c:pt idx="2846">
                  <c:v>90.100334000000004</c:v>
                </c:pt>
                <c:pt idx="2847">
                  <c:v>89.917090999999999</c:v>
                </c:pt>
                <c:pt idx="2848">
                  <c:v>89.793045000000006</c:v>
                </c:pt>
                <c:pt idx="2849">
                  <c:v>89.665619000000007</c:v>
                </c:pt>
                <c:pt idx="2850">
                  <c:v>89.523842000000002</c:v>
                </c:pt>
                <c:pt idx="2851">
                  <c:v>89.397514000000001</c:v>
                </c:pt>
                <c:pt idx="2852">
                  <c:v>89.301238999999995</c:v>
                </c:pt>
                <c:pt idx="2853">
                  <c:v>89.222588000000002</c:v>
                </c:pt>
                <c:pt idx="2854">
                  <c:v>89.108452</c:v>
                </c:pt>
                <c:pt idx="2855">
                  <c:v>88.996834000000007</c:v>
                </c:pt>
                <c:pt idx="2856">
                  <c:v>88.880927999999997</c:v>
                </c:pt>
                <c:pt idx="2857">
                  <c:v>88.776854999999998</c:v>
                </c:pt>
                <c:pt idx="2858">
                  <c:v>88.687126000000006</c:v>
                </c:pt>
                <c:pt idx="2859">
                  <c:v>88.597710000000006</c:v>
                </c:pt>
                <c:pt idx="2860">
                  <c:v>88.563789</c:v>
                </c:pt>
                <c:pt idx="2861">
                  <c:v>88.575462000000002</c:v>
                </c:pt>
                <c:pt idx="2862">
                  <c:v>88.588729999999998</c:v>
                </c:pt>
                <c:pt idx="2863">
                  <c:v>88.622459000000006</c:v>
                </c:pt>
                <c:pt idx="2864">
                  <c:v>88.686004999999994</c:v>
                </c:pt>
                <c:pt idx="2865">
                  <c:v>88.724800000000002</c:v>
                </c:pt>
                <c:pt idx="2866">
                  <c:v>88.783600000000007</c:v>
                </c:pt>
                <c:pt idx="2867">
                  <c:v>88.803780000000003</c:v>
                </c:pt>
                <c:pt idx="2868">
                  <c:v>88.758430000000004</c:v>
                </c:pt>
                <c:pt idx="2869">
                  <c:v>88.687331999999998</c:v>
                </c:pt>
                <c:pt idx="2870">
                  <c:v>88.594359999999995</c:v>
                </c:pt>
                <c:pt idx="2871">
                  <c:v>88.430817000000005</c:v>
                </c:pt>
                <c:pt idx="2872">
                  <c:v>88.215194999999994</c:v>
                </c:pt>
                <c:pt idx="2873">
                  <c:v>87.961105000000003</c:v>
                </c:pt>
                <c:pt idx="2874">
                  <c:v>87.725532999999999</c:v>
                </c:pt>
                <c:pt idx="2875">
                  <c:v>87.463645999999997</c:v>
                </c:pt>
                <c:pt idx="2876">
                  <c:v>87.159935000000004</c:v>
                </c:pt>
                <c:pt idx="2877">
                  <c:v>86.842986999999994</c:v>
                </c:pt>
                <c:pt idx="2878">
                  <c:v>86.557036999999994</c:v>
                </c:pt>
                <c:pt idx="2879">
                  <c:v>86.315535999999994</c:v>
                </c:pt>
                <c:pt idx="2880">
                  <c:v>86.116057999999995</c:v>
                </c:pt>
                <c:pt idx="2881">
                  <c:v>85.937370000000001</c:v>
                </c:pt>
                <c:pt idx="2882">
                  <c:v>85.776291000000001</c:v>
                </c:pt>
                <c:pt idx="2883">
                  <c:v>85.625015000000005</c:v>
                </c:pt>
                <c:pt idx="2884">
                  <c:v>85.491455000000002</c:v>
                </c:pt>
                <c:pt idx="2885">
                  <c:v>85.356171000000003</c:v>
                </c:pt>
                <c:pt idx="2886">
                  <c:v>85.240143000000003</c:v>
                </c:pt>
                <c:pt idx="2887">
                  <c:v>85.124640999999997</c:v>
                </c:pt>
                <c:pt idx="2888">
                  <c:v>85.018562000000003</c:v>
                </c:pt>
                <c:pt idx="2889">
                  <c:v>84.911392000000006</c:v>
                </c:pt>
                <c:pt idx="2890">
                  <c:v>84.828079000000002</c:v>
                </c:pt>
                <c:pt idx="2891">
                  <c:v>84.736389000000003</c:v>
                </c:pt>
                <c:pt idx="2892">
                  <c:v>84.689521999999997</c:v>
                </c:pt>
                <c:pt idx="2893">
                  <c:v>84.667702000000006</c:v>
                </c:pt>
                <c:pt idx="2894">
                  <c:v>84.581481999999994</c:v>
                </c:pt>
                <c:pt idx="2895">
                  <c:v>84.464873999999995</c:v>
                </c:pt>
                <c:pt idx="2896">
                  <c:v>84.332404999999994</c:v>
                </c:pt>
                <c:pt idx="2897">
                  <c:v>84.197265999999999</c:v>
                </c:pt>
                <c:pt idx="2898">
                  <c:v>84.072624000000005</c:v>
                </c:pt>
                <c:pt idx="2899">
                  <c:v>83.937492000000006</c:v>
                </c:pt>
                <c:pt idx="2900">
                  <c:v>83.797127000000003</c:v>
                </c:pt>
                <c:pt idx="2901">
                  <c:v>83.643456</c:v>
                </c:pt>
                <c:pt idx="2902">
                  <c:v>83.550506999999996</c:v>
                </c:pt>
                <c:pt idx="2903">
                  <c:v>83.478210000000004</c:v>
                </c:pt>
                <c:pt idx="2904">
                  <c:v>83.449248999999995</c:v>
                </c:pt>
                <c:pt idx="2905">
                  <c:v>83.368851000000006</c:v>
                </c:pt>
                <c:pt idx="2906">
                  <c:v>83.311333000000005</c:v>
                </c:pt>
                <c:pt idx="2907">
                  <c:v>83.236534000000006</c:v>
                </c:pt>
                <c:pt idx="2908">
                  <c:v>83.174103000000002</c:v>
                </c:pt>
                <c:pt idx="2909">
                  <c:v>83.137955000000005</c:v>
                </c:pt>
                <c:pt idx="2910">
                  <c:v>83.101067</c:v>
                </c:pt>
                <c:pt idx="2911">
                  <c:v>83.053878999999995</c:v>
                </c:pt>
                <c:pt idx="2912">
                  <c:v>83.036957000000001</c:v>
                </c:pt>
                <c:pt idx="2913">
                  <c:v>83.033867000000001</c:v>
                </c:pt>
                <c:pt idx="2914">
                  <c:v>83.029235999999997</c:v>
                </c:pt>
                <c:pt idx="2915">
                  <c:v>83.034865999999994</c:v>
                </c:pt>
                <c:pt idx="2916">
                  <c:v>83.070205999999999</c:v>
                </c:pt>
                <c:pt idx="2917">
                  <c:v>83.104202000000001</c:v>
                </c:pt>
                <c:pt idx="2918">
                  <c:v>83.139381</c:v>
                </c:pt>
                <c:pt idx="2919">
                  <c:v>83.189239999999998</c:v>
                </c:pt>
                <c:pt idx="2920">
                  <c:v>83.232330000000005</c:v>
                </c:pt>
                <c:pt idx="2921">
                  <c:v>83.305983999999995</c:v>
                </c:pt>
                <c:pt idx="2922">
                  <c:v>83.326583999999997</c:v>
                </c:pt>
                <c:pt idx="2923">
                  <c:v>83.304130999999998</c:v>
                </c:pt>
                <c:pt idx="2924">
                  <c:v>83.238784999999993</c:v>
                </c:pt>
                <c:pt idx="2925">
                  <c:v>83.160758999999999</c:v>
                </c:pt>
                <c:pt idx="2926">
                  <c:v>83.073905999999994</c:v>
                </c:pt>
                <c:pt idx="2927">
                  <c:v>82.940033</c:v>
                </c:pt>
                <c:pt idx="2928">
                  <c:v>82.766700999999998</c:v>
                </c:pt>
                <c:pt idx="2929">
                  <c:v>82.632416000000006</c:v>
                </c:pt>
                <c:pt idx="2930">
                  <c:v>82.494888000000003</c:v>
                </c:pt>
                <c:pt idx="2931">
                  <c:v>82.377853000000002</c:v>
                </c:pt>
                <c:pt idx="2932">
                  <c:v>82.238181999999995</c:v>
                </c:pt>
                <c:pt idx="2933">
                  <c:v>82.180374</c:v>
                </c:pt>
                <c:pt idx="2934">
                  <c:v>82.119231999999997</c:v>
                </c:pt>
                <c:pt idx="2935">
                  <c:v>82.078247000000005</c:v>
                </c:pt>
                <c:pt idx="2936">
                  <c:v>82.013390000000001</c:v>
                </c:pt>
                <c:pt idx="2937">
                  <c:v>81.949348000000001</c:v>
                </c:pt>
                <c:pt idx="2938">
                  <c:v>81.915344000000005</c:v>
                </c:pt>
                <c:pt idx="2939">
                  <c:v>81.845337000000001</c:v>
                </c:pt>
                <c:pt idx="2940">
                  <c:v>81.759147999999996</c:v>
                </c:pt>
                <c:pt idx="2941">
                  <c:v>81.614372000000003</c:v>
                </c:pt>
                <c:pt idx="2942">
                  <c:v>81.416595000000001</c:v>
                </c:pt>
                <c:pt idx="2943">
                  <c:v>81.200844000000004</c:v>
                </c:pt>
                <c:pt idx="2944">
                  <c:v>80.988906999999998</c:v>
                </c:pt>
                <c:pt idx="2945">
                  <c:v>80.827247999999997</c:v>
                </c:pt>
                <c:pt idx="2946">
                  <c:v>80.682952999999998</c:v>
                </c:pt>
                <c:pt idx="2947">
                  <c:v>80.564460999999994</c:v>
                </c:pt>
                <c:pt idx="2948">
                  <c:v>80.449409000000003</c:v>
                </c:pt>
                <c:pt idx="2949">
                  <c:v>80.350273000000001</c:v>
                </c:pt>
                <c:pt idx="2950">
                  <c:v>80.282936000000007</c:v>
                </c:pt>
                <c:pt idx="2951">
                  <c:v>80.254020999999995</c:v>
                </c:pt>
                <c:pt idx="2952">
                  <c:v>80.231041000000005</c:v>
                </c:pt>
                <c:pt idx="2953">
                  <c:v>80.206008999999995</c:v>
                </c:pt>
                <c:pt idx="2954">
                  <c:v>80.197997999999998</c:v>
                </c:pt>
                <c:pt idx="2955">
                  <c:v>80.203361999999998</c:v>
                </c:pt>
                <c:pt idx="2956">
                  <c:v>80.172272000000007</c:v>
                </c:pt>
                <c:pt idx="2957">
                  <c:v>80.123581000000001</c:v>
                </c:pt>
                <c:pt idx="2958">
                  <c:v>80.063582999999994</c:v>
                </c:pt>
                <c:pt idx="2959">
                  <c:v>79.986839000000003</c:v>
                </c:pt>
                <c:pt idx="2960">
                  <c:v>79.894103999999999</c:v>
                </c:pt>
                <c:pt idx="2961">
                  <c:v>79.774330000000006</c:v>
                </c:pt>
                <c:pt idx="2962">
                  <c:v>79.612121999999999</c:v>
                </c:pt>
                <c:pt idx="2963">
                  <c:v>79.445366000000007</c:v>
                </c:pt>
                <c:pt idx="2964">
                  <c:v>79.281265000000005</c:v>
                </c:pt>
                <c:pt idx="2965">
                  <c:v>79.133872999999994</c:v>
                </c:pt>
                <c:pt idx="2966">
                  <c:v>78.956199999999995</c:v>
                </c:pt>
                <c:pt idx="2967">
                  <c:v>78.768265</c:v>
                </c:pt>
                <c:pt idx="2968">
                  <c:v>78.571738999999994</c:v>
                </c:pt>
                <c:pt idx="2969">
                  <c:v>78.378760999999997</c:v>
                </c:pt>
                <c:pt idx="2970">
                  <c:v>78.250968999999998</c:v>
                </c:pt>
                <c:pt idx="2971">
                  <c:v>78.180992000000003</c:v>
                </c:pt>
                <c:pt idx="2972">
                  <c:v>78.143828999999997</c:v>
                </c:pt>
                <c:pt idx="2973">
                  <c:v>78.116866999999999</c:v>
                </c:pt>
                <c:pt idx="2974">
                  <c:v>78.137360000000001</c:v>
                </c:pt>
                <c:pt idx="2975">
                  <c:v>78.303177000000005</c:v>
                </c:pt>
                <c:pt idx="2976">
                  <c:v>78.838538999999997</c:v>
                </c:pt>
                <c:pt idx="2977">
                  <c:v>80.039237999999997</c:v>
                </c:pt>
                <c:pt idx="2978">
                  <c:v>81.749397000000002</c:v>
                </c:pt>
                <c:pt idx="2979">
                  <c:v>83.326438999999993</c:v>
                </c:pt>
                <c:pt idx="2980">
                  <c:v>84.131989000000004</c:v>
                </c:pt>
                <c:pt idx="2981">
                  <c:v>83.958160000000007</c:v>
                </c:pt>
                <c:pt idx="2982">
                  <c:v>81.549537999999998</c:v>
                </c:pt>
                <c:pt idx="2983">
                  <c:v>79.758499</c:v>
                </c:pt>
                <c:pt idx="2984">
                  <c:v>78.779410999999996</c:v>
                </c:pt>
                <c:pt idx="2985">
                  <c:v>78.293807999999999</c:v>
                </c:pt>
                <c:pt idx="2986">
                  <c:v>78.075462000000002</c:v>
                </c:pt>
                <c:pt idx="2987">
                  <c:v>77.953888000000006</c:v>
                </c:pt>
                <c:pt idx="2988">
                  <c:v>77.827186999999995</c:v>
                </c:pt>
                <c:pt idx="2989">
                  <c:v>77.663360999999995</c:v>
                </c:pt>
                <c:pt idx="2990">
                  <c:v>77.461922000000001</c:v>
                </c:pt>
                <c:pt idx="2991">
                  <c:v>77.236762999999996</c:v>
                </c:pt>
                <c:pt idx="2992">
                  <c:v>77.028830999999997</c:v>
                </c:pt>
                <c:pt idx="2993">
                  <c:v>76.843124000000003</c:v>
                </c:pt>
                <c:pt idx="2994">
                  <c:v>76.682548999999995</c:v>
                </c:pt>
                <c:pt idx="2995">
                  <c:v>76.543700999999999</c:v>
                </c:pt>
                <c:pt idx="2996">
                  <c:v>76.404601999999997</c:v>
                </c:pt>
                <c:pt idx="2997">
                  <c:v>76.308075000000002</c:v>
                </c:pt>
                <c:pt idx="2998">
                  <c:v>76.245521999999994</c:v>
                </c:pt>
                <c:pt idx="2999">
                  <c:v>76.225348999999994</c:v>
                </c:pt>
                <c:pt idx="3000">
                  <c:v>76.204719999999995</c:v>
                </c:pt>
                <c:pt idx="3001">
                  <c:v>76.188118000000003</c:v>
                </c:pt>
                <c:pt idx="3002">
                  <c:v>76.180260000000004</c:v>
                </c:pt>
                <c:pt idx="3003">
                  <c:v>76.138846999999998</c:v>
                </c:pt>
                <c:pt idx="3004">
                  <c:v>76.080451999999994</c:v>
                </c:pt>
                <c:pt idx="3005">
                  <c:v>76.010177999999996</c:v>
                </c:pt>
                <c:pt idx="3006">
                  <c:v>75.924132999999998</c:v>
                </c:pt>
                <c:pt idx="3007">
                  <c:v>75.825232999999997</c:v>
                </c:pt>
                <c:pt idx="3008">
                  <c:v>75.774483000000004</c:v>
                </c:pt>
                <c:pt idx="3009">
                  <c:v>75.788673000000003</c:v>
                </c:pt>
                <c:pt idx="3010">
                  <c:v>75.856155000000001</c:v>
                </c:pt>
                <c:pt idx="3011">
                  <c:v>75.916327999999993</c:v>
                </c:pt>
                <c:pt idx="3012">
                  <c:v>75.916374000000005</c:v>
                </c:pt>
                <c:pt idx="3013">
                  <c:v>75.868324000000001</c:v>
                </c:pt>
                <c:pt idx="3014">
                  <c:v>75.853386</c:v>
                </c:pt>
                <c:pt idx="3015">
                  <c:v>75.957779000000002</c:v>
                </c:pt>
                <c:pt idx="3016">
                  <c:v>76.193916000000002</c:v>
                </c:pt>
                <c:pt idx="3017">
                  <c:v>76.429648999999998</c:v>
                </c:pt>
                <c:pt idx="3018">
                  <c:v>76.608788000000004</c:v>
                </c:pt>
                <c:pt idx="3019">
                  <c:v>76.782875000000004</c:v>
                </c:pt>
                <c:pt idx="3020">
                  <c:v>76.946167000000003</c:v>
                </c:pt>
                <c:pt idx="3021">
                  <c:v>77.078277999999997</c:v>
                </c:pt>
                <c:pt idx="3022">
                  <c:v>77.183700999999999</c:v>
                </c:pt>
                <c:pt idx="3023">
                  <c:v>77.283057999999997</c:v>
                </c:pt>
                <c:pt idx="3024">
                  <c:v>77.377791999999999</c:v>
                </c:pt>
                <c:pt idx="3025">
                  <c:v>77.464332999999996</c:v>
                </c:pt>
                <c:pt idx="3026">
                  <c:v>77.520568999999995</c:v>
                </c:pt>
                <c:pt idx="3027">
                  <c:v>77.548546000000002</c:v>
                </c:pt>
                <c:pt idx="3028">
                  <c:v>77.558837999999994</c:v>
                </c:pt>
                <c:pt idx="3029">
                  <c:v>77.556624999999997</c:v>
                </c:pt>
                <c:pt idx="3030">
                  <c:v>77.545113000000001</c:v>
                </c:pt>
                <c:pt idx="3031">
                  <c:v>77.526184000000001</c:v>
                </c:pt>
                <c:pt idx="3032">
                  <c:v>77.497932000000006</c:v>
                </c:pt>
                <c:pt idx="3033">
                  <c:v>77.466362000000004</c:v>
                </c:pt>
                <c:pt idx="3034">
                  <c:v>77.446793</c:v>
                </c:pt>
                <c:pt idx="3035">
                  <c:v>77.458633000000006</c:v>
                </c:pt>
                <c:pt idx="3036">
                  <c:v>77.512016000000003</c:v>
                </c:pt>
                <c:pt idx="3037">
                  <c:v>77.623688000000001</c:v>
                </c:pt>
                <c:pt idx="3038">
                  <c:v>77.799010999999993</c:v>
                </c:pt>
                <c:pt idx="3039">
                  <c:v>77.999938999999998</c:v>
                </c:pt>
                <c:pt idx="3040">
                  <c:v>78.196280999999999</c:v>
                </c:pt>
                <c:pt idx="3041">
                  <c:v>78.346558000000002</c:v>
                </c:pt>
                <c:pt idx="3042">
                  <c:v>78.437447000000006</c:v>
                </c:pt>
                <c:pt idx="3043">
                  <c:v>78.492553999999998</c:v>
                </c:pt>
                <c:pt idx="3044">
                  <c:v>78.554848000000007</c:v>
                </c:pt>
                <c:pt idx="3045">
                  <c:v>78.653182999999999</c:v>
                </c:pt>
                <c:pt idx="3046">
                  <c:v>78.784767000000002</c:v>
                </c:pt>
                <c:pt idx="3047">
                  <c:v>78.924544999999995</c:v>
                </c:pt>
                <c:pt idx="3048">
                  <c:v>79.016548</c:v>
                </c:pt>
                <c:pt idx="3049">
                  <c:v>79.039046999999997</c:v>
                </c:pt>
                <c:pt idx="3050">
                  <c:v>78.969009</c:v>
                </c:pt>
                <c:pt idx="3051">
                  <c:v>78.816811000000001</c:v>
                </c:pt>
                <c:pt idx="3052">
                  <c:v>78.627990999999994</c:v>
                </c:pt>
                <c:pt idx="3053">
                  <c:v>78.460762000000003</c:v>
                </c:pt>
                <c:pt idx="3054">
                  <c:v>78.333870000000005</c:v>
                </c:pt>
                <c:pt idx="3055">
                  <c:v>78.234031999999999</c:v>
                </c:pt>
                <c:pt idx="3056">
                  <c:v>78.179207000000005</c:v>
                </c:pt>
                <c:pt idx="3057">
                  <c:v>78.121216000000004</c:v>
                </c:pt>
                <c:pt idx="3058">
                  <c:v>78.104515000000006</c:v>
                </c:pt>
                <c:pt idx="3059">
                  <c:v>78.090027000000006</c:v>
                </c:pt>
                <c:pt idx="3060">
                  <c:v>78.072868</c:v>
                </c:pt>
                <c:pt idx="3061">
                  <c:v>78.017380000000003</c:v>
                </c:pt>
                <c:pt idx="3062">
                  <c:v>77.887207000000004</c:v>
                </c:pt>
                <c:pt idx="3063">
                  <c:v>77.686278999999999</c:v>
                </c:pt>
                <c:pt idx="3064">
                  <c:v>77.452231999999995</c:v>
                </c:pt>
                <c:pt idx="3065">
                  <c:v>77.256720999999999</c:v>
                </c:pt>
                <c:pt idx="3066">
                  <c:v>77.108497999999997</c:v>
                </c:pt>
                <c:pt idx="3067">
                  <c:v>76.992485000000002</c:v>
                </c:pt>
                <c:pt idx="3068">
                  <c:v>76.874206999999998</c:v>
                </c:pt>
                <c:pt idx="3069">
                  <c:v>76.739975000000001</c:v>
                </c:pt>
                <c:pt idx="3070">
                  <c:v>76.609261000000004</c:v>
                </c:pt>
                <c:pt idx="3071">
                  <c:v>76.479523</c:v>
                </c:pt>
                <c:pt idx="3072">
                  <c:v>76.370711999999997</c:v>
                </c:pt>
                <c:pt idx="3073">
                  <c:v>76.289306999999994</c:v>
                </c:pt>
                <c:pt idx="3074">
                  <c:v>76.230575999999999</c:v>
                </c:pt>
                <c:pt idx="3075">
                  <c:v>76.174080000000004</c:v>
                </c:pt>
                <c:pt idx="3076">
                  <c:v>76.108474999999999</c:v>
                </c:pt>
                <c:pt idx="3077">
                  <c:v>76.028380999999996</c:v>
                </c:pt>
                <c:pt idx="3078">
                  <c:v>75.940230999999997</c:v>
                </c:pt>
                <c:pt idx="3079">
                  <c:v>75.856719999999996</c:v>
                </c:pt>
                <c:pt idx="3080">
                  <c:v>75.783553999999995</c:v>
                </c:pt>
                <c:pt idx="3081">
                  <c:v>75.741767999999993</c:v>
                </c:pt>
                <c:pt idx="3082">
                  <c:v>75.715018999999998</c:v>
                </c:pt>
                <c:pt idx="3083">
                  <c:v>75.704102000000006</c:v>
                </c:pt>
                <c:pt idx="3084">
                  <c:v>75.699096999999995</c:v>
                </c:pt>
                <c:pt idx="3085">
                  <c:v>75.702979999999997</c:v>
                </c:pt>
                <c:pt idx="3086">
                  <c:v>75.808197000000007</c:v>
                </c:pt>
                <c:pt idx="3087">
                  <c:v>75.874397000000002</c:v>
                </c:pt>
                <c:pt idx="3088">
                  <c:v>75.920997999999997</c:v>
                </c:pt>
                <c:pt idx="3089">
                  <c:v>75.956847999999994</c:v>
                </c:pt>
                <c:pt idx="3090">
                  <c:v>75.976546999999997</c:v>
                </c:pt>
                <c:pt idx="3091">
                  <c:v>75.969077999999996</c:v>
                </c:pt>
                <c:pt idx="3092">
                  <c:v>75.928741000000002</c:v>
                </c:pt>
                <c:pt idx="3093">
                  <c:v>75.848472999999998</c:v>
                </c:pt>
                <c:pt idx="3094">
                  <c:v>75.734215000000006</c:v>
                </c:pt>
                <c:pt idx="3095">
                  <c:v>75.618553000000006</c:v>
                </c:pt>
                <c:pt idx="3096">
                  <c:v>75.534058000000002</c:v>
                </c:pt>
                <c:pt idx="3097">
                  <c:v>75.486282000000003</c:v>
                </c:pt>
                <c:pt idx="3098">
                  <c:v>75.466087000000002</c:v>
                </c:pt>
                <c:pt idx="3099">
                  <c:v>75.451256000000001</c:v>
                </c:pt>
                <c:pt idx="3100">
                  <c:v>75.416267000000005</c:v>
                </c:pt>
                <c:pt idx="3101">
                  <c:v>75.351616000000007</c:v>
                </c:pt>
                <c:pt idx="3102">
                  <c:v>75.268944000000005</c:v>
                </c:pt>
                <c:pt idx="3103">
                  <c:v>75.186629999999994</c:v>
                </c:pt>
                <c:pt idx="3104">
                  <c:v>75.113388</c:v>
                </c:pt>
                <c:pt idx="3105">
                  <c:v>75.043282000000005</c:v>
                </c:pt>
                <c:pt idx="3106">
                  <c:v>74.981369000000001</c:v>
                </c:pt>
                <c:pt idx="3107">
                  <c:v>74.923828</c:v>
                </c:pt>
                <c:pt idx="3108">
                  <c:v>74.868651999999997</c:v>
                </c:pt>
                <c:pt idx="3109">
                  <c:v>74.810112000000004</c:v>
                </c:pt>
                <c:pt idx="3110">
                  <c:v>74.748795000000001</c:v>
                </c:pt>
                <c:pt idx="3111">
                  <c:v>74.690551999999997</c:v>
                </c:pt>
                <c:pt idx="3112">
                  <c:v>74.646361999999996</c:v>
                </c:pt>
                <c:pt idx="3113">
                  <c:v>74.619575999999995</c:v>
                </c:pt>
                <c:pt idx="3114">
                  <c:v>74.609734000000003</c:v>
                </c:pt>
                <c:pt idx="3115">
                  <c:v>74.615264999999994</c:v>
                </c:pt>
                <c:pt idx="3116">
                  <c:v>74.631584000000004</c:v>
                </c:pt>
                <c:pt idx="3117">
                  <c:v>74.664710999999997</c:v>
                </c:pt>
                <c:pt idx="3118">
                  <c:v>74.718895000000003</c:v>
                </c:pt>
                <c:pt idx="3119">
                  <c:v>74.791283000000007</c:v>
                </c:pt>
                <c:pt idx="3120">
                  <c:v>74.887282999999996</c:v>
                </c:pt>
                <c:pt idx="3121">
                  <c:v>75.002510000000001</c:v>
                </c:pt>
                <c:pt idx="3122">
                  <c:v>75.137687999999997</c:v>
                </c:pt>
                <c:pt idx="3123">
                  <c:v>75.289299</c:v>
                </c:pt>
                <c:pt idx="3124">
                  <c:v>75.448577999999998</c:v>
                </c:pt>
                <c:pt idx="3125">
                  <c:v>75.613051999999996</c:v>
                </c:pt>
                <c:pt idx="3126">
                  <c:v>75.780174000000002</c:v>
                </c:pt>
                <c:pt idx="3127">
                  <c:v>75.954155</c:v>
                </c:pt>
                <c:pt idx="3128">
                  <c:v>76.140929999999997</c:v>
                </c:pt>
                <c:pt idx="3129">
                  <c:v>76.340041999999997</c:v>
                </c:pt>
                <c:pt idx="3130">
                  <c:v>76.492042999999995</c:v>
                </c:pt>
                <c:pt idx="3131">
                  <c:v>76.534576000000001</c:v>
                </c:pt>
                <c:pt idx="3132">
                  <c:v>76.460335000000001</c:v>
                </c:pt>
                <c:pt idx="3133">
                  <c:v>76.287209000000004</c:v>
                </c:pt>
                <c:pt idx="3134">
                  <c:v>76.144951000000006</c:v>
                </c:pt>
                <c:pt idx="3135">
                  <c:v>76.007987999999997</c:v>
                </c:pt>
                <c:pt idx="3136">
                  <c:v>75.874602999999993</c:v>
                </c:pt>
                <c:pt idx="3137">
                  <c:v>75.774192999999997</c:v>
                </c:pt>
                <c:pt idx="3138">
                  <c:v>75.684853000000004</c:v>
                </c:pt>
                <c:pt idx="3139">
                  <c:v>75.607544000000004</c:v>
                </c:pt>
                <c:pt idx="3140">
                  <c:v>75.562920000000005</c:v>
                </c:pt>
                <c:pt idx="3141">
                  <c:v>75.555733000000004</c:v>
                </c:pt>
                <c:pt idx="3142">
                  <c:v>75.580521000000005</c:v>
                </c:pt>
                <c:pt idx="3143">
                  <c:v>75.613395999999995</c:v>
                </c:pt>
                <c:pt idx="3144">
                  <c:v>75.623039000000006</c:v>
                </c:pt>
                <c:pt idx="3145">
                  <c:v>75.550246999999999</c:v>
                </c:pt>
                <c:pt idx="3146">
                  <c:v>75.370834000000002</c:v>
                </c:pt>
                <c:pt idx="3147">
                  <c:v>75.195014999999998</c:v>
                </c:pt>
                <c:pt idx="3148">
                  <c:v>75.065887000000004</c:v>
                </c:pt>
                <c:pt idx="3149">
                  <c:v>74.943634000000003</c:v>
                </c:pt>
                <c:pt idx="3150">
                  <c:v>74.826713999999996</c:v>
                </c:pt>
                <c:pt idx="3151">
                  <c:v>74.745804000000007</c:v>
                </c:pt>
                <c:pt idx="3152">
                  <c:v>74.697722999999996</c:v>
                </c:pt>
                <c:pt idx="3153">
                  <c:v>74.694785999999993</c:v>
                </c:pt>
                <c:pt idx="3154">
                  <c:v>74.720862999999994</c:v>
                </c:pt>
                <c:pt idx="3155">
                  <c:v>74.711449000000002</c:v>
                </c:pt>
                <c:pt idx="3156">
                  <c:v>74.615539999999996</c:v>
                </c:pt>
                <c:pt idx="3157">
                  <c:v>74.471596000000005</c:v>
                </c:pt>
                <c:pt idx="3158">
                  <c:v>74.350776999999994</c:v>
                </c:pt>
                <c:pt idx="3159">
                  <c:v>74.313064999999995</c:v>
                </c:pt>
                <c:pt idx="3160">
                  <c:v>74.294669999999996</c:v>
                </c:pt>
                <c:pt idx="3161">
                  <c:v>74.239638999999997</c:v>
                </c:pt>
                <c:pt idx="3162">
                  <c:v>74.158996999999999</c:v>
                </c:pt>
                <c:pt idx="3163">
                  <c:v>74.071197999999995</c:v>
                </c:pt>
                <c:pt idx="3164">
                  <c:v>73.943268000000003</c:v>
                </c:pt>
                <c:pt idx="3165">
                  <c:v>73.710448999999997</c:v>
                </c:pt>
                <c:pt idx="3166">
                  <c:v>73.363975999999994</c:v>
                </c:pt>
                <c:pt idx="3167">
                  <c:v>72.877785000000003</c:v>
                </c:pt>
                <c:pt idx="3168">
                  <c:v>72.248786999999993</c:v>
                </c:pt>
                <c:pt idx="3169">
                  <c:v>71.533325000000005</c:v>
                </c:pt>
                <c:pt idx="3170">
                  <c:v>71.012939000000003</c:v>
                </c:pt>
                <c:pt idx="3171">
                  <c:v>70.666397000000003</c:v>
                </c:pt>
                <c:pt idx="3172">
                  <c:v>70.533562000000003</c:v>
                </c:pt>
                <c:pt idx="3173">
                  <c:v>70.680176000000003</c:v>
                </c:pt>
                <c:pt idx="3174">
                  <c:v>71.052916999999994</c:v>
                </c:pt>
                <c:pt idx="3175">
                  <c:v>71.600089999999994</c:v>
                </c:pt>
                <c:pt idx="3176">
                  <c:v>72.197722999999996</c:v>
                </c:pt>
                <c:pt idx="3177">
                  <c:v>72.466605999999999</c:v>
                </c:pt>
                <c:pt idx="3178">
                  <c:v>72.482353000000003</c:v>
                </c:pt>
                <c:pt idx="3179">
                  <c:v>72.309546999999995</c:v>
                </c:pt>
                <c:pt idx="3180">
                  <c:v>72.112549000000001</c:v>
                </c:pt>
                <c:pt idx="3181">
                  <c:v>71.906715000000005</c:v>
                </c:pt>
                <c:pt idx="3182">
                  <c:v>71.742690999999994</c:v>
                </c:pt>
                <c:pt idx="3183">
                  <c:v>71.593627999999995</c:v>
                </c:pt>
                <c:pt idx="3184">
                  <c:v>71.463004999999995</c:v>
                </c:pt>
                <c:pt idx="3185">
                  <c:v>71.381507999999997</c:v>
                </c:pt>
                <c:pt idx="3186">
                  <c:v>71.141174000000007</c:v>
                </c:pt>
                <c:pt idx="3187">
                  <c:v>70.760506000000007</c:v>
                </c:pt>
                <c:pt idx="3188">
                  <c:v>70.239379999999997</c:v>
                </c:pt>
                <c:pt idx="3189">
                  <c:v>69.741371000000001</c:v>
                </c:pt>
                <c:pt idx="3190">
                  <c:v>69.412009999999995</c:v>
                </c:pt>
                <c:pt idx="3191">
                  <c:v>69.447486999999995</c:v>
                </c:pt>
                <c:pt idx="3192">
                  <c:v>69.915244999999999</c:v>
                </c:pt>
                <c:pt idx="3193">
                  <c:v>70.474784999999997</c:v>
                </c:pt>
                <c:pt idx="3194">
                  <c:v>71.039253000000002</c:v>
                </c:pt>
                <c:pt idx="3195">
                  <c:v>71.59845</c:v>
                </c:pt>
                <c:pt idx="3196">
                  <c:v>72.075721999999999</c:v>
                </c:pt>
                <c:pt idx="3197">
                  <c:v>72.386123999999995</c:v>
                </c:pt>
                <c:pt idx="3198">
                  <c:v>72.591269999999994</c:v>
                </c:pt>
                <c:pt idx="3199">
                  <c:v>72.668021999999993</c:v>
                </c:pt>
                <c:pt idx="3200">
                  <c:v>72.624236999999994</c:v>
                </c:pt>
                <c:pt idx="3201">
                  <c:v>72.553657999999999</c:v>
                </c:pt>
                <c:pt idx="3202">
                  <c:v>72.490798999999996</c:v>
                </c:pt>
                <c:pt idx="3203">
                  <c:v>72.419433999999995</c:v>
                </c:pt>
                <c:pt idx="3204">
                  <c:v>72.326774999999998</c:v>
                </c:pt>
                <c:pt idx="3205">
                  <c:v>72.268744999999996</c:v>
                </c:pt>
                <c:pt idx="3206">
                  <c:v>72.285460999999998</c:v>
                </c:pt>
                <c:pt idx="3207">
                  <c:v>72.336594000000005</c:v>
                </c:pt>
                <c:pt idx="3208">
                  <c:v>72.417236000000003</c:v>
                </c:pt>
                <c:pt idx="3209">
                  <c:v>72.495643999999999</c:v>
                </c:pt>
                <c:pt idx="3210">
                  <c:v>72.619797000000005</c:v>
                </c:pt>
                <c:pt idx="3211">
                  <c:v>72.606560000000002</c:v>
                </c:pt>
                <c:pt idx="3212">
                  <c:v>72.505211000000003</c:v>
                </c:pt>
                <c:pt idx="3213">
                  <c:v>72.201424000000003</c:v>
                </c:pt>
                <c:pt idx="3214">
                  <c:v>71.676163000000003</c:v>
                </c:pt>
                <c:pt idx="3215">
                  <c:v>70.890197999999998</c:v>
                </c:pt>
                <c:pt idx="3216">
                  <c:v>69.894119000000003</c:v>
                </c:pt>
                <c:pt idx="3217">
                  <c:v>68.918114000000003</c:v>
                </c:pt>
                <c:pt idx="3218">
                  <c:v>68.117644999999996</c:v>
                </c:pt>
                <c:pt idx="3219">
                  <c:v>67.507423000000003</c:v>
                </c:pt>
                <c:pt idx="3220">
                  <c:v>67.041306000000006</c:v>
                </c:pt>
                <c:pt idx="3221">
                  <c:v>66.846519000000001</c:v>
                </c:pt>
                <c:pt idx="3222">
                  <c:v>66.791602999999995</c:v>
                </c:pt>
                <c:pt idx="3223">
                  <c:v>66.727478000000005</c:v>
                </c:pt>
                <c:pt idx="3224">
                  <c:v>66.677734000000001</c:v>
                </c:pt>
                <c:pt idx="3225">
                  <c:v>66.643119999999996</c:v>
                </c:pt>
                <c:pt idx="3226">
                  <c:v>66.636032</c:v>
                </c:pt>
                <c:pt idx="3227">
                  <c:v>66.647628999999995</c:v>
                </c:pt>
                <c:pt idx="3228">
                  <c:v>66.678696000000002</c:v>
                </c:pt>
                <c:pt idx="3229">
                  <c:v>66.726676999999995</c:v>
                </c:pt>
                <c:pt idx="3230">
                  <c:v>66.782454999999999</c:v>
                </c:pt>
                <c:pt idx="3231">
                  <c:v>66.838736999999995</c:v>
                </c:pt>
                <c:pt idx="3232">
                  <c:v>66.919212000000002</c:v>
                </c:pt>
                <c:pt idx="3233">
                  <c:v>67.237403999999998</c:v>
                </c:pt>
                <c:pt idx="3234">
                  <c:v>67.514579999999995</c:v>
                </c:pt>
                <c:pt idx="3235">
                  <c:v>67.848526000000007</c:v>
                </c:pt>
                <c:pt idx="3236">
                  <c:v>68.283714000000003</c:v>
                </c:pt>
                <c:pt idx="3237">
                  <c:v>68.763260000000002</c:v>
                </c:pt>
                <c:pt idx="3238">
                  <c:v>69.306183000000004</c:v>
                </c:pt>
                <c:pt idx="3239">
                  <c:v>69.619727999999995</c:v>
                </c:pt>
                <c:pt idx="3240">
                  <c:v>69.793007000000003</c:v>
                </c:pt>
                <c:pt idx="3241">
                  <c:v>69.924515</c:v>
                </c:pt>
                <c:pt idx="3242">
                  <c:v>70.097960999999998</c:v>
                </c:pt>
                <c:pt idx="3243">
                  <c:v>70.308327000000006</c:v>
                </c:pt>
                <c:pt idx="3244">
                  <c:v>70.493697999999995</c:v>
                </c:pt>
                <c:pt idx="3245">
                  <c:v>70.659903999999997</c:v>
                </c:pt>
                <c:pt idx="3246">
                  <c:v>70.808837999999994</c:v>
                </c:pt>
                <c:pt idx="3247">
                  <c:v>70.923850999999999</c:v>
                </c:pt>
                <c:pt idx="3248">
                  <c:v>71.037696999999994</c:v>
                </c:pt>
                <c:pt idx="3249">
                  <c:v>71.143837000000005</c:v>
                </c:pt>
                <c:pt idx="3250">
                  <c:v>71.235534999999999</c:v>
                </c:pt>
                <c:pt idx="3251">
                  <c:v>71.275069999999999</c:v>
                </c:pt>
                <c:pt idx="3252">
                  <c:v>71.238326999999998</c:v>
                </c:pt>
                <c:pt idx="3253">
                  <c:v>71.134972000000005</c:v>
                </c:pt>
                <c:pt idx="3254">
                  <c:v>71.007874000000001</c:v>
                </c:pt>
                <c:pt idx="3255">
                  <c:v>70.907677000000007</c:v>
                </c:pt>
                <c:pt idx="3256">
                  <c:v>70.845680000000002</c:v>
                </c:pt>
                <c:pt idx="3257">
                  <c:v>70.834571999999994</c:v>
                </c:pt>
                <c:pt idx="3258">
                  <c:v>70.892700000000005</c:v>
                </c:pt>
                <c:pt idx="3259">
                  <c:v>71.003310999999997</c:v>
                </c:pt>
                <c:pt idx="3260">
                  <c:v>71.141930000000002</c:v>
                </c:pt>
                <c:pt idx="3261">
                  <c:v>71.270690999999999</c:v>
                </c:pt>
                <c:pt idx="3262">
                  <c:v>71.386475000000004</c:v>
                </c:pt>
                <c:pt idx="3263">
                  <c:v>71.493949999999998</c:v>
                </c:pt>
                <c:pt idx="3264">
                  <c:v>71.590477000000007</c:v>
                </c:pt>
                <c:pt idx="3265">
                  <c:v>71.678307000000004</c:v>
                </c:pt>
                <c:pt idx="3266">
                  <c:v>71.748238000000001</c:v>
                </c:pt>
                <c:pt idx="3267">
                  <c:v>71.803909000000004</c:v>
                </c:pt>
                <c:pt idx="3268">
                  <c:v>71.855880999999997</c:v>
                </c:pt>
                <c:pt idx="3269">
                  <c:v>71.918884000000006</c:v>
                </c:pt>
                <c:pt idx="3270">
                  <c:v>71.948646999999994</c:v>
                </c:pt>
                <c:pt idx="3271">
                  <c:v>71.902191000000002</c:v>
                </c:pt>
                <c:pt idx="3272">
                  <c:v>71.777518999999998</c:v>
                </c:pt>
                <c:pt idx="3273">
                  <c:v>71.626534000000007</c:v>
                </c:pt>
                <c:pt idx="3274">
                  <c:v>71.508208999999994</c:v>
                </c:pt>
                <c:pt idx="3275">
                  <c:v>71.442573999999993</c:v>
                </c:pt>
                <c:pt idx="3276">
                  <c:v>71.469695999999999</c:v>
                </c:pt>
                <c:pt idx="3277">
                  <c:v>71.514838999999995</c:v>
                </c:pt>
                <c:pt idx="3278">
                  <c:v>71.466560000000001</c:v>
                </c:pt>
                <c:pt idx="3279">
                  <c:v>71.331451000000001</c:v>
                </c:pt>
                <c:pt idx="3280">
                  <c:v>71.138405000000006</c:v>
                </c:pt>
                <c:pt idx="3281">
                  <c:v>71.079505999999995</c:v>
                </c:pt>
                <c:pt idx="3282">
                  <c:v>71.041420000000002</c:v>
                </c:pt>
                <c:pt idx="3283">
                  <c:v>70.965912000000003</c:v>
                </c:pt>
                <c:pt idx="3284">
                  <c:v>70.863106000000002</c:v>
                </c:pt>
                <c:pt idx="3285">
                  <c:v>70.728790000000004</c:v>
                </c:pt>
                <c:pt idx="3286">
                  <c:v>70.514122</c:v>
                </c:pt>
                <c:pt idx="3287">
                  <c:v>70.209969000000001</c:v>
                </c:pt>
                <c:pt idx="3288">
                  <c:v>69.731926000000001</c:v>
                </c:pt>
                <c:pt idx="3289">
                  <c:v>69.052788000000007</c:v>
                </c:pt>
                <c:pt idx="3290">
                  <c:v>68.290199000000001</c:v>
                </c:pt>
                <c:pt idx="3291">
                  <c:v>67.494713000000004</c:v>
                </c:pt>
                <c:pt idx="3292">
                  <c:v>67.050803999999999</c:v>
                </c:pt>
                <c:pt idx="3293">
                  <c:v>66.887237999999996</c:v>
                </c:pt>
                <c:pt idx="3294">
                  <c:v>66.851851999999994</c:v>
                </c:pt>
                <c:pt idx="3295">
                  <c:v>66.844795000000005</c:v>
                </c:pt>
                <c:pt idx="3296">
                  <c:v>66.854896999999994</c:v>
                </c:pt>
                <c:pt idx="3297">
                  <c:v>66.872780000000006</c:v>
                </c:pt>
                <c:pt idx="3298">
                  <c:v>66.897530000000003</c:v>
                </c:pt>
                <c:pt idx="3299">
                  <c:v>66.907173</c:v>
                </c:pt>
                <c:pt idx="3300">
                  <c:v>66.906470999999996</c:v>
                </c:pt>
                <c:pt idx="3301">
                  <c:v>66.902564999999996</c:v>
                </c:pt>
                <c:pt idx="3302">
                  <c:v>66.825385999999995</c:v>
                </c:pt>
                <c:pt idx="3303">
                  <c:v>66.761650000000003</c:v>
                </c:pt>
                <c:pt idx="3304">
                  <c:v>66.702583000000004</c:v>
                </c:pt>
                <c:pt idx="3305">
                  <c:v>66.636489999999995</c:v>
                </c:pt>
                <c:pt idx="3306">
                  <c:v>66.574218999999999</c:v>
                </c:pt>
                <c:pt idx="3307">
                  <c:v>66.522018000000003</c:v>
                </c:pt>
                <c:pt idx="3308">
                  <c:v>66.453841999999995</c:v>
                </c:pt>
                <c:pt idx="3309">
                  <c:v>66.371444999999994</c:v>
                </c:pt>
                <c:pt idx="3310">
                  <c:v>66.264342999999997</c:v>
                </c:pt>
                <c:pt idx="3311">
                  <c:v>66.166060999999999</c:v>
                </c:pt>
                <c:pt idx="3312">
                  <c:v>66.100418000000005</c:v>
                </c:pt>
                <c:pt idx="3313">
                  <c:v>66.089966000000004</c:v>
                </c:pt>
                <c:pt idx="3314">
                  <c:v>66.107285000000005</c:v>
                </c:pt>
                <c:pt idx="3315">
                  <c:v>66.160178999999999</c:v>
                </c:pt>
                <c:pt idx="3316">
                  <c:v>66.231987000000004</c:v>
                </c:pt>
                <c:pt idx="3317">
                  <c:v>66.312683000000007</c:v>
                </c:pt>
                <c:pt idx="3318">
                  <c:v>66.383492000000004</c:v>
                </c:pt>
                <c:pt idx="3319">
                  <c:v>66.428970000000007</c:v>
                </c:pt>
                <c:pt idx="3320">
                  <c:v>66.452950000000001</c:v>
                </c:pt>
                <c:pt idx="3321">
                  <c:v>66.446449000000001</c:v>
                </c:pt>
                <c:pt idx="3322">
                  <c:v>66.427986000000004</c:v>
                </c:pt>
                <c:pt idx="3323">
                  <c:v>66.407677000000007</c:v>
                </c:pt>
                <c:pt idx="3324">
                  <c:v>66.404526000000004</c:v>
                </c:pt>
                <c:pt idx="3325">
                  <c:v>66.415442999999996</c:v>
                </c:pt>
                <c:pt idx="3326">
                  <c:v>66.428641999999996</c:v>
                </c:pt>
                <c:pt idx="3327">
                  <c:v>66.447601000000006</c:v>
                </c:pt>
                <c:pt idx="3328">
                  <c:v>66.465873999999999</c:v>
                </c:pt>
                <c:pt idx="3329">
                  <c:v>66.473067999999998</c:v>
                </c:pt>
                <c:pt idx="3330">
                  <c:v>66.476639000000006</c:v>
                </c:pt>
                <c:pt idx="3331">
                  <c:v>66.476799</c:v>
                </c:pt>
                <c:pt idx="3332">
                  <c:v>66.490027999999995</c:v>
                </c:pt>
                <c:pt idx="3333">
                  <c:v>66.485427999999999</c:v>
                </c:pt>
                <c:pt idx="3334">
                  <c:v>66.490409999999997</c:v>
                </c:pt>
                <c:pt idx="3335">
                  <c:v>66.484436000000002</c:v>
                </c:pt>
                <c:pt idx="3336">
                  <c:v>66.474602000000004</c:v>
                </c:pt>
                <c:pt idx="3337">
                  <c:v>66.465477000000007</c:v>
                </c:pt>
                <c:pt idx="3338">
                  <c:v>66.469429000000005</c:v>
                </c:pt>
                <c:pt idx="3339">
                  <c:v>66.454200999999998</c:v>
                </c:pt>
                <c:pt idx="3340">
                  <c:v>66.433136000000005</c:v>
                </c:pt>
                <c:pt idx="3341">
                  <c:v>66.407760999999994</c:v>
                </c:pt>
                <c:pt idx="3342">
                  <c:v>66.411063999999996</c:v>
                </c:pt>
                <c:pt idx="3343">
                  <c:v>66.366507999999996</c:v>
                </c:pt>
                <c:pt idx="3344">
                  <c:v>66.321563999999995</c:v>
                </c:pt>
                <c:pt idx="3345">
                  <c:v>66.276070000000004</c:v>
                </c:pt>
                <c:pt idx="3346">
                  <c:v>66.250838999999999</c:v>
                </c:pt>
                <c:pt idx="3347">
                  <c:v>66.236214000000004</c:v>
                </c:pt>
                <c:pt idx="3348">
                  <c:v>66.234009</c:v>
                </c:pt>
                <c:pt idx="3349">
                  <c:v>66.249236999999994</c:v>
                </c:pt>
                <c:pt idx="3350">
                  <c:v>66.252831</c:v>
                </c:pt>
                <c:pt idx="3351">
                  <c:v>66.269690999999995</c:v>
                </c:pt>
                <c:pt idx="3352">
                  <c:v>66.267928999999995</c:v>
                </c:pt>
                <c:pt idx="3353">
                  <c:v>66.249611000000002</c:v>
                </c:pt>
                <c:pt idx="3354">
                  <c:v>66.230498999999995</c:v>
                </c:pt>
                <c:pt idx="3355">
                  <c:v>66.2547</c:v>
                </c:pt>
                <c:pt idx="3356">
                  <c:v>66.297623000000002</c:v>
                </c:pt>
                <c:pt idx="3357">
                  <c:v>66.325142</c:v>
                </c:pt>
                <c:pt idx="3358">
                  <c:v>66.315933000000001</c:v>
                </c:pt>
                <c:pt idx="3359">
                  <c:v>66.312798000000001</c:v>
                </c:pt>
                <c:pt idx="3360">
                  <c:v>66.330665999999994</c:v>
                </c:pt>
                <c:pt idx="3361">
                  <c:v>66.309746000000004</c:v>
                </c:pt>
                <c:pt idx="3362">
                  <c:v>66.296204000000003</c:v>
                </c:pt>
                <c:pt idx="3363">
                  <c:v>66.309021000000001</c:v>
                </c:pt>
                <c:pt idx="3364">
                  <c:v>66.334136999999998</c:v>
                </c:pt>
                <c:pt idx="3365">
                  <c:v>66.368804999999995</c:v>
                </c:pt>
                <c:pt idx="3366">
                  <c:v>66.373322000000002</c:v>
                </c:pt>
                <c:pt idx="3367">
                  <c:v>66.361084000000005</c:v>
                </c:pt>
                <c:pt idx="3368">
                  <c:v>66.373962000000006</c:v>
                </c:pt>
                <c:pt idx="3369">
                  <c:v>66.378226999999995</c:v>
                </c:pt>
                <c:pt idx="3370">
                  <c:v>66.364791999999994</c:v>
                </c:pt>
                <c:pt idx="3371">
                  <c:v>66.338729999999998</c:v>
                </c:pt>
                <c:pt idx="3372">
                  <c:v>66.318038999999999</c:v>
                </c:pt>
                <c:pt idx="3373">
                  <c:v>66.300872999999996</c:v>
                </c:pt>
                <c:pt idx="3374">
                  <c:v>66.289176999999995</c:v>
                </c:pt>
                <c:pt idx="3375">
                  <c:v>66.260390999999998</c:v>
                </c:pt>
                <c:pt idx="3376">
                  <c:v>66.285858000000005</c:v>
                </c:pt>
                <c:pt idx="3377">
                  <c:v>66.288169999999994</c:v>
                </c:pt>
                <c:pt idx="3378">
                  <c:v>66.280144000000007</c:v>
                </c:pt>
                <c:pt idx="3379">
                  <c:v>66.278008</c:v>
                </c:pt>
                <c:pt idx="3380">
                  <c:v>66.320037999999997</c:v>
                </c:pt>
                <c:pt idx="3381">
                  <c:v>66.327927000000003</c:v>
                </c:pt>
                <c:pt idx="3382">
                  <c:v>66.348243999999994</c:v>
                </c:pt>
                <c:pt idx="3383">
                  <c:v>66.371109000000004</c:v>
                </c:pt>
                <c:pt idx="3384">
                  <c:v>66.415627000000001</c:v>
                </c:pt>
                <c:pt idx="3385">
                  <c:v>66.427886999999998</c:v>
                </c:pt>
                <c:pt idx="3386">
                  <c:v>66.414223000000007</c:v>
                </c:pt>
                <c:pt idx="3387">
                  <c:v>66.385468000000003</c:v>
                </c:pt>
                <c:pt idx="3388">
                  <c:v>66.393981999999994</c:v>
                </c:pt>
                <c:pt idx="3389">
                  <c:v>66.397957000000005</c:v>
                </c:pt>
                <c:pt idx="3390">
                  <c:v>66.415047000000001</c:v>
                </c:pt>
                <c:pt idx="3391">
                  <c:v>66.389313000000001</c:v>
                </c:pt>
                <c:pt idx="3392">
                  <c:v>66.363761999999994</c:v>
                </c:pt>
                <c:pt idx="3393">
                  <c:v>66.347733000000005</c:v>
                </c:pt>
                <c:pt idx="3394">
                  <c:v>66.333588000000006</c:v>
                </c:pt>
                <c:pt idx="3395">
                  <c:v>66.322006000000002</c:v>
                </c:pt>
                <c:pt idx="3396">
                  <c:v>66.313323999999994</c:v>
                </c:pt>
                <c:pt idx="3397">
                  <c:v>66.311729</c:v>
                </c:pt>
                <c:pt idx="3398">
                  <c:v>66.290619000000007</c:v>
                </c:pt>
                <c:pt idx="3399">
                  <c:v>66.271797000000007</c:v>
                </c:pt>
                <c:pt idx="3400">
                  <c:v>66.275634999999994</c:v>
                </c:pt>
                <c:pt idx="3401">
                  <c:v>66.287743000000006</c:v>
                </c:pt>
                <c:pt idx="3402">
                  <c:v>66.301993999999993</c:v>
                </c:pt>
                <c:pt idx="3403">
                  <c:v>66.328316000000001</c:v>
                </c:pt>
                <c:pt idx="3404">
                  <c:v>66.358849000000006</c:v>
                </c:pt>
                <c:pt idx="3405">
                  <c:v>66.370482999999993</c:v>
                </c:pt>
                <c:pt idx="3406">
                  <c:v>66.372237999999996</c:v>
                </c:pt>
                <c:pt idx="3407">
                  <c:v>66.348922999999999</c:v>
                </c:pt>
                <c:pt idx="3408">
                  <c:v>66.315421999999998</c:v>
                </c:pt>
                <c:pt idx="3409">
                  <c:v>66.284285999999994</c:v>
                </c:pt>
                <c:pt idx="3410">
                  <c:v>66.262649999999994</c:v>
                </c:pt>
                <c:pt idx="3411">
                  <c:v>66.249495999999994</c:v>
                </c:pt>
                <c:pt idx="3412">
                  <c:v>66.243538000000001</c:v>
                </c:pt>
                <c:pt idx="3413">
                  <c:v>66.240416999999994</c:v>
                </c:pt>
                <c:pt idx="3414">
                  <c:v>66.239486999999997</c:v>
                </c:pt>
                <c:pt idx="3415">
                  <c:v>66.254615999999999</c:v>
                </c:pt>
                <c:pt idx="3416">
                  <c:v>66.264838999999995</c:v>
                </c:pt>
                <c:pt idx="3417">
                  <c:v>66.274719000000005</c:v>
                </c:pt>
                <c:pt idx="3418">
                  <c:v>66.286186000000001</c:v>
                </c:pt>
                <c:pt idx="3419">
                  <c:v>66.303794999999994</c:v>
                </c:pt>
                <c:pt idx="3420">
                  <c:v>66.308975000000004</c:v>
                </c:pt>
                <c:pt idx="3421">
                  <c:v>66.305205999999998</c:v>
                </c:pt>
                <c:pt idx="3422">
                  <c:v>66.317383000000007</c:v>
                </c:pt>
                <c:pt idx="3423">
                  <c:v>66.294715999999994</c:v>
                </c:pt>
                <c:pt idx="3424">
                  <c:v>66.271416000000002</c:v>
                </c:pt>
                <c:pt idx="3425">
                  <c:v>66.260795999999999</c:v>
                </c:pt>
                <c:pt idx="3426">
                  <c:v>66.254227</c:v>
                </c:pt>
                <c:pt idx="3427">
                  <c:v>61.059108999999999</c:v>
                </c:pt>
                <c:pt idx="3428">
                  <c:v>61.241363999999997</c:v>
                </c:pt>
                <c:pt idx="3429">
                  <c:v>62.801022000000003</c:v>
                </c:pt>
                <c:pt idx="3430">
                  <c:v>63.558036999999999</c:v>
                </c:pt>
                <c:pt idx="3431">
                  <c:v>64.036124999999998</c:v>
                </c:pt>
                <c:pt idx="3432">
                  <c:v>64.448288000000005</c:v>
                </c:pt>
                <c:pt idx="3433">
                  <c:v>64.764358999999999</c:v>
                </c:pt>
                <c:pt idx="3434">
                  <c:v>65.022896000000003</c:v>
                </c:pt>
                <c:pt idx="3435">
                  <c:v>65.234970000000004</c:v>
                </c:pt>
                <c:pt idx="3436">
                  <c:v>65.406433000000007</c:v>
                </c:pt>
                <c:pt idx="3437">
                  <c:v>65.549210000000002</c:v>
                </c:pt>
                <c:pt idx="3438">
                  <c:v>65.657523999999995</c:v>
                </c:pt>
                <c:pt idx="3439">
                  <c:v>65.749336</c:v>
                </c:pt>
                <c:pt idx="3440">
                  <c:v>65.819275000000005</c:v>
                </c:pt>
                <c:pt idx="3441">
                  <c:v>65.877380000000002</c:v>
                </c:pt>
                <c:pt idx="3442">
                  <c:v>65.911865000000006</c:v>
                </c:pt>
                <c:pt idx="3443">
                  <c:v>65.928757000000004</c:v>
                </c:pt>
                <c:pt idx="3444">
                  <c:v>65.944068999999999</c:v>
                </c:pt>
                <c:pt idx="3445">
                  <c:v>65.971114999999998</c:v>
                </c:pt>
                <c:pt idx="3446">
                  <c:v>65.991889999999998</c:v>
                </c:pt>
                <c:pt idx="3447">
                  <c:v>65.990836999999999</c:v>
                </c:pt>
                <c:pt idx="3448">
                  <c:v>66.008469000000005</c:v>
                </c:pt>
                <c:pt idx="3449">
                  <c:v>66.028755000000004</c:v>
                </c:pt>
                <c:pt idx="3450">
                  <c:v>66.032570000000007</c:v>
                </c:pt>
                <c:pt idx="3451">
                  <c:v>66.040633999999997</c:v>
                </c:pt>
                <c:pt idx="3452">
                  <c:v>66.072258000000005</c:v>
                </c:pt>
                <c:pt idx="3453">
                  <c:v>66.122673000000006</c:v>
                </c:pt>
                <c:pt idx="3454">
                  <c:v>66.158409000000006</c:v>
                </c:pt>
                <c:pt idx="3455">
                  <c:v>66.180519000000004</c:v>
                </c:pt>
                <c:pt idx="3456">
                  <c:v>66.185089000000005</c:v>
                </c:pt>
                <c:pt idx="3457">
                  <c:v>66.175003000000004</c:v>
                </c:pt>
                <c:pt idx="3458">
                  <c:v>66.155013999999994</c:v>
                </c:pt>
                <c:pt idx="3459">
                  <c:v>66.128264999999999</c:v>
                </c:pt>
                <c:pt idx="3460">
                  <c:v>66.107628000000005</c:v>
                </c:pt>
                <c:pt idx="3461">
                  <c:v>66.094977999999998</c:v>
                </c:pt>
                <c:pt idx="3462">
                  <c:v>66.08963</c:v>
                </c:pt>
                <c:pt idx="3463">
                  <c:v>66.093970999999996</c:v>
                </c:pt>
                <c:pt idx="3464">
                  <c:v>66.113524999999996</c:v>
                </c:pt>
                <c:pt idx="3465">
                  <c:v>66.132050000000007</c:v>
                </c:pt>
                <c:pt idx="3466">
                  <c:v>66.156441000000001</c:v>
                </c:pt>
                <c:pt idx="3467">
                  <c:v>66.186058000000003</c:v>
                </c:pt>
                <c:pt idx="3468">
                  <c:v>66.214164999999994</c:v>
                </c:pt>
                <c:pt idx="3469">
                  <c:v>66.244956999999999</c:v>
                </c:pt>
                <c:pt idx="3470">
                  <c:v>66.276741000000001</c:v>
                </c:pt>
                <c:pt idx="3471">
                  <c:v>66.294228000000004</c:v>
                </c:pt>
                <c:pt idx="3472">
                  <c:v>66.304146000000003</c:v>
                </c:pt>
                <c:pt idx="3473">
                  <c:v>66.309287999999995</c:v>
                </c:pt>
                <c:pt idx="3474">
                  <c:v>66.311256</c:v>
                </c:pt>
                <c:pt idx="3475">
                  <c:v>66.323279999999997</c:v>
                </c:pt>
                <c:pt idx="3476">
                  <c:v>66.316710999999998</c:v>
                </c:pt>
                <c:pt idx="3477">
                  <c:v>66.312813000000006</c:v>
                </c:pt>
                <c:pt idx="3478">
                  <c:v>66.304359000000005</c:v>
                </c:pt>
                <c:pt idx="3479">
                  <c:v>66.289351999999994</c:v>
                </c:pt>
                <c:pt idx="3480">
                  <c:v>66.273544000000001</c:v>
                </c:pt>
                <c:pt idx="3481">
                  <c:v>66.250823999999994</c:v>
                </c:pt>
                <c:pt idx="3482">
                  <c:v>66.221267999999995</c:v>
                </c:pt>
                <c:pt idx="3483">
                  <c:v>66.193969999999993</c:v>
                </c:pt>
                <c:pt idx="3484">
                  <c:v>66.164589000000007</c:v>
                </c:pt>
                <c:pt idx="3485">
                  <c:v>66.135627999999997</c:v>
                </c:pt>
                <c:pt idx="3486">
                  <c:v>66.113144000000005</c:v>
                </c:pt>
                <c:pt idx="3487">
                  <c:v>66.095398000000003</c:v>
                </c:pt>
                <c:pt idx="3488">
                  <c:v>66.092819000000006</c:v>
                </c:pt>
                <c:pt idx="3489">
                  <c:v>66.103081000000003</c:v>
                </c:pt>
                <c:pt idx="3490">
                  <c:v>66.130249000000006</c:v>
                </c:pt>
                <c:pt idx="3491">
                  <c:v>66.156875999999997</c:v>
                </c:pt>
                <c:pt idx="3492">
                  <c:v>66.186356000000004</c:v>
                </c:pt>
                <c:pt idx="3493">
                  <c:v>66.215819999999994</c:v>
                </c:pt>
                <c:pt idx="3494">
                  <c:v>66.222426999999996</c:v>
                </c:pt>
                <c:pt idx="3495">
                  <c:v>66.213820999999996</c:v>
                </c:pt>
                <c:pt idx="3496">
                  <c:v>66.196899000000002</c:v>
                </c:pt>
                <c:pt idx="3497">
                  <c:v>66.182686000000004</c:v>
                </c:pt>
                <c:pt idx="3498">
                  <c:v>66.171242000000007</c:v>
                </c:pt>
                <c:pt idx="3499">
                  <c:v>66.157088999999999</c:v>
                </c:pt>
                <c:pt idx="3500">
                  <c:v>66.142899</c:v>
                </c:pt>
                <c:pt idx="3501">
                  <c:v>66.126998999999998</c:v>
                </c:pt>
                <c:pt idx="3502">
                  <c:v>66.118301000000002</c:v>
                </c:pt>
                <c:pt idx="3503">
                  <c:v>66.108245999999994</c:v>
                </c:pt>
                <c:pt idx="3504">
                  <c:v>66.105536999999998</c:v>
                </c:pt>
                <c:pt idx="3505">
                  <c:v>66.101027999999999</c:v>
                </c:pt>
                <c:pt idx="3506">
                  <c:v>66.107033000000001</c:v>
                </c:pt>
                <c:pt idx="3507">
                  <c:v>66.113311999999993</c:v>
                </c:pt>
                <c:pt idx="3508">
                  <c:v>66.118149000000003</c:v>
                </c:pt>
                <c:pt idx="3509">
                  <c:v>66.121566999999999</c:v>
                </c:pt>
                <c:pt idx="3510">
                  <c:v>66.123604</c:v>
                </c:pt>
                <c:pt idx="3511">
                  <c:v>66.120979000000005</c:v>
                </c:pt>
                <c:pt idx="3512">
                  <c:v>66.123671999999999</c:v>
                </c:pt>
                <c:pt idx="3513">
                  <c:v>66.123183999999995</c:v>
                </c:pt>
                <c:pt idx="3514">
                  <c:v>66.120604999999998</c:v>
                </c:pt>
                <c:pt idx="3515">
                  <c:v>66.122757000000007</c:v>
                </c:pt>
                <c:pt idx="3516">
                  <c:v>66.134208999999998</c:v>
                </c:pt>
                <c:pt idx="3517">
                  <c:v>66.153091000000003</c:v>
                </c:pt>
                <c:pt idx="3518">
                  <c:v>66.172600000000003</c:v>
                </c:pt>
                <c:pt idx="3519">
                  <c:v>66.191024999999996</c:v>
                </c:pt>
                <c:pt idx="3520">
                  <c:v>66.209236000000004</c:v>
                </c:pt>
                <c:pt idx="3521">
                  <c:v>66.240432999999996</c:v>
                </c:pt>
                <c:pt idx="3522">
                  <c:v>66.268889999999999</c:v>
                </c:pt>
                <c:pt idx="3523">
                  <c:v>66.287375999999995</c:v>
                </c:pt>
                <c:pt idx="3524">
                  <c:v>66.291756000000007</c:v>
                </c:pt>
                <c:pt idx="3525">
                  <c:v>66.286781000000005</c:v>
                </c:pt>
                <c:pt idx="3526">
                  <c:v>66.281441000000001</c:v>
                </c:pt>
                <c:pt idx="3527">
                  <c:v>66.272530000000003</c:v>
                </c:pt>
                <c:pt idx="3528">
                  <c:v>66.258255000000005</c:v>
                </c:pt>
                <c:pt idx="3529">
                  <c:v>66.247039999999998</c:v>
                </c:pt>
                <c:pt idx="3530">
                  <c:v>66.230759000000006</c:v>
                </c:pt>
                <c:pt idx="3531">
                  <c:v>66.213859999999997</c:v>
                </c:pt>
                <c:pt idx="3532">
                  <c:v>66.185539000000006</c:v>
                </c:pt>
                <c:pt idx="3533">
                  <c:v>66.176872000000003</c:v>
                </c:pt>
                <c:pt idx="3534">
                  <c:v>66.174118000000007</c:v>
                </c:pt>
                <c:pt idx="3535">
                  <c:v>66.183173999999994</c:v>
                </c:pt>
                <c:pt idx="3536">
                  <c:v>66.191840999999997</c:v>
                </c:pt>
                <c:pt idx="3537">
                  <c:v>66.196113999999994</c:v>
                </c:pt>
                <c:pt idx="3538">
                  <c:v>66.201355000000007</c:v>
                </c:pt>
                <c:pt idx="3539">
                  <c:v>66.182784999999996</c:v>
                </c:pt>
                <c:pt idx="3540">
                  <c:v>66.160172000000003</c:v>
                </c:pt>
                <c:pt idx="3541">
                  <c:v>66.138298000000006</c:v>
                </c:pt>
                <c:pt idx="3542">
                  <c:v>66.122512999999998</c:v>
                </c:pt>
                <c:pt idx="3543">
                  <c:v>66.116553999999994</c:v>
                </c:pt>
                <c:pt idx="3544">
                  <c:v>66.115088999999998</c:v>
                </c:pt>
                <c:pt idx="3545">
                  <c:v>66.121207999999996</c:v>
                </c:pt>
                <c:pt idx="3546">
                  <c:v>66.122780000000006</c:v>
                </c:pt>
                <c:pt idx="3547">
                  <c:v>66.126700999999997</c:v>
                </c:pt>
                <c:pt idx="3548">
                  <c:v>66.133728000000005</c:v>
                </c:pt>
                <c:pt idx="3549">
                  <c:v>66.140677999999994</c:v>
                </c:pt>
                <c:pt idx="3550">
                  <c:v>66.150047000000001</c:v>
                </c:pt>
                <c:pt idx="3551">
                  <c:v>66.160506999999996</c:v>
                </c:pt>
                <c:pt idx="3552">
                  <c:v>66.169319000000002</c:v>
                </c:pt>
                <c:pt idx="3553">
                  <c:v>66.177788000000007</c:v>
                </c:pt>
                <c:pt idx="3554">
                  <c:v>66.182029999999997</c:v>
                </c:pt>
                <c:pt idx="3555">
                  <c:v>66.183700999999999</c:v>
                </c:pt>
                <c:pt idx="3556">
                  <c:v>66.179916000000006</c:v>
                </c:pt>
                <c:pt idx="3557">
                  <c:v>66.170586</c:v>
                </c:pt>
                <c:pt idx="3558">
                  <c:v>66.167465000000007</c:v>
                </c:pt>
                <c:pt idx="3559">
                  <c:v>66.168960999999996</c:v>
                </c:pt>
                <c:pt idx="3560">
                  <c:v>66.170463999999996</c:v>
                </c:pt>
                <c:pt idx="3561">
                  <c:v>66.174484000000007</c:v>
                </c:pt>
                <c:pt idx="3562">
                  <c:v>66.178100999999998</c:v>
                </c:pt>
                <c:pt idx="3563">
                  <c:v>66.191360000000003</c:v>
                </c:pt>
                <c:pt idx="3564">
                  <c:v>66.217299999999994</c:v>
                </c:pt>
                <c:pt idx="3565">
                  <c:v>66.254242000000005</c:v>
                </c:pt>
                <c:pt idx="3566">
                  <c:v>66.291077000000001</c:v>
                </c:pt>
                <c:pt idx="3567">
                  <c:v>66.324089000000001</c:v>
                </c:pt>
                <c:pt idx="3568">
                  <c:v>66.348113999999995</c:v>
                </c:pt>
                <c:pt idx="3569">
                  <c:v>66.361403999999993</c:v>
                </c:pt>
                <c:pt idx="3570">
                  <c:v>66.37088</c:v>
                </c:pt>
                <c:pt idx="3571">
                  <c:v>66.378296000000006</c:v>
                </c:pt>
                <c:pt idx="3572">
                  <c:v>66.382026999999994</c:v>
                </c:pt>
                <c:pt idx="3573">
                  <c:v>66.384521000000007</c:v>
                </c:pt>
                <c:pt idx="3574">
                  <c:v>66.385932999999994</c:v>
                </c:pt>
                <c:pt idx="3575">
                  <c:v>66.387176999999994</c:v>
                </c:pt>
                <c:pt idx="3576">
                  <c:v>66.387032000000005</c:v>
                </c:pt>
                <c:pt idx="3577">
                  <c:v>66.388176000000001</c:v>
                </c:pt>
                <c:pt idx="3578">
                  <c:v>66.387473999999997</c:v>
                </c:pt>
                <c:pt idx="3579">
                  <c:v>66.387611000000007</c:v>
                </c:pt>
                <c:pt idx="3580">
                  <c:v>66.388808999999995</c:v>
                </c:pt>
                <c:pt idx="3581">
                  <c:v>66.389893000000001</c:v>
                </c:pt>
                <c:pt idx="3582">
                  <c:v>66.389922999999996</c:v>
                </c:pt>
                <c:pt idx="3583">
                  <c:v>66.388114999999999</c:v>
                </c:pt>
                <c:pt idx="3584">
                  <c:v>66.389724999999999</c:v>
                </c:pt>
                <c:pt idx="3585">
                  <c:v>66.390701000000007</c:v>
                </c:pt>
                <c:pt idx="3586">
                  <c:v>66.391257999999993</c:v>
                </c:pt>
                <c:pt idx="3587">
                  <c:v>66.390602000000001</c:v>
                </c:pt>
                <c:pt idx="3588">
                  <c:v>66.392394999999993</c:v>
                </c:pt>
                <c:pt idx="3589">
                  <c:v>66.392753999999996</c:v>
                </c:pt>
                <c:pt idx="3590">
                  <c:v>66.392371999999995</c:v>
                </c:pt>
                <c:pt idx="3591">
                  <c:v>66.392685</c:v>
                </c:pt>
                <c:pt idx="3592">
                  <c:v>66.391791999999995</c:v>
                </c:pt>
                <c:pt idx="3593">
                  <c:v>66.391356999999999</c:v>
                </c:pt>
                <c:pt idx="3594">
                  <c:v>66.391068000000004</c:v>
                </c:pt>
                <c:pt idx="3595">
                  <c:v>66.389319999999998</c:v>
                </c:pt>
                <c:pt idx="3596">
                  <c:v>66.388947000000002</c:v>
                </c:pt>
                <c:pt idx="3597">
                  <c:v>66.389381</c:v>
                </c:pt>
                <c:pt idx="3598">
                  <c:v>66.388144999999994</c:v>
                </c:pt>
                <c:pt idx="3599">
                  <c:v>66.392814999999999</c:v>
                </c:pt>
                <c:pt idx="3600">
                  <c:v>66.394790999999998</c:v>
                </c:pt>
                <c:pt idx="3601">
                  <c:v>66.395522999999997</c:v>
                </c:pt>
                <c:pt idx="3602">
                  <c:v>66.395331999999996</c:v>
                </c:pt>
                <c:pt idx="3603">
                  <c:v>66.396248</c:v>
                </c:pt>
                <c:pt idx="3604">
                  <c:v>66.394806000000003</c:v>
                </c:pt>
                <c:pt idx="3605">
                  <c:v>66.394683999999998</c:v>
                </c:pt>
                <c:pt idx="3606">
                  <c:v>66.392532000000003</c:v>
                </c:pt>
                <c:pt idx="3607">
                  <c:v>66.392525000000006</c:v>
                </c:pt>
                <c:pt idx="3608">
                  <c:v>66.390891999999994</c:v>
                </c:pt>
                <c:pt idx="3609">
                  <c:v>66.389465000000001</c:v>
                </c:pt>
                <c:pt idx="3610">
                  <c:v>66.392021</c:v>
                </c:pt>
                <c:pt idx="3611">
                  <c:v>66.391921999999994</c:v>
                </c:pt>
                <c:pt idx="3612">
                  <c:v>66.392120000000006</c:v>
                </c:pt>
                <c:pt idx="3613">
                  <c:v>66.391311999999999</c:v>
                </c:pt>
                <c:pt idx="3614">
                  <c:v>66.390533000000005</c:v>
                </c:pt>
                <c:pt idx="3615">
                  <c:v>66.393127000000007</c:v>
                </c:pt>
                <c:pt idx="3616">
                  <c:v>66.394737000000006</c:v>
                </c:pt>
                <c:pt idx="3617">
                  <c:v>66.395195000000001</c:v>
                </c:pt>
                <c:pt idx="3618">
                  <c:v>66.397163000000006</c:v>
                </c:pt>
                <c:pt idx="3619">
                  <c:v>66.396491999999995</c:v>
                </c:pt>
                <c:pt idx="3620">
                  <c:v>66.396477000000004</c:v>
                </c:pt>
                <c:pt idx="3621">
                  <c:v>66.396407999999994</c:v>
                </c:pt>
                <c:pt idx="3622">
                  <c:v>66.396987999999993</c:v>
                </c:pt>
                <c:pt idx="3623">
                  <c:v>66.397278</c:v>
                </c:pt>
                <c:pt idx="3624">
                  <c:v>66.399062999999998</c:v>
                </c:pt>
                <c:pt idx="3625">
                  <c:v>66.400574000000006</c:v>
                </c:pt>
                <c:pt idx="3626">
                  <c:v>66.400786999999994</c:v>
                </c:pt>
                <c:pt idx="3627">
                  <c:v>66.400658000000007</c:v>
                </c:pt>
                <c:pt idx="3628">
                  <c:v>66.400351999999998</c:v>
                </c:pt>
                <c:pt idx="3629">
                  <c:v>66.398353999999998</c:v>
                </c:pt>
                <c:pt idx="3630">
                  <c:v>66.397079000000005</c:v>
                </c:pt>
                <c:pt idx="3631">
                  <c:v>66.395477</c:v>
                </c:pt>
                <c:pt idx="3632">
                  <c:v>66.391884000000005</c:v>
                </c:pt>
                <c:pt idx="3633">
                  <c:v>66.388390000000001</c:v>
                </c:pt>
                <c:pt idx="3634">
                  <c:v>66.386191999999994</c:v>
                </c:pt>
                <c:pt idx="3635">
                  <c:v>66.385131999999999</c:v>
                </c:pt>
                <c:pt idx="3636">
                  <c:v>66.384178000000006</c:v>
                </c:pt>
                <c:pt idx="3637">
                  <c:v>66.386757000000003</c:v>
                </c:pt>
                <c:pt idx="3638">
                  <c:v>66.392662000000001</c:v>
                </c:pt>
                <c:pt idx="3639">
                  <c:v>66.391921999999994</c:v>
                </c:pt>
                <c:pt idx="3640">
                  <c:v>66.393676999999997</c:v>
                </c:pt>
                <c:pt idx="3641">
                  <c:v>66.393646000000004</c:v>
                </c:pt>
                <c:pt idx="3642">
                  <c:v>66.392555000000002</c:v>
                </c:pt>
                <c:pt idx="3643">
                  <c:v>66.395804999999996</c:v>
                </c:pt>
                <c:pt idx="3644">
                  <c:v>66.396133000000006</c:v>
                </c:pt>
                <c:pt idx="3645">
                  <c:v>66.397178999999994</c:v>
                </c:pt>
                <c:pt idx="3646">
                  <c:v>66.397675000000007</c:v>
                </c:pt>
                <c:pt idx="3647">
                  <c:v>66.402184000000005</c:v>
                </c:pt>
                <c:pt idx="3648">
                  <c:v>66.398201</c:v>
                </c:pt>
                <c:pt idx="3649">
                  <c:v>66.397887999999995</c:v>
                </c:pt>
                <c:pt idx="3650">
                  <c:v>66.399185000000003</c:v>
                </c:pt>
                <c:pt idx="3651">
                  <c:v>66.399833999999998</c:v>
                </c:pt>
                <c:pt idx="3652">
                  <c:v>66.398208999999994</c:v>
                </c:pt>
                <c:pt idx="3653">
                  <c:v>66.397757999999996</c:v>
                </c:pt>
                <c:pt idx="3654">
                  <c:v>66.395615000000006</c:v>
                </c:pt>
                <c:pt idx="3655">
                  <c:v>66.396996000000001</c:v>
                </c:pt>
                <c:pt idx="3656">
                  <c:v>66.398621000000006</c:v>
                </c:pt>
                <c:pt idx="3657">
                  <c:v>66.397232000000002</c:v>
                </c:pt>
                <c:pt idx="3658">
                  <c:v>66.401984999999996</c:v>
                </c:pt>
                <c:pt idx="3659">
                  <c:v>66.405411000000001</c:v>
                </c:pt>
                <c:pt idx="3660">
                  <c:v>66.407021</c:v>
                </c:pt>
                <c:pt idx="3661">
                  <c:v>66.407082000000003</c:v>
                </c:pt>
                <c:pt idx="3662">
                  <c:v>66.406470999999996</c:v>
                </c:pt>
                <c:pt idx="3663">
                  <c:v>66.404731999999996</c:v>
                </c:pt>
                <c:pt idx="3664">
                  <c:v>66.406479000000004</c:v>
                </c:pt>
                <c:pt idx="3665">
                  <c:v>66.406593000000001</c:v>
                </c:pt>
                <c:pt idx="3666">
                  <c:v>66.405411000000001</c:v>
                </c:pt>
                <c:pt idx="3667">
                  <c:v>66.405212000000006</c:v>
                </c:pt>
                <c:pt idx="3668">
                  <c:v>66.405868999999996</c:v>
                </c:pt>
                <c:pt idx="3669">
                  <c:v>66.404921999999999</c:v>
                </c:pt>
                <c:pt idx="3670">
                  <c:v>66.407036000000005</c:v>
                </c:pt>
                <c:pt idx="3671">
                  <c:v>66.408423999999997</c:v>
                </c:pt>
                <c:pt idx="3672">
                  <c:v>66.409469999999999</c:v>
                </c:pt>
                <c:pt idx="3673">
                  <c:v>66.410149000000004</c:v>
                </c:pt>
                <c:pt idx="3674">
                  <c:v>66.409903999999997</c:v>
                </c:pt>
                <c:pt idx="3675">
                  <c:v>66.40992</c:v>
                </c:pt>
                <c:pt idx="3676">
                  <c:v>66.409508000000002</c:v>
                </c:pt>
                <c:pt idx="3677">
                  <c:v>66.408966000000007</c:v>
                </c:pt>
                <c:pt idx="3678">
                  <c:v>66.409706</c:v>
                </c:pt>
                <c:pt idx="3679">
                  <c:v>66.410445999999993</c:v>
                </c:pt>
                <c:pt idx="3680">
                  <c:v>66.411804000000004</c:v>
                </c:pt>
                <c:pt idx="3681">
                  <c:v>66.413284000000004</c:v>
                </c:pt>
                <c:pt idx="3682">
                  <c:v>66.412993999999998</c:v>
                </c:pt>
                <c:pt idx="3683">
                  <c:v>66.411666999999994</c:v>
                </c:pt>
                <c:pt idx="3684">
                  <c:v>66.407227000000006</c:v>
                </c:pt>
                <c:pt idx="3685">
                  <c:v>66.349365000000006</c:v>
                </c:pt>
                <c:pt idx="3686">
                  <c:v>66.235198999999994</c:v>
                </c:pt>
                <c:pt idx="3687">
                  <c:v>66.146682999999996</c:v>
                </c:pt>
                <c:pt idx="3688">
                  <c:v>66.091385000000002</c:v>
                </c:pt>
                <c:pt idx="3689">
                  <c:v>66.076530000000005</c:v>
                </c:pt>
                <c:pt idx="3690">
                  <c:v>66.086776999999998</c:v>
                </c:pt>
                <c:pt idx="3691">
                  <c:v>66.116378999999995</c:v>
                </c:pt>
                <c:pt idx="3692">
                  <c:v>66.159774999999996</c:v>
                </c:pt>
                <c:pt idx="3693">
                  <c:v>66.211394999999996</c:v>
                </c:pt>
                <c:pt idx="3694">
                  <c:v>66.223549000000006</c:v>
                </c:pt>
                <c:pt idx="3695">
                  <c:v>66.196929999999995</c:v>
                </c:pt>
                <c:pt idx="3696">
                  <c:v>65.945892000000001</c:v>
                </c:pt>
                <c:pt idx="3697">
                  <c:v>65.574791000000005</c:v>
                </c:pt>
                <c:pt idx="3698">
                  <c:v>65.101371999999998</c:v>
                </c:pt>
                <c:pt idx="3699">
                  <c:v>64.564034000000007</c:v>
                </c:pt>
                <c:pt idx="3700">
                  <c:v>64.033859000000007</c:v>
                </c:pt>
                <c:pt idx="3701">
                  <c:v>63.416854999999998</c:v>
                </c:pt>
                <c:pt idx="3702">
                  <c:v>62.814597999999997</c:v>
                </c:pt>
                <c:pt idx="3703">
                  <c:v>62.251292999999997</c:v>
                </c:pt>
                <c:pt idx="3704">
                  <c:v>61.753242</c:v>
                </c:pt>
                <c:pt idx="3705">
                  <c:v>61.300907000000002</c:v>
                </c:pt>
                <c:pt idx="3706">
                  <c:v>60.922581000000001</c:v>
                </c:pt>
                <c:pt idx="3707">
                  <c:v>60.561726</c:v>
                </c:pt>
                <c:pt idx="3708">
                  <c:v>60.188789</c:v>
                </c:pt>
                <c:pt idx="3709">
                  <c:v>60.202545000000001</c:v>
                </c:pt>
                <c:pt idx="3710">
                  <c:v>60.383259000000002</c:v>
                </c:pt>
                <c:pt idx="3711">
                  <c:v>60.699508999999999</c:v>
                </c:pt>
                <c:pt idx="3712">
                  <c:v>61.108325999999998</c:v>
                </c:pt>
                <c:pt idx="3713">
                  <c:v>61.683914000000001</c:v>
                </c:pt>
                <c:pt idx="3714">
                  <c:v>62.152217999999998</c:v>
                </c:pt>
                <c:pt idx="3715">
                  <c:v>62.418014999999997</c:v>
                </c:pt>
                <c:pt idx="3716">
                  <c:v>62.513668000000003</c:v>
                </c:pt>
                <c:pt idx="3717">
                  <c:v>62.379992999999999</c:v>
                </c:pt>
                <c:pt idx="3718">
                  <c:v>62.071055999999999</c:v>
                </c:pt>
                <c:pt idx="3719">
                  <c:v>61.705429000000002</c:v>
                </c:pt>
                <c:pt idx="3720">
                  <c:v>61.317225999999998</c:v>
                </c:pt>
                <c:pt idx="3721">
                  <c:v>61.104782</c:v>
                </c:pt>
                <c:pt idx="3722">
                  <c:v>61.075020000000002</c:v>
                </c:pt>
                <c:pt idx="3723">
                  <c:v>61.192799000000001</c:v>
                </c:pt>
                <c:pt idx="3724">
                  <c:v>61.395198999999998</c:v>
                </c:pt>
                <c:pt idx="3725">
                  <c:v>61.539082000000001</c:v>
                </c:pt>
                <c:pt idx="3726">
                  <c:v>61.569290000000002</c:v>
                </c:pt>
                <c:pt idx="3727">
                  <c:v>61.385936999999998</c:v>
                </c:pt>
                <c:pt idx="3728">
                  <c:v>61.126838999999997</c:v>
                </c:pt>
                <c:pt idx="3729">
                  <c:v>60.846024</c:v>
                </c:pt>
                <c:pt idx="3730">
                  <c:v>60.656506</c:v>
                </c:pt>
                <c:pt idx="3731">
                  <c:v>60.625785999999998</c:v>
                </c:pt>
                <c:pt idx="3732">
                  <c:v>60.802349</c:v>
                </c:pt>
                <c:pt idx="3733">
                  <c:v>61.030417999999997</c:v>
                </c:pt>
                <c:pt idx="3734">
                  <c:v>61.300837999999999</c:v>
                </c:pt>
                <c:pt idx="3735">
                  <c:v>61.422877999999997</c:v>
                </c:pt>
                <c:pt idx="3736">
                  <c:v>61.349991000000003</c:v>
                </c:pt>
                <c:pt idx="3737">
                  <c:v>61.177489999999999</c:v>
                </c:pt>
                <c:pt idx="3738">
                  <c:v>61.015991</c:v>
                </c:pt>
                <c:pt idx="3739">
                  <c:v>60.576923000000001</c:v>
                </c:pt>
                <c:pt idx="3740">
                  <c:v>60.072978999999997</c:v>
                </c:pt>
                <c:pt idx="3741">
                  <c:v>59.766047999999998</c:v>
                </c:pt>
                <c:pt idx="3742">
                  <c:v>59.753478999999999</c:v>
                </c:pt>
                <c:pt idx="3743">
                  <c:v>59.890545000000003</c:v>
                </c:pt>
                <c:pt idx="3744">
                  <c:v>60.109164999999997</c:v>
                </c:pt>
                <c:pt idx="3745">
                  <c:v>60.212944</c:v>
                </c:pt>
                <c:pt idx="3746">
                  <c:v>60.161560000000001</c:v>
                </c:pt>
                <c:pt idx="3747">
                  <c:v>59.944870000000002</c:v>
                </c:pt>
                <c:pt idx="3748">
                  <c:v>59.658256999999999</c:v>
                </c:pt>
                <c:pt idx="3749">
                  <c:v>59.473736000000002</c:v>
                </c:pt>
                <c:pt idx="3750">
                  <c:v>59.430264000000001</c:v>
                </c:pt>
                <c:pt idx="3751">
                  <c:v>59.620902999999998</c:v>
                </c:pt>
                <c:pt idx="3752">
                  <c:v>59.892265000000002</c:v>
                </c:pt>
                <c:pt idx="3753">
                  <c:v>60.194183000000002</c:v>
                </c:pt>
                <c:pt idx="3754">
                  <c:v>60.385638999999998</c:v>
                </c:pt>
                <c:pt idx="3755">
                  <c:v>60.468159</c:v>
                </c:pt>
                <c:pt idx="3756">
                  <c:v>60.341754999999999</c:v>
                </c:pt>
                <c:pt idx="3757">
                  <c:v>59.944592</c:v>
                </c:pt>
                <c:pt idx="3758">
                  <c:v>59.518256999999998</c:v>
                </c:pt>
                <c:pt idx="3759">
                  <c:v>59.127541000000001</c:v>
                </c:pt>
                <c:pt idx="3760">
                  <c:v>58.736789999999999</c:v>
                </c:pt>
                <c:pt idx="3761">
                  <c:v>58.364742</c:v>
                </c:pt>
                <c:pt idx="3762">
                  <c:v>58.154552000000002</c:v>
                </c:pt>
                <c:pt idx="3763">
                  <c:v>58.133625000000002</c:v>
                </c:pt>
                <c:pt idx="3764">
                  <c:v>58.178139000000002</c:v>
                </c:pt>
                <c:pt idx="3765">
                  <c:v>58.225754000000002</c:v>
                </c:pt>
                <c:pt idx="3766">
                  <c:v>58.210402999999999</c:v>
                </c:pt>
                <c:pt idx="3767">
                  <c:v>58.053738000000003</c:v>
                </c:pt>
                <c:pt idx="3768">
                  <c:v>57.84198</c:v>
                </c:pt>
                <c:pt idx="3769">
                  <c:v>57.713073999999999</c:v>
                </c:pt>
                <c:pt idx="3770">
                  <c:v>57.638961999999999</c:v>
                </c:pt>
                <c:pt idx="3771">
                  <c:v>57.735813</c:v>
                </c:pt>
                <c:pt idx="3772">
                  <c:v>57.96772</c:v>
                </c:pt>
                <c:pt idx="3773">
                  <c:v>58.225082</c:v>
                </c:pt>
                <c:pt idx="3774">
                  <c:v>58.418072000000002</c:v>
                </c:pt>
                <c:pt idx="3775">
                  <c:v>58.492072999999998</c:v>
                </c:pt>
                <c:pt idx="3776">
                  <c:v>58.415852000000001</c:v>
                </c:pt>
                <c:pt idx="3777">
                  <c:v>58.258167</c:v>
                </c:pt>
                <c:pt idx="3778">
                  <c:v>57.920540000000003</c:v>
                </c:pt>
                <c:pt idx="3779">
                  <c:v>57.678043000000002</c:v>
                </c:pt>
                <c:pt idx="3780">
                  <c:v>57.489372000000003</c:v>
                </c:pt>
                <c:pt idx="3781">
                  <c:v>57.398262000000003</c:v>
                </c:pt>
                <c:pt idx="3782">
                  <c:v>57.365879</c:v>
                </c:pt>
                <c:pt idx="3783">
                  <c:v>57.492092</c:v>
                </c:pt>
                <c:pt idx="3784">
                  <c:v>57.668221000000003</c:v>
                </c:pt>
                <c:pt idx="3785">
                  <c:v>57.754967000000001</c:v>
                </c:pt>
                <c:pt idx="3786">
                  <c:v>57.645572999999999</c:v>
                </c:pt>
                <c:pt idx="3787">
                  <c:v>57.489857000000001</c:v>
                </c:pt>
                <c:pt idx="3788">
                  <c:v>57.301281000000003</c:v>
                </c:pt>
                <c:pt idx="3789">
                  <c:v>57.118614000000001</c:v>
                </c:pt>
                <c:pt idx="3790">
                  <c:v>56.939307999999997</c:v>
                </c:pt>
                <c:pt idx="3791">
                  <c:v>56.860076999999997</c:v>
                </c:pt>
                <c:pt idx="3792">
                  <c:v>56.873745</c:v>
                </c:pt>
                <c:pt idx="3793">
                  <c:v>56.935397999999999</c:v>
                </c:pt>
                <c:pt idx="3794">
                  <c:v>56.983234000000003</c:v>
                </c:pt>
                <c:pt idx="3795">
                  <c:v>56.976807000000001</c:v>
                </c:pt>
                <c:pt idx="3796">
                  <c:v>56.889628999999999</c:v>
                </c:pt>
                <c:pt idx="3797">
                  <c:v>56.673023000000001</c:v>
                </c:pt>
                <c:pt idx="3798">
                  <c:v>56.311717999999999</c:v>
                </c:pt>
                <c:pt idx="3799">
                  <c:v>55.851391</c:v>
                </c:pt>
                <c:pt idx="3800">
                  <c:v>55.304192</c:v>
                </c:pt>
                <c:pt idx="3801">
                  <c:v>54.565773</c:v>
                </c:pt>
                <c:pt idx="3802">
                  <c:v>53.663730999999999</c:v>
                </c:pt>
                <c:pt idx="3803">
                  <c:v>52.566017000000002</c:v>
                </c:pt>
                <c:pt idx="3804">
                  <c:v>50.917487999999999</c:v>
                </c:pt>
                <c:pt idx="3805">
                  <c:v>48.614761000000001</c:v>
                </c:pt>
                <c:pt idx="3806">
                  <c:v>45.753535999999997</c:v>
                </c:pt>
                <c:pt idx="3807">
                  <c:v>42.084808000000002</c:v>
                </c:pt>
                <c:pt idx="3808">
                  <c:v>38.236548999999997</c:v>
                </c:pt>
                <c:pt idx="3809">
                  <c:v>36.913589000000002</c:v>
                </c:pt>
                <c:pt idx="3810">
                  <c:v>37.022334999999998</c:v>
                </c:pt>
                <c:pt idx="3811">
                  <c:v>37.481155000000001</c:v>
                </c:pt>
                <c:pt idx="3812">
                  <c:v>39.563682999999997</c:v>
                </c:pt>
                <c:pt idx="3813">
                  <c:v>41.819191000000004</c:v>
                </c:pt>
                <c:pt idx="3814">
                  <c:v>43.995491000000001</c:v>
                </c:pt>
                <c:pt idx="3815">
                  <c:v>45.864761000000001</c:v>
                </c:pt>
                <c:pt idx="3816">
                  <c:v>47.321243000000003</c:v>
                </c:pt>
                <c:pt idx="3817">
                  <c:v>48.352817999999999</c:v>
                </c:pt>
                <c:pt idx="3818">
                  <c:v>49.051647000000003</c:v>
                </c:pt>
                <c:pt idx="3819">
                  <c:v>49.521324</c:v>
                </c:pt>
                <c:pt idx="3820">
                  <c:v>49.848880999999999</c:v>
                </c:pt>
                <c:pt idx="3821">
                  <c:v>50.105946000000003</c:v>
                </c:pt>
                <c:pt idx="3822">
                  <c:v>50.344849000000004</c:v>
                </c:pt>
                <c:pt idx="3823">
                  <c:v>50.617435</c:v>
                </c:pt>
                <c:pt idx="3824">
                  <c:v>50.848624999999998</c:v>
                </c:pt>
                <c:pt idx="3825">
                  <c:v>50.995353999999999</c:v>
                </c:pt>
                <c:pt idx="3826">
                  <c:v>51.021908000000003</c:v>
                </c:pt>
                <c:pt idx="3827">
                  <c:v>50.945610000000002</c:v>
                </c:pt>
                <c:pt idx="3828">
                  <c:v>50.78463</c:v>
                </c:pt>
                <c:pt idx="3829">
                  <c:v>50.621367999999997</c:v>
                </c:pt>
                <c:pt idx="3830">
                  <c:v>50.471260000000001</c:v>
                </c:pt>
                <c:pt idx="3831">
                  <c:v>50.346325</c:v>
                </c:pt>
                <c:pt idx="3832">
                  <c:v>50.278281999999997</c:v>
                </c:pt>
                <c:pt idx="3833">
                  <c:v>50.306454000000002</c:v>
                </c:pt>
                <c:pt idx="3834">
                  <c:v>50.349445000000003</c:v>
                </c:pt>
                <c:pt idx="3835">
                  <c:v>50.365577999999999</c:v>
                </c:pt>
                <c:pt idx="3836">
                  <c:v>50.317126999999999</c:v>
                </c:pt>
                <c:pt idx="3837">
                  <c:v>50.208995999999999</c:v>
                </c:pt>
                <c:pt idx="3838">
                  <c:v>50.06926</c:v>
                </c:pt>
                <c:pt idx="3839">
                  <c:v>49.912951999999997</c:v>
                </c:pt>
                <c:pt idx="3840">
                  <c:v>49.796126999999998</c:v>
                </c:pt>
                <c:pt idx="3841">
                  <c:v>49.713017000000001</c:v>
                </c:pt>
                <c:pt idx="3842">
                  <c:v>49.657027999999997</c:v>
                </c:pt>
                <c:pt idx="3843">
                  <c:v>49.647167000000003</c:v>
                </c:pt>
                <c:pt idx="3844">
                  <c:v>49.675617000000003</c:v>
                </c:pt>
                <c:pt idx="3845">
                  <c:v>49.685805999999999</c:v>
                </c:pt>
                <c:pt idx="3846">
                  <c:v>49.654254999999999</c:v>
                </c:pt>
                <c:pt idx="3847">
                  <c:v>49.577559999999998</c:v>
                </c:pt>
                <c:pt idx="3848">
                  <c:v>49.476402</c:v>
                </c:pt>
                <c:pt idx="3849">
                  <c:v>49.335785000000001</c:v>
                </c:pt>
                <c:pt idx="3850">
                  <c:v>49.212311</c:v>
                </c:pt>
                <c:pt idx="3851">
                  <c:v>49.122394999999997</c:v>
                </c:pt>
                <c:pt idx="3852">
                  <c:v>49.132812999999999</c:v>
                </c:pt>
                <c:pt idx="3853">
                  <c:v>49.171863999999999</c:v>
                </c:pt>
                <c:pt idx="3854">
                  <c:v>49.219481999999999</c:v>
                </c:pt>
                <c:pt idx="3855">
                  <c:v>49.245967999999998</c:v>
                </c:pt>
                <c:pt idx="3856">
                  <c:v>49.198425</c:v>
                </c:pt>
                <c:pt idx="3857">
                  <c:v>49.125523000000001</c:v>
                </c:pt>
                <c:pt idx="3858">
                  <c:v>49.008609999999997</c:v>
                </c:pt>
                <c:pt idx="3859">
                  <c:v>48.881176000000004</c:v>
                </c:pt>
                <c:pt idx="3860">
                  <c:v>48.774864000000001</c:v>
                </c:pt>
                <c:pt idx="3861">
                  <c:v>48.724376999999997</c:v>
                </c:pt>
                <c:pt idx="3862">
                  <c:v>48.722510999999997</c:v>
                </c:pt>
                <c:pt idx="3863">
                  <c:v>48.794105999999999</c:v>
                </c:pt>
                <c:pt idx="3864">
                  <c:v>48.862141000000001</c:v>
                </c:pt>
                <c:pt idx="3865">
                  <c:v>48.884731000000002</c:v>
                </c:pt>
                <c:pt idx="3866">
                  <c:v>48.867415999999999</c:v>
                </c:pt>
                <c:pt idx="3867">
                  <c:v>48.780116999999997</c:v>
                </c:pt>
                <c:pt idx="3868">
                  <c:v>48.659519000000003</c:v>
                </c:pt>
                <c:pt idx="3869">
                  <c:v>48.546581000000003</c:v>
                </c:pt>
                <c:pt idx="3870">
                  <c:v>48.460814999999997</c:v>
                </c:pt>
                <c:pt idx="3871">
                  <c:v>48.426830000000002</c:v>
                </c:pt>
                <c:pt idx="3872">
                  <c:v>48.447524999999999</c:v>
                </c:pt>
                <c:pt idx="3873">
                  <c:v>48.503300000000003</c:v>
                </c:pt>
                <c:pt idx="3874">
                  <c:v>48.557307999999999</c:v>
                </c:pt>
                <c:pt idx="3875">
                  <c:v>48.584442000000003</c:v>
                </c:pt>
                <c:pt idx="3876">
                  <c:v>48.559798999999998</c:v>
                </c:pt>
                <c:pt idx="3877">
                  <c:v>48.477848000000002</c:v>
                </c:pt>
                <c:pt idx="3878">
                  <c:v>48.375655999999999</c:v>
                </c:pt>
                <c:pt idx="3879">
                  <c:v>48.278075999999999</c:v>
                </c:pt>
                <c:pt idx="3880">
                  <c:v>48.208809000000002</c:v>
                </c:pt>
                <c:pt idx="3881">
                  <c:v>48.191307000000002</c:v>
                </c:pt>
                <c:pt idx="3882">
                  <c:v>48.218162999999997</c:v>
                </c:pt>
                <c:pt idx="3883">
                  <c:v>48.272773999999998</c:v>
                </c:pt>
                <c:pt idx="3884">
                  <c:v>48.357033000000001</c:v>
                </c:pt>
                <c:pt idx="3885">
                  <c:v>48.361496000000002</c:v>
                </c:pt>
                <c:pt idx="3886">
                  <c:v>48.304962000000003</c:v>
                </c:pt>
                <c:pt idx="3887">
                  <c:v>48.216819999999998</c:v>
                </c:pt>
                <c:pt idx="3888">
                  <c:v>48.149540000000002</c:v>
                </c:pt>
                <c:pt idx="3889">
                  <c:v>48.051594000000001</c:v>
                </c:pt>
                <c:pt idx="3890">
                  <c:v>48.007820000000002</c:v>
                </c:pt>
                <c:pt idx="3891">
                  <c:v>48.035313000000002</c:v>
                </c:pt>
                <c:pt idx="3892">
                  <c:v>48.057792999999997</c:v>
                </c:pt>
                <c:pt idx="3893">
                  <c:v>48.119788999999997</c:v>
                </c:pt>
                <c:pt idx="3894">
                  <c:v>48.145870000000002</c:v>
                </c:pt>
                <c:pt idx="3895">
                  <c:v>48.155140000000003</c:v>
                </c:pt>
                <c:pt idx="3896">
                  <c:v>48.104087999999997</c:v>
                </c:pt>
                <c:pt idx="3897">
                  <c:v>48.025002000000001</c:v>
                </c:pt>
                <c:pt idx="3898">
                  <c:v>47.948264999999999</c:v>
                </c:pt>
                <c:pt idx="3899">
                  <c:v>47.858505000000001</c:v>
                </c:pt>
                <c:pt idx="3900">
                  <c:v>47.821648000000003</c:v>
                </c:pt>
                <c:pt idx="3901">
                  <c:v>47.850819000000001</c:v>
                </c:pt>
                <c:pt idx="3902">
                  <c:v>47.903132999999997</c:v>
                </c:pt>
                <c:pt idx="3903">
                  <c:v>47.967426000000003</c:v>
                </c:pt>
                <c:pt idx="3904">
                  <c:v>48.016483000000001</c:v>
                </c:pt>
                <c:pt idx="3905">
                  <c:v>48.011971000000003</c:v>
                </c:pt>
                <c:pt idx="3906">
                  <c:v>47.966385000000002</c:v>
                </c:pt>
                <c:pt idx="3907">
                  <c:v>47.880051000000002</c:v>
                </c:pt>
                <c:pt idx="3908">
                  <c:v>47.780380000000001</c:v>
                </c:pt>
                <c:pt idx="3909">
                  <c:v>47.71949</c:v>
                </c:pt>
                <c:pt idx="3910">
                  <c:v>47.684905999999998</c:v>
                </c:pt>
                <c:pt idx="3911">
                  <c:v>47.696434000000004</c:v>
                </c:pt>
                <c:pt idx="3912">
                  <c:v>47.731949</c:v>
                </c:pt>
                <c:pt idx="3913">
                  <c:v>47.7864</c:v>
                </c:pt>
                <c:pt idx="3914">
                  <c:v>47.815627999999997</c:v>
                </c:pt>
                <c:pt idx="3915">
                  <c:v>47.814636</c:v>
                </c:pt>
                <c:pt idx="3916">
                  <c:v>47.767574000000003</c:v>
                </c:pt>
                <c:pt idx="3917">
                  <c:v>47.683810999999999</c:v>
                </c:pt>
                <c:pt idx="3918">
                  <c:v>47.599865000000001</c:v>
                </c:pt>
                <c:pt idx="3919">
                  <c:v>47.549782</c:v>
                </c:pt>
                <c:pt idx="3920">
                  <c:v>47.538333999999999</c:v>
                </c:pt>
                <c:pt idx="3921">
                  <c:v>47.556018999999999</c:v>
                </c:pt>
                <c:pt idx="3922">
                  <c:v>47.590546000000003</c:v>
                </c:pt>
                <c:pt idx="3923">
                  <c:v>47.610591999999997</c:v>
                </c:pt>
                <c:pt idx="3924">
                  <c:v>47.634548000000002</c:v>
                </c:pt>
                <c:pt idx="3925">
                  <c:v>47.625694000000003</c:v>
                </c:pt>
                <c:pt idx="3926">
                  <c:v>47.589042999999997</c:v>
                </c:pt>
                <c:pt idx="3927">
                  <c:v>47.506019999999999</c:v>
                </c:pt>
                <c:pt idx="3928">
                  <c:v>47.420043999999997</c:v>
                </c:pt>
                <c:pt idx="3929">
                  <c:v>47.358265000000003</c:v>
                </c:pt>
                <c:pt idx="3930">
                  <c:v>47.313648000000001</c:v>
                </c:pt>
                <c:pt idx="3931">
                  <c:v>47.345149999999997</c:v>
                </c:pt>
                <c:pt idx="3932">
                  <c:v>47.405406999999997</c:v>
                </c:pt>
                <c:pt idx="3933">
                  <c:v>47.448073999999998</c:v>
                </c:pt>
                <c:pt idx="3934">
                  <c:v>47.472465999999997</c:v>
                </c:pt>
                <c:pt idx="3935">
                  <c:v>47.449081</c:v>
                </c:pt>
                <c:pt idx="3936">
                  <c:v>47.357723</c:v>
                </c:pt>
                <c:pt idx="3937">
                  <c:v>47.245719999999999</c:v>
                </c:pt>
                <c:pt idx="3938">
                  <c:v>47.150123999999998</c:v>
                </c:pt>
                <c:pt idx="3939">
                  <c:v>47.107449000000003</c:v>
                </c:pt>
                <c:pt idx="3940">
                  <c:v>47.105601999999998</c:v>
                </c:pt>
                <c:pt idx="3941">
                  <c:v>47.121979000000003</c:v>
                </c:pt>
                <c:pt idx="3942">
                  <c:v>47.180267000000001</c:v>
                </c:pt>
                <c:pt idx="3943">
                  <c:v>47.223030000000001</c:v>
                </c:pt>
                <c:pt idx="3944">
                  <c:v>47.225738999999997</c:v>
                </c:pt>
                <c:pt idx="3945">
                  <c:v>47.177967000000002</c:v>
                </c:pt>
                <c:pt idx="3946">
                  <c:v>47.101658</c:v>
                </c:pt>
                <c:pt idx="3947">
                  <c:v>47.008110000000002</c:v>
                </c:pt>
                <c:pt idx="3948">
                  <c:v>46.937930999999999</c:v>
                </c:pt>
                <c:pt idx="3949">
                  <c:v>46.901646</c:v>
                </c:pt>
                <c:pt idx="3950">
                  <c:v>46.903087999999997</c:v>
                </c:pt>
                <c:pt idx="3951">
                  <c:v>46.927146999999998</c:v>
                </c:pt>
                <c:pt idx="3952">
                  <c:v>46.938557000000003</c:v>
                </c:pt>
                <c:pt idx="3953">
                  <c:v>46.940350000000002</c:v>
                </c:pt>
                <c:pt idx="3954">
                  <c:v>46.9133</c:v>
                </c:pt>
                <c:pt idx="3955">
                  <c:v>46.862492000000003</c:v>
                </c:pt>
                <c:pt idx="3956">
                  <c:v>46.803131</c:v>
                </c:pt>
                <c:pt idx="3957">
                  <c:v>46.759673999999997</c:v>
                </c:pt>
                <c:pt idx="3958">
                  <c:v>46.715294</c:v>
                </c:pt>
                <c:pt idx="3959">
                  <c:v>46.678722</c:v>
                </c:pt>
                <c:pt idx="3960">
                  <c:v>46.677906</c:v>
                </c:pt>
                <c:pt idx="3961">
                  <c:v>46.693001000000002</c:v>
                </c:pt>
                <c:pt idx="3962">
                  <c:v>46.703968000000003</c:v>
                </c:pt>
                <c:pt idx="3963">
                  <c:v>46.707138</c:v>
                </c:pt>
                <c:pt idx="3964">
                  <c:v>46.695613999999999</c:v>
                </c:pt>
                <c:pt idx="3965">
                  <c:v>46.673222000000003</c:v>
                </c:pt>
                <c:pt idx="3966">
                  <c:v>46.602252999999997</c:v>
                </c:pt>
                <c:pt idx="3967">
                  <c:v>46.532608000000003</c:v>
                </c:pt>
                <c:pt idx="3968">
                  <c:v>46.486415999999998</c:v>
                </c:pt>
                <c:pt idx="3969">
                  <c:v>46.477618999999997</c:v>
                </c:pt>
                <c:pt idx="3970">
                  <c:v>46.481482999999997</c:v>
                </c:pt>
                <c:pt idx="3971">
                  <c:v>46.490147</c:v>
                </c:pt>
                <c:pt idx="3972">
                  <c:v>46.499695000000003</c:v>
                </c:pt>
                <c:pt idx="3973">
                  <c:v>46.494694000000003</c:v>
                </c:pt>
                <c:pt idx="3974">
                  <c:v>46.470309999999998</c:v>
                </c:pt>
                <c:pt idx="3975">
                  <c:v>46.413516999999999</c:v>
                </c:pt>
                <c:pt idx="3976">
                  <c:v>46.335326999999999</c:v>
                </c:pt>
                <c:pt idx="3977">
                  <c:v>46.271403999999997</c:v>
                </c:pt>
                <c:pt idx="3978">
                  <c:v>46.223475999999998</c:v>
                </c:pt>
                <c:pt idx="3979">
                  <c:v>46.184528</c:v>
                </c:pt>
                <c:pt idx="3980">
                  <c:v>46.171936000000002</c:v>
                </c:pt>
                <c:pt idx="3981">
                  <c:v>46.148636000000003</c:v>
                </c:pt>
                <c:pt idx="3982">
                  <c:v>46.125892999999998</c:v>
                </c:pt>
                <c:pt idx="3983">
                  <c:v>46.098038000000003</c:v>
                </c:pt>
                <c:pt idx="3984">
                  <c:v>46.074359999999999</c:v>
                </c:pt>
                <c:pt idx="3985">
                  <c:v>46.041355000000003</c:v>
                </c:pt>
                <c:pt idx="3986">
                  <c:v>46.007801000000001</c:v>
                </c:pt>
                <c:pt idx="3987">
                  <c:v>45.982261999999999</c:v>
                </c:pt>
                <c:pt idx="3988">
                  <c:v>45.991238000000003</c:v>
                </c:pt>
                <c:pt idx="3989">
                  <c:v>46.008414999999999</c:v>
                </c:pt>
                <c:pt idx="3990">
                  <c:v>46.040497000000002</c:v>
                </c:pt>
                <c:pt idx="3991">
                  <c:v>46.057198</c:v>
                </c:pt>
                <c:pt idx="3992">
                  <c:v>46.064827000000001</c:v>
                </c:pt>
                <c:pt idx="3993">
                  <c:v>46.058388000000001</c:v>
                </c:pt>
                <c:pt idx="3994">
                  <c:v>46.022480000000002</c:v>
                </c:pt>
                <c:pt idx="3995">
                  <c:v>45.969574000000001</c:v>
                </c:pt>
                <c:pt idx="3996">
                  <c:v>45.916331999999997</c:v>
                </c:pt>
                <c:pt idx="3997">
                  <c:v>45.878520999999999</c:v>
                </c:pt>
                <c:pt idx="3998">
                  <c:v>45.850974999999998</c:v>
                </c:pt>
                <c:pt idx="3999">
                  <c:v>45.828952999999998</c:v>
                </c:pt>
                <c:pt idx="4000">
                  <c:v>45.809212000000002</c:v>
                </c:pt>
                <c:pt idx="4001">
                  <c:v>45.807094999999997</c:v>
                </c:pt>
                <c:pt idx="4002">
                  <c:v>45.803978000000001</c:v>
                </c:pt>
                <c:pt idx="4003">
                  <c:v>45.793869000000001</c:v>
                </c:pt>
                <c:pt idx="4004">
                  <c:v>45.748016</c:v>
                </c:pt>
                <c:pt idx="4005">
                  <c:v>45.699168999999998</c:v>
                </c:pt>
                <c:pt idx="4006">
                  <c:v>45.652931000000002</c:v>
                </c:pt>
                <c:pt idx="4007">
                  <c:v>45.612476000000001</c:v>
                </c:pt>
                <c:pt idx="4008">
                  <c:v>45.584656000000003</c:v>
                </c:pt>
                <c:pt idx="4009">
                  <c:v>45.566291999999997</c:v>
                </c:pt>
                <c:pt idx="4010">
                  <c:v>45.558750000000003</c:v>
                </c:pt>
                <c:pt idx="4011">
                  <c:v>45.547080999999999</c:v>
                </c:pt>
                <c:pt idx="4012">
                  <c:v>45.539425000000001</c:v>
                </c:pt>
                <c:pt idx="4013">
                  <c:v>45.518433000000002</c:v>
                </c:pt>
                <c:pt idx="4014">
                  <c:v>45.480389000000002</c:v>
                </c:pt>
                <c:pt idx="4015">
                  <c:v>45.428882999999999</c:v>
                </c:pt>
                <c:pt idx="4016">
                  <c:v>45.390689999999999</c:v>
                </c:pt>
                <c:pt idx="4017">
                  <c:v>45.403419</c:v>
                </c:pt>
                <c:pt idx="4018">
                  <c:v>45.488045</c:v>
                </c:pt>
                <c:pt idx="4019">
                  <c:v>45.661963999999998</c:v>
                </c:pt>
                <c:pt idx="4020">
                  <c:v>45.969593000000003</c:v>
                </c:pt>
                <c:pt idx="4021">
                  <c:v>46.434826000000001</c:v>
                </c:pt>
                <c:pt idx="4022">
                  <c:v>47.015369</c:v>
                </c:pt>
                <c:pt idx="4023">
                  <c:v>47.581679999999999</c:v>
                </c:pt>
                <c:pt idx="4024">
                  <c:v>47.997681</c:v>
                </c:pt>
                <c:pt idx="4025">
                  <c:v>48.211655</c:v>
                </c:pt>
                <c:pt idx="4026">
                  <c:v>48.230637000000002</c:v>
                </c:pt>
                <c:pt idx="4027">
                  <c:v>47.275100999999999</c:v>
                </c:pt>
                <c:pt idx="4028">
                  <c:v>46.322249999999997</c:v>
                </c:pt>
                <c:pt idx="4029">
                  <c:v>45.743716999999997</c:v>
                </c:pt>
                <c:pt idx="4030">
                  <c:v>45.433501999999997</c:v>
                </c:pt>
                <c:pt idx="4031">
                  <c:v>45.279575000000001</c:v>
                </c:pt>
                <c:pt idx="4032">
                  <c:v>45.196582999999997</c:v>
                </c:pt>
                <c:pt idx="4033">
                  <c:v>45.137797999999997</c:v>
                </c:pt>
                <c:pt idx="4034">
                  <c:v>45.083824</c:v>
                </c:pt>
                <c:pt idx="4035">
                  <c:v>45.022049000000003</c:v>
                </c:pt>
                <c:pt idx="4036">
                  <c:v>44.967917999999997</c:v>
                </c:pt>
                <c:pt idx="4037">
                  <c:v>44.907310000000003</c:v>
                </c:pt>
                <c:pt idx="4038">
                  <c:v>44.876373000000001</c:v>
                </c:pt>
                <c:pt idx="4039">
                  <c:v>44.861832</c:v>
                </c:pt>
                <c:pt idx="4040">
                  <c:v>44.855446000000001</c:v>
                </c:pt>
                <c:pt idx="4041">
                  <c:v>44.842674000000002</c:v>
                </c:pt>
                <c:pt idx="4042">
                  <c:v>44.821486999999998</c:v>
                </c:pt>
                <c:pt idx="4043">
                  <c:v>44.797103999999997</c:v>
                </c:pt>
                <c:pt idx="4044">
                  <c:v>44.769736999999999</c:v>
                </c:pt>
                <c:pt idx="4045">
                  <c:v>44.740349000000002</c:v>
                </c:pt>
                <c:pt idx="4046">
                  <c:v>44.707492999999999</c:v>
                </c:pt>
                <c:pt idx="4047">
                  <c:v>44.666634000000002</c:v>
                </c:pt>
                <c:pt idx="4048">
                  <c:v>44.629002</c:v>
                </c:pt>
                <c:pt idx="4049">
                  <c:v>44.595097000000003</c:v>
                </c:pt>
                <c:pt idx="4050">
                  <c:v>44.561424000000002</c:v>
                </c:pt>
                <c:pt idx="4051">
                  <c:v>44.530926000000001</c:v>
                </c:pt>
                <c:pt idx="4052">
                  <c:v>44.499008000000003</c:v>
                </c:pt>
                <c:pt idx="4053">
                  <c:v>44.466358</c:v>
                </c:pt>
                <c:pt idx="4054">
                  <c:v>44.432720000000003</c:v>
                </c:pt>
                <c:pt idx="4055">
                  <c:v>44.403404000000002</c:v>
                </c:pt>
                <c:pt idx="4056">
                  <c:v>44.371791999999999</c:v>
                </c:pt>
                <c:pt idx="4057">
                  <c:v>44.340313000000002</c:v>
                </c:pt>
                <c:pt idx="4058">
                  <c:v>44.306736000000001</c:v>
                </c:pt>
                <c:pt idx="4059">
                  <c:v>44.282791000000003</c:v>
                </c:pt>
                <c:pt idx="4060">
                  <c:v>44.255629999999996</c:v>
                </c:pt>
                <c:pt idx="4061">
                  <c:v>44.229846999999999</c:v>
                </c:pt>
                <c:pt idx="4062">
                  <c:v>44.204932999999997</c:v>
                </c:pt>
                <c:pt idx="4063">
                  <c:v>44.180613999999998</c:v>
                </c:pt>
                <c:pt idx="4064">
                  <c:v>44.14716</c:v>
                </c:pt>
                <c:pt idx="4065">
                  <c:v>44.113830999999998</c:v>
                </c:pt>
                <c:pt idx="4066">
                  <c:v>44.080455999999998</c:v>
                </c:pt>
                <c:pt idx="4067">
                  <c:v>44.046771999999997</c:v>
                </c:pt>
                <c:pt idx="4068">
                  <c:v>44.020710000000001</c:v>
                </c:pt>
                <c:pt idx="4069">
                  <c:v>44.000031</c:v>
                </c:pt>
                <c:pt idx="4070">
                  <c:v>43.979069000000003</c:v>
                </c:pt>
                <c:pt idx="4071">
                  <c:v>43.956595999999998</c:v>
                </c:pt>
                <c:pt idx="4072">
                  <c:v>43.932307999999999</c:v>
                </c:pt>
                <c:pt idx="4073">
                  <c:v>43.900700000000001</c:v>
                </c:pt>
                <c:pt idx="4074">
                  <c:v>43.868122</c:v>
                </c:pt>
                <c:pt idx="4075">
                  <c:v>43.833275</c:v>
                </c:pt>
                <c:pt idx="4076">
                  <c:v>43.798935</c:v>
                </c:pt>
                <c:pt idx="4077">
                  <c:v>43.760967000000001</c:v>
                </c:pt>
                <c:pt idx="4078">
                  <c:v>43.736426999999999</c:v>
                </c:pt>
                <c:pt idx="4079">
                  <c:v>43.717002999999998</c:v>
                </c:pt>
                <c:pt idx="4080">
                  <c:v>43.700828999999999</c:v>
                </c:pt>
                <c:pt idx="4081">
                  <c:v>43.684921000000003</c:v>
                </c:pt>
                <c:pt idx="4082">
                  <c:v>43.667243999999997</c:v>
                </c:pt>
                <c:pt idx="4083">
                  <c:v>43.642409999999998</c:v>
                </c:pt>
                <c:pt idx="4084">
                  <c:v>43.603920000000002</c:v>
                </c:pt>
                <c:pt idx="4085">
                  <c:v>43.563662999999998</c:v>
                </c:pt>
                <c:pt idx="4086">
                  <c:v>43.527709999999999</c:v>
                </c:pt>
                <c:pt idx="4087">
                  <c:v>43.489821999999997</c:v>
                </c:pt>
                <c:pt idx="4088">
                  <c:v>43.462947999999997</c:v>
                </c:pt>
                <c:pt idx="4089">
                  <c:v>43.441051000000002</c:v>
                </c:pt>
                <c:pt idx="4090">
                  <c:v>43.430809000000004</c:v>
                </c:pt>
                <c:pt idx="4091">
                  <c:v>43.419364999999999</c:v>
                </c:pt>
                <c:pt idx="4092">
                  <c:v>43.398991000000002</c:v>
                </c:pt>
                <c:pt idx="4093">
                  <c:v>43.372272000000002</c:v>
                </c:pt>
                <c:pt idx="4094">
                  <c:v>43.333053999999997</c:v>
                </c:pt>
                <c:pt idx="4095">
                  <c:v>43.293072000000002</c:v>
                </c:pt>
                <c:pt idx="4096">
                  <c:v>43.253428999999997</c:v>
                </c:pt>
                <c:pt idx="4097">
                  <c:v>43.219681000000001</c:v>
                </c:pt>
                <c:pt idx="4098">
                  <c:v>43.198174000000002</c:v>
                </c:pt>
                <c:pt idx="4099">
                  <c:v>43.177238000000003</c:v>
                </c:pt>
                <c:pt idx="4100">
                  <c:v>43.158878000000001</c:v>
                </c:pt>
                <c:pt idx="4101">
                  <c:v>43.142547999999998</c:v>
                </c:pt>
                <c:pt idx="4102">
                  <c:v>43.117485000000002</c:v>
                </c:pt>
                <c:pt idx="4103">
                  <c:v>43.092300000000002</c:v>
                </c:pt>
                <c:pt idx="4104">
                  <c:v>43.051623999999997</c:v>
                </c:pt>
                <c:pt idx="4105">
                  <c:v>42.999080999999997</c:v>
                </c:pt>
                <c:pt idx="4106">
                  <c:v>42.953601999999997</c:v>
                </c:pt>
                <c:pt idx="4107">
                  <c:v>42.918937999999997</c:v>
                </c:pt>
                <c:pt idx="4108">
                  <c:v>42.897925999999998</c:v>
                </c:pt>
                <c:pt idx="4109">
                  <c:v>42.880530999999998</c:v>
                </c:pt>
                <c:pt idx="4110">
                  <c:v>42.861618</c:v>
                </c:pt>
                <c:pt idx="4111">
                  <c:v>42.843268999999999</c:v>
                </c:pt>
                <c:pt idx="4112">
                  <c:v>42.827461</c:v>
                </c:pt>
                <c:pt idx="4113">
                  <c:v>42.800026000000003</c:v>
                </c:pt>
                <c:pt idx="4114">
                  <c:v>42.755580999999999</c:v>
                </c:pt>
                <c:pt idx="4115">
                  <c:v>42.702469000000001</c:v>
                </c:pt>
                <c:pt idx="4116">
                  <c:v>42.657375000000002</c:v>
                </c:pt>
                <c:pt idx="4117">
                  <c:v>42.631207000000003</c:v>
                </c:pt>
                <c:pt idx="4118">
                  <c:v>42.602612000000001</c:v>
                </c:pt>
                <c:pt idx="4119">
                  <c:v>42.579338</c:v>
                </c:pt>
                <c:pt idx="4120">
                  <c:v>42.560783000000001</c:v>
                </c:pt>
                <c:pt idx="4121">
                  <c:v>42.547291000000001</c:v>
                </c:pt>
                <c:pt idx="4122">
                  <c:v>42.528488000000003</c:v>
                </c:pt>
                <c:pt idx="4123">
                  <c:v>42.504500999999998</c:v>
                </c:pt>
                <c:pt idx="4124">
                  <c:v>42.466461000000002</c:v>
                </c:pt>
                <c:pt idx="4125">
                  <c:v>42.425624999999997</c:v>
                </c:pt>
                <c:pt idx="4126">
                  <c:v>42.389206000000001</c:v>
                </c:pt>
                <c:pt idx="4127">
                  <c:v>42.352843999999997</c:v>
                </c:pt>
                <c:pt idx="4128">
                  <c:v>42.325099999999999</c:v>
                </c:pt>
                <c:pt idx="4129">
                  <c:v>42.303925</c:v>
                </c:pt>
                <c:pt idx="4130">
                  <c:v>42.288657999999998</c:v>
                </c:pt>
                <c:pt idx="4131">
                  <c:v>42.276268000000002</c:v>
                </c:pt>
                <c:pt idx="4132">
                  <c:v>42.262614999999997</c:v>
                </c:pt>
                <c:pt idx="4133">
                  <c:v>42.231704999999998</c:v>
                </c:pt>
                <c:pt idx="4134">
                  <c:v>42.191913999999997</c:v>
                </c:pt>
                <c:pt idx="4135">
                  <c:v>42.147224000000001</c:v>
                </c:pt>
                <c:pt idx="4136">
                  <c:v>42.105293000000003</c:v>
                </c:pt>
                <c:pt idx="4137">
                  <c:v>42.062835999999997</c:v>
                </c:pt>
                <c:pt idx="4138">
                  <c:v>42.033240999999997</c:v>
                </c:pt>
                <c:pt idx="4139">
                  <c:v>42.008865</c:v>
                </c:pt>
                <c:pt idx="4140">
                  <c:v>41.986401000000001</c:v>
                </c:pt>
                <c:pt idx="4141">
                  <c:v>41.972087999999999</c:v>
                </c:pt>
                <c:pt idx="4142">
                  <c:v>41.957400999999997</c:v>
                </c:pt>
                <c:pt idx="4143">
                  <c:v>41.929020000000001</c:v>
                </c:pt>
                <c:pt idx="4144">
                  <c:v>41.887062</c:v>
                </c:pt>
                <c:pt idx="4145">
                  <c:v>41.835116999999997</c:v>
                </c:pt>
                <c:pt idx="4146">
                  <c:v>41.788944000000001</c:v>
                </c:pt>
                <c:pt idx="4147">
                  <c:v>41.745013999999998</c:v>
                </c:pt>
                <c:pt idx="4148">
                  <c:v>41.709167000000001</c:v>
                </c:pt>
                <c:pt idx="4149">
                  <c:v>41.690086000000001</c:v>
                </c:pt>
                <c:pt idx="4150">
                  <c:v>41.676310999999998</c:v>
                </c:pt>
                <c:pt idx="4151">
                  <c:v>41.662993999999998</c:v>
                </c:pt>
                <c:pt idx="4152">
                  <c:v>41.652335999999998</c:v>
                </c:pt>
                <c:pt idx="4153">
                  <c:v>41.626137</c:v>
                </c:pt>
                <c:pt idx="4154">
                  <c:v>41.585197000000001</c:v>
                </c:pt>
                <c:pt idx="4155">
                  <c:v>41.526694999999997</c:v>
                </c:pt>
                <c:pt idx="4156">
                  <c:v>41.471415999999998</c:v>
                </c:pt>
                <c:pt idx="4157">
                  <c:v>41.431725</c:v>
                </c:pt>
                <c:pt idx="4158">
                  <c:v>41.405811</c:v>
                </c:pt>
                <c:pt idx="4159">
                  <c:v>41.389763000000002</c:v>
                </c:pt>
                <c:pt idx="4160">
                  <c:v>41.375118000000001</c:v>
                </c:pt>
                <c:pt idx="4161">
                  <c:v>41.363990999999999</c:v>
                </c:pt>
                <c:pt idx="4162">
                  <c:v>41.349705</c:v>
                </c:pt>
                <c:pt idx="4163">
                  <c:v>41.320968999999998</c:v>
                </c:pt>
                <c:pt idx="4164">
                  <c:v>41.272919000000002</c:v>
                </c:pt>
                <c:pt idx="4165">
                  <c:v>41.213504999999998</c:v>
                </c:pt>
                <c:pt idx="4166">
                  <c:v>41.158245000000001</c:v>
                </c:pt>
                <c:pt idx="4167">
                  <c:v>41.124442999999999</c:v>
                </c:pt>
                <c:pt idx="4168">
                  <c:v>41.100338000000001</c:v>
                </c:pt>
                <c:pt idx="4169">
                  <c:v>41.083672</c:v>
                </c:pt>
                <c:pt idx="4170">
                  <c:v>41.069972999999997</c:v>
                </c:pt>
                <c:pt idx="4171">
                  <c:v>41.057220000000001</c:v>
                </c:pt>
                <c:pt idx="4172">
                  <c:v>41.041012000000002</c:v>
                </c:pt>
                <c:pt idx="4173">
                  <c:v>41.008811999999999</c:v>
                </c:pt>
                <c:pt idx="4174">
                  <c:v>40.963805999999998</c:v>
                </c:pt>
                <c:pt idx="4175">
                  <c:v>40.907879000000001</c:v>
                </c:pt>
                <c:pt idx="4176">
                  <c:v>40.849083</c:v>
                </c:pt>
                <c:pt idx="4177">
                  <c:v>40.811748999999999</c:v>
                </c:pt>
                <c:pt idx="4178">
                  <c:v>40.785828000000002</c:v>
                </c:pt>
                <c:pt idx="4179">
                  <c:v>40.767265000000002</c:v>
                </c:pt>
                <c:pt idx="4180">
                  <c:v>40.751575000000003</c:v>
                </c:pt>
                <c:pt idx="4181">
                  <c:v>40.737487999999999</c:v>
                </c:pt>
                <c:pt idx="4182">
                  <c:v>40.720267999999997</c:v>
                </c:pt>
                <c:pt idx="4183">
                  <c:v>40.690437000000003</c:v>
                </c:pt>
                <c:pt idx="4184">
                  <c:v>40.637203</c:v>
                </c:pt>
                <c:pt idx="4185">
                  <c:v>40.574776</c:v>
                </c:pt>
                <c:pt idx="4186">
                  <c:v>40.512039000000001</c:v>
                </c:pt>
                <c:pt idx="4187">
                  <c:v>40.471443000000001</c:v>
                </c:pt>
                <c:pt idx="4188">
                  <c:v>40.445819999999998</c:v>
                </c:pt>
                <c:pt idx="4189">
                  <c:v>40.424048999999997</c:v>
                </c:pt>
                <c:pt idx="4190">
                  <c:v>40.409587999999999</c:v>
                </c:pt>
                <c:pt idx="4191">
                  <c:v>40.401249</c:v>
                </c:pt>
                <c:pt idx="4192">
                  <c:v>40.384265999999997</c:v>
                </c:pt>
                <c:pt idx="4193">
                  <c:v>40.349227999999997</c:v>
                </c:pt>
                <c:pt idx="4194">
                  <c:v>40.299090999999997</c:v>
                </c:pt>
                <c:pt idx="4195">
                  <c:v>40.224850000000004</c:v>
                </c:pt>
                <c:pt idx="4196">
                  <c:v>40.165184000000004</c:v>
                </c:pt>
                <c:pt idx="4197">
                  <c:v>40.119526</c:v>
                </c:pt>
                <c:pt idx="4198">
                  <c:v>40.088360000000002</c:v>
                </c:pt>
                <c:pt idx="4199">
                  <c:v>40.077843000000001</c:v>
                </c:pt>
                <c:pt idx="4200">
                  <c:v>40.062888999999998</c:v>
                </c:pt>
                <c:pt idx="4201">
                  <c:v>40.051578999999997</c:v>
                </c:pt>
                <c:pt idx="4202">
                  <c:v>40.037360999999997</c:v>
                </c:pt>
                <c:pt idx="4203">
                  <c:v>40.007477000000002</c:v>
                </c:pt>
                <c:pt idx="4204">
                  <c:v>39.949097000000002</c:v>
                </c:pt>
                <c:pt idx="4205">
                  <c:v>39.877457</c:v>
                </c:pt>
                <c:pt idx="4206">
                  <c:v>39.812201999999999</c:v>
                </c:pt>
                <c:pt idx="4207">
                  <c:v>39.758628999999999</c:v>
                </c:pt>
                <c:pt idx="4208">
                  <c:v>39.720196000000001</c:v>
                </c:pt>
                <c:pt idx="4209">
                  <c:v>39.698188999999999</c:v>
                </c:pt>
                <c:pt idx="4210">
                  <c:v>39.682468</c:v>
                </c:pt>
                <c:pt idx="4211">
                  <c:v>39.671371000000001</c:v>
                </c:pt>
                <c:pt idx="4212">
                  <c:v>39.658164999999997</c:v>
                </c:pt>
                <c:pt idx="4213">
                  <c:v>39.631168000000002</c:v>
                </c:pt>
                <c:pt idx="4214">
                  <c:v>39.567307</c:v>
                </c:pt>
                <c:pt idx="4215">
                  <c:v>39.494613999999999</c:v>
                </c:pt>
                <c:pt idx="4216">
                  <c:v>39.424537999999998</c:v>
                </c:pt>
                <c:pt idx="4217">
                  <c:v>39.374428000000002</c:v>
                </c:pt>
                <c:pt idx="4218">
                  <c:v>39.336903</c:v>
                </c:pt>
                <c:pt idx="4219">
                  <c:v>39.313170999999997</c:v>
                </c:pt>
                <c:pt idx="4220">
                  <c:v>39.298794000000001</c:v>
                </c:pt>
                <c:pt idx="4221">
                  <c:v>39.287159000000003</c:v>
                </c:pt>
                <c:pt idx="4222">
                  <c:v>39.272208999999997</c:v>
                </c:pt>
                <c:pt idx="4223">
                  <c:v>39.227767999999998</c:v>
                </c:pt>
                <c:pt idx="4224">
                  <c:v>39.166981</c:v>
                </c:pt>
                <c:pt idx="4225">
                  <c:v>39.091518000000001</c:v>
                </c:pt>
                <c:pt idx="4226">
                  <c:v>39.018523999999999</c:v>
                </c:pt>
                <c:pt idx="4227">
                  <c:v>38.962981999999997</c:v>
                </c:pt>
                <c:pt idx="4228">
                  <c:v>38.925949000000003</c:v>
                </c:pt>
                <c:pt idx="4229">
                  <c:v>38.901569000000002</c:v>
                </c:pt>
                <c:pt idx="4230">
                  <c:v>38.882896000000002</c:v>
                </c:pt>
                <c:pt idx="4231">
                  <c:v>38.868983999999998</c:v>
                </c:pt>
                <c:pt idx="4232">
                  <c:v>38.849632</c:v>
                </c:pt>
                <c:pt idx="4233">
                  <c:v>38.813868999999997</c:v>
                </c:pt>
                <c:pt idx="4234">
                  <c:v>38.757679000000003</c:v>
                </c:pt>
                <c:pt idx="4235">
                  <c:v>38.681854000000001</c:v>
                </c:pt>
                <c:pt idx="4236">
                  <c:v>38.612586999999998</c:v>
                </c:pt>
                <c:pt idx="4237">
                  <c:v>38.564551999999999</c:v>
                </c:pt>
                <c:pt idx="4238">
                  <c:v>38.529952999999999</c:v>
                </c:pt>
                <c:pt idx="4239">
                  <c:v>38.507201999999999</c:v>
                </c:pt>
                <c:pt idx="4240">
                  <c:v>38.489635</c:v>
                </c:pt>
                <c:pt idx="4241">
                  <c:v>38.471271999999999</c:v>
                </c:pt>
                <c:pt idx="4242">
                  <c:v>38.444412</c:v>
                </c:pt>
                <c:pt idx="4243">
                  <c:v>38.400902000000002</c:v>
                </c:pt>
                <c:pt idx="4244">
                  <c:v>38.332577000000001</c:v>
                </c:pt>
                <c:pt idx="4245">
                  <c:v>38.263556999999999</c:v>
                </c:pt>
                <c:pt idx="4246">
                  <c:v>38.195267000000001</c:v>
                </c:pt>
                <c:pt idx="4247">
                  <c:v>38.146178999999997</c:v>
                </c:pt>
                <c:pt idx="4248">
                  <c:v>38.107773000000002</c:v>
                </c:pt>
                <c:pt idx="4249">
                  <c:v>38.087811000000002</c:v>
                </c:pt>
                <c:pt idx="4250">
                  <c:v>38.075817000000001</c:v>
                </c:pt>
                <c:pt idx="4251">
                  <c:v>38.060733999999997</c:v>
                </c:pt>
                <c:pt idx="4252">
                  <c:v>38.034275000000001</c:v>
                </c:pt>
                <c:pt idx="4253">
                  <c:v>37.996296000000001</c:v>
                </c:pt>
                <c:pt idx="4254">
                  <c:v>37.929825000000001</c:v>
                </c:pt>
                <c:pt idx="4255">
                  <c:v>37.856631999999998</c:v>
                </c:pt>
                <c:pt idx="4256">
                  <c:v>37.793605999999997</c:v>
                </c:pt>
                <c:pt idx="4257">
                  <c:v>37.746532000000002</c:v>
                </c:pt>
                <c:pt idx="4258">
                  <c:v>37.711021000000002</c:v>
                </c:pt>
                <c:pt idx="4259">
                  <c:v>37.695735999999997</c:v>
                </c:pt>
                <c:pt idx="4260">
                  <c:v>37.682124999999999</c:v>
                </c:pt>
                <c:pt idx="4261">
                  <c:v>37.670048000000001</c:v>
                </c:pt>
                <c:pt idx="4262">
                  <c:v>37.651527000000002</c:v>
                </c:pt>
                <c:pt idx="4263">
                  <c:v>37.607182000000002</c:v>
                </c:pt>
                <c:pt idx="4264">
                  <c:v>37.538733999999998</c:v>
                </c:pt>
                <c:pt idx="4265">
                  <c:v>37.471232999999998</c:v>
                </c:pt>
                <c:pt idx="4266">
                  <c:v>37.410663999999997</c:v>
                </c:pt>
                <c:pt idx="4267">
                  <c:v>37.363509999999998</c:v>
                </c:pt>
                <c:pt idx="4268">
                  <c:v>37.330582</c:v>
                </c:pt>
                <c:pt idx="4269">
                  <c:v>37.317008999999999</c:v>
                </c:pt>
                <c:pt idx="4270">
                  <c:v>37.308273</c:v>
                </c:pt>
                <c:pt idx="4271">
                  <c:v>37.298003999999999</c:v>
                </c:pt>
                <c:pt idx="4272">
                  <c:v>37.277683000000003</c:v>
                </c:pt>
                <c:pt idx="4273">
                  <c:v>37.236519000000001</c:v>
                </c:pt>
                <c:pt idx="4274">
                  <c:v>37.170898000000001</c:v>
                </c:pt>
                <c:pt idx="4275">
                  <c:v>37.098602</c:v>
                </c:pt>
                <c:pt idx="4276">
                  <c:v>37.024590000000003</c:v>
                </c:pt>
                <c:pt idx="4277">
                  <c:v>36.962231000000003</c:v>
                </c:pt>
                <c:pt idx="4278">
                  <c:v>36.906013000000002</c:v>
                </c:pt>
                <c:pt idx="4279">
                  <c:v>36.856636000000002</c:v>
                </c:pt>
                <c:pt idx="4280">
                  <c:v>36.801983</c:v>
                </c:pt>
                <c:pt idx="4281">
                  <c:v>36.738174000000001</c:v>
                </c:pt>
                <c:pt idx="4282">
                  <c:v>36.662909999999997</c:v>
                </c:pt>
                <c:pt idx="4283">
                  <c:v>36.558205000000001</c:v>
                </c:pt>
                <c:pt idx="4284">
                  <c:v>36.423659999999998</c:v>
                </c:pt>
                <c:pt idx="4285">
                  <c:v>36.284554</c:v>
                </c:pt>
                <c:pt idx="4286">
                  <c:v>36.168770000000002</c:v>
                </c:pt>
                <c:pt idx="4287">
                  <c:v>36.066158000000001</c:v>
                </c:pt>
                <c:pt idx="4288">
                  <c:v>35.963245000000001</c:v>
                </c:pt>
                <c:pt idx="4289">
                  <c:v>35.849055999999997</c:v>
                </c:pt>
                <c:pt idx="4290">
                  <c:v>35.687218000000001</c:v>
                </c:pt>
                <c:pt idx="4291">
                  <c:v>35.459339</c:v>
                </c:pt>
                <c:pt idx="4292">
                  <c:v>35.132747999999999</c:v>
                </c:pt>
                <c:pt idx="4293">
                  <c:v>34.748717999999997</c:v>
                </c:pt>
                <c:pt idx="4294">
                  <c:v>34.257488000000002</c:v>
                </c:pt>
                <c:pt idx="4295">
                  <c:v>33.694854999999997</c:v>
                </c:pt>
                <c:pt idx="4296">
                  <c:v>33.135975000000002</c:v>
                </c:pt>
                <c:pt idx="4297">
                  <c:v>32.635838</c:v>
                </c:pt>
                <c:pt idx="4298">
                  <c:v>32.219284000000002</c:v>
                </c:pt>
                <c:pt idx="4299">
                  <c:v>31.890846</c:v>
                </c:pt>
                <c:pt idx="4300">
                  <c:v>31.643695999999998</c:v>
                </c:pt>
                <c:pt idx="4301">
                  <c:v>31.468328</c:v>
                </c:pt>
                <c:pt idx="4302">
                  <c:v>31.351429</c:v>
                </c:pt>
                <c:pt idx="4303">
                  <c:v>31.273304</c:v>
                </c:pt>
                <c:pt idx="4304">
                  <c:v>31.218389999999999</c:v>
                </c:pt>
                <c:pt idx="4305">
                  <c:v>31.204514</c:v>
                </c:pt>
                <c:pt idx="4306">
                  <c:v>31.240238000000002</c:v>
                </c:pt>
                <c:pt idx="4307">
                  <c:v>31.328233999999998</c:v>
                </c:pt>
                <c:pt idx="4308">
                  <c:v>31.456524000000002</c:v>
                </c:pt>
                <c:pt idx="4309">
                  <c:v>31.607357</c:v>
                </c:pt>
                <c:pt idx="4310">
                  <c:v>31.749825999999999</c:v>
                </c:pt>
                <c:pt idx="4311">
                  <c:v>31.852232000000001</c:v>
                </c:pt>
                <c:pt idx="4312">
                  <c:v>31.895237000000002</c:v>
                </c:pt>
                <c:pt idx="4313">
                  <c:v>31.859242999999999</c:v>
                </c:pt>
                <c:pt idx="4314">
                  <c:v>31.748531</c:v>
                </c:pt>
                <c:pt idx="4315">
                  <c:v>31.612401999999999</c:v>
                </c:pt>
                <c:pt idx="4316">
                  <c:v>31.4998</c:v>
                </c:pt>
                <c:pt idx="4317">
                  <c:v>31.425642</c:v>
                </c:pt>
                <c:pt idx="4318">
                  <c:v>31.394698999999999</c:v>
                </c:pt>
                <c:pt idx="4319">
                  <c:v>31.399363000000001</c:v>
                </c:pt>
                <c:pt idx="4320">
                  <c:v>31.424413999999999</c:v>
                </c:pt>
                <c:pt idx="4321">
                  <c:v>31.445765000000002</c:v>
                </c:pt>
                <c:pt idx="4322">
                  <c:v>31.444931</c:v>
                </c:pt>
                <c:pt idx="4323">
                  <c:v>31.408290999999998</c:v>
                </c:pt>
                <c:pt idx="4324">
                  <c:v>31.334896000000001</c:v>
                </c:pt>
                <c:pt idx="4325">
                  <c:v>31.258980000000001</c:v>
                </c:pt>
                <c:pt idx="4326">
                  <c:v>31.205328000000002</c:v>
                </c:pt>
                <c:pt idx="4327">
                  <c:v>31.18573</c:v>
                </c:pt>
                <c:pt idx="4328">
                  <c:v>31.205525999999999</c:v>
                </c:pt>
                <c:pt idx="4329">
                  <c:v>31.245215999999999</c:v>
                </c:pt>
                <c:pt idx="4330">
                  <c:v>31.290468000000001</c:v>
                </c:pt>
                <c:pt idx="4331">
                  <c:v>31.309567999999999</c:v>
                </c:pt>
                <c:pt idx="4332">
                  <c:v>31.285408</c:v>
                </c:pt>
                <c:pt idx="4333">
                  <c:v>31.207041</c:v>
                </c:pt>
                <c:pt idx="4334">
                  <c:v>31.085920000000002</c:v>
                </c:pt>
                <c:pt idx="4335">
                  <c:v>30.953175000000002</c:v>
                </c:pt>
                <c:pt idx="4336">
                  <c:v>30.840081999999999</c:v>
                </c:pt>
                <c:pt idx="4337">
                  <c:v>30.774532000000001</c:v>
                </c:pt>
                <c:pt idx="4338">
                  <c:v>30.745059999999999</c:v>
                </c:pt>
                <c:pt idx="4339">
                  <c:v>30.745032999999999</c:v>
                </c:pt>
                <c:pt idx="4340">
                  <c:v>30.768042000000001</c:v>
                </c:pt>
                <c:pt idx="4341">
                  <c:v>30.789131000000001</c:v>
                </c:pt>
                <c:pt idx="4342">
                  <c:v>30.788771000000001</c:v>
                </c:pt>
                <c:pt idx="4343">
                  <c:v>30.766196999999998</c:v>
                </c:pt>
                <c:pt idx="4344">
                  <c:v>30.724475999999999</c:v>
                </c:pt>
                <c:pt idx="4345">
                  <c:v>30.686147999999999</c:v>
                </c:pt>
                <c:pt idx="4346">
                  <c:v>30.672464000000002</c:v>
                </c:pt>
                <c:pt idx="4347">
                  <c:v>30.688687999999999</c:v>
                </c:pt>
                <c:pt idx="4348">
                  <c:v>30.733871000000001</c:v>
                </c:pt>
                <c:pt idx="4349">
                  <c:v>30.787844</c:v>
                </c:pt>
                <c:pt idx="4350">
                  <c:v>30.822652999999999</c:v>
                </c:pt>
                <c:pt idx="4351">
                  <c:v>30.819095999999998</c:v>
                </c:pt>
                <c:pt idx="4352">
                  <c:v>30.769129</c:v>
                </c:pt>
                <c:pt idx="4353">
                  <c:v>30.674007</c:v>
                </c:pt>
                <c:pt idx="4354">
                  <c:v>30.540241000000002</c:v>
                </c:pt>
                <c:pt idx="4355">
                  <c:v>30.404914999999999</c:v>
                </c:pt>
                <c:pt idx="4356">
                  <c:v>30.299612</c:v>
                </c:pt>
                <c:pt idx="4357">
                  <c:v>30.223700999999998</c:v>
                </c:pt>
                <c:pt idx="4358">
                  <c:v>30.179617</c:v>
                </c:pt>
                <c:pt idx="4359">
                  <c:v>30.163540000000001</c:v>
                </c:pt>
                <c:pt idx="4360">
                  <c:v>30.157734000000001</c:v>
                </c:pt>
                <c:pt idx="4361">
                  <c:v>30.154657</c:v>
                </c:pt>
                <c:pt idx="4362">
                  <c:v>30.144082999999998</c:v>
                </c:pt>
                <c:pt idx="4363">
                  <c:v>30.118261</c:v>
                </c:pt>
                <c:pt idx="4364">
                  <c:v>30.076910000000002</c:v>
                </c:pt>
                <c:pt idx="4365">
                  <c:v>30.0441</c:v>
                </c:pt>
                <c:pt idx="4366">
                  <c:v>30.028257</c:v>
                </c:pt>
                <c:pt idx="4367">
                  <c:v>30.039923000000002</c:v>
                </c:pt>
                <c:pt idx="4368">
                  <c:v>30.074300999999998</c:v>
                </c:pt>
                <c:pt idx="4369">
                  <c:v>30.118525999999999</c:v>
                </c:pt>
                <c:pt idx="4370">
                  <c:v>30.156763000000002</c:v>
                </c:pt>
                <c:pt idx="4371">
                  <c:v>30.173490999999999</c:v>
                </c:pt>
                <c:pt idx="4372">
                  <c:v>30.163252</c:v>
                </c:pt>
                <c:pt idx="4373">
                  <c:v>30.116163</c:v>
                </c:pt>
                <c:pt idx="4374">
                  <c:v>30.051292</c:v>
                </c:pt>
                <c:pt idx="4375">
                  <c:v>29.991026000000002</c:v>
                </c:pt>
                <c:pt idx="4376">
                  <c:v>29.949407999999998</c:v>
                </c:pt>
                <c:pt idx="4377">
                  <c:v>29.923082000000001</c:v>
                </c:pt>
                <c:pt idx="4378">
                  <c:v>29.928963</c:v>
                </c:pt>
                <c:pt idx="4379">
                  <c:v>29.945421</c:v>
                </c:pt>
                <c:pt idx="4380">
                  <c:v>29.957681999999998</c:v>
                </c:pt>
                <c:pt idx="4381">
                  <c:v>29.966336999999999</c:v>
                </c:pt>
                <c:pt idx="4382">
                  <c:v>29.963923999999999</c:v>
                </c:pt>
                <c:pt idx="4383">
                  <c:v>29.930723</c:v>
                </c:pt>
                <c:pt idx="4384">
                  <c:v>29.879159999999999</c:v>
                </c:pt>
                <c:pt idx="4385">
                  <c:v>29.835042999999999</c:v>
                </c:pt>
                <c:pt idx="4386">
                  <c:v>29.805651000000001</c:v>
                </c:pt>
                <c:pt idx="4387">
                  <c:v>29.789434</c:v>
                </c:pt>
                <c:pt idx="4388">
                  <c:v>29.795884999999998</c:v>
                </c:pt>
                <c:pt idx="4389">
                  <c:v>29.809538</c:v>
                </c:pt>
                <c:pt idx="4390">
                  <c:v>29.830832000000001</c:v>
                </c:pt>
                <c:pt idx="4391">
                  <c:v>29.838643999999999</c:v>
                </c:pt>
                <c:pt idx="4392">
                  <c:v>29.833386999999998</c:v>
                </c:pt>
                <c:pt idx="4393">
                  <c:v>29.807611000000001</c:v>
                </c:pt>
                <c:pt idx="4394">
                  <c:v>29.775338999999999</c:v>
                </c:pt>
                <c:pt idx="4395">
                  <c:v>29.729837</c:v>
                </c:pt>
                <c:pt idx="4396">
                  <c:v>29.696396</c:v>
                </c:pt>
                <c:pt idx="4397">
                  <c:v>29.681231</c:v>
                </c:pt>
                <c:pt idx="4398">
                  <c:v>29.694341999999999</c:v>
                </c:pt>
                <c:pt idx="4399">
                  <c:v>29.707632</c:v>
                </c:pt>
                <c:pt idx="4400">
                  <c:v>29.728113</c:v>
                </c:pt>
                <c:pt idx="4401">
                  <c:v>29.739262</c:v>
                </c:pt>
                <c:pt idx="4402">
                  <c:v>29.735406999999999</c:v>
                </c:pt>
                <c:pt idx="4403">
                  <c:v>29.706506999999998</c:v>
                </c:pt>
                <c:pt idx="4404">
                  <c:v>29.660305000000001</c:v>
                </c:pt>
                <c:pt idx="4405">
                  <c:v>29.622613999999999</c:v>
                </c:pt>
                <c:pt idx="4406">
                  <c:v>29.594576</c:v>
                </c:pt>
                <c:pt idx="4407">
                  <c:v>29.555758000000001</c:v>
                </c:pt>
                <c:pt idx="4408">
                  <c:v>29.497129000000001</c:v>
                </c:pt>
                <c:pt idx="4409">
                  <c:v>29.524612000000001</c:v>
                </c:pt>
                <c:pt idx="4410">
                  <c:v>29.537410999999999</c:v>
                </c:pt>
                <c:pt idx="4411">
                  <c:v>29.538381999999999</c:v>
                </c:pt>
                <c:pt idx="4412">
                  <c:v>29.520039000000001</c:v>
                </c:pt>
                <c:pt idx="4413">
                  <c:v>29.505877000000002</c:v>
                </c:pt>
                <c:pt idx="4414">
                  <c:v>29.465665999999999</c:v>
                </c:pt>
                <c:pt idx="4415">
                  <c:v>29.436131</c:v>
                </c:pt>
                <c:pt idx="4416">
                  <c:v>29.393736000000001</c:v>
                </c:pt>
                <c:pt idx="4417">
                  <c:v>29.390378999999999</c:v>
                </c:pt>
                <c:pt idx="4418">
                  <c:v>29.399729000000001</c:v>
                </c:pt>
                <c:pt idx="4419">
                  <c:v>29.417587000000001</c:v>
                </c:pt>
                <c:pt idx="4420">
                  <c:v>29.474181999999999</c:v>
                </c:pt>
                <c:pt idx="4421">
                  <c:v>29.506640999999998</c:v>
                </c:pt>
                <c:pt idx="4422">
                  <c:v>29.520686999999999</c:v>
                </c:pt>
                <c:pt idx="4423">
                  <c:v>29.508310000000002</c:v>
                </c:pt>
                <c:pt idx="4424">
                  <c:v>29.466881000000001</c:v>
                </c:pt>
                <c:pt idx="4425">
                  <c:v>29.438683000000001</c:v>
                </c:pt>
                <c:pt idx="4426">
                  <c:v>29.419767</c:v>
                </c:pt>
                <c:pt idx="4427">
                  <c:v>29.411573000000001</c:v>
                </c:pt>
                <c:pt idx="4428">
                  <c:v>29.417338999999998</c:v>
                </c:pt>
                <c:pt idx="4429">
                  <c:v>29.444210000000002</c:v>
                </c:pt>
                <c:pt idx="4430">
                  <c:v>29.469190999999999</c:v>
                </c:pt>
                <c:pt idx="4431">
                  <c:v>29.485904999999999</c:v>
                </c:pt>
                <c:pt idx="4432">
                  <c:v>29.491789000000001</c:v>
                </c:pt>
                <c:pt idx="4433">
                  <c:v>29.480211000000001</c:v>
                </c:pt>
                <c:pt idx="4434">
                  <c:v>29.447710000000001</c:v>
                </c:pt>
                <c:pt idx="4435">
                  <c:v>29.420494000000001</c:v>
                </c:pt>
                <c:pt idx="4436">
                  <c:v>29.402647000000002</c:v>
                </c:pt>
                <c:pt idx="4437">
                  <c:v>29.400068000000001</c:v>
                </c:pt>
                <c:pt idx="4438">
                  <c:v>29.41188</c:v>
                </c:pt>
                <c:pt idx="4439">
                  <c:v>29.424064999999999</c:v>
                </c:pt>
                <c:pt idx="4440">
                  <c:v>29.427161999999999</c:v>
                </c:pt>
                <c:pt idx="4441">
                  <c:v>29.444208</c:v>
                </c:pt>
                <c:pt idx="4442">
                  <c:v>29.446418999999999</c:v>
                </c:pt>
                <c:pt idx="4443">
                  <c:v>29.428984</c:v>
                </c:pt>
                <c:pt idx="4444">
                  <c:v>29.395256</c:v>
                </c:pt>
                <c:pt idx="4445">
                  <c:v>29.368939999999998</c:v>
                </c:pt>
                <c:pt idx="4446">
                  <c:v>29.356307999999999</c:v>
                </c:pt>
                <c:pt idx="4447">
                  <c:v>29.353952</c:v>
                </c:pt>
                <c:pt idx="4448">
                  <c:v>29.365739999999999</c:v>
                </c:pt>
                <c:pt idx="4449">
                  <c:v>29.385342000000001</c:v>
                </c:pt>
                <c:pt idx="4450">
                  <c:v>29.40774</c:v>
                </c:pt>
                <c:pt idx="4451">
                  <c:v>29.419108999999999</c:v>
                </c:pt>
                <c:pt idx="4452">
                  <c:v>29.418602</c:v>
                </c:pt>
                <c:pt idx="4453">
                  <c:v>29.391179999999999</c:v>
                </c:pt>
                <c:pt idx="4454">
                  <c:v>29.352599999999999</c:v>
                </c:pt>
                <c:pt idx="4455">
                  <c:v>29.317844000000001</c:v>
                </c:pt>
                <c:pt idx="4456">
                  <c:v>29.307162999999999</c:v>
                </c:pt>
                <c:pt idx="4457">
                  <c:v>29.315918</c:v>
                </c:pt>
                <c:pt idx="4458">
                  <c:v>29.333577999999999</c:v>
                </c:pt>
                <c:pt idx="4459">
                  <c:v>29.356365</c:v>
                </c:pt>
                <c:pt idx="4460">
                  <c:v>29.379073999999999</c:v>
                </c:pt>
                <c:pt idx="4461">
                  <c:v>29.400848</c:v>
                </c:pt>
                <c:pt idx="4462">
                  <c:v>29.405806999999999</c:v>
                </c:pt>
                <c:pt idx="4463">
                  <c:v>29.39884</c:v>
                </c:pt>
                <c:pt idx="4464">
                  <c:v>29.374234999999999</c:v>
                </c:pt>
                <c:pt idx="4465">
                  <c:v>29.352938000000002</c:v>
                </c:pt>
                <c:pt idx="4466">
                  <c:v>29.337713000000001</c:v>
                </c:pt>
                <c:pt idx="4467">
                  <c:v>29.334790999999999</c:v>
                </c:pt>
                <c:pt idx="4468">
                  <c:v>29.351434999999999</c:v>
                </c:pt>
                <c:pt idx="4469">
                  <c:v>29.374098</c:v>
                </c:pt>
                <c:pt idx="4470">
                  <c:v>29.395557</c:v>
                </c:pt>
                <c:pt idx="4471">
                  <c:v>29.411277999999999</c:v>
                </c:pt>
                <c:pt idx="4472">
                  <c:v>29.415358000000001</c:v>
                </c:pt>
                <c:pt idx="4473">
                  <c:v>29.396035999999999</c:v>
                </c:pt>
                <c:pt idx="4474">
                  <c:v>29.364484999999998</c:v>
                </c:pt>
                <c:pt idx="4475">
                  <c:v>29.337976000000001</c:v>
                </c:pt>
                <c:pt idx="4476">
                  <c:v>29.324247</c:v>
                </c:pt>
                <c:pt idx="4477">
                  <c:v>29.325018</c:v>
                </c:pt>
                <c:pt idx="4478">
                  <c:v>29.330683000000001</c:v>
                </c:pt>
                <c:pt idx="4479">
                  <c:v>30.448004000000001</c:v>
                </c:pt>
                <c:pt idx="4480">
                  <c:v>31.799526</c:v>
                </c:pt>
                <c:pt idx="4481">
                  <c:v>32.706778999999997</c:v>
                </c:pt>
                <c:pt idx="4482">
                  <c:v>33.214283000000002</c:v>
                </c:pt>
                <c:pt idx="4483">
                  <c:v>33.630138000000002</c:v>
                </c:pt>
                <c:pt idx="4484">
                  <c:v>34.044941000000001</c:v>
                </c:pt>
                <c:pt idx="4485">
                  <c:v>34.256134000000003</c:v>
                </c:pt>
                <c:pt idx="4486">
                  <c:v>34.609569999999998</c:v>
                </c:pt>
                <c:pt idx="4487">
                  <c:v>34.431697999999997</c:v>
                </c:pt>
                <c:pt idx="4488">
                  <c:v>33.620361000000003</c:v>
                </c:pt>
                <c:pt idx="4489">
                  <c:v>32.432541000000001</c:v>
                </c:pt>
                <c:pt idx="4490">
                  <c:v>31.575686000000001</c:v>
                </c:pt>
                <c:pt idx="4491">
                  <c:v>31.307547</c:v>
                </c:pt>
                <c:pt idx="4492">
                  <c:v>31.382436999999999</c:v>
                </c:pt>
                <c:pt idx="4493">
                  <c:v>31.575977000000002</c:v>
                </c:pt>
                <c:pt idx="4494">
                  <c:v>31.797134</c:v>
                </c:pt>
                <c:pt idx="4495">
                  <c:v>31.875997999999999</c:v>
                </c:pt>
                <c:pt idx="4496">
                  <c:v>31.872765000000001</c:v>
                </c:pt>
                <c:pt idx="4497">
                  <c:v>31.677074000000001</c:v>
                </c:pt>
                <c:pt idx="4498">
                  <c:v>31.339205</c:v>
                </c:pt>
                <c:pt idx="4499">
                  <c:v>30.942226000000002</c:v>
                </c:pt>
                <c:pt idx="4500">
                  <c:v>30.640383</c:v>
                </c:pt>
                <c:pt idx="4501">
                  <c:v>30.634388000000001</c:v>
                </c:pt>
                <c:pt idx="4502">
                  <c:v>30.650390999999999</c:v>
                </c:pt>
                <c:pt idx="4503">
                  <c:v>30.315975000000002</c:v>
                </c:pt>
                <c:pt idx="4504">
                  <c:v>29.969647999999999</c:v>
                </c:pt>
                <c:pt idx="4505">
                  <c:v>30.040907000000001</c:v>
                </c:pt>
                <c:pt idx="4506">
                  <c:v>29.953289000000002</c:v>
                </c:pt>
                <c:pt idx="4507">
                  <c:v>29.353846000000001</c:v>
                </c:pt>
                <c:pt idx="4508">
                  <c:v>28.680536</c:v>
                </c:pt>
                <c:pt idx="4509">
                  <c:v>28.442225000000001</c:v>
                </c:pt>
                <c:pt idx="4510">
                  <c:v>28.927904000000002</c:v>
                </c:pt>
                <c:pt idx="4511">
                  <c:v>28.907454000000001</c:v>
                </c:pt>
                <c:pt idx="4512">
                  <c:v>28.750112999999999</c:v>
                </c:pt>
                <c:pt idx="4513">
                  <c:v>29.025725999999999</c:v>
                </c:pt>
                <c:pt idx="4514">
                  <c:v>29.394355999999998</c:v>
                </c:pt>
                <c:pt idx="4515">
                  <c:v>29.514123999999999</c:v>
                </c:pt>
                <c:pt idx="4516">
                  <c:v>29.782558000000002</c:v>
                </c:pt>
                <c:pt idx="4517">
                  <c:v>30.307963999999998</c:v>
                </c:pt>
                <c:pt idx="4518">
                  <c:v>31.013646999999999</c:v>
                </c:pt>
                <c:pt idx="4519">
                  <c:v>31.673893</c:v>
                </c:pt>
                <c:pt idx="4520">
                  <c:v>32.249405000000003</c:v>
                </c:pt>
                <c:pt idx="4521">
                  <c:v>32.726261000000001</c:v>
                </c:pt>
                <c:pt idx="4522">
                  <c:v>32.899487000000001</c:v>
                </c:pt>
                <c:pt idx="4523">
                  <c:v>32.615420999999998</c:v>
                </c:pt>
                <c:pt idx="4524">
                  <c:v>32.346401</c:v>
                </c:pt>
                <c:pt idx="4525">
                  <c:v>32.122996999999998</c:v>
                </c:pt>
                <c:pt idx="4526">
                  <c:v>31.604800999999998</c:v>
                </c:pt>
                <c:pt idx="4527">
                  <c:v>31.499680999999999</c:v>
                </c:pt>
                <c:pt idx="4528">
                  <c:v>31.913162</c:v>
                </c:pt>
                <c:pt idx="4529">
                  <c:v>32.176769</c:v>
                </c:pt>
                <c:pt idx="4530">
                  <c:v>32.135933000000001</c:v>
                </c:pt>
                <c:pt idx="4531">
                  <c:v>31.864820000000002</c:v>
                </c:pt>
                <c:pt idx="4532">
                  <c:v>31.564119000000002</c:v>
                </c:pt>
                <c:pt idx="4533">
                  <c:v>31.101496000000001</c:v>
                </c:pt>
                <c:pt idx="4534">
                  <c:v>30.394031999999999</c:v>
                </c:pt>
                <c:pt idx="4535">
                  <c:v>30.571047</c:v>
                </c:pt>
                <c:pt idx="4536">
                  <c:v>31.443165</c:v>
                </c:pt>
                <c:pt idx="4537">
                  <c:v>31.995245000000001</c:v>
                </c:pt>
                <c:pt idx="4538">
                  <c:v>32.546844</c:v>
                </c:pt>
                <c:pt idx="4539">
                  <c:v>33.179561999999997</c:v>
                </c:pt>
                <c:pt idx="4540">
                  <c:v>33.601196000000002</c:v>
                </c:pt>
                <c:pt idx="4541">
                  <c:v>34.088698999999998</c:v>
                </c:pt>
                <c:pt idx="4542">
                  <c:v>34.122421000000003</c:v>
                </c:pt>
                <c:pt idx="4543">
                  <c:v>33.891136000000003</c:v>
                </c:pt>
                <c:pt idx="4544">
                  <c:v>33.515869000000002</c:v>
                </c:pt>
                <c:pt idx="4545">
                  <c:v>33.033726000000001</c:v>
                </c:pt>
                <c:pt idx="4546">
                  <c:v>32.523086999999997</c:v>
                </c:pt>
                <c:pt idx="4547">
                  <c:v>32.333015000000003</c:v>
                </c:pt>
                <c:pt idx="4548">
                  <c:v>32.174365999999999</c:v>
                </c:pt>
                <c:pt idx="4549">
                  <c:v>31.946933999999999</c:v>
                </c:pt>
                <c:pt idx="4550">
                  <c:v>31.800508000000001</c:v>
                </c:pt>
                <c:pt idx="4551">
                  <c:v>31.613878</c:v>
                </c:pt>
                <c:pt idx="4552">
                  <c:v>31.546206000000002</c:v>
                </c:pt>
                <c:pt idx="4553">
                  <c:v>31.811398000000001</c:v>
                </c:pt>
                <c:pt idx="4554">
                  <c:v>32.528767000000002</c:v>
                </c:pt>
                <c:pt idx="4555">
                  <c:v>33.400554999999997</c:v>
                </c:pt>
                <c:pt idx="4556">
                  <c:v>33.971989000000001</c:v>
                </c:pt>
                <c:pt idx="4557">
                  <c:v>34.445377000000001</c:v>
                </c:pt>
                <c:pt idx="4558">
                  <c:v>34.908442999999998</c:v>
                </c:pt>
                <c:pt idx="4559">
                  <c:v>34.862301000000002</c:v>
                </c:pt>
                <c:pt idx="4560">
                  <c:v>34.753734999999999</c:v>
                </c:pt>
                <c:pt idx="4561">
                  <c:v>34.949069999999999</c:v>
                </c:pt>
                <c:pt idx="4562">
                  <c:v>35.164051000000001</c:v>
                </c:pt>
                <c:pt idx="4563">
                  <c:v>35.094189</c:v>
                </c:pt>
                <c:pt idx="4564">
                  <c:v>34.443038999999999</c:v>
                </c:pt>
                <c:pt idx="4565">
                  <c:v>33.535727999999999</c:v>
                </c:pt>
                <c:pt idx="4566">
                  <c:v>33.003807000000002</c:v>
                </c:pt>
                <c:pt idx="4567">
                  <c:v>32.969025000000002</c:v>
                </c:pt>
                <c:pt idx="4568">
                  <c:v>33.390476</c:v>
                </c:pt>
                <c:pt idx="4569">
                  <c:v>34.011459000000002</c:v>
                </c:pt>
                <c:pt idx="4570">
                  <c:v>34.329326999999999</c:v>
                </c:pt>
                <c:pt idx="4571">
                  <c:v>34.657944000000001</c:v>
                </c:pt>
                <c:pt idx="4572">
                  <c:v>35.049156000000004</c:v>
                </c:pt>
                <c:pt idx="4573">
                  <c:v>35.617668000000002</c:v>
                </c:pt>
                <c:pt idx="4574">
                  <c:v>36.389617999999999</c:v>
                </c:pt>
                <c:pt idx="4575">
                  <c:v>36.729880999999999</c:v>
                </c:pt>
                <c:pt idx="4576">
                  <c:v>36.608905999999998</c:v>
                </c:pt>
                <c:pt idx="4577">
                  <c:v>36.409382000000001</c:v>
                </c:pt>
                <c:pt idx="4578">
                  <c:v>35.834713000000001</c:v>
                </c:pt>
                <c:pt idx="4579">
                  <c:v>35.516036999999997</c:v>
                </c:pt>
                <c:pt idx="4580">
                  <c:v>35.570067999999999</c:v>
                </c:pt>
                <c:pt idx="4581">
                  <c:v>35.259917999999999</c:v>
                </c:pt>
                <c:pt idx="4582">
                  <c:v>34.659500000000001</c:v>
                </c:pt>
                <c:pt idx="4583">
                  <c:v>34.356189999999998</c:v>
                </c:pt>
                <c:pt idx="4584">
                  <c:v>34.088481999999999</c:v>
                </c:pt>
                <c:pt idx="4585">
                  <c:v>33.716388999999999</c:v>
                </c:pt>
                <c:pt idx="4586">
                  <c:v>33.275314000000002</c:v>
                </c:pt>
                <c:pt idx="4587">
                  <c:v>33.091194000000002</c:v>
                </c:pt>
                <c:pt idx="4588">
                  <c:v>33.423335999999999</c:v>
                </c:pt>
                <c:pt idx="4589">
                  <c:v>34.261733999999997</c:v>
                </c:pt>
                <c:pt idx="4590">
                  <c:v>34.830092999999998</c:v>
                </c:pt>
                <c:pt idx="4591">
                  <c:v>34.778824</c:v>
                </c:pt>
                <c:pt idx="4592">
                  <c:v>34.353439000000002</c:v>
                </c:pt>
                <c:pt idx="4593">
                  <c:v>34.452964999999999</c:v>
                </c:pt>
                <c:pt idx="4594">
                  <c:v>34.848540999999997</c:v>
                </c:pt>
                <c:pt idx="4595">
                  <c:v>35.380710999999998</c:v>
                </c:pt>
                <c:pt idx="4596">
                  <c:v>36.208945999999997</c:v>
                </c:pt>
                <c:pt idx="4597">
                  <c:v>37.051029</c:v>
                </c:pt>
                <c:pt idx="4598">
                  <c:v>37.402954000000001</c:v>
                </c:pt>
                <c:pt idx="4599">
                  <c:v>37.206772000000001</c:v>
                </c:pt>
                <c:pt idx="4600">
                  <c:v>36.811709999999998</c:v>
                </c:pt>
                <c:pt idx="4601">
                  <c:v>36.659129999999998</c:v>
                </c:pt>
                <c:pt idx="4602">
                  <c:v>36.877949000000001</c:v>
                </c:pt>
                <c:pt idx="4603">
                  <c:v>37.035595000000001</c:v>
                </c:pt>
                <c:pt idx="4604">
                  <c:v>36.784153000000003</c:v>
                </c:pt>
                <c:pt idx="4605">
                  <c:v>36.606361</c:v>
                </c:pt>
                <c:pt idx="4606">
                  <c:v>36.541977000000003</c:v>
                </c:pt>
                <c:pt idx="4607">
                  <c:v>36.944083999999997</c:v>
                </c:pt>
                <c:pt idx="4608">
                  <c:v>37.724243000000001</c:v>
                </c:pt>
                <c:pt idx="4609">
                  <c:v>38.542037999999998</c:v>
                </c:pt>
                <c:pt idx="4610">
                  <c:v>39.441513</c:v>
                </c:pt>
                <c:pt idx="4611">
                  <c:v>39.844329999999999</c:v>
                </c:pt>
                <c:pt idx="4612">
                  <c:v>40.206012999999999</c:v>
                </c:pt>
                <c:pt idx="4613">
                  <c:v>39.901909000000003</c:v>
                </c:pt>
                <c:pt idx="4614">
                  <c:v>38.920814999999997</c:v>
                </c:pt>
                <c:pt idx="4615">
                  <c:v>38.63496</c:v>
                </c:pt>
                <c:pt idx="4616">
                  <c:v>38.896259000000001</c:v>
                </c:pt>
                <c:pt idx="4617">
                  <c:v>39.025894000000001</c:v>
                </c:pt>
                <c:pt idx="4618">
                  <c:v>38.592018000000003</c:v>
                </c:pt>
                <c:pt idx="4619">
                  <c:v>38.381385999999999</c:v>
                </c:pt>
                <c:pt idx="4620">
                  <c:v>39.540958000000003</c:v>
                </c:pt>
                <c:pt idx="4621">
                  <c:v>40.770389999999999</c:v>
                </c:pt>
                <c:pt idx="4622">
                  <c:v>41.470371</c:v>
                </c:pt>
                <c:pt idx="4623">
                  <c:v>42.035567999999998</c:v>
                </c:pt>
                <c:pt idx="4624">
                  <c:v>42.288212000000001</c:v>
                </c:pt>
                <c:pt idx="4625">
                  <c:v>42.395699</c:v>
                </c:pt>
                <c:pt idx="4626">
                  <c:v>42.368369999999999</c:v>
                </c:pt>
                <c:pt idx="4627">
                  <c:v>42.361645000000003</c:v>
                </c:pt>
                <c:pt idx="4628">
                  <c:v>42.531230999999998</c:v>
                </c:pt>
                <c:pt idx="4629">
                  <c:v>42.649459999999998</c:v>
                </c:pt>
                <c:pt idx="4630">
                  <c:v>42.590302000000001</c:v>
                </c:pt>
                <c:pt idx="4631">
                  <c:v>42.541645000000003</c:v>
                </c:pt>
                <c:pt idx="4632">
                  <c:v>42.364212000000002</c:v>
                </c:pt>
                <c:pt idx="4633">
                  <c:v>41.824908999999998</c:v>
                </c:pt>
                <c:pt idx="4634">
                  <c:v>41.661472000000003</c:v>
                </c:pt>
                <c:pt idx="4635">
                  <c:v>41.941502</c:v>
                </c:pt>
                <c:pt idx="4636">
                  <c:v>41.464011999999997</c:v>
                </c:pt>
                <c:pt idx="4637">
                  <c:v>40.658417</c:v>
                </c:pt>
                <c:pt idx="4638">
                  <c:v>41.264457999999998</c:v>
                </c:pt>
                <c:pt idx="4639">
                  <c:v>41.908648999999997</c:v>
                </c:pt>
                <c:pt idx="4640">
                  <c:v>42.484650000000002</c:v>
                </c:pt>
                <c:pt idx="4641">
                  <c:v>42.564064000000002</c:v>
                </c:pt>
                <c:pt idx="4642">
                  <c:v>41.420811</c:v>
                </c:pt>
                <c:pt idx="4643">
                  <c:v>40.225586</c:v>
                </c:pt>
                <c:pt idx="4644">
                  <c:v>39.327140999999997</c:v>
                </c:pt>
                <c:pt idx="4645">
                  <c:v>38.994101999999998</c:v>
                </c:pt>
                <c:pt idx="4646">
                  <c:v>39.197226999999998</c:v>
                </c:pt>
                <c:pt idx="4647">
                  <c:v>39.737301000000002</c:v>
                </c:pt>
                <c:pt idx="4648">
                  <c:v>40.159945999999998</c:v>
                </c:pt>
                <c:pt idx="4649">
                  <c:v>40.702613999999997</c:v>
                </c:pt>
                <c:pt idx="4650">
                  <c:v>41.195186999999997</c:v>
                </c:pt>
                <c:pt idx="4651">
                  <c:v>41.666179999999997</c:v>
                </c:pt>
                <c:pt idx="4652">
                  <c:v>42.156379999999999</c:v>
                </c:pt>
                <c:pt idx="4653">
                  <c:v>42.704113</c:v>
                </c:pt>
                <c:pt idx="4654">
                  <c:v>43.522255000000001</c:v>
                </c:pt>
                <c:pt idx="4655">
                  <c:v>44.155208999999999</c:v>
                </c:pt>
                <c:pt idx="4656">
                  <c:v>44.035812</c:v>
                </c:pt>
                <c:pt idx="4657">
                  <c:v>43.789603999999997</c:v>
                </c:pt>
                <c:pt idx="4658">
                  <c:v>43.682785000000003</c:v>
                </c:pt>
                <c:pt idx="4659">
                  <c:v>43.768585000000002</c:v>
                </c:pt>
                <c:pt idx="4660">
                  <c:v>43.860850999999997</c:v>
                </c:pt>
                <c:pt idx="4661">
                  <c:v>43.901989</c:v>
                </c:pt>
                <c:pt idx="4662">
                  <c:v>43.877150999999998</c:v>
                </c:pt>
                <c:pt idx="4663">
                  <c:v>43.877499</c:v>
                </c:pt>
                <c:pt idx="4664">
                  <c:v>43.945861999999998</c:v>
                </c:pt>
                <c:pt idx="4665">
                  <c:v>43.966911000000003</c:v>
                </c:pt>
                <c:pt idx="4666">
                  <c:v>44.043221000000003</c:v>
                </c:pt>
                <c:pt idx="4667">
                  <c:v>44.186481000000001</c:v>
                </c:pt>
                <c:pt idx="4668">
                  <c:v>44.347712999999999</c:v>
                </c:pt>
                <c:pt idx="4669">
                  <c:v>45.016468000000003</c:v>
                </c:pt>
                <c:pt idx="4670">
                  <c:v>45.361736000000001</c:v>
                </c:pt>
                <c:pt idx="4671">
                  <c:v>44.918751</c:v>
                </c:pt>
                <c:pt idx="4672">
                  <c:v>44.508223999999998</c:v>
                </c:pt>
                <c:pt idx="4673">
                  <c:v>44.295647000000002</c:v>
                </c:pt>
                <c:pt idx="4674">
                  <c:v>44.446517999999998</c:v>
                </c:pt>
                <c:pt idx="4675">
                  <c:v>45.036754999999999</c:v>
                </c:pt>
                <c:pt idx="4676">
                  <c:v>46.035685999999998</c:v>
                </c:pt>
                <c:pt idx="4677">
                  <c:v>46.627892000000003</c:v>
                </c:pt>
                <c:pt idx="4678">
                  <c:v>46.539078000000003</c:v>
                </c:pt>
                <c:pt idx="4679">
                  <c:v>46.515506999999999</c:v>
                </c:pt>
                <c:pt idx="4680">
                  <c:v>47.085147999999997</c:v>
                </c:pt>
                <c:pt idx="4681">
                  <c:v>47.865932000000001</c:v>
                </c:pt>
                <c:pt idx="4682">
                  <c:v>48.269210999999999</c:v>
                </c:pt>
                <c:pt idx="4683">
                  <c:v>48.928573999999998</c:v>
                </c:pt>
                <c:pt idx="4684">
                  <c:v>50.058784000000003</c:v>
                </c:pt>
                <c:pt idx="4685">
                  <c:v>50.871414000000001</c:v>
                </c:pt>
                <c:pt idx="4686">
                  <c:v>50.729660000000003</c:v>
                </c:pt>
                <c:pt idx="4687">
                  <c:v>50.331626999999997</c:v>
                </c:pt>
                <c:pt idx="4688">
                  <c:v>49.678688000000001</c:v>
                </c:pt>
                <c:pt idx="4689">
                  <c:v>47.620669999999997</c:v>
                </c:pt>
                <c:pt idx="4690">
                  <c:v>47.476418000000002</c:v>
                </c:pt>
                <c:pt idx="4691">
                  <c:v>53.065474999999999</c:v>
                </c:pt>
                <c:pt idx="4692">
                  <c:v>57.669772999999999</c:v>
                </c:pt>
                <c:pt idx="4693">
                  <c:v>60.280330999999997</c:v>
                </c:pt>
                <c:pt idx="4694">
                  <c:v>61.706809999999997</c:v>
                </c:pt>
                <c:pt idx="4695">
                  <c:v>62.275981999999999</c:v>
                </c:pt>
                <c:pt idx="4696">
                  <c:v>62.381946999999997</c:v>
                </c:pt>
                <c:pt idx="4697">
                  <c:v>62.258659000000002</c:v>
                </c:pt>
                <c:pt idx="4698">
                  <c:v>62.461384000000002</c:v>
                </c:pt>
                <c:pt idx="4699">
                  <c:v>62.754997000000003</c:v>
                </c:pt>
                <c:pt idx="4700">
                  <c:v>62.749592</c:v>
                </c:pt>
                <c:pt idx="4701">
                  <c:v>62.618606999999997</c:v>
                </c:pt>
                <c:pt idx="4702">
                  <c:v>62.428275999999997</c:v>
                </c:pt>
                <c:pt idx="4703">
                  <c:v>62.567577</c:v>
                </c:pt>
                <c:pt idx="4704">
                  <c:v>61.810828999999998</c:v>
                </c:pt>
                <c:pt idx="4705">
                  <c:v>60.482128000000003</c:v>
                </c:pt>
                <c:pt idx="4706">
                  <c:v>59.296287999999997</c:v>
                </c:pt>
                <c:pt idx="4707">
                  <c:v>58.606102</c:v>
                </c:pt>
                <c:pt idx="4708">
                  <c:v>57.813071999999998</c:v>
                </c:pt>
                <c:pt idx="4709">
                  <c:v>56.450958</c:v>
                </c:pt>
                <c:pt idx="4710">
                  <c:v>55.893130999999997</c:v>
                </c:pt>
                <c:pt idx="4711">
                  <c:v>55.660159999999998</c:v>
                </c:pt>
                <c:pt idx="4712">
                  <c:v>55.401634000000001</c:v>
                </c:pt>
                <c:pt idx="4713">
                  <c:v>54.820476999999997</c:v>
                </c:pt>
                <c:pt idx="4714">
                  <c:v>54.191616000000003</c:v>
                </c:pt>
                <c:pt idx="4715">
                  <c:v>53.776665000000001</c:v>
                </c:pt>
                <c:pt idx="4716">
                  <c:v>53.408442999999998</c:v>
                </c:pt>
                <c:pt idx="4717">
                  <c:v>53.223526</c:v>
                </c:pt>
                <c:pt idx="4718">
                  <c:v>53.320796999999999</c:v>
                </c:pt>
                <c:pt idx="4719">
                  <c:v>53.046531999999999</c:v>
                </c:pt>
                <c:pt idx="4720">
                  <c:v>52.818519999999999</c:v>
                </c:pt>
                <c:pt idx="4721">
                  <c:v>53.024990000000003</c:v>
                </c:pt>
                <c:pt idx="4722">
                  <c:v>53.196835</c:v>
                </c:pt>
                <c:pt idx="4723">
                  <c:v>53.232779999999998</c:v>
                </c:pt>
                <c:pt idx="4724">
                  <c:v>52.952469000000001</c:v>
                </c:pt>
                <c:pt idx="4725">
                  <c:v>52.533821000000003</c:v>
                </c:pt>
                <c:pt idx="4726">
                  <c:v>52.416221999999998</c:v>
                </c:pt>
                <c:pt idx="4727">
                  <c:v>52.233615999999998</c:v>
                </c:pt>
                <c:pt idx="4728">
                  <c:v>51.851227000000002</c:v>
                </c:pt>
                <c:pt idx="4729">
                  <c:v>51.667782000000003</c:v>
                </c:pt>
                <c:pt idx="4730">
                  <c:v>51.767113000000002</c:v>
                </c:pt>
                <c:pt idx="4731">
                  <c:v>52.385390999999998</c:v>
                </c:pt>
                <c:pt idx="4732">
                  <c:v>53.06926</c:v>
                </c:pt>
                <c:pt idx="4733">
                  <c:v>52.880028000000003</c:v>
                </c:pt>
                <c:pt idx="4734">
                  <c:v>52.117621999999997</c:v>
                </c:pt>
                <c:pt idx="4735">
                  <c:v>51.946125000000002</c:v>
                </c:pt>
                <c:pt idx="4736">
                  <c:v>52.399459999999998</c:v>
                </c:pt>
                <c:pt idx="4737">
                  <c:v>52.865952</c:v>
                </c:pt>
                <c:pt idx="4738">
                  <c:v>52.729092000000001</c:v>
                </c:pt>
                <c:pt idx="4739">
                  <c:v>52.564678000000001</c:v>
                </c:pt>
                <c:pt idx="4740">
                  <c:v>52.538563000000003</c:v>
                </c:pt>
                <c:pt idx="4741">
                  <c:v>52.322392000000001</c:v>
                </c:pt>
                <c:pt idx="4742">
                  <c:v>52.154761999999998</c:v>
                </c:pt>
                <c:pt idx="4743">
                  <c:v>52.074818</c:v>
                </c:pt>
                <c:pt idx="4744">
                  <c:v>52.206668999999998</c:v>
                </c:pt>
                <c:pt idx="4745">
                  <c:v>52.201777999999997</c:v>
                </c:pt>
                <c:pt idx="4746">
                  <c:v>52.018265</c:v>
                </c:pt>
                <c:pt idx="4747">
                  <c:v>51.938194000000003</c:v>
                </c:pt>
                <c:pt idx="4748">
                  <c:v>52.028571999999997</c:v>
                </c:pt>
                <c:pt idx="4749">
                  <c:v>52.115788000000002</c:v>
                </c:pt>
                <c:pt idx="4750">
                  <c:v>52.373699000000002</c:v>
                </c:pt>
                <c:pt idx="4751">
                  <c:v>52.876052999999999</c:v>
                </c:pt>
                <c:pt idx="4752">
                  <c:v>53.30254</c:v>
                </c:pt>
                <c:pt idx="4753">
                  <c:v>53.647053</c:v>
                </c:pt>
                <c:pt idx="4754">
                  <c:v>53.612327999999998</c:v>
                </c:pt>
                <c:pt idx="4755">
                  <c:v>53.572823</c:v>
                </c:pt>
                <c:pt idx="4756">
                  <c:v>53.769691000000002</c:v>
                </c:pt>
                <c:pt idx="4757">
                  <c:v>54.196266000000001</c:v>
                </c:pt>
                <c:pt idx="4758">
                  <c:v>54.315510000000003</c:v>
                </c:pt>
                <c:pt idx="4759">
                  <c:v>54.031612000000003</c:v>
                </c:pt>
                <c:pt idx="4760">
                  <c:v>54.042487999999999</c:v>
                </c:pt>
                <c:pt idx="4761">
                  <c:v>54.495471999999999</c:v>
                </c:pt>
                <c:pt idx="4762">
                  <c:v>54.728622000000001</c:v>
                </c:pt>
                <c:pt idx="4763">
                  <c:v>54.695782000000001</c:v>
                </c:pt>
                <c:pt idx="4764">
                  <c:v>55.117702000000001</c:v>
                </c:pt>
                <c:pt idx="4765">
                  <c:v>55.900886999999997</c:v>
                </c:pt>
                <c:pt idx="4766">
                  <c:v>56.240929000000001</c:v>
                </c:pt>
                <c:pt idx="4767">
                  <c:v>56.103698999999999</c:v>
                </c:pt>
                <c:pt idx="4768">
                  <c:v>56.502322999999997</c:v>
                </c:pt>
                <c:pt idx="4769">
                  <c:v>57.533481999999999</c:v>
                </c:pt>
                <c:pt idx="4770">
                  <c:v>58.047885999999998</c:v>
                </c:pt>
                <c:pt idx="4771">
                  <c:v>58.255924</c:v>
                </c:pt>
                <c:pt idx="4772">
                  <c:v>58.724544999999999</c:v>
                </c:pt>
                <c:pt idx="4773">
                  <c:v>59.223339000000003</c:v>
                </c:pt>
                <c:pt idx="4774">
                  <c:v>59.704360999999999</c:v>
                </c:pt>
                <c:pt idx="4775">
                  <c:v>58.98489</c:v>
                </c:pt>
                <c:pt idx="4776">
                  <c:v>58.312691000000001</c:v>
                </c:pt>
                <c:pt idx="4777">
                  <c:v>58.408504000000001</c:v>
                </c:pt>
                <c:pt idx="4778">
                  <c:v>59.103198999999996</c:v>
                </c:pt>
                <c:pt idx="4779">
                  <c:v>59.310982000000003</c:v>
                </c:pt>
                <c:pt idx="4780">
                  <c:v>58.663680999999997</c:v>
                </c:pt>
                <c:pt idx="4781">
                  <c:v>57.346778999999998</c:v>
                </c:pt>
                <c:pt idx="4782">
                  <c:v>56.055725000000002</c:v>
                </c:pt>
                <c:pt idx="4783">
                  <c:v>55.399459999999998</c:v>
                </c:pt>
                <c:pt idx="4784">
                  <c:v>54.952148000000001</c:v>
                </c:pt>
                <c:pt idx="4785">
                  <c:v>54.144215000000003</c:v>
                </c:pt>
                <c:pt idx="4786">
                  <c:v>53.231583000000001</c:v>
                </c:pt>
                <c:pt idx="4787">
                  <c:v>52.897995000000002</c:v>
                </c:pt>
                <c:pt idx="4788">
                  <c:v>53.007786000000003</c:v>
                </c:pt>
                <c:pt idx="4789">
                  <c:v>52.871654999999997</c:v>
                </c:pt>
                <c:pt idx="4790">
                  <c:v>52.782505</c:v>
                </c:pt>
                <c:pt idx="4791">
                  <c:v>52.701805</c:v>
                </c:pt>
                <c:pt idx="4792">
                  <c:v>52.882987999999997</c:v>
                </c:pt>
                <c:pt idx="4793">
                  <c:v>53.141002999999998</c:v>
                </c:pt>
                <c:pt idx="4794">
                  <c:v>53.132393</c:v>
                </c:pt>
                <c:pt idx="4795">
                  <c:v>52.991855999999999</c:v>
                </c:pt>
                <c:pt idx="4796">
                  <c:v>52.672741000000002</c:v>
                </c:pt>
                <c:pt idx="4797">
                  <c:v>52.363373000000003</c:v>
                </c:pt>
                <c:pt idx="4798">
                  <c:v>51.931488000000002</c:v>
                </c:pt>
                <c:pt idx="4799">
                  <c:v>51.989212000000002</c:v>
                </c:pt>
                <c:pt idx="4800">
                  <c:v>52.294272999999997</c:v>
                </c:pt>
                <c:pt idx="4801">
                  <c:v>52.426833999999999</c:v>
                </c:pt>
                <c:pt idx="4802">
                  <c:v>52.532435999999997</c:v>
                </c:pt>
                <c:pt idx="4803">
                  <c:v>52.654761999999998</c:v>
                </c:pt>
                <c:pt idx="4804">
                  <c:v>52.676456000000002</c:v>
                </c:pt>
                <c:pt idx="4805">
                  <c:v>52.550632</c:v>
                </c:pt>
                <c:pt idx="4806">
                  <c:v>52.558174000000001</c:v>
                </c:pt>
                <c:pt idx="4807">
                  <c:v>52.624310000000001</c:v>
                </c:pt>
                <c:pt idx="4808">
                  <c:v>52.802692</c:v>
                </c:pt>
                <c:pt idx="4809">
                  <c:v>52.813384999999997</c:v>
                </c:pt>
                <c:pt idx="4810">
                  <c:v>52.266865000000003</c:v>
                </c:pt>
                <c:pt idx="4811">
                  <c:v>51.684134999999998</c:v>
                </c:pt>
                <c:pt idx="4812">
                  <c:v>51.666271000000002</c:v>
                </c:pt>
                <c:pt idx="4813">
                  <c:v>52.174312999999998</c:v>
                </c:pt>
                <c:pt idx="4814">
                  <c:v>52.335712000000001</c:v>
                </c:pt>
                <c:pt idx="4815">
                  <c:v>51.879047</c:v>
                </c:pt>
                <c:pt idx="4816">
                  <c:v>51.229526999999997</c:v>
                </c:pt>
                <c:pt idx="4817">
                  <c:v>50.675552000000003</c:v>
                </c:pt>
                <c:pt idx="4818">
                  <c:v>50.961903</c:v>
                </c:pt>
                <c:pt idx="4819">
                  <c:v>51.775706999999997</c:v>
                </c:pt>
                <c:pt idx="4820">
                  <c:v>52.474471999999999</c:v>
                </c:pt>
                <c:pt idx="4821">
                  <c:v>53.159477000000003</c:v>
                </c:pt>
                <c:pt idx="4822">
                  <c:v>53.420071</c:v>
                </c:pt>
                <c:pt idx="4823">
                  <c:v>53.333260000000003</c:v>
                </c:pt>
                <c:pt idx="4824">
                  <c:v>53.193047</c:v>
                </c:pt>
                <c:pt idx="4825">
                  <c:v>53.392479000000002</c:v>
                </c:pt>
                <c:pt idx="4826">
                  <c:v>53.658591999999999</c:v>
                </c:pt>
                <c:pt idx="4827">
                  <c:v>53.880875000000003</c:v>
                </c:pt>
                <c:pt idx="4828">
                  <c:v>54.073044000000003</c:v>
                </c:pt>
                <c:pt idx="4829">
                  <c:v>53.963234</c:v>
                </c:pt>
                <c:pt idx="4830">
                  <c:v>53.908546000000001</c:v>
                </c:pt>
                <c:pt idx="4831">
                  <c:v>54.251713000000002</c:v>
                </c:pt>
                <c:pt idx="4832">
                  <c:v>54.561408999999998</c:v>
                </c:pt>
                <c:pt idx="4833">
                  <c:v>54.949340999999997</c:v>
                </c:pt>
                <c:pt idx="4834">
                  <c:v>56.182098000000003</c:v>
                </c:pt>
                <c:pt idx="4835">
                  <c:v>57.663235</c:v>
                </c:pt>
                <c:pt idx="4836">
                  <c:v>58.851745999999999</c:v>
                </c:pt>
                <c:pt idx="4837">
                  <c:v>59.417427000000004</c:v>
                </c:pt>
                <c:pt idx="4838">
                  <c:v>59.652335999999998</c:v>
                </c:pt>
                <c:pt idx="4839">
                  <c:v>60.175654999999999</c:v>
                </c:pt>
                <c:pt idx="4840">
                  <c:v>59.713695999999999</c:v>
                </c:pt>
                <c:pt idx="4841">
                  <c:v>58.831271999999998</c:v>
                </c:pt>
                <c:pt idx="4842">
                  <c:v>57.735809000000003</c:v>
                </c:pt>
                <c:pt idx="4843">
                  <c:v>56.511226999999998</c:v>
                </c:pt>
                <c:pt idx="4844">
                  <c:v>56.090178999999999</c:v>
                </c:pt>
                <c:pt idx="4845">
                  <c:v>56.335884</c:v>
                </c:pt>
                <c:pt idx="4846">
                  <c:v>56.735118999999997</c:v>
                </c:pt>
                <c:pt idx="4847">
                  <c:v>57.437041999999998</c:v>
                </c:pt>
                <c:pt idx="4848">
                  <c:v>58.362456999999999</c:v>
                </c:pt>
                <c:pt idx="4849">
                  <c:v>59.161532999999999</c:v>
                </c:pt>
                <c:pt idx="4850">
                  <c:v>59.434376</c:v>
                </c:pt>
                <c:pt idx="4851">
                  <c:v>58.935088999999998</c:v>
                </c:pt>
                <c:pt idx="4852">
                  <c:v>58.885219999999997</c:v>
                </c:pt>
                <c:pt idx="4853">
                  <c:v>60.087814000000002</c:v>
                </c:pt>
                <c:pt idx="4854">
                  <c:v>61.547249000000001</c:v>
                </c:pt>
                <c:pt idx="4855">
                  <c:v>62.524509000000002</c:v>
                </c:pt>
                <c:pt idx="4856">
                  <c:v>62.934963000000003</c:v>
                </c:pt>
                <c:pt idx="4857">
                  <c:v>62.479393000000002</c:v>
                </c:pt>
                <c:pt idx="4858">
                  <c:v>61.473166999999997</c:v>
                </c:pt>
                <c:pt idx="4859">
                  <c:v>60.944920000000003</c:v>
                </c:pt>
                <c:pt idx="4860">
                  <c:v>61.071049000000002</c:v>
                </c:pt>
                <c:pt idx="4861">
                  <c:v>61.062007999999999</c:v>
                </c:pt>
                <c:pt idx="4862">
                  <c:v>60.952824</c:v>
                </c:pt>
                <c:pt idx="4863">
                  <c:v>61.290667999999997</c:v>
                </c:pt>
                <c:pt idx="4864">
                  <c:v>62.002110000000002</c:v>
                </c:pt>
                <c:pt idx="4865">
                  <c:v>63.222808999999998</c:v>
                </c:pt>
                <c:pt idx="4866">
                  <c:v>64.104729000000006</c:v>
                </c:pt>
                <c:pt idx="4867">
                  <c:v>63.936970000000002</c:v>
                </c:pt>
                <c:pt idx="4868">
                  <c:v>63.205531999999998</c:v>
                </c:pt>
                <c:pt idx="4869">
                  <c:v>62.922646</c:v>
                </c:pt>
                <c:pt idx="4870">
                  <c:v>63.413124000000003</c:v>
                </c:pt>
                <c:pt idx="4871">
                  <c:v>63.694896999999997</c:v>
                </c:pt>
                <c:pt idx="4872">
                  <c:v>63.380851999999997</c:v>
                </c:pt>
                <c:pt idx="4873">
                  <c:v>62.206642000000002</c:v>
                </c:pt>
                <c:pt idx="4874">
                  <c:v>61.019936000000001</c:v>
                </c:pt>
                <c:pt idx="4875">
                  <c:v>61.064030000000002</c:v>
                </c:pt>
                <c:pt idx="4876">
                  <c:v>61.683692999999998</c:v>
                </c:pt>
                <c:pt idx="4877">
                  <c:v>61.653216999999998</c:v>
                </c:pt>
                <c:pt idx="4878">
                  <c:v>61.10463</c:v>
                </c:pt>
                <c:pt idx="4879">
                  <c:v>60.491928000000001</c:v>
                </c:pt>
                <c:pt idx="4880">
                  <c:v>60.433086000000003</c:v>
                </c:pt>
                <c:pt idx="4881">
                  <c:v>60.858128000000001</c:v>
                </c:pt>
                <c:pt idx="4882">
                  <c:v>61.260975000000002</c:v>
                </c:pt>
                <c:pt idx="4883">
                  <c:v>62.288150999999999</c:v>
                </c:pt>
                <c:pt idx="4884">
                  <c:v>63.019001000000003</c:v>
                </c:pt>
                <c:pt idx="4885">
                  <c:v>62.654972000000001</c:v>
                </c:pt>
                <c:pt idx="4886">
                  <c:v>61.882590999999998</c:v>
                </c:pt>
                <c:pt idx="4887">
                  <c:v>61.094475000000003</c:v>
                </c:pt>
                <c:pt idx="4888">
                  <c:v>60.705021000000002</c:v>
                </c:pt>
                <c:pt idx="4889">
                  <c:v>60.851672999999998</c:v>
                </c:pt>
                <c:pt idx="4890">
                  <c:v>60.687244</c:v>
                </c:pt>
                <c:pt idx="4891">
                  <c:v>60.163857</c:v>
                </c:pt>
                <c:pt idx="4892">
                  <c:v>59.747115999999998</c:v>
                </c:pt>
                <c:pt idx="4893">
                  <c:v>59.563034000000002</c:v>
                </c:pt>
                <c:pt idx="4894">
                  <c:v>60.100025000000002</c:v>
                </c:pt>
                <c:pt idx="4895">
                  <c:v>61.301189000000001</c:v>
                </c:pt>
                <c:pt idx="4896">
                  <c:v>62.586399</c:v>
                </c:pt>
                <c:pt idx="4897">
                  <c:v>63.880687999999999</c:v>
                </c:pt>
                <c:pt idx="4898">
                  <c:v>64.895522999999997</c:v>
                </c:pt>
                <c:pt idx="4899">
                  <c:v>65.771773999999994</c:v>
                </c:pt>
                <c:pt idx="4900">
                  <c:v>66.309486000000007</c:v>
                </c:pt>
                <c:pt idx="4901">
                  <c:v>66.689316000000005</c:v>
                </c:pt>
                <c:pt idx="4902">
                  <c:v>67.028075999999999</c:v>
                </c:pt>
                <c:pt idx="4903">
                  <c:v>66.918036999999998</c:v>
                </c:pt>
                <c:pt idx="4904">
                  <c:v>66.025940000000006</c:v>
                </c:pt>
                <c:pt idx="4905">
                  <c:v>65.293243000000004</c:v>
                </c:pt>
                <c:pt idx="4906">
                  <c:v>64.825089000000006</c:v>
                </c:pt>
                <c:pt idx="4907">
                  <c:v>64.447120999999996</c:v>
                </c:pt>
                <c:pt idx="4908">
                  <c:v>63.885590000000001</c:v>
                </c:pt>
                <c:pt idx="4909">
                  <c:v>63.358051000000003</c:v>
                </c:pt>
                <c:pt idx="4910">
                  <c:v>62.886951000000003</c:v>
                </c:pt>
                <c:pt idx="4911">
                  <c:v>61.983989999999999</c:v>
                </c:pt>
                <c:pt idx="4912">
                  <c:v>60.770297999999997</c:v>
                </c:pt>
                <c:pt idx="4913">
                  <c:v>59.608997000000002</c:v>
                </c:pt>
                <c:pt idx="4914">
                  <c:v>59.258437999999998</c:v>
                </c:pt>
                <c:pt idx="4915">
                  <c:v>59.495815</c:v>
                </c:pt>
                <c:pt idx="4916">
                  <c:v>59.611980000000003</c:v>
                </c:pt>
                <c:pt idx="4917">
                  <c:v>59.242485000000002</c:v>
                </c:pt>
                <c:pt idx="4918">
                  <c:v>58.676872000000003</c:v>
                </c:pt>
                <c:pt idx="4919">
                  <c:v>58.527287000000001</c:v>
                </c:pt>
                <c:pt idx="4920">
                  <c:v>58.692486000000002</c:v>
                </c:pt>
                <c:pt idx="4921">
                  <c:v>58.973835000000001</c:v>
                </c:pt>
                <c:pt idx="4922">
                  <c:v>59.392173999999997</c:v>
                </c:pt>
                <c:pt idx="4923">
                  <c:v>60.309986000000002</c:v>
                </c:pt>
                <c:pt idx="4924">
                  <c:v>60.692776000000002</c:v>
                </c:pt>
                <c:pt idx="4925">
                  <c:v>59.905144</c:v>
                </c:pt>
                <c:pt idx="4926">
                  <c:v>58.840733</c:v>
                </c:pt>
                <c:pt idx="4927">
                  <c:v>57.816955999999998</c:v>
                </c:pt>
                <c:pt idx="4928">
                  <c:v>57.165599999999998</c:v>
                </c:pt>
                <c:pt idx="4929">
                  <c:v>57.536343000000002</c:v>
                </c:pt>
                <c:pt idx="4930">
                  <c:v>58.532814000000002</c:v>
                </c:pt>
                <c:pt idx="4931">
                  <c:v>59.674747000000004</c:v>
                </c:pt>
                <c:pt idx="4932">
                  <c:v>60.664417</c:v>
                </c:pt>
                <c:pt idx="4933">
                  <c:v>60.732765000000001</c:v>
                </c:pt>
                <c:pt idx="4934">
                  <c:v>60.315185999999997</c:v>
                </c:pt>
                <c:pt idx="4935">
                  <c:v>59.931533999999999</c:v>
                </c:pt>
                <c:pt idx="4936">
                  <c:v>59.650570000000002</c:v>
                </c:pt>
                <c:pt idx="4937">
                  <c:v>59.576427000000002</c:v>
                </c:pt>
                <c:pt idx="4938">
                  <c:v>59.634864999999998</c:v>
                </c:pt>
                <c:pt idx="4939">
                  <c:v>60.055430999999999</c:v>
                </c:pt>
                <c:pt idx="4940">
                  <c:v>60.770820999999998</c:v>
                </c:pt>
                <c:pt idx="4941">
                  <c:v>61.729667999999997</c:v>
                </c:pt>
                <c:pt idx="4942">
                  <c:v>62.850662</c:v>
                </c:pt>
                <c:pt idx="4943">
                  <c:v>63.539154000000003</c:v>
                </c:pt>
                <c:pt idx="4944">
                  <c:v>63.917529999999999</c:v>
                </c:pt>
                <c:pt idx="4945">
                  <c:v>63.634754000000001</c:v>
                </c:pt>
                <c:pt idx="4946">
                  <c:v>63.088355999999997</c:v>
                </c:pt>
                <c:pt idx="4947">
                  <c:v>62.793568</c:v>
                </c:pt>
                <c:pt idx="4948">
                  <c:v>62.927253999999998</c:v>
                </c:pt>
                <c:pt idx="4949">
                  <c:v>63.569159999999997</c:v>
                </c:pt>
                <c:pt idx="4950">
                  <c:v>64.550101999999995</c:v>
                </c:pt>
                <c:pt idx="4951">
                  <c:v>65.450660999999997</c:v>
                </c:pt>
                <c:pt idx="4952">
                  <c:v>65.977180000000004</c:v>
                </c:pt>
                <c:pt idx="4953">
                  <c:v>66.279860999999997</c:v>
                </c:pt>
                <c:pt idx="4954">
                  <c:v>65.693984999999998</c:v>
                </c:pt>
                <c:pt idx="4955">
                  <c:v>65.233779999999996</c:v>
                </c:pt>
                <c:pt idx="4956">
                  <c:v>65.352631000000002</c:v>
                </c:pt>
                <c:pt idx="4957">
                  <c:v>65.309753000000001</c:v>
                </c:pt>
                <c:pt idx="4958">
                  <c:v>64.889885000000007</c:v>
                </c:pt>
                <c:pt idx="4959">
                  <c:v>63.924621999999999</c:v>
                </c:pt>
                <c:pt idx="4960">
                  <c:v>62.613331000000002</c:v>
                </c:pt>
                <c:pt idx="4961">
                  <c:v>61.096710000000002</c:v>
                </c:pt>
                <c:pt idx="4962">
                  <c:v>60.084975999999997</c:v>
                </c:pt>
                <c:pt idx="4963">
                  <c:v>59.452019</c:v>
                </c:pt>
                <c:pt idx="4964">
                  <c:v>59.116173000000003</c:v>
                </c:pt>
                <c:pt idx="4965">
                  <c:v>58.928905</c:v>
                </c:pt>
                <c:pt idx="4966">
                  <c:v>58.886001999999998</c:v>
                </c:pt>
                <c:pt idx="4967">
                  <c:v>58.946773999999998</c:v>
                </c:pt>
                <c:pt idx="4968">
                  <c:v>59.177925000000002</c:v>
                </c:pt>
                <c:pt idx="4969">
                  <c:v>60.421852000000001</c:v>
                </c:pt>
                <c:pt idx="4970">
                  <c:v>61.871471</c:v>
                </c:pt>
                <c:pt idx="4971">
                  <c:v>63.035800999999999</c:v>
                </c:pt>
                <c:pt idx="4972">
                  <c:v>64.297889999999995</c:v>
                </c:pt>
                <c:pt idx="4973">
                  <c:v>65.673484999999999</c:v>
                </c:pt>
                <c:pt idx="4974">
                  <c:v>66.678154000000006</c:v>
                </c:pt>
                <c:pt idx="4975">
                  <c:v>66.903960999999995</c:v>
                </c:pt>
                <c:pt idx="4976">
                  <c:v>67.118294000000006</c:v>
                </c:pt>
                <c:pt idx="4977">
                  <c:v>67.016677999999999</c:v>
                </c:pt>
                <c:pt idx="4978">
                  <c:v>66.408691000000005</c:v>
                </c:pt>
                <c:pt idx="4979">
                  <c:v>65.851410000000001</c:v>
                </c:pt>
                <c:pt idx="4980">
                  <c:v>65.182357999999994</c:v>
                </c:pt>
                <c:pt idx="4981">
                  <c:v>64.824127000000004</c:v>
                </c:pt>
                <c:pt idx="4982">
                  <c:v>65.082183999999998</c:v>
                </c:pt>
                <c:pt idx="4983">
                  <c:v>65.808646999999993</c:v>
                </c:pt>
                <c:pt idx="4984">
                  <c:v>66.356903000000003</c:v>
                </c:pt>
                <c:pt idx="4985">
                  <c:v>66.512077000000005</c:v>
                </c:pt>
                <c:pt idx="4986">
                  <c:v>66.665520000000001</c:v>
                </c:pt>
                <c:pt idx="4987">
                  <c:v>67.131202999999999</c:v>
                </c:pt>
                <c:pt idx="4988">
                  <c:v>67.652045999999999</c:v>
                </c:pt>
                <c:pt idx="4989">
                  <c:v>67.524788000000001</c:v>
                </c:pt>
                <c:pt idx="4990">
                  <c:v>66.602538999999993</c:v>
                </c:pt>
                <c:pt idx="4991">
                  <c:v>65.607117000000002</c:v>
                </c:pt>
                <c:pt idx="4992">
                  <c:v>64.788155000000003</c:v>
                </c:pt>
                <c:pt idx="4993">
                  <c:v>64.313254999999998</c:v>
                </c:pt>
                <c:pt idx="4994">
                  <c:v>63.842368999999998</c:v>
                </c:pt>
                <c:pt idx="4995">
                  <c:v>63.017238999999996</c:v>
                </c:pt>
                <c:pt idx="4996">
                  <c:v>62.064438000000003</c:v>
                </c:pt>
                <c:pt idx="4997">
                  <c:v>61.002097999999997</c:v>
                </c:pt>
                <c:pt idx="4998">
                  <c:v>60.325786999999998</c:v>
                </c:pt>
                <c:pt idx="4999">
                  <c:v>60.249428000000002</c:v>
                </c:pt>
                <c:pt idx="5000">
                  <c:v>60.786113999999998</c:v>
                </c:pt>
                <c:pt idx="5001">
                  <c:v>61.836410999999998</c:v>
                </c:pt>
                <c:pt idx="5002">
                  <c:v>62.530566999999998</c:v>
                </c:pt>
                <c:pt idx="5003">
                  <c:v>62.674968999999997</c:v>
                </c:pt>
                <c:pt idx="5004">
                  <c:v>62.467765999999997</c:v>
                </c:pt>
                <c:pt idx="5005">
                  <c:v>62.583781999999999</c:v>
                </c:pt>
                <c:pt idx="5006">
                  <c:v>62.708157</c:v>
                </c:pt>
                <c:pt idx="5007">
                  <c:v>62.916260000000001</c:v>
                </c:pt>
                <c:pt idx="5008">
                  <c:v>62.992401000000001</c:v>
                </c:pt>
                <c:pt idx="5009">
                  <c:v>62.828594000000002</c:v>
                </c:pt>
                <c:pt idx="5010">
                  <c:v>62.787959999999998</c:v>
                </c:pt>
                <c:pt idx="5011">
                  <c:v>62.494723999999998</c:v>
                </c:pt>
                <c:pt idx="5012">
                  <c:v>61.997363999999997</c:v>
                </c:pt>
                <c:pt idx="5013">
                  <c:v>61.826714000000003</c:v>
                </c:pt>
                <c:pt idx="5014">
                  <c:v>62.096221999999997</c:v>
                </c:pt>
                <c:pt idx="5015">
                  <c:v>62.749287000000002</c:v>
                </c:pt>
                <c:pt idx="5016">
                  <c:v>63.181068000000003</c:v>
                </c:pt>
                <c:pt idx="5017">
                  <c:v>63.001251000000003</c:v>
                </c:pt>
                <c:pt idx="5018">
                  <c:v>62.937522999999999</c:v>
                </c:pt>
                <c:pt idx="5019">
                  <c:v>63.017848999999998</c:v>
                </c:pt>
                <c:pt idx="5020">
                  <c:v>62.702334999999998</c:v>
                </c:pt>
                <c:pt idx="5021">
                  <c:v>62.577209000000003</c:v>
                </c:pt>
                <c:pt idx="5022">
                  <c:v>62.689506999999999</c:v>
                </c:pt>
                <c:pt idx="5023">
                  <c:v>62.488979</c:v>
                </c:pt>
                <c:pt idx="5024">
                  <c:v>62.180115000000001</c:v>
                </c:pt>
                <c:pt idx="5025">
                  <c:v>61.720275999999998</c:v>
                </c:pt>
                <c:pt idx="5026">
                  <c:v>61.111542</c:v>
                </c:pt>
                <c:pt idx="5027">
                  <c:v>60.703465000000001</c:v>
                </c:pt>
                <c:pt idx="5028">
                  <c:v>60.381419999999999</c:v>
                </c:pt>
                <c:pt idx="5029">
                  <c:v>60.357731000000001</c:v>
                </c:pt>
                <c:pt idx="5030">
                  <c:v>60.210087000000001</c:v>
                </c:pt>
                <c:pt idx="5031">
                  <c:v>59.896458000000003</c:v>
                </c:pt>
                <c:pt idx="5032">
                  <c:v>59.447659000000002</c:v>
                </c:pt>
                <c:pt idx="5033">
                  <c:v>59.363574999999997</c:v>
                </c:pt>
                <c:pt idx="5034">
                  <c:v>60.060153999999997</c:v>
                </c:pt>
                <c:pt idx="5035">
                  <c:v>61.054065999999999</c:v>
                </c:pt>
                <c:pt idx="5036">
                  <c:v>62.166344000000002</c:v>
                </c:pt>
                <c:pt idx="5037">
                  <c:v>62.540168999999999</c:v>
                </c:pt>
                <c:pt idx="5038">
                  <c:v>61.942138999999997</c:v>
                </c:pt>
                <c:pt idx="5039">
                  <c:v>61.063408000000003</c:v>
                </c:pt>
                <c:pt idx="5040">
                  <c:v>59.964897000000001</c:v>
                </c:pt>
                <c:pt idx="5041">
                  <c:v>59.141232000000002</c:v>
                </c:pt>
                <c:pt idx="5042">
                  <c:v>58.838196000000003</c:v>
                </c:pt>
                <c:pt idx="5043">
                  <c:v>58.467990999999998</c:v>
                </c:pt>
                <c:pt idx="5044">
                  <c:v>57.849978999999998</c:v>
                </c:pt>
                <c:pt idx="5045">
                  <c:v>57.473190000000002</c:v>
                </c:pt>
                <c:pt idx="5046">
                  <c:v>56.929779000000003</c:v>
                </c:pt>
                <c:pt idx="5047">
                  <c:v>56.684643000000001</c:v>
                </c:pt>
                <c:pt idx="5048">
                  <c:v>56.737048999999999</c:v>
                </c:pt>
                <c:pt idx="5049">
                  <c:v>57.138877999999998</c:v>
                </c:pt>
                <c:pt idx="5050">
                  <c:v>57.924919000000003</c:v>
                </c:pt>
                <c:pt idx="5051">
                  <c:v>58.343159</c:v>
                </c:pt>
                <c:pt idx="5052">
                  <c:v>58.630702999999997</c:v>
                </c:pt>
                <c:pt idx="5053">
                  <c:v>58.842911000000001</c:v>
                </c:pt>
                <c:pt idx="5054">
                  <c:v>59.028129999999997</c:v>
                </c:pt>
                <c:pt idx="5055">
                  <c:v>59.174408</c:v>
                </c:pt>
                <c:pt idx="5056">
                  <c:v>59.049540999999998</c:v>
                </c:pt>
                <c:pt idx="5057">
                  <c:v>58.623210999999998</c:v>
                </c:pt>
                <c:pt idx="5058">
                  <c:v>57.779133000000002</c:v>
                </c:pt>
                <c:pt idx="5059">
                  <c:v>57.010795999999999</c:v>
                </c:pt>
                <c:pt idx="5060">
                  <c:v>56.383369000000002</c:v>
                </c:pt>
                <c:pt idx="5061">
                  <c:v>56.089264</c:v>
                </c:pt>
                <c:pt idx="5062">
                  <c:v>56.338509000000002</c:v>
                </c:pt>
                <c:pt idx="5063">
                  <c:v>56.885792000000002</c:v>
                </c:pt>
                <c:pt idx="5064">
                  <c:v>57.071925999999998</c:v>
                </c:pt>
                <c:pt idx="5065">
                  <c:v>57.052444000000001</c:v>
                </c:pt>
                <c:pt idx="5066">
                  <c:v>56.923026999999998</c:v>
                </c:pt>
                <c:pt idx="5067">
                  <c:v>56.925697</c:v>
                </c:pt>
                <c:pt idx="5068">
                  <c:v>56.990631</c:v>
                </c:pt>
                <c:pt idx="5069">
                  <c:v>56.874130000000001</c:v>
                </c:pt>
                <c:pt idx="5070">
                  <c:v>56.919704000000003</c:v>
                </c:pt>
                <c:pt idx="5071">
                  <c:v>57.189464999999998</c:v>
                </c:pt>
                <c:pt idx="5072">
                  <c:v>57.626956999999997</c:v>
                </c:pt>
                <c:pt idx="5073">
                  <c:v>57.587550999999998</c:v>
                </c:pt>
                <c:pt idx="5074">
                  <c:v>57.253860000000003</c:v>
                </c:pt>
                <c:pt idx="5075">
                  <c:v>57.183703999999999</c:v>
                </c:pt>
                <c:pt idx="5076">
                  <c:v>57.380802000000003</c:v>
                </c:pt>
                <c:pt idx="5077">
                  <c:v>57.934387000000001</c:v>
                </c:pt>
                <c:pt idx="5078">
                  <c:v>58.996986</c:v>
                </c:pt>
                <c:pt idx="5079">
                  <c:v>60.158648999999997</c:v>
                </c:pt>
                <c:pt idx="5080">
                  <c:v>60.646510999999997</c:v>
                </c:pt>
                <c:pt idx="5081">
                  <c:v>60.825180000000003</c:v>
                </c:pt>
                <c:pt idx="5082">
                  <c:v>61.175091000000002</c:v>
                </c:pt>
                <c:pt idx="5083">
                  <c:v>61.723602</c:v>
                </c:pt>
                <c:pt idx="5084">
                  <c:v>62.206490000000002</c:v>
                </c:pt>
                <c:pt idx="5085">
                  <c:v>62.701129999999999</c:v>
                </c:pt>
                <c:pt idx="5086">
                  <c:v>63.503886999999999</c:v>
                </c:pt>
                <c:pt idx="5087">
                  <c:v>64.209975999999997</c:v>
                </c:pt>
                <c:pt idx="5088">
                  <c:v>64.399376000000004</c:v>
                </c:pt>
                <c:pt idx="5089">
                  <c:v>64.467262000000005</c:v>
                </c:pt>
                <c:pt idx="5090">
                  <c:v>64.412841999999998</c:v>
                </c:pt>
                <c:pt idx="5091">
                  <c:v>64.273285000000001</c:v>
                </c:pt>
                <c:pt idx="5092">
                  <c:v>63.957206999999997</c:v>
                </c:pt>
                <c:pt idx="5093">
                  <c:v>63.228682999999997</c:v>
                </c:pt>
                <c:pt idx="5094">
                  <c:v>62.106471999999997</c:v>
                </c:pt>
                <c:pt idx="5095">
                  <c:v>61.485419999999998</c:v>
                </c:pt>
                <c:pt idx="5096">
                  <c:v>61.854416000000001</c:v>
                </c:pt>
                <c:pt idx="5097">
                  <c:v>62.838332999999999</c:v>
                </c:pt>
                <c:pt idx="5098">
                  <c:v>63.458995999999999</c:v>
                </c:pt>
                <c:pt idx="5099">
                  <c:v>63.834259000000003</c:v>
                </c:pt>
                <c:pt idx="5100">
                  <c:v>64.295852999999994</c:v>
                </c:pt>
                <c:pt idx="5101">
                  <c:v>64.581222999999994</c:v>
                </c:pt>
                <c:pt idx="5102">
                  <c:v>64.916245000000004</c:v>
                </c:pt>
                <c:pt idx="5103">
                  <c:v>65.133178999999998</c:v>
                </c:pt>
                <c:pt idx="5104">
                  <c:v>65.204659000000007</c:v>
                </c:pt>
                <c:pt idx="5105">
                  <c:v>65.180176000000003</c:v>
                </c:pt>
                <c:pt idx="5106">
                  <c:v>65.216132999999999</c:v>
                </c:pt>
                <c:pt idx="5107">
                  <c:v>65.155547999999996</c:v>
                </c:pt>
                <c:pt idx="5108">
                  <c:v>64.732803000000004</c:v>
                </c:pt>
                <c:pt idx="5109">
                  <c:v>64.379227</c:v>
                </c:pt>
                <c:pt idx="5110">
                  <c:v>64.249427999999995</c:v>
                </c:pt>
                <c:pt idx="5111">
                  <c:v>64.089523</c:v>
                </c:pt>
                <c:pt idx="5112">
                  <c:v>63.586033</c:v>
                </c:pt>
                <c:pt idx="5113">
                  <c:v>62.695545000000003</c:v>
                </c:pt>
                <c:pt idx="5114">
                  <c:v>61.886093000000002</c:v>
                </c:pt>
                <c:pt idx="5115">
                  <c:v>61.582157000000002</c:v>
                </c:pt>
                <c:pt idx="5116">
                  <c:v>61.511420999999999</c:v>
                </c:pt>
                <c:pt idx="5117">
                  <c:v>61.771403999999997</c:v>
                </c:pt>
                <c:pt idx="5118">
                  <c:v>62.305824000000001</c:v>
                </c:pt>
                <c:pt idx="5119">
                  <c:v>62.580264999999997</c:v>
                </c:pt>
                <c:pt idx="5120">
                  <c:v>62.988491000000003</c:v>
                </c:pt>
                <c:pt idx="5121">
                  <c:v>63.460766</c:v>
                </c:pt>
                <c:pt idx="5122">
                  <c:v>63.780994</c:v>
                </c:pt>
                <c:pt idx="5123">
                  <c:v>64.225655000000003</c:v>
                </c:pt>
                <c:pt idx="5124">
                  <c:v>64.129005000000006</c:v>
                </c:pt>
                <c:pt idx="5125">
                  <c:v>63.454124</c:v>
                </c:pt>
                <c:pt idx="5126">
                  <c:v>63.065483</c:v>
                </c:pt>
                <c:pt idx="5127">
                  <c:v>62.742725</c:v>
                </c:pt>
                <c:pt idx="5128">
                  <c:v>62.217818999999999</c:v>
                </c:pt>
                <c:pt idx="5129">
                  <c:v>61.645789999999998</c:v>
                </c:pt>
                <c:pt idx="5130">
                  <c:v>61.403931</c:v>
                </c:pt>
                <c:pt idx="5131">
                  <c:v>61.421024000000003</c:v>
                </c:pt>
                <c:pt idx="5132">
                  <c:v>61.438141000000002</c:v>
                </c:pt>
                <c:pt idx="5133">
                  <c:v>61.207129999999999</c:v>
                </c:pt>
                <c:pt idx="5134">
                  <c:v>61.056319999999999</c:v>
                </c:pt>
                <c:pt idx="5135">
                  <c:v>61.396872999999999</c:v>
                </c:pt>
                <c:pt idx="5136">
                  <c:v>61.396988</c:v>
                </c:pt>
                <c:pt idx="5137">
                  <c:v>61.244888000000003</c:v>
                </c:pt>
                <c:pt idx="5138">
                  <c:v>61.707714000000003</c:v>
                </c:pt>
                <c:pt idx="5139">
                  <c:v>62.435226</c:v>
                </c:pt>
                <c:pt idx="5140">
                  <c:v>62.904705</c:v>
                </c:pt>
                <c:pt idx="5141">
                  <c:v>63.271560999999998</c:v>
                </c:pt>
                <c:pt idx="5142">
                  <c:v>56.581490000000002</c:v>
                </c:pt>
                <c:pt idx="5143">
                  <c:v>59.25338</c:v>
                </c:pt>
                <c:pt idx="5144">
                  <c:v>60.394874999999999</c:v>
                </c:pt>
                <c:pt idx="5145">
                  <c:v>61.099339000000001</c:v>
                </c:pt>
                <c:pt idx="5146">
                  <c:v>61.742851000000002</c:v>
                </c:pt>
                <c:pt idx="5147">
                  <c:v>62.281714999999998</c:v>
                </c:pt>
                <c:pt idx="5148">
                  <c:v>62.693176000000001</c:v>
                </c:pt>
                <c:pt idx="5149">
                  <c:v>62.687553000000001</c:v>
                </c:pt>
                <c:pt idx="5150">
                  <c:v>62.459412</c:v>
                </c:pt>
                <c:pt idx="5151">
                  <c:v>62.374012</c:v>
                </c:pt>
                <c:pt idx="5152">
                  <c:v>62.595084999999997</c:v>
                </c:pt>
                <c:pt idx="5153">
                  <c:v>63.047176</c:v>
                </c:pt>
                <c:pt idx="5154">
                  <c:v>63.222346999999999</c:v>
                </c:pt>
                <c:pt idx="5155">
                  <c:v>63.463146000000002</c:v>
                </c:pt>
                <c:pt idx="5156">
                  <c:v>63.982669999999999</c:v>
                </c:pt>
                <c:pt idx="5157">
                  <c:v>64.479613999999998</c:v>
                </c:pt>
                <c:pt idx="5158">
                  <c:v>64.889206000000001</c:v>
                </c:pt>
                <c:pt idx="5159">
                  <c:v>65.230812</c:v>
                </c:pt>
                <c:pt idx="5160">
                  <c:v>65.346260000000001</c:v>
                </c:pt>
                <c:pt idx="5161">
                  <c:v>65.483802999999995</c:v>
                </c:pt>
                <c:pt idx="5162">
                  <c:v>65.781799000000007</c:v>
                </c:pt>
                <c:pt idx="5163">
                  <c:v>65.808250000000001</c:v>
                </c:pt>
                <c:pt idx="5164">
                  <c:v>65.725364999999996</c:v>
                </c:pt>
                <c:pt idx="5165">
                  <c:v>65.682175000000001</c:v>
                </c:pt>
                <c:pt idx="5166">
                  <c:v>65.359009</c:v>
                </c:pt>
                <c:pt idx="5167">
                  <c:v>65.069648999999998</c:v>
                </c:pt>
                <c:pt idx="5168">
                  <c:v>65.093497999999997</c:v>
                </c:pt>
                <c:pt idx="5169">
                  <c:v>64.990348999999995</c:v>
                </c:pt>
                <c:pt idx="5170">
                  <c:v>64.956314000000006</c:v>
                </c:pt>
                <c:pt idx="5171">
                  <c:v>64.830948000000006</c:v>
                </c:pt>
                <c:pt idx="5172">
                  <c:v>64.495215999999999</c:v>
                </c:pt>
                <c:pt idx="5173">
                  <c:v>64.178635</c:v>
                </c:pt>
                <c:pt idx="5174">
                  <c:v>64.036124999999998</c:v>
                </c:pt>
                <c:pt idx="5175">
                  <c:v>64.041893000000002</c:v>
                </c:pt>
                <c:pt idx="5176">
                  <c:v>64.008101999999994</c:v>
                </c:pt>
                <c:pt idx="5177">
                  <c:v>63.602615</c:v>
                </c:pt>
                <c:pt idx="5178">
                  <c:v>63.257961000000002</c:v>
                </c:pt>
                <c:pt idx="5179">
                  <c:v>63.498412999999999</c:v>
                </c:pt>
                <c:pt idx="5180">
                  <c:v>64.136948000000004</c:v>
                </c:pt>
                <c:pt idx="5181">
                  <c:v>64.479263000000003</c:v>
                </c:pt>
                <c:pt idx="5182">
                  <c:v>64.552124000000006</c:v>
                </c:pt>
                <c:pt idx="5183">
                  <c:v>64.745864999999995</c:v>
                </c:pt>
                <c:pt idx="5184">
                  <c:v>65.057120999999995</c:v>
                </c:pt>
                <c:pt idx="5185">
                  <c:v>65.600952000000007</c:v>
                </c:pt>
                <c:pt idx="5186">
                  <c:v>65.935080999999997</c:v>
                </c:pt>
                <c:pt idx="5187">
                  <c:v>66.159317000000001</c:v>
                </c:pt>
                <c:pt idx="5188">
                  <c:v>66.403473000000005</c:v>
                </c:pt>
                <c:pt idx="5189">
                  <c:v>66.432236000000003</c:v>
                </c:pt>
                <c:pt idx="5190">
                  <c:v>66.193207000000001</c:v>
                </c:pt>
                <c:pt idx="5191">
                  <c:v>65.816772</c:v>
                </c:pt>
                <c:pt idx="5192">
                  <c:v>65.185760000000002</c:v>
                </c:pt>
                <c:pt idx="5193">
                  <c:v>64.399795999999995</c:v>
                </c:pt>
                <c:pt idx="5194">
                  <c:v>64.035110000000003</c:v>
                </c:pt>
                <c:pt idx="5195">
                  <c:v>64.443382</c:v>
                </c:pt>
                <c:pt idx="5196">
                  <c:v>65.224853999999993</c:v>
                </c:pt>
                <c:pt idx="5197">
                  <c:v>65.709320000000005</c:v>
                </c:pt>
                <c:pt idx="5198">
                  <c:v>65.465569000000002</c:v>
                </c:pt>
                <c:pt idx="5199">
                  <c:v>65.005898000000002</c:v>
                </c:pt>
                <c:pt idx="5200">
                  <c:v>64.813796999999994</c:v>
                </c:pt>
                <c:pt idx="5201">
                  <c:v>65.040015999999994</c:v>
                </c:pt>
                <c:pt idx="5202">
                  <c:v>65.389786000000001</c:v>
                </c:pt>
                <c:pt idx="5203">
                  <c:v>65.65992</c:v>
                </c:pt>
                <c:pt idx="5204">
                  <c:v>66.146111000000005</c:v>
                </c:pt>
                <c:pt idx="5205">
                  <c:v>65.557129000000003</c:v>
                </c:pt>
                <c:pt idx="5206">
                  <c:v>65.752617000000001</c:v>
                </c:pt>
                <c:pt idx="5207">
                  <c:v>66.775413999999998</c:v>
                </c:pt>
                <c:pt idx="5208">
                  <c:v>67.687393</c:v>
                </c:pt>
                <c:pt idx="5209">
                  <c:v>68.148658999999995</c:v>
                </c:pt>
                <c:pt idx="5210">
                  <c:v>68.414794999999998</c:v>
                </c:pt>
                <c:pt idx="5211">
                  <c:v>68.520599000000004</c:v>
                </c:pt>
                <c:pt idx="5212">
                  <c:v>68.790954999999997</c:v>
                </c:pt>
                <c:pt idx="5213">
                  <c:v>69.059425000000005</c:v>
                </c:pt>
                <c:pt idx="5214">
                  <c:v>68.928184999999999</c:v>
                </c:pt>
                <c:pt idx="5215">
                  <c:v>68.777923999999999</c:v>
                </c:pt>
                <c:pt idx="5216">
                  <c:v>68.654854</c:v>
                </c:pt>
                <c:pt idx="5217">
                  <c:v>68.213074000000006</c:v>
                </c:pt>
                <c:pt idx="5218">
                  <c:v>67.638244999999998</c:v>
                </c:pt>
                <c:pt idx="5219">
                  <c:v>67.562599000000006</c:v>
                </c:pt>
                <c:pt idx="5220">
                  <c:v>68.033844000000002</c:v>
                </c:pt>
                <c:pt idx="5221">
                  <c:v>68.657150000000001</c:v>
                </c:pt>
                <c:pt idx="5222">
                  <c:v>68.971260000000001</c:v>
                </c:pt>
                <c:pt idx="5223">
                  <c:v>68.967376999999999</c:v>
                </c:pt>
                <c:pt idx="5224">
                  <c:v>68.820541000000006</c:v>
                </c:pt>
                <c:pt idx="5225">
                  <c:v>68.824973999999997</c:v>
                </c:pt>
                <c:pt idx="5226">
                  <c:v>68.863585999999998</c:v>
                </c:pt>
                <c:pt idx="5227">
                  <c:v>68.956573000000006</c:v>
                </c:pt>
                <c:pt idx="5228">
                  <c:v>68.920280000000005</c:v>
                </c:pt>
                <c:pt idx="5229">
                  <c:v>68.176215999999997</c:v>
                </c:pt>
                <c:pt idx="5230">
                  <c:v>67.046745000000001</c:v>
                </c:pt>
                <c:pt idx="5231">
                  <c:v>66.381180000000001</c:v>
                </c:pt>
                <c:pt idx="5232">
                  <c:v>65.898185999999995</c:v>
                </c:pt>
                <c:pt idx="5233">
                  <c:v>65.253867999999997</c:v>
                </c:pt>
                <c:pt idx="5234">
                  <c:v>65.046242000000007</c:v>
                </c:pt>
                <c:pt idx="5235">
                  <c:v>64.682548999999995</c:v>
                </c:pt>
                <c:pt idx="5236">
                  <c:v>63.759341999999997</c:v>
                </c:pt>
                <c:pt idx="5237">
                  <c:v>63.088057999999997</c:v>
                </c:pt>
                <c:pt idx="5238">
                  <c:v>62.936900999999999</c:v>
                </c:pt>
                <c:pt idx="5239">
                  <c:v>62.446716000000002</c:v>
                </c:pt>
                <c:pt idx="5240">
                  <c:v>61.592606000000004</c:v>
                </c:pt>
                <c:pt idx="5241">
                  <c:v>61.147106000000001</c:v>
                </c:pt>
                <c:pt idx="5242">
                  <c:v>60.994357999999998</c:v>
                </c:pt>
                <c:pt idx="5243">
                  <c:v>61.121597000000001</c:v>
                </c:pt>
                <c:pt idx="5244">
                  <c:v>61.080635000000001</c:v>
                </c:pt>
                <c:pt idx="5245">
                  <c:v>60.725422000000002</c:v>
                </c:pt>
                <c:pt idx="5246">
                  <c:v>60.563175000000001</c:v>
                </c:pt>
                <c:pt idx="5247">
                  <c:v>60.779499000000001</c:v>
                </c:pt>
                <c:pt idx="5248">
                  <c:v>61.341000000000001</c:v>
                </c:pt>
                <c:pt idx="5249">
                  <c:v>61.818469999999998</c:v>
                </c:pt>
                <c:pt idx="5250">
                  <c:v>61.628647000000001</c:v>
                </c:pt>
                <c:pt idx="5251">
                  <c:v>60.981597999999998</c:v>
                </c:pt>
                <c:pt idx="5252">
                  <c:v>60.696274000000003</c:v>
                </c:pt>
                <c:pt idx="5253">
                  <c:v>60.350524999999998</c:v>
                </c:pt>
                <c:pt idx="5254">
                  <c:v>59.708145000000002</c:v>
                </c:pt>
                <c:pt idx="5255">
                  <c:v>59.206867000000003</c:v>
                </c:pt>
                <c:pt idx="5256">
                  <c:v>58.837527999999999</c:v>
                </c:pt>
                <c:pt idx="5257">
                  <c:v>59.182434000000001</c:v>
                </c:pt>
                <c:pt idx="5258">
                  <c:v>59.061267999999998</c:v>
                </c:pt>
                <c:pt idx="5259">
                  <c:v>58.576794</c:v>
                </c:pt>
                <c:pt idx="5260">
                  <c:v>58.423794000000001</c:v>
                </c:pt>
                <c:pt idx="5261">
                  <c:v>58.325763999999999</c:v>
                </c:pt>
                <c:pt idx="5262">
                  <c:v>58.495392000000002</c:v>
                </c:pt>
                <c:pt idx="5263">
                  <c:v>58.364578000000002</c:v>
                </c:pt>
                <c:pt idx="5264">
                  <c:v>58.405228000000001</c:v>
                </c:pt>
                <c:pt idx="5265">
                  <c:v>58.308708000000003</c:v>
                </c:pt>
                <c:pt idx="5266">
                  <c:v>58.633400000000002</c:v>
                </c:pt>
                <c:pt idx="5267">
                  <c:v>59.343941000000001</c:v>
                </c:pt>
                <c:pt idx="5268">
                  <c:v>60.022804000000001</c:v>
                </c:pt>
                <c:pt idx="5269">
                  <c:v>60.068207000000001</c:v>
                </c:pt>
                <c:pt idx="5270">
                  <c:v>59.750225</c:v>
                </c:pt>
                <c:pt idx="5271">
                  <c:v>59.148178000000001</c:v>
                </c:pt>
                <c:pt idx="5272">
                  <c:v>58.730308999999998</c:v>
                </c:pt>
                <c:pt idx="5273">
                  <c:v>59.005363000000003</c:v>
                </c:pt>
                <c:pt idx="5274">
                  <c:v>59.413338000000003</c:v>
                </c:pt>
                <c:pt idx="5275">
                  <c:v>58.792923000000002</c:v>
                </c:pt>
                <c:pt idx="5276">
                  <c:v>58.277729000000001</c:v>
                </c:pt>
                <c:pt idx="5277">
                  <c:v>57.966213000000003</c:v>
                </c:pt>
                <c:pt idx="5278">
                  <c:v>58.056946000000003</c:v>
                </c:pt>
                <c:pt idx="5279">
                  <c:v>58.129116000000003</c:v>
                </c:pt>
                <c:pt idx="5280">
                  <c:v>58.195396000000002</c:v>
                </c:pt>
                <c:pt idx="5281">
                  <c:v>58.359833000000002</c:v>
                </c:pt>
                <c:pt idx="5282">
                  <c:v>58.385818</c:v>
                </c:pt>
                <c:pt idx="5283">
                  <c:v>58.452441999999998</c:v>
                </c:pt>
                <c:pt idx="5284">
                  <c:v>58.964928</c:v>
                </c:pt>
                <c:pt idx="5285">
                  <c:v>59.298327999999998</c:v>
                </c:pt>
                <c:pt idx="5286">
                  <c:v>58.926417999999998</c:v>
                </c:pt>
                <c:pt idx="5287">
                  <c:v>58.524245999999998</c:v>
                </c:pt>
                <c:pt idx="5288">
                  <c:v>58.146351000000003</c:v>
                </c:pt>
                <c:pt idx="5289">
                  <c:v>57.778961000000002</c:v>
                </c:pt>
                <c:pt idx="5290">
                  <c:v>57.300358000000003</c:v>
                </c:pt>
                <c:pt idx="5291">
                  <c:v>57.008381</c:v>
                </c:pt>
                <c:pt idx="5292">
                  <c:v>56.982402999999998</c:v>
                </c:pt>
                <c:pt idx="5293">
                  <c:v>57.006542000000003</c:v>
                </c:pt>
                <c:pt idx="5294">
                  <c:v>56.887340999999999</c:v>
                </c:pt>
                <c:pt idx="5295">
                  <c:v>56.466163999999999</c:v>
                </c:pt>
                <c:pt idx="5296">
                  <c:v>56.339801999999999</c:v>
                </c:pt>
                <c:pt idx="5297">
                  <c:v>56.622185000000002</c:v>
                </c:pt>
                <c:pt idx="5298">
                  <c:v>57.258156</c:v>
                </c:pt>
                <c:pt idx="5299">
                  <c:v>57.620944999999999</c:v>
                </c:pt>
                <c:pt idx="5300">
                  <c:v>57.391232000000002</c:v>
                </c:pt>
                <c:pt idx="5301">
                  <c:v>57.425938000000002</c:v>
                </c:pt>
                <c:pt idx="5302">
                  <c:v>57.774726999999999</c:v>
                </c:pt>
                <c:pt idx="5303">
                  <c:v>58.339171999999998</c:v>
                </c:pt>
                <c:pt idx="5304">
                  <c:v>58.883175000000001</c:v>
                </c:pt>
                <c:pt idx="5305">
                  <c:v>59.457526999999999</c:v>
                </c:pt>
                <c:pt idx="5306">
                  <c:v>60.119171000000001</c:v>
                </c:pt>
                <c:pt idx="5307">
                  <c:v>60.234862999999997</c:v>
                </c:pt>
                <c:pt idx="5308">
                  <c:v>60.507210000000001</c:v>
                </c:pt>
                <c:pt idx="5309">
                  <c:v>61.191814000000001</c:v>
                </c:pt>
                <c:pt idx="5310">
                  <c:v>61.478541999999997</c:v>
                </c:pt>
                <c:pt idx="5311">
                  <c:v>61.395744000000001</c:v>
                </c:pt>
                <c:pt idx="5312">
                  <c:v>61.137768000000001</c:v>
                </c:pt>
                <c:pt idx="5313">
                  <c:v>60.401234000000002</c:v>
                </c:pt>
                <c:pt idx="5314">
                  <c:v>59.175193999999998</c:v>
                </c:pt>
                <c:pt idx="5315">
                  <c:v>58.568427999999997</c:v>
                </c:pt>
                <c:pt idx="5316">
                  <c:v>58.848323999999998</c:v>
                </c:pt>
                <c:pt idx="5317">
                  <c:v>59.204509999999999</c:v>
                </c:pt>
                <c:pt idx="5318">
                  <c:v>59.276833000000003</c:v>
                </c:pt>
                <c:pt idx="5319">
                  <c:v>58.925021999999998</c:v>
                </c:pt>
                <c:pt idx="5320">
                  <c:v>58.184330000000003</c:v>
                </c:pt>
                <c:pt idx="5321">
                  <c:v>57.992134</c:v>
                </c:pt>
                <c:pt idx="5322">
                  <c:v>58.199767999999999</c:v>
                </c:pt>
                <c:pt idx="5323">
                  <c:v>58.085289000000003</c:v>
                </c:pt>
                <c:pt idx="5324">
                  <c:v>58.088031999999998</c:v>
                </c:pt>
                <c:pt idx="5325">
                  <c:v>58.057743000000002</c:v>
                </c:pt>
                <c:pt idx="5326">
                  <c:v>57.609589</c:v>
                </c:pt>
                <c:pt idx="5327">
                  <c:v>57.488548000000002</c:v>
                </c:pt>
                <c:pt idx="5328">
                  <c:v>58.038235</c:v>
                </c:pt>
                <c:pt idx="5329">
                  <c:v>58.726151000000002</c:v>
                </c:pt>
                <c:pt idx="5330">
                  <c:v>59.073517000000002</c:v>
                </c:pt>
                <c:pt idx="5331">
                  <c:v>59.265796999999999</c:v>
                </c:pt>
                <c:pt idx="5332">
                  <c:v>59.108521000000003</c:v>
                </c:pt>
                <c:pt idx="5333">
                  <c:v>58.848652000000001</c:v>
                </c:pt>
                <c:pt idx="5334">
                  <c:v>58.535927000000001</c:v>
                </c:pt>
                <c:pt idx="5335">
                  <c:v>57.891891000000001</c:v>
                </c:pt>
                <c:pt idx="5336">
                  <c:v>56.837420999999999</c:v>
                </c:pt>
                <c:pt idx="5337">
                  <c:v>55.788432999999998</c:v>
                </c:pt>
                <c:pt idx="5338">
                  <c:v>55.313262999999999</c:v>
                </c:pt>
                <c:pt idx="5339">
                  <c:v>55.467384000000003</c:v>
                </c:pt>
                <c:pt idx="5340">
                  <c:v>55.430408</c:v>
                </c:pt>
                <c:pt idx="5341">
                  <c:v>54.966652000000003</c:v>
                </c:pt>
                <c:pt idx="5342">
                  <c:v>54.495659000000003</c:v>
                </c:pt>
                <c:pt idx="5343">
                  <c:v>54.290649000000002</c:v>
                </c:pt>
                <c:pt idx="5344">
                  <c:v>54.3568</c:v>
                </c:pt>
                <c:pt idx="5345">
                  <c:v>54.512324999999997</c:v>
                </c:pt>
                <c:pt idx="5346">
                  <c:v>54.717255000000002</c:v>
                </c:pt>
                <c:pt idx="5347">
                  <c:v>55.304465999999998</c:v>
                </c:pt>
                <c:pt idx="5348">
                  <c:v>55.970042999999997</c:v>
                </c:pt>
                <c:pt idx="5349">
                  <c:v>56.573521</c:v>
                </c:pt>
                <c:pt idx="5350">
                  <c:v>57.429873999999998</c:v>
                </c:pt>
                <c:pt idx="5351">
                  <c:v>58.060715000000002</c:v>
                </c:pt>
                <c:pt idx="5352">
                  <c:v>58.258170999999997</c:v>
                </c:pt>
                <c:pt idx="5353">
                  <c:v>58.073669000000002</c:v>
                </c:pt>
                <c:pt idx="5354">
                  <c:v>57.070189999999997</c:v>
                </c:pt>
                <c:pt idx="5355">
                  <c:v>55.664177000000002</c:v>
                </c:pt>
                <c:pt idx="5356">
                  <c:v>54.699150000000003</c:v>
                </c:pt>
                <c:pt idx="5357">
                  <c:v>54.357692999999998</c:v>
                </c:pt>
                <c:pt idx="5358">
                  <c:v>54.765208999999999</c:v>
                </c:pt>
                <c:pt idx="5359">
                  <c:v>55.456412999999998</c:v>
                </c:pt>
                <c:pt idx="5360">
                  <c:v>55.694710000000001</c:v>
                </c:pt>
                <c:pt idx="5361">
                  <c:v>55.116978000000003</c:v>
                </c:pt>
                <c:pt idx="5362">
                  <c:v>54.565010000000001</c:v>
                </c:pt>
                <c:pt idx="5363">
                  <c:v>54.590431000000002</c:v>
                </c:pt>
                <c:pt idx="5364">
                  <c:v>55.171348999999999</c:v>
                </c:pt>
                <c:pt idx="5365">
                  <c:v>55.660088000000002</c:v>
                </c:pt>
                <c:pt idx="5366">
                  <c:v>56.015498999999998</c:v>
                </c:pt>
                <c:pt idx="5367">
                  <c:v>56.619605999999997</c:v>
                </c:pt>
                <c:pt idx="5368">
                  <c:v>57.216312000000002</c:v>
                </c:pt>
                <c:pt idx="5369">
                  <c:v>58.005943000000002</c:v>
                </c:pt>
                <c:pt idx="5370">
                  <c:v>58.726348999999999</c:v>
                </c:pt>
                <c:pt idx="5371">
                  <c:v>58.439297000000003</c:v>
                </c:pt>
                <c:pt idx="5372">
                  <c:v>57.738796000000001</c:v>
                </c:pt>
                <c:pt idx="5373">
                  <c:v>57.270695000000003</c:v>
                </c:pt>
                <c:pt idx="5374">
                  <c:v>57.103966</c:v>
                </c:pt>
                <c:pt idx="5375">
                  <c:v>57.280307999999998</c:v>
                </c:pt>
                <c:pt idx="5376">
                  <c:v>57.483459000000003</c:v>
                </c:pt>
                <c:pt idx="5377">
                  <c:v>57.288196999999997</c:v>
                </c:pt>
                <c:pt idx="5378">
                  <c:v>57.415207000000002</c:v>
                </c:pt>
                <c:pt idx="5379">
                  <c:v>58.122250000000001</c:v>
                </c:pt>
                <c:pt idx="5380">
                  <c:v>58.719284000000002</c:v>
                </c:pt>
                <c:pt idx="5381">
                  <c:v>58.893799000000001</c:v>
                </c:pt>
                <c:pt idx="5382">
                  <c:v>58.840781999999997</c:v>
                </c:pt>
                <c:pt idx="5383">
                  <c:v>59.307377000000002</c:v>
                </c:pt>
                <c:pt idx="5384">
                  <c:v>60.428058999999998</c:v>
                </c:pt>
                <c:pt idx="5385">
                  <c:v>61.092480000000002</c:v>
                </c:pt>
                <c:pt idx="5386">
                  <c:v>60.982841000000001</c:v>
                </c:pt>
                <c:pt idx="5387">
                  <c:v>60.83934</c:v>
                </c:pt>
                <c:pt idx="5388">
                  <c:v>61.246948000000003</c:v>
                </c:pt>
                <c:pt idx="5389">
                  <c:v>61.222599000000002</c:v>
                </c:pt>
                <c:pt idx="5390">
                  <c:v>61.137782999999999</c:v>
                </c:pt>
                <c:pt idx="5391">
                  <c:v>61.172694999999997</c:v>
                </c:pt>
                <c:pt idx="5392">
                  <c:v>60.452880999999998</c:v>
                </c:pt>
                <c:pt idx="5393">
                  <c:v>59.906756999999999</c:v>
                </c:pt>
                <c:pt idx="5394">
                  <c:v>59.582881999999998</c:v>
                </c:pt>
                <c:pt idx="5395">
                  <c:v>59.464419999999997</c:v>
                </c:pt>
                <c:pt idx="5396">
                  <c:v>59.906345000000002</c:v>
                </c:pt>
                <c:pt idx="5397">
                  <c:v>60.006813000000001</c:v>
                </c:pt>
                <c:pt idx="5398">
                  <c:v>59.269382</c:v>
                </c:pt>
                <c:pt idx="5399">
                  <c:v>58.198849000000003</c:v>
                </c:pt>
                <c:pt idx="5400">
                  <c:v>57.144035000000002</c:v>
                </c:pt>
                <c:pt idx="5401">
                  <c:v>56.487343000000003</c:v>
                </c:pt>
                <c:pt idx="5402">
                  <c:v>56.380702999999997</c:v>
                </c:pt>
                <c:pt idx="5403">
                  <c:v>56.466194000000002</c:v>
                </c:pt>
                <c:pt idx="5404">
                  <c:v>56.296131000000003</c:v>
                </c:pt>
                <c:pt idx="5405">
                  <c:v>55.951785999999998</c:v>
                </c:pt>
                <c:pt idx="5406">
                  <c:v>55.829422000000001</c:v>
                </c:pt>
                <c:pt idx="5407">
                  <c:v>55.851685000000003</c:v>
                </c:pt>
                <c:pt idx="5408">
                  <c:v>56.109260999999996</c:v>
                </c:pt>
                <c:pt idx="5409">
                  <c:v>56.292343000000002</c:v>
                </c:pt>
                <c:pt idx="5410">
                  <c:v>56.039512999999999</c:v>
                </c:pt>
                <c:pt idx="5411">
                  <c:v>56.053665000000002</c:v>
                </c:pt>
                <c:pt idx="5412">
                  <c:v>56.336823000000003</c:v>
                </c:pt>
                <c:pt idx="5413">
                  <c:v>56.890510999999996</c:v>
                </c:pt>
                <c:pt idx="5414">
                  <c:v>57.878368000000002</c:v>
                </c:pt>
                <c:pt idx="5415">
                  <c:v>58.396239999999999</c:v>
                </c:pt>
                <c:pt idx="5416">
                  <c:v>58.115437</c:v>
                </c:pt>
                <c:pt idx="5417">
                  <c:v>57.811526999999998</c:v>
                </c:pt>
                <c:pt idx="5418">
                  <c:v>57.747795000000004</c:v>
                </c:pt>
                <c:pt idx="5419">
                  <c:v>57.911171000000003</c:v>
                </c:pt>
                <c:pt idx="5420">
                  <c:v>58.030673999999998</c:v>
                </c:pt>
                <c:pt idx="5421">
                  <c:v>57.679394000000002</c:v>
                </c:pt>
                <c:pt idx="5422">
                  <c:v>57.000031</c:v>
                </c:pt>
                <c:pt idx="5423">
                  <c:v>56.287841999999998</c:v>
                </c:pt>
                <c:pt idx="5424">
                  <c:v>55.757469</c:v>
                </c:pt>
                <c:pt idx="5425">
                  <c:v>55.425387999999998</c:v>
                </c:pt>
                <c:pt idx="5426">
                  <c:v>55.474128999999998</c:v>
                </c:pt>
                <c:pt idx="5427">
                  <c:v>55.754593</c:v>
                </c:pt>
                <c:pt idx="5428">
                  <c:v>55.906695999999997</c:v>
                </c:pt>
                <c:pt idx="5429">
                  <c:v>54.428390999999998</c:v>
                </c:pt>
                <c:pt idx="5430">
                  <c:v>54.427489999999999</c:v>
                </c:pt>
                <c:pt idx="5431">
                  <c:v>54.539650000000002</c:v>
                </c:pt>
                <c:pt idx="5432">
                  <c:v>54.732081999999998</c:v>
                </c:pt>
                <c:pt idx="5433">
                  <c:v>54.884898999999997</c:v>
                </c:pt>
                <c:pt idx="5434">
                  <c:v>54.947032999999998</c:v>
                </c:pt>
                <c:pt idx="5435">
                  <c:v>54.548050000000003</c:v>
                </c:pt>
                <c:pt idx="5436">
                  <c:v>54.139198</c:v>
                </c:pt>
                <c:pt idx="5437">
                  <c:v>53.949908999999998</c:v>
                </c:pt>
                <c:pt idx="5438">
                  <c:v>53.660392999999999</c:v>
                </c:pt>
                <c:pt idx="5439">
                  <c:v>53.579265999999997</c:v>
                </c:pt>
                <c:pt idx="5440">
                  <c:v>53.662483000000002</c:v>
                </c:pt>
                <c:pt idx="5441">
                  <c:v>53.974986999999999</c:v>
                </c:pt>
                <c:pt idx="5442">
                  <c:v>54.085059999999999</c:v>
                </c:pt>
                <c:pt idx="5443">
                  <c:v>54.155045000000001</c:v>
                </c:pt>
                <c:pt idx="5444">
                  <c:v>54.256934999999999</c:v>
                </c:pt>
                <c:pt idx="5445">
                  <c:v>54.460526000000002</c:v>
                </c:pt>
                <c:pt idx="5446">
                  <c:v>54.878044000000003</c:v>
                </c:pt>
                <c:pt idx="5447">
                  <c:v>55.148502000000001</c:v>
                </c:pt>
                <c:pt idx="5448">
                  <c:v>55.147339000000002</c:v>
                </c:pt>
                <c:pt idx="5449">
                  <c:v>55.126739999999998</c:v>
                </c:pt>
                <c:pt idx="5450">
                  <c:v>55.260863999999998</c:v>
                </c:pt>
                <c:pt idx="5451">
                  <c:v>55.381985</c:v>
                </c:pt>
                <c:pt idx="5452">
                  <c:v>55.346474000000001</c:v>
                </c:pt>
                <c:pt idx="5453">
                  <c:v>55.211810999999997</c:v>
                </c:pt>
                <c:pt idx="5454">
                  <c:v>54.986023000000003</c:v>
                </c:pt>
                <c:pt idx="5455">
                  <c:v>54.631866000000002</c:v>
                </c:pt>
                <c:pt idx="5456">
                  <c:v>54.585917999999999</c:v>
                </c:pt>
                <c:pt idx="5457">
                  <c:v>54.614494000000001</c:v>
                </c:pt>
                <c:pt idx="5458">
                  <c:v>54.411372999999998</c:v>
                </c:pt>
                <c:pt idx="5459">
                  <c:v>53.854103000000002</c:v>
                </c:pt>
                <c:pt idx="5460">
                  <c:v>52.904803999999999</c:v>
                </c:pt>
                <c:pt idx="5461">
                  <c:v>51.963630999999999</c:v>
                </c:pt>
                <c:pt idx="5462">
                  <c:v>52.121563000000002</c:v>
                </c:pt>
                <c:pt idx="5463">
                  <c:v>52.058886999999999</c:v>
                </c:pt>
                <c:pt idx="5464">
                  <c:v>52.107773000000002</c:v>
                </c:pt>
                <c:pt idx="5465">
                  <c:v>52.404204999999997</c:v>
                </c:pt>
                <c:pt idx="5466">
                  <c:v>52.758918999999999</c:v>
                </c:pt>
                <c:pt idx="5467">
                  <c:v>52.489086</c:v>
                </c:pt>
                <c:pt idx="5468">
                  <c:v>52.140366</c:v>
                </c:pt>
                <c:pt idx="5469">
                  <c:v>52.157879000000001</c:v>
                </c:pt>
                <c:pt idx="5470">
                  <c:v>52.328079000000002</c:v>
                </c:pt>
                <c:pt idx="5471">
                  <c:v>52.340885</c:v>
                </c:pt>
                <c:pt idx="5472">
                  <c:v>52.399028999999999</c:v>
                </c:pt>
                <c:pt idx="5473">
                  <c:v>52.937869999999997</c:v>
                </c:pt>
                <c:pt idx="5474">
                  <c:v>53.200329000000004</c:v>
                </c:pt>
                <c:pt idx="5475">
                  <c:v>52.769596</c:v>
                </c:pt>
                <c:pt idx="5476">
                  <c:v>52.300438</c:v>
                </c:pt>
                <c:pt idx="5477">
                  <c:v>52.092269999999999</c:v>
                </c:pt>
                <c:pt idx="5478">
                  <c:v>51.629596999999997</c:v>
                </c:pt>
                <c:pt idx="5479">
                  <c:v>50.985610999999999</c:v>
                </c:pt>
                <c:pt idx="5480">
                  <c:v>50.728507999999998</c:v>
                </c:pt>
                <c:pt idx="5481">
                  <c:v>50.730362</c:v>
                </c:pt>
                <c:pt idx="5482">
                  <c:v>50.948368000000002</c:v>
                </c:pt>
                <c:pt idx="5483">
                  <c:v>51.298274999999997</c:v>
                </c:pt>
                <c:pt idx="5484">
                  <c:v>52.101398000000003</c:v>
                </c:pt>
                <c:pt idx="5485">
                  <c:v>53.131335999999997</c:v>
                </c:pt>
                <c:pt idx="5486">
                  <c:v>54.077347000000003</c:v>
                </c:pt>
                <c:pt idx="5487">
                  <c:v>54.517952000000001</c:v>
                </c:pt>
                <c:pt idx="5488">
                  <c:v>54.883144000000001</c:v>
                </c:pt>
                <c:pt idx="5489">
                  <c:v>55.126514</c:v>
                </c:pt>
                <c:pt idx="5490">
                  <c:v>54.905434</c:v>
                </c:pt>
                <c:pt idx="5491">
                  <c:v>54.544277000000001</c:v>
                </c:pt>
                <c:pt idx="5492">
                  <c:v>54.582419999999999</c:v>
                </c:pt>
                <c:pt idx="5493">
                  <c:v>55.05827</c:v>
                </c:pt>
                <c:pt idx="5494">
                  <c:v>55.492759999999997</c:v>
                </c:pt>
                <c:pt idx="5495">
                  <c:v>55.357689000000001</c:v>
                </c:pt>
                <c:pt idx="5496">
                  <c:v>54.830696000000003</c:v>
                </c:pt>
                <c:pt idx="5497">
                  <c:v>54.027023</c:v>
                </c:pt>
                <c:pt idx="5498">
                  <c:v>53.229897000000001</c:v>
                </c:pt>
                <c:pt idx="5499">
                  <c:v>52.926456000000002</c:v>
                </c:pt>
                <c:pt idx="5500">
                  <c:v>52.622565999999999</c:v>
                </c:pt>
                <c:pt idx="5501">
                  <c:v>52.255558000000001</c:v>
                </c:pt>
                <c:pt idx="5502">
                  <c:v>51.998359999999998</c:v>
                </c:pt>
                <c:pt idx="5503">
                  <c:v>51.862495000000003</c:v>
                </c:pt>
                <c:pt idx="5504">
                  <c:v>51.930115000000001</c:v>
                </c:pt>
                <c:pt idx="5505">
                  <c:v>52.367561000000002</c:v>
                </c:pt>
                <c:pt idx="5506">
                  <c:v>52.893374999999999</c:v>
                </c:pt>
                <c:pt idx="5507">
                  <c:v>52.80735</c:v>
                </c:pt>
                <c:pt idx="5508">
                  <c:v>52.442005000000002</c:v>
                </c:pt>
                <c:pt idx="5509">
                  <c:v>52.262172999999997</c:v>
                </c:pt>
                <c:pt idx="5510">
                  <c:v>52.262756000000003</c:v>
                </c:pt>
                <c:pt idx="5511">
                  <c:v>52.161282</c:v>
                </c:pt>
                <c:pt idx="5512">
                  <c:v>51.745246999999999</c:v>
                </c:pt>
                <c:pt idx="5513">
                  <c:v>51.465355000000002</c:v>
                </c:pt>
                <c:pt idx="5514">
                  <c:v>51.512047000000003</c:v>
                </c:pt>
                <c:pt idx="5515">
                  <c:v>51.889397000000002</c:v>
                </c:pt>
                <c:pt idx="5516">
                  <c:v>52.451613999999999</c:v>
                </c:pt>
                <c:pt idx="5517">
                  <c:v>52.708668000000003</c:v>
                </c:pt>
                <c:pt idx="5518">
                  <c:v>52.672210999999997</c:v>
                </c:pt>
                <c:pt idx="5519">
                  <c:v>52.557602000000003</c:v>
                </c:pt>
                <c:pt idx="5520">
                  <c:v>52.695805</c:v>
                </c:pt>
                <c:pt idx="5521">
                  <c:v>52.787318999999997</c:v>
                </c:pt>
                <c:pt idx="5522">
                  <c:v>52.616973999999999</c:v>
                </c:pt>
                <c:pt idx="5523">
                  <c:v>52.167011000000002</c:v>
                </c:pt>
                <c:pt idx="5524">
                  <c:v>51.493675000000003</c:v>
                </c:pt>
                <c:pt idx="5525">
                  <c:v>51.147156000000003</c:v>
                </c:pt>
                <c:pt idx="5526">
                  <c:v>51.019962</c:v>
                </c:pt>
                <c:pt idx="5527">
                  <c:v>51.289265</c:v>
                </c:pt>
                <c:pt idx="5528">
                  <c:v>51.407913000000001</c:v>
                </c:pt>
                <c:pt idx="5529">
                  <c:v>51.335228000000001</c:v>
                </c:pt>
                <c:pt idx="5530">
                  <c:v>51.329208000000001</c:v>
                </c:pt>
                <c:pt idx="5531">
                  <c:v>51.47728</c:v>
                </c:pt>
                <c:pt idx="5532">
                  <c:v>51.773113000000002</c:v>
                </c:pt>
                <c:pt idx="5533">
                  <c:v>51.991314000000003</c:v>
                </c:pt>
                <c:pt idx="5534">
                  <c:v>52.333488000000003</c:v>
                </c:pt>
                <c:pt idx="5535">
                  <c:v>52.808098000000001</c:v>
                </c:pt>
                <c:pt idx="5536">
                  <c:v>53.509448999999996</c:v>
                </c:pt>
                <c:pt idx="5537">
                  <c:v>54.356186000000001</c:v>
                </c:pt>
                <c:pt idx="5538">
                  <c:v>54.741253</c:v>
                </c:pt>
                <c:pt idx="5539">
                  <c:v>54.695568000000002</c:v>
                </c:pt>
                <c:pt idx="5540">
                  <c:v>54.480789000000001</c:v>
                </c:pt>
                <c:pt idx="5541">
                  <c:v>54.101756999999999</c:v>
                </c:pt>
                <c:pt idx="5542">
                  <c:v>53.625979999999998</c:v>
                </c:pt>
                <c:pt idx="5543">
                  <c:v>53.308796000000001</c:v>
                </c:pt>
                <c:pt idx="5544">
                  <c:v>53.628318999999998</c:v>
                </c:pt>
                <c:pt idx="5545">
                  <c:v>54.050842000000003</c:v>
                </c:pt>
                <c:pt idx="5546">
                  <c:v>54.001240000000003</c:v>
                </c:pt>
                <c:pt idx="5547">
                  <c:v>54.046996999999998</c:v>
                </c:pt>
                <c:pt idx="5548">
                  <c:v>54.187297999999998</c:v>
                </c:pt>
                <c:pt idx="5549">
                  <c:v>53.902633999999999</c:v>
                </c:pt>
                <c:pt idx="5550">
                  <c:v>53.582484999999998</c:v>
                </c:pt>
                <c:pt idx="5551">
                  <c:v>53.313381</c:v>
                </c:pt>
                <c:pt idx="5552">
                  <c:v>52.998916999999999</c:v>
                </c:pt>
                <c:pt idx="5553">
                  <c:v>52.594242000000001</c:v>
                </c:pt>
                <c:pt idx="5554">
                  <c:v>52.087929000000003</c:v>
                </c:pt>
                <c:pt idx="5555">
                  <c:v>51.781128000000002</c:v>
                </c:pt>
                <c:pt idx="5556">
                  <c:v>51.343273000000003</c:v>
                </c:pt>
                <c:pt idx="5557">
                  <c:v>50.810665</c:v>
                </c:pt>
                <c:pt idx="5558">
                  <c:v>50.904060000000001</c:v>
                </c:pt>
                <c:pt idx="5559">
                  <c:v>51.315658999999997</c:v>
                </c:pt>
                <c:pt idx="5560">
                  <c:v>51.419746000000004</c:v>
                </c:pt>
                <c:pt idx="5561">
                  <c:v>51.464775000000003</c:v>
                </c:pt>
                <c:pt idx="5562">
                  <c:v>51.249248999999999</c:v>
                </c:pt>
                <c:pt idx="5563">
                  <c:v>50.928635</c:v>
                </c:pt>
                <c:pt idx="5564">
                  <c:v>50.847569</c:v>
                </c:pt>
                <c:pt idx="5565">
                  <c:v>50.766925999999998</c:v>
                </c:pt>
                <c:pt idx="5566">
                  <c:v>50.708885000000002</c:v>
                </c:pt>
                <c:pt idx="5567">
                  <c:v>50.181807999999997</c:v>
                </c:pt>
                <c:pt idx="5568">
                  <c:v>50.033070000000002</c:v>
                </c:pt>
                <c:pt idx="5569">
                  <c:v>49.986705999999998</c:v>
                </c:pt>
                <c:pt idx="5570">
                  <c:v>49.968024999999997</c:v>
                </c:pt>
                <c:pt idx="5571">
                  <c:v>50.328476000000002</c:v>
                </c:pt>
                <c:pt idx="5572">
                  <c:v>50.745144000000003</c:v>
                </c:pt>
                <c:pt idx="5573">
                  <c:v>50.658946999999998</c:v>
                </c:pt>
                <c:pt idx="5574">
                  <c:v>50.484668999999997</c:v>
                </c:pt>
                <c:pt idx="5575">
                  <c:v>50.558070999999998</c:v>
                </c:pt>
                <c:pt idx="5576">
                  <c:v>50.892997999999999</c:v>
                </c:pt>
                <c:pt idx="5577">
                  <c:v>51.372208000000001</c:v>
                </c:pt>
                <c:pt idx="5578">
                  <c:v>51.739254000000003</c:v>
                </c:pt>
                <c:pt idx="5579">
                  <c:v>51.834282000000002</c:v>
                </c:pt>
                <c:pt idx="5580">
                  <c:v>51.578868999999997</c:v>
                </c:pt>
                <c:pt idx="5581">
                  <c:v>51.282798999999997</c:v>
                </c:pt>
                <c:pt idx="5582">
                  <c:v>50.972683000000004</c:v>
                </c:pt>
                <c:pt idx="5583">
                  <c:v>50.051098000000003</c:v>
                </c:pt>
                <c:pt idx="5584">
                  <c:v>48.977009000000002</c:v>
                </c:pt>
                <c:pt idx="5585">
                  <c:v>47.513694999999998</c:v>
                </c:pt>
                <c:pt idx="5586">
                  <c:v>45.015788999999998</c:v>
                </c:pt>
                <c:pt idx="5587">
                  <c:v>41.055264000000001</c:v>
                </c:pt>
                <c:pt idx="5588">
                  <c:v>36.843975</c:v>
                </c:pt>
                <c:pt idx="5589">
                  <c:v>35.139538000000002</c:v>
                </c:pt>
                <c:pt idx="5590">
                  <c:v>36.084620999999999</c:v>
                </c:pt>
                <c:pt idx="5591">
                  <c:v>37.699027999999998</c:v>
                </c:pt>
                <c:pt idx="5592">
                  <c:v>38.967075000000001</c:v>
                </c:pt>
                <c:pt idx="5593">
                  <c:v>40.645454000000001</c:v>
                </c:pt>
                <c:pt idx="5594">
                  <c:v>42.229103000000002</c:v>
                </c:pt>
                <c:pt idx="5595">
                  <c:v>43.669471999999999</c:v>
                </c:pt>
                <c:pt idx="5596">
                  <c:v>44.830879000000003</c:v>
                </c:pt>
                <c:pt idx="5597">
                  <c:v>45.320926999999998</c:v>
                </c:pt>
                <c:pt idx="5598">
                  <c:v>45.081660999999997</c:v>
                </c:pt>
                <c:pt idx="5599">
                  <c:v>43.639023000000002</c:v>
                </c:pt>
                <c:pt idx="5600">
                  <c:v>41.205886999999997</c:v>
                </c:pt>
                <c:pt idx="5601">
                  <c:v>39.456921000000001</c:v>
                </c:pt>
                <c:pt idx="5602">
                  <c:v>39.162731000000001</c:v>
                </c:pt>
                <c:pt idx="5603">
                  <c:v>38.407288000000001</c:v>
                </c:pt>
                <c:pt idx="5604">
                  <c:v>35.320388999999999</c:v>
                </c:pt>
                <c:pt idx="5605">
                  <c:v>31.994577</c:v>
                </c:pt>
                <c:pt idx="5606">
                  <c:v>32.213752999999997</c:v>
                </c:pt>
                <c:pt idx="5607">
                  <c:v>32.474167000000001</c:v>
                </c:pt>
                <c:pt idx="5608">
                  <c:v>32.609985000000002</c:v>
                </c:pt>
                <c:pt idx="5609">
                  <c:v>32.664969999999997</c:v>
                </c:pt>
                <c:pt idx="5610">
                  <c:v>32.340786000000001</c:v>
                </c:pt>
                <c:pt idx="5611">
                  <c:v>32.515822999999997</c:v>
                </c:pt>
                <c:pt idx="5612">
                  <c:v>38.585869000000002</c:v>
                </c:pt>
                <c:pt idx="5613">
                  <c:v>43.923980999999998</c:v>
                </c:pt>
                <c:pt idx="5614">
                  <c:v>45.410778000000001</c:v>
                </c:pt>
                <c:pt idx="5615">
                  <c:v>45.596325</c:v>
                </c:pt>
                <c:pt idx="5616">
                  <c:v>45.729801000000002</c:v>
                </c:pt>
                <c:pt idx="5617">
                  <c:v>45.897624999999998</c:v>
                </c:pt>
                <c:pt idx="5618">
                  <c:v>46.424854000000003</c:v>
                </c:pt>
                <c:pt idx="5619">
                  <c:v>47.054637999999997</c:v>
                </c:pt>
                <c:pt idx="5620">
                  <c:v>47.505093000000002</c:v>
                </c:pt>
                <c:pt idx="5621">
                  <c:v>47.808200999999997</c:v>
                </c:pt>
                <c:pt idx="5622">
                  <c:v>47.786816000000002</c:v>
                </c:pt>
                <c:pt idx="5623">
                  <c:v>47.562728999999997</c:v>
                </c:pt>
                <c:pt idx="5624">
                  <c:v>47.451220999999997</c:v>
                </c:pt>
                <c:pt idx="5625">
                  <c:v>47.536960999999998</c:v>
                </c:pt>
                <c:pt idx="5626">
                  <c:v>47.849617000000002</c:v>
                </c:pt>
                <c:pt idx="5627">
                  <c:v>48.276890000000002</c:v>
                </c:pt>
                <c:pt idx="5628">
                  <c:v>48.673794000000001</c:v>
                </c:pt>
                <c:pt idx="5629">
                  <c:v>49.136142999999997</c:v>
                </c:pt>
                <c:pt idx="5630">
                  <c:v>49.544224</c:v>
                </c:pt>
                <c:pt idx="5631">
                  <c:v>49.877693000000001</c:v>
                </c:pt>
                <c:pt idx="5632">
                  <c:v>50.358809999999998</c:v>
                </c:pt>
                <c:pt idx="5633">
                  <c:v>50.279857999999997</c:v>
                </c:pt>
                <c:pt idx="5634">
                  <c:v>49.671143000000001</c:v>
                </c:pt>
                <c:pt idx="5635">
                  <c:v>48.766396</c:v>
                </c:pt>
                <c:pt idx="5636">
                  <c:v>47.963630999999999</c:v>
                </c:pt>
                <c:pt idx="5637">
                  <c:v>48.050755000000002</c:v>
                </c:pt>
                <c:pt idx="5638">
                  <c:v>48.828319999999998</c:v>
                </c:pt>
                <c:pt idx="5639">
                  <c:v>49.786205000000002</c:v>
                </c:pt>
                <c:pt idx="5640">
                  <c:v>50.306922999999998</c:v>
                </c:pt>
                <c:pt idx="5641">
                  <c:v>50.452396</c:v>
                </c:pt>
                <c:pt idx="5642">
                  <c:v>49.887073999999998</c:v>
                </c:pt>
                <c:pt idx="5643">
                  <c:v>49.099865000000001</c:v>
                </c:pt>
                <c:pt idx="5644">
                  <c:v>48.167503000000004</c:v>
                </c:pt>
                <c:pt idx="5645">
                  <c:v>47.866672999999999</c:v>
                </c:pt>
                <c:pt idx="5646">
                  <c:v>55.758918999999999</c:v>
                </c:pt>
                <c:pt idx="5647">
                  <c:v>62.967396000000001</c:v>
                </c:pt>
                <c:pt idx="5648">
                  <c:v>65.921920999999998</c:v>
                </c:pt>
                <c:pt idx="5649">
                  <c:v>66.840034000000003</c:v>
                </c:pt>
                <c:pt idx="5650">
                  <c:v>67.326430999999999</c:v>
                </c:pt>
                <c:pt idx="5651">
                  <c:v>67.075714000000005</c:v>
                </c:pt>
                <c:pt idx="5652">
                  <c:v>66.348984000000002</c:v>
                </c:pt>
                <c:pt idx="5653">
                  <c:v>65.498947000000001</c:v>
                </c:pt>
                <c:pt idx="5654">
                  <c:v>64.766425999999996</c:v>
                </c:pt>
                <c:pt idx="5655">
                  <c:v>64.591446000000005</c:v>
                </c:pt>
                <c:pt idx="5656">
                  <c:v>64.699471000000003</c:v>
                </c:pt>
                <c:pt idx="5657">
                  <c:v>64.780769000000006</c:v>
                </c:pt>
                <c:pt idx="5658">
                  <c:v>65.110718000000006</c:v>
                </c:pt>
                <c:pt idx="5659">
                  <c:v>65.780128000000005</c:v>
                </c:pt>
                <c:pt idx="5660">
                  <c:v>66.365875000000003</c:v>
                </c:pt>
                <c:pt idx="5661">
                  <c:v>66.322249999999997</c:v>
                </c:pt>
                <c:pt idx="5662">
                  <c:v>66.387412999999995</c:v>
                </c:pt>
                <c:pt idx="5663">
                  <c:v>66.330039999999997</c:v>
                </c:pt>
                <c:pt idx="5664">
                  <c:v>66.240250000000003</c:v>
                </c:pt>
                <c:pt idx="5665">
                  <c:v>66.453948999999994</c:v>
                </c:pt>
                <c:pt idx="5666">
                  <c:v>66.303177000000005</c:v>
                </c:pt>
                <c:pt idx="5667">
                  <c:v>65.498992999999999</c:v>
                </c:pt>
                <c:pt idx="5668">
                  <c:v>63.965243999999998</c:v>
                </c:pt>
                <c:pt idx="5669">
                  <c:v>62.430031</c:v>
                </c:pt>
                <c:pt idx="5670">
                  <c:v>61.221148999999997</c:v>
                </c:pt>
                <c:pt idx="5671">
                  <c:v>59.854922999999999</c:v>
                </c:pt>
                <c:pt idx="5672">
                  <c:v>58.744292999999999</c:v>
                </c:pt>
                <c:pt idx="5673">
                  <c:v>58.047493000000003</c:v>
                </c:pt>
                <c:pt idx="5674">
                  <c:v>57.729607000000001</c:v>
                </c:pt>
                <c:pt idx="5675">
                  <c:v>57.655791999999998</c:v>
                </c:pt>
                <c:pt idx="5676">
                  <c:v>57.276791000000003</c:v>
                </c:pt>
                <c:pt idx="5677">
                  <c:v>56.738894999999999</c:v>
                </c:pt>
                <c:pt idx="5678">
                  <c:v>56.605246999999999</c:v>
                </c:pt>
                <c:pt idx="5679">
                  <c:v>58.141517999999998</c:v>
                </c:pt>
                <c:pt idx="5680">
                  <c:v>57.918674000000003</c:v>
                </c:pt>
                <c:pt idx="5681">
                  <c:v>57.565201000000002</c:v>
                </c:pt>
                <c:pt idx="5682">
                  <c:v>57.448836999999997</c:v>
                </c:pt>
                <c:pt idx="5683">
                  <c:v>57.202061</c:v>
                </c:pt>
                <c:pt idx="5684">
                  <c:v>57.103447000000003</c:v>
                </c:pt>
                <c:pt idx="5685">
                  <c:v>57.545025000000003</c:v>
                </c:pt>
                <c:pt idx="5686">
                  <c:v>57.872428999999997</c:v>
                </c:pt>
                <c:pt idx="5687">
                  <c:v>57.774543999999999</c:v>
                </c:pt>
                <c:pt idx="5688">
                  <c:v>58.246406999999998</c:v>
                </c:pt>
                <c:pt idx="5689">
                  <c:v>59.482093999999996</c:v>
                </c:pt>
                <c:pt idx="5690">
                  <c:v>60.332748000000002</c:v>
                </c:pt>
                <c:pt idx="5691">
                  <c:v>59.874930999999997</c:v>
                </c:pt>
                <c:pt idx="5692">
                  <c:v>59.001308000000002</c:v>
                </c:pt>
                <c:pt idx="5693">
                  <c:v>58.268101000000001</c:v>
                </c:pt>
                <c:pt idx="5694">
                  <c:v>58.206020000000002</c:v>
                </c:pt>
                <c:pt idx="5695">
                  <c:v>58.160831000000002</c:v>
                </c:pt>
                <c:pt idx="5696">
                  <c:v>57.604492</c:v>
                </c:pt>
                <c:pt idx="5697">
                  <c:v>56.963298999999999</c:v>
                </c:pt>
                <c:pt idx="5698">
                  <c:v>56.203772999999998</c:v>
                </c:pt>
                <c:pt idx="5699">
                  <c:v>55.779736</c:v>
                </c:pt>
                <c:pt idx="5700">
                  <c:v>55.523792</c:v>
                </c:pt>
                <c:pt idx="5701">
                  <c:v>55.463099999999997</c:v>
                </c:pt>
                <c:pt idx="5702">
                  <c:v>55.55574</c:v>
                </c:pt>
                <c:pt idx="5703">
                  <c:v>55.929091999999997</c:v>
                </c:pt>
                <c:pt idx="5704">
                  <c:v>56.432121000000002</c:v>
                </c:pt>
                <c:pt idx="5705">
                  <c:v>56.462490000000003</c:v>
                </c:pt>
                <c:pt idx="5706">
                  <c:v>56.181373999999998</c:v>
                </c:pt>
                <c:pt idx="5707">
                  <c:v>56.439059999999998</c:v>
                </c:pt>
                <c:pt idx="5708">
                  <c:v>57.216431</c:v>
                </c:pt>
                <c:pt idx="5709">
                  <c:v>57.569274999999998</c:v>
                </c:pt>
                <c:pt idx="5710">
                  <c:v>58.032043000000002</c:v>
                </c:pt>
                <c:pt idx="5711">
                  <c:v>59.446064</c:v>
                </c:pt>
                <c:pt idx="5712">
                  <c:v>60.589703</c:v>
                </c:pt>
                <c:pt idx="5713">
                  <c:v>60.894272000000001</c:v>
                </c:pt>
                <c:pt idx="5714">
                  <c:v>61.146141</c:v>
                </c:pt>
                <c:pt idx="5715">
                  <c:v>60.889789999999998</c:v>
                </c:pt>
                <c:pt idx="5716">
                  <c:v>60.666671999999998</c:v>
                </c:pt>
                <c:pt idx="5717">
                  <c:v>60.907420999999999</c:v>
                </c:pt>
                <c:pt idx="5718">
                  <c:v>60.564610000000002</c:v>
                </c:pt>
                <c:pt idx="5719">
                  <c:v>59.425102000000003</c:v>
                </c:pt>
                <c:pt idx="5720">
                  <c:v>58.089225999999996</c:v>
                </c:pt>
                <c:pt idx="5721">
                  <c:v>57.372494000000003</c:v>
                </c:pt>
                <c:pt idx="5722">
                  <c:v>57.042243999999997</c:v>
                </c:pt>
                <c:pt idx="5723">
                  <c:v>56.965763000000003</c:v>
                </c:pt>
                <c:pt idx="5724">
                  <c:v>56.929538999999998</c:v>
                </c:pt>
                <c:pt idx="5725">
                  <c:v>57.059654000000002</c:v>
                </c:pt>
                <c:pt idx="5726">
                  <c:v>57.499073000000003</c:v>
                </c:pt>
                <c:pt idx="5727">
                  <c:v>57.588459</c:v>
                </c:pt>
                <c:pt idx="5728">
                  <c:v>57.229095000000001</c:v>
                </c:pt>
                <c:pt idx="5729">
                  <c:v>56.747906</c:v>
                </c:pt>
                <c:pt idx="5730">
                  <c:v>56.450935000000001</c:v>
                </c:pt>
                <c:pt idx="5731">
                  <c:v>56.468384</c:v>
                </c:pt>
                <c:pt idx="5732">
                  <c:v>56.568165</c:v>
                </c:pt>
                <c:pt idx="5733">
                  <c:v>56.641559999999998</c:v>
                </c:pt>
                <c:pt idx="5734">
                  <c:v>56.886825999999999</c:v>
                </c:pt>
                <c:pt idx="5735">
                  <c:v>57.999175999999999</c:v>
                </c:pt>
                <c:pt idx="5736">
                  <c:v>59.116726</c:v>
                </c:pt>
                <c:pt idx="5737">
                  <c:v>59.846024</c:v>
                </c:pt>
                <c:pt idx="5738">
                  <c:v>59.877944999999997</c:v>
                </c:pt>
                <c:pt idx="5739">
                  <c:v>59.360675999999998</c:v>
                </c:pt>
                <c:pt idx="5740">
                  <c:v>59.015079</c:v>
                </c:pt>
                <c:pt idx="5741">
                  <c:v>59.127552000000001</c:v>
                </c:pt>
                <c:pt idx="5742">
                  <c:v>58.741356000000003</c:v>
                </c:pt>
                <c:pt idx="5743">
                  <c:v>58.039391000000002</c:v>
                </c:pt>
                <c:pt idx="5744">
                  <c:v>58.596367000000001</c:v>
                </c:pt>
                <c:pt idx="5745">
                  <c:v>59.589728999999998</c:v>
                </c:pt>
                <c:pt idx="5746">
                  <c:v>59.448708000000003</c:v>
                </c:pt>
                <c:pt idx="5747">
                  <c:v>59.009518</c:v>
                </c:pt>
                <c:pt idx="5748">
                  <c:v>57.820694000000003</c:v>
                </c:pt>
                <c:pt idx="5749">
                  <c:v>56.908295000000003</c:v>
                </c:pt>
                <c:pt idx="5750">
                  <c:v>56.716614</c:v>
                </c:pt>
                <c:pt idx="5751">
                  <c:v>56.544468000000002</c:v>
                </c:pt>
                <c:pt idx="5752">
                  <c:v>56.401020000000003</c:v>
                </c:pt>
                <c:pt idx="5753">
                  <c:v>56.339401000000002</c:v>
                </c:pt>
                <c:pt idx="5754">
                  <c:v>56.334674999999997</c:v>
                </c:pt>
                <c:pt idx="5755">
                  <c:v>56.550773999999997</c:v>
                </c:pt>
                <c:pt idx="5756">
                  <c:v>56.714466000000002</c:v>
                </c:pt>
                <c:pt idx="5757">
                  <c:v>56.505875000000003</c:v>
                </c:pt>
                <c:pt idx="5758">
                  <c:v>56.880839999999999</c:v>
                </c:pt>
                <c:pt idx="5759">
                  <c:v>58.205269000000001</c:v>
                </c:pt>
                <c:pt idx="5760">
                  <c:v>59.532077999999998</c:v>
                </c:pt>
                <c:pt idx="5761">
                  <c:v>59.372860000000003</c:v>
                </c:pt>
                <c:pt idx="5762">
                  <c:v>58.467723999999997</c:v>
                </c:pt>
                <c:pt idx="5763">
                  <c:v>57.337147000000002</c:v>
                </c:pt>
                <c:pt idx="5764">
                  <c:v>56.430121999999997</c:v>
                </c:pt>
                <c:pt idx="5765">
                  <c:v>56.001911</c:v>
                </c:pt>
                <c:pt idx="5766">
                  <c:v>55.771892999999999</c:v>
                </c:pt>
                <c:pt idx="5767">
                  <c:v>55.693908999999998</c:v>
                </c:pt>
                <c:pt idx="5768">
                  <c:v>55.706237999999999</c:v>
                </c:pt>
                <c:pt idx="5769">
                  <c:v>55.788654000000001</c:v>
                </c:pt>
                <c:pt idx="5770">
                  <c:v>56.213585000000002</c:v>
                </c:pt>
                <c:pt idx="5771">
                  <c:v>56.503754000000001</c:v>
                </c:pt>
                <c:pt idx="5772">
                  <c:v>56.404269999999997</c:v>
                </c:pt>
                <c:pt idx="5773">
                  <c:v>56.375678999999998</c:v>
                </c:pt>
                <c:pt idx="5774">
                  <c:v>56.667572</c:v>
                </c:pt>
                <c:pt idx="5775">
                  <c:v>56.787998000000002</c:v>
                </c:pt>
                <c:pt idx="5776">
                  <c:v>56.976219</c:v>
                </c:pt>
                <c:pt idx="5777">
                  <c:v>57.232723</c:v>
                </c:pt>
                <c:pt idx="5778">
                  <c:v>57.393528000000003</c:v>
                </c:pt>
                <c:pt idx="5779">
                  <c:v>57.867103999999998</c:v>
                </c:pt>
                <c:pt idx="5780">
                  <c:v>57.804603999999998</c:v>
                </c:pt>
                <c:pt idx="5781">
                  <c:v>56.695903999999999</c:v>
                </c:pt>
                <c:pt idx="5782">
                  <c:v>55.812179999999998</c:v>
                </c:pt>
                <c:pt idx="5783">
                  <c:v>55.634689000000002</c:v>
                </c:pt>
                <c:pt idx="5784">
                  <c:v>55.680351000000002</c:v>
                </c:pt>
                <c:pt idx="5785">
                  <c:v>55.904392000000001</c:v>
                </c:pt>
                <c:pt idx="5786">
                  <c:v>55.749454</c:v>
                </c:pt>
                <c:pt idx="5787">
                  <c:v>55.584910999999998</c:v>
                </c:pt>
                <c:pt idx="5788">
                  <c:v>55.448211999999998</c:v>
                </c:pt>
                <c:pt idx="5789">
                  <c:v>55.468159</c:v>
                </c:pt>
                <c:pt idx="5790">
                  <c:v>55.864758000000002</c:v>
                </c:pt>
                <c:pt idx="5791">
                  <c:v>55.860004000000004</c:v>
                </c:pt>
                <c:pt idx="5792">
                  <c:v>55.784908000000001</c:v>
                </c:pt>
                <c:pt idx="5793">
                  <c:v>55.755032</c:v>
                </c:pt>
                <c:pt idx="5794">
                  <c:v>56.137042999999998</c:v>
                </c:pt>
                <c:pt idx="5795">
                  <c:v>56.209724000000001</c:v>
                </c:pt>
                <c:pt idx="5796">
                  <c:v>56.036746999999998</c:v>
                </c:pt>
                <c:pt idx="5797">
                  <c:v>56.585197000000001</c:v>
                </c:pt>
                <c:pt idx="5798">
                  <c:v>57.564857000000003</c:v>
                </c:pt>
                <c:pt idx="5799">
                  <c:v>58.297241</c:v>
                </c:pt>
                <c:pt idx="5800">
                  <c:v>59.033344</c:v>
                </c:pt>
                <c:pt idx="5801">
                  <c:v>60.207191000000002</c:v>
                </c:pt>
                <c:pt idx="5802">
                  <c:v>61.699818</c:v>
                </c:pt>
                <c:pt idx="5803">
                  <c:v>62.659595000000003</c:v>
                </c:pt>
                <c:pt idx="5804">
                  <c:v>62.544922</c:v>
                </c:pt>
                <c:pt idx="5805">
                  <c:v>62.608668999999999</c:v>
                </c:pt>
                <c:pt idx="5806">
                  <c:v>62.508643999999997</c:v>
                </c:pt>
                <c:pt idx="5807">
                  <c:v>63.106915000000001</c:v>
                </c:pt>
                <c:pt idx="5808">
                  <c:v>63.137042999999998</c:v>
                </c:pt>
                <c:pt idx="5809">
                  <c:v>62.561008000000001</c:v>
                </c:pt>
                <c:pt idx="5810">
                  <c:v>62.666030999999997</c:v>
                </c:pt>
                <c:pt idx="5811">
                  <c:v>62.502102000000001</c:v>
                </c:pt>
                <c:pt idx="5812">
                  <c:v>61.886603999999998</c:v>
                </c:pt>
                <c:pt idx="5813">
                  <c:v>61.642859999999999</c:v>
                </c:pt>
                <c:pt idx="5814">
                  <c:v>61.798842999999998</c:v>
                </c:pt>
                <c:pt idx="5815">
                  <c:v>62.481689000000003</c:v>
                </c:pt>
                <c:pt idx="5816">
                  <c:v>63.054046999999997</c:v>
                </c:pt>
                <c:pt idx="5817">
                  <c:v>63.393695999999998</c:v>
                </c:pt>
                <c:pt idx="5818">
                  <c:v>63.785465000000002</c:v>
                </c:pt>
                <c:pt idx="5819">
                  <c:v>64.230652000000006</c:v>
                </c:pt>
                <c:pt idx="5820">
                  <c:v>64.137962000000002</c:v>
                </c:pt>
                <c:pt idx="5821">
                  <c:v>63.746704000000001</c:v>
                </c:pt>
                <c:pt idx="5822">
                  <c:v>63.474074999999999</c:v>
                </c:pt>
                <c:pt idx="5823">
                  <c:v>63.808177999999998</c:v>
                </c:pt>
                <c:pt idx="5824">
                  <c:v>64.173903999999993</c:v>
                </c:pt>
                <c:pt idx="5825">
                  <c:v>64.373619000000005</c:v>
                </c:pt>
                <c:pt idx="5826">
                  <c:v>64.945480000000003</c:v>
                </c:pt>
                <c:pt idx="5827">
                  <c:v>65.108947999999998</c:v>
                </c:pt>
                <c:pt idx="5828">
                  <c:v>65.164451999999997</c:v>
                </c:pt>
                <c:pt idx="5829">
                  <c:v>65.185692000000003</c:v>
                </c:pt>
                <c:pt idx="5830">
                  <c:v>65.504058999999998</c:v>
                </c:pt>
                <c:pt idx="5831">
                  <c:v>65.559546999999995</c:v>
                </c:pt>
                <c:pt idx="5832">
                  <c:v>65.402420000000006</c:v>
                </c:pt>
                <c:pt idx="5833">
                  <c:v>65.503249999999994</c:v>
                </c:pt>
                <c:pt idx="5834">
                  <c:v>65.291122000000001</c:v>
                </c:pt>
                <c:pt idx="5835">
                  <c:v>64.361251999999993</c:v>
                </c:pt>
                <c:pt idx="5836">
                  <c:v>63.496093999999999</c:v>
                </c:pt>
                <c:pt idx="5837">
                  <c:v>63.372570000000003</c:v>
                </c:pt>
                <c:pt idx="5838">
                  <c:v>63.701476999999997</c:v>
                </c:pt>
                <c:pt idx="5839">
                  <c:v>63.851120000000002</c:v>
                </c:pt>
                <c:pt idx="5840">
                  <c:v>64.117537999999996</c:v>
                </c:pt>
                <c:pt idx="5841">
                  <c:v>64.107642999999996</c:v>
                </c:pt>
                <c:pt idx="5842">
                  <c:v>63.578747</c:v>
                </c:pt>
                <c:pt idx="5843">
                  <c:v>63.810977999999999</c:v>
                </c:pt>
                <c:pt idx="5844">
                  <c:v>64.480475999999996</c:v>
                </c:pt>
                <c:pt idx="5845">
                  <c:v>64.271141</c:v>
                </c:pt>
                <c:pt idx="5846">
                  <c:v>63.714225999999996</c:v>
                </c:pt>
                <c:pt idx="5847">
                  <c:v>63.417636999999999</c:v>
                </c:pt>
                <c:pt idx="5848">
                  <c:v>62.801025000000003</c:v>
                </c:pt>
                <c:pt idx="5849">
                  <c:v>62.025489999999998</c:v>
                </c:pt>
                <c:pt idx="5850">
                  <c:v>61.258865</c:v>
                </c:pt>
                <c:pt idx="5851">
                  <c:v>60.300732000000004</c:v>
                </c:pt>
                <c:pt idx="5852">
                  <c:v>59.473613999999998</c:v>
                </c:pt>
                <c:pt idx="5853">
                  <c:v>59.066237999999998</c:v>
                </c:pt>
                <c:pt idx="5854">
                  <c:v>58.837631000000002</c:v>
                </c:pt>
                <c:pt idx="5855">
                  <c:v>58.735816999999997</c:v>
                </c:pt>
                <c:pt idx="5856">
                  <c:v>59.054554000000003</c:v>
                </c:pt>
                <c:pt idx="5857">
                  <c:v>59.629989999999999</c:v>
                </c:pt>
                <c:pt idx="5858">
                  <c:v>60.080002</c:v>
                </c:pt>
                <c:pt idx="5859">
                  <c:v>60.060904999999998</c:v>
                </c:pt>
                <c:pt idx="5860">
                  <c:v>59.411490999999998</c:v>
                </c:pt>
                <c:pt idx="5861">
                  <c:v>59.158321000000001</c:v>
                </c:pt>
                <c:pt idx="5862">
                  <c:v>59.210738999999997</c:v>
                </c:pt>
                <c:pt idx="5863">
                  <c:v>59.739082000000003</c:v>
                </c:pt>
                <c:pt idx="5864">
                  <c:v>61.329028999999998</c:v>
                </c:pt>
                <c:pt idx="5865">
                  <c:v>62.526080999999998</c:v>
                </c:pt>
                <c:pt idx="5866">
                  <c:v>62.116962000000001</c:v>
                </c:pt>
                <c:pt idx="5867">
                  <c:v>61.794060000000002</c:v>
                </c:pt>
                <c:pt idx="5868">
                  <c:v>61.222529999999999</c:v>
                </c:pt>
                <c:pt idx="5869">
                  <c:v>60.606921999999997</c:v>
                </c:pt>
                <c:pt idx="5870">
                  <c:v>60.393692000000001</c:v>
                </c:pt>
                <c:pt idx="5871">
                  <c:v>60.435326000000003</c:v>
                </c:pt>
                <c:pt idx="5872">
                  <c:v>60.342804000000001</c:v>
                </c:pt>
                <c:pt idx="5873">
                  <c:v>60.052672999999999</c:v>
                </c:pt>
                <c:pt idx="5874">
                  <c:v>59.851542999999999</c:v>
                </c:pt>
                <c:pt idx="5875">
                  <c:v>59.877215999999997</c:v>
                </c:pt>
                <c:pt idx="5876">
                  <c:v>59.980324000000003</c:v>
                </c:pt>
                <c:pt idx="5877">
                  <c:v>59.952720999999997</c:v>
                </c:pt>
                <c:pt idx="5878">
                  <c:v>59.928288000000002</c:v>
                </c:pt>
                <c:pt idx="5879">
                  <c:v>59.936484999999998</c:v>
                </c:pt>
                <c:pt idx="5880">
                  <c:v>60.177467</c:v>
                </c:pt>
                <c:pt idx="5881">
                  <c:v>61.049866000000002</c:v>
                </c:pt>
                <c:pt idx="5882">
                  <c:v>62.473129</c:v>
                </c:pt>
                <c:pt idx="5883">
                  <c:v>63.865558999999998</c:v>
                </c:pt>
                <c:pt idx="5884">
                  <c:v>65.002799999999993</c:v>
                </c:pt>
                <c:pt idx="5885">
                  <c:v>65.779838999999996</c:v>
                </c:pt>
                <c:pt idx="5886">
                  <c:v>65.935074</c:v>
                </c:pt>
                <c:pt idx="5887">
                  <c:v>66.193520000000007</c:v>
                </c:pt>
                <c:pt idx="5888">
                  <c:v>66.523842000000002</c:v>
                </c:pt>
                <c:pt idx="5889">
                  <c:v>66.331207000000006</c:v>
                </c:pt>
                <c:pt idx="5890">
                  <c:v>66.167389</c:v>
                </c:pt>
                <c:pt idx="5891">
                  <c:v>66.412270000000007</c:v>
                </c:pt>
                <c:pt idx="5892">
                  <c:v>66.368301000000002</c:v>
                </c:pt>
                <c:pt idx="5893">
                  <c:v>65.550460999999999</c:v>
                </c:pt>
                <c:pt idx="5894">
                  <c:v>64.579445000000007</c:v>
                </c:pt>
                <c:pt idx="5895">
                  <c:v>64.341385000000002</c:v>
                </c:pt>
                <c:pt idx="5896">
                  <c:v>64.756027000000003</c:v>
                </c:pt>
                <c:pt idx="5897">
                  <c:v>65.288146999999995</c:v>
                </c:pt>
                <c:pt idx="5898">
                  <c:v>65.872223000000005</c:v>
                </c:pt>
                <c:pt idx="5899">
                  <c:v>66.085875999999999</c:v>
                </c:pt>
                <c:pt idx="5900">
                  <c:v>65.585915</c:v>
                </c:pt>
                <c:pt idx="5901">
                  <c:v>65.306479999999993</c:v>
                </c:pt>
                <c:pt idx="5902">
                  <c:v>65.452042000000006</c:v>
                </c:pt>
                <c:pt idx="5903">
                  <c:v>66.154503000000005</c:v>
                </c:pt>
                <c:pt idx="5904">
                  <c:v>66.820526000000001</c:v>
                </c:pt>
                <c:pt idx="5905">
                  <c:v>66.955673000000004</c:v>
                </c:pt>
                <c:pt idx="5906">
                  <c:v>66.738045</c:v>
                </c:pt>
                <c:pt idx="5907">
                  <c:v>66.688927000000007</c:v>
                </c:pt>
                <c:pt idx="5908">
                  <c:v>66.572768999999994</c:v>
                </c:pt>
                <c:pt idx="5909">
                  <c:v>66.093688999999998</c:v>
                </c:pt>
                <c:pt idx="5910">
                  <c:v>65.418571</c:v>
                </c:pt>
                <c:pt idx="5911">
                  <c:v>64.711913999999993</c:v>
                </c:pt>
                <c:pt idx="5912">
                  <c:v>64.040053999999998</c:v>
                </c:pt>
                <c:pt idx="5913">
                  <c:v>63.400523999999997</c:v>
                </c:pt>
                <c:pt idx="5914">
                  <c:v>63.369621000000002</c:v>
                </c:pt>
                <c:pt idx="5915">
                  <c:v>63.560451999999998</c:v>
                </c:pt>
                <c:pt idx="5916">
                  <c:v>63.918964000000003</c:v>
                </c:pt>
                <c:pt idx="5917">
                  <c:v>64.217644000000007</c:v>
                </c:pt>
                <c:pt idx="5918">
                  <c:v>64.693000999999995</c:v>
                </c:pt>
                <c:pt idx="5919">
                  <c:v>65.295958999999996</c:v>
                </c:pt>
                <c:pt idx="5920">
                  <c:v>65.595718000000005</c:v>
                </c:pt>
                <c:pt idx="5921">
                  <c:v>65.633101999999994</c:v>
                </c:pt>
                <c:pt idx="5922">
                  <c:v>65.297447000000005</c:v>
                </c:pt>
                <c:pt idx="5923">
                  <c:v>64.528617999999994</c:v>
                </c:pt>
                <c:pt idx="5924">
                  <c:v>64.089478</c:v>
                </c:pt>
                <c:pt idx="5925">
                  <c:v>63.781475</c:v>
                </c:pt>
                <c:pt idx="5926">
                  <c:v>63.089042999999997</c:v>
                </c:pt>
                <c:pt idx="5927">
                  <c:v>62.553753</c:v>
                </c:pt>
                <c:pt idx="5928">
                  <c:v>62.269649999999999</c:v>
                </c:pt>
                <c:pt idx="5929">
                  <c:v>62.030403</c:v>
                </c:pt>
                <c:pt idx="5930">
                  <c:v>61.480057000000002</c:v>
                </c:pt>
                <c:pt idx="5931">
                  <c:v>60.719935999999997</c:v>
                </c:pt>
                <c:pt idx="5932">
                  <c:v>60.561382000000002</c:v>
                </c:pt>
                <c:pt idx="5933">
                  <c:v>60.600765000000003</c:v>
                </c:pt>
                <c:pt idx="5934">
                  <c:v>60.527458000000003</c:v>
                </c:pt>
                <c:pt idx="5935">
                  <c:v>60.217865000000003</c:v>
                </c:pt>
                <c:pt idx="5936">
                  <c:v>59.808028999999998</c:v>
                </c:pt>
                <c:pt idx="5937">
                  <c:v>59.663780000000003</c:v>
                </c:pt>
                <c:pt idx="5938">
                  <c:v>59.730697999999997</c:v>
                </c:pt>
                <c:pt idx="5939">
                  <c:v>59.954619999999998</c:v>
                </c:pt>
                <c:pt idx="5940">
                  <c:v>60.220084999999997</c:v>
                </c:pt>
                <c:pt idx="5941">
                  <c:v>60.336787999999999</c:v>
                </c:pt>
                <c:pt idx="5942">
                  <c:v>60.322571000000003</c:v>
                </c:pt>
                <c:pt idx="5943">
                  <c:v>60.429451</c:v>
                </c:pt>
                <c:pt idx="5944">
                  <c:v>60.602943000000003</c:v>
                </c:pt>
                <c:pt idx="5945">
                  <c:v>60.716576000000003</c:v>
                </c:pt>
                <c:pt idx="5946">
                  <c:v>60.684601000000001</c:v>
                </c:pt>
                <c:pt idx="5947">
                  <c:v>60.135570999999999</c:v>
                </c:pt>
                <c:pt idx="5948">
                  <c:v>59.678471000000002</c:v>
                </c:pt>
                <c:pt idx="5949">
                  <c:v>59.983589000000002</c:v>
                </c:pt>
                <c:pt idx="5950">
                  <c:v>60.3508</c:v>
                </c:pt>
                <c:pt idx="5951">
                  <c:v>60.137977999999997</c:v>
                </c:pt>
                <c:pt idx="5952">
                  <c:v>59.732093999999996</c:v>
                </c:pt>
                <c:pt idx="5953">
                  <c:v>59.601165999999999</c:v>
                </c:pt>
                <c:pt idx="5954">
                  <c:v>59.598075999999999</c:v>
                </c:pt>
                <c:pt idx="5955">
                  <c:v>59.633709000000003</c:v>
                </c:pt>
                <c:pt idx="5956">
                  <c:v>59.558917999999998</c:v>
                </c:pt>
                <c:pt idx="5957">
                  <c:v>59.138474000000002</c:v>
                </c:pt>
                <c:pt idx="5958">
                  <c:v>58.658977999999998</c:v>
                </c:pt>
                <c:pt idx="5959">
                  <c:v>58.233615999999998</c:v>
                </c:pt>
                <c:pt idx="5960">
                  <c:v>58.298157000000003</c:v>
                </c:pt>
                <c:pt idx="5961">
                  <c:v>58.844546999999999</c:v>
                </c:pt>
                <c:pt idx="5962">
                  <c:v>59.408290999999998</c:v>
                </c:pt>
                <c:pt idx="5963">
                  <c:v>59.513492999999997</c:v>
                </c:pt>
                <c:pt idx="5964">
                  <c:v>59.412449000000002</c:v>
                </c:pt>
                <c:pt idx="5965">
                  <c:v>59.465457999999998</c:v>
                </c:pt>
                <c:pt idx="5966">
                  <c:v>59.409343999999997</c:v>
                </c:pt>
                <c:pt idx="5967">
                  <c:v>59.634509999999999</c:v>
                </c:pt>
                <c:pt idx="5968">
                  <c:v>60.127513999999998</c:v>
                </c:pt>
                <c:pt idx="5969">
                  <c:v>60.646832000000003</c:v>
                </c:pt>
                <c:pt idx="5970">
                  <c:v>61.202415000000002</c:v>
                </c:pt>
                <c:pt idx="5971">
                  <c:v>61.580399</c:v>
                </c:pt>
                <c:pt idx="5972">
                  <c:v>61.451286000000003</c:v>
                </c:pt>
                <c:pt idx="5973">
                  <c:v>60.631278999999999</c:v>
                </c:pt>
                <c:pt idx="5974">
                  <c:v>59.915039</c:v>
                </c:pt>
                <c:pt idx="5975">
                  <c:v>59.475360999999999</c:v>
                </c:pt>
                <c:pt idx="5976">
                  <c:v>59.360160999999998</c:v>
                </c:pt>
                <c:pt idx="5977">
                  <c:v>59.380901000000001</c:v>
                </c:pt>
                <c:pt idx="5978">
                  <c:v>59.353423999999997</c:v>
                </c:pt>
                <c:pt idx="5979">
                  <c:v>59.826714000000003</c:v>
                </c:pt>
                <c:pt idx="5980">
                  <c:v>59.981731000000003</c:v>
                </c:pt>
                <c:pt idx="5981">
                  <c:v>59.716766</c:v>
                </c:pt>
                <c:pt idx="5982">
                  <c:v>59.240912999999999</c:v>
                </c:pt>
                <c:pt idx="5983">
                  <c:v>58.419117</c:v>
                </c:pt>
                <c:pt idx="5984">
                  <c:v>57.962139000000001</c:v>
                </c:pt>
                <c:pt idx="5985">
                  <c:v>57.936461999999999</c:v>
                </c:pt>
                <c:pt idx="5986">
                  <c:v>58.002853000000002</c:v>
                </c:pt>
                <c:pt idx="5987">
                  <c:v>57.986339999999998</c:v>
                </c:pt>
                <c:pt idx="5988">
                  <c:v>57.970222</c:v>
                </c:pt>
                <c:pt idx="5989">
                  <c:v>58.080765</c:v>
                </c:pt>
                <c:pt idx="5990">
                  <c:v>57.970852000000001</c:v>
                </c:pt>
                <c:pt idx="5991">
                  <c:v>58.102595999999998</c:v>
                </c:pt>
                <c:pt idx="5992">
                  <c:v>58.140422999999998</c:v>
                </c:pt>
                <c:pt idx="5993">
                  <c:v>57.946342000000001</c:v>
                </c:pt>
                <c:pt idx="5994">
                  <c:v>57.725150999999997</c:v>
                </c:pt>
                <c:pt idx="5995">
                  <c:v>57.819598999999997</c:v>
                </c:pt>
                <c:pt idx="5996">
                  <c:v>57.961590000000001</c:v>
                </c:pt>
                <c:pt idx="5997">
                  <c:v>58.090499999999999</c:v>
                </c:pt>
                <c:pt idx="5998">
                  <c:v>58.118938</c:v>
                </c:pt>
                <c:pt idx="5999">
                  <c:v>58.062736999999998</c:v>
                </c:pt>
                <c:pt idx="6000">
                  <c:v>58.235168000000002</c:v>
                </c:pt>
                <c:pt idx="6001">
                  <c:v>58.917484000000002</c:v>
                </c:pt>
                <c:pt idx="6002">
                  <c:v>59.374583999999999</c:v>
                </c:pt>
                <c:pt idx="6003">
                  <c:v>59.084212999999998</c:v>
                </c:pt>
                <c:pt idx="6004">
                  <c:v>59.116821000000002</c:v>
                </c:pt>
                <c:pt idx="6005">
                  <c:v>59.570751000000001</c:v>
                </c:pt>
                <c:pt idx="6006">
                  <c:v>60.152279</c:v>
                </c:pt>
                <c:pt idx="6007">
                  <c:v>60.911945000000003</c:v>
                </c:pt>
                <c:pt idx="6008">
                  <c:v>61.452171</c:v>
                </c:pt>
                <c:pt idx="6009">
                  <c:v>61.717117000000002</c:v>
                </c:pt>
                <c:pt idx="6010">
                  <c:v>62.116137999999999</c:v>
                </c:pt>
                <c:pt idx="6011">
                  <c:v>62.164935999999997</c:v>
                </c:pt>
                <c:pt idx="6012">
                  <c:v>62.138454000000003</c:v>
                </c:pt>
                <c:pt idx="6013">
                  <c:v>61.965752000000002</c:v>
                </c:pt>
                <c:pt idx="6014">
                  <c:v>62.146667000000001</c:v>
                </c:pt>
                <c:pt idx="6015">
                  <c:v>62.950951000000003</c:v>
                </c:pt>
                <c:pt idx="6016">
                  <c:v>63.314064000000002</c:v>
                </c:pt>
                <c:pt idx="6017">
                  <c:v>63.222915999999998</c:v>
                </c:pt>
                <c:pt idx="6018">
                  <c:v>62.574562</c:v>
                </c:pt>
                <c:pt idx="6019">
                  <c:v>61.816788000000003</c:v>
                </c:pt>
                <c:pt idx="6020">
                  <c:v>61.795605000000002</c:v>
                </c:pt>
                <c:pt idx="6021">
                  <c:v>62.247489999999999</c:v>
                </c:pt>
                <c:pt idx="6022">
                  <c:v>62.760722999999999</c:v>
                </c:pt>
                <c:pt idx="6023">
                  <c:v>63.064380999999997</c:v>
                </c:pt>
                <c:pt idx="6024">
                  <c:v>63.075676000000001</c:v>
                </c:pt>
                <c:pt idx="6025">
                  <c:v>62.953147999999999</c:v>
                </c:pt>
                <c:pt idx="6026">
                  <c:v>63.160046000000001</c:v>
                </c:pt>
                <c:pt idx="6027">
                  <c:v>63.663662000000002</c:v>
                </c:pt>
                <c:pt idx="6028">
                  <c:v>64.588898</c:v>
                </c:pt>
                <c:pt idx="6029">
                  <c:v>65.283562000000003</c:v>
                </c:pt>
                <c:pt idx="6030">
                  <c:v>65.386382999999995</c:v>
                </c:pt>
                <c:pt idx="6031">
                  <c:v>65.240455999999995</c:v>
                </c:pt>
                <c:pt idx="6032">
                  <c:v>65.150406000000004</c:v>
                </c:pt>
                <c:pt idx="6033">
                  <c:v>65.372551000000001</c:v>
                </c:pt>
                <c:pt idx="6034">
                  <c:v>65.313721000000001</c:v>
                </c:pt>
                <c:pt idx="6035">
                  <c:v>65.104774000000006</c:v>
                </c:pt>
                <c:pt idx="6036">
                  <c:v>65.293616999999998</c:v>
                </c:pt>
                <c:pt idx="6037">
                  <c:v>65.829329999999999</c:v>
                </c:pt>
                <c:pt idx="6038">
                  <c:v>66.479065000000006</c:v>
                </c:pt>
                <c:pt idx="6039">
                  <c:v>66.638985000000005</c:v>
                </c:pt>
                <c:pt idx="6040">
                  <c:v>66.883414999999999</c:v>
                </c:pt>
                <c:pt idx="6041">
                  <c:v>66.867355000000003</c:v>
                </c:pt>
                <c:pt idx="6042">
                  <c:v>66.867042999999995</c:v>
                </c:pt>
                <c:pt idx="6043">
                  <c:v>66.912459999999996</c:v>
                </c:pt>
                <c:pt idx="6044">
                  <c:v>66.574912999999995</c:v>
                </c:pt>
                <c:pt idx="6045">
                  <c:v>66.410713000000001</c:v>
                </c:pt>
                <c:pt idx="6046">
                  <c:v>66.376616999999996</c:v>
                </c:pt>
                <c:pt idx="6047">
                  <c:v>67.218338000000003</c:v>
                </c:pt>
                <c:pt idx="6048">
                  <c:v>67.669372999999993</c:v>
                </c:pt>
                <c:pt idx="6049">
                  <c:v>68.000647999999998</c:v>
                </c:pt>
                <c:pt idx="6050">
                  <c:v>67.824364000000003</c:v>
                </c:pt>
                <c:pt idx="6051">
                  <c:v>66.989791999999994</c:v>
                </c:pt>
                <c:pt idx="6052">
                  <c:v>66.080794999999995</c:v>
                </c:pt>
                <c:pt idx="6053">
                  <c:v>65.148139999999998</c:v>
                </c:pt>
                <c:pt idx="6054">
                  <c:v>64.741905000000003</c:v>
                </c:pt>
                <c:pt idx="6055">
                  <c:v>64.681601999999998</c:v>
                </c:pt>
                <c:pt idx="6056">
                  <c:v>64.559753000000001</c:v>
                </c:pt>
                <c:pt idx="6057">
                  <c:v>64.742110999999994</c:v>
                </c:pt>
                <c:pt idx="6058">
                  <c:v>65.061783000000005</c:v>
                </c:pt>
                <c:pt idx="6059">
                  <c:v>64.820853999999997</c:v>
                </c:pt>
                <c:pt idx="6060">
                  <c:v>64.425078999999997</c:v>
                </c:pt>
                <c:pt idx="6061">
                  <c:v>64.238174000000001</c:v>
                </c:pt>
                <c:pt idx="6062">
                  <c:v>63.872718999999996</c:v>
                </c:pt>
                <c:pt idx="6063">
                  <c:v>63.302925000000002</c:v>
                </c:pt>
                <c:pt idx="6064">
                  <c:v>62.974068000000003</c:v>
                </c:pt>
                <c:pt idx="6065">
                  <c:v>63.127372999999999</c:v>
                </c:pt>
                <c:pt idx="6066">
                  <c:v>63.497504999999997</c:v>
                </c:pt>
                <c:pt idx="6067">
                  <c:v>63.681086999999998</c:v>
                </c:pt>
                <c:pt idx="6068">
                  <c:v>63.830432999999999</c:v>
                </c:pt>
                <c:pt idx="6069">
                  <c:v>63.669609000000001</c:v>
                </c:pt>
                <c:pt idx="6070">
                  <c:v>63.235942999999999</c:v>
                </c:pt>
                <c:pt idx="6071">
                  <c:v>62.638072999999999</c:v>
                </c:pt>
                <c:pt idx="6072">
                  <c:v>62.325485</c:v>
                </c:pt>
                <c:pt idx="6073">
                  <c:v>62.596474000000001</c:v>
                </c:pt>
                <c:pt idx="6074">
                  <c:v>63.187686999999997</c:v>
                </c:pt>
                <c:pt idx="6075">
                  <c:v>63.882537999999997</c:v>
                </c:pt>
                <c:pt idx="6076">
                  <c:v>64.431045999999995</c:v>
                </c:pt>
                <c:pt idx="6077">
                  <c:v>64.959091000000001</c:v>
                </c:pt>
                <c:pt idx="6078">
                  <c:v>65.180565000000001</c:v>
                </c:pt>
                <c:pt idx="6079">
                  <c:v>65.265961000000004</c:v>
                </c:pt>
                <c:pt idx="6080">
                  <c:v>65.515677999999994</c:v>
                </c:pt>
                <c:pt idx="6081">
                  <c:v>65.551772999999997</c:v>
                </c:pt>
                <c:pt idx="6082">
                  <c:v>65.527122000000006</c:v>
                </c:pt>
                <c:pt idx="6083">
                  <c:v>65.439682000000005</c:v>
                </c:pt>
                <c:pt idx="6084">
                  <c:v>65.412270000000007</c:v>
                </c:pt>
                <c:pt idx="6085">
                  <c:v>65.724411000000003</c:v>
                </c:pt>
                <c:pt idx="6086">
                  <c:v>66.351180999999997</c:v>
                </c:pt>
                <c:pt idx="6087">
                  <c:v>66.964591999999996</c:v>
                </c:pt>
                <c:pt idx="6088">
                  <c:v>67.473388999999997</c:v>
                </c:pt>
                <c:pt idx="6089">
                  <c:v>67.602890000000002</c:v>
                </c:pt>
                <c:pt idx="6090">
                  <c:v>67.865539999999996</c:v>
                </c:pt>
                <c:pt idx="6091">
                  <c:v>68.185410000000005</c:v>
                </c:pt>
                <c:pt idx="6092">
                  <c:v>68.474463999999998</c:v>
                </c:pt>
                <c:pt idx="6093">
                  <c:v>68.728347999999997</c:v>
                </c:pt>
                <c:pt idx="6094">
                  <c:v>69.334511000000006</c:v>
                </c:pt>
                <c:pt idx="6095">
                  <c:v>69.878501999999997</c:v>
                </c:pt>
                <c:pt idx="6096">
                  <c:v>70.211021000000002</c:v>
                </c:pt>
                <c:pt idx="6097">
                  <c:v>70.164078000000003</c:v>
                </c:pt>
                <c:pt idx="6098">
                  <c:v>70.036445999999998</c:v>
                </c:pt>
                <c:pt idx="6099">
                  <c:v>70.036529999999999</c:v>
                </c:pt>
                <c:pt idx="6100">
                  <c:v>70.131309999999999</c:v>
                </c:pt>
                <c:pt idx="6101">
                  <c:v>70.184441000000007</c:v>
                </c:pt>
                <c:pt idx="6102">
                  <c:v>69.85154</c:v>
                </c:pt>
                <c:pt idx="6103">
                  <c:v>69.530624000000003</c:v>
                </c:pt>
                <c:pt idx="6104">
                  <c:v>69.661727999999997</c:v>
                </c:pt>
                <c:pt idx="6105">
                  <c:v>70.013412000000002</c:v>
                </c:pt>
                <c:pt idx="6106">
                  <c:v>70.099236000000005</c:v>
                </c:pt>
                <c:pt idx="6107">
                  <c:v>70.134483000000003</c:v>
                </c:pt>
                <c:pt idx="6108">
                  <c:v>70.261748999999995</c:v>
                </c:pt>
                <c:pt idx="6109">
                  <c:v>70.418892</c:v>
                </c:pt>
                <c:pt idx="6110">
                  <c:v>70.4953</c:v>
                </c:pt>
                <c:pt idx="6111">
                  <c:v>70.582061999999993</c:v>
                </c:pt>
                <c:pt idx="6112">
                  <c:v>70.775741999999994</c:v>
                </c:pt>
                <c:pt idx="6113">
                  <c:v>70.899010000000004</c:v>
                </c:pt>
                <c:pt idx="6114">
                  <c:v>70.885581999999999</c:v>
                </c:pt>
                <c:pt idx="6115">
                  <c:v>71.010918000000004</c:v>
                </c:pt>
                <c:pt idx="6116">
                  <c:v>71.354659999999996</c:v>
                </c:pt>
                <c:pt idx="6117">
                  <c:v>71.741928000000001</c:v>
                </c:pt>
                <c:pt idx="6118">
                  <c:v>71.708716999999993</c:v>
                </c:pt>
                <c:pt idx="6119">
                  <c:v>71.597365999999994</c:v>
                </c:pt>
                <c:pt idx="6120">
                  <c:v>71.453795999999997</c:v>
                </c:pt>
                <c:pt idx="6121">
                  <c:v>71.263283000000001</c:v>
                </c:pt>
                <c:pt idx="6122">
                  <c:v>71.347572</c:v>
                </c:pt>
                <c:pt idx="6123">
                  <c:v>71.484343999999993</c:v>
                </c:pt>
                <c:pt idx="6124">
                  <c:v>71.656020999999996</c:v>
                </c:pt>
                <c:pt idx="6125">
                  <c:v>71.973701000000005</c:v>
                </c:pt>
                <c:pt idx="6126">
                  <c:v>72.065826000000001</c:v>
                </c:pt>
                <c:pt idx="6127">
                  <c:v>71.745857000000001</c:v>
                </c:pt>
                <c:pt idx="6128">
                  <c:v>72.527694999999994</c:v>
                </c:pt>
                <c:pt idx="6129">
                  <c:v>72.873626999999999</c:v>
                </c:pt>
                <c:pt idx="6130">
                  <c:v>73.172211000000004</c:v>
                </c:pt>
                <c:pt idx="6131">
                  <c:v>74.342865000000003</c:v>
                </c:pt>
                <c:pt idx="6132">
                  <c:v>74.942345000000003</c:v>
                </c:pt>
                <c:pt idx="6133">
                  <c:v>75.273880000000005</c:v>
                </c:pt>
                <c:pt idx="6134">
                  <c:v>75.233520999999996</c:v>
                </c:pt>
                <c:pt idx="6135">
                  <c:v>74.842545000000001</c:v>
                </c:pt>
                <c:pt idx="6136">
                  <c:v>74.483756999999997</c:v>
                </c:pt>
                <c:pt idx="6137">
                  <c:v>74.282539</c:v>
                </c:pt>
                <c:pt idx="6138">
                  <c:v>73.861243999999999</c:v>
                </c:pt>
                <c:pt idx="6139">
                  <c:v>73.423569000000001</c:v>
                </c:pt>
                <c:pt idx="6140">
                  <c:v>73.635254000000003</c:v>
                </c:pt>
                <c:pt idx="6141">
                  <c:v>74.025681000000006</c:v>
                </c:pt>
                <c:pt idx="6142">
                  <c:v>74.034026999999995</c:v>
                </c:pt>
                <c:pt idx="6143">
                  <c:v>73.743195</c:v>
                </c:pt>
                <c:pt idx="6144">
                  <c:v>73.202636999999996</c:v>
                </c:pt>
                <c:pt idx="6145">
                  <c:v>72.52816</c:v>
                </c:pt>
                <c:pt idx="6146">
                  <c:v>72.081008999999995</c:v>
                </c:pt>
                <c:pt idx="6147">
                  <c:v>71.681411999999995</c:v>
                </c:pt>
                <c:pt idx="6148">
                  <c:v>71.422225999999995</c:v>
                </c:pt>
                <c:pt idx="6149">
                  <c:v>71.585220000000007</c:v>
                </c:pt>
                <c:pt idx="6150">
                  <c:v>71.882285999999993</c:v>
                </c:pt>
                <c:pt idx="6151">
                  <c:v>72.014122</c:v>
                </c:pt>
                <c:pt idx="6152">
                  <c:v>71.950806</c:v>
                </c:pt>
                <c:pt idx="6153">
                  <c:v>71.784751999999997</c:v>
                </c:pt>
                <c:pt idx="6154">
                  <c:v>71.523246999999998</c:v>
                </c:pt>
                <c:pt idx="6155">
                  <c:v>71.409599</c:v>
                </c:pt>
                <c:pt idx="6156">
                  <c:v>71.239502000000002</c:v>
                </c:pt>
                <c:pt idx="6157">
                  <c:v>70.966742999999994</c:v>
                </c:pt>
                <c:pt idx="6158">
                  <c:v>70.513771000000006</c:v>
                </c:pt>
                <c:pt idx="6159">
                  <c:v>70.328873000000002</c:v>
                </c:pt>
                <c:pt idx="6160">
                  <c:v>70.436561999999995</c:v>
                </c:pt>
                <c:pt idx="6161">
                  <c:v>70.718909999999994</c:v>
                </c:pt>
                <c:pt idx="6162">
                  <c:v>71.013351</c:v>
                </c:pt>
                <c:pt idx="6163">
                  <c:v>71.337753000000006</c:v>
                </c:pt>
                <c:pt idx="6164">
                  <c:v>71.940871999999999</c:v>
                </c:pt>
                <c:pt idx="6165">
                  <c:v>72.373992999999999</c:v>
                </c:pt>
                <c:pt idx="6166">
                  <c:v>72.751007000000001</c:v>
                </c:pt>
                <c:pt idx="6167">
                  <c:v>73.456383000000002</c:v>
                </c:pt>
                <c:pt idx="6168">
                  <c:v>73.776657</c:v>
                </c:pt>
                <c:pt idx="6169">
                  <c:v>73.784721000000005</c:v>
                </c:pt>
                <c:pt idx="6170">
                  <c:v>73.842040999999995</c:v>
                </c:pt>
                <c:pt idx="6171">
                  <c:v>73.662909999999997</c:v>
                </c:pt>
                <c:pt idx="6172">
                  <c:v>73.189605999999998</c:v>
                </c:pt>
                <c:pt idx="6173">
                  <c:v>72.924582999999998</c:v>
                </c:pt>
                <c:pt idx="6174">
                  <c:v>72.717872999999997</c:v>
                </c:pt>
                <c:pt idx="6175">
                  <c:v>72.751907000000003</c:v>
                </c:pt>
                <c:pt idx="6176">
                  <c:v>73.259688999999995</c:v>
                </c:pt>
                <c:pt idx="6177">
                  <c:v>73.903976</c:v>
                </c:pt>
                <c:pt idx="6178">
                  <c:v>74.663353000000001</c:v>
                </c:pt>
                <c:pt idx="6179">
                  <c:v>75.330589000000003</c:v>
                </c:pt>
                <c:pt idx="6180">
                  <c:v>75.751373000000001</c:v>
                </c:pt>
                <c:pt idx="6181">
                  <c:v>76.226585</c:v>
                </c:pt>
                <c:pt idx="6182">
                  <c:v>76.568184000000002</c:v>
                </c:pt>
                <c:pt idx="6183">
                  <c:v>76.922318000000004</c:v>
                </c:pt>
                <c:pt idx="6184">
                  <c:v>76.858870999999994</c:v>
                </c:pt>
                <c:pt idx="6185">
                  <c:v>76.514060999999998</c:v>
                </c:pt>
                <c:pt idx="6186">
                  <c:v>76.211342000000002</c:v>
                </c:pt>
                <c:pt idx="6187">
                  <c:v>75.869193999999993</c:v>
                </c:pt>
                <c:pt idx="6188">
                  <c:v>75.500397000000007</c:v>
                </c:pt>
                <c:pt idx="6189">
                  <c:v>75.180817000000005</c:v>
                </c:pt>
                <c:pt idx="6190">
                  <c:v>74.852447999999995</c:v>
                </c:pt>
                <c:pt idx="6191">
                  <c:v>74.531402999999997</c:v>
                </c:pt>
                <c:pt idx="6192">
                  <c:v>74.107056</c:v>
                </c:pt>
                <c:pt idx="6193">
                  <c:v>73.590500000000006</c:v>
                </c:pt>
                <c:pt idx="6194">
                  <c:v>73.295745999999994</c:v>
                </c:pt>
                <c:pt idx="6195">
                  <c:v>73.160385000000005</c:v>
                </c:pt>
                <c:pt idx="6196">
                  <c:v>73.104163999999997</c:v>
                </c:pt>
                <c:pt idx="6197">
                  <c:v>73.353935000000007</c:v>
                </c:pt>
                <c:pt idx="6198">
                  <c:v>73.258942000000005</c:v>
                </c:pt>
                <c:pt idx="6199">
                  <c:v>73.221564999999998</c:v>
                </c:pt>
                <c:pt idx="6200">
                  <c:v>73.425751000000005</c:v>
                </c:pt>
                <c:pt idx="6201">
                  <c:v>73.699698999999995</c:v>
                </c:pt>
                <c:pt idx="6202">
                  <c:v>73.674294000000003</c:v>
                </c:pt>
                <c:pt idx="6203">
                  <c:v>73.555510999999996</c:v>
                </c:pt>
                <c:pt idx="6204">
                  <c:v>73.933082999999996</c:v>
                </c:pt>
                <c:pt idx="6205">
                  <c:v>74.168120999999999</c:v>
                </c:pt>
                <c:pt idx="6206">
                  <c:v>74.260918000000004</c:v>
                </c:pt>
                <c:pt idx="6207">
                  <c:v>74.109466999999995</c:v>
                </c:pt>
                <c:pt idx="6208">
                  <c:v>73.604065000000006</c:v>
                </c:pt>
                <c:pt idx="6209">
                  <c:v>73.314468000000005</c:v>
                </c:pt>
                <c:pt idx="6210">
                  <c:v>73.205803000000003</c:v>
                </c:pt>
                <c:pt idx="6211">
                  <c:v>72.831397999999993</c:v>
                </c:pt>
                <c:pt idx="6212">
                  <c:v>72.403503000000001</c:v>
                </c:pt>
                <c:pt idx="6213">
                  <c:v>72.169853000000003</c:v>
                </c:pt>
                <c:pt idx="6214">
                  <c:v>72.054169000000002</c:v>
                </c:pt>
                <c:pt idx="6215">
                  <c:v>71.864151000000007</c:v>
                </c:pt>
                <c:pt idx="6216">
                  <c:v>72.056549000000004</c:v>
                </c:pt>
                <c:pt idx="6217">
                  <c:v>72.189376999999993</c:v>
                </c:pt>
                <c:pt idx="6218">
                  <c:v>71.905799999999999</c:v>
                </c:pt>
                <c:pt idx="6219">
                  <c:v>71.526176000000007</c:v>
                </c:pt>
                <c:pt idx="6220">
                  <c:v>71.270308999999997</c:v>
                </c:pt>
                <c:pt idx="6221">
                  <c:v>71.305808999999996</c:v>
                </c:pt>
                <c:pt idx="6222">
                  <c:v>71.545638999999994</c:v>
                </c:pt>
                <c:pt idx="6223">
                  <c:v>71.584496000000001</c:v>
                </c:pt>
                <c:pt idx="6224">
                  <c:v>71.573989999999995</c:v>
                </c:pt>
                <c:pt idx="6225">
                  <c:v>72.427245999999997</c:v>
                </c:pt>
                <c:pt idx="6226">
                  <c:v>73.512787000000003</c:v>
                </c:pt>
                <c:pt idx="6227">
                  <c:v>74.804169000000002</c:v>
                </c:pt>
                <c:pt idx="6228">
                  <c:v>72.653785999999997</c:v>
                </c:pt>
                <c:pt idx="6229">
                  <c:v>72.548057999999997</c:v>
                </c:pt>
                <c:pt idx="6230">
                  <c:v>72.144088999999994</c:v>
                </c:pt>
                <c:pt idx="6231">
                  <c:v>71.807654999999997</c:v>
                </c:pt>
                <c:pt idx="6232">
                  <c:v>71.446433999999996</c:v>
                </c:pt>
                <c:pt idx="6233">
                  <c:v>71.145499999999998</c:v>
                </c:pt>
                <c:pt idx="6234">
                  <c:v>71.000953999999993</c:v>
                </c:pt>
                <c:pt idx="6235">
                  <c:v>70.839271999999994</c:v>
                </c:pt>
                <c:pt idx="6236">
                  <c:v>70.404694000000006</c:v>
                </c:pt>
                <c:pt idx="6237">
                  <c:v>70.274215999999996</c:v>
                </c:pt>
                <c:pt idx="6238">
                  <c:v>70.574027999999998</c:v>
                </c:pt>
                <c:pt idx="6239">
                  <c:v>70.473472999999998</c:v>
                </c:pt>
                <c:pt idx="6240">
                  <c:v>70.400085000000004</c:v>
                </c:pt>
                <c:pt idx="6241">
                  <c:v>70.451042000000001</c:v>
                </c:pt>
                <c:pt idx="6242">
                  <c:v>70.812995999999998</c:v>
                </c:pt>
                <c:pt idx="6243">
                  <c:v>71.254081999999997</c:v>
                </c:pt>
                <c:pt idx="6244">
                  <c:v>71.657996999999995</c:v>
                </c:pt>
                <c:pt idx="6245">
                  <c:v>72.116951</c:v>
                </c:pt>
                <c:pt idx="6246">
                  <c:v>72.215012000000002</c:v>
                </c:pt>
                <c:pt idx="6247">
                  <c:v>71.635254000000003</c:v>
                </c:pt>
                <c:pt idx="6248">
                  <c:v>70.927170000000004</c:v>
                </c:pt>
                <c:pt idx="6249">
                  <c:v>70.427207999999993</c:v>
                </c:pt>
                <c:pt idx="6250">
                  <c:v>69.971710000000002</c:v>
                </c:pt>
                <c:pt idx="6251">
                  <c:v>69.570899999999995</c:v>
                </c:pt>
                <c:pt idx="6252">
                  <c:v>69.370193</c:v>
                </c:pt>
                <c:pt idx="6253">
                  <c:v>69.849311999999998</c:v>
                </c:pt>
                <c:pt idx="6254">
                  <c:v>70.476958999999994</c:v>
                </c:pt>
                <c:pt idx="6255">
                  <c:v>70.854950000000002</c:v>
                </c:pt>
                <c:pt idx="6256">
                  <c:v>70.936492999999999</c:v>
                </c:pt>
                <c:pt idx="6257">
                  <c:v>70.710159000000004</c:v>
                </c:pt>
                <c:pt idx="6258">
                  <c:v>70.578299999999999</c:v>
                </c:pt>
                <c:pt idx="6259">
                  <c:v>70.441063</c:v>
                </c:pt>
                <c:pt idx="6260">
                  <c:v>69.988831000000005</c:v>
                </c:pt>
                <c:pt idx="6261">
                  <c:v>69.471778999999998</c:v>
                </c:pt>
                <c:pt idx="6262">
                  <c:v>69.118347</c:v>
                </c:pt>
                <c:pt idx="6263">
                  <c:v>68.728058000000004</c:v>
                </c:pt>
                <c:pt idx="6264">
                  <c:v>67.976021000000003</c:v>
                </c:pt>
                <c:pt idx="6265">
                  <c:v>67.210257999999996</c:v>
                </c:pt>
                <c:pt idx="6266">
                  <c:v>66.859650000000002</c:v>
                </c:pt>
                <c:pt idx="6267">
                  <c:v>66.810112000000004</c:v>
                </c:pt>
                <c:pt idx="6268">
                  <c:v>67.087081999999995</c:v>
                </c:pt>
                <c:pt idx="6269">
                  <c:v>67.150902000000002</c:v>
                </c:pt>
                <c:pt idx="6270">
                  <c:v>67.331183999999993</c:v>
                </c:pt>
                <c:pt idx="6271">
                  <c:v>67.473540999999997</c:v>
                </c:pt>
                <c:pt idx="6272">
                  <c:v>67.337090000000003</c:v>
                </c:pt>
                <c:pt idx="6273">
                  <c:v>67.184036000000006</c:v>
                </c:pt>
                <c:pt idx="6274">
                  <c:v>67.020781999999997</c:v>
                </c:pt>
                <c:pt idx="6275">
                  <c:v>67.131209999999996</c:v>
                </c:pt>
                <c:pt idx="6276">
                  <c:v>67.328522000000007</c:v>
                </c:pt>
                <c:pt idx="6277">
                  <c:v>67.584273999999994</c:v>
                </c:pt>
                <c:pt idx="6278">
                  <c:v>68.109451000000007</c:v>
                </c:pt>
                <c:pt idx="6279">
                  <c:v>68.528792999999993</c:v>
                </c:pt>
                <c:pt idx="6280">
                  <c:v>68.781227000000001</c:v>
                </c:pt>
                <c:pt idx="6281">
                  <c:v>69.188079999999999</c:v>
                </c:pt>
                <c:pt idx="6282">
                  <c:v>69.714691000000002</c:v>
                </c:pt>
                <c:pt idx="6283">
                  <c:v>69.953911000000005</c:v>
                </c:pt>
                <c:pt idx="6284">
                  <c:v>70.024673000000007</c:v>
                </c:pt>
                <c:pt idx="6285">
                  <c:v>69.934134999999998</c:v>
                </c:pt>
                <c:pt idx="6286">
                  <c:v>69.532814000000002</c:v>
                </c:pt>
                <c:pt idx="6287">
                  <c:v>68.760520999999997</c:v>
                </c:pt>
                <c:pt idx="6288">
                  <c:v>68.033034999999998</c:v>
                </c:pt>
                <c:pt idx="6289">
                  <c:v>67.598763000000005</c:v>
                </c:pt>
                <c:pt idx="6290">
                  <c:v>67.245307999999994</c:v>
                </c:pt>
                <c:pt idx="6291">
                  <c:v>66.806815999999998</c:v>
                </c:pt>
                <c:pt idx="6292">
                  <c:v>66.614936999999998</c:v>
                </c:pt>
                <c:pt idx="6293">
                  <c:v>66.424408</c:v>
                </c:pt>
                <c:pt idx="6294">
                  <c:v>66.255470000000003</c:v>
                </c:pt>
                <c:pt idx="6295">
                  <c:v>66.458625999999995</c:v>
                </c:pt>
                <c:pt idx="6296">
                  <c:v>66.998085000000003</c:v>
                </c:pt>
                <c:pt idx="6297">
                  <c:v>67.219504999999998</c:v>
                </c:pt>
                <c:pt idx="6298">
                  <c:v>67.224334999999996</c:v>
                </c:pt>
                <c:pt idx="6299">
                  <c:v>68.631530999999995</c:v>
                </c:pt>
                <c:pt idx="6300">
                  <c:v>70.096642000000003</c:v>
                </c:pt>
                <c:pt idx="6301">
                  <c:v>71.051933000000005</c:v>
                </c:pt>
                <c:pt idx="6302">
                  <c:v>71.972931000000003</c:v>
                </c:pt>
                <c:pt idx="6303">
                  <c:v>72.632812999999999</c:v>
                </c:pt>
                <c:pt idx="6304">
                  <c:v>72.905379999999994</c:v>
                </c:pt>
                <c:pt idx="6305">
                  <c:v>73.137039000000001</c:v>
                </c:pt>
                <c:pt idx="6306">
                  <c:v>73.527634000000006</c:v>
                </c:pt>
                <c:pt idx="6307">
                  <c:v>73.559287999999995</c:v>
                </c:pt>
                <c:pt idx="6308">
                  <c:v>73.631989000000004</c:v>
                </c:pt>
                <c:pt idx="6309">
                  <c:v>73.526070000000004</c:v>
                </c:pt>
                <c:pt idx="6310">
                  <c:v>73.429107999999999</c:v>
                </c:pt>
                <c:pt idx="6311">
                  <c:v>73.375725000000003</c:v>
                </c:pt>
                <c:pt idx="6312">
                  <c:v>73.079825999999997</c:v>
                </c:pt>
                <c:pt idx="6313">
                  <c:v>73.066811000000001</c:v>
                </c:pt>
                <c:pt idx="6314">
                  <c:v>73.092010000000002</c:v>
                </c:pt>
                <c:pt idx="6315">
                  <c:v>72.921310000000005</c:v>
                </c:pt>
                <c:pt idx="6316">
                  <c:v>72.998276000000004</c:v>
                </c:pt>
                <c:pt idx="6317">
                  <c:v>73.004836999999995</c:v>
                </c:pt>
                <c:pt idx="6318">
                  <c:v>73.067588999999998</c:v>
                </c:pt>
                <c:pt idx="6319">
                  <c:v>73.041427999999996</c:v>
                </c:pt>
                <c:pt idx="6320">
                  <c:v>73.075362999999996</c:v>
                </c:pt>
                <c:pt idx="6321">
                  <c:v>73.187088000000003</c:v>
                </c:pt>
                <c:pt idx="6322">
                  <c:v>73.277457999999996</c:v>
                </c:pt>
                <c:pt idx="6323">
                  <c:v>73.297684000000004</c:v>
                </c:pt>
                <c:pt idx="6324">
                  <c:v>73.262383</c:v>
                </c:pt>
                <c:pt idx="6325">
                  <c:v>73.367615000000001</c:v>
                </c:pt>
                <c:pt idx="6326">
                  <c:v>73.625015000000005</c:v>
                </c:pt>
                <c:pt idx="6327">
                  <c:v>74.101569999999995</c:v>
                </c:pt>
                <c:pt idx="6328">
                  <c:v>74.626373000000001</c:v>
                </c:pt>
                <c:pt idx="6329">
                  <c:v>75.068900999999997</c:v>
                </c:pt>
                <c:pt idx="6330">
                  <c:v>75.337699999999998</c:v>
                </c:pt>
                <c:pt idx="6331">
                  <c:v>75.315749999999994</c:v>
                </c:pt>
                <c:pt idx="6332">
                  <c:v>75.071037000000004</c:v>
                </c:pt>
                <c:pt idx="6333">
                  <c:v>74.709952999999999</c:v>
                </c:pt>
                <c:pt idx="6334">
                  <c:v>74.358756999999997</c:v>
                </c:pt>
                <c:pt idx="6335">
                  <c:v>74.158141999999998</c:v>
                </c:pt>
                <c:pt idx="6336">
                  <c:v>74.082451000000006</c:v>
                </c:pt>
                <c:pt idx="6337">
                  <c:v>74.144172999999995</c:v>
                </c:pt>
                <c:pt idx="6338">
                  <c:v>74.392844999999994</c:v>
                </c:pt>
                <c:pt idx="6339">
                  <c:v>74.922393999999997</c:v>
                </c:pt>
                <c:pt idx="6340">
                  <c:v>75.476050999999998</c:v>
                </c:pt>
                <c:pt idx="6341">
                  <c:v>75.860100000000003</c:v>
                </c:pt>
                <c:pt idx="6342">
                  <c:v>76.069648999999998</c:v>
                </c:pt>
                <c:pt idx="6343">
                  <c:v>76.007300999999998</c:v>
                </c:pt>
                <c:pt idx="6344">
                  <c:v>75.876480000000001</c:v>
                </c:pt>
                <c:pt idx="6345">
                  <c:v>75.634040999999996</c:v>
                </c:pt>
                <c:pt idx="6346">
                  <c:v>75.461685000000003</c:v>
                </c:pt>
                <c:pt idx="6347">
                  <c:v>75.604384999999994</c:v>
                </c:pt>
                <c:pt idx="6348">
                  <c:v>75.735123000000002</c:v>
                </c:pt>
                <c:pt idx="6349">
                  <c:v>75.859191999999993</c:v>
                </c:pt>
                <c:pt idx="6350">
                  <c:v>76.142212000000001</c:v>
                </c:pt>
                <c:pt idx="6351">
                  <c:v>76.410736</c:v>
                </c:pt>
                <c:pt idx="6352">
                  <c:v>76.602417000000003</c:v>
                </c:pt>
                <c:pt idx="6353">
                  <c:v>76.675392000000002</c:v>
                </c:pt>
                <c:pt idx="6354">
                  <c:v>76.797295000000005</c:v>
                </c:pt>
                <c:pt idx="6355">
                  <c:v>76.795731000000004</c:v>
                </c:pt>
                <c:pt idx="6356">
                  <c:v>76.587317999999996</c:v>
                </c:pt>
                <c:pt idx="6357">
                  <c:v>76.394553999999999</c:v>
                </c:pt>
                <c:pt idx="6358">
                  <c:v>76.431861999999995</c:v>
                </c:pt>
                <c:pt idx="6359">
                  <c:v>76.691040000000001</c:v>
                </c:pt>
                <c:pt idx="6360">
                  <c:v>77.045188999999993</c:v>
                </c:pt>
                <c:pt idx="6361">
                  <c:v>77.284255999999999</c:v>
                </c:pt>
                <c:pt idx="6362">
                  <c:v>77.522582999999997</c:v>
                </c:pt>
                <c:pt idx="6363">
                  <c:v>77.725098000000003</c:v>
                </c:pt>
                <c:pt idx="6364">
                  <c:v>77.881645000000006</c:v>
                </c:pt>
                <c:pt idx="6365">
                  <c:v>77.956183999999993</c:v>
                </c:pt>
                <c:pt idx="6366">
                  <c:v>77.970741000000004</c:v>
                </c:pt>
                <c:pt idx="6367">
                  <c:v>78.091003000000001</c:v>
                </c:pt>
                <c:pt idx="6368">
                  <c:v>78.179405000000003</c:v>
                </c:pt>
                <c:pt idx="6369">
                  <c:v>78.269362999999998</c:v>
                </c:pt>
                <c:pt idx="6370">
                  <c:v>78.275146000000007</c:v>
                </c:pt>
                <c:pt idx="6371">
                  <c:v>78.332404999999994</c:v>
                </c:pt>
                <c:pt idx="6372">
                  <c:v>78.389374000000004</c:v>
                </c:pt>
                <c:pt idx="6373">
                  <c:v>78.355148</c:v>
                </c:pt>
                <c:pt idx="6374">
                  <c:v>78.225470999999999</c:v>
                </c:pt>
                <c:pt idx="6375">
                  <c:v>78.152596000000003</c:v>
                </c:pt>
                <c:pt idx="6376">
                  <c:v>78.262550000000005</c:v>
                </c:pt>
                <c:pt idx="6377">
                  <c:v>78.622864000000007</c:v>
                </c:pt>
                <c:pt idx="6378">
                  <c:v>79.197281000000004</c:v>
                </c:pt>
                <c:pt idx="6379">
                  <c:v>79.647598000000002</c:v>
                </c:pt>
                <c:pt idx="6380">
                  <c:v>79.997314000000003</c:v>
                </c:pt>
                <c:pt idx="6381">
                  <c:v>80.197372000000001</c:v>
                </c:pt>
                <c:pt idx="6382">
                  <c:v>80.381653</c:v>
                </c:pt>
                <c:pt idx="6383">
                  <c:v>80.505202999999995</c:v>
                </c:pt>
                <c:pt idx="6384">
                  <c:v>80.646918999999997</c:v>
                </c:pt>
                <c:pt idx="6385">
                  <c:v>80.773467999999994</c:v>
                </c:pt>
                <c:pt idx="6386">
                  <c:v>80.793250999999998</c:v>
                </c:pt>
                <c:pt idx="6387">
                  <c:v>80.797561999999999</c:v>
                </c:pt>
                <c:pt idx="6388">
                  <c:v>80.861816000000005</c:v>
                </c:pt>
                <c:pt idx="6389">
                  <c:v>81.095664999999997</c:v>
                </c:pt>
                <c:pt idx="6390">
                  <c:v>81.482322999999994</c:v>
                </c:pt>
                <c:pt idx="6391">
                  <c:v>82.027855000000002</c:v>
                </c:pt>
                <c:pt idx="6392">
                  <c:v>82.735313000000005</c:v>
                </c:pt>
                <c:pt idx="6393">
                  <c:v>81.637489000000002</c:v>
                </c:pt>
                <c:pt idx="6394">
                  <c:v>82.129356000000001</c:v>
                </c:pt>
                <c:pt idx="6395">
                  <c:v>82.348365999999999</c:v>
                </c:pt>
                <c:pt idx="6396">
                  <c:v>82.456969999999998</c:v>
                </c:pt>
                <c:pt idx="6397">
                  <c:v>82.518035999999995</c:v>
                </c:pt>
                <c:pt idx="6398">
                  <c:v>82.534897000000001</c:v>
                </c:pt>
                <c:pt idx="6399">
                  <c:v>82.502762000000004</c:v>
                </c:pt>
                <c:pt idx="6400">
                  <c:v>82.475891000000004</c:v>
                </c:pt>
                <c:pt idx="6401">
                  <c:v>82.559982000000005</c:v>
                </c:pt>
                <c:pt idx="6402">
                  <c:v>82.607094000000004</c:v>
                </c:pt>
                <c:pt idx="6403">
                  <c:v>82.619636999999997</c:v>
                </c:pt>
                <c:pt idx="6404">
                  <c:v>82.599288999999999</c:v>
                </c:pt>
                <c:pt idx="6405">
                  <c:v>82.448104999999998</c:v>
                </c:pt>
                <c:pt idx="6406">
                  <c:v>82.334686000000005</c:v>
                </c:pt>
                <c:pt idx="6407">
                  <c:v>82.339363000000006</c:v>
                </c:pt>
                <c:pt idx="6408">
                  <c:v>82.453468000000001</c:v>
                </c:pt>
                <c:pt idx="6409">
                  <c:v>82.464957999999996</c:v>
                </c:pt>
                <c:pt idx="6410">
                  <c:v>82.390343000000001</c:v>
                </c:pt>
                <c:pt idx="6411">
                  <c:v>82.355804000000006</c:v>
                </c:pt>
                <c:pt idx="6412">
                  <c:v>82.313866000000004</c:v>
                </c:pt>
                <c:pt idx="6413">
                  <c:v>82.259925999999993</c:v>
                </c:pt>
                <c:pt idx="6414">
                  <c:v>82.208267000000006</c:v>
                </c:pt>
                <c:pt idx="6415">
                  <c:v>82.233902</c:v>
                </c:pt>
                <c:pt idx="6416">
                  <c:v>82.414824999999993</c:v>
                </c:pt>
                <c:pt idx="6417">
                  <c:v>82.656470999999996</c:v>
                </c:pt>
                <c:pt idx="6418">
                  <c:v>82.877609000000007</c:v>
                </c:pt>
                <c:pt idx="6419">
                  <c:v>83.146507</c:v>
                </c:pt>
                <c:pt idx="6420">
                  <c:v>83.472449999999995</c:v>
                </c:pt>
                <c:pt idx="6421">
                  <c:v>83.667259000000001</c:v>
                </c:pt>
                <c:pt idx="6422">
                  <c:v>83.824027999999998</c:v>
                </c:pt>
                <c:pt idx="6423">
                  <c:v>83.871116999999998</c:v>
                </c:pt>
                <c:pt idx="6424">
                  <c:v>83.928284000000005</c:v>
                </c:pt>
                <c:pt idx="6425">
                  <c:v>84.144195999999994</c:v>
                </c:pt>
                <c:pt idx="6426">
                  <c:v>84.315169999999995</c:v>
                </c:pt>
                <c:pt idx="6427">
                  <c:v>84.457672000000002</c:v>
                </c:pt>
                <c:pt idx="6428">
                  <c:v>84.541031000000004</c:v>
                </c:pt>
                <c:pt idx="6429">
                  <c:v>84.604736000000003</c:v>
                </c:pt>
                <c:pt idx="6430">
                  <c:v>84.600982999999999</c:v>
                </c:pt>
                <c:pt idx="6431">
                  <c:v>84.537300000000002</c:v>
                </c:pt>
                <c:pt idx="6432">
                  <c:v>84.321960000000004</c:v>
                </c:pt>
                <c:pt idx="6433">
                  <c:v>84.034401000000003</c:v>
                </c:pt>
                <c:pt idx="6434">
                  <c:v>83.837913999999998</c:v>
                </c:pt>
                <c:pt idx="6435">
                  <c:v>83.809212000000002</c:v>
                </c:pt>
                <c:pt idx="6436">
                  <c:v>83.786017999999999</c:v>
                </c:pt>
                <c:pt idx="6437">
                  <c:v>83.723267000000007</c:v>
                </c:pt>
                <c:pt idx="6438">
                  <c:v>83.674835000000002</c:v>
                </c:pt>
                <c:pt idx="6439">
                  <c:v>83.581542999999996</c:v>
                </c:pt>
                <c:pt idx="6440">
                  <c:v>83.440421999999998</c:v>
                </c:pt>
                <c:pt idx="6441">
                  <c:v>83.416092000000006</c:v>
                </c:pt>
                <c:pt idx="6442">
                  <c:v>83.388412000000002</c:v>
                </c:pt>
                <c:pt idx="6443">
                  <c:v>83.254470999999995</c:v>
                </c:pt>
                <c:pt idx="6444">
                  <c:v>83.199982000000006</c:v>
                </c:pt>
                <c:pt idx="6445">
                  <c:v>83.156929000000005</c:v>
                </c:pt>
                <c:pt idx="6446">
                  <c:v>83.111778000000001</c:v>
                </c:pt>
                <c:pt idx="6447">
                  <c:v>83.245582999999996</c:v>
                </c:pt>
                <c:pt idx="6448">
                  <c:v>83.582404999999994</c:v>
                </c:pt>
                <c:pt idx="6449">
                  <c:v>83.956085000000002</c:v>
                </c:pt>
                <c:pt idx="6450">
                  <c:v>84.312263000000002</c:v>
                </c:pt>
                <c:pt idx="6451">
                  <c:v>84.594954999999999</c:v>
                </c:pt>
                <c:pt idx="6452">
                  <c:v>84.871612999999996</c:v>
                </c:pt>
                <c:pt idx="6453">
                  <c:v>85.063972000000007</c:v>
                </c:pt>
                <c:pt idx="6454">
                  <c:v>85.256782999999999</c:v>
                </c:pt>
                <c:pt idx="6455">
                  <c:v>85.455582000000007</c:v>
                </c:pt>
                <c:pt idx="6456">
                  <c:v>85.667786000000007</c:v>
                </c:pt>
                <c:pt idx="6457">
                  <c:v>85.927681000000007</c:v>
                </c:pt>
                <c:pt idx="6458">
                  <c:v>86.247314000000003</c:v>
                </c:pt>
                <c:pt idx="6459">
                  <c:v>86.487319999999997</c:v>
                </c:pt>
                <c:pt idx="6460">
                  <c:v>86.610984999999999</c:v>
                </c:pt>
                <c:pt idx="6461">
                  <c:v>86.752044999999995</c:v>
                </c:pt>
                <c:pt idx="6462">
                  <c:v>86.815132000000006</c:v>
                </c:pt>
                <c:pt idx="6463">
                  <c:v>86.821167000000003</c:v>
                </c:pt>
                <c:pt idx="6464">
                  <c:v>86.851912999999996</c:v>
                </c:pt>
                <c:pt idx="6465">
                  <c:v>87.129990000000006</c:v>
                </c:pt>
                <c:pt idx="6466">
                  <c:v>87.416327999999993</c:v>
                </c:pt>
                <c:pt idx="6467">
                  <c:v>87.659439000000006</c:v>
                </c:pt>
                <c:pt idx="6468">
                  <c:v>87.893478000000002</c:v>
                </c:pt>
                <c:pt idx="6469">
                  <c:v>88.136795000000006</c:v>
                </c:pt>
                <c:pt idx="6470">
                  <c:v>88.246314999999996</c:v>
                </c:pt>
                <c:pt idx="6471">
                  <c:v>88.288734000000005</c:v>
                </c:pt>
                <c:pt idx="6472">
                  <c:v>88.366164999999995</c:v>
                </c:pt>
                <c:pt idx="6473">
                  <c:v>88.538550999999998</c:v>
                </c:pt>
                <c:pt idx="6474">
                  <c:v>88.813689999999994</c:v>
                </c:pt>
                <c:pt idx="6475">
                  <c:v>89.211357000000007</c:v>
                </c:pt>
                <c:pt idx="6476">
                  <c:v>87.488647</c:v>
                </c:pt>
                <c:pt idx="6477">
                  <c:v>87.467429999999993</c:v>
                </c:pt>
                <c:pt idx="6478">
                  <c:v>87.837874999999997</c:v>
                </c:pt>
                <c:pt idx="6479">
                  <c:v>88.120956000000007</c:v>
                </c:pt>
                <c:pt idx="6480">
                  <c:v>88.353866999999994</c:v>
                </c:pt>
                <c:pt idx="6481">
                  <c:v>88.522362000000001</c:v>
                </c:pt>
                <c:pt idx="6482">
                  <c:v>88.540015999999994</c:v>
                </c:pt>
                <c:pt idx="6483">
                  <c:v>88.437049999999999</c:v>
                </c:pt>
                <c:pt idx="6484">
                  <c:v>88.252975000000006</c:v>
                </c:pt>
                <c:pt idx="6485">
                  <c:v>88.100998000000004</c:v>
                </c:pt>
                <c:pt idx="6486">
                  <c:v>88.068252999999999</c:v>
                </c:pt>
                <c:pt idx="6487">
                  <c:v>88.074966000000003</c:v>
                </c:pt>
                <c:pt idx="6488">
                  <c:v>88.117958000000002</c:v>
                </c:pt>
                <c:pt idx="6489">
                  <c:v>88.168526</c:v>
                </c:pt>
                <c:pt idx="6490">
                  <c:v>88.243561</c:v>
                </c:pt>
                <c:pt idx="6491">
                  <c:v>88.210701</c:v>
                </c:pt>
                <c:pt idx="6492">
                  <c:v>88.146361999999996</c:v>
                </c:pt>
                <c:pt idx="6493">
                  <c:v>88.185355999999999</c:v>
                </c:pt>
                <c:pt idx="6494">
                  <c:v>88.250557000000001</c:v>
                </c:pt>
                <c:pt idx="6495">
                  <c:v>88.352683999999996</c:v>
                </c:pt>
                <c:pt idx="6496">
                  <c:v>88.506782999999999</c:v>
                </c:pt>
                <c:pt idx="6497">
                  <c:v>88.612183000000002</c:v>
                </c:pt>
                <c:pt idx="6498">
                  <c:v>88.676452999999995</c:v>
                </c:pt>
                <c:pt idx="6499">
                  <c:v>88.751746999999995</c:v>
                </c:pt>
                <c:pt idx="6500">
                  <c:v>88.765738999999996</c:v>
                </c:pt>
                <c:pt idx="6501">
                  <c:v>88.658637999999996</c:v>
                </c:pt>
                <c:pt idx="6502">
                  <c:v>88.630402000000004</c:v>
                </c:pt>
                <c:pt idx="6503">
                  <c:v>88.633353999999997</c:v>
                </c:pt>
                <c:pt idx="6504">
                  <c:v>88.560294999999996</c:v>
                </c:pt>
                <c:pt idx="6505">
                  <c:v>88.538314999999997</c:v>
                </c:pt>
                <c:pt idx="6506">
                  <c:v>88.556128999999999</c:v>
                </c:pt>
                <c:pt idx="6507">
                  <c:v>88.600288000000006</c:v>
                </c:pt>
                <c:pt idx="6508">
                  <c:v>88.672721999999993</c:v>
                </c:pt>
                <c:pt idx="6509">
                  <c:v>88.770897000000005</c:v>
                </c:pt>
                <c:pt idx="6510">
                  <c:v>88.921745000000001</c:v>
                </c:pt>
                <c:pt idx="6511">
                  <c:v>89.149185000000003</c:v>
                </c:pt>
                <c:pt idx="6512">
                  <c:v>89.346076999999994</c:v>
                </c:pt>
                <c:pt idx="6513">
                  <c:v>89.412955999999994</c:v>
                </c:pt>
                <c:pt idx="6514">
                  <c:v>89.424698000000006</c:v>
                </c:pt>
                <c:pt idx="6515">
                  <c:v>89.432395999999997</c:v>
                </c:pt>
                <c:pt idx="6516">
                  <c:v>89.360191</c:v>
                </c:pt>
                <c:pt idx="6517">
                  <c:v>89.296379000000002</c:v>
                </c:pt>
                <c:pt idx="6518">
                  <c:v>89.251998999999998</c:v>
                </c:pt>
                <c:pt idx="6519">
                  <c:v>89.128426000000005</c:v>
                </c:pt>
                <c:pt idx="6520">
                  <c:v>89.008301000000003</c:v>
                </c:pt>
                <c:pt idx="6521">
                  <c:v>88.919974999999994</c:v>
                </c:pt>
                <c:pt idx="6522">
                  <c:v>88.927620000000005</c:v>
                </c:pt>
                <c:pt idx="6523">
                  <c:v>89.005058000000005</c:v>
                </c:pt>
                <c:pt idx="6524">
                  <c:v>89.108665000000002</c:v>
                </c:pt>
                <c:pt idx="6525">
                  <c:v>89.186492999999999</c:v>
                </c:pt>
                <c:pt idx="6526">
                  <c:v>89.214539000000002</c:v>
                </c:pt>
                <c:pt idx="6527">
                  <c:v>89.272452999999999</c:v>
                </c:pt>
                <c:pt idx="6528">
                  <c:v>89.311546000000007</c:v>
                </c:pt>
                <c:pt idx="6529">
                  <c:v>89.301513999999997</c:v>
                </c:pt>
                <c:pt idx="6530">
                  <c:v>89.246841000000003</c:v>
                </c:pt>
                <c:pt idx="6531">
                  <c:v>89.252617000000001</c:v>
                </c:pt>
                <c:pt idx="6532">
                  <c:v>89.379966999999994</c:v>
                </c:pt>
                <c:pt idx="6533">
                  <c:v>89.569823999999997</c:v>
                </c:pt>
                <c:pt idx="6534">
                  <c:v>89.643035999999995</c:v>
                </c:pt>
                <c:pt idx="6535">
                  <c:v>89.611037999999994</c:v>
                </c:pt>
                <c:pt idx="6536">
                  <c:v>89.532837000000001</c:v>
                </c:pt>
                <c:pt idx="6537">
                  <c:v>89.486846999999997</c:v>
                </c:pt>
                <c:pt idx="6538">
                  <c:v>89.536034000000001</c:v>
                </c:pt>
                <c:pt idx="6539">
                  <c:v>89.633010999999996</c:v>
                </c:pt>
                <c:pt idx="6540">
                  <c:v>89.744408000000007</c:v>
                </c:pt>
                <c:pt idx="6541">
                  <c:v>89.857276999999996</c:v>
                </c:pt>
                <c:pt idx="6542">
                  <c:v>89.984054999999998</c:v>
                </c:pt>
                <c:pt idx="6543">
                  <c:v>90.076415999999995</c:v>
                </c:pt>
                <c:pt idx="6544">
                  <c:v>90.056274000000002</c:v>
                </c:pt>
                <c:pt idx="6545">
                  <c:v>89.961928999999998</c:v>
                </c:pt>
                <c:pt idx="6546">
                  <c:v>89.904724000000002</c:v>
                </c:pt>
                <c:pt idx="6547">
                  <c:v>89.831833000000003</c:v>
                </c:pt>
                <c:pt idx="6548">
                  <c:v>89.798775000000006</c:v>
                </c:pt>
                <c:pt idx="6549">
                  <c:v>89.823975000000004</c:v>
                </c:pt>
                <c:pt idx="6550">
                  <c:v>89.852149999999995</c:v>
                </c:pt>
                <c:pt idx="6551">
                  <c:v>89.859099999999998</c:v>
                </c:pt>
                <c:pt idx="6552">
                  <c:v>89.828177999999994</c:v>
                </c:pt>
                <c:pt idx="6553">
                  <c:v>89.735213999999999</c:v>
                </c:pt>
                <c:pt idx="6554">
                  <c:v>89.595733999999993</c:v>
                </c:pt>
                <c:pt idx="6555">
                  <c:v>89.482117000000002</c:v>
                </c:pt>
                <c:pt idx="6556">
                  <c:v>89.422150000000002</c:v>
                </c:pt>
                <c:pt idx="6557">
                  <c:v>89.391411000000005</c:v>
                </c:pt>
                <c:pt idx="6558">
                  <c:v>89.341308999999995</c:v>
                </c:pt>
                <c:pt idx="6559">
                  <c:v>89.332817000000006</c:v>
                </c:pt>
                <c:pt idx="6560">
                  <c:v>89.293137000000002</c:v>
                </c:pt>
                <c:pt idx="6561">
                  <c:v>89.251975999999999</c:v>
                </c:pt>
                <c:pt idx="6562">
                  <c:v>89.285126000000005</c:v>
                </c:pt>
                <c:pt idx="6563">
                  <c:v>89.315917999999996</c:v>
                </c:pt>
                <c:pt idx="6564">
                  <c:v>89.375953999999993</c:v>
                </c:pt>
                <c:pt idx="6565">
                  <c:v>89.363174000000001</c:v>
                </c:pt>
                <c:pt idx="6566">
                  <c:v>89.166297999999998</c:v>
                </c:pt>
                <c:pt idx="6567">
                  <c:v>88.816574000000003</c:v>
                </c:pt>
                <c:pt idx="6568">
                  <c:v>88.437011999999996</c:v>
                </c:pt>
                <c:pt idx="6569">
                  <c:v>88.207633999999999</c:v>
                </c:pt>
                <c:pt idx="6570">
                  <c:v>88.226478999999998</c:v>
                </c:pt>
                <c:pt idx="6571">
                  <c:v>88.354934999999998</c:v>
                </c:pt>
                <c:pt idx="6572">
                  <c:v>88.490066999999996</c:v>
                </c:pt>
                <c:pt idx="6573">
                  <c:v>88.638244999999998</c:v>
                </c:pt>
                <c:pt idx="6574">
                  <c:v>88.761864000000003</c:v>
                </c:pt>
                <c:pt idx="6575">
                  <c:v>88.821563999999995</c:v>
                </c:pt>
                <c:pt idx="6576">
                  <c:v>88.823920999999999</c:v>
                </c:pt>
                <c:pt idx="6577">
                  <c:v>88.782753</c:v>
                </c:pt>
                <c:pt idx="6578">
                  <c:v>88.719329999999999</c:v>
                </c:pt>
                <c:pt idx="6579">
                  <c:v>88.785544999999999</c:v>
                </c:pt>
                <c:pt idx="6580">
                  <c:v>88.955817999999994</c:v>
                </c:pt>
                <c:pt idx="6581">
                  <c:v>89.133529999999993</c:v>
                </c:pt>
                <c:pt idx="6582">
                  <c:v>89.212547000000001</c:v>
                </c:pt>
                <c:pt idx="6583">
                  <c:v>89.148612999999997</c:v>
                </c:pt>
                <c:pt idx="6584">
                  <c:v>89.089027000000002</c:v>
                </c:pt>
                <c:pt idx="6585">
                  <c:v>89.112983999999997</c:v>
                </c:pt>
                <c:pt idx="6586">
                  <c:v>89.152428</c:v>
                </c:pt>
                <c:pt idx="6587">
                  <c:v>89.139022999999995</c:v>
                </c:pt>
                <c:pt idx="6588">
                  <c:v>89.166945999999996</c:v>
                </c:pt>
                <c:pt idx="6589">
                  <c:v>89.301590000000004</c:v>
                </c:pt>
                <c:pt idx="6590">
                  <c:v>89.495307999999994</c:v>
                </c:pt>
                <c:pt idx="6591">
                  <c:v>89.673614999999998</c:v>
                </c:pt>
                <c:pt idx="6592">
                  <c:v>89.809783999999993</c:v>
                </c:pt>
                <c:pt idx="6593">
                  <c:v>89.890938000000006</c:v>
                </c:pt>
                <c:pt idx="6594">
                  <c:v>89.944153</c:v>
                </c:pt>
                <c:pt idx="6595">
                  <c:v>90.086601000000002</c:v>
                </c:pt>
                <c:pt idx="6596">
                  <c:v>90.241744999999995</c:v>
                </c:pt>
                <c:pt idx="6597">
                  <c:v>90.348526000000007</c:v>
                </c:pt>
                <c:pt idx="6598">
                  <c:v>90.383858000000004</c:v>
                </c:pt>
                <c:pt idx="6599">
                  <c:v>90.444999999999993</c:v>
                </c:pt>
                <c:pt idx="6600">
                  <c:v>90.530731000000003</c:v>
                </c:pt>
                <c:pt idx="6601">
                  <c:v>90.625313000000006</c:v>
                </c:pt>
                <c:pt idx="6602">
                  <c:v>90.710425999999998</c:v>
                </c:pt>
                <c:pt idx="6603">
                  <c:v>90.822021000000007</c:v>
                </c:pt>
                <c:pt idx="6604">
                  <c:v>90.891266000000002</c:v>
                </c:pt>
                <c:pt idx="6605">
                  <c:v>91.012214999999998</c:v>
                </c:pt>
                <c:pt idx="6606">
                  <c:v>91.292191000000003</c:v>
                </c:pt>
                <c:pt idx="6607">
                  <c:v>91.524840999999995</c:v>
                </c:pt>
                <c:pt idx="6608">
                  <c:v>91.613472000000002</c:v>
                </c:pt>
                <c:pt idx="6609">
                  <c:v>88.895447000000004</c:v>
                </c:pt>
                <c:pt idx="6610">
                  <c:v>88.906006000000005</c:v>
                </c:pt>
                <c:pt idx="6611">
                  <c:v>88.884559999999993</c:v>
                </c:pt>
                <c:pt idx="6612">
                  <c:v>88.889465000000001</c:v>
                </c:pt>
                <c:pt idx="6613">
                  <c:v>88.954323000000002</c:v>
                </c:pt>
                <c:pt idx="6614">
                  <c:v>89.105773999999997</c:v>
                </c:pt>
                <c:pt idx="6615">
                  <c:v>89.372878999999998</c:v>
                </c:pt>
                <c:pt idx="6616">
                  <c:v>89.686440000000005</c:v>
                </c:pt>
                <c:pt idx="6617">
                  <c:v>89.958648999999994</c:v>
                </c:pt>
                <c:pt idx="6618">
                  <c:v>90.161231999999998</c:v>
                </c:pt>
                <c:pt idx="6619">
                  <c:v>90.232596999999998</c:v>
                </c:pt>
                <c:pt idx="6620">
                  <c:v>90.192550999999995</c:v>
                </c:pt>
                <c:pt idx="6621">
                  <c:v>90.162627999999998</c:v>
                </c:pt>
                <c:pt idx="6622">
                  <c:v>90.227637999999999</c:v>
                </c:pt>
                <c:pt idx="6623">
                  <c:v>90.357849000000002</c:v>
                </c:pt>
                <c:pt idx="6624">
                  <c:v>90.526000999999994</c:v>
                </c:pt>
                <c:pt idx="6625">
                  <c:v>90.639060999999998</c:v>
                </c:pt>
                <c:pt idx="6626">
                  <c:v>90.698134999999994</c:v>
                </c:pt>
                <c:pt idx="6627">
                  <c:v>90.757401000000002</c:v>
                </c:pt>
                <c:pt idx="6628">
                  <c:v>90.838813999999999</c:v>
                </c:pt>
                <c:pt idx="6629">
                  <c:v>90.885634999999994</c:v>
                </c:pt>
                <c:pt idx="6630">
                  <c:v>90.823295999999999</c:v>
                </c:pt>
                <c:pt idx="6631">
                  <c:v>90.750068999999996</c:v>
                </c:pt>
                <c:pt idx="6632">
                  <c:v>90.756576999999993</c:v>
                </c:pt>
                <c:pt idx="6633">
                  <c:v>90.770591999999994</c:v>
                </c:pt>
                <c:pt idx="6634">
                  <c:v>90.798552999999998</c:v>
                </c:pt>
                <c:pt idx="6635">
                  <c:v>90.855109999999996</c:v>
                </c:pt>
                <c:pt idx="6636">
                  <c:v>90.956100000000006</c:v>
                </c:pt>
                <c:pt idx="6637">
                  <c:v>91.053595999999999</c:v>
                </c:pt>
                <c:pt idx="6638">
                  <c:v>91.185669000000004</c:v>
                </c:pt>
                <c:pt idx="6639">
                  <c:v>91.359084999999993</c:v>
                </c:pt>
                <c:pt idx="6640">
                  <c:v>91.531326000000007</c:v>
                </c:pt>
                <c:pt idx="6641">
                  <c:v>91.722008000000002</c:v>
                </c:pt>
                <c:pt idx="6642">
                  <c:v>91.973381000000003</c:v>
                </c:pt>
                <c:pt idx="6643">
                  <c:v>92.256859000000006</c:v>
                </c:pt>
                <c:pt idx="6644">
                  <c:v>92.539863999999994</c:v>
                </c:pt>
                <c:pt idx="6645">
                  <c:v>95.873123000000007</c:v>
                </c:pt>
                <c:pt idx="6646">
                  <c:v>95.666229000000001</c:v>
                </c:pt>
                <c:pt idx="6647">
                  <c:v>95.717231999999996</c:v>
                </c:pt>
                <c:pt idx="6648">
                  <c:v>95.711806999999993</c:v>
                </c:pt>
                <c:pt idx="6649">
                  <c:v>95.656456000000006</c:v>
                </c:pt>
                <c:pt idx="6650">
                  <c:v>95.617142000000001</c:v>
                </c:pt>
                <c:pt idx="6651">
                  <c:v>95.693641999999997</c:v>
                </c:pt>
                <c:pt idx="6652">
                  <c:v>95.915336999999994</c:v>
                </c:pt>
                <c:pt idx="6653">
                  <c:v>96.176163000000003</c:v>
                </c:pt>
                <c:pt idx="6654">
                  <c:v>96.414749</c:v>
                </c:pt>
                <c:pt idx="6655">
                  <c:v>96.615241999999995</c:v>
                </c:pt>
                <c:pt idx="6656">
                  <c:v>96.813300999999996</c:v>
                </c:pt>
                <c:pt idx="6657">
                  <c:v>96.994063999999995</c:v>
                </c:pt>
                <c:pt idx="6658">
                  <c:v>97.117012000000003</c:v>
                </c:pt>
                <c:pt idx="6659">
                  <c:v>97.239006000000003</c:v>
                </c:pt>
                <c:pt idx="6660">
                  <c:v>97.381011999999998</c:v>
                </c:pt>
                <c:pt idx="6661">
                  <c:v>97.540656999999996</c:v>
                </c:pt>
                <c:pt idx="6662">
                  <c:v>97.768707000000006</c:v>
                </c:pt>
                <c:pt idx="6663">
                  <c:v>98.094397999999998</c:v>
                </c:pt>
                <c:pt idx="6664">
                  <c:v>98.455596999999997</c:v>
                </c:pt>
                <c:pt idx="6665">
                  <c:v>98.834609999999998</c:v>
                </c:pt>
                <c:pt idx="6666">
                  <c:v>99.268257000000006</c:v>
                </c:pt>
                <c:pt idx="6667">
                  <c:v>99.773392000000001</c:v>
                </c:pt>
                <c:pt idx="6668">
                  <c:v>100.34199</c:v>
                </c:pt>
                <c:pt idx="6669">
                  <c:v>100.91614</c:v>
                </c:pt>
                <c:pt idx="6670">
                  <c:v>101.65338</c:v>
                </c:pt>
                <c:pt idx="6671">
                  <c:v>99.736785999999995</c:v>
                </c:pt>
                <c:pt idx="6672">
                  <c:v>99.988181999999995</c:v>
                </c:pt>
                <c:pt idx="6673">
                  <c:v>100.23061</c:v>
                </c:pt>
                <c:pt idx="6674">
                  <c:v>100.44159999999999</c:v>
                </c:pt>
                <c:pt idx="6675">
                  <c:v>100.64879999999999</c:v>
                </c:pt>
                <c:pt idx="6676">
                  <c:v>100.85054</c:v>
                </c:pt>
                <c:pt idx="6677">
                  <c:v>101.0291</c:v>
                </c:pt>
                <c:pt idx="6678">
                  <c:v>101.18118</c:v>
                </c:pt>
                <c:pt idx="6679">
                  <c:v>101.32452000000001</c:v>
                </c:pt>
                <c:pt idx="6680">
                  <c:v>101.51994000000001</c:v>
                </c:pt>
                <c:pt idx="6681">
                  <c:v>101.77278</c:v>
                </c:pt>
                <c:pt idx="6682">
                  <c:v>102.06350999999999</c:v>
                </c:pt>
                <c:pt idx="6683">
                  <c:v>102.2067</c:v>
                </c:pt>
                <c:pt idx="6684">
                  <c:v>102.12976999999999</c:v>
                </c:pt>
                <c:pt idx="6685">
                  <c:v>102.01047</c:v>
                </c:pt>
                <c:pt idx="6686">
                  <c:v>101.96243</c:v>
                </c:pt>
                <c:pt idx="6687">
                  <c:v>101.97812</c:v>
                </c:pt>
                <c:pt idx="6688">
                  <c:v>102.00626</c:v>
                </c:pt>
                <c:pt idx="6689">
                  <c:v>102.0093</c:v>
                </c:pt>
                <c:pt idx="6690">
                  <c:v>102.06919000000001</c:v>
                </c:pt>
                <c:pt idx="6691">
                  <c:v>102.12309999999999</c:v>
                </c:pt>
                <c:pt idx="6692">
                  <c:v>102.14111</c:v>
                </c:pt>
                <c:pt idx="6693">
                  <c:v>102.27061</c:v>
                </c:pt>
                <c:pt idx="6694">
                  <c:v>102.49345</c:v>
                </c:pt>
                <c:pt idx="6695">
                  <c:v>102.62260000000001</c:v>
                </c:pt>
                <c:pt idx="6696">
                  <c:v>102.70135999999999</c:v>
                </c:pt>
                <c:pt idx="6697">
                  <c:v>102.73972999999999</c:v>
                </c:pt>
                <c:pt idx="6698">
                  <c:v>102.76730000000001</c:v>
                </c:pt>
                <c:pt idx="6699">
                  <c:v>102.78466</c:v>
                </c:pt>
                <c:pt idx="6700">
                  <c:v>102.72189</c:v>
                </c:pt>
                <c:pt idx="6701">
                  <c:v>102.77776</c:v>
                </c:pt>
                <c:pt idx="6702">
                  <c:v>102.95071</c:v>
                </c:pt>
                <c:pt idx="6703">
                  <c:v>102.99652</c:v>
                </c:pt>
                <c:pt idx="6704">
                  <c:v>102.96601</c:v>
                </c:pt>
                <c:pt idx="6705">
                  <c:v>102.91464999999999</c:v>
                </c:pt>
                <c:pt idx="6706">
                  <c:v>102.85406999999999</c:v>
                </c:pt>
                <c:pt idx="6707">
                  <c:v>102.81271</c:v>
                </c:pt>
                <c:pt idx="6708">
                  <c:v>102.84061</c:v>
                </c:pt>
                <c:pt idx="6709">
                  <c:v>102.90466000000001</c:v>
                </c:pt>
                <c:pt idx="6710">
                  <c:v>102.9881</c:v>
                </c:pt>
                <c:pt idx="6711">
                  <c:v>103.11745000000001</c:v>
                </c:pt>
                <c:pt idx="6712">
                  <c:v>103.30331</c:v>
                </c:pt>
                <c:pt idx="6713">
                  <c:v>103.52791999999999</c:v>
                </c:pt>
                <c:pt idx="6714">
                  <c:v>103.72906</c:v>
                </c:pt>
                <c:pt idx="6715">
                  <c:v>103.87584</c:v>
                </c:pt>
                <c:pt idx="6716">
                  <c:v>104.01181</c:v>
                </c:pt>
                <c:pt idx="6717">
                  <c:v>104.05206</c:v>
                </c:pt>
                <c:pt idx="6718">
                  <c:v>104.09053</c:v>
                </c:pt>
                <c:pt idx="6719">
                  <c:v>104.19624</c:v>
                </c:pt>
                <c:pt idx="6720">
                  <c:v>104.28066</c:v>
                </c:pt>
                <c:pt idx="6721">
                  <c:v>104.37985</c:v>
                </c:pt>
                <c:pt idx="6722">
                  <c:v>104.48227</c:v>
                </c:pt>
                <c:pt idx="6723">
                  <c:v>104.64754000000001</c:v>
                </c:pt>
                <c:pt idx="6724">
                  <c:v>104.81589</c:v>
                </c:pt>
                <c:pt idx="6725">
                  <c:v>104.998</c:v>
                </c:pt>
                <c:pt idx="6726">
                  <c:v>105.20019000000001</c:v>
                </c:pt>
                <c:pt idx="6727">
                  <c:v>105.38432</c:v>
                </c:pt>
                <c:pt idx="6728">
                  <c:v>105.59052</c:v>
                </c:pt>
                <c:pt idx="6729">
                  <c:v>105.79452999999999</c:v>
                </c:pt>
                <c:pt idx="6730">
                  <c:v>105.96442</c:v>
                </c:pt>
                <c:pt idx="6731">
                  <c:v>106.11414000000001</c:v>
                </c:pt>
                <c:pt idx="6732">
                  <c:v>106.26708000000001</c:v>
                </c:pt>
                <c:pt idx="6733">
                  <c:v>106.41615</c:v>
                </c:pt>
                <c:pt idx="6734">
                  <c:v>106.53369000000001</c:v>
                </c:pt>
                <c:pt idx="6735">
                  <c:v>106.67097</c:v>
                </c:pt>
                <c:pt idx="6736">
                  <c:v>106.81712</c:v>
                </c:pt>
                <c:pt idx="6737">
                  <c:v>106.91624</c:v>
                </c:pt>
                <c:pt idx="6738">
                  <c:v>107.01665</c:v>
                </c:pt>
                <c:pt idx="6739">
                  <c:v>107.15362</c:v>
                </c:pt>
                <c:pt idx="6740">
                  <c:v>107.33093</c:v>
                </c:pt>
                <c:pt idx="6741">
                  <c:v>107.49054</c:v>
                </c:pt>
                <c:pt idx="6742">
                  <c:v>107.65434</c:v>
                </c:pt>
                <c:pt idx="6743">
                  <c:v>107.81792</c:v>
                </c:pt>
                <c:pt idx="6744">
                  <c:v>107.94405</c:v>
                </c:pt>
                <c:pt idx="6745">
                  <c:v>108.01882999999999</c:v>
                </c:pt>
                <c:pt idx="6746">
                  <c:v>108.08668</c:v>
                </c:pt>
                <c:pt idx="6747">
                  <c:v>108.16725</c:v>
                </c:pt>
                <c:pt idx="6748">
                  <c:v>108.22098</c:v>
                </c:pt>
                <c:pt idx="6749">
                  <c:v>108.26926</c:v>
                </c:pt>
                <c:pt idx="6750">
                  <c:v>108.33284</c:v>
                </c:pt>
                <c:pt idx="6751">
                  <c:v>108.42944</c:v>
                </c:pt>
                <c:pt idx="6752">
                  <c:v>108.50767999999999</c:v>
                </c:pt>
                <c:pt idx="6753">
                  <c:v>108.51501</c:v>
                </c:pt>
                <c:pt idx="6754">
                  <c:v>108.48045999999999</c:v>
                </c:pt>
                <c:pt idx="6755">
                  <c:v>108.49679999999999</c:v>
                </c:pt>
                <c:pt idx="6756">
                  <c:v>108.58217</c:v>
                </c:pt>
                <c:pt idx="6757">
                  <c:v>108.70558</c:v>
                </c:pt>
                <c:pt idx="6758">
                  <c:v>108.8408</c:v>
                </c:pt>
                <c:pt idx="6759">
                  <c:v>109.00225</c:v>
                </c:pt>
                <c:pt idx="6760">
                  <c:v>109.22622</c:v>
                </c:pt>
                <c:pt idx="6761">
                  <c:v>109.42385</c:v>
                </c:pt>
                <c:pt idx="6762">
                  <c:v>109.55692000000001</c:v>
                </c:pt>
                <c:pt idx="6763">
                  <c:v>109.62717000000001</c:v>
                </c:pt>
                <c:pt idx="6764">
                  <c:v>109.65642</c:v>
                </c:pt>
                <c:pt idx="6765">
                  <c:v>109.616</c:v>
                </c:pt>
                <c:pt idx="6766">
                  <c:v>109.52338</c:v>
                </c:pt>
                <c:pt idx="6767">
                  <c:v>109.44195000000001</c:v>
                </c:pt>
                <c:pt idx="6768">
                  <c:v>109.40255999999999</c:v>
                </c:pt>
                <c:pt idx="6769">
                  <c:v>109.43874</c:v>
                </c:pt>
                <c:pt idx="6770">
                  <c:v>109.54250999999999</c:v>
                </c:pt>
                <c:pt idx="6771">
                  <c:v>109.65598</c:v>
                </c:pt>
                <c:pt idx="6772">
                  <c:v>109.77437999999999</c:v>
                </c:pt>
                <c:pt idx="6773">
                  <c:v>109.93619</c:v>
                </c:pt>
                <c:pt idx="6774">
                  <c:v>110.16473000000001</c:v>
                </c:pt>
                <c:pt idx="6775">
                  <c:v>110.42046999999999</c:v>
                </c:pt>
                <c:pt idx="6776">
                  <c:v>110.66399</c:v>
                </c:pt>
                <c:pt idx="6777">
                  <c:v>111.00848000000001</c:v>
                </c:pt>
                <c:pt idx="6778">
                  <c:v>111.39448</c:v>
                </c:pt>
                <c:pt idx="6779">
                  <c:v>111.53434</c:v>
                </c:pt>
                <c:pt idx="6780">
                  <c:v>111.47672</c:v>
                </c:pt>
                <c:pt idx="6781">
                  <c:v>111.35798</c:v>
                </c:pt>
                <c:pt idx="6782">
                  <c:v>111.22512999999999</c:v>
                </c:pt>
                <c:pt idx="6783">
                  <c:v>111.10342</c:v>
                </c:pt>
                <c:pt idx="6784">
                  <c:v>111.06793999999999</c:v>
                </c:pt>
                <c:pt idx="6785">
                  <c:v>111.06986000000001</c:v>
                </c:pt>
                <c:pt idx="6786">
                  <c:v>110.99916</c:v>
                </c:pt>
                <c:pt idx="6787">
                  <c:v>110.86284999999999</c:v>
                </c:pt>
                <c:pt idx="6788">
                  <c:v>110.74947</c:v>
                </c:pt>
                <c:pt idx="6789">
                  <c:v>110.67773</c:v>
                </c:pt>
                <c:pt idx="6790">
                  <c:v>110.60097</c:v>
                </c:pt>
                <c:pt idx="6791">
                  <c:v>110.48215999999999</c:v>
                </c:pt>
                <c:pt idx="6792">
                  <c:v>110.3783</c:v>
                </c:pt>
                <c:pt idx="6793">
                  <c:v>110.27454</c:v>
                </c:pt>
                <c:pt idx="6794">
                  <c:v>110.18938</c:v>
                </c:pt>
                <c:pt idx="6795">
                  <c:v>110.11592</c:v>
                </c:pt>
                <c:pt idx="6796">
                  <c:v>110.01096</c:v>
                </c:pt>
                <c:pt idx="6797">
                  <c:v>109.95565999999999</c:v>
                </c:pt>
                <c:pt idx="6798">
                  <c:v>109.98773</c:v>
                </c:pt>
                <c:pt idx="6799">
                  <c:v>110.09661</c:v>
                </c:pt>
                <c:pt idx="6800">
                  <c:v>110.1944</c:v>
                </c:pt>
                <c:pt idx="6801">
                  <c:v>110.27045</c:v>
                </c:pt>
                <c:pt idx="6802">
                  <c:v>110.33298000000001</c:v>
                </c:pt>
                <c:pt idx="6803">
                  <c:v>110.37121</c:v>
                </c:pt>
                <c:pt idx="6804">
                  <c:v>110.40716999999999</c:v>
                </c:pt>
                <c:pt idx="6805">
                  <c:v>110.4299</c:v>
                </c:pt>
                <c:pt idx="6806">
                  <c:v>110.46745</c:v>
                </c:pt>
                <c:pt idx="6807">
                  <c:v>110.4845</c:v>
                </c:pt>
                <c:pt idx="6808">
                  <c:v>110.458</c:v>
                </c:pt>
                <c:pt idx="6809">
                  <c:v>110.48761</c:v>
                </c:pt>
                <c:pt idx="6810">
                  <c:v>110.61042</c:v>
                </c:pt>
                <c:pt idx="6811">
                  <c:v>110.792</c:v>
                </c:pt>
                <c:pt idx="6812">
                  <c:v>110.96854</c:v>
                </c:pt>
                <c:pt idx="6813">
                  <c:v>111.08385</c:v>
                </c:pt>
                <c:pt idx="6814">
                  <c:v>111.16356</c:v>
                </c:pt>
                <c:pt idx="6815">
                  <c:v>111.22941</c:v>
                </c:pt>
                <c:pt idx="6816">
                  <c:v>111.27184</c:v>
                </c:pt>
                <c:pt idx="6817">
                  <c:v>111.26315</c:v>
                </c:pt>
                <c:pt idx="6818">
                  <c:v>111.24329</c:v>
                </c:pt>
                <c:pt idx="6819">
                  <c:v>111.23734</c:v>
                </c:pt>
                <c:pt idx="6820">
                  <c:v>111.22732000000001</c:v>
                </c:pt>
                <c:pt idx="6821">
                  <c:v>111.17324000000001</c:v>
                </c:pt>
                <c:pt idx="6822">
                  <c:v>111.10504</c:v>
                </c:pt>
                <c:pt idx="6823">
                  <c:v>111.03661</c:v>
                </c:pt>
                <c:pt idx="6824">
                  <c:v>110.98990000000001</c:v>
                </c:pt>
                <c:pt idx="6825">
                  <c:v>111.01582000000001</c:v>
                </c:pt>
                <c:pt idx="6826">
                  <c:v>111.08898000000001</c:v>
                </c:pt>
                <c:pt idx="6827">
                  <c:v>111.17913</c:v>
                </c:pt>
                <c:pt idx="6828">
                  <c:v>111.30355</c:v>
                </c:pt>
                <c:pt idx="6829">
                  <c:v>111.47535000000001</c:v>
                </c:pt>
                <c:pt idx="6830">
                  <c:v>111.66712</c:v>
                </c:pt>
                <c:pt idx="6831">
                  <c:v>111.85120999999999</c:v>
                </c:pt>
                <c:pt idx="6832">
                  <c:v>111.98277</c:v>
                </c:pt>
                <c:pt idx="6833">
                  <c:v>112.0172</c:v>
                </c:pt>
                <c:pt idx="6834">
                  <c:v>112.04447999999999</c:v>
                </c:pt>
                <c:pt idx="6835">
                  <c:v>112.13042</c:v>
                </c:pt>
                <c:pt idx="6836">
                  <c:v>112.26958</c:v>
                </c:pt>
                <c:pt idx="6837">
                  <c:v>112.38968</c:v>
                </c:pt>
                <c:pt idx="6838">
                  <c:v>112.44974000000001</c:v>
                </c:pt>
                <c:pt idx="6839">
                  <c:v>112.48144000000001</c:v>
                </c:pt>
                <c:pt idx="6840">
                  <c:v>112.43519999999999</c:v>
                </c:pt>
                <c:pt idx="6841">
                  <c:v>112.26064</c:v>
                </c:pt>
                <c:pt idx="6842">
                  <c:v>112.00149</c:v>
                </c:pt>
                <c:pt idx="6843">
                  <c:v>111.73694999999999</c:v>
                </c:pt>
                <c:pt idx="6844">
                  <c:v>111.53805</c:v>
                </c:pt>
                <c:pt idx="6845">
                  <c:v>111.4374</c:v>
                </c:pt>
                <c:pt idx="6846">
                  <c:v>111.4016</c:v>
                </c:pt>
                <c:pt idx="6847">
                  <c:v>111.42045</c:v>
                </c:pt>
                <c:pt idx="6848">
                  <c:v>111.48763</c:v>
                </c:pt>
                <c:pt idx="6849">
                  <c:v>111.57264000000001</c:v>
                </c:pt>
                <c:pt idx="6850">
                  <c:v>111.76082</c:v>
                </c:pt>
                <c:pt idx="6851">
                  <c:v>111.92366</c:v>
                </c:pt>
                <c:pt idx="6852">
                  <c:v>111.98685</c:v>
                </c:pt>
                <c:pt idx="6853">
                  <c:v>111.99126</c:v>
                </c:pt>
                <c:pt idx="6854">
                  <c:v>111.95650000000001</c:v>
                </c:pt>
                <c:pt idx="6855">
                  <c:v>111.90024</c:v>
                </c:pt>
                <c:pt idx="6856">
                  <c:v>111.78116</c:v>
                </c:pt>
                <c:pt idx="6857">
                  <c:v>111.59892000000001</c:v>
                </c:pt>
                <c:pt idx="6858">
                  <c:v>111.35638</c:v>
                </c:pt>
                <c:pt idx="6859">
                  <c:v>111.08828</c:v>
                </c:pt>
                <c:pt idx="6860">
                  <c:v>110.79677</c:v>
                </c:pt>
                <c:pt idx="6861">
                  <c:v>110.5341</c:v>
                </c:pt>
                <c:pt idx="6862">
                  <c:v>110.31735999999999</c:v>
                </c:pt>
                <c:pt idx="6863">
                  <c:v>110.20959000000001</c:v>
                </c:pt>
                <c:pt idx="6864">
                  <c:v>110.24009</c:v>
                </c:pt>
                <c:pt idx="6865">
                  <c:v>110.27782000000001</c:v>
                </c:pt>
                <c:pt idx="6866">
                  <c:v>110.23217</c:v>
                </c:pt>
                <c:pt idx="6867">
                  <c:v>110.12918999999999</c:v>
                </c:pt>
                <c:pt idx="6868">
                  <c:v>110.04561</c:v>
                </c:pt>
                <c:pt idx="6869">
                  <c:v>110.07415</c:v>
                </c:pt>
                <c:pt idx="6870">
                  <c:v>110.18176</c:v>
                </c:pt>
                <c:pt idx="6871">
                  <c:v>110.37314000000001</c:v>
                </c:pt>
                <c:pt idx="6872">
                  <c:v>110.49065</c:v>
                </c:pt>
                <c:pt idx="6873">
                  <c:v>110.51691</c:v>
                </c:pt>
                <c:pt idx="6874">
                  <c:v>110.49791</c:v>
                </c:pt>
                <c:pt idx="6875">
                  <c:v>110.47769</c:v>
                </c:pt>
                <c:pt idx="6876">
                  <c:v>110.55517999999999</c:v>
                </c:pt>
                <c:pt idx="6877">
                  <c:v>110.74627</c:v>
                </c:pt>
                <c:pt idx="6878">
                  <c:v>110.96209</c:v>
                </c:pt>
                <c:pt idx="6879">
                  <c:v>111.10247</c:v>
                </c:pt>
                <c:pt idx="6880">
                  <c:v>111.11100999999999</c:v>
                </c:pt>
                <c:pt idx="6881">
                  <c:v>110.98442</c:v>
                </c:pt>
                <c:pt idx="6882">
                  <c:v>110.80259</c:v>
                </c:pt>
                <c:pt idx="6883">
                  <c:v>110.62838000000001</c:v>
                </c:pt>
                <c:pt idx="6884">
                  <c:v>110.49630000000001</c:v>
                </c:pt>
                <c:pt idx="6885">
                  <c:v>110.39516</c:v>
                </c:pt>
                <c:pt idx="6886">
                  <c:v>110.31603</c:v>
                </c:pt>
                <c:pt idx="6887">
                  <c:v>110.24836000000001</c:v>
                </c:pt>
                <c:pt idx="6888">
                  <c:v>110.17335</c:v>
                </c:pt>
                <c:pt idx="6889">
                  <c:v>110.1198</c:v>
                </c:pt>
                <c:pt idx="6890">
                  <c:v>110.18913000000001</c:v>
                </c:pt>
                <c:pt idx="6891">
                  <c:v>110.35433</c:v>
                </c:pt>
                <c:pt idx="6892">
                  <c:v>110.5397</c:v>
                </c:pt>
                <c:pt idx="6893">
                  <c:v>110.82375</c:v>
                </c:pt>
                <c:pt idx="6894">
                  <c:v>111.22750000000001</c:v>
                </c:pt>
                <c:pt idx="6895">
                  <c:v>111.67523</c:v>
                </c:pt>
                <c:pt idx="6896">
                  <c:v>112.11771</c:v>
                </c:pt>
                <c:pt idx="6897">
                  <c:v>112.53822</c:v>
                </c:pt>
                <c:pt idx="6898">
                  <c:v>112.27097000000001</c:v>
                </c:pt>
                <c:pt idx="6899">
                  <c:v>112.41186999999999</c:v>
                </c:pt>
                <c:pt idx="6900">
                  <c:v>112.5634</c:v>
                </c:pt>
                <c:pt idx="6901">
                  <c:v>112.69692000000001</c:v>
                </c:pt>
                <c:pt idx="6902">
                  <c:v>112.85908000000001</c:v>
                </c:pt>
                <c:pt idx="6903">
                  <c:v>112.66240000000001</c:v>
                </c:pt>
                <c:pt idx="6904">
                  <c:v>112.11932</c:v>
                </c:pt>
                <c:pt idx="6905">
                  <c:v>111.78702</c:v>
                </c:pt>
                <c:pt idx="6906">
                  <c:v>111.63934999999999</c:v>
                </c:pt>
                <c:pt idx="6907">
                  <c:v>111.67909</c:v>
                </c:pt>
                <c:pt idx="6908">
                  <c:v>111.827</c:v>
                </c:pt>
                <c:pt idx="6909">
                  <c:v>112.07053000000001</c:v>
                </c:pt>
                <c:pt idx="6910">
                  <c:v>112.28108</c:v>
                </c:pt>
                <c:pt idx="6911">
                  <c:v>112.44727</c:v>
                </c:pt>
                <c:pt idx="6912">
                  <c:v>112.57532999999999</c:v>
                </c:pt>
                <c:pt idx="6913">
                  <c:v>112.65607</c:v>
                </c:pt>
                <c:pt idx="6914">
                  <c:v>112.72054</c:v>
                </c:pt>
                <c:pt idx="6915">
                  <c:v>112.77744</c:v>
                </c:pt>
                <c:pt idx="6916">
                  <c:v>112.80763</c:v>
                </c:pt>
                <c:pt idx="6917">
                  <c:v>112.84178</c:v>
                </c:pt>
                <c:pt idx="6918">
                  <c:v>112.84142</c:v>
                </c:pt>
                <c:pt idx="6919">
                  <c:v>112.80582</c:v>
                </c:pt>
                <c:pt idx="6920">
                  <c:v>112.7812</c:v>
                </c:pt>
                <c:pt idx="6921">
                  <c:v>112.77839</c:v>
                </c:pt>
                <c:pt idx="6922">
                  <c:v>112.74397</c:v>
                </c:pt>
                <c:pt idx="6923">
                  <c:v>112.67574999999999</c:v>
                </c:pt>
                <c:pt idx="6924">
                  <c:v>112.5718</c:v>
                </c:pt>
                <c:pt idx="6925">
                  <c:v>112.42431000000001</c:v>
                </c:pt>
                <c:pt idx="6926">
                  <c:v>112.26345000000001</c:v>
                </c:pt>
                <c:pt idx="6927">
                  <c:v>112.09264</c:v>
                </c:pt>
                <c:pt idx="6928">
                  <c:v>111.94192</c:v>
                </c:pt>
                <c:pt idx="6929">
                  <c:v>111.89124</c:v>
                </c:pt>
                <c:pt idx="6930">
                  <c:v>111.99462</c:v>
                </c:pt>
                <c:pt idx="6931">
                  <c:v>112.16799</c:v>
                </c:pt>
                <c:pt idx="6932">
                  <c:v>112.34742</c:v>
                </c:pt>
                <c:pt idx="6933">
                  <c:v>112.45023999999999</c:v>
                </c:pt>
                <c:pt idx="6934">
                  <c:v>112.51291000000001</c:v>
                </c:pt>
                <c:pt idx="6935">
                  <c:v>112.62221</c:v>
                </c:pt>
                <c:pt idx="6936">
                  <c:v>112.75697</c:v>
                </c:pt>
                <c:pt idx="6937">
                  <c:v>112.87273999999999</c:v>
                </c:pt>
                <c:pt idx="6938">
                  <c:v>112.9669</c:v>
                </c:pt>
                <c:pt idx="6939">
                  <c:v>113.06023</c:v>
                </c:pt>
                <c:pt idx="6940">
                  <c:v>113.15957</c:v>
                </c:pt>
                <c:pt idx="6941">
                  <c:v>113.23975</c:v>
                </c:pt>
                <c:pt idx="6942">
                  <c:v>113.33674999999999</c:v>
                </c:pt>
                <c:pt idx="6943">
                  <c:v>113.40225</c:v>
                </c:pt>
                <c:pt idx="6944">
                  <c:v>113.49016</c:v>
                </c:pt>
                <c:pt idx="6945">
                  <c:v>113.57888</c:v>
                </c:pt>
                <c:pt idx="6946">
                  <c:v>113.64076</c:v>
                </c:pt>
                <c:pt idx="6947">
                  <c:v>113.67729</c:v>
                </c:pt>
                <c:pt idx="6948">
                  <c:v>113.6859</c:v>
                </c:pt>
                <c:pt idx="6949">
                  <c:v>113.70934</c:v>
                </c:pt>
                <c:pt idx="6950">
                  <c:v>113.78745000000001</c:v>
                </c:pt>
                <c:pt idx="6951">
                  <c:v>113.96581</c:v>
                </c:pt>
                <c:pt idx="6952">
                  <c:v>114.17522</c:v>
                </c:pt>
                <c:pt idx="6953">
                  <c:v>114.35464</c:v>
                </c:pt>
                <c:pt idx="6954">
                  <c:v>114.43546000000001</c:v>
                </c:pt>
                <c:pt idx="6955">
                  <c:v>114.38799</c:v>
                </c:pt>
                <c:pt idx="6956">
                  <c:v>114.26636999999999</c:v>
                </c:pt>
                <c:pt idx="6957">
                  <c:v>114.1955</c:v>
                </c:pt>
                <c:pt idx="6958">
                  <c:v>114.13754</c:v>
                </c:pt>
                <c:pt idx="6959">
                  <c:v>114.10079</c:v>
                </c:pt>
                <c:pt idx="6960">
                  <c:v>114.08974000000001</c:v>
                </c:pt>
                <c:pt idx="6961">
                  <c:v>114.0397</c:v>
                </c:pt>
                <c:pt idx="6962">
                  <c:v>113.94002999999999</c:v>
                </c:pt>
                <c:pt idx="6963">
                  <c:v>113.85118</c:v>
                </c:pt>
                <c:pt idx="6964">
                  <c:v>113.82713</c:v>
                </c:pt>
                <c:pt idx="6965">
                  <c:v>113.81536</c:v>
                </c:pt>
                <c:pt idx="6966">
                  <c:v>113.80831999999999</c:v>
                </c:pt>
                <c:pt idx="6967">
                  <c:v>113.78660000000001</c:v>
                </c:pt>
                <c:pt idx="6968">
                  <c:v>113.73421</c:v>
                </c:pt>
                <c:pt idx="6969">
                  <c:v>113.71442</c:v>
                </c:pt>
                <c:pt idx="6970">
                  <c:v>113.70711</c:v>
                </c:pt>
                <c:pt idx="6971">
                  <c:v>113.7252</c:v>
                </c:pt>
                <c:pt idx="6972">
                  <c:v>113.79292</c:v>
                </c:pt>
                <c:pt idx="6973">
                  <c:v>113.86623</c:v>
                </c:pt>
                <c:pt idx="6974">
                  <c:v>113.92576</c:v>
                </c:pt>
                <c:pt idx="6975">
                  <c:v>113.94667</c:v>
                </c:pt>
                <c:pt idx="6976">
                  <c:v>113.91381</c:v>
                </c:pt>
                <c:pt idx="6977">
                  <c:v>113.87305000000001</c:v>
                </c:pt>
                <c:pt idx="6978">
                  <c:v>113.85387</c:v>
                </c:pt>
                <c:pt idx="6979">
                  <c:v>113.78694</c:v>
                </c:pt>
                <c:pt idx="6980">
                  <c:v>113.68729999999999</c:v>
                </c:pt>
                <c:pt idx="6981">
                  <c:v>113.60854999999999</c:v>
                </c:pt>
                <c:pt idx="6982">
                  <c:v>113.59553</c:v>
                </c:pt>
                <c:pt idx="6983">
                  <c:v>113.58925000000001</c:v>
                </c:pt>
                <c:pt idx="6984">
                  <c:v>113.58392000000001</c:v>
                </c:pt>
                <c:pt idx="6985">
                  <c:v>113.57607</c:v>
                </c:pt>
                <c:pt idx="6986">
                  <c:v>113.54519999999999</c:v>
                </c:pt>
                <c:pt idx="6987">
                  <c:v>113.53319999999999</c:v>
                </c:pt>
                <c:pt idx="6988">
                  <c:v>113.56301999999999</c:v>
                </c:pt>
                <c:pt idx="6989">
                  <c:v>113.6427</c:v>
                </c:pt>
                <c:pt idx="6990">
                  <c:v>113.71120999999999</c:v>
                </c:pt>
                <c:pt idx="6991">
                  <c:v>113.74121</c:v>
                </c:pt>
                <c:pt idx="6992">
                  <c:v>113.72559</c:v>
                </c:pt>
                <c:pt idx="6993">
                  <c:v>113.72601</c:v>
                </c:pt>
                <c:pt idx="6994">
                  <c:v>113.76121999999999</c:v>
                </c:pt>
                <c:pt idx="6995">
                  <c:v>113.78413</c:v>
                </c:pt>
                <c:pt idx="6996">
                  <c:v>113.80279</c:v>
                </c:pt>
                <c:pt idx="6997">
                  <c:v>113.82046</c:v>
                </c:pt>
                <c:pt idx="6998">
                  <c:v>113.82837000000001</c:v>
                </c:pt>
                <c:pt idx="6999">
                  <c:v>113.80341</c:v>
                </c:pt>
                <c:pt idx="7000">
                  <c:v>113.75116</c:v>
                </c:pt>
                <c:pt idx="7001">
                  <c:v>113.71244</c:v>
                </c:pt>
                <c:pt idx="7002">
                  <c:v>113.69042</c:v>
                </c:pt>
                <c:pt idx="7003">
                  <c:v>113.68188000000001</c:v>
                </c:pt>
                <c:pt idx="7004">
                  <c:v>113.69396999999999</c:v>
                </c:pt>
                <c:pt idx="7005">
                  <c:v>113.72093</c:v>
                </c:pt>
                <c:pt idx="7006">
                  <c:v>113.74473</c:v>
                </c:pt>
                <c:pt idx="7007">
                  <c:v>113.7561</c:v>
                </c:pt>
                <c:pt idx="7008">
                  <c:v>113.78234</c:v>
                </c:pt>
                <c:pt idx="7009">
                  <c:v>113.85106</c:v>
                </c:pt>
                <c:pt idx="7010">
                  <c:v>113.93086</c:v>
                </c:pt>
                <c:pt idx="7011">
                  <c:v>114.04752999999999</c:v>
                </c:pt>
                <c:pt idx="7012">
                  <c:v>114.21836</c:v>
                </c:pt>
                <c:pt idx="7013">
                  <c:v>114.3738</c:v>
                </c:pt>
                <c:pt idx="7014">
                  <c:v>114.52649</c:v>
                </c:pt>
                <c:pt idx="7015">
                  <c:v>114.70138</c:v>
                </c:pt>
                <c:pt idx="7016">
                  <c:v>114.81931</c:v>
                </c:pt>
                <c:pt idx="7017">
                  <c:v>114.84875</c:v>
                </c:pt>
                <c:pt idx="7018">
                  <c:v>114.8336</c:v>
                </c:pt>
                <c:pt idx="7019">
                  <c:v>114.87884</c:v>
                </c:pt>
                <c:pt idx="7020">
                  <c:v>115.0878</c:v>
                </c:pt>
                <c:pt idx="7021">
                  <c:v>115.28048</c:v>
                </c:pt>
                <c:pt idx="7022">
                  <c:v>115.44532</c:v>
                </c:pt>
                <c:pt idx="7023">
                  <c:v>115.60762</c:v>
                </c:pt>
                <c:pt idx="7024">
                  <c:v>115.69925000000001</c:v>
                </c:pt>
                <c:pt idx="7025">
                  <c:v>115.75861</c:v>
                </c:pt>
                <c:pt idx="7026">
                  <c:v>115.80042</c:v>
                </c:pt>
                <c:pt idx="7027">
                  <c:v>115.84475999999999</c:v>
                </c:pt>
                <c:pt idx="7028">
                  <c:v>115.89309</c:v>
                </c:pt>
                <c:pt idx="7029">
                  <c:v>115.94286</c:v>
                </c:pt>
                <c:pt idx="7030">
                  <c:v>115.97638000000001</c:v>
                </c:pt>
                <c:pt idx="7031">
                  <c:v>115.96823000000001</c:v>
                </c:pt>
                <c:pt idx="7032">
                  <c:v>115.90582000000001</c:v>
                </c:pt>
                <c:pt idx="7033">
                  <c:v>115.95764</c:v>
                </c:pt>
                <c:pt idx="7034">
                  <c:v>116.08411</c:v>
                </c:pt>
                <c:pt idx="7035">
                  <c:v>116.18853</c:v>
                </c:pt>
                <c:pt idx="7036">
                  <c:v>116.25884000000001</c:v>
                </c:pt>
                <c:pt idx="7037">
                  <c:v>116.34441</c:v>
                </c:pt>
                <c:pt idx="7038">
                  <c:v>116.41638</c:v>
                </c:pt>
                <c:pt idx="7039">
                  <c:v>116.48116</c:v>
                </c:pt>
                <c:pt idx="7040">
                  <c:v>116.55315</c:v>
                </c:pt>
                <c:pt idx="7041">
                  <c:v>116.58642999999999</c:v>
                </c:pt>
                <c:pt idx="7042">
                  <c:v>116.51697</c:v>
                </c:pt>
                <c:pt idx="7043">
                  <c:v>116.47884000000001</c:v>
                </c:pt>
                <c:pt idx="7044">
                  <c:v>116.52969</c:v>
                </c:pt>
                <c:pt idx="7045">
                  <c:v>116.69582</c:v>
                </c:pt>
                <c:pt idx="7046">
                  <c:v>116.77493</c:v>
                </c:pt>
                <c:pt idx="7047">
                  <c:v>116.67825000000001</c:v>
                </c:pt>
                <c:pt idx="7048">
                  <c:v>116.5834</c:v>
                </c:pt>
                <c:pt idx="7049">
                  <c:v>116.54826</c:v>
                </c:pt>
                <c:pt idx="7050">
                  <c:v>116.52453</c:v>
                </c:pt>
                <c:pt idx="7051">
                  <c:v>116.47722</c:v>
                </c:pt>
                <c:pt idx="7052">
                  <c:v>116.46082</c:v>
                </c:pt>
                <c:pt idx="7053">
                  <c:v>116.46337</c:v>
                </c:pt>
                <c:pt idx="7054">
                  <c:v>116.4614</c:v>
                </c:pt>
                <c:pt idx="7055">
                  <c:v>116.50505</c:v>
                </c:pt>
                <c:pt idx="7056">
                  <c:v>116.59636999999999</c:v>
                </c:pt>
                <c:pt idx="7057">
                  <c:v>116.7587</c:v>
                </c:pt>
                <c:pt idx="7058">
                  <c:v>116.96872999999999</c:v>
                </c:pt>
                <c:pt idx="7059">
                  <c:v>117.12358</c:v>
                </c:pt>
                <c:pt idx="7060">
                  <c:v>117.16019</c:v>
                </c:pt>
                <c:pt idx="7061">
                  <c:v>117.06641999999999</c:v>
                </c:pt>
                <c:pt idx="7062">
                  <c:v>116.87166999999999</c:v>
                </c:pt>
                <c:pt idx="7063">
                  <c:v>116.68339</c:v>
                </c:pt>
                <c:pt idx="7064">
                  <c:v>116.53597000000001</c:v>
                </c:pt>
                <c:pt idx="7065">
                  <c:v>116.48183</c:v>
                </c:pt>
                <c:pt idx="7066">
                  <c:v>116.491</c:v>
                </c:pt>
                <c:pt idx="7067">
                  <c:v>116.52466</c:v>
                </c:pt>
                <c:pt idx="7068">
                  <c:v>116.59256000000001</c:v>
                </c:pt>
                <c:pt idx="7069">
                  <c:v>116.62151</c:v>
                </c:pt>
                <c:pt idx="7070">
                  <c:v>116.5838</c:v>
                </c:pt>
                <c:pt idx="7071">
                  <c:v>116.49778000000001</c:v>
                </c:pt>
                <c:pt idx="7072">
                  <c:v>116.37244</c:v>
                </c:pt>
                <c:pt idx="7073">
                  <c:v>116.2794</c:v>
                </c:pt>
                <c:pt idx="7074">
                  <c:v>116.24091</c:v>
                </c:pt>
                <c:pt idx="7075">
                  <c:v>116.22775</c:v>
                </c:pt>
                <c:pt idx="7076">
                  <c:v>116.23546</c:v>
                </c:pt>
                <c:pt idx="7077">
                  <c:v>116.28757</c:v>
                </c:pt>
                <c:pt idx="7078">
                  <c:v>116.41961999999999</c:v>
                </c:pt>
                <c:pt idx="7079">
                  <c:v>116.50483</c:v>
                </c:pt>
                <c:pt idx="7080">
                  <c:v>116.45740000000001</c:v>
                </c:pt>
                <c:pt idx="7081">
                  <c:v>116.38133999999999</c:v>
                </c:pt>
                <c:pt idx="7082">
                  <c:v>116.36069000000001</c:v>
                </c:pt>
                <c:pt idx="7083">
                  <c:v>116.38303000000001</c:v>
                </c:pt>
                <c:pt idx="7084">
                  <c:v>116.40938</c:v>
                </c:pt>
                <c:pt idx="7085">
                  <c:v>116.43723</c:v>
                </c:pt>
                <c:pt idx="7086">
                  <c:v>116.4708</c:v>
                </c:pt>
                <c:pt idx="7087">
                  <c:v>116.52645</c:v>
                </c:pt>
                <c:pt idx="7088">
                  <c:v>116.62157000000001</c:v>
                </c:pt>
                <c:pt idx="7089">
                  <c:v>116.73824999999999</c:v>
                </c:pt>
                <c:pt idx="7090">
                  <c:v>116.8644</c:v>
                </c:pt>
                <c:pt idx="7091">
                  <c:v>116.89675</c:v>
                </c:pt>
                <c:pt idx="7092">
                  <c:v>116.95873</c:v>
                </c:pt>
                <c:pt idx="7093">
                  <c:v>116.97865</c:v>
                </c:pt>
                <c:pt idx="7094">
                  <c:v>116.88667</c:v>
                </c:pt>
                <c:pt idx="7095">
                  <c:v>116.81031</c:v>
                </c:pt>
                <c:pt idx="7096">
                  <c:v>116.75184</c:v>
                </c:pt>
                <c:pt idx="7097">
                  <c:v>116.73095000000001</c:v>
                </c:pt>
                <c:pt idx="7098">
                  <c:v>116.84387</c:v>
                </c:pt>
                <c:pt idx="7099">
                  <c:v>116.97412</c:v>
                </c:pt>
                <c:pt idx="7100">
                  <c:v>117.10204</c:v>
                </c:pt>
                <c:pt idx="7101">
                  <c:v>117.18777</c:v>
                </c:pt>
                <c:pt idx="7102">
                  <c:v>117.24850000000001</c:v>
                </c:pt>
                <c:pt idx="7103">
                  <c:v>117.42019000000001</c:v>
                </c:pt>
                <c:pt idx="7104">
                  <c:v>117.57046</c:v>
                </c:pt>
                <c:pt idx="7105">
                  <c:v>117.64715</c:v>
                </c:pt>
                <c:pt idx="7106">
                  <c:v>117.61313</c:v>
                </c:pt>
                <c:pt idx="7107">
                  <c:v>117.50003</c:v>
                </c:pt>
                <c:pt idx="7108">
                  <c:v>117.29823</c:v>
                </c:pt>
                <c:pt idx="7109">
                  <c:v>117.05592</c:v>
                </c:pt>
                <c:pt idx="7110">
                  <c:v>116.81171999999999</c:v>
                </c:pt>
                <c:pt idx="7111">
                  <c:v>116.60275</c:v>
                </c:pt>
                <c:pt idx="7112">
                  <c:v>116.46217</c:v>
                </c:pt>
                <c:pt idx="7113">
                  <c:v>116.32886000000001</c:v>
                </c:pt>
                <c:pt idx="7114">
                  <c:v>116.19280000000001</c:v>
                </c:pt>
                <c:pt idx="7115">
                  <c:v>116.08187</c:v>
                </c:pt>
                <c:pt idx="7116">
                  <c:v>116.01804</c:v>
                </c:pt>
                <c:pt idx="7117">
                  <c:v>115.97986</c:v>
                </c:pt>
                <c:pt idx="7118">
                  <c:v>115.95721</c:v>
                </c:pt>
                <c:pt idx="7119">
                  <c:v>115.96998000000001</c:v>
                </c:pt>
                <c:pt idx="7120">
                  <c:v>116.00583</c:v>
                </c:pt>
                <c:pt idx="7121">
                  <c:v>116.02898</c:v>
                </c:pt>
                <c:pt idx="7122">
                  <c:v>116.03431999999999</c:v>
                </c:pt>
                <c:pt idx="7123">
                  <c:v>116.06236</c:v>
                </c:pt>
                <c:pt idx="7124">
                  <c:v>116.0939</c:v>
                </c:pt>
                <c:pt idx="7125">
                  <c:v>116.14014</c:v>
                </c:pt>
                <c:pt idx="7126">
                  <c:v>116.20104000000001</c:v>
                </c:pt>
                <c:pt idx="7127">
                  <c:v>116.28225999999999</c:v>
                </c:pt>
                <c:pt idx="7128">
                  <c:v>116.37736</c:v>
                </c:pt>
                <c:pt idx="7129">
                  <c:v>116.46117</c:v>
                </c:pt>
                <c:pt idx="7130">
                  <c:v>116.50793</c:v>
                </c:pt>
                <c:pt idx="7131">
                  <c:v>116.55822999999999</c:v>
                </c:pt>
                <c:pt idx="7132">
                  <c:v>116.61487</c:v>
                </c:pt>
                <c:pt idx="7133">
                  <c:v>116.67162999999999</c:v>
                </c:pt>
                <c:pt idx="7134">
                  <c:v>116.73953</c:v>
                </c:pt>
                <c:pt idx="7135">
                  <c:v>116.82323</c:v>
                </c:pt>
                <c:pt idx="7136">
                  <c:v>116.91598</c:v>
                </c:pt>
                <c:pt idx="7137">
                  <c:v>116.93723</c:v>
                </c:pt>
                <c:pt idx="7138">
                  <c:v>116.85478999999999</c:v>
                </c:pt>
                <c:pt idx="7139">
                  <c:v>116.74781</c:v>
                </c:pt>
                <c:pt idx="7140">
                  <c:v>116.70131000000001</c:v>
                </c:pt>
                <c:pt idx="7141">
                  <c:v>116.71987</c:v>
                </c:pt>
                <c:pt idx="7142">
                  <c:v>116.69846</c:v>
                </c:pt>
                <c:pt idx="7143">
                  <c:v>116.57427</c:v>
                </c:pt>
                <c:pt idx="7144">
                  <c:v>116.46567</c:v>
                </c:pt>
                <c:pt idx="7145">
                  <c:v>116.41673</c:v>
                </c:pt>
                <c:pt idx="7146">
                  <c:v>116.30965</c:v>
                </c:pt>
                <c:pt idx="7147">
                  <c:v>116.16567999999999</c:v>
                </c:pt>
                <c:pt idx="7148">
                  <c:v>116.092</c:v>
                </c:pt>
                <c:pt idx="7149">
                  <c:v>116.09304</c:v>
                </c:pt>
                <c:pt idx="7150">
                  <c:v>116.10876</c:v>
                </c:pt>
                <c:pt idx="7151">
                  <c:v>116.15044</c:v>
                </c:pt>
                <c:pt idx="7152">
                  <c:v>116.20944</c:v>
                </c:pt>
                <c:pt idx="7153">
                  <c:v>116.21465999999999</c:v>
                </c:pt>
                <c:pt idx="7154">
                  <c:v>116.22598000000001</c:v>
                </c:pt>
                <c:pt idx="7155">
                  <c:v>116.3297</c:v>
                </c:pt>
                <c:pt idx="7156">
                  <c:v>116.40561</c:v>
                </c:pt>
                <c:pt idx="7157">
                  <c:v>116.40725999999999</c:v>
                </c:pt>
                <c:pt idx="7158">
                  <c:v>116.42632</c:v>
                </c:pt>
                <c:pt idx="7159">
                  <c:v>116.49897</c:v>
                </c:pt>
                <c:pt idx="7160">
                  <c:v>116.59263</c:v>
                </c:pt>
                <c:pt idx="7161">
                  <c:v>116.63594999999999</c:v>
                </c:pt>
                <c:pt idx="7162">
                  <c:v>116.70695000000001</c:v>
                </c:pt>
                <c:pt idx="7163">
                  <c:v>116.74957000000001</c:v>
                </c:pt>
                <c:pt idx="7164">
                  <c:v>116.67252000000001</c:v>
                </c:pt>
                <c:pt idx="7165">
                  <c:v>116.56091000000001</c:v>
                </c:pt>
                <c:pt idx="7166">
                  <c:v>116.5356</c:v>
                </c:pt>
                <c:pt idx="7167">
                  <c:v>116.71317000000001</c:v>
                </c:pt>
                <c:pt idx="7168">
                  <c:v>116.88914</c:v>
                </c:pt>
                <c:pt idx="7169">
                  <c:v>116.98298</c:v>
                </c:pt>
                <c:pt idx="7170">
                  <c:v>117.02316999999999</c:v>
                </c:pt>
                <c:pt idx="7171">
                  <c:v>117.00315999999999</c:v>
                </c:pt>
                <c:pt idx="7172">
                  <c:v>117.03216999999999</c:v>
                </c:pt>
                <c:pt idx="7173">
                  <c:v>117.10982</c:v>
                </c:pt>
                <c:pt idx="7174">
                  <c:v>117.14155</c:v>
                </c:pt>
                <c:pt idx="7175">
                  <c:v>117.11360000000001</c:v>
                </c:pt>
                <c:pt idx="7176">
                  <c:v>117.11369000000001</c:v>
                </c:pt>
                <c:pt idx="7177">
                  <c:v>117.14006000000001</c:v>
                </c:pt>
                <c:pt idx="7178">
                  <c:v>117.14089</c:v>
                </c:pt>
                <c:pt idx="7179">
                  <c:v>117.09083</c:v>
                </c:pt>
                <c:pt idx="7180">
                  <c:v>116.97345</c:v>
                </c:pt>
                <c:pt idx="7181">
                  <c:v>116.89015999999999</c:v>
                </c:pt>
                <c:pt idx="7182">
                  <c:v>116.87092</c:v>
                </c:pt>
                <c:pt idx="7183">
                  <c:v>116.92845</c:v>
                </c:pt>
                <c:pt idx="7184">
                  <c:v>117.01147</c:v>
                </c:pt>
                <c:pt idx="7185">
                  <c:v>117.06701</c:v>
                </c:pt>
                <c:pt idx="7186">
                  <c:v>117.13679</c:v>
                </c:pt>
                <c:pt idx="7187">
                  <c:v>117.20482</c:v>
                </c:pt>
                <c:pt idx="7188">
                  <c:v>117.23036999999999</c:v>
                </c:pt>
                <c:pt idx="7189">
                  <c:v>117.22375</c:v>
                </c:pt>
                <c:pt idx="7190">
                  <c:v>117.20004</c:v>
                </c:pt>
                <c:pt idx="7191">
                  <c:v>117.1648</c:v>
                </c:pt>
                <c:pt idx="7192">
                  <c:v>117.12231</c:v>
                </c:pt>
                <c:pt idx="7193">
                  <c:v>117.07122</c:v>
                </c:pt>
                <c:pt idx="7194">
                  <c:v>117.01295</c:v>
                </c:pt>
                <c:pt idx="7195">
                  <c:v>116.98557</c:v>
                </c:pt>
                <c:pt idx="7196">
                  <c:v>116.96588</c:v>
                </c:pt>
                <c:pt idx="7197">
                  <c:v>116.9734</c:v>
                </c:pt>
                <c:pt idx="7198">
                  <c:v>116.99644000000001</c:v>
                </c:pt>
                <c:pt idx="7199">
                  <c:v>117.03010999999999</c:v>
                </c:pt>
                <c:pt idx="7200">
                  <c:v>117.08087999999999</c:v>
                </c:pt>
                <c:pt idx="7201">
                  <c:v>117.1507</c:v>
                </c:pt>
                <c:pt idx="7202">
                  <c:v>117.21465999999999</c:v>
                </c:pt>
                <c:pt idx="7203">
                  <c:v>117.26233999999999</c:v>
                </c:pt>
                <c:pt idx="7204">
                  <c:v>117.29558</c:v>
                </c:pt>
                <c:pt idx="7205">
                  <c:v>117.31641999999999</c:v>
                </c:pt>
                <c:pt idx="7206">
                  <c:v>117.33411</c:v>
                </c:pt>
                <c:pt idx="7207">
                  <c:v>117.36642000000001</c:v>
                </c:pt>
                <c:pt idx="7208">
                  <c:v>117.41322</c:v>
                </c:pt>
                <c:pt idx="7209">
                  <c:v>117.47554</c:v>
                </c:pt>
                <c:pt idx="7210">
                  <c:v>117.55484</c:v>
                </c:pt>
                <c:pt idx="7211">
                  <c:v>117.642</c:v>
                </c:pt>
                <c:pt idx="7212">
                  <c:v>117.75503</c:v>
                </c:pt>
                <c:pt idx="7213">
                  <c:v>117.85078</c:v>
                </c:pt>
                <c:pt idx="7214">
                  <c:v>117.93485</c:v>
                </c:pt>
                <c:pt idx="7215">
                  <c:v>118.02030999999999</c:v>
                </c:pt>
                <c:pt idx="7216">
                  <c:v>118.09994</c:v>
                </c:pt>
                <c:pt idx="7217">
                  <c:v>118.1451</c:v>
                </c:pt>
                <c:pt idx="7218">
                  <c:v>118.20518</c:v>
                </c:pt>
                <c:pt idx="7219">
                  <c:v>118.26639</c:v>
                </c:pt>
                <c:pt idx="7220">
                  <c:v>118.27921000000001</c:v>
                </c:pt>
                <c:pt idx="7221">
                  <c:v>118.24155</c:v>
                </c:pt>
                <c:pt idx="7222">
                  <c:v>118.17635</c:v>
                </c:pt>
                <c:pt idx="7223">
                  <c:v>118.10439</c:v>
                </c:pt>
                <c:pt idx="7224">
                  <c:v>118.04273000000001</c:v>
                </c:pt>
                <c:pt idx="7225">
                  <c:v>117.98639</c:v>
                </c:pt>
                <c:pt idx="7226">
                  <c:v>117.93652</c:v>
                </c:pt>
                <c:pt idx="7227">
                  <c:v>117.89543</c:v>
                </c:pt>
                <c:pt idx="7228">
                  <c:v>117.87227</c:v>
                </c:pt>
                <c:pt idx="7229">
                  <c:v>117.85597</c:v>
                </c:pt>
                <c:pt idx="7230">
                  <c:v>117.83083999999999</c:v>
                </c:pt>
                <c:pt idx="7231">
                  <c:v>117.80474</c:v>
                </c:pt>
                <c:pt idx="7232">
                  <c:v>117.78323</c:v>
                </c:pt>
                <c:pt idx="7233">
                  <c:v>117.7501</c:v>
                </c:pt>
                <c:pt idx="7234">
                  <c:v>117.69241</c:v>
                </c:pt>
                <c:pt idx="7235">
                  <c:v>117.62173</c:v>
                </c:pt>
                <c:pt idx="7236">
                  <c:v>117.54729</c:v>
                </c:pt>
                <c:pt idx="7237">
                  <c:v>117.47243</c:v>
                </c:pt>
                <c:pt idx="7238">
                  <c:v>117.41114</c:v>
                </c:pt>
                <c:pt idx="7239">
                  <c:v>117.37442</c:v>
                </c:pt>
                <c:pt idx="7240">
                  <c:v>117.37746</c:v>
                </c:pt>
                <c:pt idx="7241">
                  <c:v>117.41358</c:v>
                </c:pt>
                <c:pt idx="7242">
                  <c:v>117.48851999999999</c:v>
                </c:pt>
                <c:pt idx="7243">
                  <c:v>117.60526</c:v>
                </c:pt>
                <c:pt idx="7244">
                  <c:v>117.74651</c:v>
                </c:pt>
                <c:pt idx="7245">
                  <c:v>117.88789</c:v>
                </c:pt>
                <c:pt idx="7246">
                  <c:v>118.00501</c:v>
                </c:pt>
                <c:pt idx="7247">
                  <c:v>118.0904</c:v>
                </c:pt>
                <c:pt idx="7248">
                  <c:v>118.14626</c:v>
                </c:pt>
                <c:pt idx="7249">
                  <c:v>118.17552999999999</c:v>
                </c:pt>
                <c:pt idx="7250">
                  <c:v>118.20197</c:v>
                </c:pt>
                <c:pt idx="7251">
                  <c:v>118.23112</c:v>
                </c:pt>
                <c:pt idx="7252">
                  <c:v>118.25573</c:v>
                </c:pt>
                <c:pt idx="7253">
                  <c:v>118.28001</c:v>
                </c:pt>
                <c:pt idx="7254">
                  <c:v>118.31010000000001</c:v>
                </c:pt>
                <c:pt idx="7255">
                  <c:v>118.35380000000001</c:v>
                </c:pt>
                <c:pt idx="7256">
                  <c:v>118.40582000000001</c:v>
                </c:pt>
                <c:pt idx="7257">
                  <c:v>118.46062000000001</c:v>
                </c:pt>
                <c:pt idx="7258">
                  <c:v>118.52637</c:v>
                </c:pt>
                <c:pt idx="7259">
                  <c:v>118.58942999999999</c:v>
                </c:pt>
                <c:pt idx="7260">
                  <c:v>118.63683</c:v>
                </c:pt>
                <c:pt idx="7261">
                  <c:v>118.6841</c:v>
                </c:pt>
                <c:pt idx="7262">
                  <c:v>118.7225</c:v>
                </c:pt>
                <c:pt idx="7263">
                  <c:v>118.75648</c:v>
                </c:pt>
                <c:pt idx="7264">
                  <c:v>118.78004</c:v>
                </c:pt>
                <c:pt idx="7265">
                  <c:v>118.54794</c:v>
                </c:pt>
                <c:pt idx="7266">
                  <c:v>118.33541</c:v>
                </c:pt>
                <c:pt idx="7267">
                  <c:v>118.18922999999999</c:v>
                </c:pt>
                <c:pt idx="7268">
                  <c:v>118.10959</c:v>
                </c:pt>
                <c:pt idx="7269">
                  <c:v>118.04773</c:v>
                </c:pt>
                <c:pt idx="7270">
                  <c:v>117.95972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2B0-41D1-9ABE-A046B9F6258F}"/>
            </c:ext>
          </c:extLst>
        </c:ser>
        <c:ser>
          <c:idx val="3"/>
          <c:order val="3"/>
          <c:tx>
            <c:strRef>
              <c:f>'DL-Model'!$AQ$1</c:f>
              <c:strCache>
                <c:ptCount val="1"/>
                <c:pt idx="0">
                  <c:v>T_sw_Opti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'DL-Model'!$AQ$2:$AQ$7272</c:f>
              <c:numCache>
                <c:formatCode>General</c:formatCode>
                <c:ptCount val="7271"/>
                <c:pt idx="0">
                  <c:v>38.755898000000002</c:v>
                </c:pt>
                <c:pt idx="1">
                  <c:v>38.689362000000003</c:v>
                </c:pt>
                <c:pt idx="2">
                  <c:v>38.617584000000001</c:v>
                </c:pt>
                <c:pt idx="3">
                  <c:v>38.620361000000003</c:v>
                </c:pt>
                <c:pt idx="4">
                  <c:v>38.676163000000003</c:v>
                </c:pt>
                <c:pt idx="5">
                  <c:v>38.683781000000003</c:v>
                </c:pt>
                <c:pt idx="6">
                  <c:v>38.733573999999997</c:v>
                </c:pt>
                <c:pt idx="7">
                  <c:v>38.740326000000003</c:v>
                </c:pt>
                <c:pt idx="8">
                  <c:v>38.683211999999997</c:v>
                </c:pt>
                <c:pt idx="9">
                  <c:v>38.583869999999997</c:v>
                </c:pt>
                <c:pt idx="10">
                  <c:v>38.493954000000002</c:v>
                </c:pt>
                <c:pt idx="11">
                  <c:v>38.358398000000001</c:v>
                </c:pt>
                <c:pt idx="12">
                  <c:v>38.187438999999998</c:v>
                </c:pt>
                <c:pt idx="13">
                  <c:v>37.985064999999999</c:v>
                </c:pt>
                <c:pt idx="14">
                  <c:v>37.811473999999997</c:v>
                </c:pt>
                <c:pt idx="15">
                  <c:v>37.591701999999998</c:v>
                </c:pt>
                <c:pt idx="16">
                  <c:v>37.363892</c:v>
                </c:pt>
                <c:pt idx="17">
                  <c:v>37.193939</c:v>
                </c:pt>
                <c:pt idx="18">
                  <c:v>37.077393000000001</c:v>
                </c:pt>
                <c:pt idx="19">
                  <c:v>37.025066000000002</c:v>
                </c:pt>
                <c:pt idx="20">
                  <c:v>37.034336000000003</c:v>
                </c:pt>
                <c:pt idx="21">
                  <c:v>37.124245000000002</c:v>
                </c:pt>
                <c:pt idx="22">
                  <c:v>37.295180999999999</c:v>
                </c:pt>
                <c:pt idx="23">
                  <c:v>37.555691000000003</c:v>
                </c:pt>
                <c:pt idx="24">
                  <c:v>37.792141000000001</c:v>
                </c:pt>
                <c:pt idx="25">
                  <c:v>38.025204000000002</c:v>
                </c:pt>
                <c:pt idx="26">
                  <c:v>38.265408000000001</c:v>
                </c:pt>
                <c:pt idx="27">
                  <c:v>38.422291000000001</c:v>
                </c:pt>
                <c:pt idx="28">
                  <c:v>38.498069999999998</c:v>
                </c:pt>
                <c:pt idx="29">
                  <c:v>38.597050000000003</c:v>
                </c:pt>
                <c:pt idx="30">
                  <c:v>38.694664000000003</c:v>
                </c:pt>
                <c:pt idx="31">
                  <c:v>38.740051000000001</c:v>
                </c:pt>
                <c:pt idx="32">
                  <c:v>38.752785000000003</c:v>
                </c:pt>
                <c:pt idx="33">
                  <c:v>38.707839999999997</c:v>
                </c:pt>
                <c:pt idx="34">
                  <c:v>38.695877000000003</c:v>
                </c:pt>
                <c:pt idx="35">
                  <c:v>38.672165</c:v>
                </c:pt>
                <c:pt idx="36">
                  <c:v>38.60754</c:v>
                </c:pt>
                <c:pt idx="37">
                  <c:v>38.573028999999998</c:v>
                </c:pt>
                <c:pt idx="38">
                  <c:v>38.578502999999998</c:v>
                </c:pt>
                <c:pt idx="39">
                  <c:v>38.618628999999999</c:v>
                </c:pt>
                <c:pt idx="40">
                  <c:v>38.701103000000003</c:v>
                </c:pt>
                <c:pt idx="41">
                  <c:v>38.761955</c:v>
                </c:pt>
                <c:pt idx="42">
                  <c:v>38.758094999999997</c:v>
                </c:pt>
                <c:pt idx="43">
                  <c:v>38.814757999999998</c:v>
                </c:pt>
                <c:pt idx="44">
                  <c:v>38.886482000000001</c:v>
                </c:pt>
                <c:pt idx="45">
                  <c:v>38.975388000000002</c:v>
                </c:pt>
                <c:pt idx="46">
                  <c:v>39.085124999999998</c:v>
                </c:pt>
                <c:pt idx="47">
                  <c:v>39.201256000000001</c:v>
                </c:pt>
                <c:pt idx="48">
                  <c:v>39.291114999999998</c:v>
                </c:pt>
                <c:pt idx="49">
                  <c:v>39.425708999999998</c:v>
                </c:pt>
                <c:pt idx="50">
                  <c:v>39.580441</c:v>
                </c:pt>
                <c:pt idx="51">
                  <c:v>39.722054</c:v>
                </c:pt>
                <c:pt idx="52">
                  <c:v>39.870514</c:v>
                </c:pt>
                <c:pt idx="53">
                  <c:v>40.020535000000002</c:v>
                </c:pt>
                <c:pt idx="54">
                  <c:v>40.176979000000003</c:v>
                </c:pt>
                <c:pt idx="55">
                  <c:v>40.317486000000002</c:v>
                </c:pt>
                <c:pt idx="56">
                  <c:v>40.458148999999999</c:v>
                </c:pt>
                <c:pt idx="57">
                  <c:v>40.639232999999997</c:v>
                </c:pt>
                <c:pt idx="58">
                  <c:v>40.850535999999998</c:v>
                </c:pt>
                <c:pt idx="59">
                  <c:v>41.058014</c:v>
                </c:pt>
                <c:pt idx="60">
                  <c:v>41.236575999999999</c:v>
                </c:pt>
                <c:pt idx="61">
                  <c:v>41.385280999999999</c:v>
                </c:pt>
                <c:pt idx="62">
                  <c:v>41.487022000000003</c:v>
                </c:pt>
                <c:pt idx="63">
                  <c:v>41.571472</c:v>
                </c:pt>
                <c:pt idx="64">
                  <c:v>41.665622999999997</c:v>
                </c:pt>
                <c:pt idx="65">
                  <c:v>41.761432999999997</c:v>
                </c:pt>
                <c:pt idx="66">
                  <c:v>41.825726000000003</c:v>
                </c:pt>
                <c:pt idx="67">
                  <c:v>41.910415999999998</c:v>
                </c:pt>
                <c:pt idx="68">
                  <c:v>42.003681</c:v>
                </c:pt>
                <c:pt idx="69">
                  <c:v>42.118926999999999</c:v>
                </c:pt>
                <c:pt idx="70">
                  <c:v>42.263111000000002</c:v>
                </c:pt>
                <c:pt idx="71">
                  <c:v>42.410187000000001</c:v>
                </c:pt>
                <c:pt idx="72">
                  <c:v>42.563797000000001</c:v>
                </c:pt>
                <c:pt idx="73">
                  <c:v>42.734760000000001</c:v>
                </c:pt>
                <c:pt idx="74">
                  <c:v>42.943500999999998</c:v>
                </c:pt>
                <c:pt idx="75">
                  <c:v>43.168197999999997</c:v>
                </c:pt>
                <c:pt idx="76">
                  <c:v>43.388809000000002</c:v>
                </c:pt>
                <c:pt idx="77">
                  <c:v>43.601452000000002</c:v>
                </c:pt>
                <c:pt idx="78">
                  <c:v>43.821480000000001</c:v>
                </c:pt>
                <c:pt idx="79">
                  <c:v>44.013953999999998</c:v>
                </c:pt>
                <c:pt idx="80">
                  <c:v>44.145637999999998</c:v>
                </c:pt>
                <c:pt idx="81">
                  <c:v>44.195762999999999</c:v>
                </c:pt>
                <c:pt idx="82">
                  <c:v>44.215117999999997</c:v>
                </c:pt>
                <c:pt idx="83">
                  <c:v>44.243374000000003</c:v>
                </c:pt>
                <c:pt idx="84">
                  <c:v>44.287745999999999</c:v>
                </c:pt>
                <c:pt idx="85">
                  <c:v>44.343497999999997</c:v>
                </c:pt>
                <c:pt idx="86">
                  <c:v>44.417709000000002</c:v>
                </c:pt>
                <c:pt idx="87">
                  <c:v>44.523829999999997</c:v>
                </c:pt>
                <c:pt idx="88">
                  <c:v>44.648003000000003</c:v>
                </c:pt>
                <c:pt idx="89">
                  <c:v>44.789783</c:v>
                </c:pt>
                <c:pt idx="90">
                  <c:v>45.028511000000002</c:v>
                </c:pt>
                <c:pt idx="91">
                  <c:v>45.337021</c:v>
                </c:pt>
                <c:pt idx="92">
                  <c:v>45.664974000000001</c:v>
                </c:pt>
                <c:pt idx="93">
                  <c:v>45.969532000000001</c:v>
                </c:pt>
                <c:pt idx="94">
                  <c:v>46.222133999999997</c:v>
                </c:pt>
                <c:pt idx="95">
                  <c:v>46.405788000000001</c:v>
                </c:pt>
                <c:pt idx="96">
                  <c:v>46.537070999999997</c:v>
                </c:pt>
                <c:pt idx="97">
                  <c:v>46.616562000000002</c:v>
                </c:pt>
                <c:pt idx="98">
                  <c:v>46.616866999999999</c:v>
                </c:pt>
                <c:pt idx="99">
                  <c:v>46.535034000000003</c:v>
                </c:pt>
                <c:pt idx="100">
                  <c:v>46.387829000000004</c:v>
                </c:pt>
                <c:pt idx="101">
                  <c:v>46.265396000000003</c:v>
                </c:pt>
                <c:pt idx="102">
                  <c:v>46.132396999999997</c:v>
                </c:pt>
                <c:pt idx="103">
                  <c:v>45.998534999999997</c:v>
                </c:pt>
                <c:pt idx="104">
                  <c:v>45.907406000000002</c:v>
                </c:pt>
                <c:pt idx="105">
                  <c:v>45.826641000000002</c:v>
                </c:pt>
                <c:pt idx="106">
                  <c:v>45.780192999999997</c:v>
                </c:pt>
                <c:pt idx="107">
                  <c:v>45.678921000000003</c:v>
                </c:pt>
                <c:pt idx="108">
                  <c:v>45.614491000000001</c:v>
                </c:pt>
                <c:pt idx="109">
                  <c:v>45.611057000000002</c:v>
                </c:pt>
                <c:pt idx="110">
                  <c:v>45.615470999999999</c:v>
                </c:pt>
                <c:pt idx="111">
                  <c:v>45.649512999999999</c:v>
                </c:pt>
                <c:pt idx="112">
                  <c:v>45.712929000000003</c:v>
                </c:pt>
                <c:pt idx="113">
                  <c:v>45.795284000000002</c:v>
                </c:pt>
                <c:pt idx="114">
                  <c:v>45.869529999999997</c:v>
                </c:pt>
                <c:pt idx="115">
                  <c:v>45.941383000000002</c:v>
                </c:pt>
                <c:pt idx="116">
                  <c:v>46.027701999999998</c:v>
                </c:pt>
                <c:pt idx="117">
                  <c:v>46.112862</c:v>
                </c:pt>
                <c:pt idx="118">
                  <c:v>46.200996000000004</c:v>
                </c:pt>
                <c:pt idx="119">
                  <c:v>46.328032999999998</c:v>
                </c:pt>
                <c:pt idx="120">
                  <c:v>46.486488000000001</c:v>
                </c:pt>
                <c:pt idx="121">
                  <c:v>46.671908999999999</c:v>
                </c:pt>
                <c:pt idx="122">
                  <c:v>46.848464999999997</c:v>
                </c:pt>
                <c:pt idx="123">
                  <c:v>47.022056999999997</c:v>
                </c:pt>
                <c:pt idx="124">
                  <c:v>47.234912999999999</c:v>
                </c:pt>
                <c:pt idx="125">
                  <c:v>47.528796999999997</c:v>
                </c:pt>
                <c:pt idx="126">
                  <c:v>47.912135999999997</c:v>
                </c:pt>
                <c:pt idx="127">
                  <c:v>48.333213999999998</c:v>
                </c:pt>
                <c:pt idx="128">
                  <c:v>48.809699999999999</c:v>
                </c:pt>
                <c:pt idx="129">
                  <c:v>49.268768000000001</c:v>
                </c:pt>
                <c:pt idx="130">
                  <c:v>49.631771000000001</c:v>
                </c:pt>
                <c:pt idx="131">
                  <c:v>49.936432000000003</c:v>
                </c:pt>
                <c:pt idx="132">
                  <c:v>50.247306999999999</c:v>
                </c:pt>
                <c:pt idx="133">
                  <c:v>50.573996999999999</c:v>
                </c:pt>
                <c:pt idx="134">
                  <c:v>50.834969000000001</c:v>
                </c:pt>
                <c:pt idx="135">
                  <c:v>51.000670999999997</c:v>
                </c:pt>
                <c:pt idx="136">
                  <c:v>51.136875000000003</c:v>
                </c:pt>
                <c:pt idx="137">
                  <c:v>51.322772999999998</c:v>
                </c:pt>
                <c:pt idx="138">
                  <c:v>51.588878999999999</c:v>
                </c:pt>
                <c:pt idx="139">
                  <c:v>51.914104000000002</c:v>
                </c:pt>
                <c:pt idx="140">
                  <c:v>52.260643000000002</c:v>
                </c:pt>
                <c:pt idx="141">
                  <c:v>52.626246999999999</c:v>
                </c:pt>
                <c:pt idx="142">
                  <c:v>52.996879999999997</c:v>
                </c:pt>
                <c:pt idx="143">
                  <c:v>53.342281</c:v>
                </c:pt>
                <c:pt idx="144">
                  <c:v>53.679988999999999</c:v>
                </c:pt>
                <c:pt idx="145">
                  <c:v>54.043514000000002</c:v>
                </c:pt>
                <c:pt idx="146">
                  <c:v>54.417167999999997</c:v>
                </c:pt>
                <c:pt idx="147">
                  <c:v>54.822895000000003</c:v>
                </c:pt>
                <c:pt idx="148">
                  <c:v>55.300269999999998</c:v>
                </c:pt>
                <c:pt idx="149">
                  <c:v>55.652358999999997</c:v>
                </c:pt>
                <c:pt idx="150">
                  <c:v>55.948833</c:v>
                </c:pt>
                <c:pt idx="151">
                  <c:v>56.434840999999999</c:v>
                </c:pt>
                <c:pt idx="152">
                  <c:v>56.859512000000002</c:v>
                </c:pt>
                <c:pt idx="153">
                  <c:v>57.025356000000002</c:v>
                </c:pt>
                <c:pt idx="154">
                  <c:v>57.151927999999998</c:v>
                </c:pt>
                <c:pt idx="155">
                  <c:v>57.321753999999999</c:v>
                </c:pt>
                <c:pt idx="156">
                  <c:v>57.675251000000003</c:v>
                </c:pt>
                <c:pt idx="157">
                  <c:v>58.207199000000003</c:v>
                </c:pt>
                <c:pt idx="158">
                  <c:v>58.597332000000002</c:v>
                </c:pt>
                <c:pt idx="159">
                  <c:v>58.832374999999999</c:v>
                </c:pt>
                <c:pt idx="160">
                  <c:v>58.939219999999999</c:v>
                </c:pt>
                <c:pt idx="161">
                  <c:v>58.955047999999998</c:v>
                </c:pt>
                <c:pt idx="162">
                  <c:v>58.92662</c:v>
                </c:pt>
                <c:pt idx="163">
                  <c:v>58.875503999999999</c:v>
                </c:pt>
                <c:pt idx="164">
                  <c:v>58.821503</c:v>
                </c:pt>
                <c:pt idx="165">
                  <c:v>58.750683000000002</c:v>
                </c:pt>
                <c:pt idx="166">
                  <c:v>58.652554000000002</c:v>
                </c:pt>
                <c:pt idx="167">
                  <c:v>58.545231000000001</c:v>
                </c:pt>
                <c:pt idx="168">
                  <c:v>58.452564000000002</c:v>
                </c:pt>
                <c:pt idx="169">
                  <c:v>58.339539000000002</c:v>
                </c:pt>
                <c:pt idx="170">
                  <c:v>58.282578000000001</c:v>
                </c:pt>
                <c:pt idx="171">
                  <c:v>58.286129000000003</c:v>
                </c:pt>
                <c:pt idx="172">
                  <c:v>58.307136999999997</c:v>
                </c:pt>
                <c:pt idx="173">
                  <c:v>58.289917000000003</c:v>
                </c:pt>
                <c:pt idx="174">
                  <c:v>58.244675000000001</c:v>
                </c:pt>
                <c:pt idx="175">
                  <c:v>58.189484</c:v>
                </c:pt>
                <c:pt idx="176">
                  <c:v>58.127212999999998</c:v>
                </c:pt>
                <c:pt idx="177">
                  <c:v>58.056313000000003</c:v>
                </c:pt>
                <c:pt idx="178">
                  <c:v>57.970618999999999</c:v>
                </c:pt>
                <c:pt idx="179">
                  <c:v>57.871017000000002</c:v>
                </c:pt>
                <c:pt idx="180">
                  <c:v>57.769317999999998</c:v>
                </c:pt>
                <c:pt idx="181">
                  <c:v>57.656959999999998</c:v>
                </c:pt>
                <c:pt idx="182">
                  <c:v>57.544445000000003</c:v>
                </c:pt>
                <c:pt idx="183">
                  <c:v>57.450668</c:v>
                </c:pt>
                <c:pt idx="184">
                  <c:v>57.362769999999998</c:v>
                </c:pt>
                <c:pt idx="185">
                  <c:v>57.274574000000001</c:v>
                </c:pt>
                <c:pt idx="186">
                  <c:v>57.192146000000001</c:v>
                </c:pt>
                <c:pt idx="187">
                  <c:v>57.095481999999997</c:v>
                </c:pt>
                <c:pt idx="188">
                  <c:v>56.978923999999999</c:v>
                </c:pt>
                <c:pt idx="189">
                  <c:v>56.853065000000001</c:v>
                </c:pt>
                <c:pt idx="190">
                  <c:v>56.752625000000002</c:v>
                </c:pt>
                <c:pt idx="191">
                  <c:v>56.667313</c:v>
                </c:pt>
                <c:pt idx="192">
                  <c:v>56.643062999999998</c:v>
                </c:pt>
                <c:pt idx="193">
                  <c:v>56.691315000000003</c:v>
                </c:pt>
                <c:pt idx="194">
                  <c:v>56.768791</c:v>
                </c:pt>
                <c:pt idx="195">
                  <c:v>56.830173000000002</c:v>
                </c:pt>
                <c:pt idx="196">
                  <c:v>56.899054999999997</c:v>
                </c:pt>
                <c:pt idx="197">
                  <c:v>57.044502000000001</c:v>
                </c:pt>
                <c:pt idx="198">
                  <c:v>57.239285000000002</c:v>
                </c:pt>
                <c:pt idx="199">
                  <c:v>57.398102000000002</c:v>
                </c:pt>
                <c:pt idx="200">
                  <c:v>57.627285000000001</c:v>
                </c:pt>
                <c:pt idx="201">
                  <c:v>58.056179</c:v>
                </c:pt>
                <c:pt idx="202">
                  <c:v>58.516975000000002</c:v>
                </c:pt>
                <c:pt idx="203">
                  <c:v>58.959339</c:v>
                </c:pt>
                <c:pt idx="204">
                  <c:v>59.537838000000001</c:v>
                </c:pt>
                <c:pt idx="205">
                  <c:v>60.125926999999997</c:v>
                </c:pt>
                <c:pt idx="206">
                  <c:v>60.470585</c:v>
                </c:pt>
                <c:pt idx="207">
                  <c:v>60.754317999999998</c:v>
                </c:pt>
                <c:pt idx="208">
                  <c:v>61.086711999999999</c:v>
                </c:pt>
                <c:pt idx="209">
                  <c:v>61.417118000000002</c:v>
                </c:pt>
                <c:pt idx="210">
                  <c:v>61.734572999999997</c:v>
                </c:pt>
                <c:pt idx="211">
                  <c:v>62.042076000000002</c:v>
                </c:pt>
                <c:pt idx="212">
                  <c:v>62.314574999999998</c:v>
                </c:pt>
                <c:pt idx="213">
                  <c:v>62.486911999999997</c:v>
                </c:pt>
                <c:pt idx="214">
                  <c:v>62.648014000000003</c:v>
                </c:pt>
                <c:pt idx="215">
                  <c:v>62.853859</c:v>
                </c:pt>
                <c:pt idx="216">
                  <c:v>63.105418999999998</c:v>
                </c:pt>
                <c:pt idx="217">
                  <c:v>63.357123999999999</c:v>
                </c:pt>
                <c:pt idx="218">
                  <c:v>63.596393999999997</c:v>
                </c:pt>
                <c:pt idx="219">
                  <c:v>64.063850000000002</c:v>
                </c:pt>
                <c:pt idx="220">
                  <c:v>64.579216000000002</c:v>
                </c:pt>
                <c:pt idx="221">
                  <c:v>64.914589000000007</c:v>
                </c:pt>
                <c:pt idx="222">
                  <c:v>65.147864999999996</c:v>
                </c:pt>
                <c:pt idx="223">
                  <c:v>65.316695999999993</c:v>
                </c:pt>
                <c:pt idx="224">
                  <c:v>65.347533999999996</c:v>
                </c:pt>
                <c:pt idx="225">
                  <c:v>65.260993999999997</c:v>
                </c:pt>
                <c:pt idx="226">
                  <c:v>65.105750999999998</c:v>
                </c:pt>
                <c:pt idx="227">
                  <c:v>64.897728000000001</c:v>
                </c:pt>
                <c:pt idx="228">
                  <c:v>64.661681999999999</c:v>
                </c:pt>
                <c:pt idx="229">
                  <c:v>64.428451999999993</c:v>
                </c:pt>
                <c:pt idx="230">
                  <c:v>64.178962999999996</c:v>
                </c:pt>
                <c:pt idx="231">
                  <c:v>63.918488000000004</c:v>
                </c:pt>
                <c:pt idx="232">
                  <c:v>63.665343999999997</c:v>
                </c:pt>
                <c:pt idx="233">
                  <c:v>63.391193000000001</c:v>
                </c:pt>
                <c:pt idx="234">
                  <c:v>63.132015000000003</c:v>
                </c:pt>
                <c:pt idx="235">
                  <c:v>62.884467999999998</c:v>
                </c:pt>
                <c:pt idx="236">
                  <c:v>62.658347999999997</c:v>
                </c:pt>
                <c:pt idx="237">
                  <c:v>62.455962999999997</c:v>
                </c:pt>
                <c:pt idx="238">
                  <c:v>62.263762999999997</c:v>
                </c:pt>
                <c:pt idx="239">
                  <c:v>62.085223999999997</c:v>
                </c:pt>
                <c:pt idx="240">
                  <c:v>61.920414000000001</c:v>
                </c:pt>
                <c:pt idx="241">
                  <c:v>61.741672999999999</c:v>
                </c:pt>
                <c:pt idx="242">
                  <c:v>61.530106000000004</c:v>
                </c:pt>
                <c:pt idx="243">
                  <c:v>61.277470000000001</c:v>
                </c:pt>
                <c:pt idx="244">
                  <c:v>61.024890999999997</c:v>
                </c:pt>
                <c:pt idx="245">
                  <c:v>60.834384999999997</c:v>
                </c:pt>
                <c:pt idx="246">
                  <c:v>60.689812000000003</c:v>
                </c:pt>
                <c:pt idx="247">
                  <c:v>60.546326000000001</c:v>
                </c:pt>
                <c:pt idx="248">
                  <c:v>60.423923000000002</c:v>
                </c:pt>
                <c:pt idx="249">
                  <c:v>60.340096000000003</c:v>
                </c:pt>
                <c:pt idx="250">
                  <c:v>60.281281</c:v>
                </c:pt>
                <c:pt idx="251">
                  <c:v>60.211891000000001</c:v>
                </c:pt>
                <c:pt idx="252">
                  <c:v>60.138725000000001</c:v>
                </c:pt>
                <c:pt idx="253">
                  <c:v>60.097340000000003</c:v>
                </c:pt>
                <c:pt idx="254">
                  <c:v>60.076262999999997</c:v>
                </c:pt>
                <c:pt idx="255">
                  <c:v>60.048695000000002</c:v>
                </c:pt>
                <c:pt idx="256">
                  <c:v>60.010345000000001</c:v>
                </c:pt>
                <c:pt idx="257">
                  <c:v>59.959732000000002</c:v>
                </c:pt>
                <c:pt idx="258">
                  <c:v>59.901997000000001</c:v>
                </c:pt>
                <c:pt idx="259">
                  <c:v>59.833674999999999</c:v>
                </c:pt>
                <c:pt idx="260">
                  <c:v>59.753056000000001</c:v>
                </c:pt>
                <c:pt idx="261">
                  <c:v>59.674396999999999</c:v>
                </c:pt>
                <c:pt idx="262">
                  <c:v>59.592284999999997</c:v>
                </c:pt>
                <c:pt idx="263">
                  <c:v>59.503300000000003</c:v>
                </c:pt>
                <c:pt idx="264">
                  <c:v>59.421805999999997</c:v>
                </c:pt>
                <c:pt idx="265">
                  <c:v>59.364857000000001</c:v>
                </c:pt>
                <c:pt idx="266">
                  <c:v>59.324038999999999</c:v>
                </c:pt>
                <c:pt idx="267">
                  <c:v>59.306789000000002</c:v>
                </c:pt>
                <c:pt idx="268">
                  <c:v>59.340919</c:v>
                </c:pt>
                <c:pt idx="269">
                  <c:v>59.446491000000002</c:v>
                </c:pt>
                <c:pt idx="270">
                  <c:v>59.581901999999999</c:v>
                </c:pt>
                <c:pt idx="271">
                  <c:v>59.709632999999997</c:v>
                </c:pt>
                <c:pt idx="272">
                  <c:v>59.844090000000001</c:v>
                </c:pt>
                <c:pt idx="273">
                  <c:v>60.036915</c:v>
                </c:pt>
                <c:pt idx="274">
                  <c:v>60.268008999999999</c:v>
                </c:pt>
                <c:pt idx="275">
                  <c:v>60.447173999999997</c:v>
                </c:pt>
                <c:pt idx="276">
                  <c:v>60.568702999999999</c:v>
                </c:pt>
                <c:pt idx="277">
                  <c:v>60.689945000000002</c:v>
                </c:pt>
                <c:pt idx="278">
                  <c:v>60.829613000000002</c:v>
                </c:pt>
                <c:pt idx="279">
                  <c:v>60.930625999999997</c:v>
                </c:pt>
                <c:pt idx="280">
                  <c:v>61.023453000000003</c:v>
                </c:pt>
                <c:pt idx="281">
                  <c:v>61.185462999999999</c:v>
                </c:pt>
                <c:pt idx="282">
                  <c:v>61.436557999999998</c:v>
                </c:pt>
                <c:pt idx="283">
                  <c:v>61.560142999999997</c:v>
                </c:pt>
                <c:pt idx="284">
                  <c:v>61.626682000000002</c:v>
                </c:pt>
                <c:pt idx="285">
                  <c:v>61.843142999999998</c:v>
                </c:pt>
                <c:pt idx="286">
                  <c:v>62.100406999999997</c:v>
                </c:pt>
                <c:pt idx="287">
                  <c:v>62.306792999999999</c:v>
                </c:pt>
                <c:pt idx="288">
                  <c:v>62.460545000000003</c:v>
                </c:pt>
                <c:pt idx="289">
                  <c:v>62.746929000000002</c:v>
                </c:pt>
                <c:pt idx="290">
                  <c:v>63.300063999999999</c:v>
                </c:pt>
                <c:pt idx="291">
                  <c:v>63.782375000000002</c:v>
                </c:pt>
                <c:pt idx="292">
                  <c:v>64.092444999999998</c:v>
                </c:pt>
                <c:pt idx="293">
                  <c:v>64.282227000000006</c:v>
                </c:pt>
                <c:pt idx="294">
                  <c:v>64.588050999999993</c:v>
                </c:pt>
                <c:pt idx="295">
                  <c:v>65.096230000000006</c:v>
                </c:pt>
                <c:pt idx="296">
                  <c:v>65.788239000000004</c:v>
                </c:pt>
                <c:pt idx="297">
                  <c:v>66.366066000000004</c:v>
                </c:pt>
                <c:pt idx="298">
                  <c:v>66.730086999999997</c:v>
                </c:pt>
                <c:pt idx="299">
                  <c:v>67.051322999999996</c:v>
                </c:pt>
                <c:pt idx="300">
                  <c:v>67.249420000000001</c:v>
                </c:pt>
                <c:pt idx="301">
                  <c:v>67.281761000000003</c:v>
                </c:pt>
                <c:pt idx="302">
                  <c:v>67.208054000000004</c:v>
                </c:pt>
                <c:pt idx="303">
                  <c:v>66.998054999999994</c:v>
                </c:pt>
                <c:pt idx="304">
                  <c:v>66.697136</c:v>
                </c:pt>
                <c:pt idx="305">
                  <c:v>66.340369999999993</c:v>
                </c:pt>
                <c:pt idx="306">
                  <c:v>65.956931999999995</c:v>
                </c:pt>
                <c:pt idx="307">
                  <c:v>65.605461000000005</c:v>
                </c:pt>
                <c:pt idx="308">
                  <c:v>65.293777000000006</c:v>
                </c:pt>
                <c:pt idx="309">
                  <c:v>64.999656999999999</c:v>
                </c:pt>
                <c:pt idx="310">
                  <c:v>64.706474</c:v>
                </c:pt>
                <c:pt idx="311">
                  <c:v>64.366257000000004</c:v>
                </c:pt>
                <c:pt idx="312">
                  <c:v>63.946213</c:v>
                </c:pt>
                <c:pt idx="313">
                  <c:v>63.593207999999997</c:v>
                </c:pt>
                <c:pt idx="314">
                  <c:v>63.291443000000001</c:v>
                </c:pt>
                <c:pt idx="315">
                  <c:v>63.026595999999998</c:v>
                </c:pt>
                <c:pt idx="316">
                  <c:v>62.809669</c:v>
                </c:pt>
                <c:pt idx="317">
                  <c:v>62.637287000000001</c:v>
                </c:pt>
                <c:pt idx="318">
                  <c:v>62.495612999999999</c:v>
                </c:pt>
                <c:pt idx="319">
                  <c:v>62.325763999999999</c:v>
                </c:pt>
                <c:pt idx="320">
                  <c:v>62.176639999999999</c:v>
                </c:pt>
                <c:pt idx="321">
                  <c:v>62.043438000000002</c:v>
                </c:pt>
                <c:pt idx="322">
                  <c:v>61.927807000000001</c:v>
                </c:pt>
                <c:pt idx="323">
                  <c:v>61.834598999999997</c:v>
                </c:pt>
                <c:pt idx="324">
                  <c:v>61.701518999999998</c:v>
                </c:pt>
                <c:pt idx="325">
                  <c:v>61.500915999999997</c:v>
                </c:pt>
                <c:pt idx="326">
                  <c:v>61.336872</c:v>
                </c:pt>
                <c:pt idx="327">
                  <c:v>61.168574999999997</c:v>
                </c:pt>
                <c:pt idx="328">
                  <c:v>61.019722000000002</c:v>
                </c:pt>
                <c:pt idx="329">
                  <c:v>60.908405000000002</c:v>
                </c:pt>
                <c:pt idx="330">
                  <c:v>60.806342999999998</c:v>
                </c:pt>
                <c:pt idx="331">
                  <c:v>60.671107999999997</c:v>
                </c:pt>
                <c:pt idx="332">
                  <c:v>60.514923000000003</c:v>
                </c:pt>
                <c:pt idx="333">
                  <c:v>60.321381000000002</c:v>
                </c:pt>
                <c:pt idx="334">
                  <c:v>60.188274</c:v>
                </c:pt>
                <c:pt idx="335">
                  <c:v>60.139000000000003</c:v>
                </c:pt>
                <c:pt idx="336">
                  <c:v>60.126613999999996</c:v>
                </c:pt>
                <c:pt idx="337">
                  <c:v>60.087589000000001</c:v>
                </c:pt>
                <c:pt idx="338">
                  <c:v>60.072361000000001</c:v>
                </c:pt>
                <c:pt idx="339">
                  <c:v>60.079318999999998</c:v>
                </c:pt>
                <c:pt idx="340">
                  <c:v>60.07423</c:v>
                </c:pt>
                <c:pt idx="341">
                  <c:v>60.073512999999998</c:v>
                </c:pt>
                <c:pt idx="342">
                  <c:v>60.070908000000003</c:v>
                </c:pt>
                <c:pt idx="343">
                  <c:v>60.054802000000002</c:v>
                </c:pt>
                <c:pt idx="344">
                  <c:v>60.055798000000003</c:v>
                </c:pt>
                <c:pt idx="345">
                  <c:v>60.059581999999999</c:v>
                </c:pt>
                <c:pt idx="346">
                  <c:v>60.047103999999997</c:v>
                </c:pt>
                <c:pt idx="347">
                  <c:v>60.043854000000003</c:v>
                </c:pt>
                <c:pt idx="348">
                  <c:v>59.925941000000002</c:v>
                </c:pt>
                <c:pt idx="349">
                  <c:v>59.699154</c:v>
                </c:pt>
                <c:pt idx="350">
                  <c:v>59.496451999999998</c:v>
                </c:pt>
                <c:pt idx="351">
                  <c:v>59.427157999999999</c:v>
                </c:pt>
                <c:pt idx="352">
                  <c:v>59.563133000000001</c:v>
                </c:pt>
                <c:pt idx="353">
                  <c:v>59.731715999999999</c:v>
                </c:pt>
                <c:pt idx="354">
                  <c:v>59.968544000000001</c:v>
                </c:pt>
                <c:pt idx="355">
                  <c:v>60.387188000000002</c:v>
                </c:pt>
                <c:pt idx="356">
                  <c:v>60.983006000000003</c:v>
                </c:pt>
                <c:pt idx="357">
                  <c:v>61.674621999999999</c:v>
                </c:pt>
                <c:pt idx="358">
                  <c:v>62.190018000000002</c:v>
                </c:pt>
                <c:pt idx="359">
                  <c:v>62.544018000000001</c:v>
                </c:pt>
                <c:pt idx="360">
                  <c:v>62.735652999999999</c:v>
                </c:pt>
                <c:pt idx="361">
                  <c:v>62.819626</c:v>
                </c:pt>
                <c:pt idx="362">
                  <c:v>62.852637999999999</c:v>
                </c:pt>
                <c:pt idx="363">
                  <c:v>62.861995999999998</c:v>
                </c:pt>
                <c:pt idx="364">
                  <c:v>62.911026</c:v>
                </c:pt>
                <c:pt idx="365">
                  <c:v>63.128860000000003</c:v>
                </c:pt>
                <c:pt idx="366">
                  <c:v>63.452457000000003</c:v>
                </c:pt>
                <c:pt idx="367">
                  <c:v>63.612578999999997</c:v>
                </c:pt>
                <c:pt idx="368">
                  <c:v>63.549351000000001</c:v>
                </c:pt>
                <c:pt idx="369">
                  <c:v>63.524718999999997</c:v>
                </c:pt>
                <c:pt idx="370">
                  <c:v>63.585208999999999</c:v>
                </c:pt>
                <c:pt idx="371">
                  <c:v>63.886360000000003</c:v>
                </c:pt>
                <c:pt idx="372">
                  <c:v>64.393187999999995</c:v>
                </c:pt>
                <c:pt idx="373">
                  <c:v>64.998656999999994</c:v>
                </c:pt>
                <c:pt idx="374">
                  <c:v>65.465514999999996</c:v>
                </c:pt>
                <c:pt idx="375">
                  <c:v>65.75206</c:v>
                </c:pt>
                <c:pt idx="376">
                  <c:v>66.039947999999995</c:v>
                </c:pt>
                <c:pt idx="377">
                  <c:v>66.293639999999996</c:v>
                </c:pt>
                <c:pt idx="378">
                  <c:v>66.432723999999993</c:v>
                </c:pt>
                <c:pt idx="379">
                  <c:v>66.431229000000002</c:v>
                </c:pt>
                <c:pt idx="380">
                  <c:v>66.484375</c:v>
                </c:pt>
                <c:pt idx="381">
                  <c:v>66.567100999999994</c:v>
                </c:pt>
                <c:pt idx="382">
                  <c:v>66.905151000000004</c:v>
                </c:pt>
                <c:pt idx="383">
                  <c:v>67.358917000000005</c:v>
                </c:pt>
                <c:pt idx="384">
                  <c:v>67.713333000000006</c:v>
                </c:pt>
                <c:pt idx="385">
                  <c:v>67.872985999999997</c:v>
                </c:pt>
                <c:pt idx="386">
                  <c:v>68.102294999999998</c:v>
                </c:pt>
                <c:pt idx="387">
                  <c:v>68.510581999999999</c:v>
                </c:pt>
                <c:pt idx="388">
                  <c:v>69.056235999999998</c:v>
                </c:pt>
                <c:pt idx="389">
                  <c:v>69.412216000000001</c:v>
                </c:pt>
                <c:pt idx="390">
                  <c:v>69.572333999999998</c:v>
                </c:pt>
                <c:pt idx="391">
                  <c:v>69.644088999999994</c:v>
                </c:pt>
                <c:pt idx="392">
                  <c:v>69.767432999999997</c:v>
                </c:pt>
                <c:pt idx="393">
                  <c:v>69.937507999999994</c:v>
                </c:pt>
                <c:pt idx="394">
                  <c:v>70.049469000000002</c:v>
                </c:pt>
                <c:pt idx="395">
                  <c:v>70.069823999999997</c:v>
                </c:pt>
                <c:pt idx="396">
                  <c:v>69.998656999999994</c:v>
                </c:pt>
                <c:pt idx="397">
                  <c:v>69.886641999999995</c:v>
                </c:pt>
                <c:pt idx="398">
                  <c:v>69.752769000000001</c:v>
                </c:pt>
                <c:pt idx="399">
                  <c:v>69.730926999999994</c:v>
                </c:pt>
                <c:pt idx="400">
                  <c:v>69.840179000000006</c:v>
                </c:pt>
                <c:pt idx="401">
                  <c:v>70.013535000000005</c:v>
                </c:pt>
                <c:pt idx="402">
                  <c:v>70.144317999999998</c:v>
                </c:pt>
                <c:pt idx="403">
                  <c:v>70.195235999999994</c:v>
                </c:pt>
                <c:pt idx="404">
                  <c:v>70.164360000000002</c:v>
                </c:pt>
                <c:pt idx="405">
                  <c:v>70.099472000000006</c:v>
                </c:pt>
                <c:pt idx="406">
                  <c:v>69.999115000000003</c:v>
                </c:pt>
                <c:pt idx="407">
                  <c:v>69.879677000000001</c:v>
                </c:pt>
                <c:pt idx="408">
                  <c:v>69.752571000000003</c:v>
                </c:pt>
                <c:pt idx="409">
                  <c:v>69.624595999999997</c:v>
                </c:pt>
                <c:pt idx="410">
                  <c:v>69.392677000000006</c:v>
                </c:pt>
                <c:pt idx="411">
                  <c:v>69.158691000000005</c:v>
                </c:pt>
                <c:pt idx="412">
                  <c:v>68.993774000000002</c:v>
                </c:pt>
                <c:pt idx="413">
                  <c:v>68.858924999999999</c:v>
                </c:pt>
                <c:pt idx="414">
                  <c:v>68.885681000000005</c:v>
                </c:pt>
                <c:pt idx="415">
                  <c:v>68.947997999999998</c:v>
                </c:pt>
                <c:pt idx="416">
                  <c:v>69.093468000000001</c:v>
                </c:pt>
                <c:pt idx="417">
                  <c:v>69.297600000000003</c:v>
                </c:pt>
                <c:pt idx="418">
                  <c:v>69.67971</c:v>
                </c:pt>
                <c:pt idx="419">
                  <c:v>70.160270999999995</c:v>
                </c:pt>
                <c:pt idx="420">
                  <c:v>70.652671999999995</c:v>
                </c:pt>
                <c:pt idx="421">
                  <c:v>71.053268000000003</c:v>
                </c:pt>
                <c:pt idx="422">
                  <c:v>71.405792000000005</c:v>
                </c:pt>
                <c:pt idx="423">
                  <c:v>71.702010999999999</c:v>
                </c:pt>
                <c:pt idx="424">
                  <c:v>71.921561999999994</c:v>
                </c:pt>
                <c:pt idx="425">
                  <c:v>72.124015999999997</c:v>
                </c:pt>
                <c:pt idx="426">
                  <c:v>72.247719000000004</c:v>
                </c:pt>
                <c:pt idx="427">
                  <c:v>72.224693000000002</c:v>
                </c:pt>
                <c:pt idx="428">
                  <c:v>72.095116000000004</c:v>
                </c:pt>
                <c:pt idx="429">
                  <c:v>71.874390000000005</c:v>
                </c:pt>
                <c:pt idx="430">
                  <c:v>71.615395000000007</c:v>
                </c:pt>
                <c:pt idx="431">
                  <c:v>71.319327999999999</c:v>
                </c:pt>
                <c:pt idx="432">
                  <c:v>70.982048000000006</c:v>
                </c:pt>
                <c:pt idx="433">
                  <c:v>70.626098999999996</c:v>
                </c:pt>
                <c:pt idx="434">
                  <c:v>70.274101000000002</c:v>
                </c:pt>
                <c:pt idx="435">
                  <c:v>69.946288999999993</c:v>
                </c:pt>
                <c:pt idx="436">
                  <c:v>69.667846999999995</c:v>
                </c:pt>
                <c:pt idx="437">
                  <c:v>69.466576000000003</c:v>
                </c:pt>
                <c:pt idx="438">
                  <c:v>69.299377000000007</c:v>
                </c:pt>
                <c:pt idx="439">
                  <c:v>69.111701999999994</c:v>
                </c:pt>
                <c:pt idx="440">
                  <c:v>68.905212000000006</c:v>
                </c:pt>
                <c:pt idx="441">
                  <c:v>68.658919999999995</c:v>
                </c:pt>
                <c:pt idx="442">
                  <c:v>68.338425000000001</c:v>
                </c:pt>
                <c:pt idx="443">
                  <c:v>68.030510000000007</c:v>
                </c:pt>
                <c:pt idx="444">
                  <c:v>67.809951999999996</c:v>
                </c:pt>
                <c:pt idx="445">
                  <c:v>67.656257999999994</c:v>
                </c:pt>
                <c:pt idx="446">
                  <c:v>67.591865999999996</c:v>
                </c:pt>
                <c:pt idx="447">
                  <c:v>67.547470000000004</c:v>
                </c:pt>
                <c:pt idx="448">
                  <c:v>67.518051</c:v>
                </c:pt>
                <c:pt idx="449">
                  <c:v>67.510704000000004</c:v>
                </c:pt>
                <c:pt idx="450">
                  <c:v>67.488754</c:v>
                </c:pt>
                <c:pt idx="451">
                  <c:v>67.431725</c:v>
                </c:pt>
                <c:pt idx="452">
                  <c:v>67.457138</c:v>
                </c:pt>
                <c:pt idx="453">
                  <c:v>69.210509999999999</c:v>
                </c:pt>
                <c:pt idx="454">
                  <c:v>70.038848999999999</c:v>
                </c:pt>
                <c:pt idx="455">
                  <c:v>69.932343000000003</c:v>
                </c:pt>
                <c:pt idx="456">
                  <c:v>69.654205000000005</c:v>
                </c:pt>
                <c:pt idx="457">
                  <c:v>69.439780999999996</c:v>
                </c:pt>
                <c:pt idx="458">
                  <c:v>69.355209000000002</c:v>
                </c:pt>
                <c:pt idx="459">
                  <c:v>69.415169000000006</c:v>
                </c:pt>
                <c:pt idx="460">
                  <c:v>69.606696999999997</c:v>
                </c:pt>
                <c:pt idx="461">
                  <c:v>69.838158000000007</c:v>
                </c:pt>
                <c:pt idx="462">
                  <c:v>70.015906999999999</c:v>
                </c:pt>
                <c:pt idx="463">
                  <c:v>70.095253</c:v>
                </c:pt>
                <c:pt idx="464">
                  <c:v>70.095016000000001</c:v>
                </c:pt>
                <c:pt idx="465">
                  <c:v>70.018996999999999</c:v>
                </c:pt>
                <c:pt idx="466">
                  <c:v>69.914749</c:v>
                </c:pt>
                <c:pt idx="467">
                  <c:v>69.997855999999999</c:v>
                </c:pt>
                <c:pt idx="468">
                  <c:v>70.168571</c:v>
                </c:pt>
                <c:pt idx="469">
                  <c:v>70.526877999999996</c:v>
                </c:pt>
                <c:pt idx="470">
                  <c:v>70.867988999999994</c:v>
                </c:pt>
                <c:pt idx="471">
                  <c:v>71.117973000000006</c:v>
                </c:pt>
                <c:pt idx="472">
                  <c:v>71.403969000000004</c:v>
                </c:pt>
                <c:pt idx="473">
                  <c:v>71.776916999999997</c:v>
                </c:pt>
                <c:pt idx="474">
                  <c:v>72.192611999999997</c:v>
                </c:pt>
                <c:pt idx="475">
                  <c:v>72.627678000000003</c:v>
                </c:pt>
                <c:pt idx="476">
                  <c:v>72.834259000000003</c:v>
                </c:pt>
                <c:pt idx="477">
                  <c:v>72.903236000000007</c:v>
                </c:pt>
                <c:pt idx="478">
                  <c:v>72.817490000000006</c:v>
                </c:pt>
                <c:pt idx="479">
                  <c:v>72.638710000000003</c:v>
                </c:pt>
                <c:pt idx="480">
                  <c:v>72.430931000000001</c:v>
                </c:pt>
                <c:pt idx="481">
                  <c:v>72.205307000000005</c:v>
                </c:pt>
                <c:pt idx="482">
                  <c:v>72.003426000000005</c:v>
                </c:pt>
                <c:pt idx="483">
                  <c:v>71.848151999999999</c:v>
                </c:pt>
                <c:pt idx="484">
                  <c:v>71.708054000000004</c:v>
                </c:pt>
                <c:pt idx="485">
                  <c:v>71.483879000000002</c:v>
                </c:pt>
                <c:pt idx="486">
                  <c:v>71.176804000000004</c:v>
                </c:pt>
                <c:pt idx="487">
                  <c:v>70.939323000000002</c:v>
                </c:pt>
                <c:pt idx="488">
                  <c:v>70.714729000000005</c:v>
                </c:pt>
                <c:pt idx="489">
                  <c:v>70.656493999999995</c:v>
                </c:pt>
                <c:pt idx="490">
                  <c:v>70.787025</c:v>
                </c:pt>
                <c:pt idx="491">
                  <c:v>70.977112000000005</c:v>
                </c:pt>
                <c:pt idx="492">
                  <c:v>71.253471000000005</c:v>
                </c:pt>
                <c:pt idx="493">
                  <c:v>71.678566000000004</c:v>
                </c:pt>
                <c:pt idx="494">
                  <c:v>72.127814999999998</c:v>
                </c:pt>
                <c:pt idx="495">
                  <c:v>72.513915999999995</c:v>
                </c:pt>
                <c:pt idx="496">
                  <c:v>72.765548999999993</c:v>
                </c:pt>
                <c:pt idx="497">
                  <c:v>72.860550000000003</c:v>
                </c:pt>
                <c:pt idx="498">
                  <c:v>72.839843999999999</c:v>
                </c:pt>
                <c:pt idx="499">
                  <c:v>72.877350000000007</c:v>
                </c:pt>
                <c:pt idx="500">
                  <c:v>73.024178000000006</c:v>
                </c:pt>
                <c:pt idx="501">
                  <c:v>73.210846000000004</c:v>
                </c:pt>
                <c:pt idx="502">
                  <c:v>73.369652000000002</c:v>
                </c:pt>
                <c:pt idx="503">
                  <c:v>73.539023999999998</c:v>
                </c:pt>
                <c:pt idx="504">
                  <c:v>73.816604999999996</c:v>
                </c:pt>
                <c:pt idx="505">
                  <c:v>74.324759999999998</c:v>
                </c:pt>
                <c:pt idx="506">
                  <c:v>74.885681000000005</c:v>
                </c:pt>
                <c:pt idx="507">
                  <c:v>75.326706000000001</c:v>
                </c:pt>
                <c:pt idx="508">
                  <c:v>75.665183999999996</c:v>
                </c:pt>
                <c:pt idx="509">
                  <c:v>75.958549000000005</c:v>
                </c:pt>
                <c:pt idx="510">
                  <c:v>76.131866000000002</c:v>
                </c:pt>
                <c:pt idx="511">
                  <c:v>76.156836999999996</c:v>
                </c:pt>
                <c:pt idx="512">
                  <c:v>75.924385000000001</c:v>
                </c:pt>
                <c:pt idx="513">
                  <c:v>75.750846999999993</c:v>
                </c:pt>
                <c:pt idx="514">
                  <c:v>75.467078999999998</c:v>
                </c:pt>
                <c:pt idx="515">
                  <c:v>75.229468999999995</c:v>
                </c:pt>
                <c:pt idx="516">
                  <c:v>75.132187000000002</c:v>
                </c:pt>
                <c:pt idx="517">
                  <c:v>75.042006999999998</c:v>
                </c:pt>
                <c:pt idx="518">
                  <c:v>74.962845000000002</c:v>
                </c:pt>
                <c:pt idx="519">
                  <c:v>74.578666999999996</c:v>
                </c:pt>
                <c:pt idx="520">
                  <c:v>73.122519999999994</c:v>
                </c:pt>
                <c:pt idx="521">
                  <c:v>71.452888000000002</c:v>
                </c:pt>
                <c:pt idx="522">
                  <c:v>71.310524000000001</c:v>
                </c:pt>
                <c:pt idx="523">
                  <c:v>72.252785000000003</c:v>
                </c:pt>
                <c:pt idx="524">
                  <c:v>73.141739000000001</c:v>
                </c:pt>
                <c:pt idx="525">
                  <c:v>73.535422999999994</c:v>
                </c:pt>
                <c:pt idx="526">
                  <c:v>73.694892999999993</c:v>
                </c:pt>
                <c:pt idx="527">
                  <c:v>73.711250000000007</c:v>
                </c:pt>
                <c:pt idx="528">
                  <c:v>73.676590000000004</c:v>
                </c:pt>
                <c:pt idx="529">
                  <c:v>73.581290999999993</c:v>
                </c:pt>
                <c:pt idx="530">
                  <c:v>73.427895000000007</c:v>
                </c:pt>
                <c:pt idx="531">
                  <c:v>73.296402</c:v>
                </c:pt>
                <c:pt idx="532">
                  <c:v>73.222510999999997</c:v>
                </c:pt>
                <c:pt idx="533">
                  <c:v>73.164901999999998</c:v>
                </c:pt>
                <c:pt idx="534">
                  <c:v>73.141197000000005</c:v>
                </c:pt>
                <c:pt idx="535">
                  <c:v>73.147086999999999</c:v>
                </c:pt>
                <c:pt idx="536">
                  <c:v>73.136573999999996</c:v>
                </c:pt>
                <c:pt idx="537">
                  <c:v>73.120148</c:v>
                </c:pt>
                <c:pt idx="538">
                  <c:v>73.123733999999999</c:v>
                </c:pt>
                <c:pt idx="539">
                  <c:v>73.152953999999994</c:v>
                </c:pt>
                <c:pt idx="540">
                  <c:v>73.160683000000006</c:v>
                </c:pt>
                <c:pt idx="541">
                  <c:v>73.143401999999995</c:v>
                </c:pt>
                <c:pt idx="542">
                  <c:v>73.062599000000006</c:v>
                </c:pt>
                <c:pt idx="543">
                  <c:v>72.942711000000003</c:v>
                </c:pt>
                <c:pt idx="544">
                  <c:v>72.801070999999993</c:v>
                </c:pt>
                <c:pt idx="545">
                  <c:v>72.637573000000003</c:v>
                </c:pt>
                <c:pt idx="546">
                  <c:v>72.366332999999997</c:v>
                </c:pt>
                <c:pt idx="547">
                  <c:v>72.116951</c:v>
                </c:pt>
                <c:pt idx="548">
                  <c:v>72.008399999999995</c:v>
                </c:pt>
                <c:pt idx="549">
                  <c:v>71.964957999999996</c:v>
                </c:pt>
                <c:pt idx="550">
                  <c:v>72.075149999999994</c:v>
                </c:pt>
                <c:pt idx="551">
                  <c:v>72.254807</c:v>
                </c:pt>
                <c:pt idx="552">
                  <c:v>72.446692999999996</c:v>
                </c:pt>
                <c:pt idx="553">
                  <c:v>72.456612000000007</c:v>
                </c:pt>
                <c:pt idx="554">
                  <c:v>72.410865999999999</c:v>
                </c:pt>
                <c:pt idx="555">
                  <c:v>72.154404</c:v>
                </c:pt>
                <c:pt idx="556">
                  <c:v>71.931640999999999</c:v>
                </c:pt>
                <c:pt idx="557">
                  <c:v>71.746407000000005</c:v>
                </c:pt>
                <c:pt idx="558">
                  <c:v>71.546218999999994</c:v>
                </c:pt>
                <c:pt idx="559">
                  <c:v>71.303214999999994</c:v>
                </c:pt>
                <c:pt idx="560">
                  <c:v>71.016884000000005</c:v>
                </c:pt>
                <c:pt idx="561">
                  <c:v>70.710052000000005</c:v>
                </c:pt>
                <c:pt idx="562">
                  <c:v>70.427848999999995</c:v>
                </c:pt>
                <c:pt idx="563">
                  <c:v>70.105643999999998</c:v>
                </c:pt>
                <c:pt idx="564">
                  <c:v>69.827804999999998</c:v>
                </c:pt>
                <c:pt idx="565">
                  <c:v>69.590239999999994</c:v>
                </c:pt>
                <c:pt idx="566">
                  <c:v>69.413680999999997</c:v>
                </c:pt>
                <c:pt idx="567">
                  <c:v>69.284592000000004</c:v>
                </c:pt>
                <c:pt idx="568">
                  <c:v>69.143180999999998</c:v>
                </c:pt>
                <c:pt idx="569">
                  <c:v>68.986427000000006</c:v>
                </c:pt>
                <c:pt idx="570">
                  <c:v>68.882216999999997</c:v>
                </c:pt>
                <c:pt idx="571">
                  <c:v>68.771277999999995</c:v>
                </c:pt>
                <c:pt idx="572">
                  <c:v>68.635413999999997</c:v>
                </c:pt>
                <c:pt idx="573">
                  <c:v>68.526618999999997</c:v>
                </c:pt>
                <c:pt idx="574">
                  <c:v>68.728043</c:v>
                </c:pt>
                <c:pt idx="575">
                  <c:v>66.324493000000004</c:v>
                </c:pt>
                <c:pt idx="576">
                  <c:v>66.295090000000002</c:v>
                </c:pt>
                <c:pt idx="577">
                  <c:v>66.783439999999999</c:v>
                </c:pt>
                <c:pt idx="578">
                  <c:v>67.209441999999996</c:v>
                </c:pt>
                <c:pt idx="579">
                  <c:v>67.421028000000007</c:v>
                </c:pt>
                <c:pt idx="580">
                  <c:v>67.407677000000007</c:v>
                </c:pt>
                <c:pt idx="581">
                  <c:v>67.333595000000003</c:v>
                </c:pt>
                <c:pt idx="582">
                  <c:v>67.205551</c:v>
                </c:pt>
                <c:pt idx="583">
                  <c:v>67.058937</c:v>
                </c:pt>
                <c:pt idx="584">
                  <c:v>66.901283000000006</c:v>
                </c:pt>
                <c:pt idx="585">
                  <c:v>66.729156000000003</c:v>
                </c:pt>
                <c:pt idx="586">
                  <c:v>66.578666999999996</c:v>
                </c:pt>
                <c:pt idx="587">
                  <c:v>66.472672000000003</c:v>
                </c:pt>
                <c:pt idx="588">
                  <c:v>66.419066999999998</c:v>
                </c:pt>
                <c:pt idx="589">
                  <c:v>66.361816000000005</c:v>
                </c:pt>
                <c:pt idx="590">
                  <c:v>66.286315999999999</c:v>
                </c:pt>
                <c:pt idx="591">
                  <c:v>66.216819999999998</c:v>
                </c:pt>
                <c:pt idx="592">
                  <c:v>66.079216000000002</c:v>
                </c:pt>
                <c:pt idx="593">
                  <c:v>66.029739000000006</c:v>
                </c:pt>
                <c:pt idx="594">
                  <c:v>66.068314000000001</c:v>
                </c:pt>
                <c:pt idx="595">
                  <c:v>66.099754000000004</c:v>
                </c:pt>
                <c:pt idx="596">
                  <c:v>66.125945999999999</c:v>
                </c:pt>
                <c:pt idx="597">
                  <c:v>66.048858999999993</c:v>
                </c:pt>
                <c:pt idx="598">
                  <c:v>65.877234999999999</c:v>
                </c:pt>
                <c:pt idx="599">
                  <c:v>65.736542</c:v>
                </c:pt>
                <c:pt idx="600">
                  <c:v>65.657745000000006</c:v>
                </c:pt>
                <c:pt idx="601">
                  <c:v>65.527732999999998</c:v>
                </c:pt>
                <c:pt idx="602">
                  <c:v>65.547011999999995</c:v>
                </c:pt>
                <c:pt idx="603">
                  <c:v>65.750061000000002</c:v>
                </c:pt>
                <c:pt idx="604">
                  <c:v>66.016373000000002</c:v>
                </c:pt>
                <c:pt idx="605">
                  <c:v>66.354545999999999</c:v>
                </c:pt>
                <c:pt idx="606">
                  <c:v>66.881500000000003</c:v>
                </c:pt>
                <c:pt idx="607">
                  <c:v>67.572547999999998</c:v>
                </c:pt>
                <c:pt idx="608">
                  <c:v>68.338470000000001</c:v>
                </c:pt>
                <c:pt idx="609">
                  <c:v>68.884781000000004</c:v>
                </c:pt>
                <c:pt idx="610">
                  <c:v>69.257621999999998</c:v>
                </c:pt>
                <c:pt idx="611">
                  <c:v>69.548903999999993</c:v>
                </c:pt>
                <c:pt idx="612">
                  <c:v>69.740195999999997</c:v>
                </c:pt>
                <c:pt idx="613">
                  <c:v>69.860534999999999</c:v>
                </c:pt>
                <c:pt idx="614">
                  <c:v>69.934830000000005</c:v>
                </c:pt>
                <c:pt idx="615">
                  <c:v>69.918419</c:v>
                </c:pt>
                <c:pt idx="616">
                  <c:v>69.844596999999993</c:v>
                </c:pt>
                <c:pt idx="617">
                  <c:v>69.758208999999994</c:v>
                </c:pt>
                <c:pt idx="618">
                  <c:v>69.716942000000003</c:v>
                </c:pt>
                <c:pt idx="619">
                  <c:v>69.711571000000006</c:v>
                </c:pt>
                <c:pt idx="620">
                  <c:v>69.754836999999995</c:v>
                </c:pt>
                <c:pt idx="621">
                  <c:v>69.780074999999997</c:v>
                </c:pt>
                <c:pt idx="622">
                  <c:v>69.917343000000002</c:v>
                </c:pt>
                <c:pt idx="623">
                  <c:v>70.209762999999995</c:v>
                </c:pt>
                <c:pt idx="624">
                  <c:v>70.486480999999998</c:v>
                </c:pt>
                <c:pt idx="625">
                  <c:v>70.725716000000006</c:v>
                </c:pt>
                <c:pt idx="626">
                  <c:v>70.995468000000002</c:v>
                </c:pt>
                <c:pt idx="627">
                  <c:v>71.348952999999995</c:v>
                </c:pt>
                <c:pt idx="628">
                  <c:v>71.703254999999999</c:v>
                </c:pt>
                <c:pt idx="629">
                  <c:v>71.952126000000007</c:v>
                </c:pt>
                <c:pt idx="630">
                  <c:v>72.003319000000005</c:v>
                </c:pt>
                <c:pt idx="631">
                  <c:v>72.022018000000003</c:v>
                </c:pt>
                <c:pt idx="632">
                  <c:v>72.011748999999995</c:v>
                </c:pt>
                <c:pt idx="633">
                  <c:v>71.941947999999996</c:v>
                </c:pt>
                <c:pt idx="634">
                  <c:v>71.865493999999998</c:v>
                </c:pt>
                <c:pt idx="635">
                  <c:v>71.800017999999994</c:v>
                </c:pt>
                <c:pt idx="636">
                  <c:v>71.698830000000001</c:v>
                </c:pt>
                <c:pt idx="637">
                  <c:v>71.643196000000003</c:v>
                </c:pt>
                <c:pt idx="638">
                  <c:v>71.585762000000003</c:v>
                </c:pt>
                <c:pt idx="639">
                  <c:v>71.670783999999998</c:v>
                </c:pt>
                <c:pt idx="640">
                  <c:v>71.963097000000005</c:v>
                </c:pt>
                <c:pt idx="641">
                  <c:v>72.279426999999998</c:v>
                </c:pt>
                <c:pt idx="642">
                  <c:v>72.533646000000005</c:v>
                </c:pt>
                <c:pt idx="643">
                  <c:v>72.715355000000002</c:v>
                </c:pt>
                <c:pt idx="644">
                  <c:v>72.960280999999995</c:v>
                </c:pt>
                <c:pt idx="645">
                  <c:v>73.225348999999994</c:v>
                </c:pt>
                <c:pt idx="646">
                  <c:v>73.454398999999995</c:v>
                </c:pt>
                <c:pt idx="647">
                  <c:v>73.615364</c:v>
                </c:pt>
                <c:pt idx="648">
                  <c:v>73.819571999999994</c:v>
                </c:pt>
                <c:pt idx="649">
                  <c:v>74.215034000000003</c:v>
                </c:pt>
                <c:pt idx="650">
                  <c:v>74.513153000000003</c:v>
                </c:pt>
                <c:pt idx="651">
                  <c:v>74.800895999999995</c:v>
                </c:pt>
                <c:pt idx="652">
                  <c:v>75.084145000000007</c:v>
                </c:pt>
                <c:pt idx="653">
                  <c:v>75.276627000000005</c:v>
                </c:pt>
                <c:pt idx="654">
                  <c:v>75.357956000000001</c:v>
                </c:pt>
                <c:pt idx="655">
                  <c:v>75.387985</c:v>
                </c:pt>
                <c:pt idx="656">
                  <c:v>75.417320000000004</c:v>
                </c:pt>
                <c:pt idx="657">
                  <c:v>75.494979999999998</c:v>
                </c:pt>
                <c:pt idx="658">
                  <c:v>75.720794999999995</c:v>
                </c:pt>
                <c:pt idx="659">
                  <c:v>76.142784000000006</c:v>
                </c:pt>
                <c:pt idx="660">
                  <c:v>76.601958999999994</c:v>
                </c:pt>
                <c:pt idx="661">
                  <c:v>77.036797000000007</c:v>
                </c:pt>
                <c:pt idx="662">
                  <c:v>77.447783999999999</c:v>
                </c:pt>
                <c:pt idx="663">
                  <c:v>77.874069000000006</c:v>
                </c:pt>
                <c:pt idx="664">
                  <c:v>78.395583999999999</c:v>
                </c:pt>
                <c:pt idx="665">
                  <c:v>78.978401000000005</c:v>
                </c:pt>
                <c:pt idx="666">
                  <c:v>79.522025999999997</c:v>
                </c:pt>
                <c:pt idx="667">
                  <c:v>80.034271000000004</c:v>
                </c:pt>
                <c:pt idx="668">
                  <c:v>80.440887000000004</c:v>
                </c:pt>
                <c:pt idx="669">
                  <c:v>80.804939000000005</c:v>
                </c:pt>
                <c:pt idx="670">
                  <c:v>81.131454000000005</c:v>
                </c:pt>
                <c:pt idx="671">
                  <c:v>81.353476999999998</c:v>
                </c:pt>
                <c:pt idx="672">
                  <c:v>81.478950999999995</c:v>
                </c:pt>
                <c:pt idx="673">
                  <c:v>81.686278999999999</c:v>
                </c:pt>
                <c:pt idx="674">
                  <c:v>81.955650000000006</c:v>
                </c:pt>
                <c:pt idx="675">
                  <c:v>82.256691000000004</c:v>
                </c:pt>
                <c:pt idx="676">
                  <c:v>82.438713000000007</c:v>
                </c:pt>
                <c:pt idx="677">
                  <c:v>82.487517999999994</c:v>
                </c:pt>
                <c:pt idx="678">
                  <c:v>82.649985999999998</c:v>
                </c:pt>
                <c:pt idx="679">
                  <c:v>82.979957999999996</c:v>
                </c:pt>
                <c:pt idx="680">
                  <c:v>83.417220999999998</c:v>
                </c:pt>
                <c:pt idx="681">
                  <c:v>83.956192000000001</c:v>
                </c:pt>
                <c:pt idx="682">
                  <c:v>84.425026000000003</c:v>
                </c:pt>
                <c:pt idx="683">
                  <c:v>84.773537000000005</c:v>
                </c:pt>
                <c:pt idx="684">
                  <c:v>85.141655</c:v>
                </c:pt>
                <c:pt idx="685">
                  <c:v>85.512276</c:v>
                </c:pt>
                <c:pt idx="686">
                  <c:v>85.939155999999997</c:v>
                </c:pt>
                <c:pt idx="687">
                  <c:v>86.388801999999998</c:v>
                </c:pt>
                <c:pt idx="688">
                  <c:v>86.708099000000004</c:v>
                </c:pt>
                <c:pt idx="689">
                  <c:v>86.959366000000003</c:v>
                </c:pt>
                <c:pt idx="690">
                  <c:v>87.144347999999994</c:v>
                </c:pt>
                <c:pt idx="691">
                  <c:v>87.296265000000005</c:v>
                </c:pt>
                <c:pt idx="692">
                  <c:v>87.575530999999998</c:v>
                </c:pt>
                <c:pt idx="693">
                  <c:v>87.800895999999995</c:v>
                </c:pt>
                <c:pt idx="694">
                  <c:v>87.797577000000004</c:v>
                </c:pt>
                <c:pt idx="695">
                  <c:v>87.713142000000005</c:v>
                </c:pt>
                <c:pt idx="696">
                  <c:v>87.747635000000002</c:v>
                </c:pt>
                <c:pt idx="697">
                  <c:v>87.829323000000002</c:v>
                </c:pt>
                <c:pt idx="698">
                  <c:v>87.942863000000003</c:v>
                </c:pt>
                <c:pt idx="699">
                  <c:v>88.049377000000007</c:v>
                </c:pt>
                <c:pt idx="700">
                  <c:v>88.170883000000003</c:v>
                </c:pt>
                <c:pt idx="701">
                  <c:v>88.361130000000003</c:v>
                </c:pt>
                <c:pt idx="702">
                  <c:v>88.541740000000004</c:v>
                </c:pt>
                <c:pt idx="703">
                  <c:v>88.637878000000001</c:v>
                </c:pt>
                <c:pt idx="704">
                  <c:v>88.666290000000004</c:v>
                </c:pt>
                <c:pt idx="705">
                  <c:v>88.733199999999997</c:v>
                </c:pt>
                <c:pt idx="706">
                  <c:v>88.811974000000006</c:v>
                </c:pt>
                <c:pt idx="707">
                  <c:v>88.799683000000002</c:v>
                </c:pt>
                <c:pt idx="708">
                  <c:v>88.794937000000004</c:v>
                </c:pt>
                <c:pt idx="709">
                  <c:v>88.861159999999998</c:v>
                </c:pt>
                <c:pt idx="710">
                  <c:v>89.002021999999997</c:v>
                </c:pt>
                <c:pt idx="711">
                  <c:v>89.047348</c:v>
                </c:pt>
                <c:pt idx="712">
                  <c:v>88.989272999999997</c:v>
                </c:pt>
                <c:pt idx="713">
                  <c:v>88.883994999999999</c:v>
                </c:pt>
                <c:pt idx="714">
                  <c:v>88.749504000000002</c:v>
                </c:pt>
                <c:pt idx="715">
                  <c:v>88.627953000000005</c:v>
                </c:pt>
                <c:pt idx="716">
                  <c:v>88.440201000000002</c:v>
                </c:pt>
                <c:pt idx="717">
                  <c:v>88.180678999999998</c:v>
                </c:pt>
                <c:pt idx="718">
                  <c:v>87.941070999999994</c:v>
                </c:pt>
                <c:pt idx="719">
                  <c:v>87.804175999999998</c:v>
                </c:pt>
                <c:pt idx="720">
                  <c:v>87.724266</c:v>
                </c:pt>
                <c:pt idx="721">
                  <c:v>87.743628999999999</c:v>
                </c:pt>
                <c:pt idx="722">
                  <c:v>87.838013000000004</c:v>
                </c:pt>
                <c:pt idx="723">
                  <c:v>87.847778000000005</c:v>
                </c:pt>
                <c:pt idx="724">
                  <c:v>87.782966999999999</c:v>
                </c:pt>
                <c:pt idx="725">
                  <c:v>87.681663999999998</c:v>
                </c:pt>
                <c:pt idx="726">
                  <c:v>87.467667000000006</c:v>
                </c:pt>
                <c:pt idx="727">
                  <c:v>87.287604999999999</c:v>
                </c:pt>
                <c:pt idx="728">
                  <c:v>87.344031999999999</c:v>
                </c:pt>
                <c:pt idx="729">
                  <c:v>87.511825999999999</c:v>
                </c:pt>
                <c:pt idx="730">
                  <c:v>87.538757000000004</c:v>
                </c:pt>
                <c:pt idx="731">
                  <c:v>87.434974999999994</c:v>
                </c:pt>
                <c:pt idx="732">
                  <c:v>87.512664999999998</c:v>
                </c:pt>
                <c:pt idx="733">
                  <c:v>87.673232999999996</c:v>
                </c:pt>
                <c:pt idx="734">
                  <c:v>87.704498000000001</c:v>
                </c:pt>
                <c:pt idx="735">
                  <c:v>87.619804000000002</c:v>
                </c:pt>
                <c:pt idx="736">
                  <c:v>87.509140000000002</c:v>
                </c:pt>
                <c:pt idx="737">
                  <c:v>87.405769000000006</c:v>
                </c:pt>
                <c:pt idx="738">
                  <c:v>87.317763999999997</c:v>
                </c:pt>
                <c:pt idx="739">
                  <c:v>87.213013000000004</c:v>
                </c:pt>
                <c:pt idx="740">
                  <c:v>87.091239999999999</c:v>
                </c:pt>
                <c:pt idx="741">
                  <c:v>86.992537999999996</c:v>
                </c:pt>
                <c:pt idx="742">
                  <c:v>86.860748000000001</c:v>
                </c:pt>
                <c:pt idx="743">
                  <c:v>86.736564999999999</c:v>
                </c:pt>
                <c:pt idx="744">
                  <c:v>86.581917000000004</c:v>
                </c:pt>
                <c:pt idx="745">
                  <c:v>86.359093000000001</c:v>
                </c:pt>
                <c:pt idx="746">
                  <c:v>86.005768000000003</c:v>
                </c:pt>
                <c:pt idx="747">
                  <c:v>85.706260999999998</c:v>
                </c:pt>
                <c:pt idx="748">
                  <c:v>85.369331000000003</c:v>
                </c:pt>
                <c:pt idx="749">
                  <c:v>84.826110999999997</c:v>
                </c:pt>
                <c:pt idx="750">
                  <c:v>84.320830999999998</c:v>
                </c:pt>
                <c:pt idx="751">
                  <c:v>83.991318000000007</c:v>
                </c:pt>
                <c:pt idx="752">
                  <c:v>83.630866999999995</c:v>
                </c:pt>
                <c:pt idx="753">
                  <c:v>83.162070999999997</c:v>
                </c:pt>
                <c:pt idx="754">
                  <c:v>82.507248000000004</c:v>
                </c:pt>
                <c:pt idx="755">
                  <c:v>81.687584000000001</c:v>
                </c:pt>
                <c:pt idx="756">
                  <c:v>80.864151000000007</c:v>
                </c:pt>
                <c:pt idx="757">
                  <c:v>80.220200000000006</c:v>
                </c:pt>
                <c:pt idx="758">
                  <c:v>79.799048999999997</c:v>
                </c:pt>
                <c:pt idx="759">
                  <c:v>79.464607000000001</c:v>
                </c:pt>
                <c:pt idx="760">
                  <c:v>79.098044999999999</c:v>
                </c:pt>
                <c:pt idx="761">
                  <c:v>78.688773999999995</c:v>
                </c:pt>
                <c:pt idx="762">
                  <c:v>78.317725999999993</c:v>
                </c:pt>
                <c:pt idx="763">
                  <c:v>78.070587000000003</c:v>
                </c:pt>
                <c:pt idx="764">
                  <c:v>77.871002000000004</c:v>
                </c:pt>
                <c:pt idx="765">
                  <c:v>77.665520000000001</c:v>
                </c:pt>
                <c:pt idx="766">
                  <c:v>77.49324</c:v>
                </c:pt>
                <c:pt idx="767">
                  <c:v>77.307357999999994</c:v>
                </c:pt>
                <c:pt idx="768">
                  <c:v>77.065185999999997</c:v>
                </c:pt>
                <c:pt idx="769">
                  <c:v>76.734200000000001</c:v>
                </c:pt>
                <c:pt idx="770">
                  <c:v>76.362999000000002</c:v>
                </c:pt>
                <c:pt idx="771">
                  <c:v>76.026520000000005</c:v>
                </c:pt>
                <c:pt idx="772">
                  <c:v>75.796761000000004</c:v>
                </c:pt>
                <c:pt idx="773">
                  <c:v>75.545044000000004</c:v>
                </c:pt>
                <c:pt idx="774">
                  <c:v>75.237717000000004</c:v>
                </c:pt>
                <c:pt idx="775">
                  <c:v>74.910483999999997</c:v>
                </c:pt>
                <c:pt idx="776">
                  <c:v>74.621239000000003</c:v>
                </c:pt>
                <c:pt idx="777">
                  <c:v>74.370414999999994</c:v>
                </c:pt>
                <c:pt idx="778">
                  <c:v>74.164268000000007</c:v>
                </c:pt>
                <c:pt idx="779">
                  <c:v>73.974204999999998</c:v>
                </c:pt>
                <c:pt idx="780">
                  <c:v>73.848067999999998</c:v>
                </c:pt>
                <c:pt idx="781">
                  <c:v>73.811522999999994</c:v>
                </c:pt>
                <c:pt idx="782">
                  <c:v>73.785477</c:v>
                </c:pt>
                <c:pt idx="783">
                  <c:v>73.600646999999995</c:v>
                </c:pt>
                <c:pt idx="784">
                  <c:v>73.328674000000007</c:v>
                </c:pt>
                <c:pt idx="785">
                  <c:v>73.141356999999999</c:v>
                </c:pt>
                <c:pt idx="786">
                  <c:v>72.953033000000005</c:v>
                </c:pt>
                <c:pt idx="787">
                  <c:v>72.884704999999997</c:v>
                </c:pt>
                <c:pt idx="788">
                  <c:v>72.991271999999995</c:v>
                </c:pt>
                <c:pt idx="789">
                  <c:v>73.055770999999993</c:v>
                </c:pt>
                <c:pt idx="790">
                  <c:v>72.871207999999996</c:v>
                </c:pt>
                <c:pt idx="791">
                  <c:v>72.668968000000007</c:v>
                </c:pt>
                <c:pt idx="792">
                  <c:v>72.651145999999997</c:v>
                </c:pt>
                <c:pt idx="793">
                  <c:v>72.713379000000003</c:v>
                </c:pt>
                <c:pt idx="794">
                  <c:v>72.789558</c:v>
                </c:pt>
                <c:pt idx="795">
                  <c:v>72.821960000000004</c:v>
                </c:pt>
                <c:pt idx="796">
                  <c:v>72.96875</c:v>
                </c:pt>
                <c:pt idx="797">
                  <c:v>73.122055000000003</c:v>
                </c:pt>
                <c:pt idx="798">
                  <c:v>73.097060999999997</c:v>
                </c:pt>
                <c:pt idx="799">
                  <c:v>72.962317999999996</c:v>
                </c:pt>
                <c:pt idx="800">
                  <c:v>72.868294000000006</c:v>
                </c:pt>
                <c:pt idx="801">
                  <c:v>72.767921000000001</c:v>
                </c:pt>
                <c:pt idx="802">
                  <c:v>72.555915999999996</c:v>
                </c:pt>
                <c:pt idx="803">
                  <c:v>72.300415000000001</c:v>
                </c:pt>
                <c:pt idx="804">
                  <c:v>72.191535999999999</c:v>
                </c:pt>
                <c:pt idx="805">
                  <c:v>72.034476999999995</c:v>
                </c:pt>
                <c:pt idx="806">
                  <c:v>71.813889000000003</c:v>
                </c:pt>
                <c:pt idx="807">
                  <c:v>71.586394999999996</c:v>
                </c:pt>
                <c:pt idx="808">
                  <c:v>71.409926999999996</c:v>
                </c:pt>
                <c:pt idx="809">
                  <c:v>71.249458000000004</c:v>
                </c:pt>
                <c:pt idx="810">
                  <c:v>71.094527999999997</c:v>
                </c:pt>
                <c:pt idx="811">
                  <c:v>71.001579000000007</c:v>
                </c:pt>
                <c:pt idx="812">
                  <c:v>70.875511000000003</c:v>
                </c:pt>
                <c:pt idx="813">
                  <c:v>70.788230999999996</c:v>
                </c:pt>
                <c:pt idx="814">
                  <c:v>70.667381000000006</c:v>
                </c:pt>
                <c:pt idx="815">
                  <c:v>70.548942999999994</c:v>
                </c:pt>
                <c:pt idx="816">
                  <c:v>70.402671999999995</c:v>
                </c:pt>
                <c:pt idx="817">
                  <c:v>70.111503999999996</c:v>
                </c:pt>
                <c:pt idx="818">
                  <c:v>69.788856999999993</c:v>
                </c:pt>
                <c:pt idx="819">
                  <c:v>69.535285999999999</c:v>
                </c:pt>
                <c:pt idx="820">
                  <c:v>69.344375999999997</c:v>
                </c:pt>
                <c:pt idx="821">
                  <c:v>69.115973999999994</c:v>
                </c:pt>
                <c:pt idx="822">
                  <c:v>68.923575999999997</c:v>
                </c:pt>
                <c:pt idx="823">
                  <c:v>68.891525000000001</c:v>
                </c:pt>
                <c:pt idx="824">
                  <c:v>68.863388</c:v>
                </c:pt>
                <c:pt idx="825">
                  <c:v>68.888405000000006</c:v>
                </c:pt>
                <c:pt idx="826">
                  <c:v>68.953079000000002</c:v>
                </c:pt>
                <c:pt idx="827">
                  <c:v>69.160255000000006</c:v>
                </c:pt>
                <c:pt idx="828">
                  <c:v>69.385634999999994</c:v>
                </c:pt>
                <c:pt idx="829">
                  <c:v>69.566924999999998</c:v>
                </c:pt>
                <c:pt idx="830">
                  <c:v>69.668227999999999</c:v>
                </c:pt>
                <c:pt idx="831">
                  <c:v>69.692100999999994</c:v>
                </c:pt>
                <c:pt idx="832">
                  <c:v>69.647780999999995</c:v>
                </c:pt>
                <c:pt idx="833">
                  <c:v>69.694153</c:v>
                </c:pt>
                <c:pt idx="834">
                  <c:v>69.805533999999994</c:v>
                </c:pt>
                <c:pt idx="835">
                  <c:v>69.872719000000004</c:v>
                </c:pt>
                <c:pt idx="836">
                  <c:v>69.862044999999995</c:v>
                </c:pt>
                <c:pt idx="837">
                  <c:v>69.731589999999997</c:v>
                </c:pt>
                <c:pt idx="838">
                  <c:v>69.620987</c:v>
                </c:pt>
                <c:pt idx="839">
                  <c:v>69.535431000000003</c:v>
                </c:pt>
                <c:pt idx="840">
                  <c:v>69.384338</c:v>
                </c:pt>
                <c:pt idx="841">
                  <c:v>69.256469999999993</c:v>
                </c:pt>
                <c:pt idx="842">
                  <c:v>69.196799999999996</c:v>
                </c:pt>
                <c:pt idx="843">
                  <c:v>69.250534000000002</c:v>
                </c:pt>
                <c:pt idx="844">
                  <c:v>69.386307000000002</c:v>
                </c:pt>
                <c:pt idx="845">
                  <c:v>69.441322</c:v>
                </c:pt>
                <c:pt idx="846">
                  <c:v>69.306313000000003</c:v>
                </c:pt>
                <c:pt idx="847">
                  <c:v>69.197333999999998</c:v>
                </c:pt>
                <c:pt idx="848">
                  <c:v>69.333954000000006</c:v>
                </c:pt>
                <c:pt idx="849">
                  <c:v>69.555869999999999</c:v>
                </c:pt>
                <c:pt idx="850">
                  <c:v>69.652252000000004</c:v>
                </c:pt>
                <c:pt idx="851">
                  <c:v>69.423125999999996</c:v>
                </c:pt>
                <c:pt idx="852">
                  <c:v>69.325103999999996</c:v>
                </c:pt>
                <c:pt idx="853">
                  <c:v>69.078971999999993</c:v>
                </c:pt>
                <c:pt idx="854">
                  <c:v>68.801734999999994</c:v>
                </c:pt>
                <c:pt idx="855">
                  <c:v>68.608017000000004</c:v>
                </c:pt>
                <c:pt idx="856">
                  <c:v>68.459412</c:v>
                </c:pt>
                <c:pt idx="857">
                  <c:v>68.297759999999997</c:v>
                </c:pt>
                <c:pt idx="858">
                  <c:v>68.041831999999999</c:v>
                </c:pt>
                <c:pt idx="859">
                  <c:v>67.760323</c:v>
                </c:pt>
                <c:pt idx="860">
                  <c:v>67.533737000000002</c:v>
                </c:pt>
                <c:pt idx="861">
                  <c:v>67.351035999999993</c:v>
                </c:pt>
                <c:pt idx="862">
                  <c:v>67.217528999999999</c:v>
                </c:pt>
                <c:pt idx="863">
                  <c:v>67.181045999999995</c:v>
                </c:pt>
                <c:pt idx="864">
                  <c:v>67.175194000000005</c:v>
                </c:pt>
                <c:pt idx="865">
                  <c:v>67.193123</c:v>
                </c:pt>
                <c:pt idx="866">
                  <c:v>67.259651000000005</c:v>
                </c:pt>
                <c:pt idx="867">
                  <c:v>67.242812999999998</c:v>
                </c:pt>
                <c:pt idx="868">
                  <c:v>67.248290999999995</c:v>
                </c:pt>
                <c:pt idx="869">
                  <c:v>67.277466000000004</c:v>
                </c:pt>
                <c:pt idx="870">
                  <c:v>67.291923999999995</c:v>
                </c:pt>
                <c:pt idx="871">
                  <c:v>67.114090000000004</c:v>
                </c:pt>
                <c:pt idx="872">
                  <c:v>66.945708999999994</c:v>
                </c:pt>
                <c:pt idx="873">
                  <c:v>66.953299999999999</c:v>
                </c:pt>
                <c:pt idx="874">
                  <c:v>66.927459999999996</c:v>
                </c:pt>
                <c:pt idx="875">
                  <c:v>66.894974000000005</c:v>
                </c:pt>
                <c:pt idx="876">
                  <c:v>66.896225000000001</c:v>
                </c:pt>
                <c:pt idx="877">
                  <c:v>66.953406999999999</c:v>
                </c:pt>
                <c:pt idx="878">
                  <c:v>67.021584000000004</c:v>
                </c:pt>
                <c:pt idx="879">
                  <c:v>66.973327999999995</c:v>
                </c:pt>
                <c:pt idx="880">
                  <c:v>66.93383</c:v>
                </c:pt>
                <c:pt idx="881">
                  <c:v>67.015372999999997</c:v>
                </c:pt>
                <c:pt idx="882">
                  <c:v>67.106087000000002</c:v>
                </c:pt>
                <c:pt idx="883">
                  <c:v>67.114852999999997</c:v>
                </c:pt>
                <c:pt idx="884">
                  <c:v>67.099609000000001</c:v>
                </c:pt>
                <c:pt idx="885">
                  <c:v>67.113067999999998</c:v>
                </c:pt>
                <c:pt idx="886">
                  <c:v>67.177718999999996</c:v>
                </c:pt>
                <c:pt idx="887">
                  <c:v>67.216515000000001</c:v>
                </c:pt>
                <c:pt idx="888">
                  <c:v>67.152359000000004</c:v>
                </c:pt>
                <c:pt idx="889">
                  <c:v>67.151809999999998</c:v>
                </c:pt>
                <c:pt idx="890">
                  <c:v>67.205680999999998</c:v>
                </c:pt>
                <c:pt idx="891">
                  <c:v>67.232123999999999</c:v>
                </c:pt>
                <c:pt idx="892">
                  <c:v>67.220222000000007</c:v>
                </c:pt>
                <c:pt idx="893">
                  <c:v>67.053871000000001</c:v>
                </c:pt>
                <c:pt idx="894">
                  <c:v>66.788567</c:v>
                </c:pt>
                <c:pt idx="895">
                  <c:v>66.632530000000003</c:v>
                </c:pt>
                <c:pt idx="896">
                  <c:v>66.610695000000007</c:v>
                </c:pt>
                <c:pt idx="897">
                  <c:v>66.572852999999995</c:v>
                </c:pt>
                <c:pt idx="898">
                  <c:v>66.398116999999999</c:v>
                </c:pt>
                <c:pt idx="899">
                  <c:v>66.252007000000006</c:v>
                </c:pt>
                <c:pt idx="900">
                  <c:v>66.317734000000002</c:v>
                </c:pt>
                <c:pt idx="901">
                  <c:v>66.554817</c:v>
                </c:pt>
                <c:pt idx="902">
                  <c:v>66.757132999999996</c:v>
                </c:pt>
                <c:pt idx="903">
                  <c:v>66.959839000000002</c:v>
                </c:pt>
                <c:pt idx="904">
                  <c:v>67.237289000000004</c:v>
                </c:pt>
                <c:pt idx="905">
                  <c:v>67.521347000000006</c:v>
                </c:pt>
                <c:pt idx="906">
                  <c:v>67.850296</c:v>
                </c:pt>
                <c:pt idx="907">
                  <c:v>68.223929999999996</c:v>
                </c:pt>
                <c:pt idx="908">
                  <c:v>68.514183000000003</c:v>
                </c:pt>
                <c:pt idx="909">
                  <c:v>68.734825000000001</c:v>
                </c:pt>
                <c:pt idx="910">
                  <c:v>68.874145999999996</c:v>
                </c:pt>
                <c:pt idx="911">
                  <c:v>68.973052999999993</c:v>
                </c:pt>
                <c:pt idx="912">
                  <c:v>69.200012000000001</c:v>
                </c:pt>
                <c:pt idx="913">
                  <c:v>69.473243999999994</c:v>
                </c:pt>
                <c:pt idx="914">
                  <c:v>69.639656000000002</c:v>
                </c:pt>
                <c:pt idx="915">
                  <c:v>69.731026</c:v>
                </c:pt>
                <c:pt idx="916">
                  <c:v>69.706519999999998</c:v>
                </c:pt>
                <c:pt idx="917">
                  <c:v>69.612076000000002</c:v>
                </c:pt>
                <c:pt idx="918">
                  <c:v>69.496764999999996</c:v>
                </c:pt>
                <c:pt idx="919">
                  <c:v>69.370895000000004</c:v>
                </c:pt>
                <c:pt idx="920">
                  <c:v>69.244918999999996</c:v>
                </c:pt>
                <c:pt idx="921">
                  <c:v>69.104202000000001</c:v>
                </c:pt>
                <c:pt idx="922">
                  <c:v>68.929642000000001</c:v>
                </c:pt>
                <c:pt idx="923">
                  <c:v>68.715050000000005</c:v>
                </c:pt>
                <c:pt idx="924">
                  <c:v>68.539756999999994</c:v>
                </c:pt>
                <c:pt idx="925">
                  <c:v>68.452804999999998</c:v>
                </c:pt>
                <c:pt idx="926">
                  <c:v>68.393349000000001</c:v>
                </c:pt>
                <c:pt idx="927">
                  <c:v>68.311904999999996</c:v>
                </c:pt>
                <c:pt idx="928">
                  <c:v>68.211044000000001</c:v>
                </c:pt>
                <c:pt idx="929">
                  <c:v>68.095061999999999</c:v>
                </c:pt>
                <c:pt idx="930">
                  <c:v>68.079093999999998</c:v>
                </c:pt>
                <c:pt idx="931">
                  <c:v>68.196312000000006</c:v>
                </c:pt>
                <c:pt idx="932">
                  <c:v>68.322906000000003</c:v>
                </c:pt>
                <c:pt idx="933">
                  <c:v>68.406707999999995</c:v>
                </c:pt>
                <c:pt idx="934">
                  <c:v>68.469711000000004</c:v>
                </c:pt>
                <c:pt idx="935">
                  <c:v>68.500336000000004</c:v>
                </c:pt>
                <c:pt idx="936">
                  <c:v>68.521454000000006</c:v>
                </c:pt>
                <c:pt idx="937">
                  <c:v>68.544807000000006</c:v>
                </c:pt>
                <c:pt idx="938">
                  <c:v>68.544364999999999</c:v>
                </c:pt>
                <c:pt idx="939">
                  <c:v>68.475616000000002</c:v>
                </c:pt>
                <c:pt idx="940">
                  <c:v>68.371398999999997</c:v>
                </c:pt>
                <c:pt idx="941">
                  <c:v>68.202681999999996</c:v>
                </c:pt>
                <c:pt idx="942">
                  <c:v>67.986282000000003</c:v>
                </c:pt>
                <c:pt idx="943">
                  <c:v>67.865218999999996</c:v>
                </c:pt>
                <c:pt idx="944">
                  <c:v>67.518523999999999</c:v>
                </c:pt>
                <c:pt idx="945">
                  <c:v>67.518355999999997</c:v>
                </c:pt>
                <c:pt idx="946">
                  <c:v>67.644287000000006</c:v>
                </c:pt>
                <c:pt idx="947">
                  <c:v>67.830994000000004</c:v>
                </c:pt>
                <c:pt idx="948">
                  <c:v>67.976439999999997</c:v>
                </c:pt>
                <c:pt idx="949">
                  <c:v>68.042336000000006</c:v>
                </c:pt>
                <c:pt idx="950">
                  <c:v>68.011497000000006</c:v>
                </c:pt>
                <c:pt idx="951">
                  <c:v>67.950264000000004</c:v>
                </c:pt>
                <c:pt idx="952">
                  <c:v>67.743140999999994</c:v>
                </c:pt>
                <c:pt idx="953">
                  <c:v>67.414260999999996</c:v>
                </c:pt>
                <c:pt idx="954">
                  <c:v>67.016197000000005</c:v>
                </c:pt>
                <c:pt idx="955">
                  <c:v>66.631287</c:v>
                </c:pt>
                <c:pt idx="956">
                  <c:v>66.285506999999996</c:v>
                </c:pt>
                <c:pt idx="957">
                  <c:v>66.151047000000005</c:v>
                </c:pt>
                <c:pt idx="958">
                  <c:v>66.143439999999998</c:v>
                </c:pt>
                <c:pt idx="959">
                  <c:v>66.183823000000004</c:v>
                </c:pt>
                <c:pt idx="960">
                  <c:v>66.295883000000003</c:v>
                </c:pt>
                <c:pt idx="961">
                  <c:v>66.433753999999993</c:v>
                </c:pt>
                <c:pt idx="962">
                  <c:v>66.481255000000004</c:v>
                </c:pt>
                <c:pt idx="963">
                  <c:v>66.416542000000007</c:v>
                </c:pt>
                <c:pt idx="964">
                  <c:v>66.336494000000002</c:v>
                </c:pt>
                <c:pt idx="965">
                  <c:v>66.466392999999997</c:v>
                </c:pt>
                <c:pt idx="966">
                  <c:v>66.705512999999996</c:v>
                </c:pt>
                <c:pt idx="967">
                  <c:v>66.881682999999995</c:v>
                </c:pt>
                <c:pt idx="968">
                  <c:v>66.970222000000007</c:v>
                </c:pt>
                <c:pt idx="969">
                  <c:v>66.963295000000002</c:v>
                </c:pt>
                <c:pt idx="970">
                  <c:v>66.863838000000001</c:v>
                </c:pt>
                <c:pt idx="971">
                  <c:v>66.678368000000006</c:v>
                </c:pt>
                <c:pt idx="972">
                  <c:v>66.577727999999993</c:v>
                </c:pt>
                <c:pt idx="973">
                  <c:v>66.532616000000004</c:v>
                </c:pt>
                <c:pt idx="974">
                  <c:v>66.404114000000007</c:v>
                </c:pt>
                <c:pt idx="975">
                  <c:v>66.148467999999994</c:v>
                </c:pt>
                <c:pt idx="976">
                  <c:v>66.048896999999997</c:v>
                </c:pt>
                <c:pt idx="977">
                  <c:v>65.940048000000004</c:v>
                </c:pt>
                <c:pt idx="978">
                  <c:v>65.820549</c:v>
                </c:pt>
                <c:pt idx="979">
                  <c:v>65.610504000000006</c:v>
                </c:pt>
                <c:pt idx="980">
                  <c:v>65.328506000000004</c:v>
                </c:pt>
                <c:pt idx="981">
                  <c:v>65.060035999999997</c:v>
                </c:pt>
                <c:pt idx="982">
                  <c:v>64.935623000000007</c:v>
                </c:pt>
                <c:pt idx="983">
                  <c:v>64.835105999999996</c:v>
                </c:pt>
                <c:pt idx="984">
                  <c:v>64.621978999999996</c:v>
                </c:pt>
                <c:pt idx="985">
                  <c:v>64.307991000000001</c:v>
                </c:pt>
                <c:pt idx="986">
                  <c:v>63.900303000000001</c:v>
                </c:pt>
                <c:pt idx="987">
                  <c:v>63.653666999999999</c:v>
                </c:pt>
                <c:pt idx="988">
                  <c:v>63.703494999999997</c:v>
                </c:pt>
                <c:pt idx="989">
                  <c:v>63.702950000000001</c:v>
                </c:pt>
                <c:pt idx="990">
                  <c:v>63.508026000000001</c:v>
                </c:pt>
                <c:pt idx="991">
                  <c:v>63.262065999999997</c:v>
                </c:pt>
                <c:pt idx="992">
                  <c:v>63.107002000000001</c:v>
                </c:pt>
                <c:pt idx="993">
                  <c:v>63.017090000000003</c:v>
                </c:pt>
                <c:pt idx="994">
                  <c:v>62.94952</c:v>
                </c:pt>
                <c:pt idx="995">
                  <c:v>62.926411000000002</c:v>
                </c:pt>
                <c:pt idx="996">
                  <c:v>62.956696000000001</c:v>
                </c:pt>
                <c:pt idx="997">
                  <c:v>62.862774000000002</c:v>
                </c:pt>
                <c:pt idx="998">
                  <c:v>62.594588999999999</c:v>
                </c:pt>
                <c:pt idx="999">
                  <c:v>62.412182000000001</c:v>
                </c:pt>
                <c:pt idx="1000">
                  <c:v>62.320473</c:v>
                </c:pt>
                <c:pt idx="1001">
                  <c:v>62.345989000000003</c:v>
                </c:pt>
                <c:pt idx="1002">
                  <c:v>62.400917</c:v>
                </c:pt>
                <c:pt idx="1003">
                  <c:v>62.364249999999998</c:v>
                </c:pt>
                <c:pt idx="1004">
                  <c:v>62.290604000000002</c:v>
                </c:pt>
                <c:pt idx="1005">
                  <c:v>62.326411999999998</c:v>
                </c:pt>
                <c:pt idx="1006">
                  <c:v>62.514972999999998</c:v>
                </c:pt>
                <c:pt idx="1007">
                  <c:v>62.823025000000001</c:v>
                </c:pt>
                <c:pt idx="1008">
                  <c:v>63.114928999999997</c:v>
                </c:pt>
                <c:pt idx="1009">
                  <c:v>63.424072000000002</c:v>
                </c:pt>
                <c:pt idx="1010">
                  <c:v>63.801761999999997</c:v>
                </c:pt>
                <c:pt idx="1011">
                  <c:v>64.136062999999993</c:v>
                </c:pt>
                <c:pt idx="1012">
                  <c:v>64.440369000000004</c:v>
                </c:pt>
                <c:pt idx="1013">
                  <c:v>64.593238999999997</c:v>
                </c:pt>
                <c:pt idx="1014">
                  <c:v>64.616805999999997</c:v>
                </c:pt>
                <c:pt idx="1015">
                  <c:v>64.569220999999999</c:v>
                </c:pt>
                <c:pt idx="1016">
                  <c:v>64.417869999999994</c:v>
                </c:pt>
                <c:pt idx="1017">
                  <c:v>64.178841000000006</c:v>
                </c:pt>
                <c:pt idx="1018">
                  <c:v>63.970463000000002</c:v>
                </c:pt>
                <c:pt idx="1019">
                  <c:v>63.837189000000002</c:v>
                </c:pt>
                <c:pt idx="1020">
                  <c:v>63.705787999999998</c:v>
                </c:pt>
                <c:pt idx="1021">
                  <c:v>63.563693999999998</c:v>
                </c:pt>
                <c:pt idx="1022">
                  <c:v>63.448269000000003</c:v>
                </c:pt>
                <c:pt idx="1023">
                  <c:v>63.277259999999998</c:v>
                </c:pt>
                <c:pt idx="1024">
                  <c:v>63.025356000000002</c:v>
                </c:pt>
                <c:pt idx="1025">
                  <c:v>62.804454999999997</c:v>
                </c:pt>
                <c:pt idx="1026">
                  <c:v>62.685271999999998</c:v>
                </c:pt>
                <c:pt idx="1027">
                  <c:v>62.681579999999997</c:v>
                </c:pt>
                <c:pt idx="1028">
                  <c:v>62.681075999999997</c:v>
                </c:pt>
                <c:pt idx="1029">
                  <c:v>62.673617999999998</c:v>
                </c:pt>
                <c:pt idx="1030">
                  <c:v>62.680774999999997</c:v>
                </c:pt>
                <c:pt idx="1031">
                  <c:v>62.737800999999997</c:v>
                </c:pt>
                <c:pt idx="1032">
                  <c:v>62.829219999999999</c:v>
                </c:pt>
                <c:pt idx="1033">
                  <c:v>62.933304</c:v>
                </c:pt>
                <c:pt idx="1034">
                  <c:v>63.073025000000001</c:v>
                </c:pt>
                <c:pt idx="1035">
                  <c:v>63.239573999999998</c:v>
                </c:pt>
                <c:pt idx="1036">
                  <c:v>63.387698999999998</c:v>
                </c:pt>
                <c:pt idx="1037">
                  <c:v>63.365242000000002</c:v>
                </c:pt>
                <c:pt idx="1038">
                  <c:v>63.177436999999998</c:v>
                </c:pt>
                <c:pt idx="1039">
                  <c:v>63.015438000000003</c:v>
                </c:pt>
                <c:pt idx="1040">
                  <c:v>62.866829000000003</c:v>
                </c:pt>
                <c:pt idx="1041">
                  <c:v>62.807495000000003</c:v>
                </c:pt>
                <c:pt idx="1042">
                  <c:v>62.824989000000002</c:v>
                </c:pt>
                <c:pt idx="1043">
                  <c:v>62.912951999999997</c:v>
                </c:pt>
                <c:pt idx="1044">
                  <c:v>63.055199000000002</c:v>
                </c:pt>
                <c:pt idx="1045">
                  <c:v>63.122867999999997</c:v>
                </c:pt>
                <c:pt idx="1046">
                  <c:v>63.097836000000001</c:v>
                </c:pt>
                <c:pt idx="1047">
                  <c:v>63.062820000000002</c:v>
                </c:pt>
                <c:pt idx="1048">
                  <c:v>63.070186999999997</c:v>
                </c:pt>
                <c:pt idx="1049">
                  <c:v>63.141697000000001</c:v>
                </c:pt>
                <c:pt idx="1050">
                  <c:v>63.293647999999997</c:v>
                </c:pt>
                <c:pt idx="1051">
                  <c:v>63.414558</c:v>
                </c:pt>
                <c:pt idx="1052">
                  <c:v>63.491413000000001</c:v>
                </c:pt>
                <c:pt idx="1053">
                  <c:v>63.728706000000003</c:v>
                </c:pt>
                <c:pt idx="1054">
                  <c:v>64.072174000000004</c:v>
                </c:pt>
                <c:pt idx="1055">
                  <c:v>64.439391999999998</c:v>
                </c:pt>
                <c:pt idx="1056">
                  <c:v>64.769653000000005</c:v>
                </c:pt>
                <c:pt idx="1057">
                  <c:v>64.912529000000006</c:v>
                </c:pt>
                <c:pt idx="1058">
                  <c:v>64.886543000000003</c:v>
                </c:pt>
                <c:pt idx="1059">
                  <c:v>64.880370999999997</c:v>
                </c:pt>
                <c:pt idx="1060">
                  <c:v>64.974838000000005</c:v>
                </c:pt>
                <c:pt idx="1061">
                  <c:v>65.196692999999996</c:v>
                </c:pt>
                <c:pt idx="1062">
                  <c:v>65.476723000000007</c:v>
                </c:pt>
                <c:pt idx="1063">
                  <c:v>65.776809999999998</c:v>
                </c:pt>
                <c:pt idx="1064">
                  <c:v>66.07235</c:v>
                </c:pt>
                <c:pt idx="1065">
                  <c:v>66.223618000000002</c:v>
                </c:pt>
                <c:pt idx="1066">
                  <c:v>66.278450000000007</c:v>
                </c:pt>
                <c:pt idx="1067">
                  <c:v>66.204987000000003</c:v>
                </c:pt>
                <c:pt idx="1068">
                  <c:v>66.165535000000006</c:v>
                </c:pt>
                <c:pt idx="1069">
                  <c:v>66.120223999999993</c:v>
                </c:pt>
                <c:pt idx="1070">
                  <c:v>65.955246000000002</c:v>
                </c:pt>
                <c:pt idx="1071">
                  <c:v>65.670974999999999</c:v>
                </c:pt>
                <c:pt idx="1072">
                  <c:v>65.266730999999993</c:v>
                </c:pt>
                <c:pt idx="1073">
                  <c:v>64.867737000000005</c:v>
                </c:pt>
                <c:pt idx="1074">
                  <c:v>64.538428999999994</c:v>
                </c:pt>
                <c:pt idx="1075">
                  <c:v>64.355682000000002</c:v>
                </c:pt>
                <c:pt idx="1076">
                  <c:v>64.220641999999998</c:v>
                </c:pt>
                <c:pt idx="1077">
                  <c:v>64.083198999999993</c:v>
                </c:pt>
                <c:pt idx="1078">
                  <c:v>63.974322999999998</c:v>
                </c:pt>
                <c:pt idx="1079">
                  <c:v>63.889983999999998</c:v>
                </c:pt>
                <c:pt idx="1080">
                  <c:v>63.841537000000002</c:v>
                </c:pt>
                <c:pt idx="1081">
                  <c:v>63.782252999999997</c:v>
                </c:pt>
                <c:pt idx="1082">
                  <c:v>63.874172000000002</c:v>
                </c:pt>
                <c:pt idx="1083">
                  <c:v>63.972499999999997</c:v>
                </c:pt>
                <c:pt idx="1084">
                  <c:v>64.123221999999998</c:v>
                </c:pt>
                <c:pt idx="1085">
                  <c:v>64.367058</c:v>
                </c:pt>
                <c:pt idx="1086">
                  <c:v>64.598815999999999</c:v>
                </c:pt>
                <c:pt idx="1087">
                  <c:v>64.715255999999997</c:v>
                </c:pt>
                <c:pt idx="1088">
                  <c:v>64.704025000000001</c:v>
                </c:pt>
                <c:pt idx="1089">
                  <c:v>64.690346000000005</c:v>
                </c:pt>
                <c:pt idx="1090">
                  <c:v>64.644188</c:v>
                </c:pt>
                <c:pt idx="1091">
                  <c:v>64.551597999999998</c:v>
                </c:pt>
                <c:pt idx="1092">
                  <c:v>64.483840999999998</c:v>
                </c:pt>
                <c:pt idx="1093">
                  <c:v>64.442513000000005</c:v>
                </c:pt>
                <c:pt idx="1094">
                  <c:v>64.474266</c:v>
                </c:pt>
                <c:pt idx="1095">
                  <c:v>64.595222000000007</c:v>
                </c:pt>
                <c:pt idx="1096">
                  <c:v>64.713791000000001</c:v>
                </c:pt>
                <c:pt idx="1097">
                  <c:v>64.754729999999995</c:v>
                </c:pt>
                <c:pt idx="1098">
                  <c:v>64.714591999999996</c:v>
                </c:pt>
                <c:pt idx="1099">
                  <c:v>64.726119999999995</c:v>
                </c:pt>
                <c:pt idx="1100">
                  <c:v>64.792609999999996</c:v>
                </c:pt>
                <c:pt idx="1101">
                  <c:v>64.867408999999995</c:v>
                </c:pt>
                <c:pt idx="1102">
                  <c:v>64.870948999999996</c:v>
                </c:pt>
                <c:pt idx="1103">
                  <c:v>64.737907000000007</c:v>
                </c:pt>
                <c:pt idx="1104">
                  <c:v>64.533409000000006</c:v>
                </c:pt>
                <c:pt idx="1105">
                  <c:v>64.417670999999999</c:v>
                </c:pt>
                <c:pt idx="1106">
                  <c:v>64.394585000000006</c:v>
                </c:pt>
                <c:pt idx="1107">
                  <c:v>64.365204000000006</c:v>
                </c:pt>
                <c:pt idx="1108">
                  <c:v>64.226607999999999</c:v>
                </c:pt>
                <c:pt idx="1109">
                  <c:v>64.085410999999993</c:v>
                </c:pt>
                <c:pt idx="1110">
                  <c:v>64.001960999999994</c:v>
                </c:pt>
                <c:pt idx="1111">
                  <c:v>63.961151000000001</c:v>
                </c:pt>
                <c:pt idx="1112">
                  <c:v>63.94323</c:v>
                </c:pt>
                <c:pt idx="1113">
                  <c:v>63.955235000000002</c:v>
                </c:pt>
                <c:pt idx="1114">
                  <c:v>64.012741000000005</c:v>
                </c:pt>
                <c:pt idx="1115">
                  <c:v>64.089134000000001</c:v>
                </c:pt>
                <c:pt idx="1116">
                  <c:v>64.304931999999994</c:v>
                </c:pt>
                <c:pt idx="1117">
                  <c:v>64.928543000000005</c:v>
                </c:pt>
                <c:pt idx="1118">
                  <c:v>65.196556000000001</c:v>
                </c:pt>
                <c:pt idx="1119">
                  <c:v>65.124793999999994</c:v>
                </c:pt>
                <c:pt idx="1120">
                  <c:v>65.018112000000002</c:v>
                </c:pt>
                <c:pt idx="1121">
                  <c:v>64.804107999999999</c:v>
                </c:pt>
                <c:pt idx="1122">
                  <c:v>64.689673999999997</c:v>
                </c:pt>
                <c:pt idx="1123">
                  <c:v>64.634056000000001</c:v>
                </c:pt>
                <c:pt idx="1124">
                  <c:v>64.565337999999997</c:v>
                </c:pt>
                <c:pt idx="1125">
                  <c:v>64.490729999999999</c:v>
                </c:pt>
                <c:pt idx="1126">
                  <c:v>64.468673999999993</c:v>
                </c:pt>
                <c:pt idx="1127">
                  <c:v>64.521148999999994</c:v>
                </c:pt>
                <c:pt idx="1128">
                  <c:v>64.568023999999994</c:v>
                </c:pt>
                <c:pt idx="1129">
                  <c:v>64.567122999999995</c:v>
                </c:pt>
                <c:pt idx="1130">
                  <c:v>64.517173999999997</c:v>
                </c:pt>
                <c:pt idx="1131">
                  <c:v>64.496009999999998</c:v>
                </c:pt>
                <c:pt idx="1132">
                  <c:v>64.501907000000003</c:v>
                </c:pt>
                <c:pt idx="1133">
                  <c:v>64.497910000000005</c:v>
                </c:pt>
                <c:pt idx="1134">
                  <c:v>64.532082000000003</c:v>
                </c:pt>
                <c:pt idx="1135">
                  <c:v>64.558937</c:v>
                </c:pt>
                <c:pt idx="1136">
                  <c:v>64.566811000000001</c:v>
                </c:pt>
                <c:pt idx="1137">
                  <c:v>64.548591999999999</c:v>
                </c:pt>
                <c:pt idx="1138">
                  <c:v>64.513030999999998</c:v>
                </c:pt>
                <c:pt idx="1139">
                  <c:v>64.482215999999994</c:v>
                </c:pt>
                <c:pt idx="1140">
                  <c:v>64.468163000000004</c:v>
                </c:pt>
                <c:pt idx="1141">
                  <c:v>64.470107999999996</c:v>
                </c:pt>
                <c:pt idx="1142">
                  <c:v>64.484443999999996</c:v>
                </c:pt>
                <c:pt idx="1143">
                  <c:v>64.421829000000002</c:v>
                </c:pt>
                <c:pt idx="1144">
                  <c:v>64.365395000000007</c:v>
                </c:pt>
                <c:pt idx="1145">
                  <c:v>64.331215</c:v>
                </c:pt>
                <c:pt idx="1146">
                  <c:v>64.325149999999994</c:v>
                </c:pt>
                <c:pt idx="1147">
                  <c:v>64.373160999999996</c:v>
                </c:pt>
                <c:pt idx="1148">
                  <c:v>64.572235000000006</c:v>
                </c:pt>
                <c:pt idx="1149">
                  <c:v>64.837631000000002</c:v>
                </c:pt>
                <c:pt idx="1150">
                  <c:v>64.981903000000003</c:v>
                </c:pt>
                <c:pt idx="1151">
                  <c:v>65.040535000000006</c:v>
                </c:pt>
                <c:pt idx="1152">
                  <c:v>65.068725999999998</c:v>
                </c:pt>
                <c:pt idx="1153">
                  <c:v>65.000076000000007</c:v>
                </c:pt>
                <c:pt idx="1154">
                  <c:v>65.038582000000005</c:v>
                </c:pt>
                <c:pt idx="1155">
                  <c:v>65.259651000000005</c:v>
                </c:pt>
                <c:pt idx="1156">
                  <c:v>65.582108000000005</c:v>
                </c:pt>
                <c:pt idx="1157">
                  <c:v>66.061974000000006</c:v>
                </c:pt>
                <c:pt idx="1158">
                  <c:v>66.577613999999997</c:v>
                </c:pt>
                <c:pt idx="1159">
                  <c:v>67.052963000000005</c:v>
                </c:pt>
                <c:pt idx="1160">
                  <c:v>67.482917999999998</c:v>
                </c:pt>
                <c:pt idx="1161">
                  <c:v>67.843826000000007</c:v>
                </c:pt>
                <c:pt idx="1162">
                  <c:v>68.172905</c:v>
                </c:pt>
                <c:pt idx="1163">
                  <c:v>68.579070999999999</c:v>
                </c:pt>
                <c:pt idx="1164">
                  <c:v>69.037041000000002</c:v>
                </c:pt>
                <c:pt idx="1165">
                  <c:v>69.558295999999999</c:v>
                </c:pt>
                <c:pt idx="1166">
                  <c:v>70.185378999999998</c:v>
                </c:pt>
                <c:pt idx="1167">
                  <c:v>70.826865999999995</c:v>
                </c:pt>
                <c:pt idx="1168">
                  <c:v>71.368888999999996</c:v>
                </c:pt>
                <c:pt idx="1169">
                  <c:v>71.755493000000001</c:v>
                </c:pt>
                <c:pt idx="1170">
                  <c:v>72.057456999999999</c:v>
                </c:pt>
                <c:pt idx="1171">
                  <c:v>72.327950000000001</c:v>
                </c:pt>
                <c:pt idx="1172">
                  <c:v>72.535133000000002</c:v>
                </c:pt>
                <c:pt idx="1173">
                  <c:v>72.783730000000006</c:v>
                </c:pt>
                <c:pt idx="1174">
                  <c:v>73.168998999999999</c:v>
                </c:pt>
                <c:pt idx="1175">
                  <c:v>73.619804000000002</c:v>
                </c:pt>
                <c:pt idx="1176">
                  <c:v>74.141068000000004</c:v>
                </c:pt>
                <c:pt idx="1177">
                  <c:v>74.669594000000004</c:v>
                </c:pt>
                <c:pt idx="1178">
                  <c:v>75.197502</c:v>
                </c:pt>
                <c:pt idx="1179">
                  <c:v>75.683364999999995</c:v>
                </c:pt>
                <c:pt idx="1180">
                  <c:v>76.164299</c:v>
                </c:pt>
                <c:pt idx="1181">
                  <c:v>76.744620999999995</c:v>
                </c:pt>
                <c:pt idx="1182">
                  <c:v>77.378356999999994</c:v>
                </c:pt>
                <c:pt idx="1183">
                  <c:v>77.803886000000006</c:v>
                </c:pt>
                <c:pt idx="1184">
                  <c:v>78.122932000000006</c:v>
                </c:pt>
                <c:pt idx="1185">
                  <c:v>78.336464000000007</c:v>
                </c:pt>
                <c:pt idx="1186">
                  <c:v>78.396843000000004</c:v>
                </c:pt>
                <c:pt idx="1187">
                  <c:v>78.354065000000006</c:v>
                </c:pt>
                <c:pt idx="1188">
                  <c:v>78.277450999999999</c:v>
                </c:pt>
                <c:pt idx="1189">
                  <c:v>78.189018000000004</c:v>
                </c:pt>
                <c:pt idx="1190">
                  <c:v>78.110832000000002</c:v>
                </c:pt>
                <c:pt idx="1191">
                  <c:v>78.082465999999997</c:v>
                </c:pt>
                <c:pt idx="1192">
                  <c:v>78.096344000000002</c:v>
                </c:pt>
                <c:pt idx="1193">
                  <c:v>78.088745000000003</c:v>
                </c:pt>
                <c:pt idx="1194">
                  <c:v>77.913673000000003</c:v>
                </c:pt>
                <c:pt idx="1195">
                  <c:v>77.974838000000005</c:v>
                </c:pt>
                <c:pt idx="1196">
                  <c:v>78.030563000000001</c:v>
                </c:pt>
                <c:pt idx="1197">
                  <c:v>78.069923000000003</c:v>
                </c:pt>
                <c:pt idx="1198">
                  <c:v>78.073386999999997</c:v>
                </c:pt>
                <c:pt idx="1199">
                  <c:v>78.076240999999996</c:v>
                </c:pt>
                <c:pt idx="1200">
                  <c:v>78.038749999999993</c:v>
                </c:pt>
                <c:pt idx="1201">
                  <c:v>77.967383999999996</c:v>
                </c:pt>
                <c:pt idx="1202">
                  <c:v>77.918816000000007</c:v>
                </c:pt>
                <c:pt idx="1203">
                  <c:v>77.875893000000005</c:v>
                </c:pt>
                <c:pt idx="1204">
                  <c:v>77.804839999999999</c:v>
                </c:pt>
                <c:pt idx="1205">
                  <c:v>77.651863000000006</c:v>
                </c:pt>
                <c:pt idx="1206">
                  <c:v>77.504547000000002</c:v>
                </c:pt>
                <c:pt idx="1207">
                  <c:v>77.373497</c:v>
                </c:pt>
                <c:pt idx="1208">
                  <c:v>77.326690999999997</c:v>
                </c:pt>
                <c:pt idx="1209">
                  <c:v>77.360412999999994</c:v>
                </c:pt>
                <c:pt idx="1210">
                  <c:v>77.474311999999998</c:v>
                </c:pt>
                <c:pt idx="1211">
                  <c:v>77.540420999999995</c:v>
                </c:pt>
                <c:pt idx="1212">
                  <c:v>77.604111000000003</c:v>
                </c:pt>
                <c:pt idx="1213">
                  <c:v>77.657332999999994</c:v>
                </c:pt>
                <c:pt idx="1214">
                  <c:v>77.673477000000005</c:v>
                </c:pt>
                <c:pt idx="1215">
                  <c:v>77.684303</c:v>
                </c:pt>
                <c:pt idx="1216">
                  <c:v>77.659537999999998</c:v>
                </c:pt>
                <c:pt idx="1217">
                  <c:v>77.650490000000005</c:v>
                </c:pt>
                <c:pt idx="1218">
                  <c:v>77.681717000000006</c:v>
                </c:pt>
                <c:pt idx="1219">
                  <c:v>77.752585999999994</c:v>
                </c:pt>
                <c:pt idx="1220">
                  <c:v>77.787750000000003</c:v>
                </c:pt>
                <c:pt idx="1221">
                  <c:v>77.786788999999999</c:v>
                </c:pt>
                <c:pt idx="1222">
                  <c:v>77.801879999999997</c:v>
                </c:pt>
                <c:pt idx="1223">
                  <c:v>77.854720999999998</c:v>
                </c:pt>
                <c:pt idx="1224">
                  <c:v>77.921997000000005</c:v>
                </c:pt>
                <c:pt idx="1225">
                  <c:v>77.940055999999998</c:v>
                </c:pt>
                <c:pt idx="1226">
                  <c:v>77.940239000000005</c:v>
                </c:pt>
                <c:pt idx="1227">
                  <c:v>78.014602999999994</c:v>
                </c:pt>
                <c:pt idx="1228">
                  <c:v>78.197761999999997</c:v>
                </c:pt>
                <c:pt idx="1229">
                  <c:v>78.443580999999995</c:v>
                </c:pt>
                <c:pt idx="1230">
                  <c:v>78.770949999999999</c:v>
                </c:pt>
                <c:pt idx="1231">
                  <c:v>79.125731999999999</c:v>
                </c:pt>
                <c:pt idx="1232">
                  <c:v>79.443107999999995</c:v>
                </c:pt>
                <c:pt idx="1233">
                  <c:v>79.755309999999994</c:v>
                </c:pt>
                <c:pt idx="1234">
                  <c:v>79.999038999999996</c:v>
                </c:pt>
                <c:pt idx="1235">
                  <c:v>80.168792999999994</c:v>
                </c:pt>
                <c:pt idx="1236">
                  <c:v>80.307220000000001</c:v>
                </c:pt>
                <c:pt idx="1237">
                  <c:v>80.323875000000001</c:v>
                </c:pt>
                <c:pt idx="1238">
                  <c:v>80.281181000000004</c:v>
                </c:pt>
                <c:pt idx="1239">
                  <c:v>80.286040999999997</c:v>
                </c:pt>
                <c:pt idx="1240">
                  <c:v>80.266570999999999</c:v>
                </c:pt>
                <c:pt idx="1241">
                  <c:v>80.205673000000004</c:v>
                </c:pt>
                <c:pt idx="1242">
                  <c:v>80.167266999999995</c:v>
                </c:pt>
                <c:pt idx="1243">
                  <c:v>80.150443999999993</c:v>
                </c:pt>
                <c:pt idx="1244">
                  <c:v>80.159889000000007</c:v>
                </c:pt>
                <c:pt idx="1245">
                  <c:v>80.157523999999995</c:v>
                </c:pt>
                <c:pt idx="1246">
                  <c:v>80.126373000000001</c:v>
                </c:pt>
                <c:pt idx="1247">
                  <c:v>80.148216000000005</c:v>
                </c:pt>
                <c:pt idx="1248">
                  <c:v>80.238251000000005</c:v>
                </c:pt>
                <c:pt idx="1249">
                  <c:v>80.296195999999995</c:v>
                </c:pt>
                <c:pt idx="1250">
                  <c:v>80.353149000000002</c:v>
                </c:pt>
                <c:pt idx="1251">
                  <c:v>80.514290000000003</c:v>
                </c:pt>
                <c:pt idx="1252">
                  <c:v>80.745598000000001</c:v>
                </c:pt>
                <c:pt idx="1253">
                  <c:v>80.975639000000001</c:v>
                </c:pt>
                <c:pt idx="1254">
                  <c:v>81.209205999999995</c:v>
                </c:pt>
                <c:pt idx="1255">
                  <c:v>81.455070000000006</c:v>
                </c:pt>
                <c:pt idx="1256">
                  <c:v>81.597938999999997</c:v>
                </c:pt>
                <c:pt idx="1257">
                  <c:v>81.654121000000004</c:v>
                </c:pt>
                <c:pt idx="1258">
                  <c:v>81.761604000000005</c:v>
                </c:pt>
                <c:pt idx="1259">
                  <c:v>81.874954000000002</c:v>
                </c:pt>
                <c:pt idx="1260">
                  <c:v>81.972663999999995</c:v>
                </c:pt>
                <c:pt idx="1261">
                  <c:v>82.071365</c:v>
                </c:pt>
                <c:pt idx="1262">
                  <c:v>82.116996999999998</c:v>
                </c:pt>
                <c:pt idx="1263">
                  <c:v>82.044876000000002</c:v>
                </c:pt>
                <c:pt idx="1264">
                  <c:v>81.962806999999998</c:v>
                </c:pt>
                <c:pt idx="1265">
                  <c:v>81.907950999999997</c:v>
                </c:pt>
                <c:pt idx="1266">
                  <c:v>81.888733000000002</c:v>
                </c:pt>
                <c:pt idx="1267">
                  <c:v>81.585915</c:v>
                </c:pt>
                <c:pt idx="1268">
                  <c:v>81.588256999999999</c:v>
                </c:pt>
                <c:pt idx="1269">
                  <c:v>81.680655999999999</c:v>
                </c:pt>
                <c:pt idx="1270">
                  <c:v>81.738738999999995</c:v>
                </c:pt>
                <c:pt idx="1271">
                  <c:v>81.746887000000001</c:v>
                </c:pt>
                <c:pt idx="1272">
                  <c:v>81.751022000000006</c:v>
                </c:pt>
                <c:pt idx="1273">
                  <c:v>81.730994999999993</c:v>
                </c:pt>
                <c:pt idx="1274">
                  <c:v>81.711699999999993</c:v>
                </c:pt>
                <c:pt idx="1275">
                  <c:v>81.750480999999994</c:v>
                </c:pt>
                <c:pt idx="1276">
                  <c:v>81.778060999999994</c:v>
                </c:pt>
                <c:pt idx="1277">
                  <c:v>81.816993999999994</c:v>
                </c:pt>
                <c:pt idx="1278">
                  <c:v>81.840217999999993</c:v>
                </c:pt>
                <c:pt idx="1279">
                  <c:v>81.792968999999999</c:v>
                </c:pt>
                <c:pt idx="1280">
                  <c:v>81.746848999999997</c:v>
                </c:pt>
                <c:pt idx="1281">
                  <c:v>81.732521000000006</c:v>
                </c:pt>
                <c:pt idx="1282">
                  <c:v>81.678107999999995</c:v>
                </c:pt>
                <c:pt idx="1283">
                  <c:v>81.628174000000001</c:v>
                </c:pt>
                <c:pt idx="1284">
                  <c:v>81.581795</c:v>
                </c:pt>
                <c:pt idx="1285">
                  <c:v>81.532684000000003</c:v>
                </c:pt>
                <c:pt idx="1286">
                  <c:v>81.482924999999994</c:v>
                </c:pt>
                <c:pt idx="1287">
                  <c:v>81.449791000000005</c:v>
                </c:pt>
                <c:pt idx="1288">
                  <c:v>81.461348999999998</c:v>
                </c:pt>
                <c:pt idx="1289">
                  <c:v>81.472977</c:v>
                </c:pt>
                <c:pt idx="1290">
                  <c:v>81.417243999999997</c:v>
                </c:pt>
                <c:pt idx="1291">
                  <c:v>81.396850999999998</c:v>
                </c:pt>
                <c:pt idx="1292">
                  <c:v>81.456963000000002</c:v>
                </c:pt>
                <c:pt idx="1293">
                  <c:v>81.541611000000003</c:v>
                </c:pt>
                <c:pt idx="1294">
                  <c:v>81.576590999999993</c:v>
                </c:pt>
                <c:pt idx="1295">
                  <c:v>81.578406999999999</c:v>
                </c:pt>
                <c:pt idx="1296">
                  <c:v>81.550269999999998</c:v>
                </c:pt>
                <c:pt idx="1297">
                  <c:v>81.515456999999998</c:v>
                </c:pt>
                <c:pt idx="1298">
                  <c:v>81.504868000000002</c:v>
                </c:pt>
                <c:pt idx="1299">
                  <c:v>81.465728999999996</c:v>
                </c:pt>
                <c:pt idx="1300">
                  <c:v>81.411972000000006</c:v>
                </c:pt>
                <c:pt idx="1301">
                  <c:v>81.360068999999996</c:v>
                </c:pt>
                <c:pt idx="1302">
                  <c:v>81.272789000000003</c:v>
                </c:pt>
                <c:pt idx="1303">
                  <c:v>81.130402000000004</c:v>
                </c:pt>
                <c:pt idx="1304">
                  <c:v>80.070121999999998</c:v>
                </c:pt>
                <c:pt idx="1305">
                  <c:v>79.576262999999997</c:v>
                </c:pt>
                <c:pt idx="1306">
                  <c:v>79.260283999999999</c:v>
                </c:pt>
                <c:pt idx="1307">
                  <c:v>79.207526999999999</c:v>
                </c:pt>
                <c:pt idx="1308">
                  <c:v>79.180374</c:v>
                </c:pt>
                <c:pt idx="1309">
                  <c:v>79.233733999999998</c:v>
                </c:pt>
                <c:pt idx="1310">
                  <c:v>79.180115000000001</c:v>
                </c:pt>
                <c:pt idx="1311">
                  <c:v>78.984488999999996</c:v>
                </c:pt>
                <c:pt idx="1312">
                  <c:v>78.796486000000002</c:v>
                </c:pt>
                <c:pt idx="1313">
                  <c:v>78.718895000000003</c:v>
                </c:pt>
                <c:pt idx="1314">
                  <c:v>78.751213000000007</c:v>
                </c:pt>
                <c:pt idx="1315">
                  <c:v>78.791533999999999</c:v>
                </c:pt>
                <c:pt idx="1316">
                  <c:v>78.888114999999999</c:v>
                </c:pt>
                <c:pt idx="1317">
                  <c:v>79.042930999999996</c:v>
                </c:pt>
                <c:pt idx="1318">
                  <c:v>79.282714999999996</c:v>
                </c:pt>
                <c:pt idx="1319">
                  <c:v>79.664023999999998</c:v>
                </c:pt>
                <c:pt idx="1320">
                  <c:v>80.166595000000001</c:v>
                </c:pt>
                <c:pt idx="1321">
                  <c:v>80.651816999999994</c:v>
                </c:pt>
                <c:pt idx="1322">
                  <c:v>81.093879999999999</c:v>
                </c:pt>
                <c:pt idx="1323">
                  <c:v>81.571265999999994</c:v>
                </c:pt>
                <c:pt idx="1324">
                  <c:v>81.995063999999999</c:v>
                </c:pt>
                <c:pt idx="1325">
                  <c:v>82.367858999999996</c:v>
                </c:pt>
                <c:pt idx="1326">
                  <c:v>82.654876999999999</c:v>
                </c:pt>
                <c:pt idx="1327">
                  <c:v>82.851783999999995</c:v>
                </c:pt>
                <c:pt idx="1328">
                  <c:v>83.036674000000005</c:v>
                </c:pt>
                <c:pt idx="1329">
                  <c:v>83.168655000000001</c:v>
                </c:pt>
                <c:pt idx="1330">
                  <c:v>83.196624999999997</c:v>
                </c:pt>
                <c:pt idx="1331">
                  <c:v>83.306533999999999</c:v>
                </c:pt>
                <c:pt idx="1332">
                  <c:v>83.614265000000003</c:v>
                </c:pt>
                <c:pt idx="1333">
                  <c:v>84.023972000000001</c:v>
                </c:pt>
                <c:pt idx="1334">
                  <c:v>84.404640000000001</c:v>
                </c:pt>
                <c:pt idx="1335">
                  <c:v>84.682945000000004</c:v>
                </c:pt>
                <c:pt idx="1336">
                  <c:v>84.894638</c:v>
                </c:pt>
                <c:pt idx="1337">
                  <c:v>85.103104000000002</c:v>
                </c:pt>
                <c:pt idx="1338">
                  <c:v>85.350609000000006</c:v>
                </c:pt>
                <c:pt idx="1339">
                  <c:v>85.619354000000001</c:v>
                </c:pt>
                <c:pt idx="1340">
                  <c:v>85.881065000000007</c:v>
                </c:pt>
                <c:pt idx="1341">
                  <c:v>86.066710999999998</c:v>
                </c:pt>
                <c:pt idx="1342">
                  <c:v>86.162704000000005</c:v>
                </c:pt>
                <c:pt idx="1343">
                  <c:v>86.272018000000003</c:v>
                </c:pt>
                <c:pt idx="1344">
                  <c:v>86.502089999999995</c:v>
                </c:pt>
                <c:pt idx="1345">
                  <c:v>86.762642</c:v>
                </c:pt>
                <c:pt idx="1346">
                  <c:v>87.060042999999993</c:v>
                </c:pt>
                <c:pt idx="1347">
                  <c:v>87.401443</c:v>
                </c:pt>
                <c:pt idx="1348">
                  <c:v>87.679939000000005</c:v>
                </c:pt>
                <c:pt idx="1349">
                  <c:v>87.931488000000002</c:v>
                </c:pt>
                <c:pt idx="1350">
                  <c:v>88.151840000000007</c:v>
                </c:pt>
                <c:pt idx="1351">
                  <c:v>88.325576999999996</c:v>
                </c:pt>
                <c:pt idx="1352">
                  <c:v>88.404715999999993</c:v>
                </c:pt>
                <c:pt idx="1353">
                  <c:v>88.458259999999996</c:v>
                </c:pt>
                <c:pt idx="1354">
                  <c:v>88.570098999999999</c:v>
                </c:pt>
                <c:pt idx="1355">
                  <c:v>88.732765000000001</c:v>
                </c:pt>
                <c:pt idx="1356">
                  <c:v>88.896347000000006</c:v>
                </c:pt>
                <c:pt idx="1357">
                  <c:v>89.031891000000002</c:v>
                </c:pt>
                <c:pt idx="1358">
                  <c:v>89.165321000000006</c:v>
                </c:pt>
                <c:pt idx="1359">
                  <c:v>89.328445000000002</c:v>
                </c:pt>
                <c:pt idx="1360">
                  <c:v>89.531616</c:v>
                </c:pt>
                <c:pt idx="1361">
                  <c:v>89.758858000000004</c:v>
                </c:pt>
                <c:pt idx="1362">
                  <c:v>89.877571000000003</c:v>
                </c:pt>
                <c:pt idx="1363">
                  <c:v>89.831688</c:v>
                </c:pt>
                <c:pt idx="1364">
                  <c:v>89.75779</c:v>
                </c:pt>
                <c:pt idx="1365">
                  <c:v>89.673561000000007</c:v>
                </c:pt>
                <c:pt idx="1366">
                  <c:v>89.475432999999995</c:v>
                </c:pt>
                <c:pt idx="1367">
                  <c:v>89.19117</c:v>
                </c:pt>
                <c:pt idx="1368">
                  <c:v>88.929382000000004</c:v>
                </c:pt>
                <c:pt idx="1369">
                  <c:v>88.69059</c:v>
                </c:pt>
                <c:pt idx="1370">
                  <c:v>88.508476000000002</c:v>
                </c:pt>
                <c:pt idx="1371">
                  <c:v>88.304832000000005</c:v>
                </c:pt>
                <c:pt idx="1372">
                  <c:v>88.179046999999997</c:v>
                </c:pt>
                <c:pt idx="1373">
                  <c:v>88.118262999999999</c:v>
                </c:pt>
                <c:pt idx="1374">
                  <c:v>88.056197999999995</c:v>
                </c:pt>
                <c:pt idx="1375">
                  <c:v>87.940772999999993</c:v>
                </c:pt>
                <c:pt idx="1376">
                  <c:v>87.916229000000001</c:v>
                </c:pt>
                <c:pt idx="1377">
                  <c:v>87.891029000000003</c:v>
                </c:pt>
                <c:pt idx="1378">
                  <c:v>87.968941000000001</c:v>
                </c:pt>
                <c:pt idx="1379">
                  <c:v>87.836205000000007</c:v>
                </c:pt>
                <c:pt idx="1380">
                  <c:v>87.831176999999997</c:v>
                </c:pt>
                <c:pt idx="1381">
                  <c:v>88.003440999999995</c:v>
                </c:pt>
                <c:pt idx="1382">
                  <c:v>88.852654000000001</c:v>
                </c:pt>
                <c:pt idx="1383">
                  <c:v>91.407866999999996</c:v>
                </c:pt>
                <c:pt idx="1384">
                  <c:v>92.299706</c:v>
                </c:pt>
                <c:pt idx="1385">
                  <c:v>92.339179999999999</c:v>
                </c:pt>
                <c:pt idx="1386">
                  <c:v>92.335776999999993</c:v>
                </c:pt>
                <c:pt idx="1387">
                  <c:v>92.357460000000003</c:v>
                </c:pt>
                <c:pt idx="1388">
                  <c:v>92.458832000000001</c:v>
                </c:pt>
                <c:pt idx="1389">
                  <c:v>92.571465000000003</c:v>
                </c:pt>
                <c:pt idx="1390">
                  <c:v>92.555556999999993</c:v>
                </c:pt>
                <c:pt idx="1391">
                  <c:v>92.500159999999994</c:v>
                </c:pt>
                <c:pt idx="1392">
                  <c:v>92.443809999999999</c:v>
                </c:pt>
                <c:pt idx="1393">
                  <c:v>92.390227999999993</c:v>
                </c:pt>
                <c:pt idx="1394">
                  <c:v>92.343520999999996</c:v>
                </c:pt>
                <c:pt idx="1395">
                  <c:v>92.269035000000002</c:v>
                </c:pt>
                <c:pt idx="1396">
                  <c:v>92.183372000000006</c:v>
                </c:pt>
                <c:pt idx="1397">
                  <c:v>92.111251999999993</c:v>
                </c:pt>
                <c:pt idx="1398">
                  <c:v>92.035278000000005</c:v>
                </c:pt>
                <c:pt idx="1399">
                  <c:v>91.944205999999994</c:v>
                </c:pt>
                <c:pt idx="1400">
                  <c:v>91.999129999999994</c:v>
                </c:pt>
                <c:pt idx="1401">
                  <c:v>92.106917999999993</c:v>
                </c:pt>
                <c:pt idx="1402">
                  <c:v>92.235664</c:v>
                </c:pt>
                <c:pt idx="1403">
                  <c:v>92.185867000000002</c:v>
                </c:pt>
                <c:pt idx="1404">
                  <c:v>91.957130000000006</c:v>
                </c:pt>
                <c:pt idx="1405">
                  <c:v>92.346474000000001</c:v>
                </c:pt>
                <c:pt idx="1406">
                  <c:v>92.841019000000003</c:v>
                </c:pt>
                <c:pt idx="1407">
                  <c:v>93.300117</c:v>
                </c:pt>
                <c:pt idx="1408">
                  <c:v>93.670479</c:v>
                </c:pt>
                <c:pt idx="1409">
                  <c:v>93.433395000000004</c:v>
                </c:pt>
                <c:pt idx="1410">
                  <c:v>90.027991999999998</c:v>
                </c:pt>
                <c:pt idx="1411">
                  <c:v>90.308273</c:v>
                </c:pt>
                <c:pt idx="1412">
                  <c:v>90.621368000000004</c:v>
                </c:pt>
                <c:pt idx="1413">
                  <c:v>90.912018000000003</c:v>
                </c:pt>
                <c:pt idx="1414">
                  <c:v>91.134094000000005</c:v>
                </c:pt>
                <c:pt idx="1415">
                  <c:v>91.416245000000004</c:v>
                </c:pt>
                <c:pt idx="1416">
                  <c:v>91.736603000000002</c:v>
                </c:pt>
                <c:pt idx="1417">
                  <c:v>91.998878000000005</c:v>
                </c:pt>
                <c:pt idx="1418">
                  <c:v>92.254631000000003</c:v>
                </c:pt>
                <c:pt idx="1419">
                  <c:v>93.006302000000005</c:v>
                </c:pt>
                <c:pt idx="1420">
                  <c:v>97.134758000000005</c:v>
                </c:pt>
                <c:pt idx="1421">
                  <c:v>96.771666999999994</c:v>
                </c:pt>
                <c:pt idx="1422">
                  <c:v>96.965346999999994</c:v>
                </c:pt>
                <c:pt idx="1423">
                  <c:v>97.044319000000002</c:v>
                </c:pt>
                <c:pt idx="1424">
                  <c:v>97.074348000000001</c:v>
                </c:pt>
                <c:pt idx="1425">
                  <c:v>97.027305999999996</c:v>
                </c:pt>
                <c:pt idx="1426">
                  <c:v>96.899413999999993</c:v>
                </c:pt>
                <c:pt idx="1427">
                  <c:v>96.776047000000005</c:v>
                </c:pt>
                <c:pt idx="1428">
                  <c:v>96.743758999999997</c:v>
                </c:pt>
                <c:pt idx="1429">
                  <c:v>96.772628999999995</c:v>
                </c:pt>
                <c:pt idx="1430">
                  <c:v>96.805640999999994</c:v>
                </c:pt>
                <c:pt idx="1431">
                  <c:v>96.910338999999993</c:v>
                </c:pt>
                <c:pt idx="1432">
                  <c:v>96.935066000000006</c:v>
                </c:pt>
                <c:pt idx="1433">
                  <c:v>96.955894000000001</c:v>
                </c:pt>
                <c:pt idx="1434">
                  <c:v>97.065642999999994</c:v>
                </c:pt>
                <c:pt idx="1435">
                  <c:v>97.243110999999999</c:v>
                </c:pt>
                <c:pt idx="1436">
                  <c:v>97.448447999999999</c:v>
                </c:pt>
                <c:pt idx="1437">
                  <c:v>97.641334999999998</c:v>
                </c:pt>
                <c:pt idx="1438">
                  <c:v>97.730514999999997</c:v>
                </c:pt>
                <c:pt idx="1439">
                  <c:v>97.759986999999995</c:v>
                </c:pt>
                <c:pt idx="1440">
                  <c:v>97.860878</c:v>
                </c:pt>
                <c:pt idx="1441">
                  <c:v>98.000076000000007</c:v>
                </c:pt>
                <c:pt idx="1442">
                  <c:v>98.041900999999996</c:v>
                </c:pt>
                <c:pt idx="1443">
                  <c:v>98.004356000000001</c:v>
                </c:pt>
                <c:pt idx="1444">
                  <c:v>97.873123000000007</c:v>
                </c:pt>
                <c:pt idx="1445">
                  <c:v>97.644913000000003</c:v>
                </c:pt>
                <c:pt idx="1446">
                  <c:v>97.391777000000005</c:v>
                </c:pt>
                <c:pt idx="1447">
                  <c:v>97.072249999999997</c:v>
                </c:pt>
                <c:pt idx="1448">
                  <c:v>96.783660999999995</c:v>
                </c:pt>
                <c:pt idx="1449">
                  <c:v>96.514809</c:v>
                </c:pt>
                <c:pt idx="1450">
                  <c:v>96.247658000000001</c:v>
                </c:pt>
                <c:pt idx="1451">
                  <c:v>96.052909999999997</c:v>
                </c:pt>
                <c:pt idx="1452">
                  <c:v>95.913803000000001</c:v>
                </c:pt>
                <c:pt idx="1453">
                  <c:v>95.778037999999995</c:v>
                </c:pt>
                <c:pt idx="1454">
                  <c:v>95.625427000000002</c:v>
                </c:pt>
                <c:pt idx="1455">
                  <c:v>95.482085999999995</c:v>
                </c:pt>
                <c:pt idx="1456">
                  <c:v>95.364197000000004</c:v>
                </c:pt>
                <c:pt idx="1457">
                  <c:v>95.269508000000002</c:v>
                </c:pt>
                <c:pt idx="1458">
                  <c:v>95.203132999999994</c:v>
                </c:pt>
                <c:pt idx="1459">
                  <c:v>95.194671999999997</c:v>
                </c:pt>
                <c:pt idx="1460">
                  <c:v>95.313598999999996</c:v>
                </c:pt>
                <c:pt idx="1461">
                  <c:v>95.344368000000003</c:v>
                </c:pt>
                <c:pt idx="1462">
                  <c:v>95.291756000000007</c:v>
                </c:pt>
                <c:pt idx="1463">
                  <c:v>95.269858999999997</c:v>
                </c:pt>
                <c:pt idx="1464">
                  <c:v>95.230712999999994</c:v>
                </c:pt>
                <c:pt idx="1465">
                  <c:v>95.087776000000005</c:v>
                </c:pt>
                <c:pt idx="1466">
                  <c:v>94.904312000000004</c:v>
                </c:pt>
                <c:pt idx="1467">
                  <c:v>94.702950000000001</c:v>
                </c:pt>
                <c:pt idx="1468">
                  <c:v>94.508071999999999</c:v>
                </c:pt>
                <c:pt idx="1469">
                  <c:v>94.334045000000003</c:v>
                </c:pt>
                <c:pt idx="1470">
                  <c:v>94.237281999999993</c:v>
                </c:pt>
                <c:pt idx="1471">
                  <c:v>94.227576999999997</c:v>
                </c:pt>
                <c:pt idx="1472">
                  <c:v>94.192665000000005</c:v>
                </c:pt>
                <c:pt idx="1473">
                  <c:v>94.084770000000006</c:v>
                </c:pt>
                <c:pt idx="1474">
                  <c:v>93.910697999999996</c:v>
                </c:pt>
                <c:pt idx="1475">
                  <c:v>93.778671000000003</c:v>
                </c:pt>
                <c:pt idx="1476">
                  <c:v>93.720923999999997</c:v>
                </c:pt>
                <c:pt idx="1477">
                  <c:v>93.666877999999997</c:v>
                </c:pt>
                <c:pt idx="1478">
                  <c:v>93.599602000000004</c:v>
                </c:pt>
                <c:pt idx="1479">
                  <c:v>93.550903000000005</c:v>
                </c:pt>
                <c:pt idx="1480">
                  <c:v>93.569053999999994</c:v>
                </c:pt>
                <c:pt idx="1481">
                  <c:v>93.685042999999993</c:v>
                </c:pt>
                <c:pt idx="1482">
                  <c:v>93.762343999999999</c:v>
                </c:pt>
                <c:pt idx="1483">
                  <c:v>93.734015999999997</c:v>
                </c:pt>
                <c:pt idx="1484">
                  <c:v>93.607253999999998</c:v>
                </c:pt>
                <c:pt idx="1485">
                  <c:v>93.497924999999995</c:v>
                </c:pt>
                <c:pt idx="1486">
                  <c:v>93.443816999999996</c:v>
                </c:pt>
                <c:pt idx="1487">
                  <c:v>93.429267999999993</c:v>
                </c:pt>
                <c:pt idx="1488">
                  <c:v>93.509658999999999</c:v>
                </c:pt>
                <c:pt idx="1489">
                  <c:v>93.571167000000003</c:v>
                </c:pt>
                <c:pt idx="1490">
                  <c:v>93.592026000000004</c:v>
                </c:pt>
                <c:pt idx="1491">
                  <c:v>93.653510999999995</c:v>
                </c:pt>
                <c:pt idx="1492">
                  <c:v>93.742157000000006</c:v>
                </c:pt>
                <c:pt idx="1493">
                  <c:v>93.775017000000005</c:v>
                </c:pt>
                <c:pt idx="1494">
                  <c:v>93.722487999999998</c:v>
                </c:pt>
                <c:pt idx="1495">
                  <c:v>93.676040999999998</c:v>
                </c:pt>
                <c:pt idx="1496">
                  <c:v>93.738594000000006</c:v>
                </c:pt>
                <c:pt idx="1497">
                  <c:v>93.699027999999998</c:v>
                </c:pt>
                <c:pt idx="1498">
                  <c:v>93.294342</c:v>
                </c:pt>
                <c:pt idx="1499">
                  <c:v>93.120827000000006</c:v>
                </c:pt>
                <c:pt idx="1500">
                  <c:v>92.994247000000001</c:v>
                </c:pt>
                <c:pt idx="1501">
                  <c:v>92.887505000000004</c:v>
                </c:pt>
                <c:pt idx="1502">
                  <c:v>92.705062999999996</c:v>
                </c:pt>
                <c:pt idx="1503">
                  <c:v>92.543762000000001</c:v>
                </c:pt>
                <c:pt idx="1504">
                  <c:v>92.333572000000004</c:v>
                </c:pt>
                <c:pt idx="1505">
                  <c:v>92.010384000000002</c:v>
                </c:pt>
                <c:pt idx="1506">
                  <c:v>91.752662999999998</c:v>
                </c:pt>
                <c:pt idx="1507">
                  <c:v>91.515968000000001</c:v>
                </c:pt>
                <c:pt idx="1508">
                  <c:v>91.399628000000007</c:v>
                </c:pt>
                <c:pt idx="1509">
                  <c:v>91.344123999999994</c:v>
                </c:pt>
                <c:pt idx="1510">
                  <c:v>91.134354000000002</c:v>
                </c:pt>
                <c:pt idx="1511">
                  <c:v>90.745140000000006</c:v>
                </c:pt>
                <c:pt idx="1512">
                  <c:v>90.329871999999995</c:v>
                </c:pt>
                <c:pt idx="1513">
                  <c:v>89.987335000000002</c:v>
                </c:pt>
                <c:pt idx="1514">
                  <c:v>89.826201999999995</c:v>
                </c:pt>
                <c:pt idx="1515">
                  <c:v>89.731055999999995</c:v>
                </c:pt>
                <c:pt idx="1516">
                  <c:v>89.610718000000006</c:v>
                </c:pt>
                <c:pt idx="1517">
                  <c:v>89.479697999999999</c:v>
                </c:pt>
                <c:pt idx="1518">
                  <c:v>89.386559000000005</c:v>
                </c:pt>
                <c:pt idx="1519">
                  <c:v>89.332520000000002</c:v>
                </c:pt>
                <c:pt idx="1520">
                  <c:v>89.292175</c:v>
                </c:pt>
                <c:pt idx="1521">
                  <c:v>89.246437</c:v>
                </c:pt>
                <c:pt idx="1522">
                  <c:v>89.156723</c:v>
                </c:pt>
                <c:pt idx="1523">
                  <c:v>89.088866999999993</c:v>
                </c:pt>
                <c:pt idx="1524">
                  <c:v>89.136200000000002</c:v>
                </c:pt>
                <c:pt idx="1525">
                  <c:v>89.292304999999999</c:v>
                </c:pt>
                <c:pt idx="1526">
                  <c:v>89.491935999999995</c:v>
                </c:pt>
                <c:pt idx="1527">
                  <c:v>89.639801000000006</c:v>
                </c:pt>
                <c:pt idx="1528">
                  <c:v>89.649199999999993</c:v>
                </c:pt>
                <c:pt idx="1529">
                  <c:v>89.565933000000001</c:v>
                </c:pt>
                <c:pt idx="1530">
                  <c:v>89.525063000000003</c:v>
                </c:pt>
                <c:pt idx="1531">
                  <c:v>89.596039000000005</c:v>
                </c:pt>
                <c:pt idx="1532">
                  <c:v>89.722977</c:v>
                </c:pt>
                <c:pt idx="1533">
                  <c:v>89.826355000000007</c:v>
                </c:pt>
                <c:pt idx="1534">
                  <c:v>89.75206</c:v>
                </c:pt>
                <c:pt idx="1535">
                  <c:v>89.590607000000006</c:v>
                </c:pt>
                <c:pt idx="1536">
                  <c:v>89.459991000000002</c:v>
                </c:pt>
                <c:pt idx="1537">
                  <c:v>89.352196000000006</c:v>
                </c:pt>
                <c:pt idx="1538">
                  <c:v>89.383125000000007</c:v>
                </c:pt>
                <c:pt idx="1539">
                  <c:v>89.496841000000003</c:v>
                </c:pt>
                <c:pt idx="1540">
                  <c:v>89.578971999999993</c:v>
                </c:pt>
                <c:pt idx="1541">
                  <c:v>89.609543000000002</c:v>
                </c:pt>
                <c:pt idx="1542">
                  <c:v>89.677284</c:v>
                </c:pt>
                <c:pt idx="1543">
                  <c:v>89.773292999999995</c:v>
                </c:pt>
                <c:pt idx="1544">
                  <c:v>89.934821999999997</c:v>
                </c:pt>
                <c:pt idx="1545">
                  <c:v>90.167747000000006</c:v>
                </c:pt>
                <c:pt idx="1546">
                  <c:v>90.403603000000004</c:v>
                </c:pt>
                <c:pt idx="1547">
                  <c:v>90.592490999999995</c:v>
                </c:pt>
                <c:pt idx="1548">
                  <c:v>90.735068999999996</c:v>
                </c:pt>
                <c:pt idx="1549">
                  <c:v>90.915633999999997</c:v>
                </c:pt>
                <c:pt idx="1550">
                  <c:v>91.110680000000002</c:v>
                </c:pt>
                <c:pt idx="1551">
                  <c:v>91.298935</c:v>
                </c:pt>
                <c:pt idx="1552">
                  <c:v>91.513512000000006</c:v>
                </c:pt>
                <c:pt idx="1553">
                  <c:v>91.756461999999999</c:v>
                </c:pt>
                <c:pt idx="1554">
                  <c:v>92.034073000000006</c:v>
                </c:pt>
                <c:pt idx="1555">
                  <c:v>92.290756000000002</c:v>
                </c:pt>
                <c:pt idx="1556">
                  <c:v>92.581596000000005</c:v>
                </c:pt>
                <c:pt idx="1557">
                  <c:v>92.875107</c:v>
                </c:pt>
                <c:pt idx="1558">
                  <c:v>93.255707000000001</c:v>
                </c:pt>
                <c:pt idx="1559">
                  <c:v>93.650413999999998</c:v>
                </c:pt>
                <c:pt idx="1560">
                  <c:v>93.902495999999999</c:v>
                </c:pt>
                <c:pt idx="1561">
                  <c:v>94.086333999999994</c:v>
                </c:pt>
                <c:pt idx="1562">
                  <c:v>94.261864000000003</c:v>
                </c:pt>
                <c:pt idx="1563">
                  <c:v>94.515236000000002</c:v>
                </c:pt>
                <c:pt idx="1564">
                  <c:v>94.790740999999997</c:v>
                </c:pt>
                <c:pt idx="1565">
                  <c:v>95.158760000000001</c:v>
                </c:pt>
                <c:pt idx="1566">
                  <c:v>95.488731000000001</c:v>
                </c:pt>
                <c:pt idx="1567">
                  <c:v>95.638496000000004</c:v>
                </c:pt>
                <c:pt idx="1568">
                  <c:v>95.781525000000002</c:v>
                </c:pt>
                <c:pt idx="1569">
                  <c:v>95.941933000000006</c:v>
                </c:pt>
                <c:pt idx="1570">
                  <c:v>96.033989000000005</c:v>
                </c:pt>
                <c:pt idx="1571">
                  <c:v>96.047752000000003</c:v>
                </c:pt>
                <c:pt idx="1572">
                  <c:v>95.991928000000001</c:v>
                </c:pt>
                <c:pt idx="1573">
                  <c:v>95.889022999999995</c:v>
                </c:pt>
                <c:pt idx="1574">
                  <c:v>95.864493999999993</c:v>
                </c:pt>
                <c:pt idx="1575">
                  <c:v>95.902717999999993</c:v>
                </c:pt>
                <c:pt idx="1576">
                  <c:v>96.015144000000006</c:v>
                </c:pt>
                <c:pt idx="1577">
                  <c:v>96.148880000000005</c:v>
                </c:pt>
                <c:pt idx="1578">
                  <c:v>96.268737999999999</c:v>
                </c:pt>
                <c:pt idx="1579">
                  <c:v>96.290313999999995</c:v>
                </c:pt>
                <c:pt idx="1580">
                  <c:v>96.186417000000006</c:v>
                </c:pt>
                <c:pt idx="1581">
                  <c:v>96.109488999999996</c:v>
                </c:pt>
                <c:pt idx="1582">
                  <c:v>96.092194000000006</c:v>
                </c:pt>
                <c:pt idx="1583">
                  <c:v>96.130852000000004</c:v>
                </c:pt>
                <c:pt idx="1584">
                  <c:v>96.181777999999994</c:v>
                </c:pt>
                <c:pt idx="1585">
                  <c:v>96.274383999999998</c:v>
                </c:pt>
                <c:pt idx="1586">
                  <c:v>96.382034000000004</c:v>
                </c:pt>
                <c:pt idx="1587">
                  <c:v>96.372459000000006</c:v>
                </c:pt>
                <c:pt idx="1588">
                  <c:v>96.242583999999994</c:v>
                </c:pt>
                <c:pt idx="1589">
                  <c:v>96.245261999999997</c:v>
                </c:pt>
                <c:pt idx="1590">
                  <c:v>96.220321999999996</c:v>
                </c:pt>
                <c:pt idx="1591">
                  <c:v>96.168235999999993</c:v>
                </c:pt>
                <c:pt idx="1592">
                  <c:v>96.192986000000005</c:v>
                </c:pt>
                <c:pt idx="1593">
                  <c:v>96.217651000000004</c:v>
                </c:pt>
                <c:pt idx="1594">
                  <c:v>96.288177000000005</c:v>
                </c:pt>
                <c:pt idx="1595">
                  <c:v>96.412093999999996</c:v>
                </c:pt>
                <c:pt idx="1596">
                  <c:v>96.558395000000004</c:v>
                </c:pt>
                <c:pt idx="1597">
                  <c:v>96.724930000000001</c:v>
                </c:pt>
                <c:pt idx="1598">
                  <c:v>96.958229000000003</c:v>
                </c:pt>
                <c:pt idx="1599">
                  <c:v>97.248176999999998</c:v>
                </c:pt>
                <c:pt idx="1600">
                  <c:v>97.416388999999995</c:v>
                </c:pt>
                <c:pt idx="1601">
                  <c:v>97.558952000000005</c:v>
                </c:pt>
                <c:pt idx="1602">
                  <c:v>97.658210999999994</c:v>
                </c:pt>
                <c:pt idx="1603">
                  <c:v>97.732451999999995</c:v>
                </c:pt>
                <c:pt idx="1604">
                  <c:v>97.845703</c:v>
                </c:pt>
                <c:pt idx="1605">
                  <c:v>98.066695999999993</c:v>
                </c:pt>
                <c:pt idx="1606">
                  <c:v>98.303825000000003</c:v>
                </c:pt>
                <c:pt idx="1607">
                  <c:v>98.468451999999999</c:v>
                </c:pt>
                <c:pt idx="1608">
                  <c:v>98.484015999999997</c:v>
                </c:pt>
                <c:pt idx="1609">
                  <c:v>98.412361000000004</c:v>
                </c:pt>
                <c:pt idx="1610">
                  <c:v>98.360596000000001</c:v>
                </c:pt>
                <c:pt idx="1611">
                  <c:v>98.489883000000006</c:v>
                </c:pt>
                <c:pt idx="1612">
                  <c:v>98.825089000000006</c:v>
                </c:pt>
                <c:pt idx="1613">
                  <c:v>99.103188000000003</c:v>
                </c:pt>
                <c:pt idx="1614">
                  <c:v>99.324096999999995</c:v>
                </c:pt>
                <c:pt idx="1615">
                  <c:v>99.516609000000003</c:v>
                </c:pt>
                <c:pt idx="1616">
                  <c:v>99.768944000000005</c:v>
                </c:pt>
                <c:pt idx="1617">
                  <c:v>100.12222</c:v>
                </c:pt>
                <c:pt idx="1618">
                  <c:v>100.44790999999999</c:v>
                </c:pt>
                <c:pt idx="1619">
                  <c:v>100.72141000000001</c:v>
                </c:pt>
                <c:pt idx="1620">
                  <c:v>100.86148</c:v>
                </c:pt>
                <c:pt idx="1621">
                  <c:v>100.99999</c:v>
                </c:pt>
                <c:pt idx="1622">
                  <c:v>101.20142</c:v>
                </c:pt>
                <c:pt idx="1623">
                  <c:v>101.39064999999999</c:v>
                </c:pt>
                <c:pt idx="1624">
                  <c:v>101.52751000000001</c:v>
                </c:pt>
                <c:pt idx="1625">
                  <c:v>101.63728</c:v>
                </c:pt>
                <c:pt idx="1626">
                  <c:v>101.95949</c:v>
                </c:pt>
                <c:pt idx="1627">
                  <c:v>103.56433</c:v>
                </c:pt>
                <c:pt idx="1628">
                  <c:v>105.63661999999999</c:v>
                </c:pt>
                <c:pt idx="1629">
                  <c:v>106.95646000000001</c:v>
                </c:pt>
                <c:pt idx="1630">
                  <c:v>107.61463999999999</c:v>
                </c:pt>
                <c:pt idx="1631">
                  <c:v>107.32581999999999</c:v>
                </c:pt>
                <c:pt idx="1632">
                  <c:v>107.38348000000001</c:v>
                </c:pt>
                <c:pt idx="1633">
                  <c:v>107.61632</c:v>
                </c:pt>
                <c:pt idx="1634">
                  <c:v>107.84233</c:v>
                </c:pt>
                <c:pt idx="1635">
                  <c:v>108.06005</c:v>
                </c:pt>
                <c:pt idx="1636">
                  <c:v>108.21832000000001</c:v>
                </c:pt>
                <c:pt idx="1637">
                  <c:v>108.32335999999999</c:v>
                </c:pt>
                <c:pt idx="1638">
                  <c:v>108.49928</c:v>
                </c:pt>
                <c:pt idx="1639">
                  <c:v>108.70331</c:v>
                </c:pt>
                <c:pt idx="1640">
                  <c:v>108.96279</c:v>
                </c:pt>
                <c:pt idx="1641">
                  <c:v>109.31276</c:v>
                </c:pt>
                <c:pt idx="1642">
                  <c:v>109.55929</c:v>
                </c:pt>
                <c:pt idx="1643">
                  <c:v>109.66743</c:v>
                </c:pt>
                <c:pt idx="1644">
                  <c:v>109.92462999999999</c:v>
                </c:pt>
                <c:pt idx="1645">
                  <c:v>110.03736000000001</c:v>
                </c:pt>
                <c:pt idx="1646">
                  <c:v>110.04358000000001</c:v>
                </c:pt>
                <c:pt idx="1647">
                  <c:v>110.28546</c:v>
                </c:pt>
                <c:pt idx="1648">
                  <c:v>110.85914</c:v>
                </c:pt>
                <c:pt idx="1649">
                  <c:v>111.51273999999999</c:v>
                </c:pt>
                <c:pt idx="1650">
                  <c:v>112.00407</c:v>
                </c:pt>
                <c:pt idx="1651">
                  <c:v>112.95319000000001</c:v>
                </c:pt>
                <c:pt idx="1652">
                  <c:v>116.92475</c:v>
                </c:pt>
                <c:pt idx="1653">
                  <c:v>118.31045</c:v>
                </c:pt>
                <c:pt idx="1654">
                  <c:v>118.09891</c:v>
                </c:pt>
                <c:pt idx="1655">
                  <c:v>118.25185999999999</c:v>
                </c:pt>
                <c:pt idx="1656">
                  <c:v>118.3844</c:v>
                </c:pt>
                <c:pt idx="1657">
                  <c:v>118.50473</c:v>
                </c:pt>
                <c:pt idx="1658">
                  <c:v>118.63460000000001</c:v>
                </c:pt>
                <c:pt idx="1659">
                  <c:v>118.76598</c:v>
                </c:pt>
                <c:pt idx="1660">
                  <c:v>118.94592</c:v>
                </c:pt>
                <c:pt idx="1661">
                  <c:v>119.13500999999999</c:v>
                </c:pt>
                <c:pt idx="1662">
                  <c:v>119.20112</c:v>
                </c:pt>
                <c:pt idx="1663">
                  <c:v>119.24908000000001</c:v>
                </c:pt>
                <c:pt idx="1664">
                  <c:v>119.32161000000001</c:v>
                </c:pt>
                <c:pt idx="1665">
                  <c:v>119.39713</c:v>
                </c:pt>
                <c:pt idx="1666">
                  <c:v>119.48587000000001</c:v>
                </c:pt>
                <c:pt idx="1667">
                  <c:v>119.56050999999999</c:v>
                </c:pt>
                <c:pt idx="1668">
                  <c:v>119.66048000000001</c:v>
                </c:pt>
                <c:pt idx="1669">
                  <c:v>119.73665</c:v>
                </c:pt>
                <c:pt idx="1670">
                  <c:v>119.85236</c:v>
                </c:pt>
                <c:pt idx="1671">
                  <c:v>119.93764</c:v>
                </c:pt>
                <c:pt idx="1672">
                  <c:v>119.97776</c:v>
                </c:pt>
                <c:pt idx="1673">
                  <c:v>120.00724</c:v>
                </c:pt>
                <c:pt idx="1674">
                  <c:v>119.94598000000001</c:v>
                </c:pt>
                <c:pt idx="1675">
                  <c:v>119.60142</c:v>
                </c:pt>
                <c:pt idx="1676">
                  <c:v>119.50033999999999</c:v>
                </c:pt>
                <c:pt idx="1677">
                  <c:v>119.43861</c:v>
                </c:pt>
                <c:pt idx="1678">
                  <c:v>119.3848</c:v>
                </c:pt>
                <c:pt idx="1679">
                  <c:v>119.33504000000001</c:v>
                </c:pt>
                <c:pt idx="1680">
                  <c:v>119.33147</c:v>
                </c:pt>
                <c:pt idx="1681">
                  <c:v>119.31985</c:v>
                </c:pt>
                <c:pt idx="1682">
                  <c:v>119.26452999999999</c:v>
                </c:pt>
                <c:pt idx="1683">
                  <c:v>119.28451</c:v>
                </c:pt>
                <c:pt idx="1684">
                  <c:v>119.34048</c:v>
                </c:pt>
                <c:pt idx="1685">
                  <c:v>119.35211</c:v>
                </c:pt>
                <c:pt idx="1686">
                  <c:v>119.24952999999999</c:v>
                </c:pt>
                <c:pt idx="1687">
                  <c:v>119.12974</c:v>
                </c:pt>
                <c:pt idx="1688">
                  <c:v>118.88794</c:v>
                </c:pt>
                <c:pt idx="1689">
                  <c:v>118.53749999999999</c:v>
                </c:pt>
                <c:pt idx="1690">
                  <c:v>118.27052</c:v>
                </c:pt>
                <c:pt idx="1691">
                  <c:v>118.14819</c:v>
                </c:pt>
                <c:pt idx="1692">
                  <c:v>118.14928</c:v>
                </c:pt>
                <c:pt idx="1693">
                  <c:v>118.17136000000001</c:v>
                </c:pt>
                <c:pt idx="1694">
                  <c:v>118.23775000000001</c:v>
                </c:pt>
                <c:pt idx="1695">
                  <c:v>118.32102999999999</c:v>
                </c:pt>
                <c:pt idx="1696">
                  <c:v>118.4057</c:v>
                </c:pt>
                <c:pt idx="1697">
                  <c:v>118.54105</c:v>
                </c:pt>
                <c:pt idx="1698">
                  <c:v>118.74609</c:v>
                </c:pt>
                <c:pt idx="1699">
                  <c:v>118.7595</c:v>
                </c:pt>
                <c:pt idx="1700">
                  <c:v>117.65755</c:v>
                </c:pt>
                <c:pt idx="1701">
                  <c:v>118.11551</c:v>
                </c:pt>
                <c:pt idx="1702">
                  <c:v>118.81394</c:v>
                </c:pt>
                <c:pt idx="1703">
                  <c:v>119.34358</c:v>
                </c:pt>
                <c:pt idx="1704">
                  <c:v>119.65337</c:v>
                </c:pt>
                <c:pt idx="1705">
                  <c:v>119.78203000000001</c:v>
                </c:pt>
                <c:pt idx="1706">
                  <c:v>119.78735</c:v>
                </c:pt>
                <c:pt idx="1707">
                  <c:v>119.73357</c:v>
                </c:pt>
                <c:pt idx="1708">
                  <c:v>119.60419</c:v>
                </c:pt>
                <c:pt idx="1709">
                  <c:v>119.40651</c:v>
                </c:pt>
                <c:pt idx="1710">
                  <c:v>119.15791</c:v>
                </c:pt>
                <c:pt idx="1711">
                  <c:v>118.85034</c:v>
                </c:pt>
                <c:pt idx="1712">
                  <c:v>118.51371</c:v>
                </c:pt>
                <c:pt idx="1713">
                  <c:v>118.15170000000001</c:v>
                </c:pt>
                <c:pt idx="1714">
                  <c:v>117.80074</c:v>
                </c:pt>
                <c:pt idx="1715">
                  <c:v>117.43467</c:v>
                </c:pt>
                <c:pt idx="1716">
                  <c:v>116.99991</c:v>
                </c:pt>
                <c:pt idx="1717">
                  <c:v>116.52077</c:v>
                </c:pt>
                <c:pt idx="1718">
                  <c:v>116.07299</c:v>
                </c:pt>
                <c:pt idx="1719">
                  <c:v>115.71682</c:v>
                </c:pt>
                <c:pt idx="1720">
                  <c:v>115.41209000000001</c:v>
                </c:pt>
                <c:pt idx="1721">
                  <c:v>115.19391</c:v>
                </c:pt>
                <c:pt idx="1722">
                  <c:v>114.9808</c:v>
                </c:pt>
                <c:pt idx="1723">
                  <c:v>114.68819000000001</c:v>
                </c:pt>
                <c:pt idx="1724">
                  <c:v>114.3642</c:v>
                </c:pt>
                <c:pt idx="1725">
                  <c:v>114.09011</c:v>
                </c:pt>
                <c:pt idx="1726">
                  <c:v>113.8301</c:v>
                </c:pt>
                <c:pt idx="1727">
                  <c:v>113.55195000000001</c:v>
                </c:pt>
                <c:pt idx="1728">
                  <c:v>113.28458000000001</c:v>
                </c:pt>
                <c:pt idx="1729">
                  <c:v>112.97565</c:v>
                </c:pt>
                <c:pt idx="1730">
                  <c:v>112.67261999999999</c:v>
                </c:pt>
                <c:pt idx="1731">
                  <c:v>112.39830000000001</c:v>
                </c:pt>
                <c:pt idx="1732">
                  <c:v>112.10831</c:v>
                </c:pt>
                <c:pt idx="1733">
                  <c:v>111.78288000000001</c:v>
                </c:pt>
                <c:pt idx="1734">
                  <c:v>111.43742</c:v>
                </c:pt>
                <c:pt idx="1735">
                  <c:v>111.05117</c:v>
                </c:pt>
                <c:pt idx="1736">
                  <c:v>110.70081999999999</c:v>
                </c:pt>
                <c:pt idx="1737">
                  <c:v>110.38458</c:v>
                </c:pt>
                <c:pt idx="1738">
                  <c:v>110.08871000000001</c:v>
                </c:pt>
                <c:pt idx="1739">
                  <c:v>109.84245</c:v>
                </c:pt>
                <c:pt idx="1740">
                  <c:v>109.71409</c:v>
                </c:pt>
                <c:pt idx="1741">
                  <c:v>109.6472</c:v>
                </c:pt>
                <c:pt idx="1742">
                  <c:v>109.55243</c:v>
                </c:pt>
                <c:pt idx="1743">
                  <c:v>109.44408</c:v>
                </c:pt>
                <c:pt idx="1744">
                  <c:v>109.3416</c:v>
                </c:pt>
                <c:pt idx="1745">
                  <c:v>109.22638999999999</c:v>
                </c:pt>
                <c:pt idx="1746">
                  <c:v>109.06100000000001</c:v>
                </c:pt>
                <c:pt idx="1747">
                  <c:v>108.8764</c:v>
                </c:pt>
                <c:pt idx="1748">
                  <c:v>108.69006</c:v>
                </c:pt>
                <c:pt idx="1749">
                  <c:v>108.53928999999999</c:v>
                </c:pt>
                <c:pt idx="1750">
                  <c:v>108.49585999999999</c:v>
                </c:pt>
                <c:pt idx="1751">
                  <c:v>108.48839</c:v>
                </c:pt>
                <c:pt idx="1752">
                  <c:v>108.48248</c:v>
                </c:pt>
                <c:pt idx="1753">
                  <c:v>108.39161</c:v>
                </c:pt>
                <c:pt idx="1754">
                  <c:v>108.2483</c:v>
                </c:pt>
                <c:pt idx="1755">
                  <c:v>108.07183000000001</c:v>
                </c:pt>
                <c:pt idx="1756">
                  <c:v>107.89326</c:v>
                </c:pt>
                <c:pt idx="1757">
                  <c:v>107.73269999999999</c:v>
                </c:pt>
                <c:pt idx="1758">
                  <c:v>107.54925</c:v>
                </c:pt>
                <c:pt idx="1759">
                  <c:v>107.37372000000001</c:v>
                </c:pt>
                <c:pt idx="1760">
                  <c:v>107.23506</c:v>
                </c:pt>
                <c:pt idx="1761">
                  <c:v>107.1379</c:v>
                </c:pt>
                <c:pt idx="1762">
                  <c:v>107.07844</c:v>
                </c:pt>
                <c:pt idx="1763">
                  <c:v>106.97132999999999</c:v>
                </c:pt>
                <c:pt idx="1764">
                  <c:v>106.80598999999999</c:v>
                </c:pt>
                <c:pt idx="1765">
                  <c:v>106.58893</c:v>
                </c:pt>
                <c:pt idx="1766">
                  <c:v>106.36417</c:v>
                </c:pt>
                <c:pt idx="1767">
                  <c:v>106.18932</c:v>
                </c:pt>
                <c:pt idx="1768">
                  <c:v>106.09367</c:v>
                </c:pt>
                <c:pt idx="1769">
                  <c:v>105.95793</c:v>
                </c:pt>
                <c:pt idx="1770">
                  <c:v>105.83423999999999</c:v>
                </c:pt>
                <c:pt idx="1771">
                  <c:v>105.76084</c:v>
                </c:pt>
                <c:pt idx="1772">
                  <c:v>105.64693</c:v>
                </c:pt>
                <c:pt idx="1773">
                  <c:v>105.53004</c:v>
                </c:pt>
                <c:pt idx="1774">
                  <c:v>105.40976999999999</c:v>
                </c:pt>
                <c:pt idx="1775">
                  <c:v>105.25626</c:v>
                </c:pt>
                <c:pt idx="1776">
                  <c:v>105.10717</c:v>
                </c:pt>
                <c:pt idx="1777">
                  <c:v>105</c:v>
                </c:pt>
                <c:pt idx="1778">
                  <c:v>104.92400000000001</c:v>
                </c:pt>
                <c:pt idx="1779">
                  <c:v>104.77399</c:v>
                </c:pt>
                <c:pt idx="1780">
                  <c:v>104.52489</c:v>
                </c:pt>
                <c:pt idx="1781">
                  <c:v>104.25826000000001</c:v>
                </c:pt>
                <c:pt idx="1782">
                  <c:v>103.99189</c:v>
                </c:pt>
                <c:pt idx="1783">
                  <c:v>103.7343</c:v>
                </c:pt>
                <c:pt idx="1784">
                  <c:v>103.45692</c:v>
                </c:pt>
                <c:pt idx="1785">
                  <c:v>103.25377</c:v>
                </c:pt>
                <c:pt idx="1786">
                  <c:v>103.09304</c:v>
                </c:pt>
                <c:pt idx="1787">
                  <c:v>102.89943</c:v>
                </c:pt>
                <c:pt idx="1788">
                  <c:v>102.69461</c:v>
                </c:pt>
                <c:pt idx="1789">
                  <c:v>102.53534999999999</c:v>
                </c:pt>
                <c:pt idx="1790">
                  <c:v>102.43326999999999</c:v>
                </c:pt>
                <c:pt idx="1791">
                  <c:v>102.37029</c:v>
                </c:pt>
                <c:pt idx="1792">
                  <c:v>102.29693</c:v>
                </c:pt>
                <c:pt idx="1793">
                  <c:v>102.19490999999999</c:v>
                </c:pt>
                <c:pt idx="1794">
                  <c:v>102.04807</c:v>
                </c:pt>
                <c:pt idx="1795">
                  <c:v>101.94497</c:v>
                </c:pt>
                <c:pt idx="1796">
                  <c:v>101.85625</c:v>
                </c:pt>
                <c:pt idx="1797">
                  <c:v>101.75449</c:v>
                </c:pt>
                <c:pt idx="1798">
                  <c:v>101.66710999999999</c:v>
                </c:pt>
                <c:pt idx="1799">
                  <c:v>101.56901999999999</c:v>
                </c:pt>
                <c:pt idx="1800">
                  <c:v>101.5244</c:v>
                </c:pt>
                <c:pt idx="1801">
                  <c:v>101.60789</c:v>
                </c:pt>
                <c:pt idx="1802">
                  <c:v>101.68118</c:v>
                </c:pt>
                <c:pt idx="1803">
                  <c:v>101.63135</c:v>
                </c:pt>
                <c:pt idx="1804">
                  <c:v>101.48061</c:v>
                </c:pt>
                <c:pt idx="1805">
                  <c:v>101.33557</c:v>
                </c:pt>
                <c:pt idx="1806">
                  <c:v>101.21232000000001</c:v>
                </c:pt>
                <c:pt idx="1807">
                  <c:v>101.11089</c:v>
                </c:pt>
                <c:pt idx="1808">
                  <c:v>100.99019</c:v>
                </c:pt>
                <c:pt idx="1809">
                  <c:v>100.82686</c:v>
                </c:pt>
                <c:pt idx="1810">
                  <c:v>100.67041</c:v>
                </c:pt>
                <c:pt idx="1811">
                  <c:v>100.52119</c:v>
                </c:pt>
                <c:pt idx="1812">
                  <c:v>100.42973000000001</c:v>
                </c:pt>
                <c:pt idx="1813">
                  <c:v>100.42626</c:v>
                </c:pt>
                <c:pt idx="1814">
                  <c:v>100.44781999999999</c:v>
                </c:pt>
                <c:pt idx="1815">
                  <c:v>100.21442</c:v>
                </c:pt>
                <c:pt idx="1816">
                  <c:v>100.02276000000001</c:v>
                </c:pt>
                <c:pt idx="1817">
                  <c:v>99.887596000000002</c:v>
                </c:pt>
                <c:pt idx="1818">
                  <c:v>99.857391000000007</c:v>
                </c:pt>
                <c:pt idx="1819">
                  <c:v>99.919044</c:v>
                </c:pt>
                <c:pt idx="1820">
                  <c:v>100.05203</c:v>
                </c:pt>
                <c:pt idx="1821">
                  <c:v>100.26016</c:v>
                </c:pt>
                <c:pt idx="1822">
                  <c:v>100.53487</c:v>
                </c:pt>
                <c:pt idx="1823">
                  <c:v>100.84452</c:v>
                </c:pt>
                <c:pt idx="1824">
                  <c:v>101.21803</c:v>
                </c:pt>
                <c:pt idx="1825">
                  <c:v>101.47722</c:v>
                </c:pt>
                <c:pt idx="1826">
                  <c:v>101.71438999999999</c:v>
                </c:pt>
                <c:pt idx="1827">
                  <c:v>101.94543</c:v>
                </c:pt>
                <c:pt idx="1828">
                  <c:v>102.0256</c:v>
                </c:pt>
                <c:pt idx="1829">
                  <c:v>102.19427</c:v>
                </c:pt>
                <c:pt idx="1830">
                  <c:v>102.39381</c:v>
                </c:pt>
                <c:pt idx="1831">
                  <c:v>102.48753000000001</c:v>
                </c:pt>
                <c:pt idx="1832">
                  <c:v>102.59717999999999</c:v>
                </c:pt>
                <c:pt idx="1833">
                  <c:v>102.68958000000001</c:v>
                </c:pt>
                <c:pt idx="1834">
                  <c:v>102.79055</c:v>
                </c:pt>
                <c:pt idx="1835">
                  <c:v>102.89189</c:v>
                </c:pt>
                <c:pt idx="1836">
                  <c:v>103.01761999999999</c:v>
                </c:pt>
                <c:pt idx="1837">
                  <c:v>103.16079999999999</c:v>
                </c:pt>
                <c:pt idx="1838">
                  <c:v>103.33748</c:v>
                </c:pt>
                <c:pt idx="1839">
                  <c:v>103.51196</c:v>
                </c:pt>
                <c:pt idx="1840">
                  <c:v>103.6084</c:v>
                </c:pt>
                <c:pt idx="1841">
                  <c:v>103.64767000000001</c:v>
                </c:pt>
                <c:pt idx="1842">
                  <c:v>103.69307999999999</c:v>
                </c:pt>
                <c:pt idx="1843">
                  <c:v>103.77760000000001</c:v>
                </c:pt>
                <c:pt idx="1844">
                  <c:v>103.89362</c:v>
                </c:pt>
                <c:pt idx="1845">
                  <c:v>104.03339</c:v>
                </c:pt>
                <c:pt idx="1846">
                  <c:v>104.22353</c:v>
                </c:pt>
                <c:pt idx="1847">
                  <c:v>104.46959</c:v>
                </c:pt>
                <c:pt idx="1848">
                  <c:v>104.75357</c:v>
                </c:pt>
                <c:pt idx="1849">
                  <c:v>104.97342999999999</c:v>
                </c:pt>
                <c:pt idx="1850">
                  <c:v>105.08067</c:v>
                </c:pt>
                <c:pt idx="1851">
                  <c:v>105.07844</c:v>
                </c:pt>
                <c:pt idx="1852">
                  <c:v>105.01112000000001</c:v>
                </c:pt>
                <c:pt idx="1853">
                  <c:v>104.91153</c:v>
                </c:pt>
                <c:pt idx="1854">
                  <c:v>104.76364</c:v>
                </c:pt>
                <c:pt idx="1855">
                  <c:v>104.52679000000001</c:v>
                </c:pt>
                <c:pt idx="1856">
                  <c:v>104.33754999999999</c:v>
                </c:pt>
                <c:pt idx="1857">
                  <c:v>104.29302</c:v>
                </c:pt>
                <c:pt idx="1858">
                  <c:v>104.28973000000001</c:v>
                </c:pt>
                <c:pt idx="1859">
                  <c:v>104.25320000000001</c:v>
                </c:pt>
                <c:pt idx="1860">
                  <c:v>104.2188</c:v>
                </c:pt>
                <c:pt idx="1861">
                  <c:v>104.12038</c:v>
                </c:pt>
                <c:pt idx="1862">
                  <c:v>104.05934999999999</c:v>
                </c:pt>
                <c:pt idx="1863">
                  <c:v>104.12661</c:v>
                </c:pt>
                <c:pt idx="1864">
                  <c:v>104.31905999999999</c:v>
                </c:pt>
                <c:pt idx="1865">
                  <c:v>104.56547999999999</c:v>
                </c:pt>
                <c:pt idx="1866">
                  <c:v>104.27108</c:v>
                </c:pt>
                <c:pt idx="1867">
                  <c:v>104.12958999999999</c:v>
                </c:pt>
                <c:pt idx="1868">
                  <c:v>104.09235</c:v>
                </c:pt>
                <c:pt idx="1869">
                  <c:v>104.06116</c:v>
                </c:pt>
                <c:pt idx="1870">
                  <c:v>104.04631000000001</c:v>
                </c:pt>
                <c:pt idx="1871">
                  <c:v>104.12428</c:v>
                </c:pt>
                <c:pt idx="1872">
                  <c:v>104.22402</c:v>
                </c:pt>
                <c:pt idx="1873">
                  <c:v>104.24849</c:v>
                </c:pt>
                <c:pt idx="1874">
                  <c:v>104.15205</c:v>
                </c:pt>
                <c:pt idx="1875">
                  <c:v>104.05651</c:v>
                </c:pt>
                <c:pt idx="1876">
                  <c:v>104.06686000000001</c:v>
                </c:pt>
                <c:pt idx="1877">
                  <c:v>104.1515</c:v>
                </c:pt>
                <c:pt idx="1878">
                  <c:v>104.31583999999999</c:v>
                </c:pt>
                <c:pt idx="1879">
                  <c:v>104.54961</c:v>
                </c:pt>
                <c:pt idx="1880">
                  <c:v>104.86194</c:v>
                </c:pt>
                <c:pt idx="1881">
                  <c:v>105.14908</c:v>
                </c:pt>
                <c:pt idx="1882">
                  <c:v>105.41115000000001</c:v>
                </c:pt>
                <c:pt idx="1883">
                  <c:v>105.71908999999999</c:v>
                </c:pt>
                <c:pt idx="1884">
                  <c:v>106.05136</c:v>
                </c:pt>
                <c:pt idx="1885">
                  <c:v>106.41160000000001</c:v>
                </c:pt>
                <c:pt idx="1886">
                  <c:v>106.75612</c:v>
                </c:pt>
                <c:pt idx="1887">
                  <c:v>107.12571</c:v>
                </c:pt>
                <c:pt idx="1888">
                  <c:v>107.47752</c:v>
                </c:pt>
                <c:pt idx="1889">
                  <c:v>107.69201</c:v>
                </c:pt>
                <c:pt idx="1890">
                  <c:v>107.90989999999999</c:v>
                </c:pt>
                <c:pt idx="1891">
                  <c:v>108.07986</c:v>
                </c:pt>
                <c:pt idx="1892">
                  <c:v>108.19642</c:v>
                </c:pt>
                <c:pt idx="1893">
                  <c:v>108.21841000000001</c:v>
                </c:pt>
                <c:pt idx="1894">
                  <c:v>108.27173999999999</c:v>
                </c:pt>
                <c:pt idx="1895">
                  <c:v>108.43342</c:v>
                </c:pt>
                <c:pt idx="1896">
                  <c:v>108.66177</c:v>
                </c:pt>
                <c:pt idx="1897">
                  <c:v>108.89136999999999</c:v>
                </c:pt>
                <c:pt idx="1898">
                  <c:v>109.13200999999999</c:v>
                </c:pt>
                <c:pt idx="1899">
                  <c:v>109.33138</c:v>
                </c:pt>
                <c:pt idx="1900">
                  <c:v>109.50626</c:v>
                </c:pt>
                <c:pt idx="1901">
                  <c:v>109.71268000000001</c:v>
                </c:pt>
                <c:pt idx="1902">
                  <c:v>109.88099</c:v>
                </c:pt>
                <c:pt idx="1903">
                  <c:v>109.96545</c:v>
                </c:pt>
                <c:pt idx="1904">
                  <c:v>109.96760999999999</c:v>
                </c:pt>
                <c:pt idx="1905">
                  <c:v>109.99665</c:v>
                </c:pt>
                <c:pt idx="1906">
                  <c:v>109.92341</c:v>
                </c:pt>
                <c:pt idx="1907">
                  <c:v>109.83522000000001</c:v>
                </c:pt>
                <c:pt idx="1908">
                  <c:v>109.71178</c:v>
                </c:pt>
                <c:pt idx="1909">
                  <c:v>109.58616000000001</c:v>
                </c:pt>
                <c:pt idx="1910">
                  <c:v>109.51416</c:v>
                </c:pt>
                <c:pt idx="1911">
                  <c:v>109.37090000000001</c:v>
                </c:pt>
                <c:pt idx="1912">
                  <c:v>109.29375</c:v>
                </c:pt>
                <c:pt idx="1913">
                  <c:v>109.22750000000001</c:v>
                </c:pt>
                <c:pt idx="1914">
                  <c:v>109.17215</c:v>
                </c:pt>
                <c:pt idx="1915">
                  <c:v>109.09464</c:v>
                </c:pt>
                <c:pt idx="1916">
                  <c:v>108.97327</c:v>
                </c:pt>
                <c:pt idx="1917">
                  <c:v>108.86779</c:v>
                </c:pt>
                <c:pt idx="1918">
                  <c:v>108.77233</c:v>
                </c:pt>
                <c:pt idx="1919">
                  <c:v>108.68744</c:v>
                </c:pt>
                <c:pt idx="1920">
                  <c:v>108.62477</c:v>
                </c:pt>
                <c:pt idx="1921">
                  <c:v>108.50703</c:v>
                </c:pt>
                <c:pt idx="1922">
                  <c:v>108.3454</c:v>
                </c:pt>
                <c:pt idx="1923">
                  <c:v>108.19463</c:v>
                </c:pt>
                <c:pt idx="1924">
                  <c:v>108.04483999999999</c:v>
                </c:pt>
                <c:pt idx="1925">
                  <c:v>107.88628</c:v>
                </c:pt>
                <c:pt idx="1926">
                  <c:v>107.75721</c:v>
                </c:pt>
                <c:pt idx="1927">
                  <c:v>107.66186999999999</c:v>
                </c:pt>
                <c:pt idx="1928">
                  <c:v>107.59305999999999</c:v>
                </c:pt>
                <c:pt idx="1929">
                  <c:v>107.50152</c:v>
                </c:pt>
                <c:pt idx="1930">
                  <c:v>107.38015</c:v>
                </c:pt>
                <c:pt idx="1931">
                  <c:v>107.24799</c:v>
                </c:pt>
                <c:pt idx="1932">
                  <c:v>107.12362</c:v>
                </c:pt>
                <c:pt idx="1933">
                  <c:v>106.98766999999999</c:v>
                </c:pt>
                <c:pt idx="1934">
                  <c:v>106.84860999999999</c:v>
                </c:pt>
                <c:pt idx="1935">
                  <c:v>106.77992999999999</c:v>
                </c:pt>
                <c:pt idx="1936">
                  <c:v>106.86171</c:v>
                </c:pt>
                <c:pt idx="1937">
                  <c:v>107.0106</c:v>
                </c:pt>
                <c:pt idx="1938">
                  <c:v>107.1853</c:v>
                </c:pt>
                <c:pt idx="1939">
                  <c:v>107.3592</c:v>
                </c:pt>
                <c:pt idx="1940">
                  <c:v>107.48086000000001</c:v>
                </c:pt>
                <c:pt idx="1941">
                  <c:v>107.59623999999999</c:v>
                </c:pt>
                <c:pt idx="1942">
                  <c:v>107.75445999999999</c:v>
                </c:pt>
                <c:pt idx="1943">
                  <c:v>107.96035000000001</c:v>
                </c:pt>
                <c:pt idx="1944">
                  <c:v>108.13708</c:v>
                </c:pt>
                <c:pt idx="1945">
                  <c:v>108.30612000000001</c:v>
                </c:pt>
                <c:pt idx="1946">
                  <c:v>108.51721000000001</c:v>
                </c:pt>
                <c:pt idx="1947">
                  <c:v>108.71057999999999</c:v>
                </c:pt>
                <c:pt idx="1948">
                  <c:v>108.80721</c:v>
                </c:pt>
                <c:pt idx="1949">
                  <c:v>108.90963000000001</c:v>
                </c:pt>
                <c:pt idx="1950">
                  <c:v>109.07751</c:v>
                </c:pt>
                <c:pt idx="1951">
                  <c:v>109.27557</c:v>
                </c:pt>
                <c:pt idx="1952">
                  <c:v>109.46467</c:v>
                </c:pt>
                <c:pt idx="1953">
                  <c:v>109.64823</c:v>
                </c:pt>
                <c:pt idx="1954">
                  <c:v>109.80634000000001</c:v>
                </c:pt>
                <c:pt idx="1955">
                  <c:v>109.93576</c:v>
                </c:pt>
                <c:pt idx="1956">
                  <c:v>110.10867</c:v>
                </c:pt>
                <c:pt idx="1957">
                  <c:v>110.28461</c:v>
                </c:pt>
                <c:pt idx="1958">
                  <c:v>110.4027</c:v>
                </c:pt>
                <c:pt idx="1959">
                  <c:v>110.5021</c:v>
                </c:pt>
                <c:pt idx="1960">
                  <c:v>110.59184</c:v>
                </c:pt>
                <c:pt idx="1961">
                  <c:v>110.61405999999999</c:v>
                </c:pt>
                <c:pt idx="1962">
                  <c:v>110.59141</c:v>
                </c:pt>
                <c:pt idx="1963">
                  <c:v>110.5363</c:v>
                </c:pt>
                <c:pt idx="1964">
                  <c:v>110.5</c:v>
                </c:pt>
                <c:pt idx="1965">
                  <c:v>110.59029</c:v>
                </c:pt>
                <c:pt idx="1966">
                  <c:v>110.73927</c:v>
                </c:pt>
                <c:pt idx="1967">
                  <c:v>110.90337</c:v>
                </c:pt>
                <c:pt idx="1968">
                  <c:v>111.10155</c:v>
                </c:pt>
                <c:pt idx="1969">
                  <c:v>111.31440000000001</c:v>
                </c:pt>
                <c:pt idx="1970">
                  <c:v>111.54528999999999</c:v>
                </c:pt>
                <c:pt idx="1971">
                  <c:v>111.7075</c:v>
                </c:pt>
                <c:pt idx="1972">
                  <c:v>111.8019</c:v>
                </c:pt>
                <c:pt idx="1973">
                  <c:v>111.88567</c:v>
                </c:pt>
                <c:pt idx="1974">
                  <c:v>112.00503999999999</c:v>
                </c:pt>
                <c:pt idx="1975">
                  <c:v>112.12358999999999</c:v>
                </c:pt>
                <c:pt idx="1976">
                  <c:v>112.25742</c:v>
                </c:pt>
                <c:pt idx="1977">
                  <c:v>112.40374</c:v>
                </c:pt>
                <c:pt idx="1978">
                  <c:v>112.47089</c:v>
                </c:pt>
                <c:pt idx="1979">
                  <c:v>112.42919999999999</c:v>
                </c:pt>
                <c:pt idx="1980">
                  <c:v>112.37445</c:v>
                </c:pt>
                <c:pt idx="1981">
                  <c:v>112.31604</c:v>
                </c:pt>
                <c:pt idx="1982">
                  <c:v>112.31807999999999</c:v>
                </c:pt>
                <c:pt idx="1983">
                  <c:v>112.4015</c:v>
                </c:pt>
                <c:pt idx="1984">
                  <c:v>112.5228</c:v>
                </c:pt>
                <c:pt idx="1985">
                  <c:v>112.63459</c:v>
                </c:pt>
                <c:pt idx="1986">
                  <c:v>112.74191</c:v>
                </c:pt>
                <c:pt idx="1987">
                  <c:v>112.84577</c:v>
                </c:pt>
                <c:pt idx="1988">
                  <c:v>112.95208</c:v>
                </c:pt>
                <c:pt idx="1989">
                  <c:v>112.94932</c:v>
                </c:pt>
                <c:pt idx="1990">
                  <c:v>112.87215999999999</c:v>
                </c:pt>
                <c:pt idx="1991">
                  <c:v>112.74759</c:v>
                </c:pt>
                <c:pt idx="1992">
                  <c:v>112.59105</c:v>
                </c:pt>
                <c:pt idx="1993">
                  <c:v>112.43961</c:v>
                </c:pt>
                <c:pt idx="1994">
                  <c:v>112.32796999999999</c:v>
                </c:pt>
                <c:pt idx="1995">
                  <c:v>112.23714</c:v>
                </c:pt>
                <c:pt idx="1996">
                  <c:v>112.12864999999999</c:v>
                </c:pt>
                <c:pt idx="1997">
                  <c:v>112.009</c:v>
                </c:pt>
                <c:pt idx="1998">
                  <c:v>111.8463</c:v>
                </c:pt>
                <c:pt idx="1999">
                  <c:v>111.61543</c:v>
                </c:pt>
                <c:pt idx="2000">
                  <c:v>111.35254999999999</c:v>
                </c:pt>
                <c:pt idx="2001">
                  <c:v>111.05540000000001</c:v>
                </c:pt>
                <c:pt idx="2002">
                  <c:v>110.71725000000001</c:v>
                </c:pt>
                <c:pt idx="2003">
                  <c:v>110.39655999999999</c:v>
                </c:pt>
                <c:pt idx="2004">
                  <c:v>110.11319</c:v>
                </c:pt>
                <c:pt idx="2005">
                  <c:v>109.81332</c:v>
                </c:pt>
                <c:pt idx="2006">
                  <c:v>109.48063999999999</c:v>
                </c:pt>
                <c:pt idx="2007">
                  <c:v>109.17294</c:v>
                </c:pt>
                <c:pt idx="2008">
                  <c:v>108.94139</c:v>
                </c:pt>
                <c:pt idx="2009">
                  <c:v>108.76703999999999</c:v>
                </c:pt>
                <c:pt idx="2010">
                  <c:v>108.6006</c:v>
                </c:pt>
                <c:pt idx="2011">
                  <c:v>108.4346</c:v>
                </c:pt>
                <c:pt idx="2012">
                  <c:v>108.25897000000001</c:v>
                </c:pt>
                <c:pt idx="2013">
                  <c:v>108.07013999999999</c:v>
                </c:pt>
                <c:pt idx="2014">
                  <c:v>107.94477999999999</c:v>
                </c:pt>
                <c:pt idx="2015">
                  <c:v>107.90231</c:v>
                </c:pt>
                <c:pt idx="2016">
                  <c:v>107.91722</c:v>
                </c:pt>
                <c:pt idx="2017">
                  <c:v>107.89794999999999</c:v>
                </c:pt>
                <c:pt idx="2018">
                  <c:v>107.82644999999999</c:v>
                </c:pt>
                <c:pt idx="2019">
                  <c:v>107.73787</c:v>
                </c:pt>
                <c:pt idx="2020">
                  <c:v>107.65765</c:v>
                </c:pt>
                <c:pt idx="2021">
                  <c:v>107.56322</c:v>
                </c:pt>
                <c:pt idx="2022">
                  <c:v>107.44235</c:v>
                </c:pt>
                <c:pt idx="2023">
                  <c:v>107.31776000000001</c:v>
                </c:pt>
                <c:pt idx="2024">
                  <c:v>107.22673</c:v>
                </c:pt>
                <c:pt idx="2025">
                  <c:v>107.18528000000001</c:v>
                </c:pt>
                <c:pt idx="2026">
                  <c:v>107.24603</c:v>
                </c:pt>
                <c:pt idx="2027">
                  <c:v>107.41195</c:v>
                </c:pt>
                <c:pt idx="2028">
                  <c:v>107.59213</c:v>
                </c:pt>
                <c:pt idx="2029">
                  <c:v>107.80489</c:v>
                </c:pt>
                <c:pt idx="2030">
                  <c:v>108.00121</c:v>
                </c:pt>
                <c:pt idx="2031">
                  <c:v>108.19815</c:v>
                </c:pt>
                <c:pt idx="2032">
                  <c:v>108.37352</c:v>
                </c:pt>
                <c:pt idx="2033">
                  <c:v>108.47608</c:v>
                </c:pt>
                <c:pt idx="2034">
                  <c:v>108.48376</c:v>
                </c:pt>
                <c:pt idx="2035">
                  <c:v>108.38405</c:v>
                </c:pt>
                <c:pt idx="2036">
                  <c:v>108.2</c:v>
                </c:pt>
                <c:pt idx="2037">
                  <c:v>108.01918999999999</c:v>
                </c:pt>
                <c:pt idx="2038">
                  <c:v>107.79303</c:v>
                </c:pt>
                <c:pt idx="2039">
                  <c:v>107.51374</c:v>
                </c:pt>
                <c:pt idx="2040">
                  <c:v>107.28051000000001</c:v>
                </c:pt>
                <c:pt idx="2041">
                  <c:v>107.0575</c:v>
                </c:pt>
                <c:pt idx="2042">
                  <c:v>106.83801</c:v>
                </c:pt>
                <c:pt idx="2043">
                  <c:v>106.59515</c:v>
                </c:pt>
                <c:pt idx="2044">
                  <c:v>106.37363000000001</c:v>
                </c:pt>
                <c:pt idx="2045">
                  <c:v>106.21753</c:v>
                </c:pt>
                <c:pt idx="2046">
                  <c:v>106.06161</c:v>
                </c:pt>
                <c:pt idx="2047">
                  <c:v>105.89368</c:v>
                </c:pt>
                <c:pt idx="2048">
                  <c:v>105.7457</c:v>
                </c:pt>
                <c:pt idx="2049">
                  <c:v>105.65279</c:v>
                </c:pt>
                <c:pt idx="2050">
                  <c:v>105.61775</c:v>
                </c:pt>
                <c:pt idx="2051">
                  <c:v>105.61321</c:v>
                </c:pt>
                <c:pt idx="2052">
                  <c:v>105.6093</c:v>
                </c:pt>
                <c:pt idx="2053">
                  <c:v>105.59169</c:v>
                </c:pt>
                <c:pt idx="2054">
                  <c:v>105.56258</c:v>
                </c:pt>
                <c:pt idx="2055">
                  <c:v>105.53918</c:v>
                </c:pt>
                <c:pt idx="2056">
                  <c:v>105.54082</c:v>
                </c:pt>
                <c:pt idx="2057">
                  <c:v>105.55432</c:v>
                </c:pt>
                <c:pt idx="2058">
                  <c:v>105.57931000000001</c:v>
                </c:pt>
                <c:pt idx="2059">
                  <c:v>105.61588</c:v>
                </c:pt>
                <c:pt idx="2060">
                  <c:v>105.60633</c:v>
                </c:pt>
                <c:pt idx="2061">
                  <c:v>105.59107</c:v>
                </c:pt>
                <c:pt idx="2062">
                  <c:v>105.58531000000001</c:v>
                </c:pt>
                <c:pt idx="2063">
                  <c:v>105.52254000000001</c:v>
                </c:pt>
                <c:pt idx="2064">
                  <c:v>105.37988</c:v>
                </c:pt>
                <c:pt idx="2065">
                  <c:v>105.19199</c:v>
                </c:pt>
                <c:pt idx="2066">
                  <c:v>105.01855999999999</c:v>
                </c:pt>
                <c:pt idx="2067">
                  <c:v>104.84218</c:v>
                </c:pt>
                <c:pt idx="2068">
                  <c:v>104.66132</c:v>
                </c:pt>
                <c:pt idx="2069">
                  <c:v>104.47598000000001</c:v>
                </c:pt>
                <c:pt idx="2070">
                  <c:v>104.25605</c:v>
                </c:pt>
                <c:pt idx="2071">
                  <c:v>104.03991000000001</c:v>
                </c:pt>
                <c:pt idx="2072">
                  <c:v>103.8428</c:v>
                </c:pt>
                <c:pt idx="2073">
                  <c:v>103.68313999999999</c:v>
                </c:pt>
                <c:pt idx="2074">
                  <c:v>103.57913000000001</c:v>
                </c:pt>
                <c:pt idx="2075">
                  <c:v>103.47944</c:v>
                </c:pt>
                <c:pt idx="2076">
                  <c:v>103.33063</c:v>
                </c:pt>
                <c:pt idx="2077">
                  <c:v>103.17362</c:v>
                </c:pt>
                <c:pt idx="2078">
                  <c:v>103.03137</c:v>
                </c:pt>
                <c:pt idx="2079">
                  <c:v>102.89581</c:v>
                </c:pt>
                <c:pt idx="2080">
                  <c:v>102.82274</c:v>
                </c:pt>
                <c:pt idx="2081">
                  <c:v>102.82053000000001</c:v>
                </c:pt>
                <c:pt idx="2082">
                  <c:v>102.8415</c:v>
                </c:pt>
                <c:pt idx="2083">
                  <c:v>102.85132</c:v>
                </c:pt>
                <c:pt idx="2084">
                  <c:v>102.79703000000001</c:v>
                </c:pt>
                <c:pt idx="2085">
                  <c:v>102.62614000000001</c:v>
                </c:pt>
                <c:pt idx="2086">
                  <c:v>102.40401</c:v>
                </c:pt>
                <c:pt idx="2087">
                  <c:v>102.23442</c:v>
                </c:pt>
                <c:pt idx="2088">
                  <c:v>102.10791999999999</c:v>
                </c:pt>
                <c:pt idx="2089">
                  <c:v>102.01408000000001</c:v>
                </c:pt>
                <c:pt idx="2090">
                  <c:v>101.96745</c:v>
                </c:pt>
                <c:pt idx="2091">
                  <c:v>101.96084</c:v>
                </c:pt>
                <c:pt idx="2092">
                  <c:v>102.02067</c:v>
                </c:pt>
                <c:pt idx="2093">
                  <c:v>102.03686999999999</c:v>
                </c:pt>
                <c:pt idx="2094">
                  <c:v>102.02061</c:v>
                </c:pt>
                <c:pt idx="2095">
                  <c:v>101.98505</c:v>
                </c:pt>
                <c:pt idx="2096">
                  <c:v>101.98632000000001</c:v>
                </c:pt>
                <c:pt idx="2097">
                  <c:v>102.06268</c:v>
                </c:pt>
                <c:pt idx="2098">
                  <c:v>102.14868</c:v>
                </c:pt>
                <c:pt idx="2099">
                  <c:v>102.20679</c:v>
                </c:pt>
                <c:pt idx="2100">
                  <c:v>102.22915</c:v>
                </c:pt>
                <c:pt idx="2101">
                  <c:v>102.24878</c:v>
                </c:pt>
                <c:pt idx="2102">
                  <c:v>102.25693</c:v>
                </c:pt>
                <c:pt idx="2103">
                  <c:v>102.22923</c:v>
                </c:pt>
                <c:pt idx="2104">
                  <c:v>102.20388</c:v>
                </c:pt>
                <c:pt idx="2105">
                  <c:v>102.16922</c:v>
                </c:pt>
                <c:pt idx="2106">
                  <c:v>102.23618</c:v>
                </c:pt>
                <c:pt idx="2107">
                  <c:v>102.3627</c:v>
                </c:pt>
                <c:pt idx="2108">
                  <c:v>102.46684</c:v>
                </c:pt>
                <c:pt idx="2109">
                  <c:v>102.56121</c:v>
                </c:pt>
                <c:pt idx="2110">
                  <c:v>102.61875000000001</c:v>
                </c:pt>
                <c:pt idx="2111">
                  <c:v>102.67314</c:v>
                </c:pt>
                <c:pt idx="2112">
                  <c:v>102.73603</c:v>
                </c:pt>
                <c:pt idx="2113">
                  <c:v>102.79675</c:v>
                </c:pt>
                <c:pt idx="2114">
                  <c:v>102.86033999999999</c:v>
                </c:pt>
                <c:pt idx="2115">
                  <c:v>102.81047</c:v>
                </c:pt>
                <c:pt idx="2116">
                  <c:v>102.68791</c:v>
                </c:pt>
                <c:pt idx="2117">
                  <c:v>102.59866</c:v>
                </c:pt>
                <c:pt idx="2118">
                  <c:v>102.55244999999999</c:v>
                </c:pt>
                <c:pt idx="2119">
                  <c:v>102.51857</c:v>
                </c:pt>
                <c:pt idx="2120">
                  <c:v>102.46486</c:v>
                </c:pt>
                <c:pt idx="2121">
                  <c:v>102.35784</c:v>
                </c:pt>
                <c:pt idx="2122">
                  <c:v>102.25139</c:v>
                </c:pt>
                <c:pt idx="2123">
                  <c:v>102.16707</c:v>
                </c:pt>
                <c:pt idx="2124">
                  <c:v>102.09603</c:v>
                </c:pt>
                <c:pt idx="2125">
                  <c:v>102.10413</c:v>
                </c:pt>
                <c:pt idx="2126">
                  <c:v>102.09781</c:v>
                </c:pt>
                <c:pt idx="2127">
                  <c:v>102.07764</c:v>
                </c:pt>
                <c:pt idx="2128">
                  <c:v>102.07105</c:v>
                </c:pt>
                <c:pt idx="2129">
                  <c:v>101.99027</c:v>
                </c:pt>
                <c:pt idx="2130">
                  <c:v>101.87675</c:v>
                </c:pt>
                <c:pt idx="2131">
                  <c:v>101.77023</c:v>
                </c:pt>
                <c:pt idx="2132">
                  <c:v>101.80426</c:v>
                </c:pt>
                <c:pt idx="2133">
                  <c:v>101.86434</c:v>
                </c:pt>
                <c:pt idx="2134">
                  <c:v>101.9823</c:v>
                </c:pt>
                <c:pt idx="2135">
                  <c:v>102.11422</c:v>
                </c:pt>
                <c:pt idx="2136">
                  <c:v>102.22651</c:v>
                </c:pt>
                <c:pt idx="2137">
                  <c:v>102.33273</c:v>
                </c:pt>
                <c:pt idx="2138">
                  <c:v>102.43340999999999</c:v>
                </c:pt>
                <c:pt idx="2139">
                  <c:v>102.57204</c:v>
                </c:pt>
                <c:pt idx="2140">
                  <c:v>102.74267999999999</c:v>
                </c:pt>
                <c:pt idx="2141">
                  <c:v>102.97172999999999</c:v>
                </c:pt>
                <c:pt idx="2142">
                  <c:v>103.18252</c:v>
                </c:pt>
                <c:pt idx="2143">
                  <c:v>103.35364</c:v>
                </c:pt>
                <c:pt idx="2144">
                  <c:v>103.50355999999999</c:v>
                </c:pt>
                <c:pt idx="2145">
                  <c:v>103.65152</c:v>
                </c:pt>
                <c:pt idx="2146">
                  <c:v>103.76982</c:v>
                </c:pt>
                <c:pt idx="2147">
                  <c:v>103.86391</c:v>
                </c:pt>
                <c:pt idx="2148">
                  <c:v>103.95596</c:v>
                </c:pt>
                <c:pt idx="2149">
                  <c:v>104.06572</c:v>
                </c:pt>
                <c:pt idx="2150">
                  <c:v>104.20005</c:v>
                </c:pt>
                <c:pt idx="2151">
                  <c:v>104.35381</c:v>
                </c:pt>
                <c:pt idx="2152">
                  <c:v>104.49597</c:v>
                </c:pt>
                <c:pt idx="2153">
                  <c:v>104.68474999999999</c:v>
                </c:pt>
                <c:pt idx="2154">
                  <c:v>104.88925</c:v>
                </c:pt>
                <c:pt idx="2155">
                  <c:v>105.08076</c:v>
                </c:pt>
                <c:pt idx="2156">
                  <c:v>105.23121999999999</c:v>
                </c:pt>
                <c:pt idx="2157">
                  <c:v>105.35056</c:v>
                </c:pt>
                <c:pt idx="2158">
                  <c:v>105.46256</c:v>
                </c:pt>
                <c:pt idx="2159">
                  <c:v>105.58347000000001</c:v>
                </c:pt>
                <c:pt idx="2160">
                  <c:v>105.7604</c:v>
                </c:pt>
                <c:pt idx="2161">
                  <c:v>105.94632</c:v>
                </c:pt>
                <c:pt idx="2162">
                  <c:v>106.13736</c:v>
                </c:pt>
                <c:pt idx="2163">
                  <c:v>106.32201000000001</c:v>
                </c:pt>
                <c:pt idx="2164">
                  <c:v>106.51491</c:v>
                </c:pt>
                <c:pt idx="2165">
                  <c:v>106.73054</c:v>
                </c:pt>
                <c:pt idx="2166">
                  <c:v>106.93015</c:v>
                </c:pt>
                <c:pt idx="2167">
                  <c:v>107.22190999999999</c:v>
                </c:pt>
                <c:pt idx="2168">
                  <c:v>107.53887</c:v>
                </c:pt>
                <c:pt idx="2169">
                  <c:v>107.83803</c:v>
                </c:pt>
                <c:pt idx="2170">
                  <c:v>108.13955</c:v>
                </c:pt>
                <c:pt idx="2171">
                  <c:v>108.41743</c:v>
                </c:pt>
                <c:pt idx="2172">
                  <c:v>108.64821999999999</c:v>
                </c:pt>
                <c:pt idx="2173">
                  <c:v>108.85414</c:v>
                </c:pt>
                <c:pt idx="2174">
                  <c:v>109.08292</c:v>
                </c:pt>
                <c:pt idx="2175">
                  <c:v>109.283</c:v>
                </c:pt>
                <c:pt idx="2176">
                  <c:v>109.47812</c:v>
                </c:pt>
                <c:pt idx="2177">
                  <c:v>109.7197</c:v>
                </c:pt>
                <c:pt idx="2178">
                  <c:v>109.99903999999999</c:v>
                </c:pt>
                <c:pt idx="2179">
                  <c:v>110.24302</c:v>
                </c:pt>
                <c:pt idx="2180">
                  <c:v>110.46626000000001</c:v>
                </c:pt>
                <c:pt idx="2181">
                  <c:v>110.67297000000001</c:v>
                </c:pt>
                <c:pt idx="2182">
                  <c:v>110.91768999999999</c:v>
                </c:pt>
                <c:pt idx="2183">
                  <c:v>111.24963</c:v>
                </c:pt>
                <c:pt idx="2184">
                  <c:v>111.77607</c:v>
                </c:pt>
                <c:pt idx="2185">
                  <c:v>112.22606</c:v>
                </c:pt>
                <c:pt idx="2186">
                  <c:v>112.72736999999999</c:v>
                </c:pt>
                <c:pt idx="2187">
                  <c:v>113.17274</c:v>
                </c:pt>
                <c:pt idx="2188">
                  <c:v>113.50167999999999</c:v>
                </c:pt>
                <c:pt idx="2189">
                  <c:v>113.76699000000001</c:v>
                </c:pt>
                <c:pt idx="2190">
                  <c:v>113.9854</c:v>
                </c:pt>
                <c:pt idx="2191">
                  <c:v>114.23952</c:v>
                </c:pt>
                <c:pt idx="2192">
                  <c:v>114.53261999999999</c:v>
                </c:pt>
                <c:pt idx="2193">
                  <c:v>114.80137000000001</c:v>
                </c:pt>
                <c:pt idx="2194">
                  <c:v>114.97741000000001</c:v>
                </c:pt>
                <c:pt idx="2195">
                  <c:v>115.08981</c:v>
                </c:pt>
                <c:pt idx="2196">
                  <c:v>115.18407000000001</c:v>
                </c:pt>
                <c:pt idx="2197">
                  <c:v>115.37688</c:v>
                </c:pt>
                <c:pt idx="2198">
                  <c:v>115.75185999999999</c:v>
                </c:pt>
                <c:pt idx="2199">
                  <c:v>115.92448</c:v>
                </c:pt>
                <c:pt idx="2200">
                  <c:v>115.95153000000001</c:v>
                </c:pt>
                <c:pt idx="2201">
                  <c:v>115.99536999999999</c:v>
                </c:pt>
                <c:pt idx="2202">
                  <c:v>115.99551</c:v>
                </c:pt>
                <c:pt idx="2203">
                  <c:v>115.97331</c:v>
                </c:pt>
                <c:pt idx="2204">
                  <c:v>115.93122</c:v>
                </c:pt>
                <c:pt idx="2205">
                  <c:v>115.85175</c:v>
                </c:pt>
                <c:pt idx="2206">
                  <c:v>115.79783999999999</c:v>
                </c:pt>
                <c:pt idx="2207">
                  <c:v>115.7868</c:v>
                </c:pt>
                <c:pt idx="2208">
                  <c:v>115.75498</c:v>
                </c:pt>
                <c:pt idx="2209">
                  <c:v>115.72754</c:v>
                </c:pt>
                <c:pt idx="2210">
                  <c:v>115.81650999999999</c:v>
                </c:pt>
                <c:pt idx="2211">
                  <c:v>115.97808999999999</c:v>
                </c:pt>
                <c:pt idx="2212">
                  <c:v>116.19613</c:v>
                </c:pt>
                <c:pt idx="2213">
                  <c:v>116.40732</c:v>
                </c:pt>
                <c:pt idx="2214">
                  <c:v>116.62586</c:v>
                </c:pt>
                <c:pt idx="2215">
                  <c:v>116.76990000000001</c:v>
                </c:pt>
                <c:pt idx="2216">
                  <c:v>116.76973</c:v>
                </c:pt>
                <c:pt idx="2217">
                  <c:v>116.84029</c:v>
                </c:pt>
                <c:pt idx="2218">
                  <c:v>117.05132999999999</c:v>
                </c:pt>
                <c:pt idx="2219">
                  <c:v>117.2487</c:v>
                </c:pt>
                <c:pt idx="2220">
                  <c:v>117.39928</c:v>
                </c:pt>
                <c:pt idx="2221">
                  <c:v>117.47626</c:v>
                </c:pt>
                <c:pt idx="2222">
                  <c:v>117.5531</c:v>
                </c:pt>
                <c:pt idx="2223">
                  <c:v>117.61211</c:v>
                </c:pt>
                <c:pt idx="2224">
                  <c:v>117.70712</c:v>
                </c:pt>
                <c:pt idx="2225">
                  <c:v>117.78574</c:v>
                </c:pt>
                <c:pt idx="2226">
                  <c:v>117.81206</c:v>
                </c:pt>
                <c:pt idx="2227">
                  <c:v>117.81807999999999</c:v>
                </c:pt>
                <c:pt idx="2228">
                  <c:v>117.88048999999999</c:v>
                </c:pt>
                <c:pt idx="2229">
                  <c:v>118.04268</c:v>
                </c:pt>
                <c:pt idx="2230">
                  <c:v>118.24963</c:v>
                </c:pt>
                <c:pt idx="2231">
                  <c:v>118.46903</c:v>
                </c:pt>
                <c:pt idx="2232">
                  <c:v>118.73784999999999</c:v>
                </c:pt>
                <c:pt idx="2233">
                  <c:v>118.89652</c:v>
                </c:pt>
                <c:pt idx="2234">
                  <c:v>119.01554</c:v>
                </c:pt>
                <c:pt idx="2235">
                  <c:v>119.22002999999999</c:v>
                </c:pt>
                <c:pt idx="2236">
                  <c:v>119.42646000000001</c:v>
                </c:pt>
                <c:pt idx="2237">
                  <c:v>119.54558</c:v>
                </c:pt>
                <c:pt idx="2238">
                  <c:v>119.66199</c:v>
                </c:pt>
                <c:pt idx="2239">
                  <c:v>119.73679</c:v>
                </c:pt>
                <c:pt idx="2240">
                  <c:v>119.79349000000001</c:v>
                </c:pt>
                <c:pt idx="2241">
                  <c:v>119.91609</c:v>
                </c:pt>
                <c:pt idx="2242">
                  <c:v>119.99018</c:v>
                </c:pt>
                <c:pt idx="2243">
                  <c:v>120.09802999999999</c:v>
                </c:pt>
                <c:pt idx="2244">
                  <c:v>120.24686</c:v>
                </c:pt>
                <c:pt idx="2245">
                  <c:v>120.34499</c:v>
                </c:pt>
                <c:pt idx="2246">
                  <c:v>120.4222</c:v>
                </c:pt>
                <c:pt idx="2247">
                  <c:v>120.46238</c:v>
                </c:pt>
                <c:pt idx="2248">
                  <c:v>120.47517999999999</c:v>
                </c:pt>
                <c:pt idx="2249">
                  <c:v>120.51130999999999</c:v>
                </c:pt>
                <c:pt idx="2250">
                  <c:v>120.55283</c:v>
                </c:pt>
                <c:pt idx="2251">
                  <c:v>120.57302</c:v>
                </c:pt>
                <c:pt idx="2252">
                  <c:v>120.63651</c:v>
                </c:pt>
                <c:pt idx="2253">
                  <c:v>120.76581</c:v>
                </c:pt>
                <c:pt idx="2254">
                  <c:v>120.90208</c:v>
                </c:pt>
                <c:pt idx="2255">
                  <c:v>121.0424</c:v>
                </c:pt>
                <c:pt idx="2256">
                  <c:v>121.14883</c:v>
                </c:pt>
                <c:pt idx="2257">
                  <c:v>121.24184</c:v>
                </c:pt>
                <c:pt idx="2258">
                  <c:v>121.30794</c:v>
                </c:pt>
                <c:pt idx="2259">
                  <c:v>121.41162</c:v>
                </c:pt>
                <c:pt idx="2260">
                  <c:v>121.5119</c:v>
                </c:pt>
                <c:pt idx="2261">
                  <c:v>121.59524</c:v>
                </c:pt>
                <c:pt idx="2262">
                  <c:v>121.71042</c:v>
                </c:pt>
                <c:pt idx="2263">
                  <c:v>121.84251999999999</c:v>
                </c:pt>
                <c:pt idx="2264">
                  <c:v>121.92856999999999</c:v>
                </c:pt>
                <c:pt idx="2265">
                  <c:v>121.96722</c:v>
                </c:pt>
                <c:pt idx="2266">
                  <c:v>121.98428</c:v>
                </c:pt>
                <c:pt idx="2267">
                  <c:v>121.97502</c:v>
                </c:pt>
                <c:pt idx="2268">
                  <c:v>122.00366</c:v>
                </c:pt>
                <c:pt idx="2269">
                  <c:v>122.03448</c:v>
                </c:pt>
                <c:pt idx="2270">
                  <c:v>122.06408999999999</c:v>
                </c:pt>
                <c:pt idx="2271">
                  <c:v>122.08481999999999</c:v>
                </c:pt>
                <c:pt idx="2272">
                  <c:v>122.11614</c:v>
                </c:pt>
                <c:pt idx="2273">
                  <c:v>122.16795</c:v>
                </c:pt>
                <c:pt idx="2274">
                  <c:v>122.21372</c:v>
                </c:pt>
                <c:pt idx="2275">
                  <c:v>122.25199000000001</c:v>
                </c:pt>
                <c:pt idx="2276">
                  <c:v>122.32561</c:v>
                </c:pt>
                <c:pt idx="2277">
                  <c:v>122.41461</c:v>
                </c:pt>
                <c:pt idx="2278">
                  <c:v>122.48415</c:v>
                </c:pt>
                <c:pt idx="2279">
                  <c:v>122.57781</c:v>
                </c:pt>
                <c:pt idx="2280">
                  <c:v>122.66565</c:v>
                </c:pt>
                <c:pt idx="2281">
                  <c:v>122.69792</c:v>
                </c:pt>
                <c:pt idx="2282">
                  <c:v>122.66949</c:v>
                </c:pt>
                <c:pt idx="2283">
                  <c:v>122.6554</c:v>
                </c:pt>
                <c:pt idx="2284">
                  <c:v>122.61771</c:v>
                </c:pt>
                <c:pt idx="2285">
                  <c:v>122.58604</c:v>
                </c:pt>
                <c:pt idx="2286">
                  <c:v>122.59863</c:v>
                </c:pt>
                <c:pt idx="2287">
                  <c:v>122.64945</c:v>
                </c:pt>
                <c:pt idx="2288">
                  <c:v>122.69614</c:v>
                </c:pt>
                <c:pt idx="2289">
                  <c:v>122.75423000000001</c:v>
                </c:pt>
                <c:pt idx="2290">
                  <c:v>122.99905</c:v>
                </c:pt>
                <c:pt idx="2291">
                  <c:v>123.4472</c:v>
                </c:pt>
                <c:pt idx="2292">
                  <c:v>123.85722</c:v>
                </c:pt>
                <c:pt idx="2293">
                  <c:v>124.17453</c:v>
                </c:pt>
                <c:pt idx="2294">
                  <c:v>124.31068</c:v>
                </c:pt>
                <c:pt idx="2295">
                  <c:v>124.36687999999999</c:v>
                </c:pt>
                <c:pt idx="2296">
                  <c:v>124.47796</c:v>
                </c:pt>
                <c:pt idx="2297">
                  <c:v>124.65295</c:v>
                </c:pt>
                <c:pt idx="2298">
                  <c:v>124.84123</c:v>
                </c:pt>
                <c:pt idx="2299">
                  <c:v>124.78082999999999</c:v>
                </c:pt>
                <c:pt idx="2300">
                  <c:v>124.79884</c:v>
                </c:pt>
                <c:pt idx="2301">
                  <c:v>124.85993000000001</c:v>
                </c:pt>
                <c:pt idx="2302">
                  <c:v>124.92624000000001</c:v>
                </c:pt>
                <c:pt idx="2303">
                  <c:v>125.01776</c:v>
                </c:pt>
                <c:pt idx="2304">
                  <c:v>125.09059000000001</c:v>
                </c:pt>
                <c:pt idx="2305">
                  <c:v>125.06632</c:v>
                </c:pt>
                <c:pt idx="2306">
                  <c:v>124.99482</c:v>
                </c:pt>
                <c:pt idx="2307">
                  <c:v>124.97054</c:v>
                </c:pt>
                <c:pt idx="2308">
                  <c:v>124.96885</c:v>
                </c:pt>
                <c:pt idx="2309">
                  <c:v>124.99767</c:v>
                </c:pt>
                <c:pt idx="2310">
                  <c:v>125.03033000000001</c:v>
                </c:pt>
                <c:pt idx="2311">
                  <c:v>124.99921999999999</c:v>
                </c:pt>
                <c:pt idx="2312">
                  <c:v>125.03053</c:v>
                </c:pt>
                <c:pt idx="2313">
                  <c:v>125.13869</c:v>
                </c:pt>
                <c:pt idx="2314">
                  <c:v>125.25857999999999</c:v>
                </c:pt>
                <c:pt idx="2315">
                  <c:v>125.33492</c:v>
                </c:pt>
                <c:pt idx="2316">
                  <c:v>125.41615</c:v>
                </c:pt>
                <c:pt idx="2317">
                  <c:v>125.56438</c:v>
                </c:pt>
                <c:pt idx="2318">
                  <c:v>125.70432</c:v>
                </c:pt>
                <c:pt idx="2319">
                  <c:v>125.84350999999999</c:v>
                </c:pt>
                <c:pt idx="2320">
                  <c:v>125.93855000000001</c:v>
                </c:pt>
                <c:pt idx="2321">
                  <c:v>125.98737</c:v>
                </c:pt>
                <c:pt idx="2322">
                  <c:v>126.03595</c:v>
                </c:pt>
                <c:pt idx="2323">
                  <c:v>126.13007</c:v>
                </c:pt>
                <c:pt idx="2324">
                  <c:v>126.2269</c:v>
                </c:pt>
                <c:pt idx="2325">
                  <c:v>126.34501</c:v>
                </c:pt>
                <c:pt idx="2326">
                  <c:v>126.48648</c:v>
                </c:pt>
                <c:pt idx="2327">
                  <c:v>126.63249</c:v>
                </c:pt>
                <c:pt idx="2328">
                  <c:v>126.78351000000001</c:v>
                </c:pt>
                <c:pt idx="2329">
                  <c:v>126.93266</c:v>
                </c:pt>
                <c:pt idx="2330">
                  <c:v>127.05325999999999</c:v>
                </c:pt>
                <c:pt idx="2331">
                  <c:v>127.16332</c:v>
                </c:pt>
                <c:pt idx="2332">
                  <c:v>127.26425999999999</c:v>
                </c:pt>
                <c:pt idx="2333">
                  <c:v>127.37873</c:v>
                </c:pt>
                <c:pt idx="2334">
                  <c:v>127.50391999999999</c:v>
                </c:pt>
                <c:pt idx="2335">
                  <c:v>127.64583</c:v>
                </c:pt>
                <c:pt idx="2336">
                  <c:v>127.75014</c:v>
                </c:pt>
                <c:pt idx="2337">
                  <c:v>127.82249</c:v>
                </c:pt>
                <c:pt idx="2338">
                  <c:v>127.93431</c:v>
                </c:pt>
                <c:pt idx="2339">
                  <c:v>128.01357999999999</c:v>
                </c:pt>
                <c:pt idx="2340">
                  <c:v>128.07956999999999</c:v>
                </c:pt>
                <c:pt idx="2341">
                  <c:v>128.11829</c:v>
                </c:pt>
                <c:pt idx="2342">
                  <c:v>128.13123999999999</c:v>
                </c:pt>
                <c:pt idx="2343">
                  <c:v>128.13028</c:v>
                </c:pt>
                <c:pt idx="2344">
                  <c:v>128.14041</c:v>
                </c:pt>
                <c:pt idx="2345">
                  <c:v>128.16162</c:v>
                </c:pt>
                <c:pt idx="2346">
                  <c:v>128.20140000000001</c:v>
                </c:pt>
                <c:pt idx="2347">
                  <c:v>128.25591</c:v>
                </c:pt>
                <c:pt idx="2348">
                  <c:v>128.28325000000001</c:v>
                </c:pt>
                <c:pt idx="2349">
                  <c:v>128.30376000000001</c:v>
                </c:pt>
                <c:pt idx="2350">
                  <c:v>128.31297000000001</c:v>
                </c:pt>
                <c:pt idx="2351">
                  <c:v>128.30157</c:v>
                </c:pt>
                <c:pt idx="2352">
                  <c:v>128.23849000000001</c:v>
                </c:pt>
                <c:pt idx="2353">
                  <c:v>128.20848000000001</c:v>
                </c:pt>
                <c:pt idx="2354">
                  <c:v>128.20392000000001</c:v>
                </c:pt>
                <c:pt idx="2355">
                  <c:v>128.19351</c:v>
                </c:pt>
                <c:pt idx="2356">
                  <c:v>128.16582</c:v>
                </c:pt>
                <c:pt idx="2357">
                  <c:v>128.15987000000001</c:v>
                </c:pt>
                <c:pt idx="2358">
                  <c:v>128.15437</c:v>
                </c:pt>
                <c:pt idx="2359">
                  <c:v>128.10207</c:v>
                </c:pt>
                <c:pt idx="2360">
                  <c:v>128.00792999999999</c:v>
                </c:pt>
                <c:pt idx="2361">
                  <c:v>127.9465</c:v>
                </c:pt>
                <c:pt idx="2362">
                  <c:v>127.92305</c:v>
                </c:pt>
                <c:pt idx="2363">
                  <c:v>127.91001</c:v>
                </c:pt>
                <c:pt idx="2364">
                  <c:v>127.89367</c:v>
                </c:pt>
                <c:pt idx="2365">
                  <c:v>127.88046</c:v>
                </c:pt>
                <c:pt idx="2366">
                  <c:v>127.92341999999999</c:v>
                </c:pt>
                <c:pt idx="2367">
                  <c:v>127.92961</c:v>
                </c:pt>
                <c:pt idx="2368">
                  <c:v>127.89143</c:v>
                </c:pt>
                <c:pt idx="2369">
                  <c:v>127.82049000000001</c:v>
                </c:pt>
                <c:pt idx="2370">
                  <c:v>127.71930999999999</c:v>
                </c:pt>
                <c:pt idx="2371">
                  <c:v>127.60133</c:v>
                </c:pt>
                <c:pt idx="2372">
                  <c:v>127.47825</c:v>
                </c:pt>
                <c:pt idx="2373">
                  <c:v>127.27343999999999</c:v>
                </c:pt>
                <c:pt idx="2374">
                  <c:v>126.99661</c:v>
                </c:pt>
                <c:pt idx="2375">
                  <c:v>126.62523</c:v>
                </c:pt>
                <c:pt idx="2376">
                  <c:v>126.11529</c:v>
                </c:pt>
                <c:pt idx="2377">
                  <c:v>125.47914</c:v>
                </c:pt>
                <c:pt idx="2378">
                  <c:v>124.85029</c:v>
                </c:pt>
                <c:pt idx="2379">
                  <c:v>124.28968</c:v>
                </c:pt>
                <c:pt idx="2380">
                  <c:v>123.74593</c:v>
                </c:pt>
                <c:pt idx="2381">
                  <c:v>123.19379000000001</c:v>
                </c:pt>
                <c:pt idx="2382">
                  <c:v>121.41613</c:v>
                </c:pt>
                <c:pt idx="2383">
                  <c:v>118.30756</c:v>
                </c:pt>
                <c:pt idx="2384">
                  <c:v>116.86705000000001</c:v>
                </c:pt>
                <c:pt idx="2385">
                  <c:v>117.54730000000001</c:v>
                </c:pt>
                <c:pt idx="2386">
                  <c:v>118.29147</c:v>
                </c:pt>
                <c:pt idx="2387">
                  <c:v>118.75024000000001</c:v>
                </c:pt>
                <c:pt idx="2388">
                  <c:v>118.97474</c:v>
                </c:pt>
                <c:pt idx="2389">
                  <c:v>118.9862</c:v>
                </c:pt>
                <c:pt idx="2390">
                  <c:v>118.88171</c:v>
                </c:pt>
                <c:pt idx="2391">
                  <c:v>118.78706</c:v>
                </c:pt>
                <c:pt idx="2392">
                  <c:v>118.70667</c:v>
                </c:pt>
                <c:pt idx="2393">
                  <c:v>118.63139</c:v>
                </c:pt>
                <c:pt idx="2394">
                  <c:v>118.61832</c:v>
                </c:pt>
                <c:pt idx="2395">
                  <c:v>118.61919</c:v>
                </c:pt>
                <c:pt idx="2396">
                  <c:v>118.58114999999999</c:v>
                </c:pt>
                <c:pt idx="2397">
                  <c:v>118.5527</c:v>
                </c:pt>
                <c:pt idx="2398">
                  <c:v>118.52827000000001</c:v>
                </c:pt>
                <c:pt idx="2399">
                  <c:v>118.51639</c:v>
                </c:pt>
                <c:pt idx="2400">
                  <c:v>118.48124</c:v>
                </c:pt>
                <c:pt idx="2401">
                  <c:v>118.44468999999999</c:v>
                </c:pt>
                <c:pt idx="2402">
                  <c:v>118.38557</c:v>
                </c:pt>
                <c:pt idx="2403">
                  <c:v>118.30888</c:v>
                </c:pt>
                <c:pt idx="2404">
                  <c:v>118.25955</c:v>
                </c:pt>
                <c:pt idx="2405">
                  <c:v>118.23326</c:v>
                </c:pt>
                <c:pt idx="2406">
                  <c:v>118.29307</c:v>
                </c:pt>
                <c:pt idx="2407">
                  <c:v>118.49419</c:v>
                </c:pt>
                <c:pt idx="2408">
                  <c:v>118.50476</c:v>
                </c:pt>
                <c:pt idx="2409">
                  <c:v>118.51254</c:v>
                </c:pt>
                <c:pt idx="2410">
                  <c:v>118.52363</c:v>
                </c:pt>
                <c:pt idx="2411">
                  <c:v>118.52766</c:v>
                </c:pt>
                <c:pt idx="2412">
                  <c:v>118.61539</c:v>
                </c:pt>
                <c:pt idx="2413">
                  <c:v>118.60963</c:v>
                </c:pt>
                <c:pt idx="2414">
                  <c:v>118.74952</c:v>
                </c:pt>
                <c:pt idx="2415">
                  <c:v>118.84135999999999</c:v>
                </c:pt>
                <c:pt idx="2416">
                  <c:v>118.95057</c:v>
                </c:pt>
                <c:pt idx="2417">
                  <c:v>118.98111</c:v>
                </c:pt>
                <c:pt idx="2418">
                  <c:v>118.88576999999999</c:v>
                </c:pt>
                <c:pt idx="2419">
                  <c:v>118.62647</c:v>
                </c:pt>
                <c:pt idx="2420">
                  <c:v>118.3441</c:v>
                </c:pt>
                <c:pt idx="2421">
                  <c:v>118.03997</c:v>
                </c:pt>
                <c:pt idx="2422">
                  <c:v>117.74628</c:v>
                </c:pt>
                <c:pt idx="2423">
                  <c:v>117.50139</c:v>
                </c:pt>
                <c:pt idx="2424">
                  <c:v>117.22574</c:v>
                </c:pt>
                <c:pt idx="2425">
                  <c:v>116.90748000000001</c:v>
                </c:pt>
                <c:pt idx="2426">
                  <c:v>116.65631</c:v>
                </c:pt>
                <c:pt idx="2427">
                  <c:v>116.39792</c:v>
                </c:pt>
                <c:pt idx="2428">
                  <c:v>116.12484000000001</c:v>
                </c:pt>
                <c:pt idx="2429">
                  <c:v>115.86995</c:v>
                </c:pt>
                <c:pt idx="2430">
                  <c:v>115.59617</c:v>
                </c:pt>
                <c:pt idx="2431">
                  <c:v>115.33346</c:v>
                </c:pt>
                <c:pt idx="2432">
                  <c:v>115.06950999999999</c:v>
                </c:pt>
                <c:pt idx="2433">
                  <c:v>114.86214</c:v>
                </c:pt>
                <c:pt idx="2434">
                  <c:v>114.68734000000001</c:v>
                </c:pt>
                <c:pt idx="2435">
                  <c:v>114.5052</c:v>
                </c:pt>
                <c:pt idx="2436">
                  <c:v>114.30766</c:v>
                </c:pt>
                <c:pt idx="2437">
                  <c:v>114.12102</c:v>
                </c:pt>
                <c:pt idx="2438">
                  <c:v>113.9731</c:v>
                </c:pt>
                <c:pt idx="2439">
                  <c:v>113.83908</c:v>
                </c:pt>
                <c:pt idx="2440">
                  <c:v>113.69618</c:v>
                </c:pt>
                <c:pt idx="2441">
                  <c:v>113.55253999999999</c:v>
                </c:pt>
                <c:pt idx="2442">
                  <c:v>113.41715000000001</c:v>
                </c:pt>
                <c:pt idx="2443">
                  <c:v>113.25552</c:v>
                </c:pt>
                <c:pt idx="2444">
                  <c:v>113.00785999999999</c:v>
                </c:pt>
                <c:pt idx="2445">
                  <c:v>112.66492</c:v>
                </c:pt>
                <c:pt idx="2446">
                  <c:v>112.32008</c:v>
                </c:pt>
                <c:pt idx="2447">
                  <c:v>112.04987</c:v>
                </c:pt>
                <c:pt idx="2448">
                  <c:v>111.89758999999999</c:v>
                </c:pt>
                <c:pt idx="2449">
                  <c:v>111.80381</c:v>
                </c:pt>
                <c:pt idx="2450">
                  <c:v>111.73520000000001</c:v>
                </c:pt>
                <c:pt idx="2451">
                  <c:v>111.71120999999999</c:v>
                </c:pt>
                <c:pt idx="2452">
                  <c:v>111.75417</c:v>
                </c:pt>
                <c:pt idx="2453">
                  <c:v>111.79383</c:v>
                </c:pt>
                <c:pt idx="2454">
                  <c:v>111.81318</c:v>
                </c:pt>
                <c:pt idx="2455">
                  <c:v>111.86745000000001</c:v>
                </c:pt>
                <c:pt idx="2456">
                  <c:v>111.92352</c:v>
                </c:pt>
                <c:pt idx="2457">
                  <c:v>111.99862</c:v>
                </c:pt>
                <c:pt idx="2458">
                  <c:v>112.04877</c:v>
                </c:pt>
                <c:pt idx="2459">
                  <c:v>112.15447</c:v>
                </c:pt>
                <c:pt idx="2460">
                  <c:v>112.31426</c:v>
                </c:pt>
                <c:pt idx="2461">
                  <c:v>112.46861</c:v>
                </c:pt>
                <c:pt idx="2462">
                  <c:v>112.6386</c:v>
                </c:pt>
                <c:pt idx="2463">
                  <c:v>112.81912</c:v>
                </c:pt>
                <c:pt idx="2464">
                  <c:v>112.95383</c:v>
                </c:pt>
                <c:pt idx="2465">
                  <c:v>113.02462</c:v>
                </c:pt>
                <c:pt idx="2466">
                  <c:v>113.05553999999999</c:v>
                </c:pt>
                <c:pt idx="2467">
                  <c:v>113.11490999999999</c:v>
                </c:pt>
                <c:pt idx="2468">
                  <c:v>113.16824</c:v>
                </c:pt>
                <c:pt idx="2469">
                  <c:v>113.24059</c:v>
                </c:pt>
                <c:pt idx="2470">
                  <c:v>113.37312</c:v>
                </c:pt>
                <c:pt idx="2471">
                  <c:v>113.53666</c:v>
                </c:pt>
                <c:pt idx="2472">
                  <c:v>113.68075</c:v>
                </c:pt>
                <c:pt idx="2473">
                  <c:v>113.78422</c:v>
                </c:pt>
                <c:pt idx="2474">
                  <c:v>113.83114999999999</c:v>
                </c:pt>
                <c:pt idx="2475">
                  <c:v>113.85405</c:v>
                </c:pt>
                <c:pt idx="2476">
                  <c:v>113.86208999999999</c:v>
                </c:pt>
                <c:pt idx="2477">
                  <c:v>113.84184</c:v>
                </c:pt>
                <c:pt idx="2478">
                  <c:v>113.75158999999999</c:v>
                </c:pt>
                <c:pt idx="2479">
                  <c:v>113.62698</c:v>
                </c:pt>
                <c:pt idx="2480">
                  <c:v>113.50918</c:v>
                </c:pt>
                <c:pt idx="2481">
                  <c:v>113.37703</c:v>
                </c:pt>
                <c:pt idx="2482">
                  <c:v>113.25402</c:v>
                </c:pt>
                <c:pt idx="2483">
                  <c:v>113.10706</c:v>
                </c:pt>
                <c:pt idx="2484">
                  <c:v>112.97205</c:v>
                </c:pt>
                <c:pt idx="2485">
                  <c:v>112.82896</c:v>
                </c:pt>
                <c:pt idx="2486">
                  <c:v>112.63722</c:v>
                </c:pt>
                <c:pt idx="2487">
                  <c:v>112.43865</c:v>
                </c:pt>
                <c:pt idx="2488">
                  <c:v>112.24703</c:v>
                </c:pt>
                <c:pt idx="2489">
                  <c:v>112.10084999999999</c:v>
                </c:pt>
                <c:pt idx="2490">
                  <c:v>112.02715000000001</c:v>
                </c:pt>
                <c:pt idx="2491">
                  <c:v>111.99187000000001</c:v>
                </c:pt>
                <c:pt idx="2492">
                  <c:v>111.89906000000001</c:v>
                </c:pt>
                <c:pt idx="2493">
                  <c:v>111.77555</c:v>
                </c:pt>
                <c:pt idx="2494">
                  <c:v>111.66401999999999</c:v>
                </c:pt>
                <c:pt idx="2495">
                  <c:v>111.56057</c:v>
                </c:pt>
                <c:pt idx="2496">
                  <c:v>111.42506</c:v>
                </c:pt>
                <c:pt idx="2497">
                  <c:v>111.28004</c:v>
                </c:pt>
                <c:pt idx="2498">
                  <c:v>111.10428</c:v>
                </c:pt>
                <c:pt idx="2499">
                  <c:v>110.8862</c:v>
                </c:pt>
                <c:pt idx="2500">
                  <c:v>110.66296</c:v>
                </c:pt>
                <c:pt idx="2501">
                  <c:v>110.47189</c:v>
                </c:pt>
                <c:pt idx="2502">
                  <c:v>110.32881</c:v>
                </c:pt>
                <c:pt idx="2503">
                  <c:v>110.20005</c:v>
                </c:pt>
                <c:pt idx="2504">
                  <c:v>110.09205</c:v>
                </c:pt>
                <c:pt idx="2505">
                  <c:v>110.00937</c:v>
                </c:pt>
                <c:pt idx="2506">
                  <c:v>109.95050000000001</c:v>
                </c:pt>
                <c:pt idx="2507">
                  <c:v>109.89785999999999</c:v>
                </c:pt>
                <c:pt idx="2508">
                  <c:v>109.81076</c:v>
                </c:pt>
                <c:pt idx="2509">
                  <c:v>109.68483999999999</c:v>
                </c:pt>
                <c:pt idx="2510">
                  <c:v>109.56556999999999</c:v>
                </c:pt>
                <c:pt idx="2511">
                  <c:v>109.45659000000001</c:v>
                </c:pt>
                <c:pt idx="2512">
                  <c:v>109.35921999999999</c:v>
                </c:pt>
                <c:pt idx="2513">
                  <c:v>109.2933</c:v>
                </c:pt>
                <c:pt idx="2514">
                  <c:v>109.26128</c:v>
                </c:pt>
                <c:pt idx="2515">
                  <c:v>109.20135000000001</c:v>
                </c:pt>
                <c:pt idx="2516">
                  <c:v>109.12157999999999</c:v>
                </c:pt>
                <c:pt idx="2517">
                  <c:v>108.99948000000001</c:v>
                </c:pt>
                <c:pt idx="2518">
                  <c:v>108.81379</c:v>
                </c:pt>
                <c:pt idx="2519">
                  <c:v>108.66918</c:v>
                </c:pt>
                <c:pt idx="2520">
                  <c:v>108.56023</c:v>
                </c:pt>
                <c:pt idx="2521">
                  <c:v>108.47375</c:v>
                </c:pt>
                <c:pt idx="2522">
                  <c:v>108.36053</c:v>
                </c:pt>
                <c:pt idx="2523">
                  <c:v>108.22534</c:v>
                </c:pt>
                <c:pt idx="2524">
                  <c:v>108.14227</c:v>
                </c:pt>
                <c:pt idx="2525">
                  <c:v>108.1523</c:v>
                </c:pt>
                <c:pt idx="2526">
                  <c:v>108.04105</c:v>
                </c:pt>
                <c:pt idx="2527">
                  <c:v>107.91682</c:v>
                </c:pt>
                <c:pt idx="2528">
                  <c:v>107.82769</c:v>
                </c:pt>
                <c:pt idx="2529">
                  <c:v>107.77162</c:v>
                </c:pt>
                <c:pt idx="2530">
                  <c:v>107.73083</c:v>
                </c:pt>
                <c:pt idx="2531">
                  <c:v>107.73036</c:v>
                </c:pt>
                <c:pt idx="2532">
                  <c:v>107.79292</c:v>
                </c:pt>
                <c:pt idx="2533">
                  <c:v>107.87172</c:v>
                </c:pt>
                <c:pt idx="2534">
                  <c:v>107.8519</c:v>
                </c:pt>
                <c:pt idx="2535">
                  <c:v>107.76706</c:v>
                </c:pt>
                <c:pt idx="2536">
                  <c:v>107.71136</c:v>
                </c:pt>
                <c:pt idx="2537">
                  <c:v>107.752</c:v>
                </c:pt>
                <c:pt idx="2538">
                  <c:v>107.89149</c:v>
                </c:pt>
                <c:pt idx="2539">
                  <c:v>108.07339</c:v>
                </c:pt>
                <c:pt idx="2540">
                  <c:v>108.24436</c:v>
                </c:pt>
                <c:pt idx="2541">
                  <c:v>108.39852999999999</c:v>
                </c:pt>
                <c:pt idx="2542">
                  <c:v>108.5675</c:v>
                </c:pt>
                <c:pt idx="2543">
                  <c:v>108.75073999999999</c:v>
                </c:pt>
                <c:pt idx="2544">
                  <c:v>108.90998</c:v>
                </c:pt>
                <c:pt idx="2545">
                  <c:v>109.03207</c:v>
                </c:pt>
                <c:pt idx="2546">
                  <c:v>109.17406</c:v>
                </c:pt>
                <c:pt idx="2547">
                  <c:v>109.32674</c:v>
                </c:pt>
                <c:pt idx="2548">
                  <c:v>109.43883</c:v>
                </c:pt>
                <c:pt idx="2549">
                  <c:v>109.54029</c:v>
                </c:pt>
                <c:pt idx="2550">
                  <c:v>109.69329999999999</c:v>
                </c:pt>
                <c:pt idx="2551">
                  <c:v>109.86179</c:v>
                </c:pt>
                <c:pt idx="2552">
                  <c:v>109.99114</c:v>
                </c:pt>
                <c:pt idx="2553">
                  <c:v>110.11154000000001</c:v>
                </c:pt>
                <c:pt idx="2554">
                  <c:v>110.26929</c:v>
                </c:pt>
                <c:pt idx="2555">
                  <c:v>110.4127</c:v>
                </c:pt>
                <c:pt idx="2556">
                  <c:v>110.52525</c:v>
                </c:pt>
                <c:pt idx="2557">
                  <c:v>110.63549</c:v>
                </c:pt>
                <c:pt idx="2558">
                  <c:v>110.68104</c:v>
                </c:pt>
                <c:pt idx="2559">
                  <c:v>110.67764</c:v>
                </c:pt>
                <c:pt idx="2560">
                  <c:v>110.71955</c:v>
                </c:pt>
                <c:pt idx="2561">
                  <c:v>110.85691</c:v>
                </c:pt>
                <c:pt idx="2562">
                  <c:v>111.01186</c:v>
                </c:pt>
                <c:pt idx="2563">
                  <c:v>111.10939</c:v>
                </c:pt>
                <c:pt idx="2564">
                  <c:v>111.17059999999999</c:v>
                </c:pt>
                <c:pt idx="2565">
                  <c:v>111.21562</c:v>
                </c:pt>
                <c:pt idx="2566">
                  <c:v>111.23394</c:v>
                </c:pt>
                <c:pt idx="2567">
                  <c:v>111.24235</c:v>
                </c:pt>
                <c:pt idx="2568">
                  <c:v>111.22749</c:v>
                </c:pt>
                <c:pt idx="2569">
                  <c:v>111.19775</c:v>
                </c:pt>
                <c:pt idx="2570">
                  <c:v>111.11651000000001</c:v>
                </c:pt>
                <c:pt idx="2571">
                  <c:v>111.13263000000001</c:v>
                </c:pt>
                <c:pt idx="2572">
                  <c:v>111.12882999999999</c:v>
                </c:pt>
                <c:pt idx="2573">
                  <c:v>111.15448000000001</c:v>
                </c:pt>
                <c:pt idx="2574">
                  <c:v>111.30633</c:v>
                </c:pt>
                <c:pt idx="2575">
                  <c:v>111.44698</c:v>
                </c:pt>
                <c:pt idx="2576">
                  <c:v>111.58804000000001</c:v>
                </c:pt>
                <c:pt idx="2577">
                  <c:v>111.72272</c:v>
                </c:pt>
                <c:pt idx="2578">
                  <c:v>111.78086</c:v>
                </c:pt>
                <c:pt idx="2579">
                  <c:v>111.74881999999999</c:v>
                </c:pt>
                <c:pt idx="2580">
                  <c:v>111.63706000000001</c:v>
                </c:pt>
                <c:pt idx="2581">
                  <c:v>111.5461</c:v>
                </c:pt>
                <c:pt idx="2582">
                  <c:v>111.45596999999999</c:v>
                </c:pt>
                <c:pt idx="2583">
                  <c:v>111.31780000000001</c:v>
                </c:pt>
                <c:pt idx="2584">
                  <c:v>111.1768</c:v>
                </c:pt>
                <c:pt idx="2585">
                  <c:v>111.05</c:v>
                </c:pt>
                <c:pt idx="2586">
                  <c:v>110.9552</c:v>
                </c:pt>
                <c:pt idx="2587">
                  <c:v>110.77863000000001</c:v>
                </c:pt>
                <c:pt idx="2588">
                  <c:v>110.57216</c:v>
                </c:pt>
                <c:pt idx="2589">
                  <c:v>110.36414000000001</c:v>
                </c:pt>
                <c:pt idx="2590">
                  <c:v>110.21205</c:v>
                </c:pt>
                <c:pt idx="2591">
                  <c:v>110.09789000000001</c:v>
                </c:pt>
                <c:pt idx="2592">
                  <c:v>110.01964</c:v>
                </c:pt>
                <c:pt idx="2593">
                  <c:v>110.01794</c:v>
                </c:pt>
                <c:pt idx="2594">
                  <c:v>110.02092</c:v>
                </c:pt>
                <c:pt idx="2595">
                  <c:v>109.97401000000001</c:v>
                </c:pt>
                <c:pt idx="2596">
                  <c:v>109.88332</c:v>
                </c:pt>
                <c:pt idx="2597">
                  <c:v>109.67503000000001</c:v>
                </c:pt>
                <c:pt idx="2598">
                  <c:v>109.52598999999999</c:v>
                </c:pt>
                <c:pt idx="2599">
                  <c:v>109.42092</c:v>
                </c:pt>
                <c:pt idx="2600">
                  <c:v>109.32171</c:v>
                </c:pt>
                <c:pt idx="2601">
                  <c:v>109.23586</c:v>
                </c:pt>
                <c:pt idx="2602">
                  <c:v>109.17543999999999</c:v>
                </c:pt>
                <c:pt idx="2603">
                  <c:v>109.12059000000001</c:v>
                </c:pt>
                <c:pt idx="2604">
                  <c:v>109.04996</c:v>
                </c:pt>
                <c:pt idx="2605">
                  <c:v>109.00995</c:v>
                </c:pt>
                <c:pt idx="2606">
                  <c:v>109.01054999999999</c:v>
                </c:pt>
                <c:pt idx="2607">
                  <c:v>108.99982</c:v>
                </c:pt>
                <c:pt idx="2608">
                  <c:v>109.01994999999999</c:v>
                </c:pt>
                <c:pt idx="2609">
                  <c:v>109.05525</c:v>
                </c:pt>
                <c:pt idx="2610">
                  <c:v>109.05983000000001</c:v>
                </c:pt>
                <c:pt idx="2611">
                  <c:v>109.06719</c:v>
                </c:pt>
                <c:pt idx="2612">
                  <c:v>109.04096</c:v>
                </c:pt>
                <c:pt idx="2613">
                  <c:v>108.91701</c:v>
                </c:pt>
                <c:pt idx="2614">
                  <c:v>108.79709</c:v>
                </c:pt>
                <c:pt idx="2615">
                  <c:v>108.75320000000001</c:v>
                </c:pt>
                <c:pt idx="2616">
                  <c:v>108.75812999999999</c:v>
                </c:pt>
                <c:pt idx="2617">
                  <c:v>108.77015</c:v>
                </c:pt>
                <c:pt idx="2618">
                  <c:v>108.77943</c:v>
                </c:pt>
                <c:pt idx="2619">
                  <c:v>108.88321999999999</c:v>
                </c:pt>
                <c:pt idx="2620">
                  <c:v>109.11937</c:v>
                </c:pt>
                <c:pt idx="2621">
                  <c:v>109.36022</c:v>
                </c:pt>
                <c:pt idx="2622">
                  <c:v>109.54673</c:v>
                </c:pt>
                <c:pt idx="2623">
                  <c:v>109.79969</c:v>
                </c:pt>
                <c:pt idx="2624">
                  <c:v>110.02217</c:v>
                </c:pt>
                <c:pt idx="2625">
                  <c:v>110.13925</c:v>
                </c:pt>
                <c:pt idx="2626">
                  <c:v>110.14427999999999</c:v>
                </c:pt>
                <c:pt idx="2627">
                  <c:v>110.10093999999999</c:v>
                </c:pt>
                <c:pt idx="2628">
                  <c:v>110.00920000000001</c:v>
                </c:pt>
                <c:pt idx="2629">
                  <c:v>109.84520999999999</c:v>
                </c:pt>
                <c:pt idx="2630">
                  <c:v>109.60902</c:v>
                </c:pt>
                <c:pt idx="2631">
                  <c:v>109.39036</c:v>
                </c:pt>
                <c:pt idx="2632">
                  <c:v>109.10232999999999</c:v>
                </c:pt>
                <c:pt idx="2633">
                  <c:v>108.84169</c:v>
                </c:pt>
                <c:pt idx="2634">
                  <c:v>108.58955</c:v>
                </c:pt>
                <c:pt idx="2635">
                  <c:v>108.34948</c:v>
                </c:pt>
                <c:pt idx="2636">
                  <c:v>108.13094</c:v>
                </c:pt>
                <c:pt idx="2637">
                  <c:v>107.93853</c:v>
                </c:pt>
                <c:pt idx="2638">
                  <c:v>107.72812999999999</c:v>
                </c:pt>
                <c:pt idx="2639">
                  <c:v>107.56036</c:v>
                </c:pt>
                <c:pt idx="2640">
                  <c:v>107.34696</c:v>
                </c:pt>
                <c:pt idx="2641">
                  <c:v>107.10599999999999</c:v>
                </c:pt>
                <c:pt idx="2642">
                  <c:v>106.86036</c:v>
                </c:pt>
                <c:pt idx="2643">
                  <c:v>106.65828999999999</c:v>
                </c:pt>
                <c:pt idx="2644">
                  <c:v>106.5265</c:v>
                </c:pt>
                <c:pt idx="2645">
                  <c:v>106.42422999999999</c:v>
                </c:pt>
                <c:pt idx="2646">
                  <c:v>106.28439</c:v>
                </c:pt>
                <c:pt idx="2647">
                  <c:v>106.09301000000001</c:v>
                </c:pt>
                <c:pt idx="2648">
                  <c:v>105.88867999999999</c:v>
                </c:pt>
                <c:pt idx="2649">
                  <c:v>105.70147</c:v>
                </c:pt>
                <c:pt idx="2650">
                  <c:v>105.53791</c:v>
                </c:pt>
                <c:pt idx="2651">
                  <c:v>105.40617</c:v>
                </c:pt>
                <c:pt idx="2652">
                  <c:v>105.30784</c:v>
                </c:pt>
                <c:pt idx="2653">
                  <c:v>105.23357</c:v>
                </c:pt>
                <c:pt idx="2654">
                  <c:v>105.16307</c:v>
                </c:pt>
                <c:pt idx="2655">
                  <c:v>105.06171000000001</c:v>
                </c:pt>
                <c:pt idx="2656">
                  <c:v>104.91355</c:v>
                </c:pt>
                <c:pt idx="2657">
                  <c:v>104.75005</c:v>
                </c:pt>
                <c:pt idx="2658">
                  <c:v>104.59779</c:v>
                </c:pt>
                <c:pt idx="2659">
                  <c:v>104.46181</c:v>
                </c:pt>
                <c:pt idx="2660">
                  <c:v>104.32774999999999</c:v>
                </c:pt>
                <c:pt idx="2661">
                  <c:v>104.25008</c:v>
                </c:pt>
                <c:pt idx="2662">
                  <c:v>104.17735</c:v>
                </c:pt>
                <c:pt idx="2663">
                  <c:v>104.09692</c:v>
                </c:pt>
                <c:pt idx="2664">
                  <c:v>104.01792</c:v>
                </c:pt>
                <c:pt idx="2665">
                  <c:v>103.67984</c:v>
                </c:pt>
                <c:pt idx="2666">
                  <c:v>103.5081</c:v>
                </c:pt>
                <c:pt idx="2667">
                  <c:v>103.39059</c:v>
                </c:pt>
                <c:pt idx="2668">
                  <c:v>103.28704999999999</c:v>
                </c:pt>
                <c:pt idx="2669">
                  <c:v>103.18473</c:v>
                </c:pt>
                <c:pt idx="2670">
                  <c:v>103.08978</c:v>
                </c:pt>
                <c:pt idx="2671">
                  <c:v>103.0368</c:v>
                </c:pt>
                <c:pt idx="2672">
                  <c:v>103.08378999999999</c:v>
                </c:pt>
                <c:pt idx="2673">
                  <c:v>103.08934000000001</c:v>
                </c:pt>
                <c:pt idx="2674">
                  <c:v>103.07438999999999</c:v>
                </c:pt>
                <c:pt idx="2675">
                  <c:v>103.09326</c:v>
                </c:pt>
                <c:pt idx="2676">
                  <c:v>103.13379999999999</c:v>
                </c:pt>
                <c:pt idx="2677">
                  <c:v>103.19763</c:v>
                </c:pt>
                <c:pt idx="2678">
                  <c:v>103.27462</c:v>
                </c:pt>
                <c:pt idx="2679">
                  <c:v>103.32528000000001</c:v>
                </c:pt>
                <c:pt idx="2680">
                  <c:v>103.31855</c:v>
                </c:pt>
                <c:pt idx="2681">
                  <c:v>103.2865</c:v>
                </c:pt>
                <c:pt idx="2682">
                  <c:v>103.26276</c:v>
                </c:pt>
                <c:pt idx="2683">
                  <c:v>103.32097</c:v>
                </c:pt>
                <c:pt idx="2684">
                  <c:v>103.42702</c:v>
                </c:pt>
                <c:pt idx="2685">
                  <c:v>103.54369</c:v>
                </c:pt>
                <c:pt idx="2686">
                  <c:v>103.69601</c:v>
                </c:pt>
                <c:pt idx="2687">
                  <c:v>103.81881</c:v>
                </c:pt>
                <c:pt idx="2688">
                  <c:v>103.93080999999999</c:v>
                </c:pt>
                <c:pt idx="2689">
                  <c:v>104.01403000000001</c:v>
                </c:pt>
                <c:pt idx="2690">
                  <c:v>104.05278</c:v>
                </c:pt>
                <c:pt idx="2691">
                  <c:v>104.05936</c:v>
                </c:pt>
                <c:pt idx="2692">
                  <c:v>104.08362</c:v>
                </c:pt>
                <c:pt idx="2693">
                  <c:v>104.17883</c:v>
                </c:pt>
                <c:pt idx="2694">
                  <c:v>104.30004</c:v>
                </c:pt>
                <c:pt idx="2695">
                  <c:v>104.3206</c:v>
                </c:pt>
                <c:pt idx="2696">
                  <c:v>104.26051</c:v>
                </c:pt>
                <c:pt idx="2697">
                  <c:v>104.25972</c:v>
                </c:pt>
                <c:pt idx="2698">
                  <c:v>104.26385000000001</c:v>
                </c:pt>
                <c:pt idx="2699">
                  <c:v>104.26305000000001</c:v>
                </c:pt>
                <c:pt idx="2700">
                  <c:v>104.25973999999999</c:v>
                </c:pt>
                <c:pt idx="2701">
                  <c:v>104.26036999999999</c:v>
                </c:pt>
                <c:pt idx="2702">
                  <c:v>104.30495000000001</c:v>
                </c:pt>
                <c:pt idx="2703">
                  <c:v>104.38173999999999</c:v>
                </c:pt>
                <c:pt idx="2704">
                  <c:v>104.49402000000001</c:v>
                </c:pt>
                <c:pt idx="2705">
                  <c:v>104.59547999999999</c:v>
                </c:pt>
                <c:pt idx="2706">
                  <c:v>104.66267000000001</c:v>
                </c:pt>
                <c:pt idx="2707">
                  <c:v>104.73635</c:v>
                </c:pt>
                <c:pt idx="2708">
                  <c:v>104.81939</c:v>
                </c:pt>
                <c:pt idx="2709">
                  <c:v>104.87921</c:v>
                </c:pt>
                <c:pt idx="2710">
                  <c:v>104.80197</c:v>
                </c:pt>
                <c:pt idx="2711">
                  <c:v>104.65407999999999</c:v>
                </c:pt>
                <c:pt idx="2712">
                  <c:v>104.50935</c:v>
                </c:pt>
                <c:pt idx="2713">
                  <c:v>104.34520999999999</c:v>
                </c:pt>
                <c:pt idx="2714">
                  <c:v>104.04427</c:v>
                </c:pt>
                <c:pt idx="2715">
                  <c:v>103.67043</c:v>
                </c:pt>
                <c:pt idx="2716">
                  <c:v>103.17559</c:v>
                </c:pt>
                <c:pt idx="2717">
                  <c:v>102.56344</c:v>
                </c:pt>
                <c:pt idx="2718">
                  <c:v>101.98093</c:v>
                </c:pt>
                <c:pt idx="2719">
                  <c:v>101.62495</c:v>
                </c:pt>
                <c:pt idx="2720">
                  <c:v>101.3284</c:v>
                </c:pt>
                <c:pt idx="2721">
                  <c:v>101.06672</c:v>
                </c:pt>
                <c:pt idx="2722">
                  <c:v>100.8978</c:v>
                </c:pt>
                <c:pt idx="2723">
                  <c:v>100.74503</c:v>
                </c:pt>
                <c:pt idx="2724">
                  <c:v>100.59634</c:v>
                </c:pt>
                <c:pt idx="2725">
                  <c:v>100.47767</c:v>
                </c:pt>
                <c:pt idx="2726">
                  <c:v>100.4268</c:v>
                </c:pt>
                <c:pt idx="2727">
                  <c:v>100.44686</c:v>
                </c:pt>
                <c:pt idx="2728">
                  <c:v>100.58593</c:v>
                </c:pt>
                <c:pt idx="2729">
                  <c:v>100.73847000000001</c:v>
                </c:pt>
                <c:pt idx="2730">
                  <c:v>100.82965</c:v>
                </c:pt>
                <c:pt idx="2731">
                  <c:v>100.81016</c:v>
                </c:pt>
                <c:pt idx="2732">
                  <c:v>100.69229</c:v>
                </c:pt>
                <c:pt idx="2733">
                  <c:v>100.54828999999999</c:v>
                </c:pt>
                <c:pt idx="2734">
                  <c:v>100.45005999999999</c:v>
                </c:pt>
                <c:pt idx="2735">
                  <c:v>100.42255</c:v>
                </c:pt>
                <c:pt idx="2736">
                  <c:v>100.40921</c:v>
                </c:pt>
                <c:pt idx="2737">
                  <c:v>100.38160000000001</c:v>
                </c:pt>
                <c:pt idx="2738">
                  <c:v>100.27849999999999</c:v>
                </c:pt>
                <c:pt idx="2739">
                  <c:v>100.1369</c:v>
                </c:pt>
                <c:pt idx="2740">
                  <c:v>99.988747000000004</c:v>
                </c:pt>
                <c:pt idx="2741">
                  <c:v>99.823952000000006</c:v>
                </c:pt>
                <c:pt idx="2742">
                  <c:v>99.632896000000002</c:v>
                </c:pt>
                <c:pt idx="2743">
                  <c:v>99.425369000000003</c:v>
                </c:pt>
                <c:pt idx="2744">
                  <c:v>99.271591000000001</c:v>
                </c:pt>
                <c:pt idx="2745">
                  <c:v>99.190772999999993</c:v>
                </c:pt>
                <c:pt idx="2746">
                  <c:v>99.069000000000003</c:v>
                </c:pt>
                <c:pt idx="2747">
                  <c:v>98.977324999999993</c:v>
                </c:pt>
                <c:pt idx="2748">
                  <c:v>98.937102999999993</c:v>
                </c:pt>
                <c:pt idx="2749">
                  <c:v>98.948166000000001</c:v>
                </c:pt>
                <c:pt idx="2750">
                  <c:v>98.945732000000007</c:v>
                </c:pt>
                <c:pt idx="2751">
                  <c:v>98.956519999999998</c:v>
                </c:pt>
                <c:pt idx="2752">
                  <c:v>98.965087999999994</c:v>
                </c:pt>
                <c:pt idx="2753">
                  <c:v>98.867835999999997</c:v>
                </c:pt>
                <c:pt idx="2754">
                  <c:v>98.708877999999999</c:v>
                </c:pt>
                <c:pt idx="2755">
                  <c:v>98.580535999999995</c:v>
                </c:pt>
                <c:pt idx="2756">
                  <c:v>98.438179000000005</c:v>
                </c:pt>
                <c:pt idx="2757">
                  <c:v>98.314269999999993</c:v>
                </c:pt>
                <c:pt idx="2758">
                  <c:v>98.239044000000007</c:v>
                </c:pt>
                <c:pt idx="2759">
                  <c:v>98.199875000000006</c:v>
                </c:pt>
                <c:pt idx="2760">
                  <c:v>98.152985000000001</c:v>
                </c:pt>
                <c:pt idx="2761">
                  <c:v>98.199944000000002</c:v>
                </c:pt>
                <c:pt idx="2762">
                  <c:v>98.180885000000004</c:v>
                </c:pt>
                <c:pt idx="2763">
                  <c:v>98.110771</c:v>
                </c:pt>
                <c:pt idx="2764">
                  <c:v>98.054405000000003</c:v>
                </c:pt>
                <c:pt idx="2765">
                  <c:v>98.039116000000007</c:v>
                </c:pt>
                <c:pt idx="2766">
                  <c:v>97.963226000000006</c:v>
                </c:pt>
                <c:pt idx="2767">
                  <c:v>97.832260000000005</c:v>
                </c:pt>
                <c:pt idx="2768">
                  <c:v>97.662566999999996</c:v>
                </c:pt>
                <c:pt idx="2769">
                  <c:v>97.538391000000004</c:v>
                </c:pt>
                <c:pt idx="2770">
                  <c:v>97.412650999999997</c:v>
                </c:pt>
                <c:pt idx="2771">
                  <c:v>97.246841000000003</c:v>
                </c:pt>
                <c:pt idx="2772">
                  <c:v>97.15934</c:v>
                </c:pt>
                <c:pt idx="2773">
                  <c:v>97.142325999999997</c:v>
                </c:pt>
                <c:pt idx="2774">
                  <c:v>97.137985</c:v>
                </c:pt>
                <c:pt idx="2775">
                  <c:v>97.130500999999995</c:v>
                </c:pt>
                <c:pt idx="2776">
                  <c:v>97.132805000000005</c:v>
                </c:pt>
                <c:pt idx="2777">
                  <c:v>97.141945000000007</c:v>
                </c:pt>
                <c:pt idx="2778">
                  <c:v>97.164383000000001</c:v>
                </c:pt>
                <c:pt idx="2779">
                  <c:v>97.162459999999996</c:v>
                </c:pt>
                <c:pt idx="2780">
                  <c:v>97.152359000000004</c:v>
                </c:pt>
                <c:pt idx="2781">
                  <c:v>97.095055000000002</c:v>
                </c:pt>
                <c:pt idx="2782">
                  <c:v>97.011177000000004</c:v>
                </c:pt>
                <c:pt idx="2783">
                  <c:v>96.860909000000007</c:v>
                </c:pt>
                <c:pt idx="2784">
                  <c:v>96.684273000000005</c:v>
                </c:pt>
                <c:pt idx="2785">
                  <c:v>96.515602000000001</c:v>
                </c:pt>
                <c:pt idx="2786">
                  <c:v>96.391013999999998</c:v>
                </c:pt>
                <c:pt idx="2787">
                  <c:v>96.286377000000002</c:v>
                </c:pt>
                <c:pt idx="2788">
                  <c:v>96.177864</c:v>
                </c:pt>
                <c:pt idx="2789">
                  <c:v>96.060753000000005</c:v>
                </c:pt>
                <c:pt idx="2790">
                  <c:v>95.924628999999996</c:v>
                </c:pt>
                <c:pt idx="2791">
                  <c:v>95.784240999999994</c:v>
                </c:pt>
                <c:pt idx="2792">
                  <c:v>95.666495999999995</c:v>
                </c:pt>
                <c:pt idx="2793">
                  <c:v>95.594345000000004</c:v>
                </c:pt>
                <c:pt idx="2794">
                  <c:v>95.567161999999996</c:v>
                </c:pt>
                <c:pt idx="2795">
                  <c:v>95.502373000000006</c:v>
                </c:pt>
                <c:pt idx="2796">
                  <c:v>95.304657000000006</c:v>
                </c:pt>
                <c:pt idx="2797">
                  <c:v>95.012328999999994</c:v>
                </c:pt>
                <c:pt idx="2798">
                  <c:v>94.769042999999996</c:v>
                </c:pt>
                <c:pt idx="2799">
                  <c:v>94.603806000000006</c:v>
                </c:pt>
                <c:pt idx="2800">
                  <c:v>94.479857999999993</c:v>
                </c:pt>
                <c:pt idx="2801">
                  <c:v>94.410506999999996</c:v>
                </c:pt>
                <c:pt idx="2802">
                  <c:v>94.357735000000005</c:v>
                </c:pt>
                <c:pt idx="2803">
                  <c:v>94.351119999999995</c:v>
                </c:pt>
                <c:pt idx="2804">
                  <c:v>94.364288000000002</c:v>
                </c:pt>
                <c:pt idx="2805">
                  <c:v>94.372146999999998</c:v>
                </c:pt>
                <c:pt idx="2806">
                  <c:v>94.437743999999995</c:v>
                </c:pt>
                <c:pt idx="2807">
                  <c:v>94.454102000000006</c:v>
                </c:pt>
                <c:pt idx="2808">
                  <c:v>94.376129000000006</c:v>
                </c:pt>
                <c:pt idx="2809">
                  <c:v>94.251525999999998</c:v>
                </c:pt>
                <c:pt idx="2810">
                  <c:v>94.109038999999996</c:v>
                </c:pt>
                <c:pt idx="2811">
                  <c:v>93.995757999999995</c:v>
                </c:pt>
                <c:pt idx="2812">
                  <c:v>93.869225</c:v>
                </c:pt>
                <c:pt idx="2813">
                  <c:v>93.740784000000005</c:v>
                </c:pt>
                <c:pt idx="2814">
                  <c:v>93.707710000000006</c:v>
                </c:pt>
                <c:pt idx="2815">
                  <c:v>93.673293999999999</c:v>
                </c:pt>
                <c:pt idx="2816">
                  <c:v>93.556800999999993</c:v>
                </c:pt>
                <c:pt idx="2817">
                  <c:v>93.410865999999999</c:v>
                </c:pt>
                <c:pt idx="2818">
                  <c:v>93.254065999999995</c:v>
                </c:pt>
                <c:pt idx="2819">
                  <c:v>93.097449999999995</c:v>
                </c:pt>
                <c:pt idx="2820">
                  <c:v>92.992515999999995</c:v>
                </c:pt>
                <c:pt idx="2821">
                  <c:v>92.911529999999999</c:v>
                </c:pt>
                <c:pt idx="2822">
                  <c:v>92.854347000000004</c:v>
                </c:pt>
                <c:pt idx="2823">
                  <c:v>92.790779000000001</c:v>
                </c:pt>
                <c:pt idx="2824">
                  <c:v>92.769660999999999</c:v>
                </c:pt>
                <c:pt idx="2825">
                  <c:v>92.737679</c:v>
                </c:pt>
                <c:pt idx="2826">
                  <c:v>92.706710999999999</c:v>
                </c:pt>
                <c:pt idx="2827">
                  <c:v>92.646797000000007</c:v>
                </c:pt>
                <c:pt idx="2828">
                  <c:v>92.552948000000001</c:v>
                </c:pt>
                <c:pt idx="2829">
                  <c:v>92.422752000000003</c:v>
                </c:pt>
                <c:pt idx="2830">
                  <c:v>92.266578999999993</c:v>
                </c:pt>
                <c:pt idx="2831">
                  <c:v>92.154670999999993</c:v>
                </c:pt>
                <c:pt idx="2832">
                  <c:v>92.070244000000002</c:v>
                </c:pt>
                <c:pt idx="2833">
                  <c:v>91.913466999999997</c:v>
                </c:pt>
                <c:pt idx="2834">
                  <c:v>91.727019999999996</c:v>
                </c:pt>
                <c:pt idx="2835">
                  <c:v>91.553802000000005</c:v>
                </c:pt>
                <c:pt idx="2836">
                  <c:v>91.428261000000006</c:v>
                </c:pt>
                <c:pt idx="2837">
                  <c:v>91.313147999999998</c:v>
                </c:pt>
                <c:pt idx="2838">
                  <c:v>91.244667000000007</c:v>
                </c:pt>
                <c:pt idx="2839">
                  <c:v>91.177741999999995</c:v>
                </c:pt>
                <c:pt idx="2840">
                  <c:v>91.115257</c:v>
                </c:pt>
                <c:pt idx="2841">
                  <c:v>91.073752999999996</c:v>
                </c:pt>
                <c:pt idx="2842">
                  <c:v>91.010840999999999</c:v>
                </c:pt>
                <c:pt idx="2843">
                  <c:v>90.925803999999999</c:v>
                </c:pt>
                <c:pt idx="2844">
                  <c:v>90.823173999999995</c:v>
                </c:pt>
                <c:pt idx="2845">
                  <c:v>90.692474000000004</c:v>
                </c:pt>
                <c:pt idx="2846">
                  <c:v>90.561690999999996</c:v>
                </c:pt>
                <c:pt idx="2847">
                  <c:v>90.437370000000001</c:v>
                </c:pt>
                <c:pt idx="2848">
                  <c:v>90.332061999999993</c:v>
                </c:pt>
                <c:pt idx="2849">
                  <c:v>90.246773000000005</c:v>
                </c:pt>
                <c:pt idx="2850">
                  <c:v>90.173850999999999</c:v>
                </c:pt>
                <c:pt idx="2851">
                  <c:v>90.105354000000005</c:v>
                </c:pt>
                <c:pt idx="2852">
                  <c:v>90.047791000000004</c:v>
                </c:pt>
                <c:pt idx="2853">
                  <c:v>90.018066000000005</c:v>
                </c:pt>
                <c:pt idx="2854">
                  <c:v>89.973618000000002</c:v>
                </c:pt>
                <c:pt idx="2855">
                  <c:v>89.919212000000002</c:v>
                </c:pt>
                <c:pt idx="2856">
                  <c:v>89.805549999999997</c:v>
                </c:pt>
                <c:pt idx="2857">
                  <c:v>89.672866999999997</c:v>
                </c:pt>
                <c:pt idx="2858">
                  <c:v>89.530563000000001</c:v>
                </c:pt>
                <c:pt idx="2859">
                  <c:v>89.416420000000002</c:v>
                </c:pt>
                <c:pt idx="2860">
                  <c:v>89.331078000000005</c:v>
                </c:pt>
                <c:pt idx="2861">
                  <c:v>89.220146</c:v>
                </c:pt>
                <c:pt idx="2862">
                  <c:v>89.090880999999996</c:v>
                </c:pt>
                <c:pt idx="2863">
                  <c:v>88.947265999999999</c:v>
                </c:pt>
                <c:pt idx="2864">
                  <c:v>88.518851999999995</c:v>
                </c:pt>
                <c:pt idx="2865">
                  <c:v>86.112373000000005</c:v>
                </c:pt>
                <c:pt idx="2866">
                  <c:v>83.291245000000004</c:v>
                </c:pt>
                <c:pt idx="2867">
                  <c:v>84.023735000000002</c:v>
                </c:pt>
                <c:pt idx="2868">
                  <c:v>84.852874999999997</c:v>
                </c:pt>
                <c:pt idx="2869">
                  <c:v>85.112114000000005</c:v>
                </c:pt>
                <c:pt idx="2870">
                  <c:v>85.174010999999993</c:v>
                </c:pt>
                <c:pt idx="2871">
                  <c:v>85.183693000000005</c:v>
                </c:pt>
                <c:pt idx="2872">
                  <c:v>85.125022999999999</c:v>
                </c:pt>
                <c:pt idx="2873">
                  <c:v>85.084311999999997</c:v>
                </c:pt>
                <c:pt idx="2874">
                  <c:v>85.033233999999993</c:v>
                </c:pt>
                <c:pt idx="2875">
                  <c:v>84.924126000000001</c:v>
                </c:pt>
                <c:pt idx="2876">
                  <c:v>84.818436000000005</c:v>
                </c:pt>
                <c:pt idx="2877">
                  <c:v>84.743744000000007</c:v>
                </c:pt>
                <c:pt idx="2878">
                  <c:v>84.614113000000003</c:v>
                </c:pt>
                <c:pt idx="2879">
                  <c:v>84.536461000000003</c:v>
                </c:pt>
                <c:pt idx="2880">
                  <c:v>84.527939000000003</c:v>
                </c:pt>
                <c:pt idx="2881">
                  <c:v>84.518562000000003</c:v>
                </c:pt>
                <c:pt idx="2882">
                  <c:v>84.527687</c:v>
                </c:pt>
                <c:pt idx="2883">
                  <c:v>84.517036000000004</c:v>
                </c:pt>
                <c:pt idx="2884">
                  <c:v>84.497794999999996</c:v>
                </c:pt>
                <c:pt idx="2885">
                  <c:v>84.476219</c:v>
                </c:pt>
                <c:pt idx="2886">
                  <c:v>84.490761000000006</c:v>
                </c:pt>
                <c:pt idx="2887">
                  <c:v>84.527275000000003</c:v>
                </c:pt>
                <c:pt idx="2888">
                  <c:v>84.459282000000002</c:v>
                </c:pt>
                <c:pt idx="2889">
                  <c:v>84.340508</c:v>
                </c:pt>
                <c:pt idx="2890">
                  <c:v>84.227279999999993</c:v>
                </c:pt>
                <c:pt idx="2891">
                  <c:v>84.129706999999996</c:v>
                </c:pt>
                <c:pt idx="2892">
                  <c:v>84.001907000000003</c:v>
                </c:pt>
                <c:pt idx="2893">
                  <c:v>83.925078999999997</c:v>
                </c:pt>
                <c:pt idx="2894">
                  <c:v>83.902839999999998</c:v>
                </c:pt>
                <c:pt idx="2895">
                  <c:v>83.807670999999999</c:v>
                </c:pt>
                <c:pt idx="2896">
                  <c:v>83.744636999999997</c:v>
                </c:pt>
                <c:pt idx="2897">
                  <c:v>83.685196000000005</c:v>
                </c:pt>
                <c:pt idx="2898">
                  <c:v>83.604163999999997</c:v>
                </c:pt>
                <c:pt idx="2899">
                  <c:v>83.476585</c:v>
                </c:pt>
                <c:pt idx="2900">
                  <c:v>83.368126000000004</c:v>
                </c:pt>
                <c:pt idx="2901">
                  <c:v>83.3339</c:v>
                </c:pt>
                <c:pt idx="2902">
                  <c:v>83.243674999999996</c:v>
                </c:pt>
                <c:pt idx="2903">
                  <c:v>83.123435999999998</c:v>
                </c:pt>
                <c:pt idx="2904">
                  <c:v>82.975150999999997</c:v>
                </c:pt>
                <c:pt idx="2905">
                  <c:v>82.902161000000007</c:v>
                </c:pt>
                <c:pt idx="2906">
                  <c:v>82.808228</c:v>
                </c:pt>
                <c:pt idx="2907">
                  <c:v>82.776047000000005</c:v>
                </c:pt>
                <c:pt idx="2908">
                  <c:v>82.722320999999994</c:v>
                </c:pt>
                <c:pt idx="2909">
                  <c:v>82.644797999999994</c:v>
                </c:pt>
                <c:pt idx="2910">
                  <c:v>82.599341999999993</c:v>
                </c:pt>
                <c:pt idx="2911">
                  <c:v>82.59066</c:v>
                </c:pt>
                <c:pt idx="2912">
                  <c:v>82.591881000000001</c:v>
                </c:pt>
                <c:pt idx="2913">
                  <c:v>82.554230000000004</c:v>
                </c:pt>
                <c:pt idx="2914">
                  <c:v>82.496459999999999</c:v>
                </c:pt>
                <c:pt idx="2915">
                  <c:v>82.455794999999995</c:v>
                </c:pt>
                <c:pt idx="2916">
                  <c:v>82.435149999999993</c:v>
                </c:pt>
                <c:pt idx="2917">
                  <c:v>82.414710999999997</c:v>
                </c:pt>
                <c:pt idx="2918">
                  <c:v>82.380470000000003</c:v>
                </c:pt>
                <c:pt idx="2919">
                  <c:v>82.3386</c:v>
                </c:pt>
                <c:pt idx="2920">
                  <c:v>82.263137999999998</c:v>
                </c:pt>
                <c:pt idx="2921">
                  <c:v>82.165610999999998</c:v>
                </c:pt>
                <c:pt idx="2922">
                  <c:v>82.195235999999994</c:v>
                </c:pt>
                <c:pt idx="2923">
                  <c:v>82.284401000000003</c:v>
                </c:pt>
                <c:pt idx="2924">
                  <c:v>82.402327999999997</c:v>
                </c:pt>
                <c:pt idx="2925">
                  <c:v>82.460341999999997</c:v>
                </c:pt>
                <c:pt idx="2926">
                  <c:v>82.456267999999994</c:v>
                </c:pt>
                <c:pt idx="2927">
                  <c:v>82.429955000000007</c:v>
                </c:pt>
                <c:pt idx="2928">
                  <c:v>82.391029000000003</c:v>
                </c:pt>
                <c:pt idx="2929">
                  <c:v>82.319312999999994</c:v>
                </c:pt>
                <c:pt idx="2930">
                  <c:v>82.270934999999994</c:v>
                </c:pt>
                <c:pt idx="2931">
                  <c:v>82.229247999999998</c:v>
                </c:pt>
                <c:pt idx="2932">
                  <c:v>82.146172000000007</c:v>
                </c:pt>
                <c:pt idx="2933">
                  <c:v>81.973190000000002</c:v>
                </c:pt>
                <c:pt idx="2934">
                  <c:v>81.809394999999995</c:v>
                </c:pt>
                <c:pt idx="2935">
                  <c:v>81.694350999999997</c:v>
                </c:pt>
                <c:pt idx="2936">
                  <c:v>81.686295000000001</c:v>
                </c:pt>
                <c:pt idx="2937">
                  <c:v>81.655724000000006</c:v>
                </c:pt>
                <c:pt idx="2938">
                  <c:v>81.624390000000005</c:v>
                </c:pt>
                <c:pt idx="2939">
                  <c:v>81.619865000000004</c:v>
                </c:pt>
                <c:pt idx="2940">
                  <c:v>81.568747999999999</c:v>
                </c:pt>
                <c:pt idx="2941">
                  <c:v>81.509483000000003</c:v>
                </c:pt>
                <c:pt idx="2942">
                  <c:v>81.449569999999994</c:v>
                </c:pt>
                <c:pt idx="2943">
                  <c:v>81.386420999999999</c:v>
                </c:pt>
                <c:pt idx="2944">
                  <c:v>81.313225000000003</c:v>
                </c:pt>
                <c:pt idx="2945">
                  <c:v>81.182334999999995</c:v>
                </c:pt>
                <c:pt idx="2946">
                  <c:v>81.055381999999994</c:v>
                </c:pt>
                <c:pt idx="2947">
                  <c:v>80.976578000000003</c:v>
                </c:pt>
                <c:pt idx="2948">
                  <c:v>80.882583999999994</c:v>
                </c:pt>
                <c:pt idx="2949">
                  <c:v>80.769699000000003</c:v>
                </c:pt>
                <c:pt idx="2950">
                  <c:v>80.677704000000006</c:v>
                </c:pt>
                <c:pt idx="2951">
                  <c:v>80.632980000000003</c:v>
                </c:pt>
                <c:pt idx="2952">
                  <c:v>80.608345</c:v>
                </c:pt>
                <c:pt idx="2953">
                  <c:v>80.536582999999993</c:v>
                </c:pt>
                <c:pt idx="2954">
                  <c:v>80.462806999999998</c:v>
                </c:pt>
                <c:pt idx="2955">
                  <c:v>80.430008000000001</c:v>
                </c:pt>
                <c:pt idx="2956">
                  <c:v>80.413680999999997</c:v>
                </c:pt>
                <c:pt idx="2957">
                  <c:v>80.407379000000006</c:v>
                </c:pt>
                <c:pt idx="2958">
                  <c:v>80.369018999999994</c:v>
                </c:pt>
                <c:pt idx="2959">
                  <c:v>80.358886999999996</c:v>
                </c:pt>
                <c:pt idx="2960">
                  <c:v>80.374474000000006</c:v>
                </c:pt>
                <c:pt idx="2961">
                  <c:v>80.383240000000001</c:v>
                </c:pt>
                <c:pt idx="2962">
                  <c:v>80.350730999999996</c:v>
                </c:pt>
                <c:pt idx="2963">
                  <c:v>80.284180000000006</c:v>
                </c:pt>
                <c:pt idx="2964">
                  <c:v>80.24427</c:v>
                </c:pt>
                <c:pt idx="2965">
                  <c:v>80.193168999999997</c:v>
                </c:pt>
                <c:pt idx="2966">
                  <c:v>80.117858999999996</c:v>
                </c:pt>
                <c:pt idx="2967">
                  <c:v>80.059105000000002</c:v>
                </c:pt>
                <c:pt idx="2968">
                  <c:v>79.985168000000002</c:v>
                </c:pt>
                <c:pt idx="2969">
                  <c:v>79.880439999999993</c:v>
                </c:pt>
                <c:pt idx="2970">
                  <c:v>79.750534000000002</c:v>
                </c:pt>
                <c:pt idx="2971">
                  <c:v>79.508972</c:v>
                </c:pt>
                <c:pt idx="2972">
                  <c:v>78.889281999999994</c:v>
                </c:pt>
                <c:pt idx="2973">
                  <c:v>77.912216000000001</c:v>
                </c:pt>
                <c:pt idx="2974">
                  <c:v>76.088691999999995</c:v>
                </c:pt>
                <c:pt idx="2975">
                  <c:v>75.231757999999999</c:v>
                </c:pt>
                <c:pt idx="2976">
                  <c:v>74.607101</c:v>
                </c:pt>
                <c:pt idx="2977">
                  <c:v>74.540283000000002</c:v>
                </c:pt>
                <c:pt idx="2978">
                  <c:v>75.274872000000002</c:v>
                </c:pt>
                <c:pt idx="2979">
                  <c:v>75.701363000000001</c:v>
                </c:pt>
                <c:pt idx="2980">
                  <c:v>75.852654000000001</c:v>
                </c:pt>
                <c:pt idx="2981">
                  <c:v>76.673882000000006</c:v>
                </c:pt>
                <c:pt idx="2982">
                  <c:v>76.185126999999994</c:v>
                </c:pt>
                <c:pt idx="2983">
                  <c:v>75.847678999999999</c:v>
                </c:pt>
                <c:pt idx="2984">
                  <c:v>75.699759999999998</c:v>
                </c:pt>
                <c:pt idx="2985">
                  <c:v>75.553780000000003</c:v>
                </c:pt>
                <c:pt idx="2986">
                  <c:v>75.434441000000007</c:v>
                </c:pt>
                <c:pt idx="2987">
                  <c:v>75.348915000000005</c:v>
                </c:pt>
                <c:pt idx="2988">
                  <c:v>75.316604999999996</c:v>
                </c:pt>
                <c:pt idx="2989">
                  <c:v>75.387833000000001</c:v>
                </c:pt>
                <c:pt idx="2990">
                  <c:v>75.517082000000002</c:v>
                </c:pt>
                <c:pt idx="2991">
                  <c:v>75.612999000000002</c:v>
                </c:pt>
                <c:pt idx="2992">
                  <c:v>75.643569999999997</c:v>
                </c:pt>
                <c:pt idx="2993">
                  <c:v>75.615973999999994</c:v>
                </c:pt>
                <c:pt idx="2994">
                  <c:v>75.566231000000002</c:v>
                </c:pt>
                <c:pt idx="2995">
                  <c:v>75.528458000000001</c:v>
                </c:pt>
                <c:pt idx="2996">
                  <c:v>75.497733999999994</c:v>
                </c:pt>
                <c:pt idx="2997">
                  <c:v>75.472244000000003</c:v>
                </c:pt>
                <c:pt idx="2998">
                  <c:v>75.415938999999995</c:v>
                </c:pt>
                <c:pt idx="2999">
                  <c:v>75.336967000000001</c:v>
                </c:pt>
                <c:pt idx="3000">
                  <c:v>75.247260999999995</c:v>
                </c:pt>
                <c:pt idx="3001">
                  <c:v>75.136734000000004</c:v>
                </c:pt>
                <c:pt idx="3002">
                  <c:v>75.071312000000006</c:v>
                </c:pt>
                <c:pt idx="3003">
                  <c:v>75.047775000000001</c:v>
                </c:pt>
                <c:pt idx="3004">
                  <c:v>75.017319000000001</c:v>
                </c:pt>
                <c:pt idx="3005">
                  <c:v>74.971656999999993</c:v>
                </c:pt>
                <c:pt idx="3006">
                  <c:v>74.973381000000003</c:v>
                </c:pt>
                <c:pt idx="3007">
                  <c:v>74.998039000000006</c:v>
                </c:pt>
                <c:pt idx="3008">
                  <c:v>74.989304000000004</c:v>
                </c:pt>
                <c:pt idx="3009">
                  <c:v>74.933043999999995</c:v>
                </c:pt>
                <c:pt idx="3010">
                  <c:v>74.843979000000004</c:v>
                </c:pt>
                <c:pt idx="3011">
                  <c:v>74.807700999999994</c:v>
                </c:pt>
                <c:pt idx="3012">
                  <c:v>74.836105000000003</c:v>
                </c:pt>
                <c:pt idx="3013">
                  <c:v>74.874779000000004</c:v>
                </c:pt>
                <c:pt idx="3014">
                  <c:v>74.887191999999999</c:v>
                </c:pt>
                <c:pt idx="3015">
                  <c:v>74.757323999999997</c:v>
                </c:pt>
                <c:pt idx="3016">
                  <c:v>74.419640000000001</c:v>
                </c:pt>
                <c:pt idx="3017">
                  <c:v>74.094657999999995</c:v>
                </c:pt>
                <c:pt idx="3018">
                  <c:v>73.871307000000002</c:v>
                </c:pt>
                <c:pt idx="3019">
                  <c:v>73.715644999999995</c:v>
                </c:pt>
                <c:pt idx="3020">
                  <c:v>73.643294999999995</c:v>
                </c:pt>
                <c:pt idx="3021">
                  <c:v>73.636009000000001</c:v>
                </c:pt>
                <c:pt idx="3022">
                  <c:v>73.654610000000005</c:v>
                </c:pt>
                <c:pt idx="3023">
                  <c:v>73.661545000000004</c:v>
                </c:pt>
                <c:pt idx="3024">
                  <c:v>73.674850000000006</c:v>
                </c:pt>
                <c:pt idx="3025">
                  <c:v>73.684959000000006</c:v>
                </c:pt>
                <c:pt idx="3026">
                  <c:v>73.694450000000003</c:v>
                </c:pt>
                <c:pt idx="3027">
                  <c:v>73.722221000000005</c:v>
                </c:pt>
                <c:pt idx="3028">
                  <c:v>73.748665000000003</c:v>
                </c:pt>
                <c:pt idx="3029">
                  <c:v>73.764595</c:v>
                </c:pt>
                <c:pt idx="3030">
                  <c:v>73.784453999999997</c:v>
                </c:pt>
                <c:pt idx="3031">
                  <c:v>73.766304000000005</c:v>
                </c:pt>
                <c:pt idx="3032">
                  <c:v>73.752769000000001</c:v>
                </c:pt>
                <c:pt idx="3033">
                  <c:v>73.770317000000006</c:v>
                </c:pt>
                <c:pt idx="3034">
                  <c:v>73.784164000000004</c:v>
                </c:pt>
                <c:pt idx="3035">
                  <c:v>73.754538999999994</c:v>
                </c:pt>
                <c:pt idx="3036">
                  <c:v>73.725395000000006</c:v>
                </c:pt>
                <c:pt idx="3037">
                  <c:v>73.702965000000006</c:v>
                </c:pt>
                <c:pt idx="3038">
                  <c:v>73.672439999999995</c:v>
                </c:pt>
                <c:pt idx="3039">
                  <c:v>73.665627000000001</c:v>
                </c:pt>
                <c:pt idx="3040">
                  <c:v>73.666229000000001</c:v>
                </c:pt>
                <c:pt idx="3041">
                  <c:v>73.719513000000006</c:v>
                </c:pt>
                <c:pt idx="3042">
                  <c:v>73.868187000000006</c:v>
                </c:pt>
                <c:pt idx="3043">
                  <c:v>74.074966000000003</c:v>
                </c:pt>
                <c:pt idx="3044">
                  <c:v>74.237403999999998</c:v>
                </c:pt>
                <c:pt idx="3045">
                  <c:v>74.306351000000006</c:v>
                </c:pt>
                <c:pt idx="3046">
                  <c:v>74.255402000000004</c:v>
                </c:pt>
                <c:pt idx="3047">
                  <c:v>74.205765</c:v>
                </c:pt>
                <c:pt idx="3048">
                  <c:v>74.245018000000002</c:v>
                </c:pt>
                <c:pt idx="3049">
                  <c:v>74.319739999999996</c:v>
                </c:pt>
                <c:pt idx="3050">
                  <c:v>74.426117000000005</c:v>
                </c:pt>
                <c:pt idx="3051">
                  <c:v>74.567001000000005</c:v>
                </c:pt>
                <c:pt idx="3052">
                  <c:v>74.698363999999998</c:v>
                </c:pt>
                <c:pt idx="3053">
                  <c:v>74.770187000000007</c:v>
                </c:pt>
                <c:pt idx="3054">
                  <c:v>74.791267000000005</c:v>
                </c:pt>
                <c:pt idx="3055">
                  <c:v>74.775665000000004</c:v>
                </c:pt>
                <c:pt idx="3056">
                  <c:v>74.716826999999995</c:v>
                </c:pt>
                <c:pt idx="3057">
                  <c:v>74.672606999999999</c:v>
                </c:pt>
                <c:pt idx="3058">
                  <c:v>74.599616999999995</c:v>
                </c:pt>
                <c:pt idx="3059">
                  <c:v>74.518569999999997</c:v>
                </c:pt>
                <c:pt idx="3060">
                  <c:v>74.407516000000001</c:v>
                </c:pt>
                <c:pt idx="3061">
                  <c:v>74.301627999999994</c:v>
                </c:pt>
                <c:pt idx="3062">
                  <c:v>74.243668</c:v>
                </c:pt>
                <c:pt idx="3063">
                  <c:v>74.245232000000001</c:v>
                </c:pt>
                <c:pt idx="3064">
                  <c:v>74.292725000000004</c:v>
                </c:pt>
                <c:pt idx="3065">
                  <c:v>74.302482999999995</c:v>
                </c:pt>
                <c:pt idx="3066">
                  <c:v>74.250281999999999</c:v>
                </c:pt>
                <c:pt idx="3067">
                  <c:v>74.09948</c:v>
                </c:pt>
                <c:pt idx="3068">
                  <c:v>73.901802000000004</c:v>
                </c:pt>
                <c:pt idx="3069">
                  <c:v>73.756247999999999</c:v>
                </c:pt>
                <c:pt idx="3070">
                  <c:v>73.666602999999995</c:v>
                </c:pt>
                <c:pt idx="3071">
                  <c:v>73.569946000000002</c:v>
                </c:pt>
                <c:pt idx="3072">
                  <c:v>73.491623000000004</c:v>
                </c:pt>
                <c:pt idx="3073">
                  <c:v>73.409103000000002</c:v>
                </c:pt>
                <c:pt idx="3074">
                  <c:v>73.277739999999994</c:v>
                </c:pt>
                <c:pt idx="3075">
                  <c:v>73.145392999999999</c:v>
                </c:pt>
                <c:pt idx="3076">
                  <c:v>73.086585999999997</c:v>
                </c:pt>
                <c:pt idx="3077">
                  <c:v>73.088013000000004</c:v>
                </c:pt>
                <c:pt idx="3078">
                  <c:v>73.080489999999998</c:v>
                </c:pt>
                <c:pt idx="3079">
                  <c:v>73.073402000000002</c:v>
                </c:pt>
                <c:pt idx="3080">
                  <c:v>73.026786999999999</c:v>
                </c:pt>
                <c:pt idx="3081">
                  <c:v>72.966621000000004</c:v>
                </c:pt>
                <c:pt idx="3082">
                  <c:v>72.934402000000006</c:v>
                </c:pt>
                <c:pt idx="3083">
                  <c:v>72.893897999999993</c:v>
                </c:pt>
                <c:pt idx="3084">
                  <c:v>72.862044999999995</c:v>
                </c:pt>
                <c:pt idx="3085">
                  <c:v>72.837470999999994</c:v>
                </c:pt>
                <c:pt idx="3086">
                  <c:v>72.830246000000002</c:v>
                </c:pt>
                <c:pt idx="3087">
                  <c:v>72.837029000000001</c:v>
                </c:pt>
                <c:pt idx="3088">
                  <c:v>72.845519999999993</c:v>
                </c:pt>
                <c:pt idx="3089">
                  <c:v>72.864952000000002</c:v>
                </c:pt>
                <c:pt idx="3090">
                  <c:v>72.911323999999993</c:v>
                </c:pt>
                <c:pt idx="3091">
                  <c:v>72.940430000000006</c:v>
                </c:pt>
                <c:pt idx="3092">
                  <c:v>72.918944999999994</c:v>
                </c:pt>
                <c:pt idx="3093">
                  <c:v>72.913864000000004</c:v>
                </c:pt>
                <c:pt idx="3094">
                  <c:v>72.9589</c:v>
                </c:pt>
                <c:pt idx="3095">
                  <c:v>73.005500999999995</c:v>
                </c:pt>
                <c:pt idx="3096">
                  <c:v>72.986014999999995</c:v>
                </c:pt>
                <c:pt idx="3097">
                  <c:v>72.912032999999994</c:v>
                </c:pt>
                <c:pt idx="3098">
                  <c:v>72.802704000000006</c:v>
                </c:pt>
                <c:pt idx="3099">
                  <c:v>72.702736000000002</c:v>
                </c:pt>
                <c:pt idx="3100">
                  <c:v>72.672836000000004</c:v>
                </c:pt>
                <c:pt idx="3101">
                  <c:v>72.707877999999994</c:v>
                </c:pt>
                <c:pt idx="3102">
                  <c:v>72.765563999999998</c:v>
                </c:pt>
                <c:pt idx="3103">
                  <c:v>72.766846000000001</c:v>
                </c:pt>
                <c:pt idx="3104">
                  <c:v>72.715255999999997</c:v>
                </c:pt>
                <c:pt idx="3105">
                  <c:v>72.640213000000003</c:v>
                </c:pt>
                <c:pt idx="3106">
                  <c:v>72.603340000000003</c:v>
                </c:pt>
                <c:pt idx="3107">
                  <c:v>72.569159999999997</c:v>
                </c:pt>
                <c:pt idx="3108">
                  <c:v>72.514336</c:v>
                </c:pt>
                <c:pt idx="3109">
                  <c:v>72.481650999999999</c:v>
                </c:pt>
                <c:pt idx="3110">
                  <c:v>72.473984000000002</c:v>
                </c:pt>
                <c:pt idx="3111">
                  <c:v>72.465064999999996</c:v>
                </c:pt>
                <c:pt idx="3112">
                  <c:v>72.434783999999993</c:v>
                </c:pt>
                <c:pt idx="3113">
                  <c:v>72.390609999999995</c:v>
                </c:pt>
                <c:pt idx="3114">
                  <c:v>72.3489</c:v>
                </c:pt>
                <c:pt idx="3115">
                  <c:v>72.303298999999996</c:v>
                </c:pt>
                <c:pt idx="3116">
                  <c:v>72.267334000000005</c:v>
                </c:pt>
                <c:pt idx="3117">
                  <c:v>72.259658999999999</c:v>
                </c:pt>
                <c:pt idx="3118">
                  <c:v>72.268860000000004</c:v>
                </c:pt>
                <c:pt idx="3119">
                  <c:v>72.267257999999998</c:v>
                </c:pt>
                <c:pt idx="3120">
                  <c:v>72.254936000000001</c:v>
                </c:pt>
                <c:pt idx="3121">
                  <c:v>72.265915000000007</c:v>
                </c:pt>
                <c:pt idx="3122">
                  <c:v>72.298828</c:v>
                </c:pt>
                <c:pt idx="3123">
                  <c:v>72.328140000000005</c:v>
                </c:pt>
                <c:pt idx="3124">
                  <c:v>72.390540999999999</c:v>
                </c:pt>
                <c:pt idx="3125">
                  <c:v>72.428268000000003</c:v>
                </c:pt>
                <c:pt idx="3126">
                  <c:v>72.459289999999996</c:v>
                </c:pt>
                <c:pt idx="3127">
                  <c:v>72.550788999999995</c:v>
                </c:pt>
                <c:pt idx="3128">
                  <c:v>72.669219999999996</c:v>
                </c:pt>
                <c:pt idx="3129">
                  <c:v>72.742828000000003</c:v>
                </c:pt>
                <c:pt idx="3130">
                  <c:v>72.785736</c:v>
                </c:pt>
                <c:pt idx="3131">
                  <c:v>72.875052999999994</c:v>
                </c:pt>
                <c:pt idx="3132">
                  <c:v>73.078201000000007</c:v>
                </c:pt>
                <c:pt idx="3133">
                  <c:v>73.297545999999997</c:v>
                </c:pt>
                <c:pt idx="3134">
                  <c:v>73.405624000000003</c:v>
                </c:pt>
                <c:pt idx="3135">
                  <c:v>73.461449000000002</c:v>
                </c:pt>
                <c:pt idx="3136">
                  <c:v>73.494422999999998</c:v>
                </c:pt>
                <c:pt idx="3137">
                  <c:v>73.470725999999999</c:v>
                </c:pt>
                <c:pt idx="3138">
                  <c:v>73.439162999999994</c:v>
                </c:pt>
                <c:pt idx="3139">
                  <c:v>73.412841999999998</c:v>
                </c:pt>
                <c:pt idx="3140">
                  <c:v>73.375366</c:v>
                </c:pt>
                <c:pt idx="3141">
                  <c:v>73.322670000000002</c:v>
                </c:pt>
                <c:pt idx="3142">
                  <c:v>73.248717999999997</c:v>
                </c:pt>
                <c:pt idx="3143">
                  <c:v>73.142311000000007</c:v>
                </c:pt>
                <c:pt idx="3144">
                  <c:v>73.003731000000002</c:v>
                </c:pt>
                <c:pt idx="3145">
                  <c:v>72.940421999999998</c:v>
                </c:pt>
                <c:pt idx="3146">
                  <c:v>73.027573000000004</c:v>
                </c:pt>
                <c:pt idx="3147">
                  <c:v>73.093665999999999</c:v>
                </c:pt>
                <c:pt idx="3148">
                  <c:v>73.080116000000004</c:v>
                </c:pt>
                <c:pt idx="3149">
                  <c:v>73.044585999999995</c:v>
                </c:pt>
                <c:pt idx="3150">
                  <c:v>73.004165999999998</c:v>
                </c:pt>
                <c:pt idx="3151">
                  <c:v>72.951888999999994</c:v>
                </c:pt>
                <c:pt idx="3152">
                  <c:v>72.898201</c:v>
                </c:pt>
                <c:pt idx="3153">
                  <c:v>72.807281000000003</c:v>
                </c:pt>
                <c:pt idx="3154">
                  <c:v>72.632957000000005</c:v>
                </c:pt>
                <c:pt idx="3155">
                  <c:v>72.429573000000005</c:v>
                </c:pt>
                <c:pt idx="3156">
                  <c:v>72.387352000000007</c:v>
                </c:pt>
                <c:pt idx="3157">
                  <c:v>72.448738000000006</c:v>
                </c:pt>
                <c:pt idx="3158">
                  <c:v>72.515861999999998</c:v>
                </c:pt>
                <c:pt idx="3159">
                  <c:v>72.437126000000006</c:v>
                </c:pt>
                <c:pt idx="3160">
                  <c:v>72.281845000000004</c:v>
                </c:pt>
                <c:pt idx="3161">
                  <c:v>72.218345999999997</c:v>
                </c:pt>
                <c:pt idx="3162">
                  <c:v>72.196883999999997</c:v>
                </c:pt>
                <c:pt idx="3163">
                  <c:v>72.150101000000006</c:v>
                </c:pt>
                <c:pt idx="3164">
                  <c:v>72.102501000000004</c:v>
                </c:pt>
                <c:pt idx="3165">
                  <c:v>72.095626999999993</c:v>
                </c:pt>
                <c:pt idx="3166">
                  <c:v>72.070221000000004</c:v>
                </c:pt>
                <c:pt idx="3167">
                  <c:v>72.031097000000003</c:v>
                </c:pt>
                <c:pt idx="3168">
                  <c:v>72.032546999999994</c:v>
                </c:pt>
                <c:pt idx="3169">
                  <c:v>72.035324000000003</c:v>
                </c:pt>
                <c:pt idx="3170">
                  <c:v>72.122687999999997</c:v>
                </c:pt>
                <c:pt idx="3171">
                  <c:v>72.186569000000006</c:v>
                </c:pt>
                <c:pt idx="3172">
                  <c:v>72.114159000000001</c:v>
                </c:pt>
                <c:pt idx="3173">
                  <c:v>71.909271000000004</c:v>
                </c:pt>
                <c:pt idx="3174">
                  <c:v>71.615211000000002</c:v>
                </c:pt>
                <c:pt idx="3175">
                  <c:v>71.383385000000004</c:v>
                </c:pt>
                <c:pt idx="3176">
                  <c:v>71.342536999999993</c:v>
                </c:pt>
                <c:pt idx="3177">
                  <c:v>71.395210000000006</c:v>
                </c:pt>
                <c:pt idx="3178">
                  <c:v>71.503021000000004</c:v>
                </c:pt>
                <c:pt idx="3179">
                  <c:v>71.589202999999998</c:v>
                </c:pt>
                <c:pt idx="3180">
                  <c:v>71.649658000000002</c:v>
                </c:pt>
                <c:pt idx="3181">
                  <c:v>71.665817000000004</c:v>
                </c:pt>
                <c:pt idx="3182">
                  <c:v>71.578536999999997</c:v>
                </c:pt>
                <c:pt idx="3183">
                  <c:v>71.438614000000001</c:v>
                </c:pt>
                <c:pt idx="3184">
                  <c:v>71.261382999999995</c:v>
                </c:pt>
                <c:pt idx="3185">
                  <c:v>71.101662000000005</c:v>
                </c:pt>
                <c:pt idx="3186">
                  <c:v>71.015395999999996</c:v>
                </c:pt>
                <c:pt idx="3187">
                  <c:v>70.992241000000007</c:v>
                </c:pt>
                <c:pt idx="3188">
                  <c:v>70.978806000000006</c:v>
                </c:pt>
                <c:pt idx="3189">
                  <c:v>71.005547000000007</c:v>
                </c:pt>
                <c:pt idx="3190">
                  <c:v>71.079719999999995</c:v>
                </c:pt>
                <c:pt idx="3191">
                  <c:v>71.169128000000001</c:v>
                </c:pt>
                <c:pt idx="3192">
                  <c:v>71.193504000000004</c:v>
                </c:pt>
                <c:pt idx="3193">
                  <c:v>71.102042999999995</c:v>
                </c:pt>
                <c:pt idx="3194">
                  <c:v>71.059730999999999</c:v>
                </c:pt>
                <c:pt idx="3195">
                  <c:v>71.100189</c:v>
                </c:pt>
                <c:pt idx="3196">
                  <c:v>71.145752000000002</c:v>
                </c:pt>
                <c:pt idx="3197">
                  <c:v>71.148598000000007</c:v>
                </c:pt>
                <c:pt idx="3198">
                  <c:v>71.157875000000004</c:v>
                </c:pt>
                <c:pt idx="3199">
                  <c:v>71.185738000000001</c:v>
                </c:pt>
                <c:pt idx="3200">
                  <c:v>71.235252000000003</c:v>
                </c:pt>
                <c:pt idx="3201">
                  <c:v>71.323586000000006</c:v>
                </c:pt>
                <c:pt idx="3202">
                  <c:v>71.397919000000002</c:v>
                </c:pt>
                <c:pt idx="3203">
                  <c:v>71.433539999999994</c:v>
                </c:pt>
                <c:pt idx="3204">
                  <c:v>71.391402999999997</c:v>
                </c:pt>
                <c:pt idx="3205">
                  <c:v>71.379470999999995</c:v>
                </c:pt>
                <c:pt idx="3206">
                  <c:v>71.258681999999993</c:v>
                </c:pt>
                <c:pt idx="3207">
                  <c:v>71.098495</c:v>
                </c:pt>
                <c:pt idx="3208">
                  <c:v>71.008469000000005</c:v>
                </c:pt>
                <c:pt idx="3209">
                  <c:v>70.980614000000003</c:v>
                </c:pt>
                <c:pt idx="3210">
                  <c:v>71.058684999999997</c:v>
                </c:pt>
                <c:pt idx="3211">
                  <c:v>71.221405000000004</c:v>
                </c:pt>
                <c:pt idx="3212">
                  <c:v>71.315680999999998</c:v>
                </c:pt>
                <c:pt idx="3213">
                  <c:v>71.373610999999997</c:v>
                </c:pt>
                <c:pt idx="3214">
                  <c:v>71.394394000000005</c:v>
                </c:pt>
                <c:pt idx="3215">
                  <c:v>71.495514</c:v>
                </c:pt>
                <c:pt idx="3216">
                  <c:v>71.645331999999996</c:v>
                </c:pt>
                <c:pt idx="3217">
                  <c:v>71.646736000000004</c:v>
                </c:pt>
                <c:pt idx="3218">
                  <c:v>71.545967000000005</c:v>
                </c:pt>
                <c:pt idx="3219">
                  <c:v>71.436378000000005</c:v>
                </c:pt>
                <c:pt idx="3220">
                  <c:v>71.283760000000001</c:v>
                </c:pt>
                <c:pt idx="3221">
                  <c:v>70.996482999999998</c:v>
                </c:pt>
                <c:pt idx="3222">
                  <c:v>70.758469000000005</c:v>
                </c:pt>
                <c:pt idx="3223">
                  <c:v>70.566658000000004</c:v>
                </c:pt>
                <c:pt idx="3224">
                  <c:v>70.385063000000002</c:v>
                </c:pt>
                <c:pt idx="3225">
                  <c:v>70.245964000000001</c:v>
                </c:pt>
                <c:pt idx="3226">
                  <c:v>70.119040999999996</c:v>
                </c:pt>
                <c:pt idx="3227">
                  <c:v>70.030501999999998</c:v>
                </c:pt>
                <c:pt idx="3228">
                  <c:v>69.978881999999999</c:v>
                </c:pt>
                <c:pt idx="3229">
                  <c:v>69.967026000000004</c:v>
                </c:pt>
                <c:pt idx="3230">
                  <c:v>69.954750000000004</c:v>
                </c:pt>
                <c:pt idx="3231">
                  <c:v>69.934082000000004</c:v>
                </c:pt>
                <c:pt idx="3232">
                  <c:v>69.952301000000006</c:v>
                </c:pt>
                <c:pt idx="3233">
                  <c:v>69.975814999999997</c:v>
                </c:pt>
                <c:pt idx="3234">
                  <c:v>69.969002000000003</c:v>
                </c:pt>
                <c:pt idx="3235">
                  <c:v>69.951201999999995</c:v>
                </c:pt>
                <c:pt idx="3236">
                  <c:v>69.964111000000003</c:v>
                </c:pt>
                <c:pt idx="3237">
                  <c:v>69.952399999999997</c:v>
                </c:pt>
                <c:pt idx="3238">
                  <c:v>69.959159999999997</c:v>
                </c:pt>
                <c:pt idx="3239">
                  <c:v>69.958564999999993</c:v>
                </c:pt>
                <c:pt idx="3240">
                  <c:v>69.962715000000003</c:v>
                </c:pt>
                <c:pt idx="3241">
                  <c:v>69.963898</c:v>
                </c:pt>
                <c:pt idx="3242">
                  <c:v>69.964928</c:v>
                </c:pt>
                <c:pt idx="3243">
                  <c:v>69.972137000000004</c:v>
                </c:pt>
                <c:pt idx="3244">
                  <c:v>69.996925000000005</c:v>
                </c:pt>
                <c:pt idx="3245">
                  <c:v>70.029876999999999</c:v>
                </c:pt>
                <c:pt idx="3246">
                  <c:v>70.075027000000006</c:v>
                </c:pt>
                <c:pt idx="3247">
                  <c:v>70.162689</c:v>
                </c:pt>
                <c:pt idx="3248">
                  <c:v>70.288773000000006</c:v>
                </c:pt>
                <c:pt idx="3249">
                  <c:v>70.390761999999995</c:v>
                </c:pt>
                <c:pt idx="3250">
                  <c:v>70.390060000000005</c:v>
                </c:pt>
                <c:pt idx="3251">
                  <c:v>70.356116999999998</c:v>
                </c:pt>
                <c:pt idx="3252">
                  <c:v>70.426079000000001</c:v>
                </c:pt>
                <c:pt idx="3253">
                  <c:v>70.591774000000001</c:v>
                </c:pt>
                <c:pt idx="3254">
                  <c:v>70.705437000000003</c:v>
                </c:pt>
                <c:pt idx="3255">
                  <c:v>70.663544000000002</c:v>
                </c:pt>
                <c:pt idx="3256">
                  <c:v>70.548721</c:v>
                </c:pt>
                <c:pt idx="3257">
                  <c:v>70.534676000000005</c:v>
                </c:pt>
                <c:pt idx="3258">
                  <c:v>70.509101999999999</c:v>
                </c:pt>
                <c:pt idx="3259">
                  <c:v>70.367416000000006</c:v>
                </c:pt>
                <c:pt idx="3260">
                  <c:v>70.273223999999999</c:v>
                </c:pt>
                <c:pt idx="3261">
                  <c:v>70.334816000000004</c:v>
                </c:pt>
                <c:pt idx="3262">
                  <c:v>70.428841000000006</c:v>
                </c:pt>
                <c:pt idx="3263">
                  <c:v>70.508080000000007</c:v>
                </c:pt>
                <c:pt idx="3264">
                  <c:v>70.594994</c:v>
                </c:pt>
                <c:pt idx="3265">
                  <c:v>70.635857000000001</c:v>
                </c:pt>
                <c:pt idx="3266">
                  <c:v>70.635216</c:v>
                </c:pt>
                <c:pt idx="3267">
                  <c:v>70.730491999999998</c:v>
                </c:pt>
                <c:pt idx="3268">
                  <c:v>70.859673000000001</c:v>
                </c:pt>
                <c:pt idx="3269">
                  <c:v>70.864609000000002</c:v>
                </c:pt>
                <c:pt idx="3270">
                  <c:v>70.827477000000002</c:v>
                </c:pt>
                <c:pt idx="3271">
                  <c:v>70.881729000000007</c:v>
                </c:pt>
                <c:pt idx="3272">
                  <c:v>70.988426000000004</c:v>
                </c:pt>
                <c:pt idx="3273">
                  <c:v>71.072716</c:v>
                </c:pt>
                <c:pt idx="3274">
                  <c:v>71.117119000000002</c:v>
                </c:pt>
                <c:pt idx="3275">
                  <c:v>71.163948000000005</c:v>
                </c:pt>
                <c:pt idx="3276">
                  <c:v>71.058059999999998</c:v>
                </c:pt>
                <c:pt idx="3277">
                  <c:v>70.815323000000006</c:v>
                </c:pt>
                <c:pt idx="3278">
                  <c:v>70.699905000000001</c:v>
                </c:pt>
                <c:pt idx="3279">
                  <c:v>70.816176999999996</c:v>
                </c:pt>
                <c:pt idx="3280">
                  <c:v>70.998267999999996</c:v>
                </c:pt>
                <c:pt idx="3281">
                  <c:v>71.015854000000004</c:v>
                </c:pt>
                <c:pt idx="3282">
                  <c:v>70.910019000000005</c:v>
                </c:pt>
                <c:pt idx="3283">
                  <c:v>70.768783999999997</c:v>
                </c:pt>
                <c:pt idx="3284">
                  <c:v>70.651320999999996</c:v>
                </c:pt>
                <c:pt idx="3285">
                  <c:v>70.668662999999995</c:v>
                </c:pt>
                <c:pt idx="3286">
                  <c:v>70.670921000000007</c:v>
                </c:pt>
                <c:pt idx="3287">
                  <c:v>70.605553</c:v>
                </c:pt>
                <c:pt idx="3288">
                  <c:v>70.560631000000001</c:v>
                </c:pt>
                <c:pt idx="3289">
                  <c:v>70.635024999999999</c:v>
                </c:pt>
                <c:pt idx="3290">
                  <c:v>70.680190999999994</c:v>
                </c:pt>
                <c:pt idx="3291">
                  <c:v>70.622001999999995</c:v>
                </c:pt>
                <c:pt idx="3292">
                  <c:v>70.46978</c:v>
                </c:pt>
                <c:pt idx="3293">
                  <c:v>70.276802000000004</c:v>
                </c:pt>
                <c:pt idx="3294">
                  <c:v>70.198746</c:v>
                </c:pt>
                <c:pt idx="3295">
                  <c:v>70.222449999999995</c:v>
                </c:pt>
                <c:pt idx="3296">
                  <c:v>70.298896999999997</c:v>
                </c:pt>
                <c:pt idx="3297">
                  <c:v>70.346771000000004</c:v>
                </c:pt>
                <c:pt idx="3298">
                  <c:v>70.394135000000006</c:v>
                </c:pt>
                <c:pt idx="3299">
                  <c:v>70.522163000000006</c:v>
                </c:pt>
                <c:pt idx="3300">
                  <c:v>70.620818999999997</c:v>
                </c:pt>
                <c:pt idx="3301">
                  <c:v>70.667418999999995</c:v>
                </c:pt>
                <c:pt idx="3302">
                  <c:v>70.687934999999996</c:v>
                </c:pt>
                <c:pt idx="3303">
                  <c:v>70.666900999999996</c:v>
                </c:pt>
                <c:pt idx="3304">
                  <c:v>70.645065000000002</c:v>
                </c:pt>
                <c:pt idx="3305">
                  <c:v>70.624579999999995</c:v>
                </c:pt>
                <c:pt idx="3306">
                  <c:v>70.571999000000005</c:v>
                </c:pt>
                <c:pt idx="3307">
                  <c:v>70.395538000000002</c:v>
                </c:pt>
                <c:pt idx="3308">
                  <c:v>69.967788999999996</c:v>
                </c:pt>
                <c:pt idx="3309">
                  <c:v>69.765609999999995</c:v>
                </c:pt>
                <c:pt idx="3310">
                  <c:v>69.569130000000001</c:v>
                </c:pt>
                <c:pt idx="3311">
                  <c:v>69.323158000000006</c:v>
                </c:pt>
                <c:pt idx="3312">
                  <c:v>69.057952999999998</c:v>
                </c:pt>
                <c:pt idx="3313">
                  <c:v>68.803344999999993</c:v>
                </c:pt>
                <c:pt idx="3314">
                  <c:v>68.646491999999995</c:v>
                </c:pt>
                <c:pt idx="3315">
                  <c:v>68.547355999999994</c:v>
                </c:pt>
                <c:pt idx="3316">
                  <c:v>68.472213999999994</c:v>
                </c:pt>
                <c:pt idx="3317">
                  <c:v>68.416313000000002</c:v>
                </c:pt>
                <c:pt idx="3318">
                  <c:v>68.357429999999994</c:v>
                </c:pt>
                <c:pt idx="3319">
                  <c:v>68.297081000000006</c:v>
                </c:pt>
                <c:pt idx="3320">
                  <c:v>68.260093999999995</c:v>
                </c:pt>
                <c:pt idx="3321">
                  <c:v>68.252617000000001</c:v>
                </c:pt>
                <c:pt idx="3322">
                  <c:v>68.245109999999997</c:v>
                </c:pt>
                <c:pt idx="3323">
                  <c:v>68.244941999999995</c:v>
                </c:pt>
                <c:pt idx="3324">
                  <c:v>68.252953000000005</c:v>
                </c:pt>
                <c:pt idx="3325">
                  <c:v>68.256287</c:v>
                </c:pt>
                <c:pt idx="3326">
                  <c:v>68.252350000000007</c:v>
                </c:pt>
                <c:pt idx="3327">
                  <c:v>68.254065999999995</c:v>
                </c:pt>
                <c:pt idx="3328">
                  <c:v>68.253540000000001</c:v>
                </c:pt>
                <c:pt idx="3329">
                  <c:v>68.251045000000005</c:v>
                </c:pt>
                <c:pt idx="3330">
                  <c:v>68.248817000000003</c:v>
                </c:pt>
                <c:pt idx="3331">
                  <c:v>68.244202000000001</c:v>
                </c:pt>
                <c:pt idx="3332">
                  <c:v>68.236862000000002</c:v>
                </c:pt>
                <c:pt idx="3333">
                  <c:v>68.241714000000002</c:v>
                </c:pt>
                <c:pt idx="3334">
                  <c:v>68.240729999999999</c:v>
                </c:pt>
                <c:pt idx="3335">
                  <c:v>68.244720000000001</c:v>
                </c:pt>
                <c:pt idx="3336">
                  <c:v>68.239624000000006</c:v>
                </c:pt>
                <c:pt idx="3337">
                  <c:v>68.233131</c:v>
                </c:pt>
                <c:pt idx="3338">
                  <c:v>68.224502999999999</c:v>
                </c:pt>
                <c:pt idx="3339">
                  <c:v>68.230262999999994</c:v>
                </c:pt>
                <c:pt idx="3340">
                  <c:v>68.233283999999998</c:v>
                </c:pt>
                <c:pt idx="3341">
                  <c:v>68.237099000000001</c:v>
                </c:pt>
                <c:pt idx="3342">
                  <c:v>68.227485999999999</c:v>
                </c:pt>
                <c:pt idx="3343">
                  <c:v>68.249099999999999</c:v>
                </c:pt>
                <c:pt idx="3344">
                  <c:v>68.267608999999993</c:v>
                </c:pt>
                <c:pt idx="3345">
                  <c:v>68.272948999999997</c:v>
                </c:pt>
                <c:pt idx="3346">
                  <c:v>68.275986000000003</c:v>
                </c:pt>
                <c:pt idx="3347">
                  <c:v>68.271973000000003</c:v>
                </c:pt>
                <c:pt idx="3348">
                  <c:v>68.270424000000006</c:v>
                </c:pt>
                <c:pt idx="3349">
                  <c:v>68.270720999999995</c:v>
                </c:pt>
                <c:pt idx="3350">
                  <c:v>68.261177000000004</c:v>
                </c:pt>
                <c:pt idx="3351">
                  <c:v>68.252037000000001</c:v>
                </c:pt>
                <c:pt idx="3352">
                  <c:v>68.262383</c:v>
                </c:pt>
                <c:pt idx="3353">
                  <c:v>68.267455999999996</c:v>
                </c:pt>
                <c:pt idx="3354">
                  <c:v>68.269226000000003</c:v>
                </c:pt>
                <c:pt idx="3355">
                  <c:v>68.252906999999993</c:v>
                </c:pt>
                <c:pt idx="3356">
                  <c:v>68.247214999999997</c:v>
                </c:pt>
                <c:pt idx="3357">
                  <c:v>68.255691999999996</c:v>
                </c:pt>
                <c:pt idx="3358">
                  <c:v>68.266754000000006</c:v>
                </c:pt>
                <c:pt idx="3359">
                  <c:v>68.247528000000003</c:v>
                </c:pt>
                <c:pt idx="3360">
                  <c:v>68.253333999999995</c:v>
                </c:pt>
                <c:pt idx="3361">
                  <c:v>68.259544000000005</c:v>
                </c:pt>
                <c:pt idx="3362">
                  <c:v>68.256241000000003</c:v>
                </c:pt>
                <c:pt idx="3363">
                  <c:v>68.252609000000007</c:v>
                </c:pt>
                <c:pt idx="3364">
                  <c:v>68.243949999999998</c:v>
                </c:pt>
                <c:pt idx="3365">
                  <c:v>68.233413999999996</c:v>
                </c:pt>
                <c:pt idx="3366">
                  <c:v>68.248328999999998</c:v>
                </c:pt>
                <c:pt idx="3367">
                  <c:v>68.249863000000005</c:v>
                </c:pt>
                <c:pt idx="3368">
                  <c:v>68.239020999999994</c:v>
                </c:pt>
                <c:pt idx="3369">
                  <c:v>68.242760000000004</c:v>
                </c:pt>
                <c:pt idx="3370">
                  <c:v>68.253074999999995</c:v>
                </c:pt>
                <c:pt idx="3371">
                  <c:v>68.259140000000002</c:v>
                </c:pt>
                <c:pt idx="3372">
                  <c:v>68.250739999999993</c:v>
                </c:pt>
                <c:pt idx="3373">
                  <c:v>68.252007000000006</c:v>
                </c:pt>
                <c:pt idx="3374">
                  <c:v>68.258658999999994</c:v>
                </c:pt>
                <c:pt idx="3375">
                  <c:v>68.258018000000007</c:v>
                </c:pt>
                <c:pt idx="3376">
                  <c:v>68.232276999999996</c:v>
                </c:pt>
                <c:pt idx="3377">
                  <c:v>68.247330000000005</c:v>
                </c:pt>
                <c:pt idx="3378">
                  <c:v>68.252525000000006</c:v>
                </c:pt>
                <c:pt idx="3379">
                  <c:v>68.250031000000007</c:v>
                </c:pt>
                <c:pt idx="3380">
                  <c:v>68.234558000000007</c:v>
                </c:pt>
                <c:pt idx="3381">
                  <c:v>68.249106999999995</c:v>
                </c:pt>
                <c:pt idx="3382">
                  <c:v>68.240273000000002</c:v>
                </c:pt>
                <c:pt idx="3383">
                  <c:v>68.234939999999995</c:v>
                </c:pt>
                <c:pt idx="3384">
                  <c:v>68.223563999999996</c:v>
                </c:pt>
                <c:pt idx="3385">
                  <c:v>68.229423999999995</c:v>
                </c:pt>
                <c:pt idx="3386">
                  <c:v>68.244765999999998</c:v>
                </c:pt>
                <c:pt idx="3387">
                  <c:v>68.258926000000002</c:v>
                </c:pt>
                <c:pt idx="3388">
                  <c:v>68.240257</c:v>
                </c:pt>
                <c:pt idx="3389">
                  <c:v>68.239716000000001</c:v>
                </c:pt>
                <c:pt idx="3390">
                  <c:v>68.240425000000002</c:v>
                </c:pt>
                <c:pt idx="3391">
                  <c:v>68.257064999999997</c:v>
                </c:pt>
                <c:pt idx="3392">
                  <c:v>68.252326999999994</c:v>
                </c:pt>
                <c:pt idx="3393">
                  <c:v>68.246489999999994</c:v>
                </c:pt>
                <c:pt idx="3394">
                  <c:v>68.241684000000006</c:v>
                </c:pt>
                <c:pt idx="3395">
                  <c:v>68.231323000000003</c:v>
                </c:pt>
                <c:pt idx="3396">
                  <c:v>68.225609000000006</c:v>
                </c:pt>
                <c:pt idx="3397">
                  <c:v>68.223884999999996</c:v>
                </c:pt>
                <c:pt idx="3398">
                  <c:v>68.237717000000004</c:v>
                </c:pt>
                <c:pt idx="3399">
                  <c:v>68.231116999999998</c:v>
                </c:pt>
                <c:pt idx="3400">
                  <c:v>68.229018999999994</c:v>
                </c:pt>
                <c:pt idx="3401">
                  <c:v>68.231650999999999</c:v>
                </c:pt>
                <c:pt idx="3402">
                  <c:v>68.227844000000005</c:v>
                </c:pt>
                <c:pt idx="3403">
                  <c:v>68.212585000000004</c:v>
                </c:pt>
                <c:pt idx="3404">
                  <c:v>68.205787999999998</c:v>
                </c:pt>
                <c:pt idx="3405">
                  <c:v>68.206535000000002</c:v>
                </c:pt>
                <c:pt idx="3406">
                  <c:v>68.202956999999998</c:v>
                </c:pt>
                <c:pt idx="3407">
                  <c:v>68.217674000000002</c:v>
                </c:pt>
                <c:pt idx="3408">
                  <c:v>68.226592999999994</c:v>
                </c:pt>
                <c:pt idx="3409">
                  <c:v>68.227249</c:v>
                </c:pt>
                <c:pt idx="3410">
                  <c:v>68.228920000000002</c:v>
                </c:pt>
                <c:pt idx="3411">
                  <c:v>68.226569999999995</c:v>
                </c:pt>
                <c:pt idx="3412">
                  <c:v>68.228820999999996</c:v>
                </c:pt>
                <c:pt idx="3413">
                  <c:v>68.232712000000006</c:v>
                </c:pt>
                <c:pt idx="3414">
                  <c:v>68.223365999999999</c:v>
                </c:pt>
                <c:pt idx="3415">
                  <c:v>68.221435999999997</c:v>
                </c:pt>
                <c:pt idx="3416">
                  <c:v>68.223236</c:v>
                </c:pt>
                <c:pt idx="3417">
                  <c:v>68.222251999999997</c:v>
                </c:pt>
                <c:pt idx="3418">
                  <c:v>68.211219999999997</c:v>
                </c:pt>
                <c:pt idx="3419">
                  <c:v>68.210091000000006</c:v>
                </c:pt>
                <c:pt idx="3420">
                  <c:v>68.208115000000006</c:v>
                </c:pt>
                <c:pt idx="3421">
                  <c:v>68.206642000000002</c:v>
                </c:pt>
                <c:pt idx="3422">
                  <c:v>68.204352999999998</c:v>
                </c:pt>
                <c:pt idx="3423">
                  <c:v>68.220733999999993</c:v>
                </c:pt>
                <c:pt idx="3424">
                  <c:v>68.223122000000004</c:v>
                </c:pt>
                <c:pt idx="3425">
                  <c:v>68.221999999999994</c:v>
                </c:pt>
                <c:pt idx="3426">
                  <c:v>68.216292999999993</c:v>
                </c:pt>
                <c:pt idx="3427">
                  <c:v>68.385513000000003</c:v>
                </c:pt>
                <c:pt idx="3428">
                  <c:v>66.774467000000001</c:v>
                </c:pt>
                <c:pt idx="3429">
                  <c:v>66.228378000000006</c:v>
                </c:pt>
                <c:pt idx="3430">
                  <c:v>66.564239999999998</c:v>
                </c:pt>
                <c:pt idx="3431">
                  <c:v>67.020377999999994</c:v>
                </c:pt>
                <c:pt idx="3432">
                  <c:v>67.419571000000005</c:v>
                </c:pt>
                <c:pt idx="3433">
                  <c:v>67.713158000000007</c:v>
                </c:pt>
                <c:pt idx="3434">
                  <c:v>67.908355999999998</c:v>
                </c:pt>
                <c:pt idx="3435">
                  <c:v>68.036941999999996</c:v>
                </c:pt>
                <c:pt idx="3436">
                  <c:v>68.110764000000003</c:v>
                </c:pt>
                <c:pt idx="3437">
                  <c:v>68.159453999999997</c:v>
                </c:pt>
                <c:pt idx="3438">
                  <c:v>68.179732999999999</c:v>
                </c:pt>
                <c:pt idx="3439">
                  <c:v>68.191635000000005</c:v>
                </c:pt>
                <c:pt idx="3440">
                  <c:v>68.185623000000007</c:v>
                </c:pt>
                <c:pt idx="3441">
                  <c:v>68.185676999999998</c:v>
                </c:pt>
                <c:pt idx="3442">
                  <c:v>68.190002000000007</c:v>
                </c:pt>
                <c:pt idx="3443">
                  <c:v>68.195480000000003</c:v>
                </c:pt>
                <c:pt idx="3444">
                  <c:v>68.183837999999994</c:v>
                </c:pt>
                <c:pt idx="3445">
                  <c:v>68.174339000000003</c:v>
                </c:pt>
                <c:pt idx="3446">
                  <c:v>68.180747999999994</c:v>
                </c:pt>
                <c:pt idx="3447">
                  <c:v>68.171447999999998</c:v>
                </c:pt>
                <c:pt idx="3448">
                  <c:v>68.155440999999996</c:v>
                </c:pt>
                <c:pt idx="3449">
                  <c:v>68.158317999999994</c:v>
                </c:pt>
                <c:pt idx="3450">
                  <c:v>68.169349999999994</c:v>
                </c:pt>
                <c:pt idx="3451">
                  <c:v>68.169083000000001</c:v>
                </c:pt>
                <c:pt idx="3452">
                  <c:v>68.154274000000001</c:v>
                </c:pt>
                <c:pt idx="3453">
                  <c:v>68.149428999999998</c:v>
                </c:pt>
                <c:pt idx="3454">
                  <c:v>68.146782000000002</c:v>
                </c:pt>
                <c:pt idx="3455">
                  <c:v>68.144463000000002</c:v>
                </c:pt>
                <c:pt idx="3456">
                  <c:v>68.144806000000003</c:v>
                </c:pt>
                <c:pt idx="3457">
                  <c:v>68.145508000000007</c:v>
                </c:pt>
                <c:pt idx="3458">
                  <c:v>68.152550000000005</c:v>
                </c:pt>
                <c:pt idx="3459">
                  <c:v>68.157944000000001</c:v>
                </c:pt>
                <c:pt idx="3460">
                  <c:v>68.160163999999995</c:v>
                </c:pt>
                <c:pt idx="3461">
                  <c:v>68.164924999999997</c:v>
                </c:pt>
                <c:pt idx="3462">
                  <c:v>68.169098000000005</c:v>
                </c:pt>
                <c:pt idx="3463">
                  <c:v>68.162773000000001</c:v>
                </c:pt>
                <c:pt idx="3464">
                  <c:v>68.164023999999998</c:v>
                </c:pt>
                <c:pt idx="3465">
                  <c:v>68.160561000000001</c:v>
                </c:pt>
                <c:pt idx="3466">
                  <c:v>68.153769999999994</c:v>
                </c:pt>
                <c:pt idx="3467">
                  <c:v>68.153396999999998</c:v>
                </c:pt>
                <c:pt idx="3468">
                  <c:v>68.150208000000006</c:v>
                </c:pt>
                <c:pt idx="3469">
                  <c:v>68.140259</c:v>
                </c:pt>
                <c:pt idx="3470">
                  <c:v>68.139274999999998</c:v>
                </c:pt>
                <c:pt idx="3471">
                  <c:v>68.136664999999994</c:v>
                </c:pt>
                <c:pt idx="3472">
                  <c:v>68.134124999999997</c:v>
                </c:pt>
                <c:pt idx="3473">
                  <c:v>68.131202999999999</c:v>
                </c:pt>
                <c:pt idx="3474">
                  <c:v>68.130279999999999</c:v>
                </c:pt>
                <c:pt idx="3475">
                  <c:v>68.128417999999996</c:v>
                </c:pt>
                <c:pt idx="3476">
                  <c:v>68.132667999999995</c:v>
                </c:pt>
                <c:pt idx="3477">
                  <c:v>68.135345000000001</c:v>
                </c:pt>
                <c:pt idx="3478">
                  <c:v>68.137634000000006</c:v>
                </c:pt>
                <c:pt idx="3479">
                  <c:v>68.136123999999995</c:v>
                </c:pt>
                <c:pt idx="3480">
                  <c:v>68.137253000000001</c:v>
                </c:pt>
                <c:pt idx="3481">
                  <c:v>68.140220999999997</c:v>
                </c:pt>
                <c:pt idx="3482">
                  <c:v>68.140045000000001</c:v>
                </c:pt>
                <c:pt idx="3483">
                  <c:v>68.140404000000004</c:v>
                </c:pt>
                <c:pt idx="3484">
                  <c:v>68.144615000000002</c:v>
                </c:pt>
                <c:pt idx="3485">
                  <c:v>68.146004000000005</c:v>
                </c:pt>
                <c:pt idx="3486">
                  <c:v>68.153221000000002</c:v>
                </c:pt>
                <c:pt idx="3487">
                  <c:v>68.156859999999995</c:v>
                </c:pt>
                <c:pt idx="3488">
                  <c:v>68.159569000000005</c:v>
                </c:pt>
                <c:pt idx="3489">
                  <c:v>68.154433999999995</c:v>
                </c:pt>
                <c:pt idx="3490">
                  <c:v>68.156516999999994</c:v>
                </c:pt>
                <c:pt idx="3491">
                  <c:v>68.151604000000006</c:v>
                </c:pt>
                <c:pt idx="3492">
                  <c:v>68.135040000000004</c:v>
                </c:pt>
                <c:pt idx="3493">
                  <c:v>68.130607999999995</c:v>
                </c:pt>
                <c:pt idx="3494">
                  <c:v>68.130981000000006</c:v>
                </c:pt>
                <c:pt idx="3495">
                  <c:v>68.137084999999999</c:v>
                </c:pt>
                <c:pt idx="3496">
                  <c:v>68.137955000000005</c:v>
                </c:pt>
                <c:pt idx="3497">
                  <c:v>68.136734000000004</c:v>
                </c:pt>
                <c:pt idx="3498">
                  <c:v>68.137496999999996</c:v>
                </c:pt>
                <c:pt idx="3499">
                  <c:v>68.137114999999994</c:v>
                </c:pt>
                <c:pt idx="3500">
                  <c:v>68.141379999999998</c:v>
                </c:pt>
                <c:pt idx="3501">
                  <c:v>68.137383</c:v>
                </c:pt>
                <c:pt idx="3502">
                  <c:v>68.141150999999994</c:v>
                </c:pt>
                <c:pt idx="3503">
                  <c:v>68.136985999999993</c:v>
                </c:pt>
                <c:pt idx="3504">
                  <c:v>68.143478000000002</c:v>
                </c:pt>
                <c:pt idx="3505">
                  <c:v>68.138069000000002</c:v>
                </c:pt>
                <c:pt idx="3506">
                  <c:v>68.136100999999996</c:v>
                </c:pt>
                <c:pt idx="3507">
                  <c:v>68.134590000000003</c:v>
                </c:pt>
                <c:pt idx="3508">
                  <c:v>68.132964999999999</c:v>
                </c:pt>
                <c:pt idx="3509">
                  <c:v>68.134429999999995</c:v>
                </c:pt>
                <c:pt idx="3510">
                  <c:v>68.137009000000006</c:v>
                </c:pt>
                <c:pt idx="3511">
                  <c:v>68.133742999999996</c:v>
                </c:pt>
                <c:pt idx="3512">
                  <c:v>68.131241000000003</c:v>
                </c:pt>
                <c:pt idx="3513">
                  <c:v>68.131775000000005</c:v>
                </c:pt>
                <c:pt idx="3514">
                  <c:v>68.132568000000006</c:v>
                </c:pt>
                <c:pt idx="3515">
                  <c:v>68.128310999999997</c:v>
                </c:pt>
                <c:pt idx="3516">
                  <c:v>68.122681</c:v>
                </c:pt>
                <c:pt idx="3517">
                  <c:v>68.119675000000001</c:v>
                </c:pt>
                <c:pt idx="3518">
                  <c:v>68.116669000000002</c:v>
                </c:pt>
                <c:pt idx="3519">
                  <c:v>68.122673000000006</c:v>
                </c:pt>
                <c:pt idx="3520">
                  <c:v>68.112885000000006</c:v>
                </c:pt>
                <c:pt idx="3521">
                  <c:v>68.105689999999996</c:v>
                </c:pt>
                <c:pt idx="3522">
                  <c:v>68.098083000000003</c:v>
                </c:pt>
                <c:pt idx="3523">
                  <c:v>68.098884999999996</c:v>
                </c:pt>
                <c:pt idx="3524">
                  <c:v>68.102271999999999</c:v>
                </c:pt>
                <c:pt idx="3525">
                  <c:v>68.100730999999996</c:v>
                </c:pt>
                <c:pt idx="3526">
                  <c:v>68.098320000000001</c:v>
                </c:pt>
                <c:pt idx="3527">
                  <c:v>68.102699000000001</c:v>
                </c:pt>
                <c:pt idx="3528">
                  <c:v>68.099579000000006</c:v>
                </c:pt>
                <c:pt idx="3529">
                  <c:v>68.10154</c:v>
                </c:pt>
                <c:pt idx="3530">
                  <c:v>68.101523999999998</c:v>
                </c:pt>
                <c:pt idx="3531">
                  <c:v>68.115829000000005</c:v>
                </c:pt>
                <c:pt idx="3532">
                  <c:v>68.116912999999997</c:v>
                </c:pt>
                <c:pt idx="3533">
                  <c:v>68.118110999999999</c:v>
                </c:pt>
                <c:pt idx="3534">
                  <c:v>68.110191</c:v>
                </c:pt>
                <c:pt idx="3535">
                  <c:v>68.108733999999998</c:v>
                </c:pt>
                <c:pt idx="3536">
                  <c:v>68.107994000000005</c:v>
                </c:pt>
                <c:pt idx="3537">
                  <c:v>68.099143999999995</c:v>
                </c:pt>
                <c:pt idx="3538">
                  <c:v>68.102249</c:v>
                </c:pt>
                <c:pt idx="3539">
                  <c:v>68.110962000000001</c:v>
                </c:pt>
                <c:pt idx="3540">
                  <c:v>68.119675000000001</c:v>
                </c:pt>
                <c:pt idx="3541">
                  <c:v>68.122046999999995</c:v>
                </c:pt>
                <c:pt idx="3542">
                  <c:v>68.120643999999999</c:v>
                </c:pt>
                <c:pt idx="3543">
                  <c:v>68.121039999999994</c:v>
                </c:pt>
                <c:pt idx="3544">
                  <c:v>68.117035000000001</c:v>
                </c:pt>
                <c:pt idx="3545">
                  <c:v>68.119208999999998</c:v>
                </c:pt>
                <c:pt idx="3546">
                  <c:v>68.119217000000006</c:v>
                </c:pt>
                <c:pt idx="3547">
                  <c:v>68.116966000000005</c:v>
                </c:pt>
                <c:pt idx="3548">
                  <c:v>68.118628999999999</c:v>
                </c:pt>
                <c:pt idx="3549">
                  <c:v>68.117165</c:v>
                </c:pt>
                <c:pt idx="3550">
                  <c:v>68.114677</c:v>
                </c:pt>
                <c:pt idx="3551">
                  <c:v>68.113106000000002</c:v>
                </c:pt>
                <c:pt idx="3552">
                  <c:v>68.110457999999994</c:v>
                </c:pt>
                <c:pt idx="3553">
                  <c:v>68.109290999999999</c:v>
                </c:pt>
                <c:pt idx="3554">
                  <c:v>68.106705000000005</c:v>
                </c:pt>
                <c:pt idx="3555">
                  <c:v>68.107933000000003</c:v>
                </c:pt>
                <c:pt idx="3556">
                  <c:v>68.113074999999995</c:v>
                </c:pt>
                <c:pt idx="3557">
                  <c:v>68.113174000000001</c:v>
                </c:pt>
                <c:pt idx="3558">
                  <c:v>68.112128999999996</c:v>
                </c:pt>
                <c:pt idx="3559">
                  <c:v>68.111510999999993</c:v>
                </c:pt>
                <c:pt idx="3560">
                  <c:v>68.110541999999995</c:v>
                </c:pt>
                <c:pt idx="3561">
                  <c:v>68.115859999999998</c:v>
                </c:pt>
                <c:pt idx="3562">
                  <c:v>68.118324000000001</c:v>
                </c:pt>
                <c:pt idx="3563">
                  <c:v>68.118042000000003</c:v>
                </c:pt>
                <c:pt idx="3564">
                  <c:v>68.111464999999995</c:v>
                </c:pt>
                <c:pt idx="3565">
                  <c:v>68.105041999999997</c:v>
                </c:pt>
                <c:pt idx="3566">
                  <c:v>68.098388999999997</c:v>
                </c:pt>
                <c:pt idx="3567">
                  <c:v>68.093742000000006</c:v>
                </c:pt>
                <c:pt idx="3568">
                  <c:v>68.094459999999998</c:v>
                </c:pt>
                <c:pt idx="3569">
                  <c:v>68.094994</c:v>
                </c:pt>
                <c:pt idx="3570">
                  <c:v>68.093849000000006</c:v>
                </c:pt>
                <c:pt idx="3571">
                  <c:v>68.094611999999998</c:v>
                </c:pt>
                <c:pt idx="3572">
                  <c:v>68.09375</c:v>
                </c:pt>
                <c:pt idx="3573">
                  <c:v>68.092262000000005</c:v>
                </c:pt>
                <c:pt idx="3574">
                  <c:v>68.092178000000004</c:v>
                </c:pt>
                <c:pt idx="3575">
                  <c:v>68.092308000000003</c:v>
                </c:pt>
                <c:pt idx="3576">
                  <c:v>68.091492000000002</c:v>
                </c:pt>
                <c:pt idx="3577">
                  <c:v>68.090728999999996</c:v>
                </c:pt>
                <c:pt idx="3578">
                  <c:v>68.090064999999996</c:v>
                </c:pt>
                <c:pt idx="3579">
                  <c:v>68.088881999999998</c:v>
                </c:pt>
                <c:pt idx="3580">
                  <c:v>68.089577000000006</c:v>
                </c:pt>
                <c:pt idx="3581">
                  <c:v>68.090508</c:v>
                </c:pt>
                <c:pt idx="3582">
                  <c:v>68.091369999999998</c:v>
                </c:pt>
                <c:pt idx="3583">
                  <c:v>68.089882000000003</c:v>
                </c:pt>
                <c:pt idx="3584">
                  <c:v>68.088393999999994</c:v>
                </c:pt>
                <c:pt idx="3585">
                  <c:v>68.088577000000001</c:v>
                </c:pt>
                <c:pt idx="3586">
                  <c:v>68.089134000000001</c:v>
                </c:pt>
                <c:pt idx="3587">
                  <c:v>68.088645999999997</c:v>
                </c:pt>
                <c:pt idx="3588">
                  <c:v>68.089011999999997</c:v>
                </c:pt>
                <c:pt idx="3589">
                  <c:v>68.089302000000004</c:v>
                </c:pt>
                <c:pt idx="3590">
                  <c:v>68.089607000000001</c:v>
                </c:pt>
                <c:pt idx="3591">
                  <c:v>68.089691000000002</c:v>
                </c:pt>
                <c:pt idx="3592">
                  <c:v>68.090041999999997</c:v>
                </c:pt>
                <c:pt idx="3593">
                  <c:v>68.089500000000001</c:v>
                </c:pt>
                <c:pt idx="3594">
                  <c:v>68.088950999999994</c:v>
                </c:pt>
                <c:pt idx="3595">
                  <c:v>68.087311</c:v>
                </c:pt>
                <c:pt idx="3596">
                  <c:v>68.085944999999995</c:v>
                </c:pt>
                <c:pt idx="3597">
                  <c:v>68.085792999999995</c:v>
                </c:pt>
                <c:pt idx="3598">
                  <c:v>68.083434999999994</c:v>
                </c:pt>
                <c:pt idx="3599">
                  <c:v>68.083633000000006</c:v>
                </c:pt>
                <c:pt idx="3600">
                  <c:v>68.085571000000002</c:v>
                </c:pt>
                <c:pt idx="3601">
                  <c:v>68.086478999999997</c:v>
                </c:pt>
                <c:pt idx="3602">
                  <c:v>68.086951999999997</c:v>
                </c:pt>
                <c:pt idx="3603">
                  <c:v>68.087219000000005</c:v>
                </c:pt>
                <c:pt idx="3604">
                  <c:v>68.087790999999996</c:v>
                </c:pt>
                <c:pt idx="3605">
                  <c:v>68.088836999999998</c:v>
                </c:pt>
                <c:pt idx="3606">
                  <c:v>68.089225999999996</c:v>
                </c:pt>
                <c:pt idx="3607">
                  <c:v>68.088402000000002</c:v>
                </c:pt>
                <c:pt idx="3608">
                  <c:v>68.088263999999995</c:v>
                </c:pt>
                <c:pt idx="3609">
                  <c:v>68.085678000000001</c:v>
                </c:pt>
                <c:pt idx="3610">
                  <c:v>68.086005999999998</c:v>
                </c:pt>
                <c:pt idx="3611">
                  <c:v>68.086265999999995</c:v>
                </c:pt>
                <c:pt idx="3612">
                  <c:v>68.086250000000007</c:v>
                </c:pt>
                <c:pt idx="3613">
                  <c:v>68.086890999999994</c:v>
                </c:pt>
                <c:pt idx="3614">
                  <c:v>68.084823999999998</c:v>
                </c:pt>
                <c:pt idx="3615">
                  <c:v>68.084395999999998</c:v>
                </c:pt>
                <c:pt idx="3616">
                  <c:v>68.084282000000002</c:v>
                </c:pt>
                <c:pt idx="3617">
                  <c:v>68.083847000000006</c:v>
                </c:pt>
                <c:pt idx="3618">
                  <c:v>68.084289999999996</c:v>
                </c:pt>
                <c:pt idx="3619">
                  <c:v>68.083968999999996</c:v>
                </c:pt>
                <c:pt idx="3620">
                  <c:v>68.082854999999995</c:v>
                </c:pt>
                <c:pt idx="3621">
                  <c:v>68.081772000000001</c:v>
                </c:pt>
                <c:pt idx="3622">
                  <c:v>68.080466999999999</c:v>
                </c:pt>
                <c:pt idx="3623">
                  <c:v>68.080237999999994</c:v>
                </c:pt>
                <c:pt idx="3624">
                  <c:v>68.080582000000007</c:v>
                </c:pt>
                <c:pt idx="3625">
                  <c:v>68.082854999999995</c:v>
                </c:pt>
                <c:pt idx="3626">
                  <c:v>68.084166999999994</c:v>
                </c:pt>
                <c:pt idx="3627">
                  <c:v>68.084778</c:v>
                </c:pt>
                <c:pt idx="3628">
                  <c:v>68.085014000000001</c:v>
                </c:pt>
                <c:pt idx="3629">
                  <c:v>68.085731999999993</c:v>
                </c:pt>
                <c:pt idx="3630">
                  <c:v>68.084991000000002</c:v>
                </c:pt>
                <c:pt idx="3631">
                  <c:v>68.084868999999998</c:v>
                </c:pt>
                <c:pt idx="3632">
                  <c:v>68.084952999999999</c:v>
                </c:pt>
                <c:pt idx="3633">
                  <c:v>68.085578999999996</c:v>
                </c:pt>
                <c:pt idx="3634">
                  <c:v>68.084061000000005</c:v>
                </c:pt>
                <c:pt idx="3635">
                  <c:v>68.084327999999999</c:v>
                </c:pt>
                <c:pt idx="3636">
                  <c:v>68.085182000000003</c:v>
                </c:pt>
                <c:pt idx="3637">
                  <c:v>68.081314000000006</c:v>
                </c:pt>
                <c:pt idx="3638">
                  <c:v>68.081908999999996</c:v>
                </c:pt>
                <c:pt idx="3639">
                  <c:v>68.083236999999997</c:v>
                </c:pt>
                <c:pt idx="3640">
                  <c:v>68.082427999999993</c:v>
                </c:pt>
                <c:pt idx="3641">
                  <c:v>68.082520000000002</c:v>
                </c:pt>
                <c:pt idx="3642">
                  <c:v>68.083656000000005</c:v>
                </c:pt>
                <c:pt idx="3643">
                  <c:v>68.084159999999997</c:v>
                </c:pt>
                <c:pt idx="3644">
                  <c:v>68.086371999999997</c:v>
                </c:pt>
                <c:pt idx="3645">
                  <c:v>68.088524000000007</c:v>
                </c:pt>
                <c:pt idx="3646">
                  <c:v>68.087058999999996</c:v>
                </c:pt>
                <c:pt idx="3647">
                  <c:v>68.087333999999998</c:v>
                </c:pt>
                <c:pt idx="3648">
                  <c:v>68.088829000000004</c:v>
                </c:pt>
                <c:pt idx="3649">
                  <c:v>68.087646000000007</c:v>
                </c:pt>
                <c:pt idx="3650">
                  <c:v>68.087181000000001</c:v>
                </c:pt>
                <c:pt idx="3651">
                  <c:v>68.087577999999993</c:v>
                </c:pt>
                <c:pt idx="3652">
                  <c:v>68.088622999999998</c:v>
                </c:pt>
                <c:pt idx="3653">
                  <c:v>68.090194999999994</c:v>
                </c:pt>
                <c:pt idx="3654">
                  <c:v>68.091187000000005</c:v>
                </c:pt>
                <c:pt idx="3655">
                  <c:v>68.091155999999998</c:v>
                </c:pt>
                <c:pt idx="3656">
                  <c:v>68.093613000000005</c:v>
                </c:pt>
                <c:pt idx="3657">
                  <c:v>68.090607000000006</c:v>
                </c:pt>
                <c:pt idx="3658">
                  <c:v>68.089645000000004</c:v>
                </c:pt>
                <c:pt idx="3659">
                  <c:v>68.088890000000006</c:v>
                </c:pt>
                <c:pt idx="3660">
                  <c:v>68.088836999999998</c:v>
                </c:pt>
                <c:pt idx="3661">
                  <c:v>68.089164999999994</c:v>
                </c:pt>
                <c:pt idx="3662">
                  <c:v>68.089836000000005</c:v>
                </c:pt>
                <c:pt idx="3663">
                  <c:v>68.089684000000005</c:v>
                </c:pt>
                <c:pt idx="3664">
                  <c:v>68.089080999999993</c:v>
                </c:pt>
                <c:pt idx="3665">
                  <c:v>68.089264</c:v>
                </c:pt>
                <c:pt idx="3666">
                  <c:v>68.088554000000002</c:v>
                </c:pt>
                <c:pt idx="3667">
                  <c:v>68.088745000000003</c:v>
                </c:pt>
                <c:pt idx="3668">
                  <c:v>68.090987999999996</c:v>
                </c:pt>
                <c:pt idx="3669">
                  <c:v>68.090362999999996</c:v>
                </c:pt>
                <c:pt idx="3670">
                  <c:v>68.089850999999996</c:v>
                </c:pt>
                <c:pt idx="3671">
                  <c:v>68.088881999999998</c:v>
                </c:pt>
                <c:pt idx="3672">
                  <c:v>68.088104000000001</c:v>
                </c:pt>
                <c:pt idx="3673">
                  <c:v>68.087768999999994</c:v>
                </c:pt>
                <c:pt idx="3674">
                  <c:v>68.086913999999993</c:v>
                </c:pt>
                <c:pt idx="3675">
                  <c:v>68.086578000000003</c:v>
                </c:pt>
                <c:pt idx="3676">
                  <c:v>68.085678000000001</c:v>
                </c:pt>
                <c:pt idx="3677">
                  <c:v>68.084496000000001</c:v>
                </c:pt>
                <c:pt idx="3678">
                  <c:v>68.082947000000004</c:v>
                </c:pt>
                <c:pt idx="3679">
                  <c:v>68.082206999999997</c:v>
                </c:pt>
                <c:pt idx="3680">
                  <c:v>68.083045999999996</c:v>
                </c:pt>
                <c:pt idx="3681">
                  <c:v>68.08493</c:v>
                </c:pt>
                <c:pt idx="3682">
                  <c:v>68.085639999999998</c:v>
                </c:pt>
                <c:pt idx="3683">
                  <c:v>68.085228000000001</c:v>
                </c:pt>
                <c:pt idx="3684">
                  <c:v>68.080589000000003</c:v>
                </c:pt>
                <c:pt idx="3685">
                  <c:v>68.034949999999995</c:v>
                </c:pt>
                <c:pt idx="3686">
                  <c:v>67.896934999999999</c:v>
                </c:pt>
                <c:pt idx="3687">
                  <c:v>67.695601999999994</c:v>
                </c:pt>
                <c:pt idx="3688">
                  <c:v>67.483588999999995</c:v>
                </c:pt>
                <c:pt idx="3689">
                  <c:v>67.305869999999999</c:v>
                </c:pt>
                <c:pt idx="3690">
                  <c:v>67.182807999999994</c:v>
                </c:pt>
                <c:pt idx="3691">
                  <c:v>67.114486999999997</c:v>
                </c:pt>
                <c:pt idx="3692">
                  <c:v>67.097320999999994</c:v>
                </c:pt>
                <c:pt idx="3693">
                  <c:v>67.124481000000003</c:v>
                </c:pt>
                <c:pt idx="3694">
                  <c:v>67.158516000000006</c:v>
                </c:pt>
                <c:pt idx="3695">
                  <c:v>67.157623000000001</c:v>
                </c:pt>
                <c:pt idx="3696">
                  <c:v>66.987105999999997</c:v>
                </c:pt>
                <c:pt idx="3697">
                  <c:v>66.570312999999999</c:v>
                </c:pt>
                <c:pt idx="3698">
                  <c:v>65.956619000000003</c:v>
                </c:pt>
                <c:pt idx="3699">
                  <c:v>65.216812000000004</c:v>
                </c:pt>
                <c:pt idx="3700">
                  <c:v>64.455253999999996</c:v>
                </c:pt>
                <c:pt idx="3701">
                  <c:v>63.727764000000001</c:v>
                </c:pt>
                <c:pt idx="3702">
                  <c:v>63.074776</c:v>
                </c:pt>
                <c:pt idx="3703">
                  <c:v>62.547339999999998</c:v>
                </c:pt>
                <c:pt idx="3704">
                  <c:v>62.133750999999997</c:v>
                </c:pt>
                <c:pt idx="3705">
                  <c:v>61.810577000000002</c:v>
                </c:pt>
                <c:pt idx="3706">
                  <c:v>61.548119</c:v>
                </c:pt>
                <c:pt idx="3707">
                  <c:v>61.324398000000002</c:v>
                </c:pt>
                <c:pt idx="3708">
                  <c:v>61.120567000000001</c:v>
                </c:pt>
                <c:pt idx="3709">
                  <c:v>60.947319</c:v>
                </c:pt>
                <c:pt idx="3710">
                  <c:v>60.820613999999999</c:v>
                </c:pt>
                <c:pt idx="3711">
                  <c:v>60.745350000000002</c:v>
                </c:pt>
                <c:pt idx="3712">
                  <c:v>60.728287000000002</c:v>
                </c:pt>
                <c:pt idx="3713">
                  <c:v>60.787750000000003</c:v>
                </c:pt>
                <c:pt idx="3714">
                  <c:v>60.911205000000002</c:v>
                </c:pt>
                <c:pt idx="3715">
                  <c:v>61.054253000000003</c:v>
                </c:pt>
                <c:pt idx="3716">
                  <c:v>61.163578000000001</c:v>
                </c:pt>
                <c:pt idx="3717">
                  <c:v>61.197800000000001</c:v>
                </c:pt>
                <c:pt idx="3718">
                  <c:v>61.144542999999999</c:v>
                </c:pt>
                <c:pt idx="3719">
                  <c:v>61.027732999999998</c:v>
                </c:pt>
                <c:pt idx="3720">
                  <c:v>60.875945999999999</c:v>
                </c:pt>
                <c:pt idx="3721">
                  <c:v>60.720455000000001</c:v>
                </c:pt>
                <c:pt idx="3722">
                  <c:v>60.591873</c:v>
                </c:pt>
                <c:pt idx="3723">
                  <c:v>60.508201999999997</c:v>
                </c:pt>
                <c:pt idx="3724">
                  <c:v>60.471355000000003</c:v>
                </c:pt>
                <c:pt idx="3725">
                  <c:v>60.463501000000001</c:v>
                </c:pt>
                <c:pt idx="3726">
                  <c:v>60.455298999999997</c:v>
                </c:pt>
                <c:pt idx="3727">
                  <c:v>60.413719</c:v>
                </c:pt>
                <c:pt idx="3728">
                  <c:v>60.323909999999998</c:v>
                </c:pt>
                <c:pt idx="3729">
                  <c:v>60.200302000000001</c:v>
                </c:pt>
                <c:pt idx="3730">
                  <c:v>60.059818</c:v>
                </c:pt>
                <c:pt idx="3731">
                  <c:v>59.933574999999998</c:v>
                </c:pt>
                <c:pt idx="3732">
                  <c:v>59.851157999999998</c:v>
                </c:pt>
                <c:pt idx="3733">
                  <c:v>59.819710000000001</c:v>
                </c:pt>
                <c:pt idx="3734">
                  <c:v>59.827869</c:v>
                </c:pt>
                <c:pt idx="3735">
                  <c:v>59.850684999999999</c:v>
                </c:pt>
                <c:pt idx="3736">
                  <c:v>59.848506999999998</c:v>
                </c:pt>
                <c:pt idx="3737">
                  <c:v>59.799843000000003</c:v>
                </c:pt>
                <c:pt idx="3738">
                  <c:v>59.718055999999997</c:v>
                </c:pt>
                <c:pt idx="3739">
                  <c:v>59.595222</c:v>
                </c:pt>
                <c:pt idx="3740">
                  <c:v>59.408366999999998</c:v>
                </c:pt>
                <c:pt idx="3741">
                  <c:v>59.201312999999999</c:v>
                </c:pt>
                <c:pt idx="3742">
                  <c:v>59.023040999999999</c:v>
                </c:pt>
                <c:pt idx="3743">
                  <c:v>58.894320999999998</c:v>
                </c:pt>
                <c:pt idx="3744">
                  <c:v>58.813301000000003</c:v>
                </c:pt>
                <c:pt idx="3745">
                  <c:v>58.761524000000001</c:v>
                </c:pt>
                <c:pt idx="3746">
                  <c:v>58.705275999999998</c:v>
                </c:pt>
                <c:pt idx="3747">
                  <c:v>58.619007000000003</c:v>
                </c:pt>
                <c:pt idx="3748">
                  <c:v>58.494335</c:v>
                </c:pt>
                <c:pt idx="3749">
                  <c:v>58.352466999999997</c:v>
                </c:pt>
                <c:pt idx="3750">
                  <c:v>58.218463999999997</c:v>
                </c:pt>
                <c:pt idx="3751">
                  <c:v>58.119961000000004</c:v>
                </c:pt>
                <c:pt idx="3752">
                  <c:v>58.073414</c:v>
                </c:pt>
                <c:pt idx="3753">
                  <c:v>58.073658000000002</c:v>
                </c:pt>
                <c:pt idx="3754">
                  <c:v>58.100425999999999</c:v>
                </c:pt>
                <c:pt idx="3755">
                  <c:v>58.128901999999997</c:v>
                </c:pt>
                <c:pt idx="3756">
                  <c:v>58.127079000000002</c:v>
                </c:pt>
                <c:pt idx="3757">
                  <c:v>58.058014</c:v>
                </c:pt>
                <c:pt idx="3758">
                  <c:v>57.921756999999999</c:v>
                </c:pt>
                <c:pt idx="3759">
                  <c:v>57.747512999999998</c:v>
                </c:pt>
                <c:pt idx="3760">
                  <c:v>57.552371999999998</c:v>
                </c:pt>
                <c:pt idx="3761">
                  <c:v>57.345337000000001</c:v>
                </c:pt>
                <c:pt idx="3762">
                  <c:v>57.139549000000002</c:v>
                </c:pt>
                <c:pt idx="3763">
                  <c:v>56.955685000000003</c:v>
                </c:pt>
                <c:pt idx="3764">
                  <c:v>56.802276999999997</c:v>
                </c:pt>
                <c:pt idx="3765">
                  <c:v>56.672665000000002</c:v>
                </c:pt>
                <c:pt idx="3766">
                  <c:v>56.554001</c:v>
                </c:pt>
                <c:pt idx="3767">
                  <c:v>56.427630999999998</c:v>
                </c:pt>
                <c:pt idx="3768">
                  <c:v>56.283188000000003</c:v>
                </c:pt>
                <c:pt idx="3769">
                  <c:v>56.127814999999998</c:v>
                </c:pt>
                <c:pt idx="3770">
                  <c:v>55.974280999999998</c:v>
                </c:pt>
                <c:pt idx="3771">
                  <c:v>55.843479000000002</c:v>
                </c:pt>
                <c:pt idx="3772">
                  <c:v>55.755004999999997</c:v>
                </c:pt>
                <c:pt idx="3773">
                  <c:v>55.715797000000002</c:v>
                </c:pt>
                <c:pt idx="3774">
                  <c:v>55.712929000000003</c:v>
                </c:pt>
                <c:pt idx="3775">
                  <c:v>55.724345999999997</c:v>
                </c:pt>
                <c:pt idx="3776">
                  <c:v>55.723090999999997</c:v>
                </c:pt>
                <c:pt idx="3777">
                  <c:v>55.694256000000003</c:v>
                </c:pt>
                <c:pt idx="3778">
                  <c:v>55.620533000000002</c:v>
                </c:pt>
                <c:pt idx="3779">
                  <c:v>55.512824999999999</c:v>
                </c:pt>
                <c:pt idx="3780">
                  <c:v>55.387614999999997</c:v>
                </c:pt>
                <c:pt idx="3781">
                  <c:v>55.262549999999997</c:v>
                </c:pt>
                <c:pt idx="3782">
                  <c:v>55.147357999999997</c:v>
                </c:pt>
                <c:pt idx="3783">
                  <c:v>55.058242999999997</c:v>
                </c:pt>
                <c:pt idx="3784">
                  <c:v>55.004292</c:v>
                </c:pt>
                <c:pt idx="3785">
                  <c:v>54.974899000000001</c:v>
                </c:pt>
                <c:pt idx="3786">
                  <c:v>54.940350000000002</c:v>
                </c:pt>
                <c:pt idx="3787">
                  <c:v>54.886360000000003</c:v>
                </c:pt>
                <c:pt idx="3788">
                  <c:v>54.810085000000001</c:v>
                </c:pt>
                <c:pt idx="3789">
                  <c:v>54.713828999999997</c:v>
                </c:pt>
                <c:pt idx="3790">
                  <c:v>54.603897000000003</c:v>
                </c:pt>
                <c:pt idx="3791">
                  <c:v>54.493965000000003</c:v>
                </c:pt>
                <c:pt idx="3792">
                  <c:v>54.398121000000003</c:v>
                </c:pt>
                <c:pt idx="3793">
                  <c:v>54.325629999999997</c:v>
                </c:pt>
                <c:pt idx="3794">
                  <c:v>54.275145999999999</c:v>
                </c:pt>
                <c:pt idx="3795">
                  <c:v>54.240836999999999</c:v>
                </c:pt>
                <c:pt idx="3796">
                  <c:v>54.211277000000003</c:v>
                </c:pt>
                <c:pt idx="3797">
                  <c:v>54.173698000000002</c:v>
                </c:pt>
                <c:pt idx="3798">
                  <c:v>54.116202999999999</c:v>
                </c:pt>
                <c:pt idx="3799">
                  <c:v>54.036461000000003</c:v>
                </c:pt>
                <c:pt idx="3800">
                  <c:v>53.944828000000001</c:v>
                </c:pt>
                <c:pt idx="3801">
                  <c:v>53.851025</c:v>
                </c:pt>
                <c:pt idx="3802">
                  <c:v>53.768627000000002</c:v>
                </c:pt>
                <c:pt idx="3803">
                  <c:v>53.716403999999997</c:v>
                </c:pt>
                <c:pt idx="3804">
                  <c:v>53.689326999999999</c:v>
                </c:pt>
                <c:pt idx="3805">
                  <c:v>53.675151999999997</c:v>
                </c:pt>
                <c:pt idx="3806">
                  <c:v>53.664928000000003</c:v>
                </c:pt>
                <c:pt idx="3807">
                  <c:v>53.643757000000001</c:v>
                </c:pt>
                <c:pt idx="3808">
                  <c:v>53.600937000000002</c:v>
                </c:pt>
                <c:pt idx="3809">
                  <c:v>53.530441000000003</c:v>
                </c:pt>
                <c:pt idx="3810">
                  <c:v>53.446854000000002</c:v>
                </c:pt>
                <c:pt idx="3811">
                  <c:v>53.361880999999997</c:v>
                </c:pt>
                <c:pt idx="3812">
                  <c:v>53.290413000000001</c:v>
                </c:pt>
                <c:pt idx="3813">
                  <c:v>53.243178999999998</c:v>
                </c:pt>
                <c:pt idx="3814">
                  <c:v>53.220374999999997</c:v>
                </c:pt>
                <c:pt idx="3815">
                  <c:v>53.211773000000001</c:v>
                </c:pt>
                <c:pt idx="3816">
                  <c:v>53.203986999999998</c:v>
                </c:pt>
                <c:pt idx="3817">
                  <c:v>53.181415999999999</c:v>
                </c:pt>
                <c:pt idx="3818">
                  <c:v>53.136462999999999</c:v>
                </c:pt>
                <c:pt idx="3819">
                  <c:v>53.071831000000003</c:v>
                </c:pt>
                <c:pt idx="3820">
                  <c:v>52.994934000000001</c:v>
                </c:pt>
                <c:pt idx="3821">
                  <c:v>52.918934</c:v>
                </c:pt>
                <c:pt idx="3822">
                  <c:v>52.859408999999999</c:v>
                </c:pt>
                <c:pt idx="3823">
                  <c:v>52.820515</c:v>
                </c:pt>
                <c:pt idx="3824">
                  <c:v>52.803051000000004</c:v>
                </c:pt>
                <c:pt idx="3825">
                  <c:v>52.802287999999997</c:v>
                </c:pt>
                <c:pt idx="3826">
                  <c:v>52.800635999999997</c:v>
                </c:pt>
                <c:pt idx="3827">
                  <c:v>52.786887999999998</c:v>
                </c:pt>
                <c:pt idx="3828">
                  <c:v>52.754928999999997</c:v>
                </c:pt>
                <c:pt idx="3829">
                  <c:v>52.705139000000003</c:v>
                </c:pt>
                <c:pt idx="3830">
                  <c:v>52.641834000000003</c:v>
                </c:pt>
                <c:pt idx="3831">
                  <c:v>52.570720999999999</c:v>
                </c:pt>
                <c:pt idx="3832">
                  <c:v>52.503585999999999</c:v>
                </c:pt>
                <c:pt idx="3833">
                  <c:v>52.451667999999998</c:v>
                </c:pt>
                <c:pt idx="3834">
                  <c:v>52.417946000000001</c:v>
                </c:pt>
                <c:pt idx="3835">
                  <c:v>52.395969000000001</c:v>
                </c:pt>
                <c:pt idx="3836">
                  <c:v>52.377929999999999</c:v>
                </c:pt>
                <c:pt idx="3837">
                  <c:v>52.355282000000003</c:v>
                </c:pt>
                <c:pt idx="3838">
                  <c:v>52.323067000000002</c:v>
                </c:pt>
                <c:pt idx="3839">
                  <c:v>52.276634000000001</c:v>
                </c:pt>
                <c:pt idx="3840">
                  <c:v>52.223548999999998</c:v>
                </c:pt>
                <c:pt idx="3841">
                  <c:v>52.170036000000003</c:v>
                </c:pt>
                <c:pt idx="3842">
                  <c:v>52.120967999999998</c:v>
                </c:pt>
                <c:pt idx="3843">
                  <c:v>52.079487</c:v>
                </c:pt>
                <c:pt idx="3844">
                  <c:v>52.053699000000002</c:v>
                </c:pt>
                <c:pt idx="3845">
                  <c:v>52.037948999999998</c:v>
                </c:pt>
                <c:pt idx="3846">
                  <c:v>52.026313999999999</c:v>
                </c:pt>
                <c:pt idx="3847">
                  <c:v>52.010734999999997</c:v>
                </c:pt>
                <c:pt idx="3848">
                  <c:v>51.986590999999997</c:v>
                </c:pt>
                <c:pt idx="3849">
                  <c:v>51.950809</c:v>
                </c:pt>
                <c:pt idx="3850">
                  <c:v>51.907317999999997</c:v>
                </c:pt>
                <c:pt idx="3851">
                  <c:v>51.859844000000002</c:v>
                </c:pt>
                <c:pt idx="3852">
                  <c:v>51.822437000000001</c:v>
                </c:pt>
                <c:pt idx="3853">
                  <c:v>51.796737999999998</c:v>
                </c:pt>
                <c:pt idx="3854">
                  <c:v>51.786090999999999</c:v>
                </c:pt>
                <c:pt idx="3855">
                  <c:v>51.785575999999999</c:v>
                </c:pt>
                <c:pt idx="3856">
                  <c:v>51.784157</c:v>
                </c:pt>
                <c:pt idx="3857">
                  <c:v>51.775714999999998</c:v>
                </c:pt>
                <c:pt idx="3858">
                  <c:v>51.756031</c:v>
                </c:pt>
                <c:pt idx="3859">
                  <c:v>51.721130000000002</c:v>
                </c:pt>
                <c:pt idx="3860">
                  <c:v>51.681862000000002</c:v>
                </c:pt>
                <c:pt idx="3861">
                  <c:v>51.640529999999998</c:v>
                </c:pt>
                <c:pt idx="3862">
                  <c:v>51.603648999999997</c:v>
                </c:pt>
                <c:pt idx="3863">
                  <c:v>51.581409000000001</c:v>
                </c:pt>
                <c:pt idx="3864">
                  <c:v>51.573771999999998</c:v>
                </c:pt>
                <c:pt idx="3865">
                  <c:v>51.574444</c:v>
                </c:pt>
                <c:pt idx="3866">
                  <c:v>51.577328000000001</c:v>
                </c:pt>
                <c:pt idx="3867">
                  <c:v>51.570183</c:v>
                </c:pt>
                <c:pt idx="3868">
                  <c:v>51.548298000000003</c:v>
                </c:pt>
                <c:pt idx="3869">
                  <c:v>51.514862000000001</c:v>
                </c:pt>
                <c:pt idx="3870">
                  <c:v>51.473788999999996</c:v>
                </c:pt>
                <c:pt idx="3871">
                  <c:v>51.432751000000003</c:v>
                </c:pt>
                <c:pt idx="3872">
                  <c:v>51.400042999999997</c:v>
                </c:pt>
                <c:pt idx="3873">
                  <c:v>51.380569000000001</c:v>
                </c:pt>
                <c:pt idx="3874">
                  <c:v>51.373111999999999</c:v>
                </c:pt>
                <c:pt idx="3875">
                  <c:v>51.370144000000003</c:v>
                </c:pt>
                <c:pt idx="3876">
                  <c:v>51.367232999999999</c:v>
                </c:pt>
                <c:pt idx="3877">
                  <c:v>51.361221</c:v>
                </c:pt>
                <c:pt idx="3878">
                  <c:v>51.338306000000003</c:v>
                </c:pt>
                <c:pt idx="3879">
                  <c:v>51.302311000000003</c:v>
                </c:pt>
                <c:pt idx="3880">
                  <c:v>51.256729</c:v>
                </c:pt>
                <c:pt idx="3881">
                  <c:v>51.214233</c:v>
                </c:pt>
                <c:pt idx="3882">
                  <c:v>51.183974999999997</c:v>
                </c:pt>
                <c:pt idx="3883">
                  <c:v>51.162785</c:v>
                </c:pt>
                <c:pt idx="3884">
                  <c:v>51.153412000000003</c:v>
                </c:pt>
                <c:pt idx="3885">
                  <c:v>51.152206</c:v>
                </c:pt>
                <c:pt idx="3886">
                  <c:v>51.146641000000002</c:v>
                </c:pt>
                <c:pt idx="3887">
                  <c:v>51.129192000000003</c:v>
                </c:pt>
                <c:pt idx="3888">
                  <c:v>51.102440000000001</c:v>
                </c:pt>
                <c:pt idx="3889">
                  <c:v>51.060791000000002</c:v>
                </c:pt>
                <c:pt idx="3890">
                  <c:v>51.024501999999998</c:v>
                </c:pt>
                <c:pt idx="3891">
                  <c:v>50.993094999999997</c:v>
                </c:pt>
                <c:pt idx="3892">
                  <c:v>50.964706</c:v>
                </c:pt>
                <c:pt idx="3893">
                  <c:v>50.947516999999998</c:v>
                </c:pt>
                <c:pt idx="3894">
                  <c:v>50.938400000000001</c:v>
                </c:pt>
                <c:pt idx="3895">
                  <c:v>50.934849</c:v>
                </c:pt>
                <c:pt idx="3896">
                  <c:v>50.927559000000002</c:v>
                </c:pt>
                <c:pt idx="3897">
                  <c:v>50.911247000000003</c:v>
                </c:pt>
                <c:pt idx="3898">
                  <c:v>50.883968000000003</c:v>
                </c:pt>
                <c:pt idx="3899">
                  <c:v>50.841129000000002</c:v>
                </c:pt>
                <c:pt idx="3900">
                  <c:v>50.800507000000003</c:v>
                </c:pt>
                <c:pt idx="3901">
                  <c:v>50.773524999999999</c:v>
                </c:pt>
                <c:pt idx="3902">
                  <c:v>50.749454</c:v>
                </c:pt>
                <c:pt idx="3903">
                  <c:v>50.737659000000001</c:v>
                </c:pt>
                <c:pt idx="3904">
                  <c:v>50.735259999999997</c:v>
                </c:pt>
                <c:pt idx="3905">
                  <c:v>50.731696999999997</c:v>
                </c:pt>
                <c:pt idx="3906">
                  <c:v>50.722487999999998</c:v>
                </c:pt>
                <c:pt idx="3907">
                  <c:v>50.704815000000004</c:v>
                </c:pt>
                <c:pt idx="3908">
                  <c:v>50.673954000000002</c:v>
                </c:pt>
                <c:pt idx="3909">
                  <c:v>50.638835999999998</c:v>
                </c:pt>
                <c:pt idx="3910">
                  <c:v>50.600898999999998</c:v>
                </c:pt>
                <c:pt idx="3911">
                  <c:v>50.568573000000001</c:v>
                </c:pt>
                <c:pt idx="3912">
                  <c:v>50.544609000000001</c:v>
                </c:pt>
                <c:pt idx="3913">
                  <c:v>50.533763999999998</c:v>
                </c:pt>
                <c:pt idx="3914">
                  <c:v>50.528412000000003</c:v>
                </c:pt>
                <c:pt idx="3915">
                  <c:v>50.524529000000001</c:v>
                </c:pt>
                <c:pt idx="3916">
                  <c:v>50.517283999999997</c:v>
                </c:pt>
                <c:pt idx="3917">
                  <c:v>50.499485</c:v>
                </c:pt>
                <c:pt idx="3918">
                  <c:v>50.471657</c:v>
                </c:pt>
                <c:pt idx="3919">
                  <c:v>50.437190999999999</c:v>
                </c:pt>
                <c:pt idx="3920">
                  <c:v>50.407550999999998</c:v>
                </c:pt>
                <c:pt idx="3921">
                  <c:v>50.382663999999998</c:v>
                </c:pt>
                <c:pt idx="3922">
                  <c:v>50.364455999999997</c:v>
                </c:pt>
                <c:pt idx="3923">
                  <c:v>50.351131000000002</c:v>
                </c:pt>
                <c:pt idx="3924">
                  <c:v>50.344481999999999</c:v>
                </c:pt>
                <c:pt idx="3925">
                  <c:v>50.342098</c:v>
                </c:pt>
                <c:pt idx="3926">
                  <c:v>50.338248999999998</c:v>
                </c:pt>
                <c:pt idx="3927">
                  <c:v>50.321548</c:v>
                </c:pt>
                <c:pt idx="3928">
                  <c:v>50.292904</c:v>
                </c:pt>
                <c:pt idx="3929">
                  <c:v>50.258904000000001</c:v>
                </c:pt>
                <c:pt idx="3930">
                  <c:v>50.222766999999997</c:v>
                </c:pt>
                <c:pt idx="3931">
                  <c:v>50.193367000000002</c:v>
                </c:pt>
                <c:pt idx="3932">
                  <c:v>50.178294999999999</c:v>
                </c:pt>
                <c:pt idx="3933">
                  <c:v>50.172362999999997</c:v>
                </c:pt>
                <c:pt idx="3934">
                  <c:v>50.174480000000003</c:v>
                </c:pt>
                <c:pt idx="3935">
                  <c:v>50.173530999999997</c:v>
                </c:pt>
                <c:pt idx="3936">
                  <c:v>50.162647</c:v>
                </c:pt>
                <c:pt idx="3937">
                  <c:v>50.139522999999997</c:v>
                </c:pt>
                <c:pt idx="3938">
                  <c:v>50.107619999999997</c:v>
                </c:pt>
                <c:pt idx="3939">
                  <c:v>50.071758000000003</c:v>
                </c:pt>
                <c:pt idx="3940">
                  <c:v>50.037331000000002</c:v>
                </c:pt>
                <c:pt idx="3941">
                  <c:v>50.007694000000001</c:v>
                </c:pt>
                <c:pt idx="3942">
                  <c:v>49.998157999999997</c:v>
                </c:pt>
                <c:pt idx="3943">
                  <c:v>49.994278000000001</c:v>
                </c:pt>
                <c:pt idx="3944">
                  <c:v>49.992595999999999</c:v>
                </c:pt>
                <c:pt idx="3945">
                  <c:v>49.983032000000001</c:v>
                </c:pt>
                <c:pt idx="3946">
                  <c:v>49.952316000000003</c:v>
                </c:pt>
                <c:pt idx="3947">
                  <c:v>49.871215999999997</c:v>
                </c:pt>
                <c:pt idx="3948">
                  <c:v>49.655464000000002</c:v>
                </c:pt>
                <c:pt idx="3949">
                  <c:v>49.074798999999999</c:v>
                </c:pt>
                <c:pt idx="3950">
                  <c:v>47.766593999999998</c:v>
                </c:pt>
                <c:pt idx="3951">
                  <c:v>46.093451999999999</c:v>
                </c:pt>
                <c:pt idx="3952">
                  <c:v>45.332447000000002</c:v>
                </c:pt>
                <c:pt idx="3953">
                  <c:v>45.366008999999998</c:v>
                </c:pt>
                <c:pt idx="3954">
                  <c:v>45.541606999999999</c:v>
                </c:pt>
                <c:pt idx="3955">
                  <c:v>45.647284999999997</c:v>
                </c:pt>
                <c:pt idx="3956">
                  <c:v>45.663863999999997</c:v>
                </c:pt>
                <c:pt idx="3957">
                  <c:v>45.611362</c:v>
                </c:pt>
                <c:pt idx="3958">
                  <c:v>45.508118000000003</c:v>
                </c:pt>
                <c:pt idx="3959">
                  <c:v>45.373623000000002</c:v>
                </c:pt>
                <c:pt idx="3960">
                  <c:v>45.225254</c:v>
                </c:pt>
                <c:pt idx="3961">
                  <c:v>45.069687000000002</c:v>
                </c:pt>
                <c:pt idx="3962">
                  <c:v>44.907246000000001</c:v>
                </c:pt>
                <c:pt idx="3963">
                  <c:v>44.739924999999999</c:v>
                </c:pt>
                <c:pt idx="3964">
                  <c:v>44.569842999999999</c:v>
                </c:pt>
                <c:pt idx="3965">
                  <c:v>44.395321000000003</c:v>
                </c:pt>
                <c:pt idx="3966">
                  <c:v>44.209217000000002</c:v>
                </c:pt>
                <c:pt idx="3967">
                  <c:v>44.013294000000002</c:v>
                </c:pt>
                <c:pt idx="3968">
                  <c:v>43.817253000000001</c:v>
                </c:pt>
                <c:pt idx="3969">
                  <c:v>43.630589000000001</c:v>
                </c:pt>
                <c:pt idx="3970">
                  <c:v>43.451466000000003</c:v>
                </c:pt>
                <c:pt idx="3971">
                  <c:v>43.278885000000002</c:v>
                </c:pt>
                <c:pt idx="3972">
                  <c:v>43.109112000000003</c:v>
                </c:pt>
                <c:pt idx="3973">
                  <c:v>42.939373000000003</c:v>
                </c:pt>
                <c:pt idx="3974">
                  <c:v>42.760925</c:v>
                </c:pt>
                <c:pt idx="3975">
                  <c:v>42.565463999999999</c:v>
                </c:pt>
                <c:pt idx="3976">
                  <c:v>42.347583999999998</c:v>
                </c:pt>
                <c:pt idx="3977">
                  <c:v>42.086894999999998</c:v>
                </c:pt>
                <c:pt idx="3978">
                  <c:v>41.772025999999997</c:v>
                </c:pt>
                <c:pt idx="3979">
                  <c:v>41.38776</c:v>
                </c:pt>
                <c:pt idx="3980">
                  <c:v>40.930286000000002</c:v>
                </c:pt>
                <c:pt idx="3981">
                  <c:v>40.365859999999998</c:v>
                </c:pt>
                <c:pt idx="3982">
                  <c:v>39.693995999999999</c:v>
                </c:pt>
                <c:pt idx="3983">
                  <c:v>38.930633999999998</c:v>
                </c:pt>
                <c:pt idx="3984">
                  <c:v>38.121338000000002</c:v>
                </c:pt>
                <c:pt idx="3985">
                  <c:v>37.329040999999997</c:v>
                </c:pt>
                <c:pt idx="3986">
                  <c:v>36.611286</c:v>
                </c:pt>
                <c:pt idx="3987">
                  <c:v>35.998534999999997</c:v>
                </c:pt>
                <c:pt idx="3988">
                  <c:v>35.507458</c:v>
                </c:pt>
                <c:pt idx="3989">
                  <c:v>35.127045000000003</c:v>
                </c:pt>
                <c:pt idx="3990">
                  <c:v>34.844662</c:v>
                </c:pt>
                <c:pt idx="3991">
                  <c:v>34.636425000000003</c:v>
                </c:pt>
                <c:pt idx="3992">
                  <c:v>34.488177999999998</c:v>
                </c:pt>
                <c:pt idx="3993">
                  <c:v>34.386028000000003</c:v>
                </c:pt>
                <c:pt idx="3994">
                  <c:v>34.315094000000002</c:v>
                </c:pt>
                <c:pt idx="3995">
                  <c:v>34.261799000000003</c:v>
                </c:pt>
                <c:pt idx="3996">
                  <c:v>34.222836000000001</c:v>
                </c:pt>
                <c:pt idx="3997">
                  <c:v>34.200229999999998</c:v>
                </c:pt>
                <c:pt idx="3998">
                  <c:v>34.190182</c:v>
                </c:pt>
                <c:pt idx="3999">
                  <c:v>34.195019000000002</c:v>
                </c:pt>
                <c:pt idx="4000">
                  <c:v>34.211829999999999</c:v>
                </c:pt>
                <c:pt idx="4001">
                  <c:v>34.238456999999997</c:v>
                </c:pt>
                <c:pt idx="4002">
                  <c:v>34.278537999999998</c:v>
                </c:pt>
                <c:pt idx="4003">
                  <c:v>34.325451000000001</c:v>
                </c:pt>
                <c:pt idx="4004">
                  <c:v>34.366900999999999</c:v>
                </c:pt>
                <c:pt idx="4005">
                  <c:v>34.399146999999999</c:v>
                </c:pt>
                <c:pt idx="4006">
                  <c:v>34.425837999999999</c:v>
                </c:pt>
                <c:pt idx="4007">
                  <c:v>34.447670000000002</c:v>
                </c:pt>
                <c:pt idx="4008">
                  <c:v>34.467812000000002</c:v>
                </c:pt>
                <c:pt idx="4009">
                  <c:v>34.488852999999999</c:v>
                </c:pt>
                <c:pt idx="4010">
                  <c:v>34.519801999999999</c:v>
                </c:pt>
                <c:pt idx="4011">
                  <c:v>34.553379</c:v>
                </c:pt>
                <c:pt idx="4012">
                  <c:v>34.589165000000001</c:v>
                </c:pt>
                <c:pt idx="4013">
                  <c:v>34.62426</c:v>
                </c:pt>
                <c:pt idx="4014">
                  <c:v>34.654834999999999</c:v>
                </c:pt>
                <c:pt idx="4015">
                  <c:v>34.674114000000003</c:v>
                </c:pt>
                <c:pt idx="4016">
                  <c:v>34.683849000000002</c:v>
                </c:pt>
                <c:pt idx="4017">
                  <c:v>34.685882999999997</c:v>
                </c:pt>
                <c:pt idx="4018">
                  <c:v>34.692695999999998</c:v>
                </c:pt>
                <c:pt idx="4019">
                  <c:v>34.699187999999999</c:v>
                </c:pt>
                <c:pt idx="4020">
                  <c:v>34.702370000000002</c:v>
                </c:pt>
                <c:pt idx="4021">
                  <c:v>34.711308000000002</c:v>
                </c:pt>
                <c:pt idx="4022">
                  <c:v>34.732501999999997</c:v>
                </c:pt>
                <c:pt idx="4023">
                  <c:v>34.754471000000002</c:v>
                </c:pt>
                <c:pt idx="4024">
                  <c:v>34.756359000000003</c:v>
                </c:pt>
                <c:pt idx="4025">
                  <c:v>34.340209999999999</c:v>
                </c:pt>
                <c:pt idx="4026">
                  <c:v>32.924278000000001</c:v>
                </c:pt>
                <c:pt idx="4027">
                  <c:v>33.844414</c:v>
                </c:pt>
                <c:pt idx="4028">
                  <c:v>34.673324999999998</c:v>
                </c:pt>
                <c:pt idx="4029">
                  <c:v>34.695770000000003</c:v>
                </c:pt>
                <c:pt idx="4030">
                  <c:v>34.703136000000001</c:v>
                </c:pt>
                <c:pt idx="4031">
                  <c:v>34.711109</c:v>
                </c:pt>
                <c:pt idx="4032">
                  <c:v>34.721443000000001</c:v>
                </c:pt>
                <c:pt idx="4033">
                  <c:v>34.731400000000001</c:v>
                </c:pt>
                <c:pt idx="4034">
                  <c:v>34.733035999999998</c:v>
                </c:pt>
                <c:pt idx="4035">
                  <c:v>34.727406000000002</c:v>
                </c:pt>
                <c:pt idx="4036">
                  <c:v>34.712150999999999</c:v>
                </c:pt>
                <c:pt idx="4037">
                  <c:v>34.684708000000001</c:v>
                </c:pt>
                <c:pt idx="4038">
                  <c:v>34.655037</c:v>
                </c:pt>
                <c:pt idx="4039">
                  <c:v>34.630718000000002</c:v>
                </c:pt>
                <c:pt idx="4040">
                  <c:v>34.610947000000003</c:v>
                </c:pt>
                <c:pt idx="4041">
                  <c:v>34.594639000000001</c:v>
                </c:pt>
                <c:pt idx="4042">
                  <c:v>34.576301999999998</c:v>
                </c:pt>
                <c:pt idx="4043">
                  <c:v>34.557673999999999</c:v>
                </c:pt>
                <c:pt idx="4044">
                  <c:v>34.536900000000003</c:v>
                </c:pt>
                <c:pt idx="4045">
                  <c:v>34.513255999999998</c:v>
                </c:pt>
                <c:pt idx="4046">
                  <c:v>34.487521999999998</c:v>
                </c:pt>
                <c:pt idx="4047">
                  <c:v>34.457290999999998</c:v>
                </c:pt>
                <c:pt idx="4048">
                  <c:v>34.426242999999999</c:v>
                </c:pt>
                <c:pt idx="4049">
                  <c:v>34.395355000000002</c:v>
                </c:pt>
                <c:pt idx="4050">
                  <c:v>34.362018999999997</c:v>
                </c:pt>
                <c:pt idx="4051">
                  <c:v>34.330269000000001</c:v>
                </c:pt>
                <c:pt idx="4052">
                  <c:v>34.295760999999999</c:v>
                </c:pt>
                <c:pt idx="4053">
                  <c:v>34.259357000000001</c:v>
                </c:pt>
                <c:pt idx="4054">
                  <c:v>34.223019000000001</c:v>
                </c:pt>
                <c:pt idx="4055">
                  <c:v>34.184162000000001</c:v>
                </c:pt>
                <c:pt idx="4056">
                  <c:v>34.145752000000002</c:v>
                </c:pt>
                <c:pt idx="4057">
                  <c:v>34.106856999999998</c:v>
                </c:pt>
                <c:pt idx="4058">
                  <c:v>34.066043999999998</c:v>
                </c:pt>
                <c:pt idx="4059">
                  <c:v>34.028976</c:v>
                </c:pt>
                <c:pt idx="4060">
                  <c:v>33.992531</c:v>
                </c:pt>
                <c:pt idx="4061">
                  <c:v>33.954971</c:v>
                </c:pt>
                <c:pt idx="4062">
                  <c:v>33.917045999999999</c:v>
                </c:pt>
                <c:pt idx="4063">
                  <c:v>33.879848000000003</c:v>
                </c:pt>
                <c:pt idx="4064">
                  <c:v>33.842091000000003</c:v>
                </c:pt>
                <c:pt idx="4065">
                  <c:v>33.802295999999998</c:v>
                </c:pt>
                <c:pt idx="4066">
                  <c:v>33.760745999999997</c:v>
                </c:pt>
                <c:pt idx="4067">
                  <c:v>33.721767</c:v>
                </c:pt>
                <c:pt idx="4068">
                  <c:v>33.682304000000002</c:v>
                </c:pt>
                <c:pt idx="4069">
                  <c:v>33.642333999999998</c:v>
                </c:pt>
                <c:pt idx="4070">
                  <c:v>33.604484999999997</c:v>
                </c:pt>
                <c:pt idx="4071">
                  <c:v>33.568942999999997</c:v>
                </c:pt>
                <c:pt idx="4072">
                  <c:v>33.535812</c:v>
                </c:pt>
                <c:pt idx="4073">
                  <c:v>33.500771</c:v>
                </c:pt>
                <c:pt idx="4074">
                  <c:v>33.463509000000002</c:v>
                </c:pt>
                <c:pt idx="4075">
                  <c:v>33.426093999999999</c:v>
                </c:pt>
                <c:pt idx="4076">
                  <c:v>33.386046999999998</c:v>
                </c:pt>
                <c:pt idx="4077">
                  <c:v>33.340733</c:v>
                </c:pt>
                <c:pt idx="4078">
                  <c:v>33.295425000000002</c:v>
                </c:pt>
                <c:pt idx="4079">
                  <c:v>33.253718999999997</c:v>
                </c:pt>
                <c:pt idx="4080">
                  <c:v>33.214539000000002</c:v>
                </c:pt>
                <c:pt idx="4081">
                  <c:v>33.177990000000001</c:v>
                </c:pt>
                <c:pt idx="4082">
                  <c:v>33.144607999999998</c:v>
                </c:pt>
                <c:pt idx="4083">
                  <c:v>33.109611999999998</c:v>
                </c:pt>
                <c:pt idx="4084">
                  <c:v>33.073891000000003</c:v>
                </c:pt>
                <c:pt idx="4085">
                  <c:v>33.033622999999999</c:v>
                </c:pt>
                <c:pt idx="4086">
                  <c:v>32.994639999999997</c:v>
                </c:pt>
                <c:pt idx="4087">
                  <c:v>32.953522</c:v>
                </c:pt>
                <c:pt idx="4088">
                  <c:v>32.911194000000002</c:v>
                </c:pt>
                <c:pt idx="4089">
                  <c:v>32.868628999999999</c:v>
                </c:pt>
                <c:pt idx="4090">
                  <c:v>32.830413999999998</c:v>
                </c:pt>
                <c:pt idx="4091">
                  <c:v>32.796253</c:v>
                </c:pt>
                <c:pt idx="4092">
                  <c:v>32.765326999999999</c:v>
                </c:pt>
                <c:pt idx="4093">
                  <c:v>32.735022999999998</c:v>
                </c:pt>
                <c:pt idx="4094">
                  <c:v>32.700481000000003</c:v>
                </c:pt>
                <c:pt idx="4095">
                  <c:v>32.663372000000003</c:v>
                </c:pt>
                <c:pt idx="4096">
                  <c:v>32.622951999999998</c:v>
                </c:pt>
                <c:pt idx="4097">
                  <c:v>32.579422000000001</c:v>
                </c:pt>
                <c:pt idx="4098">
                  <c:v>32.538463999999998</c:v>
                </c:pt>
                <c:pt idx="4099">
                  <c:v>32.499583999999999</c:v>
                </c:pt>
                <c:pt idx="4100">
                  <c:v>32.465294</c:v>
                </c:pt>
                <c:pt idx="4101">
                  <c:v>32.43327</c:v>
                </c:pt>
                <c:pt idx="4102">
                  <c:v>32.401051000000002</c:v>
                </c:pt>
                <c:pt idx="4103">
                  <c:v>32.371540000000003</c:v>
                </c:pt>
                <c:pt idx="4104">
                  <c:v>32.338821000000003</c:v>
                </c:pt>
                <c:pt idx="4105">
                  <c:v>32.300258999999997</c:v>
                </c:pt>
                <c:pt idx="4106">
                  <c:v>32.257796999999997</c:v>
                </c:pt>
                <c:pt idx="4107">
                  <c:v>32.214668000000003</c:v>
                </c:pt>
                <c:pt idx="4108">
                  <c:v>32.174365999999999</c:v>
                </c:pt>
                <c:pt idx="4109">
                  <c:v>32.136668999999998</c:v>
                </c:pt>
                <c:pt idx="4110">
                  <c:v>32.100296</c:v>
                </c:pt>
                <c:pt idx="4111">
                  <c:v>32.068992999999999</c:v>
                </c:pt>
                <c:pt idx="4112">
                  <c:v>32.041030999999997</c:v>
                </c:pt>
                <c:pt idx="4113">
                  <c:v>32.010959999999997</c:v>
                </c:pt>
                <c:pt idx="4114">
                  <c:v>31.918990999999998</c:v>
                </c:pt>
                <c:pt idx="4115">
                  <c:v>30.590271000000001</c:v>
                </c:pt>
                <c:pt idx="4116">
                  <c:v>28.090948000000001</c:v>
                </c:pt>
                <c:pt idx="4117">
                  <c:v>29.477132999999998</c:v>
                </c:pt>
                <c:pt idx="4118">
                  <c:v>30.793341000000002</c:v>
                </c:pt>
                <c:pt idx="4119">
                  <c:v>31.659599</c:v>
                </c:pt>
                <c:pt idx="4120">
                  <c:v>32.221077000000001</c:v>
                </c:pt>
                <c:pt idx="4121">
                  <c:v>32.605117999999997</c:v>
                </c:pt>
                <c:pt idx="4122">
                  <c:v>32.884250999999999</c:v>
                </c:pt>
                <c:pt idx="4123">
                  <c:v>33.095180999999997</c:v>
                </c:pt>
                <c:pt idx="4124">
                  <c:v>33.254848000000003</c:v>
                </c:pt>
                <c:pt idx="4125">
                  <c:v>33.375683000000002</c:v>
                </c:pt>
                <c:pt idx="4126">
                  <c:v>33.467838</c:v>
                </c:pt>
                <c:pt idx="4127">
                  <c:v>33.540484999999997</c:v>
                </c:pt>
                <c:pt idx="4128">
                  <c:v>33.595878999999996</c:v>
                </c:pt>
                <c:pt idx="4129">
                  <c:v>33.638615000000001</c:v>
                </c:pt>
                <c:pt idx="4130">
                  <c:v>33.671154000000001</c:v>
                </c:pt>
                <c:pt idx="4131">
                  <c:v>33.694507999999999</c:v>
                </c:pt>
                <c:pt idx="4132">
                  <c:v>33.709784999999997</c:v>
                </c:pt>
                <c:pt idx="4133">
                  <c:v>33.714146</c:v>
                </c:pt>
                <c:pt idx="4134">
                  <c:v>33.705188999999997</c:v>
                </c:pt>
                <c:pt idx="4135">
                  <c:v>33.687252000000001</c:v>
                </c:pt>
                <c:pt idx="4136">
                  <c:v>33.663066999999998</c:v>
                </c:pt>
                <c:pt idx="4137">
                  <c:v>33.635117000000001</c:v>
                </c:pt>
                <c:pt idx="4138">
                  <c:v>33.606560000000002</c:v>
                </c:pt>
                <c:pt idx="4139">
                  <c:v>33.579310999999997</c:v>
                </c:pt>
                <c:pt idx="4140">
                  <c:v>33.553555000000003</c:v>
                </c:pt>
                <c:pt idx="4141">
                  <c:v>33.528998999999999</c:v>
                </c:pt>
                <c:pt idx="4142">
                  <c:v>33.506439</c:v>
                </c:pt>
                <c:pt idx="4143">
                  <c:v>33.480525999999998</c:v>
                </c:pt>
                <c:pt idx="4144">
                  <c:v>33.446758000000003</c:v>
                </c:pt>
                <c:pt idx="4145">
                  <c:v>33.404575000000001</c:v>
                </c:pt>
                <c:pt idx="4146">
                  <c:v>33.361015000000002</c:v>
                </c:pt>
                <c:pt idx="4147">
                  <c:v>33.317982000000001</c:v>
                </c:pt>
                <c:pt idx="4148">
                  <c:v>33.276744999999998</c:v>
                </c:pt>
                <c:pt idx="4149">
                  <c:v>33.240189000000001</c:v>
                </c:pt>
                <c:pt idx="4150">
                  <c:v>33.210135999999999</c:v>
                </c:pt>
                <c:pt idx="4151">
                  <c:v>33.183684999999997</c:v>
                </c:pt>
                <c:pt idx="4152">
                  <c:v>33.159587999999999</c:v>
                </c:pt>
                <c:pt idx="4153">
                  <c:v>33.132621999999998</c:v>
                </c:pt>
                <c:pt idx="4154">
                  <c:v>33.099594000000003</c:v>
                </c:pt>
                <c:pt idx="4155">
                  <c:v>33.058224000000003</c:v>
                </c:pt>
                <c:pt idx="4156">
                  <c:v>33.011401999999997</c:v>
                </c:pt>
                <c:pt idx="4157">
                  <c:v>32.967323</c:v>
                </c:pt>
                <c:pt idx="4158">
                  <c:v>32.929729000000002</c:v>
                </c:pt>
                <c:pt idx="4159">
                  <c:v>32.898944999999998</c:v>
                </c:pt>
                <c:pt idx="4160">
                  <c:v>32.873142000000001</c:v>
                </c:pt>
                <c:pt idx="4161">
                  <c:v>32.849735000000003</c:v>
                </c:pt>
                <c:pt idx="4162">
                  <c:v>32.827373999999999</c:v>
                </c:pt>
                <c:pt idx="4163">
                  <c:v>32.803019999999997</c:v>
                </c:pt>
                <c:pt idx="4164">
                  <c:v>32.770679000000001</c:v>
                </c:pt>
                <c:pt idx="4165">
                  <c:v>32.730567999999998</c:v>
                </c:pt>
                <c:pt idx="4166">
                  <c:v>32.685901999999999</c:v>
                </c:pt>
                <c:pt idx="4167">
                  <c:v>32.644722000000002</c:v>
                </c:pt>
                <c:pt idx="4168">
                  <c:v>32.611148999999997</c:v>
                </c:pt>
                <c:pt idx="4169">
                  <c:v>32.583786000000003</c:v>
                </c:pt>
                <c:pt idx="4170">
                  <c:v>32.560271999999998</c:v>
                </c:pt>
                <c:pt idx="4171">
                  <c:v>32.540675999999998</c:v>
                </c:pt>
                <c:pt idx="4172">
                  <c:v>32.521667000000001</c:v>
                </c:pt>
                <c:pt idx="4173">
                  <c:v>32.499409</c:v>
                </c:pt>
                <c:pt idx="4174">
                  <c:v>32.469600999999997</c:v>
                </c:pt>
                <c:pt idx="4175">
                  <c:v>32.432181999999997</c:v>
                </c:pt>
                <c:pt idx="4176">
                  <c:v>32.389606000000001</c:v>
                </c:pt>
                <c:pt idx="4177">
                  <c:v>32.349345999999997</c:v>
                </c:pt>
                <c:pt idx="4178">
                  <c:v>32.316974999999999</c:v>
                </c:pt>
                <c:pt idx="4179">
                  <c:v>32.291901000000003</c:v>
                </c:pt>
                <c:pt idx="4180">
                  <c:v>32.271377999999999</c:v>
                </c:pt>
                <c:pt idx="4181">
                  <c:v>32.253039999999999</c:v>
                </c:pt>
                <c:pt idx="4182">
                  <c:v>32.236198000000002</c:v>
                </c:pt>
                <c:pt idx="4183">
                  <c:v>32.217219999999998</c:v>
                </c:pt>
                <c:pt idx="4184">
                  <c:v>32.188904000000001</c:v>
                </c:pt>
                <c:pt idx="4185">
                  <c:v>32.151093000000003</c:v>
                </c:pt>
                <c:pt idx="4186">
                  <c:v>32.108024999999998</c:v>
                </c:pt>
                <c:pt idx="4187">
                  <c:v>32.068752000000003</c:v>
                </c:pt>
                <c:pt idx="4188">
                  <c:v>32.037475999999998</c:v>
                </c:pt>
                <c:pt idx="4189">
                  <c:v>32.012661000000001</c:v>
                </c:pt>
                <c:pt idx="4190">
                  <c:v>31.994173</c:v>
                </c:pt>
                <c:pt idx="4191">
                  <c:v>31.980119999999999</c:v>
                </c:pt>
                <c:pt idx="4192">
                  <c:v>31.967538999999999</c:v>
                </c:pt>
                <c:pt idx="4193">
                  <c:v>31.949604000000001</c:v>
                </c:pt>
                <c:pt idx="4194">
                  <c:v>31.923071</c:v>
                </c:pt>
                <c:pt idx="4195">
                  <c:v>31.886113999999999</c:v>
                </c:pt>
                <c:pt idx="4196">
                  <c:v>31.844052999999999</c:v>
                </c:pt>
                <c:pt idx="4197">
                  <c:v>31.805401</c:v>
                </c:pt>
                <c:pt idx="4198">
                  <c:v>31.775414000000001</c:v>
                </c:pt>
                <c:pt idx="4199">
                  <c:v>31.754428999999998</c:v>
                </c:pt>
                <c:pt idx="4200">
                  <c:v>31.740814</c:v>
                </c:pt>
                <c:pt idx="4201">
                  <c:v>31.730045</c:v>
                </c:pt>
                <c:pt idx="4202">
                  <c:v>31.720451000000001</c:v>
                </c:pt>
                <c:pt idx="4203">
                  <c:v>31.707350000000002</c:v>
                </c:pt>
                <c:pt idx="4204">
                  <c:v>31.684856</c:v>
                </c:pt>
                <c:pt idx="4205">
                  <c:v>31.649743999999998</c:v>
                </c:pt>
                <c:pt idx="4206">
                  <c:v>31.610569000000002</c:v>
                </c:pt>
                <c:pt idx="4207">
                  <c:v>31.572223999999999</c:v>
                </c:pt>
                <c:pt idx="4208">
                  <c:v>31.540092000000001</c:v>
                </c:pt>
                <c:pt idx="4209">
                  <c:v>31.516895000000002</c:v>
                </c:pt>
                <c:pt idx="4210">
                  <c:v>31.500633000000001</c:v>
                </c:pt>
                <c:pt idx="4211">
                  <c:v>31.490621999999998</c:v>
                </c:pt>
                <c:pt idx="4212">
                  <c:v>31.483276</c:v>
                </c:pt>
                <c:pt idx="4213">
                  <c:v>31.473326</c:v>
                </c:pt>
                <c:pt idx="4214">
                  <c:v>31.453716</c:v>
                </c:pt>
                <c:pt idx="4215">
                  <c:v>31.420981999999999</c:v>
                </c:pt>
                <c:pt idx="4216">
                  <c:v>31.382546999999999</c:v>
                </c:pt>
                <c:pt idx="4217">
                  <c:v>31.346418</c:v>
                </c:pt>
                <c:pt idx="4218">
                  <c:v>31.316105</c:v>
                </c:pt>
                <c:pt idx="4219">
                  <c:v>31.294557999999999</c:v>
                </c:pt>
                <c:pt idx="4220">
                  <c:v>31.281223000000001</c:v>
                </c:pt>
                <c:pt idx="4221">
                  <c:v>31.274151</c:v>
                </c:pt>
                <c:pt idx="4222">
                  <c:v>31.269606</c:v>
                </c:pt>
                <c:pt idx="4223">
                  <c:v>31.261133000000001</c:v>
                </c:pt>
                <c:pt idx="4224">
                  <c:v>31.239581999999999</c:v>
                </c:pt>
                <c:pt idx="4225">
                  <c:v>31.208058999999999</c:v>
                </c:pt>
                <c:pt idx="4226">
                  <c:v>31.169483</c:v>
                </c:pt>
                <c:pt idx="4227">
                  <c:v>31.1327</c:v>
                </c:pt>
                <c:pt idx="4228">
                  <c:v>31.103043</c:v>
                </c:pt>
                <c:pt idx="4229">
                  <c:v>31.082218000000001</c:v>
                </c:pt>
                <c:pt idx="4230">
                  <c:v>31.06859</c:v>
                </c:pt>
                <c:pt idx="4231">
                  <c:v>31.060772</c:v>
                </c:pt>
                <c:pt idx="4232">
                  <c:v>31.054587999999999</c:v>
                </c:pt>
                <c:pt idx="4233">
                  <c:v>31.047516000000002</c:v>
                </c:pt>
                <c:pt idx="4234">
                  <c:v>31.031984000000001</c:v>
                </c:pt>
                <c:pt idx="4235">
                  <c:v>31.004418999999999</c:v>
                </c:pt>
                <c:pt idx="4236">
                  <c:v>30.970030000000001</c:v>
                </c:pt>
                <c:pt idx="4237">
                  <c:v>30.938679</c:v>
                </c:pt>
                <c:pt idx="4238">
                  <c:v>30.914529999999999</c:v>
                </c:pt>
                <c:pt idx="4239">
                  <c:v>30.898347999999999</c:v>
                </c:pt>
                <c:pt idx="4240">
                  <c:v>30.890792999999999</c:v>
                </c:pt>
                <c:pt idx="4241">
                  <c:v>30.886994999999999</c:v>
                </c:pt>
                <c:pt idx="4242">
                  <c:v>30.883381</c:v>
                </c:pt>
                <c:pt idx="4243">
                  <c:v>30.873197999999999</c:v>
                </c:pt>
                <c:pt idx="4244">
                  <c:v>30.853382</c:v>
                </c:pt>
                <c:pt idx="4245">
                  <c:v>30.823664000000001</c:v>
                </c:pt>
                <c:pt idx="4246">
                  <c:v>30.789701000000001</c:v>
                </c:pt>
                <c:pt idx="4247">
                  <c:v>30.757372</c:v>
                </c:pt>
                <c:pt idx="4248">
                  <c:v>30.732673999999999</c:v>
                </c:pt>
                <c:pt idx="4249">
                  <c:v>30.716206</c:v>
                </c:pt>
                <c:pt idx="4250">
                  <c:v>30.711411999999999</c:v>
                </c:pt>
                <c:pt idx="4251">
                  <c:v>30.711084</c:v>
                </c:pt>
                <c:pt idx="4252">
                  <c:v>30.709578</c:v>
                </c:pt>
                <c:pt idx="4253">
                  <c:v>30.703505</c:v>
                </c:pt>
                <c:pt idx="4254">
                  <c:v>30.687265</c:v>
                </c:pt>
                <c:pt idx="4255">
                  <c:v>30.659775</c:v>
                </c:pt>
                <c:pt idx="4256">
                  <c:v>30.628529</c:v>
                </c:pt>
                <c:pt idx="4257">
                  <c:v>30.599164999999999</c:v>
                </c:pt>
                <c:pt idx="4258">
                  <c:v>30.578185999999999</c:v>
                </c:pt>
                <c:pt idx="4259">
                  <c:v>30.566603000000001</c:v>
                </c:pt>
                <c:pt idx="4260">
                  <c:v>30.563041999999999</c:v>
                </c:pt>
                <c:pt idx="4261">
                  <c:v>30.564302000000001</c:v>
                </c:pt>
                <c:pt idx="4262">
                  <c:v>30.565989999999999</c:v>
                </c:pt>
                <c:pt idx="4263">
                  <c:v>30.561657</c:v>
                </c:pt>
                <c:pt idx="4264">
                  <c:v>30.543659000000002</c:v>
                </c:pt>
                <c:pt idx="4265">
                  <c:v>30.515132999999999</c:v>
                </c:pt>
                <c:pt idx="4266">
                  <c:v>30.485631999999999</c:v>
                </c:pt>
                <c:pt idx="4267">
                  <c:v>30.458514999999998</c:v>
                </c:pt>
                <c:pt idx="4268">
                  <c:v>30.436219999999999</c:v>
                </c:pt>
                <c:pt idx="4269">
                  <c:v>30.424244000000002</c:v>
                </c:pt>
                <c:pt idx="4270">
                  <c:v>30.420938</c:v>
                </c:pt>
                <c:pt idx="4271">
                  <c:v>30.422604</c:v>
                </c:pt>
                <c:pt idx="4272">
                  <c:v>30.424011</c:v>
                </c:pt>
                <c:pt idx="4273">
                  <c:v>30.419212000000002</c:v>
                </c:pt>
                <c:pt idx="4274">
                  <c:v>30.403690000000001</c:v>
                </c:pt>
                <c:pt idx="4275">
                  <c:v>30.378990000000002</c:v>
                </c:pt>
                <c:pt idx="4276">
                  <c:v>30.349297</c:v>
                </c:pt>
                <c:pt idx="4277">
                  <c:v>30.323799000000001</c:v>
                </c:pt>
                <c:pt idx="4278">
                  <c:v>30.304594000000002</c:v>
                </c:pt>
                <c:pt idx="4279">
                  <c:v>30.294090000000001</c:v>
                </c:pt>
                <c:pt idx="4280">
                  <c:v>30.289657999999999</c:v>
                </c:pt>
                <c:pt idx="4281">
                  <c:v>30.287068999999999</c:v>
                </c:pt>
                <c:pt idx="4282">
                  <c:v>30.278582</c:v>
                </c:pt>
                <c:pt idx="4283">
                  <c:v>30.232520999999998</c:v>
                </c:pt>
                <c:pt idx="4284">
                  <c:v>30.116793000000001</c:v>
                </c:pt>
                <c:pt idx="4285">
                  <c:v>29.973980000000001</c:v>
                </c:pt>
                <c:pt idx="4286">
                  <c:v>29.854762999999998</c:v>
                </c:pt>
                <c:pt idx="4287">
                  <c:v>29.773240999999999</c:v>
                </c:pt>
                <c:pt idx="4288">
                  <c:v>29.730846</c:v>
                </c:pt>
                <c:pt idx="4289">
                  <c:v>29.718710000000002</c:v>
                </c:pt>
                <c:pt idx="4290">
                  <c:v>29.732209999999998</c:v>
                </c:pt>
                <c:pt idx="4291">
                  <c:v>29.760110999999998</c:v>
                </c:pt>
                <c:pt idx="4292">
                  <c:v>29.775701999999999</c:v>
                </c:pt>
                <c:pt idx="4293">
                  <c:v>29.741343000000001</c:v>
                </c:pt>
                <c:pt idx="4294">
                  <c:v>29.583855</c:v>
                </c:pt>
                <c:pt idx="4295">
                  <c:v>29.287275000000001</c:v>
                </c:pt>
                <c:pt idx="4296">
                  <c:v>28.942198000000001</c:v>
                </c:pt>
                <c:pt idx="4297">
                  <c:v>28.599395999999999</c:v>
                </c:pt>
                <c:pt idx="4298">
                  <c:v>28.29034</c:v>
                </c:pt>
                <c:pt idx="4299">
                  <c:v>27.979382000000001</c:v>
                </c:pt>
                <c:pt idx="4300">
                  <c:v>27.772760000000002</c:v>
                </c:pt>
                <c:pt idx="4301">
                  <c:v>27.620056000000002</c:v>
                </c:pt>
                <c:pt idx="4302">
                  <c:v>27.511564</c:v>
                </c:pt>
                <c:pt idx="4303">
                  <c:v>27.430448999999999</c:v>
                </c:pt>
                <c:pt idx="4304">
                  <c:v>27.362186000000001</c:v>
                </c:pt>
                <c:pt idx="4305">
                  <c:v>27.293410999999999</c:v>
                </c:pt>
                <c:pt idx="4306">
                  <c:v>27.226859999999999</c:v>
                </c:pt>
                <c:pt idx="4307">
                  <c:v>27.194272999999999</c:v>
                </c:pt>
                <c:pt idx="4308">
                  <c:v>27.212032000000001</c:v>
                </c:pt>
                <c:pt idx="4309">
                  <c:v>27.270119000000001</c:v>
                </c:pt>
                <c:pt idx="4310">
                  <c:v>27.363167000000001</c:v>
                </c:pt>
                <c:pt idx="4311">
                  <c:v>27.482275000000001</c:v>
                </c:pt>
                <c:pt idx="4312">
                  <c:v>27.608953</c:v>
                </c:pt>
                <c:pt idx="4313">
                  <c:v>27.693418999999999</c:v>
                </c:pt>
                <c:pt idx="4314">
                  <c:v>27.712433000000001</c:v>
                </c:pt>
                <c:pt idx="4315">
                  <c:v>27.667456000000001</c:v>
                </c:pt>
                <c:pt idx="4316">
                  <c:v>27.583411999999999</c:v>
                </c:pt>
                <c:pt idx="4317">
                  <c:v>27.494361999999999</c:v>
                </c:pt>
                <c:pt idx="4318">
                  <c:v>27.418606</c:v>
                </c:pt>
                <c:pt idx="4319">
                  <c:v>27.37067</c:v>
                </c:pt>
                <c:pt idx="4320">
                  <c:v>27.367135999999999</c:v>
                </c:pt>
                <c:pt idx="4321">
                  <c:v>27.402080999999999</c:v>
                </c:pt>
                <c:pt idx="4322">
                  <c:v>27.454989999999999</c:v>
                </c:pt>
                <c:pt idx="4323">
                  <c:v>27.499251999999998</c:v>
                </c:pt>
                <c:pt idx="4324">
                  <c:v>27.508002999999999</c:v>
                </c:pt>
                <c:pt idx="4325">
                  <c:v>27.469912000000001</c:v>
                </c:pt>
                <c:pt idx="4326">
                  <c:v>27.400991000000001</c:v>
                </c:pt>
                <c:pt idx="4327">
                  <c:v>27.332024000000001</c:v>
                </c:pt>
                <c:pt idx="4328">
                  <c:v>27.285316000000002</c:v>
                </c:pt>
                <c:pt idx="4329">
                  <c:v>27.277194999999999</c:v>
                </c:pt>
                <c:pt idx="4330">
                  <c:v>27.312819999999999</c:v>
                </c:pt>
                <c:pt idx="4331">
                  <c:v>27.375767</c:v>
                </c:pt>
                <c:pt idx="4332">
                  <c:v>27.440828</c:v>
                </c:pt>
                <c:pt idx="4333">
                  <c:v>27.483561000000002</c:v>
                </c:pt>
                <c:pt idx="4334">
                  <c:v>27.476803</c:v>
                </c:pt>
                <c:pt idx="4335">
                  <c:v>27.43018</c:v>
                </c:pt>
                <c:pt idx="4336">
                  <c:v>27.372371999999999</c:v>
                </c:pt>
                <c:pt idx="4337">
                  <c:v>27.293198</c:v>
                </c:pt>
                <c:pt idx="4338">
                  <c:v>27.186140000000002</c:v>
                </c:pt>
                <c:pt idx="4339">
                  <c:v>27.114176</c:v>
                </c:pt>
                <c:pt idx="4340">
                  <c:v>27.107182999999999</c:v>
                </c:pt>
                <c:pt idx="4341">
                  <c:v>27.145098000000001</c:v>
                </c:pt>
                <c:pt idx="4342">
                  <c:v>27.198288000000002</c:v>
                </c:pt>
                <c:pt idx="4343">
                  <c:v>27.235195000000001</c:v>
                </c:pt>
                <c:pt idx="4344">
                  <c:v>27.227737000000001</c:v>
                </c:pt>
                <c:pt idx="4345">
                  <c:v>27.179762</c:v>
                </c:pt>
                <c:pt idx="4346">
                  <c:v>27.112869</c:v>
                </c:pt>
                <c:pt idx="4347">
                  <c:v>27.061523000000001</c:v>
                </c:pt>
                <c:pt idx="4348">
                  <c:v>27.047266</c:v>
                </c:pt>
                <c:pt idx="4349">
                  <c:v>27.078205000000001</c:v>
                </c:pt>
                <c:pt idx="4350">
                  <c:v>27.143269</c:v>
                </c:pt>
                <c:pt idx="4351">
                  <c:v>27.216930000000001</c:v>
                </c:pt>
                <c:pt idx="4352">
                  <c:v>27.275065999999999</c:v>
                </c:pt>
                <c:pt idx="4353">
                  <c:v>27.299347000000001</c:v>
                </c:pt>
                <c:pt idx="4354">
                  <c:v>27.280373000000001</c:v>
                </c:pt>
                <c:pt idx="4355">
                  <c:v>27.20627</c:v>
                </c:pt>
                <c:pt idx="4356">
                  <c:v>27.107780000000002</c:v>
                </c:pt>
                <c:pt idx="4357">
                  <c:v>27.024698000000001</c:v>
                </c:pt>
                <c:pt idx="4358">
                  <c:v>26.956741000000001</c:v>
                </c:pt>
                <c:pt idx="4359">
                  <c:v>26.903465000000001</c:v>
                </c:pt>
                <c:pt idx="4360">
                  <c:v>26.876861999999999</c:v>
                </c:pt>
                <c:pt idx="4361">
                  <c:v>26.882432999999999</c:v>
                </c:pt>
                <c:pt idx="4362">
                  <c:v>26.902585999999999</c:v>
                </c:pt>
                <c:pt idx="4363">
                  <c:v>26.915061999999999</c:v>
                </c:pt>
                <c:pt idx="4364">
                  <c:v>26.908138000000001</c:v>
                </c:pt>
                <c:pt idx="4365">
                  <c:v>26.874271</c:v>
                </c:pt>
                <c:pt idx="4366">
                  <c:v>26.824418999999999</c:v>
                </c:pt>
                <c:pt idx="4367">
                  <c:v>26.784658</c:v>
                </c:pt>
                <c:pt idx="4368">
                  <c:v>26.766211999999999</c:v>
                </c:pt>
                <c:pt idx="4369">
                  <c:v>26.777016</c:v>
                </c:pt>
                <c:pt idx="4370">
                  <c:v>26.819652999999999</c:v>
                </c:pt>
                <c:pt idx="4371">
                  <c:v>26.875364000000001</c:v>
                </c:pt>
                <c:pt idx="4372">
                  <c:v>26.924706</c:v>
                </c:pt>
                <c:pt idx="4373">
                  <c:v>26.949753000000001</c:v>
                </c:pt>
                <c:pt idx="4374">
                  <c:v>26.940667999999999</c:v>
                </c:pt>
                <c:pt idx="4375">
                  <c:v>26.905391999999999</c:v>
                </c:pt>
                <c:pt idx="4376">
                  <c:v>26.848617999999998</c:v>
                </c:pt>
                <c:pt idx="4377">
                  <c:v>26.792131000000001</c:v>
                </c:pt>
                <c:pt idx="4378">
                  <c:v>26.758118</c:v>
                </c:pt>
                <c:pt idx="4379">
                  <c:v>26.744616000000001</c:v>
                </c:pt>
                <c:pt idx="4380">
                  <c:v>26.748404000000001</c:v>
                </c:pt>
                <c:pt idx="4381">
                  <c:v>26.772779</c:v>
                </c:pt>
                <c:pt idx="4382">
                  <c:v>26.811592000000001</c:v>
                </c:pt>
                <c:pt idx="4383">
                  <c:v>26.837319999999998</c:v>
                </c:pt>
                <c:pt idx="4384">
                  <c:v>26.826965000000001</c:v>
                </c:pt>
                <c:pt idx="4385">
                  <c:v>26.793064000000001</c:v>
                </c:pt>
                <c:pt idx="4386">
                  <c:v>26.755542999999999</c:v>
                </c:pt>
                <c:pt idx="4387">
                  <c:v>26.719982000000002</c:v>
                </c:pt>
                <c:pt idx="4388">
                  <c:v>26.692730000000001</c:v>
                </c:pt>
                <c:pt idx="4389">
                  <c:v>26.682478</c:v>
                </c:pt>
                <c:pt idx="4390">
                  <c:v>26.693501999999999</c:v>
                </c:pt>
                <c:pt idx="4391">
                  <c:v>26.717811999999999</c:v>
                </c:pt>
                <c:pt idx="4392">
                  <c:v>26.742657000000001</c:v>
                </c:pt>
                <c:pt idx="4393">
                  <c:v>26.757228999999999</c:v>
                </c:pt>
                <c:pt idx="4394">
                  <c:v>26.757518999999998</c:v>
                </c:pt>
                <c:pt idx="4395">
                  <c:v>26.738582999999998</c:v>
                </c:pt>
                <c:pt idx="4396">
                  <c:v>26.703157000000001</c:v>
                </c:pt>
                <c:pt idx="4397">
                  <c:v>26.665979</c:v>
                </c:pt>
                <c:pt idx="4398">
                  <c:v>26.643394000000001</c:v>
                </c:pt>
                <c:pt idx="4399">
                  <c:v>26.636776000000001</c:v>
                </c:pt>
                <c:pt idx="4400">
                  <c:v>26.645966000000001</c:v>
                </c:pt>
                <c:pt idx="4401">
                  <c:v>26.669263999999998</c:v>
                </c:pt>
                <c:pt idx="4402">
                  <c:v>26.698671000000001</c:v>
                </c:pt>
                <c:pt idx="4403">
                  <c:v>26.71265</c:v>
                </c:pt>
                <c:pt idx="4404">
                  <c:v>26.707785000000001</c:v>
                </c:pt>
                <c:pt idx="4405">
                  <c:v>26.687605000000001</c:v>
                </c:pt>
                <c:pt idx="4406">
                  <c:v>26.655017999999998</c:v>
                </c:pt>
                <c:pt idx="4407">
                  <c:v>26.619751000000001</c:v>
                </c:pt>
                <c:pt idx="4408">
                  <c:v>26.589770999999999</c:v>
                </c:pt>
                <c:pt idx="4409">
                  <c:v>26.567322000000001</c:v>
                </c:pt>
                <c:pt idx="4410">
                  <c:v>26.570239999999998</c:v>
                </c:pt>
                <c:pt idx="4411">
                  <c:v>26.587924999999998</c:v>
                </c:pt>
                <c:pt idx="4412">
                  <c:v>26.608667000000001</c:v>
                </c:pt>
                <c:pt idx="4413">
                  <c:v>26.618594999999999</c:v>
                </c:pt>
                <c:pt idx="4414">
                  <c:v>26.613153000000001</c:v>
                </c:pt>
                <c:pt idx="4415">
                  <c:v>26.590214</c:v>
                </c:pt>
                <c:pt idx="4416">
                  <c:v>26.560324000000001</c:v>
                </c:pt>
                <c:pt idx="4417">
                  <c:v>26.528811999999999</c:v>
                </c:pt>
                <c:pt idx="4418">
                  <c:v>26.509316999999999</c:v>
                </c:pt>
                <c:pt idx="4419">
                  <c:v>26.502469999999999</c:v>
                </c:pt>
                <c:pt idx="4420">
                  <c:v>26.511862000000001</c:v>
                </c:pt>
                <c:pt idx="4421">
                  <c:v>26.539967999999998</c:v>
                </c:pt>
                <c:pt idx="4422">
                  <c:v>26.572952000000001</c:v>
                </c:pt>
                <c:pt idx="4423">
                  <c:v>26.594422999999999</c:v>
                </c:pt>
                <c:pt idx="4424">
                  <c:v>26.597708000000001</c:v>
                </c:pt>
                <c:pt idx="4425">
                  <c:v>26.582191000000002</c:v>
                </c:pt>
                <c:pt idx="4426">
                  <c:v>26.559975000000001</c:v>
                </c:pt>
                <c:pt idx="4427">
                  <c:v>26.534958</c:v>
                </c:pt>
                <c:pt idx="4428">
                  <c:v>26.517153</c:v>
                </c:pt>
                <c:pt idx="4429">
                  <c:v>26.511471</c:v>
                </c:pt>
                <c:pt idx="4430">
                  <c:v>26.516769</c:v>
                </c:pt>
                <c:pt idx="4431">
                  <c:v>26.533272</c:v>
                </c:pt>
                <c:pt idx="4432">
                  <c:v>26.555340000000001</c:v>
                </c:pt>
                <c:pt idx="4433">
                  <c:v>26.570516999999999</c:v>
                </c:pt>
                <c:pt idx="4434">
                  <c:v>26.570097000000001</c:v>
                </c:pt>
                <c:pt idx="4435">
                  <c:v>26.555129999999998</c:v>
                </c:pt>
                <c:pt idx="4436">
                  <c:v>26.534025</c:v>
                </c:pt>
                <c:pt idx="4437">
                  <c:v>26.514203999999999</c:v>
                </c:pt>
                <c:pt idx="4438">
                  <c:v>26.505403999999999</c:v>
                </c:pt>
                <c:pt idx="4439">
                  <c:v>26.506198999999999</c:v>
                </c:pt>
                <c:pt idx="4440">
                  <c:v>26.512871000000001</c:v>
                </c:pt>
                <c:pt idx="4441">
                  <c:v>26.523436</c:v>
                </c:pt>
                <c:pt idx="4442">
                  <c:v>26.537324999999999</c:v>
                </c:pt>
                <c:pt idx="4443">
                  <c:v>26.545089999999998</c:v>
                </c:pt>
                <c:pt idx="4444">
                  <c:v>26.540886</c:v>
                </c:pt>
                <c:pt idx="4445">
                  <c:v>26.525639000000002</c:v>
                </c:pt>
                <c:pt idx="4446">
                  <c:v>26.507200000000001</c:v>
                </c:pt>
                <c:pt idx="4447">
                  <c:v>26.491427999999999</c:v>
                </c:pt>
                <c:pt idx="4448">
                  <c:v>26.482818999999999</c:v>
                </c:pt>
                <c:pt idx="4449">
                  <c:v>26.482965</c:v>
                </c:pt>
                <c:pt idx="4450">
                  <c:v>26.492467999999999</c:v>
                </c:pt>
                <c:pt idx="4451">
                  <c:v>26.508866999999999</c:v>
                </c:pt>
                <c:pt idx="4452">
                  <c:v>26.523886000000001</c:v>
                </c:pt>
                <c:pt idx="4453">
                  <c:v>26.528414000000001</c:v>
                </c:pt>
                <c:pt idx="4454">
                  <c:v>26.518307</c:v>
                </c:pt>
                <c:pt idx="4455">
                  <c:v>26.498199</c:v>
                </c:pt>
                <c:pt idx="4456">
                  <c:v>26.476645000000001</c:v>
                </c:pt>
                <c:pt idx="4457">
                  <c:v>26.459806</c:v>
                </c:pt>
                <c:pt idx="4458">
                  <c:v>26.451639</c:v>
                </c:pt>
                <c:pt idx="4459">
                  <c:v>26.453430000000001</c:v>
                </c:pt>
                <c:pt idx="4460">
                  <c:v>26.464268000000001</c:v>
                </c:pt>
                <c:pt idx="4461">
                  <c:v>26.481718000000001</c:v>
                </c:pt>
                <c:pt idx="4462">
                  <c:v>26.500340000000001</c:v>
                </c:pt>
                <c:pt idx="4463">
                  <c:v>26.511827</c:v>
                </c:pt>
                <c:pt idx="4464">
                  <c:v>26.512287000000001</c:v>
                </c:pt>
                <c:pt idx="4465">
                  <c:v>26.501852</c:v>
                </c:pt>
                <c:pt idx="4466">
                  <c:v>26.485695</c:v>
                </c:pt>
                <c:pt idx="4467">
                  <c:v>26.471340000000001</c:v>
                </c:pt>
                <c:pt idx="4468">
                  <c:v>26.465192999999999</c:v>
                </c:pt>
                <c:pt idx="4469">
                  <c:v>26.469266999999999</c:v>
                </c:pt>
                <c:pt idx="4470">
                  <c:v>26.482655999999999</c:v>
                </c:pt>
                <c:pt idx="4471">
                  <c:v>26.500803000000001</c:v>
                </c:pt>
                <c:pt idx="4472">
                  <c:v>26.518401999999998</c:v>
                </c:pt>
                <c:pt idx="4473">
                  <c:v>26.527896999999999</c:v>
                </c:pt>
                <c:pt idx="4474">
                  <c:v>26.523430000000001</c:v>
                </c:pt>
                <c:pt idx="4475">
                  <c:v>26.508467</c:v>
                </c:pt>
                <c:pt idx="4476">
                  <c:v>26.490185</c:v>
                </c:pt>
                <c:pt idx="4477">
                  <c:v>26.475947999999999</c:v>
                </c:pt>
                <c:pt idx="4478">
                  <c:v>26.470186000000002</c:v>
                </c:pt>
                <c:pt idx="4479">
                  <c:v>26.432489</c:v>
                </c:pt>
                <c:pt idx="4480">
                  <c:v>26.545480999999999</c:v>
                </c:pt>
                <c:pt idx="4481">
                  <c:v>26.746341999999999</c:v>
                </c:pt>
                <c:pt idx="4482">
                  <c:v>26.816894999999999</c:v>
                </c:pt>
                <c:pt idx="4483">
                  <c:v>26.938890000000001</c:v>
                </c:pt>
                <c:pt idx="4484">
                  <c:v>27.173487000000002</c:v>
                </c:pt>
                <c:pt idx="4485">
                  <c:v>27.407682000000001</c:v>
                </c:pt>
                <c:pt idx="4486">
                  <c:v>27.821072000000001</c:v>
                </c:pt>
                <c:pt idx="4487">
                  <c:v>28.283847999999999</c:v>
                </c:pt>
                <c:pt idx="4488">
                  <c:v>28.652094000000002</c:v>
                </c:pt>
                <c:pt idx="4489">
                  <c:v>28.893229000000002</c:v>
                </c:pt>
                <c:pt idx="4490">
                  <c:v>28.832792000000001</c:v>
                </c:pt>
                <c:pt idx="4491">
                  <c:v>28.616250999999998</c:v>
                </c:pt>
                <c:pt idx="4492">
                  <c:v>28.515539</c:v>
                </c:pt>
                <c:pt idx="4493">
                  <c:v>28.526281000000001</c:v>
                </c:pt>
                <c:pt idx="4494">
                  <c:v>28.762812</c:v>
                </c:pt>
                <c:pt idx="4495">
                  <c:v>29.333538000000001</c:v>
                </c:pt>
                <c:pt idx="4496">
                  <c:v>29.918108</c:v>
                </c:pt>
                <c:pt idx="4497">
                  <c:v>30.527052000000001</c:v>
                </c:pt>
                <c:pt idx="4498">
                  <c:v>31.090758999999998</c:v>
                </c:pt>
                <c:pt idx="4499">
                  <c:v>31.628761000000001</c:v>
                </c:pt>
                <c:pt idx="4500">
                  <c:v>32.051654999999997</c:v>
                </c:pt>
                <c:pt idx="4501">
                  <c:v>32.280788000000001</c:v>
                </c:pt>
                <c:pt idx="4502">
                  <c:v>32.358727000000002</c:v>
                </c:pt>
                <c:pt idx="4503">
                  <c:v>32.327106000000001</c:v>
                </c:pt>
                <c:pt idx="4504">
                  <c:v>32.195728000000003</c:v>
                </c:pt>
                <c:pt idx="4505">
                  <c:v>31.997548999999999</c:v>
                </c:pt>
                <c:pt idx="4506">
                  <c:v>31.839371</c:v>
                </c:pt>
                <c:pt idx="4507">
                  <c:v>31.724920000000001</c:v>
                </c:pt>
                <c:pt idx="4508">
                  <c:v>31.606183999999999</c:v>
                </c:pt>
                <c:pt idx="4509">
                  <c:v>31.441105</c:v>
                </c:pt>
                <c:pt idx="4510">
                  <c:v>31.22673</c:v>
                </c:pt>
                <c:pt idx="4511">
                  <c:v>31.096029000000001</c:v>
                </c:pt>
                <c:pt idx="4512">
                  <c:v>30.997022999999999</c:v>
                </c:pt>
                <c:pt idx="4513">
                  <c:v>30.891960000000001</c:v>
                </c:pt>
                <c:pt idx="4514">
                  <c:v>30.804175999999998</c:v>
                </c:pt>
                <c:pt idx="4515">
                  <c:v>30.723436</c:v>
                </c:pt>
                <c:pt idx="4516">
                  <c:v>30.605834999999999</c:v>
                </c:pt>
                <c:pt idx="4517">
                  <c:v>30.470644</c:v>
                </c:pt>
                <c:pt idx="4518">
                  <c:v>30.343256</c:v>
                </c:pt>
                <c:pt idx="4519">
                  <c:v>30.239801</c:v>
                </c:pt>
                <c:pt idx="4520">
                  <c:v>30.133120999999999</c:v>
                </c:pt>
                <c:pt idx="4521">
                  <c:v>30.104046</c:v>
                </c:pt>
                <c:pt idx="4522">
                  <c:v>30.077933999999999</c:v>
                </c:pt>
                <c:pt idx="4523">
                  <c:v>30.069841</c:v>
                </c:pt>
                <c:pt idx="4524">
                  <c:v>29.956085000000002</c:v>
                </c:pt>
                <c:pt idx="4525">
                  <c:v>29.735320999999999</c:v>
                </c:pt>
                <c:pt idx="4526">
                  <c:v>29.488686000000001</c:v>
                </c:pt>
                <c:pt idx="4527">
                  <c:v>29.212323999999999</c:v>
                </c:pt>
                <c:pt idx="4528">
                  <c:v>29.015789000000002</c:v>
                </c:pt>
                <c:pt idx="4529">
                  <c:v>28.914648</c:v>
                </c:pt>
                <c:pt idx="4530">
                  <c:v>28.842217999999999</c:v>
                </c:pt>
                <c:pt idx="4531">
                  <c:v>28.748474000000002</c:v>
                </c:pt>
                <c:pt idx="4532">
                  <c:v>28.606612999999999</c:v>
                </c:pt>
                <c:pt idx="4533">
                  <c:v>28.437978999999999</c:v>
                </c:pt>
                <c:pt idx="4534">
                  <c:v>28.291360999999998</c:v>
                </c:pt>
                <c:pt idx="4535">
                  <c:v>28.329291999999999</c:v>
                </c:pt>
                <c:pt idx="4536">
                  <c:v>28.940377999999999</c:v>
                </c:pt>
                <c:pt idx="4537">
                  <c:v>30.201070999999999</c:v>
                </c:pt>
                <c:pt idx="4538">
                  <c:v>31.576782000000001</c:v>
                </c:pt>
                <c:pt idx="4539">
                  <c:v>32.771523000000002</c:v>
                </c:pt>
                <c:pt idx="4540">
                  <c:v>33.734848</c:v>
                </c:pt>
                <c:pt idx="4541">
                  <c:v>34.497635000000002</c:v>
                </c:pt>
                <c:pt idx="4542">
                  <c:v>35.112915000000001</c:v>
                </c:pt>
                <c:pt idx="4543">
                  <c:v>35.544102000000002</c:v>
                </c:pt>
                <c:pt idx="4544">
                  <c:v>35.830620000000003</c:v>
                </c:pt>
                <c:pt idx="4545">
                  <c:v>36.022480000000002</c:v>
                </c:pt>
                <c:pt idx="4546">
                  <c:v>36.129742</c:v>
                </c:pt>
                <c:pt idx="4547">
                  <c:v>36.146979999999999</c:v>
                </c:pt>
                <c:pt idx="4548">
                  <c:v>36.117794000000004</c:v>
                </c:pt>
                <c:pt idx="4549">
                  <c:v>36.075321000000002</c:v>
                </c:pt>
                <c:pt idx="4550">
                  <c:v>36.005203000000002</c:v>
                </c:pt>
                <c:pt idx="4551">
                  <c:v>35.906821999999998</c:v>
                </c:pt>
                <c:pt idx="4552">
                  <c:v>35.781005999999998</c:v>
                </c:pt>
                <c:pt idx="4553">
                  <c:v>35.658703000000003</c:v>
                </c:pt>
                <c:pt idx="4554">
                  <c:v>35.613410999999999</c:v>
                </c:pt>
                <c:pt idx="4555">
                  <c:v>35.704642999999997</c:v>
                </c:pt>
                <c:pt idx="4556">
                  <c:v>35.872577999999997</c:v>
                </c:pt>
                <c:pt idx="4557">
                  <c:v>36.073993999999999</c:v>
                </c:pt>
                <c:pt idx="4558">
                  <c:v>36.299720999999998</c:v>
                </c:pt>
                <c:pt idx="4559">
                  <c:v>36.513123</c:v>
                </c:pt>
                <c:pt idx="4560">
                  <c:v>36.690094000000002</c:v>
                </c:pt>
                <c:pt idx="4561">
                  <c:v>36.851463000000003</c:v>
                </c:pt>
                <c:pt idx="4562">
                  <c:v>37.011538999999999</c:v>
                </c:pt>
                <c:pt idx="4563">
                  <c:v>37.156708000000002</c:v>
                </c:pt>
                <c:pt idx="4564">
                  <c:v>37.258648000000001</c:v>
                </c:pt>
                <c:pt idx="4565">
                  <c:v>37.303348999999997</c:v>
                </c:pt>
                <c:pt idx="4566">
                  <c:v>37.294361000000002</c:v>
                </c:pt>
                <c:pt idx="4567">
                  <c:v>37.227276000000003</c:v>
                </c:pt>
                <c:pt idx="4568">
                  <c:v>37.194271000000001</c:v>
                </c:pt>
                <c:pt idx="4569">
                  <c:v>37.216296999999997</c:v>
                </c:pt>
                <c:pt idx="4570">
                  <c:v>37.278320000000001</c:v>
                </c:pt>
                <c:pt idx="4571">
                  <c:v>37.354008</c:v>
                </c:pt>
                <c:pt idx="4572">
                  <c:v>37.449706999999997</c:v>
                </c:pt>
                <c:pt idx="4573">
                  <c:v>37.566265000000001</c:v>
                </c:pt>
                <c:pt idx="4574">
                  <c:v>37.707317000000003</c:v>
                </c:pt>
                <c:pt idx="4575">
                  <c:v>37.879738000000003</c:v>
                </c:pt>
                <c:pt idx="4576">
                  <c:v>38.037075000000002</c:v>
                </c:pt>
                <c:pt idx="4577">
                  <c:v>38.179397999999999</c:v>
                </c:pt>
                <c:pt idx="4578">
                  <c:v>38.297020000000003</c:v>
                </c:pt>
                <c:pt idx="4579">
                  <c:v>38.393368000000002</c:v>
                </c:pt>
                <c:pt idx="4580">
                  <c:v>38.476486000000001</c:v>
                </c:pt>
                <c:pt idx="4581">
                  <c:v>38.547778999999998</c:v>
                </c:pt>
                <c:pt idx="4582">
                  <c:v>38.587128</c:v>
                </c:pt>
                <c:pt idx="4583">
                  <c:v>38.59845</c:v>
                </c:pt>
                <c:pt idx="4584">
                  <c:v>38.580677000000001</c:v>
                </c:pt>
                <c:pt idx="4585">
                  <c:v>38.517474999999997</c:v>
                </c:pt>
                <c:pt idx="4586">
                  <c:v>38.409809000000003</c:v>
                </c:pt>
                <c:pt idx="4587">
                  <c:v>38.282409999999999</c:v>
                </c:pt>
                <c:pt idx="4588">
                  <c:v>38.153804999999998</c:v>
                </c:pt>
                <c:pt idx="4589">
                  <c:v>38.060569999999998</c:v>
                </c:pt>
                <c:pt idx="4590">
                  <c:v>38.004123999999997</c:v>
                </c:pt>
                <c:pt idx="4591">
                  <c:v>37.942596000000002</c:v>
                </c:pt>
                <c:pt idx="4592">
                  <c:v>37.823044000000003</c:v>
                </c:pt>
                <c:pt idx="4593">
                  <c:v>37.652279</c:v>
                </c:pt>
                <c:pt idx="4594">
                  <c:v>37.460406999999996</c:v>
                </c:pt>
                <c:pt idx="4595">
                  <c:v>37.287208999999997</c:v>
                </c:pt>
                <c:pt idx="4596">
                  <c:v>37.197918000000001</c:v>
                </c:pt>
                <c:pt idx="4597">
                  <c:v>37.241982</c:v>
                </c:pt>
                <c:pt idx="4598">
                  <c:v>37.371890999999998</c:v>
                </c:pt>
                <c:pt idx="4599">
                  <c:v>37.509720000000002</c:v>
                </c:pt>
                <c:pt idx="4600">
                  <c:v>37.632229000000002</c:v>
                </c:pt>
                <c:pt idx="4601">
                  <c:v>37.733212000000002</c:v>
                </c:pt>
                <c:pt idx="4602">
                  <c:v>37.83173</c:v>
                </c:pt>
                <c:pt idx="4603">
                  <c:v>37.95438</c:v>
                </c:pt>
                <c:pt idx="4604">
                  <c:v>38.094807000000003</c:v>
                </c:pt>
                <c:pt idx="4605">
                  <c:v>38.216385000000002</c:v>
                </c:pt>
                <c:pt idx="4606">
                  <c:v>38.344517000000003</c:v>
                </c:pt>
                <c:pt idx="4607">
                  <c:v>38.485461999999998</c:v>
                </c:pt>
                <c:pt idx="4608">
                  <c:v>38.668495</c:v>
                </c:pt>
                <c:pt idx="4609">
                  <c:v>38.883361999999998</c:v>
                </c:pt>
                <c:pt idx="4610">
                  <c:v>39.132244</c:v>
                </c:pt>
                <c:pt idx="4611">
                  <c:v>39.374355000000001</c:v>
                </c:pt>
                <c:pt idx="4612">
                  <c:v>39.587600999999999</c:v>
                </c:pt>
                <c:pt idx="4613">
                  <c:v>39.768078000000003</c:v>
                </c:pt>
                <c:pt idx="4614">
                  <c:v>39.907867000000003</c:v>
                </c:pt>
                <c:pt idx="4615">
                  <c:v>40.044333999999999</c:v>
                </c:pt>
                <c:pt idx="4616">
                  <c:v>40.211227000000001</c:v>
                </c:pt>
                <c:pt idx="4617">
                  <c:v>40.379517</c:v>
                </c:pt>
                <c:pt idx="4618">
                  <c:v>40.518146999999999</c:v>
                </c:pt>
                <c:pt idx="4619">
                  <c:v>40.657851999999998</c:v>
                </c:pt>
                <c:pt idx="4620">
                  <c:v>40.847191000000002</c:v>
                </c:pt>
                <c:pt idx="4621">
                  <c:v>41.059685000000002</c:v>
                </c:pt>
                <c:pt idx="4622">
                  <c:v>41.199913000000002</c:v>
                </c:pt>
                <c:pt idx="4623">
                  <c:v>41.350368000000003</c:v>
                </c:pt>
                <c:pt idx="4624">
                  <c:v>41.490279999999998</c:v>
                </c:pt>
                <c:pt idx="4625">
                  <c:v>41.640681999999998</c:v>
                </c:pt>
                <c:pt idx="4626">
                  <c:v>41.802169999999997</c:v>
                </c:pt>
                <c:pt idx="4627">
                  <c:v>41.982906</c:v>
                </c:pt>
                <c:pt idx="4628">
                  <c:v>42.177222999999998</c:v>
                </c:pt>
                <c:pt idx="4629">
                  <c:v>42.368309000000004</c:v>
                </c:pt>
                <c:pt idx="4630">
                  <c:v>42.565536000000002</c:v>
                </c:pt>
                <c:pt idx="4631">
                  <c:v>42.781269000000002</c:v>
                </c:pt>
                <c:pt idx="4632">
                  <c:v>43.001362</c:v>
                </c:pt>
                <c:pt idx="4633">
                  <c:v>43.230862000000002</c:v>
                </c:pt>
                <c:pt idx="4634">
                  <c:v>43.490963000000001</c:v>
                </c:pt>
                <c:pt idx="4635">
                  <c:v>43.735228999999997</c:v>
                </c:pt>
                <c:pt idx="4636">
                  <c:v>43.944065000000002</c:v>
                </c:pt>
                <c:pt idx="4637">
                  <c:v>44.209350999999998</c:v>
                </c:pt>
                <c:pt idx="4638">
                  <c:v>44.500500000000002</c:v>
                </c:pt>
                <c:pt idx="4639">
                  <c:v>44.71011</c:v>
                </c:pt>
                <c:pt idx="4640">
                  <c:v>44.904308</c:v>
                </c:pt>
                <c:pt idx="4641">
                  <c:v>45.084457</c:v>
                </c:pt>
                <c:pt idx="4642">
                  <c:v>45.288383000000003</c:v>
                </c:pt>
                <c:pt idx="4643">
                  <c:v>45.552512999999998</c:v>
                </c:pt>
                <c:pt idx="4644">
                  <c:v>45.719890999999997</c:v>
                </c:pt>
                <c:pt idx="4645">
                  <c:v>45.882553000000001</c:v>
                </c:pt>
                <c:pt idx="4646">
                  <c:v>45.991241000000002</c:v>
                </c:pt>
                <c:pt idx="4647">
                  <c:v>46.074207000000001</c:v>
                </c:pt>
                <c:pt idx="4648">
                  <c:v>46.139831999999998</c:v>
                </c:pt>
                <c:pt idx="4649">
                  <c:v>46.195103000000003</c:v>
                </c:pt>
                <c:pt idx="4650">
                  <c:v>46.228065000000001</c:v>
                </c:pt>
                <c:pt idx="4651">
                  <c:v>46.252505999999997</c:v>
                </c:pt>
                <c:pt idx="4652">
                  <c:v>46.268616000000002</c:v>
                </c:pt>
                <c:pt idx="4653">
                  <c:v>46.278956999999998</c:v>
                </c:pt>
                <c:pt idx="4654">
                  <c:v>46.300732000000004</c:v>
                </c:pt>
                <c:pt idx="4655">
                  <c:v>46.354649000000002</c:v>
                </c:pt>
                <c:pt idx="4656">
                  <c:v>46.406402999999997</c:v>
                </c:pt>
                <c:pt idx="4657">
                  <c:v>46.457881999999998</c:v>
                </c:pt>
                <c:pt idx="4658">
                  <c:v>46.501643999999999</c:v>
                </c:pt>
                <c:pt idx="4659">
                  <c:v>46.546356000000003</c:v>
                </c:pt>
                <c:pt idx="4660">
                  <c:v>46.591704999999997</c:v>
                </c:pt>
                <c:pt idx="4661">
                  <c:v>46.628200999999997</c:v>
                </c:pt>
                <c:pt idx="4662">
                  <c:v>46.650844999999997</c:v>
                </c:pt>
                <c:pt idx="4663">
                  <c:v>46.650837000000003</c:v>
                </c:pt>
                <c:pt idx="4664">
                  <c:v>46.643802999999998</c:v>
                </c:pt>
                <c:pt idx="4665">
                  <c:v>46.633228000000003</c:v>
                </c:pt>
                <c:pt idx="4666">
                  <c:v>46.619571999999998</c:v>
                </c:pt>
                <c:pt idx="4667">
                  <c:v>46.617767000000001</c:v>
                </c:pt>
                <c:pt idx="4668">
                  <c:v>46.616405</c:v>
                </c:pt>
                <c:pt idx="4669">
                  <c:v>46.628188999999999</c:v>
                </c:pt>
                <c:pt idx="4670">
                  <c:v>46.661960999999998</c:v>
                </c:pt>
                <c:pt idx="4671">
                  <c:v>46.684525000000001</c:v>
                </c:pt>
                <c:pt idx="4672">
                  <c:v>46.691574000000003</c:v>
                </c:pt>
                <c:pt idx="4673">
                  <c:v>46.655914000000003</c:v>
                </c:pt>
                <c:pt idx="4674">
                  <c:v>46.606929999999998</c:v>
                </c:pt>
                <c:pt idx="4675">
                  <c:v>46.559086000000001</c:v>
                </c:pt>
                <c:pt idx="4676">
                  <c:v>46.559887000000003</c:v>
                </c:pt>
                <c:pt idx="4677">
                  <c:v>46.583508000000002</c:v>
                </c:pt>
                <c:pt idx="4678">
                  <c:v>46.645954000000003</c:v>
                </c:pt>
                <c:pt idx="4679">
                  <c:v>46.720565999999998</c:v>
                </c:pt>
                <c:pt idx="4680">
                  <c:v>46.815857000000001</c:v>
                </c:pt>
                <c:pt idx="4681">
                  <c:v>46.939467999999998</c:v>
                </c:pt>
                <c:pt idx="4682">
                  <c:v>47.075237000000001</c:v>
                </c:pt>
                <c:pt idx="4683">
                  <c:v>47.279468999999999</c:v>
                </c:pt>
                <c:pt idx="4684">
                  <c:v>47.506134000000003</c:v>
                </c:pt>
                <c:pt idx="4685">
                  <c:v>47.660705999999998</c:v>
                </c:pt>
                <c:pt idx="4686">
                  <c:v>47.811081000000001</c:v>
                </c:pt>
                <c:pt idx="4687">
                  <c:v>48.028297000000002</c:v>
                </c:pt>
                <c:pt idx="4688">
                  <c:v>48.261302999999998</c:v>
                </c:pt>
                <c:pt idx="4689">
                  <c:v>48.473281999999998</c:v>
                </c:pt>
                <c:pt idx="4690">
                  <c:v>48.786602000000002</c:v>
                </c:pt>
                <c:pt idx="4691">
                  <c:v>49.125915999999997</c:v>
                </c:pt>
                <c:pt idx="4692">
                  <c:v>49.399475000000002</c:v>
                </c:pt>
                <c:pt idx="4693">
                  <c:v>49.632823999999999</c:v>
                </c:pt>
                <c:pt idx="4694">
                  <c:v>49.884129000000001</c:v>
                </c:pt>
                <c:pt idx="4695">
                  <c:v>50.126151999999998</c:v>
                </c:pt>
                <c:pt idx="4696">
                  <c:v>50.376494999999998</c:v>
                </c:pt>
                <c:pt idx="4697">
                  <c:v>50.636325999999997</c:v>
                </c:pt>
                <c:pt idx="4698">
                  <c:v>50.906078000000001</c:v>
                </c:pt>
                <c:pt idx="4699">
                  <c:v>51.148090000000003</c:v>
                </c:pt>
                <c:pt idx="4700">
                  <c:v>51.369717000000001</c:v>
                </c:pt>
                <c:pt idx="4701">
                  <c:v>51.615814</c:v>
                </c:pt>
                <c:pt idx="4702">
                  <c:v>51.873069999999998</c:v>
                </c:pt>
                <c:pt idx="4703">
                  <c:v>52.136538999999999</c:v>
                </c:pt>
                <c:pt idx="4704">
                  <c:v>52.350388000000002</c:v>
                </c:pt>
                <c:pt idx="4705">
                  <c:v>52.646858000000002</c:v>
                </c:pt>
                <c:pt idx="4706">
                  <c:v>52.958260000000003</c:v>
                </c:pt>
                <c:pt idx="4707">
                  <c:v>53.174827999999998</c:v>
                </c:pt>
                <c:pt idx="4708">
                  <c:v>53.377715999999999</c:v>
                </c:pt>
                <c:pt idx="4709">
                  <c:v>53.506393000000003</c:v>
                </c:pt>
                <c:pt idx="4710">
                  <c:v>53.584885</c:v>
                </c:pt>
                <c:pt idx="4711">
                  <c:v>53.587212000000001</c:v>
                </c:pt>
                <c:pt idx="4712">
                  <c:v>53.553829</c:v>
                </c:pt>
                <c:pt idx="4713">
                  <c:v>53.475360999999999</c:v>
                </c:pt>
                <c:pt idx="4714">
                  <c:v>53.362606</c:v>
                </c:pt>
                <c:pt idx="4715">
                  <c:v>53.239184999999999</c:v>
                </c:pt>
                <c:pt idx="4716">
                  <c:v>53.105648000000002</c:v>
                </c:pt>
                <c:pt idx="4717">
                  <c:v>52.975876</c:v>
                </c:pt>
                <c:pt idx="4718">
                  <c:v>52.859631</c:v>
                </c:pt>
                <c:pt idx="4719">
                  <c:v>52.753959999999999</c:v>
                </c:pt>
                <c:pt idx="4720">
                  <c:v>52.644741000000003</c:v>
                </c:pt>
                <c:pt idx="4721">
                  <c:v>52.541106999999997</c:v>
                </c:pt>
                <c:pt idx="4722">
                  <c:v>52.448566</c:v>
                </c:pt>
                <c:pt idx="4723">
                  <c:v>52.365634999999997</c:v>
                </c:pt>
                <c:pt idx="4724">
                  <c:v>52.272387999999999</c:v>
                </c:pt>
                <c:pt idx="4725">
                  <c:v>52.165745000000001</c:v>
                </c:pt>
                <c:pt idx="4726">
                  <c:v>52.065036999999997</c:v>
                </c:pt>
                <c:pt idx="4727">
                  <c:v>51.963524</c:v>
                </c:pt>
                <c:pt idx="4728">
                  <c:v>51.844566</c:v>
                </c:pt>
                <c:pt idx="4729">
                  <c:v>51.689331000000003</c:v>
                </c:pt>
                <c:pt idx="4730">
                  <c:v>51.54224</c:v>
                </c:pt>
                <c:pt idx="4731">
                  <c:v>51.432429999999997</c:v>
                </c:pt>
                <c:pt idx="4732">
                  <c:v>51.352702999999998</c:v>
                </c:pt>
                <c:pt idx="4733">
                  <c:v>51.297179999999997</c:v>
                </c:pt>
                <c:pt idx="4734">
                  <c:v>51.213603999999997</c:v>
                </c:pt>
                <c:pt idx="4735">
                  <c:v>51.132174999999997</c:v>
                </c:pt>
                <c:pt idx="4736">
                  <c:v>51.059238000000001</c:v>
                </c:pt>
                <c:pt idx="4737">
                  <c:v>51.028263000000003</c:v>
                </c:pt>
                <c:pt idx="4738">
                  <c:v>51.020175999999999</c:v>
                </c:pt>
                <c:pt idx="4739">
                  <c:v>51.019160999999997</c:v>
                </c:pt>
                <c:pt idx="4740">
                  <c:v>51.020499999999998</c:v>
                </c:pt>
                <c:pt idx="4741">
                  <c:v>51.011893999999998</c:v>
                </c:pt>
                <c:pt idx="4742">
                  <c:v>50.982818999999999</c:v>
                </c:pt>
                <c:pt idx="4743">
                  <c:v>50.924854000000003</c:v>
                </c:pt>
                <c:pt idx="4744">
                  <c:v>50.850071</c:v>
                </c:pt>
                <c:pt idx="4745">
                  <c:v>50.775257000000003</c:v>
                </c:pt>
                <c:pt idx="4746">
                  <c:v>50.703831000000001</c:v>
                </c:pt>
                <c:pt idx="4747">
                  <c:v>50.638336000000002</c:v>
                </c:pt>
                <c:pt idx="4748">
                  <c:v>50.577807999999997</c:v>
                </c:pt>
                <c:pt idx="4749">
                  <c:v>50.526878000000004</c:v>
                </c:pt>
                <c:pt idx="4750">
                  <c:v>50.487358</c:v>
                </c:pt>
                <c:pt idx="4751">
                  <c:v>50.474586000000002</c:v>
                </c:pt>
                <c:pt idx="4752">
                  <c:v>50.504474999999999</c:v>
                </c:pt>
                <c:pt idx="4753">
                  <c:v>50.529513999999999</c:v>
                </c:pt>
                <c:pt idx="4754">
                  <c:v>50.590355000000002</c:v>
                </c:pt>
                <c:pt idx="4755">
                  <c:v>50.664397999999998</c:v>
                </c:pt>
                <c:pt idx="4756">
                  <c:v>50.756160999999999</c:v>
                </c:pt>
                <c:pt idx="4757">
                  <c:v>50.870407</c:v>
                </c:pt>
                <c:pt idx="4758">
                  <c:v>50.992187999999999</c:v>
                </c:pt>
                <c:pt idx="4759">
                  <c:v>51.120398999999999</c:v>
                </c:pt>
                <c:pt idx="4760">
                  <c:v>51.270031000000003</c:v>
                </c:pt>
                <c:pt idx="4761">
                  <c:v>51.414307000000001</c:v>
                </c:pt>
                <c:pt idx="4762">
                  <c:v>51.537711999999999</c:v>
                </c:pt>
                <c:pt idx="4763">
                  <c:v>51.657341000000002</c:v>
                </c:pt>
                <c:pt idx="4764">
                  <c:v>51.792510999999998</c:v>
                </c:pt>
                <c:pt idx="4765">
                  <c:v>51.974060000000001</c:v>
                </c:pt>
                <c:pt idx="4766">
                  <c:v>52.120438</c:v>
                </c:pt>
                <c:pt idx="4767">
                  <c:v>52.270451000000001</c:v>
                </c:pt>
                <c:pt idx="4768">
                  <c:v>52.486575999999999</c:v>
                </c:pt>
                <c:pt idx="4769">
                  <c:v>52.698914000000002</c:v>
                </c:pt>
                <c:pt idx="4770">
                  <c:v>52.842067999999998</c:v>
                </c:pt>
                <c:pt idx="4771">
                  <c:v>53.033912999999998</c:v>
                </c:pt>
                <c:pt idx="4772">
                  <c:v>53.268044000000003</c:v>
                </c:pt>
                <c:pt idx="4773">
                  <c:v>53.475140000000003</c:v>
                </c:pt>
                <c:pt idx="4774">
                  <c:v>53.675224</c:v>
                </c:pt>
                <c:pt idx="4775">
                  <c:v>53.848255000000002</c:v>
                </c:pt>
                <c:pt idx="4776">
                  <c:v>54.173881999999999</c:v>
                </c:pt>
                <c:pt idx="4777">
                  <c:v>54.551926000000002</c:v>
                </c:pt>
                <c:pt idx="4778">
                  <c:v>54.873458999999997</c:v>
                </c:pt>
                <c:pt idx="4779">
                  <c:v>55.110354999999998</c:v>
                </c:pt>
                <c:pt idx="4780">
                  <c:v>55.376984</c:v>
                </c:pt>
                <c:pt idx="4781">
                  <c:v>55.770781999999997</c:v>
                </c:pt>
                <c:pt idx="4782">
                  <c:v>56.272423000000003</c:v>
                </c:pt>
                <c:pt idx="4783">
                  <c:v>56.694941999999998</c:v>
                </c:pt>
                <c:pt idx="4784">
                  <c:v>56.959342999999997</c:v>
                </c:pt>
                <c:pt idx="4785">
                  <c:v>57.170918</c:v>
                </c:pt>
                <c:pt idx="4786">
                  <c:v>57.308971</c:v>
                </c:pt>
                <c:pt idx="4787">
                  <c:v>57.370128999999999</c:v>
                </c:pt>
                <c:pt idx="4788">
                  <c:v>57.340828000000002</c:v>
                </c:pt>
                <c:pt idx="4789">
                  <c:v>57.240658000000003</c:v>
                </c:pt>
                <c:pt idx="4790">
                  <c:v>57.050663</c:v>
                </c:pt>
                <c:pt idx="4791">
                  <c:v>56.848224999999999</c:v>
                </c:pt>
                <c:pt idx="4792">
                  <c:v>56.599854000000001</c:v>
                </c:pt>
                <c:pt idx="4793">
                  <c:v>56.324879000000003</c:v>
                </c:pt>
                <c:pt idx="4794">
                  <c:v>56.051777000000001</c:v>
                </c:pt>
                <c:pt idx="4795">
                  <c:v>55.784785999999997</c:v>
                </c:pt>
                <c:pt idx="4796">
                  <c:v>55.528069000000002</c:v>
                </c:pt>
                <c:pt idx="4797">
                  <c:v>55.294238999999997</c:v>
                </c:pt>
                <c:pt idx="4798">
                  <c:v>55.051262000000001</c:v>
                </c:pt>
                <c:pt idx="4799">
                  <c:v>54.822417999999999</c:v>
                </c:pt>
                <c:pt idx="4800">
                  <c:v>54.621952</c:v>
                </c:pt>
                <c:pt idx="4801">
                  <c:v>54.444400999999999</c:v>
                </c:pt>
                <c:pt idx="4802">
                  <c:v>54.251060000000003</c:v>
                </c:pt>
                <c:pt idx="4803">
                  <c:v>54.033627000000003</c:v>
                </c:pt>
                <c:pt idx="4804">
                  <c:v>53.862124999999999</c:v>
                </c:pt>
                <c:pt idx="4805">
                  <c:v>53.710678000000001</c:v>
                </c:pt>
                <c:pt idx="4806">
                  <c:v>53.558388000000001</c:v>
                </c:pt>
                <c:pt idx="4807">
                  <c:v>53.425910999999999</c:v>
                </c:pt>
                <c:pt idx="4808">
                  <c:v>53.294730999999999</c:v>
                </c:pt>
                <c:pt idx="4809">
                  <c:v>53.170490000000001</c:v>
                </c:pt>
                <c:pt idx="4810">
                  <c:v>53.096283</c:v>
                </c:pt>
                <c:pt idx="4811">
                  <c:v>53.066952000000001</c:v>
                </c:pt>
                <c:pt idx="4812">
                  <c:v>53.040028</c:v>
                </c:pt>
                <c:pt idx="4813">
                  <c:v>52.983176999999998</c:v>
                </c:pt>
                <c:pt idx="4814">
                  <c:v>52.886353</c:v>
                </c:pt>
                <c:pt idx="4815">
                  <c:v>52.787922000000002</c:v>
                </c:pt>
                <c:pt idx="4816">
                  <c:v>52.658394000000001</c:v>
                </c:pt>
                <c:pt idx="4817">
                  <c:v>52.584949000000002</c:v>
                </c:pt>
                <c:pt idx="4818">
                  <c:v>52.444836000000002</c:v>
                </c:pt>
                <c:pt idx="4819">
                  <c:v>52.234074</c:v>
                </c:pt>
                <c:pt idx="4820">
                  <c:v>52.011391000000003</c:v>
                </c:pt>
                <c:pt idx="4821">
                  <c:v>51.792824000000003</c:v>
                </c:pt>
                <c:pt idx="4822">
                  <c:v>51.549252000000003</c:v>
                </c:pt>
                <c:pt idx="4823">
                  <c:v>51.347275000000003</c:v>
                </c:pt>
                <c:pt idx="4824">
                  <c:v>51.220840000000003</c:v>
                </c:pt>
                <c:pt idx="4825">
                  <c:v>51.119663000000003</c:v>
                </c:pt>
                <c:pt idx="4826">
                  <c:v>51.067219000000001</c:v>
                </c:pt>
                <c:pt idx="4827">
                  <c:v>51.041203000000003</c:v>
                </c:pt>
                <c:pt idx="4828">
                  <c:v>51.043261999999999</c:v>
                </c:pt>
                <c:pt idx="4829">
                  <c:v>51.070442</c:v>
                </c:pt>
                <c:pt idx="4830">
                  <c:v>51.108341000000003</c:v>
                </c:pt>
                <c:pt idx="4831">
                  <c:v>51.151009000000002</c:v>
                </c:pt>
                <c:pt idx="4832">
                  <c:v>51.208984000000001</c:v>
                </c:pt>
                <c:pt idx="4833">
                  <c:v>51.256214</c:v>
                </c:pt>
                <c:pt idx="4834">
                  <c:v>51.339413</c:v>
                </c:pt>
                <c:pt idx="4835">
                  <c:v>51.544876000000002</c:v>
                </c:pt>
                <c:pt idx="4836">
                  <c:v>51.659312999999997</c:v>
                </c:pt>
                <c:pt idx="4837">
                  <c:v>51.766945</c:v>
                </c:pt>
                <c:pt idx="4838">
                  <c:v>51.949416999999997</c:v>
                </c:pt>
                <c:pt idx="4839">
                  <c:v>52.184555000000003</c:v>
                </c:pt>
                <c:pt idx="4840">
                  <c:v>52.371974999999999</c:v>
                </c:pt>
                <c:pt idx="4841">
                  <c:v>52.663204</c:v>
                </c:pt>
                <c:pt idx="4842">
                  <c:v>53.012355999999997</c:v>
                </c:pt>
                <c:pt idx="4843">
                  <c:v>53.348877000000002</c:v>
                </c:pt>
                <c:pt idx="4844">
                  <c:v>53.58672</c:v>
                </c:pt>
                <c:pt idx="4845">
                  <c:v>53.813350999999997</c:v>
                </c:pt>
                <c:pt idx="4846">
                  <c:v>53.989325999999998</c:v>
                </c:pt>
                <c:pt idx="4847">
                  <c:v>54.179768000000003</c:v>
                </c:pt>
                <c:pt idx="4848">
                  <c:v>54.365299</c:v>
                </c:pt>
                <c:pt idx="4849">
                  <c:v>54.513905000000001</c:v>
                </c:pt>
                <c:pt idx="4850">
                  <c:v>54.652450999999999</c:v>
                </c:pt>
                <c:pt idx="4851">
                  <c:v>54.851073999999997</c:v>
                </c:pt>
                <c:pt idx="4852">
                  <c:v>55.099471999999999</c:v>
                </c:pt>
                <c:pt idx="4853">
                  <c:v>55.341396000000003</c:v>
                </c:pt>
                <c:pt idx="4854">
                  <c:v>55.437916000000001</c:v>
                </c:pt>
                <c:pt idx="4855">
                  <c:v>55.494822999999997</c:v>
                </c:pt>
                <c:pt idx="4856">
                  <c:v>55.615870999999999</c:v>
                </c:pt>
                <c:pt idx="4857">
                  <c:v>55.811253000000001</c:v>
                </c:pt>
                <c:pt idx="4858">
                  <c:v>56.139831999999998</c:v>
                </c:pt>
                <c:pt idx="4859">
                  <c:v>56.587139000000001</c:v>
                </c:pt>
                <c:pt idx="4860">
                  <c:v>56.978332999999999</c:v>
                </c:pt>
                <c:pt idx="4861">
                  <c:v>57.265739000000004</c:v>
                </c:pt>
                <c:pt idx="4862">
                  <c:v>57.527683000000003</c:v>
                </c:pt>
                <c:pt idx="4863">
                  <c:v>57.767147000000001</c:v>
                </c:pt>
                <c:pt idx="4864">
                  <c:v>57.943568999999997</c:v>
                </c:pt>
                <c:pt idx="4865">
                  <c:v>58.08466</c:v>
                </c:pt>
                <c:pt idx="4866">
                  <c:v>58.162002999999999</c:v>
                </c:pt>
                <c:pt idx="4867">
                  <c:v>58.273045000000003</c:v>
                </c:pt>
                <c:pt idx="4868">
                  <c:v>58.543979999999998</c:v>
                </c:pt>
                <c:pt idx="4869">
                  <c:v>58.952666999999998</c:v>
                </c:pt>
                <c:pt idx="4870">
                  <c:v>59.319823999999997</c:v>
                </c:pt>
                <c:pt idx="4871">
                  <c:v>59.550548999999997</c:v>
                </c:pt>
                <c:pt idx="4872">
                  <c:v>59.767521000000002</c:v>
                </c:pt>
                <c:pt idx="4873">
                  <c:v>60.059390999999998</c:v>
                </c:pt>
                <c:pt idx="4874">
                  <c:v>60.398646999999997</c:v>
                </c:pt>
                <c:pt idx="4875">
                  <c:v>60.632621999999998</c:v>
                </c:pt>
                <c:pt idx="4876">
                  <c:v>60.833495999999997</c:v>
                </c:pt>
                <c:pt idx="4877">
                  <c:v>60.973843000000002</c:v>
                </c:pt>
                <c:pt idx="4878">
                  <c:v>61.064487</c:v>
                </c:pt>
                <c:pt idx="4879">
                  <c:v>61.216636999999999</c:v>
                </c:pt>
                <c:pt idx="4880">
                  <c:v>61.352119000000002</c:v>
                </c:pt>
                <c:pt idx="4881">
                  <c:v>61.422305999999999</c:v>
                </c:pt>
                <c:pt idx="4882">
                  <c:v>61.435321999999999</c:v>
                </c:pt>
                <c:pt idx="4883">
                  <c:v>61.432761999999997</c:v>
                </c:pt>
                <c:pt idx="4884">
                  <c:v>61.504517</c:v>
                </c:pt>
                <c:pt idx="4885">
                  <c:v>61.515082999999997</c:v>
                </c:pt>
                <c:pt idx="4886">
                  <c:v>61.550159000000001</c:v>
                </c:pt>
                <c:pt idx="4887">
                  <c:v>61.660305000000001</c:v>
                </c:pt>
                <c:pt idx="4888">
                  <c:v>61.775973999999998</c:v>
                </c:pt>
                <c:pt idx="4889">
                  <c:v>61.836219999999997</c:v>
                </c:pt>
                <c:pt idx="4890">
                  <c:v>61.841361999999997</c:v>
                </c:pt>
                <c:pt idx="4891">
                  <c:v>61.825066</c:v>
                </c:pt>
                <c:pt idx="4892">
                  <c:v>61.789948000000003</c:v>
                </c:pt>
                <c:pt idx="4893">
                  <c:v>61.691794999999999</c:v>
                </c:pt>
                <c:pt idx="4894">
                  <c:v>61.578544999999998</c:v>
                </c:pt>
                <c:pt idx="4895">
                  <c:v>61.473407999999999</c:v>
                </c:pt>
                <c:pt idx="4896">
                  <c:v>61.427193000000003</c:v>
                </c:pt>
                <c:pt idx="4897">
                  <c:v>61.513038999999999</c:v>
                </c:pt>
                <c:pt idx="4898">
                  <c:v>61.524315000000001</c:v>
                </c:pt>
                <c:pt idx="4899">
                  <c:v>61.550888</c:v>
                </c:pt>
                <c:pt idx="4900">
                  <c:v>61.609974000000001</c:v>
                </c:pt>
                <c:pt idx="4901">
                  <c:v>61.740676999999998</c:v>
                </c:pt>
                <c:pt idx="4902">
                  <c:v>61.901347999999999</c:v>
                </c:pt>
                <c:pt idx="4903">
                  <c:v>62.055283000000003</c:v>
                </c:pt>
                <c:pt idx="4904">
                  <c:v>62.264603000000001</c:v>
                </c:pt>
                <c:pt idx="4905">
                  <c:v>62.628867999999997</c:v>
                </c:pt>
                <c:pt idx="4906">
                  <c:v>62.997501</c:v>
                </c:pt>
                <c:pt idx="4907">
                  <c:v>63.316966999999998</c:v>
                </c:pt>
                <c:pt idx="4908">
                  <c:v>63.602528</c:v>
                </c:pt>
                <c:pt idx="4909">
                  <c:v>63.823227000000003</c:v>
                </c:pt>
                <c:pt idx="4910">
                  <c:v>63.980820000000001</c:v>
                </c:pt>
                <c:pt idx="4911">
                  <c:v>64.142280999999997</c:v>
                </c:pt>
                <c:pt idx="4912">
                  <c:v>64.246093999999999</c:v>
                </c:pt>
                <c:pt idx="4913">
                  <c:v>64.226990000000001</c:v>
                </c:pt>
                <c:pt idx="4914">
                  <c:v>64.102287000000004</c:v>
                </c:pt>
                <c:pt idx="4915">
                  <c:v>63.920085999999998</c:v>
                </c:pt>
                <c:pt idx="4916">
                  <c:v>63.707073000000001</c:v>
                </c:pt>
                <c:pt idx="4917">
                  <c:v>63.484898000000001</c:v>
                </c:pt>
                <c:pt idx="4918">
                  <c:v>63.220154000000001</c:v>
                </c:pt>
                <c:pt idx="4919">
                  <c:v>62.977508999999998</c:v>
                </c:pt>
                <c:pt idx="4920">
                  <c:v>62.724857</c:v>
                </c:pt>
                <c:pt idx="4921">
                  <c:v>62.460625</c:v>
                </c:pt>
                <c:pt idx="4922">
                  <c:v>62.221684000000003</c:v>
                </c:pt>
                <c:pt idx="4923">
                  <c:v>61.993167999999997</c:v>
                </c:pt>
                <c:pt idx="4924">
                  <c:v>61.781517000000001</c:v>
                </c:pt>
                <c:pt idx="4925">
                  <c:v>61.600608999999999</c:v>
                </c:pt>
                <c:pt idx="4926">
                  <c:v>61.415157000000001</c:v>
                </c:pt>
                <c:pt idx="4927">
                  <c:v>61.247695999999998</c:v>
                </c:pt>
                <c:pt idx="4928">
                  <c:v>61.052742000000002</c:v>
                </c:pt>
                <c:pt idx="4929">
                  <c:v>60.827708999999999</c:v>
                </c:pt>
                <c:pt idx="4930">
                  <c:v>60.588768000000002</c:v>
                </c:pt>
                <c:pt idx="4931">
                  <c:v>60.407822000000003</c:v>
                </c:pt>
                <c:pt idx="4932">
                  <c:v>60.215350999999998</c:v>
                </c:pt>
                <c:pt idx="4933">
                  <c:v>60.079704</c:v>
                </c:pt>
                <c:pt idx="4934">
                  <c:v>59.967613</c:v>
                </c:pt>
                <c:pt idx="4935">
                  <c:v>59.884331000000003</c:v>
                </c:pt>
                <c:pt idx="4936">
                  <c:v>59.809696000000002</c:v>
                </c:pt>
                <c:pt idx="4937">
                  <c:v>59.735210000000002</c:v>
                </c:pt>
                <c:pt idx="4938">
                  <c:v>59.659427999999998</c:v>
                </c:pt>
                <c:pt idx="4939">
                  <c:v>59.5886</c:v>
                </c:pt>
                <c:pt idx="4940">
                  <c:v>59.547660999999998</c:v>
                </c:pt>
                <c:pt idx="4941">
                  <c:v>59.529465000000002</c:v>
                </c:pt>
                <c:pt idx="4942">
                  <c:v>59.540035000000003</c:v>
                </c:pt>
                <c:pt idx="4943">
                  <c:v>59.586384000000002</c:v>
                </c:pt>
                <c:pt idx="4944">
                  <c:v>59.641494999999999</c:v>
                </c:pt>
                <c:pt idx="4945">
                  <c:v>59.700291</c:v>
                </c:pt>
                <c:pt idx="4946">
                  <c:v>59.803866999999997</c:v>
                </c:pt>
                <c:pt idx="4947">
                  <c:v>59.917793000000003</c:v>
                </c:pt>
                <c:pt idx="4948">
                  <c:v>60.075583999999999</c:v>
                </c:pt>
                <c:pt idx="4949">
                  <c:v>60.243938</c:v>
                </c:pt>
                <c:pt idx="4950">
                  <c:v>60.382565</c:v>
                </c:pt>
                <c:pt idx="4951">
                  <c:v>60.453659000000002</c:v>
                </c:pt>
                <c:pt idx="4952">
                  <c:v>60.493369999999999</c:v>
                </c:pt>
                <c:pt idx="4953">
                  <c:v>60.587341000000002</c:v>
                </c:pt>
                <c:pt idx="4954">
                  <c:v>60.699829000000001</c:v>
                </c:pt>
                <c:pt idx="4955">
                  <c:v>60.977097000000001</c:v>
                </c:pt>
                <c:pt idx="4956">
                  <c:v>61.263221999999999</c:v>
                </c:pt>
                <c:pt idx="4957">
                  <c:v>61.467582999999998</c:v>
                </c:pt>
                <c:pt idx="4958">
                  <c:v>61.698951999999998</c:v>
                </c:pt>
                <c:pt idx="4959">
                  <c:v>61.980122000000001</c:v>
                </c:pt>
                <c:pt idx="4960">
                  <c:v>62.17944</c:v>
                </c:pt>
                <c:pt idx="4961">
                  <c:v>62.437111000000002</c:v>
                </c:pt>
                <c:pt idx="4962">
                  <c:v>62.558509999999998</c:v>
                </c:pt>
                <c:pt idx="4963">
                  <c:v>62.537726999999997</c:v>
                </c:pt>
                <c:pt idx="4964">
                  <c:v>62.423957999999999</c:v>
                </c:pt>
                <c:pt idx="4965">
                  <c:v>62.254432999999999</c:v>
                </c:pt>
                <c:pt idx="4966">
                  <c:v>62.057735000000001</c:v>
                </c:pt>
                <c:pt idx="4967">
                  <c:v>61.856738999999997</c:v>
                </c:pt>
                <c:pt idx="4968">
                  <c:v>61.661121000000001</c:v>
                </c:pt>
                <c:pt idx="4969">
                  <c:v>61.509270000000001</c:v>
                </c:pt>
                <c:pt idx="4970">
                  <c:v>61.388160999999997</c:v>
                </c:pt>
                <c:pt idx="4971">
                  <c:v>61.322547999999998</c:v>
                </c:pt>
                <c:pt idx="4972">
                  <c:v>61.319522999999997</c:v>
                </c:pt>
                <c:pt idx="4973">
                  <c:v>61.409045999999996</c:v>
                </c:pt>
                <c:pt idx="4974">
                  <c:v>61.335011000000002</c:v>
                </c:pt>
                <c:pt idx="4975">
                  <c:v>61.298031000000002</c:v>
                </c:pt>
                <c:pt idx="4976">
                  <c:v>61.415272000000002</c:v>
                </c:pt>
                <c:pt idx="4977">
                  <c:v>61.567481999999998</c:v>
                </c:pt>
                <c:pt idx="4978">
                  <c:v>61.785522</c:v>
                </c:pt>
                <c:pt idx="4979">
                  <c:v>62.117004000000001</c:v>
                </c:pt>
                <c:pt idx="4980">
                  <c:v>62.447296000000001</c:v>
                </c:pt>
                <c:pt idx="4981">
                  <c:v>62.767856999999999</c:v>
                </c:pt>
                <c:pt idx="4982">
                  <c:v>62.989497999999998</c:v>
                </c:pt>
                <c:pt idx="4983">
                  <c:v>63.12632</c:v>
                </c:pt>
                <c:pt idx="4984">
                  <c:v>63.168712999999997</c:v>
                </c:pt>
                <c:pt idx="4985">
                  <c:v>63.233967</c:v>
                </c:pt>
                <c:pt idx="4986">
                  <c:v>63.388545999999998</c:v>
                </c:pt>
                <c:pt idx="4987">
                  <c:v>63.577663000000001</c:v>
                </c:pt>
                <c:pt idx="4988">
                  <c:v>63.736721000000003</c:v>
                </c:pt>
                <c:pt idx="4989">
                  <c:v>63.871941</c:v>
                </c:pt>
                <c:pt idx="4990">
                  <c:v>64.116135</c:v>
                </c:pt>
                <c:pt idx="4991">
                  <c:v>64.533646000000005</c:v>
                </c:pt>
                <c:pt idx="4992">
                  <c:v>64.937920000000005</c:v>
                </c:pt>
                <c:pt idx="4993">
                  <c:v>65.273696999999999</c:v>
                </c:pt>
                <c:pt idx="4994">
                  <c:v>65.497864000000007</c:v>
                </c:pt>
                <c:pt idx="4995">
                  <c:v>65.707252999999994</c:v>
                </c:pt>
                <c:pt idx="4996">
                  <c:v>65.885283999999999</c:v>
                </c:pt>
                <c:pt idx="4997">
                  <c:v>66.056495999999996</c:v>
                </c:pt>
                <c:pt idx="4998">
                  <c:v>66.231155000000001</c:v>
                </c:pt>
                <c:pt idx="4999">
                  <c:v>66.294899000000001</c:v>
                </c:pt>
                <c:pt idx="5000">
                  <c:v>66.242751999999996</c:v>
                </c:pt>
                <c:pt idx="5001">
                  <c:v>66.062241</c:v>
                </c:pt>
                <c:pt idx="5002">
                  <c:v>65.778335999999996</c:v>
                </c:pt>
                <c:pt idx="5003">
                  <c:v>65.475173999999996</c:v>
                </c:pt>
                <c:pt idx="5004">
                  <c:v>65.342360999999997</c:v>
                </c:pt>
                <c:pt idx="5005">
                  <c:v>65.258240000000001</c:v>
                </c:pt>
                <c:pt idx="5006">
                  <c:v>65.165062000000006</c:v>
                </c:pt>
                <c:pt idx="5007">
                  <c:v>65.077117999999999</c:v>
                </c:pt>
                <c:pt idx="5008">
                  <c:v>64.957702999999995</c:v>
                </c:pt>
                <c:pt idx="5009">
                  <c:v>64.831924000000001</c:v>
                </c:pt>
                <c:pt idx="5010">
                  <c:v>64.722435000000004</c:v>
                </c:pt>
                <c:pt idx="5011">
                  <c:v>64.602180000000004</c:v>
                </c:pt>
                <c:pt idx="5012">
                  <c:v>64.439148000000003</c:v>
                </c:pt>
                <c:pt idx="5013">
                  <c:v>64.286331000000004</c:v>
                </c:pt>
                <c:pt idx="5014">
                  <c:v>64.118401000000006</c:v>
                </c:pt>
                <c:pt idx="5015">
                  <c:v>63.955993999999997</c:v>
                </c:pt>
                <c:pt idx="5016">
                  <c:v>63.862662999999998</c:v>
                </c:pt>
                <c:pt idx="5017">
                  <c:v>63.822097999999997</c:v>
                </c:pt>
                <c:pt idx="5018">
                  <c:v>63.850597</c:v>
                </c:pt>
                <c:pt idx="5019">
                  <c:v>63.88673</c:v>
                </c:pt>
                <c:pt idx="5020">
                  <c:v>63.880074</c:v>
                </c:pt>
                <c:pt idx="5021">
                  <c:v>63.893703000000002</c:v>
                </c:pt>
                <c:pt idx="5022">
                  <c:v>63.885807</c:v>
                </c:pt>
                <c:pt idx="5023">
                  <c:v>63.841534000000003</c:v>
                </c:pt>
                <c:pt idx="5024">
                  <c:v>63.771988</c:v>
                </c:pt>
                <c:pt idx="5025">
                  <c:v>63.710537000000002</c:v>
                </c:pt>
                <c:pt idx="5026">
                  <c:v>63.675528999999997</c:v>
                </c:pt>
                <c:pt idx="5027">
                  <c:v>63.606712000000002</c:v>
                </c:pt>
                <c:pt idx="5028">
                  <c:v>63.548611000000001</c:v>
                </c:pt>
                <c:pt idx="5029">
                  <c:v>63.447231000000002</c:v>
                </c:pt>
                <c:pt idx="5030">
                  <c:v>63.342964000000002</c:v>
                </c:pt>
                <c:pt idx="5031">
                  <c:v>63.280247000000003</c:v>
                </c:pt>
                <c:pt idx="5032">
                  <c:v>63.249851</c:v>
                </c:pt>
                <c:pt idx="5033">
                  <c:v>63.139403999999999</c:v>
                </c:pt>
                <c:pt idx="5034">
                  <c:v>62.914290999999999</c:v>
                </c:pt>
                <c:pt idx="5035">
                  <c:v>62.521683000000003</c:v>
                </c:pt>
                <c:pt idx="5036">
                  <c:v>62.214275000000001</c:v>
                </c:pt>
                <c:pt idx="5037">
                  <c:v>62.045321999999999</c:v>
                </c:pt>
                <c:pt idx="5038">
                  <c:v>61.993510999999998</c:v>
                </c:pt>
                <c:pt idx="5039">
                  <c:v>61.997028</c:v>
                </c:pt>
                <c:pt idx="5040">
                  <c:v>62.083579999999998</c:v>
                </c:pt>
                <c:pt idx="5041">
                  <c:v>62.175514</c:v>
                </c:pt>
                <c:pt idx="5042">
                  <c:v>62.184260999999999</c:v>
                </c:pt>
                <c:pt idx="5043">
                  <c:v>62.053032000000002</c:v>
                </c:pt>
                <c:pt idx="5044">
                  <c:v>61.866343999999998</c:v>
                </c:pt>
                <c:pt idx="5045">
                  <c:v>61.658230000000003</c:v>
                </c:pt>
                <c:pt idx="5046">
                  <c:v>61.510241999999998</c:v>
                </c:pt>
                <c:pt idx="5047">
                  <c:v>61.420051999999998</c:v>
                </c:pt>
                <c:pt idx="5048">
                  <c:v>61.261645999999999</c:v>
                </c:pt>
                <c:pt idx="5049">
                  <c:v>61.072772999999998</c:v>
                </c:pt>
                <c:pt idx="5050">
                  <c:v>60.872971</c:v>
                </c:pt>
                <c:pt idx="5051">
                  <c:v>60.666370000000001</c:v>
                </c:pt>
                <c:pt idx="5052">
                  <c:v>60.495925999999997</c:v>
                </c:pt>
                <c:pt idx="5053">
                  <c:v>60.341071999999997</c:v>
                </c:pt>
                <c:pt idx="5054">
                  <c:v>60.180526999999998</c:v>
                </c:pt>
                <c:pt idx="5055">
                  <c:v>60.051761999999997</c:v>
                </c:pt>
                <c:pt idx="5056">
                  <c:v>59.965820000000001</c:v>
                </c:pt>
                <c:pt idx="5057">
                  <c:v>59.898972000000001</c:v>
                </c:pt>
                <c:pt idx="5058">
                  <c:v>59.813994999999998</c:v>
                </c:pt>
                <c:pt idx="5059">
                  <c:v>59.703040999999999</c:v>
                </c:pt>
                <c:pt idx="5060">
                  <c:v>59.541027</c:v>
                </c:pt>
                <c:pt idx="5061">
                  <c:v>59.365791000000002</c:v>
                </c:pt>
                <c:pt idx="5062">
                  <c:v>59.153357999999997</c:v>
                </c:pt>
                <c:pt idx="5063">
                  <c:v>58.932903000000003</c:v>
                </c:pt>
                <c:pt idx="5064">
                  <c:v>58.748336999999999</c:v>
                </c:pt>
                <c:pt idx="5065">
                  <c:v>58.595996999999997</c:v>
                </c:pt>
                <c:pt idx="5066">
                  <c:v>58.436309999999999</c:v>
                </c:pt>
                <c:pt idx="5067">
                  <c:v>58.275523999999997</c:v>
                </c:pt>
                <c:pt idx="5068">
                  <c:v>58.100287999999999</c:v>
                </c:pt>
                <c:pt idx="5069">
                  <c:v>57.963028000000001</c:v>
                </c:pt>
                <c:pt idx="5070">
                  <c:v>57.849086999999997</c:v>
                </c:pt>
                <c:pt idx="5071">
                  <c:v>57.703589999999998</c:v>
                </c:pt>
                <c:pt idx="5072">
                  <c:v>57.518287999999998</c:v>
                </c:pt>
                <c:pt idx="5073">
                  <c:v>57.323174000000002</c:v>
                </c:pt>
                <c:pt idx="5074">
                  <c:v>57.11739</c:v>
                </c:pt>
                <c:pt idx="5075">
                  <c:v>56.966675000000002</c:v>
                </c:pt>
                <c:pt idx="5076">
                  <c:v>56.872363999999997</c:v>
                </c:pt>
                <c:pt idx="5077">
                  <c:v>56.851123999999999</c:v>
                </c:pt>
                <c:pt idx="5078">
                  <c:v>56.817123000000002</c:v>
                </c:pt>
                <c:pt idx="5079">
                  <c:v>56.616039000000001</c:v>
                </c:pt>
                <c:pt idx="5080">
                  <c:v>56.400291000000003</c:v>
                </c:pt>
                <c:pt idx="5081">
                  <c:v>56.348488000000003</c:v>
                </c:pt>
                <c:pt idx="5082">
                  <c:v>56.395626</c:v>
                </c:pt>
                <c:pt idx="5083">
                  <c:v>56.534469999999999</c:v>
                </c:pt>
                <c:pt idx="5084">
                  <c:v>56.678973999999997</c:v>
                </c:pt>
                <c:pt idx="5085">
                  <c:v>56.817726</c:v>
                </c:pt>
                <c:pt idx="5086">
                  <c:v>56.783999999999999</c:v>
                </c:pt>
                <c:pt idx="5087">
                  <c:v>56.650238000000002</c:v>
                </c:pt>
                <c:pt idx="5088">
                  <c:v>56.551482999999998</c:v>
                </c:pt>
                <c:pt idx="5089">
                  <c:v>56.622337000000002</c:v>
                </c:pt>
                <c:pt idx="5090">
                  <c:v>56.753760999999997</c:v>
                </c:pt>
                <c:pt idx="5091">
                  <c:v>56.915058000000002</c:v>
                </c:pt>
                <c:pt idx="5092">
                  <c:v>57.188777999999999</c:v>
                </c:pt>
                <c:pt idx="5093">
                  <c:v>57.705222999999997</c:v>
                </c:pt>
                <c:pt idx="5094">
                  <c:v>58.343231000000003</c:v>
                </c:pt>
                <c:pt idx="5095">
                  <c:v>58.861263000000001</c:v>
                </c:pt>
                <c:pt idx="5096">
                  <c:v>59.194668</c:v>
                </c:pt>
                <c:pt idx="5097">
                  <c:v>59.351050999999998</c:v>
                </c:pt>
                <c:pt idx="5098">
                  <c:v>59.386432999999997</c:v>
                </c:pt>
                <c:pt idx="5099">
                  <c:v>59.378444999999999</c:v>
                </c:pt>
                <c:pt idx="5100">
                  <c:v>59.284545999999999</c:v>
                </c:pt>
                <c:pt idx="5101">
                  <c:v>58.984538999999998</c:v>
                </c:pt>
                <c:pt idx="5102">
                  <c:v>58.585262</c:v>
                </c:pt>
                <c:pt idx="5103">
                  <c:v>58.175818999999997</c:v>
                </c:pt>
                <c:pt idx="5104">
                  <c:v>57.776108000000001</c:v>
                </c:pt>
                <c:pt idx="5105">
                  <c:v>57.467674000000002</c:v>
                </c:pt>
                <c:pt idx="5106">
                  <c:v>57.323559000000003</c:v>
                </c:pt>
                <c:pt idx="5107">
                  <c:v>57.358147000000002</c:v>
                </c:pt>
                <c:pt idx="5108">
                  <c:v>57.565556000000001</c:v>
                </c:pt>
                <c:pt idx="5109">
                  <c:v>57.873978000000001</c:v>
                </c:pt>
                <c:pt idx="5110">
                  <c:v>58.179115000000003</c:v>
                </c:pt>
                <c:pt idx="5111">
                  <c:v>58.465096000000003</c:v>
                </c:pt>
                <c:pt idx="5112">
                  <c:v>58.722988000000001</c:v>
                </c:pt>
                <c:pt idx="5113">
                  <c:v>58.944229</c:v>
                </c:pt>
                <c:pt idx="5114">
                  <c:v>59.115166000000002</c:v>
                </c:pt>
                <c:pt idx="5115">
                  <c:v>59.325409000000001</c:v>
                </c:pt>
                <c:pt idx="5116">
                  <c:v>59.382713000000003</c:v>
                </c:pt>
                <c:pt idx="5117">
                  <c:v>59.369262999999997</c:v>
                </c:pt>
                <c:pt idx="5118">
                  <c:v>59.335075000000003</c:v>
                </c:pt>
                <c:pt idx="5119">
                  <c:v>59.310867000000002</c:v>
                </c:pt>
                <c:pt idx="5120">
                  <c:v>59.285640999999998</c:v>
                </c:pt>
                <c:pt idx="5121">
                  <c:v>59.172122999999999</c:v>
                </c:pt>
                <c:pt idx="5122">
                  <c:v>59.070847000000001</c:v>
                </c:pt>
                <c:pt idx="5123">
                  <c:v>59.033245000000001</c:v>
                </c:pt>
                <c:pt idx="5124">
                  <c:v>59.005077</c:v>
                </c:pt>
                <c:pt idx="5125">
                  <c:v>59.095421000000002</c:v>
                </c:pt>
                <c:pt idx="5126">
                  <c:v>59.377631999999998</c:v>
                </c:pt>
                <c:pt idx="5127">
                  <c:v>59.739356999999998</c:v>
                </c:pt>
                <c:pt idx="5128">
                  <c:v>60.091236000000002</c:v>
                </c:pt>
                <c:pt idx="5129">
                  <c:v>60.545403</c:v>
                </c:pt>
                <c:pt idx="5130">
                  <c:v>61.005032</c:v>
                </c:pt>
                <c:pt idx="5131">
                  <c:v>61.290545999999999</c:v>
                </c:pt>
                <c:pt idx="5132">
                  <c:v>61.46067</c:v>
                </c:pt>
                <c:pt idx="5133">
                  <c:v>61.614032999999999</c:v>
                </c:pt>
                <c:pt idx="5134">
                  <c:v>61.852454999999999</c:v>
                </c:pt>
                <c:pt idx="5135">
                  <c:v>62.026553999999997</c:v>
                </c:pt>
                <c:pt idx="5136">
                  <c:v>62.124149000000003</c:v>
                </c:pt>
                <c:pt idx="5137">
                  <c:v>62.331394000000003</c:v>
                </c:pt>
                <c:pt idx="5138">
                  <c:v>62.619396000000002</c:v>
                </c:pt>
                <c:pt idx="5139">
                  <c:v>62.764957000000003</c:v>
                </c:pt>
                <c:pt idx="5140">
                  <c:v>62.811515999999997</c:v>
                </c:pt>
                <c:pt idx="5141">
                  <c:v>62.887604000000003</c:v>
                </c:pt>
                <c:pt idx="5142">
                  <c:v>62.581074000000001</c:v>
                </c:pt>
                <c:pt idx="5143">
                  <c:v>62.213172999999998</c:v>
                </c:pt>
                <c:pt idx="5144">
                  <c:v>62.231639999999999</c:v>
                </c:pt>
                <c:pt idx="5145">
                  <c:v>62.666809000000001</c:v>
                </c:pt>
                <c:pt idx="5146">
                  <c:v>63.219180999999999</c:v>
                </c:pt>
                <c:pt idx="5147">
                  <c:v>63.678902000000001</c:v>
                </c:pt>
                <c:pt idx="5148">
                  <c:v>64.037079000000006</c:v>
                </c:pt>
                <c:pt idx="5149">
                  <c:v>64.356102000000007</c:v>
                </c:pt>
                <c:pt idx="5150">
                  <c:v>64.773514000000006</c:v>
                </c:pt>
                <c:pt idx="5151">
                  <c:v>65.256325000000004</c:v>
                </c:pt>
                <c:pt idx="5152">
                  <c:v>65.697044000000005</c:v>
                </c:pt>
                <c:pt idx="5153">
                  <c:v>66.051513999999997</c:v>
                </c:pt>
                <c:pt idx="5154">
                  <c:v>66.331992999999997</c:v>
                </c:pt>
                <c:pt idx="5155">
                  <c:v>66.557129000000003</c:v>
                </c:pt>
                <c:pt idx="5156">
                  <c:v>66.763007999999999</c:v>
                </c:pt>
                <c:pt idx="5157">
                  <c:v>66.918700999999999</c:v>
                </c:pt>
                <c:pt idx="5158">
                  <c:v>67.057388000000003</c:v>
                </c:pt>
                <c:pt idx="5159">
                  <c:v>67.230689999999996</c:v>
                </c:pt>
                <c:pt idx="5160">
                  <c:v>67.447104999999993</c:v>
                </c:pt>
                <c:pt idx="5161">
                  <c:v>67.732367999999994</c:v>
                </c:pt>
                <c:pt idx="5162">
                  <c:v>67.872681</c:v>
                </c:pt>
                <c:pt idx="5163">
                  <c:v>67.864922000000007</c:v>
                </c:pt>
                <c:pt idx="5164">
                  <c:v>67.965248000000003</c:v>
                </c:pt>
                <c:pt idx="5165">
                  <c:v>68.226685000000003</c:v>
                </c:pt>
                <c:pt idx="5166">
                  <c:v>68.606621000000004</c:v>
                </c:pt>
                <c:pt idx="5167">
                  <c:v>69.125968999999998</c:v>
                </c:pt>
                <c:pt idx="5168">
                  <c:v>69.615905999999995</c:v>
                </c:pt>
                <c:pt idx="5169">
                  <c:v>70.008399999999995</c:v>
                </c:pt>
                <c:pt idx="5170">
                  <c:v>70.402221999999995</c:v>
                </c:pt>
                <c:pt idx="5171">
                  <c:v>70.753219999999999</c:v>
                </c:pt>
                <c:pt idx="5172">
                  <c:v>71.087836999999993</c:v>
                </c:pt>
                <c:pt idx="5173">
                  <c:v>71.452324000000004</c:v>
                </c:pt>
                <c:pt idx="5174">
                  <c:v>71.747794999999996</c:v>
                </c:pt>
                <c:pt idx="5175">
                  <c:v>71.990768000000003</c:v>
                </c:pt>
                <c:pt idx="5176">
                  <c:v>72.221207000000007</c:v>
                </c:pt>
                <c:pt idx="5177">
                  <c:v>72.497069999999994</c:v>
                </c:pt>
                <c:pt idx="5178">
                  <c:v>72.909019000000001</c:v>
                </c:pt>
                <c:pt idx="5179">
                  <c:v>73.259933000000004</c:v>
                </c:pt>
                <c:pt idx="5180">
                  <c:v>73.395836000000003</c:v>
                </c:pt>
                <c:pt idx="5181">
                  <c:v>73.428734000000006</c:v>
                </c:pt>
                <c:pt idx="5182">
                  <c:v>73.525351999999998</c:v>
                </c:pt>
                <c:pt idx="5183">
                  <c:v>73.635634999999994</c:v>
                </c:pt>
                <c:pt idx="5184">
                  <c:v>73.746566999999999</c:v>
                </c:pt>
                <c:pt idx="5185">
                  <c:v>73.806808000000004</c:v>
                </c:pt>
                <c:pt idx="5186">
                  <c:v>73.813621999999995</c:v>
                </c:pt>
                <c:pt idx="5187">
                  <c:v>73.87764</c:v>
                </c:pt>
                <c:pt idx="5188">
                  <c:v>73.928687999999994</c:v>
                </c:pt>
                <c:pt idx="5189">
                  <c:v>73.967628000000005</c:v>
                </c:pt>
                <c:pt idx="5190">
                  <c:v>73.566010000000006</c:v>
                </c:pt>
                <c:pt idx="5191">
                  <c:v>73.677764999999994</c:v>
                </c:pt>
                <c:pt idx="5192">
                  <c:v>73.840644999999995</c:v>
                </c:pt>
                <c:pt idx="5193">
                  <c:v>73.976746000000006</c:v>
                </c:pt>
                <c:pt idx="5194">
                  <c:v>74.076553000000004</c:v>
                </c:pt>
                <c:pt idx="5195">
                  <c:v>74.149742000000003</c:v>
                </c:pt>
                <c:pt idx="5196">
                  <c:v>74.194198999999998</c:v>
                </c:pt>
                <c:pt idx="5197">
                  <c:v>74.158225999999999</c:v>
                </c:pt>
                <c:pt idx="5198">
                  <c:v>79.160590999999997</c:v>
                </c:pt>
                <c:pt idx="5199">
                  <c:v>78.609322000000006</c:v>
                </c:pt>
                <c:pt idx="5200">
                  <c:v>78.534194999999997</c:v>
                </c:pt>
                <c:pt idx="5201">
                  <c:v>78.555176000000003</c:v>
                </c:pt>
                <c:pt idx="5202">
                  <c:v>78.439278000000002</c:v>
                </c:pt>
                <c:pt idx="5203">
                  <c:v>78.21508</c:v>
                </c:pt>
                <c:pt idx="5204">
                  <c:v>78.049010999999993</c:v>
                </c:pt>
                <c:pt idx="5205">
                  <c:v>77.923676</c:v>
                </c:pt>
                <c:pt idx="5206">
                  <c:v>77.852669000000006</c:v>
                </c:pt>
                <c:pt idx="5207">
                  <c:v>77.911026000000007</c:v>
                </c:pt>
                <c:pt idx="5208">
                  <c:v>77.935958999999997</c:v>
                </c:pt>
                <c:pt idx="5209">
                  <c:v>75.102530999999999</c:v>
                </c:pt>
                <c:pt idx="5210">
                  <c:v>74.858299000000002</c:v>
                </c:pt>
                <c:pt idx="5211">
                  <c:v>73.551642999999999</c:v>
                </c:pt>
                <c:pt idx="5212">
                  <c:v>72.975395000000006</c:v>
                </c:pt>
                <c:pt idx="5213">
                  <c:v>73.292595000000006</c:v>
                </c:pt>
                <c:pt idx="5214">
                  <c:v>72.981719999999996</c:v>
                </c:pt>
                <c:pt idx="5215">
                  <c:v>73.107239000000007</c:v>
                </c:pt>
                <c:pt idx="5216">
                  <c:v>73.248444000000006</c:v>
                </c:pt>
                <c:pt idx="5217">
                  <c:v>73.324661000000006</c:v>
                </c:pt>
                <c:pt idx="5218">
                  <c:v>73.915824999999998</c:v>
                </c:pt>
                <c:pt idx="5219">
                  <c:v>73.773453000000003</c:v>
                </c:pt>
                <c:pt idx="5220">
                  <c:v>73.822922000000005</c:v>
                </c:pt>
                <c:pt idx="5221">
                  <c:v>73.913071000000002</c:v>
                </c:pt>
                <c:pt idx="5222">
                  <c:v>74.028899999999993</c:v>
                </c:pt>
                <c:pt idx="5223">
                  <c:v>74.101578000000003</c:v>
                </c:pt>
                <c:pt idx="5224">
                  <c:v>74.087692000000004</c:v>
                </c:pt>
                <c:pt idx="5225">
                  <c:v>74.043625000000006</c:v>
                </c:pt>
                <c:pt idx="5226">
                  <c:v>74.048316999999997</c:v>
                </c:pt>
                <c:pt idx="5227">
                  <c:v>74.077972000000003</c:v>
                </c:pt>
                <c:pt idx="5228">
                  <c:v>74.061927999999995</c:v>
                </c:pt>
                <c:pt idx="5229">
                  <c:v>73.980132999999995</c:v>
                </c:pt>
                <c:pt idx="5230">
                  <c:v>73.888878000000005</c:v>
                </c:pt>
                <c:pt idx="5231">
                  <c:v>73.742537999999996</c:v>
                </c:pt>
                <c:pt idx="5232">
                  <c:v>73.472603000000007</c:v>
                </c:pt>
                <c:pt idx="5233">
                  <c:v>73.289856</c:v>
                </c:pt>
                <c:pt idx="5234">
                  <c:v>73.045601000000005</c:v>
                </c:pt>
                <c:pt idx="5235">
                  <c:v>72.535301000000004</c:v>
                </c:pt>
                <c:pt idx="5236">
                  <c:v>72.151566000000003</c:v>
                </c:pt>
                <c:pt idx="5237">
                  <c:v>71.958297999999999</c:v>
                </c:pt>
                <c:pt idx="5238">
                  <c:v>71.689926</c:v>
                </c:pt>
                <c:pt idx="5239">
                  <c:v>71.348540999999997</c:v>
                </c:pt>
                <c:pt idx="5240">
                  <c:v>70.824805999999995</c:v>
                </c:pt>
                <c:pt idx="5241">
                  <c:v>70.131218000000004</c:v>
                </c:pt>
                <c:pt idx="5242">
                  <c:v>69.472740000000002</c:v>
                </c:pt>
                <c:pt idx="5243">
                  <c:v>68.948623999999995</c:v>
                </c:pt>
                <c:pt idx="5244">
                  <c:v>68.532454999999999</c:v>
                </c:pt>
                <c:pt idx="5245">
                  <c:v>68.165526999999997</c:v>
                </c:pt>
                <c:pt idx="5246">
                  <c:v>67.789435999999995</c:v>
                </c:pt>
                <c:pt idx="5247">
                  <c:v>67.388999999999996</c:v>
                </c:pt>
                <c:pt idx="5248">
                  <c:v>66.986358999999993</c:v>
                </c:pt>
                <c:pt idx="5249">
                  <c:v>66.547782999999995</c:v>
                </c:pt>
                <c:pt idx="5250">
                  <c:v>66.207374999999999</c:v>
                </c:pt>
                <c:pt idx="5251">
                  <c:v>65.962958999999998</c:v>
                </c:pt>
                <c:pt idx="5252">
                  <c:v>65.717033000000001</c:v>
                </c:pt>
                <c:pt idx="5253">
                  <c:v>65.421897999999999</c:v>
                </c:pt>
                <c:pt idx="5254">
                  <c:v>65.076858999999999</c:v>
                </c:pt>
                <c:pt idx="5255">
                  <c:v>64.729729000000006</c:v>
                </c:pt>
                <c:pt idx="5256">
                  <c:v>64.450873999999999</c:v>
                </c:pt>
                <c:pt idx="5257">
                  <c:v>64.213013000000004</c:v>
                </c:pt>
                <c:pt idx="5258">
                  <c:v>63.975825999999998</c:v>
                </c:pt>
                <c:pt idx="5259">
                  <c:v>63.777946</c:v>
                </c:pt>
                <c:pt idx="5260">
                  <c:v>63.573647000000001</c:v>
                </c:pt>
                <c:pt idx="5261">
                  <c:v>63.313557000000003</c:v>
                </c:pt>
                <c:pt idx="5262">
                  <c:v>62.998252999999998</c:v>
                </c:pt>
                <c:pt idx="5263">
                  <c:v>62.652996000000002</c:v>
                </c:pt>
                <c:pt idx="5264">
                  <c:v>62.340023000000002</c:v>
                </c:pt>
                <c:pt idx="5265">
                  <c:v>62.045082000000001</c:v>
                </c:pt>
                <c:pt idx="5266">
                  <c:v>61.798298000000003</c:v>
                </c:pt>
                <c:pt idx="5267">
                  <c:v>61.552776000000001</c:v>
                </c:pt>
                <c:pt idx="5268">
                  <c:v>61.368369999999999</c:v>
                </c:pt>
                <c:pt idx="5269">
                  <c:v>61.151615</c:v>
                </c:pt>
                <c:pt idx="5270">
                  <c:v>60.899082</c:v>
                </c:pt>
                <c:pt idx="5271">
                  <c:v>60.726664999999997</c:v>
                </c:pt>
                <c:pt idx="5272">
                  <c:v>60.414284000000002</c:v>
                </c:pt>
                <c:pt idx="5273">
                  <c:v>60.151825000000002</c:v>
                </c:pt>
                <c:pt idx="5274">
                  <c:v>60.063488</c:v>
                </c:pt>
                <c:pt idx="5275">
                  <c:v>59.997421000000003</c:v>
                </c:pt>
                <c:pt idx="5276">
                  <c:v>59.906986000000003</c:v>
                </c:pt>
                <c:pt idx="5277">
                  <c:v>59.810195999999998</c:v>
                </c:pt>
                <c:pt idx="5278">
                  <c:v>59.816605000000003</c:v>
                </c:pt>
                <c:pt idx="5279">
                  <c:v>59.888953999999998</c:v>
                </c:pt>
                <c:pt idx="5280">
                  <c:v>59.924087999999998</c:v>
                </c:pt>
                <c:pt idx="5281">
                  <c:v>59.971953999999997</c:v>
                </c:pt>
                <c:pt idx="5282">
                  <c:v>60.119953000000002</c:v>
                </c:pt>
                <c:pt idx="5283">
                  <c:v>60.316704000000001</c:v>
                </c:pt>
                <c:pt idx="5284">
                  <c:v>60.440154999999997</c:v>
                </c:pt>
                <c:pt idx="5285">
                  <c:v>60.503857000000004</c:v>
                </c:pt>
                <c:pt idx="5286">
                  <c:v>60.544907000000002</c:v>
                </c:pt>
                <c:pt idx="5287">
                  <c:v>60.482010000000002</c:v>
                </c:pt>
                <c:pt idx="5288">
                  <c:v>60.20261</c:v>
                </c:pt>
                <c:pt idx="5289">
                  <c:v>60.000076</c:v>
                </c:pt>
                <c:pt idx="5290">
                  <c:v>59.885905999999999</c:v>
                </c:pt>
                <c:pt idx="5291">
                  <c:v>59.732894999999999</c:v>
                </c:pt>
                <c:pt idx="5292">
                  <c:v>59.489055999999998</c:v>
                </c:pt>
                <c:pt idx="5293">
                  <c:v>59.209377000000003</c:v>
                </c:pt>
                <c:pt idx="5294">
                  <c:v>58.918281999999998</c:v>
                </c:pt>
                <c:pt idx="5295">
                  <c:v>58.669829999999997</c:v>
                </c:pt>
                <c:pt idx="5296">
                  <c:v>58.510395000000003</c:v>
                </c:pt>
                <c:pt idx="5297">
                  <c:v>58.420479</c:v>
                </c:pt>
                <c:pt idx="5298">
                  <c:v>58.281379999999999</c:v>
                </c:pt>
                <c:pt idx="5299">
                  <c:v>58.032646</c:v>
                </c:pt>
                <c:pt idx="5300">
                  <c:v>57.792476999999998</c:v>
                </c:pt>
                <c:pt idx="5301">
                  <c:v>57.594147</c:v>
                </c:pt>
                <c:pt idx="5302">
                  <c:v>57.357517000000001</c:v>
                </c:pt>
                <c:pt idx="5303">
                  <c:v>57.051963999999998</c:v>
                </c:pt>
                <c:pt idx="5304">
                  <c:v>56.704182000000003</c:v>
                </c:pt>
                <c:pt idx="5305">
                  <c:v>56.470196000000001</c:v>
                </c:pt>
                <c:pt idx="5306">
                  <c:v>56.336761000000003</c:v>
                </c:pt>
                <c:pt idx="5307">
                  <c:v>56.180210000000002</c:v>
                </c:pt>
                <c:pt idx="5308">
                  <c:v>56.131186999999997</c:v>
                </c:pt>
                <c:pt idx="5309">
                  <c:v>56.233626999999998</c:v>
                </c:pt>
                <c:pt idx="5310">
                  <c:v>56.309711</c:v>
                </c:pt>
                <c:pt idx="5311">
                  <c:v>56.369030000000002</c:v>
                </c:pt>
                <c:pt idx="5312">
                  <c:v>56.388911999999998</c:v>
                </c:pt>
                <c:pt idx="5313">
                  <c:v>56.447090000000003</c:v>
                </c:pt>
                <c:pt idx="5314">
                  <c:v>56.638480999999999</c:v>
                </c:pt>
                <c:pt idx="5315">
                  <c:v>56.868186999999999</c:v>
                </c:pt>
                <c:pt idx="5316">
                  <c:v>57.061756000000003</c:v>
                </c:pt>
                <c:pt idx="5317">
                  <c:v>57.136218999999997</c:v>
                </c:pt>
                <c:pt idx="5318">
                  <c:v>57.073157999999999</c:v>
                </c:pt>
                <c:pt idx="5319">
                  <c:v>57.047268000000003</c:v>
                </c:pt>
                <c:pt idx="5320">
                  <c:v>57.043655000000001</c:v>
                </c:pt>
                <c:pt idx="5321">
                  <c:v>56.977668999999999</c:v>
                </c:pt>
                <c:pt idx="5322">
                  <c:v>56.829075000000003</c:v>
                </c:pt>
                <c:pt idx="5323">
                  <c:v>56.657589000000002</c:v>
                </c:pt>
                <c:pt idx="5324">
                  <c:v>56.514927</c:v>
                </c:pt>
                <c:pt idx="5325">
                  <c:v>56.409115</c:v>
                </c:pt>
                <c:pt idx="5326">
                  <c:v>56.293671000000003</c:v>
                </c:pt>
                <c:pt idx="5327">
                  <c:v>56.174118</c:v>
                </c:pt>
                <c:pt idx="5328">
                  <c:v>56.136772000000001</c:v>
                </c:pt>
                <c:pt idx="5329">
                  <c:v>56.154204999999997</c:v>
                </c:pt>
                <c:pt idx="5330">
                  <c:v>56.246634999999998</c:v>
                </c:pt>
                <c:pt idx="5331">
                  <c:v>56.280399000000003</c:v>
                </c:pt>
                <c:pt idx="5332">
                  <c:v>56.172122999999999</c:v>
                </c:pt>
                <c:pt idx="5333">
                  <c:v>56.078586999999999</c:v>
                </c:pt>
                <c:pt idx="5334">
                  <c:v>56.091667000000001</c:v>
                </c:pt>
                <c:pt idx="5335">
                  <c:v>56.140247000000002</c:v>
                </c:pt>
                <c:pt idx="5336">
                  <c:v>56.247902000000003</c:v>
                </c:pt>
                <c:pt idx="5337">
                  <c:v>56.373275999999997</c:v>
                </c:pt>
                <c:pt idx="5338">
                  <c:v>56.436405000000001</c:v>
                </c:pt>
                <c:pt idx="5339">
                  <c:v>56.416111000000001</c:v>
                </c:pt>
                <c:pt idx="5340">
                  <c:v>56.275126999999998</c:v>
                </c:pt>
                <c:pt idx="5341">
                  <c:v>56.085650999999999</c:v>
                </c:pt>
                <c:pt idx="5342">
                  <c:v>55.901558000000001</c:v>
                </c:pt>
                <c:pt idx="5343">
                  <c:v>55.762836</c:v>
                </c:pt>
                <c:pt idx="5344">
                  <c:v>55.593860999999997</c:v>
                </c:pt>
                <c:pt idx="5345">
                  <c:v>55.449511999999999</c:v>
                </c:pt>
                <c:pt idx="5346">
                  <c:v>55.328598</c:v>
                </c:pt>
                <c:pt idx="5347">
                  <c:v>55.061599999999999</c:v>
                </c:pt>
                <c:pt idx="5348">
                  <c:v>54.925434000000003</c:v>
                </c:pt>
                <c:pt idx="5349">
                  <c:v>54.868385000000004</c:v>
                </c:pt>
                <c:pt idx="5350">
                  <c:v>54.857796</c:v>
                </c:pt>
                <c:pt idx="5351">
                  <c:v>54.754261</c:v>
                </c:pt>
                <c:pt idx="5352">
                  <c:v>54.580832999999998</c:v>
                </c:pt>
                <c:pt idx="5353">
                  <c:v>54.417278000000003</c:v>
                </c:pt>
                <c:pt idx="5354">
                  <c:v>54.331294999999997</c:v>
                </c:pt>
                <c:pt idx="5355">
                  <c:v>54.278469000000001</c:v>
                </c:pt>
                <c:pt idx="5356">
                  <c:v>54.143870999999997</c:v>
                </c:pt>
                <c:pt idx="5357">
                  <c:v>53.972931000000003</c:v>
                </c:pt>
                <c:pt idx="5358">
                  <c:v>53.764705999999997</c:v>
                </c:pt>
                <c:pt idx="5359">
                  <c:v>53.588572999999997</c:v>
                </c:pt>
                <c:pt idx="5360">
                  <c:v>53.452567999999999</c:v>
                </c:pt>
                <c:pt idx="5361">
                  <c:v>53.329315000000001</c:v>
                </c:pt>
                <c:pt idx="5362">
                  <c:v>53.200499999999998</c:v>
                </c:pt>
                <c:pt idx="5363">
                  <c:v>53.138775000000003</c:v>
                </c:pt>
                <c:pt idx="5364">
                  <c:v>53.077747000000002</c:v>
                </c:pt>
                <c:pt idx="5365">
                  <c:v>52.980105999999999</c:v>
                </c:pt>
                <c:pt idx="5366">
                  <c:v>52.940994000000003</c:v>
                </c:pt>
                <c:pt idx="5367">
                  <c:v>53.01437</c:v>
                </c:pt>
                <c:pt idx="5368">
                  <c:v>53.179295000000003</c:v>
                </c:pt>
                <c:pt idx="5369">
                  <c:v>53.286735999999998</c:v>
                </c:pt>
                <c:pt idx="5370">
                  <c:v>53.412170000000003</c:v>
                </c:pt>
                <c:pt idx="5371">
                  <c:v>53.588230000000003</c:v>
                </c:pt>
                <c:pt idx="5372">
                  <c:v>53.696896000000002</c:v>
                </c:pt>
                <c:pt idx="5373">
                  <c:v>53.730656000000003</c:v>
                </c:pt>
                <c:pt idx="5374">
                  <c:v>53.655365000000003</c:v>
                </c:pt>
                <c:pt idx="5375">
                  <c:v>53.670101000000003</c:v>
                </c:pt>
                <c:pt idx="5376">
                  <c:v>53.810600000000001</c:v>
                </c:pt>
                <c:pt idx="5377">
                  <c:v>53.955753000000001</c:v>
                </c:pt>
                <c:pt idx="5378">
                  <c:v>53.995337999999997</c:v>
                </c:pt>
                <c:pt idx="5379">
                  <c:v>53.911403999999997</c:v>
                </c:pt>
                <c:pt idx="5380">
                  <c:v>53.814551999999999</c:v>
                </c:pt>
                <c:pt idx="5381">
                  <c:v>53.733459000000003</c:v>
                </c:pt>
                <c:pt idx="5382">
                  <c:v>53.722084000000002</c:v>
                </c:pt>
                <c:pt idx="5383">
                  <c:v>53.719569999999997</c:v>
                </c:pt>
                <c:pt idx="5384">
                  <c:v>53.704028999999998</c:v>
                </c:pt>
                <c:pt idx="5385">
                  <c:v>53.662514000000002</c:v>
                </c:pt>
                <c:pt idx="5386">
                  <c:v>53.746032999999997</c:v>
                </c:pt>
                <c:pt idx="5387">
                  <c:v>53.942641999999999</c:v>
                </c:pt>
                <c:pt idx="5388">
                  <c:v>54.170586</c:v>
                </c:pt>
                <c:pt idx="5389">
                  <c:v>54.365921</c:v>
                </c:pt>
                <c:pt idx="5390">
                  <c:v>54.606544</c:v>
                </c:pt>
                <c:pt idx="5391">
                  <c:v>54.852550999999998</c:v>
                </c:pt>
                <c:pt idx="5392">
                  <c:v>55.068024000000001</c:v>
                </c:pt>
                <c:pt idx="5393">
                  <c:v>55.301986999999997</c:v>
                </c:pt>
                <c:pt idx="5394">
                  <c:v>55.472912000000001</c:v>
                </c:pt>
                <c:pt idx="5395">
                  <c:v>55.633533</c:v>
                </c:pt>
                <c:pt idx="5396">
                  <c:v>55.795237999999998</c:v>
                </c:pt>
                <c:pt idx="5397">
                  <c:v>55.931815999999998</c:v>
                </c:pt>
                <c:pt idx="5398">
                  <c:v>56.088711000000004</c:v>
                </c:pt>
                <c:pt idx="5399">
                  <c:v>56.27713</c:v>
                </c:pt>
                <c:pt idx="5400">
                  <c:v>56.390732</c:v>
                </c:pt>
                <c:pt idx="5401">
                  <c:v>56.420895000000002</c:v>
                </c:pt>
                <c:pt idx="5402">
                  <c:v>56.350414000000001</c:v>
                </c:pt>
                <c:pt idx="5403">
                  <c:v>56.208561000000003</c:v>
                </c:pt>
                <c:pt idx="5404">
                  <c:v>56.020766999999999</c:v>
                </c:pt>
                <c:pt idx="5405">
                  <c:v>55.827778000000002</c:v>
                </c:pt>
                <c:pt idx="5406">
                  <c:v>55.677635000000002</c:v>
                </c:pt>
                <c:pt idx="5407">
                  <c:v>55.534484999999997</c:v>
                </c:pt>
                <c:pt idx="5408">
                  <c:v>55.369987000000002</c:v>
                </c:pt>
                <c:pt idx="5409">
                  <c:v>55.204754000000001</c:v>
                </c:pt>
                <c:pt idx="5410">
                  <c:v>55.030430000000003</c:v>
                </c:pt>
                <c:pt idx="5411">
                  <c:v>54.891692999999997</c:v>
                </c:pt>
                <c:pt idx="5412">
                  <c:v>54.781180999999997</c:v>
                </c:pt>
                <c:pt idx="5413">
                  <c:v>54.639586999999999</c:v>
                </c:pt>
                <c:pt idx="5414">
                  <c:v>54.521754999999999</c:v>
                </c:pt>
                <c:pt idx="5415">
                  <c:v>54.487915000000001</c:v>
                </c:pt>
                <c:pt idx="5416">
                  <c:v>54.500762999999999</c:v>
                </c:pt>
                <c:pt idx="5417">
                  <c:v>54.591746999999998</c:v>
                </c:pt>
                <c:pt idx="5418">
                  <c:v>54.689819</c:v>
                </c:pt>
                <c:pt idx="5419">
                  <c:v>54.750552999999996</c:v>
                </c:pt>
                <c:pt idx="5420">
                  <c:v>54.767963000000002</c:v>
                </c:pt>
                <c:pt idx="5421">
                  <c:v>54.660800999999999</c:v>
                </c:pt>
                <c:pt idx="5422">
                  <c:v>54.602305999999999</c:v>
                </c:pt>
                <c:pt idx="5423">
                  <c:v>54.530830000000002</c:v>
                </c:pt>
                <c:pt idx="5424">
                  <c:v>54.440219999999997</c:v>
                </c:pt>
                <c:pt idx="5425">
                  <c:v>54.379536000000002</c:v>
                </c:pt>
                <c:pt idx="5426">
                  <c:v>54.276843999999997</c:v>
                </c:pt>
                <c:pt idx="5427">
                  <c:v>54.134585999999999</c:v>
                </c:pt>
                <c:pt idx="5428">
                  <c:v>53.977221999999998</c:v>
                </c:pt>
                <c:pt idx="5429">
                  <c:v>53.858409999999999</c:v>
                </c:pt>
                <c:pt idx="5430">
                  <c:v>53.774075000000003</c:v>
                </c:pt>
                <c:pt idx="5431">
                  <c:v>53.707867</c:v>
                </c:pt>
                <c:pt idx="5432">
                  <c:v>53.707217999999997</c:v>
                </c:pt>
                <c:pt idx="5433">
                  <c:v>53.786014999999999</c:v>
                </c:pt>
                <c:pt idx="5434">
                  <c:v>53.872120000000002</c:v>
                </c:pt>
                <c:pt idx="5435">
                  <c:v>53.919379999999997</c:v>
                </c:pt>
                <c:pt idx="5436">
                  <c:v>53.933140000000002</c:v>
                </c:pt>
                <c:pt idx="5437">
                  <c:v>54.058211999999997</c:v>
                </c:pt>
                <c:pt idx="5438">
                  <c:v>54.034691000000002</c:v>
                </c:pt>
                <c:pt idx="5439">
                  <c:v>53.832366999999998</c:v>
                </c:pt>
                <c:pt idx="5440">
                  <c:v>53.525562000000001</c:v>
                </c:pt>
                <c:pt idx="5441">
                  <c:v>53.152507999999997</c:v>
                </c:pt>
                <c:pt idx="5442">
                  <c:v>52.820571999999999</c:v>
                </c:pt>
                <c:pt idx="5443">
                  <c:v>52.643504999999998</c:v>
                </c:pt>
                <c:pt idx="5444">
                  <c:v>52.569645000000001</c:v>
                </c:pt>
                <c:pt idx="5445">
                  <c:v>52.540241000000002</c:v>
                </c:pt>
                <c:pt idx="5446">
                  <c:v>52.591957000000001</c:v>
                </c:pt>
                <c:pt idx="5447">
                  <c:v>52.617035000000001</c:v>
                </c:pt>
                <c:pt idx="5448">
                  <c:v>52.599232000000001</c:v>
                </c:pt>
                <c:pt idx="5449">
                  <c:v>52.541065000000003</c:v>
                </c:pt>
                <c:pt idx="5450">
                  <c:v>52.516689</c:v>
                </c:pt>
                <c:pt idx="5451">
                  <c:v>52.632710000000003</c:v>
                </c:pt>
                <c:pt idx="5452">
                  <c:v>52.850822000000001</c:v>
                </c:pt>
                <c:pt idx="5453">
                  <c:v>53.00732</c:v>
                </c:pt>
                <c:pt idx="5454">
                  <c:v>53.054912999999999</c:v>
                </c:pt>
                <c:pt idx="5455">
                  <c:v>52.994995000000003</c:v>
                </c:pt>
                <c:pt idx="5456">
                  <c:v>52.847175999999997</c:v>
                </c:pt>
                <c:pt idx="5457">
                  <c:v>52.699756999999998</c:v>
                </c:pt>
                <c:pt idx="5458">
                  <c:v>52.633853999999999</c:v>
                </c:pt>
                <c:pt idx="5459">
                  <c:v>52.572158999999999</c:v>
                </c:pt>
                <c:pt idx="5460">
                  <c:v>52.538212000000001</c:v>
                </c:pt>
                <c:pt idx="5461">
                  <c:v>52.555435000000003</c:v>
                </c:pt>
                <c:pt idx="5462">
                  <c:v>52.596069</c:v>
                </c:pt>
                <c:pt idx="5463">
                  <c:v>52.662078999999999</c:v>
                </c:pt>
                <c:pt idx="5464">
                  <c:v>52.675261999999996</c:v>
                </c:pt>
                <c:pt idx="5465">
                  <c:v>52.515911000000003</c:v>
                </c:pt>
                <c:pt idx="5466">
                  <c:v>52.209423000000001</c:v>
                </c:pt>
                <c:pt idx="5467">
                  <c:v>51.923259999999999</c:v>
                </c:pt>
                <c:pt idx="5468">
                  <c:v>51.835662999999997</c:v>
                </c:pt>
                <c:pt idx="5469">
                  <c:v>51.828865</c:v>
                </c:pt>
                <c:pt idx="5470">
                  <c:v>51.731147999999997</c:v>
                </c:pt>
                <c:pt idx="5471">
                  <c:v>51.461841999999997</c:v>
                </c:pt>
                <c:pt idx="5472">
                  <c:v>51.115093000000002</c:v>
                </c:pt>
                <c:pt idx="5473">
                  <c:v>50.871223000000001</c:v>
                </c:pt>
                <c:pt idx="5474">
                  <c:v>50.70232</c:v>
                </c:pt>
                <c:pt idx="5475">
                  <c:v>50.590857999999997</c:v>
                </c:pt>
                <c:pt idx="5476">
                  <c:v>50.487788999999999</c:v>
                </c:pt>
                <c:pt idx="5477">
                  <c:v>50.364272999999997</c:v>
                </c:pt>
                <c:pt idx="5478">
                  <c:v>50.310192000000001</c:v>
                </c:pt>
                <c:pt idx="5479">
                  <c:v>50.313267000000003</c:v>
                </c:pt>
                <c:pt idx="5480">
                  <c:v>50.422108000000001</c:v>
                </c:pt>
                <c:pt idx="5481">
                  <c:v>50.461105000000003</c:v>
                </c:pt>
                <c:pt idx="5482">
                  <c:v>50.462325999999997</c:v>
                </c:pt>
                <c:pt idx="5483">
                  <c:v>50.304409</c:v>
                </c:pt>
                <c:pt idx="5484">
                  <c:v>50.028202</c:v>
                </c:pt>
                <c:pt idx="5485">
                  <c:v>49.673622000000002</c:v>
                </c:pt>
                <c:pt idx="5486">
                  <c:v>49.325470000000003</c:v>
                </c:pt>
                <c:pt idx="5487">
                  <c:v>49.205317999999998</c:v>
                </c:pt>
                <c:pt idx="5488">
                  <c:v>49.214435999999999</c:v>
                </c:pt>
                <c:pt idx="5489">
                  <c:v>49.223072000000002</c:v>
                </c:pt>
                <c:pt idx="5490">
                  <c:v>49.237110000000001</c:v>
                </c:pt>
                <c:pt idx="5491">
                  <c:v>49.286850000000001</c:v>
                </c:pt>
                <c:pt idx="5492">
                  <c:v>49.384490999999997</c:v>
                </c:pt>
                <c:pt idx="5493">
                  <c:v>49.559029000000002</c:v>
                </c:pt>
                <c:pt idx="5494">
                  <c:v>49.819701999999999</c:v>
                </c:pt>
                <c:pt idx="5495">
                  <c:v>50.111255999999997</c:v>
                </c:pt>
                <c:pt idx="5496">
                  <c:v>50.394584999999999</c:v>
                </c:pt>
                <c:pt idx="5497">
                  <c:v>50.621513</c:v>
                </c:pt>
                <c:pt idx="5498">
                  <c:v>50.799106999999999</c:v>
                </c:pt>
                <c:pt idx="5499">
                  <c:v>50.897987000000001</c:v>
                </c:pt>
                <c:pt idx="5500">
                  <c:v>50.929183999999999</c:v>
                </c:pt>
                <c:pt idx="5501">
                  <c:v>50.853439000000002</c:v>
                </c:pt>
                <c:pt idx="5502">
                  <c:v>50.654212999999999</c:v>
                </c:pt>
                <c:pt idx="5503">
                  <c:v>50.381031</c:v>
                </c:pt>
                <c:pt idx="5504">
                  <c:v>50.134754000000001</c:v>
                </c:pt>
                <c:pt idx="5505">
                  <c:v>49.914676999999998</c:v>
                </c:pt>
                <c:pt idx="5506">
                  <c:v>49.748973999999997</c:v>
                </c:pt>
                <c:pt idx="5507">
                  <c:v>49.584862000000001</c:v>
                </c:pt>
                <c:pt idx="5508">
                  <c:v>49.399216000000003</c:v>
                </c:pt>
                <c:pt idx="5509">
                  <c:v>49.212291999999998</c:v>
                </c:pt>
                <c:pt idx="5510">
                  <c:v>48.983153999999999</c:v>
                </c:pt>
                <c:pt idx="5511">
                  <c:v>48.76923</c:v>
                </c:pt>
                <c:pt idx="5512">
                  <c:v>48.628956000000002</c:v>
                </c:pt>
                <c:pt idx="5513">
                  <c:v>48.550136999999999</c:v>
                </c:pt>
                <c:pt idx="5514">
                  <c:v>48.457729</c:v>
                </c:pt>
                <c:pt idx="5515">
                  <c:v>48.337302999999999</c:v>
                </c:pt>
                <c:pt idx="5516">
                  <c:v>48.229298</c:v>
                </c:pt>
                <c:pt idx="5517">
                  <c:v>48.204177999999999</c:v>
                </c:pt>
                <c:pt idx="5518">
                  <c:v>48.198844999999999</c:v>
                </c:pt>
                <c:pt idx="5519">
                  <c:v>48.207065999999998</c:v>
                </c:pt>
                <c:pt idx="5520">
                  <c:v>48.249282999999998</c:v>
                </c:pt>
                <c:pt idx="5521">
                  <c:v>48.317276</c:v>
                </c:pt>
                <c:pt idx="5522">
                  <c:v>48.343795999999998</c:v>
                </c:pt>
                <c:pt idx="5523">
                  <c:v>48.237639999999999</c:v>
                </c:pt>
                <c:pt idx="5524">
                  <c:v>48.08905</c:v>
                </c:pt>
                <c:pt idx="5525">
                  <c:v>47.988284999999998</c:v>
                </c:pt>
                <c:pt idx="5526">
                  <c:v>47.871383999999999</c:v>
                </c:pt>
                <c:pt idx="5527">
                  <c:v>47.801014000000002</c:v>
                </c:pt>
                <c:pt idx="5528">
                  <c:v>47.786140000000003</c:v>
                </c:pt>
                <c:pt idx="5529">
                  <c:v>47.807796000000003</c:v>
                </c:pt>
                <c:pt idx="5530">
                  <c:v>47.844684999999998</c:v>
                </c:pt>
                <c:pt idx="5531">
                  <c:v>47.798157000000003</c:v>
                </c:pt>
                <c:pt idx="5532">
                  <c:v>47.667254999999997</c:v>
                </c:pt>
                <c:pt idx="5533">
                  <c:v>47.539642000000001</c:v>
                </c:pt>
                <c:pt idx="5534">
                  <c:v>47.464699000000003</c:v>
                </c:pt>
                <c:pt idx="5535">
                  <c:v>47.470722000000002</c:v>
                </c:pt>
                <c:pt idx="5536">
                  <c:v>47.533287000000001</c:v>
                </c:pt>
                <c:pt idx="5537">
                  <c:v>47.671013000000002</c:v>
                </c:pt>
                <c:pt idx="5538">
                  <c:v>47.879055000000001</c:v>
                </c:pt>
                <c:pt idx="5539">
                  <c:v>48.154369000000003</c:v>
                </c:pt>
                <c:pt idx="5540">
                  <c:v>48.463172999999998</c:v>
                </c:pt>
                <c:pt idx="5541">
                  <c:v>48.699730000000002</c:v>
                </c:pt>
                <c:pt idx="5542">
                  <c:v>48.804321000000002</c:v>
                </c:pt>
                <c:pt idx="5543">
                  <c:v>48.842883999999998</c:v>
                </c:pt>
                <c:pt idx="5544">
                  <c:v>48.831806</c:v>
                </c:pt>
                <c:pt idx="5545">
                  <c:v>48.863917999999998</c:v>
                </c:pt>
                <c:pt idx="5546">
                  <c:v>48.965797000000002</c:v>
                </c:pt>
                <c:pt idx="5547">
                  <c:v>49.162745999999999</c:v>
                </c:pt>
                <c:pt idx="5548">
                  <c:v>49.391888000000002</c:v>
                </c:pt>
                <c:pt idx="5549">
                  <c:v>49.617683</c:v>
                </c:pt>
                <c:pt idx="5550">
                  <c:v>49.785834999999999</c:v>
                </c:pt>
                <c:pt idx="5551">
                  <c:v>49.846851000000001</c:v>
                </c:pt>
                <c:pt idx="5552">
                  <c:v>49.811053999999999</c:v>
                </c:pt>
                <c:pt idx="5553">
                  <c:v>49.711781000000002</c:v>
                </c:pt>
                <c:pt idx="5554">
                  <c:v>49.611407999999997</c:v>
                </c:pt>
                <c:pt idx="5555">
                  <c:v>49.520583999999999</c:v>
                </c:pt>
                <c:pt idx="5556">
                  <c:v>49.367736999999998</c:v>
                </c:pt>
                <c:pt idx="5557">
                  <c:v>49.111145</c:v>
                </c:pt>
                <c:pt idx="5558">
                  <c:v>48.750664</c:v>
                </c:pt>
                <c:pt idx="5559">
                  <c:v>48.390582999999999</c:v>
                </c:pt>
                <c:pt idx="5560">
                  <c:v>48.095965999999997</c:v>
                </c:pt>
                <c:pt idx="5561">
                  <c:v>47.890217</c:v>
                </c:pt>
                <c:pt idx="5562">
                  <c:v>47.724280999999998</c:v>
                </c:pt>
                <c:pt idx="5563">
                  <c:v>47.582397</c:v>
                </c:pt>
                <c:pt idx="5564">
                  <c:v>47.454487</c:v>
                </c:pt>
                <c:pt idx="5565">
                  <c:v>47.343491</c:v>
                </c:pt>
                <c:pt idx="5566">
                  <c:v>47.263202999999997</c:v>
                </c:pt>
                <c:pt idx="5567">
                  <c:v>47.269829000000001</c:v>
                </c:pt>
                <c:pt idx="5568">
                  <c:v>47.344872000000002</c:v>
                </c:pt>
                <c:pt idx="5569">
                  <c:v>47.468497999999997</c:v>
                </c:pt>
                <c:pt idx="5570">
                  <c:v>47.535519000000001</c:v>
                </c:pt>
                <c:pt idx="5571">
                  <c:v>47.611728999999997</c:v>
                </c:pt>
                <c:pt idx="5572">
                  <c:v>47.642600999999999</c:v>
                </c:pt>
                <c:pt idx="5573">
                  <c:v>47.561745000000002</c:v>
                </c:pt>
                <c:pt idx="5574">
                  <c:v>47.464129999999997</c:v>
                </c:pt>
                <c:pt idx="5575">
                  <c:v>47.349742999999997</c:v>
                </c:pt>
                <c:pt idx="5576">
                  <c:v>47.158462999999998</c:v>
                </c:pt>
                <c:pt idx="5577">
                  <c:v>46.966942000000003</c:v>
                </c:pt>
                <c:pt idx="5578">
                  <c:v>46.816284000000003</c:v>
                </c:pt>
                <c:pt idx="5579">
                  <c:v>46.741973999999999</c:v>
                </c:pt>
                <c:pt idx="5580">
                  <c:v>46.76614</c:v>
                </c:pt>
                <c:pt idx="5581">
                  <c:v>46.854922999999999</c:v>
                </c:pt>
                <c:pt idx="5582">
                  <c:v>46.925441999999997</c:v>
                </c:pt>
                <c:pt idx="5583">
                  <c:v>46.946151999999998</c:v>
                </c:pt>
                <c:pt idx="5584">
                  <c:v>46.963844000000002</c:v>
                </c:pt>
                <c:pt idx="5585">
                  <c:v>47.012005000000002</c:v>
                </c:pt>
                <c:pt idx="5586">
                  <c:v>47.025615999999999</c:v>
                </c:pt>
                <c:pt idx="5587">
                  <c:v>46.946682000000003</c:v>
                </c:pt>
                <c:pt idx="5588">
                  <c:v>46.852553999999998</c:v>
                </c:pt>
                <c:pt idx="5589">
                  <c:v>46.684975000000001</c:v>
                </c:pt>
                <c:pt idx="5590">
                  <c:v>46.594143000000003</c:v>
                </c:pt>
                <c:pt idx="5591">
                  <c:v>46.545924999999997</c:v>
                </c:pt>
                <c:pt idx="5592">
                  <c:v>46.519257000000003</c:v>
                </c:pt>
                <c:pt idx="5593">
                  <c:v>46.440876000000003</c:v>
                </c:pt>
                <c:pt idx="5594">
                  <c:v>46.269714</c:v>
                </c:pt>
                <c:pt idx="5595">
                  <c:v>46.068226000000003</c:v>
                </c:pt>
                <c:pt idx="5596">
                  <c:v>45.904536999999998</c:v>
                </c:pt>
                <c:pt idx="5597">
                  <c:v>45.830334000000001</c:v>
                </c:pt>
                <c:pt idx="5598">
                  <c:v>45.822524999999999</c:v>
                </c:pt>
                <c:pt idx="5599">
                  <c:v>45.856017999999999</c:v>
                </c:pt>
                <c:pt idx="5600">
                  <c:v>45.907924999999999</c:v>
                </c:pt>
                <c:pt idx="5601">
                  <c:v>45.907809999999998</c:v>
                </c:pt>
                <c:pt idx="5602">
                  <c:v>45.863810999999998</c:v>
                </c:pt>
                <c:pt idx="5603">
                  <c:v>45.861248000000003</c:v>
                </c:pt>
                <c:pt idx="5604">
                  <c:v>45.869255000000003</c:v>
                </c:pt>
                <c:pt idx="5605">
                  <c:v>45.863911000000002</c:v>
                </c:pt>
                <c:pt idx="5606">
                  <c:v>45.879311000000001</c:v>
                </c:pt>
                <c:pt idx="5607">
                  <c:v>45.873660999999998</c:v>
                </c:pt>
                <c:pt idx="5608">
                  <c:v>45.848441999999999</c:v>
                </c:pt>
                <c:pt idx="5609">
                  <c:v>45.806728</c:v>
                </c:pt>
                <c:pt idx="5610">
                  <c:v>45.736252</c:v>
                </c:pt>
                <c:pt idx="5611">
                  <c:v>45.668674000000003</c:v>
                </c:pt>
                <c:pt idx="5612">
                  <c:v>45.655231000000001</c:v>
                </c:pt>
                <c:pt idx="5613">
                  <c:v>45.660491999999998</c:v>
                </c:pt>
                <c:pt idx="5614">
                  <c:v>45.665016000000001</c:v>
                </c:pt>
                <c:pt idx="5615">
                  <c:v>45.612797</c:v>
                </c:pt>
                <c:pt idx="5616">
                  <c:v>45.504108000000002</c:v>
                </c:pt>
                <c:pt idx="5617">
                  <c:v>45.410201999999998</c:v>
                </c:pt>
                <c:pt idx="5618">
                  <c:v>45.317169</c:v>
                </c:pt>
                <c:pt idx="5619">
                  <c:v>45.173672000000003</c:v>
                </c:pt>
                <c:pt idx="5620">
                  <c:v>45.046936000000002</c:v>
                </c:pt>
                <c:pt idx="5621">
                  <c:v>44.956524000000002</c:v>
                </c:pt>
                <c:pt idx="5622">
                  <c:v>44.838496999999997</c:v>
                </c:pt>
                <c:pt idx="5623">
                  <c:v>44.693649000000001</c:v>
                </c:pt>
                <c:pt idx="5624">
                  <c:v>44.528796999999997</c:v>
                </c:pt>
                <c:pt idx="5625">
                  <c:v>44.410927000000001</c:v>
                </c:pt>
                <c:pt idx="5626">
                  <c:v>44.365893999999997</c:v>
                </c:pt>
                <c:pt idx="5627">
                  <c:v>44.415638000000001</c:v>
                </c:pt>
                <c:pt idx="5628">
                  <c:v>44.506931000000002</c:v>
                </c:pt>
                <c:pt idx="5629">
                  <c:v>44.582684</c:v>
                </c:pt>
                <c:pt idx="5630">
                  <c:v>44.661282</c:v>
                </c:pt>
                <c:pt idx="5631">
                  <c:v>44.788891</c:v>
                </c:pt>
                <c:pt idx="5632">
                  <c:v>45.013568999999997</c:v>
                </c:pt>
                <c:pt idx="5633">
                  <c:v>45.338107999999998</c:v>
                </c:pt>
                <c:pt idx="5634">
                  <c:v>45.698338</c:v>
                </c:pt>
                <c:pt idx="5635">
                  <c:v>45.945183</c:v>
                </c:pt>
                <c:pt idx="5636">
                  <c:v>46.072521000000002</c:v>
                </c:pt>
                <c:pt idx="5637">
                  <c:v>46.171847999999997</c:v>
                </c:pt>
                <c:pt idx="5638">
                  <c:v>46.314540999999998</c:v>
                </c:pt>
                <c:pt idx="5639">
                  <c:v>46.446067999999997</c:v>
                </c:pt>
                <c:pt idx="5640">
                  <c:v>46.566012999999998</c:v>
                </c:pt>
                <c:pt idx="5641">
                  <c:v>46.710957000000001</c:v>
                </c:pt>
                <c:pt idx="5642">
                  <c:v>46.844177000000002</c:v>
                </c:pt>
                <c:pt idx="5643">
                  <c:v>47.040005000000001</c:v>
                </c:pt>
                <c:pt idx="5644">
                  <c:v>47.288322000000001</c:v>
                </c:pt>
                <c:pt idx="5645">
                  <c:v>47.559441</c:v>
                </c:pt>
                <c:pt idx="5646">
                  <c:v>47.851478999999998</c:v>
                </c:pt>
                <c:pt idx="5647">
                  <c:v>48.142757000000003</c:v>
                </c:pt>
                <c:pt idx="5648">
                  <c:v>48.421944000000003</c:v>
                </c:pt>
                <c:pt idx="5649">
                  <c:v>48.688381</c:v>
                </c:pt>
                <c:pt idx="5650">
                  <c:v>48.977997000000002</c:v>
                </c:pt>
                <c:pt idx="5651">
                  <c:v>49.239449</c:v>
                </c:pt>
                <c:pt idx="5652">
                  <c:v>49.567532</c:v>
                </c:pt>
                <c:pt idx="5653">
                  <c:v>49.946060000000003</c:v>
                </c:pt>
                <c:pt idx="5654">
                  <c:v>50.361561000000002</c:v>
                </c:pt>
                <c:pt idx="5655">
                  <c:v>50.766753999999999</c:v>
                </c:pt>
                <c:pt idx="5656">
                  <c:v>51.097054</c:v>
                </c:pt>
                <c:pt idx="5657">
                  <c:v>51.364165999999997</c:v>
                </c:pt>
                <c:pt idx="5658">
                  <c:v>51.634093999999997</c:v>
                </c:pt>
                <c:pt idx="5659">
                  <c:v>51.887383</c:v>
                </c:pt>
                <c:pt idx="5660">
                  <c:v>52.078060000000001</c:v>
                </c:pt>
                <c:pt idx="5661">
                  <c:v>52.279888</c:v>
                </c:pt>
                <c:pt idx="5662">
                  <c:v>52.561503999999999</c:v>
                </c:pt>
                <c:pt idx="5663">
                  <c:v>52.841774000000001</c:v>
                </c:pt>
                <c:pt idx="5664">
                  <c:v>53.160065000000003</c:v>
                </c:pt>
                <c:pt idx="5665">
                  <c:v>53.502937000000003</c:v>
                </c:pt>
                <c:pt idx="5666">
                  <c:v>53.814953000000003</c:v>
                </c:pt>
                <c:pt idx="5667">
                  <c:v>54.171368000000001</c:v>
                </c:pt>
                <c:pt idx="5668">
                  <c:v>54.631568999999999</c:v>
                </c:pt>
                <c:pt idx="5669">
                  <c:v>55.220061999999999</c:v>
                </c:pt>
                <c:pt idx="5670">
                  <c:v>55.713473999999998</c:v>
                </c:pt>
                <c:pt idx="5671">
                  <c:v>56.074120000000001</c:v>
                </c:pt>
                <c:pt idx="5672">
                  <c:v>56.315769000000003</c:v>
                </c:pt>
                <c:pt idx="5673">
                  <c:v>56.396107000000001</c:v>
                </c:pt>
                <c:pt idx="5674">
                  <c:v>56.266658999999997</c:v>
                </c:pt>
                <c:pt idx="5675">
                  <c:v>56.190055999999998</c:v>
                </c:pt>
                <c:pt idx="5676">
                  <c:v>56.205672999999997</c:v>
                </c:pt>
                <c:pt idx="5677">
                  <c:v>56.236752000000003</c:v>
                </c:pt>
                <c:pt idx="5678">
                  <c:v>56.263320999999998</c:v>
                </c:pt>
                <c:pt idx="5679">
                  <c:v>56.245753999999998</c:v>
                </c:pt>
                <c:pt idx="5680">
                  <c:v>56.213402000000002</c:v>
                </c:pt>
                <c:pt idx="5681">
                  <c:v>56.185146000000003</c:v>
                </c:pt>
                <c:pt idx="5682">
                  <c:v>56.171284</c:v>
                </c:pt>
                <c:pt idx="5683">
                  <c:v>56.141441</c:v>
                </c:pt>
                <c:pt idx="5684">
                  <c:v>56.119475999999999</c:v>
                </c:pt>
                <c:pt idx="5685">
                  <c:v>56.099421999999997</c:v>
                </c:pt>
                <c:pt idx="5686">
                  <c:v>56.071280999999999</c:v>
                </c:pt>
                <c:pt idx="5687">
                  <c:v>56.008015</c:v>
                </c:pt>
                <c:pt idx="5688">
                  <c:v>55.966754999999999</c:v>
                </c:pt>
                <c:pt idx="5689">
                  <c:v>55.964199000000001</c:v>
                </c:pt>
                <c:pt idx="5690">
                  <c:v>55.993907999999998</c:v>
                </c:pt>
                <c:pt idx="5691">
                  <c:v>55.974201000000001</c:v>
                </c:pt>
                <c:pt idx="5692">
                  <c:v>56.030548000000003</c:v>
                </c:pt>
                <c:pt idx="5693">
                  <c:v>56.212772000000001</c:v>
                </c:pt>
                <c:pt idx="5694">
                  <c:v>56.439453</c:v>
                </c:pt>
                <c:pt idx="5695">
                  <c:v>56.659801000000002</c:v>
                </c:pt>
                <c:pt idx="5696">
                  <c:v>56.806786000000002</c:v>
                </c:pt>
                <c:pt idx="5697">
                  <c:v>56.920555</c:v>
                </c:pt>
                <c:pt idx="5698">
                  <c:v>56.980311999999998</c:v>
                </c:pt>
                <c:pt idx="5699">
                  <c:v>57.028934</c:v>
                </c:pt>
                <c:pt idx="5700">
                  <c:v>57.058475000000001</c:v>
                </c:pt>
                <c:pt idx="5701">
                  <c:v>57.040367000000003</c:v>
                </c:pt>
                <c:pt idx="5702">
                  <c:v>56.957214</c:v>
                </c:pt>
                <c:pt idx="5703">
                  <c:v>56.822495000000004</c:v>
                </c:pt>
                <c:pt idx="5704">
                  <c:v>56.691338000000002</c:v>
                </c:pt>
                <c:pt idx="5705">
                  <c:v>56.610408999999997</c:v>
                </c:pt>
                <c:pt idx="5706">
                  <c:v>56.591743000000001</c:v>
                </c:pt>
                <c:pt idx="5707">
                  <c:v>56.594386999999998</c:v>
                </c:pt>
                <c:pt idx="5708">
                  <c:v>56.624054000000001</c:v>
                </c:pt>
                <c:pt idx="5709">
                  <c:v>56.633265999999999</c:v>
                </c:pt>
                <c:pt idx="5710">
                  <c:v>56.639285999999998</c:v>
                </c:pt>
                <c:pt idx="5711">
                  <c:v>56.713436000000002</c:v>
                </c:pt>
                <c:pt idx="5712">
                  <c:v>56.71537</c:v>
                </c:pt>
                <c:pt idx="5713">
                  <c:v>56.770020000000002</c:v>
                </c:pt>
                <c:pt idx="5714">
                  <c:v>56.996578</c:v>
                </c:pt>
                <c:pt idx="5715">
                  <c:v>57.235435000000003</c:v>
                </c:pt>
                <c:pt idx="5716">
                  <c:v>57.554264000000003</c:v>
                </c:pt>
                <c:pt idx="5717">
                  <c:v>57.902881999999998</c:v>
                </c:pt>
                <c:pt idx="5718">
                  <c:v>58.193420000000003</c:v>
                </c:pt>
                <c:pt idx="5719">
                  <c:v>58.519694999999999</c:v>
                </c:pt>
                <c:pt idx="5720">
                  <c:v>58.787956000000001</c:v>
                </c:pt>
                <c:pt idx="5721">
                  <c:v>59.053016999999997</c:v>
                </c:pt>
                <c:pt idx="5722">
                  <c:v>59.204258000000003</c:v>
                </c:pt>
                <c:pt idx="5723">
                  <c:v>59.222152999999999</c:v>
                </c:pt>
                <c:pt idx="5724">
                  <c:v>59.196651000000003</c:v>
                </c:pt>
                <c:pt idx="5725">
                  <c:v>59.179333</c:v>
                </c:pt>
                <c:pt idx="5726">
                  <c:v>59.170997999999997</c:v>
                </c:pt>
                <c:pt idx="5727">
                  <c:v>59.129081999999997</c:v>
                </c:pt>
                <c:pt idx="5728">
                  <c:v>59.066924999999998</c:v>
                </c:pt>
                <c:pt idx="5729">
                  <c:v>59.030555999999997</c:v>
                </c:pt>
                <c:pt idx="5730">
                  <c:v>58.992409000000002</c:v>
                </c:pt>
                <c:pt idx="5731">
                  <c:v>58.940899000000002</c:v>
                </c:pt>
                <c:pt idx="5732">
                  <c:v>58.865192</c:v>
                </c:pt>
                <c:pt idx="5733">
                  <c:v>58.792499999999997</c:v>
                </c:pt>
                <c:pt idx="5734">
                  <c:v>58.754748999999997</c:v>
                </c:pt>
                <c:pt idx="5735">
                  <c:v>58.744548999999999</c:v>
                </c:pt>
                <c:pt idx="5736">
                  <c:v>58.899403</c:v>
                </c:pt>
                <c:pt idx="5737">
                  <c:v>59.031841</c:v>
                </c:pt>
                <c:pt idx="5738">
                  <c:v>59.153182999999999</c:v>
                </c:pt>
                <c:pt idx="5739">
                  <c:v>59.448647000000001</c:v>
                </c:pt>
                <c:pt idx="5740">
                  <c:v>59.996651</c:v>
                </c:pt>
                <c:pt idx="5741">
                  <c:v>60.353149000000002</c:v>
                </c:pt>
                <c:pt idx="5742">
                  <c:v>60.158909000000001</c:v>
                </c:pt>
                <c:pt idx="5743">
                  <c:v>60.013160999999997</c:v>
                </c:pt>
                <c:pt idx="5744">
                  <c:v>60.075676000000001</c:v>
                </c:pt>
                <c:pt idx="5745">
                  <c:v>60.261615999999997</c:v>
                </c:pt>
                <c:pt idx="5746">
                  <c:v>60.324928</c:v>
                </c:pt>
                <c:pt idx="5747">
                  <c:v>60.348019000000001</c:v>
                </c:pt>
                <c:pt idx="5748">
                  <c:v>60.310699</c:v>
                </c:pt>
                <c:pt idx="5749">
                  <c:v>60.417380999999999</c:v>
                </c:pt>
                <c:pt idx="5750">
                  <c:v>60.453361999999998</c:v>
                </c:pt>
                <c:pt idx="5751">
                  <c:v>60.437190999999999</c:v>
                </c:pt>
                <c:pt idx="5752">
                  <c:v>60.404671</c:v>
                </c:pt>
                <c:pt idx="5753">
                  <c:v>60.342987000000001</c:v>
                </c:pt>
                <c:pt idx="5754">
                  <c:v>60.277980999999997</c:v>
                </c:pt>
                <c:pt idx="5755">
                  <c:v>60.236728999999997</c:v>
                </c:pt>
                <c:pt idx="5756">
                  <c:v>60.210425999999998</c:v>
                </c:pt>
                <c:pt idx="5757">
                  <c:v>60.154204999999997</c:v>
                </c:pt>
                <c:pt idx="5758">
                  <c:v>60.136088999999998</c:v>
                </c:pt>
                <c:pt idx="5759">
                  <c:v>60.172961999999998</c:v>
                </c:pt>
                <c:pt idx="5760">
                  <c:v>60.292586999999997</c:v>
                </c:pt>
                <c:pt idx="5761">
                  <c:v>60.209324000000002</c:v>
                </c:pt>
                <c:pt idx="5762">
                  <c:v>60.047469999999997</c:v>
                </c:pt>
                <c:pt idx="5763">
                  <c:v>59.933616999999998</c:v>
                </c:pt>
                <c:pt idx="5764">
                  <c:v>59.801758</c:v>
                </c:pt>
                <c:pt idx="5765">
                  <c:v>59.632201999999999</c:v>
                </c:pt>
                <c:pt idx="5766">
                  <c:v>59.481003000000001</c:v>
                </c:pt>
                <c:pt idx="5767">
                  <c:v>59.349936999999997</c:v>
                </c:pt>
                <c:pt idx="5768">
                  <c:v>59.227573</c:v>
                </c:pt>
                <c:pt idx="5769">
                  <c:v>59.087108999999998</c:v>
                </c:pt>
                <c:pt idx="5770">
                  <c:v>58.934128000000001</c:v>
                </c:pt>
                <c:pt idx="5771">
                  <c:v>58.787574999999997</c:v>
                </c:pt>
                <c:pt idx="5772">
                  <c:v>58.645038999999997</c:v>
                </c:pt>
                <c:pt idx="5773">
                  <c:v>58.549370000000003</c:v>
                </c:pt>
                <c:pt idx="5774">
                  <c:v>58.449181000000003</c:v>
                </c:pt>
                <c:pt idx="5775">
                  <c:v>58.325221999999997</c:v>
                </c:pt>
                <c:pt idx="5776">
                  <c:v>58.268776000000003</c:v>
                </c:pt>
                <c:pt idx="5777">
                  <c:v>58.328082999999999</c:v>
                </c:pt>
                <c:pt idx="5778">
                  <c:v>58.459560000000003</c:v>
                </c:pt>
                <c:pt idx="5779">
                  <c:v>58.571804</c:v>
                </c:pt>
                <c:pt idx="5780">
                  <c:v>58.601067</c:v>
                </c:pt>
                <c:pt idx="5781">
                  <c:v>58.620552000000004</c:v>
                </c:pt>
                <c:pt idx="5782">
                  <c:v>58.670017000000001</c:v>
                </c:pt>
                <c:pt idx="5783">
                  <c:v>58.713520000000003</c:v>
                </c:pt>
                <c:pt idx="5784">
                  <c:v>58.701701999999997</c:v>
                </c:pt>
                <c:pt idx="5785">
                  <c:v>58.680678999999998</c:v>
                </c:pt>
                <c:pt idx="5786">
                  <c:v>58.615608000000002</c:v>
                </c:pt>
                <c:pt idx="5787">
                  <c:v>58.479874000000002</c:v>
                </c:pt>
                <c:pt idx="5788">
                  <c:v>58.273319000000001</c:v>
                </c:pt>
                <c:pt idx="5789">
                  <c:v>58.008915000000002</c:v>
                </c:pt>
                <c:pt idx="5790">
                  <c:v>57.708874000000002</c:v>
                </c:pt>
                <c:pt idx="5791">
                  <c:v>57.404471999999998</c:v>
                </c:pt>
                <c:pt idx="5792">
                  <c:v>57.193218000000002</c:v>
                </c:pt>
                <c:pt idx="5793">
                  <c:v>57.121406999999998</c:v>
                </c:pt>
                <c:pt idx="5794">
                  <c:v>57.135406000000003</c:v>
                </c:pt>
                <c:pt idx="5795">
                  <c:v>57.144832999999998</c:v>
                </c:pt>
                <c:pt idx="5796">
                  <c:v>57.042178999999997</c:v>
                </c:pt>
                <c:pt idx="5797">
                  <c:v>56.853969999999997</c:v>
                </c:pt>
                <c:pt idx="5798">
                  <c:v>56.713287000000001</c:v>
                </c:pt>
                <c:pt idx="5799">
                  <c:v>56.703327000000002</c:v>
                </c:pt>
                <c:pt idx="5800">
                  <c:v>56.740054999999998</c:v>
                </c:pt>
                <c:pt idx="5801">
                  <c:v>56.869598000000003</c:v>
                </c:pt>
                <c:pt idx="5802">
                  <c:v>57.020561000000001</c:v>
                </c:pt>
                <c:pt idx="5803">
                  <c:v>57.130401999999997</c:v>
                </c:pt>
                <c:pt idx="5804">
                  <c:v>57.316971000000002</c:v>
                </c:pt>
                <c:pt idx="5805">
                  <c:v>57.573532</c:v>
                </c:pt>
                <c:pt idx="5806">
                  <c:v>57.884757999999998</c:v>
                </c:pt>
                <c:pt idx="5807">
                  <c:v>58.241829000000003</c:v>
                </c:pt>
                <c:pt idx="5808">
                  <c:v>58.460766</c:v>
                </c:pt>
                <c:pt idx="5809">
                  <c:v>58.713870999999997</c:v>
                </c:pt>
                <c:pt idx="5810">
                  <c:v>59.061599999999999</c:v>
                </c:pt>
                <c:pt idx="5811">
                  <c:v>59.328735000000002</c:v>
                </c:pt>
                <c:pt idx="5812">
                  <c:v>59.592906999999997</c:v>
                </c:pt>
                <c:pt idx="5813">
                  <c:v>59.845886</c:v>
                </c:pt>
                <c:pt idx="5814">
                  <c:v>59.997677000000003</c:v>
                </c:pt>
                <c:pt idx="5815">
                  <c:v>60.064231999999997</c:v>
                </c:pt>
                <c:pt idx="5816">
                  <c:v>60.086044000000001</c:v>
                </c:pt>
                <c:pt idx="5817">
                  <c:v>60.194355000000002</c:v>
                </c:pt>
                <c:pt idx="5818">
                  <c:v>60.442062</c:v>
                </c:pt>
                <c:pt idx="5819">
                  <c:v>60.716385000000002</c:v>
                </c:pt>
                <c:pt idx="5820">
                  <c:v>60.928733999999999</c:v>
                </c:pt>
                <c:pt idx="5821">
                  <c:v>61.153075999999999</c:v>
                </c:pt>
                <c:pt idx="5822">
                  <c:v>61.396071999999997</c:v>
                </c:pt>
                <c:pt idx="5823">
                  <c:v>61.647365999999998</c:v>
                </c:pt>
                <c:pt idx="5824">
                  <c:v>61.833961000000002</c:v>
                </c:pt>
                <c:pt idx="5825">
                  <c:v>62.010936999999998</c:v>
                </c:pt>
                <c:pt idx="5826">
                  <c:v>62.206226000000001</c:v>
                </c:pt>
                <c:pt idx="5827">
                  <c:v>62.294533000000001</c:v>
                </c:pt>
                <c:pt idx="5828">
                  <c:v>62.374954000000002</c:v>
                </c:pt>
                <c:pt idx="5829">
                  <c:v>62.508797000000001</c:v>
                </c:pt>
                <c:pt idx="5830">
                  <c:v>62.716330999999997</c:v>
                </c:pt>
                <c:pt idx="5831">
                  <c:v>62.878742000000003</c:v>
                </c:pt>
                <c:pt idx="5832">
                  <c:v>63.080139000000003</c:v>
                </c:pt>
                <c:pt idx="5833">
                  <c:v>63.349209000000002</c:v>
                </c:pt>
                <c:pt idx="5834">
                  <c:v>63.559956</c:v>
                </c:pt>
                <c:pt idx="5835">
                  <c:v>63.820461000000002</c:v>
                </c:pt>
                <c:pt idx="5836">
                  <c:v>64.283164999999997</c:v>
                </c:pt>
                <c:pt idx="5837">
                  <c:v>64.723106000000001</c:v>
                </c:pt>
                <c:pt idx="5838">
                  <c:v>64.982742000000002</c:v>
                </c:pt>
                <c:pt idx="5839">
                  <c:v>65.128304</c:v>
                </c:pt>
                <c:pt idx="5840">
                  <c:v>65.278587000000002</c:v>
                </c:pt>
                <c:pt idx="5841">
                  <c:v>65.416640999999998</c:v>
                </c:pt>
                <c:pt idx="5842">
                  <c:v>65.590157000000005</c:v>
                </c:pt>
                <c:pt idx="5843">
                  <c:v>65.809730999999999</c:v>
                </c:pt>
                <c:pt idx="5844">
                  <c:v>65.944214000000002</c:v>
                </c:pt>
                <c:pt idx="5845">
                  <c:v>66.043816000000007</c:v>
                </c:pt>
                <c:pt idx="5846">
                  <c:v>66.303130999999993</c:v>
                </c:pt>
                <c:pt idx="5847">
                  <c:v>66.567474000000004</c:v>
                </c:pt>
                <c:pt idx="5848">
                  <c:v>66.724266</c:v>
                </c:pt>
                <c:pt idx="5849">
                  <c:v>66.791388999999995</c:v>
                </c:pt>
                <c:pt idx="5850">
                  <c:v>66.863028999999997</c:v>
                </c:pt>
                <c:pt idx="5851">
                  <c:v>66.862762000000004</c:v>
                </c:pt>
                <c:pt idx="5852">
                  <c:v>66.766593999999998</c:v>
                </c:pt>
                <c:pt idx="5853">
                  <c:v>66.564414999999997</c:v>
                </c:pt>
                <c:pt idx="5854">
                  <c:v>66.320160000000001</c:v>
                </c:pt>
                <c:pt idx="5855">
                  <c:v>66.069419999999994</c:v>
                </c:pt>
                <c:pt idx="5856">
                  <c:v>65.832313999999997</c:v>
                </c:pt>
                <c:pt idx="5857">
                  <c:v>65.558678</c:v>
                </c:pt>
                <c:pt idx="5858">
                  <c:v>65.306113999999994</c:v>
                </c:pt>
                <c:pt idx="5859">
                  <c:v>65.108954999999995</c:v>
                </c:pt>
                <c:pt idx="5860">
                  <c:v>64.903640999999993</c:v>
                </c:pt>
                <c:pt idx="5861">
                  <c:v>64.690421999999998</c:v>
                </c:pt>
                <c:pt idx="5862">
                  <c:v>64.448066999999995</c:v>
                </c:pt>
                <c:pt idx="5863">
                  <c:v>64.218826000000007</c:v>
                </c:pt>
                <c:pt idx="5864">
                  <c:v>64.053825000000003</c:v>
                </c:pt>
                <c:pt idx="5865">
                  <c:v>64.029601999999997</c:v>
                </c:pt>
                <c:pt idx="5866">
                  <c:v>64.067902000000004</c:v>
                </c:pt>
                <c:pt idx="5867">
                  <c:v>64.126555999999994</c:v>
                </c:pt>
                <c:pt idx="5868">
                  <c:v>64.086555000000004</c:v>
                </c:pt>
                <c:pt idx="5869">
                  <c:v>63.980003000000004</c:v>
                </c:pt>
                <c:pt idx="5870">
                  <c:v>63.877369000000002</c:v>
                </c:pt>
                <c:pt idx="5871">
                  <c:v>63.767283999999997</c:v>
                </c:pt>
                <c:pt idx="5872">
                  <c:v>63.681838999999997</c:v>
                </c:pt>
                <c:pt idx="5873">
                  <c:v>63.557392</c:v>
                </c:pt>
                <c:pt idx="5874">
                  <c:v>63.404926000000003</c:v>
                </c:pt>
                <c:pt idx="5875">
                  <c:v>63.247687999999997</c:v>
                </c:pt>
                <c:pt idx="5876">
                  <c:v>63.117691000000001</c:v>
                </c:pt>
                <c:pt idx="5877">
                  <c:v>63.013041999999999</c:v>
                </c:pt>
                <c:pt idx="5878">
                  <c:v>62.911388000000002</c:v>
                </c:pt>
                <c:pt idx="5879">
                  <c:v>62.803260999999999</c:v>
                </c:pt>
                <c:pt idx="5880">
                  <c:v>62.670574000000002</c:v>
                </c:pt>
                <c:pt idx="5881">
                  <c:v>62.542209999999997</c:v>
                </c:pt>
                <c:pt idx="5882">
                  <c:v>62.475665999999997</c:v>
                </c:pt>
                <c:pt idx="5883">
                  <c:v>62.575150000000001</c:v>
                </c:pt>
                <c:pt idx="5884">
                  <c:v>62.546275999999999</c:v>
                </c:pt>
                <c:pt idx="5885">
                  <c:v>62.487152000000002</c:v>
                </c:pt>
                <c:pt idx="5886">
                  <c:v>62.496459999999999</c:v>
                </c:pt>
                <c:pt idx="5887">
                  <c:v>62.627464000000003</c:v>
                </c:pt>
                <c:pt idx="5888">
                  <c:v>62.774883000000003</c:v>
                </c:pt>
                <c:pt idx="5889">
                  <c:v>62.916130000000003</c:v>
                </c:pt>
                <c:pt idx="5890">
                  <c:v>63.159153000000003</c:v>
                </c:pt>
                <c:pt idx="5891">
                  <c:v>63.426547999999997</c:v>
                </c:pt>
                <c:pt idx="5892">
                  <c:v>63.613857000000003</c:v>
                </c:pt>
                <c:pt idx="5893">
                  <c:v>63.810555000000001</c:v>
                </c:pt>
                <c:pt idx="5894">
                  <c:v>64.171715000000006</c:v>
                </c:pt>
                <c:pt idx="5895">
                  <c:v>64.593292000000005</c:v>
                </c:pt>
                <c:pt idx="5896">
                  <c:v>64.920151000000004</c:v>
                </c:pt>
                <c:pt idx="5897">
                  <c:v>65.158157000000003</c:v>
                </c:pt>
                <c:pt idx="5898">
                  <c:v>65.333656000000005</c:v>
                </c:pt>
                <c:pt idx="5899">
                  <c:v>65.460823000000005</c:v>
                </c:pt>
                <c:pt idx="5900">
                  <c:v>65.677490000000006</c:v>
                </c:pt>
                <c:pt idx="5901">
                  <c:v>66.022437999999994</c:v>
                </c:pt>
                <c:pt idx="5902">
                  <c:v>66.357674000000003</c:v>
                </c:pt>
                <c:pt idx="5903">
                  <c:v>66.623054999999994</c:v>
                </c:pt>
                <c:pt idx="5904">
                  <c:v>66.786384999999996</c:v>
                </c:pt>
                <c:pt idx="5905">
                  <c:v>66.924301</c:v>
                </c:pt>
                <c:pt idx="5906">
                  <c:v>67.128624000000002</c:v>
                </c:pt>
                <c:pt idx="5907">
                  <c:v>67.474197000000004</c:v>
                </c:pt>
                <c:pt idx="5908">
                  <c:v>67.809974999999994</c:v>
                </c:pt>
                <c:pt idx="5909">
                  <c:v>68.036438000000004</c:v>
                </c:pt>
                <c:pt idx="5910">
                  <c:v>68.204552000000007</c:v>
                </c:pt>
                <c:pt idx="5911">
                  <c:v>68.372467</c:v>
                </c:pt>
                <c:pt idx="5912">
                  <c:v>68.516586000000004</c:v>
                </c:pt>
                <c:pt idx="5913">
                  <c:v>68.665665000000004</c:v>
                </c:pt>
                <c:pt idx="5914">
                  <c:v>68.891639999999995</c:v>
                </c:pt>
                <c:pt idx="5915">
                  <c:v>69.095855999999998</c:v>
                </c:pt>
                <c:pt idx="5916">
                  <c:v>69.176270000000002</c:v>
                </c:pt>
                <c:pt idx="5917">
                  <c:v>69.184166000000005</c:v>
                </c:pt>
                <c:pt idx="5918">
                  <c:v>69.133690000000001</c:v>
                </c:pt>
                <c:pt idx="5919">
                  <c:v>68.985778999999994</c:v>
                </c:pt>
                <c:pt idx="5920">
                  <c:v>68.772193999999999</c:v>
                </c:pt>
                <c:pt idx="5921">
                  <c:v>68.627502000000007</c:v>
                </c:pt>
                <c:pt idx="5922">
                  <c:v>68.600243000000006</c:v>
                </c:pt>
                <c:pt idx="5923">
                  <c:v>68.740409999999997</c:v>
                </c:pt>
                <c:pt idx="5924">
                  <c:v>68.947997999999998</c:v>
                </c:pt>
                <c:pt idx="5925">
                  <c:v>69.041481000000005</c:v>
                </c:pt>
                <c:pt idx="5926">
                  <c:v>69.159637000000004</c:v>
                </c:pt>
                <c:pt idx="5927">
                  <c:v>69.310242000000002</c:v>
                </c:pt>
                <c:pt idx="5928">
                  <c:v>69.315246999999999</c:v>
                </c:pt>
                <c:pt idx="5929">
                  <c:v>69.184112999999996</c:v>
                </c:pt>
                <c:pt idx="5930">
                  <c:v>69.010056000000006</c:v>
                </c:pt>
                <c:pt idx="5931">
                  <c:v>68.850882999999996</c:v>
                </c:pt>
                <c:pt idx="5932">
                  <c:v>68.610839999999996</c:v>
                </c:pt>
                <c:pt idx="5933">
                  <c:v>68.232101</c:v>
                </c:pt>
                <c:pt idx="5934">
                  <c:v>67.719772000000006</c:v>
                </c:pt>
                <c:pt idx="5935">
                  <c:v>67.243201999999997</c:v>
                </c:pt>
                <c:pt idx="5936">
                  <c:v>66.900779999999997</c:v>
                </c:pt>
                <c:pt idx="5937">
                  <c:v>66.625336000000004</c:v>
                </c:pt>
                <c:pt idx="5938">
                  <c:v>66.285392999999999</c:v>
                </c:pt>
                <c:pt idx="5939">
                  <c:v>65.896987999999993</c:v>
                </c:pt>
                <c:pt idx="5940">
                  <c:v>65.531959999999998</c:v>
                </c:pt>
                <c:pt idx="5941">
                  <c:v>65.187302000000003</c:v>
                </c:pt>
                <c:pt idx="5942">
                  <c:v>64.887794</c:v>
                </c:pt>
                <c:pt idx="5943">
                  <c:v>64.650772000000003</c:v>
                </c:pt>
                <c:pt idx="5944">
                  <c:v>64.509048000000007</c:v>
                </c:pt>
                <c:pt idx="5945">
                  <c:v>64.485359000000003</c:v>
                </c:pt>
                <c:pt idx="5946">
                  <c:v>64.510154999999997</c:v>
                </c:pt>
                <c:pt idx="5947">
                  <c:v>64.608199999999997</c:v>
                </c:pt>
                <c:pt idx="5948">
                  <c:v>64.761619999999994</c:v>
                </c:pt>
                <c:pt idx="5949">
                  <c:v>64.828734999999995</c:v>
                </c:pt>
                <c:pt idx="5950">
                  <c:v>64.797386000000003</c:v>
                </c:pt>
                <c:pt idx="5951">
                  <c:v>64.695098999999999</c:v>
                </c:pt>
                <c:pt idx="5952">
                  <c:v>64.579207999999994</c:v>
                </c:pt>
                <c:pt idx="5953">
                  <c:v>64.418364999999994</c:v>
                </c:pt>
                <c:pt idx="5954">
                  <c:v>64.215255999999997</c:v>
                </c:pt>
                <c:pt idx="5955">
                  <c:v>64.039412999999996</c:v>
                </c:pt>
                <c:pt idx="5956">
                  <c:v>63.887619000000001</c:v>
                </c:pt>
                <c:pt idx="5957">
                  <c:v>63.754542999999998</c:v>
                </c:pt>
                <c:pt idx="5958">
                  <c:v>63.643379000000003</c:v>
                </c:pt>
                <c:pt idx="5959">
                  <c:v>63.432502999999997</c:v>
                </c:pt>
                <c:pt idx="5960">
                  <c:v>63.105778000000001</c:v>
                </c:pt>
                <c:pt idx="5961">
                  <c:v>62.797061999999997</c:v>
                </c:pt>
                <c:pt idx="5962">
                  <c:v>62.533253000000002</c:v>
                </c:pt>
                <c:pt idx="5963">
                  <c:v>62.339492999999997</c:v>
                </c:pt>
                <c:pt idx="5964">
                  <c:v>62.183598000000003</c:v>
                </c:pt>
                <c:pt idx="5965">
                  <c:v>62.067031999999998</c:v>
                </c:pt>
                <c:pt idx="5966">
                  <c:v>61.982532999999997</c:v>
                </c:pt>
                <c:pt idx="5967">
                  <c:v>61.926327000000001</c:v>
                </c:pt>
                <c:pt idx="5968">
                  <c:v>61.743259000000002</c:v>
                </c:pt>
                <c:pt idx="5969">
                  <c:v>61.403914999999998</c:v>
                </c:pt>
                <c:pt idx="5970">
                  <c:v>61.114162</c:v>
                </c:pt>
                <c:pt idx="5971">
                  <c:v>60.937435000000001</c:v>
                </c:pt>
                <c:pt idx="5972">
                  <c:v>60.872149999999998</c:v>
                </c:pt>
                <c:pt idx="5973">
                  <c:v>60.882736000000001</c:v>
                </c:pt>
                <c:pt idx="5974">
                  <c:v>60.935096999999999</c:v>
                </c:pt>
                <c:pt idx="5975">
                  <c:v>60.954597</c:v>
                </c:pt>
                <c:pt idx="5976">
                  <c:v>60.935059000000003</c:v>
                </c:pt>
                <c:pt idx="5977">
                  <c:v>60.939700999999999</c:v>
                </c:pt>
                <c:pt idx="5978">
                  <c:v>60.952061</c:v>
                </c:pt>
                <c:pt idx="5979">
                  <c:v>60.886471</c:v>
                </c:pt>
                <c:pt idx="5980">
                  <c:v>60.755595999999997</c:v>
                </c:pt>
                <c:pt idx="5981">
                  <c:v>60.652907999999996</c:v>
                </c:pt>
                <c:pt idx="5982">
                  <c:v>60.641070999999997</c:v>
                </c:pt>
                <c:pt idx="5983">
                  <c:v>60.607010000000002</c:v>
                </c:pt>
                <c:pt idx="5984">
                  <c:v>60.501609999999999</c:v>
                </c:pt>
                <c:pt idx="5985">
                  <c:v>60.315578000000002</c:v>
                </c:pt>
                <c:pt idx="5986">
                  <c:v>60.16198</c:v>
                </c:pt>
                <c:pt idx="5987">
                  <c:v>60.042048999999999</c:v>
                </c:pt>
                <c:pt idx="5988">
                  <c:v>59.877307999999999</c:v>
                </c:pt>
                <c:pt idx="5989">
                  <c:v>59.692486000000002</c:v>
                </c:pt>
                <c:pt idx="5990">
                  <c:v>59.454810999999999</c:v>
                </c:pt>
                <c:pt idx="5991">
                  <c:v>59.131186999999997</c:v>
                </c:pt>
                <c:pt idx="5992">
                  <c:v>58.867668000000002</c:v>
                </c:pt>
                <c:pt idx="5993">
                  <c:v>58.658234</c:v>
                </c:pt>
                <c:pt idx="5994">
                  <c:v>58.521973000000003</c:v>
                </c:pt>
                <c:pt idx="5995">
                  <c:v>58.401642000000002</c:v>
                </c:pt>
                <c:pt idx="5996">
                  <c:v>58.164439999999999</c:v>
                </c:pt>
                <c:pt idx="5997">
                  <c:v>57.844166000000001</c:v>
                </c:pt>
                <c:pt idx="5998">
                  <c:v>57.530289000000003</c:v>
                </c:pt>
                <c:pt idx="5999">
                  <c:v>57.302520999999999</c:v>
                </c:pt>
                <c:pt idx="6000">
                  <c:v>57.168934</c:v>
                </c:pt>
                <c:pt idx="6001">
                  <c:v>57.076698</c:v>
                </c:pt>
                <c:pt idx="6002">
                  <c:v>56.990093000000002</c:v>
                </c:pt>
                <c:pt idx="6003">
                  <c:v>56.909022999999998</c:v>
                </c:pt>
                <c:pt idx="6004">
                  <c:v>56.863337999999999</c:v>
                </c:pt>
                <c:pt idx="6005">
                  <c:v>56.861682999999999</c:v>
                </c:pt>
                <c:pt idx="6006">
                  <c:v>56.900795000000002</c:v>
                </c:pt>
                <c:pt idx="6007">
                  <c:v>56.951743999999998</c:v>
                </c:pt>
                <c:pt idx="6008">
                  <c:v>57.02346</c:v>
                </c:pt>
                <c:pt idx="6009">
                  <c:v>57.107455999999999</c:v>
                </c:pt>
                <c:pt idx="6010">
                  <c:v>57.232627999999998</c:v>
                </c:pt>
                <c:pt idx="6011">
                  <c:v>57.395515000000003</c:v>
                </c:pt>
                <c:pt idx="6012">
                  <c:v>57.594551000000003</c:v>
                </c:pt>
                <c:pt idx="6013">
                  <c:v>57.769196000000001</c:v>
                </c:pt>
                <c:pt idx="6014">
                  <c:v>57.859862999999997</c:v>
                </c:pt>
                <c:pt idx="6015">
                  <c:v>57.953518000000003</c:v>
                </c:pt>
                <c:pt idx="6016">
                  <c:v>58.065308000000002</c:v>
                </c:pt>
                <c:pt idx="6017">
                  <c:v>58.198546999999998</c:v>
                </c:pt>
                <c:pt idx="6018">
                  <c:v>58.341411999999998</c:v>
                </c:pt>
                <c:pt idx="6019">
                  <c:v>58.419455999999997</c:v>
                </c:pt>
                <c:pt idx="6020">
                  <c:v>58.505684000000002</c:v>
                </c:pt>
                <c:pt idx="6021">
                  <c:v>58.509827000000001</c:v>
                </c:pt>
                <c:pt idx="6022">
                  <c:v>58.566299000000001</c:v>
                </c:pt>
                <c:pt idx="6023">
                  <c:v>58.636645999999999</c:v>
                </c:pt>
                <c:pt idx="6024">
                  <c:v>58.694336</c:v>
                </c:pt>
                <c:pt idx="6025">
                  <c:v>58.816265000000001</c:v>
                </c:pt>
                <c:pt idx="6026">
                  <c:v>59.005234000000002</c:v>
                </c:pt>
                <c:pt idx="6027">
                  <c:v>59.191929000000002</c:v>
                </c:pt>
                <c:pt idx="6028">
                  <c:v>59.317421000000003</c:v>
                </c:pt>
                <c:pt idx="6029">
                  <c:v>59.375377999999998</c:v>
                </c:pt>
                <c:pt idx="6030">
                  <c:v>59.462921000000001</c:v>
                </c:pt>
                <c:pt idx="6031">
                  <c:v>59.631241000000003</c:v>
                </c:pt>
                <c:pt idx="6032">
                  <c:v>59.837150999999999</c:v>
                </c:pt>
                <c:pt idx="6033">
                  <c:v>60.043911000000001</c:v>
                </c:pt>
                <c:pt idx="6034">
                  <c:v>60.196747000000002</c:v>
                </c:pt>
                <c:pt idx="6035">
                  <c:v>60.408279</c:v>
                </c:pt>
                <c:pt idx="6036">
                  <c:v>60.660972999999998</c:v>
                </c:pt>
                <c:pt idx="6037">
                  <c:v>60.878737999999998</c:v>
                </c:pt>
                <c:pt idx="6038">
                  <c:v>61.065314999999998</c:v>
                </c:pt>
                <c:pt idx="6039">
                  <c:v>61.222262999999998</c:v>
                </c:pt>
                <c:pt idx="6040">
                  <c:v>61.455176999999999</c:v>
                </c:pt>
                <c:pt idx="6041">
                  <c:v>61.656306999999998</c:v>
                </c:pt>
                <c:pt idx="6042">
                  <c:v>61.912418000000002</c:v>
                </c:pt>
                <c:pt idx="6043">
                  <c:v>62.194687000000002</c:v>
                </c:pt>
                <c:pt idx="6044">
                  <c:v>62.493037999999999</c:v>
                </c:pt>
                <c:pt idx="6045">
                  <c:v>62.884041000000003</c:v>
                </c:pt>
                <c:pt idx="6046">
                  <c:v>63.218299999999999</c:v>
                </c:pt>
                <c:pt idx="6047">
                  <c:v>63.516967999999999</c:v>
                </c:pt>
                <c:pt idx="6048">
                  <c:v>63.692131000000003</c:v>
                </c:pt>
                <c:pt idx="6049">
                  <c:v>63.921458999999999</c:v>
                </c:pt>
                <c:pt idx="6050">
                  <c:v>64.118362000000005</c:v>
                </c:pt>
                <c:pt idx="6051">
                  <c:v>64.357276999999996</c:v>
                </c:pt>
                <c:pt idx="6052">
                  <c:v>64.713477999999995</c:v>
                </c:pt>
                <c:pt idx="6053">
                  <c:v>65.096717999999996</c:v>
                </c:pt>
                <c:pt idx="6054">
                  <c:v>65.477974000000003</c:v>
                </c:pt>
                <c:pt idx="6055">
                  <c:v>65.793723999999997</c:v>
                </c:pt>
                <c:pt idx="6056">
                  <c:v>65.965675000000005</c:v>
                </c:pt>
                <c:pt idx="6057">
                  <c:v>66.022086999999999</c:v>
                </c:pt>
                <c:pt idx="6058">
                  <c:v>66.035149000000004</c:v>
                </c:pt>
                <c:pt idx="6059">
                  <c:v>65.995461000000006</c:v>
                </c:pt>
                <c:pt idx="6060">
                  <c:v>66.003838000000002</c:v>
                </c:pt>
                <c:pt idx="6061">
                  <c:v>66.075599999999994</c:v>
                </c:pt>
                <c:pt idx="6062">
                  <c:v>66.139786000000001</c:v>
                </c:pt>
                <c:pt idx="6063">
                  <c:v>66.248221999999998</c:v>
                </c:pt>
                <c:pt idx="6064">
                  <c:v>66.491294999999994</c:v>
                </c:pt>
                <c:pt idx="6065">
                  <c:v>66.741692</c:v>
                </c:pt>
                <c:pt idx="6066">
                  <c:v>66.831451000000001</c:v>
                </c:pt>
                <c:pt idx="6067">
                  <c:v>66.810471000000007</c:v>
                </c:pt>
                <c:pt idx="6068">
                  <c:v>66.745789000000002</c:v>
                </c:pt>
                <c:pt idx="6069">
                  <c:v>66.641823000000002</c:v>
                </c:pt>
                <c:pt idx="6070">
                  <c:v>66.626784999999998</c:v>
                </c:pt>
                <c:pt idx="6071">
                  <c:v>66.589966000000004</c:v>
                </c:pt>
                <c:pt idx="6072">
                  <c:v>66.566283999999996</c:v>
                </c:pt>
                <c:pt idx="6073">
                  <c:v>66.484909000000002</c:v>
                </c:pt>
                <c:pt idx="6074">
                  <c:v>66.365036000000003</c:v>
                </c:pt>
                <c:pt idx="6075">
                  <c:v>66.237137000000004</c:v>
                </c:pt>
                <c:pt idx="6076">
                  <c:v>66.127753999999996</c:v>
                </c:pt>
                <c:pt idx="6077">
                  <c:v>66.069916000000006</c:v>
                </c:pt>
                <c:pt idx="6078">
                  <c:v>66.065178000000003</c:v>
                </c:pt>
                <c:pt idx="6079">
                  <c:v>66.112380999999999</c:v>
                </c:pt>
                <c:pt idx="6080">
                  <c:v>66.182136999999997</c:v>
                </c:pt>
                <c:pt idx="6081">
                  <c:v>66.251694000000001</c:v>
                </c:pt>
                <c:pt idx="6082">
                  <c:v>66.439071999999996</c:v>
                </c:pt>
                <c:pt idx="6083">
                  <c:v>66.807243</c:v>
                </c:pt>
                <c:pt idx="6084">
                  <c:v>67.096953999999997</c:v>
                </c:pt>
                <c:pt idx="6085">
                  <c:v>67.347801000000004</c:v>
                </c:pt>
                <c:pt idx="6086">
                  <c:v>67.478995999999995</c:v>
                </c:pt>
                <c:pt idx="6087">
                  <c:v>67.553725999999997</c:v>
                </c:pt>
                <c:pt idx="6088">
                  <c:v>67.580878999999996</c:v>
                </c:pt>
                <c:pt idx="6089">
                  <c:v>67.575806</c:v>
                </c:pt>
                <c:pt idx="6090">
                  <c:v>67.682404000000005</c:v>
                </c:pt>
                <c:pt idx="6091">
                  <c:v>67.852264000000005</c:v>
                </c:pt>
                <c:pt idx="6092">
                  <c:v>68.012305999999995</c:v>
                </c:pt>
                <c:pt idx="6093">
                  <c:v>68.100098000000003</c:v>
                </c:pt>
                <c:pt idx="6094">
                  <c:v>68.152091999999996</c:v>
                </c:pt>
                <c:pt idx="6095">
                  <c:v>68.089043000000004</c:v>
                </c:pt>
                <c:pt idx="6096">
                  <c:v>68.004340999999997</c:v>
                </c:pt>
                <c:pt idx="6097">
                  <c:v>68.023696999999999</c:v>
                </c:pt>
                <c:pt idx="6098">
                  <c:v>68.282082000000003</c:v>
                </c:pt>
                <c:pt idx="6099">
                  <c:v>68.556190000000001</c:v>
                </c:pt>
                <c:pt idx="6100">
                  <c:v>68.805756000000002</c:v>
                </c:pt>
                <c:pt idx="6101">
                  <c:v>69.054023999999998</c:v>
                </c:pt>
                <c:pt idx="6102">
                  <c:v>69.284203000000005</c:v>
                </c:pt>
                <c:pt idx="6103">
                  <c:v>69.615737999999993</c:v>
                </c:pt>
                <c:pt idx="6104">
                  <c:v>70.003044000000003</c:v>
                </c:pt>
                <c:pt idx="6105">
                  <c:v>70.365013000000005</c:v>
                </c:pt>
                <c:pt idx="6106">
                  <c:v>70.6203</c:v>
                </c:pt>
                <c:pt idx="6107">
                  <c:v>70.844314999999995</c:v>
                </c:pt>
                <c:pt idx="6108">
                  <c:v>71.107367999999994</c:v>
                </c:pt>
                <c:pt idx="6109">
                  <c:v>71.326035000000005</c:v>
                </c:pt>
                <c:pt idx="6110">
                  <c:v>71.415627000000001</c:v>
                </c:pt>
                <c:pt idx="6111">
                  <c:v>71.475845000000007</c:v>
                </c:pt>
                <c:pt idx="6112">
                  <c:v>71.588752999999997</c:v>
                </c:pt>
                <c:pt idx="6113">
                  <c:v>71.721915999999993</c:v>
                </c:pt>
                <c:pt idx="6114">
                  <c:v>71.957504</c:v>
                </c:pt>
                <c:pt idx="6115">
                  <c:v>72.243888999999996</c:v>
                </c:pt>
                <c:pt idx="6116">
                  <c:v>72.429657000000006</c:v>
                </c:pt>
                <c:pt idx="6117">
                  <c:v>72.481941000000006</c:v>
                </c:pt>
                <c:pt idx="6118">
                  <c:v>72.513496000000004</c:v>
                </c:pt>
                <c:pt idx="6119">
                  <c:v>72.623863</c:v>
                </c:pt>
                <c:pt idx="6120">
                  <c:v>72.746398999999997</c:v>
                </c:pt>
                <c:pt idx="6121">
                  <c:v>72.852051000000003</c:v>
                </c:pt>
                <c:pt idx="6122">
                  <c:v>72.997528000000003</c:v>
                </c:pt>
                <c:pt idx="6123">
                  <c:v>73.125923</c:v>
                </c:pt>
                <c:pt idx="6124">
                  <c:v>73.322722999999996</c:v>
                </c:pt>
                <c:pt idx="6125">
                  <c:v>73.549767000000003</c:v>
                </c:pt>
                <c:pt idx="6126">
                  <c:v>73.780463999999995</c:v>
                </c:pt>
                <c:pt idx="6127">
                  <c:v>74.044876000000002</c:v>
                </c:pt>
                <c:pt idx="6128">
                  <c:v>74.442909</c:v>
                </c:pt>
                <c:pt idx="6129">
                  <c:v>74.591583</c:v>
                </c:pt>
                <c:pt idx="6130">
                  <c:v>74.823447999999999</c:v>
                </c:pt>
                <c:pt idx="6131">
                  <c:v>75.115966999999998</c:v>
                </c:pt>
                <c:pt idx="6132">
                  <c:v>75.129409999999993</c:v>
                </c:pt>
                <c:pt idx="6133">
                  <c:v>75.230316000000002</c:v>
                </c:pt>
                <c:pt idx="6134">
                  <c:v>75.438423</c:v>
                </c:pt>
                <c:pt idx="6135">
                  <c:v>75.941306999999995</c:v>
                </c:pt>
                <c:pt idx="6136">
                  <c:v>76.521293999999997</c:v>
                </c:pt>
                <c:pt idx="6137">
                  <c:v>76.977524000000003</c:v>
                </c:pt>
                <c:pt idx="6138">
                  <c:v>77.284797999999995</c:v>
                </c:pt>
                <c:pt idx="6139">
                  <c:v>77.570328000000003</c:v>
                </c:pt>
                <c:pt idx="6140">
                  <c:v>77.731361000000007</c:v>
                </c:pt>
                <c:pt idx="6141">
                  <c:v>77.620827000000006</c:v>
                </c:pt>
                <c:pt idx="6142">
                  <c:v>77.602348000000006</c:v>
                </c:pt>
                <c:pt idx="6143">
                  <c:v>77.892075000000006</c:v>
                </c:pt>
                <c:pt idx="6144">
                  <c:v>78.264922999999996</c:v>
                </c:pt>
                <c:pt idx="6145">
                  <c:v>78.612708999999995</c:v>
                </c:pt>
                <c:pt idx="6146">
                  <c:v>79.002860999999996</c:v>
                </c:pt>
                <c:pt idx="6147">
                  <c:v>79.321335000000005</c:v>
                </c:pt>
                <c:pt idx="6148">
                  <c:v>79.466735999999997</c:v>
                </c:pt>
                <c:pt idx="6149">
                  <c:v>79.491005000000001</c:v>
                </c:pt>
                <c:pt idx="6150">
                  <c:v>79.371368000000004</c:v>
                </c:pt>
                <c:pt idx="6151">
                  <c:v>79.135634999999994</c:v>
                </c:pt>
                <c:pt idx="6152">
                  <c:v>78.973511000000002</c:v>
                </c:pt>
                <c:pt idx="6153">
                  <c:v>78.948845000000006</c:v>
                </c:pt>
                <c:pt idx="6154">
                  <c:v>79.021857999999995</c:v>
                </c:pt>
                <c:pt idx="6155">
                  <c:v>79.145508000000007</c:v>
                </c:pt>
                <c:pt idx="6156">
                  <c:v>79.266555999999994</c:v>
                </c:pt>
                <c:pt idx="6157">
                  <c:v>79.441208000000003</c:v>
                </c:pt>
                <c:pt idx="6158">
                  <c:v>79.631919999999994</c:v>
                </c:pt>
                <c:pt idx="6159">
                  <c:v>79.736794000000003</c:v>
                </c:pt>
                <c:pt idx="6160">
                  <c:v>79.732460000000003</c:v>
                </c:pt>
                <c:pt idx="6161">
                  <c:v>79.643600000000006</c:v>
                </c:pt>
                <c:pt idx="6162">
                  <c:v>79.532607999999996</c:v>
                </c:pt>
                <c:pt idx="6163">
                  <c:v>79.484009</c:v>
                </c:pt>
                <c:pt idx="6164">
                  <c:v>79.446060000000003</c:v>
                </c:pt>
                <c:pt idx="6165">
                  <c:v>79.401764</c:v>
                </c:pt>
                <c:pt idx="6166">
                  <c:v>79.412589999999994</c:v>
                </c:pt>
                <c:pt idx="6167">
                  <c:v>79.436843999999994</c:v>
                </c:pt>
                <c:pt idx="6168">
                  <c:v>79.402045999999999</c:v>
                </c:pt>
                <c:pt idx="6169">
                  <c:v>79.477348000000006</c:v>
                </c:pt>
                <c:pt idx="6170">
                  <c:v>79.728911999999994</c:v>
                </c:pt>
                <c:pt idx="6171">
                  <c:v>80.024338</c:v>
                </c:pt>
                <c:pt idx="6172">
                  <c:v>80.389435000000006</c:v>
                </c:pt>
                <c:pt idx="6173">
                  <c:v>80.749709999999993</c:v>
                </c:pt>
                <c:pt idx="6174">
                  <c:v>81.064430000000002</c:v>
                </c:pt>
                <c:pt idx="6175">
                  <c:v>81.280945000000003</c:v>
                </c:pt>
                <c:pt idx="6176">
                  <c:v>81.347458000000003</c:v>
                </c:pt>
                <c:pt idx="6177">
                  <c:v>81.191474999999997</c:v>
                </c:pt>
                <c:pt idx="6178">
                  <c:v>80.951851000000005</c:v>
                </c:pt>
                <c:pt idx="6179">
                  <c:v>80.565224000000001</c:v>
                </c:pt>
                <c:pt idx="6180">
                  <c:v>80.158378999999996</c:v>
                </c:pt>
                <c:pt idx="6181">
                  <c:v>79.886725999999996</c:v>
                </c:pt>
                <c:pt idx="6182">
                  <c:v>79.719977999999998</c:v>
                </c:pt>
                <c:pt idx="6183">
                  <c:v>79.701995999999994</c:v>
                </c:pt>
                <c:pt idx="6184">
                  <c:v>79.816428999999999</c:v>
                </c:pt>
                <c:pt idx="6185">
                  <c:v>80.028953999999999</c:v>
                </c:pt>
                <c:pt idx="6186">
                  <c:v>80.330200000000005</c:v>
                </c:pt>
                <c:pt idx="6187">
                  <c:v>80.668030000000002</c:v>
                </c:pt>
                <c:pt idx="6188">
                  <c:v>80.953384</c:v>
                </c:pt>
                <c:pt idx="6189">
                  <c:v>81.105331000000007</c:v>
                </c:pt>
                <c:pt idx="6190">
                  <c:v>81.136107999999993</c:v>
                </c:pt>
                <c:pt idx="6191">
                  <c:v>81.147385</c:v>
                </c:pt>
                <c:pt idx="6192">
                  <c:v>84.003990000000002</c:v>
                </c:pt>
                <c:pt idx="6193">
                  <c:v>84.561592000000005</c:v>
                </c:pt>
                <c:pt idx="6194">
                  <c:v>84.501152000000005</c:v>
                </c:pt>
                <c:pt idx="6195">
                  <c:v>84.188286000000005</c:v>
                </c:pt>
                <c:pt idx="6196">
                  <c:v>83.933127999999996</c:v>
                </c:pt>
                <c:pt idx="6197">
                  <c:v>83.695580000000007</c:v>
                </c:pt>
                <c:pt idx="6198">
                  <c:v>83.400176999999999</c:v>
                </c:pt>
                <c:pt idx="6199">
                  <c:v>83.193611000000004</c:v>
                </c:pt>
                <c:pt idx="6200">
                  <c:v>83.093918000000002</c:v>
                </c:pt>
                <c:pt idx="6201">
                  <c:v>83.072083000000006</c:v>
                </c:pt>
                <c:pt idx="6202">
                  <c:v>82.870536999999999</c:v>
                </c:pt>
                <c:pt idx="6203">
                  <c:v>82.574852000000007</c:v>
                </c:pt>
                <c:pt idx="6204">
                  <c:v>82.303946999999994</c:v>
                </c:pt>
                <c:pt idx="6205">
                  <c:v>82.041931000000005</c:v>
                </c:pt>
                <c:pt idx="6206">
                  <c:v>81.684753000000001</c:v>
                </c:pt>
                <c:pt idx="6207">
                  <c:v>81.267548000000005</c:v>
                </c:pt>
                <c:pt idx="6208">
                  <c:v>80.749672000000004</c:v>
                </c:pt>
                <c:pt idx="6209">
                  <c:v>80.596062000000003</c:v>
                </c:pt>
                <c:pt idx="6210">
                  <c:v>80.403525999999999</c:v>
                </c:pt>
                <c:pt idx="6211">
                  <c:v>80.192986000000005</c:v>
                </c:pt>
                <c:pt idx="6212">
                  <c:v>79.865074000000007</c:v>
                </c:pt>
                <c:pt idx="6213">
                  <c:v>79.451149000000001</c:v>
                </c:pt>
                <c:pt idx="6214">
                  <c:v>79.231917999999993</c:v>
                </c:pt>
                <c:pt idx="6215">
                  <c:v>79.012748999999999</c:v>
                </c:pt>
                <c:pt idx="6216">
                  <c:v>78.794685000000001</c:v>
                </c:pt>
                <c:pt idx="6217">
                  <c:v>78.605689999999996</c:v>
                </c:pt>
                <c:pt idx="6218">
                  <c:v>78.408637999999996</c:v>
                </c:pt>
                <c:pt idx="6219">
                  <c:v>78.189528999999993</c:v>
                </c:pt>
                <c:pt idx="6220">
                  <c:v>78.030754000000002</c:v>
                </c:pt>
                <c:pt idx="6221">
                  <c:v>77.781479000000004</c:v>
                </c:pt>
                <c:pt idx="6222">
                  <c:v>77.417496</c:v>
                </c:pt>
                <c:pt idx="6223">
                  <c:v>77.088920999999999</c:v>
                </c:pt>
                <c:pt idx="6224">
                  <c:v>76.853415999999996</c:v>
                </c:pt>
                <c:pt idx="6225">
                  <c:v>76.585898999999998</c:v>
                </c:pt>
                <c:pt idx="6226">
                  <c:v>76.283385999999993</c:v>
                </c:pt>
                <c:pt idx="6227">
                  <c:v>76.073386999999997</c:v>
                </c:pt>
                <c:pt idx="6228">
                  <c:v>75.976303000000001</c:v>
                </c:pt>
                <c:pt idx="6229">
                  <c:v>75.925072</c:v>
                </c:pt>
                <c:pt idx="6230">
                  <c:v>75.966483999999994</c:v>
                </c:pt>
                <c:pt idx="6231">
                  <c:v>76.095070000000007</c:v>
                </c:pt>
                <c:pt idx="6232">
                  <c:v>75.993110999999999</c:v>
                </c:pt>
                <c:pt idx="6233">
                  <c:v>75.572495000000004</c:v>
                </c:pt>
                <c:pt idx="6234">
                  <c:v>75.241630999999998</c:v>
                </c:pt>
                <c:pt idx="6235">
                  <c:v>74.977631000000002</c:v>
                </c:pt>
                <c:pt idx="6236">
                  <c:v>74.861114999999998</c:v>
                </c:pt>
                <c:pt idx="6237">
                  <c:v>74.859131000000005</c:v>
                </c:pt>
                <c:pt idx="6238">
                  <c:v>74.875709999999998</c:v>
                </c:pt>
                <c:pt idx="6239">
                  <c:v>74.792136999999997</c:v>
                </c:pt>
                <c:pt idx="6240">
                  <c:v>74.646889000000002</c:v>
                </c:pt>
                <c:pt idx="6241">
                  <c:v>74.395949999999999</c:v>
                </c:pt>
                <c:pt idx="6242">
                  <c:v>74.156257999999994</c:v>
                </c:pt>
                <c:pt idx="6243">
                  <c:v>74.014679000000001</c:v>
                </c:pt>
                <c:pt idx="6244">
                  <c:v>73.995590000000007</c:v>
                </c:pt>
                <c:pt idx="6245">
                  <c:v>74.070808</c:v>
                </c:pt>
                <c:pt idx="6246">
                  <c:v>74.172691</c:v>
                </c:pt>
                <c:pt idx="6247">
                  <c:v>74.251739999999998</c:v>
                </c:pt>
                <c:pt idx="6248">
                  <c:v>74.317679999999996</c:v>
                </c:pt>
                <c:pt idx="6249">
                  <c:v>74.288810999999995</c:v>
                </c:pt>
                <c:pt idx="6250">
                  <c:v>74.114554999999996</c:v>
                </c:pt>
                <c:pt idx="6251">
                  <c:v>73.814964000000003</c:v>
                </c:pt>
                <c:pt idx="6252">
                  <c:v>73.521286000000003</c:v>
                </c:pt>
                <c:pt idx="6253">
                  <c:v>73.247314000000003</c:v>
                </c:pt>
                <c:pt idx="6254">
                  <c:v>73.133728000000005</c:v>
                </c:pt>
                <c:pt idx="6255">
                  <c:v>73.05883</c:v>
                </c:pt>
                <c:pt idx="6256">
                  <c:v>73.032546999999994</c:v>
                </c:pt>
                <c:pt idx="6257">
                  <c:v>73.082015999999996</c:v>
                </c:pt>
                <c:pt idx="6258">
                  <c:v>73.124718000000001</c:v>
                </c:pt>
                <c:pt idx="6259">
                  <c:v>73.189353999999994</c:v>
                </c:pt>
                <c:pt idx="6260">
                  <c:v>73.234322000000006</c:v>
                </c:pt>
                <c:pt idx="6261">
                  <c:v>73.243637000000007</c:v>
                </c:pt>
                <c:pt idx="6262">
                  <c:v>73.374984999999995</c:v>
                </c:pt>
                <c:pt idx="6263">
                  <c:v>71.317222999999998</c:v>
                </c:pt>
                <c:pt idx="6264">
                  <c:v>71.780113</c:v>
                </c:pt>
                <c:pt idx="6265">
                  <c:v>71.599106000000006</c:v>
                </c:pt>
                <c:pt idx="6266">
                  <c:v>71.194229000000007</c:v>
                </c:pt>
                <c:pt idx="6267">
                  <c:v>70.689284999999998</c:v>
                </c:pt>
                <c:pt idx="6268">
                  <c:v>70.245414999999994</c:v>
                </c:pt>
                <c:pt idx="6269">
                  <c:v>69.816543999999993</c:v>
                </c:pt>
                <c:pt idx="6270">
                  <c:v>69.278664000000006</c:v>
                </c:pt>
                <c:pt idx="6271">
                  <c:v>68.772118000000006</c:v>
                </c:pt>
                <c:pt idx="6272">
                  <c:v>68.392876000000001</c:v>
                </c:pt>
                <c:pt idx="6273">
                  <c:v>68.210289000000003</c:v>
                </c:pt>
                <c:pt idx="6274">
                  <c:v>68.093765000000005</c:v>
                </c:pt>
                <c:pt idx="6275">
                  <c:v>67.868911999999995</c:v>
                </c:pt>
                <c:pt idx="6276">
                  <c:v>67.623519999999999</c:v>
                </c:pt>
                <c:pt idx="6277">
                  <c:v>67.433425999999997</c:v>
                </c:pt>
                <c:pt idx="6278">
                  <c:v>67.218177999999995</c:v>
                </c:pt>
                <c:pt idx="6279">
                  <c:v>66.975136000000006</c:v>
                </c:pt>
                <c:pt idx="6280">
                  <c:v>66.720344999999995</c:v>
                </c:pt>
                <c:pt idx="6281">
                  <c:v>68.545096999999998</c:v>
                </c:pt>
                <c:pt idx="6282">
                  <c:v>69.320357999999999</c:v>
                </c:pt>
                <c:pt idx="6283">
                  <c:v>69.339766999999995</c:v>
                </c:pt>
                <c:pt idx="6284">
                  <c:v>69.351768000000007</c:v>
                </c:pt>
                <c:pt idx="6285">
                  <c:v>69.385840999999999</c:v>
                </c:pt>
                <c:pt idx="6286">
                  <c:v>69.477035999999998</c:v>
                </c:pt>
                <c:pt idx="6287">
                  <c:v>69.646880999999993</c:v>
                </c:pt>
                <c:pt idx="6288">
                  <c:v>69.901854999999998</c:v>
                </c:pt>
                <c:pt idx="6289">
                  <c:v>69.974800000000002</c:v>
                </c:pt>
                <c:pt idx="6290">
                  <c:v>69.740905999999995</c:v>
                </c:pt>
                <c:pt idx="6291">
                  <c:v>69.480239999999995</c:v>
                </c:pt>
                <c:pt idx="6292">
                  <c:v>69.272812000000002</c:v>
                </c:pt>
                <c:pt idx="6293">
                  <c:v>69.140593999999993</c:v>
                </c:pt>
                <c:pt idx="6294">
                  <c:v>69.022598000000002</c:v>
                </c:pt>
                <c:pt idx="6295">
                  <c:v>68.835587000000004</c:v>
                </c:pt>
                <c:pt idx="6296">
                  <c:v>68.619872999999998</c:v>
                </c:pt>
                <c:pt idx="6297">
                  <c:v>68.410919000000007</c:v>
                </c:pt>
                <c:pt idx="6298">
                  <c:v>68.241005000000001</c:v>
                </c:pt>
                <c:pt idx="6299">
                  <c:v>68.097847000000002</c:v>
                </c:pt>
                <c:pt idx="6300">
                  <c:v>68.000243999999995</c:v>
                </c:pt>
                <c:pt idx="6301">
                  <c:v>68.182036999999994</c:v>
                </c:pt>
                <c:pt idx="6302">
                  <c:v>68.019492999999997</c:v>
                </c:pt>
                <c:pt idx="6303">
                  <c:v>67.798682999999997</c:v>
                </c:pt>
                <c:pt idx="6304">
                  <c:v>67.670021000000006</c:v>
                </c:pt>
                <c:pt idx="6305">
                  <c:v>67.763580000000005</c:v>
                </c:pt>
                <c:pt idx="6306">
                  <c:v>68.103347999999997</c:v>
                </c:pt>
                <c:pt idx="6307">
                  <c:v>68.487044999999995</c:v>
                </c:pt>
                <c:pt idx="6308">
                  <c:v>68.984001000000006</c:v>
                </c:pt>
                <c:pt idx="6309">
                  <c:v>69.568848000000003</c:v>
                </c:pt>
                <c:pt idx="6310">
                  <c:v>70.297432000000001</c:v>
                </c:pt>
                <c:pt idx="6311">
                  <c:v>70.898796000000004</c:v>
                </c:pt>
                <c:pt idx="6312">
                  <c:v>71.365547000000007</c:v>
                </c:pt>
                <c:pt idx="6313">
                  <c:v>71.887237999999996</c:v>
                </c:pt>
                <c:pt idx="6314">
                  <c:v>72.169380000000004</c:v>
                </c:pt>
                <c:pt idx="6315">
                  <c:v>72.536629000000005</c:v>
                </c:pt>
                <c:pt idx="6316">
                  <c:v>72.949539000000001</c:v>
                </c:pt>
                <c:pt idx="6317">
                  <c:v>73.14743</c:v>
                </c:pt>
                <c:pt idx="6318">
                  <c:v>73.258392000000001</c:v>
                </c:pt>
                <c:pt idx="6319">
                  <c:v>73.485793999999999</c:v>
                </c:pt>
                <c:pt idx="6320">
                  <c:v>73.907241999999997</c:v>
                </c:pt>
                <c:pt idx="6321">
                  <c:v>74.306206000000003</c:v>
                </c:pt>
                <c:pt idx="6322">
                  <c:v>74.679558</c:v>
                </c:pt>
                <c:pt idx="6323">
                  <c:v>75.078461000000004</c:v>
                </c:pt>
                <c:pt idx="6324">
                  <c:v>75.514076000000003</c:v>
                </c:pt>
                <c:pt idx="6325">
                  <c:v>75.911057</c:v>
                </c:pt>
                <c:pt idx="6326">
                  <c:v>76.132171999999997</c:v>
                </c:pt>
                <c:pt idx="6327">
                  <c:v>76.233185000000006</c:v>
                </c:pt>
                <c:pt idx="6328">
                  <c:v>76.358551000000006</c:v>
                </c:pt>
                <c:pt idx="6329">
                  <c:v>76.565490999999994</c:v>
                </c:pt>
                <c:pt idx="6330">
                  <c:v>76.826415999999995</c:v>
                </c:pt>
                <c:pt idx="6331">
                  <c:v>77.142975000000007</c:v>
                </c:pt>
                <c:pt idx="6332">
                  <c:v>77.557311999999996</c:v>
                </c:pt>
                <c:pt idx="6333">
                  <c:v>78.047836000000004</c:v>
                </c:pt>
                <c:pt idx="6334">
                  <c:v>78.648094</c:v>
                </c:pt>
                <c:pt idx="6335">
                  <c:v>79.113792000000004</c:v>
                </c:pt>
                <c:pt idx="6336">
                  <c:v>79.2547</c:v>
                </c:pt>
                <c:pt idx="6337">
                  <c:v>79.182334999999995</c:v>
                </c:pt>
                <c:pt idx="6338">
                  <c:v>79.031036</c:v>
                </c:pt>
                <c:pt idx="6339">
                  <c:v>78.955687999999995</c:v>
                </c:pt>
                <c:pt idx="6340">
                  <c:v>78.899878999999999</c:v>
                </c:pt>
                <c:pt idx="6341">
                  <c:v>78.648087000000004</c:v>
                </c:pt>
                <c:pt idx="6342">
                  <c:v>78.477264000000005</c:v>
                </c:pt>
                <c:pt idx="6343">
                  <c:v>78.598099000000005</c:v>
                </c:pt>
                <c:pt idx="6344">
                  <c:v>78.773582000000005</c:v>
                </c:pt>
                <c:pt idx="6345">
                  <c:v>78.801544000000007</c:v>
                </c:pt>
                <c:pt idx="6346">
                  <c:v>78.738608999999997</c:v>
                </c:pt>
                <c:pt idx="6347">
                  <c:v>78.528205999999997</c:v>
                </c:pt>
                <c:pt idx="6348">
                  <c:v>78.432807999999994</c:v>
                </c:pt>
                <c:pt idx="6349">
                  <c:v>78.535133000000002</c:v>
                </c:pt>
                <c:pt idx="6350">
                  <c:v>78.604393000000002</c:v>
                </c:pt>
                <c:pt idx="6351">
                  <c:v>78.651482000000001</c:v>
                </c:pt>
                <c:pt idx="6352">
                  <c:v>78.728226000000006</c:v>
                </c:pt>
                <c:pt idx="6353">
                  <c:v>78.854500000000002</c:v>
                </c:pt>
                <c:pt idx="6354">
                  <c:v>78.984673000000001</c:v>
                </c:pt>
                <c:pt idx="6355">
                  <c:v>79.057143999999994</c:v>
                </c:pt>
                <c:pt idx="6356">
                  <c:v>79.130318000000003</c:v>
                </c:pt>
                <c:pt idx="6357">
                  <c:v>79.361801</c:v>
                </c:pt>
                <c:pt idx="6358">
                  <c:v>79.647902999999999</c:v>
                </c:pt>
                <c:pt idx="6359">
                  <c:v>79.829200999999998</c:v>
                </c:pt>
                <c:pt idx="6360">
                  <c:v>79.684844999999996</c:v>
                </c:pt>
                <c:pt idx="6361">
                  <c:v>79.495361000000003</c:v>
                </c:pt>
                <c:pt idx="6362">
                  <c:v>79.372474999999994</c:v>
                </c:pt>
                <c:pt idx="6363">
                  <c:v>79.392418000000006</c:v>
                </c:pt>
                <c:pt idx="6364">
                  <c:v>79.590926999999994</c:v>
                </c:pt>
                <c:pt idx="6365">
                  <c:v>79.886650000000003</c:v>
                </c:pt>
                <c:pt idx="6366">
                  <c:v>80.296547000000004</c:v>
                </c:pt>
                <c:pt idx="6367">
                  <c:v>80.787696999999994</c:v>
                </c:pt>
                <c:pt idx="6368">
                  <c:v>81.185576999999995</c:v>
                </c:pt>
                <c:pt idx="6369">
                  <c:v>81.633972</c:v>
                </c:pt>
                <c:pt idx="6370">
                  <c:v>82.074814000000003</c:v>
                </c:pt>
                <c:pt idx="6371">
                  <c:v>82.527327999999997</c:v>
                </c:pt>
                <c:pt idx="6372">
                  <c:v>82.985793999999999</c:v>
                </c:pt>
                <c:pt idx="6373">
                  <c:v>83.468742000000006</c:v>
                </c:pt>
                <c:pt idx="6374">
                  <c:v>83.965239999999994</c:v>
                </c:pt>
                <c:pt idx="6375">
                  <c:v>84.454659000000007</c:v>
                </c:pt>
                <c:pt idx="6376">
                  <c:v>84.807747000000006</c:v>
                </c:pt>
                <c:pt idx="6377">
                  <c:v>85.063773999999995</c:v>
                </c:pt>
                <c:pt idx="6378">
                  <c:v>85.250984000000003</c:v>
                </c:pt>
                <c:pt idx="6379">
                  <c:v>85.253287999999998</c:v>
                </c:pt>
                <c:pt idx="6380">
                  <c:v>85.162537</c:v>
                </c:pt>
                <c:pt idx="6381">
                  <c:v>85.273360999999994</c:v>
                </c:pt>
                <c:pt idx="6382">
                  <c:v>85.598220999999995</c:v>
                </c:pt>
                <c:pt idx="6383">
                  <c:v>85.932593999999995</c:v>
                </c:pt>
                <c:pt idx="6384">
                  <c:v>86.265854000000004</c:v>
                </c:pt>
                <c:pt idx="6385">
                  <c:v>86.522598000000002</c:v>
                </c:pt>
                <c:pt idx="6386">
                  <c:v>86.808113000000006</c:v>
                </c:pt>
                <c:pt idx="6387">
                  <c:v>87.051261999999994</c:v>
                </c:pt>
                <c:pt idx="6388">
                  <c:v>87.216881000000001</c:v>
                </c:pt>
                <c:pt idx="6389">
                  <c:v>87.272323999999998</c:v>
                </c:pt>
                <c:pt idx="6390">
                  <c:v>87.257621999999998</c:v>
                </c:pt>
                <c:pt idx="6391">
                  <c:v>87.235534999999999</c:v>
                </c:pt>
                <c:pt idx="6392">
                  <c:v>87.251862000000003</c:v>
                </c:pt>
                <c:pt idx="6393">
                  <c:v>87.301117000000005</c:v>
                </c:pt>
                <c:pt idx="6394">
                  <c:v>87.283812999999995</c:v>
                </c:pt>
                <c:pt idx="6395">
                  <c:v>87.372696000000005</c:v>
                </c:pt>
                <c:pt idx="6396">
                  <c:v>87.522407999999999</c:v>
                </c:pt>
                <c:pt idx="6397">
                  <c:v>87.615325999999996</c:v>
                </c:pt>
                <c:pt idx="6398">
                  <c:v>87.438064999999995</c:v>
                </c:pt>
                <c:pt idx="6399">
                  <c:v>87.455551</c:v>
                </c:pt>
                <c:pt idx="6400">
                  <c:v>87.611075999999997</c:v>
                </c:pt>
                <c:pt idx="6401">
                  <c:v>87.768044000000003</c:v>
                </c:pt>
                <c:pt idx="6402">
                  <c:v>87.827431000000004</c:v>
                </c:pt>
                <c:pt idx="6403">
                  <c:v>87.821312000000006</c:v>
                </c:pt>
                <c:pt idx="6404">
                  <c:v>87.749458000000004</c:v>
                </c:pt>
                <c:pt idx="6405">
                  <c:v>87.683411000000007</c:v>
                </c:pt>
                <c:pt idx="6406">
                  <c:v>87.607001999999994</c:v>
                </c:pt>
                <c:pt idx="6407">
                  <c:v>87.434096999999994</c:v>
                </c:pt>
                <c:pt idx="6408">
                  <c:v>87.235016000000002</c:v>
                </c:pt>
                <c:pt idx="6409">
                  <c:v>87.128906000000001</c:v>
                </c:pt>
                <c:pt idx="6410">
                  <c:v>86.943145999999999</c:v>
                </c:pt>
                <c:pt idx="6411">
                  <c:v>86.720009000000005</c:v>
                </c:pt>
                <c:pt idx="6412">
                  <c:v>86.599654999999998</c:v>
                </c:pt>
                <c:pt idx="6413">
                  <c:v>86.577147999999994</c:v>
                </c:pt>
                <c:pt idx="6414">
                  <c:v>86.612358</c:v>
                </c:pt>
                <c:pt idx="6415">
                  <c:v>86.602988999999994</c:v>
                </c:pt>
                <c:pt idx="6416">
                  <c:v>86.576057000000006</c:v>
                </c:pt>
                <c:pt idx="6417">
                  <c:v>86.591758999999996</c:v>
                </c:pt>
                <c:pt idx="6418">
                  <c:v>86.592110000000005</c:v>
                </c:pt>
                <c:pt idx="6419">
                  <c:v>86.522628999999995</c:v>
                </c:pt>
                <c:pt idx="6420">
                  <c:v>86.449164999999994</c:v>
                </c:pt>
                <c:pt idx="6421">
                  <c:v>86.445435000000003</c:v>
                </c:pt>
                <c:pt idx="6422">
                  <c:v>86.620338000000004</c:v>
                </c:pt>
                <c:pt idx="6423">
                  <c:v>86.869354000000001</c:v>
                </c:pt>
                <c:pt idx="6424">
                  <c:v>87.151543000000004</c:v>
                </c:pt>
                <c:pt idx="6425">
                  <c:v>87.415099999999995</c:v>
                </c:pt>
                <c:pt idx="6426">
                  <c:v>87.590828000000002</c:v>
                </c:pt>
                <c:pt idx="6427">
                  <c:v>87.758101999999994</c:v>
                </c:pt>
                <c:pt idx="6428">
                  <c:v>87.973495</c:v>
                </c:pt>
                <c:pt idx="6429">
                  <c:v>88.240311000000005</c:v>
                </c:pt>
                <c:pt idx="6430">
                  <c:v>88.465041999999997</c:v>
                </c:pt>
                <c:pt idx="6431">
                  <c:v>88.694618000000006</c:v>
                </c:pt>
                <c:pt idx="6432">
                  <c:v>88.936592000000005</c:v>
                </c:pt>
                <c:pt idx="6433">
                  <c:v>89.065635999999998</c:v>
                </c:pt>
                <c:pt idx="6434">
                  <c:v>89.027282999999997</c:v>
                </c:pt>
                <c:pt idx="6435">
                  <c:v>89.054862999999997</c:v>
                </c:pt>
                <c:pt idx="6436">
                  <c:v>89.253806999999995</c:v>
                </c:pt>
                <c:pt idx="6437">
                  <c:v>89.513846999999998</c:v>
                </c:pt>
                <c:pt idx="6438">
                  <c:v>89.739159000000001</c:v>
                </c:pt>
                <c:pt idx="6439">
                  <c:v>89.951683000000003</c:v>
                </c:pt>
                <c:pt idx="6440">
                  <c:v>90.069427000000005</c:v>
                </c:pt>
                <c:pt idx="6441">
                  <c:v>90.156981999999999</c:v>
                </c:pt>
                <c:pt idx="6442">
                  <c:v>90.411179000000004</c:v>
                </c:pt>
                <c:pt idx="6443">
                  <c:v>90.657425000000003</c:v>
                </c:pt>
                <c:pt idx="6444">
                  <c:v>90.725952000000007</c:v>
                </c:pt>
                <c:pt idx="6445">
                  <c:v>90.741753000000003</c:v>
                </c:pt>
                <c:pt idx="6446">
                  <c:v>90.751709000000005</c:v>
                </c:pt>
                <c:pt idx="6447">
                  <c:v>90.641182000000001</c:v>
                </c:pt>
                <c:pt idx="6448">
                  <c:v>90.522925999999998</c:v>
                </c:pt>
                <c:pt idx="6449">
                  <c:v>90.386268999999999</c:v>
                </c:pt>
                <c:pt idx="6450">
                  <c:v>90.226012999999995</c:v>
                </c:pt>
                <c:pt idx="6451">
                  <c:v>90.235512</c:v>
                </c:pt>
                <c:pt idx="6452">
                  <c:v>90.369308000000004</c:v>
                </c:pt>
                <c:pt idx="6453">
                  <c:v>90.544883999999996</c:v>
                </c:pt>
                <c:pt idx="6454">
                  <c:v>90.800156000000001</c:v>
                </c:pt>
                <c:pt idx="6455">
                  <c:v>91.124741</c:v>
                </c:pt>
                <c:pt idx="6456">
                  <c:v>91.469093000000001</c:v>
                </c:pt>
                <c:pt idx="6457">
                  <c:v>91.703354000000004</c:v>
                </c:pt>
                <c:pt idx="6458">
                  <c:v>91.793137000000002</c:v>
                </c:pt>
                <c:pt idx="6459">
                  <c:v>91.808257999999995</c:v>
                </c:pt>
                <c:pt idx="6460">
                  <c:v>91.948654000000005</c:v>
                </c:pt>
                <c:pt idx="6461">
                  <c:v>92.174308999999994</c:v>
                </c:pt>
                <c:pt idx="6462">
                  <c:v>92.514069000000006</c:v>
                </c:pt>
                <c:pt idx="6463">
                  <c:v>92.844809999999995</c:v>
                </c:pt>
                <c:pt idx="6464">
                  <c:v>93.014640999999997</c:v>
                </c:pt>
                <c:pt idx="6465">
                  <c:v>92.970511999999999</c:v>
                </c:pt>
                <c:pt idx="6466">
                  <c:v>92.954048</c:v>
                </c:pt>
                <c:pt idx="6467">
                  <c:v>92.893135000000001</c:v>
                </c:pt>
                <c:pt idx="6468">
                  <c:v>92.907471000000001</c:v>
                </c:pt>
                <c:pt idx="6469">
                  <c:v>93.081123000000005</c:v>
                </c:pt>
                <c:pt idx="6470">
                  <c:v>93.263947000000002</c:v>
                </c:pt>
                <c:pt idx="6471">
                  <c:v>93.373992999999999</c:v>
                </c:pt>
                <c:pt idx="6472">
                  <c:v>93.407454999999999</c:v>
                </c:pt>
                <c:pt idx="6473">
                  <c:v>93.440017999999995</c:v>
                </c:pt>
                <c:pt idx="6474">
                  <c:v>93.456740999999994</c:v>
                </c:pt>
                <c:pt idx="6475">
                  <c:v>93.405997999999997</c:v>
                </c:pt>
                <c:pt idx="6476">
                  <c:v>93.290298000000007</c:v>
                </c:pt>
                <c:pt idx="6477">
                  <c:v>93.182891999999995</c:v>
                </c:pt>
                <c:pt idx="6478">
                  <c:v>93.176856999999998</c:v>
                </c:pt>
                <c:pt idx="6479">
                  <c:v>93.208939000000001</c:v>
                </c:pt>
                <c:pt idx="6480">
                  <c:v>93.203354000000004</c:v>
                </c:pt>
                <c:pt idx="6481">
                  <c:v>93.296927999999994</c:v>
                </c:pt>
                <c:pt idx="6482">
                  <c:v>93.448700000000002</c:v>
                </c:pt>
                <c:pt idx="6483">
                  <c:v>93.514549000000002</c:v>
                </c:pt>
                <c:pt idx="6484">
                  <c:v>93.432640000000006</c:v>
                </c:pt>
                <c:pt idx="6485">
                  <c:v>93.233643000000001</c:v>
                </c:pt>
                <c:pt idx="6486">
                  <c:v>93.046661</c:v>
                </c:pt>
                <c:pt idx="6487">
                  <c:v>92.813643999999996</c:v>
                </c:pt>
                <c:pt idx="6488">
                  <c:v>92.511527999999998</c:v>
                </c:pt>
                <c:pt idx="6489">
                  <c:v>92.280890999999997</c:v>
                </c:pt>
                <c:pt idx="6490">
                  <c:v>92.110045999999997</c:v>
                </c:pt>
                <c:pt idx="6491">
                  <c:v>91.833313000000004</c:v>
                </c:pt>
                <c:pt idx="6492">
                  <c:v>91.40889</c:v>
                </c:pt>
                <c:pt idx="6493">
                  <c:v>91.047318000000004</c:v>
                </c:pt>
                <c:pt idx="6494">
                  <c:v>90.892241999999996</c:v>
                </c:pt>
                <c:pt idx="6495">
                  <c:v>90.864365000000006</c:v>
                </c:pt>
                <c:pt idx="6496">
                  <c:v>90.869018999999994</c:v>
                </c:pt>
                <c:pt idx="6497">
                  <c:v>90.867148999999998</c:v>
                </c:pt>
                <c:pt idx="6498">
                  <c:v>90.767348999999996</c:v>
                </c:pt>
                <c:pt idx="6499">
                  <c:v>90.594086000000004</c:v>
                </c:pt>
                <c:pt idx="6500">
                  <c:v>90.530174000000002</c:v>
                </c:pt>
                <c:pt idx="6501">
                  <c:v>90.585944999999995</c:v>
                </c:pt>
                <c:pt idx="6502">
                  <c:v>90.726996999999997</c:v>
                </c:pt>
                <c:pt idx="6503">
                  <c:v>90.810654</c:v>
                </c:pt>
                <c:pt idx="6504">
                  <c:v>90.783233999999993</c:v>
                </c:pt>
                <c:pt idx="6505">
                  <c:v>90.727158000000003</c:v>
                </c:pt>
                <c:pt idx="6506">
                  <c:v>90.707092000000003</c:v>
                </c:pt>
                <c:pt idx="6507">
                  <c:v>90.636345000000006</c:v>
                </c:pt>
                <c:pt idx="6508">
                  <c:v>90.436286999999993</c:v>
                </c:pt>
                <c:pt idx="6509">
                  <c:v>90.125450000000001</c:v>
                </c:pt>
                <c:pt idx="6510">
                  <c:v>89.793075999999999</c:v>
                </c:pt>
                <c:pt idx="6511">
                  <c:v>89.559455999999997</c:v>
                </c:pt>
                <c:pt idx="6512">
                  <c:v>89.481719999999996</c:v>
                </c:pt>
                <c:pt idx="6513">
                  <c:v>89.647720000000007</c:v>
                </c:pt>
                <c:pt idx="6514">
                  <c:v>89.872283999999993</c:v>
                </c:pt>
                <c:pt idx="6515">
                  <c:v>90.147850000000005</c:v>
                </c:pt>
                <c:pt idx="6516">
                  <c:v>90.417580000000001</c:v>
                </c:pt>
                <c:pt idx="6517">
                  <c:v>90.731437999999997</c:v>
                </c:pt>
                <c:pt idx="6518">
                  <c:v>91.090034000000003</c:v>
                </c:pt>
                <c:pt idx="6519">
                  <c:v>91.331740999999994</c:v>
                </c:pt>
                <c:pt idx="6520">
                  <c:v>91.350882999999996</c:v>
                </c:pt>
                <c:pt idx="6521">
                  <c:v>91.096535000000003</c:v>
                </c:pt>
                <c:pt idx="6522">
                  <c:v>90.708504000000005</c:v>
                </c:pt>
                <c:pt idx="6523">
                  <c:v>90.440819000000005</c:v>
                </c:pt>
                <c:pt idx="6524">
                  <c:v>90.196098000000006</c:v>
                </c:pt>
                <c:pt idx="6525">
                  <c:v>89.860343999999998</c:v>
                </c:pt>
                <c:pt idx="6526">
                  <c:v>89.634827000000001</c:v>
                </c:pt>
                <c:pt idx="6527">
                  <c:v>89.490600999999998</c:v>
                </c:pt>
                <c:pt idx="6528">
                  <c:v>89.324898000000005</c:v>
                </c:pt>
                <c:pt idx="6529">
                  <c:v>89.039985999999999</c:v>
                </c:pt>
                <c:pt idx="6530">
                  <c:v>88.824073999999996</c:v>
                </c:pt>
                <c:pt idx="6531">
                  <c:v>88.773612999999997</c:v>
                </c:pt>
                <c:pt idx="6532">
                  <c:v>88.774529000000001</c:v>
                </c:pt>
                <c:pt idx="6533">
                  <c:v>88.761475000000004</c:v>
                </c:pt>
                <c:pt idx="6534">
                  <c:v>88.709441999999996</c:v>
                </c:pt>
                <c:pt idx="6535">
                  <c:v>88.700507999999999</c:v>
                </c:pt>
                <c:pt idx="6536">
                  <c:v>88.796927999999994</c:v>
                </c:pt>
                <c:pt idx="6537">
                  <c:v>88.934844999999996</c:v>
                </c:pt>
                <c:pt idx="6538">
                  <c:v>89.032295000000005</c:v>
                </c:pt>
                <c:pt idx="6539">
                  <c:v>89.069145000000006</c:v>
                </c:pt>
                <c:pt idx="6540">
                  <c:v>89.044762000000006</c:v>
                </c:pt>
                <c:pt idx="6541">
                  <c:v>89.010574000000005</c:v>
                </c:pt>
                <c:pt idx="6542">
                  <c:v>88.993683000000004</c:v>
                </c:pt>
                <c:pt idx="6543">
                  <c:v>88.940002000000007</c:v>
                </c:pt>
                <c:pt idx="6544">
                  <c:v>88.85257</c:v>
                </c:pt>
                <c:pt idx="6545">
                  <c:v>88.767723000000004</c:v>
                </c:pt>
                <c:pt idx="6546">
                  <c:v>88.659508000000002</c:v>
                </c:pt>
                <c:pt idx="6547">
                  <c:v>88.604073</c:v>
                </c:pt>
                <c:pt idx="6548">
                  <c:v>88.612838999999994</c:v>
                </c:pt>
                <c:pt idx="6549">
                  <c:v>88.601425000000006</c:v>
                </c:pt>
                <c:pt idx="6550">
                  <c:v>88.495093999999995</c:v>
                </c:pt>
                <c:pt idx="6551">
                  <c:v>88.338440000000006</c:v>
                </c:pt>
                <c:pt idx="6552">
                  <c:v>88.200835999999995</c:v>
                </c:pt>
                <c:pt idx="6553">
                  <c:v>88.043807999999999</c:v>
                </c:pt>
                <c:pt idx="6554">
                  <c:v>87.849373</c:v>
                </c:pt>
                <c:pt idx="6555">
                  <c:v>87.651634000000001</c:v>
                </c:pt>
                <c:pt idx="6556">
                  <c:v>87.452941999999993</c:v>
                </c:pt>
                <c:pt idx="6557">
                  <c:v>87.245437999999993</c:v>
                </c:pt>
                <c:pt idx="6558">
                  <c:v>87.043625000000006</c:v>
                </c:pt>
                <c:pt idx="6559">
                  <c:v>86.904365999999996</c:v>
                </c:pt>
                <c:pt idx="6560">
                  <c:v>86.856148000000005</c:v>
                </c:pt>
                <c:pt idx="6561">
                  <c:v>86.807175000000001</c:v>
                </c:pt>
                <c:pt idx="6562">
                  <c:v>86.686072999999993</c:v>
                </c:pt>
                <c:pt idx="6563">
                  <c:v>86.560378999999998</c:v>
                </c:pt>
                <c:pt idx="6564">
                  <c:v>86.488158999999996</c:v>
                </c:pt>
                <c:pt idx="6565">
                  <c:v>86.503737999999998</c:v>
                </c:pt>
                <c:pt idx="6566">
                  <c:v>86.626793000000006</c:v>
                </c:pt>
                <c:pt idx="6567">
                  <c:v>86.800606000000002</c:v>
                </c:pt>
                <c:pt idx="6568">
                  <c:v>86.962981999999997</c:v>
                </c:pt>
                <c:pt idx="6569">
                  <c:v>87.029526000000004</c:v>
                </c:pt>
                <c:pt idx="6570">
                  <c:v>86.957763999999997</c:v>
                </c:pt>
                <c:pt idx="6571">
                  <c:v>86.726592999999994</c:v>
                </c:pt>
                <c:pt idx="6572">
                  <c:v>86.437477000000001</c:v>
                </c:pt>
                <c:pt idx="6573">
                  <c:v>86.281029000000004</c:v>
                </c:pt>
                <c:pt idx="6574">
                  <c:v>86.219161999999997</c:v>
                </c:pt>
                <c:pt idx="6575">
                  <c:v>86.272910999999993</c:v>
                </c:pt>
                <c:pt idx="6576">
                  <c:v>86.324332999999996</c:v>
                </c:pt>
                <c:pt idx="6577">
                  <c:v>86.426552000000001</c:v>
                </c:pt>
                <c:pt idx="6578">
                  <c:v>86.594559000000004</c:v>
                </c:pt>
                <c:pt idx="6579">
                  <c:v>86.692374999999998</c:v>
                </c:pt>
                <c:pt idx="6580">
                  <c:v>86.706908999999996</c:v>
                </c:pt>
                <c:pt idx="6581">
                  <c:v>86.699866999999998</c:v>
                </c:pt>
                <c:pt idx="6582">
                  <c:v>86.741309999999999</c:v>
                </c:pt>
                <c:pt idx="6583">
                  <c:v>86.857940999999997</c:v>
                </c:pt>
                <c:pt idx="6584">
                  <c:v>86.991943000000006</c:v>
                </c:pt>
                <c:pt idx="6585">
                  <c:v>87.092376999999999</c:v>
                </c:pt>
                <c:pt idx="6586">
                  <c:v>87.163521000000003</c:v>
                </c:pt>
                <c:pt idx="6587">
                  <c:v>87.217819000000006</c:v>
                </c:pt>
                <c:pt idx="6588">
                  <c:v>87.261420999999999</c:v>
                </c:pt>
                <c:pt idx="6589">
                  <c:v>87.293075999999999</c:v>
                </c:pt>
                <c:pt idx="6590">
                  <c:v>87.396690000000007</c:v>
                </c:pt>
                <c:pt idx="6591">
                  <c:v>87.750015000000005</c:v>
                </c:pt>
                <c:pt idx="6592">
                  <c:v>89.036697000000004</c:v>
                </c:pt>
                <c:pt idx="6593">
                  <c:v>90.967697000000001</c:v>
                </c:pt>
                <c:pt idx="6594">
                  <c:v>91.805037999999996</c:v>
                </c:pt>
                <c:pt idx="6595">
                  <c:v>92.183182000000002</c:v>
                </c:pt>
                <c:pt idx="6596">
                  <c:v>92.354140999999998</c:v>
                </c:pt>
                <c:pt idx="6597">
                  <c:v>92.424865999999994</c:v>
                </c:pt>
                <c:pt idx="6598">
                  <c:v>92.543120999999999</c:v>
                </c:pt>
                <c:pt idx="6599">
                  <c:v>92.731933999999995</c:v>
                </c:pt>
                <c:pt idx="6600">
                  <c:v>92.901871</c:v>
                </c:pt>
                <c:pt idx="6601">
                  <c:v>92.96611</c:v>
                </c:pt>
                <c:pt idx="6602">
                  <c:v>92.972412000000006</c:v>
                </c:pt>
                <c:pt idx="6603">
                  <c:v>93.028580000000005</c:v>
                </c:pt>
                <c:pt idx="6604">
                  <c:v>93.119820000000004</c:v>
                </c:pt>
                <c:pt idx="6605">
                  <c:v>93.199241999999998</c:v>
                </c:pt>
                <c:pt idx="6606">
                  <c:v>93.233542999999997</c:v>
                </c:pt>
                <c:pt idx="6607">
                  <c:v>93.236243999999999</c:v>
                </c:pt>
                <c:pt idx="6608">
                  <c:v>93.240509000000003</c:v>
                </c:pt>
                <c:pt idx="6609">
                  <c:v>93.233756999999997</c:v>
                </c:pt>
                <c:pt idx="6610">
                  <c:v>93.222365999999994</c:v>
                </c:pt>
                <c:pt idx="6611">
                  <c:v>93.224570999999997</c:v>
                </c:pt>
                <c:pt idx="6612">
                  <c:v>93.214202999999998</c:v>
                </c:pt>
                <c:pt idx="6613">
                  <c:v>93.263801999999998</c:v>
                </c:pt>
                <c:pt idx="6614">
                  <c:v>93.332511999999994</c:v>
                </c:pt>
                <c:pt idx="6615">
                  <c:v>93.304458999999994</c:v>
                </c:pt>
                <c:pt idx="6616">
                  <c:v>93.212997000000001</c:v>
                </c:pt>
                <c:pt idx="6617">
                  <c:v>93.045715000000001</c:v>
                </c:pt>
                <c:pt idx="6618">
                  <c:v>92.895515000000003</c:v>
                </c:pt>
                <c:pt idx="6619">
                  <c:v>92.983658000000005</c:v>
                </c:pt>
                <c:pt idx="6620">
                  <c:v>93.225395000000006</c:v>
                </c:pt>
                <c:pt idx="6621">
                  <c:v>93.465346999999994</c:v>
                </c:pt>
                <c:pt idx="6622">
                  <c:v>93.613892000000007</c:v>
                </c:pt>
                <c:pt idx="6623">
                  <c:v>93.644897</c:v>
                </c:pt>
                <c:pt idx="6624">
                  <c:v>93.579871999999995</c:v>
                </c:pt>
                <c:pt idx="6625">
                  <c:v>93.674210000000002</c:v>
                </c:pt>
                <c:pt idx="6626">
                  <c:v>93.977515999999994</c:v>
                </c:pt>
                <c:pt idx="6627">
                  <c:v>94.328117000000006</c:v>
                </c:pt>
                <c:pt idx="6628">
                  <c:v>94.609275999999994</c:v>
                </c:pt>
                <c:pt idx="6629">
                  <c:v>94.787216000000001</c:v>
                </c:pt>
                <c:pt idx="6630">
                  <c:v>94.924201999999994</c:v>
                </c:pt>
                <c:pt idx="6631">
                  <c:v>95.090964999999997</c:v>
                </c:pt>
                <c:pt idx="6632">
                  <c:v>95.228165000000004</c:v>
                </c:pt>
                <c:pt idx="6633">
                  <c:v>95.303543000000005</c:v>
                </c:pt>
                <c:pt idx="6634">
                  <c:v>95.402527000000006</c:v>
                </c:pt>
                <c:pt idx="6635">
                  <c:v>95.573547000000005</c:v>
                </c:pt>
                <c:pt idx="6636">
                  <c:v>95.781563000000006</c:v>
                </c:pt>
                <c:pt idx="6637">
                  <c:v>95.969566</c:v>
                </c:pt>
                <c:pt idx="6638">
                  <c:v>96.098511000000002</c:v>
                </c:pt>
                <c:pt idx="6639">
                  <c:v>96.204543999999999</c:v>
                </c:pt>
                <c:pt idx="6640">
                  <c:v>96.294319000000002</c:v>
                </c:pt>
                <c:pt idx="6641">
                  <c:v>96.460808</c:v>
                </c:pt>
                <c:pt idx="6642">
                  <c:v>96.589943000000005</c:v>
                </c:pt>
                <c:pt idx="6643">
                  <c:v>96.671028000000007</c:v>
                </c:pt>
                <c:pt idx="6644">
                  <c:v>96.788498000000004</c:v>
                </c:pt>
                <c:pt idx="6645">
                  <c:v>96.988463999999993</c:v>
                </c:pt>
                <c:pt idx="6646">
                  <c:v>97.232422</c:v>
                </c:pt>
                <c:pt idx="6647">
                  <c:v>97.437736999999998</c:v>
                </c:pt>
                <c:pt idx="6648">
                  <c:v>97.556670999999994</c:v>
                </c:pt>
                <c:pt idx="6649">
                  <c:v>97.579880000000003</c:v>
                </c:pt>
                <c:pt idx="6650">
                  <c:v>97.491600000000005</c:v>
                </c:pt>
                <c:pt idx="6651">
                  <c:v>97.466751000000002</c:v>
                </c:pt>
                <c:pt idx="6652">
                  <c:v>97.425194000000005</c:v>
                </c:pt>
                <c:pt idx="6653">
                  <c:v>97.487792999999996</c:v>
                </c:pt>
                <c:pt idx="6654">
                  <c:v>97.706810000000004</c:v>
                </c:pt>
                <c:pt idx="6655">
                  <c:v>97.989182</c:v>
                </c:pt>
                <c:pt idx="6656">
                  <c:v>98.279701000000003</c:v>
                </c:pt>
                <c:pt idx="6657">
                  <c:v>98.487037999999998</c:v>
                </c:pt>
                <c:pt idx="6658">
                  <c:v>98.583740000000006</c:v>
                </c:pt>
                <c:pt idx="6659">
                  <c:v>98.694923000000003</c:v>
                </c:pt>
                <c:pt idx="6660">
                  <c:v>98.838356000000005</c:v>
                </c:pt>
                <c:pt idx="6661">
                  <c:v>98.873856000000004</c:v>
                </c:pt>
                <c:pt idx="6662">
                  <c:v>98.894485000000003</c:v>
                </c:pt>
                <c:pt idx="6663">
                  <c:v>98.956108</c:v>
                </c:pt>
                <c:pt idx="6664">
                  <c:v>99.071197999999995</c:v>
                </c:pt>
                <c:pt idx="6665">
                  <c:v>99.280922000000004</c:v>
                </c:pt>
                <c:pt idx="6666">
                  <c:v>99.498405000000005</c:v>
                </c:pt>
                <c:pt idx="6667">
                  <c:v>99.714950999999999</c:v>
                </c:pt>
                <c:pt idx="6668">
                  <c:v>99.828704999999999</c:v>
                </c:pt>
                <c:pt idx="6669">
                  <c:v>99.972008000000002</c:v>
                </c:pt>
                <c:pt idx="6670">
                  <c:v>100.18944999999999</c:v>
                </c:pt>
                <c:pt idx="6671">
                  <c:v>100.58807</c:v>
                </c:pt>
                <c:pt idx="6672">
                  <c:v>101.11429</c:v>
                </c:pt>
                <c:pt idx="6673">
                  <c:v>101.64878</c:v>
                </c:pt>
                <c:pt idx="6674">
                  <c:v>102.05991</c:v>
                </c:pt>
                <c:pt idx="6675">
                  <c:v>102.36922</c:v>
                </c:pt>
                <c:pt idx="6676">
                  <c:v>102.61308</c:v>
                </c:pt>
                <c:pt idx="6677">
                  <c:v>102.81502999999999</c:v>
                </c:pt>
                <c:pt idx="6678">
                  <c:v>103.05549999999999</c:v>
                </c:pt>
                <c:pt idx="6679">
                  <c:v>103.27303999999999</c:v>
                </c:pt>
                <c:pt idx="6680">
                  <c:v>103.33363</c:v>
                </c:pt>
                <c:pt idx="6681">
                  <c:v>101.74887</c:v>
                </c:pt>
                <c:pt idx="6682">
                  <c:v>101.74491999999999</c:v>
                </c:pt>
                <c:pt idx="6683">
                  <c:v>102.01291000000001</c:v>
                </c:pt>
                <c:pt idx="6684">
                  <c:v>102.47597</c:v>
                </c:pt>
                <c:pt idx="6685">
                  <c:v>102.92268</c:v>
                </c:pt>
                <c:pt idx="6686">
                  <c:v>103.1844</c:v>
                </c:pt>
                <c:pt idx="6687">
                  <c:v>103.34807000000001</c:v>
                </c:pt>
                <c:pt idx="6688">
                  <c:v>103.45659999999999</c:v>
                </c:pt>
                <c:pt idx="6689">
                  <c:v>103.63701</c:v>
                </c:pt>
                <c:pt idx="6690">
                  <c:v>103.79586999999999</c:v>
                </c:pt>
                <c:pt idx="6691">
                  <c:v>103.87326</c:v>
                </c:pt>
                <c:pt idx="6692">
                  <c:v>103.90152</c:v>
                </c:pt>
                <c:pt idx="6693">
                  <c:v>104.02097000000001</c:v>
                </c:pt>
                <c:pt idx="6694">
                  <c:v>104.01815000000001</c:v>
                </c:pt>
                <c:pt idx="6695">
                  <c:v>103.98457999999999</c:v>
                </c:pt>
                <c:pt idx="6696">
                  <c:v>103.99585999999999</c:v>
                </c:pt>
                <c:pt idx="6697">
                  <c:v>104.0949</c:v>
                </c:pt>
                <c:pt idx="6698">
                  <c:v>104.40588</c:v>
                </c:pt>
                <c:pt idx="6699">
                  <c:v>104.733</c:v>
                </c:pt>
                <c:pt idx="6700">
                  <c:v>104.91597</c:v>
                </c:pt>
                <c:pt idx="6701">
                  <c:v>104.90291000000001</c:v>
                </c:pt>
                <c:pt idx="6702">
                  <c:v>104.75585</c:v>
                </c:pt>
                <c:pt idx="6703">
                  <c:v>104.72750000000001</c:v>
                </c:pt>
                <c:pt idx="6704">
                  <c:v>104.73975</c:v>
                </c:pt>
                <c:pt idx="6705">
                  <c:v>104.70026</c:v>
                </c:pt>
                <c:pt idx="6706">
                  <c:v>104.76108000000001</c:v>
                </c:pt>
                <c:pt idx="6707">
                  <c:v>104.80322</c:v>
                </c:pt>
                <c:pt idx="6708">
                  <c:v>104.85001</c:v>
                </c:pt>
                <c:pt idx="6709">
                  <c:v>104.99615</c:v>
                </c:pt>
                <c:pt idx="6710">
                  <c:v>105.23953</c:v>
                </c:pt>
                <c:pt idx="6711">
                  <c:v>105.47533</c:v>
                </c:pt>
                <c:pt idx="6712">
                  <c:v>105.57101</c:v>
                </c:pt>
                <c:pt idx="6713">
                  <c:v>105.55265</c:v>
                </c:pt>
                <c:pt idx="6714">
                  <c:v>105.62173</c:v>
                </c:pt>
                <c:pt idx="6715">
                  <c:v>105.85495</c:v>
                </c:pt>
                <c:pt idx="6716">
                  <c:v>106.18501000000001</c:v>
                </c:pt>
                <c:pt idx="6717">
                  <c:v>106.43692</c:v>
                </c:pt>
                <c:pt idx="6718">
                  <c:v>106.77003000000001</c:v>
                </c:pt>
                <c:pt idx="6719">
                  <c:v>107.00512000000001</c:v>
                </c:pt>
                <c:pt idx="6720">
                  <c:v>107.15137</c:v>
                </c:pt>
                <c:pt idx="6721">
                  <c:v>107.38696</c:v>
                </c:pt>
                <c:pt idx="6722">
                  <c:v>107.61597</c:v>
                </c:pt>
                <c:pt idx="6723">
                  <c:v>107.78314</c:v>
                </c:pt>
                <c:pt idx="6724">
                  <c:v>107.90506000000001</c:v>
                </c:pt>
                <c:pt idx="6725">
                  <c:v>107.90984</c:v>
                </c:pt>
                <c:pt idx="6726">
                  <c:v>107.92238999999999</c:v>
                </c:pt>
                <c:pt idx="6727">
                  <c:v>108.05197</c:v>
                </c:pt>
                <c:pt idx="6728">
                  <c:v>108.06122999999999</c:v>
                </c:pt>
                <c:pt idx="6729">
                  <c:v>108.10545999999999</c:v>
                </c:pt>
                <c:pt idx="6730">
                  <c:v>108.26845</c:v>
                </c:pt>
                <c:pt idx="6731">
                  <c:v>108.30582</c:v>
                </c:pt>
                <c:pt idx="6732">
                  <c:v>108.29992</c:v>
                </c:pt>
                <c:pt idx="6733">
                  <c:v>108.22292</c:v>
                </c:pt>
                <c:pt idx="6734">
                  <c:v>108.08535999999999</c:v>
                </c:pt>
                <c:pt idx="6735">
                  <c:v>108.02197</c:v>
                </c:pt>
                <c:pt idx="6736">
                  <c:v>107.98184000000001</c:v>
                </c:pt>
                <c:pt idx="6737">
                  <c:v>107.87594</c:v>
                </c:pt>
                <c:pt idx="6738">
                  <c:v>107.77444</c:v>
                </c:pt>
                <c:pt idx="6739">
                  <c:v>107.87248</c:v>
                </c:pt>
                <c:pt idx="6740">
                  <c:v>108.0294</c:v>
                </c:pt>
                <c:pt idx="6741">
                  <c:v>108.20295</c:v>
                </c:pt>
                <c:pt idx="6742">
                  <c:v>108.32585</c:v>
                </c:pt>
                <c:pt idx="6743">
                  <c:v>108.29919</c:v>
                </c:pt>
                <c:pt idx="6744">
                  <c:v>108.25944</c:v>
                </c:pt>
                <c:pt idx="6745">
                  <c:v>108.83614</c:v>
                </c:pt>
                <c:pt idx="6746">
                  <c:v>113.49257</c:v>
                </c:pt>
                <c:pt idx="6747">
                  <c:v>114.35397</c:v>
                </c:pt>
                <c:pt idx="6748">
                  <c:v>114.48600999999999</c:v>
                </c:pt>
                <c:pt idx="6749">
                  <c:v>114.46299</c:v>
                </c:pt>
                <c:pt idx="6750">
                  <c:v>111.52601</c:v>
                </c:pt>
                <c:pt idx="6751">
                  <c:v>111.73009</c:v>
                </c:pt>
                <c:pt idx="6752">
                  <c:v>114.61911000000001</c:v>
                </c:pt>
                <c:pt idx="6753">
                  <c:v>114.59422000000001</c:v>
                </c:pt>
                <c:pt idx="6754">
                  <c:v>114.51707</c:v>
                </c:pt>
                <c:pt idx="6755">
                  <c:v>114.5087</c:v>
                </c:pt>
                <c:pt idx="6756">
                  <c:v>114.58994</c:v>
                </c:pt>
                <c:pt idx="6757">
                  <c:v>114.60111000000001</c:v>
                </c:pt>
                <c:pt idx="6758">
                  <c:v>114.61926</c:v>
                </c:pt>
                <c:pt idx="6759">
                  <c:v>114.69795000000001</c:v>
                </c:pt>
                <c:pt idx="6760">
                  <c:v>114.77003999999999</c:v>
                </c:pt>
                <c:pt idx="6761">
                  <c:v>114.83891</c:v>
                </c:pt>
                <c:pt idx="6762">
                  <c:v>114.92218</c:v>
                </c:pt>
                <c:pt idx="6763">
                  <c:v>115.01761999999999</c:v>
                </c:pt>
                <c:pt idx="6764">
                  <c:v>115.06278</c:v>
                </c:pt>
                <c:pt idx="6765">
                  <c:v>115.17843999999999</c:v>
                </c:pt>
                <c:pt idx="6766">
                  <c:v>115.31236</c:v>
                </c:pt>
                <c:pt idx="6767">
                  <c:v>115.2805</c:v>
                </c:pt>
                <c:pt idx="6768">
                  <c:v>115.12227</c:v>
                </c:pt>
                <c:pt idx="6769">
                  <c:v>114.92315000000001</c:v>
                </c:pt>
                <c:pt idx="6770">
                  <c:v>114.63618</c:v>
                </c:pt>
                <c:pt idx="6771">
                  <c:v>114.35158</c:v>
                </c:pt>
                <c:pt idx="6772">
                  <c:v>114.27279</c:v>
                </c:pt>
                <c:pt idx="6773">
                  <c:v>114.28597000000001</c:v>
                </c:pt>
                <c:pt idx="6774">
                  <c:v>114.33311</c:v>
                </c:pt>
                <c:pt idx="6775">
                  <c:v>114.51012</c:v>
                </c:pt>
                <c:pt idx="6776">
                  <c:v>114.84296000000001</c:v>
                </c:pt>
                <c:pt idx="6777">
                  <c:v>115.27817</c:v>
                </c:pt>
                <c:pt idx="6778">
                  <c:v>115.77236000000001</c:v>
                </c:pt>
                <c:pt idx="6779">
                  <c:v>116.10899000000001</c:v>
                </c:pt>
                <c:pt idx="6780">
                  <c:v>116.22932</c:v>
                </c:pt>
                <c:pt idx="6781">
                  <c:v>116.3194</c:v>
                </c:pt>
                <c:pt idx="6782">
                  <c:v>118.26034</c:v>
                </c:pt>
                <c:pt idx="6783">
                  <c:v>121.87184000000001</c:v>
                </c:pt>
                <c:pt idx="6784">
                  <c:v>121.22593999999999</c:v>
                </c:pt>
                <c:pt idx="6785">
                  <c:v>121.6862</c:v>
                </c:pt>
                <c:pt idx="6786">
                  <c:v>122.46993000000001</c:v>
                </c:pt>
                <c:pt idx="6787">
                  <c:v>122.54725999999999</c:v>
                </c:pt>
                <c:pt idx="6788">
                  <c:v>122.83853999999999</c:v>
                </c:pt>
                <c:pt idx="6789">
                  <c:v>122.02382</c:v>
                </c:pt>
                <c:pt idx="6790">
                  <c:v>121.47179</c:v>
                </c:pt>
                <c:pt idx="6791">
                  <c:v>121.27885000000001</c:v>
                </c:pt>
                <c:pt idx="6792">
                  <c:v>121.02731</c:v>
                </c:pt>
                <c:pt idx="6793">
                  <c:v>120.91901</c:v>
                </c:pt>
                <c:pt idx="6794">
                  <c:v>120.86288999999999</c:v>
                </c:pt>
                <c:pt idx="6795">
                  <c:v>120.91258999999999</c:v>
                </c:pt>
                <c:pt idx="6796">
                  <c:v>121.01255</c:v>
                </c:pt>
                <c:pt idx="6797">
                  <c:v>120.99002</c:v>
                </c:pt>
                <c:pt idx="6798">
                  <c:v>121.04029</c:v>
                </c:pt>
                <c:pt idx="6799">
                  <c:v>121.1467</c:v>
                </c:pt>
                <c:pt idx="6800">
                  <c:v>121.22224</c:v>
                </c:pt>
                <c:pt idx="6801">
                  <c:v>121.25783</c:v>
                </c:pt>
                <c:pt idx="6802">
                  <c:v>121.3948</c:v>
                </c:pt>
                <c:pt idx="6803">
                  <c:v>121.71964</c:v>
                </c:pt>
                <c:pt idx="6804">
                  <c:v>122.07444</c:v>
                </c:pt>
                <c:pt idx="6805">
                  <c:v>122.34209</c:v>
                </c:pt>
                <c:pt idx="6806">
                  <c:v>122.42610999999999</c:v>
                </c:pt>
                <c:pt idx="6807">
                  <c:v>122.3466</c:v>
                </c:pt>
                <c:pt idx="6808">
                  <c:v>122.37654999999999</c:v>
                </c:pt>
                <c:pt idx="6809">
                  <c:v>122.49414</c:v>
                </c:pt>
                <c:pt idx="6810">
                  <c:v>122.64252</c:v>
                </c:pt>
                <c:pt idx="6811">
                  <c:v>122.84256999999999</c:v>
                </c:pt>
                <c:pt idx="6812">
                  <c:v>123.07340000000001</c:v>
                </c:pt>
                <c:pt idx="6813">
                  <c:v>123.32725000000001</c:v>
                </c:pt>
                <c:pt idx="6814">
                  <c:v>123.55437999999999</c:v>
                </c:pt>
                <c:pt idx="6815">
                  <c:v>123.80065999999999</c:v>
                </c:pt>
                <c:pt idx="6816">
                  <c:v>123.9918</c:v>
                </c:pt>
                <c:pt idx="6817">
                  <c:v>124.12054999999999</c:v>
                </c:pt>
                <c:pt idx="6818">
                  <c:v>124.24951</c:v>
                </c:pt>
                <c:pt idx="6819">
                  <c:v>124.41307</c:v>
                </c:pt>
                <c:pt idx="6820">
                  <c:v>124.58892</c:v>
                </c:pt>
                <c:pt idx="6821">
                  <c:v>124.76456</c:v>
                </c:pt>
                <c:pt idx="6822">
                  <c:v>124.87442</c:v>
                </c:pt>
                <c:pt idx="6823">
                  <c:v>125.00203</c:v>
                </c:pt>
                <c:pt idx="6824">
                  <c:v>125.18185</c:v>
                </c:pt>
                <c:pt idx="6825">
                  <c:v>125.34711</c:v>
                </c:pt>
                <c:pt idx="6826">
                  <c:v>125.46745</c:v>
                </c:pt>
                <c:pt idx="6827">
                  <c:v>125.5458</c:v>
                </c:pt>
                <c:pt idx="6828">
                  <c:v>125.54689</c:v>
                </c:pt>
                <c:pt idx="6829">
                  <c:v>125.58096</c:v>
                </c:pt>
                <c:pt idx="6830">
                  <c:v>125.62045999999999</c:v>
                </c:pt>
                <c:pt idx="6831">
                  <c:v>125.67764</c:v>
                </c:pt>
                <c:pt idx="6832">
                  <c:v>125.75185999999999</c:v>
                </c:pt>
                <c:pt idx="6833">
                  <c:v>125.81568</c:v>
                </c:pt>
                <c:pt idx="6834">
                  <c:v>125.87348</c:v>
                </c:pt>
                <c:pt idx="6835">
                  <c:v>125.93747999999999</c:v>
                </c:pt>
                <c:pt idx="6836">
                  <c:v>126.01971</c:v>
                </c:pt>
                <c:pt idx="6837">
                  <c:v>126.09985</c:v>
                </c:pt>
                <c:pt idx="6838">
                  <c:v>126.14291</c:v>
                </c:pt>
                <c:pt idx="6839">
                  <c:v>126.2058</c:v>
                </c:pt>
                <c:pt idx="6840">
                  <c:v>126.33450000000001</c:v>
                </c:pt>
                <c:pt idx="6841">
                  <c:v>126.46296</c:v>
                </c:pt>
                <c:pt idx="6842">
                  <c:v>126.57426</c:v>
                </c:pt>
                <c:pt idx="6843">
                  <c:v>126.70164</c:v>
                </c:pt>
                <c:pt idx="6844">
                  <c:v>126.79495</c:v>
                </c:pt>
                <c:pt idx="6845">
                  <c:v>126.77766</c:v>
                </c:pt>
                <c:pt idx="6846">
                  <c:v>126.71051</c:v>
                </c:pt>
                <c:pt idx="6847">
                  <c:v>126.71068</c:v>
                </c:pt>
                <c:pt idx="6848">
                  <c:v>126.77325</c:v>
                </c:pt>
                <c:pt idx="6849">
                  <c:v>126.85348</c:v>
                </c:pt>
                <c:pt idx="6850">
                  <c:v>126.97732999999999</c:v>
                </c:pt>
                <c:pt idx="6851">
                  <c:v>127.16901</c:v>
                </c:pt>
                <c:pt idx="6852">
                  <c:v>127.36884999999999</c:v>
                </c:pt>
                <c:pt idx="6853">
                  <c:v>127.51138</c:v>
                </c:pt>
                <c:pt idx="6854">
                  <c:v>127.61362</c:v>
                </c:pt>
                <c:pt idx="6855">
                  <c:v>127.68753</c:v>
                </c:pt>
                <c:pt idx="6856">
                  <c:v>127.76511000000001</c:v>
                </c:pt>
                <c:pt idx="6857">
                  <c:v>127.83562999999999</c:v>
                </c:pt>
                <c:pt idx="6858">
                  <c:v>127.80428000000001</c:v>
                </c:pt>
                <c:pt idx="6859">
                  <c:v>127.66160000000001</c:v>
                </c:pt>
                <c:pt idx="6860">
                  <c:v>127.34475999999999</c:v>
                </c:pt>
                <c:pt idx="6861">
                  <c:v>126.87618999999999</c:v>
                </c:pt>
                <c:pt idx="6862">
                  <c:v>126.19302</c:v>
                </c:pt>
                <c:pt idx="6863">
                  <c:v>125.33363</c:v>
                </c:pt>
                <c:pt idx="6864">
                  <c:v>124.50986</c:v>
                </c:pt>
                <c:pt idx="6865">
                  <c:v>123.79904000000001</c:v>
                </c:pt>
                <c:pt idx="6866">
                  <c:v>123.10535</c:v>
                </c:pt>
                <c:pt idx="6867">
                  <c:v>122.39807</c:v>
                </c:pt>
                <c:pt idx="6868">
                  <c:v>121.66549000000001</c:v>
                </c:pt>
                <c:pt idx="6869">
                  <c:v>121.02546</c:v>
                </c:pt>
                <c:pt idx="6870">
                  <c:v>120.50095</c:v>
                </c:pt>
                <c:pt idx="6871">
                  <c:v>120.09739999999999</c:v>
                </c:pt>
                <c:pt idx="6872">
                  <c:v>119.73438</c:v>
                </c:pt>
                <c:pt idx="6873">
                  <c:v>119.32753</c:v>
                </c:pt>
                <c:pt idx="6874">
                  <c:v>118.92812000000001</c:v>
                </c:pt>
                <c:pt idx="6875">
                  <c:v>118.59846</c:v>
                </c:pt>
                <c:pt idx="6876">
                  <c:v>118.30243</c:v>
                </c:pt>
                <c:pt idx="6877">
                  <c:v>118.13927</c:v>
                </c:pt>
                <c:pt idx="6878">
                  <c:v>118.04971</c:v>
                </c:pt>
                <c:pt idx="6879">
                  <c:v>117.97742</c:v>
                </c:pt>
                <c:pt idx="6880">
                  <c:v>117.97987000000001</c:v>
                </c:pt>
                <c:pt idx="6881">
                  <c:v>118.02162</c:v>
                </c:pt>
                <c:pt idx="6882">
                  <c:v>118.03149999999999</c:v>
                </c:pt>
                <c:pt idx="6883">
                  <c:v>118.05443</c:v>
                </c:pt>
                <c:pt idx="6884">
                  <c:v>118.10885</c:v>
                </c:pt>
                <c:pt idx="6885">
                  <c:v>118.18079</c:v>
                </c:pt>
                <c:pt idx="6886">
                  <c:v>118.22347000000001</c:v>
                </c:pt>
                <c:pt idx="6887">
                  <c:v>118.24267999999999</c:v>
                </c:pt>
                <c:pt idx="6888">
                  <c:v>118.22492</c:v>
                </c:pt>
                <c:pt idx="6889">
                  <c:v>118.16949</c:v>
                </c:pt>
                <c:pt idx="6890">
                  <c:v>118.1861</c:v>
                </c:pt>
                <c:pt idx="6891">
                  <c:v>118.21805999999999</c:v>
                </c:pt>
                <c:pt idx="6892">
                  <c:v>118.24464</c:v>
                </c:pt>
                <c:pt idx="6893">
                  <c:v>118.21413</c:v>
                </c:pt>
                <c:pt idx="6894">
                  <c:v>118.24843</c:v>
                </c:pt>
                <c:pt idx="6895">
                  <c:v>118.34262</c:v>
                </c:pt>
                <c:pt idx="6896">
                  <c:v>118.44376</c:v>
                </c:pt>
                <c:pt idx="6897">
                  <c:v>118.53828</c:v>
                </c:pt>
                <c:pt idx="6898">
                  <c:v>118.6855</c:v>
                </c:pt>
                <c:pt idx="6899">
                  <c:v>118.96267</c:v>
                </c:pt>
                <c:pt idx="6900">
                  <c:v>119.31968999999999</c:v>
                </c:pt>
                <c:pt idx="6901">
                  <c:v>119.697</c:v>
                </c:pt>
                <c:pt idx="6902">
                  <c:v>120.07671999999999</c:v>
                </c:pt>
                <c:pt idx="6903">
                  <c:v>120.16029</c:v>
                </c:pt>
                <c:pt idx="6904">
                  <c:v>119.78982000000001</c:v>
                </c:pt>
                <c:pt idx="6905">
                  <c:v>119.25561</c:v>
                </c:pt>
                <c:pt idx="6906">
                  <c:v>118.70119</c:v>
                </c:pt>
                <c:pt idx="6907">
                  <c:v>118.30132</c:v>
                </c:pt>
                <c:pt idx="6908">
                  <c:v>118.02983</c:v>
                </c:pt>
                <c:pt idx="6909">
                  <c:v>117.87882999999999</c:v>
                </c:pt>
                <c:pt idx="6910">
                  <c:v>117.79655</c:v>
                </c:pt>
                <c:pt idx="6911">
                  <c:v>117.72698</c:v>
                </c:pt>
                <c:pt idx="6912">
                  <c:v>117.75594</c:v>
                </c:pt>
                <c:pt idx="6913">
                  <c:v>117.77377</c:v>
                </c:pt>
                <c:pt idx="6914">
                  <c:v>117.75445999999999</c:v>
                </c:pt>
                <c:pt idx="6915">
                  <c:v>117.78064999999999</c:v>
                </c:pt>
                <c:pt idx="6916">
                  <c:v>117.74970999999999</c:v>
                </c:pt>
                <c:pt idx="6917">
                  <c:v>117.69540000000001</c:v>
                </c:pt>
                <c:pt idx="6918">
                  <c:v>117.61724</c:v>
                </c:pt>
                <c:pt idx="6919">
                  <c:v>117.58095</c:v>
                </c:pt>
                <c:pt idx="6920">
                  <c:v>117.5718</c:v>
                </c:pt>
                <c:pt idx="6921">
                  <c:v>117.54275</c:v>
                </c:pt>
                <c:pt idx="6922">
                  <c:v>117.48336999999999</c:v>
                </c:pt>
                <c:pt idx="6923">
                  <c:v>117.42722000000001</c:v>
                </c:pt>
                <c:pt idx="6924">
                  <c:v>117.42731000000001</c:v>
                </c:pt>
                <c:pt idx="6925">
                  <c:v>117.45585</c:v>
                </c:pt>
                <c:pt idx="6926">
                  <c:v>117.47628</c:v>
                </c:pt>
                <c:pt idx="6927">
                  <c:v>117.48593</c:v>
                </c:pt>
                <c:pt idx="6928">
                  <c:v>117.48952</c:v>
                </c:pt>
                <c:pt idx="6929">
                  <c:v>117.44880000000001</c:v>
                </c:pt>
                <c:pt idx="6930">
                  <c:v>117.30251</c:v>
                </c:pt>
                <c:pt idx="6931">
                  <c:v>117.05377</c:v>
                </c:pt>
                <c:pt idx="6932">
                  <c:v>116.76411</c:v>
                </c:pt>
                <c:pt idx="6933">
                  <c:v>116.51832</c:v>
                </c:pt>
                <c:pt idx="6934">
                  <c:v>116.36832</c:v>
                </c:pt>
                <c:pt idx="6935">
                  <c:v>116.29302</c:v>
                </c:pt>
                <c:pt idx="6936">
                  <c:v>116.27055</c:v>
                </c:pt>
                <c:pt idx="6937">
                  <c:v>116.30249999999999</c:v>
                </c:pt>
                <c:pt idx="6938">
                  <c:v>116.3903</c:v>
                </c:pt>
                <c:pt idx="6939">
                  <c:v>116.46482</c:v>
                </c:pt>
                <c:pt idx="6940">
                  <c:v>116.49242</c:v>
                </c:pt>
                <c:pt idx="6941">
                  <c:v>116.50113</c:v>
                </c:pt>
                <c:pt idx="6942">
                  <c:v>116.47548999999999</c:v>
                </c:pt>
                <c:pt idx="6943">
                  <c:v>116.43584</c:v>
                </c:pt>
                <c:pt idx="6944">
                  <c:v>116.37804</c:v>
                </c:pt>
                <c:pt idx="6945">
                  <c:v>116.38708</c:v>
                </c:pt>
                <c:pt idx="6946">
                  <c:v>116.48998</c:v>
                </c:pt>
                <c:pt idx="6947">
                  <c:v>116.60446</c:v>
                </c:pt>
                <c:pt idx="6948">
                  <c:v>116.74249</c:v>
                </c:pt>
                <c:pt idx="6949">
                  <c:v>116.90833000000001</c:v>
                </c:pt>
                <c:pt idx="6950">
                  <c:v>117.04459</c:v>
                </c:pt>
                <c:pt idx="6951">
                  <c:v>117.13055</c:v>
                </c:pt>
                <c:pt idx="6952">
                  <c:v>117.17992</c:v>
                </c:pt>
                <c:pt idx="6953">
                  <c:v>117.24561</c:v>
                </c:pt>
                <c:pt idx="6954">
                  <c:v>117.28809</c:v>
                </c:pt>
                <c:pt idx="6955">
                  <c:v>117.34081</c:v>
                </c:pt>
                <c:pt idx="6956">
                  <c:v>117.47790000000001</c:v>
                </c:pt>
                <c:pt idx="6957">
                  <c:v>117.67739</c:v>
                </c:pt>
                <c:pt idx="6958">
                  <c:v>117.88127</c:v>
                </c:pt>
                <c:pt idx="6959">
                  <c:v>118.04395</c:v>
                </c:pt>
                <c:pt idx="6960">
                  <c:v>118.14794999999999</c:v>
                </c:pt>
                <c:pt idx="6961">
                  <c:v>118.23551999999999</c:v>
                </c:pt>
                <c:pt idx="6962">
                  <c:v>118.30907999999999</c:v>
                </c:pt>
                <c:pt idx="6963">
                  <c:v>118.35605</c:v>
                </c:pt>
                <c:pt idx="6964">
                  <c:v>118.36593999999999</c:v>
                </c:pt>
                <c:pt idx="6965">
                  <c:v>118.35571</c:v>
                </c:pt>
                <c:pt idx="6966">
                  <c:v>118.36121</c:v>
                </c:pt>
                <c:pt idx="6967">
                  <c:v>118.34726999999999</c:v>
                </c:pt>
                <c:pt idx="6968">
                  <c:v>118.32147000000001</c:v>
                </c:pt>
                <c:pt idx="6969">
                  <c:v>118.26127</c:v>
                </c:pt>
                <c:pt idx="6970">
                  <c:v>118.20954</c:v>
                </c:pt>
                <c:pt idx="6971">
                  <c:v>118.15114</c:v>
                </c:pt>
                <c:pt idx="6972">
                  <c:v>118.04626</c:v>
                </c:pt>
                <c:pt idx="6973">
                  <c:v>117.90107999999999</c:v>
                </c:pt>
                <c:pt idx="6974">
                  <c:v>117.79996</c:v>
                </c:pt>
                <c:pt idx="6975">
                  <c:v>117.83292</c:v>
                </c:pt>
                <c:pt idx="6976">
                  <c:v>117.89532</c:v>
                </c:pt>
                <c:pt idx="6977">
                  <c:v>117.91531000000001</c:v>
                </c:pt>
                <c:pt idx="6978">
                  <c:v>117.9614</c:v>
                </c:pt>
                <c:pt idx="6979">
                  <c:v>118.09927</c:v>
                </c:pt>
                <c:pt idx="6980">
                  <c:v>118.25714000000001</c:v>
                </c:pt>
                <c:pt idx="6981">
                  <c:v>118.18727</c:v>
                </c:pt>
                <c:pt idx="6982">
                  <c:v>118.50314</c:v>
                </c:pt>
                <c:pt idx="6983">
                  <c:v>119.36572</c:v>
                </c:pt>
                <c:pt idx="6984">
                  <c:v>119.90891000000001</c:v>
                </c:pt>
                <c:pt idx="6985">
                  <c:v>118.97607000000001</c:v>
                </c:pt>
                <c:pt idx="6986">
                  <c:v>118.90282000000001</c:v>
                </c:pt>
                <c:pt idx="6987">
                  <c:v>118.85921999999999</c:v>
                </c:pt>
                <c:pt idx="6988">
                  <c:v>118.84103</c:v>
                </c:pt>
                <c:pt idx="6989">
                  <c:v>118.81856999999999</c:v>
                </c:pt>
                <c:pt idx="6990">
                  <c:v>118.79443999999999</c:v>
                </c:pt>
                <c:pt idx="6991">
                  <c:v>118.77584</c:v>
                </c:pt>
                <c:pt idx="6992">
                  <c:v>118.78053</c:v>
                </c:pt>
                <c:pt idx="6993">
                  <c:v>118.80889000000001</c:v>
                </c:pt>
                <c:pt idx="6994">
                  <c:v>118.81712</c:v>
                </c:pt>
                <c:pt idx="6995">
                  <c:v>118.80049</c:v>
                </c:pt>
                <c:pt idx="6996">
                  <c:v>118.78623</c:v>
                </c:pt>
                <c:pt idx="6997">
                  <c:v>118.77307999999999</c:v>
                </c:pt>
                <c:pt idx="6998">
                  <c:v>118.76115</c:v>
                </c:pt>
                <c:pt idx="6999">
                  <c:v>118.76656</c:v>
                </c:pt>
                <c:pt idx="7000">
                  <c:v>118.79769</c:v>
                </c:pt>
                <c:pt idx="7001">
                  <c:v>118.80597</c:v>
                </c:pt>
                <c:pt idx="7002">
                  <c:v>118.79919</c:v>
                </c:pt>
                <c:pt idx="7003">
                  <c:v>118.76345000000001</c:v>
                </c:pt>
                <c:pt idx="7004">
                  <c:v>118.67915000000001</c:v>
                </c:pt>
                <c:pt idx="7005">
                  <c:v>118.63240999999999</c:v>
                </c:pt>
                <c:pt idx="7006">
                  <c:v>118.59962</c:v>
                </c:pt>
                <c:pt idx="7007">
                  <c:v>118.57285</c:v>
                </c:pt>
                <c:pt idx="7008">
                  <c:v>118.51276</c:v>
                </c:pt>
                <c:pt idx="7009">
                  <c:v>118.42196</c:v>
                </c:pt>
                <c:pt idx="7010">
                  <c:v>118.34272</c:v>
                </c:pt>
                <c:pt idx="7011">
                  <c:v>118.27115999999999</c:v>
                </c:pt>
                <c:pt idx="7012">
                  <c:v>118.18913999999999</c:v>
                </c:pt>
                <c:pt idx="7013">
                  <c:v>118.10380000000001</c:v>
                </c:pt>
                <c:pt idx="7014">
                  <c:v>118.05038</c:v>
                </c:pt>
                <c:pt idx="7015">
                  <c:v>118.02688999999999</c:v>
                </c:pt>
                <c:pt idx="7016">
                  <c:v>117.99312</c:v>
                </c:pt>
                <c:pt idx="7017">
                  <c:v>117.9841</c:v>
                </c:pt>
                <c:pt idx="7018">
                  <c:v>118.03709000000001</c:v>
                </c:pt>
                <c:pt idx="7019">
                  <c:v>118.07987</c:v>
                </c:pt>
                <c:pt idx="7020">
                  <c:v>117.99986</c:v>
                </c:pt>
                <c:pt idx="7021">
                  <c:v>117.80992999999999</c:v>
                </c:pt>
                <c:pt idx="7022">
                  <c:v>117.63737</c:v>
                </c:pt>
                <c:pt idx="7023">
                  <c:v>117.53959999999999</c:v>
                </c:pt>
                <c:pt idx="7024">
                  <c:v>117.51946</c:v>
                </c:pt>
                <c:pt idx="7025">
                  <c:v>117.57275</c:v>
                </c:pt>
                <c:pt idx="7026">
                  <c:v>117.66027</c:v>
                </c:pt>
                <c:pt idx="7027">
                  <c:v>117.75709999999999</c:v>
                </c:pt>
                <c:pt idx="7028">
                  <c:v>117.86503999999999</c:v>
                </c:pt>
                <c:pt idx="7029">
                  <c:v>117.98124</c:v>
                </c:pt>
                <c:pt idx="7030">
                  <c:v>118.09896999999999</c:v>
                </c:pt>
                <c:pt idx="7031">
                  <c:v>118.21322000000001</c:v>
                </c:pt>
                <c:pt idx="7032">
                  <c:v>118.36497</c:v>
                </c:pt>
                <c:pt idx="7033">
                  <c:v>118.50364999999999</c:v>
                </c:pt>
                <c:pt idx="7034">
                  <c:v>118.57133</c:v>
                </c:pt>
                <c:pt idx="7035">
                  <c:v>118.59679</c:v>
                </c:pt>
                <c:pt idx="7036">
                  <c:v>118.6534</c:v>
                </c:pt>
                <c:pt idx="7037">
                  <c:v>118.73689</c:v>
                </c:pt>
                <c:pt idx="7038">
                  <c:v>118.80858000000001</c:v>
                </c:pt>
                <c:pt idx="7039">
                  <c:v>118.89367</c:v>
                </c:pt>
                <c:pt idx="7040">
                  <c:v>119.01965</c:v>
                </c:pt>
                <c:pt idx="7041">
                  <c:v>119.15273000000001</c:v>
                </c:pt>
                <c:pt idx="7042">
                  <c:v>119.29727</c:v>
                </c:pt>
                <c:pt idx="7043">
                  <c:v>119.45522</c:v>
                </c:pt>
                <c:pt idx="7044">
                  <c:v>119.55704</c:v>
                </c:pt>
                <c:pt idx="7045">
                  <c:v>119.60202</c:v>
                </c:pt>
                <c:pt idx="7046">
                  <c:v>119.64771</c:v>
                </c:pt>
                <c:pt idx="7047">
                  <c:v>119.78268</c:v>
                </c:pt>
                <c:pt idx="7048">
                  <c:v>119.96159</c:v>
                </c:pt>
                <c:pt idx="7049">
                  <c:v>120.08828</c:v>
                </c:pt>
                <c:pt idx="7050">
                  <c:v>120.1711</c:v>
                </c:pt>
                <c:pt idx="7051">
                  <c:v>120.24687</c:v>
                </c:pt>
                <c:pt idx="7052">
                  <c:v>120.30029</c:v>
                </c:pt>
                <c:pt idx="7053">
                  <c:v>120.33996999999999</c:v>
                </c:pt>
                <c:pt idx="7054">
                  <c:v>120.35925</c:v>
                </c:pt>
                <c:pt idx="7055">
                  <c:v>120.35551</c:v>
                </c:pt>
                <c:pt idx="7056">
                  <c:v>120.33392000000001</c:v>
                </c:pt>
                <c:pt idx="7057">
                  <c:v>120.29163</c:v>
                </c:pt>
                <c:pt idx="7058">
                  <c:v>120.20684</c:v>
                </c:pt>
                <c:pt idx="7059">
                  <c:v>120.14922</c:v>
                </c:pt>
                <c:pt idx="7060">
                  <c:v>120.18162</c:v>
                </c:pt>
                <c:pt idx="7061">
                  <c:v>120.29743999999999</c:v>
                </c:pt>
                <c:pt idx="7062">
                  <c:v>120.44628</c:v>
                </c:pt>
                <c:pt idx="7063">
                  <c:v>120.58280999999999</c:v>
                </c:pt>
                <c:pt idx="7064">
                  <c:v>120.71471</c:v>
                </c:pt>
                <c:pt idx="7065">
                  <c:v>120.78143</c:v>
                </c:pt>
                <c:pt idx="7066">
                  <c:v>120.77527000000001</c:v>
                </c:pt>
                <c:pt idx="7067">
                  <c:v>120.74208</c:v>
                </c:pt>
                <c:pt idx="7068">
                  <c:v>120.69289000000001</c:v>
                </c:pt>
                <c:pt idx="7069">
                  <c:v>120.60368</c:v>
                </c:pt>
                <c:pt idx="7070">
                  <c:v>120.53104999999999</c:v>
                </c:pt>
                <c:pt idx="7071">
                  <c:v>120.49556</c:v>
                </c:pt>
                <c:pt idx="7072">
                  <c:v>120.47177000000001</c:v>
                </c:pt>
                <c:pt idx="7073">
                  <c:v>120.42716</c:v>
                </c:pt>
                <c:pt idx="7074">
                  <c:v>120.35095</c:v>
                </c:pt>
                <c:pt idx="7075">
                  <c:v>120.27819</c:v>
                </c:pt>
                <c:pt idx="7076">
                  <c:v>120.20862</c:v>
                </c:pt>
                <c:pt idx="7077">
                  <c:v>120.11011999999999</c:v>
                </c:pt>
                <c:pt idx="7078">
                  <c:v>119.93662999999999</c:v>
                </c:pt>
                <c:pt idx="7079">
                  <c:v>119.81442</c:v>
                </c:pt>
                <c:pt idx="7080">
                  <c:v>119.77451000000001</c:v>
                </c:pt>
                <c:pt idx="7081">
                  <c:v>119.74924</c:v>
                </c:pt>
                <c:pt idx="7082">
                  <c:v>119.69453</c:v>
                </c:pt>
                <c:pt idx="7083">
                  <c:v>119.62199</c:v>
                </c:pt>
                <c:pt idx="7084">
                  <c:v>119.57049000000001</c:v>
                </c:pt>
                <c:pt idx="7085">
                  <c:v>119.54293</c:v>
                </c:pt>
                <c:pt idx="7086">
                  <c:v>119.52987</c:v>
                </c:pt>
                <c:pt idx="7087">
                  <c:v>119.52424999999999</c:v>
                </c:pt>
                <c:pt idx="7088">
                  <c:v>119.51384</c:v>
                </c:pt>
                <c:pt idx="7089">
                  <c:v>119.47604</c:v>
                </c:pt>
                <c:pt idx="7090">
                  <c:v>119.41628</c:v>
                </c:pt>
                <c:pt idx="7091">
                  <c:v>119.38538</c:v>
                </c:pt>
                <c:pt idx="7092">
                  <c:v>119.39458999999999</c:v>
                </c:pt>
                <c:pt idx="7093">
                  <c:v>119.39807999999999</c:v>
                </c:pt>
                <c:pt idx="7094">
                  <c:v>119.45199</c:v>
                </c:pt>
                <c:pt idx="7095">
                  <c:v>119.54415</c:v>
                </c:pt>
                <c:pt idx="7096">
                  <c:v>119.61686</c:v>
                </c:pt>
                <c:pt idx="7097">
                  <c:v>119.6658</c:v>
                </c:pt>
                <c:pt idx="7098">
                  <c:v>119.66921000000001</c:v>
                </c:pt>
                <c:pt idx="7099">
                  <c:v>119.56604</c:v>
                </c:pt>
                <c:pt idx="7100">
                  <c:v>119.45140000000001</c:v>
                </c:pt>
                <c:pt idx="7101">
                  <c:v>119.40452999999999</c:v>
                </c:pt>
                <c:pt idx="7102">
                  <c:v>119.41023</c:v>
                </c:pt>
                <c:pt idx="7103">
                  <c:v>119.39081</c:v>
                </c:pt>
                <c:pt idx="7104">
                  <c:v>119.34032000000001</c:v>
                </c:pt>
                <c:pt idx="7105">
                  <c:v>119.32568000000001</c:v>
                </c:pt>
                <c:pt idx="7106">
                  <c:v>119.39147</c:v>
                </c:pt>
                <c:pt idx="7107">
                  <c:v>119.50594</c:v>
                </c:pt>
                <c:pt idx="7108">
                  <c:v>119.65394999999999</c:v>
                </c:pt>
                <c:pt idx="7109">
                  <c:v>119.82406</c:v>
                </c:pt>
                <c:pt idx="7110">
                  <c:v>119.97911000000001</c:v>
                </c:pt>
                <c:pt idx="7111">
                  <c:v>120.08015</c:v>
                </c:pt>
                <c:pt idx="7112">
                  <c:v>120.09981000000001</c:v>
                </c:pt>
                <c:pt idx="7113">
                  <c:v>120.08001</c:v>
                </c:pt>
                <c:pt idx="7114">
                  <c:v>120.0254</c:v>
                </c:pt>
                <c:pt idx="7115">
                  <c:v>119.92941</c:v>
                </c:pt>
                <c:pt idx="7116">
                  <c:v>119.82210000000001</c:v>
                </c:pt>
                <c:pt idx="7117">
                  <c:v>119.68817</c:v>
                </c:pt>
                <c:pt idx="7118">
                  <c:v>119.53175</c:v>
                </c:pt>
                <c:pt idx="7119">
                  <c:v>119.3716</c:v>
                </c:pt>
                <c:pt idx="7120">
                  <c:v>119.21339</c:v>
                </c:pt>
                <c:pt idx="7121">
                  <c:v>119.083</c:v>
                </c:pt>
                <c:pt idx="7122">
                  <c:v>118.98688</c:v>
                </c:pt>
                <c:pt idx="7123">
                  <c:v>118.89931</c:v>
                </c:pt>
                <c:pt idx="7124">
                  <c:v>118.80119000000001</c:v>
                </c:pt>
                <c:pt idx="7125">
                  <c:v>118.69799999999999</c:v>
                </c:pt>
                <c:pt idx="7126">
                  <c:v>118.66278</c:v>
                </c:pt>
                <c:pt idx="7127">
                  <c:v>118.63366000000001</c:v>
                </c:pt>
                <c:pt idx="7128">
                  <c:v>118.59206</c:v>
                </c:pt>
                <c:pt idx="7129">
                  <c:v>118.58262999999999</c:v>
                </c:pt>
                <c:pt idx="7130">
                  <c:v>118.60093999999999</c:v>
                </c:pt>
                <c:pt idx="7131">
                  <c:v>118.62334</c:v>
                </c:pt>
                <c:pt idx="7132">
                  <c:v>118.62430000000001</c:v>
                </c:pt>
                <c:pt idx="7133">
                  <c:v>118.52052999999999</c:v>
                </c:pt>
                <c:pt idx="7134">
                  <c:v>118.45925</c:v>
                </c:pt>
                <c:pt idx="7135">
                  <c:v>118.4092</c:v>
                </c:pt>
                <c:pt idx="7136">
                  <c:v>118.37407</c:v>
                </c:pt>
                <c:pt idx="7137">
                  <c:v>118.29763</c:v>
                </c:pt>
                <c:pt idx="7138">
                  <c:v>118.22811</c:v>
                </c:pt>
                <c:pt idx="7139">
                  <c:v>118.19534</c:v>
                </c:pt>
                <c:pt idx="7140">
                  <c:v>118.18786</c:v>
                </c:pt>
                <c:pt idx="7141">
                  <c:v>118.12885</c:v>
                </c:pt>
                <c:pt idx="7142">
                  <c:v>118.00988</c:v>
                </c:pt>
                <c:pt idx="7143">
                  <c:v>117.94804000000001</c:v>
                </c:pt>
                <c:pt idx="7144">
                  <c:v>117.85162</c:v>
                </c:pt>
                <c:pt idx="7145">
                  <c:v>117.79430000000001</c:v>
                </c:pt>
                <c:pt idx="7146">
                  <c:v>117.7563</c:v>
                </c:pt>
                <c:pt idx="7147">
                  <c:v>117.77036</c:v>
                </c:pt>
                <c:pt idx="7148">
                  <c:v>117.79025</c:v>
                </c:pt>
                <c:pt idx="7149">
                  <c:v>117.78837</c:v>
                </c:pt>
                <c:pt idx="7150">
                  <c:v>117.74729000000001</c:v>
                </c:pt>
                <c:pt idx="7151">
                  <c:v>117.69914</c:v>
                </c:pt>
                <c:pt idx="7152">
                  <c:v>117.61812999999999</c:v>
                </c:pt>
                <c:pt idx="7153">
                  <c:v>117.57294</c:v>
                </c:pt>
                <c:pt idx="7154">
                  <c:v>117.54519999999999</c:v>
                </c:pt>
                <c:pt idx="7155">
                  <c:v>117.51009000000001</c:v>
                </c:pt>
                <c:pt idx="7156">
                  <c:v>117.41710999999999</c:v>
                </c:pt>
                <c:pt idx="7157">
                  <c:v>117.41587</c:v>
                </c:pt>
                <c:pt idx="7158">
                  <c:v>117.4855</c:v>
                </c:pt>
                <c:pt idx="7159">
                  <c:v>117.52988999999999</c:v>
                </c:pt>
                <c:pt idx="7160">
                  <c:v>117.51814</c:v>
                </c:pt>
                <c:pt idx="7161">
                  <c:v>117.52503</c:v>
                </c:pt>
                <c:pt idx="7162">
                  <c:v>117.52629</c:v>
                </c:pt>
                <c:pt idx="7163">
                  <c:v>117.52880999999999</c:v>
                </c:pt>
                <c:pt idx="7164">
                  <c:v>117.57867</c:v>
                </c:pt>
                <c:pt idx="7165">
                  <c:v>117.66933</c:v>
                </c:pt>
                <c:pt idx="7166">
                  <c:v>117.70685</c:v>
                </c:pt>
                <c:pt idx="7167">
                  <c:v>117.71536999999999</c:v>
                </c:pt>
                <c:pt idx="7168">
                  <c:v>117.66137000000001</c:v>
                </c:pt>
                <c:pt idx="7169">
                  <c:v>117.68713</c:v>
                </c:pt>
                <c:pt idx="7170">
                  <c:v>117.7944</c:v>
                </c:pt>
                <c:pt idx="7171">
                  <c:v>117.94888</c:v>
                </c:pt>
                <c:pt idx="7172">
                  <c:v>118.12296000000001</c:v>
                </c:pt>
                <c:pt idx="7173">
                  <c:v>118.24609</c:v>
                </c:pt>
                <c:pt idx="7174">
                  <c:v>118.34017</c:v>
                </c:pt>
                <c:pt idx="7175">
                  <c:v>118.43513</c:v>
                </c:pt>
                <c:pt idx="7176">
                  <c:v>118.50997</c:v>
                </c:pt>
                <c:pt idx="7177">
                  <c:v>118.53833</c:v>
                </c:pt>
                <c:pt idx="7178">
                  <c:v>118.56456</c:v>
                </c:pt>
                <c:pt idx="7179">
                  <c:v>118.60554999999999</c:v>
                </c:pt>
                <c:pt idx="7180">
                  <c:v>118.66368</c:v>
                </c:pt>
                <c:pt idx="7181">
                  <c:v>118.69134</c:v>
                </c:pt>
                <c:pt idx="7182">
                  <c:v>118.66636</c:v>
                </c:pt>
                <c:pt idx="7183">
                  <c:v>118.64167</c:v>
                </c:pt>
                <c:pt idx="7184">
                  <c:v>118.6123</c:v>
                </c:pt>
                <c:pt idx="7185">
                  <c:v>118.58271000000001</c:v>
                </c:pt>
                <c:pt idx="7186">
                  <c:v>118.54107</c:v>
                </c:pt>
                <c:pt idx="7187">
                  <c:v>118.50711</c:v>
                </c:pt>
                <c:pt idx="7188">
                  <c:v>118.50743</c:v>
                </c:pt>
                <c:pt idx="7189">
                  <c:v>118.53695999999999</c:v>
                </c:pt>
                <c:pt idx="7190">
                  <c:v>118.5742</c:v>
                </c:pt>
                <c:pt idx="7191">
                  <c:v>118.60736</c:v>
                </c:pt>
                <c:pt idx="7192">
                  <c:v>118.62536</c:v>
                </c:pt>
                <c:pt idx="7193">
                  <c:v>118.64993</c:v>
                </c:pt>
                <c:pt idx="7194">
                  <c:v>118.68255000000001</c:v>
                </c:pt>
                <c:pt idx="7195">
                  <c:v>118.72504000000001</c:v>
                </c:pt>
                <c:pt idx="7196">
                  <c:v>118.72681</c:v>
                </c:pt>
                <c:pt idx="7197">
                  <c:v>118.73305000000001</c:v>
                </c:pt>
                <c:pt idx="7198">
                  <c:v>118.73273</c:v>
                </c:pt>
                <c:pt idx="7199">
                  <c:v>118.74442000000001</c:v>
                </c:pt>
                <c:pt idx="7200">
                  <c:v>118.76721000000001</c:v>
                </c:pt>
                <c:pt idx="7201">
                  <c:v>118.81267</c:v>
                </c:pt>
                <c:pt idx="7202">
                  <c:v>118.88518000000001</c:v>
                </c:pt>
                <c:pt idx="7203">
                  <c:v>118.94450000000001</c:v>
                </c:pt>
                <c:pt idx="7204">
                  <c:v>119.03017</c:v>
                </c:pt>
                <c:pt idx="7205">
                  <c:v>119.14243</c:v>
                </c:pt>
                <c:pt idx="7206">
                  <c:v>119.19817</c:v>
                </c:pt>
                <c:pt idx="7207">
                  <c:v>119.26051</c:v>
                </c:pt>
                <c:pt idx="7208">
                  <c:v>119.34875</c:v>
                </c:pt>
                <c:pt idx="7209">
                  <c:v>119.43374</c:v>
                </c:pt>
                <c:pt idx="7210">
                  <c:v>119.48696</c:v>
                </c:pt>
                <c:pt idx="7211">
                  <c:v>119.51926</c:v>
                </c:pt>
                <c:pt idx="7212">
                  <c:v>119.59249</c:v>
                </c:pt>
                <c:pt idx="7213">
                  <c:v>119.71106</c:v>
                </c:pt>
                <c:pt idx="7214">
                  <c:v>119.85646</c:v>
                </c:pt>
                <c:pt idx="7215">
                  <c:v>120.04405</c:v>
                </c:pt>
                <c:pt idx="7216">
                  <c:v>120.223</c:v>
                </c:pt>
                <c:pt idx="7217">
                  <c:v>120.3228</c:v>
                </c:pt>
                <c:pt idx="7218">
                  <c:v>120.37336999999999</c:v>
                </c:pt>
                <c:pt idx="7219">
                  <c:v>120.47328</c:v>
                </c:pt>
                <c:pt idx="7220">
                  <c:v>120.73148</c:v>
                </c:pt>
                <c:pt idx="7221">
                  <c:v>120.8233</c:v>
                </c:pt>
                <c:pt idx="7222">
                  <c:v>120.91034999999999</c:v>
                </c:pt>
                <c:pt idx="7223">
                  <c:v>120.99669</c:v>
                </c:pt>
                <c:pt idx="7224">
                  <c:v>121.04564999999999</c:v>
                </c:pt>
                <c:pt idx="7225">
                  <c:v>121.06214</c:v>
                </c:pt>
                <c:pt idx="7226">
                  <c:v>121.10674</c:v>
                </c:pt>
                <c:pt idx="7227">
                  <c:v>121.11015999999999</c:v>
                </c:pt>
                <c:pt idx="7228">
                  <c:v>121.09644</c:v>
                </c:pt>
                <c:pt idx="7229">
                  <c:v>121.05506</c:v>
                </c:pt>
                <c:pt idx="7230">
                  <c:v>121.02618</c:v>
                </c:pt>
                <c:pt idx="7231">
                  <c:v>121.05269</c:v>
                </c:pt>
                <c:pt idx="7232">
                  <c:v>121.07088</c:v>
                </c:pt>
                <c:pt idx="7233">
                  <c:v>121.09209</c:v>
                </c:pt>
                <c:pt idx="7234">
                  <c:v>121.12759</c:v>
                </c:pt>
                <c:pt idx="7235">
                  <c:v>121.17708</c:v>
                </c:pt>
                <c:pt idx="7236">
                  <c:v>121.21567</c:v>
                </c:pt>
                <c:pt idx="7237">
                  <c:v>121.28151</c:v>
                </c:pt>
                <c:pt idx="7238">
                  <c:v>121.31046000000001</c:v>
                </c:pt>
                <c:pt idx="7239">
                  <c:v>121.28771999999999</c:v>
                </c:pt>
                <c:pt idx="7240">
                  <c:v>121.27379000000001</c:v>
                </c:pt>
                <c:pt idx="7241">
                  <c:v>121.29353999999999</c:v>
                </c:pt>
                <c:pt idx="7242">
                  <c:v>121.32205</c:v>
                </c:pt>
                <c:pt idx="7243">
                  <c:v>121.35596</c:v>
                </c:pt>
                <c:pt idx="7244">
                  <c:v>121.41914</c:v>
                </c:pt>
                <c:pt idx="7245">
                  <c:v>121.51648</c:v>
                </c:pt>
                <c:pt idx="7246">
                  <c:v>121.60894999999999</c:v>
                </c:pt>
                <c:pt idx="7247">
                  <c:v>121.71016</c:v>
                </c:pt>
                <c:pt idx="7248">
                  <c:v>121.79506000000001</c:v>
                </c:pt>
                <c:pt idx="7249">
                  <c:v>121.82581</c:v>
                </c:pt>
                <c:pt idx="7250">
                  <c:v>121.85592</c:v>
                </c:pt>
                <c:pt idx="7251">
                  <c:v>121.91079999999999</c:v>
                </c:pt>
                <c:pt idx="7252">
                  <c:v>121.93906</c:v>
                </c:pt>
                <c:pt idx="7253">
                  <c:v>121.93615</c:v>
                </c:pt>
                <c:pt idx="7254">
                  <c:v>121.92731000000001</c:v>
                </c:pt>
                <c:pt idx="7255">
                  <c:v>121.94846</c:v>
                </c:pt>
                <c:pt idx="7256">
                  <c:v>121.97221</c:v>
                </c:pt>
                <c:pt idx="7257">
                  <c:v>121.97845</c:v>
                </c:pt>
                <c:pt idx="7258">
                  <c:v>122.01794</c:v>
                </c:pt>
                <c:pt idx="7259">
                  <c:v>122.07644000000001</c:v>
                </c:pt>
                <c:pt idx="7260">
                  <c:v>122.11913</c:v>
                </c:pt>
                <c:pt idx="7261">
                  <c:v>122.17077</c:v>
                </c:pt>
                <c:pt idx="7262">
                  <c:v>122.23035</c:v>
                </c:pt>
                <c:pt idx="7263">
                  <c:v>122.28874</c:v>
                </c:pt>
                <c:pt idx="7264">
                  <c:v>122.34166999999999</c:v>
                </c:pt>
                <c:pt idx="7265">
                  <c:v>122.43865</c:v>
                </c:pt>
                <c:pt idx="7266">
                  <c:v>122.39446</c:v>
                </c:pt>
                <c:pt idx="7267">
                  <c:v>122.395</c:v>
                </c:pt>
                <c:pt idx="7268">
                  <c:v>122.34392</c:v>
                </c:pt>
                <c:pt idx="7269">
                  <c:v>122.24992</c:v>
                </c:pt>
                <c:pt idx="7270">
                  <c:v>122.13779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2B0-41D1-9ABE-A046B9F625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3818175"/>
        <c:axId val="583811935"/>
      </c:scatterChart>
      <c:valAx>
        <c:axId val="5838181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1935"/>
        <c:crosses val="autoZero"/>
        <c:crossBetween val="midCat"/>
      </c:valAx>
      <c:valAx>
        <c:axId val="5838119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817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'DL-Model'!$AN$1</c:f>
              <c:strCache>
                <c:ptCount val="1"/>
                <c:pt idx="0">
                  <c:v>T_sw_true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'DL-Model'!$AN$2:$AN$7272</c:f>
              <c:numCache>
                <c:formatCode>General</c:formatCode>
                <c:ptCount val="7271"/>
                <c:pt idx="0">
                  <c:v>38.895034790039098</c:v>
                </c:pt>
                <c:pt idx="1">
                  <c:v>38.907047271728501</c:v>
                </c:pt>
                <c:pt idx="2">
                  <c:v>38.928535461425803</c:v>
                </c:pt>
                <c:pt idx="3">
                  <c:v>38.931137084960902</c:v>
                </c:pt>
                <c:pt idx="4">
                  <c:v>38.897544860839801</c:v>
                </c:pt>
                <c:pt idx="5">
                  <c:v>38.886775970458999</c:v>
                </c:pt>
                <c:pt idx="6">
                  <c:v>38.835586547851598</c:v>
                </c:pt>
                <c:pt idx="7">
                  <c:v>38.839466094970703</c:v>
                </c:pt>
                <c:pt idx="8">
                  <c:v>38.804042816162102</c:v>
                </c:pt>
                <c:pt idx="9">
                  <c:v>38.864063262939503</c:v>
                </c:pt>
                <c:pt idx="10">
                  <c:v>38.960189819335902</c:v>
                </c:pt>
                <c:pt idx="11">
                  <c:v>39.0046195983887</c:v>
                </c:pt>
                <c:pt idx="12">
                  <c:v>39.067573547363303</c:v>
                </c:pt>
                <c:pt idx="13">
                  <c:v>39.109119415283203</c:v>
                </c:pt>
                <c:pt idx="14">
                  <c:v>39.204200744628899</c:v>
                </c:pt>
                <c:pt idx="15">
                  <c:v>39.275627136230497</c:v>
                </c:pt>
                <c:pt idx="16">
                  <c:v>39.257431030273402</c:v>
                </c:pt>
                <c:pt idx="17">
                  <c:v>39.319553375244098</c:v>
                </c:pt>
                <c:pt idx="18">
                  <c:v>39.373046875</c:v>
                </c:pt>
                <c:pt idx="19">
                  <c:v>39.391769409179702</c:v>
                </c:pt>
                <c:pt idx="20">
                  <c:v>39.417060852050803</c:v>
                </c:pt>
                <c:pt idx="21">
                  <c:v>39.431571960449197</c:v>
                </c:pt>
                <c:pt idx="22">
                  <c:v>39.436798095703097</c:v>
                </c:pt>
                <c:pt idx="23">
                  <c:v>39.436595916748097</c:v>
                </c:pt>
                <c:pt idx="24">
                  <c:v>39.442272186279297</c:v>
                </c:pt>
                <c:pt idx="25">
                  <c:v>39.445552825927699</c:v>
                </c:pt>
                <c:pt idx="26">
                  <c:v>39.447109222412102</c:v>
                </c:pt>
                <c:pt idx="27">
                  <c:v>39.448150634765597</c:v>
                </c:pt>
                <c:pt idx="28">
                  <c:v>39.448570251464801</c:v>
                </c:pt>
                <c:pt idx="29">
                  <c:v>39.440071105957003</c:v>
                </c:pt>
                <c:pt idx="30">
                  <c:v>39.442832946777301</c:v>
                </c:pt>
                <c:pt idx="31">
                  <c:v>39.442653656005902</c:v>
                </c:pt>
                <c:pt idx="32">
                  <c:v>39.43701171875</c:v>
                </c:pt>
                <c:pt idx="33">
                  <c:v>39.4437065124512</c:v>
                </c:pt>
                <c:pt idx="34">
                  <c:v>39.447879791259801</c:v>
                </c:pt>
                <c:pt idx="35">
                  <c:v>39.447635650634801</c:v>
                </c:pt>
                <c:pt idx="36">
                  <c:v>39.449535369873097</c:v>
                </c:pt>
                <c:pt idx="37">
                  <c:v>39.450077056884801</c:v>
                </c:pt>
                <c:pt idx="38">
                  <c:v>39.4510307312012</c:v>
                </c:pt>
                <c:pt idx="39">
                  <c:v>39.4516410827637</c:v>
                </c:pt>
                <c:pt idx="40">
                  <c:v>39.450477600097699</c:v>
                </c:pt>
                <c:pt idx="41">
                  <c:v>39.450618743896499</c:v>
                </c:pt>
                <c:pt idx="42">
                  <c:v>39.451431274414098</c:v>
                </c:pt>
                <c:pt idx="43">
                  <c:v>39.450309753417997</c:v>
                </c:pt>
                <c:pt idx="44">
                  <c:v>39.4511528015137</c:v>
                </c:pt>
                <c:pt idx="45">
                  <c:v>39.451705932617202</c:v>
                </c:pt>
                <c:pt idx="46">
                  <c:v>39.451988220214801</c:v>
                </c:pt>
                <c:pt idx="47">
                  <c:v>39.452133178710902</c:v>
                </c:pt>
                <c:pt idx="48">
                  <c:v>39.4522094726563</c:v>
                </c:pt>
                <c:pt idx="49">
                  <c:v>39.452247619628899</c:v>
                </c:pt>
                <c:pt idx="50">
                  <c:v>39.452266693115199</c:v>
                </c:pt>
                <c:pt idx="51">
                  <c:v>39.452274322509801</c:v>
                </c:pt>
                <c:pt idx="52">
                  <c:v>39.452281951904297</c:v>
                </c:pt>
                <c:pt idx="53">
                  <c:v>39.452281951904297</c:v>
                </c:pt>
                <c:pt idx="54">
                  <c:v>39.452285766601598</c:v>
                </c:pt>
                <c:pt idx="55">
                  <c:v>39.452285766601598</c:v>
                </c:pt>
                <c:pt idx="56">
                  <c:v>39.452285766601598</c:v>
                </c:pt>
                <c:pt idx="57">
                  <c:v>39.452285766601598</c:v>
                </c:pt>
                <c:pt idx="58">
                  <c:v>39.452285766601598</c:v>
                </c:pt>
                <c:pt idx="59">
                  <c:v>39.475929260253899</c:v>
                </c:pt>
                <c:pt idx="60">
                  <c:v>39.515403747558601</c:v>
                </c:pt>
                <c:pt idx="61">
                  <c:v>39.539688110351598</c:v>
                </c:pt>
                <c:pt idx="62">
                  <c:v>39.620918273925803</c:v>
                </c:pt>
                <c:pt idx="63">
                  <c:v>39.6213569641113</c:v>
                </c:pt>
                <c:pt idx="64">
                  <c:v>39.611869812011697</c:v>
                </c:pt>
                <c:pt idx="65">
                  <c:v>39.638187408447301</c:v>
                </c:pt>
                <c:pt idx="66">
                  <c:v>39.633918762207003</c:v>
                </c:pt>
                <c:pt idx="67">
                  <c:v>39.8236083984375</c:v>
                </c:pt>
                <c:pt idx="68">
                  <c:v>39.953239440917997</c:v>
                </c:pt>
                <c:pt idx="69">
                  <c:v>40.2606391906738</c:v>
                </c:pt>
                <c:pt idx="70">
                  <c:v>40.165611267089801</c:v>
                </c:pt>
                <c:pt idx="71">
                  <c:v>40.174179077148402</c:v>
                </c:pt>
                <c:pt idx="72">
                  <c:v>40.380016326904297</c:v>
                </c:pt>
                <c:pt idx="73">
                  <c:v>40.6438179016113</c:v>
                </c:pt>
                <c:pt idx="74">
                  <c:v>40.878646850585902</c:v>
                </c:pt>
                <c:pt idx="75">
                  <c:v>40.992671966552699</c:v>
                </c:pt>
                <c:pt idx="76">
                  <c:v>40.944412231445298</c:v>
                </c:pt>
                <c:pt idx="77">
                  <c:v>41.085277557373097</c:v>
                </c:pt>
                <c:pt idx="78">
                  <c:v>41.222625732421903</c:v>
                </c:pt>
                <c:pt idx="79">
                  <c:v>41.408535003662102</c:v>
                </c:pt>
                <c:pt idx="80">
                  <c:v>41.588592529296903</c:v>
                </c:pt>
                <c:pt idx="81">
                  <c:v>41.732173919677699</c:v>
                </c:pt>
                <c:pt idx="82">
                  <c:v>41.861865997314503</c:v>
                </c:pt>
                <c:pt idx="83">
                  <c:v>41.947269439697301</c:v>
                </c:pt>
                <c:pt idx="84">
                  <c:v>41.927528381347699</c:v>
                </c:pt>
                <c:pt idx="85">
                  <c:v>41.894542694091797</c:v>
                </c:pt>
                <c:pt idx="86">
                  <c:v>42.046546936035199</c:v>
                </c:pt>
                <c:pt idx="87">
                  <c:v>42.0582275390625</c:v>
                </c:pt>
                <c:pt idx="88">
                  <c:v>42.074066162109403</c:v>
                </c:pt>
                <c:pt idx="89">
                  <c:v>42.200645446777301</c:v>
                </c:pt>
                <c:pt idx="90">
                  <c:v>42.472915649414098</c:v>
                </c:pt>
                <c:pt idx="91">
                  <c:v>42.596992492675803</c:v>
                </c:pt>
                <c:pt idx="92">
                  <c:v>42.646141052246101</c:v>
                </c:pt>
                <c:pt idx="93">
                  <c:v>42.727455139160199</c:v>
                </c:pt>
                <c:pt idx="94">
                  <c:v>42.828182220458999</c:v>
                </c:pt>
                <c:pt idx="95">
                  <c:v>42.934597015380902</c:v>
                </c:pt>
                <c:pt idx="96">
                  <c:v>42.933799743652301</c:v>
                </c:pt>
                <c:pt idx="97">
                  <c:v>42.966548919677699</c:v>
                </c:pt>
                <c:pt idx="98">
                  <c:v>43.052608489990199</c:v>
                </c:pt>
                <c:pt idx="99">
                  <c:v>43.215633392333999</c:v>
                </c:pt>
                <c:pt idx="100">
                  <c:v>43.349857330322301</c:v>
                </c:pt>
                <c:pt idx="101">
                  <c:v>43.438758850097699</c:v>
                </c:pt>
                <c:pt idx="102">
                  <c:v>43.474609375</c:v>
                </c:pt>
                <c:pt idx="103">
                  <c:v>43.504013061523402</c:v>
                </c:pt>
                <c:pt idx="104">
                  <c:v>43.528968811035199</c:v>
                </c:pt>
                <c:pt idx="105">
                  <c:v>43.633895874023402</c:v>
                </c:pt>
                <c:pt idx="106">
                  <c:v>43.592010498046903</c:v>
                </c:pt>
                <c:pt idx="107">
                  <c:v>43.612823486328097</c:v>
                </c:pt>
                <c:pt idx="108">
                  <c:v>43.642471313476598</c:v>
                </c:pt>
                <c:pt idx="109">
                  <c:v>43.599189758300803</c:v>
                </c:pt>
                <c:pt idx="110">
                  <c:v>43.5774536132813</c:v>
                </c:pt>
                <c:pt idx="111">
                  <c:v>43.576648712158203</c:v>
                </c:pt>
                <c:pt idx="112">
                  <c:v>43.571296691894503</c:v>
                </c:pt>
                <c:pt idx="113">
                  <c:v>43.565902709960902</c:v>
                </c:pt>
                <c:pt idx="114">
                  <c:v>43.664016723632798</c:v>
                </c:pt>
                <c:pt idx="115">
                  <c:v>43.794429779052699</c:v>
                </c:pt>
                <c:pt idx="116">
                  <c:v>43.751197814941399</c:v>
                </c:pt>
                <c:pt idx="117">
                  <c:v>43.953170776367202</c:v>
                </c:pt>
                <c:pt idx="118">
                  <c:v>44.095565795898402</c:v>
                </c:pt>
                <c:pt idx="119">
                  <c:v>44.2189331054688</c:v>
                </c:pt>
                <c:pt idx="120">
                  <c:v>44.291538238525398</c:v>
                </c:pt>
                <c:pt idx="121">
                  <c:v>44.344844818115199</c:v>
                </c:pt>
                <c:pt idx="122">
                  <c:v>44.236339569091797</c:v>
                </c:pt>
                <c:pt idx="123">
                  <c:v>44.171794891357401</c:v>
                </c:pt>
                <c:pt idx="124">
                  <c:v>44.310226440429702</c:v>
                </c:pt>
                <c:pt idx="125">
                  <c:v>44.448654174804702</c:v>
                </c:pt>
                <c:pt idx="126">
                  <c:v>44.5461616516113</c:v>
                </c:pt>
                <c:pt idx="127">
                  <c:v>44.584232330322301</c:v>
                </c:pt>
                <c:pt idx="128">
                  <c:v>44.720626831054702</c:v>
                </c:pt>
                <c:pt idx="129">
                  <c:v>44.861404418945298</c:v>
                </c:pt>
                <c:pt idx="130">
                  <c:v>45.076099395752003</c:v>
                </c:pt>
                <c:pt idx="131">
                  <c:v>45.338298797607401</c:v>
                </c:pt>
                <c:pt idx="132">
                  <c:v>45.359550476074197</c:v>
                </c:pt>
                <c:pt idx="133">
                  <c:v>45.580612182617202</c:v>
                </c:pt>
                <c:pt idx="134">
                  <c:v>45.753536224365199</c:v>
                </c:pt>
                <c:pt idx="135">
                  <c:v>45.859920501708999</c:v>
                </c:pt>
                <c:pt idx="136">
                  <c:v>45.896251678466797</c:v>
                </c:pt>
                <c:pt idx="137">
                  <c:v>45.9397583007813</c:v>
                </c:pt>
                <c:pt idx="138">
                  <c:v>45.962345123291001</c:v>
                </c:pt>
                <c:pt idx="139">
                  <c:v>46.1476860046387</c:v>
                </c:pt>
                <c:pt idx="140">
                  <c:v>46.855648040771499</c:v>
                </c:pt>
                <c:pt idx="141">
                  <c:v>47.682826995849602</c:v>
                </c:pt>
                <c:pt idx="142">
                  <c:v>48.402210235595703</c:v>
                </c:pt>
                <c:pt idx="143">
                  <c:v>48.790885925292997</c:v>
                </c:pt>
                <c:pt idx="144">
                  <c:v>49.028003692627003</c:v>
                </c:pt>
                <c:pt idx="145">
                  <c:v>49.415729522705099</c:v>
                </c:pt>
                <c:pt idx="146">
                  <c:v>49.961219787597699</c:v>
                </c:pt>
                <c:pt idx="147">
                  <c:v>50.381683349609403</c:v>
                </c:pt>
                <c:pt idx="148">
                  <c:v>50.868080139160199</c:v>
                </c:pt>
                <c:pt idx="149">
                  <c:v>51.371006011962898</c:v>
                </c:pt>
                <c:pt idx="150">
                  <c:v>51.869915008544901</c:v>
                </c:pt>
                <c:pt idx="151">
                  <c:v>52.308887481689503</c:v>
                </c:pt>
                <c:pt idx="152">
                  <c:v>52.667045593261697</c:v>
                </c:pt>
                <c:pt idx="153">
                  <c:v>53.109405517578097</c:v>
                </c:pt>
                <c:pt idx="154">
                  <c:v>53.532375335693402</c:v>
                </c:pt>
                <c:pt idx="155">
                  <c:v>53.854785919189503</c:v>
                </c:pt>
                <c:pt idx="156">
                  <c:v>54.366184234619098</c:v>
                </c:pt>
                <c:pt idx="157">
                  <c:v>54.807014465332003</c:v>
                </c:pt>
                <c:pt idx="158">
                  <c:v>55.2845268249512</c:v>
                </c:pt>
                <c:pt idx="159">
                  <c:v>55.584339141845703</c:v>
                </c:pt>
                <c:pt idx="160">
                  <c:v>55.820259094238303</c:v>
                </c:pt>
                <c:pt idx="161">
                  <c:v>56.048408508300803</c:v>
                </c:pt>
                <c:pt idx="162">
                  <c:v>56.250720977783203</c:v>
                </c:pt>
                <c:pt idx="163">
                  <c:v>56.453834533691399</c:v>
                </c:pt>
                <c:pt idx="164">
                  <c:v>56.600021362304702</c:v>
                </c:pt>
                <c:pt idx="165">
                  <c:v>56.764125823974602</c:v>
                </c:pt>
                <c:pt idx="166">
                  <c:v>57.0853080749512</c:v>
                </c:pt>
                <c:pt idx="167">
                  <c:v>57.207897186279297</c:v>
                </c:pt>
                <c:pt idx="168">
                  <c:v>57.314151763916001</c:v>
                </c:pt>
                <c:pt idx="169">
                  <c:v>57.385063171386697</c:v>
                </c:pt>
                <c:pt idx="170">
                  <c:v>57.4268608093262</c:v>
                </c:pt>
                <c:pt idx="171">
                  <c:v>57.498405456542997</c:v>
                </c:pt>
                <c:pt idx="172">
                  <c:v>57.496730804443402</c:v>
                </c:pt>
                <c:pt idx="173">
                  <c:v>57.538063049316399</c:v>
                </c:pt>
                <c:pt idx="174">
                  <c:v>57.6376762390137</c:v>
                </c:pt>
                <c:pt idx="175">
                  <c:v>57.700870513916001</c:v>
                </c:pt>
                <c:pt idx="176">
                  <c:v>57.843227386474602</c:v>
                </c:pt>
                <c:pt idx="177">
                  <c:v>57.933807373046903</c:v>
                </c:pt>
                <c:pt idx="178">
                  <c:v>58.010013580322301</c:v>
                </c:pt>
                <c:pt idx="179">
                  <c:v>57.986679077148402</c:v>
                </c:pt>
                <c:pt idx="180">
                  <c:v>58.064205169677699</c:v>
                </c:pt>
                <c:pt idx="181">
                  <c:v>58.180816650390597</c:v>
                </c:pt>
                <c:pt idx="182">
                  <c:v>58.253574371337898</c:v>
                </c:pt>
                <c:pt idx="183">
                  <c:v>58.186100006103501</c:v>
                </c:pt>
                <c:pt idx="184">
                  <c:v>58.118366241455099</c:v>
                </c:pt>
                <c:pt idx="185">
                  <c:v>58.008975982666001</c:v>
                </c:pt>
                <c:pt idx="186">
                  <c:v>58.087497711181598</c:v>
                </c:pt>
                <c:pt idx="187">
                  <c:v>58.1802368164063</c:v>
                </c:pt>
                <c:pt idx="188">
                  <c:v>58.243724822998097</c:v>
                </c:pt>
                <c:pt idx="189">
                  <c:v>58.263046264648402</c:v>
                </c:pt>
                <c:pt idx="190">
                  <c:v>58.297164916992202</c:v>
                </c:pt>
                <c:pt idx="191">
                  <c:v>58.090114593505902</c:v>
                </c:pt>
                <c:pt idx="192">
                  <c:v>57.998207092285199</c:v>
                </c:pt>
                <c:pt idx="193">
                  <c:v>57.871295928955099</c:v>
                </c:pt>
                <c:pt idx="194">
                  <c:v>57.956222534179702</c:v>
                </c:pt>
                <c:pt idx="195">
                  <c:v>57.922985076904297</c:v>
                </c:pt>
                <c:pt idx="196">
                  <c:v>57.925716400146499</c:v>
                </c:pt>
                <c:pt idx="197">
                  <c:v>58.0260620117188</c:v>
                </c:pt>
                <c:pt idx="198">
                  <c:v>57.9630737304688</c:v>
                </c:pt>
                <c:pt idx="199">
                  <c:v>58.194911956787102</c:v>
                </c:pt>
                <c:pt idx="200">
                  <c:v>58.339954376220703</c:v>
                </c:pt>
                <c:pt idx="201">
                  <c:v>58.426673889160199</c:v>
                </c:pt>
                <c:pt idx="202">
                  <c:v>58.553310394287102</c:v>
                </c:pt>
                <c:pt idx="203">
                  <c:v>58.769218444824197</c:v>
                </c:pt>
                <c:pt idx="204">
                  <c:v>59.019729614257798</c:v>
                </c:pt>
                <c:pt idx="205">
                  <c:v>59.582714080810597</c:v>
                </c:pt>
                <c:pt idx="206">
                  <c:v>59.902626037597699</c:v>
                </c:pt>
                <c:pt idx="207">
                  <c:v>60.056396484375</c:v>
                </c:pt>
                <c:pt idx="208">
                  <c:v>60.334873199462898</c:v>
                </c:pt>
                <c:pt idx="209">
                  <c:v>60.500343322753899</c:v>
                </c:pt>
                <c:pt idx="210">
                  <c:v>60.600208282470703</c:v>
                </c:pt>
                <c:pt idx="211">
                  <c:v>60.829898834228501</c:v>
                </c:pt>
                <c:pt idx="212">
                  <c:v>61.213539123535199</c:v>
                </c:pt>
                <c:pt idx="213">
                  <c:v>61.615779876708999</c:v>
                </c:pt>
                <c:pt idx="214">
                  <c:v>61.6769828796387</c:v>
                </c:pt>
                <c:pt idx="215">
                  <c:v>61.96923828125</c:v>
                </c:pt>
                <c:pt idx="216">
                  <c:v>62.178874969482401</c:v>
                </c:pt>
                <c:pt idx="217">
                  <c:v>62.322723388671903</c:v>
                </c:pt>
                <c:pt idx="218">
                  <c:v>62.505233764648402</c:v>
                </c:pt>
                <c:pt idx="219">
                  <c:v>62.726348876953097</c:v>
                </c:pt>
                <c:pt idx="220">
                  <c:v>62.938510894775398</c:v>
                </c:pt>
                <c:pt idx="221">
                  <c:v>63.353206634521499</c:v>
                </c:pt>
                <c:pt idx="222">
                  <c:v>63.557918548583999</c:v>
                </c:pt>
                <c:pt idx="223">
                  <c:v>63.540458679199197</c:v>
                </c:pt>
                <c:pt idx="224">
                  <c:v>63.754554748535199</c:v>
                </c:pt>
                <c:pt idx="225">
                  <c:v>63.871158599853501</c:v>
                </c:pt>
                <c:pt idx="226">
                  <c:v>63.897796630859403</c:v>
                </c:pt>
                <c:pt idx="227">
                  <c:v>63.952667236328097</c:v>
                </c:pt>
                <c:pt idx="228">
                  <c:v>63.980339050292997</c:v>
                </c:pt>
                <c:pt idx="229">
                  <c:v>63.989566802978501</c:v>
                </c:pt>
                <c:pt idx="230">
                  <c:v>63.971683502197301</c:v>
                </c:pt>
                <c:pt idx="231">
                  <c:v>63.9452934265137</c:v>
                </c:pt>
                <c:pt idx="232">
                  <c:v>63.793697357177699</c:v>
                </c:pt>
                <c:pt idx="233">
                  <c:v>63.770927429199197</c:v>
                </c:pt>
                <c:pt idx="234">
                  <c:v>63.692234039306598</c:v>
                </c:pt>
                <c:pt idx="235">
                  <c:v>63.6017456054688</c:v>
                </c:pt>
                <c:pt idx="236">
                  <c:v>63.491497039794901</c:v>
                </c:pt>
                <c:pt idx="237">
                  <c:v>63.528148651123097</c:v>
                </c:pt>
                <c:pt idx="238">
                  <c:v>63.3724174499512</c:v>
                </c:pt>
                <c:pt idx="239">
                  <c:v>63.185680389404297</c:v>
                </c:pt>
                <c:pt idx="240">
                  <c:v>63.0633354187012</c:v>
                </c:pt>
                <c:pt idx="241">
                  <c:v>62.9957885742188</c:v>
                </c:pt>
                <c:pt idx="242">
                  <c:v>62.879108428955099</c:v>
                </c:pt>
                <c:pt idx="243">
                  <c:v>62.747467041015597</c:v>
                </c:pt>
                <c:pt idx="244">
                  <c:v>62.6434936523438</c:v>
                </c:pt>
                <c:pt idx="245">
                  <c:v>62.560272216796903</c:v>
                </c:pt>
                <c:pt idx="246">
                  <c:v>62.461360931396499</c:v>
                </c:pt>
                <c:pt idx="247">
                  <c:v>62.327262878417997</c:v>
                </c:pt>
                <c:pt idx="248">
                  <c:v>62.257389068603501</c:v>
                </c:pt>
                <c:pt idx="249">
                  <c:v>62.220954895019503</c:v>
                </c:pt>
                <c:pt idx="250">
                  <c:v>62.165416717529297</c:v>
                </c:pt>
                <c:pt idx="251">
                  <c:v>62.100013732910199</c:v>
                </c:pt>
                <c:pt idx="252">
                  <c:v>62.137042999267599</c:v>
                </c:pt>
                <c:pt idx="253">
                  <c:v>62.097476959228501</c:v>
                </c:pt>
                <c:pt idx="254">
                  <c:v>61.947635650634801</c:v>
                </c:pt>
                <c:pt idx="255">
                  <c:v>61.822196960449197</c:v>
                </c:pt>
                <c:pt idx="256">
                  <c:v>61.720809936523402</c:v>
                </c:pt>
                <c:pt idx="257">
                  <c:v>61.685337066650398</c:v>
                </c:pt>
                <c:pt idx="258">
                  <c:v>61.5789794921875</c:v>
                </c:pt>
                <c:pt idx="259">
                  <c:v>61.482696533203097</c:v>
                </c:pt>
                <c:pt idx="260">
                  <c:v>61.402641296386697</c:v>
                </c:pt>
                <c:pt idx="261">
                  <c:v>61.403675079345703</c:v>
                </c:pt>
                <c:pt idx="262">
                  <c:v>61.285308837890597</c:v>
                </c:pt>
                <c:pt idx="263">
                  <c:v>61.169853210449197</c:v>
                </c:pt>
                <c:pt idx="264">
                  <c:v>61.079833984375</c:v>
                </c:pt>
                <c:pt idx="265">
                  <c:v>60.957324981689503</c:v>
                </c:pt>
                <c:pt idx="266">
                  <c:v>60.940322875976598</c:v>
                </c:pt>
                <c:pt idx="267">
                  <c:v>60.882881164550803</c:v>
                </c:pt>
                <c:pt idx="268">
                  <c:v>60.743721008300803</c:v>
                </c:pt>
                <c:pt idx="269">
                  <c:v>60.700099945068402</c:v>
                </c:pt>
                <c:pt idx="270">
                  <c:v>60.686122894287102</c:v>
                </c:pt>
                <c:pt idx="271">
                  <c:v>60.702407836914098</c:v>
                </c:pt>
                <c:pt idx="272">
                  <c:v>60.687503814697301</c:v>
                </c:pt>
                <c:pt idx="273">
                  <c:v>60.705432891845703</c:v>
                </c:pt>
                <c:pt idx="274">
                  <c:v>60.714073181152301</c:v>
                </c:pt>
                <c:pt idx="275">
                  <c:v>60.749832153320298</c:v>
                </c:pt>
                <c:pt idx="276">
                  <c:v>60.738239288330099</c:v>
                </c:pt>
                <c:pt idx="277">
                  <c:v>60.741626739502003</c:v>
                </c:pt>
                <c:pt idx="278">
                  <c:v>60.867424011230497</c:v>
                </c:pt>
                <c:pt idx="279">
                  <c:v>60.786891937255902</c:v>
                </c:pt>
                <c:pt idx="280">
                  <c:v>60.922210693359403</c:v>
                </c:pt>
                <c:pt idx="281">
                  <c:v>60.995937347412102</c:v>
                </c:pt>
                <c:pt idx="282">
                  <c:v>60.909557342529297</c:v>
                </c:pt>
                <c:pt idx="283">
                  <c:v>61.152145385742202</c:v>
                </c:pt>
                <c:pt idx="284">
                  <c:v>61.292892456054702</c:v>
                </c:pt>
                <c:pt idx="285">
                  <c:v>61.636428833007798</c:v>
                </c:pt>
                <c:pt idx="286">
                  <c:v>61.704761505127003</c:v>
                </c:pt>
                <c:pt idx="287">
                  <c:v>61.861114501953097</c:v>
                </c:pt>
                <c:pt idx="288">
                  <c:v>62.121017456054702</c:v>
                </c:pt>
                <c:pt idx="289">
                  <c:v>62.359546661377003</c:v>
                </c:pt>
                <c:pt idx="290">
                  <c:v>62.742378234863303</c:v>
                </c:pt>
                <c:pt idx="291">
                  <c:v>63.235198974609403</c:v>
                </c:pt>
                <c:pt idx="292">
                  <c:v>63.5554008483887</c:v>
                </c:pt>
                <c:pt idx="293">
                  <c:v>63.836765289306598</c:v>
                </c:pt>
                <c:pt idx="294">
                  <c:v>64.026687622070298</c:v>
                </c:pt>
                <c:pt idx="295">
                  <c:v>64.512977600097699</c:v>
                </c:pt>
                <c:pt idx="296">
                  <c:v>64.870635986328097</c:v>
                </c:pt>
                <c:pt idx="297">
                  <c:v>65.128257751464801</c:v>
                </c:pt>
                <c:pt idx="298">
                  <c:v>65.327323913574205</c:v>
                </c:pt>
                <c:pt idx="299">
                  <c:v>65.427200317382798</c:v>
                </c:pt>
                <c:pt idx="300">
                  <c:v>65.500511169433594</c:v>
                </c:pt>
                <c:pt idx="301">
                  <c:v>65.543006896972699</c:v>
                </c:pt>
                <c:pt idx="302">
                  <c:v>65.563980102539105</c:v>
                </c:pt>
                <c:pt idx="303">
                  <c:v>65.575592041015597</c:v>
                </c:pt>
                <c:pt idx="304">
                  <c:v>65.581550598144503</c:v>
                </c:pt>
                <c:pt idx="305">
                  <c:v>65.583770751953097</c:v>
                </c:pt>
                <c:pt idx="306">
                  <c:v>65.58447265625</c:v>
                </c:pt>
                <c:pt idx="307">
                  <c:v>65.581146240234403</c:v>
                </c:pt>
                <c:pt idx="308">
                  <c:v>65.559074401855497</c:v>
                </c:pt>
                <c:pt idx="309">
                  <c:v>65.538581848144503</c:v>
                </c:pt>
                <c:pt idx="310">
                  <c:v>65.464302062988295</c:v>
                </c:pt>
                <c:pt idx="311">
                  <c:v>65.358901977539105</c:v>
                </c:pt>
                <c:pt idx="312">
                  <c:v>65.238677978515597</c:v>
                </c:pt>
                <c:pt idx="313">
                  <c:v>65.093971252441406</c:v>
                </c:pt>
                <c:pt idx="314">
                  <c:v>64.962097167968807</c:v>
                </c:pt>
                <c:pt idx="315">
                  <c:v>64.827941894531307</c:v>
                </c:pt>
                <c:pt idx="316">
                  <c:v>64.684509277343807</c:v>
                </c:pt>
                <c:pt idx="317">
                  <c:v>64.524497985839801</c:v>
                </c:pt>
                <c:pt idx="318">
                  <c:v>64.408103942871094</c:v>
                </c:pt>
                <c:pt idx="319">
                  <c:v>64.260795593261705</c:v>
                </c:pt>
                <c:pt idx="320">
                  <c:v>64.163162231445298</c:v>
                </c:pt>
                <c:pt idx="321">
                  <c:v>64.093490600585895</c:v>
                </c:pt>
                <c:pt idx="322">
                  <c:v>63.978500366210902</c:v>
                </c:pt>
                <c:pt idx="323">
                  <c:v>63.765144348144503</c:v>
                </c:pt>
                <c:pt idx="324">
                  <c:v>63.570747375488303</c:v>
                </c:pt>
                <c:pt idx="325">
                  <c:v>63.378849029541001</c:v>
                </c:pt>
                <c:pt idx="326">
                  <c:v>63.212043762207003</c:v>
                </c:pt>
                <c:pt idx="327">
                  <c:v>63.081745147705099</c:v>
                </c:pt>
                <c:pt idx="328">
                  <c:v>62.9301948547363</c:v>
                </c:pt>
                <c:pt idx="329">
                  <c:v>62.783123016357401</c:v>
                </c:pt>
                <c:pt idx="330">
                  <c:v>62.652084350585902</c:v>
                </c:pt>
                <c:pt idx="331">
                  <c:v>62.560684204101598</c:v>
                </c:pt>
                <c:pt idx="332">
                  <c:v>62.497463226318402</c:v>
                </c:pt>
                <c:pt idx="333">
                  <c:v>62.384971618652301</c:v>
                </c:pt>
                <c:pt idx="334">
                  <c:v>62.314792633056598</c:v>
                </c:pt>
                <c:pt idx="335">
                  <c:v>62.259559631347699</c:v>
                </c:pt>
                <c:pt idx="336">
                  <c:v>62.100421905517599</c:v>
                </c:pt>
                <c:pt idx="337">
                  <c:v>61.939910888671903</c:v>
                </c:pt>
                <c:pt idx="338">
                  <c:v>61.821979522705099</c:v>
                </c:pt>
                <c:pt idx="339">
                  <c:v>61.7512016296387</c:v>
                </c:pt>
                <c:pt idx="340">
                  <c:v>61.587741851806598</c:v>
                </c:pt>
                <c:pt idx="341">
                  <c:v>61.404487609863303</c:v>
                </c:pt>
                <c:pt idx="342">
                  <c:v>61.297061920166001</c:v>
                </c:pt>
                <c:pt idx="343">
                  <c:v>61.278984069824197</c:v>
                </c:pt>
                <c:pt idx="344">
                  <c:v>61.268802642822301</c:v>
                </c:pt>
                <c:pt idx="345">
                  <c:v>61.106807708740199</c:v>
                </c:pt>
                <c:pt idx="346">
                  <c:v>60.921890258789098</c:v>
                </c:pt>
                <c:pt idx="347">
                  <c:v>60.887786865234403</c:v>
                </c:pt>
                <c:pt idx="348">
                  <c:v>60.801826477050803</c:v>
                </c:pt>
                <c:pt idx="349">
                  <c:v>60.812831878662102</c:v>
                </c:pt>
                <c:pt idx="350">
                  <c:v>60.680229187011697</c:v>
                </c:pt>
                <c:pt idx="351">
                  <c:v>60.625724792480497</c:v>
                </c:pt>
                <c:pt idx="352">
                  <c:v>60.889446258544901</c:v>
                </c:pt>
                <c:pt idx="353">
                  <c:v>61.0758247375488</c:v>
                </c:pt>
                <c:pt idx="354">
                  <c:v>61.280574798583999</c:v>
                </c:pt>
                <c:pt idx="355">
                  <c:v>61.6090698242188</c:v>
                </c:pt>
                <c:pt idx="356">
                  <c:v>61.958877563476598</c:v>
                </c:pt>
                <c:pt idx="357">
                  <c:v>62.196018218994098</c:v>
                </c:pt>
                <c:pt idx="358">
                  <c:v>62.445682525634801</c:v>
                </c:pt>
                <c:pt idx="359">
                  <c:v>62.744155883789098</c:v>
                </c:pt>
                <c:pt idx="360">
                  <c:v>63.032135009765597</c:v>
                </c:pt>
                <c:pt idx="361">
                  <c:v>63.266063690185597</c:v>
                </c:pt>
                <c:pt idx="362">
                  <c:v>63.322811126708999</c:v>
                </c:pt>
                <c:pt idx="363">
                  <c:v>63.527809143066399</c:v>
                </c:pt>
                <c:pt idx="364">
                  <c:v>63.81591796875</c:v>
                </c:pt>
                <c:pt idx="365">
                  <c:v>63.919181823730497</c:v>
                </c:pt>
                <c:pt idx="366">
                  <c:v>64.016731262207003</c:v>
                </c:pt>
                <c:pt idx="367">
                  <c:v>64.173355102539105</c:v>
                </c:pt>
                <c:pt idx="368">
                  <c:v>64.299484252929702</c:v>
                </c:pt>
                <c:pt idx="369">
                  <c:v>64.322998046875</c:v>
                </c:pt>
                <c:pt idx="370">
                  <c:v>64.56982421875</c:v>
                </c:pt>
                <c:pt idx="371">
                  <c:v>64.755897521972699</c:v>
                </c:pt>
                <c:pt idx="372">
                  <c:v>65.019447326660199</c:v>
                </c:pt>
                <c:pt idx="373">
                  <c:v>65.291709899902301</c:v>
                </c:pt>
                <c:pt idx="374">
                  <c:v>65.438407897949205</c:v>
                </c:pt>
                <c:pt idx="375">
                  <c:v>65.519668579101605</c:v>
                </c:pt>
                <c:pt idx="376">
                  <c:v>65.556350708007798</c:v>
                </c:pt>
                <c:pt idx="377">
                  <c:v>65.646011352539105</c:v>
                </c:pt>
                <c:pt idx="378">
                  <c:v>65.7642822265625</c:v>
                </c:pt>
                <c:pt idx="379">
                  <c:v>65.989097595214801</c:v>
                </c:pt>
                <c:pt idx="380">
                  <c:v>66.264266967773395</c:v>
                </c:pt>
                <c:pt idx="381">
                  <c:v>66.331886291503906</c:v>
                </c:pt>
                <c:pt idx="382">
                  <c:v>66.728019714355497</c:v>
                </c:pt>
                <c:pt idx="383">
                  <c:v>67.047828674316406</c:v>
                </c:pt>
                <c:pt idx="384">
                  <c:v>67.252967834472699</c:v>
                </c:pt>
                <c:pt idx="385">
                  <c:v>67.558326721191406</c:v>
                </c:pt>
                <c:pt idx="386">
                  <c:v>67.722251892089801</c:v>
                </c:pt>
                <c:pt idx="387">
                  <c:v>68.022254943847699</c:v>
                </c:pt>
                <c:pt idx="388">
                  <c:v>68.212013244628906</c:v>
                </c:pt>
                <c:pt idx="389">
                  <c:v>68.596168518066406</c:v>
                </c:pt>
                <c:pt idx="390">
                  <c:v>68.817893981933594</c:v>
                </c:pt>
                <c:pt idx="391">
                  <c:v>68.890731811523395</c:v>
                </c:pt>
                <c:pt idx="392">
                  <c:v>68.999763488769503</c:v>
                </c:pt>
                <c:pt idx="393">
                  <c:v>69.066764831542997</c:v>
                </c:pt>
                <c:pt idx="394">
                  <c:v>69.142768859863295</c:v>
                </c:pt>
                <c:pt idx="395">
                  <c:v>69.127525329589801</c:v>
                </c:pt>
                <c:pt idx="396">
                  <c:v>69.120651245117202</c:v>
                </c:pt>
                <c:pt idx="397">
                  <c:v>69.156524658203097</c:v>
                </c:pt>
                <c:pt idx="398">
                  <c:v>69.250602722167997</c:v>
                </c:pt>
                <c:pt idx="399">
                  <c:v>69.318710327148395</c:v>
                </c:pt>
                <c:pt idx="400">
                  <c:v>69.391311645507798</c:v>
                </c:pt>
                <c:pt idx="401">
                  <c:v>69.408432006835895</c:v>
                </c:pt>
                <c:pt idx="402">
                  <c:v>69.379501342773395</c:v>
                </c:pt>
                <c:pt idx="403">
                  <c:v>69.498954772949205</c:v>
                </c:pt>
                <c:pt idx="404">
                  <c:v>69.464584350585895</c:v>
                </c:pt>
                <c:pt idx="405">
                  <c:v>69.549598693847699</c:v>
                </c:pt>
                <c:pt idx="406">
                  <c:v>69.534065246582003</c:v>
                </c:pt>
                <c:pt idx="407">
                  <c:v>69.355331420898395</c:v>
                </c:pt>
                <c:pt idx="408">
                  <c:v>69.260490417480497</c:v>
                </c:pt>
                <c:pt idx="409">
                  <c:v>69.210693359375</c:v>
                </c:pt>
                <c:pt idx="410">
                  <c:v>69.183235168457003</c:v>
                </c:pt>
                <c:pt idx="411">
                  <c:v>69.160308837890597</c:v>
                </c:pt>
                <c:pt idx="412">
                  <c:v>69.068786621093807</c:v>
                </c:pt>
                <c:pt idx="413">
                  <c:v>69.080787658691406</c:v>
                </c:pt>
                <c:pt idx="414">
                  <c:v>69.067413330078097</c:v>
                </c:pt>
                <c:pt idx="415">
                  <c:v>69.200843811035199</c:v>
                </c:pt>
                <c:pt idx="416">
                  <c:v>69.229560852050795</c:v>
                </c:pt>
                <c:pt idx="417">
                  <c:v>69.540390014648395</c:v>
                </c:pt>
                <c:pt idx="418">
                  <c:v>69.844169616699205</c:v>
                </c:pt>
                <c:pt idx="419">
                  <c:v>70.103492736816406</c:v>
                </c:pt>
                <c:pt idx="420">
                  <c:v>70.348030090332003</c:v>
                </c:pt>
                <c:pt idx="421">
                  <c:v>70.552070617675795</c:v>
                </c:pt>
                <c:pt idx="422">
                  <c:v>70.827087402343807</c:v>
                </c:pt>
                <c:pt idx="423">
                  <c:v>71.036216735839801</c:v>
                </c:pt>
                <c:pt idx="424">
                  <c:v>71.144302368164105</c:v>
                </c:pt>
                <c:pt idx="425">
                  <c:v>71.314064025878906</c:v>
                </c:pt>
                <c:pt idx="426">
                  <c:v>71.398727416992202</c:v>
                </c:pt>
                <c:pt idx="427">
                  <c:v>71.493324279785199</c:v>
                </c:pt>
                <c:pt idx="428">
                  <c:v>71.595062255859403</c:v>
                </c:pt>
                <c:pt idx="429">
                  <c:v>71.623603820800795</c:v>
                </c:pt>
                <c:pt idx="430">
                  <c:v>71.526260375976605</c:v>
                </c:pt>
                <c:pt idx="431">
                  <c:v>71.471031188964801</c:v>
                </c:pt>
                <c:pt idx="432">
                  <c:v>71.405105590820298</c:v>
                </c:pt>
                <c:pt idx="433">
                  <c:v>71.352577209472699</c:v>
                </c:pt>
                <c:pt idx="434">
                  <c:v>71.225433349609403</c:v>
                </c:pt>
                <c:pt idx="435">
                  <c:v>71.005783081054702</c:v>
                </c:pt>
                <c:pt idx="436">
                  <c:v>70.826240539550795</c:v>
                </c:pt>
                <c:pt idx="437">
                  <c:v>70.738990783691406</c:v>
                </c:pt>
                <c:pt idx="438">
                  <c:v>70.643424987792997</c:v>
                </c:pt>
                <c:pt idx="439">
                  <c:v>70.589035034179702</c:v>
                </c:pt>
                <c:pt idx="440">
                  <c:v>70.515396118164105</c:v>
                </c:pt>
                <c:pt idx="441">
                  <c:v>70.310310363769503</c:v>
                </c:pt>
                <c:pt idx="442">
                  <c:v>70.038909912109403</c:v>
                </c:pt>
                <c:pt idx="443">
                  <c:v>69.8349609375</c:v>
                </c:pt>
                <c:pt idx="444">
                  <c:v>69.614120483398395</c:v>
                </c:pt>
                <c:pt idx="445">
                  <c:v>69.461463928222699</c:v>
                </c:pt>
                <c:pt idx="446">
                  <c:v>69.279296875</c:v>
                </c:pt>
                <c:pt idx="447">
                  <c:v>69.153343200683594</c:v>
                </c:pt>
                <c:pt idx="448">
                  <c:v>69.061660766601605</c:v>
                </c:pt>
                <c:pt idx="449">
                  <c:v>69.008628845214801</c:v>
                </c:pt>
                <c:pt idx="450">
                  <c:v>68.956771850585895</c:v>
                </c:pt>
                <c:pt idx="451">
                  <c:v>68.917938232421903</c:v>
                </c:pt>
                <c:pt idx="452">
                  <c:v>68.832122802734403</c:v>
                </c:pt>
                <c:pt idx="453">
                  <c:v>68.632987976074205</c:v>
                </c:pt>
                <c:pt idx="454">
                  <c:v>68.386474609375</c:v>
                </c:pt>
                <c:pt idx="455">
                  <c:v>68.200752258300795</c:v>
                </c:pt>
                <c:pt idx="456">
                  <c:v>68.339340209960895</c:v>
                </c:pt>
                <c:pt idx="457">
                  <c:v>68.255233764648395</c:v>
                </c:pt>
                <c:pt idx="458">
                  <c:v>67.877899169921903</c:v>
                </c:pt>
                <c:pt idx="459">
                  <c:v>67.783744812011705</c:v>
                </c:pt>
                <c:pt idx="460">
                  <c:v>67.790763854980497</c:v>
                </c:pt>
                <c:pt idx="461">
                  <c:v>67.737045288085895</c:v>
                </c:pt>
                <c:pt idx="462">
                  <c:v>67.991256713867202</c:v>
                </c:pt>
                <c:pt idx="463">
                  <c:v>68.131919860839801</c:v>
                </c:pt>
                <c:pt idx="464">
                  <c:v>68.246551513671903</c:v>
                </c:pt>
                <c:pt idx="465">
                  <c:v>68.196884155273395</c:v>
                </c:pt>
                <c:pt idx="466">
                  <c:v>68.161338806152301</c:v>
                </c:pt>
                <c:pt idx="467">
                  <c:v>68.254455566406307</c:v>
                </c:pt>
                <c:pt idx="468">
                  <c:v>68.455863952636705</c:v>
                </c:pt>
                <c:pt idx="469">
                  <c:v>68.727645874023395</c:v>
                </c:pt>
                <c:pt idx="470">
                  <c:v>68.831443786621094</c:v>
                </c:pt>
                <c:pt idx="471">
                  <c:v>68.908119201660199</c:v>
                </c:pt>
                <c:pt idx="472">
                  <c:v>69.113250732421903</c:v>
                </c:pt>
                <c:pt idx="473">
                  <c:v>69.280838012695298</c:v>
                </c:pt>
                <c:pt idx="474">
                  <c:v>69.422683715820298</c:v>
                </c:pt>
                <c:pt idx="475">
                  <c:v>69.883399963378906</c:v>
                </c:pt>
                <c:pt idx="476">
                  <c:v>70.068656921386705</c:v>
                </c:pt>
                <c:pt idx="477">
                  <c:v>70.177688598632798</c:v>
                </c:pt>
                <c:pt idx="478">
                  <c:v>70.3212890625</c:v>
                </c:pt>
                <c:pt idx="479">
                  <c:v>70.304412841796903</c:v>
                </c:pt>
                <c:pt idx="480">
                  <c:v>70.094985961914105</c:v>
                </c:pt>
                <c:pt idx="481">
                  <c:v>69.908363342285199</c:v>
                </c:pt>
                <c:pt idx="482">
                  <c:v>69.787879943847699</c:v>
                </c:pt>
                <c:pt idx="483">
                  <c:v>69.702308654785199</c:v>
                </c:pt>
                <c:pt idx="484">
                  <c:v>69.651863098144503</c:v>
                </c:pt>
                <c:pt idx="485">
                  <c:v>69.485092163085895</c:v>
                </c:pt>
                <c:pt idx="486">
                  <c:v>69.480987548828097</c:v>
                </c:pt>
                <c:pt idx="487">
                  <c:v>69.279396057128906</c:v>
                </c:pt>
                <c:pt idx="488">
                  <c:v>69.327651977539105</c:v>
                </c:pt>
                <c:pt idx="489">
                  <c:v>69.366378784179702</c:v>
                </c:pt>
                <c:pt idx="490">
                  <c:v>69.386573791503906</c:v>
                </c:pt>
                <c:pt idx="491">
                  <c:v>69.438613891601605</c:v>
                </c:pt>
                <c:pt idx="492">
                  <c:v>69.497871398925795</c:v>
                </c:pt>
                <c:pt idx="493">
                  <c:v>69.819633483886705</c:v>
                </c:pt>
                <c:pt idx="494">
                  <c:v>70.162788391113295</c:v>
                </c:pt>
                <c:pt idx="495">
                  <c:v>70.376136779785199</c:v>
                </c:pt>
                <c:pt idx="496">
                  <c:v>70.477058410644503</c:v>
                </c:pt>
                <c:pt idx="497">
                  <c:v>70.562065124511705</c:v>
                </c:pt>
                <c:pt idx="498">
                  <c:v>70.754524230957003</c:v>
                </c:pt>
                <c:pt idx="499">
                  <c:v>71.042640686035199</c:v>
                </c:pt>
                <c:pt idx="500">
                  <c:v>71.3939208984375</c:v>
                </c:pt>
                <c:pt idx="501">
                  <c:v>71.386077880859403</c:v>
                </c:pt>
                <c:pt idx="502">
                  <c:v>71.573326110839801</c:v>
                </c:pt>
                <c:pt idx="503">
                  <c:v>71.763000488281307</c:v>
                </c:pt>
                <c:pt idx="504">
                  <c:v>71.892616271972699</c:v>
                </c:pt>
                <c:pt idx="505">
                  <c:v>71.989585876464801</c:v>
                </c:pt>
                <c:pt idx="506">
                  <c:v>72.053886413574205</c:v>
                </c:pt>
                <c:pt idx="507">
                  <c:v>72.086898803710895</c:v>
                </c:pt>
                <c:pt idx="508">
                  <c:v>72.103843688964801</c:v>
                </c:pt>
                <c:pt idx="509">
                  <c:v>72.112548828125</c:v>
                </c:pt>
                <c:pt idx="510">
                  <c:v>72.117019653320298</c:v>
                </c:pt>
                <c:pt idx="511">
                  <c:v>72.119308471679702</c:v>
                </c:pt>
                <c:pt idx="512">
                  <c:v>72.120491027832003</c:v>
                </c:pt>
                <c:pt idx="513">
                  <c:v>72.12109375</c:v>
                </c:pt>
                <c:pt idx="514">
                  <c:v>72.121406555175795</c:v>
                </c:pt>
                <c:pt idx="515">
                  <c:v>72.121559143066406</c:v>
                </c:pt>
                <c:pt idx="516">
                  <c:v>72.121643066406307</c:v>
                </c:pt>
                <c:pt idx="517">
                  <c:v>72.121688842773395</c:v>
                </c:pt>
                <c:pt idx="518">
                  <c:v>72.1217041015625</c:v>
                </c:pt>
                <c:pt idx="519">
                  <c:v>72.121719360351605</c:v>
                </c:pt>
                <c:pt idx="520">
                  <c:v>72.121726989746094</c:v>
                </c:pt>
                <c:pt idx="521">
                  <c:v>72.121726989746094</c:v>
                </c:pt>
                <c:pt idx="522">
                  <c:v>72.087516784667997</c:v>
                </c:pt>
                <c:pt idx="523">
                  <c:v>71.991340637207003</c:v>
                </c:pt>
                <c:pt idx="524">
                  <c:v>72.023551940917997</c:v>
                </c:pt>
                <c:pt idx="525">
                  <c:v>72.034248352050795</c:v>
                </c:pt>
                <c:pt idx="526">
                  <c:v>71.944374084472699</c:v>
                </c:pt>
                <c:pt idx="527">
                  <c:v>71.831047058105497</c:v>
                </c:pt>
                <c:pt idx="528">
                  <c:v>71.805488586425795</c:v>
                </c:pt>
                <c:pt idx="529">
                  <c:v>71.831863403320298</c:v>
                </c:pt>
                <c:pt idx="530">
                  <c:v>71.617218017578097</c:v>
                </c:pt>
                <c:pt idx="531">
                  <c:v>71.492851257324205</c:v>
                </c:pt>
                <c:pt idx="532">
                  <c:v>71.466873168945298</c:v>
                </c:pt>
                <c:pt idx="533">
                  <c:v>71.383827209472699</c:v>
                </c:pt>
                <c:pt idx="534">
                  <c:v>71.268592834472699</c:v>
                </c:pt>
                <c:pt idx="535">
                  <c:v>71.304695129394503</c:v>
                </c:pt>
                <c:pt idx="536">
                  <c:v>71.137596130371094</c:v>
                </c:pt>
                <c:pt idx="537">
                  <c:v>71.0614013671875</c:v>
                </c:pt>
                <c:pt idx="538">
                  <c:v>70.946220397949205</c:v>
                </c:pt>
                <c:pt idx="539">
                  <c:v>70.928955078125</c:v>
                </c:pt>
                <c:pt idx="540">
                  <c:v>70.924819946289105</c:v>
                </c:pt>
                <c:pt idx="541">
                  <c:v>70.810089111328097</c:v>
                </c:pt>
                <c:pt idx="542">
                  <c:v>70.686622619628906</c:v>
                </c:pt>
                <c:pt idx="543">
                  <c:v>70.609588623046903</c:v>
                </c:pt>
                <c:pt idx="544">
                  <c:v>70.578010559082003</c:v>
                </c:pt>
                <c:pt idx="545">
                  <c:v>70.565254211425795</c:v>
                </c:pt>
                <c:pt idx="546">
                  <c:v>70.520217895507798</c:v>
                </c:pt>
                <c:pt idx="547">
                  <c:v>70.395500183105497</c:v>
                </c:pt>
                <c:pt idx="548">
                  <c:v>70.320549011230497</c:v>
                </c:pt>
                <c:pt idx="549">
                  <c:v>70.0494384765625</c:v>
                </c:pt>
                <c:pt idx="550">
                  <c:v>69.8638916015625</c:v>
                </c:pt>
                <c:pt idx="551">
                  <c:v>69.583625793457003</c:v>
                </c:pt>
                <c:pt idx="552">
                  <c:v>69.411720275878906</c:v>
                </c:pt>
                <c:pt idx="553">
                  <c:v>69.319259643554702</c:v>
                </c:pt>
                <c:pt idx="554">
                  <c:v>69.230072021484403</c:v>
                </c:pt>
                <c:pt idx="555">
                  <c:v>69.141174316406307</c:v>
                </c:pt>
                <c:pt idx="556">
                  <c:v>69.066833496093807</c:v>
                </c:pt>
                <c:pt idx="557">
                  <c:v>68.992912292480497</c:v>
                </c:pt>
                <c:pt idx="558">
                  <c:v>68.950538635253906</c:v>
                </c:pt>
                <c:pt idx="559">
                  <c:v>68.929481506347699</c:v>
                </c:pt>
                <c:pt idx="560">
                  <c:v>68.863952636718807</c:v>
                </c:pt>
                <c:pt idx="561">
                  <c:v>68.677192687988295</c:v>
                </c:pt>
                <c:pt idx="562">
                  <c:v>68.487785339355497</c:v>
                </c:pt>
                <c:pt idx="563">
                  <c:v>68.246826171875</c:v>
                </c:pt>
                <c:pt idx="564">
                  <c:v>68.049545288085895</c:v>
                </c:pt>
                <c:pt idx="565">
                  <c:v>67.881271362304702</c:v>
                </c:pt>
                <c:pt idx="566">
                  <c:v>67.599792480468807</c:v>
                </c:pt>
                <c:pt idx="567">
                  <c:v>67.426689147949205</c:v>
                </c:pt>
                <c:pt idx="568">
                  <c:v>67.291030883789105</c:v>
                </c:pt>
                <c:pt idx="569">
                  <c:v>67.220115661621094</c:v>
                </c:pt>
                <c:pt idx="570">
                  <c:v>67.106712341308594</c:v>
                </c:pt>
                <c:pt idx="571">
                  <c:v>66.7818603515625</c:v>
                </c:pt>
                <c:pt idx="572">
                  <c:v>66.710784912109403</c:v>
                </c:pt>
                <c:pt idx="573">
                  <c:v>66.481765747070298</c:v>
                </c:pt>
                <c:pt idx="574">
                  <c:v>66.121902465820298</c:v>
                </c:pt>
                <c:pt idx="575">
                  <c:v>65.912727355957003</c:v>
                </c:pt>
                <c:pt idx="576">
                  <c:v>65.797691345214801</c:v>
                </c:pt>
                <c:pt idx="577">
                  <c:v>65.695587158203097</c:v>
                </c:pt>
                <c:pt idx="578">
                  <c:v>65.643157958984403</c:v>
                </c:pt>
                <c:pt idx="579">
                  <c:v>65.615280151367202</c:v>
                </c:pt>
                <c:pt idx="580">
                  <c:v>65.597381591796903</c:v>
                </c:pt>
                <c:pt idx="581">
                  <c:v>65.579635620117202</c:v>
                </c:pt>
                <c:pt idx="582">
                  <c:v>65.572166442871094</c:v>
                </c:pt>
                <c:pt idx="583">
                  <c:v>65.563232421875</c:v>
                </c:pt>
                <c:pt idx="584">
                  <c:v>65.409751892089801</c:v>
                </c:pt>
                <c:pt idx="585">
                  <c:v>65.293395996093807</c:v>
                </c:pt>
                <c:pt idx="586">
                  <c:v>65.215904235839801</c:v>
                </c:pt>
                <c:pt idx="587">
                  <c:v>65.117790222167997</c:v>
                </c:pt>
                <c:pt idx="588">
                  <c:v>64.969291687011705</c:v>
                </c:pt>
                <c:pt idx="589">
                  <c:v>64.882675170898395</c:v>
                </c:pt>
                <c:pt idx="590">
                  <c:v>64.674537658691406</c:v>
                </c:pt>
                <c:pt idx="591">
                  <c:v>64.556228637695298</c:v>
                </c:pt>
                <c:pt idx="592">
                  <c:v>64.3968505859375</c:v>
                </c:pt>
                <c:pt idx="593">
                  <c:v>64.237030029296903</c:v>
                </c:pt>
                <c:pt idx="594">
                  <c:v>64.166419982910199</c:v>
                </c:pt>
                <c:pt idx="595">
                  <c:v>64.097320556640597</c:v>
                </c:pt>
                <c:pt idx="596">
                  <c:v>64.069564819335895</c:v>
                </c:pt>
                <c:pt idx="597">
                  <c:v>64.044006347656307</c:v>
                </c:pt>
                <c:pt idx="598">
                  <c:v>64.008674621582003</c:v>
                </c:pt>
                <c:pt idx="599">
                  <c:v>64.002952575683594</c:v>
                </c:pt>
                <c:pt idx="600">
                  <c:v>64.025100708007798</c:v>
                </c:pt>
                <c:pt idx="601">
                  <c:v>63.999137878417997</c:v>
                </c:pt>
                <c:pt idx="602">
                  <c:v>64.006149291992202</c:v>
                </c:pt>
                <c:pt idx="603">
                  <c:v>63.993350982666001</c:v>
                </c:pt>
                <c:pt idx="604">
                  <c:v>64.110275268554702</c:v>
                </c:pt>
                <c:pt idx="605">
                  <c:v>64.231887817382798</c:v>
                </c:pt>
                <c:pt idx="606">
                  <c:v>64.365028381347699</c:v>
                </c:pt>
                <c:pt idx="607">
                  <c:v>64.684646606445298</c:v>
                </c:pt>
                <c:pt idx="608">
                  <c:v>64.844619750976605</c:v>
                </c:pt>
                <c:pt idx="609">
                  <c:v>64.814025878906307</c:v>
                </c:pt>
                <c:pt idx="610">
                  <c:v>64.967323303222699</c:v>
                </c:pt>
                <c:pt idx="611">
                  <c:v>65.072738647460895</c:v>
                </c:pt>
                <c:pt idx="612">
                  <c:v>65.126716613769503</c:v>
                </c:pt>
                <c:pt idx="613">
                  <c:v>65.137481689453097</c:v>
                </c:pt>
                <c:pt idx="614">
                  <c:v>65.339065551757798</c:v>
                </c:pt>
                <c:pt idx="615">
                  <c:v>65.448814392089801</c:v>
                </c:pt>
                <c:pt idx="616">
                  <c:v>65.496315002441406</c:v>
                </c:pt>
                <c:pt idx="617">
                  <c:v>65.443153381347699</c:v>
                </c:pt>
                <c:pt idx="618">
                  <c:v>65.501564025878906</c:v>
                </c:pt>
                <c:pt idx="619">
                  <c:v>65.542579650878906</c:v>
                </c:pt>
                <c:pt idx="620">
                  <c:v>65.851379394531307</c:v>
                </c:pt>
                <c:pt idx="621">
                  <c:v>66.191757202148395</c:v>
                </c:pt>
                <c:pt idx="622">
                  <c:v>66.403289794921903</c:v>
                </c:pt>
                <c:pt idx="623">
                  <c:v>66.979545593261705</c:v>
                </c:pt>
                <c:pt idx="624">
                  <c:v>67.314102172851605</c:v>
                </c:pt>
                <c:pt idx="625">
                  <c:v>67.432312011718807</c:v>
                </c:pt>
                <c:pt idx="626">
                  <c:v>68.073257446289105</c:v>
                </c:pt>
                <c:pt idx="627">
                  <c:v>68.376480102539105</c:v>
                </c:pt>
                <c:pt idx="628">
                  <c:v>68.646049499511705</c:v>
                </c:pt>
                <c:pt idx="629">
                  <c:v>68.837738037109403</c:v>
                </c:pt>
                <c:pt idx="630">
                  <c:v>69.092491149902301</c:v>
                </c:pt>
                <c:pt idx="631">
                  <c:v>69.2020263671875</c:v>
                </c:pt>
                <c:pt idx="632">
                  <c:v>69.473533630371094</c:v>
                </c:pt>
                <c:pt idx="633">
                  <c:v>69.547821044921903</c:v>
                </c:pt>
                <c:pt idx="634">
                  <c:v>69.814300537109403</c:v>
                </c:pt>
                <c:pt idx="635">
                  <c:v>69.897377014160199</c:v>
                </c:pt>
                <c:pt idx="636">
                  <c:v>69.895912170410199</c:v>
                </c:pt>
                <c:pt idx="637">
                  <c:v>70.235466003417997</c:v>
                </c:pt>
                <c:pt idx="638">
                  <c:v>70.366424560546903</c:v>
                </c:pt>
                <c:pt idx="639">
                  <c:v>70.487503051757798</c:v>
                </c:pt>
                <c:pt idx="640">
                  <c:v>70.621742248535199</c:v>
                </c:pt>
                <c:pt idx="641">
                  <c:v>70.947967529296903</c:v>
                </c:pt>
                <c:pt idx="642">
                  <c:v>71.019340515136705</c:v>
                </c:pt>
                <c:pt idx="643">
                  <c:v>71.153335571289105</c:v>
                </c:pt>
                <c:pt idx="644">
                  <c:v>71.528182983398395</c:v>
                </c:pt>
                <c:pt idx="645">
                  <c:v>71.774543762207003</c:v>
                </c:pt>
                <c:pt idx="646">
                  <c:v>71.937362670898395</c:v>
                </c:pt>
                <c:pt idx="647">
                  <c:v>72.025474548339801</c:v>
                </c:pt>
                <c:pt idx="648">
                  <c:v>72.072074890136705</c:v>
                </c:pt>
                <c:pt idx="649">
                  <c:v>72.096237182617202</c:v>
                </c:pt>
                <c:pt idx="650">
                  <c:v>72.108642578125</c:v>
                </c:pt>
                <c:pt idx="651">
                  <c:v>72.164146423339801</c:v>
                </c:pt>
                <c:pt idx="652">
                  <c:v>72.147361755371094</c:v>
                </c:pt>
                <c:pt idx="653">
                  <c:v>72.160377502441406</c:v>
                </c:pt>
                <c:pt idx="654">
                  <c:v>72.271774291992202</c:v>
                </c:pt>
                <c:pt idx="655">
                  <c:v>72.198768615722699</c:v>
                </c:pt>
                <c:pt idx="656">
                  <c:v>72.285408020019503</c:v>
                </c:pt>
                <c:pt idx="657">
                  <c:v>72.205764770507798</c:v>
                </c:pt>
                <c:pt idx="658">
                  <c:v>72.496788024902301</c:v>
                </c:pt>
                <c:pt idx="659">
                  <c:v>73.381912231445298</c:v>
                </c:pt>
                <c:pt idx="660">
                  <c:v>73.939216613769503</c:v>
                </c:pt>
                <c:pt idx="661">
                  <c:v>74.595031738281307</c:v>
                </c:pt>
                <c:pt idx="662">
                  <c:v>75.0206298828125</c:v>
                </c:pt>
                <c:pt idx="663">
                  <c:v>75.406951904296903</c:v>
                </c:pt>
                <c:pt idx="664">
                  <c:v>75.666145324707003</c:v>
                </c:pt>
                <c:pt idx="665">
                  <c:v>76.198715209960895</c:v>
                </c:pt>
                <c:pt idx="666">
                  <c:v>76.844207763671903</c:v>
                </c:pt>
                <c:pt idx="667">
                  <c:v>77.484565734863295</c:v>
                </c:pt>
                <c:pt idx="668">
                  <c:v>77.979843139648395</c:v>
                </c:pt>
                <c:pt idx="669">
                  <c:v>78.221572875976605</c:v>
                </c:pt>
                <c:pt idx="670">
                  <c:v>78.44482421875</c:v>
                </c:pt>
                <c:pt idx="671">
                  <c:v>78.584541320800795</c:v>
                </c:pt>
                <c:pt idx="672">
                  <c:v>78.651916503906307</c:v>
                </c:pt>
                <c:pt idx="673">
                  <c:v>78.768386840820298</c:v>
                </c:pt>
                <c:pt idx="674">
                  <c:v>78.972282409667997</c:v>
                </c:pt>
                <c:pt idx="675">
                  <c:v>79.354804992675795</c:v>
                </c:pt>
                <c:pt idx="676">
                  <c:v>79.580833435058594</c:v>
                </c:pt>
                <c:pt idx="677">
                  <c:v>80.149208068847699</c:v>
                </c:pt>
                <c:pt idx="678">
                  <c:v>80.385993957519503</c:v>
                </c:pt>
                <c:pt idx="679">
                  <c:v>80.532867431640597</c:v>
                </c:pt>
                <c:pt idx="680">
                  <c:v>81.032646179199205</c:v>
                </c:pt>
                <c:pt idx="681">
                  <c:v>81.428123474121094</c:v>
                </c:pt>
                <c:pt idx="682">
                  <c:v>81.612663269042997</c:v>
                </c:pt>
                <c:pt idx="683">
                  <c:v>81.839012145996094</c:v>
                </c:pt>
                <c:pt idx="684">
                  <c:v>82.01708984375</c:v>
                </c:pt>
                <c:pt idx="685">
                  <c:v>82.031867980957003</c:v>
                </c:pt>
                <c:pt idx="686">
                  <c:v>82.201377868652301</c:v>
                </c:pt>
                <c:pt idx="687">
                  <c:v>82.507858276367202</c:v>
                </c:pt>
                <c:pt idx="688">
                  <c:v>82.637313842773395</c:v>
                </c:pt>
                <c:pt idx="689">
                  <c:v>82.768264770507798</c:v>
                </c:pt>
                <c:pt idx="690">
                  <c:v>83.012191772460895</c:v>
                </c:pt>
                <c:pt idx="691">
                  <c:v>83.294090270996094</c:v>
                </c:pt>
                <c:pt idx="692">
                  <c:v>83.311393737792997</c:v>
                </c:pt>
                <c:pt idx="693">
                  <c:v>83.421379089355497</c:v>
                </c:pt>
                <c:pt idx="694">
                  <c:v>83.520965576171903</c:v>
                </c:pt>
                <c:pt idx="695">
                  <c:v>83.573791503906307</c:v>
                </c:pt>
                <c:pt idx="696">
                  <c:v>83.584762573242202</c:v>
                </c:pt>
                <c:pt idx="697">
                  <c:v>83.400497436523395</c:v>
                </c:pt>
                <c:pt idx="698">
                  <c:v>83.500198364257798</c:v>
                </c:pt>
                <c:pt idx="699">
                  <c:v>83.568061828613295</c:v>
                </c:pt>
                <c:pt idx="700">
                  <c:v>83.587966918945298</c:v>
                </c:pt>
                <c:pt idx="701">
                  <c:v>83.583717346191406</c:v>
                </c:pt>
                <c:pt idx="702">
                  <c:v>83.909606933593807</c:v>
                </c:pt>
                <c:pt idx="703">
                  <c:v>83.854637145996094</c:v>
                </c:pt>
                <c:pt idx="704">
                  <c:v>83.981582641601605</c:v>
                </c:pt>
                <c:pt idx="705">
                  <c:v>83.949645996093807</c:v>
                </c:pt>
                <c:pt idx="706">
                  <c:v>84.049446105957003</c:v>
                </c:pt>
                <c:pt idx="707">
                  <c:v>84.099685668945298</c:v>
                </c:pt>
                <c:pt idx="708">
                  <c:v>84.081069946289105</c:v>
                </c:pt>
                <c:pt idx="709">
                  <c:v>84.095382690429702</c:v>
                </c:pt>
                <c:pt idx="710">
                  <c:v>84.145988464355497</c:v>
                </c:pt>
                <c:pt idx="711">
                  <c:v>84.162010192871094</c:v>
                </c:pt>
                <c:pt idx="712">
                  <c:v>84.093391418457003</c:v>
                </c:pt>
                <c:pt idx="713">
                  <c:v>83.965957641601605</c:v>
                </c:pt>
                <c:pt idx="714">
                  <c:v>83.83544921875</c:v>
                </c:pt>
                <c:pt idx="715">
                  <c:v>83.890838623046903</c:v>
                </c:pt>
                <c:pt idx="716">
                  <c:v>83.786720275878906</c:v>
                </c:pt>
                <c:pt idx="717">
                  <c:v>83.726371765136705</c:v>
                </c:pt>
                <c:pt idx="718">
                  <c:v>83.630805969238295</c:v>
                </c:pt>
                <c:pt idx="719">
                  <c:v>83.372177124023395</c:v>
                </c:pt>
                <c:pt idx="720">
                  <c:v>83.097145080566406</c:v>
                </c:pt>
                <c:pt idx="721">
                  <c:v>82.978332519531307</c:v>
                </c:pt>
                <c:pt idx="722">
                  <c:v>82.847808837890597</c:v>
                </c:pt>
                <c:pt idx="723">
                  <c:v>82.673675537109403</c:v>
                </c:pt>
                <c:pt idx="724">
                  <c:v>82.491165161132798</c:v>
                </c:pt>
                <c:pt idx="725">
                  <c:v>82.2794189453125</c:v>
                </c:pt>
                <c:pt idx="726">
                  <c:v>82.220359802246094</c:v>
                </c:pt>
                <c:pt idx="727">
                  <c:v>82.173973083496094</c:v>
                </c:pt>
                <c:pt idx="728">
                  <c:v>82.189521789550795</c:v>
                </c:pt>
                <c:pt idx="729">
                  <c:v>82.240386962890597</c:v>
                </c:pt>
                <c:pt idx="730">
                  <c:v>82.211090087890597</c:v>
                </c:pt>
                <c:pt idx="731">
                  <c:v>82.153236389160199</c:v>
                </c:pt>
                <c:pt idx="732">
                  <c:v>82.097702026367202</c:v>
                </c:pt>
                <c:pt idx="733">
                  <c:v>81.876182556152301</c:v>
                </c:pt>
                <c:pt idx="734">
                  <c:v>81.861404418945298</c:v>
                </c:pt>
                <c:pt idx="735">
                  <c:v>81.8045654296875</c:v>
                </c:pt>
                <c:pt idx="736">
                  <c:v>81.668540954589801</c:v>
                </c:pt>
                <c:pt idx="737">
                  <c:v>81.415931701660199</c:v>
                </c:pt>
                <c:pt idx="738">
                  <c:v>81.316719055175795</c:v>
                </c:pt>
                <c:pt idx="739">
                  <c:v>81.196891784667997</c:v>
                </c:pt>
                <c:pt idx="740">
                  <c:v>81.142967224121094</c:v>
                </c:pt>
                <c:pt idx="741">
                  <c:v>80.973945617675795</c:v>
                </c:pt>
                <c:pt idx="742">
                  <c:v>80.8577880859375</c:v>
                </c:pt>
                <c:pt idx="743">
                  <c:v>80.672943115234403</c:v>
                </c:pt>
                <c:pt idx="744">
                  <c:v>80.513832092285199</c:v>
                </c:pt>
                <c:pt idx="745">
                  <c:v>80.415176391601605</c:v>
                </c:pt>
                <c:pt idx="746">
                  <c:v>80.353347778320298</c:v>
                </c:pt>
                <c:pt idx="747">
                  <c:v>80.212501525878906</c:v>
                </c:pt>
                <c:pt idx="748">
                  <c:v>79.954528808593807</c:v>
                </c:pt>
                <c:pt idx="749">
                  <c:v>79.791213989257798</c:v>
                </c:pt>
                <c:pt idx="750">
                  <c:v>79.621887207031307</c:v>
                </c:pt>
                <c:pt idx="751">
                  <c:v>79.438858032226605</c:v>
                </c:pt>
                <c:pt idx="752">
                  <c:v>79.301826477050795</c:v>
                </c:pt>
                <c:pt idx="753">
                  <c:v>79.089111328125</c:v>
                </c:pt>
                <c:pt idx="754">
                  <c:v>78.915420532226605</c:v>
                </c:pt>
                <c:pt idx="755">
                  <c:v>78.814758300781307</c:v>
                </c:pt>
                <c:pt idx="756">
                  <c:v>78.762283325195298</c:v>
                </c:pt>
                <c:pt idx="757">
                  <c:v>78.735221862792997</c:v>
                </c:pt>
                <c:pt idx="758">
                  <c:v>78.721328735351605</c:v>
                </c:pt>
                <c:pt idx="759">
                  <c:v>78.688705444335895</c:v>
                </c:pt>
                <c:pt idx="760">
                  <c:v>78.550369262695298</c:v>
                </c:pt>
                <c:pt idx="761">
                  <c:v>78.025283813476605</c:v>
                </c:pt>
                <c:pt idx="762">
                  <c:v>77.568870544433594</c:v>
                </c:pt>
                <c:pt idx="763">
                  <c:v>77.054985046386705</c:v>
                </c:pt>
                <c:pt idx="764">
                  <c:v>76.676834106445298</c:v>
                </c:pt>
                <c:pt idx="765">
                  <c:v>76.321220397949205</c:v>
                </c:pt>
                <c:pt idx="766">
                  <c:v>76.026863098144503</c:v>
                </c:pt>
                <c:pt idx="767">
                  <c:v>75.829254150390597</c:v>
                </c:pt>
                <c:pt idx="768">
                  <c:v>75.666854858398395</c:v>
                </c:pt>
                <c:pt idx="769">
                  <c:v>75.559654235839801</c:v>
                </c:pt>
                <c:pt idx="770">
                  <c:v>75.501296997070298</c:v>
                </c:pt>
                <c:pt idx="771">
                  <c:v>75.301696777343807</c:v>
                </c:pt>
                <c:pt idx="772">
                  <c:v>75.056533813476605</c:v>
                </c:pt>
                <c:pt idx="773">
                  <c:v>74.717681884765597</c:v>
                </c:pt>
                <c:pt idx="774">
                  <c:v>74.330352783203097</c:v>
                </c:pt>
                <c:pt idx="775">
                  <c:v>73.714851379394503</c:v>
                </c:pt>
                <c:pt idx="776">
                  <c:v>72.985755920410199</c:v>
                </c:pt>
                <c:pt idx="777">
                  <c:v>72.569190979003906</c:v>
                </c:pt>
                <c:pt idx="778">
                  <c:v>72.351463317871094</c:v>
                </c:pt>
                <c:pt idx="779">
                  <c:v>72.239677429199205</c:v>
                </c:pt>
                <c:pt idx="780">
                  <c:v>72.182289123535199</c:v>
                </c:pt>
                <c:pt idx="781">
                  <c:v>72.152824401855497</c:v>
                </c:pt>
                <c:pt idx="782">
                  <c:v>72.1376953125</c:v>
                </c:pt>
                <c:pt idx="783">
                  <c:v>72.128334045410199</c:v>
                </c:pt>
                <c:pt idx="784">
                  <c:v>72.115318298339801</c:v>
                </c:pt>
                <c:pt idx="785">
                  <c:v>72.061721801757798</c:v>
                </c:pt>
                <c:pt idx="786">
                  <c:v>72.007171630859403</c:v>
                </c:pt>
                <c:pt idx="787">
                  <c:v>71.899848937988295</c:v>
                </c:pt>
                <c:pt idx="788">
                  <c:v>71.766494750976605</c:v>
                </c:pt>
                <c:pt idx="789">
                  <c:v>71.554336547851605</c:v>
                </c:pt>
                <c:pt idx="790">
                  <c:v>71.425514221191406</c:v>
                </c:pt>
                <c:pt idx="791">
                  <c:v>71.350265502929702</c:v>
                </c:pt>
                <c:pt idx="792">
                  <c:v>71.244865417480497</c:v>
                </c:pt>
                <c:pt idx="793">
                  <c:v>71.041915893554702</c:v>
                </c:pt>
                <c:pt idx="794">
                  <c:v>70.865783691406307</c:v>
                </c:pt>
                <c:pt idx="795">
                  <c:v>70.727378845214801</c:v>
                </c:pt>
                <c:pt idx="796">
                  <c:v>70.644096374511705</c:v>
                </c:pt>
                <c:pt idx="797">
                  <c:v>70.593109130859403</c:v>
                </c:pt>
                <c:pt idx="798">
                  <c:v>70.4901123046875</c:v>
                </c:pt>
                <c:pt idx="799">
                  <c:v>70.2589111328125</c:v>
                </c:pt>
                <c:pt idx="800">
                  <c:v>70.074317932128906</c:v>
                </c:pt>
                <c:pt idx="801">
                  <c:v>69.798995971679702</c:v>
                </c:pt>
                <c:pt idx="802">
                  <c:v>69.561676025390597</c:v>
                </c:pt>
                <c:pt idx="803">
                  <c:v>69.389923095703097</c:v>
                </c:pt>
                <c:pt idx="804">
                  <c:v>69.239967346191406</c:v>
                </c:pt>
                <c:pt idx="805">
                  <c:v>69.127357482910199</c:v>
                </c:pt>
                <c:pt idx="806">
                  <c:v>69.041175842285199</c:v>
                </c:pt>
                <c:pt idx="807">
                  <c:v>68.980209350585895</c:v>
                </c:pt>
                <c:pt idx="808">
                  <c:v>68.944831848144503</c:v>
                </c:pt>
                <c:pt idx="809">
                  <c:v>68.911437988281307</c:v>
                </c:pt>
                <c:pt idx="810">
                  <c:v>68.726753234863295</c:v>
                </c:pt>
                <c:pt idx="811">
                  <c:v>68.553321838378906</c:v>
                </c:pt>
                <c:pt idx="812">
                  <c:v>68.329414367675795</c:v>
                </c:pt>
                <c:pt idx="813">
                  <c:v>68.148658752441406</c:v>
                </c:pt>
                <c:pt idx="814">
                  <c:v>67.989662170410199</c:v>
                </c:pt>
                <c:pt idx="815">
                  <c:v>67.766578674316406</c:v>
                </c:pt>
                <c:pt idx="816">
                  <c:v>67.540832519531307</c:v>
                </c:pt>
                <c:pt idx="817">
                  <c:v>67.416481018066406</c:v>
                </c:pt>
                <c:pt idx="818">
                  <c:v>67.313179016113295</c:v>
                </c:pt>
                <c:pt idx="819">
                  <c:v>67.252845764160199</c:v>
                </c:pt>
                <c:pt idx="820">
                  <c:v>67.179656982421903</c:v>
                </c:pt>
                <c:pt idx="821">
                  <c:v>67.019737243652301</c:v>
                </c:pt>
                <c:pt idx="822">
                  <c:v>66.879623413085895</c:v>
                </c:pt>
                <c:pt idx="823">
                  <c:v>66.668624877929702</c:v>
                </c:pt>
                <c:pt idx="824">
                  <c:v>66.522361755371094</c:v>
                </c:pt>
                <c:pt idx="825">
                  <c:v>66.331970214843807</c:v>
                </c:pt>
                <c:pt idx="826">
                  <c:v>66.164329528808594</c:v>
                </c:pt>
                <c:pt idx="827">
                  <c:v>66.398757934570298</c:v>
                </c:pt>
                <c:pt idx="828">
                  <c:v>66.443679809570298</c:v>
                </c:pt>
                <c:pt idx="829">
                  <c:v>66.479476928710895</c:v>
                </c:pt>
                <c:pt idx="830">
                  <c:v>66.661712646484403</c:v>
                </c:pt>
                <c:pt idx="831">
                  <c:v>66.598648071289105</c:v>
                </c:pt>
                <c:pt idx="832">
                  <c:v>66.450492858886705</c:v>
                </c:pt>
                <c:pt idx="833">
                  <c:v>66.256614685058594</c:v>
                </c:pt>
                <c:pt idx="834">
                  <c:v>66.179763793945298</c:v>
                </c:pt>
                <c:pt idx="835">
                  <c:v>66.167869567871094</c:v>
                </c:pt>
                <c:pt idx="836">
                  <c:v>65.988082885742202</c:v>
                </c:pt>
                <c:pt idx="837">
                  <c:v>65.8330078125</c:v>
                </c:pt>
                <c:pt idx="838">
                  <c:v>65.749496459960895</c:v>
                </c:pt>
                <c:pt idx="839">
                  <c:v>65.677024841308594</c:v>
                </c:pt>
                <c:pt idx="840">
                  <c:v>65.675041198730497</c:v>
                </c:pt>
                <c:pt idx="841">
                  <c:v>65.659065246582003</c:v>
                </c:pt>
                <c:pt idx="842">
                  <c:v>65.624404907226605</c:v>
                </c:pt>
                <c:pt idx="843">
                  <c:v>65.606613159179702</c:v>
                </c:pt>
                <c:pt idx="844">
                  <c:v>65.597480773925795</c:v>
                </c:pt>
                <c:pt idx="845">
                  <c:v>65.592788696289105</c:v>
                </c:pt>
                <c:pt idx="846">
                  <c:v>65.587852478027301</c:v>
                </c:pt>
                <c:pt idx="847">
                  <c:v>65.585723876953097</c:v>
                </c:pt>
                <c:pt idx="848">
                  <c:v>65.584815979003906</c:v>
                </c:pt>
                <c:pt idx="849">
                  <c:v>65.582908630371094</c:v>
                </c:pt>
                <c:pt idx="850">
                  <c:v>65.580718994140597</c:v>
                </c:pt>
                <c:pt idx="851">
                  <c:v>65.5810546875</c:v>
                </c:pt>
                <c:pt idx="852">
                  <c:v>65.575500488281307</c:v>
                </c:pt>
                <c:pt idx="853">
                  <c:v>65.536605834960895</c:v>
                </c:pt>
                <c:pt idx="854">
                  <c:v>65.505622863769503</c:v>
                </c:pt>
                <c:pt idx="855">
                  <c:v>65.460014343261705</c:v>
                </c:pt>
                <c:pt idx="856">
                  <c:v>65.356697082519503</c:v>
                </c:pt>
                <c:pt idx="857">
                  <c:v>65.257408142089801</c:v>
                </c:pt>
                <c:pt idx="858">
                  <c:v>65.093231201171903</c:v>
                </c:pt>
                <c:pt idx="859">
                  <c:v>64.9888916015625</c:v>
                </c:pt>
                <c:pt idx="860">
                  <c:v>64.916786193847699</c:v>
                </c:pt>
                <c:pt idx="861">
                  <c:v>64.854766845703097</c:v>
                </c:pt>
                <c:pt idx="862">
                  <c:v>64.726341247558594</c:v>
                </c:pt>
                <c:pt idx="863">
                  <c:v>64.5584716796875</c:v>
                </c:pt>
                <c:pt idx="864">
                  <c:v>64.431297302246094</c:v>
                </c:pt>
                <c:pt idx="865">
                  <c:v>64.313293457031307</c:v>
                </c:pt>
                <c:pt idx="866">
                  <c:v>64.209068298339801</c:v>
                </c:pt>
                <c:pt idx="867">
                  <c:v>64.137458801269503</c:v>
                </c:pt>
                <c:pt idx="868">
                  <c:v>64.083976745605497</c:v>
                </c:pt>
                <c:pt idx="869">
                  <c:v>64.042236328125</c:v>
                </c:pt>
                <c:pt idx="870">
                  <c:v>64.017082214355497</c:v>
                </c:pt>
                <c:pt idx="871">
                  <c:v>64.002899169921903</c:v>
                </c:pt>
                <c:pt idx="872">
                  <c:v>63.974876403808601</c:v>
                </c:pt>
                <c:pt idx="873">
                  <c:v>63.778400421142599</c:v>
                </c:pt>
                <c:pt idx="874">
                  <c:v>63.518199920654297</c:v>
                </c:pt>
                <c:pt idx="875">
                  <c:v>63.370449066162102</c:v>
                </c:pt>
                <c:pt idx="876">
                  <c:v>63.286094665527301</c:v>
                </c:pt>
                <c:pt idx="877">
                  <c:v>63.158973693847699</c:v>
                </c:pt>
                <c:pt idx="878">
                  <c:v>63.021190643310597</c:v>
                </c:pt>
                <c:pt idx="879">
                  <c:v>62.935634613037102</c:v>
                </c:pt>
                <c:pt idx="880">
                  <c:v>62.783126831054702</c:v>
                </c:pt>
                <c:pt idx="881">
                  <c:v>62.668601989746101</c:v>
                </c:pt>
                <c:pt idx="882">
                  <c:v>62.603996276855497</c:v>
                </c:pt>
                <c:pt idx="883">
                  <c:v>62.552146911621101</c:v>
                </c:pt>
                <c:pt idx="884">
                  <c:v>62.499771118164098</c:v>
                </c:pt>
                <c:pt idx="885">
                  <c:v>62.469799041748097</c:v>
                </c:pt>
                <c:pt idx="886">
                  <c:v>62.4647407531738</c:v>
                </c:pt>
                <c:pt idx="887">
                  <c:v>62.463897705078097</c:v>
                </c:pt>
                <c:pt idx="888">
                  <c:v>62.459014892578097</c:v>
                </c:pt>
                <c:pt idx="889">
                  <c:v>62.4536323547363</c:v>
                </c:pt>
                <c:pt idx="890">
                  <c:v>62.440723419189503</c:v>
                </c:pt>
                <c:pt idx="891">
                  <c:v>62.459049224853501</c:v>
                </c:pt>
                <c:pt idx="892">
                  <c:v>62.445262908935597</c:v>
                </c:pt>
                <c:pt idx="893">
                  <c:v>62.378757476806598</c:v>
                </c:pt>
                <c:pt idx="894">
                  <c:v>62.322017669677699</c:v>
                </c:pt>
                <c:pt idx="895">
                  <c:v>62.461345672607401</c:v>
                </c:pt>
                <c:pt idx="896">
                  <c:v>62.514110565185597</c:v>
                </c:pt>
                <c:pt idx="897">
                  <c:v>62.573051452636697</c:v>
                </c:pt>
                <c:pt idx="898">
                  <c:v>62.653575897216797</c:v>
                </c:pt>
                <c:pt idx="899">
                  <c:v>62.805698394775398</c:v>
                </c:pt>
                <c:pt idx="900">
                  <c:v>62.992301940917997</c:v>
                </c:pt>
                <c:pt idx="901">
                  <c:v>63.157466888427699</c:v>
                </c:pt>
                <c:pt idx="902">
                  <c:v>63.486522674560597</c:v>
                </c:pt>
                <c:pt idx="903">
                  <c:v>63.873218536377003</c:v>
                </c:pt>
                <c:pt idx="904">
                  <c:v>64.163833618164105</c:v>
                </c:pt>
                <c:pt idx="905">
                  <c:v>64.467185974121094</c:v>
                </c:pt>
                <c:pt idx="906">
                  <c:v>64.700134277343807</c:v>
                </c:pt>
                <c:pt idx="907">
                  <c:v>64.940139770507798</c:v>
                </c:pt>
                <c:pt idx="908">
                  <c:v>65.054519653320298</c:v>
                </c:pt>
                <c:pt idx="909">
                  <c:v>65.259056091308594</c:v>
                </c:pt>
                <c:pt idx="910">
                  <c:v>65.418647766113295</c:v>
                </c:pt>
                <c:pt idx="911">
                  <c:v>65.497154235839801</c:v>
                </c:pt>
                <c:pt idx="912">
                  <c:v>65.531005859375</c:v>
                </c:pt>
                <c:pt idx="913">
                  <c:v>65.553245544433594</c:v>
                </c:pt>
                <c:pt idx="914">
                  <c:v>65.569229125976605</c:v>
                </c:pt>
                <c:pt idx="915">
                  <c:v>65.5775146484375</c:v>
                </c:pt>
                <c:pt idx="916">
                  <c:v>65.582115173339801</c:v>
                </c:pt>
                <c:pt idx="917">
                  <c:v>65.583244323730497</c:v>
                </c:pt>
                <c:pt idx="918">
                  <c:v>65.584251403808594</c:v>
                </c:pt>
                <c:pt idx="919">
                  <c:v>65.585998535156307</c:v>
                </c:pt>
                <c:pt idx="920">
                  <c:v>65.586051940917997</c:v>
                </c:pt>
                <c:pt idx="921">
                  <c:v>65.584381103515597</c:v>
                </c:pt>
                <c:pt idx="922">
                  <c:v>65.582740783691406</c:v>
                </c:pt>
                <c:pt idx="923">
                  <c:v>65.572319030761705</c:v>
                </c:pt>
                <c:pt idx="924">
                  <c:v>65.541694641113295</c:v>
                </c:pt>
                <c:pt idx="925">
                  <c:v>65.436851501464801</c:v>
                </c:pt>
                <c:pt idx="926">
                  <c:v>65.393836975097699</c:v>
                </c:pt>
                <c:pt idx="927">
                  <c:v>65.325401306152301</c:v>
                </c:pt>
                <c:pt idx="928">
                  <c:v>65.180290222167997</c:v>
                </c:pt>
                <c:pt idx="929">
                  <c:v>65.088996887207003</c:v>
                </c:pt>
                <c:pt idx="930">
                  <c:v>64.981643676757798</c:v>
                </c:pt>
                <c:pt idx="931">
                  <c:v>64.9630126953125</c:v>
                </c:pt>
                <c:pt idx="932">
                  <c:v>64.924865722656307</c:v>
                </c:pt>
                <c:pt idx="933">
                  <c:v>64.914054870605497</c:v>
                </c:pt>
                <c:pt idx="934">
                  <c:v>64.790985107421903</c:v>
                </c:pt>
                <c:pt idx="935">
                  <c:v>64.775177001953097</c:v>
                </c:pt>
                <c:pt idx="936">
                  <c:v>64.831642150878906</c:v>
                </c:pt>
                <c:pt idx="937">
                  <c:v>64.767654418945298</c:v>
                </c:pt>
                <c:pt idx="938">
                  <c:v>64.6832275390625</c:v>
                </c:pt>
                <c:pt idx="939">
                  <c:v>64.630714416503906</c:v>
                </c:pt>
                <c:pt idx="940">
                  <c:v>64.550811767578097</c:v>
                </c:pt>
                <c:pt idx="941">
                  <c:v>64.398254394531307</c:v>
                </c:pt>
                <c:pt idx="942">
                  <c:v>64.316238403320298</c:v>
                </c:pt>
                <c:pt idx="943">
                  <c:v>64.217742919921903</c:v>
                </c:pt>
                <c:pt idx="944">
                  <c:v>64.168266296386705</c:v>
                </c:pt>
                <c:pt idx="945">
                  <c:v>64.093292236328097</c:v>
                </c:pt>
                <c:pt idx="946">
                  <c:v>64.020240783691406</c:v>
                </c:pt>
                <c:pt idx="947">
                  <c:v>63.832931518554702</c:v>
                </c:pt>
                <c:pt idx="948">
                  <c:v>63.675876617431598</c:v>
                </c:pt>
                <c:pt idx="949">
                  <c:v>63.482376098632798</c:v>
                </c:pt>
                <c:pt idx="950">
                  <c:v>63.328041076660199</c:v>
                </c:pt>
                <c:pt idx="951">
                  <c:v>63.306015014648402</c:v>
                </c:pt>
                <c:pt idx="952">
                  <c:v>63.168498992919901</c:v>
                </c:pt>
                <c:pt idx="953">
                  <c:v>63.026531219482401</c:v>
                </c:pt>
                <c:pt idx="954">
                  <c:v>62.946884155273402</c:v>
                </c:pt>
                <c:pt idx="955">
                  <c:v>62.820369720458999</c:v>
                </c:pt>
                <c:pt idx="956">
                  <c:v>62.702033996582003</c:v>
                </c:pt>
                <c:pt idx="957">
                  <c:v>62.602092742919901</c:v>
                </c:pt>
                <c:pt idx="958">
                  <c:v>62.498275756835902</c:v>
                </c:pt>
                <c:pt idx="959">
                  <c:v>62.423976898193402</c:v>
                </c:pt>
                <c:pt idx="960">
                  <c:v>62.395957946777301</c:v>
                </c:pt>
                <c:pt idx="961">
                  <c:v>62.288246154785199</c:v>
                </c:pt>
                <c:pt idx="962">
                  <c:v>62.271183013916001</c:v>
                </c:pt>
                <c:pt idx="963">
                  <c:v>62.220954895019503</c:v>
                </c:pt>
                <c:pt idx="964">
                  <c:v>62.108432769775398</c:v>
                </c:pt>
                <c:pt idx="965">
                  <c:v>62.001010894775398</c:v>
                </c:pt>
                <c:pt idx="966">
                  <c:v>62.002754211425803</c:v>
                </c:pt>
                <c:pt idx="967">
                  <c:v>61.9635009765625</c:v>
                </c:pt>
                <c:pt idx="968">
                  <c:v>61.902755737304702</c:v>
                </c:pt>
                <c:pt idx="969">
                  <c:v>61.761940002441399</c:v>
                </c:pt>
                <c:pt idx="970">
                  <c:v>61.736396789550803</c:v>
                </c:pt>
                <c:pt idx="971">
                  <c:v>61.648239135742202</c:v>
                </c:pt>
                <c:pt idx="972">
                  <c:v>61.599498748779297</c:v>
                </c:pt>
                <c:pt idx="973">
                  <c:v>61.595794677734403</c:v>
                </c:pt>
                <c:pt idx="974">
                  <c:v>61.550083160400398</c:v>
                </c:pt>
                <c:pt idx="975">
                  <c:v>61.4986381530762</c:v>
                </c:pt>
                <c:pt idx="976">
                  <c:v>61.496173858642599</c:v>
                </c:pt>
                <c:pt idx="977">
                  <c:v>61.507705688476598</c:v>
                </c:pt>
                <c:pt idx="978">
                  <c:v>61.357257843017599</c:v>
                </c:pt>
                <c:pt idx="979">
                  <c:v>61.224704742431598</c:v>
                </c:pt>
                <c:pt idx="980">
                  <c:v>61.117942810058601</c:v>
                </c:pt>
                <c:pt idx="981">
                  <c:v>61.011756896972699</c:v>
                </c:pt>
                <c:pt idx="982">
                  <c:v>60.870700836181598</c:v>
                </c:pt>
                <c:pt idx="983">
                  <c:v>60.778308868408203</c:v>
                </c:pt>
                <c:pt idx="984">
                  <c:v>60.716831207275398</c:v>
                </c:pt>
                <c:pt idx="985">
                  <c:v>60.653564453125</c:v>
                </c:pt>
                <c:pt idx="986">
                  <c:v>60.605228424072301</c:v>
                </c:pt>
                <c:pt idx="987">
                  <c:v>60.554004669189503</c:v>
                </c:pt>
                <c:pt idx="988">
                  <c:v>60.416328430175803</c:v>
                </c:pt>
                <c:pt idx="989">
                  <c:v>60.308944702148402</c:v>
                </c:pt>
                <c:pt idx="990">
                  <c:v>60.139015197753899</c:v>
                </c:pt>
                <c:pt idx="991">
                  <c:v>60.033054351806598</c:v>
                </c:pt>
                <c:pt idx="992">
                  <c:v>59.618415832519503</c:v>
                </c:pt>
                <c:pt idx="993">
                  <c:v>59.763660430908203</c:v>
                </c:pt>
                <c:pt idx="994">
                  <c:v>59.820068359375</c:v>
                </c:pt>
                <c:pt idx="995">
                  <c:v>59.768314361572301</c:v>
                </c:pt>
                <c:pt idx="996">
                  <c:v>59.659915924072301</c:v>
                </c:pt>
                <c:pt idx="997">
                  <c:v>59.576282501220703</c:v>
                </c:pt>
                <c:pt idx="998">
                  <c:v>59.5147514343262</c:v>
                </c:pt>
                <c:pt idx="999">
                  <c:v>59.489566802978501</c:v>
                </c:pt>
                <c:pt idx="1000">
                  <c:v>59.473495483398402</c:v>
                </c:pt>
                <c:pt idx="1001">
                  <c:v>59.351776123046903</c:v>
                </c:pt>
                <c:pt idx="1002">
                  <c:v>59.176212310791001</c:v>
                </c:pt>
                <c:pt idx="1003">
                  <c:v>59.134487152099602</c:v>
                </c:pt>
                <c:pt idx="1004">
                  <c:v>59.084766387939503</c:v>
                </c:pt>
                <c:pt idx="1005">
                  <c:v>59.060829162597699</c:v>
                </c:pt>
                <c:pt idx="1006">
                  <c:v>59.107986450195298</c:v>
                </c:pt>
                <c:pt idx="1007">
                  <c:v>59.095462799072301</c:v>
                </c:pt>
                <c:pt idx="1008">
                  <c:v>59.072971343994098</c:v>
                </c:pt>
                <c:pt idx="1009">
                  <c:v>59.087989807128899</c:v>
                </c:pt>
                <c:pt idx="1010">
                  <c:v>59.181797027587898</c:v>
                </c:pt>
                <c:pt idx="1011">
                  <c:v>59.230995178222699</c:v>
                </c:pt>
                <c:pt idx="1012">
                  <c:v>59.256832122802699</c:v>
                </c:pt>
                <c:pt idx="1013">
                  <c:v>59.223476409912102</c:v>
                </c:pt>
                <c:pt idx="1014">
                  <c:v>59.2532348632813</c:v>
                </c:pt>
                <c:pt idx="1015">
                  <c:v>59.192417144775398</c:v>
                </c:pt>
                <c:pt idx="1016">
                  <c:v>59.1645698547363</c:v>
                </c:pt>
                <c:pt idx="1017">
                  <c:v>59.119693756103501</c:v>
                </c:pt>
                <c:pt idx="1018">
                  <c:v>59.086490631103501</c:v>
                </c:pt>
                <c:pt idx="1019">
                  <c:v>59.061100006103501</c:v>
                </c:pt>
                <c:pt idx="1020">
                  <c:v>59.006820678710902</c:v>
                </c:pt>
                <c:pt idx="1021">
                  <c:v>58.951930999755902</c:v>
                </c:pt>
                <c:pt idx="1022">
                  <c:v>58.956905364990199</c:v>
                </c:pt>
                <c:pt idx="1023">
                  <c:v>58.906558990478501</c:v>
                </c:pt>
                <c:pt idx="1024">
                  <c:v>58.858402252197301</c:v>
                </c:pt>
                <c:pt idx="1025">
                  <c:v>58.819400787353501</c:v>
                </c:pt>
                <c:pt idx="1026">
                  <c:v>58.803310394287102</c:v>
                </c:pt>
                <c:pt idx="1027">
                  <c:v>58.798145294189503</c:v>
                </c:pt>
                <c:pt idx="1028">
                  <c:v>58.750247955322301</c:v>
                </c:pt>
                <c:pt idx="1029">
                  <c:v>58.672767639160199</c:v>
                </c:pt>
                <c:pt idx="1030">
                  <c:v>58.6069526672363</c:v>
                </c:pt>
                <c:pt idx="1031">
                  <c:v>58.539039611816399</c:v>
                </c:pt>
                <c:pt idx="1032">
                  <c:v>58.494251251220703</c:v>
                </c:pt>
                <c:pt idx="1033">
                  <c:v>58.482723236083999</c:v>
                </c:pt>
                <c:pt idx="1034">
                  <c:v>58.403644561767599</c:v>
                </c:pt>
                <c:pt idx="1035">
                  <c:v>58.336536407470703</c:v>
                </c:pt>
                <c:pt idx="1036">
                  <c:v>58.300037384033203</c:v>
                </c:pt>
                <c:pt idx="1037">
                  <c:v>58.248802185058601</c:v>
                </c:pt>
                <c:pt idx="1038">
                  <c:v>58.216281890869098</c:v>
                </c:pt>
                <c:pt idx="1039">
                  <c:v>58.195041656494098</c:v>
                </c:pt>
                <c:pt idx="1040">
                  <c:v>58.088432312011697</c:v>
                </c:pt>
                <c:pt idx="1041">
                  <c:v>58.006092071533203</c:v>
                </c:pt>
                <c:pt idx="1042">
                  <c:v>57.9293823242188</c:v>
                </c:pt>
                <c:pt idx="1043">
                  <c:v>57.842849731445298</c:v>
                </c:pt>
                <c:pt idx="1044">
                  <c:v>57.761486053466797</c:v>
                </c:pt>
                <c:pt idx="1045">
                  <c:v>57.6926460266113</c:v>
                </c:pt>
                <c:pt idx="1046">
                  <c:v>57.627098083496101</c:v>
                </c:pt>
                <c:pt idx="1047">
                  <c:v>57.564544677734403</c:v>
                </c:pt>
                <c:pt idx="1048">
                  <c:v>57.561923980712898</c:v>
                </c:pt>
                <c:pt idx="1049">
                  <c:v>57.558109283447301</c:v>
                </c:pt>
                <c:pt idx="1050">
                  <c:v>57.542484283447301</c:v>
                </c:pt>
                <c:pt idx="1051">
                  <c:v>57.512126922607401</c:v>
                </c:pt>
                <c:pt idx="1052">
                  <c:v>57.502517700195298</c:v>
                </c:pt>
                <c:pt idx="1053">
                  <c:v>57.495193481445298</c:v>
                </c:pt>
                <c:pt idx="1054">
                  <c:v>57.502006530761697</c:v>
                </c:pt>
                <c:pt idx="1055">
                  <c:v>57.494644165039098</c:v>
                </c:pt>
                <c:pt idx="1056">
                  <c:v>57.493568420410199</c:v>
                </c:pt>
                <c:pt idx="1057">
                  <c:v>57.494953155517599</c:v>
                </c:pt>
                <c:pt idx="1058">
                  <c:v>57.491683959960902</c:v>
                </c:pt>
                <c:pt idx="1059">
                  <c:v>57.460739135742202</c:v>
                </c:pt>
                <c:pt idx="1060">
                  <c:v>57.444534301757798</c:v>
                </c:pt>
                <c:pt idx="1061">
                  <c:v>57.459030151367202</c:v>
                </c:pt>
                <c:pt idx="1062">
                  <c:v>57.4629936218262</c:v>
                </c:pt>
                <c:pt idx="1063">
                  <c:v>57.504962921142599</c:v>
                </c:pt>
                <c:pt idx="1064">
                  <c:v>57.558021545410199</c:v>
                </c:pt>
                <c:pt idx="1065">
                  <c:v>57.562629699707003</c:v>
                </c:pt>
                <c:pt idx="1066">
                  <c:v>57.581951141357401</c:v>
                </c:pt>
                <c:pt idx="1067">
                  <c:v>57.582496643066399</c:v>
                </c:pt>
                <c:pt idx="1068">
                  <c:v>57.585922241210902</c:v>
                </c:pt>
                <c:pt idx="1069">
                  <c:v>57.600715637207003</c:v>
                </c:pt>
                <c:pt idx="1070">
                  <c:v>57.587490081787102</c:v>
                </c:pt>
                <c:pt idx="1071">
                  <c:v>57.574520111083999</c:v>
                </c:pt>
                <c:pt idx="1072">
                  <c:v>57.548423767089801</c:v>
                </c:pt>
                <c:pt idx="1073">
                  <c:v>57.529911041259801</c:v>
                </c:pt>
                <c:pt idx="1074">
                  <c:v>57.524669647216797</c:v>
                </c:pt>
                <c:pt idx="1075">
                  <c:v>57.5228271484375</c:v>
                </c:pt>
                <c:pt idx="1076">
                  <c:v>57.512622833252003</c:v>
                </c:pt>
                <c:pt idx="1077">
                  <c:v>57.504909515380902</c:v>
                </c:pt>
                <c:pt idx="1078">
                  <c:v>57.4886665344238</c:v>
                </c:pt>
                <c:pt idx="1079">
                  <c:v>57.463047027587898</c:v>
                </c:pt>
                <c:pt idx="1080">
                  <c:v>57.438831329345703</c:v>
                </c:pt>
                <c:pt idx="1081">
                  <c:v>57.445064544677699</c:v>
                </c:pt>
                <c:pt idx="1082">
                  <c:v>57.395694732666001</c:v>
                </c:pt>
                <c:pt idx="1083">
                  <c:v>57.325393676757798</c:v>
                </c:pt>
                <c:pt idx="1084">
                  <c:v>57.287887573242202</c:v>
                </c:pt>
                <c:pt idx="1085">
                  <c:v>57.212703704833999</c:v>
                </c:pt>
                <c:pt idx="1086">
                  <c:v>56.982688903808601</c:v>
                </c:pt>
                <c:pt idx="1087">
                  <c:v>56.9293212890625</c:v>
                </c:pt>
                <c:pt idx="1088">
                  <c:v>56.866600036621101</c:v>
                </c:pt>
                <c:pt idx="1089">
                  <c:v>56.746818542480497</c:v>
                </c:pt>
                <c:pt idx="1090">
                  <c:v>56.682170867919901</c:v>
                </c:pt>
                <c:pt idx="1091">
                  <c:v>56.670616149902301</c:v>
                </c:pt>
                <c:pt idx="1092">
                  <c:v>56.674293518066399</c:v>
                </c:pt>
                <c:pt idx="1093">
                  <c:v>56.518146514892599</c:v>
                </c:pt>
                <c:pt idx="1094">
                  <c:v>56.398872375488303</c:v>
                </c:pt>
                <c:pt idx="1095">
                  <c:v>56.332973480224602</c:v>
                </c:pt>
                <c:pt idx="1096">
                  <c:v>56.270198822021499</c:v>
                </c:pt>
                <c:pt idx="1097">
                  <c:v>56.3043022155762</c:v>
                </c:pt>
                <c:pt idx="1098">
                  <c:v>56.254066467285199</c:v>
                </c:pt>
                <c:pt idx="1099">
                  <c:v>56.242454528808601</c:v>
                </c:pt>
                <c:pt idx="1100">
                  <c:v>56.2264595031738</c:v>
                </c:pt>
                <c:pt idx="1101">
                  <c:v>56.172157287597699</c:v>
                </c:pt>
                <c:pt idx="1102">
                  <c:v>56.148120880127003</c:v>
                </c:pt>
                <c:pt idx="1103">
                  <c:v>56.0825004577637</c:v>
                </c:pt>
                <c:pt idx="1104">
                  <c:v>56.066844940185597</c:v>
                </c:pt>
                <c:pt idx="1105">
                  <c:v>56.045181274414098</c:v>
                </c:pt>
                <c:pt idx="1106">
                  <c:v>56.074760437011697</c:v>
                </c:pt>
                <c:pt idx="1107">
                  <c:v>56.1119384765625</c:v>
                </c:pt>
                <c:pt idx="1108">
                  <c:v>56.129341125488303</c:v>
                </c:pt>
                <c:pt idx="1109">
                  <c:v>56.195198059082003</c:v>
                </c:pt>
                <c:pt idx="1110">
                  <c:v>56.208690643310597</c:v>
                </c:pt>
                <c:pt idx="1111">
                  <c:v>56.250492095947301</c:v>
                </c:pt>
                <c:pt idx="1112">
                  <c:v>56.254589080810597</c:v>
                </c:pt>
                <c:pt idx="1113">
                  <c:v>56.260852813720703</c:v>
                </c:pt>
                <c:pt idx="1114">
                  <c:v>56.241996765136697</c:v>
                </c:pt>
                <c:pt idx="1115">
                  <c:v>56.217655181884801</c:v>
                </c:pt>
                <c:pt idx="1116">
                  <c:v>56.296142578125</c:v>
                </c:pt>
                <c:pt idx="1117">
                  <c:v>56.304519653320298</c:v>
                </c:pt>
                <c:pt idx="1118">
                  <c:v>56.277072906494098</c:v>
                </c:pt>
                <c:pt idx="1119">
                  <c:v>56.221134185791001</c:v>
                </c:pt>
                <c:pt idx="1120">
                  <c:v>56.238807678222699</c:v>
                </c:pt>
                <c:pt idx="1121">
                  <c:v>56.223190307617202</c:v>
                </c:pt>
                <c:pt idx="1122">
                  <c:v>56.221954345703097</c:v>
                </c:pt>
                <c:pt idx="1123">
                  <c:v>56.295372009277301</c:v>
                </c:pt>
                <c:pt idx="1124">
                  <c:v>56.276809692382798</c:v>
                </c:pt>
                <c:pt idx="1125">
                  <c:v>56.23291015625</c:v>
                </c:pt>
                <c:pt idx="1126">
                  <c:v>56.218406677246101</c:v>
                </c:pt>
                <c:pt idx="1127">
                  <c:v>56.192298889160199</c:v>
                </c:pt>
                <c:pt idx="1128">
                  <c:v>56.182350158691399</c:v>
                </c:pt>
                <c:pt idx="1129">
                  <c:v>56.188686370849602</c:v>
                </c:pt>
                <c:pt idx="1130">
                  <c:v>56.186702728271499</c:v>
                </c:pt>
                <c:pt idx="1131">
                  <c:v>56.1928520202637</c:v>
                </c:pt>
                <c:pt idx="1132">
                  <c:v>56.190769195556598</c:v>
                </c:pt>
                <c:pt idx="1133">
                  <c:v>56.171485900878899</c:v>
                </c:pt>
                <c:pt idx="1134">
                  <c:v>56.171115875244098</c:v>
                </c:pt>
                <c:pt idx="1135">
                  <c:v>56.103179931640597</c:v>
                </c:pt>
                <c:pt idx="1136">
                  <c:v>56.056423187255902</c:v>
                </c:pt>
                <c:pt idx="1137">
                  <c:v>56.051433563232401</c:v>
                </c:pt>
                <c:pt idx="1138">
                  <c:v>56.099399566650398</c:v>
                </c:pt>
                <c:pt idx="1139">
                  <c:v>56.063678741455099</c:v>
                </c:pt>
                <c:pt idx="1140">
                  <c:v>56.095161437988303</c:v>
                </c:pt>
                <c:pt idx="1141">
                  <c:v>56.138393402099602</c:v>
                </c:pt>
                <c:pt idx="1142">
                  <c:v>56.078968048095703</c:v>
                </c:pt>
                <c:pt idx="1143">
                  <c:v>56.017078399658203</c:v>
                </c:pt>
                <c:pt idx="1144">
                  <c:v>56.132328033447301</c:v>
                </c:pt>
                <c:pt idx="1145">
                  <c:v>56.140323638916001</c:v>
                </c:pt>
                <c:pt idx="1146">
                  <c:v>56.341510772705099</c:v>
                </c:pt>
                <c:pt idx="1147">
                  <c:v>56.290031433105497</c:v>
                </c:pt>
                <c:pt idx="1148">
                  <c:v>56.253818511962898</c:v>
                </c:pt>
                <c:pt idx="1149">
                  <c:v>56.339744567871101</c:v>
                </c:pt>
                <c:pt idx="1150">
                  <c:v>56.665023803710902</c:v>
                </c:pt>
                <c:pt idx="1151">
                  <c:v>56.883518218994098</c:v>
                </c:pt>
                <c:pt idx="1152">
                  <c:v>57.082897186279297</c:v>
                </c:pt>
                <c:pt idx="1153">
                  <c:v>56.983997344970703</c:v>
                </c:pt>
                <c:pt idx="1154">
                  <c:v>57.5015258789063</c:v>
                </c:pt>
                <c:pt idx="1155">
                  <c:v>58.041114807128899</c:v>
                </c:pt>
                <c:pt idx="1156">
                  <c:v>57.970584869384801</c:v>
                </c:pt>
                <c:pt idx="1157">
                  <c:v>58.365261077880902</c:v>
                </c:pt>
                <c:pt idx="1158">
                  <c:v>58.888111114502003</c:v>
                </c:pt>
                <c:pt idx="1159">
                  <c:v>59.162590026855497</c:v>
                </c:pt>
                <c:pt idx="1160">
                  <c:v>59.350978851318402</c:v>
                </c:pt>
                <c:pt idx="1161">
                  <c:v>59.875980377197301</c:v>
                </c:pt>
                <c:pt idx="1162">
                  <c:v>60.261009216308601</c:v>
                </c:pt>
                <c:pt idx="1163">
                  <c:v>60.922477722167997</c:v>
                </c:pt>
                <c:pt idx="1164">
                  <c:v>61.200313568115199</c:v>
                </c:pt>
                <c:pt idx="1165">
                  <c:v>61.5642280578613</c:v>
                </c:pt>
                <c:pt idx="1166">
                  <c:v>62.446369171142599</c:v>
                </c:pt>
                <c:pt idx="1167">
                  <c:v>63.027309417724602</c:v>
                </c:pt>
                <c:pt idx="1168">
                  <c:v>63.706348419189503</c:v>
                </c:pt>
                <c:pt idx="1169">
                  <c:v>64.188697814941406</c:v>
                </c:pt>
                <c:pt idx="1170">
                  <c:v>64.708770751953097</c:v>
                </c:pt>
                <c:pt idx="1171">
                  <c:v>64.897537231445298</c:v>
                </c:pt>
                <c:pt idx="1172">
                  <c:v>65.167762756347699</c:v>
                </c:pt>
                <c:pt idx="1173">
                  <c:v>65.315246582031307</c:v>
                </c:pt>
                <c:pt idx="1174">
                  <c:v>65.447891235351605</c:v>
                </c:pt>
                <c:pt idx="1175">
                  <c:v>65.531425476074205</c:v>
                </c:pt>
                <c:pt idx="1176">
                  <c:v>65.725837707519503</c:v>
                </c:pt>
                <c:pt idx="1177">
                  <c:v>66.581565856933594</c:v>
                </c:pt>
                <c:pt idx="1178">
                  <c:v>67.209129333496094</c:v>
                </c:pt>
                <c:pt idx="1179">
                  <c:v>67.6153564453125</c:v>
                </c:pt>
                <c:pt idx="1180">
                  <c:v>68.158035278320298</c:v>
                </c:pt>
                <c:pt idx="1181">
                  <c:v>68.894340515136705</c:v>
                </c:pt>
                <c:pt idx="1182">
                  <c:v>69.476020812988295</c:v>
                </c:pt>
                <c:pt idx="1183">
                  <c:v>69.871643066406307</c:v>
                </c:pt>
                <c:pt idx="1184">
                  <c:v>70.268394470214801</c:v>
                </c:pt>
                <c:pt idx="1185">
                  <c:v>70.454666137695298</c:v>
                </c:pt>
                <c:pt idx="1186">
                  <c:v>70.647888183593807</c:v>
                </c:pt>
                <c:pt idx="1187">
                  <c:v>70.987495422363295</c:v>
                </c:pt>
                <c:pt idx="1188">
                  <c:v>71.191131591796903</c:v>
                </c:pt>
                <c:pt idx="1189">
                  <c:v>71.302528381347699</c:v>
                </c:pt>
                <c:pt idx="1190">
                  <c:v>71.358406066894503</c:v>
                </c:pt>
                <c:pt idx="1191">
                  <c:v>71.422569274902301</c:v>
                </c:pt>
                <c:pt idx="1192">
                  <c:v>71.48974609375</c:v>
                </c:pt>
                <c:pt idx="1193">
                  <c:v>71.479476928710895</c:v>
                </c:pt>
                <c:pt idx="1194">
                  <c:v>71.500282287597699</c:v>
                </c:pt>
                <c:pt idx="1195">
                  <c:v>71.468452453613295</c:v>
                </c:pt>
                <c:pt idx="1196">
                  <c:v>71.459716796875</c:v>
                </c:pt>
                <c:pt idx="1197">
                  <c:v>71.424461364746094</c:v>
                </c:pt>
                <c:pt idx="1198">
                  <c:v>71.390220642089801</c:v>
                </c:pt>
                <c:pt idx="1199">
                  <c:v>71.381462097167997</c:v>
                </c:pt>
                <c:pt idx="1200">
                  <c:v>71.273063659667997</c:v>
                </c:pt>
                <c:pt idx="1201">
                  <c:v>71.1865234375</c:v>
                </c:pt>
                <c:pt idx="1202">
                  <c:v>71.185043334960895</c:v>
                </c:pt>
                <c:pt idx="1203">
                  <c:v>71.151947021484403</c:v>
                </c:pt>
                <c:pt idx="1204">
                  <c:v>71.085960388183594</c:v>
                </c:pt>
                <c:pt idx="1205">
                  <c:v>71.077735900878906</c:v>
                </c:pt>
                <c:pt idx="1206">
                  <c:v>71.074600219726605</c:v>
                </c:pt>
                <c:pt idx="1207">
                  <c:v>71.082382202148395</c:v>
                </c:pt>
                <c:pt idx="1208">
                  <c:v>71.262031555175795</c:v>
                </c:pt>
                <c:pt idx="1209">
                  <c:v>71.560165405273395</c:v>
                </c:pt>
                <c:pt idx="1210">
                  <c:v>71.619522094726605</c:v>
                </c:pt>
                <c:pt idx="1211">
                  <c:v>71.725898742675795</c:v>
                </c:pt>
                <c:pt idx="1212">
                  <c:v>71.802566528320298</c:v>
                </c:pt>
                <c:pt idx="1213">
                  <c:v>71.904815673828097</c:v>
                </c:pt>
                <c:pt idx="1214">
                  <c:v>71.920600891113295</c:v>
                </c:pt>
                <c:pt idx="1215">
                  <c:v>71.961830139160199</c:v>
                </c:pt>
                <c:pt idx="1216">
                  <c:v>71.968719482421903</c:v>
                </c:pt>
                <c:pt idx="1217">
                  <c:v>71.965362548828097</c:v>
                </c:pt>
                <c:pt idx="1218">
                  <c:v>71.975059509277301</c:v>
                </c:pt>
                <c:pt idx="1219">
                  <c:v>72.024955749511705</c:v>
                </c:pt>
                <c:pt idx="1220">
                  <c:v>72.056221008300795</c:v>
                </c:pt>
                <c:pt idx="1221">
                  <c:v>72.084861755371094</c:v>
                </c:pt>
                <c:pt idx="1222">
                  <c:v>72.088584899902301</c:v>
                </c:pt>
                <c:pt idx="1223">
                  <c:v>72.075912475585895</c:v>
                </c:pt>
                <c:pt idx="1224">
                  <c:v>72.0938720703125</c:v>
                </c:pt>
                <c:pt idx="1225">
                  <c:v>72.038024902343807</c:v>
                </c:pt>
                <c:pt idx="1226">
                  <c:v>72.016288757324205</c:v>
                </c:pt>
                <c:pt idx="1227">
                  <c:v>71.949127197265597</c:v>
                </c:pt>
                <c:pt idx="1228">
                  <c:v>72.001739501953097</c:v>
                </c:pt>
                <c:pt idx="1229">
                  <c:v>72.059265136718807</c:v>
                </c:pt>
                <c:pt idx="1230">
                  <c:v>72.089660644531307</c:v>
                </c:pt>
                <c:pt idx="1231">
                  <c:v>72.105262756347699</c:v>
                </c:pt>
                <c:pt idx="1232">
                  <c:v>72.378532409667997</c:v>
                </c:pt>
                <c:pt idx="1233">
                  <c:v>73.139305114746094</c:v>
                </c:pt>
                <c:pt idx="1234">
                  <c:v>73.874725341796903</c:v>
                </c:pt>
                <c:pt idx="1235">
                  <c:v>74.520675659179702</c:v>
                </c:pt>
                <c:pt idx="1236">
                  <c:v>74.779045104980497</c:v>
                </c:pt>
                <c:pt idx="1237">
                  <c:v>75.0416259765625</c:v>
                </c:pt>
                <c:pt idx="1238">
                  <c:v>75.244285583496094</c:v>
                </c:pt>
                <c:pt idx="1239">
                  <c:v>75.404312133789105</c:v>
                </c:pt>
                <c:pt idx="1240">
                  <c:v>75.476600646972699</c:v>
                </c:pt>
                <c:pt idx="1241">
                  <c:v>75.648933410644503</c:v>
                </c:pt>
                <c:pt idx="1242">
                  <c:v>75.821762084960895</c:v>
                </c:pt>
                <c:pt idx="1243">
                  <c:v>75.814628601074205</c:v>
                </c:pt>
                <c:pt idx="1244">
                  <c:v>75.938362121582003</c:v>
                </c:pt>
                <c:pt idx="1245">
                  <c:v>76.005966186523395</c:v>
                </c:pt>
                <c:pt idx="1246">
                  <c:v>76.092247009277301</c:v>
                </c:pt>
                <c:pt idx="1247">
                  <c:v>76.205894470214801</c:v>
                </c:pt>
                <c:pt idx="1248">
                  <c:v>76.196418762207003</c:v>
                </c:pt>
                <c:pt idx="1249">
                  <c:v>76.261543273925795</c:v>
                </c:pt>
                <c:pt idx="1250">
                  <c:v>76.375404357910199</c:v>
                </c:pt>
                <c:pt idx="1251">
                  <c:v>76.365280151367202</c:v>
                </c:pt>
                <c:pt idx="1252">
                  <c:v>76.657272338867202</c:v>
                </c:pt>
                <c:pt idx="1253">
                  <c:v>76.880043029785199</c:v>
                </c:pt>
                <c:pt idx="1254">
                  <c:v>77.120597839355497</c:v>
                </c:pt>
                <c:pt idx="1255">
                  <c:v>77.833053588867202</c:v>
                </c:pt>
                <c:pt idx="1256">
                  <c:v>78.258140563964801</c:v>
                </c:pt>
                <c:pt idx="1257">
                  <c:v>78.476387023925795</c:v>
                </c:pt>
                <c:pt idx="1258">
                  <c:v>78.588432312011705</c:v>
                </c:pt>
                <c:pt idx="1259">
                  <c:v>78.645965576171903</c:v>
                </c:pt>
                <c:pt idx="1260">
                  <c:v>78.684478759765597</c:v>
                </c:pt>
                <c:pt idx="1261">
                  <c:v>78.702400207519503</c:v>
                </c:pt>
                <c:pt idx="1262">
                  <c:v>78.723106384277301</c:v>
                </c:pt>
                <c:pt idx="1263">
                  <c:v>78.772987365722699</c:v>
                </c:pt>
                <c:pt idx="1264">
                  <c:v>78.895782470703097</c:v>
                </c:pt>
                <c:pt idx="1265">
                  <c:v>78.980476379394503</c:v>
                </c:pt>
                <c:pt idx="1266">
                  <c:v>79.162986755371094</c:v>
                </c:pt>
                <c:pt idx="1267">
                  <c:v>79.224800109863295</c:v>
                </c:pt>
                <c:pt idx="1268">
                  <c:v>79.2373046875</c:v>
                </c:pt>
                <c:pt idx="1269">
                  <c:v>79.276542663574205</c:v>
                </c:pt>
                <c:pt idx="1270">
                  <c:v>79.382545471191406</c:v>
                </c:pt>
                <c:pt idx="1271">
                  <c:v>79.451202392578097</c:v>
                </c:pt>
                <c:pt idx="1272">
                  <c:v>79.488693237304702</c:v>
                </c:pt>
                <c:pt idx="1273">
                  <c:v>79.469261169433594</c:v>
                </c:pt>
                <c:pt idx="1274">
                  <c:v>79.381370544433594</c:v>
                </c:pt>
                <c:pt idx="1275">
                  <c:v>79.335433959960895</c:v>
                </c:pt>
                <c:pt idx="1276">
                  <c:v>79.638565063476605</c:v>
                </c:pt>
                <c:pt idx="1277">
                  <c:v>79.823562622070298</c:v>
                </c:pt>
                <c:pt idx="1278">
                  <c:v>80.001670837402301</c:v>
                </c:pt>
                <c:pt idx="1279">
                  <c:v>80.131568908691406</c:v>
                </c:pt>
                <c:pt idx="1280">
                  <c:v>80.193367004394503</c:v>
                </c:pt>
                <c:pt idx="1281">
                  <c:v>80.232620239257798</c:v>
                </c:pt>
                <c:pt idx="1282">
                  <c:v>80.273414611816406</c:v>
                </c:pt>
                <c:pt idx="1283">
                  <c:v>80.281044006347699</c:v>
                </c:pt>
                <c:pt idx="1284">
                  <c:v>80.288719177246094</c:v>
                </c:pt>
                <c:pt idx="1285">
                  <c:v>80.307479858398395</c:v>
                </c:pt>
                <c:pt idx="1286">
                  <c:v>80.307189941406307</c:v>
                </c:pt>
                <c:pt idx="1287">
                  <c:v>80.291091918945298</c:v>
                </c:pt>
                <c:pt idx="1288">
                  <c:v>80.331428527832003</c:v>
                </c:pt>
                <c:pt idx="1289">
                  <c:v>80.3160400390625</c:v>
                </c:pt>
                <c:pt idx="1290">
                  <c:v>80.2769775390625</c:v>
                </c:pt>
                <c:pt idx="1291">
                  <c:v>80.261550903320298</c:v>
                </c:pt>
                <c:pt idx="1292">
                  <c:v>80.273750305175795</c:v>
                </c:pt>
                <c:pt idx="1293">
                  <c:v>80.280578613281307</c:v>
                </c:pt>
                <c:pt idx="1294">
                  <c:v>80.301551818847699</c:v>
                </c:pt>
                <c:pt idx="1295">
                  <c:v>80.344497680664105</c:v>
                </c:pt>
                <c:pt idx="1296">
                  <c:v>80.469909667968807</c:v>
                </c:pt>
                <c:pt idx="1297">
                  <c:v>80.671249389648395</c:v>
                </c:pt>
                <c:pt idx="1298">
                  <c:v>80.843101501464801</c:v>
                </c:pt>
                <c:pt idx="1299">
                  <c:v>80.854026794433594</c:v>
                </c:pt>
                <c:pt idx="1300">
                  <c:v>80.960197448730497</c:v>
                </c:pt>
                <c:pt idx="1301">
                  <c:v>80.798820495605497</c:v>
                </c:pt>
                <c:pt idx="1302">
                  <c:v>80.609535217285199</c:v>
                </c:pt>
                <c:pt idx="1303">
                  <c:v>80.704765319824205</c:v>
                </c:pt>
                <c:pt idx="1304">
                  <c:v>80.562995910644503</c:v>
                </c:pt>
                <c:pt idx="1305">
                  <c:v>80.477432250976605</c:v>
                </c:pt>
                <c:pt idx="1306">
                  <c:v>80.547370910644503</c:v>
                </c:pt>
                <c:pt idx="1307">
                  <c:v>80.608856201171903</c:v>
                </c:pt>
                <c:pt idx="1308">
                  <c:v>80.568611145019503</c:v>
                </c:pt>
                <c:pt idx="1309">
                  <c:v>80.655296325683594</c:v>
                </c:pt>
                <c:pt idx="1310">
                  <c:v>80.673202514648395</c:v>
                </c:pt>
                <c:pt idx="1311">
                  <c:v>80.557067871093807</c:v>
                </c:pt>
                <c:pt idx="1312">
                  <c:v>80.662414550781307</c:v>
                </c:pt>
                <c:pt idx="1313">
                  <c:v>80.642356872558594</c:v>
                </c:pt>
                <c:pt idx="1314">
                  <c:v>80.679130554199205</c:v>
                </c:pt>
                <c:pt idx="1315">
                  <c:v>80.615242004394503</c:v>
                </c:pt>
                <c:pt idx="1316">
                  <c:v>80.755363464355497</c:v>
                </c:pt>
                <c:pt idx="1317">
                  <c:v>80.919265747070298</c:v>
                </c:pt>
                <c:pt idx="1318">
                  <c:v>80.958587646484403</c:v>
                </c:pt>
                <c:pt idx="1319">
                  <c:v>81.24658203125</c:v>
                </c:pt>
                <c:pt idx="1320">
                  <c:v>81.541999816894503</c:v>
                </c:pt>
                <c:pt idx="1321">
                  <c:v>81.594009399414105</c:v>
                </c:pt>
                <c:pt idx="1322">
                  <c:v>81.945762634277301</c:v>
                </c:pt>
                <c:pt idx="1323">
                  <c:v>82.277633666992202</c:v>
                </c:pt>
                <c:pt idx="1324">
                  <c:v>82.760932922363295</c:v>
                </c:pt>
                <c:pt idx="1325">
                  <c:v>83.162345886230497</c:v>
                </c:pt>
                <c:pt idx="1326">
                  <c:v>83.339714050292997</c:v>
                </c:pt>
                <c:pt idx="1327">
                  <c:v>83.496566772460895</c:v>
                </c:pt>
                <c:pt idx="1328">
                  <c:v>83.625160217285199</c:v>
                </c:pt>
                <c:pt idx="1329">
                  <c:v>83.878562927246094</c:v>
                </c:pt>
                <c:pt idx="1330">
                  <c:v>84.126319885253906</c:v>
                </c:pt>
                <c:pt idx="1331">
                  <c:v>84.236930847167997</c:v>
                </c:pt>
                <c:pt idx="1332">
                  <c:v>84.369277954101605</c:v>
                </c:pt>
                <c:pt idx="1333">
                  <c:v>84.569549560546903</c:v>
                </c:pt>
                <c:pt idx="1334">
                  <c:v>84.889823913574205</c:v>
                </c:pt>
                <c:pt idx="1335">
                  <c:v>85.078552246093807</c:v>
                </c:pt>
                <c:pt idx="1336">
                  <c:v>85.334388732910199</c:v>
                </c:pt>
                <c:pt idx="1337">
                  <c:v>85.594619750976605</c:v>
                </c:pt>
                <c:pt idx="1338">
                  <c:v>85.842941284179702</c:v>
                </c:pt>
                <c:pt idx="1339">
                  <c:v>86.359130859375</c:v>
                </c:pt>
                <c:pt idx="1340">
                  <c:v>86.728187561035199</c:v>
                </c:pt>
                <c:pt idx="1341">
                  <c:v>86.957168579101605</c:v>
                </c:pt>
                <c:pt idx="1342">
                  <c:v>87.331703186035199</c:v>
                </c:pt>
                <c:pt idx="1343">
                  <c:v>87.866241455078097</c:v>
                </c:pt>
                <c:pt idx="1344">
                  <c:v>88.219146728515597</c:v>
                </c:pt>
                <c:pt idx="1345">
                  <c:v>88.377632141113295</c:v>
                </c:pt>
                <c:pt idx="1346">
                  <c:v>88.602058410644503</c:v>
                </c:pt>
                <c:pt idx="1347">
                  <c:v>88.830284118652301</c:v>
                </c:pt>
                <c:pt idx="1348">
                  <c:v>89.132255554199205</c:v>
                </c:pt>
                <c:pt idx="1349">
                  <c:v>89.383346557617202</c:v>
                </c:pt>
                <c:pt idx="1350">
                  <c:v>89.776550292968807</c:v>
                </c:pt>
                <c:pt idx="1351">
                  <c:v>90.334503173828097</c:v>
                </c:pt>
                <c:pt idx="1352">
                  <c:v>90.776649475097699</c:v>
                </c:pt>
                <c:pt idx="1353">
                  <c:v>91.167045593261705</c:v>
                </c:pt>
                <c:pt idx="1354">
                  <c:v>91.219085693359403</c:v>
                </c:pt>
                <c:pt idx="1355">
                  <c:v>91.485588073730497</c:v>
                </c:pt>
                <c:pt idx="1356">
                  <c:v>91.606376647949205</c:v>
                </c:pt>
                <c:pt idx="1357">
                  <c:v>91.786674499511705</c:v>
                </c:pt>
                <c:pt idx="1358">
                  <c:v>92.014060974121094</c:v>
                </c:pt>
                <c:pt idx="1359">
                  <c:v>92.184249877929702</c:v>
                </c:pt>
                <c:pt idx="1360">
                  <c:v>92.200645446777301</c:v>
                </c:pt>
                <c:pt idx="1361">
                  <c:v>92.228401184082003</c:v>
                </c:pt>
                <c:pt idx="1362">
                  <c:v>92.425376892089801</c:v>
                </c:pt>
                <c:pt idx="1363">
                  <c:v>92.726509094238295</c:v>
                </c:pt>
                <c:pt idx="1364">
                  <c:v>92.869918823242202</c:v>
                </c:pt>
                <c:pt idx="1365">
                  <c:v>92.960060119628906</c:v>
                </c:pt>
                <c:pt idx="1366">
                  <c:v>92.792205810546903</c:v>
                </c:pt>
                <c:pt idx="1367">
                  <c:v>92.792999267578097</c:v>
                </c:pt>
                <c:pt idx="1368">
                  <c:v>92.840591430664105</c:v>
                </c:pt>
                <c:pt idx="1369">
                  <c:v>92.748374938964801</c:v>
                </c:pt>
                <c:pt idx="1370">
                  <c:v>92.645812988281307</c:v>
                </c:pt>
                <c:pt idx="1371">
                  <c:v>92.563911437988295</c:v>
                </c:pt>
                <c:pt idx="1372">
                  <c:v>92.560157775878906</c:v>
                </c:pt>
                <c:pt idx="1373">
                  <c:v>92.519477844238295</c:v>
                </c:pt>
                <c:pt idx="1374">
                  <c:v>92.340072631835895</c:v>
                </c:pt>
                <c:pt idx="1375">
                  <c:v>92.231765747070298</c:v>
                </c:pt>
                <c:pt idx="1376">
                  <c:v>92.124015808105497</c:v>
                </c:pt>
                <c:pt idx="1377">
                  <c:v>92.059753417968807</c:v>
                </c:pt>
                <c:pt idx="1378">
                  <c:v>91.931457519531307</c:v>
                </c:pt>
                <c:pt idx="1379">
                  <c:v>91.8414306640625</c:v>
                </c:pt>
                <c:pt idx="1380">
                  <c:v>91.8236083984375</c:v>
                </c:pt>
                <c:pt idx="1381">
                  <c:v>91.806823730468807</c:v>
                </c:pt>
                <c:pt idx="1382">
                  <c:v>91.751708984375</c:v>
                </c:pt>
                <c:pt idx="1383">
                  <c:v>91.669967651367202</c:v>
                </c:pt>
                <c:pt idx="1384">
                  <c:v>91.63330078125</c:v>
                </c:pt>
                <c:pt idx="1385">
                  <c:v>91.602333068847699</c:v>
                </c:pt>
                <c:pt idx="1386">
                  <c:v>91.601776123046903</c:v>
                </c:pt>
                <c:pt idx="1387">
                  <c:v>91.638519287109403</c:v>
                </c:pt>
                <c:pt idx="1388">
                  <c:v>91.563781738281307</c:v>
                </c:pt>
                <c:pt idx="1389">
                  <c:v>91.458702087402301</c:v>
                </c:pt>
                <c:pt idx="1390">
                  <c:v>91.370384216308594</c:v>
                </c:pt>
                <c:pt idx="1391">
                  <c:v>91.214866638183594</c:v>
                </c:pt>
                <c:pt idx="1392">
                  <c:v>91.172500610351605</c:v>
                </c:pt>
                <c:pt idx="1393">
                  <c:v>91.137466430664105</c:v>
                </c:pt>
                <c:pt idx="1394">
                  <c:v>91.084548950195298</c:v>
                </c:pt>
                <c:pt idx="1395">
                  <c:v>90.961677551269503</c:v>
                </c:pt>
                <c:pt idx="1396">
                  <c:v>90.944419860839801</c:v>
                </c:pt>
                <c:pt idx="1397">
                  <c:v>90.9090576171875</c:v>
                </c:pt>
                <c:pt idx="1398">
                  <c:v>90.738594055175795</c:v>
                </c:pt>
                <c:pt idx="1399">
                  <c:v>90.651550292968807</c:v>
                </c:pt>
                <c:pt idx="1400">
                  <c:v>90.549781799316406</c:v>
                </c:pt>
                <c:pt idx="1401">
                  <c:v>90.720367431640597</c:v>
                </c:pt>
                <c:pt idx="1402">
                  <c:v>90.932891845703097</c:v>
                </c:pt>
                <c:pt idx="1403">
                  <c:v>91.164756774902301</c:v>
                </c:pt>
                <c:pt idx="1404">
                  <c:v>91.327537536621094</c:v>
                </c:pt>
                <c:pt idx="1405">
                  <c:v>91.605415344238295</c:v>
                </c:pt>
                <c:pt idx="1406">
                  <c:v>91.793441772460895</c:v>
                </c:pt>
                <c:pt idx="1407">
                  <c:v>91.993988037109403</c:v>
                </c:pt>
                <c:pt idx="1408">
                  <c:v>92.271614074707003</c:v>
                </c:pt>
                <c:pt idx="1409">
                  <c:v>92.535324096679702</c:v>
                </c:pt>
                <c:pt idx="1410">
                  <c:v>92.739227294921903</c:v>
                </c:pt>
                <c:pt idx="1411">
                  <c:v>92.777900695800795</c:v>
                </c:pt>
                <c:pt idx="1412">
                  <c:v>92.985763549804702</c:v>
                </c:pt>
                <c:pt idx="1413">
                  <c:v>93.195465087890597</c:v>
                </c:pt>
                <c:pt idx="1414">
                  <c:v>93.258468627929702</c:v>
                </c:pt>
                <c:pt idx="1415">
                  <c:v>93.319267272949205</c:v>
                </c:pt>
                <c:pt idx="1416">
                  <c:v>93.643524169921903</c:v>
                </c:pt>
                <c:pt idx="1417">
                  <c:v>94.056953430175795</c:v>
                </c:pt>
                <c:pt idx="1418">
                  <c:v>94.274177551269503</c:v>
                </c:pt>
                <c:pt idx="1419">
                  <c:v>94.382728576660199</c:v>
                </c:pt>
                <c:pt idx="1420">
                  <c:v>94.649429321289105</c:v>
                </c:pt>
                <c:pt idx="1421">
                  <c:v>94.857971191406307</c:v>
                </c:pt>
                <c:pt idx="1422">
                  <c:v>94.949066162109403</c:v>
                </c:pt>
                <c:pt idx="1423">
                  <c:v>95.000190734863295</c:v>
                </c:pt>
                <c:pt idx="1424">
                  <c:v>95.028518676757798</c:v>
                </c:pt>
                <c:pt idx="1425">
                  <c:v>95.117591857910199</c:v>
                </c:pt>
                <c:pt idx="1426">
                  <c:v>95.285636901855497</c:v>
                </c:pt>
                <c:pt idx="1427">
                  <c:v>95.486709594726605</c:v>
                </c:pt>
                <c:pt idx="1428">
                  <c:v>95.527099609375</c:v>
                </c:pt>
                <c:pt idx="1429">
                  <c:v>95.589408874511705</c:v>
                </c:pt>
                <c:pt idx="1430">
                  <c:v>95.595878601074205</c:v>
                </c:pt>
                <c:pt idx="1431">
                  <c:v>95.530212402343807</c:v>
                </c:pt>
                <c:pt idx="1432">
                  <c:v>95.541595458984403</c:v>
                </c:pt>
                <c:pt idx="1433">
                  <c:v>95.688774108886705</c:v>
                </c:pt>
                <c:pt idx="1434">
                  <c:v>95.890396118164105</c:v>
                </c:pt>
                <c:pt idx="1435">
                  <c:v>95.813369750976605</c:v>
                </c:pt>
                <c:pt idx="1436">
                  <c:v>95.865539550781307</c:v>
                </c:pt>
                <c:pt idx="1437">
                  <c:v>95.915336608886705</c:v>
                </c:pt>
                <c:pt idx="1438">
                  <c:v>95.749526977539105</c:v>
                </c:pt>
                <c:pt idx="1439">
                  <c:v>95.717918395996094</c:v>
                </c:pt>
                <c:pt idx="1440">
                  <c:v>95.866943359375</c:v>
                </c:pt>
                <c:pt idx="1441">
                  <c:v>96.108367919921903</c:v>
                </c:pt>
                <c:pt idx="1442">
                  <c:v>95.998115539550795</c:v>
                </c:pt>
                <c:pt idx="1443">
                  <c:v>95.926918029785199</c:v>
                </c:pt>
                <c:pt idx="1444">
                  <c:v>95.937652587890597</c:v>
                </c:pt>
                <c:pt idx="1445">
                  <c:v>95.852233886718807</c:v>
                </c:pt>
                <c:pt idx="1446">
                  <c:v>95.794990539550795</c:v>
                </c:pt>
                <c:pt idx="1447">
                  <c:v>95.732795715332003</c:v>
                </c:pt>
                <c:pt idx="1448">
                  <c:v>95.620933532714801</c:v>
                </c:pt>
                <c:pt idx="1449">
                  <c:v>95.458831787109403</c:v>
                </c:pt>
                <c:pt idx="1450">
                  <c:v>95.336921691894503</c:v>
                </c:pt>
                <c:pt idx="1451">
                  <c:v>95.256866455078097</c:v>
                </c:pt>
                <c:pt idx="1452">
                  <c:v>95.176795959472699</c:v>
                </c:pt>
                <c:pt idx="1453">
                  <c:v>95.124870300292997</c:v>
                </c:pt>
                <c:pt idx="1454">
                  <c:v>95.085479736328097</c:v>
                </c:pt>
                <c:pt idx="1455">
                  <c:v>95.052185058593807</c:v>
                </c:pt>
                <c:pt idx="1456">
                  <c:v>94.9083251953125</c:v>
                </c:pt>
                <c:pt idx="1457">
                  <c:v>94.774894714355497</c:v>
                </c:pt>
                <c:pt idx="1458">
                  <c:v>94.512825012207003</c:v>
                </c:pt>
                <c:pt idx="1459">
                  <c:v>94.425811767578097</c:v>
                </c:pt>
                <c:pt idx="1460">
                  <c:v>94.194183349609403</c:v>
                </c:pt>
                <c:pt idx="1461">
                  <c:v>93.993110656738295</c:v>
                </c:pt>
                <c:pt idx="1462">
                  <c:v>93.785362243652301</c:v>
                </c:pt>
                <c:pt idx="1463">
                  <c:v>93.578636169433594</c:v>
                </c:pt>
                <c:pt idx="1464">
                  <c:v>93.444366455078097</c:v>
                </c:pt>
                <c:pt idx="1465">
                  <c:v>93.330924987792997</c:v>
                </c:pt>
                <c:pt idx="1466">
                  <c:v>93.268379211425795</c:v>
                </c:pt>
                <c:pt idx="1467">
                  <c:v>93.003532409667997</c:v>
                </c:pt>
                <c:pt idx="1468">
                  <c:v>92.789154052734403</c:v>
                </c:pt>
                <c:pt idx="1469">
                  <c:v>92.668518066406307</c:v>
                </c:pt>
                <c:pt idx="1470">
                  <c:v>92.612365722656307</c:v>
                </c:pt>
                <c:pt idx="1471">
                  <c:v>92.570182800292997</c:v>
                </c:pt>
                <c:pt idx="1472">
                  <c:v>92.512016296386705</c:v>
                </c:pt>
                <c:pt idx="1473">
                  <c:v>92.472831726074205</c:v>
                </c:pt>
                <c:pt idx="1474">
                  <c:v>92.340873718261705</c:v>
                </c:pt>
                <c:pt idx="1475">
                  <c:v>92.209465026855497</c:v>
                </c:pt>
                <c:pt idx="1476">
                  <c:v>92.090774536132798</c:v>
                </c:pt>
                <c:pt idx="1477">
                  <c:v>91.976303100585895</c:v>
                </c:pt>
                <c:pt idx="1478">
                  <c:v>91.887496948242202</c:v>
                </c:pt>
                <c:pt idx="1479">
                  <c:v>91.835601806640597</c:v>
                </c:pt>
                <c:pt idx="1480">
                  <c:v>91.782302856445298</c:v>
                </c:pt>
                <c:pt idx="1481">
                  <c:v>91.721031188964801</c:v>
                </c:pt>
                <c:pt idx="1482">
                  <c:v>91.602958679199205</c:v>
                </c:pt>
                <c:pt idx="1483">
                  <c:v>91.440742492675795</c:v>
                </c:pt>
                <c:pt idx="1484">
                  <c:v>91.215423583984403</c:v>
                </c:pt>
                <c:pt idx="1485">
                  <c:v>91.081451416015597</c:v>
                </c:pt>
                <c:pt idx="1486">
                  <c:v>91.055358886718807</c:v>
                </c:pt>
                <c:pt idx="1487">
                  <c:v>90.915229797363295</c:v>
                </c:pt>
                <c:pt idx="1488">
                  <c:v>90.890640258789105</c:v>
                </c:pt>
                <c:pt idx="1489">
                  <c:v>90.904685974121094</c:v>
                </c:pt>
                <c:pt idx="1490">
                  <c:v>90.879577636718807</c:v>
                </c:pt>
                <c:pt idx="1491">
                  <c:v>90.754928588867202</c:v>
                </c:pt>
                <c:pt idx="1492">
                  <c:v>90.615180969238295</c:v>
                </c:pt>
                <c:pt idx="1493">
                  <c:v>90.486190795898395</c:v>
                </c:pt>
                <c:pt idx="1494">
                  <c:v>90.397476196289105</c:v>
                </c:pt>
                <c:pt idx="1495">
                  <c:v>90.313369750976605</c:v>
                </c:pt>
                <c:pt idx="1496">
                  <c:v>90.237159729003906</c:v>
                </c:pt>
                <c:pt idx="1497">
                  <c:v>90.197692871093807</c:v>
                </c:pt>
                <c:pt idx="1498">
                  <c:v>90.1474609375</c:v>
                </c:pt>
                <c:pt idx="1499">
                  <c:v>90.090011596679702</c:v>
                </c:pt>
                <c:pt idx="1500">
                  <c:v>89.981689453125</c:v>
                </c:pt>
                <c:pt idx="1501">
                  <c:v>89.842964172363295</c:v>
                </c:pt>
                <c:pt idx="1502">
                  <c:v>89.659568786621094</c:v>
                </c:pt>
                <c:pt idx="1503">
                  <c:v>89.510551452636705</c:v>
                </c:pt>
                <c:pt idx="1504">
                  <c:v>89.413841247558594</c:v>
                </c:pt>
                <c:pt idx="1505">
                  <c:v>89.321258544921903</c:v>
                </c:pt>
                <c:pt idx="1506">
                  <c:v>89.213432312011705</c:v>
                </c:pt>
                <c:pt idx="1507">
                  <c:v>89.062461853027301</c:v>
                </c:pt>
                <c:pt idx="1508">
                  <c:v>88.899726867675795</c:v>
                </c:pt>
                <c:pt idx="1509">
                  <c:v>88.818305969238295</c:v>
                </c:pt>
                <c:pt idx="1510">
                  <c:v>88.719375610351605</c:v>
                </c:pt>
                <c:pt idx="1511">
                  <c:v>88.671089172363295</c:v>
                </c:pt>
                <c:pt idx="1512">
                  <c:v>88.603157043457003</c:v>
                </c:pt>
                <c:pt idx="1513">
                  <c:v>88.591339111328097</c:v>
                </c:pt>
                <c:pt idx="1514">
                  <c:v>88.530952453613295</c:v>
                </c:pt>
                <c:pt idx="1515">
                  <c:v>88.409614562988295</c:v>
                </c:pt>
                <c:pt idx="1516">
                  <c:v>88.368400573730497</c:v>
                </c:pt>
                <c:pt idx="1517">
                  <c:v>88.427543640136705</c:v>
                </c:pt>
                <c:pt idx="1518">
                  <c:v>88.319595336914105</c:v>
                </c:pt>
                <c:pt idx="1519">
                  <c:v>88.2064208984375</c:v>
                </c:pt>
                <c:pt idx="1520">
                  <c:v>88.196525573730497</c:v>
                </c:pt>
                <c:pt idx="1521">
                  <c:v>88.141731262207003</c:v>
                </c:pt>
                <c:pt idx="1522">
                  <c:v>88.141929626464801</c:v>
                </c:pt>
                <c:pt idx="1523">
                  <c:v>88.042083740234403</c:v>
                </c:pt>
                <c:pt idx="1524">
                  <c:v>88.0633544921875</c:v>
                </c:pt>
                <c:pt idx="1525">
                  <c:v>88.075065612792997</c:v>
                </c:pt>
                <c:pt idx="1526">
                  <c:v>87.953109741210895</c:v>
                </c:pt>
                <c:pt idx="1527">
                  <c:v>87.846443176269503</c:v>
                </c:pt>
                <c:pt idx="1528">
                  <c:v>87.945495605468807</c:v>
                </c:pt>
                <c:pt idx="1529">
                  <c:v>88.169380187988295</c:v>
                </c:pt>
                <c:pt idx="1530">
                  <c:v>88.332145690917997</c:v>
                </c:pt>
                <c:pt idx="1531">
                  <c:v>88.317214965820298</c:v>
                </c:pt>
                <c:pt idx="1532">
                  <c:v>88.415626525878906</c:v>
                </c:pt>
                <c:pt idx="1533">
                  <c:v>88.481697082519503</c:v>
                </c:pt>
                <c:pt idx="1534">
                  <c:v>88.523178100585895</c:v>
                </c:pt>
                <c:pt idx="1535">
                  <c:v>88.618499755859403</c:v>
                </c:pt>
                <c:pt idx="1536">
                  <c:v>88.627731323242202</c:v>
                </c:pt>
                <c:pt idx="1537">
                  <c:v>88.622665405273395</c:v>
                </c:pt>
                <c:pt idx="1538">
                  <c:v>88.760017395019503</c:v>
                </c:pt>
                <c:pt idx="1539">
                  <c:v>88.738853454589801</c:v>
                </c:pt>
                <c:pt idx="1540">
                  <c:v>88.742538452148395</c:v>
                </c:pt>
                <c:pt idx="1541">
                  <c:v>88.841697692871094</c:v>
                </c:pt>
                <c:pt idx="1542">
                  <c:v>88.9339599609375</c:v>
                </c:pt>
                <c:pt idx="1543">
                  <c:v>89.016914367675795</c:v>
                </c:pt>
                <c:pt idx="1544">
                  <c:v>89.153869628906307</c:v>
                </c:pt>
                <c:pt idx="1545">
                  <c:v>89.207008361816406</c:v>
                </c:pt>
                <c:pt idx="1546">
                  <c:v>89.2305908203125</c:v>
                </c:pt>
                <c:pt idx="1547">
                  <c:v>89.327217102050795</c:v>
                </c:pt>
                <c:pt idx="1548">
                  <c:v>89.5838623046875</c:v>
                </c:pt>
                <c:pt idx="1549">
                  <c:v>89.879096984863295</c:v>
                </c:pt>
                <c:pt idx="1550">
                  <c:v>90.169784545898395</c:v>
                </c:pt>
                <c:pt idx="1551">
                  <c:v>90.310699462890597</c:v>
                </c:pt>
                <c:pt idx="1552">
                  <c:v>90.729667663574205</c:v>
                </c:pt>
                <c:pt idx="1553">
                  <c:v>90.881912231445298</c:v>
                </c:pt>
                <c:pt idx="1554">
                  <c:v>90.868362426757798</c:v>
                </c:pt>
                <c:pt idx="1555">
                  <c:v>91.2000732421875</c:v>
                </c:pt>
                <c:pt idx="1556">
                  <c:v>91.437965393066406</c:v>
                </c:pt>
                <c:pt idx="1557">
                  <c:v>91.564018249511705</c:v>
                </c:pt>
                <c:pt idx="1558">
                  <c:v>91.885894775390597</c:v>
                </c:pt>
                <c:pt idx="1559">
                  <c:v>92.100395202636705</c:v>
                </c:pt>
                <c:pt idx="1560">
                  <c:v>92.223167419433594</c:v>
                </c:pt>
                <c:pt idx="1561">
                  <c:v>92.352951049804702</c:v>
                </c:pt>
                <c:pt idx="1562">
                  <c:v>92.616325378417997</c:v>
                </c:pt>
                <c:pt idx="1563">
                  <c:v>92.844566345214801</c:v>
                </c:pt>
                <c:pt idx="1564">
                  <c:v>93.283279418945298</c:v>
                </c:pt>
                <c:pt idx="1565">
                  <c:v>93.557174682617202</c:v>
                </c:pt>
                <c:pt idx="1566">
                  <c:v>94.053039550781307</c:v>
                </c:pt>
                <c:pt idx="1567">
                  <c:v>94.520446777343807</c:v>
                </c:pt>
                <c:pt idx="1568">
                  <c:v>94.775627136230497</c:v>
                </c:pt>
                <c:pt idx="1569">
                  <c:v>94.977912902832003</c:v>
                </c:pt>
                <c:pt idx="1570">
                  <c:v>95.119689941406307</c:v>
                </c:pt>
                <c:pt idx="1571">
                  <c:v>95.3038330078125</c:v>
                </c:pt>
                <c:pt idx="1572">
                  <c:v>95.455001831054702</c:v>
                </c:pt>
                <c:pt idx="1573">
                  <c:v>95.509735107421903</c:v>
                </c:pt>
                <c:pt idx="1574">
                  <c:v>95.654060363769503</c:v>
                </c:pt>
                <c:pt idx="1575">
                  <c:v>95.784088134765597</c:v>
                </c:pt>
                <c:pt idx="1576">
                  <c:v>95.792503356933594</c:v>
                </c:pt>
                <c:pt idx="1577">
                  <c:v>95.668434143066406</c:v>
                </c:pt>
                <c:pt idx="1578">
                  <c:v>95.602508544921903</c:v>
                </c:pt>
                <c:pt idx="1579">
                  <c:v>95.771011352539105</c:v>
                </c:pt>
                <c:pt idx="1580">
                  <c:v>95.963516235351605</c:v>
                </c:pt>
                <c:pt idx="1581">
                  <c:v>96.011604309082003</c:v>
                </c:pt>
                <c:pt idx="1582">
                  <c:v>95.976661682128906</c:v>
                </c:pt>
                <c:pt idx="1583">
                  <c:v>95.697479248046903</c:v>
                </c:pt>
                <c:pt idx="1584">
                  <c:v>95.563537597656307</c:v>
                </c:pt>
                <c:pt idx="1585">
                  <c:v>95.460342407226605</c:v>
                </c:pt>
                <c:pt idx="1586">
                  <c:v>95.513633728027301</c:v>
                </c:pt>
                <c:pt idx="1587">
                  <c:v>95.556465148925795</c:v>
                </c:pt>
                <c:pt idx="1588">
                  <c:v>95.422546386718807</c:v>
                </c:pt>
                <c:pt idx="1589">
                  <c:v>95.3701171875</c:v>
                </c:pt>
                <c:pt idx="1590">
                  <c:v>95.253028869628906</c:v>
                </c:pt>
                <c:pt idx="1591">
                  <c:v>95.20751953125</c:v>
                </c:pt>
                <c:pt idx="1592">
                  <c:v>95.122535705566406</c:v>
                </c:pt>
                <c:pt idx="1593">
                  <c:v>95.092330932617202</c:v>
                </c:pt>
                <c:pt idx="1594">
                  <c:v>95.172859191894503</c:v>
                </c:pt>
                <c:pt idx="1595">
                  <c:v>95.151008605957003</c:v>
                </c:pt>
                <c:pt idx="1596">
                  <c:v>95.122238159179702</c:v>
                </c:pt>
                <c:pt idx="1597">
                  <c:v>95.090187072753906</c:v>
                </c:pt>
                <c:pt idx="1598">
                  <c:v>95.183624267578097</c:v>
                </c:pt>
                <c:pt idx="1599">
                  <c:v>95.225776672363295</c:v>
                </c:pt>
                <c:pt idx="1600">
                  <c:v>95.1593017578125</c:v>
                </c:pt>
                <c:pt idx="1601">
                  <c:v>95.259956359863295</c:v>
                </c:pt>
                <c:pt idx="1602">
                  <c:v>95.379264831542997</c:v>
                </c:pt>
                <c:pt idx="1603">
                  <c:v>95.291099548339801</c:v>
                </c:pt>
                <c:pt idx="1604">
                  <c:v>95.175460815429702</c:v>
                </c:pt>
                <c:pt idx="1605">
                  <c:v>95.283660888671903</c:v>
                </c:pt>
                <c:pt idx="1606">
                  <c:v>95.724311828613295</c:v>
                </c:pt>
                <c:pt idx="1607">
                  <c:v>95.531455993652301</c:v>
                </c:pt>
                <c:pt idx="1608">
                  <c:v>95.342803955078097</c:v>
                </c:pt>
                <c:pt idx="1609">
                  <c:v>95.438484191894503</c:v>
                </c:pt>
                <c:pt idx="1610">
                  <c:v>95.565200805664105</c:v>
                </c:pt>
                <c:pt idx="1611">
                  <c:v>96.192672729492202</c:v>
                </c:pt>
                <c:pt idx="1612">
                  <c:v>96.595062255859403</c:v>
                </c:pt>
                <c:pt idx="1613">
                  <c:v>96.969467163085895</c:v>
                </c:pt>
                <c:pt idx="1614">
                  <c:v>97.197341918945298</c:v>
                </c:pt>
                <c:pt idx="1615">
                  <c:v>97.162193298339801</c:v>
                </c:pt>
                <c:pt idx="1616">
                  <c:v>97.418701171875</c:v>
                </c:pt>
                <c:pt idx="1617">
                  <c:v>97.742637634277301</c:v>
                </c:pt>
                <c:pt idx="1618">
                  <c:v>97.992286682128906</c:v>
                </c:pt>
                <c:pt idx="1619">
                  <c:v>98.121231079101605</c:v>
                </c:pt>
                <c:pt idx="1620">
                  <c:v>98.187431335449205</c:v>
                </c:pt>
                <c:pt idx="1621">
                  <c:v>98.377174377441406</c:v>
                </c:pt>
                <c:pt idx="1622">
                  <c:v>98.916595458984403</c:v>
                </c:pt>
                <c:pt idx="1623">
                  <c:v>99.325851440429702</c:v>
                </c:pt>
                <c:pt idx="1624">
                  <c:v>99.466499328613295</c:v>
                </c:pt>
                <c:pt idx="1625">
                  <c:v>99.589492797851605</c:v>
                </c:pt>
                <c:pt idx="1626">
                  <c:v>99.962562561035199</c:v>
                </c:pt>
                <c:pt idx="1627">
                  <c:v>100.591720581055</c:v>
                </c:pt>
                <c:pt idx="1628">
                  <c:v>100.746040344238</c:v>
                </c:pt>
                <c:pt idx="1629">
                  <c:v>100.89963531494099</c:v>
                </c:pt>
                <c:pt idx="1630">
                  <c:v>101.194282531738</c:v>
                </c:pt>
                <c:pt idx="1631">
                  <c:v>101.602249145508</c:v>
                </c:pt>
                <c:pt idx="1632">
                  <c:v>101.94997406005901</c:v>
                </c:pt>
                <c:pt idx="1633">
                  <c:v>102.20922088623</c:v>
                </c:pt>
                <c:pt idx="1634">
                  <c:v>102.730278015137</c:v>
                </c:pt>
                <c:pt idx="1635">
                  <c:v>103.006797790527</c:v>
                </c:pt>
                <c:pt idx="1636">
                  <c:v>103.258491516113</c:v>
                </c:pt>
                <c:pt idx="1637">
                  <c:v>103.505981445313</c:v>
                </c:pt>
                <c:pt idx="1638">
                  <c:v>103.84714508056599</c:v>
                </c:pt>
                <c:pt idx="1639">
                  <c:v>104.11590576171901</c:v>
                </c:pt>
                <c:pt idx="1640">
                  <c:v>104.32837677002</c:v>
                </c:pt>
                <c:pt idx="1641">
                  <c:v>104.386474609375</c:v>
                </c:pt>
                <c:pt idx="1642">
                  <c:v>104.56313323974599</c:v>
                </c:pt>
                <c:pt idx="1643">
                  <c:v>104.668754577637</c:v>
                </c:pt>
                <c:pt idx="1644">
                  <c:v>104.728324890137</c:v>
                </c:pt>
                <c:pt idx="1645">
                  <c:v>104.758903503418</c:v>
                </c:pt>
                <c:pt idx="1646">
                  <c:v>104.774604797363</c:v>
                </c:pt>
                <c:pt idx="1647">
                  <c:v>104.782669067383</c:v>
                </c:pt>
                <c:pt idx="1648">
                  <c:v>104.78680419921901</c:v>
                </c:pt>
                <c:pt idx="1649">
                  <c:v>104.788932800293</c:v>
                </c:pt>
                <c:pt idx="1650">
                  <c:v>104.79002380371099</c:v>
                </c:pt>
                <c:pt idx="1651">
                  <c:v>104.790580749512</c:v>
                </c:pt>
                <c:pt idx="1652">
                  <c:v>104.79087066650401</c:v>
                </c:pt>
                <c:pt idx="1653">
                  <c:v>104.791015625</c:v>
                </c:pt>
                <c:pt idx="1654">
                  <c:v>105.283615112305</c:v>
                </c:pt>
                <c:pt idx="1655">
                  <c:v>106.848007202148</c:v>
                </c:pt>
                <c:pt idx="1656">
                  <c:v>108.36221313476599</c:v>
                </c:pt>
                <c:pt idx="1657">
                  <c:v>109.630805969238</c:v>
                </c:pt>
                <c:pt idx="1658">
                  <c:v>110.130531311035</c:v>
                </c:pt>
                <c:pt idx="1659">
                  <c:v>110.48649597168</c:v>
                </c:pt>
                <c:pt idx="1660">
                  <c:v>110.829376220703</c:v>
                </c:pt>
                <c:pt idx="1661">
                  <c:v>111.246528625488</c:v>
                </c:pt>
                <c:pt idx="1662">
                  <c:v>111.436805725098</c:v>
                </c:pt>
                <c:pt idx="1663">
                  <c:v>111.780326843262</c:v>
                </c:pt>
                <c:pt idx="1664">
                  <c:v>111.981010437012</c:v>
                </c:pt>
                <c:pt idx="1665">
                  <c:v>112.08674621582</c:v>
                </c:pt>
                <c:pt idx="1666">
                  <c:v>112.479057312012</c:v>
                </c:pt>
                <c:pt idx="1667">
                  <c:v>112.852210998535</c:v>
                </c:pt>
                <c:pt idx="1668">
                  <c:v>112.91152191162099</c:v>
                </c:pt>
                <c:pt idx="1669">
                  <c:v>112.90689086914099</c:v>
                </c:pt>
                <c:pt idx="1670">
                  <c:v>112.905410766602</c:v>
                </c:pt>
                <c:pt idx="1671">
                  <c:v>113.002960205078</c:v>
                </c:pt>
                <c:pt idx="1672">
                  <c:v>113.176727294922</c:v>
                </c:pt>
                <c:pt idx="1673">
                  <c:v>113.23224639892599</c:v>
                </c:pt>
                <c:pt idx="1674">
                  <c:v>113.32748413085901</c:v>
                </c:pt>
                <c:pt idx="1675">
                  <c:v>113.14882659912099</c:v>
                </c:pt>
                <c:pt idx="1676">
                  <c:v>113.066413879395</c:v>
                </c:pt>
                <c:pt idx="1677">
                  <c:v>113.085639953613</c:v>
                </c:pt>
                <c:pt idx="1678">
                  <c:v>113.07625579834</c:v>
                </c:pt>
                <c:pt idx="1679">
                  <c:v>113.064735412598</c:v>
                </c:pt>
                <c:pt idx="1680">
                  <c:v>113.005401611328</c:v>
                </c:pt>
                <c:pt idx="1681">
                  <c:v>112.931030273438</c:v>
                </c:pt>
                <c:pt idx="1682">
                  <c:v>112.87705230712901</c:v>
                </c:pt>
                <c:pt idx="1683">
                  <c:v>112.83225250244099</c:v>
                </c:pt>
                <c:pt idx="1684">
                  <c:v>112.81583404541</c:v>
                </c:pt>
                <c:pt idx="1685">
                  <c:v>112.866691589355</c:v>
                </c:pt>
                <c:pt idx="1686">
                  <c:v>112.614738464355</c:v>
                </c:pt>
                <c:pt idx="1687">
                  <c:v>112.499351501465</c:v>
                </c:pt>
                <c:pt idx="1688">
                  <c:v>112.360710144043</c:v>
                </c:pt>
                <c:pt idx="1689">
                  <c:v>112.54850769043</c:v>
                </c:pt>
                <c:pt idx="1690">
                  <c:v>112.691078186035</c:v>
                </c:pt>
                <c:pt idx="1691">
                  <c:v>112.299194335938</c:v>
                </c:pt>
                <c:pt idx="1692">
                  <c:v>112.39918518066401</c:v>
                </c:pt>
                <c:pt idx="1693">
                  <c:v>112.365730285645</c:v>
                </c:pt>
                <c:pt idx="1694">
                  <c:v>112.14028167724599</c:v>
                </c:pt>
                <c:pt idx="1695">
                  <c:v>112.048797607422</c:v>
                </c:pt>
                <c:pt idx="1696">
                  <c:v>111.930458068848</c:v>
                </c:pt>
                <c:pt idx="1697">
                  <c:v>111.899620056152</c:v>
                </c:pt>
                <c:pt idx="1698">
                  <c:v>112.152069091797</c:v>
                </c:pt>
                <c:pt idx="1699">
                  <c:v>112.218864440918</c:v>
                </c:pt>
                <c:pt idx="1700">
                  <c:v>112.486976623535</c:v>
                </c:pt>
                <c:pt idx="1701">
                  <c:v>112.68815612793</c:v>
                </c:pt>
                <c:pt idx="1702">
                  <c:v>112.67262268066401</c:v>
                </c:pt>
                <c:pt idx="1703">
                  <c:v>112.803230285645</c:v>
                </c:pt>
                <c:pt idx="1704">
                  <c:v>112.82990264892599</c:v>
                </c:pt>
                <c:pt idx="1705">
                  <c:v>112.85285186767599</c:v>
                </c:pt>
                <c:pt idx="1706">
                  <c:v>113.255813598633</c:v>
                </c:pt>
                <c:pt idx="1707">
                  <c:v>113.456977844238</c:v>
                </c:pt>
                <c:pt idx="1708">
                  <c:v>113.34405517578099</c:v>
                </c:pt>
                <c:pt idx="1709">
                  <c:v>113.145866394043</c:v>
                </c:pt>
                <c:pt idx="1710">
                  <c:v>113.043342590332</c:v>
                </c:pt>
                <c:pt idx="1711">
                  <c:v>113.00220489502</c:v>
                </c:pt>
                <c:pt idx="1712">
                  <c:v>112.97972869873</c:v>
                </c:pt>
                <c:pt idx="1713">
                  <c:v>112.929191589355</c:v>
                </c:pt>
                <c:pt idx="1714">
                  <c:v>112.64299774169901</c:v>
                </c:pt>
                <c:pt idx="1715">
                  <c:v>112.448783874512</c:v>
                </c:pt>
                <c:pt idx="1716">
                  <c:v>112.26553344726599</c:v>
                </c:pt>
                <c:pt idx="1717">
                  <c:v>112.050827026367</c:v>
                </c:pt>
                <c:pt idx="1718">
                  <c:v>111.87109375</c:v>
                </c:pt>
                <c:pt idx="1719">
                  <c:v>111.66439819335901</c:v>
                </c:pt>
                <c:pt idx="1720">
                  <c:v>111.587287902832</c:v>
                </c:pt>
                <c:pt idx="1721">
                  <c:v>111.45457458496099</c:v>
                </c:pt>
                <c:pt idx="1722">
                  <c:v>111.254432678223</c:v>
                </c:pt>
                <c:pt idx="1723">
                  <c:v>111.00421905517599</c:v>
                </c:pt>
                <c:pt idx="1724">
                  <c:v>110.87229156494099</c:v>
                </c:pt>
                <c:pt idx="1725">
                  <c:v>110.725311279297</c:v>
                </c:pt>
                <c:pt idx="1726">
                  <c:v>110.499565124512</c:v>
                </c:pt>
                <c:pt idx="1727">
                  <c:v>110.258178710938</c:v>
                </c:pt>
                <c:pt idx="1728">
                  <c:v>110.029678344727</c:v>
                </c:pt>
                <c:pt idx="1729">
                  <c:v>109.871658325195</c:v>
                </c:pt>
                <c:pt idx="1730">
                  <c:v>109.70697021484401</c:v>
                </c:pt>
                <c:pt idx="1731">
                  <c:v>109.05548858642599</c:v>
                </c:pt>
                <c:pt idx="1732">
                  <c:v>107.36930847168</c:v>
                </c:pt>
                <c:pt idx="1733">
                  <c:v>106.15754699707</c:v>
                </c:pt>
                <c:pt idx="1734">
                  <c:v>105.49269104003901</c:v>
                </c:pt>
                <c:pt idx="1735">
                  <c:v>105.15134429931599</c:v>
                </c:pt>
                <c:pt idx="1736">
                  <c:v>104.97608947753901</c:v>
                </c:pt>
                <c:pt idx="1737">
                  <c:v>104.886116027832</c:v>
                </c:pt>
                <c:pt idx="1738">
                  <c:v>104.839920043945</c:v>
                </c:pt>
                <c:pt idx="1739">
                  <c:v>104.816200256348</c:v>
                </c:pt>
                <c:pt idx="1740">
                  <c:v>104.80402374267599</c:v>
                </c:pt>
                <c:pt idx="1741">
                  <c:v>104.79776763916</c:v>
                </c:pt>
                <c:pt idx="1742">
                  <c:v>104.794563293457</c:v>
                </c:pt>
                <c:pt idx="1743">
                  <c:v>104.792915344238</c:v>
                </c:pt>
                <c:pt idx="1744">
                  <c:v>104.792068481445</c:v>
                </c:pt>
                <c:pt idx="1745">
                  <c:v>104.791633605957</c:v>
                </c:pt>
                <c:pt idx="1746">
                  <c:v>104.79141235351599</c:v>
                </c:pt>
                <c:pt idx="1747">
                  <c:v>104.790176391602</c:v>
                </c:pt>
                <c:pt idx="1748">
                  <c:v>104.7578125</c:v>
                </c:pt>
                <c:pt idx="1749">
                  <c:v>104.710243225098</c:v>
                </c:pt>
                <c:pt idx="1750">
                  <c:v>104.60125732421901</c:v>
                </c:pt>
                <c:pt idx="1751">
                  <c:v>104.422203063965</c:v>
                </c:pt>
                <c:pt idx="1752">
                  <c:v>104.199745178223</c:v>
                </c:pt>
                <c:pt idx="1753">
                  <c:v>103.921592712402</c:v>
                </c:pt>
                <c:pt idx="1754">
                  <c:v>103.702392578125</c:v>
                </c:pt>
                <c:pt idx="1755">
                  <c:v>103.50457000732401</c:v>
                </c:pt>
                <c:pt idx="1756">
                  <c:v>103.36708831787099</c:v>
                </c:pt>
                <c:pt idx="1757">
                  <c:v>103.17977905273401</c:v>
                </c:pt>
                <c:pt idx="1758">
                  <c:v>102.81906890869099</c:v>
                </c:pt>
                <c:pt idx="1759">
                  <c:v>102.574676513672</c:v>
                </c:pt>
                <c:pt idx="1760">
                  <c:v>102.326858520508</c:v>
                </c:pt>
                <c:pt idx="1761">
                  <c:v>102.19277191162099</c:v>
                </c:pt>
                <c:pt idx="1762">
                  <c:v>102.07209014892599</c:v>
                </c:pt>
                <c:pt idx="1763">
                  <c:v>101.903800964355</c:v>
                </c:pt>
                <c:pt idx="1764">
                  <c:v>101.80249786377</c:v>
                </c:pt>
                <c:pt idx="1765">
                  <c:v>101.69025421142599</c:v>
                </c:pt>
                <c:pt idx="1766">
                  <c:v>101.60336303710901</c:v>
                </c:pt>
                <c:pt idx="1767">
                  <c:v>101.32236480712901</c:v>
                </c:pt>
                <c:pt idx="1768">
                  <c:v>101.091064453125</c:v>
                </c:pt>
                <c:pt idx="1769">
                  <c:v>100.89176940918</c:v>
                </c:pt>
                <c:pt idx="1770">
                  <c:v>100.64479827880901</c:v>
                </c:pt>
                <c:pt idx="1771">
                  <c:v>100.385604858398</c:v>
                </c:pt>
                <c:pt idx="1772">
                  <c:v>100.17234039306599</c:v>
                </c:pt>
                <c:pt idx="1773">
                  <c:v>100.045700073242</c:v>
                </c:pt>
                <c:pt idx="1774">
                  <c:v>99.86865234375</c:v>
                </c:pt>
                <c:pt idx="1775">
                  <c:v>99.589042663574205</c:v>
                </c:pt>
                <c:pt idx="1776">
                  <c:v>99.178390502929702</c:v>
                </c:pt>
                <c:pt idx="1777">
                  <c:v>98.777053833007798</c:v>
                </c:pt>
                <c:pt idx="1778">
                  <c:v>98.576522827148395</c:v>
                </c:pt>
                <c:pt idx="1779">
                  <c:v>98.484336853027301</c:v>
                </c:pt>
                <c:pt idx="1780">
                  <c:v>98.373855590820298</c:v>
                </c:pt>
                <c:pt idx="1781">
                  <c:v>98.316230773925795</c:v>
                </c:pt>
                <c:pt idx="1782">
                  <c:v>98.282821655273395</c:v>
                </c:pt>
                <c:pt idx="1783">
                  <c:v>98.269859313964801</c:v>
                </c:pt>
                <c:pt idx="1784">
                  <c:v>98.257957458496094</c:v>
                </c:pt>
                <c:pt idx="1785">
                  <c:v>98.245071411132798</c:v>
                </c:pt>
                <c:pt idx="1786">
                  <c:v>98.223442077636705</c:v>
                </c:pt>
                <c:pt idx="1787">
                  <c:v>98.119247436523395</c:v>
                </c:pt>
                <c:pt idx="1788">
                  <c:v>98.019172668457003</c:v>
                </c:pt>
                <c:pt idx="1789">
                  <c:v>97.797248840332003</c:v>
                </c:pt>
                <c:pt idx="1790">
                  <c:v>97.667297363281307</c:v>
                </c:pt>
                <c:pt idx="1791">
                  <c:v>97.545852661132798</c:v>
                </c:pt>
                <c:pt idx="1792">
                  <c:v>97.414932250976605</c:v>
                </c:pt>
                <c:pt idx="1793">
                  <c:v>97.231117248535199</c:v>
                </c:pt>
                <c:pt idx="1794">
                  <c:v>97.085922241210895</c:v>
                </c:pt>
                <c:pt idx="1795">
                  <c:v>96.936660766601605</c:v>
                </c:pt>
                <c:pt idx="1796">
                  <c:v>96.873855590820298</c:v>
                </c:pt>
                <c:pt idx="1797">
                  <c:v>96.752235412597699</c:v>
                </c:pt>
                <c:pt idx="1798">
                  <c:v>96.732208251953097</c:v>
                </c:pt>
                <c:pt idx="1799">
                  <c:v>96.705589294433594</c:v>
                </c:pt>
                <c:pt idx="1800">
                  <c:v>96.694908142089801</c:v>
                </c:pt>
                <c:pt idx="1801">
                  <c:v>96.594474792480497</c:v>
                </c:pt>
                <c:pt idx="1802">
                  <c:v>96.315704345703097</c:v>
                </c:pt>
                <c:pt idx="1803">
                  <c:v>96.108116149902301</c:v>
                </c:pt>
                <c:pt idx="1804">
                  <c:v>96.097709655761705</c:v>
                </c:pt>
                <c:pt idx="1805">
                  <c:v>95.888313293457003</c:v>
                </c:pt>
                <c:pt idx="1806">
                  <c:v>95.836532592773395</c:v>
                </c:pt>
                <c:pt idx="1807">
                  <c:v>95.711090087890597</c:v>
                </c:pt>
                <c:pt idx="1808">
                  <c:v>95.504447937011705</c:v>
                </c:pt>
                <c:pt idx="1809">
                  <c:v>95.4033203125</c:v>
                </c:pt>
                <c:pt idx="1810">
                  <c:v>95.319938659667997</c:v>
                </c:pt>
                <c:pt idx="1811">
                  <c:v>95.237548828125</c:v>
                </c:pt>
                <c:pt idx="1812">
                  <c:v>95.147209167480497</c:v>
                </c:pt>
                <c:pt idx="1813">
                  <c:v>95.098068237304702</c:v>
                </c:pt>
                <c:pt idx="1814">
                  <c:v>95.070487976074205</c:v>
                </c:pt>
                <c:pt idx="1815">
                  <c:v>94.756668090820298</c:v>
                </c:pt>
                <c:pt idx="1816">
                  <c:v>94.824005126953097</c:v>
                </c:pt>
                <c:pt idx="1817">
                  <c:v>94.9029541015625</c:v>
                </c:pt>
                <c:pt idx="1818">
                  <c:v>95.020523071289105</c:v>
                </c:pt>
                <c:pt idx="1819">
                  <c:v>95.022956848144503</c:v>
                </c:pt>
                <c:pt idx="1820">
                  <c:v>94.796791076660199</c:v>
                </c:pt>
                <c:pt idx="1821">
                  <c:v>94.9385986328125</c:v>
                </c:pt>
                <c:pt idx="1822">
                  <c:v>95.080818176269503</c:v>
                </c:pt>
                <c:pt idx="1823">
                  <c:v>95.090644836425795</c:v>
                </c:pt>
                <c:pt idx="1824">
                  <c:v>95.605712890625</c:v>
                </c:pt>
                <c:pt idx="1825">
                  <c:v>96.144271850585895</c:v>
                </c:pt>
                <c:pt idx="1826">
                  <c:v>96.777084350585895</c:v>
                </c:pt>
                <c:pt idx="1827">
                  <c:v>97.039619445800795</c:v>
                </c:pt>
                <c:pt idx="1828">
                  <c:v>97.416542053222699</c:v>
                </c:pt>
                <c:pt idx="1829">
                  <c:v>97.675025939941406</c:v>
                </c:pt>
                <c:pt idx="1830">
                  <c:v>98.034553527832003</c:v>
                </c:pt>
                <c:pt idx="1831">
                  <c:v>98.196571350097699</c:v>
                </c:pt>
                <c:pt idx="1832">
                  <c:v>98.738822937011705</c:v>
                </c:pt>
                <c:pt idx="1833">
                  <c:v>99.268486022949205</c:v>
                </c:pt>
                <c:pt idx="1834">
                  <c:v>99.742416381835895</c:v>
                </c:pt>
                <c:pt idx="1835">
                  <c:v>99.861152648925795</c:v>
                </c:pt>
                <c:pt idx="1836">
                  <c:v>100.23609924316401</c:v>
                </c:pt>
                <c:pt idx="1837">
                  <c:v>100.48602294921901</c:v>
                </c:pt>
                <c:pt idx="1838">
                  <c:v>100.556587219238</c:v>
                </c:pt>
                <c:pt idx="1839">
                  <c:v>100.753051757813</c:v>
                </c:pt>
                <c:pt idx="1840">
                  <c:v>100.760581970215</c:v>
                </c:pt>
                <c:pt idx="1841">
                  <c:v>100.91607666015599</c:v>
                </c:pt>
                <c:pt idx="1842">
                  <c:v>101.181045532227</c:v>
                </c:pt>
                <c:pt idx="1843">
                  <c:v>101.295570373535</c:v>
                </c:pt>
                <c:pt idx="1844">
                  <c:v>101.44911956787099</c:v>
                </c:pt>
                <c:pt idx="1845">
                  <c:v>101.52016448974599</c:v>
                </c:pt>
                <c:pt idx="1846">
                  <c:v>101.63027954101599</c:v>
                </c:pt>
                <c:pt idx="1847">
                  <c:v>101.62947845459</c:v>
                </c:pt>
                <c:pt idx="1848">
                  <c:v>101.620239257813</c:v>
                </c:pt>
                <c:pt idx="1849">
                  <c:v>101.680015563965</c:v>
                </c:pt>
                <c:pt idx="1850">
                  <c:v>101.69057464599599</c:v>
                </c:pt>
                <c:pt idx="1851">
                  <c:v>101.745079040527</c:v>
                </c:pt>
                <c:pt idx="1852">
                  <c:v>101.675994873047</c:v>
                </c:pt>
                <c:pt idx="1853">
                  <c:v>101.636924743652</c:v>
                </c:pt>
                <c:pt idx="1854">
                  <c:v>101.51735687255901</c:v>
                </c:pt>
                <c:pt idx="1855">
                  <c:v>101.231155395508</c:v>
                </c:pt>
                <c:pt idx="1856">
                  <c:v>101.307266235352</c:v>
                </c:pt>
                <c:pt idx="1857">
                  <c:v>101.18913269043</c:v>
                </c:pt>
                <c:pt idx="1858">
                  <c:v>100.877250671387</c:v>
                </c:pt>
                <c:pt idx="1859">
                  <c:v>100.771186828613</c:v>
                </c:pt>
                <c:pt idx="1860">
                  <c:v>100.792488098145</c:v>
                </c:pt>
                <c:pt idx="1861">
                  <c:v>100.80881500244099</c:v>
                </c:pt>
                <c:pt idx="1862">
                  <c:v>100.779251098633</c:v>
                </c:pt>
                <c:pt idx="1863">
                  <c:v>100.813278198242</c:v>
                </c:pt>
                <c:pt idx="1864">
                  <c:v>100.63185882568401</c:v>
                </c:pt>
                <c:pt idx="1865">
                  <c:v>100.683563232422</c:v>
                </c:pt>
                <c:pt idx="1866">
                  <c:v>100.48023223877</c:v>
                </c:pt>
                <c:pt idx="1867">
                  <c:v>100.343719482422</c:v>
                </c:pt>
                <c:pt idx="1868">
                  <c:v>100.173858642578</c:v>
                </c:pt>
                <c:pt idx="1869">
                  <c:v>100.173141479492</c:v>
                </c:pt>
                <c:pt idx="1870">
                  <c:v>100.08937835693401</c:v>
                </c:pt>
                <c:pt idx="1871">
                  <c:v>99.983779907226605</c:v>
                </c:pt>
                <c:pt idx="1872">
                  <c:v>99.956733703613295</c:v>
                </c:pt>
                <c:pt idx="1873">
                  <c:v>99.884918212890597</c:v>
                </c:pt>
                <c:pt idx="1874">
                  <c:v>99.763931274414105</c:v>
                </c:pt>
                <c:pt idx="1875">
                  <c:v>100.035942077637</c:v>
                </c:pt>
                <c:pt idx="1876">
                  <c:v>100.175590515137</c:v>
                </c:pt>
                <c:pt idx="1877">
                  <c:v>100.133293151855</c:v>
                </c:pt>
                <c:pt idx="1878">
                  <c:v>100.208625793457</c:v>
                </c:pt>
                <c:pt idx="1879">
                  <c:v>100.71213531494099</c:v>
                </c:pt>
                <c:pt idx="1880">
                  <c:v>101.107284545898</c:v>
                </c:pt>
                <c:pt idx="1881">
                  <c:v>101.354988098145</c:v>
                </c:pt>
                <c:pt idx="1882">
                  <c:v>101.45294952392599</c:v>
                </c:pt>
                <c:pt idx="1883">
                  <c:v>101.69490814209</c:v>
                </c:pt>
                <c:pt idx="1884">
                  <c:v>102.029136657715</c:v>
                </c:pt>
                <c:pt idx="1885">
                  <c:v>101.97369384765599</c:v>
                </c:pt>
                <c:pt idx="1886">
                  <c:v>102.29817199707</c:v>
                </c:pt>
                <c:pt idx="1887">
                  <c:v>102.798446655273</c:v>
                </c:pt>
                <c:pt idx="1888">
                  <c:v>103.055213928223</c:v>
                </c:pt>
                <c:pt idx="1889">
                  <c:v>103.370765686035</c:v>
                </c:pt>
                <c:pt idx="1890">
                  <c:v>103.65029144287099</c:v>
                </c:pt>
                <c:pt idx="1891">
                  <c:v>103.979461669922</c:v>
                </c:pt>
                <c:pt idx="1892">
                  <c:v>104.295768737793</c:v>
                </c:pt>
                <c:pt idx="1893">
                  <c:v>104.417694091797</c:v>
                </c:pt>
                <c:pt idx="1894">
                  <c:v>104.58699798584</c:v>
                </c:pt>
                <c:pt idx="1895">
                  <c:v>104.67943572998</c:v>
                </c:pt>
                <c:pt idx="1896">
                  <c:v>104.728965759277</c:v>
                </c:pt>
                <c:pt idx="1897">
                  <c:v>104.759239196777</c:v>
                </c:pt>
                <c:pt idx="1898">
                  <c:v>104.774772644043</c:v>
                </c:pt>
                <c:pt idx="1899">
                  <c:v>104.782752990723</c:v>
                </c:pt>
                <c:pt idx="1900">
                  <c:v>104.78684997558599</c:v>
                </c:pt>
                <c:pt idx="1901">
                  <c:v>104.788955688477</c:v>
                </c:pt>
                <c:pt idx="1902">
                  <c:v>104.790031433105</c:v>
                </c:pt>
                <c:pt idx="1903">
                  <c:v>104.79058837890599</c:v>
                </c:pt>
                <c:pt idx="1904">
                  <c:v>104.79087066650401</c:v>
                </c:pt>
                <c:pt idx="1905">
                  <c:v>104.791023254395</c:v>
                </c:pt>
                <c:pt idx="1906">
                  <c:v>104.791091918945</c:v>
                </c:pt>
                <c:pt idx="1907">
                  <c:v>104.791130065918</c:v>
                </c:pt>
                <c:pt idx="1908">
                  <c:v>104.791152954102</c:v>
                </c:pt>
                <c:pt idx="1909">
                  <c:v>104.79116058349599</c:v>
                </c:pt>
                <c:pt idx="1910">
                  <c:v>104.79116821289099</c:v>
                </c:pt>
                <c:pt idx="1911">
                  <c:v>104.79116821289099</c:v>
                </c:pt>
                <c:pt idx="1912">
                  <c:v>104.791175842285</c:v>
                </c:pt>
                <c:pt idx="1913">
                  <c:v>104.791175842285</c:v>
                </c:pt>
                <c:pt idx="1914">
                  <c:v>104.791175842285</c:v>
                </c:pt>
                <c:pt idx="1915">
                  <c:v>104.791175842285</c:v>
                </c:pt>
                <c:pt idx="1916">
                  <c:v>104.791175842285</c:v>
                </c:pt>
                <c:pt idx="1917">
                  <c:v>104.791175842285</c:v>
                </c:pt>
                <c:pt idx="1918">
                  <c:v>104.791175842285</c:v>
                </c:pt>
                <c:pt idx="1919">
                  <c:v>104.791175842285</c:v>
                </c:pt>
                <c:pt idx="1920">
                  <c:v>104.791175842285</c:v>
                </c:pt>
                <c:pt idx="1921">
                  <c:v>104.791175842285</c:v>
                </c:pt>
                <c:pt idx="1922">
                  <c:v>104.791175842285</c:v>
                </c:pt>
                <c:pt idx="1923">
                  <c:v>104.791175842285</c:v>
                </c:pt>
                <c:pt idx="1924">
                  <c:v>104.791175842285</c:v>
                </c:pt>
                <c:pt idx="1925">
                  <c:v>104.791175842285</c:v>
                </c:pt>
                <c:pt idx="1926">
                  <c:v>104.791175842285</c:v>
                </c:pt>
                <c:pt idx="1927">
                  <c:v>104.791175842285</c:v>
                </c:pt>
                <c:pt idx="1928">
                  <c:v>104.791175842285</c:v>
                </c:pt>
                <c:pt idx="1929">
                  <c:v>104.791175842285</c:v>
                </c:pt>
                <c:pt idx="1930">
                  <c:v>104.791175842285</c:v>
                </c:pt>
                <c:pt idx="1931">
                  <c:v>104.78400421142599</c:v>
                </c:pt>
                <c:pt idx="1932">
                  <c:v>104.78419494628901</c:v>
                </c:pt>
                <c:pt idx="1933">
                  <c:v>104.70327758789099</c:v>
                </c:pt>
                <c:pt idx="1934">
                  <c:v>104.71883392334</c:v>
                </c:pt>
                <c:pt idx="1935">
                  <c:v>104.68547821044901</c:v>
                </c:pt>
                <c:pt idx="1936">
                  <c:v>104.65870666503901</c:v>
                </c:pt>
                <c:pt idx="1937">
                  <c:v>104.66477966308599</c:v>
                </c:pt>
                <c:pt idx="1938">
                  <c:v>104.721183776855</c:v>
                </c:pt>
                <c:pt idx="1939">
                  <c:v>104.75511932373</c:v>
                </c:pt>
                <c:pt idx="1940">
                  <c:v>104.772666931152</c:v>
                </c:pt>
                <c:pt idx="1941">
                  <c:v>104.780876159668</c:v>
                </c:pt>
                <c:pt idx="1942">
                  <c:v>104.785766601563</c:v>
                </c:pt>
                <c:pt idx="1943">
                  <c:v>104.78839874267599</c:v>
                </c:pt>
                <c:pt idx="1944">
                  <c:v>104.789749145508</c:v>
                </c:pt>
                <c:pt idx="1945">
                  <c:v>104.79044342041</c:v>
                </c:pt>
                <c:pt idx="1946">
                  <c:v>104.790802001953</c:v>
                </c:pt>
                <c:pt idx="1947">
                  <c:v>104.790977478027</c:v>
                </c:pt>
                <c:pt idx="1948">
                  <c:v>104.79107666015599</c:v>
                </c:pt>
                <c:pt idx="1949">
                  <c:v>104.791122436523</c:v>
                </c:pt>
                <c:pt idx="1950">
                  <c:v>104.791145324707</c:v>
                </c:pt>
                <c:pt idx="1951">
                  <c:v>104.79116058349599</c:v>
                </c:pt>
                <c:pt idx="1952">
                  <c:v>104.79116821289099</c:v>
                </c:pt>
                <c:pt idx="1953">
                  <c:v>104.79116821289099</c:v>
                </c:pt>
                <c:pt idx="1954">
                  <c:v>104.791175842285</c:v>
                </c:pt>
                <c:pt idx="1955">
                  <c:v>104.791175842285</c:v>
                </c:pt>
                <c:pt idx="1956">
                  <c:v>104.791175842285</c:v>
                </c:pt>
                <c:pt idx="1957">
                  <c:v>105.735832214355</c:v>
                </c:pt>
                <c:pt idx="1958">
                  <c:v>107.50254058837901</c:v>
                </c:pt>
                <c:pt idx="1959">
                  <c:v>106.883918762207</c:v>
                </c:pt>
                <c:pt idx="1960">
                  <c:v>107.61277770996099</c:v>
                </c:pt>
                <c:pt idx="1961">
                  <c:v>108.66860198974599</c:v>
                </c:pt>
                <c:pt idx="1962">
                  <c:v>109.25315856933599</c:v>
                </c:pt>
                <c:pt idx="1963">
                  <c:v>109.516479492188</c:v>
                </c:pt>
                <c:pt idx="1964">
                  <c:v>109.796356201172</c:v>
                </c:pt>
                <c:pt idx="1965">
                  <c:v>109.98495483398401</c:v>
                </c:pt>
                <c:pt idx="1966">
                  <c:v>110.22866821289099</c:v>
                </c:pt>
                <c:pt idx="1967">
                  <c:v>110.442413330078</c:v>
                </c:pt>
                <c:pt idx="1968">
                  <c:v>110.546493530273</c:v>
                </c:pt>
                <c:pt idx="1969">
                  <c:v>110.631675720215</c:v>
                </c:pt>
                <c:pt idx="1970">
                  <c:v>110.66925811767599</c:v>
                </c:pt>
                <c:pt idx="1971">
                  <c:v>110.70973968505901</c:v>
                </c:pt>
                <c:pt idx="1972">
                  <c:v>110.911674499512</c:v>
                </c:pt>
                <c:pt idx="1973">
                  <c:v>111.145614624023</c:v>
                </c:pt>
                <c:pt idx="1974">
                  <c:v>111.52011871337901</c:v>
                </c:pt>
                <c:pt idx="1975">
                  <c:v>111.82275390625</c:v>
                </c:pt>
                <c:pt idx="1976">
                  <c:v>111.805335998535</c:v>
                </c:pt>
                <c:pt idx="1977">
                  <c:v>111.743522644043</c:v>
                </c:pt>
                <c:pt idx="1978">
                  <c:v>111.90187072753901</c:v>
                </c:pt>
                <c:pt idx="1979">
                  <c:v>112.105392456055</c:v>
                </c:pt>
                <c:pt idx="1980">
                  <c:v>112.05991363525401</c:v>
                </c:pt>
                <c:pt idx="1981">
                  <c:v>111.98040008544901</c:v>
                </c:pt>
                <c:pt idx="1982">
                  <c:v>112.02938079834</c:v>
                </c:pt>
                <c:pt idx="1983">
                  <c:v>112.11785888671901</c:v>
                </c:pt>
                <c:pt idx="1984">
                  <c:v>112.20728302002</c:v>
                </c:pt>
                <c:pt idx="1985">
                  <c:v>112.48533630371099</c:v>
                </c:pt>
                <c:pt idx="1986">
                  <c:v>112.65323638916</c:v>
                </c:pt>
                <c:pt idx="1987">
                  <c:v>112.851280212402</c:v>
                </c:pt>
                <c:pt idx="1988">
                  <c:v>113.00381469726599</c:v>
                </c:pt>
                <c:pt idx="1989">
                  <c:v>112.985275268555</c:v>
                </c:pt>
                <c:pt idx="1990">
                  <c:v>113.02109527587901</c:v>
                </c:pt>
                <c:pt idx="1991">
                  <c:v>112.985229492188</c:v>
                </c:pt>
                <c:pt idx="1992">
                  <c:v>112.940353393555</c:v>
                </c:pt>
                <c:pt idx="1993">
                  <c:v>112.97723388671901</c:v>
                </c:pt>
                <c:pt idx="1994">
                  <c:v>112.903038024902</c:v>
                </c:pt>
                <c:pt idx="1995">
                  <c:v>112.681358337402</c:v>
                </c:pt>
                <c:pt idx="1996">
                  <c:v>112.52027893066401</c:v>
                </c:pt>
                <c:pt idx="1997">
                  <c:v>112.34316253662099</c:v>
                </c:pt>
                <c:pt idx="1998">
                  <c:v>112.24542236328099</c:v>
                </c:pt>
                <c:pt idx="1999">
                  <c:v>112.093269348145</c:v>
                </c:pt>
                <c:pt idx="2000">
                  <c:v>111.90415191650401</c:v>
                </c:pt>
                <c:pt idx="2001">
                  <c:v>111.71257019043</c:v>
                </c:pt>
                <c:pt idx="2002">
                  <c:v>111.45803070068401</c:v>
                </c:pt>
                <c:pt idx="2003">
                  <c:v>111.23801422119099</c:v>
                </c:pt>
                <c:pt idx="2004">
                  <c:v>111.046577453613</c:v>
                </c:pt>
                <c:pt idx="2005">
                  <c:v>110.85841369628901</c:v>
                </c:pt>
                <c:pt idx="2006">
                  <c:v>110.704711914063</c:v>
                </c:pt>
                <c:pt idx="2007">
                  <c:v>110.41542816162099</c:v>
                </c:pt>
                <c:pt idx="2008">
                  <c:v>110.19955444335901</c:v>
                </c:pt>
                <c:pt idx="2009">
                  <c:v>110.040977478027</c:v>
                </c:pt>
                <c:pt idx="2010">
                  <c:v>109.81976318359401</c:v>
                </c:pt>
                <c:pt idx="2011">
                  <c:v>109.513374328613</c:v>
                </c:pt>
                <c:pt idx="2012">
                  <c:v>108.334754943848</c:v>
                </c:pt>
                <c:pt idx="2013">
                  <c:v>107.216346740723</c:v>
                </c:pt>
                <c:pt idx="2014">
                  <c:v>106.25160980224599</c:v>
                </c:pt>
                <c:pt idx="2015">
                  <c:v>105.540985107422</c:v>
                </c:pt>
                <c:pt idx="2016">
                  <c:v>105.176139831543</c:v>
                </c:pt>
                <c:pt idx="2017">
                  <c:v>104.988822937012</c:v>
                </c:pt>
                <c:pt idx="2018">
                  <c:v>104.89264678955099</c:v>
                </c:pt>
                <c:pt idx="2019">
                  <c:v>104.84327697753901</c:v>
                </c:pt>
                <c:pt idx="2020">
                  <c:v>104.817924499512</c:v>
                </c:pt>
                <c:pt idx="2021">
                  <c:v>104.80490875244099</c:v>
                </c:pt>
                <c:pt idx="2022">
                  <c:v>104.798225402832</c:v>
                </c:pt>
                <c:pt idx="2023">
                  <c:v>104.794792175293</c:v>
                </c:pt>
                <c:pt idx="2024">
                  <c:v>104.79302978515599</c:v>
                </c:pt>
                <c:pt idx="2025">
                  <c:v>104.792129516602</c:v>
                </c:pt>
                <c:pt idx="2026">
                  <c:v>104.791664123535</c:v>
                </c:pt>
                <c:pt idx="2027">
                  <c:v>104.791427612305</c:v>
                </c:pt>
                <c:pt idx="2028">
                  <c:v>104.791305541992</c:v>
                </c:pt>
                <c:pt idx="2029">
                  <c:v>104.79123687744099</c:v>
                </c:pt>
                <c:pt idx="2030">
                  <c:v>104.791206359863</c:v>
                </c:pt>
                <c:pt idx="2031">
                  <c:v>104.854736328125</c:v>
                </c:pt>
                <c:pt idx="2032">
                  <c:v>104.823806762695</c:v>
                </c:pt>
                <c:pt idx="2033">
                  <c:v>104.80792999267599</c:v>
                </c:pt>
                <c:pt idx="2034">
                  <c:v>104.799774169922</c:v>
                </c:pt>
                <c:pt idx="2035">
                  <c:v>104.79559326171901</c:v>
                </c:pt>
                <c:pt idx="2036">
                  <c:v>104.79344177246099</c:v>
                </c:pt>
                <c:pt idx="2037">
                  <c:v>104.79233551025401</c:v>
                </c:pt>
                <c:pt idx="2038">
                  <c:v>104.79177093505901</c:v>
                </c:pt>
                <c:pt idx="2039">
                  <c:v>104.79148101806599</c:v>
                </c:pt>
                <c:pt idx="2040">
                  <c:v>104.79132843017599</c:v>
                </c:pt>
                <c:pt idx="2041">
                  <c:v>104.79125213623</c:v>
                </c:pt>
                <c:pt idx="2042">
                  <c:v>104.791213989258</c:v>
                </c:pt>
                <c:pt idx="2043">
                  <c:v>104.79119873046901</c:v>
                </c:pt>
                <c:pt idx="2044">
                  <c:v>104.79118347168</c:v>
                </c:pt>
                <c:pt idx="2045">
                  <c:v>104.79118347168</c:v>
                </c:pt>
                <c:pt idx="2046">
                  <c:v>104.791175842285</c:v>
                </c:pt>
                <c:pt idx="2047">
                  <c:v>104.791175842285</c:v>
                </c:pt>
                <c:pt idx="2048">
                  <c:v>104.791175842285</c:v>
                </c:pt>
                <c:pt idx="2049">
                  <c:v>104.791175842285</c:v>
                </c:pt>
                <c:pt idx="2050">
                  <c:v>104.791175842285</c:v>
                </c:pt>
                <c:pt idx="2051">
                  <c:v>104.791175842285</c:v>
                </c:pt>
                <c:pt idx="2052">
                  <c:v>104.791175842285</c:v>
                </c:pt>
                <c:pt idx="2053">
                  <c:v>104.791175842285</c:v>
                </c:pt>
                <c:pt idx="2054">
                  <c:v>104.791175842285</c:v>
                </c:pt>
                <c:pt idx="2055">
                  <c:v>104.791175842285</c:v>
                </c:pt>
                <c:pt idx="2056">
                  <c:v>104.791175842285</c:v>
                </c:pt>
                <c:pt idx="2057">
                  <c:v>104.791175842285</c:v>
                </c:pt>
                <c:pt idx="2058">
                  <c:v>104.791175842285</c:v>
                </c:pt>
                <c:pt idx="2059">
                  <c:v>104.786743164063</c:v>
                </c:pt>
                <c:pt idx="2060">
                  <c:v>104.78889465332</c:v>
                </c:pt>
                <c:pt idx="2061">
                  <c:v>104.790008544922</c:v>
                </c:pt>
                <c:pt idx="2062">
                  <c:v>104.78977966308599</c:v>
                </c:pt>
                <c:pt idx="2063">
                  <c:v>104.78874206543</c:v>
                </c:pt>
                <c:pt idx="2064">
                  <c:v>104.78035736084</c:v>
                </c:pt>
                <c:pt idx="2065">
                  <c:v>104.70554351806599</c:v>
                </c:pt>
                <c:pt idx="2066">
                  <c:v>104.66586303710901</c:v>
                </c:pt>
                <c:pt idx="2067">
                  <c:v>104.622764587402</c:v>
                </c:pt>
                <c:pt idx="2068">
                  <c:v>104.52902984619099</c:v>
                </c:pt>
                <c:pt idx="2069">
                  <c:v>104.32732391357401</c:v>
                </c:pt>
                <c:pt idx="2070">
                  <c:v>104.172439575195</c:v>
                </c:pt>
                <c:pt idx="2071">
                  <c:v>103.984985351563</c:v>
                </c:pt>
                <c:pt idx="2072">
                  <c:v>103.86737060546901</c:v>
                </c:pt>
                <c:pt idx="2073">
                  <c:v>103.748161315918</c:v>
                </c:pt>
                <c:pt idx="2074">
                  <c:v>103.650680541992</c:v>
                </c:pt>
                <c:pt idx="2075">
                  <c:v>103.53875732421901</c:v>
                </c:pt>
                <c:pt idx="2076">
                  <c:v>103.410507202148</c:v>
                </c:pt>
                <c:pt idx="2077">
                  <c:v>103.31989288330099</c:v>
                </c:pt>
                <c:pt idx="2078">
                  <c:v>103.25131988525401</c:v>
                </c:pt>
                <c:pt idx="2079">
                  <c:v>103.178009033203</c:v>
                </c:pt>
                <c:pt idx="2080">
                  <c:v>103.04069519043</c:v>
                </c:pt>
                <c:pt idx="2081">
                  <c:v>102.85052490234401</c:v>
                </c:pt>
                <c:pt idx="2082">
                  <c:v>102.642372131348</c:v>
                </c:pt>
                <c:pt idx="2083">
                  <c:v>102.47354125976599</c:v>
                </c:pt>
                <c:pt idx="2084">
                  <c:v>102.32691192627</c:v>
                </c:pt>
                <c:pt idx="2085">
                  <c:v>102.270431518555</c:v>
                </c:pt>
                <c:pt idx="2086">
                  <c:v>102.196739196777</c:v>
                </c:pt>
                <c:pt idx="2087">
                  <c:v>102.058380126953</c:v>
                </c:pt>
                <c:pt idx="2088">
                  <c:v>101.99651336669901</c:v>
                </c:pt>
                <c:pt idx="2089">
                  <c:v>101.911102294922</c:v>
                </c:pt>
                <c:pt idx="2090">
                  <c:v>101.780235290527</c:v>
                </c:pt>
                <c:pt idx="2091">
                  <c:v>101.69352722168</c:v>
                </c:pt>
                <c:pt idx="2092">
                  <c:v>101.64177703857401</c:v>
                </c:pt>
                <c:pt idx="2093">
                  <c:v>101.615394592285</c:v>
                </c:pt>
                <c:pt idx="2094">
                  <c:v>101.59462738037099</c:v>
                </c:pt>
                <c:pt idx="2095">
                  <c:v>101.60929107666</c:v>
                </c:pt>
                <c:pt idx="2096">
                  <c:v>101.607070922852</c:v>
                </c:pt>
                <c:pt idx="2097">
                  <c:v>101.59880828857401</c:v>
                </c:pt>
                <c:pt idx="2098">
                  <c:v>101.58376312255901</c:v>
                </c:pt>
                <c:pt idx="2099">
                  <c:v>101.58651733398401</c:v>
                </c:pt>
                <c:pt idx="2100">
                  <c:v>101.58303070068401</c:v>
                </c:pt>
                <c:pt idx="2101">
                  <c:v>101.502059936523</c:v>
                </c:pt>
                <c:pt idx="2102">
                  <c:v>101.52215576171901</c:v>
                </c:pt>
                <c:pt idx="2103">
                  <c:v>101.551620483398</c:v>
                </c:pt>
                <c:pt idx="2104">
                  <c:v>101.569816589355</c:v>
                </c:pt>
                <c:pt idx="2105">
                  <c:v>101.322303771973</c:v>
                </c:pt>
                <c:pt idx="2106">
                  <c:v>101.342979431152</c:v>
                </c:pt>
                <c:pt idx="2107">
                  <c:v>101.326362609863</c:v>
                </c:pt>
                <c:pt idx="2108">
                  <c:v>101.20189666748</c:v>
                </c:pt>
                <c:pt idx="2109">
                  <c:v>101.18080902099599</c:v>
                </c:pt>
                <c:pt idx="2110">
                  <c:v>101.173469543457</c:v>
                </c:pt>
                <c:pt idx="2111">
                  <c:v>101.27857208252</c:v>
                </c:pt>
                <c:pt idx="2112">
                  <c:v>101.33771514892599</c:v>
                </c:pt>
                <c:pt idx="2113">
                  <c:v>101.265586853027</c:v>
                </c:pt>
                <c:pt idx="2114">
                  <c:v>101.14234161377</c:v>
                </c:pt>
                <c:pt idx="2115">
                  <c:v>101.1220703125</c:v>
                </c:pt>
                <c:pt idx="2116">
                  <c:v>100.99098205566401</c:v>
                </c:pt>
                <c:pt idx="2117">
                  <c:v>100.898483276367</c:v>
                </c:pt>
                <c:pt idx="2118">
                  <c:v>100.84756469726599</c:v>
                </c:pt>
                <c:pt idx="2119">
                  <c:v>100.69252777099599</c:v>
                </c:pt>
                <c:pt idx="2120">
                  <c:v>100.61644744873</c:v>
                </c:pt>
                <c:pt idx="2121">
                  <c:v>100.43186950683599</c:v>
                </c:pt>
                <c:pt idx="2122">
                  <c:v>100.22402954101599</c:v>
                </c:pt>
                <c:pt idx="2123">
                  <c:v>100.12229156494099</c:v>
                </c:pt>
                <c:pt idx="2124">
                  <c:v>99.968307495117202</c:v>
                </c:pt>
                <c:pt idx="2125">
                  <c:v>99.914131164550795</c:v>
                </c:pt>
                <c:pt idx="2126">
                  <c:v>99.797294616699205</c:v>
                </c:pt>
                <c:pt idx="2127">
                  <c:v>99.670600891113295</c:v>
                </c:pt>
                <c:pt idx="2128">
                  <c:v>99.539093017578097</c:v>
                </c:pt>
                <c:pt idx="2129">
                  <c:v>99.389114379882798</c:v>
                </c:pt>
                <c:pt idx="2130">
                  <c:v>98.892715454101605</c:v>
                </c:pt>
                <c:pt idx="2131">
                  <c:v>98.655082702636705</c:v>
                </c:pt>
                <c:pt idx="2132">
                  <c:v>98.582046508789105</c:v>
                </c:pt>
                <c:pt idx="2133">
                  <c:v>98.424018859863295</c:v>
                </c:pt>
                <c:pt idx="2134">
                  <c:v>98.375274658203097</c:v>
                </c:pt>
                <c:pt idx="2135">
                  <c:v>98.673316955566406</c:v>
                </c:pt>
                <c:pt idx="2136">
                  <c:v>99.124443054199205</c:v>
                </c:pt>
                <c:pt idx="2137">
                  <c:v>98.830528259277301</c:v>
                </c:pt>
                <c:pt idx="2138">
                  <c:v>98.835113525390597</c:v>
                </c:pt>
                <c:pt idx="2139">
                  <c:v>98.896881103515597</c:v>
                </c:pt>
                <c:pt idx="2140">
                  <c:v>98.887199401855497</c:v>
                </c:pt>
                <c:pt idx="2141">
                  <c:v>99.177749633789105</c:v>
                </c:pt>
                <c:pt idx="2142">
                  <c:v>99.494934082031307</c:v>
                </c:pt>
                <c:pt idx="2143">
                  <c:v>99.627265930175795</c:v>
                </c:pt>
                <c:pt idx="2144">
                  <c:v>99.739318847656307</c:v>
                </c:pt>
                <c:pt idx="2145">
                  <c:v>99.829856872558594</c:v>
                </c:pt>
                <c:pt idx="2146">
                  <c:v>99.977844238281307</c:v>
                </c:pt>
                <c:pt idx="2147">
                  <c:v>100.075691223145</c:v>
                </c:pt>
                <c:pt idx="2148">
                  <c:v>100.273147583008</c:v>
                </c:pt>
                <c:pt idx="2149">
                  <c:v>100.487632751465</c:v>
                </c:pt>
                <c:pt idx="2150">
                  <c:v>100.74755859375</c:v>
                </c:pt>
                <c:pt idx="2151">
                  <c:v>100.788932800293</c:v>
                </c:pt>
                <c:pt idx="2152">
                  <c:v>100.86058044433599</c:v>
                </c:pt>
                <c:pt idx="2153">
                  <c:v>100.81890869140599</c:v>
                </c:pt>
                <c:pt idx="2154">
                  <c:v>100.990768432617</c:v>
                </c:pt>
                <c:pt idx="2155">
                  <c:v>101.071174621582</c:v>
                </c:pt>
                <c:pt idx="2156">
                  <c:v>101.268447875977</c:v>
                </c:pt>
                <c:pt idx="2157">
                  <c:v>101.45041656494099</c:v>
                </c:pt>
                <c:pt idx="2158">
                  <c:v>101.542671203613</c:v>
                </c:pt>
                <c:pt idx="2159">
                  <c:v>101.61187744140599</c:v>
                </c:pt>
                <c:pt idx="2160">
                  <c:v>101.70126342773401</c:v>
                </c:pt>
                <c:pt idx="2161">
                  <c:v>101.884574890137</c:v>
                </c:pt>
                <c:pt idx="2162">
                  <c:v>102.094284057617</c:v>
                </c:pt>
                <c:pt idx="2163">
                  <c:v>102.10825347900401</c:v>
                </c:pt>
                <c:pt idx="2164">
                  <c:v>102.43284606933599</c:v>
                </c:pt>
                <c:pt idx="2165">
                  <c:v>102.48405456543</c:v>
                </c:pt>
                <c:pt idx="2166">
                  <c:v>102.335563659668</c:v>
                </c:pt>
                <c:pt idx="2167">
                  <c:v>102.528022766113</c:v>
                </c:pt>
                <c:pt idx="2168">
                  <c:v>102.88729858398401</c:v>
                </c:pt>
                <c:pt idx="2169">
                  <c:v>103.30939483642599</c:v>
                </c:pt>
                <c:pt idx="2170">
                  <c:v>103.56957244873</c:v>
                </c:pt>
                <c:pt idx="2171">
                  <c:v>103.918411254883</c:v>
                </c:pt>
                <c:pt idx="2172">
                  <c:v>104.09088134765599</c:v>
                </c:pt>
                <c:pt idx="2173">
                  <c:v>104.35402679443401</c:v>
                </c:pt>
                <c:pt idx="2174">
                  <c:v>104.554718017578</c:v>
                </c:pt>
                <c:pt idx="2175">
                  <c:v>104.65202331543</c:v>
                </c:pt>
                <c:pt idx="2176">
                  <c:v>104.719734191895</c:v>
                </c:pt>
                <c:pt idx="2177">
                  <c:v>104.75449371337901</c:v>
                </c:pt>
                <c:pt idx="2178">
                  <c:v>104.772338867188</c:v>
                </c:pt>
                <c:pt idx="2179">
                  <c:v>104.78150939941401</c:v>
                </c:pt>
                <c:pt idx="2180">
                  <c:v>104.786209106445</c:v>
                </c:pt>
                <c:pt idx="2181">
                  <c:v>104.788627624512</c:v>
                </c:pt>
                <c:pt idx="2182">
                  <c:v>104.78986358642599</c:v>
                </c:pt>
                <c:pt idx="2183">
                  <c:v>104.79050445556599</c:v>
                </c:pt>
                <c:pt idx="2184">
                  <c:v>104.79083251953099</c:v>
                </c:pt>
                <c:pt idx="2185">
                  <c:v>104.79100036621099</c:v>
                </c:pt>
                <c:pt idx="2186">
                  <c:v>104.85427093505901</c:v>
                </c:pt>
                <c:pt idx="2187">
                  <c:v>104.87477111816401</c:v>
                </c:pt>
                <c:pt idx="2188">
                  <c:v>106.261367797852</c:v>
                </c:pt>
                <c:pt idx="2189">
                  <c:v>107.61434173584</c:v>
                </c:pt>
                <c:pt idx="2190">
                  <c:v>108.70140838623</c:v>
                </c:pt>
                <c:pt idx="2191">
                  <c:v>109.35097503662099</c:v>
                </c:pt>
                <c:pt idx="2192">
                  <c:v>109.68402099609401</c:v>
                </c:pt>
                <c:pt idx="2193">
                  <c:v>109.90048217773401</c:v>
                </c:pt>
                <c:pt idx="2194">
                  <c:v>110.12760925293</c:v>
                </c:pt>
                <c:pt idx="2195">
                  <c:v>110.29248046875</c:v>
                </c:pt>
                <c:pt idx="2196">
                  <c:v>110.355712890625</c:v>
                </c:pt>
                <c:pt idx="2197">
                  <c:v>110.601928710938</c:v>
                </c:pt>
                <c:pt idx="2198">
                  <c:v>110.84243011474599</c:v>
                </c:pt>
                <c:pt idx="2199">
                  <c:v>111.072647094727</c:v>
                </c:pt>
                <c:pt idx="2200">
                  <c:v>111.178764343262</c:v>
                </c:pt>
                <c:pt idx="2201">
                  <c:v>111.30418395996099</c:v>
                </c:pt>
                <c:pt idx="2202">
                  <c:v>111.318962097168</c:v>
                </c:pt>
                <c:pt idx="2203">
                  <c:v>111.34405517578099</c:v>
                </c:pt>
                <c:pt idx="2204">
                  <c:v>111.41179656982401</c:v>
                </c:pt>
                <c:pt idx="2205">
                  <c:v>111.36589050293</c:v>
                </c:pt>
                <c:pt idx="2206">
                  <c:v>111.298210144043</c:v>
                </c:pt>
                <c:pt idx="2207">
                  <c:v>111.28867340087901</c:v>
                </c:pt>
                <c:pt idx="2208">
                  <c:v>111.32492828369099</c:v>
                </c:pt>
                <c:pt idx="2209">
                  <c:v>111.44402313232401</c:v>
                </c:pt>
                <c:pt idx="2210">
                  <c:v>111.365928649902</c:v>
                </c:pt>
                <c:pt idx="2211">
                  <c:v>111.28070068359401</c:v>
                </c:pt>
                <c:pt idx="2212">
                  <c:v>111.30271911621099</c:v>
                </c:pt>
                <c:pt idx="2213">
                  <c:v>111.58283233642599</c:v>
                </c:pt>
                <c:pt idx="2214">
                  <c:v>111.714553833008</c:v>
                </c:pt>
                <c:pt idx="2215">
                  <c:v>111.69382476806599</c:v>
                </c:pt>
                <c:pt idx="2216">
                  <c:v>111.82960510253901</c:v>
                </c:pt>
                <c:pt idx="2217">
                  <c:v>111.974990844727</c:v>
                </c:pt>
                <c:pt idx="2218">
                  <c:v>112.190956115723</c:v>
                </c:pt>
                <c:pt idx="2219">
                  <c:v>112.35676574707</c:v>
                </c:pt>
                <c:pt idx="2220">
                  <c:v>112.40030670166</c:v>
                </c:pt>
                <c:pt idx="2221">
                  <c:v>112.48600769043</c:v>
                </c:pt>
                <c:pt idx="2222">
                  <c:v>112.688339233398</c:v>
                </c:pt>
                <c:pt idx="2223">
                  <c:v>112.70257568359401</c:v>
                </c:pt>
                <c:pt idx="2224">
                  <c:v>112.764373779297</c:v>
                </c:pt>
                <c:pt idx="2225">
                  <c:v>112.93178558349599</c:v>
                </c:pt>
                <c:pt idx="2226">
                  <c:v>113.06813812255901</c:v>
                </c:pt>
                <c:pt idx="2227">
                  <c:v>113.00203704834</c:v>
                </c:pt>
                <c:pt idx="2228">
                  <c:v>113.12680816650401</c:v>
                </c:pt>
                <c:pt idx="2229">
                  <c:v>113.11497497558599</c:v>
                </c:pt>
                <c:pt idx="2230">
                  <c:v>113.255508422852</c:v>
                </c:pt>
                <c:pt idx="2231">
                  <c:v>113.461669921875</c:v>
                </c:pt>
                <c:pt idx="2232">
                  <c:v>113.74909210205099</c:v>
                </c:pt>
                <c:pt idx="2233">
                  <c:v>113.991989135742</c:v>
                </c:pt>
                <c:pt idx="2234">
                  <c:v>114.15592956543</c:v>
                </c:pt>
                <c:pt idx="2235">
                  <c:v>114.42911529541</c:v>
                </c:pt>
                <c:pt idx="2236">
                  <c:v>114.68743896484401</c:v>
                </c:pt>
                <c:pt idx="2237">
                  <c:v>114.693161010742</c:v>
                </c:pt>
                <c:pt idx="2238">
                  <c:v>114.74520874023401</c:v>
                </c:pt>
                <c:pt idx="2239">
                  <c:v>114.848587036133</c:v>
                </c:pt>
                <c:pt idx="2240">
                  <c:v>114.93384552002</c:v>
                </c:pt>
                <c:pt idx="2241">
                  <c:v>114.995155334473</c:v>
                </c:pt>
                <c:pt idx="2242">
                  <c:v>115.13132476806599</c:v>
                </c:pt>
                <c:pt idx="2243">
                  <c:v>115.19484710693401</c:v>
                </c:pt>
                <c:pt idx="2244">
                  <c:v>115.37205505371099</c:v>
                </c:pt>
                <c:pt idx="2245">
                  <c:v>115.609100341797</c:v>
                </c:pt>
                <c:pt idx="2246">
                  <c:v>115.64679718017599</c:v>
                </c:pt>
                <c:pt idx="2247">
                  <c:v>115.64898681640599</c:v>
                </c:pt>
                <c:pt idx="2248">
                  <c:v>115.699920654297</c:v>
                </c:pt>
                <c:pt idx="2249">
                  <c:v>115.91407775878901</c:v>
                </c:pt>
                <c:pt idx="2250">
                  <c:v>116.06712341308599</c:v>
                </c:pt>
                <c:pt idx="2251">
                  <c:v>116.273849487305</c:v>
                </c:pt>
                <c:pt idx="2252">
                  <c:v>116.360137939453</c:v>
                </c:pt>
                <c:pt idx="2253">
                  <c:v>116.117553710938</c:v>
                </c:pt>
                <c:pt idx="2254">
                  <c:v>116.131546020508</c:v>
                </c:pt>
                <c:pt idx="2255">
                  <c:v>116.300003051758</c:v>
                </c:pt>
                <c:pt idx="2256">
                  <c:v>116.28677368164099</c:v>
                </c:pt>
                <c:pt idx="2257">
                  <c:v>116.506629943848</c:v>
                </c:pt>
                <c:pt idx="2258">
                  <c:v>116.63714599609401</c:v>
                </c:pt>
                <c:pt idx="2259">
                  <c:v>116.639266967773</c:v>
                </c:pt>
                <c:pt idx="2260">
                  <c:v>116.72744750976599</c:v>
                </c:pt>
                <c:pt idx="2261">
                  <c:v>117.021842956543</c:v>
                </c:pt>
                <c:pt idx="2262">
                  <c:v>117.22560119628901</c:v>
                </c:pt>
                <c:pt idx="2263">
                  <c:v>117.317031860352</c:v>
                </c:pt>
                <c:pt idx="2264">
                  <c:v>117.44960784912099</c:v>
                </c:pt>
                <c:pt idx="2265">
                  <c:v>117.570442199707</c:v>
                </c:pt>
                <c:pt idx="2266">
                  <c:v>117.61841583252</c:v>
                </c:pt>
                <c:pt idx="2267">
                  <c:v>117.722053527832</c:v>
                </c:pt>
                <c:pt idx="2268">
                  <c:v>117.77902984619099</c:v>
                </c:pt>
                <c:pt idx="2269">
                  <c:v>117.798377990723</c:v>
                </c:pt>
                <c:pt idx="2270">
                  <c:v>117.79486083984401</c:v>
                </c:pt>
                <c:pt idx="2271">
                  <c:v>117.808319091797</c:v>
                </c:pt>
                <c:pt idx="2272">
                  <c:v>117.832954406738</c:v>
                </c:pt>
                <c:pt idx="2273">
                  <c:v>117.84560394287099</c:v>
                </c:pt>
                <c:pt idx="2274">
                  <c:v>117.852096557617</c:v>
                </c:pt>
                <c:pt idx="2275">
                  <c:v>117.869911193848</c:v>
                </c:pt>
                <c:pt idx="2276">
                  <c:v>117.917129516602</c:v>
                </c:pt>
                <c:pt idx="2277">
                  <c:v>118.016899108887</c:v>
                </c:pt>
                <c:pt idx="2278">
                  <c:v>117.932655334473</c:v>
                </c:pt>
                <c:pt idx="2279">
                  <c:v>117.916297912598</c:v>
                </c:pt>
                <c:pt idx="2280">
                  <c:v>118.15329742431599</c:v>
                </c:pt>
                <c:pt idx="2281">
                  <c:v>118.02740478515599</c:v>
                </c:pt>
                <c:pt idx="2282">
                  <c:v>118.04143524169901</c:v>
                </c:pt>
                <c:pt idx="2283">
                  <c:v>118.28855895996099</c:v>
                </c:pt>
                <c:pt idx="2284">
                  <c:v>118.21401214599599</c:v>
                </c:pt>
                <c:pt idx="2285">
                  <c:v>118.092391967773</c:v>
                </c:pt>
                <c:pt idx="2286">
                  <c:v>118.247192382813</c:v>
                </c:pt>
                <c:pt idx="2287">
                  <c:v>118.324272155762</c:v>
                </c:pt>
                <c:pt idx="2288">
                  <c:v>118.42746734619099</c:v>
                </c:pt>
                <c:pt idx="2289">
                  <c:v>118.486404418945</c:v>
                </c:pt>
                <c:pt idx="2290">
                  <c:v>119.03741455078099</c:v>
                </c:pt>
                <c:pt idx="2291">
                  <c:v>119.27703857421901</c:v>
                </c:pt>
                <c:pt idx="2292">
                  <c:v>119.75399017334</c:v>
                </c:pt>
                <c:pt idx="2293">
                  <c:v>120.150337219238</c:v>
                </c:pt>
                <c:pt idx="2294">
                  <c:v>120.24969482421901</c:v>
                </c:pt>
                <c:pt idx="2295">
                  <c:v>120.29638671875</c:v>
                </c:pt>
                <c:pt idx="2296">
                  <c:v>120.675788879395</c:v>
                </c:pt>
                <c:pt idx="2297">
                  <c:v>120.996543884277</c:v>
                </c:pt>
                <c:pt idx="2298">
                  <c:v>121.2412109375</c:v>
                </c:pt>
                <c:pt idx="2299">
                  <c:v>121.62180328369099</c:v>
                </c:pt>
                <c:pt idx="2300">
                  <c:v>121.83843994140599</c:v>
                </c:pt>
                <c:pt idx="2301">
                  <c:v>122.235313415527</c:v>
                </c:pt>
                <c:pt idx="2302">
                  <c:v>122.516891479492</c:v>
                </c:pt>
                <c:pt idx="2303">
                  <c:v>122.949409484863</c:v>
                </c:pt>
                <c:pt idx="2304">
                  <c:v>123.246391296387</c:v>
                </c:pt>
                <c:pt idx="2305">
                  <c:v>123.450576782227</c:v>
                </c:pt>
                <c:pt idx="2306">
                  <c:v>123.626747131348</c:v>
                </c:pt>
                <c:pt idx="2307">
                  <c:v>123.77288818359401</c:v>
                </c:pt>
                <c:pt idx="2308">
                  <c:v>123.902137756348</c:v>
                </c:pt>
                <c:pt idx="2309">
                  <c:v>124.11964416503901</c:v>
                </c:pt>
                <c:pt idx="2310">
                  <c:v>124.251792907715</c:v>
                </c:pt>
                <c:pt idx="2311">
                  <c:v>124.32004547119099</c:v>
                </c:pt>
                <c:pt idx="2312">
                  <c:v>124.355461120605</c:v>
                </c:pt>
                <c:pt idx="2313">
                  <c:v>124.37322235107401</c:v>
                </c:pt>
                <c:pt idx="2314">
                  <c:v>124.38238525390599</c:v>
                </c:pt>
                <c:pt idx="2315">
                  <c:v>124.387046813965</c:v>
                </c:pt>
                <c:pt idx="2316">
                  <c:v>124.402221679688</c:v>
                </c:pt>
                <c:pt idx="2317">
                  <c:v>124.422004699707</c:v>
                </c:pt>
                <c:pt idx="2318">
                  <c:v>124.59154510498</c:v>
                </c:pt>
                <c:pt idx="2319">
                  <c:v>124.64263916015599</c:v>
                </c:pt>
                <c:pt idx="2320">
                  <c:v>125.03133392334</c:v>
                </c:pt>
                <c:pt idx="2321">
                  <c:v>125.333358764648</c:v>
                </c:pt>
                <c:pt idx="2322">
                  <c:v>125.60947418212901</c:v>
                </c:pt>
                <c:pt idx="2323">
                  <c:v>125.90151977539099</c:v>
                </c:pt>
                <c:pt idx="2324">
                  <c:v>126.21541595459</c:v>
                </c:pt>
                <c:pt idx="2325">
                  <c:v>126.001502990723</c:v>
                </c:pt>
                <c:pt idx="2326">
                  <c:v>125.89447021484401</c:v>
                </c:pt>
                <c:pt idx="2327">
                  <c:v>125.98934936523401</c:v>
                </c:pt>
                <c:pt idx="2328">
                  <c:v>126.22898101806599</c:v>
                </c:pt>
                <c:pt idx="2329">
                  <c:v>126.25180053710901</c:v>
                </c:pt>
                <c:pt idx="2330">
                  <c:v>126.780471801758</c:v>
                </c:pt>
                <c:pt idx="2331">
                  <c:v>127.16558837890599</c:v>
                </c:pt>
                <c:pt idx="2332">
                  <c:v>127.438117980957</c:v>
                </c:pt>
                <c:pt idx="2333">
                  <c:v>127.46750640869099</c:v>
                </c:pt>
                <c:pt idx="2334">
                  <c:v>127.550003051758</c:v>
                </c:pt>
                <c:pt idx="2335">
                  <c:v>127.70484161377</c:v>
                </c:pt>
                <c:pt idx="2336">
                  <c:v>127.84832000732401</c:v>
                </c:pt>
                <c:pt idx="2337">
                  <c:v>127.993530273438</c:v>
                </c:pt>
                <c:pt idx="2338">
                  <c:v>128.13681030273401</c:v>
                </c:pt>
                <c:pt idx="2339">
                  <c:v>128.20419311523401</c:v>
                </c:pt>
                <c:pt idx="2340">
                  <c:v>128.17759704589801</c:v>
                </c:pt>
                <c:pt idx="2341">
                  <c:v>128.37503051757801</c:v>
                </c:pt>
                <c:pt idx="2342">
                  <c:v>128.24327087402301</c:v>
                </c:pt>
                <c:pt idx="2343">
                  <c:v>128.28228759765599</c:v>
                </c:pt>
                <c:pt idx="2344">
                  <c:v>128.51126098632801</c:v>
                </c:pt>
                <c:pt idx="2345">
                  <c:v>128.52178955078099</c:v>
                </c:pt>
                <c:pt idx="2346">
                  <c:v>128.48724365234401</c:v>
                </c:pt>
                <c:pt idx="2347">
                  <c:v>128.63052368164099</c:v>
                </c:pt>
                <c:pt idx="2348">
                  <c:v>128.68466186523401</c:v>
                </c:pt>
                <c:pt idx="2349">
                  <c:v>128.93028259277301</c:v>
                </c:pt>
                <c:pt idx="2350">
                  <c:v>128.89300537109401</c:v>
                </c:pt>
                <c:pt idx="2351">
                  <c:v>128.598220825195</c:v>
                </c:pt>
                <c:pt idx="2352">
                  <c:v>128.49888610839801</c:v>
                </c:pt>
                <c:pt idx="2353">
                  <c:v>128.57998657226599</c:v>
                </c:pt>
                <c:pt idx="2354">
                  <c:v>128.50193786621099</c:v>
                </c:pt>
                <c:pt idx="2355">
                  <c:v>128.72593688964801</c:v>
                </c:pt>
                <c:pt idx="2356">
                  <c:v>128.76760864257801</c:v>
                </c:pt>
                <c:pt idx="2357">
                  <c:v>128.71728515625</c:v>
                </c:pt>
                <c:pt idx="2358">
                  <c:v>128.56706237793</c:v>
                </c:pt>
                <c:pt idx="2359">
                  <c:v>128.57386779785199</c:v>
                </c:pt>
                <c:pt idx="2360">
                  <c:v>128.419357299805</c:v>
                </c:pt>
                <c:pt idx="2361">
                  <c:v>128.43634033203099</c:v>
                </c:pt>
                <c:pt idx="2362">
                  <c:v>128.33926391601599</c:v>
                </c:pt>
                <c:pt idx="2363">
                  <c:v>128.43736267089801</c:v>
                </c:pt>
                <c:pt idx="2364">
                  <c:v>128.19190979003901</c:v>
                </c:pt>
                <c:pt idx="2365">
                  <c:v>128.07041931152301</c:v>
                </c:pt>
                <c:pt idx="2366">
                  <c:v>128.02233886718801</c:v>
                </c:pt>
                <c:pt idx="2367">
                  <c:v>127.89493560791</c:v>
                </c:pt>
                <c:pt idx="2368">
                  <c:v>127.80133056640599</c:v>
                </c:pt>
                <c:pt idx="2369">
                  <c:v>127.76743316650401</c:v>
                </c:pt>
                <c:pt idx="2370">
                  <c:v>127.839065551758</c:v>
                </c:pt>
                <c:pt idx="2371">
                  <c:v>127.819129943848</c:v>
                </c:pt>
                <c:pt idx="2372">
                  <c:v>127.71369171142599</c:v>
                </c:pt>
                <c:pt idx="2373">
                  <c:v>127.57942199707</c:v>
                </c:pt>
                <c:pt idx="2374">
                  <c:v>127.55190277099599</c:v>
                </c:pt>
                <c:pt idx="2375">
                  <c:v>127.298149108887</c:v>
                </c:pt>
                <c:pt idx="2376">
                  <c:v>127.087196350098</c:v>
                </c:pt>
                <c:pt idx="2377">
                  <c:v>127.01327514648401</c:v>
                </c:pt>
                <c:pt idx="2378">
                  <c:v>126.937225341797</c:v>
                </c:pt>
                <c:pt idx="2379">
                  <c:v>126.80763244628901</c:v>
                </c:pt>
                <c:pt idx="2380">
                  <c:v>126.44107055664099</c:v>
                </c:pt>
                <c:pt idx="2381">
                  <c:v>126.16123199462901</c:v>
                </c:pt>
                <c:pt idx="2382">
                  <c:v>125.50269317627</c:v>
                </c:pt>
                <c:pt idx="2383">
                  <c:v>125.00673675537099</c:v>
                </c:pt>
                <c:pt idx="2384">
                  <c:v>124.70806884765599</c:v>
                </c:pt>
                <c:pt idx="2385">
                  <c:v>124.55471038818401</c:v>
                </c:pt>
                <c:pt idx="2386">
                  <c:v>124.475936889648</c:v>
                </c:pt>
                <c:pt idx="2387">
                  <c:v>124.40598297119099</c:v>
                </c:pt>
                <c:pt idx="2388">
                  <c:v>124.36814880371099</c:v>
                </c:pt>
                <c:pt idx="2389">
                  <c:v>124.18784332275401</c:v>
                </c:pt>
                <c:pt idx="2390">
                  <c:v>124.096405029297</c:v>
                </c:pt>
                <c:pt idx="2391">
                  <c:v>123.901481628418</c:v>
                </c:pt>
                <c:pt idx="2392">
                  <c:v>123.658500671387</c:v>
                </c:pt>
                <c:pt idx="2393">
                  <c:v>123.633628845215</c:v>
                </c:pt>
                <c:pt idx="2394">
                  <c:v>123.490966796875</c:v>
                </c:pt>
                <c:pt idx="2395">
                  <c:v>123.24405670166</c:v>
                </c:pt>
                <c:pt idx="2396">
                  <c:v>123.040405273438</c:v>
                </c:pt>
                <c:pt idx="2397">
                  <c:v>122.95530700683599</c:v>
                </c:pt>
                <c:pt idx="2398">
                  <c:v>122.915534973145</c:v>
                </c:pt>
                <c:pt idx="2399">
                  <c:v>122.78273010253901</c:v>
                </c:pt>
                <c:pt idx="2400">
                  <c:v>122.796195983887</c:v>
                </c:pt>
                <c:pt idx="2401">
                  <c:v>122.596382141113</c:v>
                </c:pt>
                <c:pt idx="2402">
                  <c:v>122.68008422851599</c:v>
                </c:pt>
                <c:pt idx="2403">
                  <c:v>122.47727203369099</c:v>
                </c:pt>
                <c:pt idx="2404">
                  <c:v>122.332466125488</c:v>
                </c:pt>
                <c:pt idx="2405">
                  <c:v>122.19612121582</c:v>
                </c:pt>
                <c:pt idx="2406">
                  <c:v>122.09683227539099</c:v>
                </c:pt>
                <c:pt idx="2407">
                  <c:v>121.971817016602</c:v>
                </c:pt>
                <c:pt idx="2408">
                  <c:v>121.997436523438</c:v>
                </c:pt>
                <c:pt idx="2409">
                  <c:v>121.94003295898401</c:v>
                </c:pt>
                <c:pt idx="2410">
                  <c:v>121.97292327880901</c:v>
                </c:pt>
                <c:pt idx="2411">
                  <c:v>121.927772521973</c:v>
                </c:pt>
                <c:pt idx="2412">
                  <c:v>121.889457702637</c:v>
                </c:pt>
                <c:pt idx="2413">
                  <c:v>121.75821685791</c:v>
                </c:pt>
                <c:pt idx="2414">
                  <c:v>121.64495849609401</c:v>
                </c:pt>
                <c:pt idx="2415">
                  <c:v>121.61627960205099</c:v>
                </c:pt>
                <c:pt idx="2416">
                  <c:v>121.52498626709</c:v>
                </c:pt>
                <c:pt idx="2417">
                  <c:v>121.39939880371099</c:v>
                </c:pt>
                <c:pt idx="2418">
                  <c:v>121.38719177246099</c:v>
                </c:pt>
                <c:pt idx="2419">
                  <c:v>121.339302062988</c:v>
                </c:pt>
                <c:pt idx="2420">
                  <c:v>121.27418518066401</c:v>
                </c:pt>
                <c:pt idx="2421">
                  <c:v>121.228477478027</c:v>
                </c:pt>
                <c:pt idx="2422">
                  <c:v>121.200546264648</c:v>
                </c:pt>
                <c:pt idx="2423">
                  <c:v>121.117065429688</c:v>
                </c:pt>
                <c:pt idx="2424">
                  <c:v>120.750816345215</c:v>
                </c:pt>
                <c:pt idx="2425">
                  <c:v>120.441734313965</c:v>
                </c:pt>
                <c:pt idx="2426">
                  <c:v>120.100379943848</c:v>
                </c:pt>
                <c:pt idx="2427">
                  <c:v>119.807777404785</c:v>
                </c:pt>
                <c:pt idx="2428">
                  <c:v>119.610717773438</c:v>
                </c:pt>
                <c:pt idx="2429">
                  <c:v>119.29557800293</c:v>
                </c:pt>
                <c:pt idx="2430">
                  <c:v>118.95230102539099</c:v>
                </c:pt>
                <c:pt idx="2431">
                  <c:v>118.57253265380901</c:v>
                </c:pt>
                <c:pt idx="2432">
                  <c:v>118.225143432617</c:v>
                </c:pt>
                <c:pt idx="2433">
                  <c:v>118.04400634765599</c:v>
                </c:pt>
                <c:pt idx="2434">
                  <c:v>117.92561340332</c:v>
                </c:pt>
                <c:pt idx="2435">
                  <c:v>117.715942382813</c:v>
                </c:pt>
                <c:pt idx="2436">
                  <c:v>117.502067565918</c:v>
                </c:pt>
                <c:pt idx="2437">
                  <c:v>117.26141357421901</c:v>
                </c:pt>
                <c:pt idx="2438">
                  <c:v>117.03334808349599</c:v>
                </c:pt>
                <c:pt idx="2439">
                  <c:v>116.80005645752</c:v>
                </c:pt>
                <c:pt idx="2440">
                  <c:v>116.61270141601599</c:v>
                </c:pt>
                <c:pt idx="2441">
                  <c:v>116.430229187012</c:v>
                </c:pt>
                <c:pt idx="2442">
                  <c:v>116.18075561523401</c:v>
                </c:pt>
                <c:pt idx="2443">
                  <c:v>115.934677124023</c:v>
                </c:pt>
                <c:pt idx="2444">
                  <c:v>115.672233581543</c:v>
                </c:pt>
                <c:pt idx="2445">
                  <c:v>115.468872070313</c:v>
                </c:pt>
                <c:pt idx="2446">
                  <c:v>115.247398376465</c:v>
                </c:pt>
                <c:pt idx="2447">
                  <c:v>115.162956237793</c:v>
                </c:pt>
                <c:pt idx="2448">
                  <c:v>114.983528137207</c:v>
                </c:pt>
                <c:pt idx="2449">
                  <c:v>114.82642364502</c:v>
                </c:pt>
                <c:pt idx="2450">
                  <c:v>114.710693359375</c:v>
                </c:pt>
                <c:pt idx="2451">
                  <c:v>114.638565063477</c:v>
                </c:pt>
                <c:pt idx="2452">
                  <c:v>114.62526702880901</c:v>
                </c:pt>
                <c:pt idx="2453">
                  <c:v>114.504257202148</c:v>
                </c:pt>
                <c:pt idx="2454">
                  <c:v>114.42098236084</c:v>
                </c:pt>
                <c:pt idx="2455">
                  <c:v>114.38402557373</c:v>
                </c:pt>
                <c:pt idx="2456">
                  <c:v>114.38360595703099</c:v>
                </c:pt>
                <c:pt idx="2457">
                  <c:v>114.407989501953</c:v>
                </c:pt>
                <c:pt idx="2458">
                  <c:v>114.43804931640599</c:v>
                </c:pt>
                <c:pt idx="2459">
                  <c:v>114.37567138671901</c:v>
                </c:pt>
                <c:pt idx="2460">
                  <c:v>114.50766754150401</c:v>
                </c:pt>
                <c:pt idx="2461">
                  <c:v>114.727165222168</c:v>
                </c:pt>
                <c:pt idx="2462">
                  <c:v>114.85446929931599</c:v>
                </c:pt>
                <c:pt idx="2463">
                  <c:v>115.17433166503901</c:v>
                </c:pt>
                <c:pt idx="2464">
                  <c:v>115.28639984130901</c:v>
                </c:pt>
                <c:pt idx="2465">
                  <c:v>115.171920776367</c:v>
                </c:pt>
                <c:pt idx="2466">
                  <c:v>115.25417327880901</c:v>
                </c:pt>
                <c:pt idx="2467">
                  <c:v>115.45701599121099</c:v>
                </c:pt>
                <c:pt idx="2468">
                  <c:v>115.748573303223</c:v>
                </c:pt>
                <c:pt idx="2469">
                  <c:v>115.77309417724599</c:v>
                </c:pt>
                <c:pt idx="2470">
                  <c:v>115.94651794433599</c:v>
                </c:pt>
                <c:pt idx="2471">
                  <c:v>116.03278350830099</c:v>
                </c:pt>
                <c:pt idx="2472">
                  <c:v>116.139320373535</c:v>
                </c:pt>
                <c:pt idx="2473">
                  <c:v>116.295600891113</c:v>
                </c:pt>
                <c:pt idx="2474">
                  <c:v>116.26455688476599</c:v>
                </c:pt>
                <c:pt idx="2475">
                  <c:v>116.264770507813</c:v>
                </c:pt>
                <c:pt idx="2476">
                  <c:v>116.253425598145</c:v>
                </c:pt>
                <c:pt idx="2477">
                  <c:v>116.255088806152</c:v>
                </c:pt>
                <c:pt idx="2478">
                  <c:v>116.256546020508</c:v>
                </c:pt>
                <c:pt idx="2479">
                  <c:v>116.22442626953099</c:v>
                </c:pt>
                <c:pt idx="2480">
                  <c:v>115.94708251953099</c:v>
                </c:pt>
                <c:pt idx="2481">
                  <c:v>115.76015472412099</c:v>
                </c:pt>
                <c:pt idx="2482">
                  <c:v>115.604789733887</c:v>
                </c:pt>
                <c:pt idx="2483">
                  <c:v>115.458908081055</c:v>
                </c:pt>
                <c:pt idx="2484">
                  <c:v>115.350425720215</c:v>
                </c:pt>
                <c:pt idx="2485">
                  <c:v>115.284797668457</c:v>
                </c:pt>
                <c:pt idx="2486">
                  <c:v>115.08074188232401</c:v>
                </c:pt>
                <c:pt idx="2487">
                  <c:v>115.005081176758</c:v>
                </c:pt>
                <c:pt idx="2488">
                  <c:v>114.848037719727</c:v>
                </c:pt>
                <c:pt idx="2489">
                  <c:v>114.65232849121099</c:v>
                </c:pt>
                <c:pt idx="2490">
                  <c:v>114.47103881835901</c:v>
                </c:pt>
                <c:pt idx="2491">
                  <c:v>114.255813598633</c:v>
                </c:pt>
                <c:pt idx="2492">
                  <c:v>114.061317443848</c:v>
                </c:pt>
                <c:pt idx="2493">
                  <c:v>113.88256072998</c:v>
                </c:pt>
                <c:pt idx="2494">
                  <c:v>113.749954223633</c:v>
                </c:pt>
                <c:pt idx="2495">
                  <c:v>113.54824066162099</c:v>
                </c:pt>
                <c:pt idx="2496">
                  <c:v>113.40518188476599</c:v>
                </c:pt>
                <c:pt idx="2497">
                  <c:v>113.25089263916</c:v>
                </c:pt>
                <c:pt idx="2498">
                  <c:v>113.08806610107401</c:v>
                </c:pt>
                <c:pt idx="2499">
                  <c:v>112.97373199462901</c:v>
                </c:pt>
                <c:pt idx="2500">
                  <c:v>112.82423400878901</c:v>
                </c:pt>
                <c:pt idx="2501">
                  <c:v>112.66570281982401</c:v>
                </c:pt>
                <c:pt idx="2502">
                  <c:v>112.491912841797</c:v>
                </c:pt>
                <c:pt idx="2503">
                  <c:v>112.45566558837901</c:v>
                </c:pt>
                <c:pt idx="2504">
                  <c:v>112.283073425293</c:v>
                </c:pt>
                <c:pt idx="2505">
                  <c:v>112.083213806152</c:v>
                </c:pt>
                <c:pt idx="2506">
                  <c:v>112.032272338867</c:v>
                </c:pt>
                <c:pt idx="2507">
                  <c:v>111.786819458008</c:v>
                </c:pt>
                <c:pt idx="2508">
                  <c:v>111.697708129883</c:v>
                </c:pt>
                <c:pt idx="2509">
                  <c:v>111.621444702148</c:v>
                </c:pt>
                <c:pt idx="2510">
                  <c:v>111.55517578125</c:v>
                </c:pt>
                <c:pt idx="2511">
                  <c:v>111.47478485107401</c:v>
                </c:pt>
                <c:pt idx="2512">
                  <c:v>111.31990814209</c:v>
                </c:pt>
                <c:pt idx="2513">
                  <c:v>111.109016418457</c:v>
                </c:pt>
                <c:pt idx="2514">
                  <c:v>110.98891448974599</c:v>
                </c:pt>
                <c:pt idx="2515">
                  <c:v>110.905731201172</c:v>
                </c:pt>
                <c:pt idx="2516">
                  <c:v>110.834907531738</c:v>
                </c:pt>
                <c:pt idx="2517">
                  <c:v>110.70986938476599</c:v>
                </c:pt>
                <c:pt idx="2518">
                  <c:v>110.622528076172</c:v>
                </c:pt>
                <c:pt idx="2519">
                  <c:v>110.466430664063</c:v>
                </c:pt>
                <c:pt idx="2520">
                  <c:v>110.27507781982401</c:v>
                </c:pt>
                <c:pt idx="2521">
                  <c:v>110.07102966308599</c:v>
                </c:pt>
                <c:pt idx="2522">
                  <c:v>109.92642211914099</c:v>
                </c:pt>
                <c:pt idx="2523">
                  <c:v>109.84636688232401</c:v>
                </c:pt>
                <c:pt idx="2524">
                  <c:v>109.799758911133</c:v>
                </c:pt>
                <c:pt idx="2525">
                  <c:v>109.615226745605</c:v>
                </c:pt>
                <c:pt idx="2526">
                  <c:v>108.122833251953</c:v>
                </c:pt>
                <c:pt idx="2527">
                  <c:v>107.59860992431599</c:v>
                </c:pt>
                <c:pt idx="2528">
                  <c:v>106.826385498047</c:v>
                </c:pt>
                <c:pt idx="2529">
                  <c:v>105.836288452148</c:v>
                </c:pt>
                <c:pt idx="2530">
                  <c:v>105.32765197753901</c:v>
                </c:pt>
                <c:pt idx="2531">
                  <c:v>105.14377593994099</c:v>
                </c:pt>
                <c:pt idx="2532">
                  <c:v>105.027503967285</c:v>
                </c:pt>
                <c:pt idx="2533">
                  <c:v>104.91253662109401</c:v>
                </c:pt>
                <c:pt idx="2534">
                  <c:v>104.853469848633</c:v>
                </c:pt>
                <c:pt idx="2535">
                  <c:v>104.82315063476599</c:v>
                </c:pt>
                <c:pt idx="2536">
                  <c:v>104.80759429931599</c:v>
                </c:pt>
                <c:pt idx="2537">
                  <c:v>104.799606323242</c:v>
                </c:pt>
                <c:pt idx="2538">
                  <c:v>104.79550170898401</c:v>
                </c:pt>
                <c:pt idx="2539">
                  <c:v>104.79339599609401</c:v>
                </c:pt>
                <c:pt idx="2540">
                  <c:v>105.295867919922</c:v>
                </c:pt>
                <c:pt idx="2541">
                  <c:v>105.22679138183599</c:v>
                </c:pt>
                <c:pt idx="2542">
                  <c:v>106.05573272705099</c:v>
                </c:pt>
                <c:pt idx="2543">
                  <c:v>107.78150177002</c:v>
                </c:pt>
                <c:pt idx="2544">
                  <c:v>108.756591796875</c:v>
                </c:pt>
                <c:pt idx="2545">
                  <c:v>109.25203704834</c:v>
                </c:pt>
                <c:pt idx="2546">
                  <c:v>109.596839904785</c:v>
                </c:pt>
                <c:pt idx="2547">
                  <c:v>109.873649597168</c:v>
                </c:pt>
                <c:pt idx="2548">
                  <c:v>110.08715057373</c:v>
                </c:pt>
                <c:pt idx="2549">
                  <c:v>110.298965454102</c:v>
                </c:pt>
                <c:pt idx="2550">
                  <c:v>110.60041809082</c:v>
                </c:pt>
                <c:pt idx="2551">
                  <c:v>110.81097412109401</c:v>
                </c:pt>
                <c:pt idx="2552">
                  <c:v>111.001113891602</c:v>
                </c:pt>
                <c:pt idx="2553">
                  <c:v>111.146209716797</c:v>
                </c:pt>
                <c:pt idx="2554">
                  <c:v>111.48329925537099</c:v>
                </c:pt>
                <c:pt idx="2555">
                  <c:v>111.81576538085901</c:v>
                </c:pt>
                <c:pt idx="2556">
                  <c:v>111.98210144043</c:v>
                </c:pt>
                <c:pt idx="2557">
                  <c:v>112.196235656738</c:v>
                </c:pt>
                <c:pt idx="2558">
                  <c:v>112.429145812988</c:v>
                </c:pt>
                <c:pt idx="2559">
                  <c:v>112.465927124023</c:v>
                </c:pt>
                <c:pt idx="2560">
                  <c:v>112.64764404296901</c:v>
                </c:pt>
                <c:pt idx="2561">
                  <c:v>112.722732543945</c:v>
                </c:pt>
                <c:pt idx="2562">
                  <c:v>113.04929351806599</c:v>
                </c:pt>
                <c:pt idx="2563">
                  <c:v>113.23187255859401</c:v>
                </c:pt>
                <c:pt idx="2564">
                  <c:v>113.407272338867</c:v>
                </c:pt>
                <c:pt idx="2565">
                  <c:v>113.50335693359401</c:v>
                </c:pt>
                <c:pt idx="2566">
                  <c:v>113.574165344238</c:v>
                </c:pt>
                <c:pt idx="2567">
                  <c:v>113.62735748291</c:v>
                </c:pt>
                <c:pt idx="2568">
                  <c:v>113.46786499023401</c:v>
                </c:pt>
                <c:pt idx="2569">
                  <c:v>113.339645385742</c:v>
                </c:pt>
                <c:pt idx="2570">
                  <c:v>113.67398071289099</c:v>
                </c:pt>
                <c:pt idx="2571">
                  <c:v>113.840034484863</c:v>
                </c:pt>
                <c:pt idx="2572">
                  <c:v>113.89461517334</c:v>
                </c:pt>
                <c:pt idx="2573">
                  <c:v>113.540885925293</c:v>
                </c:pt>
                <c:pt idx="2574">
                  <c:v>113.64495086669901</c:v>
                </c:pt>
                <c:pt idx="2575">
                  <c:v>113.760360717773</c:v>
                </c:pt>
                <c:pt idx="2576">
                  <c:v>113.889518737793</c:v>
                </c:pt>
                <c:pt idx="2577">
                  <c:v>113.999351501465</c:v>
                </c:pt>
                <c:pt idx="2578">
                  <c:v>114.06063079834</c:v>
                </c:pt>
                <c:pt idx="2579">
                  <c:v>114.11167144775401</c:v>
                </c:pt>
                <c:pt idx="2580">
                  <c:v>114.004402160645</c:v>
                </c:pt>
                <c:pt idx="2581">
                  <c:v>113.95458984375</c:v>
                </c:pt>
                <c:pt idx="2582">
                  <c:v>114.084022521973</c:v>
                </c:pt>
                <c:pt idx="2583">
                  <c:v>114.072952270508</c:v>
                </c:pt>
                <c:pt idx="2584">
                  <c:v>114.06435394287099</c:v>
                </c:pt>
                <c:pt idx="2585">
                  <c:v>113.93605804443401</c:v>
                </c:pt>
                <c:pt idx="2586">
                  <c:v>113.97975158691401</c:v>
                </c:pt>
                <c:pt idx="2587">
                  <c:v>113.91024780273401</c:v>
                </c:pt>
                <c:pt idx="2588">
                  <c:v>113.93788909912099</c:v>
                </c:pt>
                <c:pt idx="2589">
                  <c:v>113.910751342773</c:v>
                </c:pt>
                <c:pt idx="2590">
                  <c:v>113.90940856933599</c:v>
                </c:pt>
                <c:pt idx="2591">
                  <c:v>113.70223999023401</c:v>
                </c:pt>
                <c:pt idx="2592">
                  <c:v>113.494987487793</c:v>
                </c:pt>
                <c:pt idx="2593">
                  <c:v>113.27571105957</c:v>
                </c:pt>
                <c:pt idx="2594">
                  <c:v>113.378852844238</c:v>
                </c:pt>
                <c:pt idx="2595">
                  <c:v>113.202583312988</c:v>
                </c:pt>
                <c:pt idx="2596">
                  <c:v>113.08579254150401</c:v>
                </c:pt>
                <c:pt idx="2597">
                  <c:v>113.029418945313</c:v>
                </c:pt>
                <c:pt idx="2598">
                  <c:v>113.017654418945</c:v>
                </c:pt>
                <c:pt idx="2599">
                  <c:v>112.99591064453099</c:v>
                </c:pt>
                <c:pt idx="2600">
                  <c:v>112.96809387207</c:v>
                </c:pt>
                <c:pt idx="2601">
                  <c:v>112.927047729492</c:v>
                </c:pt>
                <c:pt idx="2602">
                  <c:v>112.73121643066401</c:v>
                </c:pt>
                <c:pt idx="2603">
                  <c:v>112.72653961181599</c:v>
                </c:pt>
                <c:pt idx="2604">
                  <c:v>112.707061767578</c:v>
                </c:pt>
                <c:pt idx="2605">
                  <c:v>112.77938842773401</c:v>
                </c:pt>
                <c:pt idx="2606">
                  <c:v>112.59080505371099</c:v>
                </c:pt>
                <c:pt idx="2607">
                  <c:v>112.39549255371099</c:v>
                </c:pt>
                <c:pt idx="2608">
                  <c:v>112.41782379150401</c:v>
                </c:pt>
                <c:pt idx="2609">
                  <c:v>112.40615844726599</c:v>
                </c:pt>
                <c:pt idx="2610">
                  <c:v>112.354118347168</c:v>
                </c:pt>
                <c:pt idx="2611">
                  <c:v>112.272323608398</c:v>
                </c:pt>
                <c:pt idx="2612">
                  <c:v>112.33961486816401</c:v>
                </c:pt>
                <c:pt idx="2613">
                  <c:v>112.30874633789099</c:v>
                </c:pt>
                <c:pt idx="2614">
                  <c:v>112.29539489746099</c:v>
                </c:pt>
                <c:pt idx="2615">
                  <c:v>112.22751617431599</c:v>
                </c:pt>
                <c:pt idx="2616">
                  <c:v>112.20871734619099</c:v>
                </c:pt>
                <c:pt idx="2617">
                  <c:v>112.14841461181599</c:v>
                </c:pt>
                <c:pt idx="2618">
                  <c:v>112.111434936523</c:v>
                </c:pt>
                <c:pt idx="2619">
                  <c:v>112.03400421142599</c:v>
                </c:pt>
                <c:pt idx="2620">
                  <c:v>112.06989288330099</c:v>
                </c:pt>
                <c:pt idx="2621">
                  <c:v>112.23194885253901</c:v>
                </c:pt>
                <c:pt idx="2622">
                  <c:v>112.18350219726599</c:v>
                </c:pt>
                <c:pt idx="2623">
                  <c:v>112.30633544921901</c:v>
                </c:pt>
                <c:pt idx="2624">
                  <c:v>112.584884643555</c:v>
                </c:pt>
                <c:pt idx="2625">
                  <c:v>112.67137145996099</c:v>
                </c:pt>
                <c:pt idx="2626">
                  <c:v>112.597625732422</c:v>
                </c:pt>
                <c:pt idx="2627">
                  <c:v>112.742218017578</c:v>
                </c:pt>
                <c:pt idx="2628">
                  <c:v>112.78509521484401</c:v>
                </c:pt>
                <c:pt idx="2629">
                  <c:v>112.564781188965</c:v>
                </c:pt>
                <c:pt idx="2630">
                  <c:v>112.37628936767599</c:v>
                </c:pt>
                <c:pt idx="2631">
                  <c:v>112.281463623047</c:v>
                </c:pt>
                <c:pt idx="2632">
                  <c:v>112.211051940918</c:v>
                </c:pt>
                <c:pt idx="2633">
                  <c:v>112.08229064941401</c:v>
                </c:pt>
                <c:pt idx="2634">
                  <c:v>111.88729095459</c:v>
                </c:pt>
                <c:pt idx="2635">
                  <c:v>111.722366333008</c:v>
                </c:pt>
                <c:pt idx="2636">
                  <c:v>111.562576293945</c:v>
                </c:pt>
                <c:pt idx="2637">
                  <c:v>111.425621032715</c:v>
                </c:pt>
                <c:pt idx="2638">
                  <c:v>111.21752166748</c:v>
                </c:pt>
                <c:pt idx="2639">
                  <c:v>110.998207092285</c:v>
                </c:pt>
                <c:pt idx="2640">
                  <c:v>110.827880859375</c:v>
                </c:pt>
                <c:pt idx="2641">
                  <c:v>110.645469665527</c:v>
                </c:pt>
                <c:pt idx="2642">
                  <c:v>110.460906982422</c:v>
                </c:pt>
                <c:pt idx="2643">
                  <c:v>110.26507568359401</c:v>
                </c:pt>
                <c:pt idx="2644">
                  <c:v>110.041999816895</c:v>
                </c:pt>
                <c:pt idx="2645">
                  <c:v>109.82501220703099</c:v>
                </c:pt>
                <c:pt idx="2646">
                  <c:v>109.75547027587901</c:v>
                </c:pt>
                <c:pt idx="2647">
                  <c:v>109.42726898193401</c:v>
                </c:pt>
                <c:pt idx="2648">
                  <c:v>108.51361083984401</c:v>
                </c:pt>
                <c:pt idx="2649">
                  <c:v>107.76300048828099</c:v>
                </c:pt>
                <c:pt idx="2650">
                  <c:v>106.55516052246099</c:v>
                </c:pt>
                <c:pt idx="2651">
                  <c:v>105.706825256348</c:v>
                </c:pt>
                <c:pt idx="2652">
                  <c:v>105.261352539063</c:v>
                </c:pt>
                <c:pt idx="2653">
                  <c:v>105.03261566162099</c:v>
                </c:pt>
                <c:pt idx="2654">
                  <c:v>104.91510772705099</c:v>
                </c:pt>
                <c:pt idx="2655">
                  <c:v>104.85479736328099</c:v>
                </c:pt>
                <c:pt idx="2656">
                  <c:v>104.823844909668</c:v>
                </c:pt>
                <c:pt idx="2657">
                  <c:v>104.807945251465</c:v>
                </c:pt>
                <c:pt idx="2658">
                  <c:v>104.79978942871099</c:v>
                </c:pt>
                <c:pt idx="2659">
                  <c:v>104.79559326171901</c:v>
                </c:pt>
                <c:pt idx="2660">
                  <c:v>104.79344177246099</c:v>
                </c:pt>
                <c:pt idx="2661">
                  <c:v>104.792343139648</c:v>
                </c:pt>
                <c:pt idx="2662">
                  <c:v>104.79177093505901</c:v>
                </c:pt>
                <c:pt idx="2663">
                  <c:v>104.79148101806599</c:v>
                </c:pt>
                <c:pt idx="2664">
                  <c:v>104.79132843017599</c:v>
                </c:pt>
                <c:pt idx="2665">
                  <c:v>104.79125213623</c:v>
                </c:pt>
                <c:pt idx="2666">
                  <c:v>104.791213989258</c:v>
                </c:pt>
                <c:pt idx="2667">
                  <c:v>104.79119873046901</c:v>
                </c:pt>
                <c:pt idx="2668">
                  <c:v>104.79118347168</c:v>
                </c:pt>
                <c:pt idx="2669">
                  <c:v>104.79118347168</c:v>
                </c:pt>
                <c:pt idx="2670">
                  <c:v>104.791175842285</c:v>
                </c:pt>
                <c:pt idx="2671">
                  <c:v>104.791175842285</c:v>
                </c:pt>
                <c:pt idx="2672">
                  <c:v>104.791175842285</c:v>
                </c:pt>
                <c:pt idx="2673">
                  <c:v>104.791175842285</c:v>
                </c:pt>
                <c:pt idx="2674">
                  <c:v>104.791175842285</c:v>
                </c:pt>
                <c:pt idx="2675">
                  <c:v>104.791175842285</c:v>
                </c:pt>
                <c:pt idx="2676">
                  <c:v>104.791175842285</c:v>
                </c:pt>
                <c:pt idx="2677">
                  <c:v>104.791175842285</c:v>
                </c:pt>
                <c:pt idx="2678">
                  <c:v>104.791175842285</c:v>
                </c:pt>
                <c:pt idx="2679">
                  <c:v>104.791175842285</c:v>
                </c:pt>
                <c:pt idx="2680">
                  <c:v>104.791175842285</c:v>
                </c:pt>
                <c:pt idx="2681">
                  <c:v>104.791175842285</c:v>
                </c:pt>
                <c:pt idx="2682">
                  <c:v>104.791175842285</c:v>
                </c:pt>
                <c:pt idx="2683">
                  <c:v>104.791175842285</c:v>
                </c:pt>
                <c:pt idx="2684">
                  <c:v>104.791175842285</c:v>
                </c:pt>
                <c:pt idx="2685">
                  <c:v>104.791175842285</c:v>
                </c:pt>
                <c:pt idx="2686">
                  <c:v>104.791175842285</c:v>
                </c:pt>
                <c:pt idx="2687">
                  <c:v>104.791175842285</c:v>
                </c:pt>
                <c:pt idx="2688">
                  <c:v>104.791175842285</c:v>
                </c:pt>
                <c:pt idx="2689">
                  <c:v>104.791175842285</c:v>
                </c:pt>
                <c:pt idx="2690">
                  <c:v>104.791175842285</c:v>
                </c:pt>
                <c:pt idx="2691">
                  <c:v>104.791175842285</c:v>
                </c:pt>
                <c:pt idx="2692">
                  <c:v>104.791175842285</c:v>
                </c:pt>
                <c:pt idx="2693">
                  <c:v>104.791175842285</c:v>
                </c:pt>
                <c:pt idx="2694">
                  <c:v>104.791175842285</c:v>
                </c:pt>
                <c:pt idx="2695">
                  <c:v>104.791175842285</c:v>
                </c:pt>
                <c:pt idx="2696">
                  <c:v>104.791175842285</c:v>
                </c:pt>
                <c:pt idx="2697">
                  <c:v>104.791175842285</c:v>
                </c:pt>
                <c:pt idx="2698">
                  <c:v>104.791175842285</c:v>
                </c:pt>
                <c:pt idx="2699">
                  <c:v>104.791175842285</c:v>
                </c:pt>
                <c:pt idx="2700">
                  <c:v>104.791175842285</c:v>
                </c:pt>
                <c:pt idx="2701">
                  <c:v>104.791175842285</c:v>
                </c:pt>
                <c:pt idx="2702">
                  <c:v>104.791175842285</c:v>
                </c:pt>
                <c:pt idx="2703">
                  <c:v>104.791175842285</c:v>
                </c:pt>
                <c:pt idx="2704">
                  <c:v>104.791175842285</c:v>
                </c:pt>
                <c:pt idx="2705">
                  <c:v>104.791175842285</c:v>
                </c:pt>
                <c:pt idx="2706">
                  <c:v>104.791175842285</c:v>
                </c:pt>
                <c:pt idx="2707">
                  <c:v>104.791175842285</c:v>
                </c:pt>
                <c:pt idx="2708">
                  <c:v>104.791175842285</c:v>
                </c:pt>
                <c:pt idx="2709">
                  <c:v>104.791175842285</c:v>
                </c:pt>
                <c:pt idx="2710">
                  <c:v>104.791175842285</c:v>
                </c:pt>
                <c:pt idx="2711">
                  <c:v>104.791175842285</c:v>
                </c:pt>
                <c:pt idx="2712">
                  <c:v>104.791175842285</c:v>
                </c:pt>
                <c:pt idx="2713">
                  <c:v>104.791175842285</c:v>
                </c:pt>
                <c:pt idx="2714">
                  <c:v>104.791175842285</c:v>
                </c:pt>
                <c:pt idx="2715">
                  <c:v>104.791175842285</c:v>
                </c:pt>
                <c:pt idx="2716">
                  <c:v>104.791175842285</c:v>
                </c:pt>
                <c:pt idx="2717">
                  <c:v>104.791175842285</c:v>
                </c:pt>
                <c:pt idx="2718">
                  <c:v>104.791175842285</c:v>
                </c:pt>
                <c:pt idx="2719">
                  <c:v>104.791175842285</c:v>
                </c:pt>
                <c:pt idx="2720">
                  <c:v>104.791175842285</c:v>
                </c:pt>
                <c:pt idx="2721">
                  <c:v>104.791175842285</c:v>
                </c:pt>
                <c:pt idx="2722">
                  <c:v>104.791175842285</c:v>
                </c:pt>
                <c:pt idx="2723">
                  <c:v>104.78091430664099</c:v>
                </c:pt>
                <c:pt idx="2724">
                  <c:v>104.694229125977</c:v>
                </c:pt>
                <c:pt idx="2725">
                  <c:v>104.61810302734401</c:v>
                </c:pt>
                <c:pt idx="2726">
                  <c:v>104.45061492919901</c:v>
                </c:pt>
                <c:pt idx="2727">
                  <c:v>104.27214813232401</c:v>
                </c:pt>
                <c:pt idx="2728">
                  <c:v>104.11262512207</c:v>
                </c:pt>
                <c:pt idx="2729">
                  <c:v>103.840225219727</c:v>
                </c:pt>
                <c:pt idx="2730">
                  <c:v>103.65940856933599</c:v>
                </c:pt>
                <c:pt idx="2731">
                  <c:v>103.453559875488</c:v>
                </c:pt>
                <c:pt idx="2732">
                  <c:v>103.29542541503901</c:v>
                </c:pt>
                <c:pt idx="2733">
                  <c:v>103.086906433105</c:v>
                </c:pt>
                <c:pt idx="2734">
                  <c:v>102.95077514648401</c:v>
                </c:pt>
                <c:pt idx="2735">
                  <c:v>102.678192138672</c:v>
                </c:pt>
                <c:pt idx="2736">
                  <c:v>102.34865570068401</c:v>
                </c:pt>
                <c:pt idx="2737">
                  <c:v>102.10765838623</c:v>
                </c:pt>
                <c:pt idx="2738">
                  <c:v>101.88981628418</c:v>
                </c:pt>
                <c:pt idx="2739">
                  <c:v>101.73911285400401</c:v>
                </c:pt>
                <c:pt idx="2740">
                  <c:v>101.651573181152</c:v>
                </c:pt>
                <c:pt idx="2741">
                  <c:v>101.50552368164099</c:v>
                </c:pt>
                <c:pt idx="2742">
                  <c:v>101.20928955078099</c:v>
                </c:pt>
                <c:pt idx="2743">
                  <c:v>101.019248962402</c:v>
                </c:pt>
                <c:pt idx="2744">
                  <c:v>100.78752899169901</c:v>
                </c:pt>
                <c:pt idx="2745">
                  <c:v>100.579971313477</c:v>
                </c:pt>
                <c:pt idx="2746">
                  <c:v>100.33684539794901</c:v>
                </c:pt>
                <c:pt idx="2747">
                  <c:v>100.143936157227</c:v>
                </c:pt>
                <c:pt idx="2748">
                  <c:v>99.978935241699205</c:v>
                </c:pt>
                <c:pt idx="2749">
                  <c:v>99.811347961425795</c:v>
                </c:pt>
                <c:pt idx="2750">
                  <c:v>99.247329711914105</c:v>
                </c:pt>
                <c:pt idx="2751">
                  <c:v>98.770698547363295</c:v>
                </c:pt>
                <c:pt idx="2752">
                  <c:v>98.520919799804702</c:v>
                </c:pt>
                <c:pt idx="2753">
                  <c:v>98.405403137207003</c:v>
                </c:pt>
                <c:pt idx="2754">
                  <c:v>98.335250854492202</c:v>
                </c:pt>
                <c:pt idx="2755">
                  <c:v>98.297302246093807</c:v>
                </c:pt>
                <c:pt idx="2756">
                  <c:v>98.276359558105497</c:v>
                </c:pt>
                <c:pt idx="2757">
                  <c:v>98.238594055175795</c:v>
                </c:pt>
                <c:pt idx="2758">
                  <c:v>98.161727905273395</c:v>
                </c:pt>
                <c:pt idx="2759">
                  <c:v>98.0599365234375</c:v>
                </c:pt>
                <c:pt idx="2760">
                  <c:v>97.959289550781307</c:v>
                </c:pt>
                <c:pt idx="2761">
                  <c:v>97.787513732910199</c:v>
                </c:pt>
                <c:pt idx="2762">
                  <c:v>97.661964416503906</c:v>
                </c:pt>
                <c:pt idx="2763">
                  <c:v>97.540107727050795</c:v>
                </c:pt>
                <c:pt idx="2764">
                  <c:v>97.374046325683594</c:v>
                </c:pt>
                <c:pt idx="2765">
                  <c:v>97.169692993164105</c:v>
                </c:pt>
                <c:pt idx="2766">
                  <c:v>97.014427185058594</c:v>
                </c:pt>
                <c:pt idx="2767">
                  <c:v>96.900619506835895</c:v>
                </c:pt>
                <c:pt idx="2768">
                  <c:v>96.827888488769503</c:v>
                </c:pt>
                <c:pt idx="2769">
                  <c:v>96.747856140136705</c:v>
                </c:pt>
                <c:pt idx="2770">
                  <c:v>96.669975280761705</c:v>
                </c:pt>
                <c:pt idx="2771">
                  <c:v>96.461135864257798</c:v>
                </c:pt>
                <c:pt idx="2772">
                  <c:v>96.286964416503906</c:v>
                </c:pt>
                <c:pt idx="2773">
                  <c:v>96.110954284667997</c:v>
                </c:pt>
                <c:pt idx="2774">
                  <c:v>95.902305603027301</c:v>
                </c:pt>
                <c:pt idx="2775">
                  <c:v>95.680755615234403</c:v>
                </c:pt>
                <c:pt idx="2776">
                  <c:v>95.516700744628906</c:v>
                </c:pt>
                <c:pt idx="2777">
                  <c:v>95.343978881835895</c:v>
                </c:pt>
                <c:pt idx="2778">
                  <c:v>95.232177734375</c:v>
                </c:pt>
                <c:pt idx="2779">
                  <c:v>95.146530151367202</c:v>
                </c:pt>
                <c:pt idx="2780">
                  <c:v>95.100532531738295</c:v>
                </c:pt>
                <c:pt idx="2781">
                  <c:v>95.071762084960895</c:v>
                </c:pt>
                <c:pt idx="2782">
                  <c:v>95.056976318359403</c:v>
                </c:pt>
                <c:pt idx="2783">
                  <c:v>95.001930236816406</c:v>
                </c:pt>
                <c:pt idx="2784">
                  <c:v>94.985458374023395</c:v>
                </c:pt>
                <c:pt idx="2785">
                  <c:v>94.748855590820298</c:v>
                </c:pt>
                <c:pt idx="2786">
                  <c:v>94.464691162109403</c:v>
                </c:pt>
                <c:pt idx="2787">
                  <c:v>94.254981994628906</c:v>
                </c:pt>
                <c:pt idx="2788">
                  <c:v>94.000022888183594</c:v>
                </c:pt>
                <c:pt idx="2789">
                  <c:v>93.771514892578097</c:v>
                </c:pt>
                <c:pt idx="2790">
                  <c:v>93.600547790527301</c:v>
                </c:pt>
                <c:pt idx="2791">
                  <c:v>93.493476867675795</c:v>
                </c:pt>
                <c:pt idx="2792">
                  <c:v>93.410064697265597</c:v>
                </c:pt>
                <c:pt idx="2793">
                  <c:v>93.333053588867202</c:v>
                </c:pt>
                <c:pt idx="2794">
                  <c:v>93.199966430664105</c:v>
                </c:pt>
                <c:pt idx="2795">
                  <c:v>92.978019714355497</c:v>
                </c:pt>
                <c:pt idx="2796">
                  <c:v>92.845611572265597</c:v>
                </c:pt>
                <c:pt idx="2797">
                  <c:v>92.693870544433594</c:v>
                </c:pt>
                <c:pt idx="2798">
                  <c:v>92.597122192382798</c:v>
                </c:pt>
                <c:pt idx="2799">
                  <c:v>92.506950378417997</c:v>
                </c:pt>
                <c:pt idx="2800">
                  <c:v>92.393074035644503</c:v>
                </c:pt>
                <c:pt idx="2801">
                  <c:v>92.284866333007798</c:v>
                </c:pt>
                <c:pt idx="2802">
                  <c:v>92.203598022460895</c:v>
                </c:pt>
                <c:pt idx="2803">
                  <c:v>92.123489379882798</c:v>
                </c:pt>
                <c:pt idx="2804">
                  <c:v>92.004737854003906</c:v>
                </c:pt>
                <c:pt idx="2805">
                  <c:v>91.915359497070298</c:v>
                </c:pt>
                <c:pt idx="2806">
                  <c:v>91.848274230957003</c:v>
                </c:pt>
                <c:pt idx="2807">
                  <c:v>91.774971008300795</c:v>
                </c:pt>
                <c:pt idx="2808">
                  <c:v>91.700721740722699</c:v>
                </c:pt>
                <c:pt idx="2809">
                  <c:v>91.623985290527301</c:v>
                </c:pt>
                <c:pt idx="2810">
                  <c:v>91.464920043945298</c:v>
                </c:pt>
                <c:pt idx="2811">
                  <c:v>91.298919677734403</c:v>
                </c:pt>
                <c:pt idx="2812">
                  <c:v>91.179328918457003</c:v>
                </c:pt>
                <c:pt idx="2813">
                  <c:v>91.071083068847699</c:v>
                </c:pt>
                <c:pt idx="2814">
                  <c:v>90.958732604980497</c:v>
                </c:pt>
                <c:pt idx="2815">
                  <c:v>90.836357116699205</c:v>
                </c:pt>
                <c:pt idx="2816">
                  <c:v>90.764625549316406</c:v>
                </c:pt>
                <c:pt idx="2817">
                  <c:v>90.684959411621094</c:v>
                </c:pt>
                <c:pt idx="2818">
                  <c:v>90.521751403808594</c:v>
                </c:pt>
                <c:pt idx="2819">
                  <c:v>90.401931762695298</c:v>
                </c:pt>
                <c:pt idx="2820">
                  <c:v>90.2911376953125</c:v>
                </c:pt>
                <c:pt idx="2821">
                  <c:v>90.225685119628906</c:v>
                </c:pt>
                <c:pt idx="2822">
                  <c:v>90.184173583984403</c:v>
                </c:pt>
                <c:pt idx="2823">
                  <c:v>90.109016418457003</c:v>
                </c:pt>
                <c:pt idx="2824">
                  <c:v>90.034187316894503</c:v>
                </c:pt>
                <c:pt idx="2825">
                  <c:v>89.934783935546903</c:v>
                </c:pt>
                <c:pt idx="2826">
                  <c:v>89.738067626953097</c:v>
                </c:pt>
                <c:pt idx="2827">
                  <c:v>89.580741882324205</c:v>
                </c:pt>
                <c:pt idx="2828">
                  <c:v>89.433807373046903</c:v>
                </c:pt>
                <c:pt idx="2829">
                  <c:v>89.301261901855497</c:v>
                </c:pt>
                <c:pt idx="2830">
                  <c:v>89.217681884765597</c:v>
                </c:pt>
                <c:pt idx="2831">
                  <c:v>89.128196716308594</c:v>
                </c:pt>
                <c:pt idx="2832">
                  <c:v>89.022903442382798</c:v>
                </c:pt>
                <c:pt idx="2833">
                  <c:v>88.900939941406307</c:v>
                </c:pt>
                <c:pt idx="2834">
                  <c:v>88.788185119628906</c:v>
                </c:pt>
                <c:pt idx="2835">
                  <c:v>88.689353942871094</c:v>
                </c:pt>
                <c:pt idx="2836">
                  <c:v>88.625778198242202</c:v>
                </c:pt>
                <c:pt idx="2837">
                  <c:v>88.573181152343807</c:v>
                </c:pt>
                <c:pt idx="2838">
                  <c:v>88.545082092285199</c:v>
                </c:pt>
                <c:pt idx="2839">
                  <c:v>88.527565002441406</c:v>
                </c:pt>
                <c:pt idx="2840">
                  <c:v>88.457893371582003</c:v>
                </c:pt>
                <c:pt idx="2841">
                  <c:v>88.330253601074205</c:v>
                </c:pt>
                <c:pt idx="2842">
                  <c:v>88.251708984375</c:v>
                </c:pt>
                <c:pt idx="2843">
                  <c:v>88.138839721679702</c:v>
                </c:pt>
                <c:pt idx="2844">
                  <c:v>88.005767822265597</c:v>
                </c:pt>
                <c:pt idx="2845">
                  <c:v>87.861747741699205</c:v>
                </c:pt>
                <c:pt idx="2846">
                  <c:v>87.788116455078097</c:v>
                </c:pt>
                <c:pt idx="2847">
                  <c:v>87.721450805664105</c:v>
                </c:pt>
                <c:pt idx="2848">
                  <c:v>87.614204406738295</c:v>
                </c:pt>
                <c:pt idx="2849">
                  <c:v>87.483985900878906</c:v>
                </c:pt>
                <c:pt idx="2850">
                  <c:v>87.319938659667997</c:v>
                </c:pt>
                <c:pt idx="2851">
                  <c:v>87.117698669433594</c:v>
                </c:pt>
                <c:pt idx="2852">
                  <c:v>86.977508544921903</c:v>
                </c:pt>
                <c:pt idx="2853">
                  <c:v>86.905418395996094</c:v>
                </c:pt>
                <c:pt idx="2854">
                  <c:v>86.866172790527301</c:v>
                </c:pt>
                <c:pt idx="2855">
                  <c:v>86.832328796386705</c:v>
                </c:pt>
                <c:pt idx="2856">
                  <c:v>86.808982849121094</c:v>
                </c:pt>
                <c:pt idx="2857">
                  <c:v>86.689880371093807</c:v>
                </c:pt>
                <c:pt idx="2858">
                  <c:v>86.553092956542997</c:v>
                </c:pt>
                <c:pt idx="2859">
                  <c:v>86.468444824218807</c:v>
                </c:pt>
                <c:pt idx="2860">
                  <c:v>86.4356689453125</c:v>
                </c:pt>
                <c:pt idx="2861">
                  <c:v>86.258674621582003</c:v>
                </c:pt>
                <c:pt idx="2862">
                  <c:v>86.135406494140597</c:v>
                </c:pt>
                <c:pt idx="2863">
                  <c:v>86.059295654296903</c:v>
                </c:pt>
                <c:pt idx="2864">
                  <c:v>86.033241271972699</c:v>
                </c:pt>
                <c:pt idx="2865">
                  <c:v>85.995872497558594</c:v>
                </c:pt>
                <c:pt idx="2866">
                  <c:v>85.902320861816406</c:v>
                </c:pt>
                <c:pt idx="2867">
                  <c:v>85.715576171875</c:v>
                </c:pt>
                <c:pt idx="2868">
                  <c:v>85.541267395019503</c:v>
                </c:pt>
                <c:pt idx="2869">
                  <c:v>85.408584594726605</c:v>
                </c:pt>
                <c:pt idx="2870">
                  <c:v>85.350242614746094</c:v>
                </c:pt>
                <c:pt idx="2871">
                  <c:v>85.278625488281307</c:v>
                </c:pt>
                <c:pt idx="2872">
                  <c:v>85.234405517578097</c:v>
                </c:pt>
                <c:pt idx="2873">
                  <c:v>85.215652465820298</c:v>
                </c:pt>
                <c:pt idx="2874">
                  <c:v>85.202674865722699</c:v>
                </c:pt>
                <c:pt idx="2875">
                  <c:v>85.165328979492202</c:v>
                </c:pt>
                <c:pt idx="2876">
                  <c:v>85.090492248535199</c:v>
                </c:pt>
                <c:pt idx="2877">
                  <c:v>85.104415893554702</c:v>
                </c:pt>
                <c:pt idx="2878">
                  <c:v>85.104393005371094</c:v>
                </c:pt>
                <c:pt idx="2879">
                  <c:v>85.039627075195298</c:v>
                </c:pt>
                <c:pt idx="2880">
                  <c:v>84.997283935546903</c:v>
                </c:pt>
                <c:pt idx="2881">
                  <c:v>84.905364990234403</c:v>
                </c:pt>
                <c:pt idx="2882">
                  <c:v>84.856887817382798</c:v>
                </c:pt>
                <c:pt idx="2883">
                  <c:v>84.806175231933594</c:v>
                </c:pt>
                <c:pt idx="2884">
                  <c:v>84.703826904296903</c:v>
                </c:pt>
                <c:pt idx="2885">
                  <c:v>84.650688171386705</c:v>
                </c:pt>
                <c:pt idx="2886">
                  <c:v>84.605918884277301</c:v>
                </c:pt>
                <c:pt idx="2887">
                  <c:v>84.528976440429702</c:v>
                </c:pt>
                <c:pt idx="2888">
                  <c:v>84.482490539550795</c:v>
                </c:pt>
                <c:pt idx="2889">
                  <c:v>84.421859741210895</c:v>
                </c:pt>
                <c:pt idx="2890">
                  <c:v>84.328086853027301</c:v>
                </c:pt>
                <c:pt idx="2891">
                  <c:v>84.202285766601605</c:v>
                </c:pt>
                <c:pt idx="2892">
                  <c:v>84.079391479492202</c:v>
                </c:pt>
                <c:pt idx="2893">
                  <c:v>84.047264099121094</c:v>
                </c:pt>
                <c:pt idx="2894">
                  <c:v>83.981384277343807</c:v>
                </c:pt>
                <c:pt idx="2895">
                  <c:v>83.899330139160199</c:v>
                </c:pt>
                <c:pt idx="2896">
                  <c:v>83.811134338378906</c:v>
                </c:pt>
                <c:pt idx="2897">
                  <c:v>83.742538452148395</c:v>
                </c:pt>
                <c:pt idx="2898">
                  <c:v>83.688148498535199</c:v>
                </c:pt>
                <c:pt idx="2899">
                  <c:v>83.661994934082003</c:v>
                </c:pt>
                <c:pt idx="2900">
                  <c:v>83.643539428710895</c:v>
                </c:pt>
                <c:pt idx="2901">
                  <c:v>83.626296997070298</c:v>
                </c:pt>
                <c:pt idx="2902">
                  <c:v>83.582077026367202</c:v>
                </c:pt>
                <c:pt idx="2903">
                  <c:v>83.560043334960895</c:v>
                </c:pt>
                <c:pt idx="2904">
                  <c:v>83.501495361328097</c:v>
                </c:pt>
                <c:pt idx="2905">
                  <c:v>83.419105529785199</c:v>
                </c:pt>
                <c:pt idx="2906">
                  <c:v>83.239547729492202</c:v>
                </c:pt>
                <c:pt idx="2907">
                  <c:v>83.185317993164105</c:v>
                </c:pt>
                <c:pt idx="2908">
                  <c:v>83.047897338867202</c:v>
                </c:pt>
                <c:pt idx="2909">
                  <c:v>82.940338134765597</c:v>
                </c:pt>
                <c:pt idx="2910">
                  <c:v>82.905052185058594</c:v>
                </c:pt>
                <c:pt idx="2911">
                  <c:v>82.846458435058594</c:v>
                </c:pt>
                <c:pt idx="2912">
                  <c:v>82.783866882324205</c:v>
                </c:pt>
                <c:pt idx="2913">
                  <c:v>82.755638122558594</c:v>
                </c:pt>
                <c:pt idx="2914">
                  <c:v>82.616592407226605</c:v>
                </c:pt>
                <c:pt idx="2915">
                  <c:v>82.501571655273395</c:v>
                </c:pt>
                <c:pt idx="2916">
                  <c:v>82.441429138183594</c:v>
                </c:pt>
                <c:pt idx="2917">
                  <c:v>82.373779296875</c:v>
                </c:pt>
                <c:pt idx="2918">
                  <c:v>82.313591003417997</c:v>
                </c:pt>
                <c:pt idx="2919">
                  <c:v>82.269058227539105</c:v>
                </c:pt>
                <c:pt idx="2920">
                  <c:v>82.200592041015597</c:v>
                </c:pt>
                <c:pt idx="2921">
                  <c:v>82.143722534179702</c:v>
                </c:pt>
                <c:pt idx="2922">
                  <c:v>82.115341186523395</c:v>
                </c:pt>
                <c:pt idx="2923">
                  <c:v>82.076156616210895</c:v>
                </c:pt>
                <c:pt idx="2924">
                  <c:v>82.013519287109403</c:v>
                </c:pt>
                <c:pt idx="2925">
                  <c:v>81.984664916992202</c:v>
                </c:pt>
                <c:pt idx="2926">
                  <c:v>81.963470458984403</c:v>
                </c:pt>
                <c:pt idx="2927">
                  <c:v>81.938568115234403</c:v>
                </c:pt>
                <c:pt idx="2928">
                  <c:v>81.921478271484403</c:v>
                </c:pt>
                <c:pt idx="2929">
                  <c:v>81.850669860839801</c:v>
                </c:pt>
                <c:pt idx="2930">
                  <c:v>81.723480224609403</c:v>
                </c:pt>
                <c:pt idx="2931">
                  <c:v>81.657852172851605</c:v>
                </c:pt>
                <c:pt idx="2932">
                  <c:v>81.56884765625</c:v>
                </c:pt>
                <c:pt idx="2933">
                  <c:v>81.504890441894503</c:v>
                </c:pt>
                <c:pt idx="2934">
                  <c:v>81.462791442871094</c:v>
                </c:pt>
                <c:pt idx="2935">
                  <c:v>81.428794860839801</c:v>
                </c:pt>
                <c:pt idx="2936">
                  <c:v>81.331398010253906</c:v>
                </c:pt>
                <c:pt idx="2937">
                  <c:v>81.275436401367202</c:v>
                </c:pt>
                <c:pt idx="2938">
                  <c:v>81.226104736328097</c:v>
                </c:pt>
                <c:pt idx="2939">
                  <c:v>81.140556335449205</c:v>
                </c:pt>
                <c:pt idx="2940">
                  <c:v>81.080886840820298</c:v>
                </c:pt>
                <c:pt idx="2941">
                  <c:v>81.045349121093807</c:v>
                </c:pt>
                <c:pt idx="2942">
                  <c:v>80.993721008300795</c:v>
                </c:pt>
                <c:pt idx="2943">
                  <c:v>80.8118896484375</c:v>
                </c:pt>
                <c:pt idx="2944">
                  <c:v>80.747131347656307</c:v>
                </c:pt>
                <c:pt idx="2945">
                  <c:v>80.644538879394503</c:v>
                </c:pt>
                <c:pt idx="2946">
                  <c:v>80.48046875</c:v>
                </c:pt>
                <c:pt idx="2947">
                  <c:v>80.411430358886705</c:v>
                </c:pt>
                <c:pt idx="2948">
                  <c:v>80.389083862304702</c:v>
                </c:pt>
                <c:pt idx="2949">
                  <c:v>80.340438842773395</c:v>
                </c:pt>
                <c:pt idx="2950">
                  <c:v>80.314178466796903</c:v>
                </c:pt>
                <c:pt idx="2951">
                  <c:v>80.29443359375</c:v>
                </c:pt>
                <c:pt idx="2952">
                  <c:v>80.260993957519503</c:v>
                </c:pt>
                <c:pt idx="2953">
                  <c:v>80.236663818359403</c:v>
                </c:pt>
                <c:pt idx="2954">
                  <c:v>80.223175048828097</c:v>
                </c:pt>
                <c:pt idx="2955">
                  <c:v>80.207328796386705</c:v>
                </c:pt>
                <c:pt idx="2956">
                  <c:v>80.188133239746094</c:v>
                </c:pt>
                <c:pt idx="2957">
                  <c:v>80.1590576171875</c:v>
                </c:pt>
                <c:pt idx="2958">
                  <c:v>80.124214172363295</c:v>
                </c:pt>
                <c:pt idx="2959">
                  <c:v>80.073074340820298</c:v>
                </c:pt>
                <c:pt idx="2960">
                  <c:v>79.914207458496094</c:v>
                </c:pt>
                <c:pt idx="2961">
                  <c:v>79.819808959960895</c:v>
                </c:pt>
                <c:pt idx="2962">
                  <c:v>79.701652526855497</c:v>
                </c:pt>
                <c:pt idx="2963">
                  <c:v>79.600395202636705</c:v>
                </c:pt>
                <c:pt idx="2964">
                  <c:v>79.553421020507798</c:v>
                </c:pt>
                <c:pt idx="2965">
                  <c:v>79.525939941406307</c:v>
                </c:pt>
                <c:pt idx="2966">
                  <c:v>79.510040283203097</c:v>
                </c:pt>
                <c:pt idx="2967">
                  <c:v>79.479240417480497</c:v>
                </c:pt>
                <c:pt idx="2968">
                  <c:v>79.456985473632798</c:v>
                </c:pt>
                <c:pt idx="2969">
                  <c:v>79.468025207519503</c:v>
                </c:pt>
                <c:pt idx="2970">
                  <c:v>79.456077575683594</c:v>
                </c:pt>
                <c:pt idx="2971">
                  <c:v>79.447814941406307</c:v>
                </c:pt>
                <c:pt idx="2972">
                  <c:v>79.400833129882798</c:v>
                </c:pt>
                <c:pt idx="2973">
                  <c:v>79.322204589843807</c:v>
                </c:pt>
                <c:pt idx="2974">
                  <c:v>79.231895446777301</c:v>
                </c:pt>
                <c:pt idx="2975">
                  <c:v>79.136634826660199</c:v>
                </c:pt>
                <c:pt idx="2976">
                  <c:v>79.076393127441406</c:v>
                </c:pt>
                <c:pt idx="2977">
                  <c:v>79.046241760253906</c:v>
                </c:pt>
                <c:pt idx="2978">
                  <c:v>79.014297485351605</c:v>
                </c:pt>
                <c:pt idx="2979">
                  <c:v>79.009017944335895</c:v>
                </c:pt>
                <c:pt idx="2980">
                  <c:v>78.944175720214801</c:v>
                </c:pt>
                <c:pt idx="2981">
                  <c:v>78.901657104492202</c:v>
                </c:pt>
                <c:pt idx="2982">
                  <c:v>78.865493774414105</c:v>
                </c:pt>
                <c:pt idx="2983">
                  <c:v>78.806976318359403</c:v>
                </c:pt>
                <c:pt idx="2984">
                  <c:v>78.775604248046903</c:v>
                </c:pt>
                <c:pt idx="2985">
                  <c:v>78.766288757324205</c:v>
                </c:pt>
                <c:pt idx="2986">
                  <c:v>78.757583618164105</c:v>
                </c:pt>
                <c:pt idx="2987">
                  <c:v>78.736862182617202</c:v>
                </c:pt>
                <c:pt idx="2988">
                  <c:v>78.725013732910199</c:v>
                </c:pt>
                <c:pt idx="2989">
                  <c:v>78.716087341308594</c:v>
                </c:pt>
                <c:pt idx="2990">
                  <c:v>78.714881896972699</c:v>
                </c:pt>
                <c:pt idx="2991">
                  <c:v>78.711730957031307</c:v>
                </c:pt>
                <c:pt idx="2992">
                  <c:v>78.710037231445298</c:v>
                </c:pt>
                <c:pt idx="2993">
                  <c:v>78.712203979492202</c:v>
                </c:pt>
                <c:pt idx="2994">
                  <c:v>78.711097717285199</c:v>
                </c:pt>
                <c:pt idx="2995">
                  <c:v>78.710166931152301</c:v>
                </c:pt>
                <c:pt idx="2996">
                  <c:v>78.708465576171903</c:v>
                </c:pt>
                <c:pt idx="2997">
                  <c:v>78.707588195800795</c:v>
                </c:pt>
                <c:pt idx="2998">
                  <c:v>78.707138061523395</c:v>
                </c:pt>
                <c:pt idx="2999">
                  <c:v>78.707336425781307</c:v>
                </c:pt>
                <c:pt idx="3000">
                  <c:v>78.7073974609375</c:v>
                </c:pt>
                <c:pt idx="3001">
                  <c:v>78.707038879394503</c:v>
                </c:pt>
                <c:pt idx="3002">
                  <c:v>78.706855773925795</c:v>
                </c:pt>
                <c:pt idx="3003">
                  <c:v>78.706764221191406</c:v>
                </c:pt>
                <c:pt idx="3004">
                  <c:v>78.706718444824205</c:v>
                </c:pt>
                <c:pt idx="3005">
                  <c:v>78.706687927246094</c:v>
                </c:pt>
                <c:pt idx="3006">
                  <c:v>78.706680297851605</c:v>
                </c:pt>
                <c:pt idx="3007">
                  <c:v>78.706672668457003</c:v>
                </c:pt>
                <c:pt idx="3008">
                  <c:v>78.7066650390625</c:v>
                </c:pt>
                <c:pt idx="3009">
                  <c:v>78.7066650390625</c:v>
                </c:pt>
                <c:pt idx="3010">
                  <c:v>78.7066650390625</c:v>
                </c:pt>
                <c:pt idx="3011">
                  <c:v>78.7066650390625</c:v>
                </c:pt>
                <c:pt idx="3012">
                  <c:v>78.7066650390625</c:v>
                </c:pt>
                <c:pt idx="3013">
                  <c:v>78.7066650390625</c:v>
                </c:pt>
                <c:pt idx="3014">
                  <c:v>78.666053771972699</c:v>
                </c:pt>
                <c:pt idx="3015">
                  <c:v>78.632827758789105</c:v>
                </c:pt>
                <c:pt idx="3016">
                  <c:v>78.642784118652301</c:v>
                </c:pt>
                <c:pt idx="3017">
                  <c:v>78.621315002441406</c:v>
                </c:pt>
                <c:pt idx="3018">
                  <c:v>78.584320068359403</c:v>
                </c:pt>
                <c:pt idx="3019">
                  <c:v>78.512275695800795</c:v>
                </c:pt>
                <c:pt idx="3020">
                  <c:v>78.448333740234403</c:v>
                </c:pt>
                <c:pt idx="3021">
                  <c:v>78.254859924316406</c:v>
                </c:pt>
                <c:pt idx="3022">
                  <c:v>78.165489196777301</c:v>
                </c:pt>
                <c:pt idx="3023">
                  <c:v>78.081047058105497</c:v>
                </c:pt>
                <c:pt idx="3024">
                  <c:v>77.685165405273395</c:v>
                </c:pt>
                <c:pt idx="3025">
                  <c:v>77.497329711914105</c:v>
                </c:pt>
                <c:pt idx="3026">
                  <c:v>77.507766723632798</c:v>
                </c:pt>
                <c:pt idx="3027">
                  <c:v>77.488334655761705</c:v>
                </c:pt>
                <c:pt idx="3028">
                  <c:v>77.283340454101605</c:v>
                </c:pt>
                <c:pt idx="3029">
                  <c:v>77.208282470703097</c:v>
                </c:pt>
                <c:pt idx="3030">
                  <c:v>77.256034851074205</c:v>
                </c:pt>
                <c:pt idx="3031">
                  <c:v>77.220039367675795</c:v>
                </c:pt>
                <c:pt idx="3032">
                  <c:v>77.152526855468807</c:v>
                </c:pt>
                <c:pt idx="3033">
                  <c:v>77.113937377929702</c:v>
                </c:pt>
                <c:pt idx="3034">
                  <c:v>77.094108581542997</c:v>
                </c:pt>
                <c:pt idx="3035">
                  <c:v>77.074150085449205</c:v>
                </c:pt>
                <c:pt idx="3036">
                  <c:v>77.055450439453097</c:v>
                </c:pt>
                <c:pt idx="3037">
                  <c:v>76.999221801757798</c:v>
                </c:pt>
                <c:pt idx="3038">
                  <c:v>76.909263610839801</c:v>
                </c:pt>
                <c:pt idx="3039">
                  <c:v>76.866523742675795</c:v>
                </c:pt>
                <c:pt idx="3040">
                  <c:v>76.858573913574205</c:v>
                </c:pt>
                <c:pt idx="3041">
                  <c:v>76.815124511718807</c:v>
                </c:pt>
                <c:pt idx="3042">
                  <c:v>76.763816833496094</c:v>
                </c:pt>
                <c:pt idx="3043">
                  <c:v>76.708389282226605</c:v>
                </c:pt>
                <c:pt idx="3044">
                  <c:v>76.580886840820298</c:v>
                </c:pt>
                <c:pt idx="3045">
                  <c:v>76.482360839843807</c:v>
                </c:pt>
                <c:pt idx="3046">
                  <c:v>76.449638366699205</c:v>
                </c:pt>
                <c:pt idx="3047">
                  <c:v>76.388839721679702</c:v>
                </c:pt>
                <c:pt idx="3048">
                  <c:v>76.301284790039105</c:v>
                </c:pt>
                <c:pt idx="3049">
                  <c:v>76.241531372070298</c:v>
                </c:pt>
                <c:pt idx="3050">
                  <c:v>76.218841552734403</c:v>
                </c:pt>
                <c:pt idx="3051">
                  <c:v>76.206550598144503</c:v>
                </c:pt>
                <c:pt idx="3052">
                  <c:v>76.178756713867202</c:v>
                </c:pt>
                <c:pt idx="3053">
                  <c:v>76.1881103515625</c:v>
                </c:pt>
                <c:pt idx="3054">
                  <c:v>76.173530578613295</c:v>
                </c:pt>
                <c:pt idx="3055">
                  <c:v>76.060127258300795</c:v>
                </c:pt>
                <c:pt idx="3056">
                  <c:v>76.006622314453097</c:v>
                </c:pt>
                <c:pt idx="3057">
                  <c:v>75.981826782226605</c:v>
                </c:pt>
                <c:pt idx="3058">
                  <c:v>75.939880371093807</c:v>
                </c:pt>
                <c:pt idx="3059">
                  <c:v>75.884429931640597</c:v>
                </c:pt>
                <c:pt idx="3060">
                  <c:v>75.835632324218807</c:v>
                </c:pt>
                <c:pt idx="3061">
                  <c:v>75.796875</c:v>
                </c:pt>
                <c:pt idx="3062">
                  <c:v>75.792778015136705</c:v>
                </c:pt>
                <c:pt idx="3063">
                  <c:v>75.787521362304702</c:v>
                </c:pt>
                <c:pt idx="3064">
                  <c:v>75.777633666992202</c:v>
                </c:pt>
                <c:pt idx="3065">
                  <c:v>75.754913330078097</c:v>
                </c:pt>
                <c:pt idx="3066">
                  <c:v>75.732604980468807</c:v>
                </c:pt>
                <c:pt idx="3067">
                  <c:v>75.739715576171903</c:v>
                </c:pt>
                <c:pt idx="3068">
                  <c:v>75.688377380371094</c:v>
                </c:pt>
                <c:pt idx="3069">
                  <c:v>75.629692077636705</c:v>
                </c:pt>
                <c:pt idx="3070">
                  <c:v>75.596023559570298</c:v>
                </c:pt>
                <c:pt idx="3071">
                  <c:v>75.570289611816406</c:v>
                </c:pt>
                <c:pt idx="3072">
                  <c:v>75.567962646484403</c:v>
                </c:pt>
                <c:pt idx="3073">
                  <c:v>75.521636962890597</c:v>
                </c:pt>
                <c:pt idx="3074">
                  <c:v>75.494964599609403</c:v>
                </c:pt>
                <c:pt idx="3075">
                  <c:v>75.483627319335895</c:v>
                </c:pt>
                <c:pt idx="3076">
                  <c:v>75.476272583007798</c:v>
                </c:pt>
                <c:pt idx="3077">
                  <c:v>75.463699340820298</c:v>
                </c:pt>
                <c:pt idx="3078">
                  <c:v>75.452033996582003</c:v>
                </c:pt>
                <c:pt idx="3079">
                  <c:v>75.446037292480497</c:v>
                </c:pt>
                <c:pt idx="3080">
                  <c:v>75.442962646484403</c:v>
                </c:pt>
                <c:pt idx="3081">
                  <c:v>75.441383361816406</c:v>
                </c:pt>
                <c:pt idx="3082">
                  <c:v>75.441230773925795</c:v>
                </c:pt>
                <c:pt idx="3083">
                  <c:v>75.445465087890597</c:v>
                </c:pt>
                <c:pt idx="3084">
                  <c:v>75.446975708007798</c:v>
                </c:pt>
                <c:pt idx="3085">
                  <c:v>75.443664550781307</c:v>
                </c:pt>
                <c:pt idx="3086">
                  <c:v>75.430549621582003</c:v>
                </c:pt>
                <c:pt idx="3087">
                  <c:v>75.435012817382798</c:v>
                </c:pt>
                <c:pt idx="3088">
                  <c:v>75.437301635742202</c:v>
                </c:pt>
                <c:pt idx="3089">
                  <c:v>75.419486999511705</c:v>
                </c:pt>
                <c:pt idx="3090">
                  <c:v>75.410774230957003</c:v>
                </c:pt>
                <c:pt idx="3091">
                  <c:v>75.393020629882798</c:v>
                </c:pt>
                <c:pt idx="3092">
                  <c:v>75.4100341796875</c:v>
                </c:pt>
                <c:pt idx="3093">
                  <c:v>75.407516479492202</c:v>
                </c:pt>
                <c:pt idx="3094">
                  <c:v>75.369712829589801</c:v>
                </c:pt>
                <c:pt idx="3095">
                  <c:v>75.363563537597699</c:v>
                </c:pt>
                <c:pt idx="3096">
                  <c:v>75.310363769531307</c:v>
                </c:pt>
                <c:pt idx="3097">
                  <c:v>75.195983886718807</c:v>
                </c:pt>
                <c:pt idx="3098">
                  <c:v>75.139945983886705</c:v>
                </c:pt>
                <c:pt idx="3099">
                  <c:v>74.955574035644503</c:v>
                </c:pt>
                <c:pt idx="3100">
                  <c:v>74.871162414550795</c:v>
                </c:pt>
                <c:pt idx="3101">
                  <c:v>74.836860656738295</c:v>
                </c:pt>
                <c:pt idx="3102">
                  <c:v>74.830650329589801</c:v>
                </c:pt>
                <c:pt idx="3103">
                  <c:v>74.830085754394503</c:v>
                </c:pt>
                <c:pt idx="3104">
                  <c:v>74.848411560058594</c:v>
                </c:pt>
                <c:pt idx="3105">
                  <c:v>74.751693725585895</c:v>
                </c:pt>
                <c:pt idx="3106">
                  <c:v>74.735008239746094</c:v>
                </c:pt>
                <c:pt idx="3107">
                  <c:v>74.6883544921875</c:v>
                </c:pt>
                <c:pt idx="3108">
                  <c:v>74.659027099609403</c:v>
                </c:pt>
                <c:pt idx="3109">
                  <c:v>74.606163024902301</c:v>
                </c:pt>
                <c:pt idx="3110">
                  <c:v>74.552833557128906</c:v>
                </c:pt>
                <c:pt idx="3111">
                  <c:v>74.452507019042997</c:v>
                </c:pt>
                <c:pt idx="3112">
                  <c:v>74.329559326171903</c:v>
                </c:pt>
                <c:pt idx="3113">
                  <c:v>74.290847778320298</c:v>
                </c:pt>
                <c:pt idx="3114">
                  <c:v>74.304969787597699</c:v>
                </c:pt>
                <c:pt idx="3115">
                  <c:v>74.279144287109403</c:v>
                </c:pt>
                <c:pt idx="3116">
                  <c:v>74.322013854980497</c:v>
                </c:pt>
                <c:pt idx="3117">
                  <c:v>74.314422607421903</c:v>
                </c:pt>
                <c:pt idx="3118">
                  <c:v>74.234016418457003</c:v>
                </c:pt>
                <c:pt idx="3119">
                  <c:v>74.289093017578097</c:v>
                </c:pt>
                <c:pt idx="3120">
                  <c:v>74.180953979492202</c:v>
                </c:pt>
                <c:pt idx="3121">
                  <c:v>74.014442443847699</c:v>
                </c:pt>
                <c:pt idx="3122">
                  <c:v>73.891914367675795</c:v>
                </c:pt>
                <c:pt idx="3123">
                  <c:v>73.7537841796875</c:v>
                </c:pt>
                <c:pt idx="3124">
                  <c:v>73.451263427734403</c:v>
                </c:pt>
                <c:pt idx="3125">
                  <c:v>73.259414672851605</c:v>
                </c:pt>
                <c:pt idx="3126">
                  <c:v>73.377372741699205</c:v>
                </c:pt>
                <c:pt idx="3127">
                  <c:v>73.053352355957003</c:v>
                </c:pt>
                <c:pt idx="3128">
                  <c:v>72.735137939453097</c:v>
                </c:pt>
                <c:pt idx="3129">
                  <c:v>72.501548767089801</c:v>
                </c:pt>
                <c:pt idx="3130">
                  <c:v>72.491432189941406</c:v>
                </c:pt>
                <c:pt idx="3131">
                  <c:v>72.457939147949205</c:v>
                </c:pt>
                <c:pt idx="3132">
                  <c:v>72.491744995117202</c:v>
                </c:pt>
                <c:pt idx="3133">
                  <c:v>72.443557739257798</c:v>
                </c:pt>
                <c:pt idx="3134">
                  <c:v>72.443168640136705</c:v>
                </c:pt>
                <c:pt idx="3135">
                  <c:v>72.453544616699205</c:v>
                </c:pt>
                <c:pt idx="3136">
                  <c:v>72.2921142578125</c:v>
                </c:pt>
                <c:pt idx="3137">
                  <c:v>72.216247558593807</c:v>
                </c:pt>
                <c:pt idx="3138">
                  <c:v>72.201385498046903</c:v>
                </c:pt>
                <c:pt idx="3139">
                  <c:v>72.225662231445298</c:v>
                </c:pt>
                <c:pt idx="3140">
                  <c:v>72.175094604492202</c:v>
                </c:pt>
                <c:pt idx="3141">
                  <c:v>72.178001403808594</c:v>
                </c:pt>
                <c:pt idx="3142">
                  <c:v>72.150627136230497</c:v>
                </c:pt>
                <c:pt idx="3143">
                  <c:v>72.136566162109403</c:v>
                </c:pt>
                <c:pt idx="3144">
                  <c:v>72.129348754882798</c:v>
                </c:pt>
                <c:pt idx="3145">
                  <c:v>72.125640869140597</c:v>
                </c:pt>
                <c:pt idx="3146">
                  <c:v>72.152618408203097</c:v>
                </c:pt>
                <c:pt idx="3147">
                  <c:v>72.137588500976605</c:v>
                </c:pt>
                <c:pt idx="3148">
                  <c:v>72.129875183105497</c:v>
                </c:pt>
                <c:pt idx="3149">
                  <c:v>72.125907897949205</c:v>
                </c:pt>
                <c:pt idx="3150">
                  <c:v>72.123878479003906</c:v>
                </c:pt>
                <c:pt idx="3151">
                  <c:v>72.122833251953097</c:v>
                </c:pt>
                <c:pt idx="3152">
                  <c:v>72.122299194335895</c:v>
                </c:pt>
                <c:pt idx="3153">
                  <c:v>72.122024536132798</c:v>
                </c:pt>
                <c:pt idx="3154">
                  <c:v>72.121879577636705</c:v>
                </c:pt>
                <c:pt idx="3155">
                  <c:v>72.121803283691406</c:v>
                </c:pt>
                <c:pt idx="3156">
                  <c:v>72.121772766113295</c:v>
                </c:pt>
                <c:pt idx="3157">
                  <c:v>72.121749877929702</c:v>
                </c:pt>
                <c:pt idx="3158">
                  <c:v>72.128761291503906</c:v>
                </c:pt>
                <c:pt idx="3159">
                  <c:v>72.142425537109403</c:v>
                </c:pt>
                <c:pt idx="3160">
                  <c:v>72.132354736328097</c:v>
                </c:pt>
                <c:pt idx="3161">
                  <c:v>72.127189636230497</c:v>
                </c:pt>
                <c:pt idx="3162">
                  <c:v>72.124534606933594</c:v>
                </c:pt>
                <c:pt idx="3163">
                  <c:v>72.1231689453125</c:v>
                </c:pt>
                <c:pt idx="3164">
                  <c:v>72.122467041015597</c:v>
                </c:pt>
                <c:pt idx="3165">
                  <c:v>72.122108459472699</c:v>
                </c:pt>
                <c:pt idx="3166">
                  <c:v>72.121925354003906</c:v>
                </c:pt>
                <c:pt idx="3167">
                  <c:v>72.121833801269503</c:v>
                </c:pt>
                <c:pt idx="3168">
                  <c:v>72.121780395507798</c:v>
                </c:pt>
                <c:pt idx="3169">
                  <c:v>72.121757507324205</c:v>
                </c:pt>
                <c:pt idx="3170">
                  <c:v>72.121742248535199</c:v>
                </c:pt>
                <c:pt idx="3171">
                  <c:v>72.121734619140597</c:v>
                </c:pt>
                <c:pt idx="3172">
                  <c:v>72.121734619140597</c:v>
                </c:pt>
                <c:pt idx="3173">
                  <c:v>72.121734619140597</c:v>
                </c:pt>
                <c:pt idx="3174">
                  <c:v>72.121734619140597</c:v>
                </c:pt>
                <c:pt idx="3175">
                  <c:v>72.121734619140597</c:v>
                </c:pt>
                <c:pt idx="3176">
                  <c:v>72.121726989746094</c:v>
                </c:pt>
                <c:pt idx="3177">
                  <c:v>72.121726989746094</c:v>
                </c:pt>
                <c:pt idx="3178">
                  <c:v>72.121726989746094</c:v>
                </c:pt>
                <c:pt idx="3179">
                  <c:v>72.121726989746094</c:v>
                </c:pt>
                <c:pt idx="3180">
                  <c:v>72.121726989746094</c:v>
                </c:pt>
                <c:pt idx="3181">
                  <c:v>72.121726989746094</c:v>
                </c:pt>
                <c:pt idx="3182">
                  <c:v>72.121726989746094</c:v>
                </c:pt>
                <c:pt idx="3183">
                  <c:v>72.121726989746094</c:v>
                </c:pt>
                <c:pt idx="3184">
                  <c:v>72.121726989746094</c:v>
                </c:pt>
                <c:pt idx="3185">
                  <c:v>72.121726989746094</c:v>
                </c:pt>
                <c:pt idx="3186">
                  <c:v>72.121726989746094</c:v>
                </c:pt>
                <c:pt idx="3187">
                  <c:v>72.121726989746094</c:v>
                </c:pt>
                <c:pt idx="3188">
                  <c:v>72.121726989746094</c:v>
                </c:pt>
                <c:pt idx="3189">
                  <c:v>72.121726989746094</c:v>
                </c:pt>
                <c:pt idx="3190">
                  <c:v>72.121726989746094</c:v>
                </c:pt>
                <c:pt idx="3191">
                  <c:v>72.121726989746094</c:v>
                </c:pt>
                <c:pt idx="3192">
                  <c:v>72.121726989746094</c:v>
                </c:pt>
                <c:pt idx="3193">
                  <c:v>72.121726989746094</c:v>
                </c:pt>
                <c:pt idx="3194">
                  <c:v>72.121726989746094</c:v>
                </c:pt>
                <c:pt idx="3195">
                  <c:v>72.121726989746094</c:v>
                </c:pt>
                <c:pt idx="3196">
                  <c:v>72.121726989746094</c:v>
                </c:pt>
                <c:pt idx="3197">
                  <c:v>72.119926452636705</c:v>
                </c:pt>
                <c:pt idx="3198">
                  <c:v>72.120803833007798</c:v>
                </c:pt>
                <c:pt idx="3199">
                  <c:v>72.120353698730497</c:v>
                </c:pt>
                <c:pt idx="3200">
                  <c:v>72.121025085449205</c:v>
                </c:pt>
                <c:pt idx="3201">
                  <c:v>72.120491027832003</c:v>
                </c:pt>
                <c:pt idx="3202">
                  <c:v>72.118957519531307</c:v>
                </c:pt>
                <c:pt idx="3203">
                  <c:v>72.120307922363295</c:v>
                </c:pt>
                <c:pt idx="3204">
                  <c:v>72.121002197265597</c:v>
                </c:pt>
                <c:pt idx="3205">
                  <c:v>72.121353149414105</c:v>
                </c:pt>
                <c:pt idx="3206">
                  <c:v>72.121315002441406</c:v>
                </c:pt>
                <c:pt idx="3207">
                  <c:v>72.120079040527301</c:v>
                </c:pt>
                <c:pt idx="3208">
                  <c:v>72.119346618652301</c:v>
                </c:pt>
                <c:pt idx="3209">
                  <c:v>72.116767883300795</c:v>
                </c:pt>
                <c:pt idx="3210">
                  <c:v>72.112434387207003</c:v>
                </c:pt>
                <c:pt idx="3211">
                  <c:v>72.1136474609375</c:v>
                </c:pt>
                <c:pt idx="3212">
                  <c:v>72.102821350097699</c:v>
                </c:pt>
                <c:pt idx="3213">
                  <c:v>72.106361389160199</c:v>
                </c:pt>
                <c:pt idx="3214">
                  <c:v>72.106254577636705</c:v>
                </c:pt>
                <c:pt idx="3215">
                  <c:v>72.107032775878906</c:v>
                </c:pt>
                <c:pt idx="3216">
                  <c:v>72.084136962890597</c:v>
                </c:pt>
                <c:pt idx="3217">
                  <c:v>72.083106994628906</c:v>
                </c:pt>
                <c:pt idx="3218">
                  <c:v>72.092384338378906</c:v>
                </c:pt>
                <c:pt idx="3219">
                  <c:v>72.090522766113295</c:v>
                </c:pt>
                <c:pt idx="3220">
                  <c:v>72.064430236816406</c:v>
                </c:pt>
                <c:pt idx="3221">
                  <c:v>72.032157897949205</c:v>
                </c:pt>
                <c:pt idx="3222">
                  <c:v>72.007301330566406</c:v>
                </c:pt>
                <c:pt idx="3223">
                  <c:v>71.988319396972699</c:v>
                </c:pt>
                <c:pt idx="3224">
                  <c:v>71.995010375976605</c:v>
                </c:pt>
                <c:pt idx="3225">
                  <c:v>71.983795166015597</c:v>
                </c:pt>
                <c:pt idx="3226">
                  <c:v>71.984947204589801</c:v>
                </c:pt>
                <c:pt idx="3227">
                  <c:v>71.977844238281307</c:v>
                </c:pt>
                <c:pt idx="3228">
                  <c:v>71.980369567871094</c:v>
                </c:pt>
                <c:pt idx="3229">
                  <c:v>71.972160339355497</c:v>
                </c:pt>
                <c:pt idx="3230">
                  <c:v>71.981582641601605</c:v>
                </c:pt>
                <c:pt idx="3231">
                  <c:v>71.980224609375</c:v>
                </c:pt>
                <c:pt idx="3232">
                  <c:v>71.953330993652301</c:v>
                </c:pt>
                <c:pt idx="3233">
                  <c:v>71.907798767089801</c:v>
                </c:pt>
                <c:pt idx="3234">
                  <c:v>71.869354248046903</c:v>
                </c:pt>
                <c:pt idx="3235">
                  <c:v>71.883705139160199</c:v>
                </c:pt>
                <c:pt idx="3236">
                  <c:v>71.875076293945298</c:v>
                </c:pt>
                <c:pt idx="3237">
                  <c:v>71.845672607421903</c:v>
                </c:pt>
                <c:pt idx="3238">
                  <c:v>71.830123901367202</c:v>
                </c:pt>
                <c:pt idx="3239">
                  <c:v>71.817604064941406</c:v>
                </c:pt>
                <c:pt idx="3240">
                  <c:v>71.815322875976605</c:v>
                </c:pt>
                <c:pt idx="3241">
                  <c:v>71.819366455078097</c:v>
                </c:pt>
                <c:pt idx="3242">
                  <c:v>71.806968688964801</c:v>
                </c:pt>
                <c:pt idx="3243">
                  <c:v>71.799942016601605</c:v>
                </c:pt>
                <c:pt idx="3244">
                  <c:v>71.800155639648395</c:v>
                </c:pt>
                <c:pt idx="3245">
                  <c:v>71.804435729980497</c:v>
                </c:pt>
                <c:pt idx="3246">
                  <c:v>71.797790527343807</c:v>
                </c:pt>
                <c:pt idx="3247">
                  <c:v>71.781715393066406</c:v>
                </c:pt>
                <c:pt idx="3248">
                  <c:v>71.755920410156307</c:v>
                </c:pt>
                <c:pt idx="3249">
                  <c:v>71.746803283691406</c:v>
                </c:pt>
                <c:pt idx="3250">
                  <c:v>71.754112243652301</c:v>
                </c:pt>
                <c:pt idx="3251">
                  <c:v>71.742004394531307</c:v>
                </c:pt>
                <c:pt idx="3252">
                  <c:v>71.731941223144503</c:v>
                </c:pt>
                <c:pt idx="3253">
                  <c:v>71.731704711914105</c:v>
                </c:pt>
                <c:pt idx="3254">
                  <c:v>71.72900390625</c:v>
                </c:pt>
                <c:pt idx="3255">
                  <c:v>71.719337463378906</c:v>
                </c:pt>
                <c:pt idx="3256">
                  <c:v>71.697952270507798</c:v>
                </c:pt>
                <c:pt idx="3257">
                  <c:v>71.712615966796903</c:v>
                </c:pt>
                <c:pt idx="3258">
                  <c:v>71.715728759765597</c:v>
                </c:pt>
                <c:pt idx="3259">
                  <c:v>71.671424865722699</c:v>
                </c:pt>
                <c:pt idx="3260">
                  <c:v>71.6861572265625</c:v>
                </c:pt>
                <c:pt idx="3261">
                  <c:v>71.660537719726605</c:v>
                </c:pt>
                <c:pt idx="3262">
                  <c:v>71.657676696777301</c:v>
                </c:pt>
                <c:pt idx="3263">
                  <c:v>71.626983642578097</c:v>
                </c:pt>
                <c:pt idx="3264">
                  <c:v>71.552009582519503</c:v>
                </c:pt>
                <c:pt idx="3265">
                  <c:v>71.529769897460895</c:v>
                </c:pt>
                <c:pt idx="3266">
                  <c:v>71.521408081054702</c:v>
                </c:pt>
                <c:pt idx="3267">
                  <c:v>71.502777099609403</c:v>
                </c:pt>
                <c:pt idx="3268">
                  <c:v>71.508682250976605</c:v>
                </c:pt>
                <c:pt idx="3269">
                  <c:v>71.474449157714801</c:v>
                </c:pt>
                <c:pt idx="3270">
                  <c:v>71.482246398925795</c:v>
                </c:pt>
                <c:pt idx="3271">
                  <c:v>71.485565185546903</c:v>
                </c:pt>
                <c:pt idx="3272">
                  <c:v>71.439682006835895</c:v>
                </c:pt>
                <c:pt idx="3273">
                  <c:v>71.421875</c:v>
                </c:pt>
                <c:pt idx="3274">
                  <c:v>71.422958374023395</c:v>
                </c:pt>
                <c:pt idx="3275">
                  <c:v>71.401435852050795</c:v>
                </c:pt>
                <c:pt idx="3276">
                  <c:v>71.373420715332003</c:v>
                </c:pt>
                <c:pt idx="3277">
                  <c:v>71.372146606445298</c:v>
                </c:pt>
                <c:pt idx="3278">
                  <c:v>71.375900268554702</c:v>
                </c:pt>
                <c:pt idx="3279">
                  <c:v>71.373970031738295</c:v>
                </c:pt>
                <c:pt idx="3280">
                  <c:v>71.357528686523395</c:v>
                </c:pt>
                <c:pt idx="3281">
                  <c:v>71.3443603515625</c:v>
                </c:pt>
                <c:pt idx="3282">
                  <c:v>71.349365234375</c:v>
                </c:pt>
                <c:pt idx="3283">
                  <c:v>71.361839294433594</c:v>
                </c:pt>
                <c:pt idx="3284">
                  <c:v>71.375038146972699</c:v>
                </c:pt>
                <c:pt idx="3285">
                  <c:v>71.380828857421903</c:v>
                </c:pt>
                <c:pt idx="3286">
                  <c:v>71.363235473632798</c:v>
                </c:pt>
                <c:pt idx="3287">
                  <c:v>71.377128601074205</c:v>
                </c:pt>
                <c:pt idx="3288">
                  <c:v>71.348281860351605</c:v>
                </c:pt>
                <c:pt idx="3289">
                  <c:v>71.339591979980497</c:v>
                </c:pt>
                <c:pt idx="3290">
                  <c:v>71.261207580566406</c:v>
                </c:pt>
                <c:pt idx="3291">
                  <c:v>71.272666931152301</c:v>
                </c:pt>
                <c:pt idx="3292">
                  <c:v>71.265815734863295</c:v>
                </c:pt>
                <c:pt idx="3293">
                  <c:v>71.221870422363295</c:v>
                </c:pt>
                <c:pt idx="3294">
                  <c:v>71.239196777343807</c:v>
                </c:pt>
                <c:pt idx="3295">
                  <c:v>71.206405639648395</c:v>
                </c:pt>
                <c:pt idx="3296">
                  <c:v>71.188980102539105</c:v>
                </c:pt>
                <c:pt idx="3297">
                  <c:v>71.168304443359403</c:v>
                </c:pt>
                <c:pt idx="3298">
                  <c:v>71.156196594238295</c:v>
                </c:pt>
                <c:pt idx="3299">
                  <c:v>71.154335021972699</c:v>
                </c:pt>
                <c:pt idx="3300">
                  <c:v>71.155227661132798</c:v>
                </c:pt>
                <c:pt idx="3301">
                  <c:v>71.081581115722699</c:v>
                </c:pt>
                <c:pt idx="3302">
                  <c:v>71.077827453613295</c:v>
                </c:pt>
                <c:pt idx="3303">
                  <c:v>71.054405212402301</c:v>
                </c:pt>
                <c:pt idx="3304">
                  <c:v>70.966323852539105</c:v>
                </c:pt>
                <c:pt idx="3305">
                  <c:v>70.982261657714801</c:v>
                </c:pt>
                <c:pt idx="3306">
                  <c:v>70.957420349121094</c:v>
                </c:pt>
                <c:pt idx="3307">
                  <c:v>70.924697875976605</c:v>
                </c:pt>
                <c:pt idx="3308">
                  <c:v>70.931846618652301</c:v>
                </c:pt>
                <c:pt idx="3309">
                  <c:v>70.918968200683594</c:v>
                </c:pt>
                <c:pt idx="3310">
                  <c:v>70.904624938964801</c:v>
                </c:pt>
                <c:pt idx="3311">
                  <c:v>70.919784545898395</c:v>
                </c:pt>
                <c:pt idx="3312">
                  <c:v>70.942306518554702</c:v>
                </c:pt>
                <c:pt idx="3313">
                  <c:v>70.899124145507798</c:v>
                </c:pt>
                <c:pt idx="3314">
                  <c:v>70.887161254882798</c:v>
                </c:pt>
                <c:pt idx="3315">
                  <c:v>70.904479980468807</c:v>
                </c:pt>
                <c:pt idx="3316">
                  <c:v>70.902030944824205</c:v>
                </c:pt>
                <c:pt idx="3317">
                  <c:v>70.879241943359403</c:v>
                </c:pt>
                <c:pt idx="3318">
                  <c:v>70.886993408203097</c:v>
                </c:pt>
                <c:pt idx="3319">
                  <c:v>70.887115478515597</c:v>
                </c:pt>
                <c:pt idx="3320">
                  <c:v>70.903594970703097</c:v>
                </c:pt>
                <c:pt idx="3321">
                  <c:v>70.899696350097699</c:v>
                </c:pt>
                <c:pt idx="3322">
                  <c:v>70.894081115722699</c:v>
                </c:pt>
                <c:pt idx="3323">
                  <c:v>70.853546142578097</c:v>
                </c:pt>
                <c:pt idx="3324">
                  <c:v>70.845832824707003</c:v>
                </c:pt>
                <c:pt idx="3325">
                  <c:v>70.840850830078097</c:v>
                </c:pt>
                <c:pt idx="3326">
                  <c:v>70.8779296875</c:v>
                </c:pt>
                <c:pt idx="3327">
                  <c:v>70.802543640136705</c:v>
                </c:pt>
                <c:pt idx="3328">
                  <c:v>70.761245727539105</c:v>
                </c:pt>
                <c:pt idx="3329">
                  <c:v>70.768127441406307</c:v>
                </c:pt>
                <c:pt idx="3330">
                  <c:v>70.739570617675795</c:v>
                </c:pt>
                <c:pt idx="3331">
                  <c:v>70.7232666015625</c:v>
                </c:pt>
                <c:pt idx="3332">
                  <c:v>70.711578369140597</c:v>
                </c:pt>
                <c:pt idx="3333">
                  <c:v>70.697868347167997</c:v>
                </c:pt>
                <c:pt idx="3334">
                  <c:v>70.705307006835895</c:v>
                </c:pt>
                <c:pt idx="3335">
                  <c:v>70.698074340820298</c:v>
                </c:pt>
                <c:pt idx="3336">
                  <c:v>70.690467834472699</c:v>
                </c:pt>
                <c:pt idx="3337">
                  <c:v>70.670616149902301</c:v>
                </c:pt>
                <c:pt idx="3338">
                  <c:v>70.678352355957003</c:v>
                </c:pt>
                <c:pt idx="3339">
                  <c:v>70.658424377441406</c:v>
                </c:pt>
                <c:pt idx="3340">
                  <c:v>70.609443664550795</c:v>
                </c:pt>
                <c:pt idx="3341">
                  <c:v>70.590225219726605</c:v>
                </c:pt>
                <c:pt idx="3342">
                  <c:v>70.619255065917997</c:v>
                </c:pt>
                <c:pt idx="3343">
                  <c:v>70.595405578613295</c:v>
                </c:pt>
                <c:pt idx="3344">
                  <c:v>70.584251403808594</c:v>
                </c:pt>
                <c:pt idx="3345">
                  <c:v>70.581001281738295</c:v>
                </c:pt>
                <c:pt idx="3346">
                  <c:v>70.583892822265597</c:v>
                </c:pt>
                <c:pt idx="3347">
                  <c:v>70.587570190429702</c:v>
                </c:pt>
                <c:pt idx="3348">
                  <c:v>70.592376708984403</c:v>
                </c:pt>
                <c:pt idx="3349">
                  <c:v>70.590255737304702</c:v>
                </c:pt>
                <c:pt idx="3350">
                  <c:v>70.594276428222699</c:v>
                </c:pt>
                <c:pt idx="3351">
                  <c:v>70.583396911621094</c:v>
                </c:pt>
                <c:pt idx="3352">
                  <c:v>70.579299926757798</c:v>
                </c:pt>
                <c:pt idx="3353">
                  <c:v>70.578170776367202</c:v>
                </c:pt>
                <c:pt idx="3354">
                  <c:v>70.576919555664105</c:v>
                </c:pt>
                <c:pt idx="3355">
                  <c:v>70.570625305175795</c:v>
                </c:pt>
                <c:pt idx="3356">
                  <c:v>70.579376220703097</c:v>
                </c:pt>
                <c:pt idx="3357">
                  <c:v>70.579139709472699</c:v>
                </c:pt>
                <c:pt idx="3358">
                  <c:v>70.584320068359403</c:v>
                </c:pt>
                <c:pt idx="3359">
                  <c:v>70.582283020019503</c:v>
                </c:pt>
                <c:pt idx="3360">
                  <c:v>70.585105895996094</c:v>
                </c:pt>
                <c:pt idx="3361">
                  <c:v>70.578559875488295</c:v>
                </c:pt>
                <c:pt idx="3362">
                  <c:v>70.562263488769503</c:v>
                </c:pt>
                <c:pt idx="3363">
                  <c:v>70.558708190917997</c:v>
                </c:pt>
                <c:pt idx="3364">
                  <c:v>70.562034606933594</c:v>
                </c:pt>
                <c:pt idx="3365">
                  <c:v>70.545516967773395</c:v>
                </c:pt>
                <c:pt idx="3366">
                  <c:v>70.559486389160199</c:v>
                </c:pt>
                <c:pt idx="3367">
                  <c:v>70.550384521484403</c:v>
                </c:pt>
                <c:pt idx="3368">
                  <c:v>70.552841186523395</c:v>
                </c:pt>
                <c:pt idx="3369">
                  <c:v>70.556434631347699</c:v>
                </c:pt>
                <c:pt idx="3370">
                  <c:v>70.541481018066406</c:v>
                </c:pt>
                <c:pt idx="3371">
                  <c:v>70.544265747070298</c:v>
                </c:pt>
                <c:pt idx="3372">
                  <c:v>70.544364929199205</c:v>
                </c:pt>
                <c:pt idx="3373">
                  <c:v>70.544242858886705</c:v>
                </c:pt>
                <c:pt idx="3374">
                  <c:v>70.536102294921903</c:v>
                </c:pt>
                <c:pt idx="3375">
                  <c:v>70.533859252929702</c:v>
                </c:pt>
                <c:pt idx="3376">
                  <c:v>70.518661499023395</c:v>
                </c:pt>
                <c:pt idx="3377">
                  <c:v>70.527381896972699</c:v>
                </c:pt>
                <c:pt idx="3378">
                  <c:v>70.531242370605497</c:v>
                </c:pt>
                <c:pt idx="3379">
                  <c:v>70.534202575683594</c:v>
                </c:pt>
                <c:pt idx="3380">
                  <c:v>70.536682128906307</c:v>
                </c:pt>
                <c:pt idx="3381">
                  <c:v>70.517272949218807</c:v>
                </c:pt>
                <c:pt idx="3382">
                  <c:v>70.527992248535199</c:v>
                </c:pt>
                <c:pt idx="3383">
                  <c:v>70.533493041992202</c:v>
                </c:pt>
                <c:pt idx="3384">
                  <c:v>70.538536071777301</c:v>
                </c:pt>
                <c:pt idx="3385">
                  <c:v>70.529304504394503</c:v>
                </c:pt>
                <c:pt idx="3386">
                  <c:v>70.537864685058594</c:v>
                </c:pt>
                <c:pt idx="3387">
                  <c:v>70.528961181640597</c:v>
                </c:pt>
                <c:pt idx="3388">
                  <c:v>70.533996582031307</c:v>
                </c:pt>
                <c:pt idx="3389">
                  <c:v>70.526969909667997</c:v>
                </c:pt>
                <c:pt idx="3390">
                  <c:v>70.524108886718807</c:v>
                </c:pt>
                <c:pt idx="3391">
                  <c:v>70.514610290527301</c:v>
                </c:pt>
                <c:pt idx="3392">
                  <c:v>70.502151489257798</c:v>
                </c:pt>
                <c:pt idx="3393">
                  <c:v>70.509422302246094</c:v>
                </c:pt>
                <c:pt idx="3394">
                  <c:v>70.512290954589801</c:v>
                </c:pt>
                <c:pt idx="3395">
                  <c:v>70.505477905273395</c:v>
                </c:pt>
                <c:pt idx="3396">
                  <c:v>70.510025024414105</c:v>
                </c:pt>
                <c:pt idx="3397">
                  <c:v>70.517623901367202</c:v>
                </c:pt>
                <c:pt idx="3398">
                  <c:v>70.511169433593807</c:v>
                </c:pt>
                <c:pt idx="3399">
                  <c:v>70.526985168457003</c:v>
                </c:pt>
                <c:pt idx="3400">
                  <c:v>70.513023376464801</c:v>
                </c:pt>
                <c:pt idx="3401">
                  <c:v>70.524246215820298</c:v>
                </c:pt>
                <c:pt idx="3402">
                  <c:v>70.524925231933594</c:v>
                </c:pt>
                <c:pt idx="3403">
                  <c:v>70.481048583984403</c:v>
                </c:pt>
                <c:pt idx="3404">
                  <c:v>70.510284423828097</c:v>
                </c:pt>
                <c:pt idx="3405">
                  <c:v>70.52587890625</c:v>
                </c:pt>
                <c:pt idx="3406">
                  <c:v>70.523651123046903</c:v>
                </c:pt>
                <c:pt idx="3407">
                  <c:v>70.506034851074205</c:v>
                </c:pt>
                <c:pt idx="3408">
                  <c:v>70.500885009765597</c:v>
                </c:pt>
                <c:pt idx="3409">
                  <c:v>70.509963989257798</c:v>
                </c:pt>
                <c:pt idx="3410">
                  <c:v>70.503532409667997</c:v>
                </c:pt>
                <c:pt idx="3411">
                  <c:v>70.508949279785199</c:v>
                </c:pt>
                <c:pt idx="3412">
                  <c:v>70.505393981933594</c:v>
                </c:pt>
                <c:pt idx="3413">
                  <c:v>70.492843627929702</c:v>
                </c:pt>
                <c:pt idx="3414">
                  <c:v>70.457489013671903</c:v>
                </c:pt>
                <c:pt idx="3415">
                  <c:v>70.455093383789105</c:v>
                </c:pt>
                <c:pt idx="3416">
                  <c:v>70.4647216796875</c:v>
                </c:pt>
                <c:pt idx="3417">
                  <c:v>70.489990234375</c:v>
                </c:pt>
                <c:pt idx="3418">
                  <c:v>70.456657409667997</c:v>
                </c:pt>
                <c:pt idx="3419">
                  <c:v>70.472961425781307</c:v>
                </c:pt>
                <c:pt idx="3420">
                  <c:v>70.483955383300795</c:v>
                </c:pt>
                <c:pt idx="3421">
                  <c:v>70.498970031738295</c:v>
                </c:pt>
                <c:pt idx="3422">
                  <c:v>70.501708984375</c:v>
                </c:pt>
                <c:pt idx="3423">
                  <c:v>70.476310729980497</c:v>
                </c:pt>
                <c:pt idx="3424">
                  <c:v>70.452949523925795</c:v>
                </c:pt>
                <c:pt idx="3425">
                  <c:v>70.411735534667997</c:v>
                </c:pt>
                <c:pt idx="3426">
                  <c:v>70.455284118652301</c:v>
                </c:pt>
                <c:pt idx="3427">
                  <c:v>70.409523010253906</c:v>
                </c:pt>
                <c:pt idx="3428">
                  <c:v>70.307189941406307</c:v>
                </c:pt>
                <c:pt idx="3429">
                  <c:v>70.241226196289105</c:v>
                </c:pt>
                <c:pt idx="3430">
                  <c:v>70.313781738281307</c:v>
                </c:pt>
                <c:pt idx="3431">
                  <c:v>70.259193420410199</c:v>
                </c:pt>
                <c:pt idx="3432">
                  <c:v>70.295646667480497</c:v>
                </c:pt>
                <c:pt idx="3433">
                  <c:v>70.220069885253906</c:v>
                </c:pt>
                <c:pt idx="3434">
                  <c:v>70.261177062988295</c:v>
                </c:pt>
                <c:pt idx="3435">
                  <c:v>70.161735534667997</c:v>
                </c:pt>
                <c:pt idx="3436">
                  <c:v>70.041397094726605</c:v>
                </c:pt>
                <c:pt idx="3437">
                  <c:v>70.009117126464801</c:v>
                </c:pt>
                <c:pt idx="3438">
                  <c:v>69.977104187011705</c:v>
                </c:pt>
                <c:pt idx="3439">
                  <c:v>70.057266235351605</c:v>
                </c:pt>
                <c:pt idx="3440">
                  <c:v>70.007835388183594</c:v>
                </c:pt>
                <c:pt idx="3441">
                  <c:v>69.984130859375</c:v>
                </c:pt>
                <c:pt idx="3442">
                  <c:v>69.933151245117202</c:v>
                </c:pt>
                <c:pt idx="3443">
                  <c:v>69.891868591308594</c:v>
                </c:pt>
                <c:pt idx="3444">
                  <c:v>69.854988098144503</c:v>
                </c:pt>
                <c:pt idx="3445">
                  <c:v>69.923324584960895</c:v>
                </c:pt>
                <c:pt idx="3446">
                  <c:v>69.873359680175795</c:v>
                </c:pt>
                <c:pt idx="3447">
                  <c:v>69.843338012695298</c:v>
                </c:pt>
                <c:pt idx="3448">
                  <c:v>69.810653686523395</c:v>
                </c:pt>
                <c:pt idx="3449">
                  <c:v>69.803718566894503</c:v>
                </c:pt>
                <c:pt idx="3450">
                  <c:v>69.851692199707003</c:v>
                </c:pt>
                <c:pt idx="3451">
                  <c:v>69.8994140625</c:v>
                </c:pt>
                <c:pt idx="3452">
                  <c:v>69.926177978515597</c:v>
                </c:pt>
                <c:pt idx="3453">
                  <c:v>69.969055175781307</c:v>
                </c:pt>
                <c:pt idx="3454">
                  <c:v>69.926368713378906</c:v>
                </c:pt>
                <c:pt idx="3455">
                  <c:v>69.962310791015597</c:v>
                </c:pt>
                <c:pt idx="3456">
                  <c:v>69.979736328125</c:v>
                </c:pt>
                <c:pt idx="3457">
                  <c:v>69.876121520996094</c:v>
                </c:pt>
                <c:pt idx="3458">
                  <c:v>69.836883544921903</c:v>
                </c:pt>
                <c:pt idx="3459">
                  <c:v>69.837982177734403</c:v>
                </c:pt>
                <c:pt idx="3460">
                  <c:v>69.773979187011705</c:v>
                </c:pt>
                <c:pt idx="3461">
                  <c:v>69.761222839355497</c:v>
                </c:pt>
                <c:pt idx="3462">
                  <c:v>69.752021789550795</c:v>
                </c:pt>
                <c:pt idx="3463">
                  <c:v>69.779716491699205</c:v>
                </c:pt>
                <c:pt idx="3464">
                  <c:v>69.776596069335895</c:v>
                </c:pt>
                <c:pt idx="3465">
                  <c:v>69.735153198242202</c:v>
                </c:pt>
                <c:pt idx="3466">
                  <c:v>69.728164672851605</c:v>
                </c:pt>
                <c:pt idx="3467">
                  <c:v>69.790107727050795</c:v>
                </c:pt>
                <c:pt idx="3468">
                  <c:v>69.810638427734403</c:v>
                </c:pt>
                <c:pt idx="3469">
                  <c:v>69.800254821777301</c:v>
                </c:pt>
                <c:pt idx="3470">
                  <c:v>69.739967346191406</c:v>
                </c:pt>
                <c:pt idx="3471">
                  <c:v>69.722694396972699</c:v>
                </c:pt>
                <c:pt idx="3472">
                  <c:v>69.716697692871094</c:v>
                </c:pt>
                <c:pt idx="3473">
                  <c:v>69.697128295898395</c:v>
                </c:pt>
                <c:pt idx="3474">
                  <c:v>69.704040527343807</c:v>
                </c:pt>
                <c:pt idx="3475">
                  <c:v>69.704841613769503</c:v>
                </c:pt>
                <c:pt idx="3476">
                  <c:v>69.674217224121094</c:v>
                </c:pt>
                <c:pt idx="3477">
                  <c:v>69.674552917480497</c:v>
                </c:pt>
                <c:pt idx="3478">
                  <c:v>69.679252624511705</c:v>
                </c:pt>
                <c:pt idx="3479">
                  <c:v>69.680046081542997</c:v>
                </c:pt>
                <c:pt idx="3480">
                  <c:v>69.685325622558594</c:v>
                </c:pt>
                <c:pt idx="3481">
                  <c:v>69.686630249023395</c:v>
                </c:pt>
                <c:pt idx="3482">
                  <c:v>69.655334472656307</c:v>
                </c:pt>
                <c:pt idx="3483">
                  <c:v>69.6783447265625</c:v>
                </c:pt>
                <c:pt idx="3484">
                  <c:v>69.702316284179702</c:v>
                </c:pt>
                <c:pt idx="3485">
                  <c:v>69.683860778808594</c:v>
                </c:pt>
                <c:pt idx="3486">
                  <c:v>69.670753479003906</c:v>
                </c:pt>
                <c:pt idx="3487">
                  <c:v>69.692916870117202</c:v>
                </c:pt>
                <c:pt idx="3488">
                  <c:v>69.709190368652301</c:v>
                </c:pt>
                <c:pt idx="3489">
                  <c:v>69.690216064453097</c:v>
                </c:pt>
                <c:pt idx="3490">
                  <c:v>69.665603637695298</c:v>
                </c:pt>
                <c:pt idx="3491">
                  <c:v>69.689918518066406</c:v>
                </c:pt>
                <c:pt idx="3492">
                  <c:v>69.67041015625</c:v>
                </c:pt>
                <c:pt idx="3493">
                  <c:v>69.695465087890597</c:v>
                </c:pt>
                <c:pt idx="3494">
                  <c:v>69.662574768066406</c:v>
                </c:pt>
                <c:pt idx="3495">
                  <c:v>69.630355834960895</c:v>
                </c:pt>
                <c:pt idx="3496">
                  <c:v>69.603584289550795</c:v>
                </c:pt>
                <c:pt idx="3497">
                  <c:v>69.6087646484375</c:v>
                </c:pt>
                <c:pt idx="3498">
                  <c:v>69.616188049316406</c:v>
                </c:pt>
                <c:pt idx="3499">
                  <c:v>69.590835571289105</c:v>
                </c:pt>
                <c:pt idx="3500">
                  <c:v>69.516220092773395</c:v>
                </c:pt>
                <c:pt idx="3501">
                  <c:v>69.511871337890597</c:v>
                </c:pt>
                <c:pt idx="3502">
                  <c:v>69.530464172363295</c:v>
                </c:pt>
                <c:pt idx="3503">
                  <c:v>69.494117736816406</c:v>
                </c:pt>
                <c:pt idx="3504">
                  <c:v>69.485092163085895</c:v>
                </c:pt>
                <c:pt idx="3505">
                  <c:v>69.477783203125</c:v>
                </c:pt>
                <c:pt idx="3506">
                  <c:v>69.477233886718807</c:v>
                </c:pt>
                <c:pt idx="3507">
                  <c:v>69.4765625</c:v>
                </c:pt>
                <c:pt idx="3508">
                  <c:v>69.479705810546903</c:v>
                </c:pt>
                <c:pt idx="3509">
                  <c:v>69.505844116210895</c:v>
                </c:pt>
                <c:pt idx="3510">
                  <c:v>69.503952026367202</c:v>
                </c:pt>
                <c:pt idx="3511">
                  <c:v>69.498802185058594</c:v>
                </c:pt>
                <c:pt idx="3512">
                  <c:v>69.483421325683594</c:v>
                </c:pt>
                <c:pt idx="3513">
                  <c:v>69.476547241210895</c:v>
                </c:pt>
                <c:pt idx="3514">
                  <c:v>69.483871459960895</c:v>
                </c:pt>
                <c:pt idx="3515">
                  <c:v>69.488029479980497</c:v>
                </c:pt>
                <c:pt idx="3516">
                  <c:v>69.464813232421903</c:v>
                </c:pt>
                <c:pt idx="3517">
                  <c:v>69.454475402832003</c:v>
                </c:pt>
                <c:pt idx="3518">
                  <c:v>69.459213256835895</c:v>
                </c:pt>
                <c:pt idx="3519">
                  <c:v>69.476493835449205</c:v>
                </c:pt>
                <c:pt idx="3520">
                  <c:v>69.496162414550795</c:v>
                </c:pt>
                <c:pt idx="3521">
                  <c:v>69.478034973144503</c:v>
                </c:pt>
                <c:pt idx="3522">
                  <c:v>69.469429016113295</c:v>
                </c:pt>
                <c:pt idx="3523">
                  <c:v>69.455734252929702</c:v>
                </c:pt>
                <c:pt idx="3524">
                  <c:v>69.479461669921903</c:v>
                </c:pt>
                <c:pt idx="3525">
                  <c:v>69.473899841308594</c:v>
                </c:pt>
                <c:pt idx="3526">
                  <c:v>69.457725524902301</c:v>
                </c:pt>
                <c:pt idx="3527">
                  <c:v>69.470436096191406</c:v>
                </c:pt>
                <c:pt idx="3528">
                  <c:v>69.453727722167997</c:v>
                </c:pt>
                <c:pt idx="3529">
                  <c:v>69.442436218261705</c:v>
                </c:pt>
                <c:pt idx="3530">
                  <c:v>69.4498291015625</c:v>
                </c:pt>
                <c:pt idx="3531">
                  <c:v>69.439720153808594</c:v>
                </c:pt>
                <c:pt idx="3532">
                  <c:v>69.504478454589801</c:v>
                </c:pt>
                <c:pt idx="3533">
                  <c:v>69.504570007324205</c:v>
                </c:pt>
                <c:pt idx="3534">
                  <c:v>69.4661865234375</c:v>
                </c:pt>
                <c:pt idx="3535">
                  <c:v>69.436271667480497</c:v>
                </c:pt>
                <c:pt idx="3536">
                  <c:v>69.400047302246094</c:v>
                </c:pt>
                <c:pt idx="3537">
                  <c:v>69.429328918457003</c:v>
                </c:pt>
                <c:pt idx="3538">
                  <c:v>69.432731628417997</c:v>
                </c:pt>
                <c:pt idx="3539">
                  <c:v>69.377769470214801</c:v>
                </c:pt>
                <c:pt idx="3540">
                  <c:v>69.338241577148395</c:v>
                </c:pt>
                <c:pt idx="3541">
                  <c:v>69.359840393066406</c:v>
                </c:pt>
                <c:pt idx="3542">
                  <c:v>69.308700561523395</c:v>
                </c:pt>
                <c:pt idx="3543">
                  <c:v>69.371452331542997</c:v>
                </c:pt>
                <c:pt idx="3544">
                  <c:v>69.367668151855497</c:v>
                </c:pt>
                <c:pt idx="3545">
                  <c:v>69.335853576660199</c:v>
                </c:pt>
                <c:pt idx="3546">
                  <c:v>69.344039916992202</c:v>
                </c:pt>
                <c:pt idx="3547">
                  <c:v>69.386283874511705</c:v>
                </c:pt>
                <c:pt idx="3548">
                  <c:v>69.325645446777301</c:v>
                </c:pt>
                <c:pt idx="3549">
                  <c:v>69.319938659667997</c:v>
                </c:pt>
                <c:pt idx="3550">
                  <c:v>69.296066284179702</c:v>
                </c:pt>
                <c:pt idx="3551">
                  <c:v>69.274597167968807</c:v>
                </c:pt>
                <c:pt idx="3552">
                  <c:v>69.269050598144503</c:v>
                </c:pt>
                <c:pt idx="3553">
                  <c:v>69.273628234863295</c:v>
                </c:pt>
                <c:pt idx="3554">
                  <c:v>69.295104980468807</c:v>
                </c:pt>
                <c:pt idx="3555">
                  <c:v>69.277275085449205</c:v>
                </c:pt>
                <c:pt idx="3556">
                  <c:v>69.272903442382798</c:v>
                </c:pt>
                <c:pt idx="3557">
                  <c:v>69.264289855957003</c:v>
                </c:pt>
                <c:pt idx="3558">
                  <c:v>69.264221191406307</c:v>
                </c:pt>
                <c:pt idx="3559">
                  <c:v>69.288658142089801</c:v>
                </c:pt>
                <c:pt idx="3560">
                  <c:v>69.276397705078097</c:v>
                </c:pt>
                <c:pt idx="3561">
                  <c:v>69.268234252929702</c:v>
                </c:pt>
                <c:pt idx="3562">
                  <c:v>69.266540527343807</c:v>
                </c:pt>
                <c:pt idx="3563">
                  <c:v>69.247131347656307</c:v>
                </c:pt>
                <c:pt idx="3564">
                  <c:v>69.241004943847699</c:v>
                </c:pt>
                <c:pt idx="3565">
                  <c:v>69.244941711425795</c:v>
                </c:pt>
                <c:pt idx="3566">
                  <c:v>69.236267089843807</c:v>
                </c:pt>
                <c:pt idx="3567">
                  <c:v>69.236579895019503</c:v>
                </c:pt>
                <c:pt idx="3568">
                  <c:v>69.250053405761705</c:v>
                </c:pt>
                <c:pt idx="3569">
                  <c:v>69.2540283203125</c:v>
                </c:pt>
                <c:pt idx="3570">
                  <c:v>69.255569458007798</c:v>
                </c:pt>
                <c:pt idx="3571">
                  <c:v>69.246009826660199</c:v>
                </c:pt>
                <c:pt idx="3572">
                  <c:v>69.254211425781307</c:v>
                </c:pt>
                <c:pt idx="3573">
                  <c:v>69.2454833984375</c:v>
                </c:pt>
                <c:pt idx="3574">
                  <c:v>69.231132507324205</c:v>
                </c:pt>
                <c:pt idx="3575">
                  <c:v>69.182418823242202</c:v>
                </c:pt>
                <c:pt idx="3576">
                  <c:v>69.175201416015597</c:v>
                </c:pt>
                <c:pt idx="3577">
                  <c:v>69.192680358886705</c:v>
                </c:pt>
                <c:pt idx="3578">
                  <c:v>69.198112487792997</c:v>
                </c:pt>
                <c:pt idx="3579">
                  <c:v>69.184341430664105</c:v>
                </c:pt>
                <c:pt idx="3580">
                  <c:v>69.161880493164105</c:v>
                </c:pt>
                <c:pt idx="3581">
                  <c:v>69.133544921875</c:v>
                </c:pt>
                <c:pt idx="3582">
                  <c:v>69.133018493652301</c:v>
                </c:pt>
                <c:pt idx="3583">
                  <c:v>69.116966247558594</c:v>
                </c:pt>
                <c:pt idx="3584">
                  <c:v>69.133575439453097</c:v>
                </c:pt>
                <c:pt idx="3585">
                  <c:v>69.166725158691406</c:v>
                </c:pt>
                <c:pt idx="3586">
                  <c:v>69.128211975097699</c:v>
                </c:pt>
                <c:pt idx="3587">
                  <c:v>69.103523254394503</c:v>
                </c:pt>
                <c:pt idx="3588">
                  <c:v>69.079643249511705</c:v>
                </c:pt>
                <c:pt idx="3589">
                  <c:v>69.120132446289105</c:v>
                </c:pt>
                <c:pt idx="3590">
                  <c:v>69.0927734375</c:v>
                </c:pt>
                <c:pt idx="3591">
                  <c:v>69.083000183105497</c:v>
                </c:pt>
                <c:pt idx="3592">
                  <c:v>69.085281372070298</c:v>
                </c:pt>
                <c:pt idx="3593">
                  <c:v>69.087638854980497</c:v>
                </c:pt>
                <c:pt idx="3594">
                  <c:v>69.108657836914105</c:v>
                </c:pt>
                <c:pt idx="3595">
                  <c:v>69.108428955078097</c:v>
                </c:pt>
                <c:pt idx="3596">
                  <c:v>69.108085632324205</c:v>
                </c:pt>
                <c:pt idx="3597">
                  <c:v>69.080986022949205</c:v>
                </c:pt>
                <c:pt idx="3598">
                  <c:v>69.069587707519503</c:v>
                </c:pt>
                <c:pt idx="3599">
                  <c:v>69.071319580078097</c:v>
                </c:pt>
                <c:pt idx="3600">
                  <c:v>69.059349060058594</c:v>
                </c:pt>
                <c:pt idx="3601">
                  <c:v>69.075424194335895</c:v>
                </c:pt>
                <c:pt idx="3602">
                  <c:v>69.101066589355497</c:v>
                </c:pt>
                <c:pt idx="3603">
                  <c:v>69.085769653320298</c:v>
                </c:pt>
                <c:pt idx="3604">
                  <c:v>69.069854736328097</c:v>
                </c:pt>
                <c:pt idx="3605">
                  <c:v>69.067077636718807</c:v>
                </c:pt>
                <c:pt idx="3606">
                  <c:v>69.083541870117202</c:v>
                </c:pt>
                <c:pt idx="3607">
                  <c:v>69.074836730957003</c:v>
                </c:pt>
                <c:pt idx="3608">
                  <c:v>69.0736083984375</c:v>
                </c:pt>
                <c:pt idx="3609">
                  <c:v>69.067108154296903</c:v>
                </c:pt>
                <c:pt idx="3610">
                  <c:v>69.064537048339801</c:v>
                </c:pt>
                <c:pt idx="3611">
                  <c:v>69.052742004394503</c:v>
                </c:pt>
                <c:pt idx="3612">
                  <c:v>69.0711669921875</c:v>
                </c:pt>
                <c:pt idx="3613">
                  <c:v>69.079742431640597</c:v>
                </c:pt>
                <c:pt idx="3614">
                  <c:v>69.086708068847699</c:v>
                </c:pt>
                <c:pt idx="3615">
                  <c:v>69.097961425781307</c:v>
                </c:pt>
                <c:pt idx="3616">
                  <c:v>69.093055725097699</c:v>
                </c:pt>
                <c:pt idx="3617">
                  <c:v>69.079025268554702</c:v>
                </c:pt>
                <c:pt idx="3618">
                  <c:v>69.069496154785199</c:v>
                </c:pt>
                <c:pt idx="3619">
                  <c:v>69.065788269042997</c:v>
                </c:pt>
                <c:pt idx="3620">
                  <c:v>69.075866699218807</c:v>
                </c:pt>
                <c:pt idx="3621">
                  <c:v>69.068138122558594</c:v>
                </c:pt>
                <c:pt idx="3622">
                  <c:v>69.0771484375</c:v>
                </c:pt>
                <c:pt idx="3623">
                  <c:v>69.080108642578097</c:v>
                </c:pt>
                <c:pt idx="3624">
                  <c:v>69.064788818359403</c:v>
                </c:pt>
                <c:pt idx="3625">
                  <c:v>69.074325561523395</c:v>
                </c:pt>
                <c:pt idx="3626">
                  <c:v>69.072410583496094</c:v>
                </c:pt>
                <c:pt idx="3627">
                  <c:v>69.072708129882798</c:v>
                </c:pt>
                <c:pt idx="3628">
                  <c:v>69.071372985839801</c:v>
                </c:pt>
                <c:pt idx="3629">
                  <c:v>69.084312438964801</c:v>
                </c:pt>
                <c:pt idx="3630">
                  <c:v>69.093200683593807</c:v>
                </c:pt>
                <c:pt idx="3631">
                  <c:v>69.081573486328097</c:v>
                </c:pt>
                <c:pt idx="3632">
                  <c:v>69.076484680175795</c:v>
                </c:pt>
                <c:pt idx="3633">
                  <c:v>69.074287414550795</c:v>
                </c:pt>
                <c:pt idx="3634">
                  <c:v>69.073211669921903</c:v>
                </c:pt>
                <c:pt idx="3635">
                  <c:v>69.078834533691406</c:v>
                </c:pt>
                <c:pt idx="3636">
                  <c:v>69.073425292968807</c:v>
                </c:pt>
                <c:pt idx="3637">
                  <c:v>69.042335510253906</c:v>
                </c:pt>
                <c:pt idx="3638">
                  <c:v>69.042411804199205</c:v>
                </c:pt>
                <c:pt idx="3639">
                  <c:v>69.048179626464801</c:v>
                </c:pt>
                <c:pt idx="3640">
                  <c:v>69.055313110351605</c:v>
                </c:pt>
                <c:pt idx="3641">
                  <c:v>69.050743103027301</c:v>
                </c:pt>
                <c:pt idx="3642">
                  <c:v>69.069091796875</c:v>
                </c:pt>
                <c:pt idx="3643">
                  <c:v>69.056785583496094</c:v>
                </c:pt>
                <c:pt idx="3644">
                  <c:v>69.043319702148395</c:v>
                </c:pt>
                <c:pt idx="3645">
                  <c:v>69.008605957031307</c:v>
                </c:pt>
                <c:pt idx="3646">
                  <c:v>69.015068054199205</c:v>
                </c:pt>
                <c:pt idx="3647">
                  <c:v>68.991729736328097</c:v>
                </c:pt>
                <c:pt idx="3648">
                  <c:v>68.973625183105497</c:v>
                </c:pt>
                <c:pt idx="3649">
                  <c:v>68.985183715820298</c:v>
                </c:pt>
                <c:pt idx="3650">
                  <c:v>68.998550415039105</c:v>
                </c:pt>
                <c:pt idx="3651">
                  <c:v>69.024848937988295</c:v>
                </c:pt>
                <c:pt idx="3652">
                  <c:v>69.017295837402301</c:v>
                </c:pt>
                <c:pt idx="3653">
                  <c:v>68.990341186523395</c:v>
                </c:pt>
                <c:pt idx="3654">
                  <c:v>68.962821960449205</c:v>
                </c:pt>
                <c:pt idx="3655">
                  <c:v>68.987228393554702</c:v>
                </c:pt>
                <c:pt idx="3656">
                  <c:v>68.996505737304702</c:v>
                </c:pt>
                <c:pt idx="3657">
                  <c:v>68.974784851074205</c:v>
                </c:pt>
                <c:pt idx="3658">
                  <c:v>68.972267150878906</c:v>
                </c:pt>
                <c:pt idx="3659">
                  <c:v>68.956024169921903</c:v>
                </c:pt>
                <c:pt idx="3660">
                  <c:v>68.947570800781307</c:v>
                </c:pt>
                <c:pt idx="3661">
                  <c:v>68.943038940429702</c:v>
                </c:pt>
                <c:pt idx="3662">
                  <c:v>68.945587158203097</c:v>
                </c:pt>
                <c:pt idx="3663">
                  <c:v>68.939971923828097</c:v>
                </c:pt>
                <c:pt idx="3664">
                  <c:v>68.943809509277301</c:v>
                </c:pt>
                <c:pt idx="3665">
                  <c:v>68.939353942871094</c:v>
                </c:pt>
                <c:pt idx="3666">
                  <c:v>68.933738708496094</c:v>
                </c:pt>
                <c:pt idx="3667">
                  <c:v>68.939262390136705</c:v>
                </c:pt>
                <c:pt idx="3668">
                  <c:v>68.937637329101605</c:v>
                </c:pt>
                <c:pt idx="3669">
                  <c:v>68.950920104980497</c:v>
                </c:pt>
                <c:pt idx="3670">
                  <c:v>68.970382690429702</c:v>
                </c:pt>
                <c:pt idx="3671">
                  <c:v>68.968269348144503</c:v>
                </c:pt>
                <c:pt idx="3672">
                  <c:v>68.954734802246094</c:v>
                </c:pt>
                <c:pt idx="3673">
                  <c:v>68.952224731445298</c:v>
                </c:pt>
                <c:pt idx="3674">
                  <c:v>68.952995300292997</c:v>
                </c:pt>
                <c:pt idx="3675">
                  <c:v>68.953277587890597</c:v>
                </c:pt>
                <c:pt idx="3676">
                  <c:v>68.950248718261705</c:v>
                </c:pt>
                <c:pt idx="3677">
                  <c:v>68.947509765625</c:v>
                </c:pt>
                <c:pt idx="3678">
                  <c:v>68.947067260742202</c:v>
                </c:pt>
                <c:pt idx="3679">
                  <c:v>68.944885253906307</c:v>
                </c:pt>
                <c:pt idx="3680">
                  <c:v>68.944976806640597</c:v>
                </c:pt>
                <c:pt idx="3681">
                  <c:v>68.948303222656307</c:v>
                </c:pt>
                <c:pt idx="3682">
                  <c:v>68.939826965332003</c:v>
                </c:pt>
                <c:pt idx="3683">
                  <c:v>68.941978454589801</c:v>
                </c:pt>
                <c:pt idx="3684">
                  <c:v>68.942726135253906</c:v>
                </c:pt>
                <c:pt idx="3685">
                  <c:v>68.950614929199205</c:v>
                </c:pt>
                <c:pt idx="3686">
                  <c:v>68.950889587402301</c:v>
                </c:pt>
                <c:pt idx="3687">
                  <c:v>68.942245483398395</c:v>
                </c:pt>
                <c:pt idx="3688">
                  <c:v>68.928260803222699</c:v>
                </c:pt>
                <c:pt idx="3689">
                  <c:v>68.936256408691406</c:v>
                </c:pt>
                <c:pt idx="3690">
                  <c:v>68.943321228027301</c:v>
                </c:pt>
                <c:pt idx="3691">
                  <c:v>68.940567016601605</c:v>
                </c:pt>
                <c:pt idx="3692">
                  <c:v>68.938835144042997</c:v>
                </c:pt>
                <c:pt idx="3693">
                  <c:v>68.939590454101605</c:v>
                </c:pt>
                <c:pt idx="3694">
                  <c:v>68.943710327148395</c:v>
                </c:pt>
                <c:pt idx="3695">
                  <c:v>68.950531005859403</c:v>
                </c:pt>
                <c:pt idx="3696">
                  <c:v>68.945953369140597</c:v>
                </c:pt>
                <c:pt idx="3697">
                  <c:v>68.935043334960895</c:v>
                </c:pt>
                <c:pt idx="3698">
                  <c:v>68.930549621582003</c:v>
                </c:pt>
                <c:pt idx="3699">
                  <c:v>68.928764343261705</c:v>
                </c:pt>
                <c:pt idx="3700">
                  <c:v>68.9373779296875</c:v>
                </c:pt>
                <c:pt idx="3701">
                  <c:v>68.930305480957003</c:v>
                </c:pt>
                <c:pt idx="3702">
                  <c:v>68.928916931152301</c:v>
                </c:pt>
                <c:pt idx="3703">
                  <c:v>68.923446655273395</c:v>
                </c:pt>
                <c:pt idx="3704">
                  <c:v>68.9205322265625</c:v>
                </c:pt>
                <c:pt idx="3705">
                  <c:v>68.931617736816406</c:v>
                </c:pt>
                <c:pt idx="3706">
                  <c:v>68.927299499511705</c:v>
                </c:pt>
                <c:pt idx="3707">
                  <c:v>68.921691894531307</c:v>
                </c:pt>
                <c:pt idx="3708">
                  <c:v>68.916900634765597</c:v>
                </c:pt>
                <c:pt idx="3709">
                  <c:v>68.916046142578097</c:v>
                </c:pt>
                <c:pt idx="3710">
                  <c:v>68.920005798339801</c:v>
                </c:pt>
                <c:pt idx="3711">
                  <c:v>68.921562194824205</c:v>
                </c:pt>
                <c:pt idx="3712">
                  <c:v>68.920196533203097</c:v>
                </c:pt>
                <c:pt idx="3713">
                  <c:v>68.920028686523395</c:v>
                </c:pt>
                <c:pt idx="3714">
                  <c:v>68.922172546386705</c:v>
                </c:pt>
                <c:pt idx="3715">
                  <c:v>68.924911499023395</c:v>
                </c:pt>
                <c:pt idx="3716">
                  <c:v>68.930313110351605</c:v>
                </c:pt>
                <c:pt idx="3717">
                  <c:v>68.938697814941406</c:v>
                </c:pt>
                <c:pt idx="3718">
                  <c:v>68.937950134277301</c:v>
                </c:pt>
                <c:pt idx="3719">
                  <c:v>68.924278259277301</c:v>
                </c:pt>
                <c:pt idx="3720">
                  <c:v>68.915229797363295</c:v>
                </c:pt>
                <c:pt idx="3721">
                  <c:v>68.914558410644503</c:v>
                </c:pt>
                <c:pt idx="3722">
                  <c:v>68.920013427734403</c:v>
                </c:pt>
                <c:pt idx="3723">
                  <c:v>68.919685363769503</c:v>
                </c:pt>
                <c:pt idx="3724">
                  <c:v>68.919349670410199</c:v>
                </c:pt>
                <c:pt idx="3725">
                  <c:v>68.917678833007798</c:v>
                </c:pt>
                <c:pt idx="3726">
                  <c:v>68.926933288574205</c:v>
                </c:pt>
                <c:pt idx="3727">
                  <c:v>68.927734375</c:v>
                </c:pt>
                <c:pt idx="3728">
                  <c:v>68.921485900878906</c:v>
                </c:pt>
                <c:pt idx="3729">
                  <c:v>68.921218872070298</c:v>
                </c:pt>
                <c:pt idx="3730">
                  <c:v>68.920654296875</c:v>
                </c:pt>
                <c:pt idx="3731">
                  <c:v>68.919754028320298</c:v>
                </c:pt>
                <c:pt idx="3732">
                  <c:v>68.914924621582003</c:v>
                </c:pt>
                <c:pt idx="3733">
                  <c:v>68.915344238281307</c:v>
                </c:pt>
                <c:pt idx="3734">
                  <c:v>68.908523559570298</c:v>
                </c:pt>
                <c:pt idx="3735">
                  <c:v>68.901924133300795</c:v>
                </c:pt>
                <c:pt idx="3736">
                  <c:v>68.899551391601605</c:v>
                </c:pt>
                <c:pt idx="3737">
                  <c:v>68.902610778808594</c:v>
                </c:pt>
                <c:pt idx="3738">
                  <c:v>68.891540527343807</c:v>
                </c:pt>
                <c:pt idx="3739">
                  <c:v>68.895195007324205</c:v>
                </c:pt>
                <c:pt idx="3740">
                  <c:v>68.889953613281307</c:v>
                </c:pt>
                <c:pt idx="3741">
                  <c:v>68.892021179199205</c:v>
                </c:pt>
                <c:pt idx="3742">
                  <c:v>68.874374389648395</c:v>
                </c:pt>
                <c:pt idx="3743">
                  <c:v>68.806449890136705</c:v>
                </c:pt>
                <c:pt idx="3744">
                  <c:v>68.591476440429702</c:v>
                </c:pt>
                <c:pt idx="3745">
                  <c:v>68.475646972656307</c:v>
                </c:pt>
                <c:pt idx="3746">
                  <c:v>68.398155212402301</c:v>
                </c:pt>
                <c:pt idx="3747">
                  <c:v>68.343574523925795</c:v>
                </c:pt>
                <c:pt idx="3748">
                  <c:v>68.262062072753906</c:v>
                </c:pt>
                <c:pt idx="3749">
                  <c:v>68.239356994628906</c:v>
                </c:pt>
                <c:pt idx="3750">
                  <c:v>68.177772521972699</c:v>
                </c:pt>
                <c:pt idx="3751">
                  <c:v>68.173133850097699</c:v>
                </c:pt>
                <c:pt idx="3752">
                  <c:v>68.138053894042997</c:v>
                </c:pt>
                <c:pt idx="3753">
                  <c:v>68.069297790527301</c:v>
                </c:pt>
                <c:pt idx="3754">
                  <c:v>68.001960754394503</c:v>
                </c:pt>
                <c:pt idx="3755">
                  <c:v>67.863250732421903</c:v>
                </c:pt>
                <c:pt idx="3756">
                  <c:v>67.743217468261705</c:v>
                </c:pt>
                <c:pt idx="3757">
                  <c:v>67.700363159179702</c:v>
                </c:pt>
                <c:pt idx="3758">
                  <c:v>67.628631591796903</c:v>
                </c:pt>
                <c:pt idx="3759">
                  <c:v>67.552032470703097</c:v>
                </c:pt>
                <c:pt idx="3760">
                  <c:v>67.408470153808594</c:v>
                </c:pt>
                <c:pt idx="3761">
                  <c:v>67.322006225585895</c:v>
                </c:pt>
                <c:pt idx="3762">
                  <c:v>67.275497436523395</c:v>
                </c:pt>
                <c:pt idx="3763">
                  <c:v>67.244552612304702</c:v>
                </c:pt>
                <c:pt idx="3764">
                  <c:v>67.214096069335895</c:v>
                </c:pt>
                <c:pt idx="3765">
                  <c:v>67.186828613281307</c:v>
                </c:pt>
                <c:pt idx="3766">
                  <c:v>67.134651184082003</c:v>
                </c:pt>
                <c:pt idx="3767">
                  <c:v>67.079681396484403</c:v>
                </c:pt>
                <c:pt idx="3768">
                  <c:v>67.062728881835895</c:v>
                </c:pt>
                <c:pt idx="3769">
                  <c:v>67.005813598632798</c:v>
                </c:pt>
                <c:pt idx="3770">
                  <c:v>66.875518798828097</c:v>
                </c:pt>
                <c:pt idx="3771">
                  <c:v>66.609031677246094</c:v>
                </c:pt>
                <c:pt idx="3772">
                  <c:v>66.233291625976605</c:v>
                </c:pt>
                <c:pt idx="3773">
                  <c:v>65.965919494628906</c:v>
                </c:pt>
                <c:pt idx="3774">
                  <c:v>65.828010559082003</c:v>
                </c:pt>
                <c:pt idx="3775">
                  <c:v>65.788513183593807</c:v>
                </c:pt>
                <c:pt idx="3776">
                  <c:v>65.719177246093807</c:v>
                </c:pt>
                <c:pt idx="3777">
                  <c:v>65.655288696289105</c:v>
                </c:pt>
                <c:pt idx="3778">
                  <c:v>65.622459411621094</c:v>
                </c:pt>
                <c:pt idx="3779">
                  <c:v>65.605613708496094</c:v>
                </c:pt>
                <c:pt idx="3780">
                  <c:v>65.596969604492202</c:v>
                </c:pt>
                <c:pt idx="3781">
                  <c:v>65.592529296875</c:v>
                </c:pt>
                <c:pt idx="3782">
                  <c:v>65.590248107910199</c:v>
                </c:pt>
                <c:pt idx="3783">
                  <c:v>65.588386535644503</c:v>
                </c:pt>
                <c:pt idx="3784">
                  <c:v>65.585502624511705</c:v>
                </c:pt>
                <c:pt idx="3785">
                  <c:v>65.585945129394503</c:v>
                </c:pt>
                <c:pt idx="3786">
                  <c:v>65.572097778320298</c:v>
                </c:pt>
                <c:pt idx="3787">
                  <c:v>65.565933227539105</c:v>
                </c:pt>
                <c:pt idx="3788">
                  <c:v>65.508018493652301</c:v>
                </c:pt>
                <c:pt idx="3789">
                  <c:v>65.455795288085895</c:v>
                </c:pt>
                <c:pt idx="3790">
                  <c:v>65.379440307617202</c:v>
                </c:pt>
                <c:pt idx="3791">
                  <c:v>65.300888061523395</c:v>
                </c:pt>
                <c:pt idx="3792">
                  <c:v>65.214820861816406</c:v>
                </c:pt>
                <c:pt idx="3793">
                  <c:v>65.161201477050795</c:v>
                </c:pt>
                <c:pt idx="3794">
                  <c:v>65.011833190917997</c:v>
                </c:pt>
                <c:pt idx="3795">
                  <c:v>64.950576782226605</c:v>
                </c:pt>
                <c:pt idx="3796">
                  <c:v>64.877082824707003</c:v>
                </c:pt>
                <c:pt idx="3797">
                  <c:v>64.840972900390597</c:v>
                </c:pt>
                <c:pt idx="3798">
                  <c:v>64.841743469238295</c:v>
                </c:pt>
                <c:pt idx="3799">
                  <c:v>64.753997802734403</c:v>
                </c:pt>
                <c:pt idx="3800">
                  <c:v>64.643112182617202</c:v>
                </c:pt>
                <c:pt idx="3801">
                  <c:v>64.507423400878906</c:v>
                </c:pt>
                <c:pt idx="3802">
                  <c:v>64.422332763671903</c:v>
                </c:pt>
                <c:pt idx="3803">
                  <c:v>64.307632446289105</c:v>
                </c:pt>
                <c:pt idx="3804">
                  <c:v>64.200347900390597</c:v>
                </c:pt>
                <c:pt idx="3805">
                  <c:v>64.135459899902301</c:v>
                </c:pt>
                <c:pt idx="3806">
                  <c:v>64.086402893066406</c:v>
                </c:pt>
                <c:pt idx="3807">
                  <c:v>64.042724609375</c:v>
                </c:pt>
                <c:pt idx="3808">
                  <c:v>63.940345764160199</c:v>
                </c:pt>
                <c:pt idx="3809">
                  <c:v>63.833538055419901</c:v>
                </c:pt>
                <c:pt idx="3810">
                  <c:v>63.772083282470703</c:v>
                </c:pt>
                <c:pt idx="3811">
                  <c:v>63.647045135498097</c:v>
                </c:pt>
                <c:pt idx="3812">
                  <c:v>63.5228462219238</c:v>
                </c:pt>
                <c:pt idx="3813">
                  <c:v>63.342071533203097</c:v>
                </c:pt>
                <c:pt idx="3814">
                  <c:v>63.285629272460902</c:v>
                </c:pt>
                <c:pt idx="3815">
                  <c:v>63.168891906738303</c:v>
                </c:pt>
                <c:pt idx="3816">
                  <c:v>63.040489196777301</c:v>
                </c:pt>
                <c:pt idx="3817">
                  <c:v>62.907276153564503</c:v>
                </c:pt>
                <c:pt idx="3818">
                  <c:v>62.809745788574197</c:v>
                </c:pt>
                <c:pt idx="3819">
                  <c:v>62.733890533447301</c:v>
                </c:pt>
                <c:pt idx="3820">
                  <c:v>62.629711151123097</c:v>
                </c:pt>
                <c:pt idx="3821">
                  <c:v>62.5546684265137</c:v>
                </c:pt>
                <c:pt idx="3822">
                  <c:v>62.489219665527301</c:v>
                </c:pt>
                <c:pt idx="3823">
                  <c:v>62.413898468017599</c:v>
                </c:pt>
                <c:pt idx="3824">
                  <c:v>62.2905883789063</c:v>
                </c:pt>
                <c:pt idx="3825">
                  <c:v>62.183803558349602</c:v>
                </c:pt>
                <c:pt idx="3826">
                  <c:v>62.1063232421875</c:v>
                </c:pt>
                <c:pt idx="3827">
                  <c:v>62.029281616210902</c:v>
                </c:pt>
                <c:pt idx="3828">
                  <c:v>61.929031372070298</c:v>
                </c:pt>
                <c:pt idx="3829">
                  <c:v>61.847232818603501</c:v>
                </c:pt>
                <c:pt idx="3830">
                  <c:v>61.747402191162102</c:v>
                </c:pt>
                <c:pt idx="3831">
                  <c:v>61.685298919677699</c:v>
                </c:pt>
                <c:pt idx="3832">
                  <c:v>61.522670745849602</c:v>
                </c:pt>
                <c:pt idx="3833">
                  <c:v>61.408565521240199</c:v>
                </c:pt>
                <c:pt idx="3834">
                  <c:v>61.244960784912102</c:v>
                </c:pt>
                <c:pt idx="3835">
                  <c:v>61.083793640136697</c:v>
                </c:pt>
                <c:pt idx="3836">
                  <c:v>60.896480560302699</c:v>
                </c:pt>
                <c:pt idx="3837">
                  <c:v>60.810096740722699</c:v>
                </c:pt>
                <c:pt idx="3838">
                  <c:v>60.748741149902301</c:v>
                </c:pt>
                <c:pt idx="3839">
                  <c:v>60.703319549560597</c:v>
                </c:pt>
                <c:pt idx="3840">
                  <c:v>60.656970977783203</c:v>
                </c:pt>
                <c:pt idx="3841">
                  <c:v>60.504070281982401</c:v>
                </c:pt>
                <c:pt idx="3842">
                  <c:v>60.406154632568402</c:v>
                </c:pt>
                <c:pt idx="3843">
                  <c:v>60.172908782958999</c:v>
                </c:pt>
                <c:pt idx="3844">
                  <c:v>60.0355224609375</c:v>
                </c:pt>
                <c:pt idx="3845">
                  <c:v>59.9633178710938</c:v>
                </c:pt>
                <c:pt idx="3846">
                  <c:v>59.899509429931598</c:v>
                </c:pt>
                <c:pt idx="3847">
                  <c:v>59.851833343505902</c:v>
                </c:pt>
                <c:pt idx="3848">
                  <c:v>59.789867401123097</c:v>
                </c:pt>
                <c:pt idx="3849">
                  <c:v>59.671909332275398</c:v>
                </c:pt>
                <c:pt idx="3850">
                  <c:v>59.541202545166001</c:v>
                </c:pt>
                <c:pt idx="3851">
                  <c:v>59.456836700439503</c:v>
                </c:pt>
                <c:pt idx="3852">
                  <c:v>59.291072845458999</c:v>
                </c:pt>
                <c:pt idx="3853">
                  <c:v>59.164859771728501</c:v>
                </c:pt>
                <c:pt idx="3854">
                  <c:v>59.086471557617202</c:v>
                </c:pt>
                <c:pt idx="3855">
                  <c:v>58.975547790527301</c:v>
                </c:pt>
                <c:pt idx="3856">
                  <c:v>58.944156646728501</c:v>
                </c:pt>
                <c:pt idx="3857">
                  <c:v>58.838150024414098</c:v>
                </c:pt>
                <c:pt idx="3858">
                  <c:v>58.748306274414098</c:v>
                </c:pt>
                <c:pt idx="3859">
                  <c:v>58.630035400390597</c:v>
                </c:pt>
                <c:pt idx="3860">
                  <c:v>58.531364440917997</c:v>
                </c:pt>
                <c:pt idx="3861">
                  <c:v>58.467750549316399</c:v>
                </c:pt>
                <c:pt idx="3862">
                  <c:v>58.389003753662102</c:v>
                </c:pt>
                <c:pt idx="3863">
                  <c:v>58.306217193603501</c:v>
                </c:pt>
                <c:pt idx="3864">
                  <c:v>58.204875946044901</c:v>
                </c:pt>
                <c:pt idx="3865">
                  <c:v>58.061004638671903</c:v>
                </c:pt>
                <c:pt idx="3866">
                  <c:v>57.915500640869098</c:v>
                </c:pt>
                <c:pt idx="3867">
                  <c:v>57.797336578369098</c:v>
                </c:pt>
                <c:pt idx="3868">
                  <c:v>57.679943084716797</c:v>
                </c:pt>
                <c:pt idx="3869">
                  <c:v>57.605335235595703</c:v>
                </c:pt>
                <c:pt idx="3870">
                  <c:v>57.549747467041001</c:v>
                </c:pt>
                <c:pt idx="3871">
                  <c:v>57.496242523193402</c:v>
                </c:pt>
                <c:pt idx="3872">
                  <c:v>57.475234985351598</c:v>
                </c:pt>
                <c:pt idx="3873">
                  <c:v>57.473430633544901</c:v>
                </c:pt>
                <c:pt idx="3874">
                  <c:v>57.247344970703097</c:v>
                </c:pt>
                <c:pt idx="3875">
                  <c:v>57.015281677246101</c:v>
                </c:pt>
                <c:pt idx="3876">
                  <c:v>56.874149322509801</c:v>
                </c:pt>
                <c:pt idx="3877">
                  <c:v>56.720367431640597</c:v>
                </c:pt>
                <c:pt idx="3878">
                  <c:v>56.580615997314503</c:v>
                </c:pt>
                <c:pt idx="3879">
                  <c:v>56.5059814453125</c:v>
                </c:pt>
                <c:pt idx="3880">
                  <c:v>56.363418579101598</c:v>
                </c:pt>
                <c:pt idx="3881">
                  <c:v>56.252887725830099</c:v>
                </c:pt>
                <c:pt idx="3882">
                  <c:v>56.1342163085938</c:v>
                </c:pt>
                <c:pt idx="3883">
                  <c:v>56.044075012207003</c:v>
                </c:pt>
                <c:pt idx="3884">
                  <c:v>55.964557647705099</c:v>
                </c:pt>
                <c:pt idx="3885">
                  <c:v>55.906471252441399</c:v>
                </c:pt>
                <c:pt idx="3886">
                  <c:v>55.874832153320298</c:v>
                </c:pt>
                <c:pt idx="3887">
                  <c:v>55.851406097412102</c:v>
                </c:pt>
                <c:pt idx="3888">
                  <c:v>55.829475402832003</c:v>
                </c:pt>
                <c:pt idx="3889">
                  <c:v>55.743560791015597</c:v>
                </c:pt>
                <c:pt idx="3890">
                  <c:v>55.739852905273402</c:v>
                </c:pt>
                <c:pt idx="3891">
                  <c:v>55.445201873779297</c:v>
                </c:pt>
                <c:pt idx="3892">
                  <c:v>55.232017517089801</c:v>
                </c:pt>
                <c:pt idx="3893">
                  <c:v>55.045284271240199</c:v>
                </c:pt>
                <c:pt idx="3894">
                  <c:v>54.900913238525398</c:v>
                </c:pt>
                <c:pt idx="3895">
                  <c:v>54.801059722900398</c:v>
                </c:pt>
                <c:pt idx="3896">
                  <c:v>54.657737731933601</c:v>
                </c:pt>
                <c:pt idx="3897">
                  <c:v>54.486351013183601</c:v>
                </c:pt>
                <c:pt idx="3898">
                  <c:v>54.332504272460902</c:v>
                </c:pt>
                <c:pt idx="3899">
                  <c:v>54.255382537841797</c:v>
                </c:pt>
                <c:pt idx="3900">
                  <c:v>54.193553924560597</c:v>
                </c:pt>
                <c:pt idx="3901">
                  <c:v>54.127239227294901</c:v>
                </c:pt>
                <c:pt idx="3902">
                  <c:v>54.030220031738303</c:v>
                </c:pt>
                <c:pt idx="3903">
                  <c:v>53.926265716552699</c:v>
                </c:pt>
                <c:pt idx="3904">
                  <c:v>53.811969757080099</c:v>
                </c:pt>
                <c:pt idx="3905">
                  <c:v>53.655162811279297</c:v>
                </c:pt>
                <c:pt idx="3906">
                  <c:v>53.524658203125</c:v>
                </c:pt>
                <c:pt idx="3907">
                  <c:v>53.420387268066399</c:v>
                </c:pt>
                <c:pt idx="3908">
                  <c:v>53.339035034179702</c:v>
                </c:pt>
                <c:pt idx="3909">
                  <c:v>53.2178955078125</c:v>
                </c:pt>
                <c:pt idx="3910">
                  <c:v>53.075111389160199</c:v>
                </c:pt>
                <c:pt idx="3911">
                  <c:v>53.017261505127003</c:v>
                </c:pt>
                <c:pt idx="3912">
                  <c:v>52.9314575195313</c:v>
                </c:pt>
                <c:pt idx="3913">
                  <c:v>52.828197479248097</c:v>
                </c:pt>
                <c:pt idx="3914">
                  <c:v>52.7596626281738</c:v>
                </c:pt>
                <c:pt idx="3915">
                  <c:v>52.681842803955099</c:v>
                </c:pt>
                <c:pt idx="3916">
                  <c:v>52.639156341552699</c:v>
                </c:pt>
                <c:pt idx="3917">
                  <c:v>52.610202789306598</c:v>
                </c:pt>
                <c:pt idx="3918">
                  <c:v>52.592830657958999</c:v>
                </c:pt>
                <c:pt idx="3919">
                  <c:v>52.5822563171387</c:v>
                </c:pt>
                <c:pt idx="3920">
                  <c:v>52.5664672851563</c:v>
                </c:pt>
                <c:pt idx="3921">
                  <c:v>52.553298950195298</c:v>
                </c:pt>
                <c:pt idx="3922">
                  <c:v>52.5465278625488</c:v>
                </c:pt>
                <c:pt idx="3923">
                  <c:v>52.4794311523438</c:v>
                </c:pt>
                <c:pt idx="3924">
                  <c:v>52.4942436218262</c:v>
                </c:pt>
                <c:pt idx="3925">
                  <c:v>52.099037170410199</c:v>
                </c:pt>
                <c:pt idx="3926">
                  <c:v>51.9067192077637</c:v>
                </c:pt>
                <c:pt idx="3927">
                  <c:v>51.619663238525398</c:v>
                </c:pt>
                <c:pt idx="3928">
                  <c:v>51.4126167297363</c:v>
                </c:pt>
                <c:pt idx="3929">
                  <c:v>51.234088897705099</c:v>
                </c:pt>
                <c:pt idx="3930">
                  <c:v>51.152069091796903</c:v>
                </c:pt>
                <c:pt idx="3931">
                  <c:v>51.088600158691399</c:v>
                </c:pt>
                <c:pt idx="3932">
                  <c:v>51.0187377929688</c:v>
                </c:pt>
                <c:pt idx="3933">
                  <c:v>50.9870796203613</c:v>
                </c:pt>
                <c:pt idx="3934">
                  <c:v>50.971065521240199</c:v>
                </c:pt>
                <c:pt idx="3935">
                  <c:v>50.933074951171903</c:v>
                </c:pt>
                <c:pt idx="3936">
                  <c:v>50.849029541015597</c:v>
                </c:pt>
                <c:pt idx="3937">
                  <c:v>50.670215606689503</c:v>
                </c:pt>
                <c:pt idx="3938">
                  <c:v>50.544147491455099</c:v>
                </c:pt>
                <c:pt idx="3939">
                  <c:v>50.335685729980497</c:v>
                </c:pt>
                <c:pt idx="3940">
                  <c:v>50.177242279052699</c:v>
                </c:pt>
                <c:pt idx="3941">
                  <c:v>50.042591094970703</c:v>
                </c:pt>
                <c:pt idx="3942">
                  <c:v>49.902206420898402</c:v>
                </c:pt>
                <c:pt idx="3943">
                  <c:v>49.775188446044901</c:v>
                </c:pt>
                <c:pt idx="3944">
                  <c:v>49.664024353027301</c:v>
                </c:pt>
                <c:pt idx="3945">
                  <c:v>49.578258514404297</c:v>
                </c:pt>
                <c:pt idx="3946">
                  <c:v>49.520912170410199</c:v>
                </c:pt>
                <c:pt idx="3947">
                  <c:v>49.462661743164098</c:v>
                </c:pt>
                <c:pt idx="3948">
                  <c:v>49.405490875244098</c:v>
                </c:pt>
                <c:pt idx="3949">
                  <c:v>49.366626739502003</c:v>
                </c:pt>
                <c:pt idx="3950">
                  <c:v>49.346927642822301</c:v>
                </c:pt>
                <c:pt idx="3951">
                  <c:v>49.328575134277301</c:v>
                </c:pt>
                <c:pt idx="3952">
                  <c:v>49.280853271484403</c:v>
                </c:pt>
                <c:pt idx="3953">
                  <c:v>49.288249969482401</c:v>
                </c:pt>
                <c:pt idx="3954">
                  <c:v>49.273693084716797</c:v>
                </c:pt>
                <c:pt idx="3955">
                  <c:v>49.182094573974602</c:v>
                </c:pt>
                <c:pt idx="3956">
                  <c:v>48.966884613037102</c:v>
                </c:pt>
                <c:pt idx="3957">
                  <c:v>48.756336212158203</c:v>
                </c:pt>
                <c:pt idx="3958">
                  <c:v>48.605869293212898</c:v>
                </c:pt>
                <c:pt idx="3959">
                  <c:v>48.4329643249512</c:v>
                </c:pt>
                <c:pt idx="3960">
                  <c:v>48.2310981750488</c:v>
                </c:pt>
                <c:pt idx="3961">
                  <c:v>48.152732849121101</c:v>
                </c:pt>
                <c:pt idx="3962">
                  <c:v>48.000755310058601</c:v>
                </c:pt>
                <c:pt idx="3963">
                  <c:v>47.738109588623097</c:v>
                </c:pt>
                <c:pt idx="3964">
                  <c:v>47.427215576171903</c:v>
                </c:pt>
                <c:pt idx="3965">
                  <c:v>46.7964057922363</c:v>
                </c:pt>
                <c:pt idx="3966">
                  <c:v>46.460788726806598</c:v>
                </c:pt>
                <c:pt idx="3967">
                  <c:v>46.261173248291001</c:v>
                </c:pt>
                <c:pt idx="3968">
                  <c:v>46.176513671875</c:v>
                </c:pt>
                <c:pt idx="3969">
                  <c:v>46.111415863037102</c:v>
                </c:pt>
                <c:pt idx="3970">
                  <c:v>46.050464630127003</c:v>
                </c:pt>
                <c:pt idx="3971">
                  <c:v>46.019180297851598</c:v>
                </c:pt>
                <c:pt idx="3972">
                  <c:v>46.003120422363303</c:v>
                </c:pt>
                <c:pt idx="3973">
                  <c:v>45.994876861572301</c:v>
                </c:pt>
                <c:pt idx="3974">
                  <c:v>45.990642547607401</c:v>
                </c:pt>
                <c:pt idx="3975">
                  <c:v>45.988468170166001</c:v>
                </c:pt>
                <c:pt idx="3976">
                  <c:v>45.987354278564503</c:v>
                </c:pt>
                <c:pt idx="3977">
                  <c:v>45.986778259277301</c:v>
                </c:pt>
                <c:pt idx="3978">
                  <c:v>45.986484527587898</c:v>
                </c:pt>
                <c:pt idx="3979">
                  <c:v>45.986335754394503</c:v>
                </c:pt>
                <c:pt idx="3980">
                  <c:v>45.986255645752003</c:v>
                </c:pt>
                <c:pt idx="3981">
                  <c:v>45.986217498779297</c:v>
                </c:pt>
                <c:pt idx="3982">
                  <c:v>45.982501983642599</c:v>
                </c:pt>
                <c:pt idx="3983">
                  <c:v>45.979682922363303</c:v>
                </c:pt>
                <c:pt idx="3984">
                  <c:v>45.980945587158203</c:v>
                </c:pt>
                <c:pt idx="3985">
                  <c:v>45.964664459228501</c:v>
                </c:pt>
                <c:pt idx="3986">
                  <c:v>45.902370452880902</c:v>
                </c:pt>
                <c:pt idx="3987">
                  <c:v>45.8300590515137</c:v>
                </c:pt>
                <c:pt idx="3988">
                  <c:v>45.799289703369098</c:v>
                </c:pt>
                <c:pt idx="3989">
                  <c:v>45.716587066650398</c:v>
                </c:pt>
                <c:pt idx="3990">
                  <c:v>45.633190155029297</c:v>
                </c:pt>
                <c:pt idx="3991">
                  <c:v>45.514156341552699</c:v>
                </c:pt>
                <c:pt idx="3992">
                  <c:v>45.444664001464801</c:v>
                </c:pt>
                <c:pt idx="3993">
                  <c:v>45.394821166992202</c:v>
                </c:pt>
                <c:pt idx="3994">
                  <c:v>45.329647064208999</c:v>
                </c:pt>
                <c:pt idx="3995">
                  <c:v>45.262504577636697</c:v>
                </c:pt>
                <c:pt idx="3996">
                  <c:v>45.231761932373097</c:v>
                </c:pt>
                <c:pt idx="3997">
                  <c:v>45.186275482177699</c:v>
                </c:pt>
                <c:pt idx="3998">
                  <c:v>45.1238822937012</c:v>
                </c:pt>
                <c:pt idx="3999">
                  <c:v>45.040714263916001</c:v>
                </c:pt>
                <c:pt idx="4000">
                  <c:v>44.937366485595703</c:v>
                </c:pt>
                <c:pt idx="4001">
                  <c:v>44.806957244873097</c:v>
                </c:pt>
                <c:pt idx="4002">
                  <c:v>44.758934020996101</c:v>
                </c:pt>
                <c:pt idx="4003">
                  <c:v>44.693046569824197</c:v>
                </c:pt>
                <c:pt idx="4004">
                  <c:v>44.6392211914063</c:v>
                </c:pt>
                <c:pt idx="4005">
                  <c:v>44.532909393310597</c:v>
                </c:pt>
                <c:pt idx="4006">
                  <c:v>44.472446441650398</c:v>
                </c:pt>
                <c:pt idx="4007">
                  <c:v>44.439926147460902</c:v>
                </c:pt>
                <c:pt idx="4008">
                  <c:v>44.415233612060597</c:v>
                </c:pt>
                <c:pt idx="4009">
                  <c:v>44.393287658691399</c:v>
                </c:pt>
                <c:pt idx="4010">
                  <c:v>44.363185882568402</c:v>
                </c:pt>
                <c:pt idx="4011">
                  <c:v>44.298774719238303</c:v>
                </c:pt>
                <c:pt idx="4012">
                  <c:v>44.163898468017599</c:v>
                </c:pt>
                <c:pt idx="4013">
                  <c:v>44.0338325500488</c:v>
                </c:pt>
                <c:pt idx="4014">
                  <c:v>43.877628326416001</c:v>
                </c:pt>
                <c:pt idx="4015">
                  <c:v>43.712318420410199</c:v>
                </c:pt>
                <c:pt idx="4016">
                  <c:v>43.622463226318402</c:v>
                </c:pt>
                <c:pt idx="4017">
                  <c:v>43.540592193603501</c:v>
                </c:pt>
                <c:pt idx="4018">
                  <c:v>43.412094116210902</c:v>
                </c:pt>
                <c:pt idx="4019">
                  <c:v>43.307621002197301</c:v>
                </c:pt>
                <c:pt idx="4020">
                  <c:v>43.201126098632798</c:v>
                </c:pt>
                <c:pt idx="4021">
                  <c:v>43.139156341552699</c:v>
                </c:pt>
                <c:pt idx="4022">
                  <c:v>43.087615966796903</c:v>
                </c:pt>
                <c:pt idx="4023">
                  <c:v>43.045093536377003</c:v>
                </c:pt>
                <c:pt idx="4024">
                  <c:v>42.972454071044901</c:v>
                </c:pt>
                <c:pt idx="4025">
                  <c:v>42.884452819824197</c:v>
                </c:pt>
                <c:pt idx="4026">
                  <c:v>42.838638305664098</c:v>
                </c:pt>
                <c:pt idx="4027">
                  <c:v>42.812473297119098</c:v>
                </c:pt>
                <c:pt idx="4028">
                  <c:v>42.7926635742188</c:v>
                </c:pt>
                <c:pt idx="4029">
                  <c:v>42.781776428222699</c:v>
                </c:pt>
                <c:pt idx="4030">
                  <c:v>42.779872894287102</c:v>
                </c:pt>
                <c:pt idx="4031">
                  <c:v>42.7670707702637</c:v>
                </c:pt>
                <c:pt idx="4032">
                  <c:v>42.750209808349602</c:v>
                </c:pt>
                <c:pt idx="4033">
                  <c:v>42.7585258483887</c:v>
                </c:pt>
                <c:pt idx="4034">
                  <c:v>42.736366271972699</c:v>
                </c:pt>
                <c:pt idx="4035">
                  <c:v>42.618114471435597</c:v>
                </c:pt>
                <c:pt idx="4036">
                  <c:v>42.441051483154297</c:v>
                </c:pt>
                <c:pt idx="4037">
                  <c:v>42.251083374023402</c:v>
                </c:pt>
                <c:pt idx="4038">
                  <c:v>42.194107055664098</c:v>
                </c:pt>
                <c:pt idx="4039">
                  <c:v>42.059474945068402</c:v>
                </c:pt>
                <c:pt idx="4040">
                  <c:v>41.9718017578125</c:v>
                </c:pt>
                <c:pt idx="4041">
                  <c:v>41.919647216796903</c:v>
                </c:pt>
                <c:pt idx="4042">
                  <c:v>41.788818359375</c:v>
                </c:pt>
                <c:pt idx="4043">
                  <c:v>41.702346801757798</c:v>
                </c:pt>
                <c:pt idx="4044">
                  <c:v>41.647037506103501</c:v>
                </c:pt>
                <c:pt idx="4045">
                  <c:v>41.466129302978501</c:v>
                </c:pt>
                <c:pt idx="4046">
                  <c:v>41.285789489746101</c:v>
                </c:pt>
                <c:pt idx="4047">
                  <c:v>41.209976196289098</c:v>
                </c:pt>
                <c:pt idx="4048">
                  <c:v>41.178924560546903</c:v>
                </c:pt>
                <c:pt idx="4049">
                  <c:v>41.152439117431598</c:v>
                </c:pt>
                <c:pt idx="4050">
                  <c:v>41.090400695800803</c:v>
                </c:pt>
                <c:pt idx="4051">
                  <c:v>41.053321838378899</c:v>
                </c:pt>
                <c:pt idx="4052">
                  <c:v>40.767368316650398</c:v>
                </c:pt>
                <c:pt idx="4053">
                  <c:v>40.7923774719238</c:v>
                </c:pt>
                <c:pt idx="4054">
                  <c:v>40.262344360351598</c:v>
                </c:pt>
                <c:pt idx="4055">
                  <c:v>39.94580078125</c:v>
                </c:pt>
                <c:pt idx="4056">
                  <c:v>39.713287353515597</c:v>
                </c:pt>
                <c:pt idx="4057">
                  <c:v>39.586315155029297</c:v>
                </c:pt>
                <c:pt idx="4058">
                  <c:v>39.521083831787102</c:v>
                </c:pt>
                <c:pt idx="4059">
                  <c:v>39.487606048583999</c:v>
                </c:pt>
                <c:pt idx="4060">
                  <c:v>39.470420837402301</c:v>
                </c:pt>
                <c:pt idx="4061">
                  <c:v>39.461597442627003</c:v>
                </c:pt>
                <c:pt idx="4062">
                  <c:v>39.457065582275398</c:v>
                </c:pt>
                <c:pt idx="4063">
                  <c:v>39.454742431640597</c:v>
                </c:pt>
                <c:pt idx="4064">
                  <c:v>39.453548431396499</c:v>
                </c:pt>
                <c:pt idx="4065">
                  <c:v>39.452934265136697</c:v>
                </c:pt>
                <c:pt idx="4066">
                  <c:v>39.4526176452637</c:v>
                </c:pt>
                <c:pt idx="4067">
                  <c:v>39.452457427978501</c:v>
                </c:pt>
                <c:pt idx="4068">
                  <c:v>39.4523735046387</c:v>
                </c:pt>
                <c:pt idx="4069">
                  <c:v>39.4523315429688</c:v>
                </c:pt>
                <c:pt idx="4070">
                  <c:v>39.452308654785199</c:v>
                </c:pt>
                <c:pt idx="4071">
                  <c:v>39.452297210693402</c:v>
                </c:pt>
                <c:pt idx="4072">
                  <c:v>39.452293395996101</c:v>
                </c:pt>
                <c:pt idx="4073">
                  <c:v>39.449203491210902</c:v>
                </c:pt>
                <c:pt idx="4074">
                  <c:v>39.4486694335938</c:v>
                </c:pt>
                <c:pt idx="4075">
                  <c:v>39.448848724365199</c:v>
                </c:pt>
                <c:pt idx="4076">
                  <c:v>39.443931579589801</c:v>
                </c:pt>
                <c:pt idx="4077">
                  <c:v>39.437309265136697</c:v>
                </c:pt>
                <c:pt idx="4078">
                  <c:v>39.430870056152301</c:v>
                </c:pt>
                <c:pt idx="4079">
                  <c:v>39.429122924804702</c:v>
                </c:pt>
                <c:pt idx="4080">
                  <c:v>39.360469818115199</c:v>
                </c:pt>
                <c:pt idx="4081">
                  <c:v>39.3356323242188</c:v>
                </c:pt>
                <c:pt idx="4082">
                  <c:v>39.307056427002003</c:v>
                </c:pt>
                <c:pt idx="4083">
                  <c:v>39.301429748535199</c:v>
                </c:pt>
                <c:pt idx="4084">
                  <c:v>39.238441467285199</c:v>
                </c:pt>
                <c:pt idx="4085">
                  <c:v>39.181888580322301</c:v>
                </c:pt>
                <c:pt idx="4086">
                  <c:v>39.15283203125</c:v>
                </c:pt>
                <c:pt idx="4087">
                  <c:v>39.1027221679688</c:v>
                </c:pt>
                <c:pt idx="4088">
                  <c:v>39.0601196289063</c:v>
                </c:pt>
                <c:pt idx="4089">
                  <c:v>39.043113708496101</c:v>
                </c:pt>
                <c:pt idx="4090">
                  <c:v>39.033882141113303</c:v>
                </c:pt>
                <c:pt idx="4091">
                  <c:v>38.964260101318402</c:v>
                </c:pt>
                <c:pt idx="4092">
                  <c:v>38.885993957519503</c:v>
                </c:pt>
                <c:pt idx="4093">
                  <c:v>38.853786468505902</c:v>
                </c:pt>
                <c:pt idx="4094">
                  <c:v>38.843460083007798</c:v>
                </c:pt>
                <c:pt idx="4095">
                  <c:v>38.771923065185597</c:v>
                </c:pt>
                <c:pt idx="4096">
                  <c:v>38.720897674560597</c:v>
                </c:pt>
                <c:pt idx="4097">
                  <c:v>38.694293975830099</c:v>
                </c:pt>
                <c:pt idx="4098">
                  <c:v>38.688591003417997</c:v>
                </c:pt>
                <c:pt idx="4099">
                  <c:v>38.619571685791001</c:v>
                </c:pt>
                <c:pt idx="4100">
                  <c:v>38.588485717773402</c:v>
                </c:pt>
                <c:pt idx="4101">
                  <c:v>38.510086059570298</c:v>
                </c:pt>
                <c:pt idx="4102">
                  <c:v>38.407119750976598</c:v>
                </c:pt>
                <c:pt idx="4103">
                  <c:v>38.327728271484403</c:v>
                </c:pt>
                <c:pt idx="4104">
                  <c:v>38.268604278564503</c:v>
                </c:pt>
                <c:pt idx="4105">
                  <c:v>38.229873657226598</c:v>
                </c:pt>
                <c:pt idx="4106">
                  <c:v>38.199203491210902</c:v>
                </c:pt>
                <c:pt idx="4107">
                  <c:v>38.157756805419901</c:v>
                </c:pt>
                <c:pt idx="4108">
                  <c:v>38.090385437011697</c:v>
                </c:pt>
                <c:pt idx="4109">
                  <c:v>38.044998168945298</c:v>
                </c:pt>
                <c:pt idx="4110">
                  <c:v>38.009857177734403</c:v>
                </c:pt>
                <c:pt idx="4111">
                  <c:v>37.974662780761697</c:v>
                </c:pt>
                <c:pt idx="4112">
                  <c:v>37.946102142333999</c:v>
                </c:pt>
                <c:pt idx="4113">
                  <c:v>37.9124946594238</c:v>
                </c:pt>
                <c:pt idx="4114">
                  <c:v>37.902633666992202</c:v>
                </c:pt>
                <c:pt idx="4115">
                  <c:v>37.896091461181598</c:v>
                </c:pt>
                <c:pt idx="4116">
                  <c:v>37.888439178466797</c:v>
                </c:pt>
                <c:pt idx="4117">
                  <c:v>37.879398345947301</c:v>
                </c:pt>
                <c:pt idx="4118">
                  <c:v>37.852672576904297</c:v>
                </c:pt>
                <c:pt idx="4119">
                  <c:v>37.795658111572301</c:v>
                </c:pt>
                <c:pt idx="4120">
                  <c:v>37.708065032958999</c:v>
                </c:pt>
                <c:pt idx="4121">
                  <c:v>37.634201049804702</c:v>
                </c:pt>
                <c:pt idx="4122">
                  <c:v>37.624759674072301</c:v>
                </c:pt>
                <c:pt idx="4123">
                  <c:v>37.581455230712898</c:v>
                </c:pt>
                <c:pt idx="4124">
                  <c:v>37.460357666015597</c:v>
                </c:pt>
                <c:pt idx="4125">
                  <c:v>37.371753692627003</c:v>
                </c:pt>
                <c:pt idx="4126">
                  <c:v>37.270923614502003</c:v>
                </c:pt>
                <c:pt idx="4127">
                  <c:v>37.193954467773402</c:v>
                </c:pt>
                <c:pt idx="4128">
                  <c:v>37.107208251953097</c:v>
                </c:pt>
                <c:pt idx="4129">
                  <c:v>37.056159973144503</c:v>
                </c:pt>
                <c:pt idx="4130">
                  <c:v>37.022087097167997</c:v>
                </c:pt>
                <c:pt idx="4131">
                  <c:v>37.0060424804688</c:v>
                </c:pt>
                <c:pt idx="4132">
                  <c:v>37.012359619140597</c:v>
                </c:pt>
                <c:pt idx="4133">
                  <c:v>36.985103607177699</c:v>
                </c:pt>
                <c:pt idx="4134">
                  <c:v>36.938163757324197</c:v>
                </c:pt>
                <c:pt idx="4135">
                  <c:v>36.837879180908203</c:v>
                </c:pt>
                <c:pt idx="4136">
                  <c:v>36.761375427246101</c:v>
                </c:pt>
                <c:pt idx="4137">
                  <c:v>36.691352844238303</c:v>
                </c:pt>
                <c:pt idx="4138">
                  <c:v>36.634902954101598</c:v>
                </c:pt>
                <c:pt idx="4139">
                  <c:v>36.621803283691399</c:v>
                </c:pt>
                <c:pt idx="4140">
                  <c:v>36.615234375</c:v>
                </c:pt>
                <c:pt idx="4141">
                  <c:v>36.629524230957003</c:v>
                </c:pt>
                <c:pt idx="4142">
                  <c:v>36.594486236572301</c:v>
                </c:pt>
                <c:pt idx="4143">
                  <c:v>36.540573120117202</c:v>
                </c:pt>
                <c:pt idx="4144">
                  <c:v>36.511791229248097</c:v>
                </c:pt>
                <c:pt idx="4145">
                  <c:v>36.4820556640625</c:v>
                </c:pt>
                <c:pt idx="4146">
                  <c:v>36.432052612304702</c:v>
                </c:pt>
                <c:pt idx="4147">
                  <c:v>36.395256042480497</c:v>
                </c:pt>
                <c:pt idx="4148">
                  <c:v>36.363689422607401</c:v>
                </c:pt>
                <c:pt idx="4149">
                  <c:v>36.334205627441399</c:v>
                </c:pt>
                <c:pt idx="4150">
                  <c:v>36.323177337646499</c:v>
                </c:pt>
                <c:pt idx="4151">
                  <c:v>36.324615478515597</c:v>
                </c:pt>
                <c:pt idx="4152">
                  <c:v>36.318302154541001</c:v>
                </c:pt>
                <c:pt idx="4153">
                  <c:v>36.2813529968262</c:v>
                </c:pt>
                <c:pt idx="4154">
                  <c:v>36.258846282958999</c:v>
                </c:pt>
                <c:pt idx="4155">
                  <c:v>36.243339538574197</c:v>
                </c:pt>
                <c:pt idx="4156">
                  <c:v>36.231307983398402</c:v>
                </c:pt>
                <c:pt idx="4157">
                  <c:v>36.139060974121101</c:v>
                </c:pt>
                <c:pt idx="4158">
                  <c:v>36.081153869628899</c:v>
                </c:pt>
                <c:pt idx="4159">
                  <c:v>36.075759887695298</c:v>
                </c:pt>
                <c:pt idx="4160">
                  <c:v>36.045738220214801</c:v>
                </c:pt>
                <c:pt idx="4161">
                  <c:v>36.036491394042997</c:v>
                </c:pt>
                <c:pt idx="4162">
                  <c:v>36.0391235351563</c:v>
                </c:pt>
                <c:pt idx="4163">
                  <c:v>35.988246917724602</c:v>
                </c:pt>
                <c:pt idx="4164">
                  <c:v>35.901786804199197</c:v>
                </c:pt>
                <c:pt idx="4165">
                  <c:v>35.851261138916001</c:v>
                </c:pt>
                <c:pt idx="4166">
                  <c:v>35.831657409667997</c:v>
                </c:pt>
                <c:pt idx="4167">
                  <c:v>35.725433349609403</c:v>
                </c:pt>
                <c:pt idx="4168">
                  <c:v>35.726600646972699</c:v>
                </c:pt>
                <c:pt idx="4169">
                  <c:v>35.645389556884801</c:v>
                </c:pt>
                <c:pt idx="4170">
                  <c:v>35.595829010009801</c:v>
                </c:pt>
                <c:pt idx="4171">
                  <c:v>35.557662963867202</c:v>
                </c:pt>
                <c:pt idx="4172">
                  <c:v>35.550559997558601</c:v>
                </c:pt>
                <c:pt idx="4173">
                  <c:v>35.540046691894503</c:v>
                </c:pt>
                <c:pt idx="4174">
                  <c:v>35.525234222412102</c:v>
                </c:pt>
                <c:pt idx="4175">
                  <c:v>35.511730194091797</c:v>
                </c:pt>
                <c:pt idx="4176">
                  <c:v>35.482627868652301</c:v>
                </c:pt>
                <c:pt idx="4177">
                  <c:v>35.407749176025398</c:v>
                </c:pt>
                <c:pt idx="4178">
                  <c:v>35.359085083007798</c:v>
                </c:pt>
                <c:pt idx="4179">
                  <c:v>35.286930084228501</c:v>
                </c:pt>
                <c:pt idx="4180">
                  <c:v>35.240383148193402</c:v>
                </c:pt>
                <c:pt idx="4181">
                  <c:v>35.199752807617202</c:v>
                </c:pt>
                <c:pt idx="4182">
                  <c:v>35.180633544921903</c:v>
                </c:pt>
                <c:pt idx="4183">
                  <c:v>35.177162170410199</c:v>
                </c:pt>
                <c:pt idx="4184">
                  <c:v>35.1661567687988</c:v>
                </c:pt>
                <c:pt idx="4185">
                  <c:v>35.128978729248097</c:v>
                </c:pt>
                <c:pt idx="4186">
                  <c:v>35.139015197753899</c:v>
                </c:pt>
                <c:pt idx="4187">
                  <c:v>35.062656402587898</c:v>
                </c:pt>
                <c:pt idx="4188">
                  <c:v>34.892204284667997</c:v>
                </c:pt>
                <c:pt idx="4189">
                  <c:v>34.7822456359863</c:v>
                </c:pt>
                <c:pt idx="4190">
                  <c:v>34.712131500244098</c:v>
                </c:pt>
                <c:pt idx="4191">
                  <c:v>34.676509857177699</c:v>
                </c:pt>
                <c:pt idx="4192">
                  <c:v>34.619113922119098</c:v>
                </c:pt>
                <c:pt idx="4193">
                  <c:v>34.616691589355497</c:v>
                </c:pt>
                <c:pt idx="4194">
                  <c:v>34.616550445556598</c:v>
                </c:pt>
                <c:pt idx="4195">
                  <c:v>34.588699340820298</c:v>
                </c:pt>
                <c:pt idx="4196">
                  <c:v>34.585170745849602</c:v>
                </c:pt>
                <c:pt idx="4197">
                  <c:v>34.590164184570298</c:v>
                </c:pt>
                <c:pt idx="4198">
                  <c:v>34.586860656738303</c:v>
                </c:pt>
                <c:pt idx="4199">
                  <c:v>34.581008911132798</c:v>
                </c:pt>
                <c:pt idx="4200">
                  <c:v>34.567520141601598</c:v>
                </c:pt>
                <c:pt idx="4201">
                  <c:v>34.554588317871101</c:v>
                </c:pt>
                <c:pt idx="4202">
                  <c:v>34.548263549804702</c:v>
                </c:pt>
                <c:pt idx="4203">
                  <c:v>34.552528381347699</c:v>
                </c:pt>
                <c:pt idx="4204">
                  <c:v>34.541938781738303</c:v>
                </c:pt>
                <c:pt idx="4205">
                  <c:v>34.512485504150398</c:v>
                </c:pt>
                <c:pt idx="4206">
                  <c:v>34.495719909667997</c:v>
                </c:pt>
                <c:pt idx="4207">
                  <c:v>34.483009338378899</c:v>
                </c:pt>
                <c:pt idx="4208">
                  <c:v>34.456470489502003</c:v>
                </c:pt>
                <c:pt idx="4209">
                  <c:v>34.455646514892599</c:v>
                </c:pt>
                <c:pt idx="4210">
                  <c:v>34.432464599609403</c:v>
                </c:pt>
                <c:pt idx="4211">
                  <c:v>34.443840026855497</c:v>
                </c:pt>
                <c:pt idx="4212">
                  <c:v>34.4205513000488</c:v>
                </c:pt>
                <c:pt idx="4213">
                  <c:v>34.377365112304702</c:v>
                </c:pt>
                <c:pt idx="4214">
                  <c:v>34.293575286865199</c:v>
                </c:pt>
                <c:pt idx="4215">
                  <c:v>34.236507415771499</c:v>
                </c:pt>
                <c:pt idx="4216">
                  <c:v>34.235435485839801</c:v>
                </c:pt>
                <c:pt idx="4217">
                  <c:v>34.223957061767599</c:v>
                </c:pt>
                <c:pt idx="4218">
                  <c:v>34.069534301757798</c:v>
                </c:pt>
                <c:pt idx="4219">
                  <c:v>33.959850311279297</c:v>
                </c:pt>
                <c:pt idx="4220">
                  <c:v>33.864177703857401</c:v>
                </c:pt>
                <c:pt idx="4221">
                  <c:v>33.857261657714801</c:v>
                </c:pt>
                <c:pt idx="4222">
                  <c:v>33.844139099121101</c:v>
                </c:pt>
                <c:pt idx="4223">
                  <c:v>33.821292877197301</c:v>
                </c:pt>
                <c:pt idx="4224">
                  <c:v>33.815444946289098</c:v>
                </c:pt>
                <c:pt idx="4225">
                  <c:v>33.801437377929702</c:v>
                </c:pt>
                <c:pt idx="4226">
                  <c:v>33.776866912841797</c:v>
                </c:pt>
                <c:pt idx="4227">
                  <c:v>33.758773803710902</c:v>
                </c:pt>
                <c:pt idx="4228">
                  <c:v>33.742641448974602</c:v>
                </c:pt>
                <c:pt idx="4229">
                  <c:v>33.773479461669901</c:v>
                </c:pt>
                <c:pt idx="4230">
                  <c:v>33.7824897766113</c:v>
                </c:pt>
                <c:pt idx="4231">
                  <c:v>33.771392822265597</c:v>
                </c:pt>
                <c:pt idx="4232">
                  <c:v>33.769496917724602</c:v>
                </c:pt>
                <c:pt idx="4233">
                  <c:v>33.753726959228501</c:v>
                </c:pt>
                <c:pt idx="4234">
                  <c:v>33.740005493164098</c:v>
                </c:pt>
                <c:pt idx="4235">
                  <c:v>33.712226867675803</c:v>
                </c:pt>
                <c:pt idx="4236">
                  <c:v>33.724025726318402</c:v>
                </c:pt>
                <c:pt idx="4237">
                  <c:v>33.705966949462898</c:v>
                </c:pt>
                <c:pt idx="4238">
                  <c:v>33.695259094238303</c:v>
                </c:pt>
                <c:pt idx="4239">
                  <c:v>33.698150634765597</c:v>
                </c:pt>
                <c:pt idx="4240">
                  <c:v>33.684181213378899</c:v>
                </c:pt>
                <c:pt idx="4241">
                  <c:v>33.681934356689503</c:v>
                </c:pt>
                <c:pt idx="4242">
                  <c:v>33.688709259033203</c:v>
                </c:pt>
                <c:pt idx="4243">
                  <c:v>33.664886474609403</c:v>
                </c:pt>
                <c:pt idx="4244">
                  <c:v>33.585582733154297</c:v>
                </c:pt>
                <c:pt idx="4245">
                  <c:v>33.5335502624512</c:v>
                </c:pt>
                <c:pt idx="4246">
                  <c:v>33.508907318115199</c:v>
                </c:pt>
                <c:pt idx="4247">
                  <c:v>33.495883941650398</c:v>
                </c:pt>
                <c:pt idx="4248">
                  <c:v>33.503715515136697</c:v>
                </c:pt>
                <c:pt idx="4249">
                  <c:v>33.447822570800803</c:v>
                </c:pt>
                <c:pt idx="4250">
                  <c:v>33.399906158447301</c:v>
                </c:pt>
                <c:pt idx="4251">
                  <c:v>33.367477416992202</c:v>
                </c:pt>
                <c:pt idx="4252">
                  <c:v>33.324081420898402</c:v>
                </c:pt>
                <c:pt idx="4253">
                  <c:v>33.309181213378899</c:v>
                </c:pt>
                <c:pt idx="4254">
                  <c:v>33.309230804443402</c:v>
                </c:pt>
                <c:pt idx="4255">
                  <c:v>33.306686401367202</c:v>
                </c:pt>
                <c:pt idx="4256">
                  <c:v>33.280559539794901</c:v>
                </c:pt>
                <c:pt idx="4257">
                  <c:v>33.275447845458999</c:v>
                </c:pt>
                <c:pt idx="4258">
                  <c:v>33.285865783691399</c:v>
                </c:pt>
                <c:pt idx="4259">
                  <c:v>33.235073089599602</c:v>
                </c:pt>
                <c:pt idx="4260">
                  <c:v>33.190052032470703</c:v>
                </c:pt>
                <c:pt idx="4261">
                  <c:v>33.166465759277301</c:v>
                </c:pt>
                <c:pt idx="4262">
                  <c:v>33.154468536377003</c:v>
                </c:pt>
                <c:pt idx="4263">
                  <c:v>33.127490997314503</c:v>
                </c:pt>
                <c:pt idx="4264">
                  <c:v>33.088710784912102</c:v>
                </c:pt>
                <c:pt idx="4265">
                  <c:v>33.079734802246101</c:v>
                </c:pt>
                <c:pt idx="4266">
                  <c:v>33.023113250732401</c:v>
                </c:pt>
                <c:pt idx="4267">
                  <c:v>32.986476898193402</c:v>
                </c:pt>
                <c:pt idx="4268">
                  <c:v>32.951568603515597</c:v>
                </c:pt>
                <c:pt idx="4269">
                  <c:v>32.937038421630902</c:v>
                </c:pt>
                <c:pt idx="4270">
                  <c:v>32.940284729003899</c:v>
                </c:pt>
                <c:pt idx="4271">
                  <c:v>32.945636749267599</c:v>
                </c:pt>
                <c:pt idx="4272">
                  <c:v>32.931125640869098</c:v>
                </c:pt>
                <c:pt idx="4273">
                  <c:v>32.926902770996101</c:v>
                </c:pt>
                <c:pt idx="4274">
                  <c:v>32.923137664794901</c:v>
                </c:pt>
                <c:pt idx="4275">
                  <c:v>32.908351898193402</c:v>
                </c:pt>
                <c:pt idx="4276">
                  <c:v>32.883152008056598</c:v>
                </c:pt>
                <c:pt idx="4277">
                  <c:v>32.878879547119098</c:v>
                </c:pt>
                <c:pt idx="4278">
                  <c:v>32.799732208252003</c:v>
                </c:pt>
                <c:pt idx="4279">
                  <c:v>32.742969512939503</c:v>
                </c:pt>
                <c:pt idx="4280">
                  <c:v>32.731487274169901</c:v>
                </c:pt>
                <c:pt idx="4281">
                  <c:v>32.710586547851598</c:v>
                </c:pt>
                <c:pt idx="4282">
                  <c:v>32.673175811767599</c:v>
                </c:pt>
                <c:pt idx="4283">
                  <c:v>32.677970886230497</c:v>
                </c:pt>
                <c:pt idx="4284">
                  <c:v>32.639041900634801</c:v>
                </c:pt>
                <c:pt idx="4285">
                  <c:v>32.592979431152301</c:v>
                </c:pt>
                <c:pt idx="4286">
                  <c:v>32.575332641601598</c:v>
                </c:pt>
                <c:pt idx="4287">
                  <c:v>32.535190582275398</c:v>
                </c:pt>
                <c:pt idx="4288">
                  <c:v>32.5283203125</c:v>
                </c:pt>
                <c:pt idx="4289">
                  <c:v>32.52001953125</c:v>
                </c:pt>
                <c:pt idx="4290">
                  <c:v>32.508296966552699</c:v>
                </c:pt>
                <c:pt idx="4291">
                  <c:v>32.494480133056598</c:v>
                </c:pt>
                <c:pt idx="4292">
                  <c:v>32.449871063232401</c:v>
                </c:pt>
                <c:pt idx="4293">
                  <c:v>32.389350891113303</c:v>
                </c:pt>
                <c:pt idx="4294">
                  <c:v>32.352149963378899</c:v>
                </c:pt>
                <c:pt idx="4295">
                  <c:v>32.330211639404297</c:v>
                </c:pt>
                <c:pt idx="4296">
                  <c:v>32.328582763671903</c:v>
                </c:pt>
                <c:pt idx="4297">
                  <c:v>32.277801513671903</c:v>
                </c:pt>
                <c:pt idx="4298">
                  <c:v>32.217655181884801</c:v>
                </c:pt>
                <c:pt idx="4299">
                  <c:v>32.191261291503899</c:v>
                </c:pt>
                <c:pt idx="4300">
                  <c:v>32.172904968261697</c:v>
                </c:pt>
                <c:pt idx="4301">
                  <c:v>32.175933837890597</c:v>
                </c:pt>
                <c:pt idx="4302">
                  <c:v>32.158115386962898</c:v>
                </c:pt>
                <c:pt idx="4303">
                  <c:v>32.156448364257798</c:v>
                </c:pt>
                <c:pt idx="4304">
                  <c:v>32.1633491516113</c:v>
                </c:pt>
                <c:pt idx="4305">
                  <c:v>32.160274505615199</c:v>
                </c:pt>
                <c:pt idx="4306">
                  <c:v>32.146053314208999</c:v>
                </c:pt>
                <c:pt idx="4307">
                  <c:v>32.117916107177699</c:v>
                </c:pt>
                <c:pt idx="4308">
                  <c:v>32.124362945556598</c:v>
                </c:pt>
                <c:pt idx="4309">
                  <c:v>32.142742156982401</c:v>
                </c:pt>
                <c:pt idx="4310">
                  <c:v>32.117340087890597</c:v>
                </c:pt>
                <c:pt idx="4311">
                  <c:v>32.097480773925803</c:v>
                </c:pt>
                <c:pt idx="4312">
                  <c:v>32.095077514648402</c:v>
                </c:pt>
                <c:pt idx="4313">
                  <c:v>32.010974884033203</c:v>
                </c:pt>
                <c:pt idx="4314">
                  <c:v>31.970277786254901</c:v>
                </c:pt>
                <c:pt idx="4315">
                  <c:v>31.965692520141602</c:v>
                </c:pt>
                <c:pt idx="4316">
                  <c:v>31.922431945800799</c:v>
                </c:pt>
                <c:pt idx="4317">
                  <c:v>31.912796020507798</c:v>
                </c:pt>
                <c:pt idx="4318">
                  <c:v>31.804632186889702</c:v>
                </c:pt>
                <c:pt idx="4319">
                  <c:v>31.741477966308601</c:v>
                </c:pt>
                <c:pt idx="4320">
                  <c:v>31.721603393554702</c:v>
                </c:pt>
                <c:pt idx="4321">
                  <c:v>31.697034835815401</c:v>
                </c:pt>
                <c:pt idx="4322">
                  <c:v>31.707370758056602</c:v>
                </c:pt>
                <c:pt idx="4323">
                  <c:v>31.685419082641602</c:v>
                </c:pt>
                <c:pt idx="4324">
                  <c:v>31.649744033813501</c:v>
                </c:pt>
                <c:pt idx="4325">
                  <c:v>31.6352214813232</c:v>
                </c:pt>
                <c:pt idx="4326">
                  <c:v>31.659399032592798</c:v>
                </c:pt>
                <c:pt idx="4327">
                  <c:v>31.690689086914102</c:v>
                </c:pt>
                <c:pt idx="4328">
                  <c:v>31.697998046875</c:v>
                </c:pt>
                <c:pt idx="4329">
                  <c:v>31.705873489379901</c:v>
                </c:pt>
                <c:pt idx="4330">
                  <c:v>31.668052673339801</c:v>
                </c:pt>
                <c:pt idx="4331">
                  <c:v>31.630683898925799</c:v>
                </c:pt>
                <c:pt idx="4332">
                  <c:v>31.648208618164102</c:v>
                </c:pt>
                <c:pt idx="4333">
                  <c:v>31.580154418945298</c:v>
                </c:pt>
                <c:pt idx="4334">
                  <c:v>31.5831184387207</c:v>
                </c:pt>
                <c:pt idx="4335">
                  <c:v>31.562395095825199</c:v>
                </c:pt>
                <c:pt idx="4336">
                  <c:v>31.535902023315401</c:v>
                </c:pt>
                <c:pt idx="4337">
                  <c:v>31.525463104248001</c:v>
                </c:pt>
                <c:pt idx="4338">
                  <c:v>31.492322921752901</c:v>
                </c:pt>
                <c:pt idx="4339">
                  <c:v>31.4647121429443</c:v>
                </c:pt>
                <c:pt idx="4340">
                  <c:v>31.465713500976602</c:v>
                </c:pt>
                <c:pt idx="4341">
                  <c:v>31.4416694641113</c:v>
                </c:pt>
                <c:pt idx="4342">
                  <c:v>31.412061691284201</c:v>
                </c:pt>
                <c:pt idx="4343">
                  <c:v>31.4132785797119</c:v>
                </c:pt>
                <c:pt idx="4344">
                  <c:v>31.4164714813232</c:v>
                </c:pt>
                <c:pt idx="4345">
                  <c:v>31.3982849121094</c:v>
                </c:pt>
                <c:pt idx="4346">
                  <c:v>31.3842067718506</c:v>
                </c:pt>
                <c:pt idx="4347">
                  <c:v>31.376886367797901</c:v>
                </c:pt>
                <c:pt idx="4348">
                  <c:v>31.3835144042969</c:v>
                </c:pt>
                <c:pt idx="4349">
                  <c:v>31.3892936706543</c:v>
                </c:pt>
                <c:pt idx="4350">
                  <c:v>31.3702087402344</c:v>
                </c:pt>
                <c:pt idx="4351">
                  <c:v>31.362907409668001</c:v>
                </c:pt>
                <c:pt idx="4352">
                  <c:v>31.3651828765869</c:v>
                </c:pt>
                <c:pt idx="4353">
                  <c:v>31.366289138793899</c:v>
                </c:pt>
                <c:pt idx="4354">
                  <c:v>31.352071762085</c:v>
                </c:pt>
                <c:pt idx="4355">
                  <c:v>31.345335006713899</c:v>
                </c:pt>
                <c:pt idx="4356">
                  <c:v>31.334424972534201</c:v>
                </c:pt>
                <c:pt idx="4357">
                  <c:v>31.328859329223601</c:v>
                </c:pt>
                <c:pt idx="4358">
                  <c:v>31.332759857177699</c:v>
                </c:pt>
                <c:pt idx="4359">
                  <c:v>31.323657989501999</c:v>
                </c:pt>
                <c:pt idx="4360">
                  <c:v>31.329648971557599</c:v>
                </c:pt>
                <c:pt idx="4361">
                  <c:v>31.343311309814499</c:v>
                </c:pt>
                <c:pt idx="4362">
                  <c:v>31.335023880004901</c:v>
                </c:pt>
                <c:pt idx="4363">
                  <c:v>31.335779190063501</c:v>
                </c:pt>
                <c:pt idx="4364">
                  <c:v>31.327146530151399</c:v>
                </c:pt>
                <c:pt idx="4365">
                  <c:v>31.290962219238299</c:v>
                </c:pt>
                <c:pt idx="4366">
                  <c:v>31.295995712280298</c:v>
                </c:pt>
                <c:pt idx="4367">
                  <c:v>31.300861358642599</c:v>
                </c:pt>
                <c:pt idx="4368">
                  <c:v>31.297077178955099</c:v>
                </c:pt>
                <c:pt idx="4369">
                  <c:v>31.310956954956101</c:v>
                </c:pt>
                <c:pt idx="4370">
                  <c:v>31.3017673492432</c:v>
                </c:pt>
                <c:pt idx="4371">
                  <c:v>31.305543899536101</c:v>
                </c:pt>
                <c:pt idx="4372">
                  <c:v>31.277469635009801</c:v>
                </c:pt>
                <c:pt idx="4373">
                  <c:v>31.265090942382798</c:v>
                </c:pt>
                <c:pt idx="4374">
                  <c:v>31.281953811645501</c:v>
                </c:pt>
                <c:pt idx="4375">
                  <c:v>31.276044845581101</c:v>
                </c:pt>
                <c:pt idx="4376">
                  <c:v>31.281055450439499</c:v>
                </c:pt>
                <c:pt idx="4377">
                  <c:v>31.238811492919901</c:v>
                </c:pt>
                <c:pt idx="4378">
                  <c:v>31.172977447509801</c:v>
                </c:pt>
                <c:pt idx="4379">
                  <c:v>31.1743469238281</c:v>
                </c:pt>
                <c:pt idx="4380">
                  <c:v>31.1523628234863</c:v>
                </c:pt>
                <c:pt idx="4381">
                  <c:v>31.128757476806602</c:v>
                </c:pt>
                <c:pt idx="4382">
                  <c:v>31.0203647613525</c:v>
                </c:pt>
                <c:pt idx="4383">
                  <c:v>30.939273834228501</c:v>
                </c:pt>
                <c:pt idx="4384">
                  <c:v>30.877386093139702</c:v>
                </c:pt>
                <c:pt idx="4385">
                  <c:v>30.873350143432599</c:v>
                </c:pt>
                <c:pt idx="4386">
                  <c:v>30.851701736450199</c:v>
                </c:pt>
                <c:pt idx="4387">
                  <c:v>30.8406791687012</c:v>
                </c:pt>
                <c:pt idx="4388">
                  <c:v>30.828973770141602</c:v>
                </c:pt>
                <c:pt idx="4389">
                  <c:v>30.8162441253662</c:v>
                </c:pt>
                <c:pt idx="4390">
                  <c:v>30.812450408935501</c:v>
                </c:pt>
                <c:pt idx="4391">
                  <c:v>30.821752548217798</c:v>
                </c:pt>
                <c:pt idx="4392">
                  <c:v>30.839147567748999</c:v>
                </c:pt>
                <c:pt idx="4393">
                  <c:v>30.707086563110401</c:v>
                </c:pt>
                <c:pt idx="4394">
                  <c:v>30.616798400878899</c:v>
                </c:pt>
                <c:pt idx="4395">
                  <c:v>30.568689346313501</c:v>
                </c:pt>
                <c:pt idx="4396">
                  <c:v>30.541660308837901</c:v>
                </c:pt>
                <c:pt idx="4397">
                  <c:v>30.521951675415</c:v>
                </c:pt>
                <c:pt idx="4398">
                  <c:v>30.506961822509801</c:v>
                </c:pt>
                <c:pt idx="4399">
                  <c:v>30.49582862854</c:v>
                </c:pt>
                <c:pt idx="4400">
                  <c:v>30.503105163574201</c:v>
                </c:pt>
                <c:pt idx="4401">
                  <c:v>30.457965850830099</c:v>
                </c:pt>
                <c:pt idx="4402">
                  <c:v>30.479667663574201</c:v>
                </c:pt>
                <c:pt idx="4403">
                  <c:v>30.489997863769499</c:v>
                </c:pt>
                <c:pt idx="4404">
                  <c:v>30.478469848632798</c:v>
                </c:pt>
                <c:pt idx="4405">
                  <c:v>30.4857273101807</c:v>
                </c:pt>
                <c:pt idx="4406">
                  <c:v>30.4685363769531</c:v>
                </c:pt>
                <c:pt idx="4407">
                  <c:v>30.481494903564499</c:v>
                </c:pt>
                <c:pt idx="4408">
                  <c:v>30.440523147583001</c:v>
                </c:pt>
                <c:pt idx="4409">
                  <c:v>30.431657791137699</c:v>
                </c:pt>
                <c:pt idx="4410">
                  <c:v>30.4310817718506</c:v>
                </c:pt>
                <c:pt idx="4411">
                  <c:v>30.4252834320068</c:v>
                </c:pt>
                <c:pt idx="4412">
                  <c:v>30.388685226440401</c:v>
                </c:pt>
                <c:pt idx="4413">
                  <c:v>30.3657341003418</c:v>
                </c:pt>
                <c:pt idx="4414">
                  <c:v>30.350734710693398</c:v>
                </c:pt>
                <c:pt idx="4415">
                  <c:v>30.351263046264702</c:v>
                </c:pt>
                <c:pt idx="4416">
                  <c:v>30.354164123535199</c:v>
                </c:pt>
                <c:pt idx="4417">
                  <c:v>30.3296222686768</c:v>
                </c:pt>
                <c:pt idx="4418">
                  <c:v>30.322410583496101</c:v>
                </c:pt>
                <c:pt idx="4419">
                  <c:v>30.3503303527832</c:v>
                </c:pt>
                <c:pt idx="4420">
                  <c:v>30.3483486175537</c:v>
                </c:pt>
                <c:pt idx="4421">
                  <c:v>30.297327041626001</c:v>
                </c:pt>
                <c:pt idx="4422">
                  <c:v>30.231897354126001</c:v>
                </c:pt>
                <c:pt idx="4423">
                  <c:v>30.200874328613299</c:v>
                </c:pt>
                <c:pt idx="4424">
                  <c:v>30.139080047607401</c:v>
                </c:pt>
                <c:pt idx="4425">
                  <c:v>30.1140041351318</c:v>
                </c:pt>
                <c:pt idx="4426">
                  <c:v>30.096603393554702</c:v>
                </c:pt>
                <c:pt idx="4427">
                  <c:v>30.103134155273398</c:v>
                </c:pt>
                <c:pt idx="4428">
                  <c:v>30.085454940795898</c:v>
                </c:pt>
                <c:pt idx="4429">
                  <c:v>30.092735290527301</c:v>
                </c:pt>
                <c:pt idx="4430">
                  <c:v>30.087022781372099</c:v>
                </c:pt>
                <c:pt idx="4431">
                  <c:v>30.07594871521</c:v>
                </c:pt>
                <c:pt idx="4432">
                  <c:v>30.075031280517599</c:v>
                </c:pt>
                <c:pt idx="4433">
                  <c:v>30.070121765136701</c:v>
                </c:pt>
                <c:pt idx="4434">
                  <c:v>30.063510894775401</c:v>
                </c:pt>
                <c:pt idx="4435">
                  <c:v>30.0431423187256</c:v>
                </c:pt>
                <c:pt idx="4436">
                  <c:v>30.0761909484863</c:v>
                </c:pt>
                <c:pt idx="4437">
                  <c:v>30.072660446166999</c:v>
                </c:pt>
                <c:pt idx="4438">
                  <c:v>30.073135375976602</c:v>
                </c:pt>
                <c:pt idx="4439">
                  <c:v>30.046043395996101</c:v>
                </c:pt>
                <c:pt idx="4440">
                  <c:v>30.046390533447301</c:v>
                </c:pt>
                <c:pt idx="4441">
                  <c:v>30.034255981445298</c:v>
                </c:pt>
                <c:pt idx="4442">
                  <c:v>30.051773071289102</c:v>
                </c:pt>
                <c:pt idx="4443">
                  <c:v>29.981868743896499</c:v>
                </c:pt>
                <c:pt idx="4444">
                  <c:v>29.943090438842798</c:v>
                </c:pt>
                <c:pt idx="4445">
                  <c:v>29.952247619628899</c:v>
                </c:pt>
                <c:pt idx="4446">
                  <c:v>29.914278030395501</c:v>
                </c:pt>
                <c:pt idx="4447">
                  <c:v>29.892328262329102</c:v>
                </c:pt>
                <c:pt idx="4448">
                  <c:v>29.918809890747099</c:v>
                </c:pt>
                <c:pt idx="4449">
                  <c:v>29.913364410400401</c:v>
                </c:pt>
                <c:pt idx="4450">
                  <c:v>29.905252456665</c:v>
                </c:pt>
                <c:pt idx="4451">
                  <c:v>29.9112033843994</c:v>
                </c:pt>
                <c:pt idx="4452">
                  <c:v>29.898887634277301</c:v>
                </c:pt>
                <c:pt idx="4453">
                  <c:v>29.885524749755898</c:v>
                </c:pt>
                <c:pt idx="4454">
                  <c:v>29.871013641357401</c:v>
                </c:pt>
                <c:pt idx="4455">
                  <c:v>29.887092590331999</c:v>
                </c:pt>
                <c:pt idx="4456">
                  <c:v>29.887393951416001</c:v>
                </c:pt>
                <c:pt idx="4457">
                  <c:v>29.897577285766602</c:v>
                </c:pt>
                <c:pt idx="4458">
                  <c:v>29.857124328613299</c:v>
                </c:pt>
                <c:pt idx="4459">
                  <c:v>29.8315734863281</c:v>
                </c:pt>
                <c:pt idx="4460">
                  <c:v>29.835809707641602</c:v>
                </c:pt>
                <c:pt idx="4461">
                  <c:v>29.837120056152301</c:v>
                </c:pt>
                <c:pt idx="4462">
                  <c:v>29.797971725463899</c:v>
                </c:pt>
                <c:pt idx="4463">
                  <c:v>29.7769584655762</c:v>
                </c:pt>
                <c:pt idx="4464">
                  <c:v>29.7652473449707</c:v>
                </c:pt>
                <c:pt idx="4465">
                  <c:v>29.777494430541999</c:v>
                </c:pt>
                <c:pt idx="4466">
                  <c:v>29.760480880737301</c:v>
                </c:pt>
                <c:pt idx="4467">
                  <c:v>29.750104904174801</c:v>
                </c:pt>
                <c:pt idx="4468">
                  <c:v>29.729640960693398</c:v>
                </c:pt>
                <c:pt idx="4469">
                  <c:v>29.744585037231399</c:v>
                </c:pt>
                <c:pt idx="4470">
                  <c:v>29.739671707153299</c:v>
                </c:pt>
                <c:pt idx="4471">
                  <c:v>29.734169006347699</c:v>
                </c:pt>
                <c:pt idx="4472">
                  <c:v>29.740562438964801</c:v>
                </c:pt>
                <c:pt idx="4473">
                  <c:v>29.742448806762699</c:v>
                </c:pt>
                <c:pt idx="4474">
                  <c:v>29.7307224273682</c:v>
                </c:pt>
                <c:pt idx="4475">
                  <c:v>29.724445343017599</c:v>
                </c:pt>
                <c:pt idx="4476">
                  <c:v>29.7209072113037</c:v>
                </c:pt>
                <c:pt idx="4477">
                  <c:v>29.705650329589801</c:v>
                </c:pt>
                <c:pt idx="4478">
                  <c:v>29.715795516967798</c:v>
                </c:pt>
                <c:pt idx="4479">
                  <c:v>29.739000320434599</c:v>
                </c:pt>
                <c:pt idx="4480">
                  <c:v>29.721843719482401</c:v>
                </c:pt>
                <c:pt idx="4481">
                  <c:v>29.7150993347168</c:v>
                </c:pt>
                <c:pt idx="4482">
                  <c:v>29.725263595581101</c:v>
                </c:pt>
                <c:pt idx="4483">
                  <c:v>29.701366424560501</c:v>
                </c:pt>
                <c:pt idx="4484">
                  <c:v>29.6994228363037</c:v>
                </c:pt>
                <c:pt idx="4485">
                  <c:v>29.671850204467798</c:v>
                </c:pt>
                <c:pt idx="4486">
                  <c:v>29.7668552398682</c:v>
                </c:pt>
                <c:pt idx="4487">
                  <c:v>29.888034820556602</c:v>
                </c:pt>
                <c:pt idx="4488">
                  <c:v>29.8838214874268</c:v>
                </c:pt>
                <c:pt idx="4489">
                  <c:v>29.969120025634801</c:v>
                </c:pt>
                <c:pt idx="4490">
                  <c:v>30.0339469909668</c:v>
                </c:pt>
                <c:pt idx="4491">
                  <c:v>30.085283279418899</c:v>
                </c:pt>
                <c:pt idx="4492">
                  <c:v>30.091108322143601</c:v>
                </c:pt>
                <c:pt idx="4493">
                  <c:v>30.185111999511701</c:v>
                </c:pt>
                <c:pt idx="4494">
                  <c:v>30.306179046630898</c:v>
                </c:pt>
                <c:pt idx="4495">
                  <c:v>30.3418979644775</c:v>
                </c:pt>
                <c:pt idx="4496">
                  <c:v>30.3609428405762</c:v>
                </c:pt>
                <c:pt idx="4497">
                  <c:v>30.557567596435501</c:v>
                </c:pt>
                <c:pt idx="4498">
                  <c:v>30.571851730346701</c:v>
                </c:pt>
                <c:pt idx="4499">
                  <c:v>30.579124450683601</c:v>
                </c:pt>
                <c:pt idx="4500">
                  <c:v>30.699853897094702</c:v>
                </c:pt>
                <c:pt idx="4501">
                  <c:v>30.968725204467798</c:v>
                </c:pt>
                <c:pt idx="4502">
                  <c:v>31.01926612854</c:v>
                </c:pt>
                <c:pt idx="4503">
                  <c:v>31.119083404541001</c:v>
                </c:pt>
                <c:pt idx="4504">
                  <c:v>31.126661300659201</c:v>
                </c:pt>
                <c:pt idx="4505">
                  <c:v>31.228507995605501</c:v>
                </c:pt>
                <c:pt idx="4506">
                  <c:v>31.251075744628899</c:v>
                </c:pt>
                <c:pt idx="4507">
                  <c:v>31.292385101318398</c:v>
                </c:pt>
                <c:pt idx="4508">
                  <c:v>31.304607391357401</c:v>
                </c:pt>
                <c:pt idx="4509">
                  <c:v>31.285467147827202</c:v>
                </c:pt>
                <c:pt idx="4510">
                  <c:v>31.286859512329102</c:v>
                </c:pt>
                <c:pt idx="4511">
                  <c:v>31.312829971313501</c:v>
                </c:pt>
                <c:pt idx="4512">
                  <c:v>31.313478469848601</c:v>
                </c:pt>
                <c:pt idx="4513">
                  <c:v>31.289810180664102</c:v>
                </c:pt>
                <c:pt idx="4514">
                  <c:v>31.312271118164102</c:v>
                </c:pt>
                <c:pt idx="4515">
                  <c:v>31.329317092895501</c:v>
                </c:pt>
                <c:pt idx="4516">
                  <c:v>31.312442779541001</c:v>
                </c:pt>
                <c:pt idx="4517">
                  <c:v>31.314905166626001</c:v>
                </c:pt>
                <c:pt idx="4518">
                  <c:v>31.3166179656982</c:v>
                </c:pt>
                <c:pt idx="4519">
                  <c:v>31.274908065795898</c:v>
                </c:pt>
                <c:pt idx="4520">
                  <c:v>31.2712001800537</c:v>
                </c:pt>
                <c:pt idx="4521">
                  <c:v>31.2825717926025</c:v>
                </c:pt>
                <c:pt idx="4522">
                  <c:v>31.309246063232401</c:v>
                </c:pt>
                <c:pt idx="4523">
                  <c:v>31.334388732910199</c:v>
                </c:pt>
                <c:pt idx="4524">
                  <c:v>31.341638565063501</c:v>
                </c:pt>
                <c:pt idx="4525">
                  <c:v>31.349796295166001</c:v>
                </c:pt>
                <c:pt idx="4526">
                  <c:v>31.346927642822301</c:v>
                </c:pt>
                <c:pt idx="4527">
                  <c:v>31.354570388793899</c:v>
                </c:pt>
                <c:pt idx="4528">
                  <c:v>31.360149383544901</c:v>
                </c:pt>
                <c:pt idx="4529">
                  <c:v>31.362596511840799</c:v>
                </c:pt>
                <c:pt idx="4530">
                  <c:v>31.379575729370099</c:v>
                </c:pt>
                <c:pt idx="4531">
                  <c:v>31.380592346191399</c:v>
                </c:pt>
                <c:pt idx="4532">
                  <c:v>31.378189086914102</c:v>
                </c:pt>
                <c:pt idx="4533">
                  <c:v>31.387998580932599</c:v>
                </c:pt>
                <c:pt idx="4534">
                  <c:v>31.407566070556602</c:v>
                </c:pt>
                <c:pt idx="4535">
                  <c:v>31.383628845214801</c:v>
                </c:pt>
                <c:pt idx="4536">
                  <c:v>31.440628051757798</c:v>
                </c:pt>
                <c:pt idx="4537">
                  <c:v>31.514198303222699</c:v>
                </c:pt>
                <c:pt idx="4538">
                  <c:v>31.461847305297901</c:v>
                </c:pt>
                <c:pt idx="4539">
                  <c:v>31.506126403808601</c:v>
                </c:pt>
                <c:pt idx="4540">
                  <c:v>31.467220306396499</c:v>
                </c:pt>
                <c:pt idx="4541">
                  <c:v>31.454689025878899</c:v>
                </c:pt>
                <c:pt idx="4542">
                  <c:v>31.518812179565401</c:v>
                </c:pt>
                <c:pt idx="4543">
                  <c:v>31.5846157073975</c:v>
                </c:pt>
                <c:pt idx="4544">
                  <c:v>31.6909790039063</c:v>
                </c:pt>
                <c:pt idx="4545">
                  <c:v>31.773683547973601</c:v>
                </c:pt>
                <c:pt idx="4546">
                  <c:v>31.822776794433601</c:v>
                </c:pt>
                <c:pt idx="4547">
                  <c:v>31.919267654418899</c:v>
                </c:pt>
                <c:pt idx="4548">
                  <c:v>31.935083389282202</c:v>
                </c:pt>
                <c:pt idx="4549">
                  <c:v>32.022296905517599</c:v>
                </c:pt>
                <c:pt idx="4550">
                  <c:v>32.044757843017599</c:v>
                </c:pt>
                <c:pt idx="4551">
                  <c:v>32.087089538574197</c:v>
                </c:pt>
                <c:pt idx="4552">
                  <c:v>32.127876281738303</c:v>
                </c:pt>
                <c:pt idx="4553">
                  <c:v>32.119556427002003</c:v>
                </c:pt>
                <c:pt idx="4554">
                  <c:v>32.126327514648402</c:v>
                </c:pt>
                <c:pt idx="4555">
                  <c:v>32.136241912841797</c:v>
                </c:pt>
                <c:pt idx="4556">
                  <c:v>32.222164154052699</c:v>
                </c:pt>
                <c:pt idx="4557">
                  <c:v>32.214229583740199</c:v>
                </c:pt>
                <c:pt idx="4558">
                  <c:v>32.354225158691399</c:v>
                </c:pt>
                <c:pt idx="4559">
                  <c:v>32.526657104492202</c:v>
                </c:pt>
                <c:pt idx="4560">
                  <c:v>32.581748962402301</c:v>
                </c:pt>
                <c:pt idx="4561">
                  <c:v>32.536914825439503</c:v>
                </c:pt>
                <c:pt idx="4562">
                  <c:v>32.559768676757798</c:v>
                </c:pt>
                <c:pt idx="4563">
                  <c:v>32.675350189208999</c:v>
                </c:pt>
                <c:pt idx="4564">
                  <c:v>32.785129547119098</c:v>
                </c:pt>
                <c:pt idx="4565">
                  <c:v>32.853286743164098</c:v>
                </c:pt>
                <c:pt idx="4566">
                  <c:v>32.881671905517599</c:v>
                </c:pt>
                <c:pt idx="4567">
                  <c:v>32.982078552246101</c:v>
                </c:pt>
                <c:pt idx="4568">
                  <c:v>33.130504608154297</c:v>
                </c:pt>
                <c:pt idx="4569">
                  <c:v>33.204719543457003</c:v>
                </c:pt>
                <c:pt idx="4570">
                  <c:v>33.310970306396499</c:v>
                </c:pt>
                <c:pt idx="4571">
                  <c:v>33.321445465087898</c:v>
                </c:pt>
                <c:pt idx="4572">
                  <c:v>33.405261993408203</c:v>
                </c:pt>
                <c:pt idx="4573">
                  <c:v>33.385280609130902</c:v>
                </c:pt>
                <c:pt idx="4574">
                  <c:v>33.360553741455099</c:v>
                </c:pt>
                <c:pt idx="4575">
                  <c:v>33.413795471191399</c:v>
                </c:pt>
                <c:pt idx="4576">
                  <c:v>33.600498199462898</c:v>
                </c:pt>
                <c:pt idx="4577">
                  <c:v>33.717082977294901</c:v>
                </c:pt>
                <c:pt idx="4578">
                  <c:v>33.743148803710902</c:v>
                </c:pt>
                <c:pt idx="4579">
                  <c:v>33.872425079345703</c:v>
                </c:pt>
                <c:pt idx="4580">
                  <c:v>34.055831909179702</c:v>
                </c:pt>
                <c:pt idx="4581">
                  <c:v>34.183540344238303</c:v>
                </c:pt>
                <c:pt idx="4582">
                  <c:v>34.297683715820298</c:v>
                </c:pt>
                <c:pt idx="4583">
                  <c:v>34.380729675292997</c:v>
                </c:pt>
                <c:pt idx="4584">
                  <c:v>34.640613555908203</c:v>
                </c:pt>
                <c:pt idx="4585">
                  <c:v>34.704357147216797</c:v>
                </c:pt>
                <c:pt idx="4586">
                  <c:v>34.789138793945298</c:v>
                </c:pt>
                <c:pt idx="4587">
                  <c:v>34.890228271484403</c:v>
                </c:pt>
                <c:pt idx="4588">
                  <c:v>34.9984741210938</c:v>
                </c:pt>
                <c:pt idx="4589">
                  <c:v>35.0062866210938</c:v>
                </c:pt>
                <c:pt idx="4590">
                  <c:v>34.941799163818402</c:v>
                </c:pt>
                <c:pt idx="4591">
                  <c:v>35.046318054199197</c:v>
                </c:pt>
                <c:pt idx="4592">
                  <c:v>35.160083770752003</c:v>
                </c:pt>
                <c:pt idx="4593">
                  <c:v>35.165088653564503</c:v>
                </c:pt>
                <c:pt idx="4594">
                  <c:v>35.225128173828097</c:v>
                </c:pt>
                <c:pt idx="4595">
                  <c:v>35.208580017089801</c:v>
                </c:pt>
                <c:pt idx="4596">
                  <c:v>35.223262786865199</c:v>
                </c:pt>
                <c:pt idx="4597">
                  <c:v>35.224945068359403</c:v>
                </c:pt>
                <c:pt idx="4598">
                  <c:v>35.1559448242188</c:v>
                </c:pt>
                <c:pt idx="4599">
                  <c:v>35.139621734619098</c:v>
                </c:pt>
                <c:pt idx="4600">
                  <c:v>35.288936614990199</c:v>
                </c:pt>
                <c:pt idx="4601">
                  <c:v>35.307785034179702</c:v>
                </c:pt>
                <c:pt idx="4602">
                  <c:v>35.2284965515137</c:v>
                </c:pt>
                <c:pt idx="4603">
                  <c:v>35.248992919921903</c:v>
                </c:pt>
                <c:pt idx="4604">
                  <c:v>35.359748840332003</c:v>
                </c:pt>
                <c:pt idx="4605">
                  <c:v>35.438156127929702</c:v>
                </c:pt>
                <c:pt idx="4606">
                  <c:v>35.549217224121101</c:v>
                </c:pt>
                <c:pt idx="4607">
                  <c:v>35.528709411621101</c:v>
                </c:pt>
                <c:pt idx="4608">
                  <c:v>35.540641784667997</c:v>
                </c:pt>
                <c:pt idx="4609">
                  <c:v>35.591648101806598</c:v>
                </c:pt>
                <c:pt idx="4610">
                  <c:v>35.813438415527301</c:v>
                </c:pt>
                <c:pt idx="4611">
                  <c:v>35.949440002441399</c:v>
                </c:pt>
                <c:pt idx="4612">
                  <c:v>36.1689643859863</c:v>
                </c:pt>
                <c:pt idx="4613">
                  <c:v>36.336376190185597</c:v>
                </c:pt>
                <c:pt idx="4614">
                  <c:v>36.493339538574197</c:v>
                </c:pt>
                <c:pt idx="4615">
                  <c:v>36.632156372070298</c:v>
                </c:pt>
                <c:pt idx="4616">
                  <c:v>36.876735687255902</c:v>
                </c:pt>
                <c:pt idx="4617">
                  <c:v>37.191127777099602</c:v>
                </c:pt>
                <c:pt idx="4618">
                  <c:v>37.194984436035199</c:v>
                </c:pt>
                <c:pt idx="4619">
                  <c:v>37.545421600341797</c:v>
                </c:pt>
                <c:pt idx="4620">
                  <c:v>37.7972412109375</c:v>
                </c:pt>
                <c:pt idx="4621">
                  <c:v>37.941719055175803</c:v>
                </c:pt>
                <c:pt idx="4622">
                  <c:v>38.270885467529297</c:v>
                </c:pt>
                <c:pt idx="4623">
                  <c:v>38.441082000732401</c:v>
                </c:pt>
                <c:pt idx="4624">
                  <c:v>38.576824188232401</c:v>
                </c:pt>
                <c:pt idx="4625">
                  <c:v>38.841384887695298</c:v>
                </c:pt>
                <c:pt idx="4626">
                  <c:v>39.131771087646499</c:v>
                </c:pt>
                <c:pt idx="4627">
                  <c:v>39.275230407714801</c:v>
                </c:pt>
                <c:pt idx="4628">
                  <c:v>39.356544494628899</c:v>
                </c:pt>
                <c:pt idx="4629">
                  <c:v>39.717838287353501</c:v>
                </c:pt>
                <c:pt idx="4630">
                  <c:v>40.046302795410199</c:v>
                </c:pt>
                <c:pt idx="4631">
                  <c:v>40.795276641845703</c:v>
                </c:pt>
                <c:pt idx="4632">
                  <c:v>41.683975219726598</c:v>
                </c:pt>
                <c:pt idx="4633">
                  <c:v>42.395153045654297</c:v>
                </c:pt>
                <c:pt idx="4634">
                  <c:v>43.042041778564503</c:v>
                </c:pt>
                <c:pt idx="4635">
                  <c:v>43.645511627197301</c:v>
                </c:pt>
                <c:pt idx="4636">
                  <c:v>44.052192687988303</c:v>
                </c:pt>
                <c:pt idx="4637">
                  <c:v>44.386425018310597</c:v>
                </c:pt>
                <c:pt idx="4638">
                  <c:v>44.805271148681598</c:v>
                </c:pt>
                <c:pt idx="4639">
                  <c:v>45.0499076843262</c:v>
                </c:pt>
                <c:pt idx="4640">
                  <c:v>45.48291015625</c:v>
                </c:pt>
                <c:pt idx="4641">
                  <c:v>45.725276947021499</c:v>
                </c:pt>
                <c:pt idx="4642">
                  <c:v>45.848072052002003</c:v>
                </c:pt>
                <c:pt idx="4643">
                  <c:v>45.914695739746101</c:v>
                </c:pt>
                <c:pt idx="4644">
                  <c:v>45.974964141845703</c:v>
                </c:pt>
                <c:pt idx="4645">
                  <c:v>46.1102485656738</c:v>
                </c:pt>
                <c:pt idx="4646">
                  <c:v>46.852573394775398</c:v>
                </c:pt>
                <c:pt idx="4647">
                  <c:v>47.620185852050803</c:v>
                </c:pt>
                <c:pt idx="4648">
                  <c:v>47.9489936828613</c:v>
                </c:pt>
                <c:pt idx="4649">
                  <c:v>48.497753143310597</c:v>
                </c:pt>
                <c:pt idx="4650">
                  <c:v>48.856460571289098</c:v>
                </c:pt>
                <c:pt idx="4651">
                  <c:v>49.071865081787102</c:v>
                </c:pt>
                <c:pt idx="4652">
                  <c:v>49.195648193359403</c:v>
                </c:pt>
                <c:pt idx="4653">
                  <c:v>49.244110107421903</c:v>
                </c:pt>
                <c:pt idx="4654">
                  <c:v>49.273983001708999</c:v>
                </c:pt>
                <c:pt idx="4655">
                  <c:v>49.268707275390597</c:v>
                </c:pt>
                <c:pt idx="4656">
                  <c:v>49.276313781738303</c:v>
                </c:pt>
                <c:pt idx="4657">
                  <c:v>49.377384185791001</c:v>
                </c:pt>
                <c:pt idx="4658">
                  <c:v>49.360862731933601</c:v>
                </c:pt>
                <c:pt idx="4659">
                  <c:v>49.416175842285199</c:v>
                </c:pt>
                <c:pt idx="4660">
                  <c:v>49.525848388671903</c:v>
                </c:pt>
                <c:pt idx="4661">
                  <c:v>49.576904296875</c:v>
                </c:pt>
                <c:pt idx="4662">
                  <c:v>49.790771484375</c:v>
                </c:pt>
                <c:pt idx="4663">
                  <c:v>49.935722351074197</c:v>
                </c:pt>
                <c:pt idx="4664">
                  <c:v>49.992069244384801</c:v>
                </c:pt>
                <c:pt idx="4665">
                  <c:v>50.115894317627003</c:v>
                </c:pt>
                <c:pt idx="4666">
                  <c:v>50.403182983398402</c:v>
                </c:pt>
                <c:pt idx="4667">
                  <c:v>50.510929107666001</c:v>
                </c:pt>
                <c:pt idx="4668">
                  <c:v>50.419094085693402</c:v>
                </c:pt>
                <c:pt idx="4669">
                  <c:v>50.327842712402301</c:v>
                </c:pt>
                <c:pt idx="4670">
                  <c:v>50.276042938232401</c:v>
                </c:pt>
                <c:pt idx="4671">
                  <c:v>50.3286743164063</c:v>
                </c:pt>
                <c:pt idx="4672">
                  <c:v>50.332481384277301</c:v>
                </c:pt>
                <c:pt idx="4673">
                  <c:v>50.459758758544901</c:v>
                </c:pt>
                <c:pt idx="4674">
                  <c:v>50.583980560302699</c:v>
                </c:pt>
                <c:pt idx="4675">
                  <c:v>50.629791259765597</c:v>
                </c:pt>
                <c:pt idx="4676">
                  <c:v>50.442287445068402</c:v>
                </c:pt>
                <c:pt idx="4677">
                  <c:v>50.492809295654297</c:v>
                </c:pt>
                <c:pt idx="4678">
                  <c:v>50.455101013183601</c:v>
                </c:pt>
                <c:pt idx="4679">
                  <c:v>50.314693450927699</c:v>
                </c:pt>
                <c:pt idx="4680">
                  <c:v>50.201236724853501</c:v>
                </c:pt>
                <c:pt idx="4681">
                  <c:v>50.132152557373097</c:v>
                </c:pt>
                <c:pt idx="4682">
                  <c:v>50.118732452392599</c:v>
                </c:pt>
                <c:pt idx="4683">
                  <c:v>50.293888092041001</c:v>
                </c:pt>
                <c:pt idx="4684">
                  <c:v>50.317108154296903</c:v>
                </c:pt>
                <c:pt idx="4685">
                  <c:v>50.595882415771499</c:v>
                </c:pt>
                <c:pt idx="4686">
                  <c:v>50.596359252929702</c:v>
                </c:pt>
                <c:pt idx="4687">
                  <c:v>50.738239288330099</c:v>
                </c:pt>
                <c:pt idx="4688">
                  <c:v>51.3215141296387</c:v>
                </c:pt>
                <c:pt idx="4689">
                  <c:v>51.261100769042997</c:v>
                </c:pt>
                <c:pt idx="4690">
                  <c:v>51.695274353027301</c:v>
                </c:pt>
                <c:pt idx="4691">
                  <c:v>52.122329711914098</c:v>
                </c:pt>
                <c:pt idx="4692">
                  <c:v>52.349910736083999</c:v>
                </c:pt>
                <c:pt idx="4693">
                  <c:v>52.538291931152301</c:v>
                </c:pt>
                <c:pt idx="4694">
                  <c:v>52.652976989746101</c:v>
                </c:pt>
                <c:pt idx="4695">
                  <c:v>52.862701416015597</c:v>
                </c:pt>
                <c:pt idx="4696">
                  <c:v>53.077095031738303</c:v>
                </c:pt>
                <c:pt idx="4697">
                  <c:v>53.527877807617202</c:v>
                </c:pt>
                <c:pt idx="4698">
                  <c:v>53.835479736328097</c:v>
                </c:pt>
                <c:pt idx="4699">
                  <c:v>53.718479156494098</c:v>
                </c:pt>
                <c:pt idx="4700">
                  <c:v>53.855152130127003</c:v>
                </c:pt>
                <c:pt idx="4701">
                  <c:v>54.196659088134801</c:v>
                </c:pt>
                <c:pt idx="4702">
                  <c:v>54.501846313476598</c:v>
                </c:pt>
                <c:pt idx="4703">
                  <c:v>54.868606567382798</c:v>
                </c:pt>
                <c:pt idx="4704">
                  <c:v>55.215888977050803</c:v>
                </c:pt>
                <c:pt idx="4705">
                  <c:v>55.523178100585902</c:v>
                </c:pt>
                <c:pt idx="4706">
                  <c:v>55.740211486816399</c:v>
                </c:pt>
                <c:pt idx="4707">
                  <c:v>55.925632476806598</c:v>
                </c:pt>
                <c:pt idx="4708">
                  <c:v>55.917274475097699</c:v>
                </c:pt>
                <c:pt idx="4709">
                  <c:v>56.080101013183601</c:v>
                </c:pt>
                <c:pt idx="4710">
                  <c:v>56.278354644775398</c:v>
                </c:pt>
                <c:pt idx="4711">
                  <c:v>56.387367248535199</c:v>
                </c:pt>
                <c:pt idx="4712">
                  <c:v>56.432094573974602</c:v>
                </c:pt>
                <c:pt idx="4713">
                  <c:v>56.440986633300803</c:v>
                </c:pt>
                <c:pt idx="4714">
                  <c:v>56.354629516601598</c:v>
                </c:pt>
                <c:pt idx="4715">
                  <c:v>56.275405883789098</c:v>
                </c:pt>
                <c:pt idx="4716">
                  <c:v>56.343551635742202</c:v>
                </c:pt>
                <c:pt idx="4717">
                  <c:v>56.355361938476598</c:v>
                </c:pt>
                <c:pt idx="4718">
                  <c:v>56.302722930908203</c:v>
                </c:pt>
                <c:pt idx="4719">
                  <c:v>56.192737579345703</c:v>
                </c:pt>
                <c:pt idx="4720">
                  <c:v>56.117713928222699</c:v>
                </c:pt>
                <c:pt idx="4721">
                  <c:v>56.065513610839801</c:v>
                </c:pt>
                <c:pt idx="4722">
                  <c:v>56.001262664794901</c:v>
                </c:pt>
                <c:pt idx="4723">
                  <c:v>55.926773071289098</c:v>
                </c:pt>
                <c:pt idx="4724">
                  <c:v>55.826854705810597</c:v>
                </c:pt>
                <c:pt idx="4725">
                  <c:v>55.790935516357401</c:v>
                </c:pt>
                <c:pt idx="4726">
                  <c:v>55.811912536621101</c:v>
                </c:pt>
                <c:pt idx="4727">
                  <c:v>55.796684265136697</c:v>
                </c:pt>
                <c:pt idx="4728">
                  <c:v>55.806697845458999</c:v>
                </c:pt>
                <c:pt idx="4729">
                  <c:v>55.790870666503899</c:v>
                </c:pt>
                <c:pt idx="4730">
                  <c:v>55.609420776367202</c:v>
                </c:pt>
                <c:pt idx="4731">
                  <c:v>55.558994293212898</c:v>
                </c:pt>
                <c:pt idx="4732">
                  <c:v>55.432582855224602</c:v>
                </c:pt>
                <c:pt idx="4733">
                  <c:v>55.225215911865199</c:v>
                </c:pt>
                <c:pt idx="4734">
                  <c:v>55.133838653564503</c:v>
                </c:pt>
                <c:pt idx="4735">
                  <c:v>55.001720428466797</c:v>
                </c:pt>
                <c:pt idx="4736">
                  <c:v>54.775348663330099</c:v>
                </c:pt>
                <c:pt idx="4737">
                  <c:v>54.679351806640597</c:v>
                </c:pt>
                <c:pt idx="4738">
                  <c:v>54.674983978271499</c:v>
                </c:pt>
                <c:pt idx="4739">
                  <c:v>54.642791748046903</c:v>
                </c:pt>
                <c:pt idx="4740">
                  <c:v>54.483806610107401</c:v>
                </c:pt>
                <c:pt idx="4741">
                  <c:v>54.361686706542997</c:v>
                </c:pt>
                <c:pt idx="4742">
                  <c:v>54.266689300537102</c:v>
                </c:pt>
                <c:pt idx="4743">
                  <c:v>54.254055023193402</c:v>
                </c:pt>
                <c:pt idx="4744">
                  <c:v>54.200107574462898</c:v>
                </c:pt>
                <c:pt idx="4745">
                  <c:v>54.160514831542997</c:v>
                </c:pt>
                <c:pt idx="4746">
                  <c:v>54.148715972900398</c:v>
                </c:pt>
                <c:pt idx="4747">
                  <c:v>54.124458312988303</c:v>
                </c:pt>
                <c:pt idx="4748">
                  <c:v>54.0411186218262</c:v>
                </c:pt>
                <c:pt idx="4749">
                  <c:v>54.060234069824197</c:v>
                </c:pt>
                <c:pt idx="4750">
                  <c:v>54.105316162109403</c:v>
                </c:pt>
                <c:pt idx="4751">
                  <c:v>54.000064849853501</c:v>
                </c:pt>
                <c:pt idx="4752">
                  <c:v>53.866153717041001</c:v>
                </c:pt>
                <c:pt idx="4753">
                  <c:v>53.582443237304702</c:v>
                </c:pt>
                <c:pt idx="4754">
                  <c:v>53.471874237060597</c:v>
                </c:pt>
                <c:pt idx="4755">
                  <c:v>53.465583801269503</c:v>
                </c:pt>
                <c:pt idx="4756">
                  <c:v>53.394119262695298</c:v>
                </c:pt>
                <c:pt idx="4757">
                  <c:v>53.3468017578125</c:v>
                </c:pt>
                <c:pt idx="4758">
                  <c:v>53.306365966796903</c:v>
                </c:pt>
                <c:pt idx="4759">
                  <c:v>53.289566040039098</c:v>
                </c:pt>
                <c:pt idx="4760">
                  <c:v>53.344661712646499</c:v>
                </c:pt>
                <c:pt idx="4761">
                  <c:v>53.398796081542997</c:v>
                </c:pt>
                <c:pt idx="4762">
                  <c:v>53.450790405273402</c:v>
                </c:pt>
                <c:pt idx="4763">
                  <c:v>53.545639038085902</c:v>
                </c:pt>
                <c:pt idx="4764">
                  <c:v>53.707035064697301</c:v>
                </c:pt>
                <c:pt idx="4765">
                  <c:v>53.533519744873097</c:v>
                </c:pt>
                <c:pt idx="4766">
                  <c:v>53.585464477539098</c:v>
                </c:pt>
                <c:pt idx="4767">
                  <c:v>53.6085205078125</c:v>
                </c:pt>
                <c:pt idx="4768">
                  <c:v>53.615184783935597</c:v>
                </c:pt>
                <c:pt idx="4769">
                  <c:v>53.862640380859403</c:v>
                </c:pt>
                <c:pt idx="4770">
                  <c:v>54.009243011474602</c:v>
                </c:pt>
                <c:pt idx="4771">
                  <c:v>54.315250396728501</c:v>
                </c:pt>
                <c:pt idx="4772">
                  <c:v>54.510593414306598</c:v>
                </c:pt>
                <c:pt idx="4773">
                  <c:v>54.366283416748097</c:v>
                </c:pt>
                <c:pt idx="4774">
                  <c:v>54.741497039794901</c:v>
                </c:pt>
                <c:pt idx="4775">
                  <c:v>55.249435424804702</c:v>
                </c:pt>
                <c:pt idx="4776">
                  <c:v>55.5690727233887</c:v>
                </c:pt>
                <c:pt idx="4777">
                  <c:v>55.763221740722699</c:v>
                </c:pt>
                <c:pt idx="4778">
                  <c:v>55.970870971679702</c:v>
                </c:pt>
                <c:pt idx="4779">
                  <c:v>56.2301216125488</c:v>
                </c:pt>
                <c:pt idx="4780">
                  <c:v>56.458972930908203</c:v>
                </c:pt>
                <c:pt idx="4781">
                  <c:v>56.864170074462898</c:v>
                </c:pt>
                <c:pt idx="4782">
                  <c:v>57.296768188476598</c:v>
                </c:pt>
                <c:pt idx="4783">
                  <c:v>57.845577239990199</c:v>
                </c:pt>
                <c:pt idx="4784">
                  <c:v>58.171890258789098</c:v>
                </c:pt>
                <c:pt idx="4785">
                  <c:v>58.4278755187988</c:v>
                </c:pt>
                <c:pt idx="4786">
                  <c:v>58.564643859863303</c:v>
                </c:pt>
                <c:pt idx="4787">
                  <c:v>58.691558837890597</c:v>
                </c:pt>
                <c:pt idx="4788">
                  <c:v>58.715389251708999</c:v>
                </c:pt>
                <c:pt idx="4789">
                  <c:v>58.776241302490199</c:v>
                </c:pt>
                <c:pt idx="4790">
                  <c:v>58.788284301757798</c:v>
                </c:pt>
                <c:pt idx="4791">
                  <c:v>58.759513854980497</c:v>
                </c:pt>
                <c:pt idx="4792">
                  <c:v>58.703113555908203</c:v>
                </c:pt>
                <c:pt idx="4793">
                  <c:v>58.613914489746101</c:v>
                </c:pt>
                <c:pt idx="4794">
                  <c:v>58.5351753234863</c:v>
                </c:pt>
                <c:pt idx="4795">
                  <c:v>58.410423278808601</c:v>
                </c:pt>
                <c:pt idx="4796">
                  <c:v>58.256443023681598</c:v>
                </c:pt>
                <c:pt idx="4797">
                  <c:v>58.124500274658203</c:v>
                </c:pt>
                <c:pt idx="4798">
                  <c:v>57.9944877624512</c:v>
                </c:pt>
                <c:pt idx="4799">
                  <c:v>57.892845153808601</c:v>
                </c:pt>
                <c:pt idx="4800">
                  <c:v>57.761932373046903</c:v>
                </c:pt>
                <c:pt idx="4801">
                  <c:v>57.667510986328097</c:v>
                </c:pt>
                <c:pt idx="4802">
                  <c:v>57.577545166015597</c:v>
                </c:pt>
                <c:pt idx="4803">
                  <c:v>57.4945259094238</c:v>
                </c:pt>
                <c:pt idx="4804">
                  <c:v>57.267894744873097</c:v>
                </c:pt>
                <c:pt idx="4805">
                  <c:v>56.993820190429702</c:v>
                </c:pt>
                <c:pt idx="4806">
                  <c:v>56.8033256530762</c:v>
                </c:pt>
                <c:pt idx="4807">
                  <c:v>56.633460998535199</c:v>
                </c:pt>
                <c:pt idx="4808">
                  <c:v>56.430343627929702</c:v>
                </c:pt>
                <c:pt idx="4809">
                  <c:v>56.316471099853501</c:v>
                </c:pt>
                <c:pt idx="4810">
                  <c:v>56.226173400878899</c:v>
                </c:pt>
                <c:pt idx="4811">
                  <c:v>56.130374908447301</c:v>
                </c:pt>
                <c:pt idx="4812">
                  <c:v>56.021369934082003</c:v>
                </c:pt>
                <c:pt idx="4813">
                  <c:v>55.934165954589801</c:v>
                </c:pt>
                <c:pt idx="4814">
                  <c:v>55.879959106445298</c:v>
                </c:pt>
                <c:pt idx="4815">
                  <c:v>55.825004577636697</c:v>
                </c:pt>
                <c:pt idx="4816">
                  <c:v>55.814701080322301</c:v>
                </c:pt>
                <c:pt idx="4817">
                  <c:v>55.748043060302699</c:v>
                </c:pt>
                <c:pt idx="4818">
                  <c:v>55.550426483154297</c:v>
                </c:pt>
                <c:pt idx="4819">
                  <c:v>55.2946586608887</c:v>
                </c:pt>
                <c:pt idx="4820">
                  <c:v>55.149063110351598</c:v>
                </c:pt>
                <c:pt idx="4821">
                  <c:v>54.936782836914098</c:v>
                </c:pt>
                <c:pt idx="4822">
                  <c:v>54.655834197998097</c:v>
                </c:pt>
                <c:pt idx="4823">
                  <c:v>54.449371337890597</c:v>
                </c:pt>
                <c:pt idx="4824">
                  <c:v>54.360057830810597</c:v>
                </c:pt>
                <c:pt idx="4825">
                  <c:v>54.258205413818402</c:v>
                </c:pt>
                <c:pt idx="4826">
                  <c:v>54.189987182617202</c:v>
                </c:pt>
                <c:pt idx="4827">
                  <c:v>54.139049530029297</c:v>
                </c:pt>
                <c:pt idx="4828">
                  <c:v>54.149135589599602</c:v>
                </c:pt>
                <c:pt idx="4829">
                  <c:v>54.039215087890597</c:v>
                </c:pt>
                <c:pt idx="4830">
                  <c:v>53.948291778564503</c:v>
                </c:pt>
                <c:pt idx="4831">
                  <c:v>53.713142395019503</c:v>
                </c:pt>
                <c:pt idx="4832">
                  <c:v>53.619789123535199</c:v>
                </c:pt>
                <c:pt idx="4833">
                  <c:v>53.758762359619098</c:v>
                </c:pt>
                <c:pt idx="4834">
                  <c:v>53.742504119873097</c:v>
                </c:pt>
                <c:pt idx="4835">
                  <c:v>53.551841735839801</c:v>
                </c:pt>
                <c:pt idx="4836">
                  <c:v>53.658943176269503</c:v>
                </c:pt>
                <c:pt idx="4837">
                  <c:v>53.5009155273438</c:v>
                </c:pt>
                <c:pt idx="4838">
                  <c:v>53.630672454833999</c:v>
                </c:pt>
                <c:pt idx="4839">
                  <c:v>53.850254058837898</c:v>
                </c:pt>
                <c:pt idx="4840">
                  <c:v>54.026542663574197</c:v>
                </c:pt>
                <c:pt idx="4841">
                  <c:v>54.269527435302699</c:v>
                </c:pt>
                <c:pt idx="4842">
                  <c:v>54.773128509521499</c:v>
                </c:pt>
                <c:pt idx="4843">
                  <c:v>54.8903198242188</c:v>
                </c:pt>
                <c:pt idx="4844">
                  <c:v>55.222126007080099</c:v>
                </c:pt>
                <c:pt idx="4845">
                  <c:v>55.521827697753899</c:v>
                </c:pt>
                <c:pt idx="4846">
                  <c:v>55.734565734863303</c:v>
                </c:pt>
                <c:pt idx="4847">
                  <c:v>55.861286163330099</c:v>
                </c:pt>
                <c:pt idx="4848">
                  <c:v>56.035568237304702</c:v>
                </c:pt>
                <c:pt idx="4849">
                  <c:v>56.249359130859403</c:v>
                </c:pt>
                <c:pt idx="4850">
                  <c:v>56.3974609375</c:v>
                </c:pt>
                <c:pt idx="4851">
                  <c:v>56.398712158203097</c:v>
                </c:pt>
                <c:pt idx="4852">
                  <c:v>56.612430572509801</c:v>
                </c:pt>
                <c:pt idx="4853">
                  <c:v>56.670413970947301</c:v>
                </c:pt>
                <c:pt idx="4854">
                  <c:v>56.620021820068402</c:v>
                </c:pt>
                <c:pt idx="4855">
                  <c:v>56.810489654541001</c:v>
                </c:pt>
                <c:pt idx="4856">
                  <c:v>57.044548034667997</c:v>
                </c:pt>
                <c:pt idx="4857">
                  <c:v>57.243785858154297</c:v>
                </c:pt>
                <c:pt idx="4858">
                  <c:v>57.566192626953097</c:v>
                </c:pt>
                <c:pt idx="4859">
                  <c:v>58.040054321289098</c:v>
                </c:pt>
                <c:pt idx="4860">
                  <c:v>58.306247711181598</c:v>
                </c:pt>
                <c:pt idx="4861">
                  <c:v>58.388309478759801</c:v>
                </c:pt>
                <c:pt idx="4862">
                  <c:v>58.497367858886697</c:v>
                </c:pt>
                <c:pt idx="4863">
                  <c:v>58.781547546386697</c:v>
                </c:pt>
                <c:pt idx="4864">
                  <c:v>58.905372619628899</c:v>
                </c:pt>
                <c:pt idx="4865">
                  <c:v>58.808269500732401</c:v>
                </c:pt>
                <c:pt idx="4866">
                  <c:v>58.939765930175803</c:v>
                </c:pt>
                <c:pt idx="4867">
                  <c:v>59.336654663085902</c:v>
                </c:pt>
                <c:pt idx="4868">
                  <c:v>59.441242218017599</c:v>
                </c:pt>
                <c:pt idx="4869">
                  <c:v>59.772499084472699</c:v>
                </c:pt>
                <c:pt idx="4870">
                  <c:v>59.985675811767599</c:v>
                </c:pt>
                <c:pt idx="4871">
                  <c:v>60.090408325195298</c:v>
                </c:pt>
                <c:pt idx="4872">
                  <c:v>60.6060180664063</c:v>
                </c:pt>
                <c:pt idx="4873">
                  <c:v>60.903633117675803</c:v>
                </c:pt>
                <c:pt idx="4874">
                  <c:v>61.2169189453125</c:v>
                </c:pt>
                <c:pt idx="4875">
                  <c:v>61.332912445068402</c:v>
                </c:pt>
                <c:pt idx="4876">
                  <c:v>61.247604370117202</c:v>
                </c:pt>
                <c:pt idx="4877">
                  <c:v>61.345851898193402</c:v>
                </c:pt>
                <c:pt idx="4878">
                  <c:v>61.529212951660199</c:v>
                </c:pt>
                <c:pt idx="4879">
                  <c:v>61.646568298339801</c:v>
                </c:pt>
                <c:pt idx="4880">
                  <c:v>61.635707855224602</c:v>
                </c:pt>
                <c:pt idx="4881">
                  <c:v>61.769611358642599</c:v>
                </c:pt>
                <c:pt idx="4882">
                  <c:v>61.8355522155762</c:v>
                </c:pt>
                <c:pt idx="4883">
                  <c:v>61.711704254150398</c:v>
                </c:pt>
                <c:pt idx="4884">
                  <c:v>61.704811096191399</c:v>
                </c:pt>
                <c:pt idx="4885">
                  <c:v>61.66455078125</c:v>
                </c:pt>
                <c:pt idx="4886">
                  <c:v>61.727863311767599</c:v>
                </c:pt>
                <c:pt idx="4887">
                  <c:v>61.875820159912102</c:v>
                </c:pt>
                <c:pt idx="4888">
                  <c:v>61.844123840332003</c:v>
                </c:pt>
                <c:pt idx="4889">
                  <c:v>61.893932342529297</c:v>
                </c:pt>
                <c:pt idx="4890">
                  <c:v>61.965793609619098</c:v>
                </c:pt>
                <c:pt idx="4891">
                  <c:v>61.981815338134801</c:v>
                </c:pt>
                <c:pt idx="4892">
                  <c:v>61.927967071533203</c:v>
                </c:pt>
                <c:pt idx="4893">
                  <c:v>61.891777038574197</c:v>
                </c:pt>
                <c:pt idx="4894">
                  <c:v>61.898601531982401</c:v>
                </c:pt>
                <c:pt idx="4895">
                  <c:v>61.818897247314503</c:v>
                </c:pt>
                <c:pt idx="4896">
                  <c:v>61.770072937011697</c:v>
                </c:pt>
                <c:pt idx="4897">
                  <c:v>61.737747192382798</c:v>
                </c:pt>
                <c:pt idx="4898">
                  <c:v>61.5907173156738</c:v>
                </c:pt>
                <c:pt idx="4899">
                  <c:v>61.473453521728501</c:v>
                </c:pt>
                <c:pt idx="4900">
                  <c:v>61.380992889404297</c:v>
                </c:pt>
                <c:pt idx="4901">
                  <c:v>61.549953460693402</c:v>
                </c:pt>
                <c:pt idx="4902">
                  <c:v>61.660064697265597</c:v>
                </c:pt>
                <c:pt idx="4903">
                  <c:v>61.941947937011697</c:v>
                </c:pt>
                <c:pt idx="4904">
                  <c:v>62.247962951660199</c:v>
                </c:pt>
                <c:pt idx="4905">
                  <c:v>62.558513641357401</c:v>
                </c:pt>
                <c:pt idx="4906">
                  <c:v>62.723472595214801</c:v>
                </c:pt>
                <c:pt idx="4907">
                  <c:v>62.959598541259801</c:v>
                </c:pt>
                <c:pt idx="4908">
                  <c:v>63.324935913085902</c:v>
                </c:pt>
                <c:pt idx="4909">
                  <c:v>63.6708793640137</c:v>
                </c:pt>
                <c:pt idx="4910">
                  <c:v>63.845691680908203</c:v>
                </c:pt>
                <c:pt idx="4911">
                  <c:v>64.021781921386705</c:v>
                </c:pt>
                <c:pt idx="4912">
                  <c:v>64.112663269042997</c:v>
                </c:pt>
                <c:pt idx="4913">
                  <c:v>64.156433105468807</c:v>
                </c:pt>
                <c:pt idx="4914">
                  <c:v>64.135955810546903</c:v>
                </c:pt>
                <c:pt idx="4915">
                  <c:v>64.118347167968807</c:v>
                </c:pt>
                <c:pt idx="4916">
                  <c:v>64.084655761718807</c:v>
                </c:pt>
                <c:pt idx="4917">
                  <c:v>64.091941833496094</c:v>
                </c:pt>
                <c:pt idx="4918">
                  <c:v>64.046897888183594</c:v>
                </c:pt>
                <c:pt idx="4919">
                  <c:v>63.946453094482401</c:v>
                </c:pt>
                <c:pt idx="4920">
                  <c:v>63.833305358886697</c:v>
                </c:pt>
                <c:pt idx="4921">
                  <c:v>63.6378784179688</c:v>
                </c:pt>
                <c:pt idx="4922">
                  <c:v>63.400642395019503</c:v>
                </c:pt>
                <c:pt idx="4923">
                  <c:v>63.268379211425803</c:v>
                </c:pt>
                <c:pt idx="4924">
                  <c:v>63.125785827636697</c:v>
                </c:pt>
                <c:pt idx="4925">
                  <c:v>62.952163696289098</c:v>
                </c:pt>
                <c:pt idx="4926">
                  <c:v>62.810127258300803</c:v>
                </c:pt>
                <c:pt idx="4927">
                  <c:v>62.654819488525398</c:v>
                </c:pt>
                <c:pt idx="4928">
                  <c:v>62.500495910644503</c:v>
                </c:pt>
                <c:pt idx="4929">
                  <c:v>62.324756622314503</c:v>
                </c:pt>
                <c:pt idx="4930">
                  <c:v>62.155101776123097</c:v>
                </c:pt>
                <c:pt idx="4931">
                  <c:v>61.991291046142599</c:v>
                </c:pt>
                <c:pt idx="4932">
                  <c:v>61.847164154052699</c:v>
                </c:pt>
                <c:pt idx="4933">
                  <c:v>61.706462860107401</c:v>
                </c:pt>
                <c:pt idx="4934">
                  <c:v>61.569793701171903</c:v>
                </c:pt>
                <c:pt idx="4935">
                  <c:v>61.301540374755902</c:v>
                </c:pt>
                <c:pt idx="4936">
                  <c:v>61.083080291748097</c:v>
                </c:pt>
                <c:pt idx="4937">
                  <c:v>61.007869720458999</c:v>
                </c:pt>
                <c:pt idx="4938">
                  <c:v>60.840576171875</c:v>
                </c:pt>
                <c:pt idx="4939">
                  <c:v>60.7471923828125</c:v>
                </c:pt>
                <c:pt idx="4940">
                  <c:v>60.661537170410199</c:v>
                </c:pt>
                <c:pt idx="4941">
                  <c:v>60.545921325683601</c:v>
                </c:pt>
                <c:pt idx="4942">
                  <c:v>60.425224304199197</c:v>
                </c:pt>
                <c:pt idx="4943">
                  <c:v>60.190383911132798</c:v>
                </c:pt>
                <c:pt idx="4944">
                  <c:v>60.118202209472699</c:v>
                </c:pt>
                <c:pt idx="4945">
                  <c:v>60.258586883544901</c:v>
                </c:pt>
                <c:pt idx="4946">
                  <c:v>60.3706245422363</c:v>
                </c:pt>
                <c:pt idx="4947">
                  <c:v>60.4052734375</c:v>
                </c:pt>
                <c:pt idx="4948">
                  <c:v>60.283634185791001</c:v>
                </c:pt>
                <c:pt idx="4949">
                  <c:v>60.211193084716797</c:v>
                </c:pt>
                <c:pt idx="4950">
                  <c:v>60.245742797851598</c:v>
                </c:pt>
                <c:pt idx="4951">
                  <c:v>60.357864379882798</c:v>
                </c:pt>
                <c:pt idx="4952">
                  <c:v>60.501922607421903</c:v>
                </c:pt>
                <c:pt idx="4953">
                  <c:v>60.545825958252003</c:v>
                </c:pt>
                <c:pt idx="4954">
                  <c:v>60.698451995849602</c:v>
                </c:pt>
                <c:pt idx="4955">
                  <c:v>60.946979522705099</c:v>
                </c:pt>
                <c:pt idx="4956">
                  <c:v>61.130298614502003</c:v>
                </c:pt>
                <c:pt idx="4957">
                  <c:v>61.508590698242202</c:v>
                </c:pt>
                <c:pt idx="4958">
                  <c:v>61.683860778808601</c:v>
                </c:pt>
                <c:pt idx="4959">
                  <c:v>61.872230529785199</c:v>
                </c:pt>
                <c:pt idx="4960">
                  <c:v>61.930046081542997</c:v>
                </c:pt>
                <c:pt idx="4961">
                  <c:v>62.078739166259801</c:v>
                </c:pt>
                <c:pt idx="4962">
                  <c:v>62.210407257080099</c:v>
                </c:pt>
                <c:pt idx="4963">
                  <c:v>62.330417633056598</c:v>
                </c:pt>
                <c:pt idx="4964">
                  <c:v>62.385906219482401</c:v>
                </c:pt>
                <c:pt idx="4965">
                  <c:v>62.4085884094238</c:v>
                </c:pt>
                <c:pt idx="4966">
                  <c:v>62.395645141601598</c:v>
                </c:pt>
                <c:pt idx="4967">
                  <c:v>62.280830383300803</c:v>
                </c:pt>
                <c:pt idx="4968">
                  <c:v>62.189208984375</c:v>
                </c:pt>
                <c:pt idx="4969">
                  <c:v>62.069576263427699</c:v>
                </c:pt>
                <c:pt idx="4970">
                  <c:v>61.927532196044901</c:v>
                </c:pt>
                <c:pt idx="4971">
                  <c:v>61.825145721435597</c:v>
                </c:pt>
                <c:pt idx="4972">
                  <c:v>61.761905670166001</c:v>
                </c:pt>
                <c:pt idx="4973">
                  <c:v>61.775886535644503</c:v>
                </c:pt>
                <c:pt idx="4974">
                  <c:v>61.767875671386697</c:v>
                </c:pt>
                <c:pt idx="4975">
                  <c:v>61.853588104248097</c:v>
                </c:pt>
                <c:pt idx="4976">
                  <c:v>61.748374938964801</c:v>
                </c:pt>
                <c:pt idx="4977">
                  <c:v>61.722103118896499</c:v>
                </c:pt>
                <c:pt idx="4978">
                  <c:v>61.937801361083999</c:v>
                </c:pt>
                <c:pt idx="4979">
                  <c:v>62.1830444335938</c:v>
                </c:pt>
                <c:pt idx="4980">
                  <c:v>62.326389312744098</c:v>
                </c:pt>
                <c:pt idx="4981">
                  <c:v>62.484146118164098</c:v>
                </c:pt>
                <c:pt idx="4982">
                  <c:v>62.613124847412102</c:v>
                </c:pt>
                <c:pt idx="4983">
                  <c:v>62.732418060302699</c:v>
                </c:pt>
                <c:pt idx="4984">
                  <c:v>63.2051811218262</c:v>
                </c:pt>
                <c:pt idx="4985">
                  <c:v>63.573623657226598</c:v>
                </c:pt>
                <c:pt idx="4986">
                  <c:v>63.6793823242188</c:v>
                </c:pt>
                <c:pt idx="4987">
                  <c:v>63.693687438964801</c:v>
                </c:pt>
                <c:pt idx="4988">
                  <c:v>63.894054412841797</c:v>
                </c:pt>
                <c:pt idx="4989">
                  <c:v>64.142044067382798</c:v>
                </c:pt>
                <c:pt idx="4990">
                  <c:v>64.362731933593807</c:v>
                </c:pt>
                <c:pt idx="4991">
                  <c:v>64.622489929199205</c:v>
                </c:pt>
                <c:pt idx="4992">
                  <c:v>64.919914245605497</c:v>
                </c:pt>
                <c:pt idx="4993">
                  <c:v>65.128829956054702</c:v>
                </c:pt>
                <c:pt idx="4994">
                  <c:v>65.261589050292997</c:v>
                </c:pt>
                <c:pt idx="4995">
                  <c:v>65.388763427734403</c:v>
                </c:pt>
                <c:pt idx="4996">
                  <c:v>65.439773559570298</c:v>
                </c:pt>
                <c:pt idx="4997">
                  <c:v>65.424789428710895</c:v>
                </c:pt>
                <c:pt idx="4998">
                  <c:v>65.411346435546903</c:v>
                </c:pt>
                <c:pt idx="4999">
                  <c:v>65.386863708496094</c:v>
                </c:pt>
                <c:pt idx="5000">
                  <c:v>65.360046386718807</c:v>
                </c:pt>
                <c:pt idx="5001">
                  <c:v>65.312309265136705</c:v>
                </c:pt>
                <c:pt idx="5002">
                  <c:v>65.269706726074205</c:v>
                </c:pt>
                <c:pt idx="5003">
                  <c:v>65.145324707031307</c:v>
                </c:pt>
                <c:pt idx="5004">
                  <c:v>65.004264831542997</c:v>
                </c:pt>
                <c:pt idx="5005">
                  <c:v>64.946868896484403</c:v>
                </c:pt>
                <c:pt idx="5006">
                  <c:v>64.919540405273395</c:v>
                </c:pt>
                <c:pt idx="5007">
                  <c:v>64.808395385742202</c:v>
                </c:pt>
                <c:pt idx="5008">
                  <c:v>64.639762878417997</c:v>
                </c:pt>
                <c:pt idx="5009">
                  <c:v>64.535118103027301</c:v>
                </c:pt>
                <c:pt idx="5010">
                  <c:v>64.533172607421903</c:v>
                </c:pt>
                <c:pt idx="5011">
                  <c:v>64.400253295898395</c:v>
                </c:pt>
                <c:pt idx="5012">
                  <c:v>64.370880126953097</c:v>
                </c:pt>
                <c:pt idx="5013">
                  <c:v>64.330146789550795</c:v>
                </c:pt>
                <c:pt idx="5014">
                  <c:v>64.226631164550795</c:v>
                </c:pt>
                <c:pt idx="5015">
                  <c:v>64.107986450195298</c:v>
                </c:pt>
                <c:pt idx="5016">
                  <c:v>64.045219421386705</c:v>
                </c:pt>
                <c:pt idx="5017">
                  <c:v>63.9131469726563</c:v>
                </c:pt>
                <c:pt idx="5018">
                  <c:v>63.894893646240199</c:v>
                </c:pt>
                <c:pt idx="5019">
                  <c:v>63.790351867675803</c:v>
                </c:pt>
                <c:pt idx="5020">
                  <c:v>63.707191467285199</c:v>
                </c:pt>
                <c:pt idx="5021">
                  <c:v>63.640048980712898</c:v>
                </c:pt>
                <c:pt idx="5022">
                  <c:v>63.617866516113303</c:v>
                </c:pt>
                <c:pt idx="5023">
                  <c:v>63.433078765869098</c:v>
                </c:pt>
                <c:pt idx="5024">
                  <c:v>63.366722106933601</c:v>
                </c:pt>
                <c:pt idx="5025">
                  <c:v>63.220241546630902</c:v>
                </c:pt>
                <c:pt idx="5026">
                  <c:v>63.075038909912102</c:v>
                </c:pt>
                <c:pt idx="5027">
                  <c:v>63.003185272216797</c:v>
                </c:pt>
                <c:pt idx="5028">
                  <c:v>62.873176574707003</c:v>
                </c:pt>
                <c:pt idx="5029">
                  <c:v>62.808895111083999</c:v>
                </c:pt>
                <c:pt idx="5030">
                  <c:v>62.670013427734403</c:v>
                </c:pt>
                <c:pt idx="5031">
                  <c:v>62.542564392089801</c:v>
                </c:pt>
                <c:pt idx="5032">
                  <c:v>62.478096008300803</c:v>
                </c:pt>
                <c:pt idx="5033">
                  <c:v>62.388992309570298</c:v>
                </c:pt>
                <c:pt idx="5034">
                  <c:v>62.233974456787102</c:v>
                </c:pt>
                <c:pt idx="5035">
                  <c:v>62.086013793945298</c:v>
                </c:pt>
                <c:pt idx="5036">
                  <c:v>61.931606292724602</c:v>
                </c:pt>
                <c:pt idx="5037">
                  <c:v>61.779060363769503</c:v>
                </c:pt>
                <c:pt idx="5038">
                  <c:v>61.659507751464801</c:v>
                </c:pt>
                <c:pt idx="5039">
                  <c:v>61.576225280761697</c:v>
                </c:pt>
                <c:pt idx="5040">
                  <c:v>61.523521423339801</c:v>
                </c:pt>
                <c:pt idx="5041">
                  <c:v>61.406982421875</c:v>
                </c:pt>
                <c:pt idx="5042">
                  <c:v>61.276031494140597</c:v>
                </c:pt>
                <c:pt idx="5043">
                  <c:v>61.0170288085938</c:v>
                </c:pt>
                <c:pt idx="5044">
                  <c:v>60.880935668945298</c:v>
                </c:pt>
                <c:pt idx="5045">
                  <c:v>60.773017883300803</c:v>
                </c:pt>
                <c:pt idx="5046">
                  <c:v>60.697513580322301</c:v>
                </c:pt>
                <c:pt idx="5047">
                  <c:v>60.558994293212898</c:v>
                </c:pt>
                <c:pt idx="5048">
                  <c:v>60.298469543457003</c:v>
                </c:pt>
                <c:pt idx="5049">
                  <c:v>60.119426727294901</c:v>
                </c:pt>
                <c:pt idx="5050">
                  <c:v>60.0310668945313</c:v>
                </c:pt>
                <c:pt idx="5051">
                  <c:v>59.949298858642599</c:v>
                </c:pt>
                <c:pt idx="5052">
                  <c:v>59.780941009521499</c:v>
                </c:pt>
                <c:pt idx="5053">
                  <c:v>59.644645690917997</c:v>
                </c:pt>
                <c:pt idx="5054">
                  <c:v>59.479446411132798</c:v>
                </c:pt>
                <c:pt idx="5055">
                  <c:v>59.390445709228501</c:v>
                </c:pt>
                <c:pt idx="5056">
                  <c:v>59.265357971191399</c:v>
                </c:pt>
                <c:pt idx="5057">
                  <c:v>59.116046905517599</c:v>
                </c:pt>
                <c:pt idx="5058">
                  <c:v>58.964942932128899</c:v>
                </c:pt>
                <c:pt idx="5059">
                  <c:v>58.867397308349602</c:v>
                </c:pt>
                <c:pt idx="5060">
                  <c:v>58.762531280517599</c:v>
                </c:pt>
                <c:pt idx="5061">
                  <c:v>58.620105743408203</c:v>
                </c:pt>
                <c:pt idx="5062">
                  <c:v>58.476764678955099</c:v>
                </c:pt>
                <c:pt idx="5063">
                  <c:v>58.399276733398402</c:v>
                </c:pt>
                <c:pt idx="5064">
                  <c:v>58.246143341064503</c:v>
                </c:pt>
                <c:pt idx="5065">
                  <c:v>58.122714996337898</c:v>
                </c:pt>
                <c:pt idx="5066">
                  <c:v>57.9996147155762</c:v>
                </c:pt>
                <c:pt idx="5067">
                  <c:v>57.918663024902301</c:v>
                </c:pt>
                <c:pt idx="5068">
                  <c:v>57.776954650878899</c:v>
                </c:pt>
                <c:pt idx="5069">
                  <c:v>57.692169189453097</c:v>
                </c:pt>
                <c:pt idx="5070">
                  <c:v>57.587448120117202</c:v>
                </c:pt>
                <c:pt idx="5071">
                  <c:v>57.531059265136697</c:v>
                </c:pt>
                <c:pt idx="5072">
                  <c:v>57.390682220458999</c:v>
                </c:pt>
                <c:pt idx="5073">
                  <c:v>57.145088195800803</c:v>
                </c:pt>
                <c:pt idx="5074">
                  <c:v>57.003726959228501</c:v>
                </c:pt>
                <c:pt idx="5075">
                  <c:v>56.847213745117202</c:v>
                </c:pt>
                <c:pt idx="5076">
                  <c:v>56.643539428710902</c:v>
                </c:pt>
                <c:pt idx="5077">
                  <c:v>56.464530944824197</c:v>
                </c:pt>
                <c:pt idx="5078">
                  <c:v>56.293510437011697</c:v>
                </c:pt>
                <c:pt idx="5079">
                  <c:v>56.173904418945298</c:v>
                </c:pt>
                <c:pt idx="5080">
                  <c:v>56.095272064208999</c:v>
                </c:pt>
                <c:pt idx="5081">
                  <c:v>56.0436820983887</c:v>
                </c:pt>
                <c:pt idx="5082">
                  <c:v>56.025814056396499</c:v>
                </c:pt>
                <c:pt idx="5083">
                  <c:v>56.006725311279297</c:v>
                </c:pt>
                <c:pt idx="5084">
                  <c:v>55.970352172851598</c:v>
                </c:pt>
                <c:pt idx="5085">
                  <c:v>55.942451477050803</c:v>
                </c:pt>
                <c:pt idx="5086">
                  <c:v>55.934402465820298</c:v>
                </c:pt>
                <c:pt idx="5087">
                  <c:v>55.953262329101598</c:v>
                </c:pt>
                <c:pt idx="5088">
                  <c:v>55.980537414550803</c:v>
                </c:pt>
                <c:pt idx="5089">
                  <c:v>55.947639465332003</c:v>
                </c:pt>
                <c:pt idx="5090">
                  <c:v>55.966915130615199</c:v>
                </c:pt>
                <c:pt idx="5091">
                  <c:v>56.115299224853501</c:v>
                </c:pt>
                <c:pt idx="5092">
                  <c:v>56.436622619628899</c:v>
                </c:pt>
                <c:pt idx="5093">
                  <c:v>56.651744842529297</c:v>
                </c:pt>
                <c:pt idx="5094">
                  <c:v>56.672214508056598</c:v>
                </c:pt>
                <c:pt idx="5095">
                  <c:v>56.84326171875</c:v>
                </c:pt>
                <c:pt idx="5096">
                  <c:v>56.979385375976598</c:v>
                </c:pt>
                <c:pt idx="5097">
                  <c:v>57.1881294250488</c:v>
                </c:pt>
                <c:pt idx="5098">
                  <c:v>57.2905464172363</c:v>
                </c:pt>
                <c:pt idx="5099">
                  <c:v>57.396984100341797</c:v>
                </c:pt>
                <c:pt idx="5100">
                  <c:v>57.508773803710902</c:v>
                </c:pt>
                <c:pt idx="5101">
                  <c:v>57.506195068359403</c:v>
                </c:pt>
                <c:pt idx="5102">
                  <c:v>57.672859191894503</c:v>
                </c:pt>
                <c:pt idx="5103">
                  <c:v>57.992988586425803</c:v>
                </c:pt>
                <c:pt idx="5104">
                  <c:v>57.988723754882798</c:v>
                </c:pt>
                <c:pt idx="5105">
                  <c:v>58.187934875488303</c:v>
                </c:pt>
                <c:pt idx="5106">
                  <c:v>58.402286529541001</c:v>
                </c:pt>
                <c:pt idx="5107">
                  <c:v>58.405551910400398</c:v>
                </c:pt>
                <c:pt idx="5108">
                  <c:v>58.6842651367188</c:v>
                </c:pt>
                <c:pt idx="5109">
                  <c:v>58.812911987304702</c:v>
                </c:pt>
                <c:pt idx="5110">
                  <c:v>59.080417633056598</c:v>
                </c:pt>
                <c:pt idx="5111">
                  <c:v>59.34375</c:v>
                </c:pt>
                <c:pt idx="5112">
                  <c:v>59.434722900390597</c:v>
                </c:pt>
                <c:pt idx="5113">
                  <c:v>59.760536193847699</c:v>
                </c:pt>
                <c:pt idx="5114">
                  <c:v>59.947200775146499</c:v>
                </c:pt>
                <c:pt idx="5115">
                  <c:v>60.245288848877003</c:v>
                </c:pt>
                <c:pt idx="5116">
                  <c:v>60.463287353515597</c:v>
                </c:pt>
                <c:pt idx="5117">
                  <c:v>60.511440277099602</c:v>
                </c:pt>
                <c:pt idx="5118">
                  <c:v>60.610984802246101</c:v>
                </c:pt>
                <c:pt idx="5119">
                  <c:v>60.916248321533203</c:v>
                </c:pt>
                <c:pt idx="5120">
                  <c:v>60.817466735839801</c:v>
                </c:pt>
                <c:pt idx="5121">
                  <c:v>61.1052856445313</c:v>
                </c:pt>
                <c:pt idx="5122">
                  <c:v>61.3872680664063</c:v>
                </c:pt>
                <c:pt idx="5123">
                  <c:v>61.413436889648402</c:v>
                </c:pt>
                <c:pt idx="5124">
                  <c:v>61.618354797363303</c:v>
                </c:pt>
                <c:pt idx="5125">
                  <c:v>61.758693695068402</c:v>
                </c:pt>
                <c:pt idx="5126">
                  <c:v>61.9971733093262</c:v>
                </c:pt>
                <c:pt idx="5127">
                  <c:v>62.3521537780762</c:v>
                </c:pt>
                <c:pt idx="5128">
                  <c:v>62.705635070800803</c:v>
                </c:pt>
                <c:pt idx="5129">
                  <c:v>62.9798583984375</c:v>
                </c:pt>
                <c:pt idx="5130">
                  <c:v>63.3839111328125</c:v>
                </c:pt>
                <c:pt idx="5131">
                  <c:v>63.523014068603501</c:v>
                </c:pt>
                <c:pt idx="5132">
                  <c:v>63.546829223632798</c:v>
                </c:pt>
                <c:pt idx="5133">
                  <c:v>63.648727416992202</c:v>
                </c:pt>
                <c:pt idx="5134">
                  <c:v>63.789714813232401</c:v>
                </c:pt>
                <c:pt idx="5135">
                  <c:v>63.957084655761697</c:v>
                </c:pt>
                <c:pt idx="5136">
                  <c:v>64.129188537597699</c:v>
                </c:pt>
                <c:pt idx="5137">
                  <c:v>64.226127624511705</c:v>
                </c:pt>
                <c:pt idx="5138">
                  <c:v>64.149154663085895</c:v>
                </c:pt>
                <c:pt idx="5139">
                  <c:v>64.355339050292997</c:v>
                </c:pt>
                <c:pt idx="5140">
                  <c:v>64.558631896972699</c:v>
                </c:pt>
                <c:pt idx="5141">
                  <c:v>64.645111083984403</c:v>
                </c:pt>
                <c:pt idx="5142">
                  <c:v>64.882553100585895</c:v>
                </c:pt>
                <c:pt idx="5143">
                  <c:v>65.002868652343807</c:v>
                </c:pt>
                <c:pt idx="5144">
                  <c:v>65.273666381835895</c:v>
                </c:pt>
                <c:pt idx="5145">
                  <c:v>65.462120056152301</c:v>
                </c:pt>
                <c:pt idx="5146">
                  <c:v>65.498695373535199</c:v>
                </c:pt>
                <c:pt idx="5147">
                  <c:v>65.657608032226605</c:v>
                </c:pt>
                <c:pt idx="5148">
                  <c:v>65.714080810546903</c:v>
                </c:pt>
                <c:pt idx="5149">
                  <c:v>66.372726440429702</c:v>
                </c:pt>
                <c:pt idx="5150">
                  <c:v>66.693489074707003</c:v>
                </c:pt>
                <c:pt idx="5151">
                  <c:v>67.115028381347699</c:v>
                </c:pt>
                <c:pt idx="5152">
                  <c:v>67.284469604492202</c:v>
                </c:pt>
                <c:pt idx="5153">
                  <c:v>67.611839294433594</c:v>
                </c:pt>
                <c:pt idx="5154">
                  <c:v>68.061050415039105</c:v>
                </c:pt>
                <c:pt idx="5155">
                  <c:v>68.532089233398395</c:v>
                </c:pt>
                <c:pt idx="5156">
                  <c:v>68.918525695800795</c:v>
                </c:pt>
                <c:pt idx="5157">
                  <c:v>68.928428649902301</c:v>
                </c:pt>
                <c:pt idx="5158">
                  <c:v>69.087692260742202</c:v>
                </c:pt>
                <c:pt idx="5159">
                  <c:v>69.473014831542997</c:v>
                </c:pt>
                <c:pt idx="5160">
                  <c:v>69.998420715332003</c:v>
                </c:pt>
                <c:pt idx="5161">
                  <c:v>70.567886352539105</c:v>
                </c:pt>
                <c:pt idx="5162">
                  <c:v>70.859580993652301</c:v>
                </c:pt>
                <c:pt idx="5163">
                  <c:v>71.152542114257798</c:v>
                </c:pt>
                <c:pt idx="5164">
                  <c:v>71.495162963867202</c:v>
                </c:pt>
                <c:pt idx="5165">
                  <c:v>71.720405578613295</c:v>
                </c:pt>
                <c:pt idx="5166">
                  <c:v>71.84228515625</c:v>
                </c:pt>
                <c:pt idx="5167">
                  <c:v>71.977684020996094</c:v>
                </c:pt>
                <c:pt idx="5168">
                  <c:v>72.047775268554702</c:v>
                </c:pt>
                <c:pt idx="5169">
                  <c:v>72.083763122558594</c:v>
                </c:pt>
                <c:pt idx="5170">
                  <c:v>72.109245300292997</c:v>
                </c:pt>
                <c:pt idx="5171">
                  <c:v>72.132415771484403</c:v>
                </c:pt>
                <c:pt idx="5172">
                  <c:v>72.143020629882798</c:v>
                </c:pt>
                <c:pt idx="5173">
                  <c:v>72.171104431152301</c:v>
                </c:pt>
                <c:pt idx="5174">
                  <c:v>72.162948608398395</c:v>
                </c:pt>
                <c:pt idx="5175">
                  <c:v>72.324905395507798</c:v>
                </c:pt>
                <c:pt idx="5176">
                  <c:v>72.455734252929702</c:v>
                </c:pt>
                <c:pt idx="5177">
                  <c:v>72.326103210449205</c:v>
                </c:pt>
                <c:pt idx="5178">
                  <c:v>72.358146667480497</c:v>
                </c:pt>
                <c:pt idx="5179">
                  <c:v>72.532546997070298</c:v>
                </c:pt>
                <c:pt idx="5180">
                  <c:v>73.058547973632798</c:v>
                </c:pt>
                <c:pt idx="5181">
                  <c:v>73.1107177734375</c:v>
                </c:pt>
                <c:pt idx="5182">
                  <c:v>72.944869995117202</c:v>
                </c:pt>
                <c:pt idx="5183">
                  <c:v>73.300483703613295</c:v>
                </c:pt>
                <c:pt idx="5184">
                  <c:v>73.308883666992202</c:v>
                </c:pt>
                <c:pt idx="5185">
                  <c:v>73.697265625</c:v>
                </c:pt>
                <c:pt idx="5186">
                  <c:v>73.227561950683594</c:v>
                </c:pt>
                <c:pt idx="5187">
                  <c:v>73.697830200195298</c:v>
                </c:pt>
                <c:pt idx="5188">
                  <c:v>74.026679992675795</c:v>
                </c:pt>
                <c:pt idx="5189">
                  <c:v>73.992912292480497</c:v>
                </c:pt>
                <c:pt idx="5190">
                  <c:v>74.441421508789105</c:v>
                </c:pt>
                <c:pt idx="5191">
                  <c:v>74.369277954101605</c:v>
                </c:pt>
                <c:pt idx="5192">
                  <c:v>74.4849853515625</c:v>
                </c:pt>
                <c:pt idx="5193">
                  <c:v>74.780197143554702</c:v>
                </c:pt>
                <c:pt idx="5194">
                  <c:v>74.745925903320298</c:v>
                </c:pt>
                <c:pt idx="5195">
                  <c:v>74.684585571289105</c:v>
                </c:pt>
                <c:pt idx="5196">
                  <c:v>74.622688293457003</c:v>
                </c:pt>
                <c:pt idx="5197">
                  <c:v>74.636322021484403</c:v>
                </c:pt>
                <c:pt idx="5198">
                  <c:v>74.229629516601605</c:v>
                </c:pt>
                <c:pt idx="5199">
                  <c:v>73.781494140625</c:v>
                </c:pt>
                <c:pt idx="5200">
                  <c:v>73.712348937988295</c:v>
                </c:pt>
                <c:pt idx="5201">
                  <c:v>73.111747741699205</c:v>
                </c:pt>
                <c:pt idx="5202">
                  <c:v>73.001533508300795</c:v>
                </c:pt>
                <c:pt idx="5203">
                  <c:v>72.777496337890597</c:v>
                </c:pt>
                <c:pt idx="5204">
                  <c:v>72.458412170410199</c:v>
                </c:pt>
                <c:pt idx="5205">
                  <c:v>72.294586181640597</c:v>
                </c:pt>
                <c:pt idx="5206">
                  <c:v>72.210456848144503</c:v>
                </c:pt>
                <c:pt idx="5207">
                  <c:v>72.167297363281307</c:v>
                </c:pt>
                <c:pt idx="5208">
                  <c:v>72.145126342773395</c:v>
                </c:pt>
                <c:pt idx="5209">
                  <c:v>72.133743286132798</c:v>
                </c:pt>
                <c:pt idx="5210">
                  <c:v>72.127899169921903</c:v>
                </c:pt>
                <c:pt idx="5211">
                  <c:v>72.106842041015597</c:v>
                </c:pt>
                <c:pt idx="5212">
                  <c:v>72.114082336425795</c:v>
                </c:pt>
                <c:pt idx="5213">
                  <c:v>72.087295532226605</c:v>
                </c:pt>
                <c:pt idx="5214">
                  <c:v>72.104049682617202</c:v>
                </c:pt>
                <c:pt idx="5215">
                  <c:v>72.109886169433594</c:v>
                </c:pt>
                <c:pt idx="5216">
                  <c:v>72.084831237792997</c:v>
                </c:pt>
                <c:pt idx="5217">
                  <c:v>72.075088500976605</c:v>
                </c:pt>
                <c:pt idx="5218">
                  <c:v>72.083587646484403</c:v>
                </c:pt>
                <c:pt idx="5219">
                  <c:v>71.980880737304702</c:v>
                </c:pt>
                <c:pt idx="5220">
                  <c:v>71.919036865234403</c:v>
                </c:pt>
                <c:pt idx="5221">
                  <c:v>71.905426025390597</c:v>
                </c:pt>
                <c:pt idx="5222">
                  <c:v>71.802749633789105</c:v>
                </c:pt>
                <c:pt idx="5223">
                  <c:v>71.645523071289105</c:v>
                </c:pt>
                <c:pt idx="5224">
                  <c:v>71.529388427734403</c:v>
                </c:pt>
                <c:pt idx="5225">
                  <c:v>71.534660339355497</c:v>
                </c:pt>
                <c:pt idx="5226">
                  <c:v>71.515121459960895</c:v>
                </c:pt>
                <c:pt idx="5227">
                  <c:v>71.405471801757798</c:v>
                </c:pt>
                <c:pt idx="5228">
                  <c:v>71.224761962890597</c:v>
                </c:pt>
                <c:pt idx="5229">
                  <c:v>71.027862548828097</c:v>
                </c:pt>
                <c:pt idx="5230">
                  <c:v>70.958869934082003</c:v>
                </c:pt>
                <c:pt idx="5231">
                  <c:v>70.797828674316406</c:v>
                </c:pt>
                <c:pt idx="5232">
                  <c:v>70.675621032714801</c:v>
                </c:pt>
                <c:pt idx="5233">
                  <c:v>70.613296508789105</c:v>
                </c:pt>
                <c:pt idx="5234">
                  <c:v>70.505027770996094</c:v>
                </c:pt>
                <c:pt idx="5235">
                  <c:v>70.376655578613295</c:v>
                </c:pt>
                <c:pt idx="5236">
                  <c:v>70.179229736328097</c:v>
                </c:pt>
                <c:pt idx="5237">
                  <c:v>69.9124755859375</c:v>
                </c:pt>
                <c:pt idx="5238">
                  <c:v>69.579734802246094</c:v>
                </c:pt>
                <c:pt idx="5239">
                  <c:v>69.321182250976605</c:v>
                </c:pt>
                <c:pt idx="5240">
                  <c:v>69.132759094238295</c:v>
                </c:pt>
                <c:pt idx="5241">
                  <c:v>69.012840270996094</c:v>
                </c:pt>
                <c:pt idx="5242">
                  <c:v>68.887702941894503</c:v>
                </c:pt>
                <c:pt idx="5243">
                  <c:v>68.580619812011705</c:v>
                </c:pt>
                <c:pt idx="5244">
                  <c:v>68.391128540039105</c:v>
                </c:pt>
                <c:pt idx="5245">
                  <c:v>68.049880981445298</c:v>
                </c:pt>
                <c:pt idx="5246">
                  <c:v>67.692878723144503</c:v>
                </c:pt>
                <c:pt idx="5247">
                  <c:v>67.420585632324205</c:v>
                </c:pt>
                <c:pt idx="5248">
                  <c:v>67.224060058593807</c:v>
                </c:pt>
                <c:pt idx="5249">
                  <c:v>66.739494323730497</c:v>
                </c:pt>
                <c:pt idx="5250">
                  <c:v>66.287101745605497</c:v>
                </c:pt>
                <c:pt idx="5251">
                  <c:v>65.988151550292997</c:v>
                </c:pt>
                <c:pt idx="5252">
                  <c:v>65.793365478515597</c:v>
                </c:pt>
                <c:pt idx="5253">
                  <c:v>65.693359375</c:v>
                </c:pt>
                <c:pt idx="5254">
                  <c:v>65.615936279296903</c:v>
                </c:pt>
                <c:pt idx="5255">
                  <c:v>65.516349792480497</c:v>
                </c:pt>
                <c:pt idx="5256">
                  <c:v>65.377700805664105</c:v>
                </c:pt>
                <c:pt idx="5257">
                  <c:v>65.259895324707003</c:v>
                </c:pt>
                <c:pt idx="5258">
                  <c:v>65.0732421875</c:v>
                </c:pt>
                <c:pt idx="5259">
                  <c:v>64.946052551269503</c:v>
                </c:pt>
                <c:pt idx="5260">
                  <c:v>64.715576171875</c:v>
                </c:pt>
                <c:pt idx="5261">
                  <c:v>64.504455566406307</c:v>
                </c:pt>
                <c:pt idx="5262">
                  <c:v>64.288040161132798</c:v>
                </c:pt>
                <c:pt idx="5263">
                  <c:v>64.119674682617202</c:v>
                </c:pt>
                <c:pt idx="5264">
                  <c:v>63.934261322021499</c:v>
                </c:pt>
                <c:pt idx="5265">
                  <c:v>63.734287261962898</c:v>
                </c:pt>
                <c:pt idx="5266">
                  <c:v>63.4591064453125</c:v>
                </c:pt>
                <c:pt idx="5267">
                  <c:v>63.222789764404297</c:v>
                </c:pt>
                <c:pt idx="5268">
                  <c:v>62.999496459960902</c:v>
                </c:pt>
                <c:pt idx="5269">
                  <c:v>62.7983589172363</c:v>
                </c:pt>
                <c:pt idx="5270">
                  <c:v>62.649051666259801</c:v>
                </c:pt>
                <c:pt idx="5271">
                  <c:v>62.5348091125488</c:v>
                </c:pt>
                <c:pt idx="5272">
                  <c:v>62.379596710205099</c:v>
                </c:pt>
                <c:pt idx="5273">
                  <c:v>62.213211059570298</c:v>
                </c:pt>
                <c:pt idx="5274">
                  <c:v>62.027179718017599</c:v>
                </c:pt>
                <c:pt idx="5275">
                  <c:v>61.893947601318402</c:v>
                </c:pt>
                <c:pt idx="5276">
                  <c:v>61.756885528564503</c:v>
                </c:pt>
                <c:pt idx="5277">
                  <c:v>61.594303131103501</c:v>
                </c:pt>
                <c:pt idx="5278">
                  <c:v>61.385635375976598</c:v>
                </c:pt>
                <c:pt idx="5279">
                  <c:v>61.122074127197301</c:v>
                </c:pt>
                <c:pt idx="5280">
                  <c:v>60.910755157470703</c:v>
                </c:pt>
                <c:pt idx="5281">
                  <c:v>60.792022705078097</c:v>
                </c:pt>
                <c:pt idx="5282">
                  <c:v>60.636119842529297</c:v>
                </c:pt>
                <c:pt idx="5283">
                  <c:v>60.433097839355497</c:v>
                </c:pt>
                <c:pt idx="5284">
                  <c:v>60.295455932617202</c:v>
                </c:pt>
                <c:pt idx="5285">
                  <c:v>60.104957580566399</c:v>
                </c:pt>
                <c:pt idx="5286">
                  <c:v>60.005821228027301</c:v>
                </c:pt>
                <c:pt idx="5287">
                  <c:v>59.934417724609403</c:v>
                </c:pt>
                <c:pt idx="5288">
                  <c:v>59.864662170410199</c:v>
                </c:pt>
                <c:pt idx="5289">
                  <c:v>59.673294067382798</c:v>
                </c:pt>
                <c:pt idx="5290">
                  <c:v>59.573509216308601</c:v>
                </c:pt>
                <c:pt idx="5291">
                  <c:v>59.401901245117202</c:v>
                </c:pt>
                <c:pt idx="5292">
                  <c:v>59.217994689941399</c:v>
                </c:pt>
                <c:pt idx="5293">
                  <c:v>59.1162300109863</c:v>
                </c:pt>
                <c:pt idx="5294">
                  <c:v>59.011680603027301</c:v>
                </c:pt>
                <c:pt idx="5295">
                  <c:v>58.850173950195298</c:v>
                </c:pt>
                <c:pt idx="5296">
                  <c:v>58.695640563964801</c:v>
                </c:pt>
                <c:pt idx="5297">
                  <c:v>58.608936309814503</c:v>
                </c:pt>
                <c:pt idx="5298">
                  <c:v>58.500968933105497</c:v>
                </c:pt>
                <c:pt idx="5299">
                  <c:v>58.371963500976598</c:v>
                </c:pt>
                <c:pt idx="5300">
                  <c:v>58.206855773925803</c:v>
                </c:pt>
                <c:pt idx="5301">
                  <c:v>58.086151123046903</c:v>
                </c:pt>
                <c:pt idx="5302">
                  <c:v>57.938743591308601</c:v>
                </c:pt>
                <c:pt idx="5303">
                  <c:v>57.7987060546875</c:v>
                </c:pt>
                <c:pt idx="5304">
                  <c:v>57.648475646972699</c:v>
                </c:pt>
                <c:pt idx="5305">
                  <c:v>57.666103363037102</c:v>
                </c:pt>
                <c:pt idx="5306">
                  <c:v>57.5640678405762</c:v>
                </c:pt>
                <c:pt idx="5307">
                  <c:v>57.4785766601563</c:v>
                </c:pt>
                <c:pt idx="5308">
                  <c:v>57.475147247314503</c:v>
                </c:pt>
                <c:pt idx="5309">
                  <c:v>57.473384857177699</c:v>
                </c:pt>
                <c:pt idx="5310">
                  <c:v>57.484088897705099</c:v>
                </c:pt>
                <c:pt idx="5311">
                  <c:v>57.488204956054702</c:v>
                </c:pt>
                <c:pt idx="5312">
                  <c:v>57.420677185058601</c:v>
                </c:pt>
                <c:pt idx="5313">
                  <c:v>57.438636779785199</c:v>
                </c:pt>
                <c:pt idx="5314">
                  <c:v>57.475059509277301</c:v>
                </c:pt>
                <c:pt idx="5315">
                  <c:v>57.473346710205099</c:v>
                </c:pt>
                <c:pt idx="5316">
                  <c:v>57.436222076416001</c:v>
                </c:pt>
                <c:pt idx="5317">
                  <c:v>57.392131805419901</c:v>
                </c:pt>
                <c:pt idx="5318">
                  <c:v>57.180950164794901</c:v>
                </c:pt>
                <c:pt idx="5319">
                  <c:v>57.236541748046903</c:v>
                </c:pt>
                <c:pt idx="5320">
                  <c:v>57.1693115234375</c:v>
                </c:pt>
                <c:pt idx="5321">
                  <c:v>57.258453369140597</c:v>
                </c:pt>
                <c:pt idx="5322">
                  <c:v>57.100101470947301</c:v>
                </c:pt>
                <c:pt idx="5323">
                  <c:v>57.053302764892599</c:v>
                </c:pt>
                <c:pt idx="5324">
                  <c:v>56.887886047363303</c:v>
                </c:pt>
                <c:pt idx="5325">
                  <c:v>56.792510986328097</c:v>
                </c:pt>
                <c:pt idx="5326">
                  <c:v>56.712547302246101</c:v>
                </c:pt>
                <c:pt idx="5327">
                  <c:v>56.577613830566399</c:v>
                </c:pt>
                <c:pt idx="5328">
                  <c:v>56.418262481689503</c:v>
                </c:pt>
                <c:pt idx="5329">
                  <c:v>56.315498352050803</c:v>
                </c:pt>
                <c:pt idx="5330">
                  <c:v>56.286506652832003</c:v>
                </c:pt>
                <c:pt idx="5331">
                  <c:v>56.2752876281738</c:v>
                </c:pt>
                <c:pt idx="5332">
                  <c:v>56.202770233154297</c:v>
                </c:pt>
                <c:pt idx="5333">
                  <c:v>56.128963470458999</c:v>
                </c:pt>
                <c:pt idx="5334">
                  <c:v>56.064701080322301</c:v>
                </c:pt>
                <c:pt idx="5335">
                  <c:v>56.054298400878899</c:v>
                </c:pt>
                <c:pt idx="5336">
                  <c:v>56.1156005859375</c:v>
                </c:pt>
                <c:pt idx="5337">
                  <c:v>56.030788421630902</c:v>
                </c:pt>
                <c:pt idx="5338">
                  <c:v>55.962295532226598</c:v>
                </c:pt>
                <c:pt idx="5339">
                  <c:v>55.911617279052699</c:v>
                </c:pt>
                <c:pt idx="5340">
                  <c:v>55.884246826171903</c:v>
                </c:pt>
                <c:pt idx="5341">
                  <c:v>55.861770629882798</c:v>
                </c:pt>
                <c:pt idx="5342">
                  <c:v>55.841228485107401</c:v>
                </c:pt>
                <c:pt idx="5343">
                  <c:v>55.799144744873097</c:v>
                </c:pt>
                <c:pt idx="5344">
                  <c:v>55.762760162353501</c:v>
                </c:pt>
                <c:pt idx="5345">
                  <c:v>55.544673919677699</c:v>
                </c:pt>
                <c:pt idx="5346">
                  <c:v>55.296047210693402</c:v>
                </c:pt>
                <c:pt idx="5347">
                  <c:v>55.117221832275398</c:v>
                </c:pt>
                <c:pt idx="5348">
                  <c:v>54.903373718261697</c:v>
                </c:pt>
                <c:pt idx="5349">
                  <c:v>54.758014678955099</c:v>
                </c:pt>
                <c:pt idx="5350">
                  <c:v>54.638412475585902</c:v>
                </c:pt>
                <c:pt idx="5351">
                  <c:v>54.493980407714801</c:v>
                </c:pt>
                <c:pt idx="5352">
                  <c:v>54.352317810058601</c:v>
                </c:pt>
                <c:pt idx="5353">
                  <c:v>54.260875701904297</c:v>
                </c:pt>
                <c:pt idx="5354">
                  <c:v>54.204845428466797</c:v>
                </c:pt>
                <c:pt idx="5355">
                  <c:v>54.170005798339801</c:v>
                </c:pt>
                <c:pt idx="5356">
                  <c:v>54.140045166015597</c:v>
                </c:pt>
                <c:pt idx="5357">
                  <c:v>54.081478118896499</c:v>
                </c:pt>
                <c:pt idx="5358">
                  <c:v>54.006210327148402</c:v>
                </c:pt>
                <c:pt idx="5359">
                  <c:v>53.816616058349602</c:v>
                </c:pt>
                <c:pt idx="5360">
                  <c:v>53.626235961914098</c:v>
                </c:pt>
                <c:pt idx="5361">
                  <c:v>53.474079132080099</c:v>
                </c:pt>
                <c:pt idx="5362">
                  <c:v>53.394577026367202</c:v>
                </c:pt>
                <c:pt idx="5363">
                  <c:v>53.3621635437012</c:v>
                </c:pt>
                <c:pt idx="5364">
                  <c:v>53.314254760742202</c:v>
                </c:pt>
                <c:pt idx="5365">
                  <c:v>53.2246704101563</c:v>
                </c:pt>
                <c:pt idx="5366">
                  <c:v>53.115200042724602</c:v>
                </c:pt>
                <c:pt idx="5367">
                  <c:v>53.034652709960902</c:v>
                </c:pt>
                <c:pt idx="5368">
                  <c:v>52.983890533447301</c:v>
                </c:pt>
                <c:pt idx="5369">
                  <c:v>52.961158752441399</c:v>
                </c:pt>
                <c:pt idx="5370">
                  <c:v>52.914710998535199</c:v>
                </c:pt>
                <c:pt idx="5371">
                  <c:v>52.914863586425803</c:v>
                </c:pt>
                <c:pt idx="5372">
                  <c:v>52.860721588134801</c:v>
                </c:pt>
                <c:pt idx="5373">
                  <c:v>52.831104278564503</c:v>
                </c:pt>
                <c:pt idx="5374">
                  <c:v>52.755699157714801</c:v>
                </c:pt>
                <c:pt idx="5375">
                  <c:v>52.747203826904297</c:v>
                </c:pt>
                <c:pt idx="5376">
                  <c:v>52.693534851074197</c:v>
                </c:pt>
                <c:pt idx="5377">
                  <c:v>52.723812103271499</c:v>
                </c:pt>
                <c:pt idx="5378">
                  <c:v>52.750259399414098</c:v>
                </c:pt>
                <c:pt idx="5379">
                  <c:v>52.779323577880902</c:v>
                </c:pt>
                <c:pt idx="5380">
                  <c:v>52.810390472412102</c:v>
                </c:pt>
                <c:pt idx="5381">
                  <c:v>52.732841491699197</c:v>
                </c:pt>
                <c:pt idx="5382">
                  <c:v>52.761093139648402</c:v>
                </c:pt>
                <c:pt idx="5383">
                  <c:v>52.938156127929702</c:v>
                </c:pt>
                <c:pt idx="5384">
                  <c:v>53.123668670654297</c:v>
                </c:pt>
                <c:pt idx="5385">
                  <c:v>53.272842407226598</c:v>
                </c:pt>
                <c:pt idx="5386">
                  <c:v>53.405109405517599</c:v>
                </c:pt>
                <c:pt idx="5387">
                  <c:v>53.704658508300803</c:v>
                </c:pt>
                <c:pt idx="5388">
                  <c:v>53.869476318359403</c:v>
                </c:pt>
                <c:pt idx="5389">
                  <c:v>54.0097465515137</c:v>
                </c:pt>
                <c:pt idx="5390">
                  <c:v>54.210597991943402</c:v>
                </c:pt>
                <c:pt idx="5391">
                  <c:v>54.558681488037102</c:v>
                </c:pt>
                <c:pt idx="5392">
                  <c:v>54.833782196044901</c:v>
                </c:pt>
                <c:pt idx="5393">
                  <c:v>55.258148193359403</c:v>
                </c:pt>
                <c:pt idx="5394">
                  <c:v>55.547027587890597</c:v>
                </c:pt>
                <c:pt idx="5395">
                  <c:v>55.702194213867202</c:v>
                </c:pt>
                <c:pt idx="5396">
                  <c:v>55.907684326171903</c:v>
                </c:pt>
                <c:pt idx="5397">
                  <c:v>55.980503082275398</c:v>
                </c:pt>
                <c:pt idx="5398">
                  <c:v>56.165725708007798</c:v>
                </c:pt>
                <c:pt idx="5399">
                  <c:v>56.316390991210902</c:v>
                </c:pt>
                <c:pt idx="5400">
                  <c:v>56.426647186279297</c:v>
                </c:pt>
                <c:pt idx="5401">
                  <c:v>56.467880249023402</c:v>
                </c:pt>
                <c:pt idx="5402">
                  <c:v>56.506935119628899</c:v>
                </c:pt>
                <c:pt idx="5403">
                  <c:v>56.5323486328125</c:v>
                </c:pt>
                <c:pt idx="5404">
                  <c:v>56.536361694335902</c:v>
                </c:pt>
                <c:pt idx="5405">
                  <c:v>56.5042915344238</c:v>
                </c:pt>
                <c:pt idx="5406">
                  <c:v>56.464191436767599</c:v>
                </c:pt>
                <c:pt idx="5407">
                  <c:v>56.376480102539098</c:v>
                </c:pt>
                <c:pt idx="5408">
                  <c:v>56.242866516113303</c:v>
                </c:pt>
                <c:pt idx="5409">
                  <c:v>56.190685272216797</c:v>
                </c:pt>
                <c:pt idx="5410">
                  <c:v>56.133174896240199</c:v>
                </c:pt>
                <c:pt idx="5411">
                  <c:v>56.037502288818402</c:v>
                </c:pt>
                <c:pt idx="5412">
                  <c:v>55.951839447021499</c:v>
                </c:pt>
                <c:pt idx="5413">
                  <c:v>55.900070190429702</c:v>
                </c:pt>
                <c:pt idx="5414">
                  <c:v>55.870246887207003</c:v>
                </c:pt>
                <c:pt idx="5415">
                  <c:v>55.857601165771499</c:v>
                </c:pt>
                <c:pt idx="5416">
                  <c:v>55.839401245117202</c:v>
                </c:pt>
                <c:pt idx="5417">
                  <c:v>55.7217826843262</c:v>
                </c:pt>
                <c:pt idx="5418">
                  <c:v>55.545833587646499</c:v>
                </c:pt>
                <c:pt idx="5419">
                  <c:v>55.549087524414098</c:v>
                </c:pt>
                <c:pt idx="5420">
                  <c:v>55.485149383544901</c:v>
                </c:pt>
                <c:pt idx="5421">
                  <c:v>55.449832916259801</c:v>
                </c:pt>
                <c:pt idx="5422">
                  <c:v>55.287837982177699</c:v>
                </c:pt>
                <c:pt idx="5423">
                  <c:v>55.224830627441399</c:v>
                </c:pt>
                <c:pt idx="5424">
                  <c:v>55.122676849365199</c:v>
                </c:pt>
                <c:pt idx="5425">
                  <c:v>55.042518615722699</c:v>
                </c:pt>
                <c:pt idx="5426">
                  <c:v>54.967243194580099</c:v>
                </c:pt>
                <c:pt idx="5427">
                  <c:v>54.903648376464801</c:v>
                </c:pt>
                <c:pt idx="5428">
                  <c:v>54.843029022216797</c:v>
                </c:pt>
                <c:pt idx="5429">
                  <c:v>54.723445892333999</c:v>
                </c:pt>
                <c:pt idx="5430">
                  <c:v>54.519229888916001</c:v>
                </c:pt>
                <c:pt idx="5431">
                  <c:v>54.405815124511697</c:v>
                </c:pt>
                <c:pt idx="5432">
                  <c:v>54.319797515869098</c:v>
                </c:pt>
                <c:pt idx="5433">
                  <c:v>54.245365142822301</c:v>
                </c:pt>
                <c:pt idx="5434">
                  <c:v>54.156013488769503</c:v>
                </c:pt>
                <c:pt idx="5435">
                  <c:v>54.082283020019503</c:v>
                </c:pt>
                <c:pt idx="5436">
                  <c:v>53.984172821044901</c:v>
                </c:pt>
                <c:pt idx="5437">
                  <c:v>53.887477874755902</c:v>
                </c:pt>
                <c:pt idx="5438">
                  <c:v>53.701362609863303</c:v>
                </c:pt>
                <c:pt idx="5439">
                  <c:v>53.539398193359403</c:v>
                </c:pt>
                <c:pt idx="5440">
                  <c:v>53.440845489502003</c:v>
                </c:pt>
                <c:pt idx="5441">
                  <c:v>53.3726196289063</c:v>
                </c:pt>
                <c:pt idx="5442">
                  <c:v>53.254016876220703</c:v>
                </c:pt>
                <c:pt idx="5443">
                  <c:v>53.120723724365199</c:v>
                </c:pt>
                <c:pt idx="5444">
                  <c:v>53.054908752441399</c:v>
                </c:pt>
                <c:pt idx="5445">
                  <c:v>52.9855346679688</c:v>
                </c:pt>
                <c:pt idx="5446">
                  <c:v>52.887481689453097</c:v>
                </c:pt>
                <c:pt idx="5447">
                  <c:v>52.845848083496101</c:v>
                </c:pt>
                <c:pt idx="5448">
                  <c:v>52.765590667724602</c:v>
                </c:pt>
                <c:pt idx="5449">
                  <c:v>52.691570281982401</c:v>
                </c:pt>
                <c:pt idx="5450">
                  <c:v>52.683498382568402</c:v>
                </c:pt>
                <c:pt idx="5451">
                  <c:v>52.654853820800803</c:v>
                </c:pt>
                <c:pt idx="5452">
                  <c:v>52.615188598632798</c:v>
                </c:pt>
                <c:pt idx="5453">
                  <c:v>52.599765777587898</c:v>
                </c:pt>
                <c:pt idx="5454">
                  <c:v>52.588394165039098</c:v>
                </c:pt>
                <c:pt idx="5455">
                  <c:v>52.581024169921903</c:v>
                </c:pt>
                <c:pt idx="5456">
                  <c:v>52.577854156494098</c:v>
                </c:pt>
                <c:pt idx="5457">
                  <c:v>52.5770263671875</c:v>
                </c:pt>
                <c:pt idx="5458">
                  <c:v>52.574386596679702</c:v>
                </c:pt>
                <c:pt idx="5459">
                  <c:v>52.572792053222699</c:v>
                </c:pt>
                <c:pt idx="5460">
                  <c:v>52.571975708007798</c:v>
                </c:pt>
                <c:pt idx="5461">
                  <c:v>52.5715522766113</c:v>
                </c:pt>
                <c:pt idx="5462">
                  <c:v>52.571323394775398</c:v>
                </c:pt>
                <c:pt idx="5463">
                  <c:v>52.554973602294901</c:v>
                </c:pt>
                <c:pt idx="5464">
                  <c:v>52.516357421875</c:v>
                </c:pt>
                <c:pt idx="5465">
                  <c:v>52.450920104980497</c:v>
                </c:pt>
                <c:pt idx="5466">
                  <c:v>52.2542114257813</c:v>
                </c:pt>
                <c:pt idx="5467">
                  <c:v>52.093578338623097</c:v>
                </c:pt>
                <c:pt idx="5468">
                  <c:v>51.8263549804688</c:v>
                </c:pt>
                <c:pt idx="5469">
                  <c:v>51.533409118652301</c:v>
                </c:pt>
                <c:pt idx="5470">
                  <c:v>51.348537445068402</c:v>
                </c:pt>
                <c:pt idx="5471">
                  <c:v>51.239322662353501</c:v>
                </c:pt>
                <c:pt idx="5472">
                  <c:v>51.171630859375</c:v>
                </c:pt>
                <c:pt idx="5473">
                  <c:v>51.083103179931598</c:v>
                </c:pt>
                <c:pt idx="5474">
                  <c:v>51.037467956542997</c:v>
                </c:pt>
                <c:pt idx="5475">
                  <c:v>50.99169921875</c:v>
                </c:pt>
                <c:pt idx="5476">
                  <c:v>50.9653930664063</c:v>
                </c:pt>
                <c:pt idx="5477">
                  <c:v>50.943923950195298</c:v>
                </c:pt>
                <c:pt idx="5478">
                  <c:v>50.894474029541001</c:v>
                </c:pt>
                <c:pt idx="5479">
                  <c:v>50.843330383300803</c:v>
                </c:pt>
                <c:pt idx="5480">
                  <c:v>50.800094604492202</c:v>
                </c:pt>
                <c:pt idx="5481">
                  <c:v>50.652824401855497</c:v>
                </c:pt>
                <c:pt idx="5482">
                  <c:v>50.478794097900398</c:v>
                </c:pt>
                <c:pt idx="5483">
                  <c:v>50.343803405761697</c:v>
                </c:pt>
                <c:pt idx="5484">
                  <c:v>50.240852355957003</c:v>
                </c:pt>
                <c:pt idx="5485">
                  <c:v>50.142181396484403</c:v>
                </c:pt>
                <c:pt idx="5486">
                  <c:v>49.957801818847699</c:v>
                </c:pt>
                <c:pt idx="5487">
                  <c:v>49.820560455322301</c:v>
                </c:pt>
                <c:pt idx="5488">
                  <c:v>49.8180961608887</c:v>
                </c:pt>
                <c:pt idx="5489">
                  <c:v>49.874752044677699</c:v>
                </c:pt>
                <c:pt idx="5490">
                  <c:v>49.8404350280762</c:v>
                </c:pt>
                <c:pt idx="5491">
                  <c:v>49.907890319824197</c:v>
                </c:pt>
                <c:pt idx="5492">
                  <c:v>49.8568305969238</c:v>
                </c:pt>
                <c:pt idx="5493">
                  <c:v>49.760257720947301</c:v>
                </c:pt>
                <c:pt idx="5494">
                  <c:v>49.618373870849602</c:v>
                </c:pt>
                <c:pt idx="5495">
                  <c:v>49.648250579833999</c:v>
                </c:pt>
                <c:pt idx="5496">
                  <c:v>49.671043395996101</c:v>
                </c:pt>
                <c:pt idx="5497">
                  <c:v>49.650074005127003</c:v>
                </c:pt>
                <c:pt idx="5498">
                  <c:v>49.670436859130902</c:v>
                </c:pt>
                <c:pt idx="5499">
                  <c:v>49.7161674499512</c:v>
                </c:pt>
                <c:pt idx="5500">
                  <c:v>49.80029296875</c:v>
                </c:pt>
                <c:pt idx="5501">
                  <c:v>49.796016693115199</c:v>
                </c:pt>
                <c:pt idx="5502">
                  <c:v>49.711704254150398</c:v>
                </c:pt>
                <c:pt idx="5503">
                  <c:v>49.6767768859863</c:v>
                </c:pt>
                <c:pt idx="5504">
                  <c:v>49.6458549499512</c:v>
                </c:pt>
                <c:pt idx="5505">
                  <c:v>49.645984649658203</c:v>
                </c:pt>
                <c:pt idx="5506">
                  <c:v>49.641937255859403</c:v>
                </c:pt>
                <c:pt idx="5507">
                  <c:v>49.595462799072301</c:v>
                </c:pt>
                <c:pt idx="5508">
                  <c:v>49.5390014648438</c:v>
                </c:pt>
                <c:pt idx="5509">
                  <c:v>49.5120239257813</c:v>
                </c:pt>
                <c:pt idx="5510">
                  <c:v>49.462848663330099</c:v>
                </c:pt>
                <c:pt idx="5511">
                  <c:v>49.407474517822301</c:v>
                </c:pt>
                <c:pt idx="5512">
                  <c:v>49.377758026123097</c:v>
                </c:pt>
                <c:pt idx="5513">
                  <c:v>49.359222412109403</c:v>
                </c:pt>
                <c:pt idx="5514">
                  <c:v>49.335475921630902</c:v>
                </c:pt>
                <c:pt idx="5515">
                  <c:v>49.3130073547363</c:v>
                </c:pt>
                <c:pt idx="5516">
                  <c:v>49.28515625</c:v>
                </c:pt>
                <c:pt idx="5517">
                  <c:v>49.291282653808601</c:v>
                </c:pt>
                <c:pt idx="5518">
                  <c:v>49.279499053955099</c:v>
                </c:pt>
                <c:pt idx="5519">
                  <c:v>49.1908988952637</c:v>
                </c:pt>
                <c:pt idx="5520">
                  <c:v>49.0761528015137</c:v>
                </c:pt>
                <c:pt idx="5521">
                  <c:v>49.032356262207003</c:v>
                </c:pt>
                <c:pt idx="5522">
                  <c:v>48.982357025146499</c:v>
                </c:pt>
                <c:pt idx="5523">
                  <c:v>49.0115966796875</c:v>
                </c:pt>
                <c:pt idx="5524">
                  <c:v>48.838172912597699</c:v>
                </c:pt>
                <c:pt idx="5525">
                  <c:v>48.760536193847699</c:v>
                </c:pt>
                <c:pt idx="5526">
                  <c:v>48.688720703125</c:v>
                </c:pt>
                <c:pt idx="5527">
                  <c:v>48.607551574707003</c:v>
                </c:pt>
                <c:pt idx="5528">
                  <c:v>48.525508880615199</c:v>
                </c:pt>
                <c:pt idx="5529">
                  <c:v>48.344268798828097</c:v>
                </c:pt>
                <c:pt idx="5530">
                  <c:v>48.173831939697301</c:v>
                </c:pt>
                <c:pt idx="5531">
                  <c:v>48.084693908691399</c:v>
                </c:pt>
                <c:pt idx="5532">
                  <c:v>48.015754699707003</c:v>
                </c:pt>
                <c:pt idx="5533">
                  <c:v>47.570480346679702</c:v>
                </c:pt>
                <c:pt idx="5534">
                  <c:v>47.149734497070298</c:v>
                </c:pt>
                <c:pt idx="5535">
                  <c:v>46.836463928222699</c:v>
                </c:pt>
                <c:pt idx="5536">
                  <c:v>46.440670013427699</c:v>
                </c:pt>
                <c:pt idx="5537">
                  <c:v>46.264533996582003</c:v>
                </c:pt>
                <c:pt idx="5538">
                  <c:v>46.187656402587898</c:v>
                </c:pt>
                <c:pt idx="5539">
                  <c:v>46.208034515380902</c:v>
                </c:pt>
                <c:pt idx="5540">
                  <c:v>46.515174865722699</c:v>
                </c:pt>
                <c:pt idx="5541">
                  <c:v>46.375003814697301</c:v>
                </c:pt>
                <c:pt idx="5542">
                  <c:v>46.599357604980497</c:v>
                </c:pt>
                <c:pt idx="5543">
                  <c:v>46.596446990966797</c:v>
                </c:pt>
                <c:pt idx="5544">
                  <c:v>46.816135406494098</c:v>
                </c:pt>
                <c:pt idx="5545">
                  <c:v>47.042953491210902</c:v>
                </c:pt>
                <c:pt idx="5546">
                  <c:v>46.811031341552699</c:v>
                </c:pt>
                <c:pt idx="5547">
                  <c:v>46.757633209228501</c:v>
                </c:pt>
                <c:pt idx="5548">
                  <c:v>47.018314361572301</c:v>
                </c:pt>
                <c:pt idx="5549">
                  <c:v>46.6794242858887</c:v>
                </c:pt>
                <c:pt idx="5550">
                  <c:v>46.441795349121101</c:v>
                </c:pt>
                <c:pt idx="5551">
                  <c:v>46.459396362304702</c:v>
                </c:pt>
                <c:pt idx="5552">
                  <c:v>46.625339508056598</c:v>
                </c:pt>
                <c:pt idx="5553">
                  <c:v>46.647251129150398</c:v>
                </c:pt>
                <c:pt idx="5554">
                  <c:v>46.672027587890597</c:v>
                </c:pt>
                <c:pt idx="5555">
                  <c:v>46.932853698730497</c:v>
                </c:pt>
                <c:pt idx="5556">
                  <c:v>47.055717468261697</c:v>
                </c:pt>
                <c:pt idx="5557">
                  <c:v>46.874965667724602</c:v>
                </c:pt>
                <c:pt idx="5558">
                  <c:v>46.692104339599602</c:v>
                </c:pt>
                <c:pt idx="5559">
                  <c:v>46.534954071044901</c:v>
                </c:pt>
                <c:pt idx="5560">
                  <c:v>46.329227447509801</c:v>
                </c:pt>
                <c:pt idx="5561">
                  <c:v>46.195552825927699</c:v>
                </c:pt>
                <c:pt idx="5562">
                  <c:v>46.093715667724602</c:v>
                </c:pt>
                <c:pt idx="5563">
                  <c:v>46.041366577148402</c:v>
                </c:pt>
                <c:pt idx="5564">
                  <c:v>46.046104431152301</c:v>
                </c:pt>
                <c:pt idx="5565">
                  <c:v>46.016944885253899</c:v>
                </c:pt>
                <c:pt idx="5566">
                  <c:v>46.001968383789098</c:v>
                </c:pt>
                <c:pt idx="5567">
                  <c:v>45.994285583496101</c:v>
                </c:pt>
                <c:pt idx="5568">
                  <c:v>45.990341186523402</c:v>
                </c:pt>
                <c:pt idx="5569">
                  <c:v>45.988311767578097</c:v>
                </c:pt>
                <c:pt idx="5570">
                  <c:v>45.987274169921903</c:v>
                </c:pt>
                <c:pt idx="5571">
                  <c:v>45.986740112304702</c:v>
                </c:pt>
                <c:pt idx="5572">
                  <c:v>45.986465454101598</c:v>
                </c:pt>
                <c:pt idx="5573">
                  <c:v>45.986324310302699</c:v>
                </c:pt>
                <c:pt idx="5574">
                  <c:v>45.986251831054702</c:v>
                </c:pt>
                <c:pt idx="5575">
                  <c:v>45.986213684082003</c:v>
                </c:pt>
                <c:pt idx="5576">
                  <c:v>45.986194610595703</c:v>
                </c:pt>
                <c:pt idx="5577">
                  <c:v>45.9861869812012</c:v>
                </c:pt>
                <c:pt idx="5578">
                  <c:v>45.986179351806598</c:v>
                </c:pt>
                <c:pt idx="5579">
                  <c:v>45.986179351806598</c:v>
                </c:pt>
                <c:pt idx="5580">
                  <c:v>45.986175537109403</c:v>
                </c:pt>
                <c:pt idx="5581">
                  <c:v>45.984596252441399</c:v>
                </c:pt>
                <c:pt idx="5582">
                  <c:v>45.985363006591797</c:v>
                </c:pt>
                <c:pt idx="5583">
                  <c:v>45.983291625976598</c:v>
                </c:pt>
                <c:pt idx="5584">
                  <c:v>45.983699798583999</c:v>
                </c:pt>
                <c:pt idx="5585">
                  <c:v>45.984287261962898</c:v>
                </c:pt>
                <c:pt idx="5586">
                  <c:v>45.977828979492202</c:v>
                </c:pt>
                <c:pt idx="5587">
                  <c:v>45.967159271240199</c:v>
                </c:pt>
                <c:pt idx="5588">
                  <c:v>45.968292236328097</c:v>
                </c:pt>
                <c:pt idx="5589">
                  <c:v>45.941764831542997</c:v>
                </c:pt>
                <c:pt idx="5590">
                  <c:v>45.914714813232401</c:v>
                </c:pt>
                <c:pt idx="5591">
                  <c:v>45.860286712646499</c:v>
                </c:pt>
                <c:pt idx="5592">
                  <c:v>45.812900543212898</c:v>
                </c:pt>
                <c:pt idx="5593">
                  <c:v>45.828208923339801</c:v>
                </c:pt>
                <c:pt idx="5594">
                  <c:v>45.851505279541001</c:v>
                </c:pt>
                <c:pt idx="5595">
                  <c:v>45.856163024902301</c:v>
                </c:pt>
                <c:pt idx="5596">
                  <c:v>45.867256164550803</c:v>
                </c:pt>
                <c:pt idx="5597">
                  <c:v>45.840030670166001</c:v>
                </c:pt>
                <c:pt idx="5598">
                  <c:v>45.834514617919901</c:v>
                </c:pt>
                <c:pt idx="5599">
                  <c:v>45.8210639953613</c:v>
                </c:pt>
                <c:pt idx="5600">
                  <c:v>45.798828125</c:v>
                </c:pt>
                <c:pt idx="5601">
                  <c:v>45.763832092285199</c:v>
                </c:pt>
                <c:pt idx="5602">
                  <c:v>45.715343475341797</c:v>
                </c:pt>
                <c:pt idx="5603">
                  <c:v>45.672069549560597</c:v>
                </c:pt>
                <c:pt idx="5604">
                  <c:v>45.608444213867202</c:v>
                </c:pt>
                <c:pt idx="5605">
                  <c:v>45.620449066162102</c:v>
                </c:pt>
                <c:pt idx="5606">
                  <c:v>45.602001190185597</c:v>
                </c:pt>
                <c:pt idx="5607">
                  <c:v>45.572952270507798</c:v>
                </c:pt>
                <c:pt idx="5608">
                  <c:v>45.497184753417997</c:v>
                </c:pt>
                <c:pt idx="5609">
                  <c:v>45.437896728515597</c:v>
                </c:pt>
                <c:pt idx="5610">
                  <c:v>45.4161186218262</c:v>
                </c:pt>
                <c:pt idx="5611">
                  <c:v>45.3937797546387</c:v>
                </c:pt>
                <c:pt idx="5612">
                  <c:v>45.380985260009801</c:v>
                </c:pt>
                <c:pt idx="5613">
                  <c:v>45.334743499755902</c:v>
                </c:pt>
                <c:pt idx="5614">
                  <c:v>45.334743499755902</c:v>
                </c:pt>
                <c:pt idx="5615">
                  <c:v>45.284431457519503</c:v>
                </c:pt>
                <c:pt idx="5616">
                  <c:v>45.231376647949197</c:v>
                </c:pt>
                <c:pt idx="5617">
                  <c:v>45.224407196044901</c:v>
                </c:pt>
                <c:pt idx="5618">
                  <c:v>45.226875305175803</c:v>
                </c:pt>
                <c:pt idx="5619">
                  <c:v>45.180770874023402</c:v>
                </c:pt>
                <c:pt idx="5620">
                  <c:v>45.141021728515597</c:v>
                </c:pt>
                <c:pt idx="5621">
                  <c:v>45.0872802734375</c:v>
                </c:pt>
                <c:pt idx="5622">
                  <c:v>44.968116760253899</c:v>
                </c:pt>
                <c:pt idx="5623">
                  <c:v>44.875988006591797</c:v>
                </c:pt>
                <c:pt idx="5624">
                  <c:v>44.843059539794901</c:v>
                </c:pt>
                <c:pt idx="5625">
                  <c:v>44.808475494384801</c:v>
                </c:pt>
                <c:pt idx="5626">
                  <c:v>44.7747993469238</c:v>
                </c:pt>
                <c:pt idx="5627">
                  <c:v>44.678173065185597</c:v>
                </c:pt>
                <c:pt idx="5628">
                  <c:v>44.648166656494098</c:v>
                </c:pt>
                <c:pt idx="5629">
                  <c:v>44.676727294921903</c:v>
                </c:pt>
                <c:pt idx="5630">
                  <c:v>44.684688568115199</c:v>
                </c:pt>
                <c:pt idx="5631">
                  <c:v>44.647556304931598</c:v>
                </c:pt>
                <c:pt idx="5632">
                  <c:v>44.580345153808601</c:v>
                </c:pt>
                <c:pt idx="5633">
                  <c:v>44.544113159179702</c:v>
                </c:pt>
                <c:pt idx="5634">
                  <c:v>44.476226806640597</c:v>
                </c:pt>
                <c:pt idx="5635">
                  <c:v>44.525894165039098</c:v>
                </c:pt>
                <c:pt idx="5636">
                  <c:v>44.732143402099602</c:v>
                </c:pt>
                <c:pt idx="5637">
                  <c:v>44.958911895752003</c:v>
                </c:pt>
                <c:pt idx="5638">
                  <c:v>45.152458190917997</c:v>
                </c:pt>
                <c:pt idx="5639">
                  <c:v>45.300918579101598</c:v>
                </c:pt>
                <c:pt idx="5640">
                  <c:v>45.554786682128899</c:v>
                </c:pt>
                <c:pt idx="5641">
                  <c:v>45.758064270019503</c:v>
                </c:pt>
                <c:pt idx="5642">
                  <c:v>45.866691589355497</c:v>
                </c:pt>
                <c:pt idx="5643">
                  <c:v>45.924854278564503</c:v>
                </c:pt>
                <c:pt idx="5644">
                  <c:v>45.9546928405762</c:v>
                </c:pt>
                <c:pt idx="5645">
                  <c:v>45.987003326416001</c:v>
                </c:pt>
                <c:pt idx="5646">
                  <c:v>46.432113647460902</c:v>
                </c:pt>
                <c:pt idx="5647">
                  <c:v>46.821952819824197</c:v>
                </c:pt>
                <c:pt idx="5648">
                  <c:v>47.678646087646499</c:v>
                </c:pt>
                <c:pt idx="5649">
                  <c:v>48.343406677246101</c:v>
                </c:pt>
                <c:pt idx="5650">
                  <c:v>48.8692626953125</c:v>
                </c:pt>
                <c:pt idx="5651">
                  <c:v>49.4520263671875</c:v>
                </c:pt>
                <c:pt idx="5652">
                  <c:v>49.938503265380902</c:v>
                </c:pt>
                <c:pt idx="5653">
                  <c:v>50.316257476806598</c:v>
                </c:pt>
                <c:pt idx="5654">
                  <c:v>50.726276397705099</c:v>
                </c:pt>
                <c:pt idx="5655">
                  <c:v>51.338138580322301</c:v>
                </c:pt>
                <c:pt idx="5656">
                  <c:v>51.7892456054688</c:v>
                </c:pt>
                <c:pt idx="5657">
                  <c:v>51.887466430664098</c:v>
                </c:pt>
                <c:pt idx="5658">
                  <c:v>52.247493743896499</c:v>
                </c:pt>
                <c:pt idx="5659">
                  <c:v>52.488376617431598</c:v>
                </c:pt>
                <c:pt idx="5660">
                  <c:v>52.760204315185597</c:v>
                </c:pt>
                <c:pt idx="5661">
                  <c:v>52.911510467529297</c:v>
                </c:pt>
                <c:pt idx="5662">
                  <c:v>53.196994781494098</c:v>
                </c:pt>
                <c:pt idx="5663">
                  <c:v>53.547874450683601</c:v>
                </c:pt>
                <c:pt idx="5664">
                  <c:v>53.898990631103501</c:v>
                </c:pt>
                <c:pt idx="5665">
                  <c:v>54.669147491455099</c:v>
                </c:pt>
                <c:pt idx="5666">
                  <c:v>55.285133361816399</c:v>
                </c:pt>
                <c:pt idx="5667">
                  <c:v>55.784252166748097</c:v>
                </c:pt>
                <c:pt idx="5668">
                  <c:v>56.010211944580099</c:v>
                </c:pt>
                <c:pt idx="5669">
                  <c:v>56.213191986083999</c:v>
                </c:pt>
                <c:pt idx="5670">
                  <c:v>56.6633911132813</c:v>
                </c:pt>
                <c:pt idx="5671">
                  <c:v>57.069217681884801</c:v>
                </c:pt>
                <c:pt idx="5672">
                  <c:v>57.346351623535199</c:v>
                </c:pt>
                <c:pt idx="5673">
                  <c:v>57.488025665283203</c:v>
                </c:pt>
                <c:pt idx="5674">
                  <c:v>57.651390075683601</c:v>
                </c:pt>
                <c:pt idx="5675">
                  <c:v>57.752147674560597</c:v>
                </c:pt>
                <c:pt idx="5676">
                  <c:v>57.792098999023402</c:v>
                </c:pt>
                <c:pt idx="5677">
                  <c:v>57.777538299560597</c:v>
                </c:pt>
                <c:pt idx="5678">
                  <c:v>57.724147796630902</c:v>
                </c:pt>
                <c:pt idx="5679">
                  <c:v>57.731101989746101</c:v>
                </c:pt>
                <c:pt idx="5680">
                  <c:v>57.671157836914098</c:v>
                </c:pt>
                <c:pt idx="5681">
                  <c:v>57.604457855224602</c:v>
                </c:pt>
                <c:pt idx="5682">
                  <c:v>57.549396514892599</c:v>
                </c:pt>
                <c:pt idx="5683">
                  <c:v>57.5258178710938</c:v>
                </c:pt>
                <c:pt idx="5684">
                  <c:v>57.502712249755902</c:v>
                </c:pt>
                <c:pt idx="5685">
                  <c:v>57.459148406982401</c:v>
                </c:pt>
                <c:pt idx="5686">
                  <c:v>57.169303894042997</c:v>
                </c:pt>
                <c:pt idx="5687">
                  <c:v>57.111644744873097</c:v>
                </c:pt>
                <c:pt idx="5688">
                  <c:v>56.962005615234403</c:v>
                </c:pt>
                <c:pt idx="5689">
                  <c:v>56.804286956787102</c:v>
                </c:pt>
                <c:pt idx="5690">
                  <c:v>56.638877868652301</c:v>
                </c:pt>
                <c:pt idx="5691">
                  <c:v>56.476062774658203</c:v>
                </c:pt>
                <c:pt idx="5692">
                  <c:v>56.486198425292997</c:v>
                </c:pt>
                <c:pt idx="5693">
                  <c:v>56.673145294189503</c:v>
                </c:pt>
                <c:pt idx="5694">
                  <c:v>56.807361602783203</c:v>
                </c:pt>
                <c:pt idx="5695">
                  <c:v>56.968990325927699</c:v>
                </c:pt>
                <c:pt idx="5696">
                  <c:v>56.856945037841797</c:v>
                </c:pt>
                <c:pt idx="5697">
                  <c:v>56.979824066162102</c:v>
                </c:pt>
                <c:pt idx="5698">
                  <c:v>57.1036987304688</c:v>
                </c:pt>
                <c:pt idx="5699">
                  <c:v>57.219211578369098</c:v>
                </c:pt>
                <c:pt idx="5700">
                  <c:v>57.266925811767599</c:v>
                </c:pt>
                <c:pt idx="5701">
                  <c:v>57.261184692382798</c:v>
                </c:pt>
                <c:pt idx="5702">
                  <c:v>57.184104919433601</c:v>
                </c:pt>
                <c:pt idx="5703">
                  <c:v>57.2794799804688</c:v>
                </c:pt>
                <c:pt idx="5704">
                  <c:v>57.264785766601598</c:v>
                </c:pt>
                <c:pt idx="5705">
                  <c:v>56.978488922119098</c:v>
                </c:pt>
                <c:pt idx="5706">
                  <c:v>56.825733184814503</c:v>
                </c:pt>
                <c:pt idx="5707">
                  <c:v>56.773849487304702</c:v>
                </c:pt>
                <c:pt idx="5708">
                  <c:v>56.608821868896499</c:v>
                </c:pt>
                <c:pt idx="5709">
                  <c:v>56.681880950927699</c:v>
                </c:pt>
                <c:pt idx="5710">
                  <c:v>56.586845397949197</c:v>
                </c:pt>
                <c:pt idx="5711">
                  <c:v>56.719364166259801</c:v>
                </c:pt>
                <c:pt idx="5712">
                  <c:v>56.601520538330099</c:v>
                </c:pt>
                <c:pt idx="5713">
                  <c:v>56.788661956787102</c:v>
                </c:pt>
                <c:pt idx="5714">
                  <c:v>56.548042297363303</c:v>
                </c:pt>
                <c:pt idx="5715">
                  <c:v>56.848659515380902</c:v>
                </c:pt>
                <c:pt idx="5716">
                  <c:v>57.162368774414098</c:v>
                </c:pt>
                <c:pt idx="5717">
                  <c:v>57.448135375976598</c:v>
                </c:pt>
                <c:pt idx="5718">
                  <c:v>57.761398315429702</c:v>
                </c:pt>
                <c:pt idx="5719">
                  <c:v>58.039352416992202</c:v>
                </c:pt>
                <c:pt idx="5720">
                  <c:v>58.120399475097699</c:v>
                </c:pt>
                <c:pt idx="5721">
                  <c:v>58.287075042724602</c:v>
                </c:pt>
                <c:pt idx="5722">
                  <c:v>58.520256042480497</c:v>
                </c:pt>
                <c:pt idx="5723">
                  <c:v>58.725395202636697</c:v>
                </c:pt>
                <c:pt idx="5724">
                  <c:v>58.834312438964801</c:v>
                </c:pt>
                <c:pt idx="5725">
                  <c:v>58.953693389892599</c:v>
                </c:pt>
                <c:pt idx="5726">
                  <c:v>59.143943786621101</c:v>
                </c:pt>
                <c:pt idx="5727">
                  <c:v>59.140892028808601</c:v>
                </c:pt>
                <c:pt idx="5728">
                  <c:v>59.076549530029297</c:v>
                </c:pt>
                <c:pt idx="5729">
                  <c:v>59.067966461181598</c:v>
                </c:pt>
                <c:pt idx="5730">
                  <c:v>59.192298889160199</c:v>
                </c:pt>
                <c:pt idx="5731">
                  <c:v>59.210910797119098</c:v>
                </c:pt>
                <c:pt idx="5732">
                  <c:v>59.261241912841797</c:v>
                </c:pt>
                <c:pt idx="5733">
                  <c:v>59.389900207519503</c:v>
                </c:pt>
                <c:pt idx="5734">
                  <c:v>59.344684600830099</c:v>
                </c:pt>
                <c:pt idx="5735">
                  <c:v>59.318229675292997</c:v>
                </c:pt>
                <c:pt idx="5736">
                  <c:v>59.326980590820298</c:v>
                </c:pt>
                <c:pt idx="5737">
                  <c:v>59.459598541259801</c:v>
                </c:pt>
                <c:pt idx="5738">
                  <c:v>59.504611968994098</c:v>
                </c:pt>
                <c:pt idx="5739">
                  <c:v>59.5349311828613</c:v>
                </c:pt>
                <c:pt idx="5740">
                  <c:v>59.497955322265597</c:v>
                </c:pt>
                <c:pt idx="5741">
                  <c:v>59.620307922363303</c:v>
                </c:pt>
                <c:pt idx="5742">
                  <c:v>59.801467895507798</c:v>
                </c:pt>
                <c:pt idx="5743">
                  <c:v>59.9116401672363</c:v>
                </c:pt>
                <c:pt idx="5744">
                  <c:v>60.056343078613303</c:v>
                </c:pt>
                <c:pt idx="5745">
                  <c:v>60.325912475585902</c:v>
                </c:pt>
                <c:pt idx="5746">
                  <c:v>60.447788238525398</c:v>
                </c:pt>
                <c:pt idx="5747">
                  <c:v>60.598133087158203</c:v>
                </c:pt>
                <c:pt idx="5748">
                  <c:v>60.949710845947301</c:v>
                </c:pt>
                <c:pt idx="5749">
                  <c:v>61.1830444335938</c:v>
                </c:pt>
                <c:pt idx="5750">
                  <c:v>61.257148742675803</c:v>
                </c:pt>
                <c:pt idx="5751">
                  <c:v>61.354034423828097</c:v>
                </c:pt>
                <c:pt idx="5752">
                  <c:v>61.463748931884801</c:v>
                </c:pt>
                <c:pt idx="5753">
                  <c:v>61.515762329101598</c:v>
                </c:pt>
                <c:pt idx="5754">
                  <c:v>61.541908264160199</c:v>
                </c:pt>
                <c:pt idx="5755">
                  <c:v>61.551399230957003</c:v>
                </c:pt>
                <c:pt idx="5756">
                  <c:v>61.505542755127003</c:v>
                </c:pt>
                <c:pt idx="5757">
                  <c:v>61.513881683349602</c:v>
                </c:pt>
                <c:pt idx="5758">
                  <c:v>61.4743041992188</c:v>
                </c:pt>
                <c:pt idx="5759">
                  <c:v>61.326507568359403</c:v>
                </c:pt>
                <c:pt idx="5760">
                  <c:v>61.118309020996101</c:v>
                </c:pt>
                <c:pt idx="5761">
                  <c:v>61.230796813964801</c:v>
                </c:pt>
                <c:pt idx="5762">
                  <c:v>61.351253509521499</c:v>
                </c:pt>
                <c:pt idx="5763">
                  <c:v>61.352893829345703</c:v>
                </c:pt>
                <c:pt idx="5764">
                  <c:v>61.454883575439503</c:v>
                </c:pt>
                <c:pt idx="5765">
                  <c:v>61.606025695800803</c:v>
                </c:pt>
                <c:pt idx="5766">
                  <c:v>61.743007659912102</c:v>
                </c:pt>
                <c:pt idx="5767">
                  <c:v>61.707473754882798</c:v>
                </c:pt>
                <c:pt idx="5768">
                  <c:v>61.687953948974602</c:v>
                </c:pt>
                <c:pt idx="5769">
                  <c:v>61.650497436523402</c:v>
                </c:pt>
                <c:pt idx="5770">
                  <c:v>61.610279083252003</c:v>
                </c:pt>
                <c:pt idx="5771">
                  <c:v>61.6238822937012</c:v>
                </c:pt>
                <c:pt idx="5772">
                  <c:v>61.528621673583999</c:v>
                </c:pt>
                <c:pt idx="5773">
                  <c:v>61.376747131347699</c:v>
                </c:pt>
                <c:pt idx="5774">
                  <c:v>61.336082458496101</c:v>
                </c:pt>
                <c:pt idx="5775">
                  <c:v>61.25</c:v>
                </c:pt>
                <c:pt idx="5776">
                  <c:v>61.024700164794901</c:v>
                </c:pt>
                <c:pt idx="5777">
                  <c:v>60.960830688476598</c:v>
                </c:pt>
                <c:pt idx="5778">
                  <c:v>60.853752136230497</c:v>
                </c:pt>
                <c:pt idx="5779">
                  <c:v>60.799324035644503</c:v>
                </c:pt>
                <c:pt idx="5780">
                  <c:v>60.9178657531738</c:v>
                </c:pt>
                <c:pt idx="5781">
                  <c:v>60.801017761230497</c:v>
                </c:pt>
                <c:pt idx="5782">
                  <c:v>60.720218658447301</c:v>
                </c:pt>
                <c:pt idx="5783">
                  <c:v>60.761966705322301</c:v>
                </c:pt>
                <c:pt idx="5784">
                  <c:v>60.746047973632798</c:v>
                </c:pt>
                <c:pt idx="5785">
                  <c:v>60.739875793457003</c:v>
                </c:pt>
                <c:pt idx="5786">
                  <c:v>60.720344543457003</c:v>
                </c:pt>
                <c:pt idx="5787">
                  <c:v>60.720798492431598</c:v>
                </c:pt>
                <c:pt idx="5788">
                  <c:v>60.7132377624512</c:v>
                </c:pt>
                <c:pt idx="5789">
                  <c:v>60.700252532958999</c:v>
                </c:pt>
                <c:pt idx="5790">
                  <c:v>60.679981231689503</c:v>
                </c:pt>
                <c:pt idx="5791">
                  <c:v>60.663928985595703</c:v>
                </c:pt>
                <c:pt idx="5792">
                  <c:v>60.56103515625</c:v>
                </c:pt>
                <c:pt idx="5793">
                  <c:v>60.483650207519503</c:v>
                </c:pt>
                <c:pt idx="5794">
                  <c:v>60.380165100097699</c:v>
                </c:pt>
                <c:pt idx="5795">
                  <c:v>60.128864288330099</c:v>
                </c:pt>
                <c:pt idx="5796">
                  <c:v>60.025928497314503</c:v>
                </c:pt>
                <c:pt idx="5797">
                  <c:v>59.956798553466797</c:v>
                </c:pt>
                <c:pt idx="5798">
                  <c:v>59.891117095947301</c:v>
                </c:pt>
                <c:pt idx="5799">
                  <c:v>59.857845306396499</c:v>
                </c:pt>
                <c:pt idx="5800">
                  <c:v>59.845001220703097</c:v>
                </c:pt>
                <c:pt idx="5801">
                  <c:v>59.7952690124512</c:v>
                </c:pt>
                <c:pt idx="5802">
                  <c:v>59.805408477783203</c:v>
                </c:pt>
                <c:pt idx="5803">
                  <c:v>59.848403930664098</c:v>
                </c:pt>
                <c:pt idx="5804">
                  <c:v>59.8729057312012</c:v>
                </c:pt>
                <c:pt idx="5805">
                  <c:v>59.882415771484403</c:v>
                </c:pt>
                <c:pt idx="5806">
                  <c:v>60.0798530578613</c:v>
                </c:pt>
                <c:pt idx="5807">
                  <c:v>60.332870483398402</c:v>
                </c:pt>
                <c:pt idx="5808">
                  <c:v>60.626785278320298</c:v>
                </c:pt>
                <c:pt idx="5809">
                  <c:v>61.047130584716797</c:v>
                </c:pt>
                <c:pt idx="5810">
                  <c:v>61.301967620849602</c:v>
                </c:pt>
                <c:pt idx="5811">
                  <c:v>61.534130096435597</c:v>
                </c:pt>
                <c:pt idx="5812">
                  <c:v>61.692802429199197</c:v>
                </c:pt>
                <c:pt idx="5813">
                  <c:v>61.906425476074197</c:v>
                </c:pt>
                <c:pt idx="5814">
                  <c:v>62.057029724121101</c:v>
                </c:pt>
                <c:pt idx="5815">
                  <c:v>62.275779724121101</c:v>
                </c:pt>
                <c:pt idx="5816">
                  <c:v>62.425743103027301</c:v>
                </c:pt>
                <c:pt idx="5817">
                  <c:v>62.528659820556598</c:v>
                </c:pt>
                <c:pt idx="5818">
                  <c:v>62.612987518310597</c:v>
                </c:pt>
                <c:pt idx="5819">
                  <c:v>62.8219184875488</c:v>
                </c:pt>
                <c:pt idx="5820">
                  <c:v>62.963703155517599</c:v>
                </c:pt>
                <c:pt idx="5821">
                  <c:v>63.306568145752003</c:v>
                </c:pt>
                <c:pt idx="5822">
                  <c:v>63.629344940185597</c:v>
                </c:pt>
                <c:pt idx="5823">
                  <c:v>63.831325531005902</c:v>
                </c:pt>
                <c:pt idx="5824">
                  <c:v>64.1195068359375</c:v>
                </c:pt>
                <c:pt idx="5825">
                  <c:v>64.260803222656307</c:v>
                </c:pt>
                <c:pt idx="5826">
                  <c:v>64.415298461914105</c:v>
                </c:pt>
                <c:pt idx="5827">
                  <c:v>64.609329223632798</c:v>
                </c:pt>
                <c:pt idx="5828">
                  <c:v>64.847846984863295</c:v>
                </c:pt>
                <c:pt idx="5829">
                  <c:v>64.979347229003906</c:v>
                </c:pt>
                <c:pt idx="5830">
                  <c:v>65.156921386718807</c:v>
                </c:pt>
                <c:pt idx="5831">
                  <c:v>65.346076965332003</c:v>
                </c:pt>
                <c:pt idx="5832">
                  <c:v>65.477157592773395</c:v>
                </c:pt>
                <c:pt idx="5833">
                  <c:v>65.654304504394503</c:v>
                </c:pt>
                <c:pt idx="5834">
                  <c:v>65.719497680664105</c:v>
                </c:pt>
                <c:pt idx="5835">
                  <c:v>66.073234558105497</c:v>
                </c:pt>
                <c:pt idx="5836">
                  <c:v>66.693634033203097</c:v>
                </c:pt>
                <c:pt idx="5837">
                  <c:v>67.021324157714801</c:v>
                </c:pt>
                <c:pt idx="5838">
                  <c:v>67.4720458984375</c:v>
                </c:pt>
                <c:pt idx="5839">
                  <c:v>68.011756896972699</c:v>
                </c:pt>
                <c:pt idx="5840">
                  <c:v>68.121345520019503</c:v>
                </c:pt>
                <c:pt idx="5841">
                  <c:v>68.334991455078097</c:v>
                </c:pt>
                <c:pt idx="5842">
                  <c:v>68.621192932128906</c:v>
                </c:pt>
                <c:pt idx="5843">
                  <c:v>68.812767028808594</c:v>
                </c:pt>
                <c:pt idx="5844">
                  <c:v>69.028785705566406</c:v>
                </c:pt>
                <c:pt idx="5845">
                  <c:v>69.032897949218807</c:v>
                </c:pt>
                <c:pt idx="5846">
                  <c:v>69.125633239746094</c:v>
                </c:pt>
                <c:pt idx="5847">
                  <c:v>69.169807434082003</c:v>
                </c:pt>
                <c:pt idx="5848">
                  <c:v>69.311676025390597</c:v>
                </c:pt>
                <c:pt idx="5849">
                  <c:v>69.477073669433594</c:v>
                </c:pt>
                <c:pt idx="5850">
                  <c:v>69.600914001464801</c:v>
                </c:pt>
                <c:pt idx="5851">
                  <c:v>69.6307373046875</c:v>
                </c:pt>
                <c:pt idx="5852">
                  <c:v>69.603729248046903</c:v>
                </c:pt>
                <c:pt idx="5853">
                  <c:v>69.495628356933594</c:v>
                </c:pt>
                <c:pt idx="5854">
                  <c:v>69.401176452636705</c:v>
                </c:pt>
                <c:pt idx="5855">
                  <c:v>69.266685485839801</c:v>
                </c:pt>
                <c:pt idx="5856">
                  <c:v>69.138816833496094</c:v>
                </c:pt>
                <c:pt idx="5857">
                  <c:v>69.035614013671903</c:v>
                </c:pt>
                <c:pt idx="5858">
                  <c:v>68.966888427734403</c:v>
                </c:pt>
                <c:pt idx="5859">
                  <c:v>68.727096557617202</c:v>
                </c:pt>
                <c:pt idx="5860">
                  <c:v>68.651962280273395</c:v>
                </c:pt>
                <c:pt idx="5861">
                  <c:v>68.404121398925795</c:v>
                </c:pt>
                <c:pt idx="5862">
                  <c:v>68.2884521484375</c:v>
                </c:pt>
                <c:pt idx="5863">
                  <c:v>68.046791076660199</c:v>
                </c:pt>
                <c:pt idx="5864">
                  <c:v>67.722648620605497</c:v>
                </c:pt>
                <c:pt idx="5865">
                  <c:v>67.463935852050795</c:v>
                </c:pt>
                <c:pt idx="5866">
                  <c:v>67.335716247558594</c:v>
                </c:pt>
                <c:pt idx="5867">
                  <c:v>67.268341064453097</c:v>
                </c:pt>
                <c:pt idx="5868">
                  <c:v>67.1766357421875</c:v>
                </c:pt>
                <c:pt idx="5869">
                  <c:v>67.093551635742202</c:v>
                </c:pt>
                <c:pt idx="5870">
                  <c:v>67.042297363281307</c:v>
                </c:pt>
                <c:pt idx="5871">
                  <c:v>67.0126953125</c:v>
                </c:pt>
                <c:pt idx="5872">
                  <c:v>66.878196716308594</c:v>
                </c:pt>
                <c:pt idx="5873">
                  <c:v>66.603706359863295</c:v>
                </c:pt>
                <c:pt idx="5874">
                  <c:v>66.248573303222699</c:v>
                </c:pt>
                <c:pt idx="5875">
                  <c:v>66.023994445800795</c:v>
                </c:pt>
                <c:pt idx="5876">
                  <c:v>65.850608825683594</c:v>
                </c:pt>
                <c:pt idx="5877">
                  <c:v>65.744186401367202</c:v>
                </c:pt>
                <c:pt idx="5878">
                  <c:v>65.714042663574205</c:v>
                </c:pt>
                <c:pt idx="5879">
                  <c:v>65.652656555175795</c:v>
                </c:pt>
                <c:pt idx="5880">
                  <c:v>65.620216369628906</c:v>
                </c:pt>
                <c:pt idx="5881">
                  <c:v>65.604461669921903</c:v>
                </c:pt>
                <c:pt idx="5882">
                  <c:v>65.5927734375</c:v>
                </c:pt>
                <c:pt idx="5883">
                  <c:v>65.536514282226605</c:v>
                </c:pt>
                <c:pt idx="5884">
                  <c:v>65.530029296875</c:v>
                </c:pt>
                <c:pt idx="5885">
                  <c:v>65.449836730957003</c:v>
                </c:pt>
                <c:pt idx="5886">
                  <c:v>65.385879516601605</c:v>
                </c:pt>
                <c:pt idx="5887">
                  <c:v>65.352890014648395</c:v>
                </c:pt>
                <c:pt idx="5888">
                  <c:v>65.434684753417997</c:v>
                </c:pt>
                <c:pt idx="5889">
                  <c:v>65.470382690429702</c:v>
                </c:pt>
                <c:pt idx="5890">
                  <c:v>65.526077270507798</c:v>
                </c:pt>
                <c:pt idx="5891">
                  <c:v>65.566680908203097</c:v>
                </c:pt>
                <c:pt idx="5892">
                  <c:v>65.765632629394503</c:v>
                </c:pt>
                <c:pt idx="5893">
                  <c:v>66.052947998046903</c:v>
                </c:pt>
                <c:pt idx="5894">
                  <c:v>66.557502746582003</c:v>
                </c:pt>
                <c:pt idx="5895">
                  <c:v>66.901252746582003</c:v>
                </c:pt>
                <c:pt idx="5896">
                  <c:v>67.081611633300795</c:v>
                </c:pt>
                <c:pt idx="5897">
                  <c:v>67.438316345214801</c:v>
                </c:pt>
                <c:pt idx="5898">
                  <c:v>67.687873840332003</c:v>
                </c:pt>
                <c:pt idx="5899">
                  <c:v>67.833557128906307</c:v>
                </c:pt>
                <c:pt idx="5900">
                  <c:v>68.032302856445298</c:v>
                </c:pt>
                <c:pt idx="5901">
                  <c:v>68.279876708984403</c:v>
                </c:pt>
                <c:pt idx="5902">
                  <c:v>68.481674194335895</c:v>
                </c:pt>
                <c:pt idx="5903">
                  <c:v>68.433532714843807</c:v>
                </c:pt>
                <c:pt idx="5904">
                  <c:v>68.642868041992202</c:v>
                </c:pt>
                <c:pt idx="5905">
                  <c:v>68.731353759765597</c:v>
                </c:pt>
                <c:pt idx="5906">
                  <c:v>68.825180053710895</c:v>
                </c:pt>
                <c:pt idx="5907">
                  <c:v>68.968254089355497</c:v>
                </c:pt>
                <c:pt idx="5908">
                  <c:v>69.016845703125</c:v>
                </c:pt>
                <c:pt idx="5909">
                  <c:v>69.091407775878906</c:v>
                </c:pt>
                <c:pt idx="5910">
                  <c:v>69.1707763671875</c:v>
                </c:pt>
                <c:pt idx="5911">
                  <c:v>69.396690368652301</c:v>
                </c:pt>
                <c:pt idx="5912">
                  <c:v>69.379669189453097</c:v>
                </c:pt>
                <c:pt idx="5913">
                  <c:v>69.456581115722699</c:v>
                </c:pt>
                <c:pt idx="5914">
                  <c:v>69.482582092285199</c:v>
                </c:pt>
                <c:pt idx="5915">
                  <c:v>69.490585327148395</c:v>
                </c:pt>
                <c:pt idx="5916">
                  <c:v>69.578475952148395</c:v>
                </c:pt>
                <c:pt idx="5917">
                  <c:v>69.630729675292997</c:v>
                </c:pt>
                <c:pt idx="5918">
                  <c:v>69.534011840820298</c:v>
                </c:pt>
                <c:pt idx="5919">
                  <c:v>69.336112976074205</c:v>
                </c:pt>
                <c:pt idx="5920">
                  <c:v>69.300498962402301</c:v>
                </c:pt>
                <c:pt idx="5921">
                  <c:v>69.180130004882798</c:v>
                </c:pt>
                <c:pt idx="5922">
                  <c:v>69.287483215332003</c:v>
                </c:pt>
                <c:pt idx="5923">
                  <c:v>69.330322265625</c:v>
                </c:pt>
                <c:pt idx="5924">
                  <c:v>69.268112182617202</c:v>
                </c:pt>
                <c:pt idx="5925">
                  <c:v>69.194496154785199</c:v>
                </c:pt>
                <c:pt idx="5926">
                  <c:v>69.241737365722699</c:v>
                </c:pt>
                <c:pt idx="5927">
                  <c:v>69.259895324707003</c:v>
                </c:pt>
                <c:pt idx="5928">
                  <c:v>69.193183898925795</c:v>
                </c:pt>
                <c:pt idx="5929">
                  <c:v>69.151847839355497</c:v>
                </c:pt>
                <c:pt idx="5930">
                  <c:v>69.083969116210895</c:v>
                </c:pt>
                <c:pt idx="5931">
                  <c:v>69.025657653808594</c:v>
                </c:pt>
                <c:pt idx="5932">
                  <c:v>68.973571777343807</c:v>
                </c:pt>
                <c:pt idx="5933">
                  <c:v>68.916496276855497</c:v>
                </c:pt>
                <c:pt idx="5934">
                  <c:v>68.781822204589801</c:v>
                </c:pt>
                <c:pt idx="5935">
                  <c:v>68.700218200683594</c:v>
                </c:pt>
                <c:pt idx="5936">
                  <c:v>68.592422485351605</c:v>
                </c:pt>
                <c:pt idx="5937">
                  <c:v>68.432830810546903</c:v>
                </c:pt>
                <c:pt idx="5938">
                  <c:v>68.156929016113295</c:v>
                </c:pt>
                <c:pt idx="5939">
                  <c:v>68.027809143066406</c:v>
                </c:pt>
                <c:pt idx="5940">
                  <c:v>67.648628234863295</c:v>
                </c:pt>
                <c:pt idx="5941">
                  <c:v>67.423469543457003</c:v>
                </c:pt>
                <c:pt idx="5942">
                  <c:v>67.183242797851605</c:v>
                </c:pt>
                <c:pt idx="5943">
                  <c:v>67.004768371582003</c:v>
                </c:pt>
                <c:pt idx="5944">
                  <c:v>66.593788146972699</c:v>
                </c:pt>
                <c:pt idx="5945">
                  <c:v>66.126426696777301</c:v>
                </c:pt>
                <c:pt idx="5946">
                  <c:v>65.864471435546903</c:v>
                </c:pt>
                <c:pt idx="5947">
                  <c:v>65.729812622070298</c:v>
                </c:pt>
                <c:pt idx="5948">
                  <c:v>65.660728454589801</c:v>
                </c:pt>
                <c:pt idx="5949">
                  <c:v>65.620437622070298</c:v>
                </c:pt>
                <c:pt idx="5950">
                  <c:v>65.591300964355497</c:v>
                </c:pt>
                <c:pt idx="5951">
                  <c:v>65.540374755859403</c:v>
                </c:pt>
                <c:pt idx="5952">
                  <c:v>65.520126342773395</c:v>
                </c:pt>
                <c:pt idx="5953">
                  <c:v>65.415008544921903</c:v>
                </c:pt>
                <c:pt idx="5954">
                  <c:v>65.264793395996094</c:v>
                </c:pt>
                <c:pt idx="5955">
                  <c:v>65.087867736816406</c:v>
                </c:pt>
                <c:pt idx="5956">
                  <c:v>64.980522155761705</c:v>
                </c:pt>
                <c:pt idx="5957">
                  <c:v>64.847122192382798</c:v>
                </c:pt>
                <c:pt idx="5958">
                  <c:v>64.667045593261705</c:v>
                </c:pt>
                <c:pt idx="5959">
                  <c:v>64.489830017089801</c:v>
                </c:pt>
                <c:pt idx="5960">
                  <c:v>64.353401184082003</c:v>
                </c:pt>
                <c:pt idx="5961">
                  <c:v>64.243156433105497</c:v>
                </c:pt>
                <c:pt idx="5962">
                  <c:v>64.087211608886705</c:v>
                </c:pt>
                <c:pt idx="5963">
                  <c:v>64.026420593261705</c:v>
                </c:pt>
                <c:pt idx="5964">
                  <c:v>63.902732849121101</c:v>
                </c:pt>
                <c:pt idx="5965">
                  <c:v>63.589717864990199</c:v>
                </c:pt>
                <c:pt idx="5966">
                  <c:v>63.384609222412102</c:v>
                </c:pt>
                <c:pt idx="5967">
                  <c:v>63.231540679931598</c:v>
                </c:pt>
                <c:pt idx="5968">
                  <c:v>63.046352386474602</c:v>
                </c:pt>
                <c:pt idx="5969">
                  <c:v>62.984790802002003</c:v>
                </c:pt>
                <c:pt idx="5970">
                  <c:v>62.796543121337898</c:v>
                </c:pt>
                <c:pt idx="5971">
                  <c:v>62.589019775390597</c:v>
                </c:pt>
                <c:pt idx="5972">
                  <c:v>62.456787109375</c:v>
                </c:pt>
                <c:pt idx="5973">
                  <c:v>62.426822662353501</c:v>
                </c:pt>
                <c:pt idx="5974">
                  <c:v>62.282569885253899</c:v>
                </c:pt>
                <c:pt idx="5975">
                  <c:v>62.141330718994098</c:v>
                </c:pt>
                <c:pt idx="5976">
                  <c:v>61.985755920410199</c:v>
                </c:pt>
                <c:pt idx="5977">
                  <c:v>61.905158996582003</c:v>
                </c:pt>
                <c:pt idx="5978">
                  <c:v>61.838768005371101</c:v>
                </c:pt>
                <c:pt idx="5979">
                  <c:v>61.683704376220703</c:v>
                </c:pt>
                <c:pt idx="5980">
                  <c:v>61.573577880859403</c:v>
                </c:pt>
                <c:pt idx="5981">
                  <c:v>61.4742431640625</c:v>
                </c:pt>
                <c:pt idx="5982">
                  <c:v>61.273143768310597</c:v>
                </c:pt>
                <c:pt idx="5983">
                  <c:v>61.039997100830099</c:v>
                </c:pt>
                <c:pt idx="5984">
                  <c:v>60.894660949707003</c:v>
                </c:pt>
                <c:pt idx="5985">
                  <c:v>60.7938232421875</c:v>
                </c:pt>
                <c:pt idx="5986">
                  <c:v>60.723297119140597</c:v>
                </c:pt>
                <c:pt idx="5987">
                  <c:v>60.656314849853501</c:v>
                </c:pt>
                <c:pt idx="5988">
                  <c:v>60.587001800537102</c:v>
                </c:pt>
                <c:pt idx="5989">
                  <c:v>60.403778076171903</c:v>
                </c:pt>
                <c:pt idx="5990">
                  <c:v>60.19384765625</c:v>
                </c:pt>
                <c:pt idx="5991">
                  <c:v>60.065101623535199</c:v>
                </c:pt>
                <c:pt idx="5992">
                  <c:v>59.9863090515137</c:v>
                </c:pt>
                <c:pt idx="5993">
                  <c:v>59.891941070556598</c:v>
                </c:pt>
                <c:pt idx="5994">
                  <c:v>59.846279144287102</c:v>
                </c:pt>
                <c:pt idx="5995">
                  <c:v>59.682010650634801</c:v>
                </c:pt>
                <c:pt idx="5996">
                  <c:v>59.521450042724602</c:v>
                </c:pt>
                <c:pt idx="5997">
                  <c:v>59.358097076416001</c:v>
                </c:pt>
                <c:pt idx="5998">
                  <c:v>59.233364105224602</c:v>
                </c:pt>
                <c:pt idx="5999">
                  <c:v>59.079658508300803</c:v>
                </c:pt>
                <c:pt idx="6000">
                  <c:v>58.997978210449197</c:v>
                </c:pt>
                <c:pt idx="6001">
                  <c:v>58.9547309875488</c:v>
                </c:pt>
                <c:pt idx="6002">
                  <c:v>58.818992614746101</c:v>
                </c:pt>
                <c:pt idx="6003">
                  <c:v>58.691890716552699</c:v>
                </c:pt>
                <c:pt idx="6004">
                  <c:v>58.637866973877003</c:v>
                </c:pt>
                <c:pt idx="6005">
                  <c:v>58.556465148925803</c:v>
                </c:pt>
                <c:pt idx="6006">
                  <c:v>58.484912872314503</c:v>
                </c:pt>
                <c:pt idx="6007">
                  <c:v>58.39599609375</c:v>
                </c:pt>
                <c:pt idx="6008">
                  <c:v>58.3717231750488</c:v>
                </c:pt>
                <c:pt idx="6009">
                  <c:v>58.2325439453125</c:v>
                </c:pt>
                <c:pt idx="6010">
                  <c:v>58.135734558105497</c:v>
                </c:pt>
                <c:pt idx="6011">
                  <c:v>58.032859802246101</c:v>
                </c:pt>
                <c:pt idx="6012">
                  <c:v>58.128910064697301</c:v>
                </c:pt>
                <c:pt idx="6013">
                  <c:v>58.179924011230497</c:v>
                </c:pt>
                <c:pt idx="6014">
                  <c:v>58.228836059570298</c:v>
                </c:pt>
                <c:pt idx="6015">
                  <c:v>58.2658882141113</c:v>
                </c:pt>
                <c:pt idx="6016">
                  <c:v>58.458381652832003</c:v>
                </c:pt>
                <c:pt idx="6017">
                  <c:v>58.477024078369098</c:v>
                </c:pt>
                <c:pt idx="6018">
                  <c:v>58.570079803466797</c:v>
                </c:pt>
                <c:pt idx="6019">
                  <c:v>58.514453887939503</c:v>
                </c:pt>
                <c:pt idx="6020">
                  <c:v>58.6533203125</c:v>
                </c:pt>
                <c:pt idx="6021">
                  <c:v>58.668342590332003</c:v>
                </c:pt>
                <c:pt idx="6022">
                  <c:v>58.567256927490199</c:v>
                </c:pt>
                <c:pt idx="6023">
                  <c:v>58.653636932373097</c:v>
                </c:pt>
                <c:pt idx="6024">
                  <c:v>58.616123199462898</c:v>
                </c:pt>
                <c:pt idx="6025">
                  <c:v>58.6668891906738</c:v>
                </c:pt>
                <c:pt idx="6026">
                  <c:v>58.629264831542997</c:v>
                </c:pt>
                <c:pt idx="6027">
                  <c:v>58.706539154052699</c:v>
                </c:pt>
                <c:pt idx="6028">
                  <c:v>58.756565093994098</c:v>
                </c:pt>
                <c:pt idx="6029">
                  <c:v>58.782360076904297</c:v>
                </c:pt>
                <c:pt idx="6030">
                  <c:v>58.854606628417997</c:v>
                </c:pt>
                <c:pt idx="6031">
                  <c:v>59.015995025634801</c:v>
                </c:pt>
                <c:pt idx="6032">
                  <c:v>59.111598968505902</c:v>
                </c:pt>
                <c:pt idx="6033">
                  <c:v>59.181396484375</c:v>
                </c:pt>
                <c:pt idx="6034">
                  <c:v>59.322113037109403</c:v>
                </c:pt>
                <c:pt idx="6035">
                  <c:v>59.659042358398402</c:v>
                </c:pt>
                <c:pt idx="6036">
                  <c:v>59.752635955810597</c:v>
                </c:pt>
                <c:pt idx="6037">
                  <c:v>59.899951934814503</c:v>
                </c:pt>
                <c:pt idx="6038">
                  <c:v>60.289180755615199</c:v>
                </c:pt>
                <c:pt idx="6039">
                  <c:v>60.441696166992202</c:v>
                </c:pt>
                <c:pt idx="6040">
                  <c:v>60.464706420898402</c:v>
                </c:pt>
                <c:pt idx="6041">
                  <c:v>60.527366638183601</c:v>
                </c:pt>
                <c:pt idx="6042">
                  <c:v>61.078498840332003</c:v>
                </c:pt>
                <c:pt idx="6043">
                  <c:v>61.267066955566399</c:v>
                </c:pt>
                <c:pt idx="6044">
                  <c:v>61.532222747802699</c:v>
                </c:pt>
                <c:pt idx="6045">
                  <c:v>61.608932495117202</c:v>
                </c:pt>
                <c:pt idx="6046">
                  <c:v>61.916759490966797</c:v>
                </c:pt>
                <c:pt idx="6047">
                  <c:v>62.241481781005902</c:v>
                </c:pt>
                <c:pt idx="6048">
                  <c:v>62.517642974853501</c:v>
                </c:pt>
                <c:pt idx="6049">
                  <c:v>62.684238433837898</c:v>
                </c:pt>
                <c:pt idx="6050">
                  <c:v>62.620449066162102</c:v>
                </c:pt>
                <c:pt idx="6051">
                  <c:v>63.209877014160199</c:v>
                </c:pt>
                <c:pt idx="6052">
                  <c:v>63.352626800537102</c:v>
                </c:pt>
                <c:pt idx="6053">
                  <c:v>63.752696990966797</c:v>
                </c:pt>
                <c:pt idx="6054">
                  <c:v>63.954063415527301</c:v>
                </c:pt>
                <c:pt idx="6055">
                  <c:v>63.980697631835902</c:v>
                </c:pt>
                <c:pt idx="6056">
                  <c:v>64.062271118164105</c:v>
                </c:pt>
                <c:pt idx="6057">
                  <c:v>64.405357360839801</c:v>
                </c:pt>
                <c:pt idx="6058">
                  <c:v>64.674285888671903</c:v>
                </c:pt>
                <c:pt idx="6059">
                  <c:v>64.882072448730497</c:v>
                </c:pt>
                <c:pt idx="6060">
                  <c:v>64.768943786621094</c:v>
                </c:pt>
                <c:pt idx="6061">
                  <c:v>64.942207336425795</c:v>
                </c:pt>
                <c:pt idx="6062">
                  <c:v>64.888092041015597</c:v>
                </c:pt>
                <c:pt idx="6063">
                  <c:v>64.818679809570298</c:v>
                </c:pt>
                <c:pt idx="6064">
                  <c:v>64.831008911132798</c:v>
                </c:pt>
                <c:pt idx="6065">
                  <c:v>64.844772338867202</c:v>
                </c:pt>
                <c:pt idx="6066">
                  <c:v>64.831924438476605</c:v>
                </c:pt>
                <c:pt idx="6067">
                  <c:v>64.803260803222699</c:v>
                </c:pt>
                <c:pt idx="6068">
                  <c:v>64.742874145507798</c:v>
                </c:pt>
                <c:pt idx="6069">
                  <c:v>64.6949462890625</c:v>
                </c:pt>
                <c:pt idx="6070">
                  <c:v>64.705902099609403</c:v>
                </c:pt>
                <c:pt idx="6071">
                  <c:v>64.521980285644503</c:v>
                </c:pt>
                <c:pt idx="6072">
                  <c:v>64.435501098632798</c:v>
                </c:pt>
                <c:pt idx="6073">
                  <c:v>64.306076049804702</c:v>
                </c:pt>
                <c:pt idx="6074">
                  <c:v>64.242057800292997</c:v>
                </c:pt>
                <c:pt idx="6075">
                  <c:v>64.143264770507798</c:v>
                </c:pt>
                <c:pt idx="6076">
                  <c:v>64.101875305175795</c:v>
                </c:pt>
                <c:pt idx="6077">
                  <c:v>64.130455017089801</c:v>
                </c:pt>
                <c:pt idx="6078">
                  <c:v>64.0897216796875</c:v>
                </c:pt>
                <c:pt idx="6079">
                  <c:v>64.030075073242202</c:v>
                </c:pt>
                <c:pt idx="6080">
                  <c:v>63.830814361572301</c:v>
                </c:pt>
                <c:pt idx="6081">
                  <c:v>63.871391296386697</c:v>
                </c:pt>
                <c:pt idx="6082">
                  <c:v>63.891410827636697</c:v>
                </c:pt>
                <c:pt idx="6083">
                  <c:v>63.913982391357401</c:v>
                </c:pt>
                <c:pt idx="6084">
                  <c:v>63.9118041992188</c:v>
                </c:pt>
                <c:pt idx="6085">
                  <c:v>63.642929077148402</c:v>
                </c:pt>
                <c:pt idx="6086">
                  <c:v>63.696628570556598</c:v>
                </c:pt>
                <c:pt idx="6087">
                  <c:v>63.754581451416001</c:v>
                </c:pt>
                <c:pt idx="6088">
                  <c:v>63.852210998535199</c:v>
                </c:pt>
                <c:pt idx="6089">
                  <c:v>63.953460693359403</c:v>
                </c:pt>
                <c:pt idx="6090">
                  <c:v>63.866016387939503</c:v>
                </c:pt>
                <c:pt idx="6091">
                  <c:v>64.013954162597699</c:v>
                </c:pt>
                <c:pt idx="6092">
                  <c:v>63.804454803466797</c:v>
                </c:pt>
                <c:pt idx="6093">
                  <c:v>63.928989410400398</c:v>
                </c:pt>
                <c:pt idx="6094">
                  <c:v>63.997501373291001</c:v>
                </c:pt>
                <c:pt idx="6095">
                  <c:v>64.198562622070298</c:v>
                </c:pt>
                <c:pt idx="6096">
                  <c:v>64.277381896972699</c:v>
                </c:pt>
                <c:pt idx="6097">
                  <c:v>64.658172607421903</c:v>
                </c:pt>
                <c:pt idx="6098">
                  <c:v>64.655281066894503</c:v>
                </c:pt>
                <c:pt idx="6099">
                  <c:v>64.973037719726605</c:v>
                </c:pt>
                <c:pt idx="6100">
                  <c:v>65.180572509765597</c:v>
                </c:pt>
                <c:pt idx="6101">
                  <c:v>65.277320861816406</c:v>
                </c:pt>
                <c:pt idx="6102">
                  <c:v>65.374153137207003</c:v>
                </c:pt>
                <c:pt idx="6103">
                  <c:v>65.49072265625</c:v>
                </c:pt>
                <c:pt idx="6104">
                  <c:v>65.539909362792997</c:v>
                </c:pt>
                <c:pt idx="6105">
                  <c:v>65.994308471679702</c:v>
                </c:pt>
                <c:pt idx="6106">
                  <c:v>66.575721740722699</c:v>
                </c:pt>
                <c:pt idx="6107">
                  <c:v>66.839942932128906</c:v>
                </c:pt>
                <c:pt idx="6108">
                  <c:v>67.073356628417997</c:v>
                </c:pt>
                <c:pt idx="6109">
                  <c:v>67.194869995117202</c:v>
                </c:pt>
                <c:pt idx="6110">
                  <c:v>67.599029541015597</c:v>
                </c:pt>
                <c:pt idx="6111">
                  <c:v>67.977149963378906</c:v>
                </c:pt>
                <c:pt idx="6112">
                  <c:v>68.303192138671903</c:v>
                </c:pt>
                <c:pt idx="6113">
                  <c:v>68.587242126464801</c:v>
                </c:pt>
                <c:pt idx="6114">
                  <c:v>68.733444213867202</c:v>
                </c:pt>
                <c:pt idx="6115">
                  <c:v>68.968803405761705</c:v>
                </c:pt>
                <c:pt idx="6116">
                  <c:v>69.500617980957003</c:v>
                </c:pt>
                <c:pt idx="6117">
                  <c:v>69.787658691406307</c:v>
                </c:pt>
                <c:pt idx="6118">
                  <c:v>69.760780334472699</c:v>
                </c:pt>
                <c:pt idx="6119">
                  <c:v>69.870361328125</c:v>
                </c:pt>
                <c:pt idx="6120">
                  <c:v>70.216316223144503</c:v>
                </c:pt>
                <c:pt idx="6121">
                  <c:v>70.374435424804702</c:v>
                </c:pt>
                <c:pt idx="6122">
                  <c:v>70.703872680664105</c:v>
                </c:pt>
                <c:pt idx="6123">
                  <c:v>70.999237060546903</c:v>
                </c:pt>
                <c:pt idx="6124">
                  <c:v>71.334167480468807</c:v>
                </c:pt>
                <c:pt idx="6125">
                  <c:v>71.278388977050795</c:v>
                </c:pt>
                <c:pt idx="6126">
                  <c:v>71.331604003906307</c:v>
                </c:pt>
                <c:pt idx="6127">
                  <c:v>71.550437927246094</c:v>
                </c:pt>
                <c:pt idx="6128">
                  <c:v>71.781631469726605</c:v>
                </c:pt>
                <c:pt idx="6129">
                  <c:v>71.946037292480497</c:v>
                </c:pt>
                <c:pt idx="6130">
                  <c:v>72.031486511230497</c:v>
                </c:pt>
                <c:pt idx="6131">
                  <c:v>72.075416564941406</c:v>
                </c:pt>
                <c:pt idx="6132">
                  <c:v>72.097953796386705</c:v>
                </c:pt>
                <c:pt idx="6133">
                  <c:v>72.310493469238295</c:v>
                </c:pt>
                <c:pt idx="6134">
                  <c:v>72.487487792968807</c:v>
                </c:pt>
                <c:pt idx="6135">
                  <c:v>72.3095703125</c:v>
                </c:pt>
                <c:pt idx="6136">
                  <c:v>72.374298095703097</c:v>
                </c:pt>
                <c:pt idx="6137">
                  <c:v>73.697219848632798</c:v>
                </c:pt>
                <c:pt idx="6138">
                  <c:v>74.308853149414105</c:v>
                </c:pt>
                <c:pt idx="6139">
                  <c:v>74.649230957031307</c:v>
                </c:pt>
                <c:pt idx="6140">
                  <c:v>75.147956848144503</c:v>
                </c:pt>
                <c:pt idx="6141">
                  <c:v>75.391700744628906</c:v>
                </c:pt>
                <c:pt idx="6142">
                  <c:v>75.565254211425795</c:v>
                </c:pt>
                <c:pt idx="6143">
                  <c:v>76.425285339355497</c:v>
                </c:pt>
                <c:pt idx="6144">
                  <c:v>77.4876708984375</c:v>
                </c:pt>
                <c:pt idx="6145">
                  <c:v>78.077079772949205</c:v>
                </c:pt>
                <c:pt idx="6146">
                  <c:v>78.38330078125</c:v>
                </c:pt>
                <c:pt idx="6147">
                  <c:v>78.540710449218807</c:v>
                </c:pt>
                <c:pt idx="6148">
                  <c:v>78.649963378906307</c:v>
                </c:pt>
                <c:pt idx="6149">
                  <c:v>78.85693359375</c:v>
                </c:pt>
                <c:pt idx="6150">
                  <c:v>78.874473571777301</c:v>
                </c:pt>
                <c:pt idx="6151">
                  <c:v>78.798049926757798</c:v>
                </c:pt>
                <c:pt idx="6152">
                  <c:v>78.965835571289105</c:v>
                </c:pt>
                <c:pt idx="6153">
                  <c:v>79.037971496582003</c:v>
                </c:pt>
                <c:pt idx="6154">
                  <c:v>79.148124694824205</c:v>
                </c:pt>
                <c:pt idx="6155">
                  <c:v>79.404075622558594</c:v>
                </c:pt>
                <c:pt idx="6156">
                  <c:v>79.519096374511705</c:v>
                </c:pt>
                <c:pt idx="6157">
                  <c:v>79.349967956542997</c:v>
                </c:pt>
                <c:pt idx="6158">
                  <c:v>79.209037780761705</c:v>
                </c:pt>
                <c:pt idx="6159">
                  <c:v>79.347251892089801</c:v>
                </c:pt>
                <c:pt idx="6160">
                  <c:v>79.329338073730497</c:v>
                </c:pt>
                <c:pt idx="6161">
                  <c:v>79.310615539550795</c:v>
                </c:pt>
                <c:pt idx="6162">
                  <c:v>79.234062194824205</c:v>
                </c:pt>
                <c:pt idx="6163">
                  <c:v>79.213356018066406</c:v>
                </c:pt>
                <c:pt idx="6164">
                  <c:v>79.188995361328097</c:v>
                </c:pt>
                <c:pt idx="6165">
                  <c:v>79.064949035644503</c:v>
                </c:pt>
                <c:pt idx="6166">
                  <c:v>78.983383178710895</c:v>
                </c:pt>
                <c:pt idx="6167">
                  <c:v>78.852478027343807</c:v>
                </c:pt>
                <c:pt idx="6168">
                  <c:v>78.826568603515597</c:v>
                </c:pt>
                <c:pt idx="6169">
                  <c:v>78.873039245605497</c:v>
                </c:pt>
                <c:pt idx="6170">
                  <c:v>78.807243347167997</c:v>
                </c:pt>
                <c:pt idx="6171">
                  <c:v>78.799163818359403</c:v>
                </c:pt>
                <c:pt idx="6172">
                  <c:v>78.804039001464801</c:v>
                </c:pt>
                <c:pt idx="6173">
                  <c:v>78.760032653808594</c:v>
                </c:pt>
                <c:pt idx="6174">
                  <c:v>78.734054565429702</c:v>
                </c:pt>
                <c:pt idx="6175">
                  <c:v>78.721473693847699</c:v>
                </c:pt>
                <c:pt idx="6176">
                  <c:v>78.754096984863295</c:v>
                </c:pt>
                <c:pt idx="6177">
                  <c:v>78.754768371582003</c:v>
                </c:pt>
                <c:pt idx="6178">
                  <c:v>78.735069274902301</c:v>
                </c:pt>
                <c:pt idx="6179">
                  <c:v>78.721244812011705</c:v>
                </c:pt>
                <c:pt idx="6180">
                  <c:v>78.714889526367202</c:v>
                </c:pt>
                <c:pt idx="6181">
                  <c:v>78.711685180664105</c:v>
                </c:pt>
                <c:pt idx="6182">
                  <c:v>78.685729980468807</c:v>
                </c:pt>
                <c:pt idx="6183">
                  <c:v>78.701316833496094</c:v>
                </c:pt>
                <c:pt idx="6184">
                  <c:v>78.707351684570298</c:v>
                </c:pt>
                <c:pt idx="6185">
                  <c:v>78.708610534667997</c:v>
                </c:pt>
                <c:pt idx="6186">
                  <c:v>78.762191772460895</c:v>
                </c:pt>
                <c:pt idx="6187">
                  <c:v>78.759178161621094</c:v>
                </c:pt>
                <c:pt idx="6188">
                  <c:v>78.7384033203125</c:v>
                </c:pt>
                <c:pt idx="6189">
                  <c:v>78.7252197265625</c:v>
                </c:pt>
                <c:pt idx="6190">
                  <c:v>78.718704223632798</c:v>
                </c:pt>
                <c:pt idx="6191">
                  <c:v>78.720886230468807</c:v>
                </c:pt>
                <c:pt idx="6192">
                  <c:v>78.761085510253906</c:v>
                </c:pt>
                <c:pt idx="6193">
                  <c:v>78.750015258789105</c:v>
                </c:pt>
                <c:pt idx="6194">
                  <c:v>78.768386840820298</c:v>
                </c:pt>
                <c:pt idx="6195">
                  <c:v>78.787994384765597</c:v>
                </c:pt>
                <c:pt idx="6196">
                  <c:v>78.761787414550795</c:v>
                </c:pt>
                <c:pt idx="6197">
                  <c:v>78.739196777343807</c:v>
                </c:pt>
                <c:pt idx="6198">
                  <c:v>78.723480224609403</c:v>
                </c:pt>
                <c:pt idx="6199">
                  <c:v>78.715301513671903</c:v>
                </c:pt>
                <c:pt idx="6200">
                  <c:v>78.711097717285199</c:v>
                </c:pt>
                <c:pt idx="6201">
                  <c:v>78.708938598632798</c:v>
                </c:pt>
                <c:pt idx="6202">
                  <c:v>78.682365417480497</c:v>
                </c:pt>
                <c:pt idx="6203">
                  <c:v>78.690322875976605</c:v>
                </c:pt>
                <c:pt idx="6204">
                  <c:v>78.412254333496094</c:v>
                </c:pt>
                <c:pt idx="6205">
                  <c:v>77.787063598632798</c:v>
                </c:pt>
                <c:pt idx="6206">
                  <c:v>77.232818603515597</c:v>
                </c:pt>
                <c:pt idx="6207">
                  <c:v>77.050033569335895</c:v>
                </c:pt>
                <c:pt idx="6208">
                  <c:v>76.685211181640597</c:v>
                </c:pt>
                <c:pt idx="6209">
                  <c:v>76.368553161621094</c:v>
                </c:pt>
                <c:pt idx="6210">
                  <c:v>76.125816345214801</c:v>
                </c:pt>
                <c:pt idx="6211">
                  <c:v>75.884498596191406</c:v>
                </c:pt>
                <c:pt idx="6212">
                  <c:v>75.677131652832003</c:v>
                </c:pt>
                <c:pt idx="6213">
                  <c:v>75.566345214843807</c:v>
                </c:pt>
                <c:pt idx="6214">
                  <c:v>75.424659729003906</c:v>
                </c:pt>
                <c:pt idx="6215">
                  <c:v>75.231910705566406</c:v>
                </c:pt>
                <c:pt idx="6216">
                  <c:v>74.924179077148395</c:v>
                </c:pt>
                <c:pt idx="6217">
                  <c:v>74.2835693359375</c:v>
                </c:pt>
                <c:pt idx="6218">
                  <c:v>73.587020874023395</c:v>
                </c:pt>
                <c:pt idx="6219">
                  <c:v>72.889801025390597</c:v>
                </c:pt>
                <c:pt idx="6220">
                  <c:v>72.541343688964801</c:v>
                </c:pt>
                <c:pt idx="6221">
                  <c:v>72.337165832519503</c:v>
                </c:pt>
                <c:pt idx="6222">
                  <c:v>72.232307434082003</c:v>
                </c:pt>
                <c:pt idx="6223">
                  <c:v>72.178520202636705</c:v>
                </c:pt>
                <c:pt idx="6224">
                  <c:v>72.150886535644503</c:v>
                </c:pt>
                <c:pt idx="6225">
                  <c:v>72.1085205078125</c:v>
                </c:pt>
                <c:pt idx="6226">
                  <c:v>72.015129089355497</c:v>
                </c:pt>
                <c:pt idx="6227">
                  <c:v>71.829650878906307</c:v>
                </c:pt>
                <c:pt idx="6228">
                  <c:v>71.608619689941406</c:v>
                </c:pt>
                <c:pt idx="6229">
                  <c:v>71.456977844238295</c:v>
                </c:pt>
                <c:pt idx="6230">
                  <c:v>71.174530029296903</c:v>
                </c:pt>
                <c:pt idx="6231">
                  <c:v>70.924568176269503</c:v>
                </c:pt>
                <c:pt idx="6232">
                  <c:v>70.748634338378906</c:v>
                </c:pt>
                <c:pt idx="6233">
                  <c:v>70.649024963378906</c:v>
                </c:pt>
                <c:pt idx="6234">
                  <c:v>70.419212341308594</c:v>
                </c:pt>
                <c:pt idx="6235">
                  <c:v>70.093452453613295</c:v>
                </c:pt>
                <c:pt idx="6236">
                  <c:v>69.818031311035199</c:v>
                </c:pt>
                <c:pt idx="6237">
                  <c:v>69.557319641113295</c:v>
                </c:pt>
                <c:pt idx="6238">
                  <c:v>69.303527832031307</c:v>
                </c:pt>
                <c:pt idx="6239">
                  <c:v>69.118896484375</c:v>
                </c:pt>
                <c:pt idx="6240">
                  <c:v>69.009704589843807</c:v>
                </c:pt>
                <c:pt idx="6241">
                  <c:v>68.891067504882798</c:v>
                </c:pt>
                <c:pt idx="6242">
                  <c:v>68.662925720214801</c:v>
                </c:pt>
                <c:pt idx="6243">
                  <c:v>68.379592895507798</c:v>
                </c:pt>
                <c:pt idx="6244">
                  <c:v>68.022071838378906</c:v>
                </c:pt>
                <c:pt idx="6245">
                  <c:v>67.727478027343807</c:v>
                </c:pt>
                <c:pt idx="6246">
                  <c:v>67.499778747558594</c:v>
                </c:pt>
                <c:pt idx="6247">
                  <c:v>67.346969604492202</c:v>
                </c:pt>
                <c:pt idx="6248">
                  <c:v>67.246406555175795</c:v>
                </c:pt>
                <c:pt idx="6249">
                  <c:v>67.084014892578097</c:v>
                </c:pt>
                <c:pt idx="6250">
                  <c:v>66.628517150878906</c:v>
                </c:pt>
                <c:pt idx="6251">
                  <c:v>66.202018737792997</c:v>
                </c:pt>
                <c:pt idx="6252">
                  <c:v>65.936866760253906</c:v>
                </c:pt>
                <c:pt idx="6253">
                  <c:v>65.775009155273395</c:v>
                </c:pt>
                <c:pt idx="6254">
                  <c:v>65.683914184570298</c:v>
                </c:pt>
                <c:pt idx="6255">
                  <c:v>65.637176513671903</c:v>
                </c:pt>
                <c:pt idx="6256">
                  <c:v>65.607620239257798</c:v>
                </c:pt>
                <c:pt idx="6257">
                  <c:v>65.564285278320298</c:v>
                </c:pt>
                <c:pt idx="6258">
                  <c:v>65.551055908203097</c:v>
                </c:pt>
                <c:pt idx="6259">
                  <c:v>65.505783081054702</c:v>
                </c:pt>
                <c:pt idx="6260">
                  <c:v>65.408424377441406</c:v>
                </c:pt>
                <c:pt idx="6261">
                  <c:v>65.328353881835895</c:v>
                </c:pt>
                <c:pt idx="6262">
                  <c:v>65.2222900390625</c:v>
                </c:pt>
                <c:pt idx="6263">
                  <c:v>65.08154296875</c:v>
                </c:pt>
                <c:pt idx="6264">
                  <c:v>64.999687194824205</c:v>
                </c:pt>
                <c:pt idx="6265">
                  <c:v>64.806617736816406</c:v>
                </c:pt>
                <c:pt idx="6266">
                  <c:v>64.632629394531307</c:v>
                </c:pt>
                <c:pt idx="6267">
                  <c:v>64.501953125</c:v>
                </c:pt>
                <c:pt idx="6268">
                  <c:v>64.309799194335895</c:v>
                </c:pt>
                <c:pt idx="6269">
                  <c:v>64.183746337890597</c:v>
                </c:pt>
                <c:pt idx="6270">
                  <c:v>64.106544494628906</c:v>
                </c:pt>
                <c:pt idx="6271">
                  <c:v>64.076515197753906</c:v>
                </c:pt>
                <c:pt idx="6272">
                  <c:v>64.045295715332003</c:v>
                </c:pt>
                <c:pt idx="6273">
                  <c:v>63.9580688476563</c:v>
                </c:pt>
                <c:pt idx="6274">
                  <c:v>63.816009521484403</c:v>
                </c:pt>
                <c:pt idx="6275">
                  <c:v>63.634639739990199</c:v>
                </c:pt>
                <c:pt idx="6276">
                  <c:v>63.484588623046903</c:v>
                </c:pt>
                <c:pt idx="6277">
                  <c:v>63.3176078796387</c:v>
                </c:pt>
                <c:pt idx="6278">
                  <c:v>63.256721496582003</c:v>
                </c:pt>
                <c:pt idx="6279">
                  <c:v>63.118721008300803</c:v>
                </c:pt>
                <c:pt idx="6280">
                  <c:v>62.985176086425803</c:v>
                </c:pt>
                <c:pt idx="6281">
                  <c:v>62.820583343505902</c:v>
                </c:pt>
                <c:pt idx="6282">
                  <c:v>62.670528411865199</c:v>
                </c:pt>
                <c:pt idx="6283">
                  <c:v>62.581813812255902</c:v>
                </c:pt>
                <c:pt idx="6284">
                  <c:v>62.471755981445298</c:v>
                </c:pt>
                <c:pt idx="6285">
                  <c:v>62.378864288330099</c:v>
                </c:pt>
                <c:pt idx="6286">
                  <c:v>62.344486236572301</c:v>
                </c:pt>
                <c:pt idx="6287">
                  <c:v>62.314098358154297</c:v>
                </c:pt>
                <c:pt idx="6288">
                  <c:v>62.287120819091797</c:v>
                </c:pt>
                <c:pt idx="6289">
                  <c:v>62.210647583007798</c:v>
                </c:pt>
                <c:pt idx="6290">
                  <c:v>62.154708862304702</c:v>
                </c:pt>
                <c:pt idx="6291">
                  <c:v>62.111526489257798</c:v>
                </c:pt>
                <c:pt idx="6292">
                  <c:v>62.045017242431598</c:v>
                </c:pt>
                <c:pt idx="6293">
                  <c:v>61.983470916748097</c:v>
                </c:pt>
                <c:pt idx="6294">
                  <c:v>61.874954223632798</c:v>
                </c:pt>
                <c:pt idx="6295">
                  <c:v>61.7785034179688</c:v>
                </c:pt>
                <c:pt idx="6296">
                  <c:v>61.649726867675803</c:v>
                </c:pt>
                <c:pt idx="6297">
                  <c:v>61.528469085693402</c:v>
                </c:pt>
                <c:pt idx="6298">
                  <c:v>61.3741264343262</c:v>
                </c:pt>
                <c:pt idx="6299">
                  <c:v>61.215583801269503</c:v>
                </c:pt>
                <c:pt idx="6300">
                  <c:v>61.0771675109863</c:v>
                </c:pt>
                <c:pt idx="6301">
                  <c:v>60.933753967285199</c:v>
                </c:pt>
                <c:pt idx="6302">
                  <c:v>60.811080932617202</c:v>
                </c:pt>
                <c:pt idx="6303">
                  <c:v>60.824325561523402</c:v>
                </c:pt>
                <c:pt idx="6304">
                  <c:v>60.5814018249512</c:v>
                </c:pt>
                <c:pt idx="6305">
                  <c:v>60.640064239502003</c:v>
                </c:pt>
                <c:pt idx="6306">
                  <c:v>60.880523681640597</c:v>
                </c:pt>
                <c:pt idx="6307">
                  <c:v>61.171131134033203</c:v>
                </c:pt>
                <c:pt idx="6308">
                  <c:v>61.607551574707003</c:v>
                </c:pt>
                <c:pt idx="6309">
                  <c:v>61.980880737304702</c:v>
                </c:pt>
                <c:pt idx="6310">
                  <c:v>62.266925811767599</c:v>
                </c:pt>
                <c:pt idx="6311">
                  <c:v>63.074275970458999</c:v>
                </c:pt>
                <c:pt idx="6312">
                  <c:v>63.406742095947301</c:v>
                </c:pt>
                <c:pt idx="6313">
                  <c:v>63.825237274169901</c:v>
                </c:pt>
                <c:pt idx="6314">
                  <c:v>64.025123596191406</c:v>
                </c:pt>
                <c:pt idx="6315">
                  <c:v>64.425796508789105</c:v>
                </c:pt>
                <c:pt idx="6316">
                  <c:v>64.847602844238295</c:v>
                </c:pt>
                <c:pt idx="6317">
                  <c:v>65.131660461425795</c:v>
                </c:pt>
                <c:pt idx="6318">
                  <c:v>65.607902526855497</c:v>
                </c:pt>
                <c:pt idx="6319">
                  <c:v>65.878356933593807</c:v>
                </c:pt>
                <c:pt idx="6320">
                  <c:v>66.479843139648395</c:v>
                </c:pt>
                <c:pt idx="6321">
                  <c:v>66.587905883789105</c:v>
                </c:pt>
                <c:pt idx="6322">
                  <c:v>66.913772583007798</c:v>
                </c:pt>
                <c:pt idx="6323">
                  <c:v>67.121437072753906</c:v>
                </c:pt>
                <c:pt idx="6324">
                  <c:v>67.547210693359403</c:v>
                </c:pt>
                <c:pt idx="6325">
                  <c:v>67.961265563964801</c:v>
                </c:pt>
                <c:pt idx="6326">
                  <c:v>68.274879455566406</c:v>
                </c:pt>
                <c:pt idx="6327">
                  <c:v>68.523178100585895</c:v>
                </c:pt>
                <c:pt idx="6328">
                  <c:v>68.390769958496094</c:v>
                </c:pt>
                <c:pt idx="6329">
                  <c:v>68.546371459960895</c:v>
                </c:pt>
                <c:pt idx="6330">
                  <c:v>68.767784118652301</c:v>
                </c:pt>
                <c:pt idx="6331">
                  <c:v>68.869171142578097</c:v>
                </c:pt>
                <c:pt idx="6332">
                  <c:v>68.895462036132798</c:v>
                </c:pt>
                <c:pt idx="6333">
                  <c:v>68.924819946289105</c:v>
                </c:pt>
                <c:pt idx="6334">
                  <c:v>68.979820251464801</c:v>
                </c:pt>
                <c:pt idx="6335">
                  <c:v>69.043312072753906</c:v>
                </c:pt>
                <c:pt idx="6336">
                  <c:v>69.180763244628906</c:v>
                </c:pt>
                <c:pt idx="6337">
                  <c:v>69.172149658203097</c:v>
                </c:pt>
                <c:pt idx="6338">
                  <c:v>69.122169494628906</c:v>
                </c:pt>
                <c:pt idx="6339">
                  <c:v>69.0947265625</c:v>
                </c:pt>
                <c:pt idx="6340">
                  <c:v>69.028030395507798</c:v>
                </c:pt>
                <c:pt idx="6341">
                  <c:v>68.964889526367202</c:v>
                </c:pt>
                <c:pt idx="6342">
                  <c:v>68.951591491699205</c:v>
                </c:pt>
                <c:pt idx="6343">
                  <c:v>68.876480102539105</c:v>
                </c:pt>
                <c:pt idx="6344">
                  <c:v>68.856643676757798</c:v>
                </c:pt>
                <c:pt idx="6345">
                  <c:v>68.812049865722699</c:v>
                </c:pt>
                <c:pt idx="6346">
                  <c:v>68.825759887695298</c:v>
                </c:pt>
                <c:pt idx="6347">
                  <c:v>68.857925415039105</c:v>
                </c:pt>
                <c:pt idx="6348">
                  <c:v>68.860809326171903</c:v>
                </c:pt>
                <c:pt idx="6349">
                  <c:v>68.843399047851605</c:v>
                </c:pt>
                <c:pt idx="6350">
                  <c:v>68.868644714355497</c:v>
                </c:pt>
                <c:pt idx="6351">
                  <c:v>68.881690979003906</c:v>
                </c:pt>
                <c:pt idx="6352">
                  <c:v>68.842445373535199</c:v>
                </c:pt>
                <c:pt idx="6353">
                  <c:v>68.851379394531307</c:v>
                </c:pt>
                <c:pt idx="6354">
                  <c:v>68.849433898925795</c:v>
                </c:pt>
                <c:pt idx="6355">
                  <c:v>68.897872924804702</c:v>
                </c:pt>
                <c:pt idx="6356">
                  <c:v>68.888748168945298</c:v>
                </c:pt>
                <c:pt idx="6357">
                  <c:v>68.852195739746094</c:v>
                </c:pt>
                <c:pt idx="6358">
                  <c:v>68.879020690917997</c:v>
                </c:pt>
                <c:pt idx="6359">
                  <c:v>68.897552490234403</c:v>
                </c:pt>
                <c:pt idx="6360">
                  <c:v>68.867218017578097</c:v>
                </c:pt>
                <c:pt idx="6361">
                  <c:v>68.948837280273395</c:v>
                </c:pt>
                <c:pt idx="6362">
                  <c:v>69.056747436523395</c:v>
                </c:pt>
                <c:pt idx="6363">
                  <c:v>69.09619140625</c:v>
                </c:pt>
                <c:pt idx="6364">
                  <c:v>69.439048767089801</c:v>
                </c:pt>
                <c:pt idx="6365">
                  <c:v>69.986602783203097</c:v>
                </c:pt>
                <c:pt idx="6366">
                  <c:v>70.245750427246094</c:v>
                </c:pt>
                <c:pt idx="6367">
                  <c:v>70.332069396972699</c:v>
                </c:pt>
                <c:pt idx="6368">
                  <c:v>70.533210754394503</c:v>
                </c:pt>
                <c:pt idx="6369">
                  <c:v>70.641731262207003</c:v>
                </c:pt>
                <c:pt idx="6370">
                  <c:v>70.867881774902301</c:v>
                </c:pt>
                <c:pt idx="6371">
                  <c:v>71.242500305175795</c:v>
                </c:pt>
                <c:pt idx="6372">
                  <c:v>71.670318603515597</c:v>
                </c:pt>
                <c:pt idx="6373">
                  <c:v>71.889968872070298</c:v>
                </c:pt>
                <c:pt idx="6374">
                  <c:v>72.009819030761705</c:v>
                </c:pt>
                <c:pt idx="6375">
                  <c:v>72.081329345703097</c:v>
                </c:pt>
                <c:pt idx="6376">
                  <c:v>72.769187927246094</c:v>
                </c:pt>
                <c:pt idx="6377">
                  <c:v>73.514404296875</c:v>
                </c:pt>
                <c:pt idx="6378">
                  <c:v>73.984931945800795</c:v>
                </c:pt>
                <c:pt idx="6379">
                  <c:v>74.5042724609375</c:v>
                </c:pt>
                <c:pt idx="6380">
                  <c:v>74.964660644531307</c:v>
                </c:pt>
                <c:pt idx="6381">
                  <c:v>75.193275451660199</c:v>
                </c:pt>
                <c:pt idx="6382">
                  <c:v>75.306427001953097</c:v>
                </c:pt>
                <c:pt idx="6383">
                  <c:v>75.453636169433594</c:v>
                </c:pt>
                <c:pt idx="6384">
                  <c:v>75.603080749511705</c:v>
                </c:pt>
                <c:pt idx="6385">
                  <c:v>75.938812255859403</c:v>
                </c:pt>
                <c:pt idx="6386">
                  <c:v>76.296340942382798</c:v>
                </c:pt>
                <c:pt idx="6387">
                  <c:v>77.094062805175795</c:v>
                </c:pt>
                <c:pt idx="6388">
                  <c:v>77.788314819335895</c:v>
                </c:pt>
                <c:pt idx="6389">
                  <c:v>78.219146728515597</c:v>
                </c:pt>
                <c:pt idx="6390">
                  <c:v>78.456436157226605</c:v>
                </c:pt>
                <c:pt idx="6391">
                  <c:v>78.578155517578097</c:v>
                </c:pt>
                <c:pt idx="6392">
                  <c:v>78.640686035156307</c:v>
                </c:pt>
                <c:pt idx="6393">
                  <c:v>78.672790527343807</c:v>
                </c:pt>
                <c:pt idx="6394">
                  <c:v>78.689262390136705</c:v>
                </c:pt>
                <c:pt idx="6395">
                  <c:v>78.697738647460895</c:v>
                </c:pt>
                <c:pt idx="6396">
                  <c:v>78.702079772949205</c:v>
                </c:pt>
                <c:pt idx="6397">
                  <c:v>78.704315185546903</c:v>
                </c:pt>
                <c:pt idx="6398">
                  <c:v>78.705459594726605</c:v>
                </c:pt>
                <c:pt idx="6399">
                  <c:v>78.706047058105497</c:v>
                </c:pt>
                <c:pt idx="6400">
                  <c:v>78.706344604492202</c:v>
                </c:pt>
                <c:pt idx="6401">
                  <c:v>78.706504821777301</c:v>
                </c:pt>
                <c:pt idx="6402">
                  <c:v>78.706581115722699</c:v>
                </c:pt>
                <c:pt idx="6403">
                  <c:v>78.706619262695298</c:v>
                </c:pt>
                <c:pt idx="6404">
                  <c:v>78.706642150878906</c:v>
                </c:pt>
                <c:pt idx="6405">
                  <c:v>78.706657409667997</c:v>
                </c:pt>
                <c:pt idx="6406">
                  <c:v>78.706657409667997</c:v>
                </c:pt>
                <c:pt idx="6407">
                  <c:v>78.7066650390625</c:v>
                </c:pt>
                <c:pt idx="6408">
                  <c:v>78.7066650390625</c:v>
                </c:pt>
                <c:pt idx="6409">
                  <c:v>78.7066650390625</c:v>
                </c:pt>
                <c:pt idx="6410">
                  <c:v>78.7066650390625</c:v>
                </c:pt>
                <c:pt idx="6411">
                  <c:v>78.7066650390625</c:v>
                </c:pt>
                <c:pt idx="6412">
                  <c:v>78.7066650390625</c:v>
                </c:pt>
                <c:pt idx="6413">
                  <c:v>78.7066650390625</c:v>
                </c:pt>
                <c:pt idx="6414">
                  <c:v>78.7066650390625</c:v>
                </c:pt>
                <c:pt idx="6415">
                  <c:v>78.7066650390625</c:v>
                </c:pt>
                <c:pt idx="6416">
                  <c:v>78.7066650390625</c:v>
                </c:pt>
                <c:pt idx="6417">
                  <c:v>78.7066650390625</c:v>
                </c:pt>
                <c:pt idx="6418">
                  <c:v>78.706886291503906</c:v>
                </c:pt>
                <c:pt idx="6419">
                  <c:v>78.707313537597699</c:v>
                </c:pt>
                <c:pt idx="6420">
                  <c:v>78.707000732421903</c:v>
                </c:pt>
                <c:pt idx="6421">
                  <c:v>78.707275390625</c:v>
                </c:pt>
                <c:pt idx="6422">
                  <c:v>78.709587097167997</c:v>
                </c:pt>
                <c:pt idx="6423">
                  <c:v>78.711898803710895</c:v>
                </c:pt>
                <c:pt idx="6424">
                  <c:v>78.714622497558594</c:v>
                </c:pt>
                <c:pt idx="6425">
                  <c:v>78.741073608398395</c:v>
                </c:pt>
                <c:pt idx="6426">
                  <c:v>78.8681640625</c:v>
                </c:pt>
                <c:pt idx="6427">
                  <c:v>78.980911254882798</c:v>
                </c:pt>
                <c:pt idx="6428">
                  <c:v>79.110084533691406</c:v>
                </c:pt>
                <c:pt idx="6429">
                  <c:v>79.534202575683594</c:v>
                </c:pt>
                <c:pt idx="6430">
                  <c:v>79.615638732910199</c:v>
                </c:pt>
                <c:pt idx="6431">
                  <c:v>79.794189453125</c:v>
                </c:pt>
                <c:pt idx="6432">
                  <c:v>79.966384887695298</c:v>
                </c:pt>
                <c:pt idx="6433">
                  <c:v>80.3275146484375</c:v>
                </c:pt>
                <c:pt idx="6434">
                  <c:v>80.913055419921903</c:v>
                </c:pt>
                <c:pt idx="6435">
                  <c:v>81.364601135253906</c:v>
                </c:pt>
                <c:pt idx="6436">
                  <c:v>81.743034362792997</c:v>
                </c:pt>
                <c:pt idx="6437">
                  <c:v>82.002693176269503</c:v>
                </c:pt>
                <c:pt idx="6438">
                  <c:v>82.200851440429702</c:v>
                </c:pt>
                <c:pt idx="6439">
                  <c:v>82.619140625</c:v>
                </c:pt>
                <c:pt idx="6440">
                  <c:v>83.088294982910199</c:v>
                </c:pt>
                <c:pt idx="6441">
                  <c:v>83.335350036621094</c:v>
                </c:pt>
                <c:pt idx="6442">
                  <c:v>83.544754028320298</c:v>
                </c:pt>
                <c:pt idx="6443">
                  <c:v>83.722328186035199</c:v>
                </c:pt>
                <c:pt idx="6444">
                  <c:v>83.967224121093807</c:v>
                </c:pt>
                <c:pt idx="6445">
                  <c:v>84.216903686523395</c:v>
                </c:pt>
                <c:pt idx="6446">
                  <c:v>84.454429626464801</c:v>
                </c:pt>
                <c:pt idx="6447">
                  <c:v>84.717193603515597</c:v>
                </c:pt>
                <c:pt idx="6448">
                  <c:v>84.943054199218807</c:v>
                </c:pt>
                <c:pt idx="6449">
                  <c:v>85.130577087402301</c:v>
                </c:pt>
                <c:pt idx="6450">
                  <c:v>85.299545288085895</c:v>
                </c:pt>
                <c:pt idx="6451">
                  <c:v>85.365333557128906</c:v>
                </c:pt>
                <c:pt idx="6452">
                  <c:v>85.815780639648395</c:v>
                </c:pt>
                <c:pt idx="6453">
                  <c:v>85.956695556640597</c:v>
                </c:pt>
                <c:pt idx="6454">
                  <c:v>86.170509338378906</c:v>
                </c:pt>
                <c:pt idx="6455">
                  <c:v>86.425613403320298</c:v>
                </c:pt>
                <c:pt idx="6456">
                  <c:v>86.6932373046875</c:v>
                </c:pt>
                <c:pt idx="6457">
                  <c:v>87.005966186523395</c:v>
                </c:pt>
                <c:pt idx="6458">
                  <c:v>87.395545959472699</c:v>
                </c:pt>
                <c:pt idx="6459">
                  <c:v>87.635894775390597</c:v>
                </c:pt>
                <c:pt idx="6460">
                  <c:v>88.073585510253906</c:v>
                </c:pt>
                <c:pt idx="6461">
                  <c:v>88.304298400878906</c:v>
                </c:pt>
                <c:pt idx="6462">
                  <c:v>88.500167846679702</c:v>
                </c:pt>
                <c:pt idx="6463">
                  <c:v>88.846008300781307</c:v>
                </c:pt>
                <c:pt idx="6464">
                  <c:v>89.0452880859375</c:v>
                </c:pt>
                <c:pt idx="6465">
                  <c:v>89.037437438964801</c:v>
                </c:pt>
                <c:pt idx="6466">
                  <c:v>89.080131530761705</c:v>
                </c:pt>
                <c:pt idx="6467">
                  <c:v>89.241371154785199</c:v>
                </c:pt>
                <c:pt idx="6468">
                  <c:v>89.606330871582003</c:v>
                </c:pt>
                <c:pt idx="6469">
                  <c:v>89.839179992675795</c:v>
                </c:pt>
                <c:pt idx="6470">
                  <c:v>89.962814331054702</c:v>
                </c:pt>
                <c:pt idx="6471">
                  <c:v>90.200180053710895</c:v>
                </c:pt>
                <c:pt idx="6472">
                  <c:v>90.276329040527301</c:v>
                </c:pt>
                <c:pt idx="6473">
                  <c:v>90.611953735351605</c:v>
                </c:pt>
                <c:pt idx="6474">
                  <c:v>90.882751464843807</c:v>
                </c:pt>
                <c:pt idx="6475">
                  <c:v>91.036888122558594</c:v>
                </c:pt>
                <c:pt idx="6476">
                  <c:v>91.103050231933594</c:v>
                </c:pt>
                <c:pt idx="6477">
                  <c:v>91.251243591308594</c:v>
                </c:pt>
                <c:pt idx="6478">
                  <c:v>91.256790161132798</c:v>
                </c:pt>
                <c:pt idx="6479">
                  <c:v>91.219177246093807</c:v>
                </c:pt>
                <c:pt idx="6480">
                  <c:v>91.275520324707003</c:v>
                </c:pt>
                <c:pt idx="6481">
                  <c:v>91.335823059082003</c:v>
                </c:pt>
                <c:pt idx="6482">
                  <c:v>91.319717407226605</c:v>
                </c:pt>
                <c:pt idx="6483">
                  <c:v>91.164855957031307</c:v>
                </c:pt>
                <c:pt idx="6484">
                  <c:v>91.009094238281307</c:v>
                </c:pt>
                <c:pt idx="6485">
                  <c:v>90.882240295410199</c:v>
                </c:pt>
                <c:pt idx="6486">
                  <c:v>90.717071533203097</c:v>
                </c:pt>
                <c:pt idx="6487">
                  <c:v>90.622520446777301</c:v>
                </c:pt>
                <c:pt idx="6488">
                  <c:v>90.494285583496094</c:v>
                </c:pt>
                <c:pt idx="6489">
                  <c:v>90.415100097656307</c:v>
                </c:pt>
                <c:pt idx="6490">
                  <c:v>90.266075134277301</c:v>
                </c:pt>
                <c:pt idx="6491">
                  <c:v>90.146171569824205</c:v>
                </c:pt>
                <c:pt idx="6492">
                  <c:v>89.848960876464801</c:v>
                </c:pt>
                <c:pt idx="6493">
                  <c:v>89.694084167480497</c:v>
                </c:pt>
                <c:pt idx="6494">
                  <c:v>89.632438659667997</c:v>
                </c:pt>
                <c:pt idx="6495">
                  <c:v>89.270103454589801</c:v>
                </c:pt>
                <c:pt idx="6496">
                  <c:v>89.093765258789105</c:v>
                </c:pt>
                <c:pt idx="6497">
                  <c:v>88.950691223144503</c:v>
                </c:pt>
                <c:pt idx="6498">
                  <c:v>88.891761779785199</c:v>
                </c:pt>
                <c:pt idx="6499">
                  <c:v>88.738578796386705</c:v>
                </c:pt>
                <c:pt idx="6500">
                  <c:v>88.712570190429702</c:v>
                </c:pt>
                <c:pt idx="6501">
                  <c:v>88.675712585449205</c:v>
                </c:pt>
                <c:pt idx="6502">
                  <c:v>88.709739685058594</c:v>
                </c:pt>
                <c:pt idx="6503">
                  <c:v>88.675476074218807</c:v>
                </c:pt>
                <c:pt idx="6504">
                  <c:v>88.618095397949205</c:v>
                </c:pt>
                <c:pt idx="6505">
                  <c:v>88.553939819335895</c:v>
                </c:pt>
                <c:pt idx="6506">
                  <c:v>88.524436950683594</c:v>
                </c:pt>
                <c:pt idx="6507">
                  <c:v>88.517814636230497</c:v>
                </c:pt>
                <c:pt idx="6508">
                  <c:v>88.549354553222699</c:v>
                </c:pt>
                <c:pt idx="6509">
                  <c:v>88.486724853515597</c:v>
                </c:pt>
                <c:pt idx="6510">
                  <c:v>88.488822937011705</c:v>
                </c:pt>
                <c:pt idx="6511">
                  <c:v>88.5450439453125</c:v>
                </c:pt>
                <c:pt idx="6512">
                  <c:v>88.601188659667997</c:v>
                </c:pt>
                <c:pt idx="6513">
                  <c:v>88.679313659667997</c:v>
                </c:pt>
                <c:pt idx="6514">
                  <c:v>88.764404296875</c:v>
                </c:pt>
                <c:pt idx="6515">
                  <c:v>88.992500305175795</c:v>
                </c:pt>
                <c:pt idx="6516">
                  <c:v>89.164619445800795</c:v>
                </c:pt>
                <c:pt idx="6517">
                  <c:v>89.257186889648395</c:v>
                </c:pt>
                <c:pt idx="6518">
                  <c:v>89.454261779785199</c:v>
                </c:pt>
                <c:pt idx="6519">
                  <c:v>89.781929016113295</c:v>
                </c:pt>
                <c:pt idx="6520">
                  <c:v>89.981468200683594</c:v>
                </c:pt>
                <c:pt idx="6521">
                  <c:v>90.065299987792997</c:v>
                </c:pt>
                <c:pt idx="6522">
                  <c:v>90.094398498535199</c:v>
                </c:pt>
                <c:pt idx="6523">
                  <c:v>90.069038391113295</c:v>
                </c:pt>
                <c:pt idx="6524">
                  <c:v>90.101135253906307</c:v>
                </c:pt>
                <c:pt idx="6525">
                  <c:v>90.023994445800795</c:v>
                </c:pt>
                <c:pt idx="6526">
                  <c:v>90.032135009765597</c:v>
                </c:pt>
                <c:pt idx="6527">
                  <c:v>89.803459167480497</c:v>
                </c:pt>
                <c:pt idx="6528">
                  <c:v>89.680854797363295</c:v>
                </c:pt>
                <c:pt idx="6529">
                  <c:v>89.571105957031307</c:v>
                </c:pt>
                <c:pt idx="6530">
                  <c:v>89.437774658203097</c:v>
                </c:pt>
                <c:pt idx="6531">
                  <c:v>89.280426025390597</c:v>
                </c:pt>
                <c:pt idx="6532">
                  <c:v>89.164123535156307</c:v>
                </c:pt>
                <c:pt idx="6533">
                  <c:v>89.034996032714801</c:v>
                </c:pt>
                <c:pt idx="6534">
                  <c:v>89.011978149414105</c:v>
                </c:pt>
                <c:pt idx="6535">
                  <c:v>88.890586853027301</c:v>
                </c:pt>
                <c:pt idx="6536">
                  <c:v>88.840370178222699</c:v>
                </c:pt>
                <c:pt idx="6537">
                  <c:v>88.844787597656307</c:v>
                </c:pt>
                <c:pt idx="6538">
                  <c:v>88.769195556640597</c:v>
                </c:pt>
                <c:pt idx="6539">
                  <c:v>88.754798889160199</c:v>
                </c:pt>
                <c:pt idx="6540">
                  <c:v>88.732116699218807</c:v>
                </c:pt>
                <c:pt idx="6541">
                  <c:v>88.646995544433594</c:v>
                </c:pt>
                <c:pt idx="6542">
                  <c:v>88.678970336914105</c:v>
                </c:pt>
                <c:pt idx="6543">
                  <c:v>88.679718017578097</c:v>
                </c:pt>
                <c:pt idx="6544">
                  <c:v>88.689727783203097</c:v>
                </c:pt>
                <c:pt idx="6545">
                  <c:v>88.767868041992202</c:v>
                </c:pt>
                <c:pt idx="6546">
                  <c:v>88.811584472656307</c:v>
                </c:pt>
                <c:pt idx="6547">
                  <c:v>88.718978881835895</c:v>
                </c:pt>
                <c:pt idx="6548">
                  <c:v>88.701881408691406</c:v>
                </c:pt>
                <c:pt idx="6549">
                  <c:v>88.703079223632798</c:v>
                </c:pt>
                <c:pt idx="6550">
                  <c:v>88.715217590332003</c:v>
                </c:pt>
                <c:pt idx="6551">
                  <c:v>88.705184936523395</c:v>
                </c:pt>
                <c:pt idx="6552">
                  <c:v>88.728218078613295</c:v>
                </c:pt>
                <c:pt idx="6553">
                  <c:v>88.700302124023395</c:v>
                </c:pt>
                <c:pt idx="6554">
                  <c:v>88.619789123535199</c:v>
                </c:pt>
                <c:pt idx="6555">
                  <c:v>88.586799621582003</c:v>
                </c:pt>
                <c:pt idx="6556">
                  <c:v>88.568489074707003</c:v>
                </c:pt>
                <c:pt idx="6557">
                  <c:v>88.544326782226605</c:v>
                </c:pt>
                <c:pt idx="6558">
                  <c:v>88.518615722656307</c:v>
                </c:pt>
                <c:pt idx="6559">
                  <c:v>88.324546813964801</c:v>
                </c:pt>
                <c:pt idx="6560">
                  <c:v>88.387336730957003</c:v>
                </c:pt>
                <c:pt idx="6561">
                  <c:v>88.159339904785199</c:v>
                </c:pt>
                <c:pt idx="6562">
                  <c:v>88.190658569335895</c:v>
                </c:pt>
                <c:pt idx="6563">
                  <c:v>87.979965209960895</c:v>
                </c:pt>
                <c:pt idx="6564">
                  <c:v>87.881904602050795</c:v>
                </c:pt>
                <c:pt idx="6565">
                  <c:v>87.959022521972699</c:v>
                </c:pt>
                <c:pt idx="6566">
                  <c:v>87.931503295898395</c:v>
                </c:pt>
                <c:pt idx="6567">
                  <c:v>87.878799438476605</c:v>
                </c:pt>
                <c:pt idx="6568">
                  <c:v>87.779891967773395</c:v>
                </c:pt>
                <c:pt idx="6569">
                  <c:v>87.643379211425795</c:v>
                </c:pt>
                <c:pt idx="6570">
                  <c:v>87.358062744140597</c:v>
                </c:pt>
                <c:pt idx="6571">
                  <c:v>87.358337402343807</c:v>
                </c:pt>
                <c:pt idx="6572">
                  <c:v>87.391784667968807</c:v>
                </c:pt>
                <c:pt idx="6573">
                  <c:v>87.326599121093807</c:v>
                </c:pt>
                <c:pt idx="6574">
                  <c:v>87.075294494628906</c:v>
                </c:pt>
                <c:pt idx="6575">
                  <c:v>86.989807128906307</c:v>
                </c:pt>
                <c:pt idx="6576">
                  <c:v>87.089347839355497</c:v>
                </c:pt>
                <c:pt idx="6577">
                  <c:v>87.028968811035199</c:v>
                </c:pt>
                <c:pt idx="6578">
                  <c:v>87.0289306640625</c:v>
                </c:pt>
                <c:pt idx="6579">
                  <c:v>87.236869812011705</c:v>
                </c:pt>
                <c:pt idx="6580">
                  <c:v>87.216552734375</c:v>
                </c:pt>
                <c:pt idx="6581">
                  <c:v>87.167137145996094</c:v>
                </c:pt>
                <c:pt idx="6582">
                  <c:v>87.049392700195298</c:v>
                </c:pt>
                <c:pt idx="6583">
                  <c:v>87.148765563964801</c:v>
                </c:pt>
                <c:pt idx="6584">
                  <c:v>87.304527282714801</c:v>
                </c:pt>
                <c:pt idx="6585">
                  <c:v>87.284881591796903</c:v>
                </c:pt>
                <c:pt idx="6586">
                  <c:v>87.409461975097699</c:v>
                </c:pt>
                <c:pt idx="6587">
                  <c:v>87.389579772949205</c:v>
                </c:pt>
                <c:pt idx="6588">
                  <c:v>87.507987976074205</c:v>
                </c:pt>
                <c:pt idx="6589">
                  <c:v>87.607711791992202</c:v>
                </c:pt>
                <c:pt idx="6590">
                  <c:v>87.707527160644503</c:v>
                </c:pt>
                <c:pt idx="6591">
                  <c:v>87.810821533203097</c:v>
                </c:pt>
                <c:pt idx="6592">
                  <c:v>87.962608337402301</c:v>
                </c:pt>
                <c:pt idx="6593">
                  <c:v>87.797904968261705</c:v>
                </c:pt>
                <c:pt idx="6594">
                  <c:v>87.834510803222699</c:v>
                </c:pt>
                <c:pt idx="6595">
                  <c:v>87.807403564453097</c:v>
                </c:pt>
                <c:pt idx="6596">
                  <c:v>87.950569152832003</c:v>
                </c:pt>
                <c:pt idx="6597">
                  <c:v>87.927345275878906</c:v>
                </c:pt>
                <c:pt idx="6598">
                  <c:v>87.884971618652301</c:v>
                </c:pt>
                <c:pt idx="6599">
                  <c:v>87.931373596191406</c:v>
                </c:pt>
                <c:pt idx="6600">
                  <c:v>88.058326721191406</c:v>
                </c:pt>
                <c:pt idx="6601">
                  <c:v>88.013603210449205</c:v>
                </c:pt>
                <c:pt idx="6602">
                  <c:v>87.941207885742202</c:v>
                </c:pt>
                <c:pt idx="6603">
                  <c:v>88.017890930175795</c:v>
                </c:pt>
                <c:pt idx="6604">
                  <c:v>87.873733520507798</c:v>
                </c:pt>
                <c:pt idx="6605">
                  <c:v>87.814811706542997</c:v>
                </c:pt>
                <c:pt idx="6606">
                  <c:v>87.799827575683594</c:v>
                </c:pt>
                <c:pt idx="6607">
                  <c:v>87.747177124023395</c:v>
                </c:pt>
                <c:pt idx="6608">
                  <c:v>87.701271057128906</c:v>
                </c:pt>
                <c:pt idx="6609">
                  <c:v>87.543952941894503</c:v>
                </c:pt>
                <c:pt idx="6610">
                  <c:v>87.616317749023395</c:v>
                </c:pt>
                <c:pt idx="6611">
                  <c:v>87.494209289550795</c:v>
                </c:pt>
                <c:pt idx="6612">
                  <c:v>87.360610961914105</c:v>
                </c:pt>
                <c:pt idx="6613">
                  <c:v>87.282173156738295</c:v>
                </c:pt>
                <c:pt idx="6614">
                  <c:v>87.358833312988295</c:v>
                </c:pt>
                <c:pt idx="6615">
                  <c:v>87.191795349121094</c:v>
                </c:pt>
                <c:pt idx="6616">
                  <c:v>87.010681152343807</c:v>
                </c:pt>
                <c:pt idx="6617">
                  <c:v>87.073371887207003</c:v>
                </c:pt>
                <c:pt idx="6618">
                  <c:v>87.193771362304702</c:v>
                </c:pt>
                <c:pt idx="6619">
                  <c:v>87.132583618164105</c:v>
                </c:pt>
                <c:pt idx="6620">
                  <c:v>87.046569824218807</c:v>
                </c:pt>
                <c:pt idx="6621">
                  <c:v>87.013381958007798</c:v>
                </c:pt>
                <c:pt idx="6622">
                  <c:v>87.183349609375</c:v>
                </c:pt>
                <c:pt idx="6623">
                  <c:v>87.416358947753906</c:v>
                </c:pt>
                <c:pt idx="6624">
                  <c:v>87.616752624511705</c:v>
                </c:pt>
                <c:pt idx="6625">
                  <c:v>87.627601623535199</c:v>
                </c:pt>
                <c:pt idx="6626">
                  <c:v>87.706642150878906</c:v>
                </c:pt>
                <c:pt idx="6627">
                  <c:v>87.682449340820298</c:v>
                </c:pt>
                <c:pt idx="6628">
                  <c:v>87.958984375</c:v>
                </c:pt>
                <c:pt idx="6629">
                  <c:v>88.160552978515597</c:v>
                </c:pt>
                <c:pt idx="6630">
                  <c:v>88.252708435058594</c:v>
                </c:pt>
                <c:pt idx="6631">
                  <c:v>88.472076416015597</c:v>
                </c:pt>
                <c:pt idx="6632">
                  <c:v>88.600509643554702</c:v>
                </c:pt>
                <c:pt idx="6633">
                  <c:v>88.658668518066406</c:v>
                </c:pt>
                <c:pt idx="6634">
                  <c:v>88.888603210449205</c:v>
                </c:pt>
                <c:pt idx="6635">
                  <c:v>88.946212768554702</c:v>
                </c:pt>
                <c:pt idx="6636">
                  <c:v>88.947685241699205</c:v>
                </c:pt>
                <c:pt idx="6637">
                  <c:v>89.186332702636705</c:v>
                </c:pt>
                <c:pt idx="6638">
                  <c:v>89.356826782226605</c:v>
                </c:pt>
                <c:pt idx="6639">
                  <c:v>89.475273132324205</c:v>
                </c:pt>
                <c:pt idx="6640">
                  <c:v>89.843315124511705</c:v>
                </c:pt>
                <c:pt idx="6641">
                  <c:v>89.910430908203097</c:v>
                </c:pt>
                <c:pt idx="6642">
                  <c:v>90.024475097656307</c:v>
                </c:pt>
                <c:pt idx="6643">
                  <c:v>90.273773193359403</c:v>
                </c:pt>
                <c:pt idx="6644">
                  <c:v>90.410804748535199</c:v>
                </c:pt>
                <c:pt idx="6645">
                  <c:v>90.538810729980497</c:v>
                </c:pt>
                <c:pt idx="6646">
                  <c:v>90.826667785644503</c:v>
                </c:pt>
                <c:pt idx="6647">
                  <c:v>90.961891174316406</c:v>
                </c:pt>
                <c:pt idx="6648">
                  <c:v>90.809532165527301</c:v>
                </c:pt>
                <c:pt idx="6649">
                  <c:v>91.184638977050795</c:v>
                </c:pt>
                <c:pt idx="6650">
                  <c:v>91.4755859375</c:v>
                </c:pt>
                <c:pt idx="6651">
                  <c:v>91.732612609863295</c:v>
                </c:pt>
                <c:pt idx="6652">
                  <c:v>92.012733459472699</c:v>
                </c:pt>
                <c:pt idx="6653">
                  <c:v>92.188514709472699</c:v>
                </c:pt>
                <c:pt idx="6654">
                  <c:v>92.278282165527301</c:v>
                </c:pt>
                <c:pt idx="6655">
                  <c:v>92.410087585449205</c:v>
                </c:pt>
                <c:pt idx="6656">
                  <c:v>92.777870178222699</c:v>
                </c:pt>
                <c:pt idx="6657">
                  <c:v>93.120010375976605</c:v>
                </c:pt>
                <c:pt idx="6658">
                  <c:v>93.327629089355497</c:v>
                </c:pt>
                <c:pt idx="6659">
                  <c:v>93.781410217285199</c:v>
                </c:pt>
                <c:pt idx="6660">
                  <c:v>94.138160705566406</c:v>
                </c:pt>
                <c:pt idx="6661">
                  <c:v>94.565742492675795</c:v>
                </c:pt>
                <c:pt idx="6662">
                  <c:v>94.835395812988295</c:v>
                </c:pt>
                <c:pt idx="6663">
                  <c:v>95.116691589355497</c:v>
                </c:pt>
                <c:pt idx="6664">
                  <c:v>95.165725708007798</c:v>
                </c:pt>
                <c:pt idx="6665">
                  <c:v>95.531440734863295</c:v>
                </c:pt>
                <c:pt idx="6666">
                  <c:v>95.927062988281307</c:v>
                </c:pt>
                <c:pt idx="6667">
                  <c:v>96.375068664550795</c:v>
                </c:pt>
                <c:pt idx="6668">
                  <c:v>96.520103454589801</c:v>
                </c:pt>
                <c:pt idx="6669">
                  <c:v>96.695571899414105</c:v>
                </c:pt>
                <c:pt idx="6670">
                  <c:v>96.988258361816406</c:v>
                </c:pt>
                <c:pt idx="6671">
                  <c:v>97.193634033203097</c:v>
                </c:pt>
                <c:pt idx="6672">
                  <c:v>97.508850097656307</c:v>
                </c:pt>
                <c:pt idx="6673">
                  <c:v>97.800346374511705</c:v>
                </c:pt>
                <c:pt idx="6674">
                  <c:v>98.064598083496094</c:v>
                </c:pt>
                <c:pt idx="6675">
                  <c:v>98.325279235839801</c:v>
                </c:pt>
                <c:pt idx="6676">
                  <c:v>98.595878601074205</c:v>
                </c:pt>
                <c:pt idx="6677">
                  <c:v>98.857048034667997</c:v>
                </c:pt>
                <c:pt idx="6678">
                  <c:v>99.340843200683594</c:v>
                </c:pt>
                <c:pt idx="6679">
                  <c:v>99.75244140625</c:v>
                </c:pt>
                <c:pt idx="6680">
                  <c:v>100.23122406005901</c:v>
                </c:pt>
                <c:pt idx="6681">
                  <c:v>100.548583984375</c:v>
                </c:pt>
                <c:pt idx="6682">
                  <c:v>100.542854309082</c:v>
                </c:pt>
                <c:pt idx="6683">
                  <c:v>100.697128295898</c:v>
                </c:pt>
                <c:pt idx="6684">
                  <c:v>100.983352661133</c:v>
                </c:pt>
                <c:pt idx="6685">
                  <c:v>101.260200500488</c:v>
                </c:pt>
                <c:pt idx="6686">
                  <c:v>101.49584197998</c:v>
                </c:pt>
                <c:pt idx="6687">
                  <c:v>101.63169097900401</c:v>
                </c:pt>
                <c:pt idx="6688">
                  <c:v>101.674613952637</c:v>
                </c:pt>
                <c:pt idx="6689">
                  <c:v>101.712860107422</c:v>
                </c:pt>
                <c:pt idx="6690">
                  <c:v>101.76319885253901</c:v>
                </c:pt>
                <c:pt idx="6691">
                  <c:v>101.765190124512</c:v>
                </c:pt>
                <c:pt idx="6692">
                  <c:v>101.726287841797</c:v>
                </c:pt>
                <c:pt idx="6693">
                  <c:v>101.80680847168</c:v>
                </c:pt>
                <c:pt idx="6694">
                  <c:v>101.92071533203099</c:v>
                </c:pt>
                <c:pt idx="6695">
                  <c:v>101.95794677734401</c:v>
                </c:pt>
                <c:pt idx="6696">
                  <c:v>101.84691619873</c:v>
                </c:pt>
                <c:pt idx="6697">
                  <c:v>102.01519775390599</c:v>
                </c:pt>
                <c:pt idx="6698">
                  <c:v>102.23770141601599</c:v>
                </c:pt>
                <c:pt idx="6699">
                  <c:v>102.19034576416</c:v>
                </c:pt>
                <c:pt idx="6700">
                  <c:v>102.40470123291</c:v>
                </c:pt>
                <c:pt idx="6701">
                  <c:v>102.66521453857401</c:v>
                </c:pt>
                <c:pt idx="6702">
                  <c:v>102.946166992188</c:v>
                </c:pt>
                <c:pt idx="6703">
                  <c:v>102.991806030273</c:v>
                </c:pt>
                <c:pt idx="6704">
                  <c:v>103.196044921875</c:v>
                </c:pt>
                <c:pt idx="6705">
                  <c:v>103.326705932617</c:v>
                </c:pt>
                <c:pt idx="6706">
                  <c:v>103.594047546387</c:v>
                </c:pt>
                <c:pt idx="6707">
                  <c:v>103.772590637207</c:v>
                </c:pt>
                <c:pt idx="6708">
                  <c:v>103.980438232422</c:v>
                </c:pt>
                <c:pt idx="6709">
                  <c:v>104.04833984375</c:v>
                </c:pt>
                <c:pt idx="6710">
                  <c:v>104.06761932373</c:v>
                </c:pt>
                <c:pt idx="6711">
                  <c:v>104.026580810547</c:v>
                </c:pt>
                <c:pt idx="6712">
                  <c:v>104.124618530273</c:v>
                </c:pt>
                <c:pt idx="6713">
                  <c:v>104.288619995117</c:v>
                </c:pt>
                <c:pt idx="6714">
                  <c:v>104.43717956543</c:v>
                </c:pt>
                <c:pt idx="6715">
                  <c:v>104.50066375732401</c:v>
                </c:pt>
                <c:pt idx="6716">
                  <c:v>104.555229187012</c:v>
                </c:pt>
                <c:pt idx="6717">
                  <c:v>104.65969085693401</c:v>
                </c:pt>
                <c:pt idx="6718">
                  <c:v>104.72288513183599</c:v>
                </c:pt>
                <c:pt idx="6719">
                  <c:v>104.755989074707</c:v>
                </c:pt>
                <c:pt idx="6720">
                  <c:v>104.773109436035</c:v>
                </c:pt>
                <c:pt idx="6721">
                  <c:v>104.781898498535</c:v>
                </c:pt>
                <c:pt idx="6722">
                  <c:v>104.786415100098</c:v>
                </c:pt>
                <c:pt idx="6723">
                  <c:v>104.78872680664099</c:v>
                </c:pt>
                <c:pt idx="6724">
                  <c:v>104.789916992188</c:v>
                </c:pt>
                <c:pt idx="6725">
                  <c:v>104.79052734375</c:v>
                </c:pt>
                <c:pt idx="6726">
                  <c:v>104.79084014892599</c:v>
                </c:pt>
                <c:pt idx="6727">
                  <c:v>104.791007995605</c:v>
                </c:pt>
                <c:pt idx="6728">
                  <c:v>104.79108428955099</c:v>
                </c:pt>
                <c:pt idx="6729">
                  <c:v>104.791130065918</c:v>
                </c:pt>
                <c:pt idx="6730">
                  <c:v>104.791152954102</c:v>
                </c:pt>
                <c:pt idx="6731">
                  <c:v>104.79116058349599</c:v>
                </c:pt>
                <c:pt idx="6732">
                  <c:v>104.79116821289099</c:v>
                </c:pt>
                <c:pt idx="6733">
                  <c:v>104.79116821289099</c:v>
                </c:pt>
                <c:pt idx="6734">
                  <c:v>104.791175842285</c:v>
                </c:pt>
                <c:pt idx="6735">
                  <c:v>104.791175842285</c:v>
                </c:pt>
                <c:pt idx="6736">
                  <c:v>104.791175842285</c:v>
                </c:pt>
                <c:pt idx="6737">
                  <c:v>104.791175842285</c:v>
                </c:pt>
                <c:pt idx="6738">
                  <c:v>104.791175842285</c:v>
                </c:pt>
                <c:pt idx="6739">
                  <c:v>104.791175842285</c:v>
                </c:pt>
                <c:pt idx="6740">
                  <c:v>104.791175842285</c:v>
                </c:pt>
                <c:pt idx="6741">
                  <c:v>104.791175842285</c:v>
                </c:pt>
                <c:pt idx="6742">
                  <c:v>104.791175842285</c:v>
                </c:pt>
                <c:pt idx="6743">
                  <c:v>104.791175842285</c:v>
                </c:pt>
                <c:pt idx="6744">
                  <c:v>105.65134429931599</c:v>
                </c:pt>
                <c:pt idx="6745">
                  <c:v>105.44814300537099</c:v>
                </c:pt>
                <c:pt idx="6746">
                  <c:v>105.707138061523</c:v>
                </c:pt>
                <c:pt idx="6747">
                  <c:v>107.421798706055</c:v>
                </c:pt>
                <c:pt idx="6748">
                  <c:v>108.124885559082</c:v>
                </c:pt>
                <c:pt idx="6749">
                  <c:v>108.542114257813</c:v>
                </c:pt>
                <c:pt idx="6750">
                  <c:v>109.151489257813</c:v>
                </c:pt>
                <c:pt idx="6751">
                  <c:v>109.505912780762</c:v>
                </c:pt>
                <c:pt idx="6752">
                  <c:v>109.694213867188</c:v>
                </c:pt>
                <c:pt idx="6753">
                  <c:v>109.80361175537099</c:v>
                </c:pt>
                <c:pt idx="6754">
                  <c:v>109.839950561523</c:v>
                </c:pt>
                <c:pt idx="6755">
                  <c:v>109.927627563477</c:v>
                </c:pt>
                <c:pt idx="6756">
                  <c:v>109.90867614746099</c:v>
                </c:pt>
                <c:pt idx="6757">
                  <c:v>109.98950958252</c:v>
                </c:pt>
                <c:pt idx="6758">
                  <c:v>110.114151000977</c:v>
                </c:pt>
                <c:pt idx="6759">
                  <c:v>110.26792144775401</c:v>
                </c:pt>
                <c:pt idx="6760">
                  <c:v>110.35733795166</c:v>
                </c:pt>
                <c:pt idx="6761">
                  <c:v>110.309051513672</c:v>
                </c:pt>
                <c:pt idx="6762">
                  <c:v>110.417854309082</c:v>
                </c:pt>
                <c:pt idx="6763">
                  <c:v>110.41227722168</c:v>
                </c:pt>
                <c:pt idx="6764">
                  <c:v>110.49740600585901</c:v>
                </c:pt>
                <c:pt idx="6765">
                  <c:v>110.526779174805</c:v>
                </c:pt>
                <c:pt idx="6766">
                  <c:v>110.598770141602</c:v>
                </c:pt>
                <c:pt idx="6767">
                  <c:v>110.866325378418</c:v>
                </c:pt>
                <c:pt idx="6768">
                  <c:v>111.060188293457</c:v>
                </c:pt>
                <c:pt idx="6769">
                  <c:v>111.084228515625</c:v>
                </c:pt>
                <c:pt idx="6770">
                  <c:v>111.133262634277</c:v>
                </c:pt>
                <c:pt idx="6771">
                  <c:v>111.257049560547</c:v>
                </c:pt>
                <c:pt idx="6772">
                  <c:v>111.187057495117</c:v>
                </c:pt>
                <c:pt idx="6773">
                  <c:v>111.229858398438</c:v>
                </c:pt>
                <c:pt idx="6774">
                  <c:v>111.338081359863</c:v>
                </c:pt>
                <c:pt idx="6775">
                  <c:v>111.411026000977</c:v>
                </c:pt>
                <c:pt idx="6776">
                  <c:v>111.62001800537099</c:v>
                </c:pt>
                <c:pt idx="6777">
                  <c:v>111.914680480957</c:v>
                </c:pt>
                <c:pt idx="6778">
                  <c:v>112.30770874023401</c:v>
                </c:pt>
                <c:pt idx="6779">
                  <c:v>112.78289794921901</c:v>
                </c:pt>
                <c:pt idx="6780">
                  <c:v>112.76326751709</c:v>
                </c:pt>
                <c:pt idx="6781">
                  <c:v>112.83374786377</c:v>
                </c:pt>
                <c:pt idx="6782">
                  <c:v>113.13507843017599</c:v>
                </c:pt>
                <c:pt idx="6783">
                  <c:v>113.69940185546901</c:v>
                </c:pt>
                <c:pt idx="6784">
                  <c:v>114.121391296387</c:v>
                </c:pt>
                <c:pt idx="6785">
                  <c:v>114.575401306152</c:v>
                </c:pt>
                <c:pt idx="6786">
                  <c:v>114.657279968262</c:v>
                </c:pt>
                <c:pt idx="6787">
                  <c:v>114.84255218505901</c:v>
                </c:pt>
                <c:pt idx="6788">
                  <c:v>115.030281066895</c:v>
                </c:pt>
                <c:pt idx="6789">
                  <c:v>115.187149047852</c:v>
                </c:pt>
                <c:pt idx="6790">
                  <c:v>115.645942687988</c:v>
                </c:pt>
                <c:pt idx="6791">
                  <c:v>116.00757598877</c:v>
                </c:pt>
                <c:pt idx="6792">
                  <c:v>116.22135925293</c:v>
                </c:pt>
                <c:pt idx="6793">
                  <c:v>116.357208251953</c:v>
                </c:pt>
                <c:pt idx="6794">
                  <c:v>116.68190002441401</c:v>
                </c:pt>
                <c:pt idx="6795">
                  <c:v>116.793907165527</c:v>
                </c:pt>
                <c:pt idx="6796">
                  <c:v>116.929008483887</c:v>
                </c:pt>
                <c:pt idx="6797">
                  <c:v>117.12490081787099</c:v>
                </c:pt>
                <c:pt idx="6798">
                  <c:v>117.312858581543</c:v>
                </c:pt>
                <c:pt idx="6799">
                  <c:v>117.46360778808599</c:v>
                </c:pt>
                <c:pt idx="6800">
                  <c:v>117.63687133789099</c:v>
                </c:pt>
                <c:pt idx="6801">
                  <c:v>117.727378845215</c:v>
                </c:pt>
                <c:pt idx="6802">
                  <c:v>117.92385101318401</c:v>
                </c:pt>
                <c:pt idx="6803">
                  <c:v>118.096298217773</c:v>
                </c:pt>
                <c:pt idx="6804">
                  <c:v>118.129913330078</c:v>
                </c:pt>
                <c:pt idx="6805">
                  <c:v>118.338836669922</c:v>
                </c:pt>
                <c:pt idx="6806">
                  <c:v>118.62908935546901</c:v>
                </c:pt>
                <c:pt idx="6807">
                  <c:v>118.88677978515599</c:v>
                </c:pt>
                <c:pt idx="6808">
                  <c:v>118.97771453857401</c:v>
                </c:pt>
                <c:pt idx="6809">
                  <c:v>119.13046264648401</c:v>
                </c:pt>
                <c:pt idx="6810">
                  <c:v>119.32138061523401</c:v>
                </c:pt>
                <c:pt idx="6811">
                  <c:v>119.551872253418</c:v>
                </c:pt>
                <c:pt idx="6812">
                  <c:v>119.62582397460901</c:v>
                </c:pt>
                <c:pt idx="6813">
                  <c:v>119.480018615723</c:v>
                </c:pt>
                <c:pt idx="6814">
                  <c:v>119.47080230712901</c:v>
                </c:pt>
                <c:pt idx="6815">
                  <c:v>119.62255859375</c:v>
                </c:pt>
                <c:pt idx="6816">
                  <c:v>120.197715759277</c:v>
                </c:pt>
                <c:pt idx="6817">
                  <c:v>120.657501220703</c:v>
                </c:pt>
                <c:pt idx="6818">
                  <c:v>120.66813659668</c:v>
                </c:pt>
                <c:pt idx="6819">
                  <c:v>120.857040405273</c:v>
                </c:pt>
                <c:pt idx="6820">
                  <c:v>121.018844604492</c:v>
                </c:pt>
                <c:pt idx="6821">
                  <c:v>121.13825225830099</c:v>
                </c:pt>
                <c:pt idx="6822">
                  <c:v>121.209358215332</c:v>
                </c:pt>
                <c:pt idx="6823">
                  <c:v>121.24244689941401</c:v>
                </c:pt>
                <c:pt idx="6824">
                  <c:v>121.58156585693401</c:v>
                </c:pt>
                <c:pt idx="6825">
                  <c:v>121.62393951416</c:v>
                </c:pt>
                <c:pt idx="6826">
                  <c:v>121.72087860107401</c:v>
                </c:pt>
                <c:pt idx="6827">
                  <c:v>121.737739562988</c:v>
                </c:pt>
                <c:pt idx="6828">
                  <c:v>121.810684204102</c:v>
                </c:pt>
                <c:pt idx="6829">
                  <c:v>122.00836944580099</c:v>
                </c:pt>
                <c:pt idx="6830">
                  <c:v>122.29719543457</c:v>
                </c:pt>
                <c:pt idx="6831">
                  <c:v>122.38646697998</c:v>
                </c:pt>
                <c:pt idx="6832">
                  <c:v>122.283813476563</c:v>
                </c:pt>
                <c:pt idx="6833">
                  <c:v>122.40842437744099</c:v>
                </c:pt>
                <c:pt idx="6834">
                  <c:v>122.538864135742</c:v>
                </c:pt>
                <c:pt idx="6835">
                  <c:v>122.68051910400401</c:v>
                </c:pt>
                <c:pt idx="6836">
                  <c:v>122.735877990723</c:v>
                </c:pt>
                <c:pt idx="6837">
                  <c:v>122.808952331543</c:v>
                </c:pt>
                <c:pt idx="6838">
                  <c:v>122.87172698974599</c:v>
                </c:pt>
                <c:pt idx="6839">
                  <c:v>122.789512634277</c:v>
                </c:pt>
                <c:pt idx="6840">
                  <c:v>122.85374450683599</c:v>
                </c:pt>
                <c:pt idx="6841">
                  <c:v>122.75888824462901</c:v>
                </c:pt>
                <c:pt idx="6842">
                  <c:v>122.80910491943401</c:v>
                </c:pt>
                <c:pt idx="6843">
                  <c:v>122.88510894775401</c:v>
                </c:pt>
                <c:pt idx="6844">
                  <c:v>123.135177612305</c:v>
                </c:pt>
                <c:pt idx="6845">
                  <c:v>123.17001342773401</c:v>
                </c:pt>
                <c:pt idx="6846">
                  <c:v>123.12376403808599</c:v>
                </c:pt>
                <c:pt idx="6847">
                  <c:v>123.105094909668</c:v>
                </c:pt>
                <c:pt idx="6848">
                  <c:v>123.287971496582</c:v>
                </c:pt>
                <c:pt idx="6849">
                  <c:v>123.263427734375</c:v>
                </c:pt>
                <c:pt idx="6850">
                  <c:v>123.24762725830099</c:v>
                </c:pt>
                <c:pt idx="6851">
                  <c:v>123.340545654297</c:v>
                </c:pt>
                <c:pt idx="6852">
                  <c:v>123.41926574707</c:v>
                </c:pt>
                <c:pt idx="6853">
                  <c:v>123.30487060546901</c:v>
                </c:pt>
                <c:pt idx="6854">
                  <c:v>123.38933563232401</c:v>
                </c:pt>
                <c:pt idx="6855">
                  <c:v>123.534591674805</c:v>
                </c:pt>
                <c:pt idx="6856">
                  <c:v>123.512664794922</c:v>
                </c:pt>
                <c:pt idx="6857">
                  <c:v>123.63742828369099</c:v>
                </c:pt>
                <c:pt idx="6858">
                  <c:v>123.501182556152</c:v>
                </c:pt>
                <c:pt idx="6859">
                  <c:v>123.490928649902</c:v>
                </c:pt>
                <c:pt idx="6860">
                  <c:v>123.504989624023</c:v>
                </c:pt>
                <c:pt idx="6861">
                  <c:v>123.58404541015599</c:v>
                </c:pt>
                <c:pt idx="6862">
                  <c:v>123.60604095459</c:v>
                </c:pt>
                <c:pt idx="6863">
                  <c:v>123.57794952392599</c:v>
                </c:pt>
                <c:pt idx="6864">
                  <c:v>123.47443389892599</c:v>
                </c:pt>
                <c:pt idx="6865">
                  <c:v>123.249885559082</c:v>
                </c:pt>
                <c:pt idx="6866">
                  <c:v>123.144744873047</c:v>
                </c:pt>
                <c:pt idx="6867">
                  <c:v>123.00820159912099</c:v>
                </c:pt>
                <c:pt idx="6868">
                  <c:v>122.902221679688</c:v>
                </c:pt>
                <c:pt idx="6869">
                  <c:v>122.855682373047</c:v>
                </c:pt>
                <c:pt idx="6870">
                  <c:v>122.741050720215</c:v>
                </c:pt>
                <c:pt idx="6871">
                  <c:v>122.49819946289099</c:v>
                </c:pt>
                <c:pt idx="6872">
                  <c:v>122.154327392578</c:v>
                </c:pt>
                <c:pt idx="6873">
                  <c:v>121.88575744628901</c:v>
                </c:pt>
                <c:pt idx="6874">
                  <c:v>121.712837219238</c:v>
                </c:pt>
                <c:pt idx="6875">
                  <c:v>121.53190612793</c:v>
                </c:pt>
                <c:pt idx="6876">
                  <c:v>121.373397827148</c:v>
                </c:pt>
                <c:pt idx="6877">
                  <c:v>121.27780914306599</c:v>
                </c:pt>
                <c:pt idx="6878">
                  <c:v>121.13079071044901</c:v>
                </c:pt>
                <c:pt idx="6879">
                  <c:v>120.988807678223</c:v>
                </c:pt>
                <c:pt idx="6880">
                  <c:v>120.969482421875</c:v>
                </c:pt>
                <c:pt idx="6881">
                  <c:v>120.62589263916</c:v>
                </c:pt>
                <c:pt idx="6882">
                  <c:v>120.24730682373</c:v>
                </c:pt>
                <c:pt idx="6883">
                  <c:v>119.983390808105</c:v>
                </c:pt>
                <c:pt idx="6884">
                  <c:v>119.78150939941401</c:v>
                </c:pt>
                <c:pt idx="6885">
                  <c:v>119.898231506348</c:v>
                </c:pt>
                <c:pt idx="6886">
                  <c:v>119.894325256348</c:v>
                </c:pt>
                <c:pt idx="6887">
                  <c:v>119.813125610352</c:v>
                </c:pt>
                <c:pt idx="6888">
                  <c:v>119.964218139648</c:v>
                </c:pt>
                <c:pt idx="6889">
                  <c:v>119.82611083984401</c:v>
                </c:pt>
                <c:pt idx="6890">
                  <c:v>119.804801940918</c:v>
                </c:pt>
                <c:pt idx="6891">
                  <c:v>119.661979675293</c:v>
                </c:pt>
                <c:pt idx="6892">
                  <c:v>119.532516479492</c:v>
                </c:pt>
                <c:pt idx="6893">
                  <c:v>119.672233581543</c:v>
                </c:pt>
                <c:pt idx="6894">
                  <c:v>119.855949401855</c:v>
                </c:pt>
                <c:pt idx="6895">
                  <c:v>119.736785888672</c:v>
                </c:pt>
                <c:pt idx="6896">
                  <c:v>119.725051879883</c:v>
                </c:pt>
                <c:pt idx="6897">
                  <c:v>119.719192504883</c:v>
                </c:pt>
                <c:pt idx="6898">
                  <c:v>119.703453063965</c:v>
                </c:pt>
                <c:pt idx="6899">
                  <c:v>119.527885437012</c:v>
                </c:pt>
                <c:pt idx="6900">
                  <c:v>119.463790893555</c:v>
                </c:pt>
                <c:pt idx="6901">
                  <c:v>119.448043823242</c:v>
                </c:pt>
                <c:pt idx="6902">
                  <c:v>119.484268188477</c:v>
                </c:pt>
                <c:pt idx="6903">
                  <c:v>119.50563049316401</c:v>
                </c:pt>
                <c:pt idx="6904">
                  <c:v>119.40773010253901</c:v>
                </c:pt>
                <c:pt idx="6905">
                  <c:v>119.42018127441401</c:v>
                </c:pt>
                <c:pt idx="6906">
                  <c:v>119.37135314941401</c:v>
                </c:pt>
                <c:pt idx="6907">
                  <c:v>119.30573272705099</c:v>
                </c:pt>
                <c:pt idx="6908">
                  <c:v>119.10129547119099</c:v>
                </c:pt>
                <c:pt idx="6909">
                  <c:v>118.93479919433599</c:v>
                </c:pt>
                <c:pt idx="6910">
                  <c:v>118.70263671875</c:v>
                </c:pt>
                <c:pt idx="6911">
                  <c:v>118.32981109619099</c:v>
                </c:pt>
                <c:pt idx="6912">
                  <c:v>118.112663269043</c:v>
                </c:pt>
                <c:pt idx="6913">
                  <c:v>117.98471832275401</c:v>
                </c:pt>
                <c:pt idx="6914">
                  <c:v>117.883422851563</c:v>
                </c:pt>
                <c:pt idx="6915">
                  <c:v>117.780632019043</c:v>
                </c:pt>
                <c:pt idx="6916">
                  <c:v>117.63632965087901</c:v>
                </c:pt>
                <c:pt idx="6917">
                  <c:v>117.481567382813</c:v>
                </c:pt>
                <c:pt idx="6918">
                  <c:v>117.322372436523</c:v>
                </c:pt>
                <c:pt idx="6919">
                  <c:v>117.130821228027</c:v>
                </c:pt>
                <c:pt idx="6920">
                  <c:v>116.896072387695</c:v>
                </c:pt>
                <c:pt idx="6921">
                  <c:v>116.665573120117</c:v>
                </c:pt>
                <c:pt idx="6922">
                  <c:v>116.518997192383</c:v>
                </c:pt>
                <c:pt idx="6923">
                  <c:v>116.360389709473</c:v>
                </c:pt>
                <c:pt idx="6924">
                  <c:v>116.181365966797</c:v>
                </c:pt>
                <c:pt idx="6925">
                  <c:v>115.89902496337901</c:v>
                </c:pt>
                <c:pt idx="6926">
                  <c:v>115.70758056640599</c:v>
                </c:pt>
                <c:pt idx="6927">
                  <c:v>115.527961730957</c:v>
                </c:pt>
                <c:pt idx="6928">
                  <c:v>115.310829162598</c:v>
                </c:pt>
                <c:pt idx="6929">
                  <c:v>115.11468505859401</c:v>
                </c:pt>
                <c:pt idx="6930">
                  <c:v>114.93913269043</c:v>
                </c:pt>
                <c:pt idx="6931">
                  <c:v>114.82307434082</c:v>
                </c:pt>
                <c:pt idx="6932">
                  <c:v>114.760604858398</c:v>
                </c:pt>
                <c:pt idx="6933">
                  <c:v>114.684646606445</c:v>
                </c:pt>
                <c:pt idx="6934">
                  <c:v>114.634895324707</c:v>
                </c:pt>
                <c:pt idx="6935">
                  <c:v>114.50772857666</c:v>
                </c:pt>
                <c:pt idx="6936">
                  <c:v>114.467559814453</c:v>
                </c:pt>
                <c:pt idx="6937">
                  <c:v>114.386428833008</c:v>
                </c:pt>
                <c:pt idx="6938">
                  <c:v>114.36447906494099</c:v>
                </c:pt>
                <c:pt idx="6939">
                  <c:v>114.38376617431599</c:v>
                </c:pt>
                <c:pt idx="6940">
                  <c:v>114.368927001953</c:v>
                </c:pt>
                <c:pt idx="6941">
                  <c:v>114.387496948242</c:v>
                </c:pt>
                <c:pt idx="6942">
                  <c:v>114.29254913330099</c:v>
                </c:pt>
                <c:pt idx="6943">
                  <c:v>114.32460784912099</c:v>
                </c:pt>
                <c:pt idx="6944">
                  <c:v>114.34405517578099</c:v>
                </c:pt>
                <c:pt idx="6945">
                  <c:v>114.40266418457</c:v>
                </c:pt>
                <c:pt idx="6946">
                  <c:v>114.48052978515599</c:v>
                </c:pt>
                <c:pt idx="6947">
                  <c:v>114.773796081543</c:v>
                </c:pt>
                <c:pt idx="6948">
                  <c:v>114.954055786133</c:v>
                </c:pt>
                <c:pt idx="6949">
                  <c:v>115.34278869628901</c:v>
                </c:pt>
                <c:pt idx="6950">
                  <c:v>115.71759796142599</c:v>
                </c:pt>
                <c:pt idx="6951">
                  <c:v>115.84455871582</c:v>
                </c:pt>
                <c:pt idx="6952">
                  <c:v>116.027351379395</c:v>
                </c:pt>
                <c:pt idx="6953">
                  <c:v>116.01278686523401</c:v>
                </c:pt>
                <c:pt idx="6954">
                  <c:v>116.105422973633</c:v>
                </c:pt>
                <c:pt idx="6955">
                  <c:v>116.320419311523</c:v>
                </c:pt>
                <c:pt idx="6956">
                  <c:v>116.410034179688</c:v>
                </c:pt>
                <c:pt idx="6957">
                  <c:v>116.653770446777</c:v>
                </c:pt>
                <c:pt idx="6958">
                  <c:v>116.893516540527</c:v>
                </c:pt>
                <c:pt idx="6959">
                  <c:v>117.029487609863</c:v>
                </c:pt>
                <c:pt idx="6960">
                  <c:v>117.10546875</c:v>
                </c:pt>
                <c:pt idx="6961">
                  <c:v>117.19760894775401</c:v>
                </c:pt>
                <c:pt idx="6962">
                  <c:v>117.218139648438</c:v>
                </c:pt>
                <c:pt idx="6963">
                  <c:v>117.219291687012</c:v>
                </c:pt>
                <c:pt idx="6964">
                  <c:v>117.22560882568401</c:v>
                </c:pt>
                <c:pt idx="6965">
                  <c:v>117.16787719726599</c:v>
                </c:pt>
                <c:pt idx="6966">
                  <c:v>117.13159942627</c:v>
                </c:pt>
                <c:pt idx="6967">
                  <c:v>117.042449951172</c:v>
                </c:pt>
                <c:pt idx="6968">
                  <c:v>116.94709014892599</c:v>
                </c:pt>
                <c:pt idx="6969">
                  <c:v>116.839401245117</c:v>
                </c:pt>
                <c:pt idx="6970">
                  <c:v>116.629257202148</c:v>
                </c:pt>
                <c:pt idx="6971">
                  <c:v>116.48748779296901</c:v>
                </c:pt>
                <c:pt idx="6972">
                  <c:v>116.491401672363</c:v>
                </c:pt>
                <c:pt idx="6973">
                  <c:v>116.426635742188</c:v>
                </c:pt>
                <c:pt idx="6974">
                  <c:v>116.368217468262</c:v>
                </c:pt>
                <c:pt idx="6975">
                  <c:v>116.32342529296901</c:v>
                </c:pt>
                <c:pt idx="6976">
                  <c:v>116.22768402099599</c:v>
                </c:pt>
                <c:pt idx="6977">
                  <c:v>116.22201538085901</c:v>
                </c:pt>
                <c:pt idx="6978">
                  <c:v>116.235832214355</c:v>
                </c:pt>
                <c:pt idx="6979">
                  <c:v>116.215301513672</c:v>
                </c:pt>
                <c:pt idx="6980">
                  <c:v>116.193145751953</c:v>
                </c:pt>
                <c:pt idx="6981">
                  <c:v>116.057693481445</c:v>
                </c:pt>
                <c:pt idx="6982">
                  <c:v>115.741561889648</c:v>
                </c:pt>
                <c:pt idx="6983">
                  <c:v>115.472862243652</c:v>
                </c:pt>
                <c:pt idx="6984">
                  <c:v>115.261352539063</c:v>
                </c:pt>
                <c:pt idx="6985">
                  <c:v>115.19613647460901</c:v>
                </c:pt>
                <c:pt idx="6986">
                  <c:v>115.19782257080099</c:v>
                </c:pt>
                <c:pt idx="6987">
                  <c:v>115.15048980712901</c:v>
                </c:pt>
                <c:pt idx="6988">
                  <c:v>115.09497833252</c:v>
                </c:pt>
                <c:pt idx="6989">
                  <c:v>115.052047729492</c:v>
                </c:pt>
                <c:pt idx="6990">
                  <c:v>114.974662780762</c:v>
                </c:pt>
                <c:pt idx="6991">
                  <c:v>114.890464782715</c:v>
                </c:pt>
                <c:pt idx="6992">
                  <c:v>114.79608154296901</c:v>
                </c:pt>
                <c:pt idx="6993">
                  <c:v>114.71998596191401</c:v>
                </c:pt>
                <c:pt idx="6994">
                  <c:v>114.68416595459</c:v>
                </c:pt>
                <c:pt idx="6995">
                  <c:v>114.555946350098</c:v>
                </c:pt>
                <c:pt idx="6996">
                  <c:v>114.502319335938</c:v>
                </c:pt>
                <c:pt idx="6997">
                  <c:v>114.501091003418</c:v>
                </c:pt>
                <c:pt idx="6998">
                  <c:v>114.47853851318401</c:v>
                </c:pt>
                <c:pt idx="6999">
                  <c:v>114.441780090332</c:v>
                </c:pt>
                <c:pt idx="7000">
                  <c:v>114.340217590332</c:v>
                </c:pt>
                <c:pt idx="7001">
                  <c:v>114.227264404297</c:v>
                </c:pt>
                <c:pt idx="7002">
                  <c:v>114.189178466797</c:v>
                </c:pt>
                <c:pt idx="7003">
                  <c:v>114.01181793212901</c:v>
                </c:pt>
                <c:pt idx="7004">
                  <c:v>113.85422515869099</c:v>
                </c:pt>
                <c:pt idx="7005">
                  <c:v>113.91005706787099</c:v>
                </c:pt>
                <c:pt idx="7006">
                  <c:v>113.85311126709</c:v>
                </c:pt>
                <c:pt idx="7007">
                  <c:v>113.505088806152</c:v>
                </c:pt>
                <c:pt idx="7008">
                  <c:v>113.32341766357401</c:v>
                </c:pt>
                <c:pt idx="7009">
                  <c:v>113.21233367919901</c:v>
                </c:pt>
                <c:pt idx="7010">
                  <c:v>113.185600280762</c:v>
                </c:pt>
                <c:pt idx="7011">
                  <c:v>113.233840942383</c:v>
                </c:pt>
                <c:pt idx="7012">
                  <c:v>113.12477874755901</c:v>
                </c:pt>
                <c:pt idx="7013">
                  <c:v>113.032096862793</c:v>
                </c:pt>
                <c:pt idx="7014">
                  <c:v>112.973106384277</c:v>
                </c:pt>
                <c:pt idx="7015">
                  <c:v>112.916007995605</c:v>
                </c:pt>
                <c:pt idx="7016">
                  <c:v>112.827919006348</c:v>
                </c:pt>
                <c:pt idx="7017">
                  <c:v>112.660186767578</c:v>
                </c:pt>
                <c:pt idx="7018">
                  <c:v>112.553062438965</c:v>
                </c:pt>
                <c:pt idx="7019">
                  <c:v>112.495239257813</c:v>
                </c:pt>
                <c:pt idx="7020">
                  <c:v>112.424560546875</c:v>
                </c:pt>
                <c:pt idx="7021">
                  <c:v>112.492240905762</c:v>
                </c:pt>
                <c:pt idx="7022">
                  <c:v>112.61337280273401</c:v>
                </c:pt>
                <c:pt idx="7023">
                  <c:v>112.798881530762</c:v>
                </c:pt>
                <c:pt idx="7024">
                  <c:v>112.851570129395</c:v>
                </c:pt>
                <c:pt idx="7025">
                  <c:v>112.92970275878901</c:v>
                </c:pt>
                <c:pt idx="7026">
                  <c:v>113.087898254395</c:v>
                </c:pt>
                <c:pt idx="7027">
                  <c:v>113.156204223633</c:v>
                </c:pt>
                <c:pt idx="7028">
                  <c:v>113.55486297607401</c:v>
                </c:pt>
                <c:pt idx="7029">
                  <c:v>113.90355682373</c:v>
                </c:pt>
                <c:pt idx="7030">
                  <c:v>114.18782043457</c:v>
                </c:pt>
                <c:pt idx="7031">
                  <c:v>114.34799957275401</c:v>
                </c:pt>
                <c:pt idx="7032">
                  <c:v>114.51540374755901</c:v>
                </c:pt>
                <c:pt idx="7033">
                  <c:v>114.90878295898401</c:v>
                </c:pt>
                <c:pt idx="7034">
                  <c:v>115.413040161133</c:v>
                </c:pt>
                <c:pt idx="7035">
                  <c:v>115.774200439453</c:v>
                </c:pt>
                <c:pt idx="7036">
                  <c:v>115.99928283691401</c:v>
                </c:pt>
                <c:pt idx="7037">
                  <c:v>116.209365844727</c:v>
                </c:pt>
                <c:pt idx="7038">
                  <c:v>116.300827026367</c:v>
                </c:pt>
                <c:pt idx="7039">
                  <c:v>116.589981079102</c:v>
                </c:pt>
                <c:pt idx="7040">
                  <c:v>117.072784423828</c:v>
                </c:pt>
                <c:pt idx="7041">
                  <c:v>117.401557922363</c:v>
                </c:pt>
                <c:pt idx="7042">
                  <c:v>117.59555816650401</c:v>
                </c:pt>
                <c:pt idx="7043">
                  <c:v>117.706840515137</c:v>
                </c:pt>
                <c:pt idx="7044">
                  <c:v>117.787651062012</c:v>
                </c:pt>
                <c:pt idx="7045">
                  <c:v>118.004928588867</c:v>
                </c:pt>
                <c:pt idx="7046">
                  <c:v>118.136962890625</c:v>
                </c:pt>
                <c:pt idx="7047">
                  <c:v>118.333381652832</c:v>
                </c:pt>
                <c:pt idx="7048">
                  <c:v>118.58620452880901</c:v>
                </c:pt>
                <c:pt idx="7049">
                  <c:v>118.87481689453099</c:v>
                </c:pt>
                <c:pt idx="7050">
                  <c:v>118.971473693848</c:v>
                </c:pt>
                <c:pt idx="7051">
                  <c:v>119.101264953613</c:v>
                </c:pt>
                <c:pt idx="7052">
                  <c:v>119.25080108642599</c:v>
                </c:pt>
                <c:pt idx="7053">
                  <c:v>119.37637329101599</c:v>
                </c:pt>
                <c:pt idx="7054">
                  <c:v>119.471717834473</c:v>
                </c:pt>
                <c:pt idx="7055">
                  <c:v>119.675399780273</c:v>
                </c:pt>
                <c:pt idx="7056">
                  <c:v>119.864128112793</c:v>
                </c:pt>
                <c:pt idx="7057">
                  <c:v>119.990196228027</c:v>
                </c:pt>
                <c:pt idx="7058">
                  <c:v>120.32146453857401</c:v>
                </c:pt>
                <c:pt idx="7059">
                  <c:v>120.562309265137</c:v>
                </c:pt>
                <c:pt idx="7060">
                  <c:v>120.163246154785</c:v>
                </c:pt>
                <c:pt idx="7061">
                  <c:v>120.35500335693401</c:v>
                </c:pt>
                <c:pt idx="7062">
                  <c:v>120.439399719238</c:v>
                </c:pt>
                <c:pt idx="7063">
                  <c:v>120.74764251709</c:v>
                </c:pt>
                <c:pt idx="7064">
                  <c:v>120.940299987793</c:v>
                </c:pt>
                <c:pt idx="7065">
                  <c:v>121.06369781494099</c:v>
                </c:pt>
                <c:pt idx="7066">
                  <c:v>121.118774414063</c:v>
                </c:pt>
                <c:pt idx="7067">
                  <c:v>121.01914215087901</c:v>
                </c:pt>
                <c:pt idx="7068">
                  <c:v>121.019569396973</c:v>
                </c:pt>
                <c:pt idx="7069">
                  <c:v>121.077270507813</c:v>
                </c:pt>
                <c:pt idx="7070">
                  <c:v>121.08324432373</c:v>
                </c:pt>
                <c:pt idx="7071">
                  <c:v>121.132888793945</c:v>
                </c:pt>
                <c:pt idx="7072">
                  <c:v>121.158164978027</c:v>
                </c:pt>
                <c:pt idx="7073">
                  <c:v>121.15176391601599</c:v>
                </c:pt>
                <c:pt idx="7074">
                  <c:v>121.153457641602</c:v>
                </c:pt>
                <c:pt idx="7075">
                  <c:v>121.138633728027</c:v>
                </c:pt>
                <c:pt idx="7076">
                  <c:v>121.013381958008</c:v>
                </c:pt>
                <c:pt idx="7077">
                  <c:v>120.881423950195</c:v>
                </c:pt>
                <c:pt idx="7078">
                  <c:v>120.645706176758</c:v>
                </c:pt>
                <c:pt idx="7079">
                  <c:v>120.47679138183599</c:v>
                </c:pt>
                <c:pt idx="7080">
                  <c:v>120.36750793457</c:v>
                </c:pt>
                <c:pt idx="7081">
                  <c:v>120.523193359375</c:v>
                </c:pt>
                <c:pt idx="7082">
                  <c:v>120.61286163330099</c:v>
                </c:pt>
                <c:pt idx="7083">
                  <c:v>120.47454071044901</c:v>
                </c:pt>
                <c:pt idx="7084">
                  <c:v>120.264038085938</c:v>
                </c:pt>
                <c:pt idx="7085">
                  <c:v>120.282600402832</c:v>
                </c:pt>
                <c:pt idx="7086">
                  <c:v>120.23370361328099</c:v>
                </c:pt>
                <c:pt idx="7087">
                  <c:v>120.24998474121099</c:v>
                </c:pt>
                <c:pt idx="7088">
                  <c:v>120.20792388916</c:v>
                </c:pt>
                <c:pt idx="7089">
                  <c:v>120.158660888672</c:v>
                </c:pt>
                <c:pt idx="7090">
                  <c:v>120.05889892578099</c:v>
                </c:pt>
                <c:pt idx="7091">
                  <c:v>120.23126983642599</c:v>
                </c:pt>
                <c:pt idx="7092">
                  <c:v>120.32762145996099</c:v>
                </c:pt>
                <c:pt idx="7093">
                  <c:v>120.341926574707</c:v>
                </c:pt>
                <c:pt idx="7094">
                  <c:v>120.60430908203099</c:v>
                </c:pt>
                <c:pt idx="7095">
                  <c:v>120.51311492919901</c:v>
                </c:pt>
                <c:pt idx="7096">
                  <c:v>120.545135498047</c:v>
                </c:pt>
                <c:pt idx="7097">
                  <c:v>120.438339233398</c:v>
                </c:pt>
                <c:pt idx="7098">
                  <c:v>120.325546264648</c:v>
                </c:pt>
                <c:pt idx="7099">
                  <c:v>120.36733245849599</c:v>
                </c:pt>
                <c:pt idx="7100">
                  <c:v>120.41579437255901</c:v>
                </c:pt>
                <c:pt idx="7101">
                  <c:v>120.48235321044901</c:v>
                </c:pt>
                <c:pt idx="7102">
                  <c:v>120.246955871582</c:v>
                </c:pt>
                <c:pt idx="7103">
                  <c:v>120.349731445313</c:v>
                </c:pt>
                <c:pt idx="7104">
                  <c:v>120.13656616210901</c:v>
                </c:pt>
                <c:pt idx="7105">
                  <c:v>119.939292907715</c:v>
                </c:pt>
                <c:pt idx="7106">
                  <c:v>120.14364624023401</c:v>
                </c:pt>
                <c:pt idx="7107">
                  <c:v>120.609092712402</c:v>
                </c:pt>
                <c:pt idx="7108">
                  <c:v>120.88232421875</c:v>
                </c:pt>
                <c:pt idx="7109">
                  <c:v>120.937774658203</c:v>
                </c:pt>
                <c:pt idx="7110">
                  <c:v>120.986297607422</c:v>
                </c:pt>
                <c:pt idx="7111">
                  <c:v>121.08010101318401</c:v>
                </c:pt>
                <c:pt idx="7112">
                  <c:v>121.12722015380901</c:v>
                </c:pt>
                <c:pt idx="7113">
                  <c:v>121.154777526855</c:v>
                </c:pt>
                <c:pt idx="7114">
                  <c:v>121.16716766357401</c:v>
                </c:pt>
                <c:pt idx="7115">
                  <c:v>121.171920776367</c:v>
                </c:pt>
                <c:pt idx="7116">
                  <c:v>121.17458343505901</c:v>
                </c:pt>
                <c:pt idx="7117">
                  <c:v>121.170120239258</c:v>
                </c:pt>
                <c:pt idx="7118">
                  <c:v>121.13885498046901</c:v>
                </c:pt>
                <c:pt idx="7119">
                  <c:v>120.882850646973</c:v>
                </c:pt>
                <c:pt idx="7120">
                  <c:v>120.5849609375</c:v>
                </c:pt>
                <c:pt idx="7121">
                  <c:v>120.304763793945</c:v>
                </c:pt>
                <c:pt idx="7122">
                  <c:v>120.145095825195</c:v>
                </c:pt>
                <c:pt idx="7123">
                  <c:v>119.97747039794901</c:v>
                </c:pt>
                <c:pt idx="7124">
                  <c:v>119.74509429931599</c:v>
                </c:pt>
                <c:pt idx="7125">
                  <c:v>119.57379150390599</c:v>
                </c:pt>
                <c:pt idx="7126">
                  <c:v>119.41854095459</c:v>
                </c:pt>
                <c:pt idx="7127">
                  <c:v>119.146476745605</c:v>
                </c:pt>
                <c:pt idx="7128">
                  <c:v>118.94931793212901</c:v>
                </c:pt>
                <c:pt idx="7129">
                  <c:v>118.56307983398401</c:v>
                </c:pt>
                <c:pt idx="7130">
                  <c:v>118.29852294921901</c:v>
                </c:pt>
                <c:pt idx="7131">
                  <c:v>118.15618133544901</c:v>
                </c:pt>
                <c:pt idx="7132">
                  <c:v>118.01155090332</c:v>
                </c:pt>
                <c:pt idx="7133">
                  <c:v>117.93685913085901</c:v>
                </c:pt>
                <c:pt idx="7134">
                  <c:v>117.896110534668</c:v>
                </c:pt>
                <c:pt idx="7135">
                  <c:v>117.866134643555</c:v>
                </c:pt>
                <c:pt idx="7136">
                  <c:v>117.753875732422</c:v>
                </c:pt>
                <c:pt idx="7137">
                  <c:v>117.649383544922</c:v>
                </c:pt>
                <c:pt idx="7138">
                  <c:v>117.43357086181599</c:v>
                </c:pt>
                <c:pt idx="7139">
                  <c:v>117.341361999512</c:v>
                </c:pt>
                <c:pt idx="7140">
                  <c:v>117.26829528808599</c:v>
                </c:pt>
                <c:pt idx="7141">
                  <c:v>117.20376586914099</c:v>
                </c:pt>
                <c:pt idx="7142">
                  <c:v>117.20794677734401</c:v>
                </c:pt>
                <c:pt idx="7143">
                  <c:v>117.132125854492</c:v>
                </c:pt>
                <c:pt idx="7144">
                  <c:v>116.99927520752</c:v>
                </c:pt>
                <c:pt idx="7145">
                  <c:v>116.840576171875</c:v>
                </c:pt>
                <c:pt idx="7146">
                  <c:v>116.817260742188</c:v>
                </c:pt>
                <c:pt idx="7147">
                  <c:v>116.75351715087901</c:v>
                </c:pt>
                <c:pt idx="7148">
                  <c:v>116.545516967773</c:v>
                </c:pt>
                <c:pt idx="7149">
                  <c:v>116.41656494140599</c:v>
                </c:pt>
                <c:pt idx="7150">
                  <c:v>116.359367370605</c:v>
                </c:pt>
                <c:pt idx="7151">
                  <c:v>116.30418395996099</c:v>
                </c:pt>
                <c:pt idx="7152">
                  <c:v>116.287673950195</c:v>
                </c:pt>
                <c:pt idx="7153">
                  <c:v>116.26976013183599</c:v>
                </c:pt>
                <c:pt idx="7154">
                  <c:v>116.26645660400401</c:v>
                </c:pt>
                <c:pt idx="7155">
                  <c:v>116.138221740723</c:v>
                </c:pt>
                <c:pt idx="7156">
                  <c:v>116.16885375976599</c:v>
                </c:pt>
                <c:pt idx="7157">
                  <c:v>116.11498260498</c:v>
                </c:pt>
                <c:pt idx="7158">
                  <c:v>116.064254760742</c:v>
                </c:pt>
                <c:pt idx="7159">
                  <c:v>116.04958343505901</c:v>
                </c:pt>
                <c:pt idx="7160">
                  <c:v>115.92128753662099</c:v>
                </c:pt>
                <c:pt idx="7161">
                  <c:v>115.78948211669901</c:v>
                </c:pt>
                <c:pt idx="7162">
                  <c:v>115.85222625732401</c:v>
                </c:pt>
                <c:pt idx="7163">
                  <c:v>115.90306854248</c:v>
                </c:pt>
                <c:pt idx="7164">
                  <c:v>116.06600189209</c:v>
                </c:pt>
                <c:pt idx="7165">
                  <c:v>116.133338928223</c:v>
                </c:pt>
                <c:pt idx="7166">
                  <c:v>116.09544372558599</c:v>
                </c:pt>
                <c:pt idx="7167">
                  <c:v>116.175575256348</c:v>
                </c:pt>
                <c:pt idx="7168">
                  <c:v>116.238807678223</c:v>
                </c:pt>
                <c:pt idx="7169">
                  <c:v>116.303298950195</c:v>
                </c:pt>
                <c:pt idx="7170">
                  <c:v>116.30630493164099</c:v>
                </c:pt>
                <c:pt idx="7171">
                  <c:v>116.352737426758</c:v>
                </c:pt>
                <c:pt idx="7172">
                  <c:v>116.417915344238</c:v>
                </c:pt>
                <c:pt idx="7173">
                  <c:v>116.52385711669901</c:v>
                </c:pt>
                <c:pt idx="7174">
                  <c:v>116.625450134277</c:v>
                </c:pt>
                <c:pt idx="7175">
                  <c:v>116.646522521973</c:v>
                </c:pt>
                <c:pt idx="7176">
                  <c:v>116.59287261962901</c:v>
                </c:pt>
                <c:pt idx="7177">
                  <c:v>116.578605651855</c:v>
                </c:pt>
                <c:pt idx="7178">
                  <c:v>116.56557464599599</c:v>
                </c:pt>
                <c:pt idx="7179">
                  <c:v>116.48268890380901</c:v>
                </c:pt>
                <c:pt idx="7180">
                  <c:v>116.50119781494099</c:v>
                </c:pt>
                <c:pt idx="7181">
                  <c:v>116.472358703613</c:v>
                </c:pt>
                <c:pt idx="7182">
                  <c:v>116.542915344238</c:v>
                </c:pt>
                <c:pt idx="7183">
                  <c:v>116.513290405273</c:v>
                </c:pt>
                <c:pt idx="7184">
                  <c:v>116.46524047851599</c:v>
                </c:pt>
                <c:pt idx="7185">
                  <c:v>116.52776336669901</c:v>
                </c:pt>
                <c:pt idx="7186">
                  <c:v>116.543869018555</c:v>
                </c:pt>
                <c:pt idx="7187">
                  <c:v>116.50112915039099</c:v>
                </c:pt>
                <c:pt idx="7188">
                  <c:v>116.508949279785</c:v>
                </c:pt>
                <c:pt idx="7189">
                  <c:v>116.41937255859401</c:v>
                </c:pt>
                <c:pt idx="7190">
                  <c:v>116.406356811523</c:v>
                </c:pt>
                <c:pt idx="7191">
                  <c:v>116.515266418457</c:v>
                </c:pt>
                <c:pt idx="7192">
                  <c:v>116.51979827880901</c:v>
                </c:pt>
                <c:pt idx="7193">
                  <c:v>116.594444274902</c:v>
                </c:pt>
                <c:pt idx="7194">
                  <c:v>116.734413146973</c:v>
                </c:pt>
                <c:pt idx="7195">
                  <c:v>116.863250732422</c:v>
                </c:pt>
                <c:pt idx="7196">
                  <c:v>116.894050598145</c:v>
                </c:pt>
                <c:pt idx="7197">
                  <c:v>116.90936279296901</c:v>
                </c:pt>
                <c:pt idx="7198">
                  <c:v>116.985023498535</c:v>
                </c:pt>
                <c:pt idx="7199">
                  <c:v>117.07009124755901</c:v>
                </c:pt>
                <c:pt idx="7200">
                  <c:v>117.122077941895</c:v>
                </c:pt>
                <c:pt idx="7201">
                  <c:v>117.21565246582</c:v>
                </c:pt>
                <c:pt idx="7202">
                  <c:v>117.321640014648</c:v>
                </c:pt>
                <c:pt idx="7203">
                  <c:v>117.325202941895</c:v>
                </c:pt>
                <c:pt idx="7204">
                  <c:v>117.462837219238</c:v>
                </c:pt>
                <c:pt idx="7205">
                  <c:v>117.558319091797</c:v>
                </c:pt>
                <c:pt idx="7206">
                  <c:v>117.517532348633</c:v>
                </c:pt>
                <c:pt idx="7207">
                  <c:v>117.622360229492</c:v>
                </c:pt>
                <c:pt idx="7208">
                  <c:v>117.710975646973</c:v>
                </c:pt>
                <c:pt idx="7209">
                  <c:v>117.78035736084</c:v>
                </c:pt>
                <c:pt idx="7210">
                  <c:v>117.81789398193401</c:v>
                </c:pt>
                <c:pt idx="7211">
                  <c:v>117.837882995605</c:v>
                </c:pt>
                <c:pt idx="7212">
                  <c:v>117.845092773438</c:v>
                </c:pt>
                <c:pt idx="7213">
                  <c:v>117.848526000977</c:v>
                </c:pt>
                <c:pt idx="7214">
                  <c:v>117.853645324707</c:v>
                </c:pt>
                <c:pt idx="7215">
                  <c:v>118.05916595459</c:v>
                </c:pt>
                <c:pt idx="7216">
                  <c:v>118.114265441895</c:v>
                </c:pt>
                <c:pt idx="7217">
                  <c:v>118.120193481445</c:v>
                </c:pt>
                <c:pt idx="7218">
                  <c:v>118.09235382080099</c:v>
                </c:pt>
                <c:pt idx="7219">
                  <c:v>118.221153259277</c:v>
                </c:pt>
                <c:pt idx="7220">
                  <c:v>118.33634185791</c:v>
                </c:pt>
                <c:pt idx="7221">
                  <c:v>118.48275756835901</c:v>
                </c:pt>
                <c:pt idx="7222">
                  <c:v>118.605575561523</c:v>
                </c:pt>
                <c:pt idx="7223">
                  <c:v>118.88914489746099</c:v>
                </c:pt>
                <c:pt idx="7224">
                  <c:v>119.07266235351599</c:v>
                </c:pt>
                <c:pt idx="7225">
                  <c:v>119.05020904541</c:v>
                </c:pt>
                <c:pt idx="7226">
                  <c:v>119.04680633544901</c:v>
                </c:pt>
                <c:pt idx="7227">
                  <c:v>119.13995361328099</c:v>
                </c:pt>
                <c:pt idx="7228">
                  <c:v>119.04713439941401</c:v>
                </c:pt>
                <c:pt idx="7229">
                  <c:v>119.09952545166</c:v>
                </c:pt>
                <c:pt idx="7230">
                  <c:v>119.241050720215</c:v>
                </c:pt>
                <c:pt idx="7231">
                  <c:v>119.32700347900401</c:v>
                </c:pt>
                <c:pt idx="7232">
                  <c:v>119.42209625244099</c:v>
                </c:pt>
                <c:pt idx="7233">
                  <c:v>119.478515625</c:v>
                </c:pt>
                <c:pt idx="7234">
                  <c:v>119.478805541992</c:v>
                </c:pt>
                <c:pt idx="7235">
                  <c:v>119.481285095215</c:v>
                </c:pt>
                <c:pt idx="7236">
                  <c:v>119.607620239258</c:v>
                </c:pt>
                <c:pt idx="7237">
                  <c:v>119.80152893066401</c:v>
                </c:pt>
                <c:pt idx="7238">
                  <c:v>119.854705810547</c:v>
                </c:pt>
                <c:pt idx="7239">
                  <c:v>119.86410522460901</c:v>
                </c:pt>
                <c:pt idx="7240">
                  <c:v>119.87297821044901</c:v>
                </c:pt>
                <c:pt idx="7241">
                  <c:v>119.906379699707</c:v>
                </c:pt>
                <c:pt idx="7242">
                  <c:v>119.998008728027</c:v>
                </c:pt>
                <c:pt idx="7243">
                  <c:v>120.092697143555</c:v>
                </c:pt>
                <c:pt idx="7244">
                  <c:v>120.165405273438</c:v>
                </c:pt>
                <c:pt idx="7245">
                  <c:v>120.235054016113</c:v>
                </c:pt>
                <c:pt idx="7246">
                  <c:v>120.30222320556599</c:v>
                </c:pt>
                <c:pt idx="7247">
                  <c:v>120.558311462402</c:v>
                </c:pt>
                <c:pt idx="7248">
                  <c:v>120.55323791503901</c:v>
                </c:pt>
                <c:pt idx="7249">
                  <c:v>120.53328704834</c:v>
                </c:pt>
                <c:pt idx="7250">
                  <c:v>120.741249084473</c:v>
                </c:pt>
                <c:pt idx="7251">
                  <c:v>120.79571533203099</c:v>
                </c:pt>
                <c:pt idx="7252">
                  <c:v>120.841194152832</c:v>
                </c:pt>
                <c:pt idx="7253">
                  <c:v>120.95343780517599</c:v>
                </c:pt>
                <c:pt idx="7254">
                  <c:v>121.043563842773</c:v>
                </c:pt>
                <c:pt idx="7255">
                  <c:v>121.108444213867</c:v>
                </c:pt>
                <c:pt idx="7256">
                  <c:v>121.143844604492</c:v>
                </c:pt>
                <c:pt idx="7257">
                  <c:v>121.159950256348</c:v>
                </c:pt>
                <c:pt idx="7258">
                  <c:v>121.16917419433599</c:v>
                </c:pt>
                <c:pt idx="7259">
                  <c:v>121.181365966797</c:v>
                </c:pt>
                <c:pt idx="7260">
                  <c:v>121.188316345215</c:v>
                </c:pt>
                <c:pt idx="7261">
                  <c:v>121.20168304443401</c:v>
                </c:pt>
                <c:pt idx="7262">
                  <c:v>121.20124053955099</c:v>
                </c:pt>
                <c:pt idx="7263">
                  <c:v>121.197151184082</c:v>
                </c:pt>
                <c:pt idx="7264">
                  <c:v>121.22443389892599</c:v>
                </c:pt>
                <c:pt idx="7265">
                  <c:v>121.225631713867</c:v>
                </c:pt>
                <c:pt idx="7266">
                  <c:v>121.266227722168</c:v>
                </c:pt>
                <c:pt idx="7267">
                  <c:v>121.313926696777</c:v>
                </c:pt>
                <c:pt idx="7268">
                  <c:v>121.32048797607401</c:v>
                </c:pt>
                <c:pt idx="7269">
                  <c:v>121.341743469238</c:v>
                </c:pt>
                <c:pt idx="7270">
                  <c:v>121.298530578613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FC4-4D91-A56C-005AAF94DC83}"/>
            </c:ext>
          </c:extLst>
        </c:ser>
        <c:ser>
          <c:idx val="3"/>
          <c:order val="3"/>
          <c:tx>
            <c:strRef>
              <c:f>'DL-Model'!$AQ$1</c:f>
              <c:strCache>
                <c:ptCount val="1"/>
                <c:pt idx="0">
                  <c:v>T_sw_Opti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'DL-Model'!$AQ$2:$AQ$7272</c:f>
              <c:numCache>
                <c:formatCode>General</c:formatCode>
                <c:ptCount val="7271"/>
                <c:pt idx="0">
                  <c:v>38.755898000000002</c:v>
                </c:pt>
                <c:pt idx="1">
                  <c:v>38.689362000000003</c:v>
                </c:pt>
                <c:pt idx="2">
                  <c:v>38.617584000000001</c:v>
                </c:pt>
                <c:pt idx="3">
                  <c:v>38.620361000000003</c:v>
                </c:pt>
                <c:pt idx="4">
                  <c:v>38.676163000000003</c:v>
                </c:pt>
                <c:pt idx="5">
                  <c:v>38.683781000000003</c:v>
                </c:pt>
                <c:pt idx="6">
                  <c:v>38.733573999999997</c:v>
                </c:pt>
                <c:pt idx="7">
                  <c:v>38.740326000000003</c:v>
                </c:pt>
                <c:pt idx="8">
                  <c:v>38.683211999999997</c:v>
                </c:pt>
                <c:pt idx="9">
                  <c:v>38.583869999999997</c:v>
                </c:pt>
                <c:pt idx="10">
                  <c:v>38.493954000000002</c:v>
                </c:pt>
                <c:pt idx="11">
                  <c:v>38.358398000000001</c:v>
                </c:pt>
                <c:pt idx="12">
                  <c:v>38.187438999999998</c:v>
                </c:pt>
                <c:pt idx="13">
                  <c:v>37.985064999999999</c:v>
                </c:pt>
                <c:pt idx="14">
                  <c:v>37.811473999999997</c:v>
                </c:pt>
                <c:pt idx="15">
                  <c:v>37.591701999999998</c:v>
                </c:pt>
                <c:pt idx="16">
                  <c:v>37.363892</c:v>
                </c:pt>
                <c:pt idx="17">
                  <c:v>37.193939</c:v>
                </c:pt>
                <c:pt idx="18">
                  <c:v>37.077393000000001</c:v>
                </c:pt>
                <c:pt idx="19">
                  <c:v>37.025066000000002</c:v>
                </c:pt>
                <c:pt idx="20">
                  <c:v>37.034336000000003</c:v>
                </c:pt>
                <c:pt idx="21">
                  <c:v>37.124245000000002</c:v>
                </c:pt>
                <c:pt idx="22">
                  <c:v>37.295180999999999</c:v>
                </c:pt>
                <c:pt idx="23">
                  <c:v>37.555691000000003</c:v>
                </c:pt>
                <c:pt idx="24">
                  <c:v>37.792141000000001</c:v>
                </c:pt>
                <c:pt idx="25">
                  <c:v>38.025204000000002</c:v>
                </c:pt>
                <c:pt idx="26">
                  <c:v>38.265408000000001</c:v>
                </c:pt>
                <c:pt idx="27">
                  <c:v>38.422291000000001</c:v>
                </c:pt>
                <c:pt idx="28">
                  <c:v>38.498069999999998</c:v>
                </c:pt>
                <c:pt idx="29">
                  <c:v>38.597050000000003</c:v>
                </c:pt>
                <c:pt idx="30">
                  <c:v>38.694664000000003</c:v>
                </c:pt>
                <c:pt idx="31">
                  <c:v>38.740051000000001</c:v>
                </c:pt>
                <c:pt idx="32">
                  <c:v>38.752785000000003</c:v>
                </c:pt>
                <c:pt idx="33">
                  <c:v>38.707839999999997</c:v>
                </c:pt>
                <c:pt idx="34">
                  <c:v>38.695877000000003</c:v>
                </c:pt>
                <c:pt idx="35">
                  <c:v>38.672165</c:v>
                </c:pt>
                <c:pt idx="36">
                  <c:v>38.60754</c:v>
                </c:pt>
                <c:pt idx="37">
                  <c:v>38.573028999999998</c:v>
                </c:pt>
                <c:pt idx="38">
                  <c:v>38.578502999999998</c:v>
                </c:pt>
                <c:pt idx="39">
                  <c:v>38.618628999999999</c:v>
                </c:pt>
                <c:pt idx="40">
                  <c:v>38.701103000000003</c:v>
                </c:pt>
                <c:pt idx="41">
                  <c:v>38.761955</c:v>
                </c:pt>
                <c:pt idx="42">
                  <c:v>38.758094999999997</c:v>
                </c:pt>
                <c:pt idx="43">
                  <c:v>38.814757999999998</c:v>
                </c:pt>
                <c:pt idx="44">
                  <c:v>38.886482000000001</c:v>
                </c:pt>
                <c:pt idx="45">
                  <c:v>38.975388000000002</c:v>
                </c:pt>
                <c:pt idx="46">
                  <c:v>39.085124999999998</c:v>
                </c:pt>
                <c:pt idx="47">
                  <c:v>39.201256000000001</c:v>
                </c:pt>
                <c:pt idx="48">
                  <c:v>39.291114999999998</c:v>
                </c:pt>
                <c:pt idx="49">
                  <c:v>39.425708999999998</c:v>
                </c:pt>
                <c:pt idx="50">
                  <c:v>39.580441</c:v>
                </c:pt>
                <c:pt idx="51">
                  <c:v>39.722054</c:v>
                </c:pt>
                <c:pt idx="52">
                  <c:v>39.870514</c:v>
                </c:pt>
                <c:pt idx="53">
                  <c:v>40.020535000000002</c:v>
                </c:pt>
                <c:pt idx="54">
                  <c:v>40.176979000000003</c:v>
                </c:pt>
                <c:pt idx="55">
                  <c:v>40.317486000000002</c:v>
                </c:pt>
                <c:pt idx="56">
                  <c:v>40.458148999999999</c:v>
                </c:pt>
                <c:pt idx="57">
                  <c:v>40.639232999999997</c:v>
                </c:pt>
                <c:pt idx="58">
                  <c:v>40.850535999999998</c:v>
                </c:pt>
                <c:pt idx="59">
                  <c:v>41.058014</c:v>
                </c:pt>
                <c:pt idx="60">
                  <c:v>41.236575999999999</c:v>
                </c:pt>
                <c:pt idx="61">
                  <c:v>41.385280999999999</c:v>
                </c:pt>
                <c:pt idx="62">
                  <c:v>41.487022000000003</c:v>
                </c:pt>
                <c:pt idx="63">
                  <c:v>41.571472</c:v>
                </c:pt>
                <c:pt idx="64">
                  <c:v>41.665622999999997</c:v>
                </c:pt>
                <c:pt idx="65">
                  <c:v>41.761432999999997</c:v>
                </c:pt>
                <c:pt idx="66">
                  <c:v>41.825726000000003</c:v>
                </c:pt>
                <c:pt idx="67">
                  <c:v>41.910415999999998</c:v>
                </c:pt>
                <c:pt idx="68">
                  <c:v>42.003681</c:v>
                </c:pt>
                <c:pt idx="69">
                  <c:v>42.118926999999999</c:v>
                </c:pt>
                <c:pt idx="70">
                  <c:v>42.263111000000002</c:v>
                </c:pt>
                <c:pt idx="71">
                  <c:v>42.410187000000001</c:v>
                </c:pt>
                <c:pt idx="72">
                  <c:v>42.563797000000001</c:v>
                </c:pt>
                <c:pt idx="73">
                  <c:v>42.734760000000001</c:v>
                </c:pt>
                <c:pt idx="74">
                  <c:v>42.943500999999998</c:v>
                </c:pt>
                <c:pt idx="75">
                  <c:v>43.168197999999997</c:v>
                </c:pt>
                <c:pt idx="76">
                  <c:v>43.388809000000002</c:v>
                </c:pt>
                <c:pt idx="77">
                  <c:v>43.601452000000002</c:v>
                </c:pt>
                <c:pt idx="78">
                  <c:v>43.821480000000001</c:v>
                </c:pt>
                <c:pt idx="79">
                  <c:v>44.013953999999998</c:v>
                </c:pt>
                <c:pt idx="80">
                  <c:v>44.145637999999998</c:v>
                </c:pt>
                <c:pt idx="81">
                  <c:v>44.195762999999999</c:v>
                </c:pt>
                <c:pt idx="82">
                  <c:v>44.215117999999997</c:v>
                </c:pt>
                <c:pt idx="83">
                  <c:v>44.243374000000003</c:v>
                </c:pt>
                <c:pt idx="84">
                  <c:v>44.287745999999999</c:v>
                </c:pt>
                <c:pt idx="85">
                  <c:v>44.343497999999997</c:v>
                </c:pt>
                <c:pt idx="86">
                  <c:v>44.417709000000002</c:v>
                </c:pt>
                <c:pt idx="87">
                  <c:v>44.523829999999997</c:v>
                </c:pt>
                <c:pt idx="88">
                  <c:v>44.648003000000003</c:v>
                </c:pt>
                <c:pt idx="89">
                  <c:v>44.789783</c:v>
                </c:pt>
                <c:pt idx="90">
                  <c:v>45.028511000000002</c:v>
                </c:pt>
                <c:pt idx="91">
                  <c:v>45.337021</c:v>
                </c:pt>
                <c:pt idx="92">
                  <c:v>45.664974000000001</c:v>
                </c:pt>
                <c:pt idx="93">
                  <c:v>45.969532000000001</c:v>
                </c:pt>
                <c:pt idx="94">
                  <c:v>46.222133999999997</c:v>
                </c:pt>
                <c:pt idx="95">
                  <c:v>46.405788000000001</c:v>
                </c:pt>
                <c:pt idx="96">
                  <c:v>46.537070999999997</c:v>
                </c:pt>
                <c:pt idx="97">
                  <c:v>46.616562000000002</c:v>
                </c:pt>
                <c:pt idx="98">
                  <c:v>46.616866999999999</c:v>
                </c:pt>
                <c:pt idx="99">
                  <c:v>46.535034000000003</c:v>
                </c:pt>
                <c:pt idx="100">
                  <c:v>46.387829000000004</c:v>
                </c:pt>
                <c:pt idx="101">
                  <c:v>46.265396000000003</c:v>
                </c:pt>
                <c:pt idx="102">
                  <c:v>46.132396999999997</c:v>
                </c:pt>
                <c:pt idx="103">
                  <c:v>45.998534999999997</c:v>
                </c:pt>
                <c:pt idx="104">
                  <c:v>45.907406000000002</c:v>
                </c:pt>
                <c:pt idx="105">
                  <c:v>45.826641000000002</c:v>
                </c:pt>
                <c:pt idx="106">
                  <c:v>45.780192999999997</c:v>
                </c:pt>
                <c:pt idx="107">
                  <c:v>45.678921000000003</c:v>
                </c:pt>
                <c:pt idx="108">
                  <c:v>45.614491000000001</c:v>
                </c:pt>
                <c:pt idx="109">
                  <c:v>45.611057000000002</c:v>
                </c:pt>
                <c:pt idx="110">
                  <c:v>45.615470999999999</c:v>
                </c:pt>
                <c:pt idx="111">
                  <c:v>45.649512999999999</c:v>
                </c:pt>
                <c:pt idx="112">
                  <c:v>45.712929000000003</c:v>
                </c:pt>
                <c:pt idx="113">
                  <c:v>45.795284000000002</c:v>
                </c:pt>
                <c:pt idx="114">
                  <c:v>45.869529999999997</c:v>
                </c:pt>
                <c:pt idx="115">
                  <c:v>45.941383000000002</c:v>
                </c:pt>
                <c:pt idx="116">
                  <c:v>46.027701999999998</c:v>
                </c:pt>
                <c:pt idx="117">
                  <c:v>46.112862</c:v>
                </c:pt>
                <c:pt idx="118">
                  <c:v>46.200996000000004</c:v>
                </c:pt>
                <c:pt idx="119">
                  <c:v>46.328032999999998</c:v>
                </c:pt>
                <c:pt idx="120">
                  <c:v>46.486488000000001</c:v>
                </c:pt>
                <c:pt idx="121">
                  <c:v>46.671908999999999</c:v>
                </c:pt>
                <c:pt idx="122">
                  <c:v>46.848464999999997</c:v>
                </c:pt>
                <c:pt idx="123">
                  <c:v>47.022056999999997</c:v>
                </c:pt>
                <c:pt idx="124">
                  <c:v>47.234912999999999</c:v>
                </c:pt>
                <c:pt idx="125">
                  <c:v>47.528796999999997</c:v>
                </c:pt>
                <c:pt idx="126">
                  <c:v>47.912135999999997</c:v>
                </c:pt>
                <c:pt idx="127">
                  <c:v>48.333213999999998</c:v>
                </c:pt>
                <c:pt idx="128">
                  <c:v>48.809699999999999</c:v>
                </c:pt>
                <c:pt idx="129">
                  <c:v>49.268768000000001</c:v>
                </c:pt>
                <c:pt idx="130">
                  <c:v>49.631771000000001</c:v>
                </c:pt>
                <c:pt idx="131">
                  <c:v>49.936432000000003</c:v>
                </c:pt>
                <c:pt idx="132">
                  <c:v>50.247306999999999</c:v>
                </c:pt>
                <c:pt idx="133">
                  <c:v>50.573996999999999</c:v>
                </c:pt>
                <c:pt idx="134">
                  <c:v>50.834969000000001</c:v>
                </c:pt>
                <c:pt idx="135">
                  <c:v>51.000670999999997</c:v>
                </c:pt>
                <c:pt idx="136">
                  <c:v>51.136875000000003</c:v>
                </c:pt>
                <c:pt idx="137">
                  <c:v>51.322772999999998</c:v>
                </c:pt>
                <c:pt idx="138">
                  <c:v>51.588878999999999</c:v>
                </c:pt>
                <c:pt idx="139">
                  <c:v>51.914104000000002</c:v>
                </c:pt>
                <c:pt idx="140">
                  <c:v>52.260643000000002</c:v>
                </c:pt>
                <c:pt idx="141">
                  <c:v>52.626246999999999</c:v>
                </c:pt>
                <c:pt idx="142">
                  <c:v>52.996879999999997</c:v>
                </c:pt>
                <c:pt idx="143">
                  <c:v>53.342281</c:v>
                </c:pt>
                <c:pt idx="144">
                  <c:v>53.679988999999999</c:v>
                </c:pt>
                <c:pt idx="145">
                  <c:v>54.043514000000002</c:v>
                </c:pt>
                <c:pt idx="146">
                  <c:v>54.417167999999997</c:v>
                </c:pt>
                <c:pt idx="147">
                  <c:v>54.822895000000003</c:v>
                </c:pt>
                <c:pt idx="148">
                  <c:v>55.300269999999998</c:v>
                </c:pt>
                <c:pt idx="149">
                  <c:v>55.652358999999997</c:v>
                </c:pt>
                <c:pt idx="150">
                  <c:v>55.948833</c:v>
                </c:pt>
                <c:pt idx="151">
                  <c:v>56.434840999999999</c:v>
                </c:pt>
                <c:pt idx="152">
                  <c:v>56.859512000000002</c:v>
                </c:pt>
                <c:pt idx="153">
                  <c:v>57.025356000000002</c:v>
                </c:pt>
                <c:pt idx="154">
                  <c:v>57.151927999999998</c:v>
                </c:pt>
                <c:pt idx="155">
                  <c:v>57.321753999999999</c:v>
                </c:pt>
                <c:pt idx="156">
                  <c:v>57.675251000000003</c:v>
                </c:pt>
                <c:pt idx="157">
                  <c:v>58.207199000000003</c:v>
                </c:pt>
                <c:pt idx="158">
                  <c:v>58.597332000000002</c:v>
                </c:pt>
                <c:pt idx="159">
                  <c:v>58.832374999999999</c:v>
                </c:pt>
                <c:pt idx="160">
                  <c:v>58.939219999999999</c:v>
                </c:pt>
                <c:pt idx="161">
                  <c:v>58.955047999999998</c:v>
                </c:pt>
                <c:pt idx="162">
                  <c:v>58.92662</c:v>
                </c:pt>
                <c:pt idx="163">
                  <c:v>58.875503999999999</c:v>
                </c:pt>
                <c:pt idx="164">
                  <c:v>58.821503</c:v>
                </c:pt>
                <c:pt idx="165">
                  <c:v>58.750683000000002</c:v>
                </c:pt>
                <c:pt idx="166">
                  <c:v>58.652554000000002</c:v>
                </c:pt>
                <c:pt idx="167">
                  <c:v>58.545231000000001</c:v>
                </c:pt>
                <c:pt idx="168">
                  <c:v>58.452564000000002</c:v>
                </c:pt>
                <c:pt idx="169">
                  <c:v>58.339539000000002</c:v>
                </c:pt>
                <c:pt idx="170">
                  <c:v>58.282578000000001</c:v>
                </c:pt>
                <c:pt idx="171">
                  <c:v>58.286129000000003</c:v>
                </c:pt>
                <c:pt idx="172">
                  <c:v>58.307136999999997</c:v>
                </c:pt>
                <c:pt idx="173">
                  <c:v>58.289917000000003</c:v>
                </c:pt>
                <c:pt idx="174">
                  <c:v>58.244675000000001</c:v>
                </c:pt>
                <c:pt idx="175">
                  <c:v>58.189484</c:v>
                </c:pt>
                <c:pt idx="176">
                  <c:v>58.127212999999998</c:v>
                </c:pt>
                <c:pt idx="177">
                  <c:v>58.056313000000003</c:v>
                </c:pt>
                <c:pt idx="178">
                  <c:v>57.970618999999999</c:v>
                </c:pt>
                <c:pt idx="179">
                  <c:v>57.871017000000002</c:v>
                </c:pt>
                <c:pt idx="180">
                  <c:v>57.769317999999998</c:v>
                </c:pt>
                <c:pt idx="181">
                  <c:v>57.656959999999998</c:v>
                </c:pt>
                <c:pt idx="182">
                  <c:v>57.544445000000003</c:v>
                </c:pt>
                <c:pt idx="183">
                  <c:v>57.450668</c:v>
                </c:pt>
                <c:pt idx="184">
                  <c:v>57.362769999999998</c:v>
                </c:pt>
                <c:pt idx="185">
                  <c:v>57.274574000000001</c:v>
                </c:pt>
                <c:pt idx="186">
                  <c:v>57.192146000000001</c:v>
                </c:pt>
                <c:pt idx="187">
                  <c:v>57.095481999999997</c:v>
                </c:pt>
                <c:pt idx="188">
                  <c:v>56.978923999999999</c:v>
                </c:pt>
                <c:pt idx="189">
                  <c:v>56.853065000000001</c:v>
                </c:pt>
                <c:pt idx="190">
                  <c:v>56.752625000000002</c:v>
                </c:pt>
                <c:pt idx="191">
                  <c:v>56.667313</c:v>
                </c:pt>
                <c:pt idx="192">
                  <c:v>56.643062999999998</c:v>
                </c:pt>
                <c:pt idx="193">
                  <c:v>56.691315000000003</c:v>
                </c:pt>
                <c:pt idx="194">
                  <c:v>56.768791</c:v>
                </c:pt>
                <c:pt idx="195">
                  <c:v>56.830173000000002</c:v>
                </c:pt>
                <c:pt idx="196">
                  <c:v>56.899054999999997</c:v>
                </c:pt>
                <c:pt idx="197">
                  <c:v>57.044502000000001</c:v>
                </c:pt>
                <c:pt idx="198">
                  <c:v>57.239285000000002</c:v>
                </c:pt>
                <c:pt idx="199">
                  <c:v>57.398102000000002</c:v>
                </c:pt>
                <c:pt idx="200">
                  <c:v>57.627285000000001</c:v>
                </c:pt>
                <c:pt idx="201">
                  <c:v>58.056179</c:v>
                </c:pt>
                <c:pt idx="202">
                  <c:v>58.516975000000002</c:v>
                </c:pt>
                <c:pt idx="203">
                  <c:v>58.959339</c:v>
                </c:pt>
                <c:pt idx="204">
                  <c:v>59.537838000000001</c:v>
                </c:pt>
                <c:pt idx="205">
                  <c:v>60.125926999999997</c:v>
                </c:pt>
                <c:pt idx="206">
                  <c:v>60.470585</c:v>
                </c:pt>
                <c:pt idx="207">
                  <c:v>60.754317999999998</c:v>
                </c:pt>
                <c:pt idx="208">
                  <c:v>61.086711999999999</c:v>
                </c:pt>
                <c:pt idx="209">
                  <c:v>61.417118000000002</c:v>
                </c:pt>
                <c:pt idx="210">
                  <c:v>61.734572999999997</c:v>
                </c:pt>
                <c:pt idx="211">
                  <c:v>62.042076000000002</c:v>
                </c:pt>
                <c:pt idx="212">
                  <c:v>62.314574999999998</c:v>
                </c:pt>
                <c:pt idx="213">
                  <c:v>62.486911999999997</c:v>
                </c:pt>
                <c:pt idx="214">
                  <c:v>62.648014000000003</c:v>
                </c:pt>
                <c:pt idx="215">
                  <c:v>62.853859</c:v>
                </c:pt>
                <c:pt idx="216">
                  <c:v>63.105418999999998</c:v>
                </c:pt>
                <c:pt idx="217">
                  <c:v>63.357123999999999</c:v>
                </c:pt>
                <c:pt idx="218">
                  <c:v>63.596393999999997</c:v>
                </c:pt>
                <c:pt idx="219">
                  <c:v>64.063850000000002</c:v>
                </c:pt>
                <c:pt idx="220">
                  <c:v>64.579216000000002</c:v>
                </c:pt>
                <c:pt idx="221">
                  <c:v>64.914589000000007</c:v>
                </c:pt>
                <c:pt idx="222">
                  <c:v>65.147864999999996</c:v>
                </c:pt>
                <c:pt idx="223">
                  <c:v>65.316695999999993</c:v>
                </c:pt>
                <c:pt idx="224">
                  <c:v>65.347533999999996</c:v>
                </c:pt>
                <c:pt idx="225">
                  <c:v>65.260993999999997</c:v>
                </c:pt>
                <c:pt idx="226">
                  <c:v>65.105750999999998</c:v>
                </c:pt>
                <c:pt idx="227">
                  <c:v>64.897728000000001</c:v>
                </c:pt>
                <c:pt idx="228">
                  <c:v>64.661681999999999</c:v>
                </c:pt>
                <c:pt idx="229">
                  <c:v>64.428451999999993</c:v>
                </c:pt>
                <c:pt idx="230">
                  <c:v>64.178962999999996</c:v>
                </c:pt>
                <c:pt idx="231">
                  <c:v>63.918488000000004</c:v>
                </c:pt>
                <c:pt idx="232">
                  <c:v>63.665343999999997</c:v>
                </c:pt>
                <c:pt idx="233">
                  <c:v>63.391193000000001</c:v>
                </c:pt>
                <c:pt idx="234">
                  <c:v>63.132015000000003</c:v>
                </c:pt>
                <c:pt idx="235">
                  <c:v>62.884467999999998</c:v>
                </c:pt>
                <c:pt idx="236">
                  <c:v>62.658347999999997</c:v>
                </c:pt>
                <c:pt idx="237">
                  <c:v>62.455962999999997</c:v>
                </c:pt>
                <c:pt idx="238">
                  <c:v>62.263762999999997</c:v>
                </c:pt>
                <c:pt idx="239">
                  <c:v>62.085223999999997</c:v>
                </c:pt>
                <c:pt idx="240">
                  <c:v>61.920414000000001</c:v>
                </c:pt>
                <c:pt idx="241">
                  <c:v>61.741672999999999</c:v>
                </c:pt>
                <c:pt idx="242">
                  <c:v>61.530106000000004</c:v>
                </c:pt>
                <c:pt idx="243">
                  <c:v>61.277470000000001</c:v>
                </c:pt>
                <c:pt idx="244">
                  <c:v>61.024890999999997</c:v>
                </c:pt>
                <c:pt idx="245">
                  <c:v>60.834384999999997</c:v>
                </c:pt>
                <c:pt idx="246">
                  <c:v>60.689812000000003</c:v>
                </c:pt>
                <c:pt idx="247">
                  <c:v>60.546326000000001</c:v>
                </c:pt>
                <c:pt idx="248">
                  <c:v>60.423923000000002</c:v>
                </c:pt>
                <c:pt idx="249">
                  <c:v>60.340096000000003</c:v>
                </c:pt>
                <c:pt idx="250">
                  <c:v>60.281281</c:v>
                </c:pt>
                <c:pt idx="251">
                  <c:v>60.211891000000001</c:v>
                </c:pt>
                <c:pt idx="252">
                  <c:v>60.138725000000001</c:v>
                </c:pt>
                <c:pt idx="253">
                  <c:v>60.097340000000003</c:v>
                </c:pt>
                <c:pt idx="254">
                  <c:v>60.076262999999997</c:v>
                </c:pt>
                <c:pt idx="255">
                  <c:v>60.048695000000002</c:v>
                </c:pt>
                <c:pt idx="256">
                  <c:v>60.010345000000001</c:v>
                </c:pt>
                <c:pt idx="257">
                  <c:v>59.959732000000002</c:v>
                </c:pt>
                <c:pt idx="258">
                  <c:v>59.901997000000001</c:v>
                </c:pt>
                <c:pt idx="259">
                  <c:v>59.833674999999999</c:v>
                </c:pt>
                <c:pt idx="260">
                  <c:v>59.753056000000001</c:v>
                </c:pt>
                <c:pt idx="261">
                  <c:v>59.674396999999999</c:v>
                </c:pt>
                <c:pt idx="262">
                  <c:v>59.592284999999997</c:v>
                </c:pt>
                <c:pt idx="263">
                  <c:v>59.503300000000003</c:v>
                </c:pt>
                <c:pt idx="264">
                  <c:v>59.421805999999997</c:v>
                </c:pt>
                <c:pt idx="265">
                  <c:v>59.364857000000001</c:v>
                </c:pt>
                <c:pt idx="266">
                  <c:v>59.324038999999999</c:v>
                </c:pt>
                <c:pt idx="267">
                  <c:v>59.306789000000002</c:v>
                </c:pt>
                <c:pt idx="268">
                  <c:v>59.340919</c:v>
                </c:pt>
                <c:pt idx="269">
                  <c:v>59.446491000000002</c:v>
                </c:pt>
                <c:pt idx="270">
                  <c:v>59.581901999999999</c:v>
                </c:pt>
                <c:pt idx="271">
                  <c:v>59.709632999999997</c:v>
                </c:pt>
                <c:pt idx="272">
                  <c:v>59.844090000000001</c:v>
                </c:pt>
                <c:pt idx="273">
                  <c:v>60.036915</c:v>
                </c:pt>
                <c:pt idx="274">
                  <c:v>60.268008999999999</c:v>
                </c:pt>
                <c:pt idx="275">
                  <c:v>60.447173999999997</c:v>
                </c:pt>
                <c:pt idx="276">
                  <c:v>60.568702999999999</c:v>
                </c:pt>
                <c:pt idx="277">
                  <c:v>60.689945000000002</c:v>
                </c:pt>
                <c:pt idx="278">
                  <c:v>60.829613000000002</c:v>
                </c:pt>
                <c:pt idx="279">
                  <c:v>60.930625999999997</c:v>
                </c:pt>
                <c:pt idx="280">
                  <c:v>61.023453000000003</c:v>
                </c:pt>
                <c:pt idx="281">
                  <c:v>61.185462999999999</c:v>
                </c:pt>
                <c:pt idx="282">
                  <c:v>61.436557999999998</c:v>
                </c:pt>
                <c:pt idx="283">
                  <c:v>61.560142999999997</c:v>
                </c:pt>
                <c:pt idx="284">
                  <c:v>61.626682000000002</c:v>
                </c:pt>
                <c:pt idx="285">
                  <c:v>61.843142999999998</c:v>
                </c:pt>
                <c:pt idx="286">
                  <c:v>62.100406999999997</c:v>
                </c:pt>
                <c:pt idx="287">
                  <c:v>62.306792999999999</c:v>
                </c:pt>
                <c:pt idx="288">
                  <c:v>62.460545000000003</c:v>
                </c:pt>
                <c:pt idx="289">
                  <c:v>62.746929000000002</c:v>
                </c:pt>
                <c:pt idx="290">
                  <c:v>63.300063999999999</c:v>
                </c:pt>
                <c:pt idx="291">
                  <c:v>63.782375000000002</c:v>
                </c:pt>
                <c:pt idx="292">
                  <c:v>64.092444999999998</c:v>
                </c:pt>
                <c:pt idx="293">
                  <c:v>64.282227000000006</c:v>
                </c:pt>
                <c:pt idx="294">
                  <c:v>64.588050999999993</c:v>
                </c:pt>
                <c:pt idx="295">
                  <c:v>65.096230000000006</c:v>
                </c:pt>
                <c:pt idx="296">
                  <c:v>65.788239000000004</c:v>
                </c:pt>
                <c:pt idx="297">
                  <c:v>66.366066000000004</c:v>
                </c:pt>
                <c:pt idx="298">
                  <c:v>66.730086999999997</c:v>
                </c:pt>
                <c:pt idx="299">
                  <c:v>67.051322999999996</c:v>
                </c:pt>
                <c:pt idx="300">
                  <c:v>67.249420000000001</c:v>
                </c:pt>
                <c:pt idx="301">
                  <c:v>67.281761000000003</c:v>
                </c:pt>
                <c:pt idx="302">
                  <c:v>67.208054000000004</c:v>
                </c:pt>
                <c:pt idx="303">
                  <c:v>66.998054999999994</c:v>
                </c:pt>
                <c:pt idx="304">
                  <c:v>66.697136</c:v>
                </c:pt>
                <c:pt idx="305">
                  <c:v>66.340369999999993</c:v>
                </c:pt>
                <c:pt idx="306">
                  <c:v>65.956931999999995</c:v>
                </c:pt>
                <c:pt idx="307">
                  <c:v>65.605461000000005</c:v>
                </c:pt>
                <c:pt idx="308">
                  <c:v>65.293777000000006</c:v>
                </c:pt>
                <c:pt idx="309">
                  <c:v>64.999656999999999</c:v>
                </c:pt>
                <c:pt idx="310">
                  <c:v>64.706474</c:v>
                </c:pt>
                <c:pt idx="311">
                  <c:v>64.366257000000004</c:v>
                </c:pt>
                <c:pt idx="312">
                  <c:v>63.946213</c:v>
                </c:pt>
                <c:pt idx="313">
                  <c:v>63.593207999999997</c:v>
                </c:pt>
                <c:pt idx="314">
                  <c:v>63.291443000000001</c:v>
                </c:pt>
                <c:pt idx="315">
                  <c:v>63.026595999999998</c:v>
                </c:pt>
                <c:pt idx="316">
                  <c:v>62.809669</c:v>
                </c:pt>
                <c:pt idx="317">
                  <c:v>62.637287000000001</c:v>
                </c:pt>
                <c:pt idx="318">
                  <c:v>62.495612999999999</c:v>
                </c:pt>
                <c:pt idx="319">
                  <c:v>62.325763999999999</c:v>
                </c:pt>
                <c:pt idx="320">
                  <c:v>62.176639999999999</c:v>
                </c:pt>
                <c:pt idx="321">
                  <c:v>62.043438000000002</c:v>
                </c:pt>
                <c:pt idx="322">
                  <c:v>61.927807000000001</c:v>
                </c:pt>
                <c:pt idx="323">
                  <c:v>61.834598999999997</c:v>
                </c:pt>
                <c:pt idx="324">
                  <c:v>61.701518999999998</c:v>
                </c:pt>
                <c:pt idx="325">
                  <c:v>61.500915999999997</c:v>
                </c:pt>
                <c:pt idx="326">
                  <c:v>61.336872</c:v>
                </c:pt>
                <c:pt idx="327">
                  <c:v>61.168574999999997</c:v>
                </c:pt>
                <c:pt idx="328">
                  <c:v>61.019722000000002</c:v>
                </c:pt>
                <c:pt idx="329">
                  <c:v>60.908405000000002</c:v>
                </c:pt>
                <c:pt idx="330">
                  <c:v>60.806342999999998</c:v>
                </c:pt>
                <c:pt idx="331">
                  <c:v>60.671107999999997</c:v>
                </c:pt>
                <c:pt idx="332">
                  <c:v>60.514923000000003</c:v>
                </c:pt>
                <c:pt idx="333">
                  <c:v>60.321381000000002</c:v>
                </c:pt>
                <c:pt idx="334">
                  <c:v>60.188274</c:v>
                </c:pt>
                <c:pt idx="335">
                  <c:v>60.139000000000003</c:v>
                </c:pt>
                <c:pt idx="336">
                  <c:v>60.126613999999996</c:v>
                </c:pt>
                <c:pt idx="337">
                  <c:v>60.087589000000001</c:v>
                </c:pt>
                <c:pt idx="338">
                  <c:v>60.072361000000001</c:v>
                </c:pt>
                <c:pt idx="339">
                  <c:v>60.079318999999998</c:v>
                </c:pt>
                <c:pt idx="340">
                  <c:v>60.07423</c:v>
                </c:pt>
                <c:pt idx="341">
                  <c:v>60.073512999999998</c:v>
                </c:pt>
                <c:pt idx="342">
                  <c:v>60.070908000000003</c:v>
                </c:pt>
                <c:pt idx="343">
                  <c:v>60.054802000000002</c:v>
                </c:pt>
                <c:pt idx="344">
                  <c:v>60.055798000000003</c:v>
                </c:pt>
                <c:pt idx="345">
                  <c:v>60.059581999999999</c:v>
                </c:pt>
                <c:pt idx="346">
                  <c:v>60.047103999999997</c:v>
                </c:pt>
                <c:pt idx="347">
                  <c:v>60.043854000000003</c:v>
                </c:pt>
                <c:pt idx="348">
                  <c:v>59.925941000000002</c:v>
                </c:pt>
                <c:pt idx="349">
                  <c:v>59.699154</c:v>
                </c:pt>
                <c:pt idx="350">
                  <c:v>59.496451999999998</c:v>
                </c:pt>
                <c:pt idx="351">
                  <c:v>59.427157999999999</c:v>
                </c:pt>
                <c:pt idx="352">
                  <c:v>59.563133000000001</c:v>
                </c:pt>
                <c:pt idx="353">
                  <c:v>59.731715999999999</c:v>
                </c:pt>
                <c:pt idx="354">
                  <c:v>59.968544000000001</c:v>
                </c:pt>
                <c:pt idx="355">
                  <c:v>60.387188000000002</c:v>
                </c:pt>
                <c:pt idx="356">
                  <c:v>60.983006000000003</c:v>
                </c:pt>
                <c:pt idx="357">
                  <c:v>61.674621999999999</c:v>
                </c:pt>
                <c:pt idx="358">
                  <c:v>62.190018000000002</c:v>
                </c:pt>
                <c:pt idx="359">
                  <c:v>62.544018000000001</c:v>
                </c:pt>
                <c:pt idx="360">
                  <c:v>62.735652999999999</c:v>
                </c:pt>
                <c:pt idx="361">
                  <c:v>62.819626</c:v>
                </c:pt>
                <c:pt idx="362">
                  <c:v>62.852637999999999</c:v>
                </c:pt>
                <c:pt idx="363">
                  <c:v>62.861995999999998</c:v>
                </c:pt>
                <c:pt idx="364">
                  <c:v>62.911026</c:v>
                </c:pt>
                <c:pt idx="365">
                  <c:v>63.128860000000003</c:v>
                </c:pt>
                <c:pt idx="366">
                  <c:v>63.452457000000003</c:v>
                </c:pt>
                <c:pt idx="367">
                  <c:v>63.612578999999997</c:v>
                </c:pt>
                <c:pt idx="368">
                  <c:v>63.549351000000001</c:v>
                </c:pt>
                <c:pt idx="369">
                  <c:v>63.524718999999997</c:v>
                </c:pt>
                <c:pt idx="370">
                  <c:v>63.585208999999999</c:v>
                </c:pt>
                <c:pt idx="371">
                  <c:v>63.886360000000003</c:v>
                </c:pt>
                <c:pt idx="372">
                  <c:v>64.393187999999995</c:v>
                </c:pt>
                <c:pt idx="373">
                  <c:v>64.998656999999994</c:v>
                </c:pt>
                <c:pt idx="374">
                  <c:v>65.465514999999996</c:v>
                </c:pt>
                <c:pt idx="375">
                  <c:v>65.75206</c:v>
                </c:pt>
                <c:pt idx="376">
                  <c:v>66.039947999999995</c:v>
                </c:pt>
                <c:pt idx="377">
                  <c:v>66.293639999999996</c:v>
                </c:pt>
                <c:pt idx="378">
                  <c:v>66.432723999999993</c:v>
                </c:pt>
                <c:pt idx="379">
                  <c:v>66.431229000000002</c:v>
                </c:pt>
                <c:pt idx="380">
                  <c:v>66.484375</c:v>
                </c:pt>
                <c:pt idx="381">
                  <c:v>66.567100999999994</c:v>
                </c:pt>
                <c:pt idx="382">
                  <c:v>66.905151000000004</c:v>
                </c:pt>
                <c:pt idx="383">
                  <c:v>67.358917000000005</c:v>
                </c:pt>
                <c:pt idx="384">
                  <c:v>67.713333000000006</c:v>
                </c:pt>
                <c:pt idx="385">
                  <c:v>67.872985999999997</c:v>
                </c:pt>
                <c:pt idx="386">
                  <c:v>68.102294999999998</c:v>
                </c:pt>
                <c:pt idx="387">
                  <c:v>68.510581999999999</c:v>
                </c:pt>
                <c:pt idx="388">
                  <c:v>69.056235999999998</c:v>
                </c:pt>
                <c:pt idx="389">
                  <c:v>69.412216000000001</c:v>
                </c:pt>
                <c:pt idx="390">
                  <c:v>69.572333999999998</c:v>
                </c:pt>
                <c:pt idx="391">
                  <c:v>69.644088999999994</c:v>
                </c:pt>
                <c:pt idx="392">
                  <c:v>69.767432999999997</c:v>
                </c:pt>
                <c:pt idx="393">
                  <c:v>69.937507999999994</c:v>
                </c:pt>
                <c:pt idx="394">
                  <c:v>70.049469000000002</c:v>
                </c:pt>
                <c:pt idx="395">
                  <c:v>70.069823999999997</c:v>
                </c:pt>
                <c:pt idx="396">
                  <c:v>69.998656999999994</c:v>
                </c:pt>
                <c:pt idx="397">
                  <c:v>69.886641999999995</c:v>
                </c:pt>
                <c:pt idx="398">
                  <c:v>69.752769000000001</c:v>
                </c:pt>
                <c:pt idx="399">
                  <c:v>69.730926999999994</c:v>
                </c:pt>
                <c:pt idx="400">
                  <c:v>69.840179000000006</c:v>
                </c:pt>
                <c:pt idx="401">
                  <c:v>70.013535000000005</c:v>
                </c:pt>
                <c:pt idx="402">
                  <c:v>70.144317999999998</c:v>
                </c:pt>
                <c:pt idx="403">
                  <c:v>70.195235999999994</c:v>
                </c:pt>
                <c:pt idx="404">
                  <c:v>70.164360000000002</c:v>
                </c:pt>
                <c:pt idx="405">
                  <c:v>70.099472000000006</c:v>
                </c:pt>
                <c:pt idx="406">
                  <c:v>69.999115000000003</c:v>
                </c:pt>
                <c:pt idx="407">
                  <c:v>69.879677000000001</c:v>
                </c:pt>
                <c:pt idx="408">
                  <c:v>69.752571000000003</c:v>
                </c:pt>
                <c:pt idx="409">
                  <c:v>69.624595999999997</c:v>
                </c:pt>
                <c:pt idx="410">
                  <c:v>69.392677000000006</c:v>
                </c:pt>
                <c:pt idx="411">
                  <c:v>69.158691000000005</c:v>
                </c:pt>
                <c:pt idx="412">
                  <c:v>68.993774000000002</c:v>
                </c:pt>
                <c:pt idx="413">
                  <c:v>68.858924999999999</c:v>
                </c:pt>
                <c:pt idx="414">
                  <c:v>68.885681000000005</c:v>
                </c:pt>
                <c:pt idx="415">
                  <c:v>68.947997999999998</c:v>
                </c:pt>
                <c:pt idx="416">
                  <c:v>69.093468000000001</c:v>
                </c:pt>
                <c:pt idx="417">
                  <c:v>69.297600000000003</c:v>
                </c:pt>
                <c:pt idx="418">
                  <c:v>69.67971</c:v>
                </c:pt>
                <c:pt idx="419">
                  <c:v>70.160270999999995</c:v>
                </c:pt>
                <c:pt idx="420">
                  <c:v>70.652671999999995</c:v>
                </c:pt>
                <c:pt idx="421">
                  <c:v>71.053268000000003</c:v>
                </c:pt>
                <c:pt idx="422">
                  <c:v>71.405792000000005</c:v>
                </c:pt>
                <c:pt idx="423">
                  <c:v>71.702010999999999</c:v>
                </c:pt>
                <c:pt idx="424">
                  <c:v>71.921561999999994</c:v>
                </c:pt>
                <c:pt idx="425">
                  <c:v>72.124015999999997</c:v>
                </c:pt>
                <c:pt idx="426">
                  <c:v>72.247719000000004</c:v>
                </c:pt>
                <c:pt idx="427">
                  <c:v>72.224693000000002</c:v>
                </c:pt>
                <c:pt idx="428">
                  <c:v>72.095116000000004</c:v>
                </c:pt>
                <c:pt idx="429">
                  <c:v>71.874390000000005</c:v>
                </c:pt>
                <c:pt idx="430">
                  <c:v>71.615395000000007</c:v>
                </c:pt>
                <c:pt idx="431">
                  <c:v>71.319327999999999</c:v>
                </c:pt>
                <c:pt idx="432">
                  <c:v>70.982048000000006</c:v>
                </c:pt>
                <c:pt idx="433">
                  <c:v>70.626098999999996</c:v>
                </c:pt>
                <c:pt idx="434">
                  <c:v>70.274101000000002</c:v>
                </c:pt>
                <c:pt idx="435">
                  <c:v>69.946288999999993</c:v>
                </c:pt>
                <c:pt idx="436">
                  <c:v>69.667846999999995</c:v>
                </c:pt>
                <c:pt idx="437">
                  <c:v>69.466576000000003</c:v>
                </c:pt>
                <c:pt idx="438">
                  <c:v>69.299377000000007</c:v>
                </c:pt>
                <c:pt idx="439">
                  <c:v>69.111701999999994</c:v>
                </c:pt>
                <c:pt idx="440">
                  <c:v>68.905212000000006</c:v>
                </c:pt>
                <c:pt idx="441">
                  <c:v>68.658919999999995</c:v>
                </c:pt>
                <c:pt idx="442">
                  <c:v>68.338425000000001</c:v>
                </c:pt>
                <c:pt idx="443">
                  <c:v>68.030510000000007</c:v>
                </c:pt>
                <c:pt idx="444">
                  <c:v>67.809951999999996</c:v>
                </c:pt>
                <c:pt idx="445">
                  <c:v>67.656257999999994</c:v>
                </c:pt>
                <c:pt idx="446">
                  <c:v>67.591865999999996</c:v>
                </c:pt>
                <c:pt idx="447">
                  <c:v>67.547470000000004</c:v>
                </c:pt>
                <c:pt idx="448">
                  <c:v>67.518051</c:v>
                </c:pt>
                <c:pt idx="449">
                  <c:v>67.510704000000004</c:v>
                </c:pt>
                <c:pt idx="450">
                  <c:v>67.488754</c:v>
                </c:pt>
                <c:pt idx="451">
                  <c:v>67.431725</c:v>
                </c:pt>
                <c:pt idx="452">
                  <c:v>67.457138</c:v>
                </c:pt>
                <c:pt idx="453">
                  <c:v>69.210509999999999</c:v>
                </c:pt>
                <c:pt idx="454">
                  <c:v>70.038848999999999</c:v>
                </c:pt>
                <c:pt idx="455">
                  <c:v>69.932343000000003</c:v>
                </c:pt>
                <c:pt idx="456">
                  <c:v>69.654205000000005</c:v>
                </c:pt>
                <c:pt idx="457">
                  <c:v>69.439780999999996</c:v>
                </c:pt>
                <c:pt idx="458">
                  <c:v>69.355209000000002</c:v>
                </c:pt>
                <c:pt idx="459">
                  <c:v>69.415169000000006</c:v>
                </c:pt>
                <c:pt idx="460">
                  <c:v>69.606696999999997</c:v>
                </c:pt>
                <c:pt idx="461">
                  <c:v>69.838158000000007</c:v>
                </c:pt>
                <c:pt idx="462">
                  <c:v>70.015906999999999</c:v>
                </c:pt>
                <c:pt idx="463">
                  <c:v>70.095253</c:v>
                </c:pt>
                <c:pt idx="464">
                  <c:v>70.095016000000001</c:v>
                </c:pt>
                <c:pt idx="465">
                  <c:v>70.018996999999999</c:v>
                </c:pt>
                <c:pt idx="466">
                  <c:v>69.914749</c:v>
                </c:pt>
                <c:pt idx="467">
                  <c:v>69.997855999999999</c:v>
                </c:pt>
                <c:pt idx="468">
                  <c:v>70.168571</c:v>
                </c:pt>
                <c:pt idx="469">
                  <c:v>70.526877999999996</c:v>
                </c:pt>
                <c:pt idx="470">
                  <c:v>70.867988999999994</c:v>
                </c:pt>
                <c:pt idx="471">
                  <c:v>71.117973000000006</c:v>
                </c:pt>
                <c:pt idx="472">
                  <c:v>71.403969000000004</c:v>
                </c:pt>
                <c:pt idx="473">
                  <c:v>71.776916999999997</c:v>
                </c:pt>
                <c:pt idx="474">
                  <c:v>72.192611999999997</c:v>
                </c:pt>
                <c:pt idx="475">
                  <c:v>72.627678000000003</c:v>
                </c:pt>
                <c:pt idx="476">
                  <c:v>72.834259000000003</c:v>
                </c:pt>
                <c:pt idx="477">
                  <c:v>72.903236000000007</c:v>
                </c:pt>
                <c:pt idx="478">
                  <c:v>72.817490000000006</c:v>
                </c:pt>
                <c:pt idx="479">
                  <c:v>72.638710000000003</c:v>
                </c:pt>
                <c:pt idx="480">
                  <c:v>72.430931000000001</c:v>
                </c:pt>
                <c:pt idx="481">
                  <c:v>72.205307000000005</c:v>
                </c:pt>
                <c:pt idx="482">
                  <c:v>72.003426000000005</c:v>
                </c:pt>
                <c:pt idx="483">
                  <c:v>71.848151999999999</c:v>
                </c:pt>
                <c:pt idx="484">
                  <c:v>71.708054000000004</c:v>
                </c:pt>
                <c:pt idx="485">
                  <c:v>71.483879000000002</c:v>
                </c:pt>
                <c:pt idx="486">
                  <c:v>71.176804000000004</c:v>
                </c:pt>
                <c:pt idx="487">
                  <c:v>70.939323000000002</c:v>
                </c:pt>
                <c:pt idx="488">
                  <c:v>70.714729000000005</c:v>
                </c:pt>
                <c:pt idx="489">
                  <c:v>70.656493999999995</c:v>
                </c:pt>
                <c:pt idx="490">
                  <c:v>70.787025</c:v>
                </c:pt>
                <c:pt idx="491">
                  <c:v>70.977112000000005</c:v>
                </c:pt>
                <c:pt idx="492">
                  <c:v>71.253471000000005</c:v>
                </c:pt>
                <c:pt idx="493">
                  <c:v>71.678566000000004</c:v>
                </c:pt>
                <c:pt idx="494">
                  <c:v>72.127814999999998</c:v>
                </c:pt>
                <c:pt idx="495">
                  <c:v>72.513915999999995</c:v>
                </c:pt>
                <c:pt idx="496">
                  <c:v>72.765548999999993</c:v>
                </c:pt>
                <c:pt idx="497">
                  <c:v>72.860550000000003</c:v>
                </c:pt>
                <c:pt idx="498">
                  <c:v>72.839843999999999</c:v>
                </c:pt>
                <c:pt idx="499">
                  <c:v>72.877350000000007</c:v>
                </c:pt>
                <c:pt idx="500">
                  <c:v>73.024178000000006</c:v>
                </c:pt>
                <c:pt idx="501">
                  <c:v>73.210846000000004</c:v>
                </c:pt>
                <c:pt idx="502">
                  <c:v>73.369652000000002</c:v>
                </c:pt>
                <c:pt idx="503">
                  <c:v>73.539023999999998</c:v>
                </c:pt>
                <c:pt idx="504">
                  <c:v>73.816604999999996</c:v>
                </c:pt>
                <c:pt idx="505">
                  <c:v>74.324759999999998</c:v>
                </c:pt>
                <c:pt idx="506">
                  <c:v>74.885681000000005</c:v>
                </c:pt>
                <c:pt idx="507">
                  <c:v>75.326706000000001</c:v>
                </c:pt>
                <c:pt idx="508">
                  <c:v>75.665183999999996</c:v>
                </c:pt>
                <c:pt idx="509">
                  <c:v>75.958549000000005</c:v>
                </c:pt>
                <c:pt idx="510">
                  <c:v>76.131866000000002</c:v>
                </c:pt>
                <c:pt idx="511">
                  <c:v>76.156836999999996</c:v>
                </c:pt>
                <c:pt idx="512">
                  <c:v>75.924385000000001</c:v>
                </c:pt>
                <c:pt idx="513">
                  <c:v>75.750846999999993</c:v>
                </c:pt>
                <c:pt idx="514">
                  <c:v>75.467078999999998</c:v>
                </c:pt>
                <c:pt idx="515">
                  <c:v>75.229468999999995</c:v>
                </c:pt>
                <c:pt idx="516">
                  <c:v>75.132187000000002</c:v>
                </c:pt>
                <c:pt idx="517">
                  <c:v>75.042006999999998</c:v>
                </c:pt>
                <c:pt idx="518">
                  <c:v>74.962845000000002</c:v>
                </c:pt>
                <c:pt idx="519">
                  <c:v>74.578666999999996</c:v>
                </c:pt>
                <c:pt idx="520">
                  <c:v>73.122519999999994</c:v>
                </c:pt>
                <c:pt idx="521">
                  <c:v>71.452888000000002</c:v>
                </c:pt>
                <c:pt idx="522">
                  <c:v>71.310524000000001</c:v>
                </c:pt>
                <c:pt idx="523">
                  <c:v>72.252785000000003</c:v>
                </c:pt>
                <c:pt idx="524">
                  <c:v>73.141739000000001</c:v>
                </c:pt>
                <c:pt idx="525">
                  <c:v>73.535422999999994</c:v>
                </c:pt>
                <c:pt idx="526">
                  <c:v>73.694892999999993</c:v>
                </c:pt>
                <c:pt idx="527">
                  <c:v>73.711250000000007</c:v>
                </c:pt>
                <c:pt idx="528">
                  <c:v>73.676590000000004</c:v>
                </c:pt>
                <c:pt idx="529">
                  <c:v>73.581290999999993</c:v>
                </c:pt>
                <c:pt idx="530">
                  <c:v>73.427895000000007</c:v>
                </c:pt>
                <c:pt idx="531">
                  <c:v>73.296402</c:v>
                </c:pt>
                <c:pt idx="532">
                  <c:v>73.222510999999997</c:v>
                </c:pt>
                <c:pt idx="533">
                  <c:v>73.164901999999998</c:v>
                </c:pt>
                <c:pt idx="534">
                  <c:v>73.141197000000005</c:v>
                </c:pt>
                <c:pt idx="535">
                  <c:v>73.147086999999999</c:v>
                </c:pt>
                <c:pt idx="536">
                  <c:v>73.136573999999996</c:v>
                </c:pt>
                <c:pt idx="537">
                  <c:v>73.120148</c:v>
                </c:pt>
                <c:pt idx="538">
                  <c:v>73.123733999999999</c:v>
                </c:pt>
                <c:pt idx="539">
                  <c:v>73.152953999999994</c:v>
                </c:pt>
                <c:pt idx="540">
                  <c:v>73.160683000000006</c:v>
                </c:pt>
                <c:pt idx="541">
                  <c:v>73.143401999999995</c:v>
                </c:pt>
                <c:pt idx="542">
                  <c:v>73.062599000000006</c:v>
                </c:pt>
                <c:pt idx="543">
                  <c:v>72.942711000000003</c:v>
                </c:pt>
                <c:pt idx="544">
                  <c:v>72.801070999999993</c:v>
                </c:pt>
                <c:pt idx="545">
                  <c:v>72.637573000000003</c:v>
                </c:pt>
                <c:pt idx="546">
                  <c:v>72.366332999999997</c:v>
                </c:pt>
                <c:pt idx="547">
                  <c:v>72.116951</c:v>
                </c:pt>
                <c:pt idx="548">
                  <c:v>72.008399999999995</c:v>
                </c:pt>
                <c:pt idx="549">
                  <c:v>71.964957999999996</c:v>
                </c:pt>
                <c:pt idx="550">
                  <c:v>72.075149999999994</c:v>
                </c:pt>
                <c:pt idx="551">
                  <c:v>72.254807</c:v>
                </c:pt>
                <c:pt idx="552">
                  <c:v>72.446692999999996</c:v>
                </c:pt>
                <c:pt idx="553">
                  <c:v>72.456612000000007</c:v>
                </c:pt>
                <c:pt idx="554">
                  <c:v>72.410865999999999</c:v>
                </c:pt>
                <c:pt idx="555">
                  <c:v>72.154404</c:v>
                </c:pt>
                <c:pt idx="556">
                  <c:v>71.931640999999999</c:v>
                </c:pt>
                <c:pt idx="557">
                  <c:v>71.746407000000005</c:v>
                </c:pt>
                <c:pt idx="558">
                  <c:v>71.546218999999994</c:v>
                </c:pt>
                <c:pt idx="559">
                  <c:v>71.303214999999994</c:v>
                </c:pt>
                <c:pt idx="560">
                  <c:v>71.016884000000005</c:v>
                </c:pt>
                <c:pt idx="561">
                  <c:v>70.710052000000005</c:v>
                </c:pt>
                <c:pt idx="562">
                  <c:v>70.427848999999995</c:v>
                </c:pt>
                <c:pt idx="563">
                  <c:v>70.105643999999998</c:v>
                </c:pt>
                <c:pt idx="564">
                  <c:v>69.827804999999998</c:v>
                </c:pt>
                <c:pt idx="565">
                  <c:v>69.590239999999994</c:v>
                </c:pt>
                <c:pt idx="566">
                  <c:v>69.413680999999997</c:v>
                </c:pt>
                <c:pt idx="567">
                  <c:v>69.284592000000004</c:v>
                </c:pt>
                <c:pt idx="568">
                  <c:v>69.143180999999998</c:v>
                </c:pt>
                <c:pt idx="569">
                  <c:v>68.986427000000006</c:v>
                </c:pt>
                <c:pt idx="570">
                  <c:v>68.882216999999997</c:v>
                </c:pt>
                <c:pt idx="571">
                  <c:v>68.771277999999995</c:v>
                </c:pt>
                <c:pt idx="572">
                  <c:v>68.635413999999997</c:v>
                </c:pt>
                <c:pt idx="573">
                  <c:v>68.526618999999997</c:v>
                </c:pt>
                <c:pt idx="574">
                  <c:v>68.728043</c:v>
                </c:pt>
                <c:pt idx="575">
                  <c:v>66.324493000000004</c:v>
                </c:pt>
                <c:pt idx="576">
                  <c:v>66.295090000000002</c:v>
                </c:pt>
                <c:pt idx="577">
                  <c:v>66.783439999999999</c:v>
                </c:pt>
                <c:pt idx="578">
                  <c:v>67.209441999999996</c:v>
                </c:pt>
                <c:pt idx="579">
                  <c:v>67.421028000000007</c:v>
                </c:pt>
                <c:pt idx="580">
                  <c:v>67.407677000000007</c:v>
                </c:pt>
                <c:pt idx="581">
                  <c:v>67.333595000000003</c:v>
                </c:pt>
                <c:pt idx="582">
                  <c:v>67.205551</c:v>
                </c:pt>
                <c:pt idx="583">
                  <c:v>67.058937</c:v>
                </c:pt>
                <c:pt idx="584">
                  <c:v>66.901283000000006</c:v>
                </c:pt>
                <c:pt idx="585">
                  <c:v>66.729156000000003</c:v>
                </c:pt>
                <c:pt idx="586">
                  <c:v>66.578666999999996</c:v>
                </c:pt>
                <c:pt idx="587">
                  <c:v>66.472672000000003</c:v>
                </c:pt>
                <c:pt idx="588">
                  <c:v>66.419066999999998</c:v>
                </c:pt>
                <c:pt idx="589">
                  <c:v>66.361816000000005</c:v>
                </c:pt>
                <c:pt idx="590">
                  <c:v>66.286315999999999</c:v>
                </c:pt>
                <c:pt idx="591">
                  <c:v>66.216819999999998</c:v>
                </c:pt>
                <c:pt idx="592">
                  <c:v>66.079216000000002</c:v>
                </c:pt>
                <c:pt idx="593">
                  <c:v>66.029739000000006</c:v>
                </c:pt>
                <c:pt idx="594">
                  <c:v>66.068314000000001</c:v>
                </c:pt>
                <c:pt idx="595">
                  <c:v>66.099754000000004</c:v>
                </c:pt>
                <c:pt idx="596">
                  <c:v>66.125945999999999</c:v>
                </c:pt>
                <c:pt idx="597">
                  <c:v>66.048858999999993</c:v>
                </c:pt>
                <c:pt idx="598">
                  <c:v>65.877234999999999</c:v>
                </c:pt>
                <c:pt idx="599">
                  <c:v>65.736542</c:v>
                </c:pt>
                <c:pt idx="600">
                  <c:v>65.657745000000006</c:v>
                </c:pt>
                <c:pt idx="601">
                  <c:v>65.527732999999998</c:v>
                </c:pt>
                <c:pt idx="602">
                  <c:v>65.547011999999995</c:v>
                </c:pt>
                <c:pt idx="603">
                  <c:v>65.750061000000002</c:v>
                </c:pt>
                <c:pt idx="604">
                  <c:v>66.016373000000002</c:v>
                </c:pt>
                <c:pt idx="605">
                  <c:v>66.354545999999999</c:v>
                </c:pt>
                <c:pt idx="606">
                  <c:v>66.881500000000003</c:v>
                </c:pt>
                <c:pt idx="607">
                  <c:v>67.572547999999998</c:v>
                </c:pt>
                <c:pt idx="608">
                  <c:v>68.338470000000001</c:v>
                </c:pt>
                <c:pt idx="609">
                  <c:v>68.884781000000004</c:v>
                </c:pt>
                <c:pt idx="610">
                  <c:v>69.257621999999998</c:v>
                </c:pt>
                <c:pt idx="611">
                  <c:v>69.548903999999993</c:v>
                </c:pt>
                <c:pt idx="612">
                  <c:v>69.740195999999997</c:v>
                </c:pt>
                <c:pt idx="613">
                  <c:v>69.860534999999999</c:v>
                </c:pt>
                <c:pt idx="614">
                  <c:v>69.934830000000005</c:v>
                </c:pt>
                <c:pt idx="615">
                  <c:v>69.918419</c:v>
                </c:pt>
                <c:pt idx="616">
                  <c:v>69.844596999999993</c:v>
                </c:pt>
                <c:pt idx="617">
                  <c:v>69.758208999999994</c:v>
                </c:pt>
                <c:pt idx="618">
                  <c:v>69.716942000000003</c:v>
                </c:pt>
                <c:pt idx="619">
                  <c:v>69.711571000000006</c:v>
                </c:pt>
                <c:pt idx="620">
                  <c:v>69.754836999999995</c:v>
                </c:pt>
                <c:pt idx="621">
                  <c:v>69.780074999999997</c:v>
                </c:pt>
                <c:pt idx="622">
                  <c:v>69.917343000000002</c:v>
                </c:pt>
                <c:pt idx="623">
                  <c:v>70.209762999999995</c:v>
                </c:pt>
                <c:pt idx="624">
                  <c:v>70.486480999999998</c:v>
                </c:pt>
                <c:pt idx="625">
                  <c:v>70.725716000000006</c:v>
                </c:pt>
                <c:pt idx="626">
                  <c:v>70.995468000000002</c:v>
                </c:pt>
                <c:pt idx="627">
                  <c:v>71.348952999999995</c:v>
                </c:pt>
                <c:pt idx="628">
                  <c:v>71.703254999999999</c:v>
                </c:pt>
                <c:pt idx="629">
                  <c:v>71.952126000000007</c:v>
                </c:pt>
                <c:pt idx="630">
                  <c:v>72.003319000000005</c:v>
                </c:pt>
                <c:pt idx="631">
                  <c:v>72.022018000000003</c:v>
                </c:pt>
                <c:pt idx="632">
                  <c:v>72.011748999999995</c:v>
                </c:pt>
                <c:pt idx="633">
                  <c:v>71.941947999999996</c:v>
                </c:pt>
                <c:pt idx="634">
                  <c:v>71.865493999999998</c:v>
                </c:pt>
                <c:pt idx="635">
                  <c:v>71.800017999999994</c:v>
                </c:pt>
                <c:pt idx="636">
                  <c:v>71.698830000000001</c:v>
                </c:pt>
                <c:pt idx="637">
                  <c:v>71.643196000000003</c:v>
                </c:pt>
                <c:pt idx="638">
                  <c:v>71.585762000000003</c:v>
                </c:pt>
                <c:pt idx="639">
                  <c:v>71.670783999999998</c:v>
                </c:pt>
                <c:pt idx="640">
                  <c:v>71.963097000000005</c:v>
                </c:pt>
                <c:pt idx="641">
                  <c:v>72.279426999999998</c:v>
                </c:pt>
                <c:pt idx="642">
                  <c:v>72.533646000000005</c:v>
                </c:pt>
                <c:pt idx="643">
                  <c:v>72.715355000000002</c:v>
                </c:pt>
                <c:pt idx="644">
                  <c:v>72.960280999999995</c:v>
                </c:pt>
                <c:pt idx="645">
                  <c:v>73.225348999999994</c:v>
                </c:pt>
                <c:pt idx="646">
                  <c:v>73.454398999999995</c:v>
                </c:pt>
                <c:pt idx="647">
                  <c:v>73.615364</c:v>
                </c:pt>
                <c:pt idx="648">
                  <c:v>73.819571999999994</c:v>
                </c:pt>
                <c:pt idx="649">
                  <c:v>74.215034000000003</c:v>
                </c:pt>
                <c:pt idx="650">
                  <c:v>74.513153000000003</c:v>
                </c:pt>
                <c:pt idx="651">
                  <c:v>74.800895999999995</c:v>
                </c:pt>
                <c:pt idx="652">
                  <c:v>75.084145000000007</c:v>
                </c:pt>
                <c:pt idx="653">
                  <c:v>75.276627000000005</c:v>
                </c:pt>
                <c:pt idx="654">
                  <c:v>75.357956000000001</c:v>
                </c:pt>
                <c:pt idx="655">
                  <c:v>75.387985</c:v>
                </c:pt>
                <c:pt idx="656">
                  <c:v>75.417320000000004</c:v>
                </c:pt>
                <c:pt idx="657">
                  <c:v>75.494979999999998</c:v>
                </c:pt>
                <c:pt idx="658">
                  <c:v>75.720794999999995</c:v>
                </c:pt>
                <c:pt idx="659">
                  <c:v>76.142784000000006</c:v>
                </c:pt>
                <c:pt idx="660">
                  <c:v>76.601958999999994</c:v>
                </c:pt>
                <c:pt idx="661">
                  <c:v>77.036797000000007</c:v>
                </c:pt>
                <c:pt idx="662">
                  <c:v>77.447783999999999</c:v>
                </c:pt>
                <c:pt idx="663">
                  <c:v>77.874069000000006</c:v>
                </c:pt>
                <c:pt idx="664">
                  <c:v>78.395583999999999</c:v>
                </c:pt>
                <c:pt idx="665">
                  <c:v>78.978401000000005</c:v>
                </c:pt>
                <c:pt idx="666">
                  <c:v>79.522025999999997</c:v>
                </c:pt>
                <c:pt idx="667">
                  <c:v>80.034271000000004</c:v>
                </c:pt>
                <c:pt idx="668">
                  <c:v>80.440887000000004</c:v>
                </c:pt>
                <c:pt idx="669">
                  <c:v>80.804939000000005</c:v>
                </c:pt>
                <c:pt idx="670">
                  <c:v>81.131454000000005</c:v>
                </c:pt>
                <c:pt idx="671">
                  <c:v>81.353476999999998</c:v>
                </c:pt>
                <c:pt idx="672">
                  <c:v>81.478950999999995</c:v>
                </c:pt>
                <c:pt idx="673">
                  <c:v>81.686278999999999</c:v>
                </c:pt>
                <c:pt idx="674">
                  <c:v>81.955650000000006</c:v>
                </c:pt>
                <c:pt idx="675">
                  <c:v>82.256691000000004</c:v>
                </c:pt>
                <c:pt idx="676">
                  <c:v>82.438713000000007</c:v>
                </c:pt>
                <c:pt idx="677">
                  <c:v>82.487517999999994</c:v>
                </c:pt>
                <c:pt idx="678">
                  <c:v>82.649985999999998</c:v>
                </c:pt>
                <c:pt idx="679">
                  <c:v>82.979957999999996</c:v>
                </c:pt>
                <c:pt idx="680">
                  <c:v>83.417220999999998</c:v>
                </c:pt>
                <c:pt idx="681">
                  <c:v>83.956192000000001</c:v>
                </c:pt>
                <c:pt idx="682">
                  <c:v>84.425026000000003</c:v>
                </c:pt>
                <c:pt idx="683">
                  <c:v>84.773537000000005</c:v>
                </c:pt>
                <c:pt idx="684">
                  <c:v>85.141655</c:v>
                </c:pt>
                <c:pt idx="685">
                  <c:v>85.512276</c:v>
                </c:pt>
                <c:pt idx="686">
                  <c:v>85.939155999999997</c:v>
                </c:pt>
                <c:pt idx="687">
                  <c:v>86.388801999999998</c:v>
                </c:pt>
                <c:pt idx="688">
                  <c:v>86.708099000000004</c:v>
                </c:pt>
                <c:pt idx="689">
                  <c:v>86.959366000000003</c:v>
                </c:pt>
                <c:pt idx="690">
                  <c:v>87.144347999999994</c:v>
                </c:pt>
                <c:pt idx="691">
                  <c:v>87.296265000000005</c:v>
                </c:pt>
                <c:pt idx="692">
                  <c:v>87.575530999999998</c:v>
                </c:pt>
                <c:pt idx="693">
                  <c:v>87.800895999999995</c:v>
                </c:pt>
                <c:pt idx="694">
                  <c:v>87.797577000000004</c:v>
                </c:pt>
                <c:pt idx="695">
                  <c:v>87.713142000000005</c:v>
                </c:pt>
                <c:pt idx="696">
                  <c:v>87.747635000000002</c:v>
                </c:pt>
                <c:pt idx="697">
                  <c:v>87.829323000000002</c:v>
                </c:pt>
                <c:pt idx="698">
                  <c:v>87.942863000000003</c:v>
                </c:pt>
                <c:pt idx="699">
                  <c:v>88.049377000000007</c:v>
                </c:pt>
                <c:pt idx="700">
                  <c:v>88.170883000000003</c:v>
                </c:pt>
                <c:pt idx="701">
                  <c:v>88.361130000000003</c:v>
                </c:pt>
                <c:pt idx="702">
                  <c:v>88.541740000000004</c:v>
                </c:pt>
                <c:pt idx="703">
                  <c:v>88.637878000000001</c:v>
                </c:pt>
                <c:pt idx="704">
                  <c:v>88.666290000000004</c:v>
                </c:pt>
                <c:pt idx="705">
                  <c:v>88.733199999999997</c:v>
                </c:pt>
                <c:pt idx="706">
                  <c:v>88.811974000000006</c:v>
                </c:pt>
                <c:pt idx="707">
                  <c:v>88.799683000000002</c:v>
                </c:pt>
                <c:pt idx="708">
                  <c:v>88.794937000000004</c:v>
                </c:pt>
                <c:pt idx="709">
                  <c:v>88.861159999999998</c:v>
                </c:pt>
                <c:pt idx="710">
                  <c:v>89.002021999999997</c:v>
                </c:pt>
                <c:pt idx="711">
                  <c:v>89.047348</c:v>
                </c:pt>
                <c:pt idx="712">
                  <c:v>88.989272999999997</c:v>
                </c:pt>
                <c:pt idx="713">
                  <c:v>88.883994999999999</c:v>
                </c:pt>
                <c:pt idx="714">
                  <c:v>88.749504000000002</c:v>
                </c:pt>
                <c:pt idx="715">
                  <c:v>88.627953000000005</c:v>
                </c:pt>
                <c:pt idx="716">
                  <c:v>88.440201000000002</c:v>
                </c:pt>
                <c:pt idx="717">
                  <c:v>88.180678999999998</c:v>
                </c:pt>
                <c:pt idx="718">
                  <c:v>87.941070999999994</c:v>
                </c:pt>
                <c:pt idx="719">
                  <c:v>87.804175999999998</c:v>
                </c:pt>
                <c:pt idx="720">
                  <c:v>87.724266</c:v>
                </c:pt>
                <c:pt idx="721">
                  <c:v>87.743628999999999</c:v>
                </c:pt>
                <c:pt idx="722">
                  <c:v>87.838013000000004</c:v>
                </c:pt>
                <c:pt idx="723">
                  <c:v>87.847778000000005</c:v>
                </c:pt>
                <c:pt idx="724">
                  <c:v>87.782966999999999</c:v>
                </c:pt>
                <c:pt idx="725">
                  <c:v>87.681663999999998</c:v>
                </c:pt>
                <c:pt idx="726">
                  <c:v>87.467667000000006</c:v>
                </c:pt>
                <c:pt idx="727">
                  <c:v>87.287604999999999</c:v>
                </c:pt>
                <c:pt idx="728">
                  <c:v>87.344031999999999</c:v>
                </c:pt>
                <c:pt idx="729">
                  <c:v>87.511825999999999</c:v>
                </c:pt>
                <c:pt idx="730">
                  <c:v>87.538757000000004</c:v>
                </c:pt>
                <c:pt idx="731">
                  <c:v>87.434974999999994</c:v>
                </c:pt>
                <c:pt idx="732">
                  <c:v>87.512664999999998</c:v>
                </c:pt>
                <c:pt idx="733">
                  <c:v>87.673232999999996</c:v>
                </c:pt>
                <c:pt idx="734">
                  <c:v>87.704498000000001</c:v>
                </c:pt>
                <c:pt idx="735">
                  <c:v>87.619804000000002</c:v>
                </c:pt>
                <c:pt idx="736">
                  <c:v>87.509140000000002</c:v>
                </c:pt>
                <c:pt idx="737">
                  <c:v>87.405769000000006</c:v>
                </c:pt>
                <c:pt idx="738">
                  <c:v>87.317763999999997</c:v>
                </c:pt>
                <c:pt idx="739">
                  <c:v>87.213013000000004</c:v>
                </c:pt>
                <c:pt idx="740">
                  <c:v>87.091239999999999</c:v>
                </c:pt>
                <c:pt idx="741">
                  <c:v>86.992537999999996</c:v>
                </c:pt>
                <c:pt idx="742">
                  <c:v>86.860748000000001</c:v>
                </c:pt>
                <c:pt idx="743">
                  <c:v>86.736564999999999</c:v>
                </c:pt>
                <c:pt idx="744">
                  <c:v>86.581917000000004</c:v>
                </c:pt>
                <c:pt idx="745">
                  <c:v>86.359093000000001</c:v>
                </c:pt>
                <c:pt idx="746">
                  <c:v>86.005768000000003</c:v>
                </c:pt>
                <c:pt idx="747">
                  <c:v>85.706260999999998</c:v>
                </c:pt>
                <c:pt idx="748">
                  <c:v>85.369331000000003</c:v>
                </c:pt>
                <c:pt idx="749">
                  <c:v>84.826110999999997</c:v>
                </c:pt>
                <c:pt idx="750">
                  <c:v>84.320830999999998</c:v>
                </c:pt>
                <c:pt idx="751">
                  <c:v>83.991318000000007</c:v>
                </c:pt>
                <c:pt idx="752">
                  <c:v>83.630866999999995</c:v>
                </c:pt>
                <c:pt idx="753">
                  <c:v>83.162070999999997</c:v>
                </c:pt>
                <c:pt idx="754">
                  <c:v>82.507248000000004</c:v>
                </c:pt>
                <c:pt idx="755">
                  <c:v>81.687584000000001</c:v>
                </c:pt>
                <c:pt idx="756">
                  <c:v>80.864151000000007</c:v>
                </c:pt>
                <c:pt idx="757">
                  <c:v>80.220200000000006</c:v>
                </c:pt>
                <c:pt idx="758">
                  <c:v>79.799048999999997</c:v>
                </c:pt>
                <c:pt idx="759">
                  <c:v>79.464607000000001</c:v>
                </c:pt>
                <c:pt idx="760">
                  <c:v>79.098044999999999</c:v>
                </c:pt>
                <c:pt idx="761">
                  <c:v>78.688773999999995</c:v>
                </c:pt>
                <c:pt idx="762">
                  <c:v>78.317725999999993</c:v>
                </c:pt>
                <c:pt idx="763">
                  <c:v>78.070587000000003</c:v>
                </c:pt>
                <c:pt idx="764">
                  <c:v>77.871002000000004</c:v>
                </c:pt>
                <c:pt idx="765">
                  <c:v>77.665520000000001</c:v>
                </c:pt>
                <c:pt idx="766">
                  <c:v>77.49324</c:v>
                </c:pt>
                <c:pt idx="767">
                  <c:v>77.307357999999994</c:v>
                </c:pt>
                <c:pt idx="768">
                  <c:v>77.065185999999997</c:v>
                </c:pt>
                <c:pt idx="769">
                  <c:v>76.734200000000001</c:v>
                </c:pt>
                <c:pt idx="770">
                  <c:v>76.362999000000002</c:v>
                </c:pt>
                <c:pt idx="771">
                  <c:v>76.026520000000005</c:v>
                </c:pt>
                <c:pt idx="772">
                  <c:v>75.796761000000004</c:v>
                </c:pt>
                <c:pt idx="773">
                  <c:v>75.545044000000004</c:v>
                </c:pt>
                <c:pt idx="774">
                  <c:v>75.237717000000004</c:v>
                </c:pt>
                <c:pt idx="775">
                  <c:v>74.910483999999997</c:v>
                </c:pt>
                <c:pt idx="776">
                  <c:v>74.621239000000003</c:v>
                </c:pt>
                <c:pt idx="777">
                  <c:v>74.370414999999994</c:v>
                </c:pt>
                <c:pt idx="778">
                  <c:v>74.164268000000007</c:v>
                </c:pt>
                <c:pt idx="779">
                  <c:v>73.974204999999998</c:v>
                </c:pt>
                <c:pt idx="780">
                  <c:v>73.848067999999998</c:v>
                </c:pt>
                <c:pt idx="781">
                  <c:v>73.811522999999994</c:v>
                </c:pt>
                <c:pt idx="782">
                  <c:v>73.785477</c:v>
                </c:pt>
                <c:pt idx="783">
                  <c:v>73.600646999999995</c:v>
                </c:pt>
                <c:pt idx="784">
                  <c:v>73.328674000000007</c:v>
                </c:pt>
                <c:pt idx="785">
                  <c:v>73.141356999999999</c:v>
                </c:pt>
                <c:pt idx="786">
                  <c:v>72.953033000000005</c:v>
                </c:pt>
                <c:pt idx="787">
                  <c:v>72.884704999999997</c:v>
                </c:pt>
                <c:pt idx="788">
                  <c:v>72.991271999999995</c:v>
                </c:pt>
                <c:pt idx="789">
                  <c:v>73.055770999999993</c:v>
                </c:pt>
                <c:pt idx="790">
                  <c:v>72.871207999999996</c:v>
                </c:pt>
                <c:pt idx="791">
                  <c:v>72.668968000000007</c:v>
                </c:pt>
                <c:pt idx="792">
                  <c:v>72.651145999999997</c:v>
                </c:pt>
                <c:pt idx="793">
                  <c:v>72.713379000000003</c:v>
                </c:pt>
                <c:pt idx="794">
                  <c:v>72.789558</c:v>
                </c:pt>
                <c:pt idx="795">
                  <c:v>72.821960000000004</c:v>
                </c:pt>
                <c:pt idx="796">
                  <c:v>72.96875</c:v>
                </c:pt>
                <c:pt idx="797">
                  <c:v>73.122055000000003</c:v>
                </c:pt>
                <c:pt idx="798">
                  <c:v>73.097060999999997</c:v>
                </c:pt>
                <c:pt idx="799">
                  <c:v>72.962317999999996</c:v>
                </c:pt>
                <c:pt idx="800">
                  <c:v>72.868294000000006</c:v>
                </c:pt>
                <c:pt idx="801">
                  <c:v>72.767921000000001</c:v>
                </c:pt>
                <c:pt idx="802">
                  <c:v>72.555915999999996</c:v>
                </c:pt>
                <c:pt idx="803">
                  <c:v>72.300415000000001</c:v>
                </c:pt>
                <c:pt idx="804">
                  <c:v>72.191535999999999</c:v>
                </c:pt>
                <c:pt idx="805">
                  <c:v>72.034476999999995</c:v>
                </c:pt>
                <c:pt idx="806">
                  <c:v>71.813889000000003</c:v>
                </c:pt>
                <c:pt idx="807">
                  <c:v>71.586394999999996</c:v>
                </c:pt>
                <c:pt idx="808">
                  <c:v>71.409926999999996</c:v>
                </c:pt>
                <c:pt idx="809">
                  <c:v>71.249458000000004</c:v>
                </c:pt>
                <c:pt idx="810">
                  <c:v>71.094527999999997</c:v>
                </c:pt>
                <c:pt idx="811">
                  <c:v>71.001579000000007</c:v>
                </c:pt>
                <c:pt idx="812">
                  <c:v>70.875511000000003</c:v>
                </c:pt>
                <c:pt idx="813">
                  <c:v>70.788230999999996</c:v>
                </c:pt>
                <c:pt idx="814">
                  <c:v>70.667381000000006</c:v>
                </c:pt>
                <c:pt idx="815">
                  <c:v>70.548942999999994</c:v>
                </c:pt>
                <c:pt idx="816">
                  <c:v>70.402671999999995</c:v>
                </c:pt>
                <c:pt idx="817">
                  <c:v>70.111503999999996</c:v>
                </c:pt>
                <c:pt idx="818">
                  <c:v>69.788856999999993</c:v>
                </c:pt>
                <c:pt idx="819">
                  <c:v>69.535285999999999</c:v>
                </c:pt>
                <c:pt idx="820">
                  <c:v>69.344375999999997</c:v>
                </c:pt>
                <c:pt idx="821">
                  <c:v>69.115973999999994</c:v>
                </c:pt>
                <c:pt idx="822">
                  <c:v>68.923575999999997</c:v>
                </c:pt>
                <c:pt idx="823">
                  <c:v>68.891525000000001</c:v>
                </c:pt>
                <c:pt idx="824">
                  <c:v>68.863388</c:v>
                </c:pt>
                <c:pt idx="825">
                  <c:v>68.888405000000006</c:v>
                </c:pt>
                <c:pt idx="826">
                  <c:v>68.953079000000002</c:v>
                </c:pt>
                <c:pt idx="827">
                  <c:v>69.160255000000006</c:v>
                </c:pt>
                <c:pt idx="828">
                  <c:v>69.385634999999994</c:v>
                </c:pt>
                <c:pt idx="829">
                  <c:v>69.566924999999998</c:v>
                </c:pt>
                <c:pt idx="830">
                  <c:v>69.668227999999999</c:v>
                </c:pt>
                <c:pt idx="831">
                  <c:v>69.692100999999994</c:v>
                </c:pt>
                <c:pt idx="832">
                  <c:v>69.647780999999995</c:v>
                </c:pt>
                <c:pt idx="833">
                  <c:v>69.694153</c:v>
                </c:pt>
                <c:pt idx="834">
                  <c:v>69.805533999999994</c:v>
                </c:pt>
                <c:pt idx="835">
                  <c:v>69.872719000000004</c:v>
                </c:pt>
                <c:pt idx="836">
                  <c:v>69.862044999999995</c:v>
                </c:pt>
                <c:pt idx="837">
                  <c:v>69.731589999999997</c:v>
                </c:pt>
                <c:pt idx="838">
                  <c:v>69.620987</c:v>
                </c:pt>
                <c:pt idx="839">
                  <c:v>69.535431000000003</c:v>
                </c:pt>
                <c:pt idx="840">
                  <c:v>69.384338</c:v>
                </c:pt>
                <c:pt idx="841">
                  <c:v>69.256469999999993</c:v>
                </c:pt>
                <c:pt idx="842">
                  <c:v>69.196799999999996</c:v>
                </c:pt>
                <c:pt idx="843">
                  <c:v>69.250534000000002</c:v>
                </c:pt>
                <c:pt idx="844">
                  <c:v>69.386307000000002</c:v>
                </c:pt>
                <c:pt idx="845">
                  <c:v>69.441322</c:v>
                </c:pt>
                <c:pt idx="846">
                  <c:v>69.306313000000003</c:v>
                </c:pt>
                <c:pt idx="847">
                  <c:v>69.197333999999998</c:v>
                </c:pt>
                <c:pt idx="848">
                  <c:v>69.333954000000006</c:v>
                </c:pt>
                <c:pt idx="849">
                  <c:v>69.555869999999999</c:v>
                </c:pt>
                <c:pt idx="850">
                  <c:v>69.652252000000004</c:v>
                </c:pt>
                <c:pt idx="851">
                  <c:v>69.423125999999996</c:v>
                </c:pt>
                <c:pt idx="852">
                  <c:v>69.325103999999996</c:v>
                </c:pt>
                <c:pt idx="853">
                  <c:v>69.078971999999993</c:v>
                </c:pt>
                <c:pt idx="854">
                  <c:v>68.801734999999994</c:v>
                </c:pt>
                <c:pt idx="855">
                  <c:v>68.608017000000004</c:v>
                </c:pt>
                <c:pt idx="856">
                  <c:v>68.459412</c:v>
                </c:pt>
                <c:pt idx="857">
                  <c:v>68.297759999999997</c:v>
                </c:pt>
                <c:pt idx="858">
                  <c:v>68.041831999999999</c:v>
                </c:pt>
                <c:pt idx="859">
                  <c:v>67.760323</c:v>
                </c:pt>
                <c:pt idx="860">
                  <c:v>67.533737000000002</c:v>
                </c:pt>
                <c:pt idx="861">
                  <c:v>67.351035999999993</c:v>
                </c:pt>
                <c:pt idx="862">
                  <c:v>67.217528999999999</c:v>
                </c:pt>
                <c:pt idx="863">
                  <c:v>67.181045999999995</c:v>
                </c:pt>
                <c:pt idx="864">
                  <c:v>67.175194000000005</c:v>
                </c:pt>
                <c:pt idx="865">
                  <c:v>67.193123</c:v>
                </c:pt>
                <c:pt idx="866">
                  <c:v>67.259651000000005</c:v>
                </c:pt>
                <c:pt idx="867">
                  <c:v>67.242812999999998</c:v>
                </c:pt>
                <c:pt idx="868">
                  <c:v>67.248290999999995</c:v>
                </c:pt>
                <c:pt idx="869">
                  <c:v>67.277466000000004</c:v>
                </c:pt>
                <c:pt idx="870">
                  <c:v>67.291923999999995</c:v>
                </c:pt>
                <c:pt idx="871">
                  <c:v>67.114090000000004</c:v>
                </c:pt>
                <c:pt idx="872">
                  <c:v>66.945708999999994</c:v>
                </c:pt>
                <c:pt idx="873">
                  <c:v>66.953299999999999</c:v>
                </c:pt>
                <c:pt idx="874">
                  <c:v>66.927459999999996</c:v>
                </c:pt>
                <c:pt idx="875">
                  <c:v>66.894974000000005</c:v>
                </c:pt>
                <c:pt idx="876">
                  <c:v>66.896225000000001</c:v>
                </c:pt>
                <c:pt idx="877">
                  <c:v>66.953406999999999</c:v>
                </c:pt>
                <c:pt idx="878">
                  <c:v>67.021584000000004</c:v>
                </c:pt>
                <c:pt idx="879">
                  <c:v>66.973327999999995</c:v>
                </c:pt>
                <c:pt idx="880">
                  <c:v>66.93383</c:v>
                </c:pt>
                <c:pt idx="881">
                  <c:v>67.015372999999997</c:v>
                </c:pt>
                <c:pt idx="882">
                  <c:v>67.106087000000002</c:v>
                </c:pt>
                <c:pt idx="883">
                  <c:v>67.114852999999997</c:v>
                </c:pt>
                <c:pt idx="884">
                  <c:v>67.099609000000001</c:v>
                </c:pt>
                <c:pt idx="885">
                  <c:v>67.113067999999998</c:v>
                </c:pt>
                <c:pt idx="886">
                  <c:v>67.177718999999996</c:v>
                </c:pt>
                <c:pt idx="887">
                  <c:v>67.216515000000001</c:v>
                </c:pt>
                <c:pt idx="888">
                  <c:v>67.152359000000004</c:v>
                </c:pt>
                <c:pt idx="889">
                  <c:v>67.151809999999998</c:v>
                </c:pt>
                <c:pt idx="890">
                  <c:v>67.205680999999998</c:v>
                </c:pt>
                <c:pt idx="891">
                  <c:v>67.232123999999999</c:v>
                </c:pt>
                <c:pt idx="892">
                  <c:v>67.220222000000007</c:v>
                </c:pt>
                <c:pt idx="893">
                  <c:v>67.053871000000001</c:v>
                </c:pt>
                <c:pt idx="894">
                  <c:v>66.788567</c:v>
                </c:pt>
                <c:pt idx="895">
                  <c:v>66.632530000000003</c:v>
                </c:pt>
                <c:pt idx="896">
                  <c:v>66.610695000000007</c:v>
                </c:pt>
                <c:pt idx="897">
                  <c:v>66.572852999999995</c:v>
                </c:pt>
                <c:pt idx="898">
                  <c:v>66.398116999999999</c:v>
                </c:pt>
                <c:pt idx="899">
                  <c:v>66.252007000000006</c:v>
                </c:pt>
                <c:pt idx="900">
                  <c:v>66.317734000000002</c:v>
                </c:pt>
                <c:pt idx="901">
                  <c:v>66.554817</c:v>
                </c:pt>
                <c:pt idx="902">
                  <c:v>66.757132999999996</c:v>
                </c:pt>
                <c:pt idx="903">
                  <c:v>66.959839000000002</c:v>
                </c:pt>
                <c:pt idx="904">
                  <c:v>67.237289000000004</c:v>
                </c:pt>
                <c:pt idx="905">
                  <c:v>67.521347000000006</c:v>
                </c:pt>
                <c:pt idx="906">
                  <c:v>67.850296</c:v>
                </c:pt>
                <c:pt idx="907">
                  <c:v>68.223929999999996</c:v>
                </c:pt>
                <c:pt idx="908">
                  <c:v>68.514183000000003</c:v>
                </c:pt>
                <c:pt idx="909">
                  <c:v>68.734825000000001</c:v>
                </c:pt>
                <c:pt idx="910">
                  <c:v>68.874145999999996</c:v>
                </c:pt>
                <c:pt idx="911">
                  <c:v>68.973052999999993</c:v>
                </c:pt>
                <c:pt idx="912">
                  <c:v>69.200012000000001</c:v>
                </c:pt>
                <c:pt idx="913">
                  <c:v>69.473243999999994</c:v>
                </c:pt>
                <c:pt idx="914">
                  <c:v>69.639656000000002</c:v>
                </c:pt>
                <c:pt idx="915">
                  <c:v>69.731026</c:v>
                </c:pt>
                <c:pt idx="916">
                  <c:v>69.706519999999998</c:v>
                </c:pt>
                <c:pt idx="917">
                  <c:v>69.612076000000002</c:v>
                </c:pt>
                <c:pt idx="918">
                  <c:v>69.496764999999996</c:v>
                </c:pt>
                <c:pt idx="919">
                  <c:v>69.370895000000004</c:v>
                </c:pt>
                <c:pt idx="920">
                  <c:v>69.244918999999996</c:v>
                </c:pt>
                <c:pt idx="921">
                  <c:v>69.104202000000001</c:v>
                </c:pt>
                <c:pt idx="922">
                  <c:v>68.929642000000001</c:v>
                </c:pt>
                <c:pt idx="923">
                  <c:v>68.715050000000005</c:v>
                </c:pt>
                <c:pt idx="924">
                  <c:v>68.539756999999994</c:v>
                </c:pt>
                <c:pt idx="925">
                  <c:v>68.452804999999998</c:v>
                </c:pt>
                <c:pt idx="926">
                  <c:v>68.393349000000001</c:v>
                </c:pt>
                <c:pt idx="927">
                  <c:v>68.311904999999996</c:v>
                </c:pt>
                <c:pt idx="928">
                  <c:v>68.211044000000001</c:v>
                </c:pt>
                <c:pt idx="929">
                  <c:v>68.095061999999999</c:v>
                </c:pt>
                <c:pt idx="930">
                  <c:v>68.079093999999998</c:v>
                </c:pt>
                <c:pt idx="931">
                  <c:v>68.196312000000006</c:v>
                </c:pt>
                <c:pt idx="932">
                  <c:v>68.322906000000003</c:v>
                </c:pt>
                <c:pt idx="933">
                  <c:v>68.406707999999995</c:v>
                </c:pt>
                <c:pt idx="934">
                  <c:v>68.469711000000004</c:v>
                </c:pt>
                <c:pt idx="935">
                  <c:v>68.500336000000004</c:v>
                </c:pt>
                <c:pt idx="936">
                  <c:v>68.521454000000006</c:v>
                </c:pt>
                <c:pt idx="937">
                  <c:v>68.544807000000006</c:v>
                </c:pt>
                <c:pt idx="938">
                  <c:v>68.544364999999999</c:v>
                </c:pt>
                <c:pt idx="939">
                  <c:v>68.475616000000002</c:v>
                </c:pt>
                <c:pt idx="940">
                  <c:v>68.371398999999997</c:v>
                </c:pt>
                <c:pt idx="941">
                  <c:v>68.202681999999996</c:v>
                </c:pt>
                <c:pt idx="942">
                  <c:v>67.986282000000003</c:v>
                </c:pt>
                <c:pt idx="943">
                  <c:v>67.865218999999996</c:v>
                </c:pt>
                <c:pt idx="944">
                  <c:v>67.518523999999999</c:v>
                </c:pt>
                <c:pt idx="945">
                  <c:v>67.518355999999997</c:v>
                </c:pt>
                <c:pt idx="946">
                  <c:v>67.644287000000006</c:v>
                </c:pt>
                <c:pt idx="947">
                  <c:v>67.830994000000004</c:v>
                </c:pt>
                <c:pt idx="948">
                  <c:v>67.976439999999997</c:v>
                </c:pt>
                <c:pt idx="949">
                  <c:v>68.042336000000006</c:v>
                </c:pt>
                <c:pt idx="950">
                  <c:v>68.011497000000006</c:v>
                </c:pt>
                <c:pt idx="951">
                  <c:v>67.950264000000004</c:v>
                </c:pt>
                <c:pt idx="952">
                  <c:v>67.743140999999994</c:v>
                </c:pt>
                <c:pt idx="953">
                  <c:v>67.414260999999996</c:v>
                </c:pt>
                <c:pt idx="954">
                  <c:v>67.016197000000005</c:v>
                </c:pt>
                <c:pt idx="955">
                  <c:v>66.631287</c:v>
                </c:pt>
                <c:pt idx="956">
                  <c:v>66.285506999999996</c:v>
                </c:pt>
                <c:pt idx="957">
                  <c:v>66.151047000000005</c:v>
                </c:pt>
                <c:pt idx="958">
                  <c:v>66.143439999999998</c:v>
                </c:pt>
                <c:pt idx="959">
                  <c:v>66.183823000000004</c:v>
                </c:pt>
                <c:pt idx="960">
                  <c:v>66.295883000000003</c:v>
                </c:pt>
                <c:pt idx="961">
                  <c:v>66.433753999999993</c:v>
                </c:pt>
                <c:pt idx="962">
                  <c:v>66.481255000000004</c:v>
                </c:pt>
                <c:pt idx="963">
                  <c:v>66.416542000000007</c:v>
                </c:pt>
                <c:pt idx="964">
                  <c:v>66.336494000000002</c:v>
                </c:pt>
                <c:pt idx="965">
                  <c:v>66.466392999999997</c:v>
                </c:pt>
                <c:pt idx="966">
                  <c:v>66.705512999999996</c:v>
                </c:pt>
                <c:pt idx="967">
                  <c:v>66.881682999999995</c:v>
                </c:pt>
                <c:pt idx="968">
                  <c:v>66.970222000000007</c:v>
                </c:pt>
                <c:pt idx="969">
                  <c:v>66.963295000000002</c:v>
                </c:pt>
                <c:pt idx="970">
                  <c:v>66.863838000000001</c:v>
                </c:pt>
                <c:pt idx="971">
                  <c:v>66.678368000000006</c:v>
                </c:pt>
                <c:pt idx="972">
                  <c:v>66.577727999999993</c:v>
                </c:pt>
                <c:pt idx="973">
                  <c:v>66.532616000000004</c:v>
                </c:pt>
                <c:pt idx="974">
                  <c:v>66.404114000000007</c:v>
                </c:pt>
                <c:pt idx="975">
                  <c:v>66.148467999999994</c:v>
                </c:pt>
                <c:pt idx="976">
                  <c:v>66.048896999999997</c:v>
                </c:pt>
                <c:pt idx="977">
                  <c:v>65.940048000000004</c:v>
                </c:pt>
                <c:pt idx="978">
                  <c:v>65.820549</c:v>
                </c:pt>
                <c:pt idx="979">
                  <c:v>65.610504000000006</c:v>
                </c:pt>
                <c:pt idx="980">
                  <c:v>65.328506000000004</c:v>
                </c:pt>
                <c:pt idx="981">
                  <c:v>65.060035999999997</c:v>
                </c:pt>
                <c:pt idx="982">
                  <c:v>64.935623000000007</c:v>
                </c:pt>
                <c:pt idx="983">
                  <c:v>64.835105999999996</c:v>
                </c:pt>
                <c:pt idx="984">
                  <c:v>64.621978999999996</c:v>
                </c:pt>
                <c:pt idx="985">
                  <c:v>64.307991000000001</c:v>
                </c:pt>
                <c:pt idx="986">
                  <c:v>63.900303000000001</c:v>
                </c:pt>
                <c:pt idx="987">
                  <c:v>63.653666999999999</c:v>
                </c:pt>
                <c:pt idx="988">
                  <c:v>63.703494999999997</c:v>
                </c:pt>
                <c:pt idx="989">
                  <c:v>63.702950000000001</c:v>
                </c:pt>
                <c:pt idx="990">
                  <c:v>63.508026000000001</c:v>
                </c:pt>
                <c:pt idx="991">
                  <c:v>63.262065999999997</c:v>
                </c:pt>
                <c:pt idx="992">
                  <c:v>63.107002000000001</c:v>
                </c:pt>
                <c:pt idx="993">
                  <c:v>63.017090000000003</c:v>
                </c:pt>
                <c:pt idx="994">
                  <c:v>62.94952</c:v>
                </c:pt>
                <c:pt idx="995">
                  <c:v>62.926411000000002</c:v>
                </c:pt>
                <c:pt idx="996">
                  <c:v>62.956696000000001</c:v>
                </c:pt>
                <c:pt idx="997">
                  <c:v>62.862774000000002</c:v>
                </c:pt>
                <c:pt idx="998">
                  <c:v>62.594588999999999</c:v>
                </c:pt>
                <c:pt idx="999">
                  <c:v>62.412182000000001</c:v>
                </c:pt>
                <c:pt idx="1000">
                  <c:v>62.320473</c:v>
                </c:pt>
                <c:pt idx="1001">
                  <c:v>62.345989000000003</c:v>
                </c:pt>
                <c:pt idx="1002">
                  <c:v>62.400917</c:v>
                </c:pt>
                <c:pt idx="1003">
                  <c:v>62.364249999999998</c:v>
                </c:pt>
                <c:pt idx="1004">
                  <c:v>62.290604000000002</c:v>
                </c:pt>
                <c:pt idx="1005">
                  <c:v>62.326411999999998</c:v>
                </c:pt>
                <c:pt idx="1006">
                  <c:v>62.514972999999998</c:v>
                </c:pt>
                <c:pt idx="1007">
                  <c:v>62.823025000000001</c:v>
                </c:pt>
                <c:pt idx="1008">
                  <c:v>63.114928999999997</c:v>
                </c:pt>
                <c:pt idx="1009">
                  <c:v>63.424072000000002</c:v>
                </c:pt>
                <c:pt idx="1010">
                  <c:v>63.801761999999997</c:v>
                </c:pt>
                <c:pt idx="1011">
                  <c:v>64.136062999999993</c:v>
                </c:pt>
                <c:pt idx="1012">
                  <c:v>64.440369000000004</c:v>
                </c:pt>
                <c:pt idx="1013">
                  <c:v>64.593238999999997</c:v>
                </c:pt>
                <c:pt idx="1014">
                  <c:v>64.616805999999997</c:v>
                </c:pt>
                <c:pt idx="1015">
                  <c:v>64.569220999999999</c:v>
                </c:pt>
                <c:pt idx="1016">
                  <c:v>64.417869999999994</c:v>
                </c:pt>
                <c:pt idx="1017">
                  <c:v>64.178841000000006</c:v>
                </c:pt>
                <c:pt idx="1018">
                  <c:v>63.970463000000002</c:v>
                </c:pt>
                <c:pt idx="1019">
                  <c:v>63.837189000000002</c:v>
                </c:pt>
                <c:pt idx="1020">
                  <c:v>63.705787999999998</c:v>
                </c:pt>
                <c:pt idx="1021">
                  <c:v>63.563693999999998</c:v>
                </c:pt>
                <c:pt idx="1022">
                  <c:v>63.448269000000003</c:v>
                </c:pt>
                <c:pt idx="1023">
                  <c:v>63.277259999999998</c:v>
                </c:pt>
                <c:pt idx="1024">
                  <c:v>63.025356000000002</c:v>
                </c:pt>
                <c:pt idx="1025">
                  <c:v>62.804454999999997</c:v>
                </c:pt>
                <c:pt idx="1026">
                  <c:v>62.685271999999998</c:v>
                </c:pt>
                <c:pt idx="1027">
                  <c:v>62.681579999999997</c:v>
                </c:pt>
                <c:pt idx="1028">
                  <c:v>62.681075999999997</c:v>
                </c:pt>
                <c:pt idx="1029">
                  <c:v>62.673617999999998</c:v>
                </c:pt>
                <c:pt idx="1030">
                  <c:v>62.680774999999997</c:v>
                </c:pt>
                <c:pt idx="1031">
                  <c:v>62.737800999999997</c:v>
                </c:pt>
                <c:pt idx="1032">
                  <c:v>62.829219999999999</c:v>
                </c:pt>
                <c:pt idx="1033">
                  <c:v>62.933304</c:v>
                </c:pt>
                <c:pt idx="1034">
                  <c:v>63.073025000000001</c:v>
                </c:pt>
                <c:pt idx="1035">
                  <c:v>63.239573999999998</c:v>
                </c:pt>
                <c:pt idx="1036">
                  <c:v>63.387698999999998</c:v>
                </c:pt>
                <c:pt idx="1037">
                  <c:v>63.365242000000002</c:v>
                </c:pt>
                <c:pt idx="1038">
                  <c:v>63.177436999999998</c:v>
                </c:pt>
                <c:pt idx="1039">
                  <c:v>63.015438000000003</c:v>
                </c:pt>
                <c:pt idx="1040">
                  <c:v>62.866829000000003</c:v>
                </c:pt>
                <c:pt idx="1041">
                  <c:v>62.807495000000003</c:v>
                </c:pt>
                <c:pt idx="1042">
                  <c:v>62.824989000000002</c:v>
                </c:pt>
                <c:pt idx="1043">
                  <c:v>62.912951999999997</c:v>
                </c:pt>
                <c:pt idx="1044">
                  <c:v>63.055199000000002</c:v>
                </c:pt>
                <c:pt idx="1045">
                  <c:v>63.122867999999997</c:v>
                </c:pt>
                <c:pt idx="1046">
                  <c:v>63.097836000000001</c:v>
                </c:pt>
                <c:pt idx="1047">
                  <c:v>63.062820000000002</c:v>
                </c:pt>
                <c:pt idx="1048">
                  <c:v>63.070186999999997</c:v>
                </c:pt>
                <c:pt idx="1049">
                  <c:v>63.141697000000001</c:v>
                </c:pt>
                <c:pt idx="1050">
                  <c:v>63.293647999999997</c:v>
                </c:pt>
                <c:pt idx="1051">
                  <c:v>63.414558</c:v>
                </c:pt>
                <c:pt idx="1052">
                  <c:v>63.491413000000001</c:v>
                </c:pt>
                <c:pt idx="1053">
                  <c:v>63.728706000000003</c:v>
                </c:pt>
                <c:pt idx="1054">
                  <c:v>64.072174000000004</c:v>
                </c:pt>
                <c:pt idx="1055">
                  <c:v>64.439391999999998</c:v>
                </c:pt>
                <c:pt idx="1056">
                  <c:v>64.769653000000005</c:v>
                </c:pt>
                <c:pt idx="1057">
                  <c:v>64.912529000000006</c:v>
                </c:pt>
                <c:pt idx="1058">
                  <c:v>64.886543000000003</c:v>
                </c:pt>
                <c:pt idx="1059">
                  <c:v>64.880370999999997</c:v>
                </c:pt>
                <c:pt idx="1060">
                  <c:v>64.974838000000005</c:v>
                </c:pt>
                <c:pt idx="1061">
                  <c:v>65.196692999999996</c:v>
                </c:pt>
                <c:pt idx="1062">
                  <c:v>65.476723000000007</c:v>
                </c:pt>
                <c:pt idx="1063">
                  <c:v>65.776809999999998</c:v>
                </c:pt>
                <c:pt idx="1064">
                  <c:v>66.07235</c:v>
                </c:pt>
                <c:pt idx="1065">
                  <c:v>66.223618000000002</c:v>
                </c:pt>
                <c:pt idx="1066">
                  <c:v>66.278450000000007</c:v>
                </c:pt>
                <c:pt idx="1067">
                  <c:v>66.204987000000003</c:v>
                </c:pt>
                <c:pt idx="1068">
                  <c:v>66.165535000000006</c:v>
                </c:pt>
                <c:pt idx="1069">
                  <c:v>66.120223999999993</c:v>
                </c:pt>
                <c:pt idx="1070">
                  <c:v>65.955246000000002</c:v>
                </c:pt>
                <c:pt idx="1071">
                  <c:v>65.670974999999999</c:v>
                </c:pt>
                <c:pt idx="1072">
                  <c:v>65.266730999999993</c:v>
                </c:pt>
                <c:pt idx="1073">
                  <c:v>64.867737000000005</c:v>
                </c:pt>
                <c:pt idx="1074">
                  <c:v>64.538428999999994</c:v>
                </c:pt>
                <c:pt idx="1075">
                  <c:v>64.355682000000002</c:v>
                </c:pt>
                <c:pt idx="1076">
                  <c:v>64.220641999999998</c:v>
                </c:pt>
                <c:pt idx="1077">
                  <c:v>64.083198999999993</c:v>
                </c:pt>
                <c:pt idx="1078">
                  <c:v>63.974322999999998</c:v>
                </c:pt>
                <c:pt idx="1079">
                  <c:v>63.889983999999998</c:v>
                </c:pt>
                <c:pt idx="1080">
                  <c:v>63.841537000000002</c:v>
                </c:pt>
                <c:pt idx="1081">
                  <c:v>63.782252999999997</c:v>
                </c:pt>
                <c:pt idx="1082">
                  <c:v>63.874172000000002</c:v>
                </c:pt>
                <c:pt idx="1083">
                  <c:v>63.972499999999997</c:v>
                </c:pt>
                <c:pt idx="1084">
                  <c:v>64.123221999999998</c:v>
                </c:pt>
                <c:pt idx="1085">
                  <c:v>64.367058</c:v>
                </c:pt>
                <c:pt idx="1086">
                  <c:v>64.598815999999999</c:v>
                </c:pt>
                <c:pt idx="1087">
                  <c:v>64.715255999999997</c:v>
                </c:pt>
                <c:pt idx="1088">
                  <c:v>64.704025000000001</c:v>
                </c:pt>
                <c:pt idx="1089">
                  <c:v>64.690346000000005</c:v>
                </c:pt>
                <c:pt idx="1090">
                  <c:v>64.644188</c:v>
                </c:pt>
                <c:pt idx="1091">
                  <c:v>64.551597999999998</c:v>
                </c:pt>
                <c:pt idx="1092">
                  <c:v>64.483840999999998</c:v>
                </c:pt>
                <c:pt idx="1093">
                  <c:v>64.442513000000005</c:v>
                </c:pt>
                <c:pt idx="1094">
                  <c:v>64.474266</c:v>
                </c:pt>
                <c:pt idx="1095">
                  <c:v>64.595222000000007</c:v>
                </c:pt>
                <c:pt idx="1096">
                  <c:v>64.713791000000001</c:v>
                </c:pt>
                <c:pt idx="1097">
                  <c:v>64.754729999999995</c:v>
                </c:pt>
                <c:pt idx="1098">
                  <c:v>64.714591999999996</c:v>
                </c:pt>
                <c:pt idx="1099">
                  <c:v>64.726119999999995</c:v>
                </c:pt>
                <c:pt idx="1100">
                  <c:v>64.792609999999996</c:v>
                </c:pt>
                <c:pt idx="1101">
                  <c:v>64.867408999999995</c:v>
                </c:pt>
                <c:pt idx="1102">
                  <c:v>64.870948999999996</c:v>
                </c:pt>
                <c:pt idx="1103">
                  <c:v>64.737907000000007</c:v>
                </c:pt>
                <c:pt idx="1104">
                  <c:v>64.533409000000006</c:v>
                </c:pt>
                <c:pt idx="1105">
                  <c:v>64.417670999999999</c:v>
                </c:pt>
                <c:pt idx="1106">
                  <c:v>64.394585000000006</c:v>
                </c:pt>
                <c:pt idx="1107">
                  <c:v>64.365204000000006</c:v>
                </c:pt>
                <c:pt idx="1108">
                  <c:v>64.226607999999999</c:v>
                </c:pt>
                <c:pt idx="1109">
                  <c:v>64.085410999999993</c:v>
                </c:pt>
                <c:pt idx="1110">
                  <c:v>64.001960999999994</c:v>
                </c:pt>
                <c:pt idx="1111">
                  <c:v>63.961151000000001</c:v>
                </c:pt>
                <c:pt idx="1112">
                  <c:v>63.94323</c:v>
                </c:pt>
                <c:pt idx="1113">
                  <c:v>63.955235000000002</c:v>
                </c:pt>
                <c:pt idx="1114">
                  <c:v>64.012741000000005</c:v>
                </c:pt>
                <c:pt idx="1115">
                  <c:v>64.089134000000001</c:v>
                </c:pt>
                <c:pt idx="1116">
                  <c:v>64.304931999999994</c:v>
                </c:pt>
                <c:pt idx="1117">
                  <c:v>64.928543000000005</c:v>
                </c:pt>
                <c:pt idx="1118">
                  <c:v>65.196556000000001</c:v>
                </c:pt>
                <c:pt idx="1119">
                  <c:v>65.124793999999994</c:v>
                </c:pt>
                <c:pt idx="1120">
                  <c:v>65.018112000000002</c:v>
                </c:pt>
                <c:pt idx="1121">
                  <c:v>64.804107999999999</c:v>
                </c:pt>
                <c:pt idx="1122">
                  <c:v>64.689673999999997</c:v>
                </c:pt>
                <c:pt idx="1123">
                  <c:v>64.634056000000001</c:v>
                </c:pt>
                <c:pt idx="1124">
                  <c:v>64.565337999999997</c:v>
                </c:pt>
                <c:pt idx="1125">
                  <c:v>64.490729999999999</c:v>
                </c:pt>
                <c:pt idx="1126">
                  <c:v>64.468673999999993</c:v>
                </c:pt>
                <c:pt idx="1127">
                  <c:v>64.521148999999994</c:v>
                </c:pt>
                <c:pt idx="1128">
                  <c:v>64.568023999999994</c:v>
                </c:pt>
                <c:pt idx="1129">
                  <c:v>64.567122999999995</c:v>
                </c:pt>
                <c:pt idx="1130">
                  <c:v>64.517173999999997</c:v>
                </c:pt>
                <c:pt idx="1131">
                  <c:v>64.496009999999998</c:v>
                </c:pt>
                <c:pt idx="1132">
                  <c:v>64.501907000000003</c:v>
                </c:pt>
                <c:pt idx="1133">
                  <c:v>64.497910000000005</c:v>
                </c:pt>
                <c:pt idx="1134">
                  <c:v>64.532082000000003</c:v>
                </c:pt>
                <c:pt idx="1135">
                  <c:v>64.558937</c:v>
                </c:pt>
                <c:pt idx="1136">
                  <c:v>64.566811000000001</c:v>
                </c:pt>
                <c:pt idx="1137">
                  <c:v>64.548591999999999</c:v>
                </c:pt>
                <c:pt idx="1138">
                  <c:v>64.513030999999998</c:v>
                </c:pt>
                <c:pt idx="1139">
                  <c:v>64.482215999999994</c:v>
                </c:pt>
                <c:pt idx="1140">
                  <c:v>64.468163000000004</c:v>
                </c:pt>
                <c:pt idx="1141">
                  <c:v>64.470107999999996</c:v>
                </c:pt>
                <c:pt idx="1142">
                  <c:v>64.484443999999996</c:v>
                </c:pt>
                <c:pt idx="1143">
                  <c:v>64.421829000000002</c:v>
                </c:pt>
                <c:pt idx="1144">
                  <c:v>64.365395000000007</c:v>
                </c:pt>
                <c:pt idx="1145">
                  <c:v>64.331215</c:v>
                </c:pt>
                <c:pt idx="1146">
                  <c:v>64.325149999999994</c:v>
                </c:pt>
                <c:pt idx="1147">
                  <c:v>64.373160999999996</c:v>
                </c:pt>
                <c:pt idx="1148">
                  <c:v>64.572235000000006</c:v>
                </c:pt>
                <c:pt idx="1149">
                  <c:v>64.837631000000002</c:v>
                </c:pt>
                <c:pt idx="1150">
                  <c:v>64.981903000000003</c:v>
                </c:pt>
                <c:pt idx="1151">
                  <c:v>65.040535000000006</c:v>
                </c:pt>
                <c:pt idx="1152">
                  <c:v>65.068725999999998</c:v>
                </c:pt>
                <c:pt idx="1153">
                  <c:v>65.000076000000007</c:v>
                </c:pt>
                <c:pt idx="1154">
                  <c:v>65.038582000000005</c:v>
                </c:pt>
                <c:pt idx="1155">
                  <c:v>65.259651000000005</c:v>
                </c:pt>
                <c:pt idx="1156">
                  <c:v>65.582108000000005</c:v>
                </c:pt>
                <c:pt idx="1157">
                  <c:v>66.061974000000006</c:v>
                </c:pt>
                <c:pt idx="1158">
                  <c:v>66.577613999999997</c:v>
                </c:pt>
                <c:pt idx="1159">
                  <c:v>67.052963000000005</c:v>
                </c:pt>
                <c:pt idx="1160">
                  <c:v>67.482917999999998</c:v>
                </c:pt>
                <c:pt idx="1161">
                  <c:v>67.843826000000007</c:v>
                </c:pt>
                <c:pt idx="1162">
                  <c:v>68.172905</c:v>
                </c:pt>
                <c:pt idx="1163">
                  <c:v>68.579070999999999</c:v>
                </c:pt>
                <c:pt idx="1164">
                  <c:v>69.037041000000002</c:v>
                </c:pt>
                <c:pt idx="1165">
                  <c:v>69.558295999999999</c:v>
                </c:pt>
                <c:pt idx="1166">
                  <c:v>70.185378999999998</c:v>
                </c:pt>
                <c:pt idx="1167">
                  <c:v>70.826865999999995</c:v>
                </c:pt>
                <c:pt idx="1168">
                  <c:v>71.368888999999996</c:v>
                </c:pt>
                <c:pt idx="1169">
                  <c:v>71.755493000000001</c:v>
                </c:pt>
                <c:pt idx="1170">
                  <c:v>72.057456999999999</c:v>
                </c:pt>
                <c:pt idx="1171">
                  <c:v>72.327950000000001</c:v>
                </c:pt>
                <c:pt idx="1172">
                  <c:v>72.535133000000002</c:v>
                </c:pt>
                <c:pt idx="1173">
                  <c:v>72.783730000000006</c:v>
                </c:pt>
                <c:pt idx="1174">
                  <c:v>73.168998999999999</c:v>
                </c:pt>
                <c:pt idx="1175">
                  <c:v>73.619804000000002</c:v>
                </c:pt>
                <c:pt idx="1176">
                  <c:v>74.141068000000004</c:v>
                </c:pt>
                <c:pt idx="1177">
                  <c:v>74.669594000000004</c:v>
                </c:pt>
                <c:pt idx="1178">
                  <c:v>75.197502</c:v>
                </c:pt>
                <c:pt idx="1179">
                  <c:v>75.683364999999995</c:v>
                </c:pt>
                <c:pt idx="1180">
                  <c:v>76.164299</c:v>
                </c:pt>
                <c:pt idx="1181">
                  <c:v>76.744620999999995</c:v>
                </c:pt>
                <c:pt idx="1182">
                  <c:v>77.378356999999994</c:v>
                </c:pt>
                <c:pt idx="1183">
                  <c:v>77.803886000000006</c:v>
                </c:pt>
                <c:pt idx="1184">
                  <c:v>78.122932000000006</c:v>
                </c:pt>
                <c:pt idx="1185">
                  <c:v>78.336464000000007</c:v>
                </c:pt>
                <c:pt idx="1186">
                  <c:v>78.396843000000004</c:v>
                </c:pt>
                <c:pt idx="1187">
                  <c:v>78.354065000000006</c:v>
                </c:pt>
                <c:pt idx="1188">
                  <c:v>78.277450999999999</c:v>
                </c:pt>
                <c:pt idx="1189">
                  <c:v>78.189018000000004</c:v>
                </c:pt>
                <c:pt idx="1190">
                  <c:v>78.110832000000002</c:v>
                </c:pt>
                <c:pt idx="1191">
                  <c:v>78.082465999999997</c:v>
                </c:pt>
                <c:pt idx="1192">
                  <c:v>78.096344000000002</c:v>
                </c:pt>
                <c:pt idx="1193">
                  <c:v>78.088745000000003</c:v>
                </c:pt>
                <c:pt idx="1194">
                  <c:v>77.913673000000003</c:v>
                </c:pt>
                <c:pt idx="1195">
                  <c:v>77.974838000000005</c:v>
                </c:pt>
                <c:pt idx="1196">
                  <c:v>78.030563000000001</c:v>
                </c:pt>
                <c:pt idx="1197">
                  <c:v>78.069923000000003</c:v>
                </c:pt>
                <c:pt idx="1198">
                  <c:v>78.073386999999997</c:v>
                </c:pt>
                <c:pt idx="1199">
                  <c:v>78.076240999999996</c:v>
                </c:pt>
                <c:pt idx="1200">
                  <c:v>78.038749999999993</c:v>
                </c:pt>
                <c:pt idx="1201">
                  <c:v>77.967383999999996</c:v>
                </c:pt>
                <c:pt idx="1202">
                  <c:v>77.918816000000007</c:v>
                </c:pt>
                <c:pt idx="1203">
                  <c:v>77.875893000000005</c:v>
                </c:pt>
                <c:pt idx="1204">
                  <c:v>77.804839999999999</c:v>
                </c:pt>
                <c:pt idx="1205">
                  <c:v>77.651863000000006</c:v>
                </c:pt>
                <c:pt idx="1206">
                  <c:v>77.504547000000002</c:v>
                </c:pt>
                <c:pt idx="1207">
                  <c:v>77.373497</c:v>
                </c:pt>
                <c:pt idx="1208">
                  <c:v>77.326690999999997</c:v>
                </c:pt>
                <c:pt idx="1209">
                  <c:v>77.360412999999994</c:v>
                </c:pt>
                <c:pt idx="1210">
                  <c:v>77.474311999999998</c:v>
                </c:pt>
                <c:pt idx="1211">
                  <c:v>77.540420999999995</c:v>
                </c:pt>
                <c:pt idx="1212">
                  <c:v>77.604111000000003</c:v>
                </c:pt>
                <c:pt idx="1213">
                  <c:v>77.657332999999994</c:v>
                </c:pt>
                <c:pt idx="1214">
                  <c:v>77.673477000000005</c:v>
                </c:pt>
                <c:pt idx="1215">
                  <c:v>77.684303</c:v>
                </c:pt>
                <c:pt idx="1216">
                  <c:v>77.659537999999998</c:v>
                </c:pt>
                <c:pt idx="1217">
                  <c:v>77.650490000000005</c:v>
                </c:pt>
                <c:pt idx="1218">
                  <c:v>77.681717000000006</c:v>
                </c:pt>
                <c:pt idx="1219">
                  <c:v>77.752585999999994</c:v>
                </c:pt>
                <c:pt idx="1220">
                  <c:v>77.787750000000003</c:v>
                </c:pt>
                <c:pt idx="1221">
                  <c:v>77.786788999999999</c:v>
                </c:pt>
                <c:pt idx="1222">
                  <c:v>77.801879999999997</c:v>
                </c:pt>
                <c:pt idx="1223">
                  <c:v>77.854720999999998</c:v>
                </c:pt>
                <c:pt idx="1224">
                  <c:v>77.921997000000005</c:v>
                </c:pt>
                <c:pt idx="1225">
                  <c:v>77.940055999999998</c:v>
                </c:pt>
                <c:pt idx="1226">
                  <c:v>77.940239000000005</c:v>
                </c:pt>
                <c:pt idx="1227">
                  <c:v>78.014602999999994</c:v>
                </c:pt>
                <c:pt idx="1228">
                  <c:v>78.197761999999997</c:v>
                </c:pt>
                <c:pt idx="1229">
                  <c:v>78.443580999999995</c:v>
                </c:pt>
                <c:pt idx="1230">
                  <c:v>78.770949999999999</c:v>
                </c:pt>
                <c:pt idx="1231">
                  <c:v>79.125731999999999</c:v>
                </c:pt>
                <c:pt idx="1232">
                  <c:v>79.443107999999995</c:v>
                </c:pt>
                <c:pt idx="1233">
                  <c:v>79.755309999999994</c:v>
                </c:pt>
                <c:pt idx="1234">
                  <c:v>79.999038999999996</c:v>
                </c:pt>
                <c:pt idx="1235">
                  <c:v>80.168792999999994</c:v>
                </c:pt>
                <c:pt idx="1236">
                  <c:v>80.307220000000001</c:v>
                </c:pt>
                <c:pt idx="1237">
                  <c:v>80.323875000000001</c:v>
                </c:pt>
                <c:pt idx="1238">
                  <c:v>80.281181000000004</c:v>
                </c:pt>
                <c:pt idx="1239">
                  <c:v>80.286040999999997</c:v>
                </c:pt>
                <c:pt idx="1240">
                  <c:v>80.266570999999999</c:v>
                </c:pt>
                <c:pt idx="1241">
                  <c:v>80.205673000000004</c:v>
                </c:pt>
                <c:pt idx="1242">
                  <c:v>80.167266999999995</c:v>
                </c:pt>
                <c:pt idx="1243">
                  <c:v>80.150443999999993</c:v>
                </c:pt>
                <c:pt idx="1244">
                  <c:v>80.159889000000007</c:v>
                </c:pt>
                <c:pt idx="1245">
                  <c:v>80.157523999999995</c:v>
                </c:pt>
                <c:pt idx="1246">
                  <c:v>80.126373000000001</c:v>
                </c:pt>
                <c:pt idx="1247">
                  <c:v>80.148216000000005</c:v>
                </c:pt>
                <c:pt idx="1248">
                  <c:v>80.238251000000005</c:v>
                </c:pt>
                <c:pt idx="1249">
                  <c:v>80.296195999999995</c:v>
                </c:pt>
                <c:pt idx="1250">
                  <c:v>80.353149000000002</c:v>
                </c:pt>
                <c:pt idx="1251">
                  <c:v>80.514290000000003</c:v>
                </c:pt>
                <c:pt idx="1252">
                  <c:v>80.745598000000001</c:v>
                </c:pt>
                <c:pt idx="1253">
                  <c:v>80.975639000000001</c:v>
                </c:pt>
                <c:pt idx="1254">
                  <c:v>81.209205999999995</c:v>
                </c:pt>
                <c:pt idx="1255">
                  <c:v>81.455070000000006</c:v>
                </c:pt>
                <c:pt idx="1256">
                  <c:v>81.597938999999997</c:v>
                </c:pt>
                <c:pt idx="1257">
                  <c:v>81.654121000000004</c:v>
                </c:pt>
                <c:pt idx="1258">
                  <c:v>81.761604000000005</c:v>
                </c:pt>
                <c:pt idx="1259">
                  <c:v>81.874954000000002</c:v>
                </c:pt>
                <c:pt idx="1260">
                  <c:v>81.972663999999995</c:v>
                </c:pt>
                <c:pt idx="1261">
                  <c:v>82.071365</c:v>
                </c:pt>
                <c:pt idx="1262">
                  <c:v>82.116996999999998</c:v>
                </c:pt>
                <c:pt idx="1263">
                  <c:v>82.044876000000002</c:v>
                </c:pt>
                <c:pt idx="1264">
                  <c:v>81.962806999999998</c:v>
                </c:pt>
                <c:pt idx="1265">
                  <c:v>81.907950999999997</c:v>
                </c:pt>
                <c:pt idx="1266">
                  <c:v>81.888733000000002</c:v>
                </c:pt>
                <c:pt idx="1267">
                  <c:v>81.585915</c:v>
                </c:pt>
                <c:pt idx="1268">
                  <c:v>81.588256999999999</c:v>
                </c:pt>
                <c:pt idx="1269">
                  <c:v>81.680655999999999</c:v>
                </c:pt>
                <c:pt idx="1270">
                  <c:v>81.738738999999995</c:v>
                </c:pt>
                <c:pt idx="1271">
                  <c:v>81.746887000000001</c:v>
                </c:pt>
                <c:pt idx="1272">
                  <c:v>81.751022000000006</c:v>
                </c:pt>
                <c:pt idx="1273">
                  <c:v>81.730994999999993</c:v>
                </c:pt>
                <c:pt idx="1274">
                  <c:v>81.711699999999993</c:v>
                </c:pt>
                <c:pt idx="1275">
                  <c:v>81.750480999999994</c:v>
                </c:pt>
                <c:pt idx="1276">
                  <c:v>81.778060999999994</c:v>
                </c:pt>
                <c:pt idx="1277">
                  <c:v>81.816993999999994</c:v>
                </c:pt>
                <c:pt idx="1278">
                  <c:v>81.840217999999993</c:v>
                </c:pt>
                <c:pt idx="1279">
                  <c:v>81.792968999999999</c:v>
                </c:pt>
                <c:pt idx="1280">
                  <c:v>81.746848999999997</c:v>
                </c:pt>
                <c:pt idx="1281">
                  <c:v>81.732521000000006</c:v>
                </c:pt>
                <c:pt idx="1282">
                  <c:v>81.678107999999995</c:v>
                </c:pt>
                <c:pt idx="1283">
                  <c:v>81.628174000000001</c:v>
                </c:pt>
                <c:pt idx="1284">
                  <c:v>81.581795</c:v>
                </c:pt>
                <c:pt idx="1285">
                  <c:v>81.532684000000003</c:v>
                </c:pt>
                <c:pt idx="1286">
                  <c:v>81.482924999999994</c:v>
                </c:pt>
                <c:pt idx="1287">
                  <c:v>81.449791000000005</c:v>
                </c:pt>
                <c:pt idx="1288">
                  <c:v>81.461348999999998</c:v>
                </c:pt>
                <c:pt idx="1289">
                  <c:v>81.472977</c:v>
                </c:pt>
                <c:pt idx="1290">
                  <c:v>81.417243999999997</c:v>
                </c:pt>
                <c:pt idx="1291">
                  <c:v>81.396850999999998</c:v>
                </c:pt>
                <c:pt idx="1292">
                  <c:v>81.456963000000002</c:v>
                </c:pt>
                <c:pt idx="1293">
                  <c:v>81.541611000000003</c:v>
                </c:pt>
                <c:pt idx="1294">
                  <c:v>81.576590999999993</c:v>
                </c:pt>
                <c:pt idx="1295">
                  <c:v>81.578406999999999</c:v>
                </c:pt>
                <c:pt idx="1296">
                  <c:v>81.550269999999998</c:v>
                </c:pt>
                <c:pt idx="1297">
                  <c:v>81.515456999999998</c:v>
                </c:pt>
                <c:pt idx="1298">
                  <c:v>81.504868000000002</c:v>
                </c:pt>
                <c:pt idx="1299">
                  <c:v>81.465728999999996</c:v>
                </c:pt>
                <c:pt idx="1300">
                  <c:v>81.411972000000006</c:v>
                </c:pt>
                <c:pt idx="1301">
                  <c:v>81.360068999999996</c:v>
                </c:pt>
                <c:pt idx="1302">
                  <c:v>81.272789000000003</c:v>
                </c:pt>
                <c:pt idx="1303">
                  <c:v>81.130402000000004</c:v>
                </c:pt>
                <c:pt idx="1304">
                  <c:v>80.070121999999998</c:v>
                </c:pt>
                <c:pt idx="1305">
                  <c:v>79.576262999999997</c:v>
                </c:pt>
                <c:pt idx="1306">
                  <c:v>79.260283999999999</c:v>
                </c:pt>
                <c:pt idx="1307">
                  <c:v>79.207526999999999</c:v>
                </c:pt>
                <c:pt idx="1308">
                  <c:v>79.180374</c:v>
                </c:pt>
                <c:pt idx="1309">
                  <c:v>79.233733999999998</c:v>
                </c:pt>
                <c:pt idx="1310">
                  <c:v>79.180115000000001</c:v>
                </c:pt>
                <c:pt idx="1311">
                  <c:v>78.984488999999996</c:v>
                </c:pt>
                <c:pt idx="1312">
                  <c:v>78.796486000000002</c:v>
                </c:pt>
                <c:pt idx="1313">
                  <c:v>78.718895000000003</c:v>
                </c:pt>
                <c:pt idx="1314">
                  <c:v>78.751213000000007</c:v>
                </c:pt>
                <c:pt idx="1315">
                  <c:v>78.791533999999999</c:v>
                </c:pt>
                <c:pt idx="1316">
                  <c:v>78.888114999999999</c:v>
                </c:pt>
                <c:pt idx="1317">
                  <c:v>79.042930999999996</c:v>
                </c:pt>
                <c:pt idx="1318">
                  <c:v>79.282714999999996</c:v>
                </c:pt>
                <c:pt idx="1319">
                  <c:v>79.664023999999998</c:v>
                </c:pt>
                <c:pt idx="1320">
                  <c:v>80.166595000000001</c:v>
                </c:pt>
                <c:pt idx="1321">
                  <c:v>80.651816999999994</c:v>
                </c:pt>
                <c:pt idx="1322">
                  <c:v>81.093879999999999</c:v>
                </c:pt>
                <c:pt idx="1323">
                  <c:v>81.571265999999994</c:v>
                </c:pt>
                <c:pt idx="1324">
                  <c:v>81.995063999999999</c:v>
                </c:pt>
                <c:pt idx="1325">
                  <c:v>82.367858999999996</c:v>
                </c:pt>
                <c:pt idx="1326">
                  <c:v>82.654876999999999</c:v>
                </c:pt>
                <c:pt idx="1327">
                  <c:v>82.851783999999995</c:v>
                </c:pt>
                <c:pt idx="1328">
                  <c:v>83.036674000000005</c:v>
                </c:pt>
                <c:pt idx="1329">
                  <c:v>83.168655000000001</c:v>
                </c:pt>
                <c:pt idx="1330">
                  <c:v>83.196624999999997</c:v>
                </c:pt>
                <c:pt idx="1331">
                  <c:v>83.306533999999999</c:v>
                </c:pt>
                <c:pt idx="1332">
                  <c:v>83.614265000000003</c:v>
                </c:pt>
                <c:pt idx="1333">
                  <c:v>84.023972000000001</c:v>
                </c:pt>
                <c:pt idx="1334">
                  <c:v>84.404640000000001</c:v>
                </c:pt>
                <c:pt idx="1335">
                  <c:v>84.682945000000004</c:v>
                </c:pt>
                <c:pt idx="1336">
                  <c:v>84.894638</c:v>
                </c:pt>
                <c:pt idx="1337">
                  <c:v>85.103104000000002</c:v>
                </c:pt>
                <c:pt idx="1338">
                  <c:v>85.350609000000006</c:v>
                </c:pt>
                <c:pt idx="1339">
                  <c:v>85.619354000000001</c:v>
                </c:pt>
                <c:pt idx="1340">
                  <c:v>85.881065000000007</c:v>
                </c:pt>
                <c:pt idx="1341">
                  <c:v>86.066710999999998</c:v>
                </c:pt>
                <c:pt idx="1342">
                  <c:v>86.162704000000005</c:v>
                </c:pt>
                <c:pt idx="1343">
                  <c:v>86.272018000000003</c:v>
                </c:pt>
                <c:pt idx="1344">
                  <c:v>86.502089999999995</c:v>
                </c:pt>
                <c:pt idx="1345">
                  <c:v>86.762642</c:v>
                </c:pt>
                <c:pt idx="1346">
                  <c:v>87.060042999999993</c:v>
                </c:pt>
                <c:pt idx="1347">
                  <c:v>87.401443</c:v>
                </c:pt>
                <c:pt idx="1348">
                  <c:v>87.679939000000005</c:v>
                </c:pt>
                <c:pt idx="1349">
                  <c:v>87.931488000000002</c:v>
                </c:pt>
                <c:pt idx="1350">
                  <c:v>88.151840000000007</c:v>
                </c:pt>
                <c:pt idx="1351">
                  <c:v>88.325576999999996</c:v>
                </c:pt>
                <c:pt idx="1352">
                  <c:v>88.404715999999993</c:v>
                </c:pt>
                <c:pt idx="1353">
                  <c:v>88.458259999999996</c:v>
                </c:pt>
                <c:pt idx="1354">
                  <c:v>88.570098999999999</c:v>
                </c:pt>
                <c:pt idx="1355">
                  <c:v>88.732765000000001</c:v>
                </c:pt>
                <c:pt idx="1356">
                  <c:v>88.896347000000006</c:v>
                </c:pt>
                <c:pt idx="1357">
                  <c:v>89.031891000000002</c:v>
                </c:pt>
                <c:pt idx="1358">
                  <c:v>89.165321000000006</c:v>
                </c:pt>
                <c:pt idx="1359">
                  <c:v>89.328445000000002</c:v>
                </c:pt>
                <c:pt idx="1360">
                  <c:v>89.531616</c:v>
                </c:pt>
                <c:pt idx="1361">
                  <c:v>89.758858000000004</c:v>
                </c:pt>
                <c:pt idx="1362">
                  <c:v>89.877571000000003</c:v>
                </c:pt>
                <c:pt idx="1363">
                  <c:v>89.831688</c:v>
                </c:pt>
                <c:pt idx="1364">
                  <c:v>89.75779</c:v>
                </c:pt>
                <c:pt idx="1365">
                  <c:v>89.673561000000007</c:v>
                </c:pt>
                <c:pt idx="1366">
                  <c:v>89.475432999999995</c:v>
                </c:pt>
                <c:pt idx="1367">
                  <c:v>89.19117</c:v>
                </c:pt>
                <c:pt idx="1368">
                  <c:v>88.929382000000004</c:v>
                </c:pt>
                <c:pt idx="1369">
                  <c:v>88.69059</c:v>
                </c:pt>
                <c:pt idx="1370">
                  <c:v>88.508476000000002</c:v>
                </c:pt>
                <c:pt idx="1371">
                  <c:v>88.304832000000005</c:v>
                </c:pt>
                <c:pt idx="1372">
                  <c:v>88.179046999999997</c:v>
                </c:pt>
                <c:pt idx="1373">
                  <c:v>88.118262999999999</c:v>
                </c:pt>
                <c:pt idx="1374">
                  <c:v>88.056197999999995</c:v>
                </c:pt>
                <c:pt idx="1375">
                  <c:v>87.940772999999993</c:v>
                </c:pt>
                <c:pt idx="1376">
                  <c:v>87.916229000000001</c:v>
                </c:pt>
                <c:pt idx="1377">
                  <c:v>87.891029000000003</c:v>
                </c:pt>
                <c:pt idx="1378">
                  <c:v>87.968941000000001</c:v>
                </c:pt>
                <c:pt idx="1379">
                  <c:v>87.836205000000007</c:v>
                </c:pt>
                <c:pt idx="1380">
                  <c:v>87.831176999999997</c:v>
                </c:pt>
                <c:pt idx="1381">
                  <c:v>88.003440999999995</c:v>
                </c:pt>
                <c:pt idx="1382">
                  <c:v>88.852654000000001</c:v>
                </c:pt>
                <c:pt idx="1383">
                  <c:v>91.407866999999996</c:v>
                </c:pt>
                <c:pt idx="1384">
                  <c:v>92.299706</c:v>
                </c:pt>
                <c:pt idx="1385">
                  <c:v>92.339179999999999</c:v>
                </c:pt>
                <c:pt idx="1386">
                  <c:v>92.335776999999993</c:v>
                </c:pt>
                <c:pt idx="1387">
                  <c:v>92.357460000000003</c:v>
                </c:pt>
                <c:pt idx="1388">
                  <c:v>92.458832000000001</c:v>
                </c:pt>
                <c:pt idx="1389">
                  <c:v>92.571465000000003</c:v>
                </c:pt>
                <c:pt idx="1390">
                  <c:v>92.555556999999993</c:v>
                </c:pt>
                <c:pt idx="1391">
                  <c:v>92.500159999999994</c:v>
                </c:pt>
                <c:pt idx="1392">
                  <c:v>92.443809999999999</c:v>
                </c:pt>
                <c:pt idx="1393">
                  <c:v>92.390227999999993</c:v>
                </c:pt>
                <c:pt idx="1394">
                  <c:v>92.343520999999996</c:v>
                </c:pt>
                <c:pt idx="1395">
                  <c:v>92.269035000000002</c:v>
                </c:pt>
                <c:pt idx="1396">
                  <c:v>92.183372000000006</c:v>
                </c:pt>
                <c:pt idx="1397">
                  <c:v>92.111251999999993</c:v>
                </c:pt>
                <c:pt idx="1398">
                  <c:v>92.035278000000005</c:v>
                </c:pt>
                <c:pt idx="1399">
                  <c:v>91.944205999999994</c:v>
                </c:pt>
                <c:pt idx="1400">
                  <c:v>91.999129999999994</c:v>
                </c:pt>
                <c:pt idx="1401">
                  <c:v>92.106917999999993</c:v>
                </c:pt>
                <c:pt idx="1402">
                  <c:v>92.235664</c:v>
                </c:pt>
                <c:pt idx="1403">
                  <c:v>92.185867000000002</c:v>
                </c:pt>
                <c:pt idx="1404">
                  <c:v>91.957130000000006</c:v>
                </c:pt>
                <c:pt idx="1405">
                  <c:v>92.346474000000001</c:v>
                </c:pt>
                <c:pt idx="1406">
                  <c:v>92.841019000000003</c:v>
                </c:pt>
                <c:pt idx="1407">
                  <c:v>93.300117</c:v>
                </c:pt>
                <c:pt idx="1408">
                  <c:v>93.670479</c:v>
                </c:pt>
                <c:pt idx="1409">
                  <c:v>93.433395000000004</c:v>
                </c:pt>
                <c:pt idx="1410">
                  <c:v>90.027991999999998</c:v>
                </c:pt>
                <c:pt idx="1411">
                  <c:v>90.308273</c:v>
                </c:pt>
                <c:pt idx="1412">
                  <c:v>90.621368000000004</c:v>
                </c:pt>
                <c:pt idx="1413">
                  <c:v>90.912018000000003</c:v>
                </c:pt>
                <c:pt idx="1414">
                  <c:v>91.134094000000005</c:v>
                </c:pt>
                <c:pt idx="1415">
                  <c:v>91.416245000000004</c:v>
                </c:pt>
                <c:pt idx="1416">
                  <c:v>91.736603000000002</c:v>
                </c:pt>
                <c:pt idx="1417">
                  <c:v>91.998878000000005</c:v>
                </c:pt>
                <c:pt idx="1418">
                  <c:v>92.254631000000003</c:v>
                </c:pt>
                <c:pt idx="1419">
                  <c:v>93.006302000000005</c:v>
                </c:pt>
                <c:pt idx="1420">
                  <c:v>97.134758000000005</c:v>
                </c:pt>
                <c:pt idx="1421">
                  <c:v>96.771666999999994</c:v>
                </c:pt>
                <c:pt idx="1422">
                  <c:v>96.965346999999994</c:v>
                </c:pt>
                <c:pt idx="1423">
                  <c:v>97.044319000000002</c:v>
                </c:pt>
                <c:pt idx="1424">
                  <c:v>97.074348000000001</c:v>
                </c:pt>
                <c:pt idx="1425">
                  <c:v>97.027305999999996</c:v>
                </c:pt>
                <c:pt idx="1426">
                  <c:v>96.899413999999993</c:v>
                </c:pt>
                <c:pt idx="1427">
                  <c:v>96.776047000000005</c:v>
                </c:pt>
                <c:pt idx="1428">
                  <c:v>96.743758999999997</c:v>
                </c:pt>
                <c:pt idx="1429">
                  <c:v>96.772628999999995</c:v>
                </c:pt>
                <c:pt idx="1430">
                  <c:v>96.805640999999994</c:v>
                </c:pt>
                <c:pt idx="1431">
                  <c:v>96.910338999999993</c:v>
                </c:pt>
                <c:pt idx="1432">
                  <c:v>96.935066000000006</c:v>
                </c:pt>
                <c:pt idx="1433">
                  <c:v>96.955894000000001</c:v>
                </c:pt>
                <c:pt idx="1434">
                  <c:v>97.065642999999994</c:v>
                </c:pt>
                <c:pt idx="1435">
                  <c:v>97.243110999999999</c:v>
                </c:pt>
                <c:pt idx="1436">
                  <c:v>97.448447999999999</c:v>
                </c:pt>
                <c:pt idx="1437">
                  <c:v>97.641334999999998</c:v>
                </c:pt>
                <c:pt idx="1438">
                  <c:v>97.730514999999997</c:v>
                </c:pt>
                <c:pt idx="1439">
                  <c:v>97.759986999999995</c:v>
                </c:pt>
                <c:pt idx="1440">
                  <c:v>97.860878</c:v>
                </c:pt>
                <c:pt idx="1441">
                  <c:v>98.000076000000007</c:v>
                </c:pt>
                <c:pt idx="1442">
                  <c:v>98.041900999999996</c:v>
                </c:pt>
                <c:pt idx="1443">
                  <c:v>98.004356000000001</c:v>
                </c:pt>
                <c:pt idx="1444">
                  <c:v>97.873123000000007</c:v>
                </c:pt>
                <c:pt idx="1445">
                  <c:v>97.644913000000003</c:v>
                </c:pt>
                <c:pt idx="1446">
                  <c:v>97.391777000000005</c:v>
                </c:pt>
                <c:pt idx="1447">
                  <c:v>97.072249999999997</c:v>
                </c:pt>
                <c:pt idx="1448">
                  <c:v>96.783660999999995</c:v>
                </c:pt>
                <c:pt idx="1449">
                  <c:v>96.514809</c:v>
                </c:pt>
                <c:pt idx="1450">
                  <c:v>96.247658000000001</c:v>
                </c:pt>
                <c:pt idx="1451">
                  <c:v>96.052909999999997</c:v>
                </c:pt>
                <c:pt idx="1452">
                  <c:v>95.913803000000001</c:v>
                </c:pt>
                <c:pt idx="1453">
                  <c:v>95.778037999999995</c:v>
                </c:pt>
                <c:pt idx="1454">
                  <c:v>95.625427000000002</c:v>
                </c:pt>
                <c:pt idx="1455">
                  <c:v>95.482085999999995</c:v>
                </c:pt>
                <c:pt idx="1456">
                  <c:v>95.364197000000004</c:v>
                </c:pt>
                <c:pt idx="1457">
                  <c:v>95.269508000000002</c:v>
                </c:pt>
                <c:pt idx="1458">
                  <c:v>95.203132999999994</c:v>
                </c:pt>
                <c:pt idx="1459">
                  <c:v>95.194671999999997</c:v>
                </c:pt>
                <c:pt idx="1460">
                  <c:v>95.313598999999996</c:v>
                </c:pt>
                <c:pt idx="1461">
                  <c:v>95.344368000000003</c:v>
                </c:pt>
                <c:pt idx="1462">
                  <c:v>95.291756000000007</c:v>
                </c:pt>
                <c:pt idx="1463">
                  <c:v>95.269858999999997</c:v>
                </c:pt>
                <c:pt idx="1464">
                  <c:v>95.230712999999994</c:v>
                </c:pt>
                <c:pt idx="1465">
                  <c:v>95.087776000000005</c:v>
                </c:pt>
                <c:pt idx="1466">
                  <c:v>94.904312000000004</c:v>
                </c:pt>
                <c:pt idx="1467">
                  <c:v>94.702950000000001</c:v>
                </c:pt>
                <c:pt idx="1468">
                  <c:v>94.508071999999999</c:v>
                </c:pt>
                <c:pt idx="1469">
                  <c:v>94.334045000000003</c:v>
                </c:pt>
                <c:pt idx="1470">
                  <c:v>94.237281999999993</c:v>
                </c:pt>
                <c:pt idx="1471">
                  <c:v>94.227576999999997</c:v>
                </c:pt>
                <c:pt idx="1472">
                  <c:v>94.192665000000005</c:v>
                </c:pt>
                <c:pt idx="1473">
                  <c:v>94.084770000000006</c:v>
                </c:pt>
                <c:pt idx="1474">
                  <c:v>93.910697999999996</c:v>
                </c:pt>
                <c:pt idx="1475">
                  <c:v>93.778671000000003</c:v>
                </c:pt>
                <c:pt idx="1476">
                  <c:v>93.720923999999997</c:v>
                </c:pt>
                <c:pt idx="1477">
                  <c:v>93.666877999999997</c:v>
                </c:pt>
                <c:pt idx="1478">
                  <c:v>93.599602000000004</c:v>
                </c:pt>
                <c:pt idx="1479">
                  <c:v>93.550903000000005</c:v>
                </c:pt>
                <c:pt idx="1480">
                  <c:v>93.569053999999994</c:v>
                </c:pt>
                <c:pt idx="1481">
                  <c:v>93.685042999999993</c:v>
                </c:pt>
                <c:pt idx="1482">
                  <c:v>93.762343999999999</c:v>
                </c:pt>
                <c:pt idx="1483">
                  <c:v>93.734015999999997</c:v>
                </c:pt>
                <c:pt idx="1484">
                  <c:v>93.607253999999998</c:v>
                </c:pt>
                <c:pt idx="1485">
                  <c:v>93.497924999999995</c:v>
                </c:pt>
                <c:pt idx="1486">
                  <c:v>93.443816999999996</c:v>
                </c:pt>
                <c:pt idx="1487">
                  <c:v>93.429267999999993</c:v>
                </c:pt>
                <c:pt idx="1488">
                  <c:v>93.509658999999999</c:v>
                </c:pt>
                <c:pt idx="1489">
                  <c:v>93.571167000000003</c:v>
                </c:pt>
                <c:pt idx="1490">
                  <c:v>93.592026000000004</c:v>
                </c:pt>
                <c:pt idx="1491">
                  <c:v>93.653510999999995</c:v>
                </c:pt>
                <c:pt idx="1492">
                  <c:v>93.742157000000006</c:v>
                </c:pt>
                <c:pt idx="1493">
                  <c:v>93.775017000000005</c:v>
                </c:pt>
                <c:pt idx="1494">
                  <c:v>93.722487999999998</c:v>
                </c:pt>
                <c:pt idx="1495">
                  <c:v>93.676040999999998</c:v>
                </c:pt>
                <c:pt idx="1496">
                  <c:v>93.738594000000006</c:v>
                </c:pt>
                <c:pt idx="1497">
                  <c:v>93.699027999999998</c:v>
                </c:pt>
                <c:pt idx="1498">
                  <c:v>93.294342</c:v>
                </c:pt>
                <c:pt idx="1499">
                  <c:v>93.120827000000006</c:v>
                </c:pt>
                <c:pt idx="1500">
                  <c:v>92.994247000000001</c:v>
                </c:pt>
                <c:pt idx="1501">
                  <c:v>92.887505000000004</c:v>
                </c:pt>
                <c:pt idx="1502">
                  <c:v>92.705062999999996</c:v>
                </c:pt>
                <c:pt idx="1503">
                  <c:v>92.543762000000001</c:v>
                </c:pt>
                <c:pt idx="1504">
                  <c:v>92.333572000000004</c:v>
                </c:pt>
                <c:pt idx="1505">
                  <c:v>92.010384000000002</c:v>
                </c:pt>
                <c:pt idx="1506">
                  <c:v>91.752662999999998</c:v>
                </c:pt>
                <c:pt idx="1507">
                  <c:v>91.515968000000001</c:v>
                </c:pt>
                <c:pt idx="1508">
                  <c:v>91.399628000000007</c:v>
                </c:pt>
                <c:pt idx="1509">
                  <c:v>91.344123999999994</c:v>
                </c:pt>
                <c:pt idx="1510">
                  <c:v>91.134354000000002</c:v>
                </c:pt>
                <c:pt idx="1511">
                  <c:v>90.745140000000006</c:v>
                </c:pt>
                <c:pt idx="1512">
                  <c:v>90.329871999999995</c:v>
                </c:pt>
                <c:pt idx="1513">
                  <c:v>89.987335000000002</c:v>
                </c:pt>
                <c:pt idx="1514">
                  <c:v>89.826201999999995</c:v>
                </c:pt>
                <c:pt idx="1515">
                  <c:v>89.731055999999995</c:v>
                </c:pt>
                <c:pt idx="1516">
                  <c:v>89.610718000000006</c:v>
                </c:pt>
                <c:pt idx="1517">
                  <c:v>89.479697999999999</c:v>
                </c:pt>
                <c:pt idx="1518">
                  <c:v>89.386559000000005</c:v>
                </c:pt>
                <c:pt idx="1519">
                  <c:v>89.332520000000002</c:v>
                </c:pt>
                <c:pt idx="1520">
                  <c:v>89.292175</c:v>
                </c:pt>
                <c:pt idx="1521">
                  <c:v>89.246437</c:v>
                </c:pt>
                <c:pt idx="1522">
                  <c:v>89.156723</c:v>
                </c:pt>
                <c:pt idx="1523">
                  <c:v>89.088866999999993</c:v>
                </c:pt>
                <c:pt idx="1524">
                  <c:v>89.136200000000002</c:v>
                </c:pt>
                <c:pt idx="1525">
                  <c:v>89.292304999999999</c:v>
                </c:pt>
                <c:pt idx="1526">
                  <c:v>89.491935999999995</c:v>
                </c:pt>
                <c:pt idx="1527">
                  <c:v>89.639801000000006</c:v>
                </c:pt>
                <c:pt idx="1528">
                  <c:v>89.649199999999993</c:v>
                </c:pt>
                <c:pt idx="1529">
                  <c:v>89.565933000000001</c:v>
                </c:pt>
                <c:pt idx="1530">
                  <c:v>89.525063000000003</c:v>
                </c:pt>
                <c:pt idx="1531">
                  <c:v>89.596039000000005</c:v>
                </c:pt>
                <c:pt idx="1532">
                  <c:v>89.722977</c:v>
                </c:pt>
                <c:pt idx="1533">
                  <c:v>89.826355000000007</c:v>
                </c:pt>
                <c:pt idx="1534">
                  <c:v>89.75206</c:v>
                </c:pt>
                <c:pt idx="1535">
                  <c:v>89.590607000000006</c:v>
                </c:pt>
                <c:pt idx="1536">
                  <c:v>89.459991000000002</c:v>
                </c:pt>
                <c:pt idx="1537">
                  <c:v>89.352196000000006</c:v>
                </c:pt>
                <c:pt idx="1538">
                  <c:v>89.383125000000007</c:v>
                </c:pt>
                <c:pt idx="1539">
                  <c:v>89.496841000000003</c:v>
                </c:pt>
                <c:pt idx="1540">
                  <c:v>89.578971999999993</c:v>
                </c:pt>
                <c:pt idx="1541">
                  <c:v>89.609543000000002</c:v>
                </c:pt>
                <c:pt idx="1542">
                  <c:v>89.677284</c:v>
                </c:pt>
                <c:pt idx="1543">
                  <c:v>89.773292999999995</c:v>
                </c:pt>
                <c:pt idx="1544">
                  <c:v>89.934821999999997</c:v>
                </c:pt>
                <c:pt idx="1545">
                  <c:v>90.167747000000006</c:v>
                </c:pt>
                <c:pt idx="1546">
                  <c:v>90.403603000000004</c:v>
                </c:pt>
                <c:pt idx="1547">
                  <c:v>90.592490999999995</c:v>
                </c:pt>
                <c:pt idx="1548">
                  <c:v>90.735068999999996</c:v>
                </c:pt>
                <c:pt idx="1549">
                  <c:v>90.915633999999997</c:v>
                </c:pt>
                <c:pt idx="1550">
                  <c:v>91.110680000000002</c:v>
                </c:pt>
                <c:pt idx="1551">
                  <c:v>91.298935</c:v>
                </c:pt>
                <c:pt idx="1552">
                  <c:v>91.513512000000006</c:v>
                </c:pt>
                <c:pt idx="1553">
                  <c:v>91.756461999999999</c:v>
                </c:pt>
                <c:pt idx="1554">
                  <c:v>92.034073000000006</c:v>
                </c:pt>
                <c:pt idx="1555">
                  <c:v>92.290756000000002</c:v>
                </c:pt>
                <c:pt idx="1556">
                  <c:v>92.581596000000005</c:v>
                </c:pt>
                <c:pt idx="1557">
                  <c:v>92.875107</c:v>
                </c:pt>
                <c:pt idx="1558">
                  <c:v>93.255707000000001</c:v>
                </c:pt>
                <c:pt idx="1559">
                  <c:v>93.650413999999998</c:v>
                </c:pt>
                <c:pt idx="1560">
                  <c:v>93.902495999999999</c:v>
                </c:pt>
                <c:pt idx="1561">
                  <c:v>94.086333999999994</c:v>
                </c:pt>
                <c:pt idx="1562">
                  <c:v>94.261864000000003</c:v>
                </c:pt>
                <c:pt idx="1563">
                  <c:v>94.515236000000002</c:v>
                </c:pt>
                <c:pt idx="1564">
                  <c:v>94.790740999999997</c:v>
                </c:pt>
                <c:pt idx="1565">
                  <c:v>95.158760000000001</c:v>
                </c:pt>
                <c:pt idx="1566">
                  <c:v>95.488731000000001</c:v>
                </c:pt>
                <c:pt idx="1567">
                  <c:v>95.638496000000004</c:v>
                </c:pt>
                <c:pt idx="1568">
                  <c:v>95.781525000000002</c:v>
                </c:pt>
                <c:pt idx="1569">
                  <c:v>95.941933000000006</c:v>
                </c:pt>
                <c:pt idx="1570">
                  <c:v>96.033989000000005</c:v>
                </c:pt>
                <c:pt idx="1571">
                  <c:v>96.047752000000003</c:v>
                </c:pt>
                <c:pt idx="1572">
                  <c:v>95.991928000000001</c:v>
                </c:pt>
                <c:pt idx="1573">
                  <c:v>95.889022999999995</c:v>
                </c:pt>
                <c:pt idx="1574">
                  <c:v>95.864493999999993</c:v>
                </c:pt>
                <c:pt idx="1575">
                  <c:v>95.902717999999993</c:v>
                </c:pt>
                <c:pt idx="1576">
                  <c:v>96.015144000000006</c:v>
                </c:pt>
                <c:pt idx="1577">
                  <c:v>96.148880000000005</c:v>
                </c:pt>
                <c:pt idx="1578">
                  <c:v>96.268737999999999</c:v>
                </c:pt>
                <c:pt idx="1579">
                  <c:v>96.290313999999995</c:v>
                </c:pt>
                <c:pt idx="1580">
                  <c:v>96.186417000000006</c:v>
                </c:pt>
                <c:pt idx="1581">
                  <c:v>96.109488999999996</c:v>
                </c:pt>
                <c:pt idx="1582">
                  <c:v>96.092194000000006</c:v>
                </c:pt>
                <c:pt idx="1583">
                  <c:v>96.130852000000004</c:v>
                </c:pt>
                <c:pt idx="1584">
                  <c:v>96.181777999999994</c:v>
                </c:pt>
                <c:pt idx="1585">
                  <c:v>96.274383999999998</c:v>
                </c:pt>
                <c:pt idx="1586">
                  <c:v>96.382034000000004</c:v>
                </c:pt>
                <c:pt idx="1587">
                  <c:v>96.372459000000006</c:v>
                </c:pt>
                <c:pt idx="1588">
                  <c:v>96.242583999999994</c:v>
                </c:pt>
                <c:pt idx="1589">
                  <c:v>96.245261999999997</c:v>
                </c:pt>
                <c:pt idx="1590">
                  <c:v>96.220321999999996</c:v>
                </c:pt>
                <c:pt idx="1591">
                  <c:v>96.168235999999993</c:v>
                </c:pt>
                <c:pt idx="1592">
                  <c:v>96.192986000000005</c:v>
                </c:pt>
                <c:pt idx="1593">
                  <c:v>96.217651000000004</c:v>
                </c:pt>
                <c:pt idx="1594">
                  <c:v>96.288177000000005</c:v>
                </c:pt>
                <c:pt idx="1595">
                  <c:v>96.412093999999996</c:v>
                </c:pt>
                <c:pt idx="1596">
                  <c:v>96.558395000000004</c:v>
                </c:pt>
                <c:pt idx="1597">
                  <c:v>96.724930000000001</c:v>
                </c:pt>
                <c:pt idx="1598">
                  <c:v>96.958229000000003</c:v>
                </c:pt>
                <c:pt idx="1599">
                  <c:v>97.248176999999998</c:v>
                </c:pt>
                <c:pt idx="1600">
                  <c:v>97.416388999999995</c:v>
                </c:pt>
                <c:pt idx="1601">
                  <c:v>97.558952000000005</c:v>
                </c:pt>
                <c:pt idx="1602">
                  <c:v>97.658210999999994</c:v>
                </c:pt>
                <c:pt idx="1603">
                  <c:v>97.732451999999995</c:v>
                </c:pt>
                <c:pt idx="1604">
                  <c:v>97.845703</c:v>
                </c:pt>
                <c:pt idx="1605">
                  <c:v>98.066695999999993</c:v>
                </c:pt>
                <c:pt idx="1606">
                  <c:v>98.303825000000003</c:v>
                </c:pt>
                <c:pt idx="1607">
                  <c:v>98.468451999999999</c:v>
                </c:pt>
                <c:pt idx="1608">
                  <c:v>98.484015999999997</c:v>
                </c:pt>
                <c:pt idx="1609">
                  <c:v>98.412361000000004</c:v>
                </c:pt>
                <c:pt idx="1610">
                  <c:v>98.360596000000001</c:v>
                </c:pt>
                <c:pt idx="1611">
                  <c:v>98.489883000000006</c:v>
                </c:pt>
                <c:pt idx="1612">
                  <c:v>98.825089000000006</c:v>
                </c:pt>
                <c:pt idx="1613">
                  <c:v>99.103188000000003</c:v>
                </c:pt>
                <c:pt idx="1614">
                  <c:v>99.324096999999995</c:v>
                </c:pt>
                <c:pt idx="1615">
                  <c:v>99.516609000000003</c:v>
                </c:pt>
                <c:pt idx="1616">
                  <c:v>99.768944000000005</c:v>
                </c:pt>
                <c:pt idx="1617">
                  <c:v>100.12222</c:v>
                </c:pt>
                <c:pt idx="1618">
                  <c:v>100.44790999999999</c:v>
                </c:pt>
                <c:pt idx="1619">
                  <c:v>100.72141000000001</c:v>
                </c:pt>
                <c:pt idx="1620">
                  <c:v>100.86148</c:v>
                </c:pt>
                <c:pt idx="1621">
                  <c:v>100.99999</c:v>
                </c:pt>
                <c:pt idx="1622">
                  <c:v>101.20142</c:v>
                </c:pt>
                <c:pt idx="1623">
                  <c:v>101.39064999999999</c:v>
                </c:pt>
                <c:pt idx="1624">
                  <c:v>101.52751000000001</c:v>
                </c:pt>
                <c:pt idx="1625">
                  <c:v>101.63728</c:v>
                </c:pt>
                <c:pt idx="1626">
                  <c:v>101.95949</c:v>
                </c:pt>
                <c:pt idx="1627">
                  <c:v>103.56433</c:v>
                </c:pt>
                <c:pt idx="1628">
                  <c:v>105.63661999999999</c:v>
                </c:pt>
                <c:pt idx="1629">
                  <c:v>106.95646000000001</c:v>
                </c:pt>
                <c:pt idx="1630">
                  <c:v>107.61463999999999</c:v>
                </c:pt>
                <c:pt idx="1631">
                  <c:v>107.32581999999999</c:v>
                </c:pt>
                <c:pt idx="1632">
                  <c:v>107.38348000000001</c:v>
                </c:pt>
                <c:pt idx="1633">
                  <c:v>107.61632</c:v>
                </c:pt>
                <c:pt idx="1634">
                  <c:v>107.84233</c:v>
                </c:pt>
                <c:pt idx="1635">
                  <c:v>108.06005</c:v>
                </c:pt>
                <c:pt idx="1636">
                  <c:v>108.21832000000001</c:v>
                </c:pt>
                <c:pt idx="1637">
                  <c:v>108.32335999999999</c:v>
                </c:pt>
                <c:pt idx="1638">
                  <c:v>108.49928</c:v>
                </c:pt>
                <c:pt idx="1639">
                  <c:v>108.70331</c:v>
                </c:pt>
                <c:pt idx="1640">
                  <c:v>108.96279</c:v>
                </c:pt>
                <c:pt idx="1641">
                  <c:v>109.31276</c:v>
                </c:pt>
                <c:pt idx="1642">
                  <c:v>109.55929</c:v>
                </c:pt>
                <c:pt idx="1643">
                  <c:v>109.66743</c:v>
                </c:pt>
                <c:pt idx="1644">
                  <c:v>109.92462999999999</c:v>
                </c:pt>
                <c:pt idx="1645">
                  <c:v>110.03736000000001</c:v>
                </c:pt>
                <c:pt idx="1646">
                  <c:v>110.04358000000001</c:v>
                </c:pt>
                <c:pt idx="1647">
                  <c:v>110.28546</c:v>
                </c:pt>
                <c:pt idx="1648">
                  <c:v>110.85914</c:v>
                </c:pt>
                <c:pt idx="1649">
                  <c:v>111.51273999999999</c:v>
                </c:pt>
                <c:pt idx="1650">
                  <c:v>112.00407</c:v>
                </c:pt>
                <c:pt idx="1651">
                  <c:v>112.95319000000001</c:v>
                </c:pt>
                <c:pt idx="1652">
                  <c:v>116.92475</c:v>
                </c:pt>
                <c:pt idx="1653">
                  <c:v>118.31045</c:v>
                </c:pt>
                <c:pt idx="1654">
                  <c:v>118.09891</c:v>
                </c:pt>
                <c:pt idx="1655">
                  <c:v>118.25185999999999</c:v>
                </c:pt>
                <c:pt idx="1656">
                  <c:v>118.3844</c:v>
                </c:pt>
                <c:pt idx="1657">
                  <c:v>118.50473</c:v>
                </c:pt>
                <c:pt idx="1658">
                  <c:v>118.63460000000001</c:v>
                </c:pt>
                <c:pt idx="1659">
                  <c:v>118.76598</c:v>
                </c:pt>
                <c:pt idx="1660">
                  <c:v>118.94592</c:v>
                </c:pt>
                <c:pt idx="1661">
                  <c:v>119.13500999999999</c:v>
                </c:pt>
                <c:pt idx="1662">
                  <c:v>119.20112</c:v>
                </c:pt>
                <c:pt idx="1663">
                  <c:v>119.24908000000001</c:v>
                </c:pt>
                <c:pt idx="1664">
                  <c:v>119.32161000000001</c:v>
                </c:pt>
                <c:pt idx="1665">
                  <c:v>119.39713</c:v>
                </c:pt>
                <c:pt idx="1666">
                  <c:v>119.48587000000001</c:v>
                </c:pt>
                <c:pt idx="1667">
                  <c:v>119.56050999999999</c:v>
                </c:pt>
                <c:pt idx="1668">
                  <c:v>119.66048000000001</c:v>
                </c:pt>
                <c:pt idx="1669">
                  <c:v>119.73665</c:v>
                </c:pt>
                <c:pt idx="1670">
                  <c:v>119.85236</c:v>
                </c:pt>
                <c:pt idx="1671">
                  <c:v>119.93764</c:v>
                </c:pt>
                <c:pt idx="1672">
                  <c:v>119.97776</c:v>
                </c:pt>
                <c:pt idx="1673">
                  <c:v>120.00724</c:v>
                </c:pt>
                <c:pt idx="1674">
                  <c:v>119.94598000000001</c:v>
                </c:pt>
                <c:pt idx="1675">
                  <c:v>119.60142</c:v>
                </c:pt>
                <c:pt idx="1676">
                  <c:v>119.50033999999999</c:v>
                </c:pt>
                <c:pt idx="1677">
                  <c:v>119.43861</c:v>
                </c:pt>
                <c:pt idx="1678">
                  <c:v>119.3848</c:v>
                </c:pt>
                <c:pt idx="1679">
                  <c:v>119.33504000000001</c:v>
                </c:pt>
                <c:pt idx="1680">
                  <c:v>119.33147</c:v>
                </c:pt>
                <c:pt idx="1681">
                  <c:v>119.31985</c:v>
                </c:pt>
                <c:pt idx="1682">
                  <c:v>119.26452999999999</c:v>
                </c:pt>
                <c:pt idx="1683">
                  <c:v>119.28451</c:v>
                </c:pt>
                <c:pt idx="1684">
                  <c:v>119.34048</c:v>
                </c:pt>
                <c:pt idx="1685">
                  <c:v>119.35211</c:v>
                </c:pt>
                <c:pt idx="1686">
                  <c:v>119.24952999999999</c:v>
                </c:pt>
                <c:pt idx="1687">
                  <c:v>119.12974</c:v>
                </c:pt>
                <c:pt idx="1688">
                  <c:v>118.88794</c:v>
                </c:pt>
                <c:pt idx="1689">
                  <c:v>118.53749999999999</c:v>
                </c:pt>
                <c:pt idx="1690">
                  <c:v>118.27052</c:v>
                </c:pt>
                <c:pt idx="1691">
                  <c:v>118.14819</c:v>
                </c:pt>
                <c:pt idx="1692">
                  <c:v>118.14928</c:v>
                </c:pt>
                <c:pt idx="1693">
                  <c:v>118.17136000000001</c:v>
                </c:pt>
                <c:pt idx="1694">
                  <c:v>118.23775000000001</c:v>
                </c:pt>
                <c:pt idx="1695">
                  <c:v>118.32102999999999</c:v>
                </c:pt>
                <c:pt idx="1696">
                  <c:v>118.4057</c:v>
                </c:pt>
                <c:pt idx="1697">
                  <c:v>118.54105</c:v>
                </c:pt>
                <c:pt idx="1698">
                  <c:v>118.74609</c:v>
                </c:pt>
                <c:pt idx="1699">
                  <c:v>118.7595</c:v>
                </c:pt>
                <c:pt idx="1700">
                  <c:v>117.65755</c:v>
                </c:pt>
                <c:pt idx="1701">
                  <c:v>118.11551</c:v>
                </c:pt>
                <c:pt idx="1702">
                  <c:v>118.81394</c:v>
                </c:pt>
                <c:pt idx="1703">
                  <c:v>119.34358</c:v>
                </c:pt>
                <c:pt idx="1704">
                  <c:v>119.65337</c:v>
                </c:pt>
                <c:pt idx="1705">
                  <c:v>119.78203000000001</c:v>
                </c:pt>
                <c:pt idx="1706">
                  <c:v>119.78735</c:v>
                </c:pt>
                <c:pt idx="1707">
                  <c:v>119.73357</c:v>
                </c:pt>
                <c:pt idx="1708">
                  <c:v>119.60419</c:v>
                </c:pt>
                <c:pt idx="1709">
                  <c:v>119.40651</c:v>
                </c:pt>
                <c:pt idx="1710">
                  <c:v>119.15791</c:v>
                </c:pt>
                <c:pt idx="1711">
                  <c:v>118.85034</c:v>
                </c:pt>
                <c:pt idx="1712">
                  <c:v>118.51371</c:v>
                </c:pt>
                <c:pt idx="1713">
                  <c:v>118.15170000000001</c:v>
                </c:pt>
                <c:pt idx="1714">
                  <c:v>117.80074</c:v>
                </c:pt>
                <c:pt idx="1715">
                  <c:v>117.43467</c:v>
                </c:pt>
                <c:pt idx="1716">
                  <c:v>116.99991</c:v>
                </c:pt>
                <c:pt idx="1717">
                  <c:v>116.52077</c:v>
                </c:pt>
                <c:pt idx="1718">
                  <c:v>116.07299</c:v>
                </c:pt>
                <c:pt idx="1719">
                  <c:v>115.71682</c:v>
                </c:pt>
                <c:pt idx="1720">
                  <c:v>115.41209000000001</c:v>
                </c:pt>
                <c:pt idx="1721">
                  <c:v>115.19391</c:v>
                </c:pt>
                <c:pt idx="1722">
                  <c:v>114.9808</c:v>
                </c:pt>
                <c:pt idx="1723">
                  <c:v>114.68819000000001</c:v>
                </c:pt>
                <c:pt idx="1724">
                  <c:v>114.3642</c:v>
                </c:pt>
                <c:pt idx="1725">
                  <c:v>114.09011</c:v>
                </c:pt>
                <c:pt idx="1726">
                  <c:v>113.8301</c:v>
                </c:pt>
                <c:pt idx="1727">
                  <c:v>113.55195000000001</c:v>
                </c:pt>
                <c:pt idx="1728">
                  <c:v>113.28458000000001</c:v>
                </c:pt>
                <c:pt idx="1729">
                  <c:v>112.97565</c:v>
                </c:pt>
                <c:pt idx="1730">
                  <c:v>112.67261999999999</c:v>
                </c:pt>
                <c:pt idx="1731">
                  <c:v>112.39830000000001</c:v>
                </c:pt>
                <c:pt idx="1732">
                  <c:v>112.10831</c:v>
                </c:pt>
                <c:pt idx="1733">
                  <c:v>111.78288000000001</c:v>
                </c:pt>
                <c:pt idx="1734">
                  <c:v>111.43742</c:v>
                </c:pt>
                <c:pt idx="1735">
                  <c:v>111.05117</c:v>
                </c:pt>
                <c:pt idx="1736">
                  <c:v>110.70081999999999</c:v>
                </c:pt>
                <c:pt idx="1737">
                  <c:v>110.38458</c:v>
                </c:pt>
                <c:pt idx="1738">
                  <c:v>110.08871000000001</c:v>
                </c:pt>
                <c:pt idx="1739">
                  <c:v>109.84245</c:v>
                </c:pt>
                <c:pt idx="1740">
                  <c:v>109.71409</c:v>
                </c:pt>
                <c:pt idx="1741">
                  <c:v>109.6472</c:v>
                </c:pt>
                <c:pt idx="1742">
                  <c:v>109.55243</c:v>
                </c:pt>
                <c:pt idx="1743">
                  <c:v>109.44408</c:v>
                </c:pt>
                <c:pt idx="1744">
                  <c:v>109.3416</c:v>
                </c:pt>
                <c:pt idx="1745">
                  <c:v>109.22638999999999</c:v>
                </c:pt>
                <c:pt idx="1746">
                  <c:v>109.06100000000001</c:v>
                </c:pt>
                <c:pt idx="1747">
                  <c:v>108.8764</c:v>
                </c:pt>
                <c:pt idx="1748">
                  <c:v>108.69006</c:v>
                </c:pt>
                <c:pt idx="1749">
                  <c:v>108.53928999999999</c:v>
                </c:pt>
                <c:pt idx="1750">
                  <c:v>108.49585999999999</c:v>
                </c:pt>
                <c:pt idx="1751">
                  <c:v>108.48839</c:v>
                </c:pt>
                <c:pt idx="1752">
                  <c:v>108.48248</c:v>
                </c:pt>
                <c:pt idx="1753">
                  <c:v>108.39161</c:v>
                </c:pt>
                <c:pt idx="1754">
                  <c:v>108.2483</c:v>
                </c:pt>
                <c:pt idx="1755">
                  <c:v>108.07183000000001</c:v>
                </c:pt>
                <c:pt idx="1756">
                  <c:v>107.89326</c:v>
                </c:pt>
                <c:pt idx="1757">
                  <c:v>107.73269999999999</c:v>
                </c:pt>
                <c:pt idx="1758">
                  <c:v>107.54925</c:v>
                </c:pt>
                <c:pt idx="1759">
                  <c:v>107.37372000000001</c:v>
                </c:pt>
                <c:pt idx="1760">
                  <c:v>107.23506</c:v>
                </c:pt>
                <c:pt idx="1761">
                  <c:v>107.1379</c:v>
                </c:pt>
                <c:pt idx="1762">
                  <c:v>107.07844</c:v>
                </c:pt>
                <c:pt idx="1763">
                  <c:v>106.97132999999999</c:v>
                </c:pt>
                <c:pt idx="1764">
                  <c:v>106.80598999999999</c:v>
                </c:pt>
                <c:pt idx="1765">
                  <c:v>106.58893</c:v>
                </c:pt>
                <c:pt idx="1766">
                  <c:v>106.36417</c:v>
                </c:pt>
                <c:pt idx="1767">
                  <c:v>106.18932</c:v>
                </c:pt>
                <c:pt idx="1768">
                  <c:v>106.09367</c:v>
                </c:pt>
                <c:pt idx="1769">
                  <c:v>105.95793</c:v>
                </c:pt>
                <c:pt idx="1770">
                  <c:v>105.83423999999999</c:v>
                </c:pt>
                <c:pt idx="1771">
                  <c:v>105.76084</c:v>
                </c:pt>
                <c:pt idx="1772">
                  <c:v>105.64693</c:v>
                </c:pt>
                <c:pt idx="1773">
                  <c:v>105.53004</c:v>
                </c:pt>
                <c:pt idx="1774">
                  <c:v>105.40976999999999</c:v>
                </c:pt>
                <c:pt idx="1775">
                  <c:v>105.25626</c:v>
                </c:pt>
                <c:pt idx="1776">
                  <c:v>105.10717</c:v>
                </c:pt>
                <c:pt idx="1777">
                  <c:v>105</c:v>
                </c:pt>
                <c:pt idx="1778">
                  <c:v>104.92400000000001</c:v>
                </c:pt>
                <c:pt idx="1779">
                  <c:v>104.77399</c:v>
                </c:pt>
                <c:pt idx="1780">
                  <c:v>104.52489</c:v>
                </c:pt>
                <c:pt idx="1781">
                  <c:v>104.25826000000001</c:v>
                </c:pt>
                <c:pt idx="1782">
                  <c:v>103.99189</c:v>
                </c:pt>
                <c:pt idx="1783">
                  <c:v>103.7343</c:v>
                </c:pt>
                <c:pt idx="1784">
                  <c:v>103.45692</c:v>
                </c:pt>
                <c:pt idx="1785">
                  <c:v>103.25377</c:v>
                </c:pt>
                <c:pt idx="1786">
                  <c:v>103.09304</c:v>
                </c:pt>
                <c:pt idx="1787">
                  <c:v>102.89943</c:v>
                </c:pt>
                <c:pt idx="1788">
                  <c:v>102.69461</c:v>
                </c:pt>
                <c:pt idx="1789">
                  <c:v>102.53534999999999</c:v>
                </c:pt>
                <c:pt idx="1790">
                  <c:v>102.43326999999999</c:v>
                </c:pt>
                <c:pt idx="1791">
                  <c:v>102.37029</c:v>
                </c:pt>
                <c:pt idx="1792">
                  <c:v>102.29693</c:v>
                </c:pt>
                <c:pt idx="1793">
                  <c:v>102.19490999999999</c:v>
                </c:pt>
                <c:pt idx="1794">
                  <c:v>102.04807</c:v>
                </c:pt>
                <c:pt idx="1795">
                  <c:v>101.94497</c:v>
                </c:pt>
                <c:pt idx="1796">
                  <c:v>101.85625</c:v>
                </c:pt>
                <c:pt idx="1797">
                  <c:v>101.75449</c:v>
                </c:pt>
                <c:pt idx="1798">
                  <c:v>101.66710999999999</c:v>
                </c:pt>
                <c:pt idx="1799">
                  <c:v>101.56901999999999</c:v>
                </c:pt>
                <c:pt idx="1800">
                  <c:v>101.5244</c:v>
                </c:pt>
                <c:pt idx="1801">
                  <c:v>101.60789</c:v>
                </c:pt>
                <c:pt idx="1802">
                  <c:v>101.68118</c:v>
                </c:pt>
                <c:pt idx="1803">
                  <c:v>101.63135</c:v>
                </c:pt>
                <c:pt idx="1804">
                  <c:v>101.48061</c:v>
                </c:pt>
                <c:pt idx="1805">
                  <c:v>101.33557</c:v>
                </c:pt>
                <c:pt idx="1806">
                  <c:v>101.21232000000001</c:v>
                </c:pt>
                <c:pt idx="1807">
                  <c:v>101.11089</c:v>
                </c:pt>
                <c:pt idx="1808">
                  <c:v>100.99019</c:v>
                </c:pt>
                <c:pt idx="1809">
                  <c:v>100.82686</c:v>
                </c:pt>
                <c:pt idx="1810">
                  <c:v>100.67041</c:v>
                </c:pt>
                <c:pt idx="1811">
                  <c:v>100.52119</c:v>
                </c:pt>
                <c:pt idx="1812">
                  <c:v>100.42973000000001</c:v>
                </c:pt>
                <c:pt idx="1813">
                  <c:v>100.42626</c:v>
                </c:pt>
                <c:pt idx="1814">
                  <c:v>100.44781999999999</c:v>
                </c:pt>
                <c:pt idx="1815">
                  <c:v>100.21442</c:v>
                </c:pt>
                <c:pt idx="1816">
                  <c:v>100.02276000000001</c:v>
                </c:pt>
                <c:pt idx="1817">
                  <c:v>99.887596000000002</c:v>
                </c:pt>
                <c:pt idx="1818">
                  <c:v>99.857391000000007</c:v>
                </c:pt>
                <c:pt idx="1819">
                  <c:v>99.919044</c:v>
                </c:pt>
                <c:pt idx="1820">
                  <c:v>100.05203</c:v>
                </c:pt>
                <c:pt idx="1821">
                  <c:v>100.26016</c:v>
                </c:pt>
                <c:pt idx="1822">
                  <c:v>100.53487</c:v>
                </c:pt>
                <c:pt idx="1823">
                  <c:v>100.84452</c:v>
                </c:pt>
                <c:pt idx="1824">
                  <c:v>101.21803</c:v>
                </c:pt>
                <c:pt idx="1825">
                  <c:v>101.47722</c:v>
                </c:pt>
                <c:pt idx="1826">
                  <c:v>101.71438999999999</c:v>
                </c:pt>
                <c:pt idx="1827">
                  <c:v>101.94543</c:v>
                </c:pt>
                <c:pt idx="1828">
                  <c:v>102.0256</c:v>
                </c:pt>
                <c:pt idx="1829">
                  <c:v>102.19427</c:v>
                </c:pt>
                <c:pt idx="1830">
                  <c:v>102.39381</c:v>
                </c:pt>
                <c:pt idx="1831">
                  <c:v>102.48753000000001</c:v>
                </c:pt>
                <c:pt idx="1832">
                  <c:v>102.59717999999999</c:v>
                </c:pt>
                <c:pt idx="1833">
                  <c:v>102.68958000000001</c:v>
                </c:pt>
                <c:pt idx="1834">
                  <c:v>102.79055</c:v>
                </c:pt>
                <c:pt idx="1835">
                  <c:v>102.89189</c:v>
                </c:pt>
                <c:pt idx="1836">
                  <c:v>103.01761999999999</c:v>
                </c:pt>
                <c:pt idx="1837">
                  <c:v>103.16079999999999</c:v>
                </c:pt>
                <c:pt idx="1838">
                  <c:v>103.33748</c:v>
                </c:pt>
                <c:pt idx="1839">
                  <c:v>103.51196</c:v>
                </c:pt>
                <c:pt idx="1840">
                  <c:v>103.6084</c:v>
                </c:pt>
                <c:pt idx="1841">
                  <c:v>103.64767000000001</c:v>
                </c:pt>
                <c:pt idx="1842">
                  <c:v>103.69307999999999</c:v>
                </c:pt>
                <c:pt idx="1843">
                  <c:v>103.77760000000001</c:v>
                </c:pt>
                <c:pt idx="1844">
                  <c:v>103.89362</c:v>
                </c:pt>
                <c:pt idx="1845">
                  <c:v>104.03339</c:v>
                </c:pt>
                <c:pt idx="1846">
                  <c:v>104.22353</c:v>
                </c:pt>
                <c:pt idx="1847">
                  <c:v>104.46959</c:v>
                </c:pt>
                <c:pt idx="1848">
                  <c:v>104.75357</c:v>
                </c:pt>
                <c:pt idx="1849">
                  <c:v>104.97342999999999</c:v>
                </c:pt>
                <c:pt idx="1850">
                  <c:v>105.08067</c:v>
                </c:pt>
                <c:pt idx="1851">
                  <c:v>105.07844</c:v>
                </c:pt>
                <c:pt idx="1852">
                  <c:v>105.01112000000001</c:v>
                </c:pt>
                <c:pt idx="1853">
                  <c:v>104.91153</c:v>
                </c:pt>
                <c:pt idx="1854">
                  <c:v>104.76364</c:v>
                </c:pt>
                <c:pt idx="1855">
                  <c:v>104.52679000000001</c:v>
                </c:pt>
                <c:pt idx="1856">
                  <c:v>104.33754999999999</c:v>
                </c:pt>
                <c:pt idx="1857">
                  <c:v>104.29302</c:v>
                </c:pt>
                <c:pt idx="1858">
                  <c:v>104.28973000000001</c:v>
                </c:pt>
                <c:pt idx="1859">
                  <c:v>104.25320000000001</c:v>
                </c:pt>
                <c:pt idx="1860">
                  <c:v>104.2188</c:v>
                </c:pt>
                <c:pt idx="1861">
                  <c:v>104.12038</c:v>
                </c:pt>
                <c:pt idx="1862">
                  <c:v>104.05934999999999</c:v>
                </c:pt>
                <c:pt idx="1863">
                  <c:v>104.12661</c:v>
                </c:pt>
                <c:pt idx="1864">
                  <c:v>104.31905999999999</c:v>
                </c:pt>
                <c:pt idx="1865">
                  <c:v>104.56547999999999</c:v>
                </c:pt>
                <c:pt idx="1866">
                  <c:v>104.27108</c:v>
                </c:pt>
                <c:pt idx="1867">
                  <c:v>104.12958999999999</c:v>
                </c:pt>
                <c:pt idx="1868">
                  <c:v>104.09235</c:v>
                </c:pt>
                <c:pt idx="1869">
                  <c:v>104.06116</c:v>
                </c:pt>
                <c:pt idx="1870">
                  <c:v>104.04631000000001</c:v>
                </c:pt>
                <c:pt idx="1871">
                  <c:v>104.12428</c:v>
                </c:pt>
                <c:pt idx="1872">
                  <c:v>104.22402</c:v>
                </c:pt>
                <c:pt idx="1873">
                  <c:v>104.24849</c:v>
                </c:pt>
                <c:pt idx="1874">
                  <c:v>104.15205</c:v>
                </c:pt>
                <c:pt idx="1875">
                  <c:v>104.05651</c:v>
                </c:pt>
                <c:pt idx="1876">
                  <c:v>104.06686000000001</c:v>
                </c:pt>
                <c:pt idx="1877">
                  <c:v>104.1515</c:v>
                </c:pt>
                <c:pt idx="1878">
                  <c:v>104.31583999999999</c:v>
                </c:pt>
                <c:pt idx="1879">
                  <c:v>104.54961</c:v>
                </c:pt>
                <c:pt idx="1880">
                  <c:v>104.86194</c:v>
                </c:pt>
                <c:pt idx="1881">
                  <c:v>105.14908</c:v>
                </c:pt>
                <c:pt idx="1882">
                  <c:v>105.41115000000001</c:v>
                </c:pt>
                <c:pt idx="1883">
                  <c:v>105.71908999999999</c:v>
                </c:pt>
                <c:pt idx="1884">
                  <c:v>106.05136</c:v>
                </c:pt>
                <c:pt idx="1885">
                  <c:v>106.41160000000001</c:v>
                </c:pt>
                <c:pt idx="1886">
                  <c:v>106.75612</c:v>
                </c:pt>
                <c:pt idx="1887">
                  <c:v>107.12571</c:v>
                </c:pt>
                <c:pt idx="1888">
                  <c:v>107.47752</c:v>
                </c:pt>
                <c:pt idx="1889">
                  <c:v>107.69201</c:v>
                </c:pt>
                <c:pt idx="1890">
                  <c:v>107.90989999999999</c:v>
                </c:pt>
                <c:pt idx="1891">
                  <c:v>108.07986</c:v>
                </c:pt>
                <c:pt idx="1892">
                  <c:v>108.19642</c:v>
                </c:pt>
                <c:pt idx="1893">
                  <c:v>108.21841000000001</c:v>
                </c:pt>
                <c:pt idx="1894">
                  <c:v>108.27173999999999</c:v>
                </c:pt>
                <c:pt idx="1895">
                  <c:v>108.43342</c:v>
                </c:pt>
                <c:pt idx="1896">
                  <c:v>108.66177</c:v>
                </c:pt>
                <c:pt idx="1897">
                  <c:v>108.89136999999999</c:v>
                </c:pt>
                <c:pt idx="1898">
                  <c:v>109.13200999999999</c:v>
                </c:pt>
                <c:pt idx="1899">
                  <c:v>109.33138</c:v>
                </c:pt>
                <c:pt idx="1900">
                  <c:v>109.50626</c:v>
                </c:pt>
                <c:pt idx="1901">
                  <c:v>109.71268000000001</c:v>
                </c:pt>
                <c:pt idx="1902">
                  <c:v>109.88099</c:v>
                </c:pt>
                <c:pt idx="1903">
                  <c:v>109.96545</c:v>
                </c:pt>
                <c:pt idx="1904">
                  <c:v>109.96760999999999</c:v>
                </c:pt>
                <c:pt idx="1905">
                  <c:v>109.99665</c:v>
                </c:pt>
                <c:pt idx="1906">
                  <c:v>109.92341</c:v>
                </c:pt>
                <c:pt idx="1907">
                  <c:v>109.83522000000001</c:v>
                </c:pt>
                <c:pt idx="1908">
                  <c:v>109.71178</c:v>
                </c:pt>
                <c:pt idx="1909">
                  <c:v>109.58616000000001</c:v>
                </c:pt>
                <c:pt idx="1910">
                  <c:v>109.51416</c:v>
                </c:pt>
                <c:pt idx="1911">
                  <c:v>109.37090000000001</c:v>
                </c:pt>
                <c:pt idx="1912">
                  <c:v>109.29375</c:v>
                </c:pt>
                <c:pt idx="1913">
                  <c:v>109.22750000000001</c:v>
                </c:pt>
                <c:pt idx="1914">
                  <c:v>109.17215</c:v>
                </c:pt>
                <c:pt idx="1915">
                  <c:v>109.09464</c:v>
                </c:pt>
                <c:pt idx="1916">
                  <c:v>108.97327</c:v>
                </c:pt>
                <c:pt idx="1917">
                  <c:v>108.86779</c:v>
                </c:pt>
                <c:pt idx="1918">
                  <c:v>108.77233</c:v>
                </c:pt>
                <c:pt idx="1919">
                  <c:v>108.68744</c:v>
                </c:pt>
                <c:pt idx="1920">
                  <c:v>108.62477</c:v>
                </c:pt>
                <c:pt idx="1921">
                  <c:v>108.50703</c:v>
                </c:pt>
                <c:pt idx="1922">
                  <c:v>108.3454</c:v>
                </c:pt>
                <c:pt idx="1923">
                  <c:v>108.19463</c:v>
                </c:pt>
                <c:pt idx="1924">
                  <c:v>108.04483999999999</c:v>
                </c:pt>
                <c:pt idx="1925">
                  <c:v>107.88628</c:v>
                </c:pt>
                <c:pt idx="1926">
                  <c:v>107.75721</c:v>
                </c:pt>
                <c:pt idx="1927">
                  <c:v>107.66186999999999</c:v>
                </c:pt>
                <c:pt idx="1928">
                  <c:v>107.59305999999999</c:v>
                </c:pt>
                <c:pt idx="1929">
                  <c:v>107.50152</c:v>
                </c:pt>
                <c:pt idx="1930">
                  <c:v>107.38015</c:v>
                </c:pt>
                <c:pt idx="1931">
                  <c:v>107.24799</c:v>
                </c:pt>
                <c:pt idx="1932">
                  <c:v>107.12362</c:v>
                </c:pt>
                <c:pt idx="1933">
                  <c:v>106.98766999999999</c:v>
                </c:pt>
                <c:pt idx="1934">
                  <c:v>106.84860999999999</c:v>
                </c:pt>
                <c:pt idx="1935">
                  <c:v>106.77992999999999</c:v>
                </c:pt>
                <c:pt idx="1936">
                  <c:v>106.86171</c:v>
                </c:pt>
                <c:pt idx="1937">
                  <c:v>107.0106</c:v>
                </c:pt>
                <c:pt idx="1938">
                  <c:v>107.1853</c:v>
                </c:pt>
                <c:pt idx="1939">
                  <c:v>107.3592</c:v>
                </c:pt>
                <c:pt idx="1940">
                  <c:v>107.48086000000001</c:v>
                </c:pt>
                <c:pt idx="1941">
                  <c:v>107.59623999999999</c:v>
                </c:pt>
                <c:pt idx="1942">
                  <c:v>107.75445999999999</c:v>
                </c:pt>
                <c:pt idx="1943">
                  <c:v>107.96035000000001</c:v>
                </c:pt>
                <c:pt idx="1944">
                  <c:v>108.13708</c:v>
                </c:pt>
                <c:pt idx="1945">
                  <c:v>108.30612000000001</c:v>
                </c:pt>
                <c:pt idx="1946">
                  <c:v>108.51721000000001</c:v>
                </c:pt>
                <c:pt idx="1947">
                  <c:v>108.71057999999999</c:v>
                </c:pt>
                <c:pt idx="1948">
                  <c:v>108.80721</c:v>
                </c:pt>
                <c:pt idx="1949">
                  <c:v>108.90963000000001</c:v>
                </c:pt>
                <c:pt idx="1950">
                  <c:v>109.07751</c:v>
                </c:pt>
                <c:pt idx="1951">
                  <c:v>109.27557</c:v>
                </c:pt>
                <c:pt idx="1952">
                  <c:v>109.46467</c:v>
                </c:pt>
                <c:pt idx="1953">
                  <c:v>109.64823</c:v>
                </c:pt>
                <c:pt idx="1954">
                  <c:v>109.80634000000001</c:v>
                </c:pt>
                <c:pt idx="1955">
                  <c:v>109.93576</c:v>
                </c:pt>
                <c:pt idx="1956">
                  <c:v>110.10867</c:v>
                </c:pt>
                <c:pt idx="1957">
                  <c:v>110.28461</c:v>
                </c:pt>
                <c:pt idx="1958">
                  <c:v>110.4027</c:v>
                </c:pt>
                <c:pt idx="1959">
                  <c:v>110.5021</c:v>
                </c:pt>
                <c:pt idx="1960">
                  <c:v>110.59184</c:v>
                </c:pt>
                <c:pt idx="1961">
                  <c:v>110.61405999999999</c:v>
                </c:pt>
                <c:pt idx="1962">
                  <c:v>110.59141</c:v>
                </c:pt>
                <c:pt idx="1963">
                  <c:v>110.5363</c:v>
                </c:pt>
                <c:pt idx="1964">
                  <c:v>110.5</c:v>
                </c:pt>
                <c:pt idx="1965">
                  <c:v>110.59029</c:v>
                </c:pt>
                <c:pt idx="1966">
                  <c:v>110.73927</c:v>
                </c:pt>
                <c:pt idx="1967">
                  <c:v>110.90337</c:v>
                </c:pt>
                <c:pt idx="1968">
                  <c:v>111.10155</c:v>
                </c:pt>
                <c:pt idx="1969">
                  <c:v>111.31440000000001</c:v>
                </c:pt>
                <c:pt idx="1970">
                  <c:v>111.54528999999999</c:v>
                </c:pt>
                <c:pt idx="1971">
                  <c:v>111.7075</c:v>
                </c:pt>
                <c:pt idx="1972">
                  <c:v>111.8019</c:v>
                </c:pt>
                <c:pt idx="1973">
                  <c:v>111.88567</c:v>
                </c:pt>
                <c:pt idx="1974">
                  <c:v>112.00503999999999</c:v>
                </c:pt>
                <c:pt idx="1975">
                  <c:v>112.12358999999999</c:v>
                </c:pt>
                <c:pt idx="1976">
                  <c:v>112.25742</c:v>
                </c:pt>
                <c:pt idx="1977">
                  <c:v>112.40374</c:v>
                </c:pt>
                <c:pt idx="1978">
                  <c:v>112.47089</c:v>
                </c:pt>
                <c:pt idx="1979">
                  <c:v>112.42919999999999</c:v>
                </c:pt>
                <c:pt idx="1980">
                  <c:v>112.37445</c:v>
                </c:pt>
                <c:pt idx="1981">
                  <c:v>112.31604</c:v>
                </c:pt>
                <c:pt idx="1982">
                  <c:v>112.31807999999999</c:v>
                </c:pt>
                <c:pt idx="1983">
                  <c:v>112.4015</c:v>
                </c:pt>
                <c:pt idx="1984">
                  <c:v>112.5228</c:v>
                </c:pt>
                <c:pt idx="1985">
                  <c:v>112.63459</c:v>
                </c:pt>
                <c:pt idx="1986">
                  <c:v>112.74191</c:v>
                </c:pt>
                <c:pt idx="1987">
                  <c:v>112.84577</c:v>
                </c:pt>
                <c:pt idx="1988">
                  <c:v>112.95208</c:v>
                </c:pt>
                <c:pt idx="1989">
                  <c:v>112.94932</c:v>
                </c:pt>
                <c:pt idx="1990">
                  <c:v>112.87215999999999</c:v>
                </c:pt>
                <c:pt idx="1991">
                  <c:v>112.74759</c:v>
                </c:pt>
                <c:pt idx="1992">
                  <c:v>112.59105</c:v>
                </c:pt>
                <c:pt idx="1993">
                  <c:v>112.43961</c:v>
                </c:pt>
                <c:pt idx="1994">
                  <c:v>112.32796999999999</c:v>
                </c:pt>
                <c:pt idx="1995">
                  <c:v>112.23714</c:v>
                </c:pt>
                <c:pt idx="1996">
                  <c:v>112.12864999999999</c:v>
                </c:pt>
                <c:pt idx="1997">
                  <c:v>112.009</c:v>
                </c:pt>
                <c:pt idx="1998">
                  <c:v>111.8463</c:v>
                </c:pt>
                <c:pt idx="1999">
                  <c:v>111.61543</c:v>
                </c:pt>
                <c:pt idx="2000">
                  <c:v>111.35254999999999</c:v>
                </c:pt>
                <c:pt idx="2001">
                  <c:v>111.05540000000001</c:v>
                </c:pt>
                <c:pt idx="2002">
                  <c:v>110.71725000000001</c:v>
                </c:pt>
                <c:pt idx="2003">
                  <c:v>110.39655999999999</c:v>
                </c:pt>
                <c:pt idx="2004">
                  <c:v>110.11319</c:v>
                </c:pt>
                <c:pt idx="2005">
                  <c:v>109.81332</c:v>
                </c:pt>
                <c:pt idx="2006">
                  <c:v>109.48063999999999</c:v>
                </c:pt>
                <c:pt idx="2007">
                  <c:v>109.17294</c:v>
                </c:pt>
                <c:pt idx="2008">
                  <c:v>108.94139</c:v>
                </c:pt>
                <c:pt idx="2009">
                  <c:v>108.76703999999999</c:v>
                </c:pt>
                <c:pt idx="2010">
                  <c:v>108.6006</c:v>
                </c:pt>
                <c:pt idx="2011">
                  <c:v>108.4346</c:v>
                </c:pt>
                <c:pt idx="2012">
                  <c:v>108.25897000000001</c:v>
                </c:pt>
                <c:pt idx="2013">
                  <c:v>108.07013999999999</c:v>
                </c:pt>
                <c:pt idx="2014">
                  <c:v>107.94477999999999</c:v>
                </c:pt>
                <c:pt idx="2015">
                  <c:v>107.90231</c:v>
                </c:pt>
                <c:pt idx="2016">
                  <c:v>107.91722</c:v>
                </c:pt>
                <c:pt idx="2017">
                  <c:v>107.89794999999999</c:v>
                </c:pt>
                <c:pt idx="2018">
                  <c:v>107.82644999999999</c:v>
                </c:pt>
                <c:pt idx="2019">
                  <c:v>107.73787</c:v>
                </c:pt>
                <c:pt idx="2020">
                  <c:v>107.65765</c:v>
                </c:pt>
                <c:pt idx="2021">
                  <c:v>107.56322</c:v>
                </c:pt>
                <c:pt idx="2022">
                  <c:v>107.44235</c:v>
                </c:pt>
                <c:pt idx="2023">
                  <c:v>107.31776000000001</c:v>
                </c:pt>
                <c:pt idx="2024">
                  <c:v>107.22673</c:v>
                </c:pt>
                <c:pt idx="2025">
                  <c:v>107.18528000000001</c:v>
                </c:pt>
                <c:pt idx="2026">
                  <c:v>107.24603</c:v>
                </c:pt>
                <c:pt idx="2027">
                  <c:v>107.41195</c:v>
                </c:pt>
                <c:pt idx="2028">
                  <c:v>107.59213</c:v>
                </c:pt>
                <c:pt idx="2029">
                  <c:v>107.80489</c:v>
                </c:pt>
                <c:pt idx="2030">
                  <c:v>108.00121</c:v>
                </c:pt>
                <c:pt idx="2031">
                  <c:v>108.19815</c:v>
                </c:pt>
                <c:pt idx="2032">
                  <c:v>108.37352</c:v>
                </c:pt>
                <c:pt idx="2033">
                  <c:v>108.47608</c:v>
                </c:pt>
                <c:pt idx="2034">
                  <c:v>108.48376</c:v>
                </c:pt>
                <c:pt idx="2035">
                  <c:v>108.38405</c:v>
                </c:pt>
                <c:pt idx="2036">
                  <c:v>108.2</c:v>
                </c:pt>
                <c:pt idx="2037">
                  <c:v>108.01918999999999</c:v>
                </c:pt>
                <c:pt idx="2038">
                  <c:v>107.79303</c:v>
                </c:pt>
                <c:pt idx="2039">
                  <c:v>107.51374</c:v>
                </c:pt>
                <c:pt idx="2040">
                  <c:v>107.28051000000001</c:v>
                </c:pt>
                <c:pt idx="2041">
                  <c:v>107.0575</c:v>
                </c:pt>
                <c:pt idx="2042">
                  <c:v>106.83801</c:v>
                </c:pt>
                <c:pt idx="2043">
                  <c:v>106.59515</c:v>
                </c:pt>
                <c:pt idx="2044">
                  <c:v>106.37363000000001</c:v>
                </c:pt>
                <c:pt idx="2045">
                  <c:v>106.21753</c:v>
                </c:pt>
                <c:pt idx="2046">
                  <c:v>106.06161</c:v>
                </c:pt>
                <c:pt idx="2047">
                  <c:v>105.89368</c:v>
                </c:pt>
                <c:pt idx="2048">
                  <c:v>105.7457</c:v>
                </c:pt>
                <c:pt idx="2049">
                  <c:v>105.65279</c:v>
                </c:pt>
                <c:pt idx="2050">
                  <c:v>105.61775</c:v>
                </c:pt>
                <c:pt idx="2051">
                  <c:v>105.61321</c:v>
                </c:pt>
                <c:pt idx="2052">
                  <c:v>105.6093</c:v>
                </c:pt>
                <c:pt idx="2053">
                  <c:v>105.59169</c:v>
                </c:pt>
                <c:pt idx="2054">
                  <c:v>105.56258</c:v>
                </c:pt>
                <c:pt idx="2055">
                  <c:v>105.53918</c:v>
                </c:pt>
                <c:pt idx="2056">
                  <c:v>105.54082</c:v>
                </c:pt>
                <c:pt idx="2057">
                  <c:v>105.55432</c:v>
                </c:pt>
                <c:pt idx="2058">
                  <c:v>105.57931000000001</c:v>
                </c:pt>
                <c:pt idx="2059">
                  <c:v>105.61588</c:v>
                </c:pt>
                <c:pt idx="2060">
                  <c:v>105.60633</c:v>
                </c:pt>
                <c:pt idx="2061">
                  <c:v>105.59107</c:v>
                </c:pt>
                <c:pt idx="2062">
                  <c:v>105.58531000000001</c:v>
                </c:pt>
                <c:pt idx="2063">
                  <c:v>105.52254000000001</c:v>
                </c:pt>
                <c:pt idx="2064">
                  <c:v>105.37988</c:v>
                </c:pt>
                <c:pt idx="2065">
                  <c:v>105.19199</c:v>
                </c:pt>
                <c:pt idx="2066">
                  <c:v>105.01855999999999</c:v>
                </c:pt>
                <c:pt idx="2067">
                  <c:v>104.84218</c:v>
                </c:pt>
                <c:pt idx="2068">
                  <c:v>104.66132</c:v>
                </c:pt>
                <c:pt idx="2069">
                  <c:v>104.47598000000001</c:v>
                </c:pt>
                <c:pt idx="2070">
                  <c:v>104.25605</c:v>
                </c:pt>
                <c:pt idx="2071">
                  <c:v>104.03991000000001</c:v>
                </c:pt>
                <c:pt idx="2072">
                  <c:v>103.8428</c:v>
                </c:pt>
                <c:pt idx="2073">
                  <c:v>103.68313999999999</c:v>
                </c:pt>
                <c:pt idx="2074">
                  <c:v>103.57913000000001</c:v>
                </c:pt>
                <c:pt idx="2075">
                  <c:v>103.47944</c:v>
                </c:pt>
                <c:pt idx="2076">
                  <c:v>103.33063</c:v>
                </c:pt>
                <c:pt idx="2077">
                  <c:v>103.17362</c:v>
                </c:pt>
                <c:pt idx="2078">
                  <c:v>103.03137</c:v>
                </c:pt>
                <c:pt idx="2079">
                  <c:v>102.89581</c:v>
                </c:pt>
                <c:pt idx="2080">
                  <c:v>102.82274</c:v>
                </c:pt>
                <c:pt idx="2081">
                  <c:v>102.82053000000001</c:v>
                </c:pt>
                <c:pt idx="2082">
                  <c:v>102.8415</c:v>
                </c:pt>
                <c:pt idx="2083">
                  <c:v>102.85132</c:v>
                </c:pt>
                <c:pt idx="2084">
                  <c:v>102.79703000000001</c:v>
                </c:pt>
                <c:pt idx="2085">
                  <c:v>102.62614000000001</c:v>
                </c:pt>
                <c:pt idx="2086">
                  <c:v>102.40401</c:v>
                </c:pt>
                <c:pt idx="2087">
                  <c:v>102.23442</c:v>
                </c:pt>
                <c:pt idx="2088">
                  <c:v>102.10791999999999</c:v>
                </c:pt>
                <c:pt idx="2089">
                  <c:v>102.01408000000001</c:v>
                </c:pt>
                <c:pt idx="2090">
                  <c:v>101.96745</c:v>
                </c:pt>
                <c:pt idx="2091">
                  <c:v>101.96084</c:v>
                </c:pt>
                <c:pt idx="2092">
                  <c:v>102.02067</c:v>
                </c:pt>
                <c:pt idx="2093">
                  <c:v>102.03686999999999</c:v>
                </c:pt>
                <c:pt idx="2094">
                  <c:v>102.02061</c:v>
                </c:pt>
                <c:pt idx="2095">
                  <c:v>101.98505</c:v>
                </c:pt>
                <c:pt idx="2096">
                  <c:v>101.98632000000001</c:v>
                </c:pt>
                <c:pt idx="2097">
                  <c:v>102.06268</c:v>
                </c:pt>
                <c:pt idx="2098">
                  <c:v>102.14868</c:v>
                </c:pt>
                <c:pt idx="2099">
                  <c:v>102.20679</c:v>
                </c:pt>
                <c:pt idx="2100">
                  <c:v>102.22915</c:v>
                </c:pt>
                <c:pt idx="2101">
                  <c:v>102.24878</c:v>
                </c:pt>
                <c:pt idx="2102">
                  <c:v>102.25693</c:v>
                </c:pt>
                <c:pt idx="2103">
                  <c:v>102.22923</c:v>
                </c:pt>
                <c:pt idx="2104">
                  <c:v>102.20388</c:v>
                </c:pt>
                <c:pt idx="2105">
                  <c:v>102.16922</c:v>
                </c:pt>
                <c:pt idx="2106">
                  <c:v>102.23618</c:v>
                </c:pt>
                <c:pt idx="2107">
                  <c:v>102.3627</c:v>
                </c:pt>
                <c:pt idx="2108">
                  <c:v>102.46684</c:v>
                </c:pt>
                <c:pt idx="2109">
                  <c:v>102.56121</c:v>
                </c:pt>
                <c:pt idx="2110">
                  <c:v>102.61875000000001</c:v>
                </c:pt>
                <c:pt idx="2111">
                  <c:v>102.67314</c:v>
                </c:pt>
                <c:pt idx="2112">
                  <c:v>102.73603</c:v>
                </c:pt>
                <c:pt idx="2113">
                  <c:v>102.79675</c:v>
                </c:pt>
                <c:pt idx="2114">
                  <c:v>102.86033999999999</c:v>
                </c:pt>
                <c:pt idx="2115">
                  <c:v>102.81047</c:v>
                </c:pt>
                <c:pt idx="2116">
                  <c:v>102.68791</c:v>
                </c:pt>
                <c:pt idx="2117">
                  <c:v>102.59866</c:v>
                </c:pt>
                <c:pt idx="2118">
                  <c:v>102.55244999999999</c:v>
                </c:pt>
                <c:pt idx="2119">
                  <c:v>102.51857</c:v>
                </c:pt>
                <c:pt idx="2120">
                  <c:v>102.46486</c:v>
                </c:pt>
                <c:pt idx="2121">
                  <c:v>102.35784</c:v>
                </c:pt>
                <c:pt idx="2122">
                  <c:v>102.25139</c:v>
                </c:pt>
                <c:pt idx="2123">
                  <c:v>102.16707</c:v>
                </c:pt>
                <c:pt idx="2124">
                  <c:v>102.09603</c:v>
                </c:pt>
                <c:pt idx="2125">
                  <c:v>102.10413</c:v>
                </c:pt>
                <c:pt idx="2126">
                  <c:v>102.09781</c:v>
                </c:pt>
                <c:pt idx="2127">
                  <c:v>102.07764</c:v>
                </c:pt>
                <c:pt idx="2128">
                  <c:v>102.07105</c:v>
                </c:pt>
                <c:pt idx="2129">
                  <c:v>101.99027</c:v>
                </c:pt>
                <c:pt idx="2130">
                  <c:v>101.87675</c:v>
                </c:pt>
                <c:pt idx="2131">
                  <c:v>101.77023</c:v>
                </c:pt>
                <c:pt idx="2132">
                  <c:v>101.80426</c:v>
                </c:pt>
                <c:pt idx="2133">
                  <c:v>101.86434</c:v>
                </c:pt>
                <c:pt idx="2134">
                  <c:v>101.9823</c:v>
                </c:pt>
                <c:pt idx="2135">
                  <c:v>102.11422</c:v>
                </c:pt>
                <c:pt idx="2136">
                  <c:v>102.22651</c:v>
                </c:pt>
                <c:pt idx="2137">
                  <c:v>102.33273</c:v>
                </c:pt>
                <c:pt idx="2138">
                  <c:v>102.43340999999999</c:v>
                </c:pt>
                <c:pt idx="2139">
                  <c:v>102.57204</c:v>
                </c:pt>
                <c:pt idx="2140">
                  <c:v>102.74267999999999</c:v>
                </c:pt>
                <c:pt idx="2141">
                  <c:v>102.97172999999999</c:v>
                </c:pt>
                <c:pt idx="2142">
                  <c:v>103.18252</c:v>
                </c:pt>
                <c:pt idx="2143">
                  <c:v>103.35364</c:v>
                </c:pt>
                <c:pt idx="2144">
                  <c:v>103.50355999999999</c:v>
                </c:pt>
                <c:pt idx="2145">
                  <c:v>103.65152</c:v>
                </c:pt>
                <c:pt idx="2146">
                  <c:v>103.76982</c:v>
                </c:pt>
                <c:pt idx="2147">
                  <c:v>103.86391</c:v>
                </c:pt>
                <c:pt idx="2148">
                  <c:v>103.95596</c:v>
                </c:pt>
                <c:pt idx="2149">
                  <c:v>104.06572</c:v>
                </c:pt>
                <c:pt idx="2150">
                  <c:v>104.20005</c:v>
                </c:pt>
                <c:pt idx="2151">
                  <c:v>104.35381</c:v>
                </c:pt>
                <c:pt idx="2152">
                  <c:v>104.49597</c:v>
                </c:pt>
                <c:pt idx="2153">
                  <c:v>104.68474999999999</c:v>
                </c:pt>
                <c:pt idx="2154">
                  <c:v>104.88925</c:v>
                </c:pt>
                <c:pt idx="2155">
                  <c:v>105.08076</c:v>
                </c:pt>
                <c:pt idx="2156">
                  <c:v>105.23121999999999</c:v>
                </c:pt>
                <c:pt idx="2157">
                  <c:v>105.35056</c:v>
                </c:pt>
                <c:pt idx="2158">
                  <c:v>105.46256</c:v>
                </c:pt>
                <c:pt idx="2159">
                  <c:v>105.58347000000001</c:v>
                </c:pt>
                <c:pt idx="2160">
                  <c:v>105.7604</c:v>
                </c:pt>
                <c:pt idx="2161">
                  <c:v>105.94632</c:v>
                </c:pt>
                <c:pt idx="2162">
                  <c:v>106.13736</c:v>
                </c:pt>
                <c:pt idx="2163">
                  <c:v>106.32201000000001</c:v>
                </c:pt>
                <c:pt idx="2164">
                  <c:v>106.51491</c:v>
                </c:pt>
                <c:pt idx="2165">
                  <c:v>106.73054</c:v>
                </c:pt>
                <c:pt idx="2166">
                  <c:v>106.93015</c:v>
                </c:pt>
                <c:pt idx="2167">
                  <c:v>107.22190999999999</c:v>
                </c:pt>
                <c:pt idx="2168">
                  <c:v>107.53887</c:v>
                </c:pt>
                <c:pt idx="2169">
                  <c:v>107.83803</c:v>
                </c:pt>
                <c:pt idx="2170">
                  <c:v>108.13955</c:v>
                </c:pt>
                <c:pt idx="2171">
                  <c:v>108.41743</c:v>
                </c:pt>
                <c:pt idx="2172">
                  <c:v>108.64821999999999</c:v>
                </c:pt>
                <c:pt idx="2173">
                  <c:v>108.85414</c:v>
                </c:pt>
                <c:pt idx="2174">
                  <c:v>109.08292</c:v>
                </c:pt>
                <c:pt idx="2175">
                  <c:v>109.283</c:v>
                </c:pt>
                <c:pt idx="2176">
                  <c:v>109.47812</c:v>
                </c:pt>
                <c:pt idx="2177">
                  <c:v>109.7197</c:v>
                </c:pt>
                <c:pt idx="2178">
                  <c:v>109.99903999999999</c:v>
                </c:pt>
                <c:pt idx="2179">
                  <c:v>110.24302</c:v>
                </c:pt>
                <c:pt idx="2180">
                  <c:v>110.46626000000001</c:v>
                </c:pt>
                <c:pt idx="2181">
                  <c:v>110.67297000000001</c:v>
                </c:pt>
                <c:pt idx="2182">
                  <c:v>110.91768999999999</c:v>
                </c:pt>
                <c:pt idx="2183">
                  <c:v>111.24963</c:v>
                </c:pt>
                <c:pt idx="2184">
                  <c:v>111.77607</c:v>
                </c:pt>
                <c:pt idx="2185">
                  <c:v>112.22606</c:v>
                </c:pt>
                <c:pt idx="2186">
                  <c:v>112.72736999999999</c:v>
                </c:pt>
                <c:pt idx="2187">
                  <c:v>113.17274</c:v>
                </c:pt>
                <c:pt idx="2188">
                  <c:v>113.50167999999999</c:v>
                </c:pt>
                <c:pt idx="2189">
                  <c:v>113.76699000000001</c:v>
                </c:pt>
                <c:pt idx="2190">
                  <c:v>113.9854</c:v>
                </c:pt>
                <c:pt idx="2191">
                  <c:v>114.23952</c:v>
                </c:pt>
                <c:pt idx="2192">
                  <c:v>114.53261999999999</c:v>
                </c:pt>
                <c:pt idx="2193">
                  <c:v>114.80137000000001</c:v>
                </c:pt>
                <c:pt idx="2194">
                  <c:v>114.97741000000001</c:v>
                </c:pt>
                <c:pt idx="2195">
                  <c:v>115.08981</c:v>
                </c:pt>
                <c:pt idx="2196">
                  <c:v>115.18407000000001</c:v>
                </c:pt>
                <c:pt idx="2197">
                  <c:v>115.37688</c:v>
                </c:pt>
                <c:pt idx="2198">
                  <c:v>115.75185999999999</c:v>
                </c:pt>
                <c:pt idx="2199">
                  <c:v>115.92448</c:v>
                </c:pt>
                <c:pt idx="2200">
                  <c:v>115.95153000000001</c:v>
                </c:pt>
                <c:pt idx="2201">
                  <c:v>115.99536999999999</c:v>
                </c:pt>
                <c:pt idx="2202">
                  <c:v>115.99551</c:v>
                </c:pt>
                <c:pt idx="2203">
                  <c:v>115.97331</c:v>
                </c:pt>
                <c:pt idx="2204">
                  <c:v>115.93122</c:v>
                </c:pt>
                <c:pt idx="2205">
                  <c:v>115.85175</c:v>
                </c:pt>
                <c:pt idx="2206">
                  <c:v>115.79783999999999</c:v>
                </c:pt>
                <c:pt idx="2207">
                  <c:v>115.7868</c:v>
                </c:pt>
                <c:pt idx="2208">
                  <c:v>115.75498</c:v>
                </c:pt>
                <c:pt idx="2209">
                  <c:v>115.72754</c:v>
                </c:pt>
                <c:pt idx="2210">
                  <c:v>115.81650999999999</c:v>
                </c:pt>
                <c:pt idx="2211">
                  <c:v>115.97808999999999</c:v>
                </c:pt>
                <c:pt idx="2212">
                  <c:v>116.19613</c:v>
                </c:pt>
                <c:pt idx="2213">
                  <c:v>116.40732</c:v>
                </c:pt>
                <c:pt idx="2214">
                  <c:v>116.62586</c:v>
                </c:pt>
                <c:pt idx="2215">
                  <c:v>116.76990000000001</c:v>
                </c:pt>
                <c:pt idx="2216">
                  <c:v>116.76973</c:v>
                </c:pt>
                <c:pt idx="2217">
                  <c:v>116.84029</c:v>
                </c:pt>
                <c:pt idx="2218">
                  <c:v>117.05132999999999</c:v>
                </c:pt>
                <c:pt idx="2219">
                  <c:v>117.2487</c:v>
                </c:pt>
                <c:pt idx="2220">
                  <c:v>117.39928</c:v>
                </c:pt>
                <c:pt idx="2221">
                  <c:v>117.47626</c:v>
                </c:pt>
                <c:pt idx="2222">
                  <c:v>117.5531</c:v>
                </c:pt>
                <c:pt idx="2223">
                  <c:v>117.61211</c:v>
                </c:pt>
                <c:pt idx="2224">
                  <c:v>117.70712</c:v>
                </c:pt>
                <c:pt idx="2225">
                  <c:v>117.78574</c:v>
                </c:pt>
                <c:pt idx="2226">
                  <c:v>117.81206</c:v>
                </c:pt>
                <c:pt idx="2227">
                  <c:v>117.81807999999999</c:v>
                </c:pt>
                <c:pt idx="2228">
                  <c:v>117.88048999999999</c:v>
                </c:pt>
                <c:pt idx="2229">
                  <c:v>118.04268</c:v>
                </c:pt>
                <c:pt idx="2230">
                  <c:v>118.24963</c:v>
                </c:pt>
                <c:pt idx="2231">
                  <c:v>118.46903</c:v>
                </c:pt>
                <c:pt idx="2232">
                  <c:v>118.73784999999999</c:v>
                </c:pt>
                <c:pt idx="2233">
                  <c:v>118.89652</c:v>
                </c:pt>
                <c:pt idx="2234">
                  <c:v>119.01554</c:v>
                </c:pt>
                <c:pt idx="2235">
                  <c:v>119.22002999999999</c:v>
                </c:pt>
                <c:pt idx="2236">
                  <c:v>119.42646000000001</c:v>
                </c:pt>
                <c:pt idx="2237">
                  <c:v>119.54558</c:v>
                </c:pt>
                <c:pt idx="2238">
                  <c:v>119.66199</c:v>
                </c:pt>
                <c:pt idx="2239">
                  <c:v>119.73679</c:v>
                </c:pt>
                <c:pt idx="2240">
                  <c:v>119.79349000000001</c:v>
                </c:pt>
                <c:pt idx="2241">
                  <c:v>119.91609</c:v>
                </c:pt>
                <c:pt idx="2242">
                  <c:v>119.99018</c:v>
                </c:pt>
                <c:pt idx="2243">
                  <c:v>120.09802999999999</c:v>
                </c:pt>
                <c:pt idx="2244">
                  <c:v>120.24686</c:v>
                </c:pt>
                <c:pt idx="2245">
                  <c:v>120.34499</c:v>
                </c:pt>
                <c:pt idx="2246">
                  <c:v>120.4222</c:v>
                </c:pt>
                <c:pt idx="2247">
                  <c:v>120.46238</c:v>
                </c:pt>
                <c:pt idx="2248">
                  <c:v>120.47517999999999</c:v>
                </c:pt>
                <c:pt idx="2249">
                  <c:v>120.51130999999999</c:v>
                </c:pt>
                <c:pt idx="2250">
                  <c:v>120.55283</c:v>
                </c:pt>
                <c:pt idx="2251">
                  <c:v>120.57302</c:v>
                </c:pt>
                <c:pt idx="2252">
                  <c:v>120.63651</c:v>
                </c:pt>
                <c:pt idx="2253">
                  <c:v>120.76581</c:v>
                </c:pt>
                <c:pt idx="2254">
                  <c:v>120.90208</c:v>
                </c:pt>
                <c:pt idx="2255">
                  <c:v>121.0424</c:v>
                </c:pt>
                <c:pt idx="2256">
                  <c:v>121.14883</c:v>
                </c:pt>
                <c:pt idx="2257">
                  <c:v>121.24184</c:v>
                </c:pt>
                <c:pt idx="2258">
                  <c:v>121.30794</c:v>
                </c:pt>
                <c:pt idx="2259">
                  <c:v>121.41162</c:v>
                </c:pt>
                <c:pt idx="2260">
                  <c:v>121.5119</c:v>
                </c:pt>
                <c:pt idx="2261">
                  <c:v>121.59524</c:v>
                </c:pt>
                <c:pt idx="2262">
                  <c:v>121.71042</c:v>
                </c:pt>
                <c:pt idx="2263">
                  <c:v>121.84251999999999</c:v>
                </c:pt>
                <c:pt idx="2264">
                  <c:v>121.92856999999999</c:v>
                </c:pt>
                <c:pt idx="2265">
                  <c:v>121.96722</c:v>
                </c:pt>
                <c:pt idx="2266">
                  <c:v>121.98428</c:v>
                </c:pt>
                <c:pt idx="2267">
                  <c:v>121.97502</c:v>
                </c:pt>
                <c:pt idx="2268">
                  <c:v>122.00366</c:v>
                </c:pt>
                <c:pt idx="2269">
                  <c:v>122.03448</c:v>
                </c:pt>
                <c:pt idx="2270">
                  <c:v>122.06408999999999</c:v>
                </c:pt>
                <c:pt idx="2271">
                  <c:v>122.08481999999999</c:v>
                </c:pt>
                <c:pt idx="2272">
                  <c:v>122.11614</c:v>
                </c:pt>
                <c:pt idx="2273">
                  <c:v>122.16795</c:v>
                </c:pt>
                <c:pt idx="2274">
                  <c:v>122.21372</c:v>
                </c:pt>
                <c:pt idx="2275">
                  <c:v>122.25199000000001</c:v>
                </c:pt>
                <c:pt idx="2276">
                  <c:v>122.32561</c:v>
                </c:pt>
                <c:pt idx="2277">
                  <c:v>122.41461</c:v>
                </c:pt>
                <c:pt idx="2278">
                  <c:v>122.48415</c:v>
                </c:pt>
                <c:pt idx="2279">
                  <c:v>122.57781</c:v>
                </c:pt>
                <c:pt idx="2280">
                  <c:v>122.66565</c:v>
                </c:pt>
                <c:pt idx="2281">
                  <c:v>122.69792</c:v>
                </c:pt>
                <c:pt idx="2282">
                  <c:v>122.66949</c:v>
                </c:pt>
                <c:pt idx="2283">
                  <c:v>122.6554</c:v>
                </c:pt>
                <c:pt idx="2284">
                  <c:v>122.61771</c:v>
                </c:pt>
                <c:pt idx="2285">
                  <c:v>122.58604</c:v>
                </c:pt>
                <c:pt idx="2286">
                  <c:v>122.59863</c:v>
                </c:pt>
                <c:pt idx="2287">
                  <c:v>122.64945</c:v>
                </c:pt>
                <c:pt idx="2288">
                  <c:v>122.69614</c:v>
                </c:pt>
                <c:pt idx="2289">
                  <c:v>122.75423000000001</c:v>
                </c:pt>
                <c:pt idx="2290">
                  <c:v>122.99905</c:v>
                </c:pt>
                <c:pt idx="2291">
                  <c:v>123.4472</c:v>
                </c:pt>
                <c:pt idx="2292">
                  <c:v>123.85722</c:v>
                </c:pt>
                <c:pt idx="2293">
                  <c:v>124.17453</c:v>
                </c:pt>
                <c:pt idx="2294">
                  <c:v>124.31068</c:v>
                </c:pt>
                <c:pt idx="2295">
                  <c:v>124.36687999999999</c:v>
                </c:pt>
                <c:pt idx="2296">
                  <c:v>124.47796</c:v>
                </c:pt>
                <c:pt idx="2297">
                  <c:v>124.65295</c:v>
                </c:pt>
                <c:pt idx="2298">
                  <c:v>124.84123</c:v>
                </c:pt>
                <c:pt idx="2299">
                  <c:v>124.78082999999999</c:v>
                </c:pt>
                <c:pt idx="2300">
                  <c:v>124.79884</c:v>
                </c:pt>
                <c:pt idx="2301">
                  <c:v>124.85993000000001</c:v>
                </c:pt>
                <c:pt idx="2302">
                  <c:v>124.92624000000001</c:v>
                </c:pt>
                <c:pt idx="2303">
                  <c:v>125.01776</c:v>
                </c:pt>
                <c:pt idx="2304">
                  <c:v>125.09059000000001</c:v>
                </c:pt>
                <c:pt idx="2305">
                  <c:v>125.06632</c:v>
                </c:pt>
                <c:pt idx="2306">
                  <c:v>124.99482</c:v>
                </c:pt>
                <c:pt idx="2307">
                  <c:v>124.97054</c:v>
                </c:pt>
                <c:pt idx="2308">
                  <c:v>124.96885</c:v>
                </c:pt>
                <c:pt idx="2309">
                  <c:v>124.99767</c:v>
                </c:pt>
                <c:pt idx="2310">
                  <c:v>125.03033000000001</c:v>
                </c:pt>
                <c:pt idx="2311">
                  <c:v>124.99921999999999</c:v>
                </c:pt>
                <c:pt idx="2312">
                  <c:v>125.03053</c:v>
                </c:pt>
                <c:pt idx="2313">
                  <c:v>125.13869</c:v>
                </c:pt>
                <c:pt idx="2314">
                  <c:v>125.25857999999999</c:v>
                </c:pt>
                <c:pt idx="2315">
                  <c:v>125.33492</c:v>
                </c:pt>
                <c:pt idx="2316">
                  <c:v>125.41615</c:v>
                </c:pt>
                <c:pt idx="2317">
                  <c:v>125.56438</c:v>
                </c:pt>
                <c:pt idx="2318">
                  <c:v>125.70432</c:v>
                </c:pt>
                <c:pt idx="2319">
                  <c:v>125.84350999999999</c:v>
                </c:pt>
                <c:pt idx="2320">
                  <c:v>125.93855000000001</c:v>
                </c:pt>
                <c:pt idx="2321">
                  <c:v>125.98737</c:v>
                </c:pt>
                <c:pt idx="2322">
                  <c:v>126.03595</c:v>
                </c:pt>
                <c:pt idx="2323">
                  <c:v>126.13007</c:v>
                </c:pt>
                <c:pt idx="2324">
                  <c:v>126.2269</c:v>
                </c:pt>
                <c:pt idx="2325">
                  <c:v>126.34501</c:v>
                </c:pt>
                <c:pt idx="2326">
                  <c:v>126.48648</c:v>
                </c:pt>
                <c:pt idx="2327">
                  <c:v>126.63249</c:v>
                </c:pt>
                <c:pt idx="2328">
                  <c:v>126.78351000000001</c:v>
                </c:pt>
                <c:pt idx="2329">
                  <c:v>126.93266</c:v>
                </c:pt>
                <c:pt idx="2330">
                  <c:v>127.05325999999999</c:v>
                </c:pt>
                <c:pt idx="2331">
                  <c:v>127.16332</c:v>
                </c:pt>
                <c:pt idx="2332">
                  <c:v>127.26425999999999</c:v>
                </c:pt>
                <c:pt idx="2333">
                  <c:v>127.37873</c:v>
                </c:pt>
                <c:pt idx="2334">
                  <c:v>127.50391999999999</c:v>
                </c:pt>
                <c:pt idx="2335">
                  <c:v>127.64583</c:v>
                </c:pt>
                <c:pt idx="2336">
                  <c:v>127.75014</c:v>
                </c:pt>
                <c:pt idx="2337">
                  <c:v>127.82249</c:v>
                </c:pt>
                <c:pt idx="2338">
                  <c:v>127.93431</c:v>
                </c:pt>
                <c:pt idx="2339">
                  <c:v>128.01357999999999</c:v>
                </c:pt>
                <c:pt idx="2340">
                  <c:v>128.07956999999999</c:v>
                </c:pt>
                <c:pt idx="2341">
                  <c:v>128.11829</c:v>
                </c:pt>
                <c:pt idx="2342">
                  <c:v>128.13123999999999</c:v>
                </c:pt>
                <c:pt idx="2343">
                  <c:v>128.13028</c:v>
                </c:pt>
                <c:pt idx="2344">
                  <c:v>128.14041</c:v>
                </c:pt>
                <c:pt idx="2345">
                  <c:v>128.16162</c:v>
                </c:pt>
                <c:pt idx="2346">
                  <c:v>128.20140000000001</c:v>
                </c:pt>
                <c:pt idx="2347">
                  <c:v>128.25591</c:v>
                </c:pt>
                <c:pt idx="2348">
                  <c:v>128.28325000000001</c:v>
                </c:pt>
                <c:pt idx="2349">
                  <c:v>128.30376000000001</c:v>
                </c:pt>
                <c:pt idx="2350">
                  <c:v>128.31297000000001</c:v>
                </c:pt>
                <c:pt idx="2351">
                  <c:v>128.30157</c:v>
                </c:pt>
                <c:pt idx="2352">
                  <c:v>128.23849000000001</c:v>
                </c:pt>
                <c:pt idx="2353">
                  <c:v>128.20848000000001</c:v>
                </c:pt>
                <c:pt idx="2354">
                  <c:v>128.20392000000001</c:v>
                </c:pt>
                <c:pt idx="2355">
                  <c:v>128.19351</c:v>
                </c:pt>
                <c:pt idx="2356">
                  <c:v>128.16582</c:v>
                </c:pt>
                <c:pt idx="2357">
                  <c:v>128.15987000000001</c:v>
                </c:pt>
                <c:pt idx="2358">
                  <c:v>128.15437</c:v>
                </c:pt>
                <c:pt idx="2359">
                  <c:v>128.10207</c:v>
                </c:pt>
                <c:pt idx="2360">
                  <c:v>128.00792999999999</c:v>
                </c:pt>
                <c:pt idx="2361">
                  <c:v>127.9465</c:v>
                </c:pt>
                <c:pt idx="2362">
                  <c:v>127.92305</c:v>
                </c:pt>
                <c:pt idx="2363">
                  <c:v>127.91001</c:v>
                </c:pt>
                <c:pt idx="2364">
                  <c:v>127.89367</c:v>
                </c:pt>
                <c:pt idx="2365">
                  <c:v>127.88046</c:v>
                </c:pt>
                <c:pt idx="2366">
                  <c:v>127.92341999999999</c:v>
                </c:pt>
                <c:pt idx="2367">
                  <c:v>127.92961</c:v>
                </c:pt>
                <c:pt idx="2368">
                  <c:v>127.89143</c:v>
                </c:pt>
                <c:pt idx="2369">
                  <c:v>127.82049000000001</c:v>
                </c:pt>
                <c:pt idx="2370">
                  <c:v>127.71930999999999</c:v>
                </c:pt>
                <c:pt idx="2371">
                  <c:v>127.60133</c:v>
                </c:pt>
                <c:pt idx="2372">
                  <c:v>127.47825</c:v>
                </c:pt>
                <c:pt idx="2373">
                  <c:v>127.27343999999999</c:v>
                </c:pt>
                <c:pt idx="2374">
                  <c:v>126.99661</c:v>
                </c:pt>
                <c:pt idx="2375">
                  <c:v>126.62523</c:v>
                </c:pt>
                <c:pt idx="2376">
                  <c:v>126.11529</c:v>
                </c:pt>
                <c:pt idx="2377">
                  <c:v>125.47914</c:v>
                </c:pt>
                <c:pt idx="2378">
                  <c:v>124.85029</c:v>
                </c:pt>
                <c:pt idx="2379">
                  <c:v>124.28968</c:v>
                </c:pt>
                <c:pt idx="2380">
                  <c:v>123.74593</c:v>
                </c:pt>
                <c:pt idx="2381">
                  <c:v>123.19379000000001</c:v>
                </c:pt>
                <c:pt idx="2382">
                  <c:v>121.41613</c:v>
                </c:pt>
                <c:pt idx="2383">
                  <c:v>118.30756</c:v>
                </c:pt>
                <c:pt idx="2384">
                  <c:v>116.86705000000001</c:v>
                </c:pt>
                <c:pt idx="2385">
                  <c:v>117.54730000000001</c:v>
                </c:pt>
                <c:pt idx="2386">
                  <c:v>118.29147</c:v>
                </c:pt>
                <c:pt idx="2387">
                  <c:v>118.75024000000001</c:v>
                </c:pt>
                <c:pt idx="2388">
                  <c:v>118.97474</c:v>
                </c:pt>
                <c:pt idx="2389">
                  <c:v>118.9862</c:v>
                </c:pt>
                <c:pt idx="2390">
                  <c:v>118.88171</c:v>
                </c:pt>
                <c:pt idx="2391">
                  <c:v>118.78706</c:v>
                </c:pt>
                <c:pt idx="2392">
                  <c:v>118.70667</c:v>
                </c:pt>
                <c:pt idx="2393">
                  <c:v>118.63139</c:v>
                </c:pt>
                <c:pt idx="2394">
                  <c:v>118.61832</c:v>
                </c:pt>
                <c:pt idx="2395">
                  <c:v>118.61919</c:v>
                </c:pt>
                <c:pt idx="2396">
                  <c:v>118.58114999999999</c:v>
                </c:pt>
                <c:pt idx="2397">
                  <c:v>118.5527</c:v>
                </c:pt>
                <c:pt idx="2398">
                  <c:v>118.52827000000001</c:v>
                </c:pt>
                <c:pt idx="2399">
                  <c:v>118.51639</c:v>
                </c:pt>
                <c:pt idx="2400">
                  <c:v>118.48124</c:v>
                </c:pt>
                <c:pt idx="2401">
                  <c:v>118.44468999999999</c:v>
                </c:pt>
                <c:pt idx="2402">
                  <c:v>118.38557</c:v>
                </c:pt>
                <c:pt idx="2403">
                  <c:v>118.30888</c:v>
                </c:pt>
                <c:pt idx="2404">
                  <c:v>118.25955</c:v>
                </c:pt>
                <c:pt idx="2405">
                  <c:v>118.23326</c:v>
                </c:pt>
                <c:pt idx="2406">
                  <c:v>118.29307</c:v>
                </c:pt>
                <c:pt idx="2407">
                  <c:v>118.49419</c:v>
                </c:pt>
                <c:pt idx="2408">
                  <c:v>118.50476</c:v>
                </c:pt>
                <c:pt idx="2409">
                  <c:v>118.51254</c:v>
                </c:pt>
                <c:pt idx="2410">
                  <c:v>118.52363</c:v>
                </c:pt>
                <c:pt idx="2411">
                  <c:v>118.52766</c:v>
                </c:pt>
                <c:pt idx="2412">
                  <c:v>118.61539</c:v>
                </c:pt>
                <c:pt idx="2413">
                  <c:v>118.60963</c:v>
                </c:pt>
                <c:pt idx="2414">
                  <c:v>118.74952</c:v>
                </c:pt>
                <c:pt idx="2415">
                  <c:v>118.84135999999999</c:v>
                </c:pt>
                <c:pt idx="2416">
                  <c:v>118.95057</c:v>
                </c:pt>
                <c:pt idx="2417">
                  <c:v>118.98111</c:v>
                </c:pt>
                <c:pt idx="2418">
                  <c:v>118.88576999999999</c:v>
                </c:pt>
                <c:pt idx="2419">
                  <c:v>118.62647</c:v>
                </c:pt>
                <c:pt idx="2420">
                  <c:v>118.3441</c:v>
                </c:pt>
                <c:pt idx="2421">
                  <c:v>118.03997</c:v>
                </c:pt>
                <c:pt idx="2422">
                  <c:v>117.74628</c:v>
                </c:pt>
                <c:pt idx="2423">
                  <c:v>117.50139</c:v>
                </c:pt>
                <c:pt idx="2424">
                  <c:v>117.22574</c:v>
                </c:pt>
                <c:pt idx="2425">
                  <c:v>116.90748000000001</c:v>
                </c:pt>
                <c:pt idx="2426">
                  <c:v>116.65631</c:v>
                </c:pt>
                <c:pt idx="2427">
                  <c:v>116.39792</c:v>
                </c:pt>
                <c:pt idx="2428">
                  <c:v>116.12484000000001</c:v>
                </c:pt>
                <c:pt idx="2429">
                  <c:v>115.86995</c:v>
                </c:pt>
                <c:pt idx="2430">
                  <c:v>115.59617</c:v>
                </c:pt>
                <c:pt idx="2431">
                  <c:v>115.33346</c:v>
                </c:pt>
                <c:pt idx="2432">
                  <c:v>115.06950999999999</c:v>
                </c:pt>
                <c:pt idx="2433">
                  <c:v>114.86214</c:v>
                </c:pt>
                <c:pt idx="2434">
                  <c:v>114.68734000000001</c:v>
                </c:pt>
                <c:pt idx="2435">
                  <c:v>114.5052</c:v>
                </c:pt>
                <c:pt idx="2436">
                  <c:v>114.30766</c:v>
                </c:pt>
                <c:pt idx="2437">
                  <c:v>114.12102</c:v>
                </c:pt>
                <c:pt idx="2438">
                  <c:v>113.9731</c:v>
                </c:pt>
                <c:pt idx="2439">
                  <c:v>113.83908</c:v>
                </c:pt>
                <c:pt idx="2440">
                  <c:v>113.69618</c:v>
                </c:pt>
                <c:pt idx="2441">
                  <c:v>113.55253999999999</c:v>
                </c:pt>
                <c:pt idx="2442">
                  <c:v>113.41715000000001</c:v>
                </c:pt>
                <c:pt idx="2443">
                  <c:v>113.25552</c:v>
                </c:pt>
                <c:pt idx="2444">
                  <c:v>113.00785999999999</c:v>
                </c:pt>
                <c:pt idx="2445">
                  <c:v>112.66492</c:v>
                </c:pt>
                <c:pt idx="2446">
                  <c:v>112.32008</c:v>
                </c:pt>
                <c:pt idx="2447">
                  <c:v>112.04987</c:v>
                </c:pt>
                <c:pt idx="2448">
                  <c:v>111.89758999999999</c:v>
                </c:pt>
                <c:pt idx="2449">
                  <c:v>111.80381</c:v>
                </c:pt>
                <c:pt idx="2450">
                  <c:v>111.73520000000001</c:v>
                </c:pt>
                <c:pt idx="2451">
                  <c:v>111.71120999999999</c:v>
                </c:pt>
                <c:pt idx="2452">
                  <c:v>111.75417</c:v>
                </c:pt>
                <c:pt idx="2453">
                  <c:v>111.79383</c:v>
                </c:pt>
                <c:pt idx="2454">
                  <c:v>111.81318</c:v>
                </c:pt>
                <c:pt idx="2455">
                  <c:v>111.86745000000001</c:v>
                </c:pt>
                <c:pt idx="2456">
                  <c:v>111.92352</c:v>
                </c:pt>
                <c:pt idx="2457">
                  <c:v>111.99862</c:v>
                </c:pt>
                <c:pt idx="2458">
                  <c:v>112.04877</c:v>
                </c:pt>
                <c:pt idx="2459">
                  <c:v>112.15447</c:v>
                </c:pt>
                <c:pt idx="2460">
                  <c:v>112.31426</c:v>
                </c:pt>
                <c:pt idx="2461">
                  <c:v>112.46861</c:v>
                </c:pt>
                <c:pt idx="2462">
                  <c:v>112.6386</c:v>
                </c:pt>
                <c:pt idx="2463">
                  <c:v>112.81912</c:v>
                </c:pt>
                <c:pt idx="2464">
                  <c:v>112.95383</c:v>
                </c:pt>
                <c:pt idx="2465">
                  <c:v>113.02462</c:v>
                </c:pt>
                <c:pt idx="2466">
                  <c:v>113.05553999999999</c:v>
                </c:pt>
                <c:pt idx="2467">
                  <c:v>113.11490999999999</c:v>
                </c:pt>
                <c:pt idx="2468">
                  <c:v>113.16824</c:v>
                </c:pt>
                <c:pt idx="2469">
                  <c:v>113.24059</c:v>
                </c:pt>
                <c:pt idx="2470">
                  <c:v>113.37312</c:v>
                </c:pt>
                <c:pt idx="2471">
                  <c:v>113.53666</c:v>
                </c:pt>
                <c:pt idx="2472">
                  <c:v>113.68075</c:v>
                </c:pt>
                <c:pt idx="2473">
                  <c:v>113.78422</c:v>
                </c:pt>
                <c:pt idx="2474">
                  <c:v>113.83114999999999</c:v>
                </c:pt>
                <c:pt idx="2475">
                  <c:v>113.85405</c:v>
                </c:pt>
                <c:pt idx="2476">
                  <c:v>113.86208999999999</c:v>
                </c:pt>
                <c:pt idx="2477">
                  <c:v>113.84184</c:v>
                </c:pt>
                <c:pt idx="2478">
                  <c:v>113.75158999999999</c:v>
                </c:pt>
                <c:pt idx="2479">
                  <c:v>113.62698</c:v>
                </c:pt>
                <c:pt idx="2480">
                  <c:v>113.50918</c:v>
                </c:pt>
                <c:pt idx="2481">
                  <c:v>113.37703</c:v>
                </c:pt>
                <c:pt idx="2482">
                  <c:v>113.25402</c:v>
                </c:pt>
                <c:pt idx="2483">
                  <c:v>113.10706</c:v>
                </c:pt>
                <c:pt idx="2484">
                  <c:v>112.97205</c:v>
                </c:pt>
                <c:pt idx="2485">
                  <c:v>112.82896</c:v>
                </c:pt>
                <c:pt idx="2486">
                  <c:v>112.63722</c:v>
                </c:pt>
                <c:pt idx="2487">
                  <c:v>112.43865</c:v>
                </c:pt>
                <c:pt idx="2488">
                  <c:v>112.24703</c:v>
                </c:pt>
                <c:pt idx="2489">
                  <c:v>112.10084999999999</c:v>
                </c:pt>
                <c:pt idx="2490">
                  <c:v>112.02715000000001</c:v>
                </c:pt>
                <c:pt idx="2491">
                  <c:v>111.99187000000001</c:v>
                </c:pt>
                <c:pt idx="2492">
                  <c:v>111.89906000000001</c:v>
                </c:pt>
                <c:pt idx="2493">
                  <c:v>111.77555</c:v>
                </c:pt>
                <c:pt idx="2494">
                  <c:v>111.66401999999999</c:v>
                </c:pt>
                <c:pt idx="2495">
                  <c:v>111.56057</c:v>
                </c:pt>
                <c:pt idx="2496">
                  <c:v>111.42506</c:v>
                </c:pt>
                <c:pt idx="2497">
                  <c:v>111.28004</c:v>
                </c:pt>
                <c:pt idx="2498">
                  <c:v>111.10428</c:v>
                </c:pt>
                <c:pt idx="2499">
                  <c:v>110.8862</c:v>
                </c:pt>
                <c:pt idx="2500">
                  <c:v>110.66296</c:v>
                </c:pt>
                <c:pt idx="2501">
                  <c:v>110.47189</c:v>
                </c:pt>
                <c:pt idx="2502">
                  <c:v>110.32881</c:v>
                </c:pt>
                <c:pt idx="2503">
                  <c:v>110.20005</c:v>
                </c:pt>
                <c:pt idx="2504">
                  <c:v>110.09205</c:v>
                </c:pt>
                <c:pt idx="2505">
                  <c:v>110.00937</c:v>
                </c:pt>
                <c:pt idx="2506">
                  <c:v>109.95050000000001</c:v>
                </c:pt>
                <c:pt idx="2507">
                  <c:v>109.89785999999999</c:v>
                </c:pt>
                <c:pt idx="2508">
                  <c:v>109.81076</c:v>
                </c:pt>
                <c:pt idx="2509">
                  <c:v>109.68483999999999</c:v>
                </c:pt>
                <c:pt idx="2510">
                  <c:v>109.56556999999999</c:v>
                </c:pt>
                <c:pt idx="2511">
                  <c:v>109.45659000000001</c:v>
                </c:pt>
                <c:pt idx="2512">
                  <c:v>109.35921999999999</c:v>
                </c:pt>
                <c:pt idx="2513">
                  <c:v>109.2933</c:v>
                </c:pt>
                <c:pt idx="2514">
                  <c:v>109.26128</c:v>
                </c:pt>
                <c:pt idx="2515">
                  <c:v>109.20135000000001</c:v>
                </c:pt>
                <c:pt idx="2516">
                  <c:v>109.12157999999999</c:v>
                </c:pt>
                <c:pt idx="2517">
                  <c:v>108.99948000000001</c:v>
                </c:pt>
                <c:pt idx="2518">
                  <c:v>108.81379</c:v>
                </c:pt>
                <c:pt idx="2519">
                  <c:v>108.66918</c:v>
                </c:pt>
                <c:pt idx="2520">
                  <c:v>108.56023</c:v>
                </c:pt>
                <c:pt idx="2521">
                  <c:v>108.47375</c:v>
                </c:pt>
                <c:pt idx="2522">
                  <c:v>108.36053</c:v>
                </c:pt>
                <c:pt idx="2523">
                  <c:v>108.22534</c:v>
                </c:pt>
                <c:pt idx="2524">
                  <c:v>108.14227</c:v>
                </c:pt>
                <c:pt idx="2525">
                  <c:v>108.1523</c:v>
                </c:pt>
                <c:pt idx="2526">
                  <c:v>108.04105</c:v>
                </c:pt>
                <c:pt idx="2527">
                  <c:v>107.91682</c:v>
                </c:pt>
                <c:pt idx="2528">
                  <c:v>107.82769</c:v>
                </c:pt>
                <c:pt idx="2529">
                  <c:v>107.77162</c:v>
                </c:pt>
                <c:pt idx="2530">
                  <c:v>107.73083</c:v>
                </c:pt>
                <c:pt idx="2531">
                  <c:v>107.73036</c:v>
                </c:pt>
                <c:pt idx="2532">
                  <c:v>107.79292</c:v>
                </c:pt>
                <c:pt idx="2533">
                  <c:v>107.87172</c:v>
                </c:pt>
                <c:pt idx="2534">
                  <c:v>107.8519</c:v>
                </c:pt>
                <c:pt idx="2535">
                  <c:v>107.76706</c:v>
                </c:pt>
                <c:pt idx="2536">
                  <c:v>107.71136</c:v>
                </c:pt>
                <c:pt idx="2537">
                  <c:v>107.752</c:v>
                </c:pt>
                <c:pt idx="2538">
                  <c:v>107.89149</c:v>
                </c:pt>
                <c:pt idx="2539">
                  <c:v>108.07339</c:v>
                </c:pt>
                <c:pt idx="2540">
                  <c:v>108.24436</c:v>
                </c:pt>
                <c:pt idx="2541">
                  <c:v>108.39852999999999</c:v>
                </c:pt>
                <c:pt idx="2542">
                  <c:v>108.5675</c:v>
                </c:pt>
                <c:pt idx="2543">
                  <c:v>108.75073999999999</c:v>
                </c:pt>
                <c:pt idx="2544">
                  <c:v>108.90998</c:v>
                </c:pt>
                <c:pt idx="2545">
                  <c:v>109.03207</c:v>
                </c:pt>
                <c:pt idx="2546">
                  <c:v>109.17406</c:v>
                </c:pt>
                <c:pt idx="2547">
                  <c:v>109.32674</c:v>
                </c:pt>
                <c:pt idx="2548">
                  <c:v>109.43883</c:v>
                </c:pt>
                <c:pt idx="2549">
                  <c:v>109.54029</c:v>
                </c:pt>
                <c:pt idx="2550">
                  <c:v>109.69329999999999</c:v>
                </c:pt>
                <c:pt idx="2551">
                  <c:v>109.86179</c:v>
                </c:pt>
                <c:pt idx="2552">
                  <c:v>109.99114</c:v>
                </c:pt>
                <c:pt idx="2553">
                  <c:v>110.11154000000001</c:v>
                </c:pt>
                <c:pt idx="2554">
                  <c:v>110.26929</c:v>
                </c:pt>
                <c:pt idx="2555">
                  <c:v>110.4127</c:v>
                </c:pt>
                <c:pt idx="2556">
                  <c:v>110.52525</c:v>
                </c:pt>
                <c:pt idx="2557">
                  <c:v>110.63549</c:v>
                </c:pt>
                <c:pt idx="2558">
                  <c:v>110.68104</c:v>
                </c:pt>
                <c:pt idx="2559">
                  <c:v>110.67764</c:v>
                </c:pt>
                <c:pt idx="2560">
                  <c:v>110.71955</c:v>
                </c:pt>
                <c:pt idx="2561">
                  <c:v>110.85691</c:v>
                </c:pt>
                <c:pt idx="2562">
                  <c:v>111.01186</c:v>
                </c:pt>
                <c:pt idx="2563">
                  <c:v>111.10939</c:v>
                </c:pt>
                <c:pt idx="2564">
                  <c:v>111.17059999999999</c:v>
                </c:pt>
                <c:pt idx="2565">
                  <c:v>111.21562</c:v>
                </c:pt>
                <c:pt idx="2566">
                  <c:v>111.23394</c:v>
                </c:pt>
                <c:pt idx="2567">
                  <c:v>111.24235</c:v>
                </c:pt>
                <c:pt idx="2568">
                  <c:v>111.22749</c:v>
                </c:pt>
                <c:pt idx="2569">
                  <c:v>111.19775</c:v>
                </c:pt>
                <c:pt idx="2570">
                  <c:v>111.11651000000001</c:v>
                </c:pt>
                <c:pt idx="2571">
                  <c:v>111.13263000000001</c:v>
                </c:pt>
                <c:pt idx="2572">
                  <c:v>111.12882999999999</c:v>
                </c:pt>
                <c:pt idx="2573">
                  <c:v>111.15448000000001</c:v>
                </c:pt>
                <c:pt idx="2574">
                  <c:v>111.30633</c:v>
                </c:pt>
                <c:pt idx="2575">
                  <c:v>111.44698</c:v>
                </c:pt>
                <c:pt idx="2576">
                  <c:v>111.58804000000001</c:v>
                </c:pt>
                <c:pt idx="2577">
                  <c:v>111.72272</c:v>
                </c:pt>
                <c:pt idx="2578">
                  <c:v>111.78086</c:v>
                </c:pt>
                <c:pt idx="2579">
                  <c:v>111.74881999999999</c:v>
                </c:pt>
                <c:pt idx="2580">
                  <c:v>111.63706000000001</c:v>
                </c:pt>
                <c:pt idx="2581">
                  <c:v>111.5461</c:v>
                </c:pt>
                <c:pt idx="2582">
                  <c:v>111.45596999999999</c:v>
                </c:pt>
                <c:pt idx="2583">
                  <c:v>111.31780000000001</c:v>
                </c:pt>
                <c:pt idx="2584">
                  <c:v>111.1768</c:v>
                </c:pt>
                <c:pt idx="2585">
                  <c:v>111.05</c:v>
                </c:pt>
                <c:pt idx="2586">
                  <c:v>110.9552</c:v>
                </c:pt>
                <c:pt idx="2587">
                  <c:v>110.77863000000001</c:v>
                </c:pt>
                <c:pt idx="2588">
                  <c:v>110.57216</c:v>
                </c:pt>
                <c:pt idx="2589">
                  <c:v>110.36414000000001</c:v>
                </c:pt>
                <c:pt idx="2590">
                  <c:v>110.21205</c:v>
                </c:pt>
                <c:pt idx="2591">
                  <c:v>110.09789000000001</c:v>
                </c:pt>
                <c:pt idx="2592">
                  <c:v>110.01964</c:v>
                </c:pt>
                <c:pt idx="2593">
                  <c:v>110.01794</c:v>
                </c:pt>
                <c:pt idx="2594">
                  <c:v>110.02092</c:v>
                </c:pt>
                <c:pt idx="2595">
                  <c:v>109.97401000000001</c:v>
                </c:pt>
                <c:pt idx="2596">
                  <c:v>109.88332</c:v>
                </c:pt>
                <c:pt idx="2597">
                  <c:v>109.67503000000001</c:v>
                </c:pt>
                <c:pt idx="2598">
                  <c:v>109.52598999999999</c:v>
                </c:pt>
                <c:pt idx="2599">
                  <c:v>109.42092</c:v>
                </c:pt>
                <c:pt idx="2600">
                  <c:v>109.32171</c:v>
                </c:pt>
                <c:pt idx="2601">
                  <c:v>109.23586</c:v>
                </c:pt>
                <c:pt idx="2602">
                  <c:v>109.17543999999999</c:v>
                </c:pt>
                <c:pt idx="2603">
                  <c:v>109.12059000000001</c:v>
                </c:pt>
                <c:pt idx="2604">
                  <c:v>109.04996</c:v>
                </c:pt>
                <c:pt idx="2605">
                  <c:v>109.00995</c:v>
                </c:pt>
                <c:pt idx="2606">
                  <c:v>109.01054999999999</c:v>
                </c:pt>
                <c:pt idx="2607">
                  <c:v>108.99982</c:v>
                </c:pt>
                <c:pt idx="2608">
                  <c:v>109.01994999999999</c:v>
                </c:pt>
                <c:pt idx="2609">
                  <c:v>109.05525</c:v>
                </c:pt>
                <c:pt idx="2610">
                  <c:v>109.05983000000001</c:v>
                </c:pt>
                <c:pt idx="2611">
                  <c:v>109.06719</c:v>
                </c:pt>
                <c:pt idx="2612">
                  <c:v>109.04096</c:v>
                </c:pt>
                <c:pt idx="2613">
                  <c:v>108.91701</c:v>
                </c:pt>
                <c:pt idx="2614">
                  <c:v>108.79709</c:v>
                </c:pt>
                <c:pt idx="2615">
                  <c:v>108.75320000000001</c:v>
                </c:pt>
                <c:pt idx="2616">
                  <c:v>108.75812999999999</c:v>
                </c:pt>
                <c:pt idx="2617">
                  <c:v>108.77015</c:v>
                </c:pt>
                <c:pt idx="2618">
                  <c:v>108.77943</c:v>
                </c:pt>
                <c:pt idx="2619">
                  <c:v>108.88321999999999</c:v>
                </c:pt>
                <c:pt idx="2620">
                  <c:v>109.11937</c:v>
                </c:pt>
                <c:pt idx="2621">
                  <c:v>109.36022</c:v>
                </c:pt>
                <c:pt idx="2622">
                  <c:v>109.54673</c:v>
                </c:pt>
                <c:pt idx="2623">
                  <c:v>109.79969</c:v>
                </c:pt>
                <c:pt idx="2624">
                  <c:v>110.02217</c:v>
                </c:pt>
                <c:pt idx="2625">
                  <c:v>110.13925</c:v>
                </c:pt>
                <c:pt idx="2626">
                  <c:v>110.14427999999999</c:v>
                </c:pt>
                <c:pt idx="2627">
                  <c:v>110.10093999999999</c:v>
                </c:pt>
                <c:pt idx="2628">
                  <c:v>110.00920000000001</c:v>
                </c:pt>
                <c:pt idx="2629">
                  <c:v>109.84520999999999</c:v>
                </c:pt>
                <c:pt idx="2630">
                  <c:v>109.60902</c:v>
                </c:pt>
                <c:pt idx="2631">
                  <c:v>109.39036</c:v>
                </c:pt>
                <c:pt idx="2632">
                  <c:v>109.10232999999999</c:v>
                </c:pt>
                <c:pt idx="2633">
                  <c:v>108.84169</c:v>
                </c:pt>
                <c:pt idx="2634">
                  <c:v>108.58955</c:v>
                </c:pt>
                <c:pt idx="2635">
                  <c:v>108.34948</c:v>
                </c:pt>
                <c:pt idx="2636">
                  <c:v>108.13094</c:v>
                </c:pt>
                <c:pt idx="2637">
                  <c:v>107.93853</c:v>
                </c:pt>
                <c:pt idx="2638">
                  <c:v>107.72812999999999</c:v>
                </c:pt>
                <c:pt idx="2639">
                  <c:v>107.56036</c:v>
                </c:pt>
                <c:pt idx="2640">
                  <c:v>107.34696</c:v>
                </c:pt>
                <c:pt idx="2641">
                  <c:v>107.10599999999999</c:v>
                </c:pt>
                <c:pt idx="2642">
                  <c:v>106.86036</c:v>
                </c:pt>
                <c:pt idx="2643">
                  <c:v>106.65828999999999</c:v>
                </c:pt>
                <c:pt idx="2644">
                  <c:v>106.5265</c:v>
                </c:pt>
                <c:pt idx="2645">
                  <c:v>106.42422999999999</c:v>
                </c:pt>
                <c:pt idx="2646">
                  <c:v>106.28439</c:v>
                </c:pt>
                <c:pt idx="2647">
                  <c:v>106.09301000000001</c:v>
                </c:pt>
                <c:pt idx="2648">
                  <c:v>105.88867999999999</c:v>
                </c:pt>
                <c:pt idx="2649">
                  <c:v>105.70147</c:v>
                </c:pt>
                <c:pt idx="2650">
                  <c:v>105.53791</c:v>
                </c:pt>
                <c:pt idx="2651">
                  <c:v>105.40617</c:v>
                </c:pt>
                <c:pt idx="2652">
                  <c:v>105.30784</c:v>
                </c:pt>
                <c:pt idx="2653">
                  <c:v>105.23357</c:v>
                </c:pt>
                <c:pt idx="2654">
                  <c:v>105.16307</c:v>
                </c:pt>
                <c:pt idx="2655">
                  <c:v>105.06171000000001</c:v>
                </c:pt>
                <c:pt idx="2656">
                  <c:v>104.91355</c:v>
                </c:pt>
                <c:pt idx="2657">
                  <c:v>104.75005</c:v>
                </c:pt>
                <c:pt idx="2658">
                  <c:v>104.59779</c:v>
                </c:pt>
                <c:pt idx="2659">
                  <c:v>104.46181</c:v>
                </c:pt>
                <c:pt idx="2660">
                  <c:v>104.32774999999999</c:v>
                </c:pt>
                <c:pt idx="2661">
                  <c:v>104.25008</c:v>
                </c:pt>
                <c:pt idx="2662">
                  <c:v>104.17735</c:v>
                </c:pt>
                <c:pt idx="2663">
                  <c:v>104.09692</c:v>
                </c:pt>
                <c:pt idx="2664">
                  <c:v>104.01792</c:v>
                </c:pt>
                <c:pt idx="2665">
                  <c:v>103.67984</c:v>
                </c:pt>
                <c:pt idx="2666">
                  <c:v>103.5081</c:v>
                </c:pt>
                <c:pt idx="2667">
                  <c:v>103.39059</c:v>
                </c:pt>
                <c:pt idx="2668">
                  <c:v>103.28704999999999</c:v>
                </c:pt>
                <c:pt idx="2669">
                  <c:v>103.18473</c:v>
                </c:pt>
                <c:pt idx="2670">
                  <c:v>103.08978</c:v>
                </c:pt>
                <c:pt idx="2671">
                  <c:v>103.0368</c:v>
                </c:pt>
                <c:pt idx="2672">
                  <c:v>103.08378999999999</c:v>
                </c:pt>
                <c:pt idx="2673">
                  <c:v>103.08934000000001</c:v>
                </c:pt>
                <c:pt idx="2674">
                  <c:v>103.07438999999999</c:v>
                </c:pt>
                <c:pt idx="2675">
                  <c:v>103.09326</c:v>
                </c:pt>
                <c:pt idx="2676">
                  <c:v>103.13379999999999</c:v>
                </c:pt>
                <c:pt idx="2677">
                  <c:v>103.19763</c:v>
                </c:pt>
                <c:pt idx="2678">
                  <c:v>103.27462</c:v>
                </c:pt>
                <c:pt idx="2679">
                  <c:v>103.32528000000001</c:v>
                </c:pt>
                <c:pt idx="2680">
                  <c:v>103.31855</c:v>
                </c:pt>
                <c:pt idx="2681">
                  <c:v>103.2865</c:v>
                </c:pt>
                <c:pt idx="2682">
                  <c:v>103.26276</c:v>
                </c:pt>
                <c:pt idx="2683">
                  <c:v>103.32097</c:v>
                </c:pt>
                <c:pt idx="2684">
                  <c:v>103.42702</c:v>
                </c:pt>
                <c:pt idx="2685">
                  <c:v>103.54369</c:v>
                </c:pt>
                <c:pt idx="2686">
                  <c:v>103.69601</c:v>
                </c:pt>
                <c:pt idx="2687">
                  <c:v>103.81881</c:v>
                </c:pt>
                <c:pt idx="2688">
                  <c:v>103.93080999999999</c:v>
                </c:pt>
                <c:pt idx="2689">
                  <c:v>104.01403000000001</c:v>
                </c:pt>
                <c:pt idx="2690">
                  <c:v>104.05278</c:v>
                </c:pt>
                <c:pt idx="2691">
                  <c:v>104.05936</c:v>
                </c:pt>
                <c:pt idx="2692">
                  <c:v>104.08362</c:v>
                </c:pt>
                <c:pt idx="2693">
                  <c:v>104.17883</c:v>
                </c:pt>
                <c:pt idx="2694">
                  <c:v>104.30004</c:v>
                </c:pt>
                <c:pt idx="2695">
                  <c:v>104.3206</c:v>
                </c:pt>
                <c:pt idx="2696">
                  <c:v>104.26051</c:v>
                </c:pt>
                <c:pt idx="2697">
                  <c:v>104.25972</c:v>
                </c:pt>
                <c:pt idx="2698">
                  <c:v>104.26385000000001</c:v>
                </c:pt>
                <c:pt idx="2699">
                  <c:v>104.26305000000001</c:v>
                </c:pt>
                <c:pt idx="2700">
                  <c:v>104.25973999999999</c:v>
                </c:pt>
                <c:pt idx="2701">
                  <c:v>104.26036999999999</c:v>
                </c:pt>
                <c:pt idx="2702">
                  <c:v>104.30495000000001</c:v>
                </c:pt>
                <c:pt idx="2703">
                  <c:v>104.38173999999999</c:v>
                </c:pt>
                <c:pt idx="2704">
                  <c:v>104.49402000000001</c:v>
                </c:pt>
                <c:pt idx="2705">
                  <c:v>104.59547999999999</c:v>
                </c:pt>
                <c:pt idx="2706">
                  <c:v>104.66267000000001</c:v>
                </c:pt>
                <c:pt idx="2707">
                  <c:v>104.73635</c:v>
                </c:pt>
                <c:pt idx="2708">
                  <c:v>104.81939</c:v>
                </c:pt>
                <c:pt idx="2709">
                  <c:v>104.87921</c:v>
                </c:pt>
                <c:pt idx="2710">
                  <c:v>104.80197</c:v>
                </c:pt>
                <c:pt idx="2711">
                  <c:v>104.65407999999999</c:v>
                </c:pt>
                <c:pt idx="2712">
                  <c:v>104.50935</c:v>
                </c:pt>
                <c:pt idx="2713">
                  <c:v>104.34520999999999</c:v>
                </c:pt>
                <c:pt idx="2714">
                  <c:v>104.04427</c:v>
                </c:pt>
                <c:pt idx="2715">
                  <c:v>103.67043</c:v>
                </c:pt>
                <c:pt idx="2716">
                  <c:v>103.17559</c:v>
                </c:pt>
                <c:pt idx="2717">
                  <c:v>102.56344</c:v>
                </c:pt>
                <c:pt idx="2718">
                  <c:v>101.98093</c:v>
                </c:pt>
                <c:pt idx="2719">
                  <c:v>101.62495</c:v>
                </c:pt>
                <c:pt idx="2720">
                  <c:v>101.3284</c:v>
                </c:pt>
                <c:pt idx="2721">
                  <c:v>101.06672</c:v>
                </c:pt>
                <c:pt idx="2722">
                  <c:v>100.8978</c:v>
                </c:pt>
                <c:pt idx="2723">
                  <c:v>100.74503</c:v>
                </c:pt>
                <c:pt idx="2724">
                  <c:v>100.59634</c:v>
                </c:pt>
                <c:pt idx="2725">
                  <c:v>100.47767</c:v>
                </c:pt>
                <c:pt idx="2726">
                  <c:v>100.4268</c:v>
                </c:pt>
                <c:pt idx="2727">
                  <c:v>100.44686</c:v>
                </c:pt>
                <c:pt idx="2728">
                  <c:v>100.58593</c:v>
                </c:pt>
                <c:pt idx="2729">
                  <c:v>100.73847000000001</c:v>
                </c:pt>
                <c:pt idx="2730">
                  <c:v>100.82965</c:v>
                </c:pt>
                <c:pt idx="2731">
                  <c:v>100.81016</c:v>
                </c:pt>
                <c:pt idx="2732">
                  <c:v>100.69229</c:v>
                </c:pt>
                <c:pt idx="2733">
                  <c:v>100.54828999999999</c:v>
                </c:pt>
                <c:pt idx="2734">
                  <c:v>100.45005999999999</c:v>
                </c:pt>
                <c:pt idx="2735">
                  <c:v>100.42255</c:v>
                </c:pt>
                <c:pt idx="2736">
                  <c:v>100.40921</c:v>
                </c:pt>
                <c:pt idx="2737">
                  <c:v>100.38160000000001</c:v>
                </c:pt>
                <c:pt idx="2738">
                  <c:v>100.27849999999999</c:v>
                </c:pt>
                <c:pt idx="2739">
                  <c:v>100.1369</c:v>
                </c:pt>
                <c:pt idx="2740">
                  <c:v>99.988747000000004</c:v>
                </c:pt>
                <c:pt idx="2741">
                  <c:v>99.823952000000006</c:v>
                </c:pt>
                <c:pt idx="2742">
                  <c:v>99.632896000000002</c:v>
                </c:pt>
                <c:pt idx="2743">
                  <c:v>99.425369000000003</c:v>
                </c:pt>
                <c:pt idx="2744">
                  <c:v>99.271591000000001</c:v>
                </c:pt>
                <c:pt idx="2745">
                  <c:v>99.190772999999993</c:v>
                </c:pt>
                <c:pt idx="2746">
                  <c:v>99.069000000000003</c:v>
                </c:pt>
                <c:pt idx="2747">
                  <c:v>98.977324999999993</c:v>
                </c:pt>
                <c:pt idx="2748">
                  <c:v>98.937102999999993</c:v>
                </c:pt>
                <c:pt idx="2749">
                  <c:v>98.948166000000001</c:v>
                </c:pt>
                <c:pt idx="2750">
                  <c:v>98.945732000000007</c:v>
                </c:pt>
                <c:pt idx="2751">
                  <c:v>98.956519999999998</c:v>
                </c:pt>
                <c:pt idx="2752">
                  <c:v>98.965087999999994</c:v>
                </c:pt>
                <c:pt idx="2753">
                  <c:v>98.867835999999997</c:v>
                </c:pt>
                <c:pt idx="2754">
                  <c:v>98.708877999999999</c:v>
                </c:pt>
                <c:pt idx="2755">
                  <c:v>98.580535999999995</c:v>
                </c:pt>
                <c:pt idx="2756">
                  <c:v>98.438179000000005</c:v>
                </c:pt>
                <c:pt idx="2757">
                  <c:v>98.314269999999993</c:v>
                </c:pt>
                <c:pt idx="2758">
                  <c:v>98.239044000000007</c:v>
                </c:pt>
                <c:pt idx="2759">
                  <c:v>98.199875000000006</c:v>
                </c:pt>
                <c:pt idx="2760">
                  <c:v>98.152985000000001</c:v>
                </c:pt>
                <c:pt idx="2761">
                  <c:v>98.199944000000002</c:v>
                </c:pt>
                <c:pt idx="2762">
                  <c:v>98.180885000000004</c:v>
                </c:pt>
                <c:pt idx="2763">
                  <c:v>98.110771</c:v>
                </c:pt>
                <c:pt idx="2764">
                  <c:v>98.054405000000003</c:v>
                </c:pt>
                <c:pt idx="2765">
                  <c:v>98.039116000000007</c:v>
                </c:pt>
                <c:pt idx="2766">
                  <c:v>97.963226000000006</c:v>
                </c:pt>
                <c:pt idx="2767">
                  <c:v>97.832260000000005</c:v>
                </c:pt>
                <c:pt idx="2768">
                  <c:v>97.662566999999996</c:v>
                </c:pt>
                <c:pt idx="2769">
                  <c:v>97.538391000000004</c:v>
                </c:pt>
                <c:pt idx="2770">
                  <c:v>97.412650999999997</c:v>
                </c:pt>
                <c:pt idx="2771">
                  <c:v>97.246841000000003</c:v>
                </c:pt>
                <c:pt idx="2772">
                  <c:v>97.15934</c:v>
                </c:pt>
                <c:pt idx="2773">
                  <c:v>97.142325999999997</c:v>
                </c:pt>
                <c:pt idx="2774">
                  <c:v>97.137985</c:v>
                </c:pt>
                <c:pt idx="2775">
                  <c:v>97.130500999999995</c:v>
                </c:pt>
                <c:pt idx="2776">
                  <c:v>97.132805000000005</c:v>
                </c:pt>
                <c:pt idx="2777">
                  <c:v>97.141945000000007</c:v>
                </c:pt>
                <c:pt idx="2778">
                  <c:v>97.164383000000001</c:v>
                </c:pt>
                <c:pt idx="2779">
                  <c:v>97.162459999999996</c:v>
                </c:pt>
                <c:pt idx="2780">
                  <c:v>97.152359000000004</c:v>
                </c:pt>
                <c:pt idx="2781">
                  <c:v>97.095055000000002</c:v>
                </c:pt>
                <c:pt idx="2782">
                  <c:v>97.011177000000004</c:v>
                </c:pt>
                <c:pt idx="2783">
                  <c:v>96.860909000000007</c:v>
                </c:pt>
                <c:pt idx="2784">
                  <c:v>96.684273000000005</c:v>
                </c:pt>
                <c:pt idx="2785">
                  <c:v>96.515602000000001</c:v>
                </c:pt>
                <c:pt idx="2786">
                  <c:v>96.391013999999998</c:v>
                </c:pt>
                <c:pt idx="2787">
                  <c:v>96.286377000000002</c:v>
                </c:pt>
                <c:pt idx="2788">
                  <c:v>96.177864</c:v>
                </c:pt>
                <c:pt idx="2789">
                  <c:v>96.060753000000005</c:v>
                </c:pt>
                <c:pt idx="2790">
                  <c:v>95.924628999999996</c:v>
                </c:pt>
                <c:pt idx="2791">
                  <c:v>95.784240999999994</c:v>
                </c:pt>
                <c:pt idx="2792">
                  <c:v>95.666495999999995</c:v>
                </c:pt>
                <c:pt idx="2793">
                  <c:v>95.594345000000004</c:v>
                </c:pt>
                <c:pt idx="2794">
                  <c:v>95.567161999999996</c:v>
                </c:pt>
                <c:pt idx="2795">
                  <c:v>95.502373000000006</c:v>
                </c:pt>
                <c:pt idx="2796">
                  <c:v>95.304657000000006</c:v>
                </c:pt>
                <c:pt idx="2797">
                  <c:v>95.012328999999994</c:v>
                </c:pt>
                <c:pt idx="2798">
                  <c:v>94.769042999999996</c:v>
                </c:pt>
                <c:pt idx="2799">
                  <c:v>94.603806000000006</c:v>
                </c:pt>
                <c:pt idx="2800">
                  <c:v>94.479857999999993</c:v>
                </c:pt>
                <c:pt idx="2801">
                  <c:v>94.410506999999996</c:v>
                </c:pt>
                <c:pt idx="2802">
                  <c:v>94.357735000000005</c:v>
                </c:pt>
                <c:pt idx="2803">
                  <c:v>94.351119999999995</c:v>
                </c:pt>
                <c:pt idx="2804">
                  <c:v>94.364288000000002</c:v>
                </c:pt>
                <c:pt idx="2805">
                  <c:v>94.372146999999998</c:v>
                </c:pt>
                <c:pt idx="2806">
                  <c:v>94.437743999999995</c:v>
                </c:pt>
                <c:pt idx="2807">
                  <c:v>94.454102000000006</c:v>
                </c:pt>
                <c:pt idx="2808">
                  <c:v>94.376129000000006</c:v>
                </c:pt>
                <c:pt idx="2809">
                  <c:v>94.251525999999998</c:v>
                </c:pt>
                <c:pt idx="2810">
                  <c:v>94.109038999999996</c:v>
                </c:pt>
                <c:pt idx="2811">
                  <c:v>93.995757999999995</c:v>
                </c:pt>
                <c:pt idx="2812">
                  <c:v>93.869225</c:v>
                </c:pt>
                <c:pt idx="2813">
                  <c:v>93.740784000000005</c:v>
                </c:pt>
                <c:pt idx="2814">
                  <c:v>93.707710000000006</c:v>
                </c:pt>
                <c:pt idx="2815">
                  <c:v>93.673293999999999</c:v>
                </c:pt>
                <c:pt idx="2816">
                  <c:v>93.556800999999993</c:v>
                </c:pt>
                <c:pt idx="2817">
                  <c:v>93.410865999999999</c:v>
                </c:pt>
                <c:pt idx="2818">
                  <c:v>93.254065999999995</c:v>
                </c:pt>
                <c:pt idx="2819">
                  <c:v>93.097449999999995</c:v>
                </c:pt>
                <c:pt idx="2820">
                  <c:v>92.992515999999995</c:v>
                </c:pt>
                <c:pt idx="2821">
                  <c:v>92.911529999999999</c:v>
                </c:pt>
                <c:pt idx="2822">
                  <c:v>92.854347000000004</c:v>
                </c:pt>
                <c:pt idx="2823">
                  <c:v>92.790779000000001</c:v>
                </c:pt>
                <c:pt idx="2824">
                  <c:v>92.769660999999999</c:v>
                </c:pt>
                <c:pt idx="2825">
                  <c:v>92.737679</c:v>
                </c:pt>
                <c:pt idx="2826">
                  <c:v>92.706710999999999</c:v>
                </c:pt>
                <c:pt idx="2827">
                  <c:v>92.646797000000007</c:v>
                </c:pt>
                <c:pt idx="2828">
                  <c:v>92.552948000000001</c:v>
                </c:pt>
                <c:pt idx="2829">
                  <c:v>92.422752000000003</c:v>
                </c:pt>
                <c:pt idx="2830">
                  <c:v>92.266578999999993</c:v>
                </c:pt>
                <c:pt idx="2831">
                  <c:v>92.154670999999993</c:v>
                </c:pt>
                <c:pt idx="2832">
                  <c:v>92.070244000000002</c:v>
                </c:pt>
                <c:pt idx="2833">
                  <c:v>91.913466999999997</c:v>
                </c:pt>
                <c:pt idx="2834">
                  <c:v>91.727019999999996</c:v>
                </c:pt>
                <c:pt idx="2835">
                  <c:v>91.553802000000005</c:v>
                </c:pt>
                <c:pt idx="2836">
                  <c:v>91.428261000000006</c:v>
                </c:pt>
                <c:pt idx="2837">
                  <c:v>91.313147999999998</c:v>
                </c:pt>
                <c:pt idx="2838">
                  <c:v>91.244667000000007</c:v>
                </c:pt>
                <c:pt idx="2839">
                  <c:v>91.177741999999995</c:v>
                </c:pt>
                <c:pt idx="2840">
                  <c:v>91.115257</c:v>
                </c:pt>
                <c:pt idx="2841">
                  <c:v>91.073752999999996</c:v>
                </c:pt>
                <c:pt idx="2842">
                  <c:v>91.010840999999999</c:v>
                </c:pt>
                <c:pt idx="2843">
                  <c:v>90.925803999999999</c:v>
                </c:pt>
                <c:pt idx="2844">
                  <c:v>90.823173999999995</c:v>
                </c:pt>
                <c:pt idx="2845">
                  <c:v>90.692474000000004</c:v>
                </c:pt>
                <c:pt idx="2846">
                  <c:v>90.561690999999996</c:v>
                </c:pt>
                <c:pt idx="2847">
                  <c:v>90.437370000000001</c:v>
                </c:pt>
                <c:pt idx="2848">
                  <c:v>90.332061999999993</c:v>
                </c:pt>
                <c:pt idx="2849">
                  <c:v>90.246773000000005</c:v>
                </c:pt>
                <c:pt idx="2850">
                  <c:v>90.173850999999999</c:v>
                </c:pt>
                <c:pt idx="2851">
                  <c:v>90.105354000000005</c:v>
                </c:pt>
                <c:pt idx="2852">
                  <c:v>90.047791000000004</c:v>
                </c:pt>
                <c:pt idx="2853">
                  <c:v>90.018066000000005</c:v>
                </c:pt>
                <c:pt idx="2854">
                  <c:v>89.973618000000002</c:v>
                </c:pt>
                <c:pt idx="2855">
                  <c:v>89.919212000000002</c:v>
                </c:pt>
                <c:pt idx="2856">
                  <c:v>89.805549999999997</c:v>
                </c:pt>
                <c:pt idx="2857">
                  <c:v>89.672866999999997</c:v>
                </c:pt>
                <c:pt idx="2858">
                  <c:v>89.530563000000001</c:v>
                </c:pt>
                <c:pt idx="2859">
                  <c:v>89.416420000000002</c:v>
                </c:pt>
                <c:pt idx="2860">
                  <c:v>89.331078000000005</c:v>
                </c:pt>
                <c:pt idx="2861">
                  <c:v>89.220146</c:v>
                </c:pt>
                <c:pt idx="2862">
                  <c:v>89.090880999999996</c:v>
                </c:pt>
                <c:pt idx="2863">
                  <c:v>88.947265999999999</c:v>
                </c:pt>
                <c:pt idx="2864">
                  <c:v>88.518851999999995</c:v>
                </c:pt>
                <c:pt idx="2865">
                  <c:v>86.112373000000005</c:v>
                </c:pt>
                <c:pt idx="2866">
                  <c:v>83.291245000000004</c:v>
                </c:pt>
                <c:pt idx="2867">
                  <c:v>84.023735000000002</c:v>
                </c:pt>
                <c:pt idx="2868">
                  <c:v>84.852874999999997</c:v>
                </c:pt>
                <c:pt idx="2869">
                  <c:v>85.112114000000005</c:v>
                </c:pt>
                <c:pt idx="2870">
                  <c:v>85.174010999999993</c:v>
                </c:pt>
                <c:pt idx="2871">
                  <c:v>85.183693000000005</c:v>
                </c:pt>
                <c:pt idx="2872">
                  <c:v>85.125022999999999</c:v>
                </c:pt>
                <c:pt idx="2873">
                  <c:v>85.084311999999997</c:v>
                </c:pt>
                <c:pt idx="2874">
                  <c:v>85.033233999999993</c:v>
                </c:pt>
                <c:pt idx="2875">
                  <c:v>84.924126000000001</c:v>
                </c:pt>
                <c:pt idx="2876">
                  <c:v>84.818436000000005</c:v>
                </c:pt>
                <c:pt idx="2877">
                  <c:v>84.743744000000007</c:v>
                </c:pt>
                <c:pt idx="2878">
                  <c:v>84.614113000000003</c:v>
                </c:pt>
                <c:pt idx="2879">
                  <c:v>84.536461000000003</c:v>
                </c:pt>
                <c:pt idx="2880">
                  <c:v>84.527939000000003</c:v>
                </c:pt>
                <c:pt idx="2881">
                  <c:v>84.518562000000003</c:v>
                </c:pt>
                <c:pt idx="2882">
                  <c:v>84.527687</c:v>
                </c:pt>
                <c:pt idx="2883">
                  <c:v>84.517036000000004</c:v>
                </c:pt>
                <c:pt idx="2884">
                  <c:v>84.497794999999996</c:v>
                </c:pt>
                <c:pt idx="2885">
                  <c:v>84.476219</c:v>
                </c:pt>
                <c:pt idx="2886">
                  <c:v>84.490761000000006</c:v>
                </c:pt>
                <c:pt idx="2887">
                  <c:v>84.527275000000003</c:v>
                </c:pt>
                <c:pt idx="2888">
                  <c:v>84.459282000000002</c:v>
                </c:pt>
                <c:pt idx="2889">
                  <c:v>84.340508</c:v>
                </c:pt>
                <c:pt idx="2890">
                  <c:v>84.227279999999993</c:v>
                </c:pt>
                <c:pt idx="2891">
                  <c:v>84.129706999999996</c:v>
                </c:pt>
                <c:pt idx="2892">
                  <c:v>84.001907000000003</c:v>
                </c:pt>
                <c:pt idx="2893">
                  <c:v>83.925078999999997</c:v>
                </c:pt>
                <c:pt idx="2894">
                  <c:v>83.902839999999998</c:v>
                </c:pt>
                <c:pt idx="2895">
                  <c:v>83.807670999999999</c:v>
                </c:pt>
                <c:pt idx="2896">
                  <c:v>83.744636999999997</c:v>
                </c:pt>
                <c:pt idx="2897">
                  <c:v>83.685196000000005</c:v>
                </c:pt>
                <c:pt idx="2898">
                  <c:v>83.604163999999997</c:v>
                </c:pt>
                <c:pt idx="2899">
                  <c:v>83.476585</c:v>
                </c:pt>
                <c:pt idx="2900">
                  <c:v>83.368126000000004</c:v>
                </c:pt>
                <c:pt idx="2901">
                  <c:v>83.3339</c:v>
                </c:pt>
                <c:pt idx="2902">
                  <c:v>83.243674999999996</c:v>
                </c:pt>
                <c:pt idx="2903">
                  <c:v>83.123435999999998</c:v>
                </c:pt>
                <c:pt idx="2904">
                  <c:v>82.975150999999997</c:v>
                </c:pt>
                <c:pt idx="2905">
                  <c:v>82.902161000000007</c:v>
                </c:pt>
                <c:pt idx="2906">
                  <c:v>82.808228</c:v>
                </c:pt>
                <c:pt idx="2907">
                  <c:v>82.776047000000005</c:v>
                </c:pt>
                <c:pt idx="2908">
                  <c:v>82.722320999999994</c:v>
                </c:pt>
                <c:pt idx="2909">
                  <c:v>82.644797999999994</c:v>
                </c:pt>
                <c:pt idx="2910">
                  <c:v>82.599341999999993</c:v>
                </c:pt>
                <c:pt idx="2911">
                  <c:v>82.59066</c:v>
                </c:pt>
                <c:pt idx="2912">
                  <c:v>82.591881000000001</c:v>
                </c:pt>
                <c:pt idx="2913">
                  <c:v>82.554230000000004</c:v>
                </c:pt>
                <c:pt idx="2914">
                  <c:v>82.496459999999999</c:v>
                </c:pt>
                <c:pt idx="2915">
                  <c:v>82.455794999999995</c:v>
                </c:pt>
                <c:pt idx="2916">
                  <c:v>82.435149999999993</c:v>
                </c:pt>
                <c:pt idx="2917">
                  <c:v>82.414710999999997</c:v>
                </c:pt>
                <c:pt idx="2918">
                  <c:v>82.380470000000003</c:v>
                </c:pt>
                <c:pt idx="2919">
                  <c:v>82.3386</c:v>
                </c:pt>
                <c:pt idx="2920">
                  <c:v>82.263137999999998</c:v>
                </c:pt>
                <c:pt idx="2921">
                  <c:v>82.165610999999998</c:v>
                </c:pt>
                <c:pt idx="2922">
                  <c:v>82.195235999999994</c:v>
                </c:pt>
                <c:pt idx="2923">
                  <c:v>82.284401000000003</c:v>
                </c:pt>
                <c:pt idx="2924">
                  <c:v>82.402327999999997</c:v>
                </c:pt>
                <c:pt idx="2925">
                  <c:v>82.460341999999997</c:v>
                </c:pt>
                <c:pt idx="2926">
                  <c:v>82.456267999999994</c:v>
                </c:pt>
                <c:pt idx="2927">
                  <c:v>82.429955000000007</c:v>
                </c:pt>
                <c:pt idx="2928">
                  <c:v>82.391029000000003</c:v>
                </c:pt>
                <c:pt idx="2929">
                  <c:v>82.319312999999994</c:v>
                </c:pt>
                <c:pt idx="2930">
                  <c:v>82.270934999999994</c:v>
                </c:pt>
                <c:pt idx="2931">
                  <c:v>82.229247999999998</c:v>
                </c:pt>
                <c:pt idx="2932">
                  <c:v>82.146172000000007</c:v>
                </c:pt>
                <c:pt idx="2933">
                  <c:v>81.973190000000002</c:v>
                </c:pt>
                <c:pt idx="2934">
                  <c:v>81.809394999999995</c:v>
                </c:pt>
                <c:pt idx="2935">
                  <c:v>81.694350999999997</c:v>
                </c:pt>
                <c:pt idx="2936">
                  <c:v>81.686295000000001</c:v>
                </c:pt>
                <c:pt idx="2937">
                  <c:v>81.655724000000006</c:v>
                </c:pt>
                <c:pt idx="2938">
                  <c:v>81.624390000000005</c:v>
                </c:pt>
                <c:pt idx="2939">
                  <c:v>81.619865000000004</c:v>
                </c:pt>
                <c:pt idx="2940">
                  <c:v>81.568747999999999</c:v>
                </c:pt>
                <c:pt idx="2941">
                  <c:v>81.509483000000003</c:v>
                </c:pt>
                <c:pt idx="2942">
                  <c:v>81.449569999999994</c:v>
                </c:pt>
                <c:pt idx="2943">
                  <c:v>81.386420999999999</c:v>
                </c:pt>
                <c:pt idx="2944">
                  <c:v>81.313225000000003</c:v>
                </c:pt>
                <c:pt idx="2945">
                  <c:v>81.182334999999995</c:v>
                </c:pt>
                <c:pt idx="2946">
                  <c:v>81.055381999999994</c:v>
                </c:pt>
                <c:pt idx="2947">
                  <c:v>80.976578000000003</c:v>
                </c:pt>
                <c:pt idx="2948">
                  <c:v>80.882583999999994</c:v>
                </c:pt>
                <c:pt idx="2949">
                  <c:v>80.769699000000003</c:v>
                </c:pt>
                <c:pt idx="2950">
                  <c:v>80.677704000000006</c:v>
                </c:pt>
                <c:pt idx="2951">
                  <c:v>80.632980000000003</c:v>
                </c:pt>
                <c:pt idx="2952">
                  <c:v>80.608345</c:v>
                </c:pt>
                <c:pt idx="2953">
                  <c:v>80.536582999999993</c:v>
                </c:pt>
                <c:pt idx="2954">
                  <c:v>80.462806999999998</c:v>
                </c:pt>
                <c:pt idx="2955">
                  <c:v>80.430008000000001</c:v>
                </c:pt>
                <c:pt idx="2956">
                  <c:v>80.413680999999997</c:v>
                </c:pt>
                <c:pt idx="2957">
                  <c:v>80.407379000000006</c:v>
                </c:pt>
                <c:pt idx="2958">
                  <c:v>80.369018999999994</c:v>
                </c:pt>
                <c:pt idx="2959">
                  <c:v>80.358886999999996</c:v>
                </c:pt>
                <c:pt idx="2960">
                  <c:v>80.374474000000006</c:v>
                </c:pt>
                <c:pt idx="2961">
                  <c:v>80.383240000000001</c:v>
                </c:pt>
                <c:pt idx="2962">
                  <c:v>80.350730999999996</c:v>
                </c:pt>
                <c:pt idx="2963">
                  <c:v>80.284180000000006</c:v>
                </c:pt>
                <c:pt idx="2964">
                  <c:v>80.24427</c:v>
                </c:pt>
                <c:pt idx="2965">
                  <c:v>80.193168999999997</c:v>
                </c:pt>
                <c:pt idx="2966">
                  <c:v>80.117858999999996</c:v>
                </c:pt>
                <c:pt idx="2967">
                  <c:v>80.059105000000002</c:v>
                </c:pt>
                <c:pt idx="2968">
                  <c:v>79.985168000000002</c:v>
                </c:pt>
                <c:pt idx="2969">
                  <c:v>79.880439999999993</c:v>
                </c:pt>
                <c:pt idx="2970">
                  <c:v>79.750534000000002</c:v>
                </c:pt>
                <c:pt idx="2971">
                  <c:v>79.508972</c:v>
                </c:pt>
                <c:pt idx="2972">
                  <c:v>78.889281999999994</c:v>
                </c:pt>
                <c:pt idx="2973">
                  <c:v>77.912216000000001</c:v>
                </c:pt>
                <c:pt idx="2974">
                  <c:v>76.088691999999995</c:v>
                </c:pt>
                <c:pt idx="2975">
                  <c:v>75.231757999999999</c:v>
                </c:pt>
                <c:pt idx="2976">
                  <c:v>74.607101</c:v>
                </c:pt>
                <c:pt idx="2977">
                  <c:v>74.540283000000002</c:v>
                </c:pt>
                <c:pt idx="2978">
                  <c:v>75.274872000000002</c:v>
                </c:pt>
                <c:pt idx="2979">
                  <c:v>75.701363000000001</c:v>
                </c:pt>
                <c:pt idx="2980">
                  <c:v>75.852654000000001</c:v>
                </c:pt>
                <c:pt idx="2981">
                  <c:v>76.673882000000006</c:v>
                </c:pt>
                <c:pt idx="2982">
                  <c:v>76.185126999999994</c:v>
                </c:pt>
                <c:pt idx="2983">
                  <c:v>75.847678999999999</c:v>
                </c:pt>
                <c:pt idx="2984">
                  <c:v>75.699759999999998</c:v>
                </c:pt>
                <c:pt idx="2985">
                  <c:v>75.553780000000003</c:v>
                </c:pt>
                <c:pt idx="2986">
                  <c:v>75.434441000000007</c:v>
                </c:pt>
                <c:pt idx="2987">
                  <c:v>75.348915000000005</c:v>
                </c:pt>
                <c:pt idx="2988">
                  <c:v>75.316604999999996</c:v>
                </c:pt>
                <c:pt idx="2989">
                  <c:v>75.387833000000001</c:v>
                </c:pt>
                <c:pt idx="2990">
                  <c:v>75.517082000000002</c:v>
                </c:pt>
                <c:pt idx="2991">
                  <c:v>75.612999000000002</c:v>
                </c:pt>
                <c:pt idx="2992">
                  <c:v>75.643569999999997</c:v>
                </c:pt>
                <c:pt idx="2993">
                  <c:v>75.615973999999994</c:v>
                </c:pt>
                <c:pt idx="2994">
                  <c:v>75.566231000000002</c:v>
                </c:pt>
                <c:pt idx="2995">
                  <c:v>75.528458000000001</c:v>
                </c:pt>
                <c:pt idx="2996">
                  <c:v>75.497733999999994</c:v>
                </c:pt>
                <c:pt idx="2997">
                  <c:v>75.472244000000003</c:v>
                </c:pt>
                <c:pt idx="2998">
                  <c:v>75.415938999999995</c:v>
                </c:pt>
                <c:pt idx="2999">
                  <c:v>75.336967000000001</c:v>
                </c:pt>
                <c:pt idx="3000">
                  <c:v>75.247260999999995</c:v>
                </c:pt>
                <c:pt idx="3001">
                  <c:v>75.136734000000004</c:v>
                </c:pt>
                <c:pt idx="3002">
                  <c:v>75.071312000000006</c:v>
                </c:pt>
                <c:pt idx="3003">
                  <c:v>75.047775000000001</c:v>
                </c:pt>
                <c:pt idx="3004">
                  <c:v>75.017319000000001</c:v>
                </c:pt>
                <c:pt idx="3005">
                  <c:v>74.971656999999993</c:v>
                </c:pt>
                <c:pt idx="3006">
                  <c:v>74.973381000000003</c:v>
                </c:pt>
                <c:pt idx="3007">
                  <c:v>74.998039000000006</c:v>
                </c:pt>
                <c:pt idx="3008">
                  <c:v>74.989304000000004</c:v>
                </c:pt>
                <c:pt idx="3009">
                  <c:v>74.933043999999995</c:v>
                </c:pt>
                <c:pt idx="3010">
                  <c:v>74.843979000000004</c:v>
                </c:pt>
                <c:pt idx="3011">
                  <c:v>74.807700999999994</c:v>
                </c:pt>
                <c:pt idx="3012">
                  <c:v>74.836105000000003</c:v>
                </c:pt>
                <c:pt idx="3013">
                  <c:v>74.874779000000004</c:v>
                </c:pt>
                <c:pt idx="3014">
                  <c:v>74.887191999999999</c:v>
                </c:pt>
                <c:pt idx="3015">
                  <c:v>74.757323999999997</c:v>
                </c:pt>
                <c:pt idx="3016">
                  <c:v>74.419640000000001</c:v>
                </c:pt>
                <c:pt idx="3017">
                  <c:v>74.094657999999995</c:v>
                </c:pt>
                <c:pt idx="3018">
                  <c:v>73.871307000000002</c:v>
                </c:pt>
                <c:pt idx="3019">
                  <c:v>73.715644999999995</c:v>
                </c:pt>
                <c:pt idx="3020">
                  <c:v>73.643294999999995</c:v>
                </c:pt>
                <c:pt idx="3021">
                  <c:v>73.636009000000001</c:v>
                </c:pt>
                <c:pt idx="3022">
                  <c:v>73.654610000000005</c:v>
                </c:pt>
                <c:pt idx="3023">
                  <c:v>73.661545000000004</c:v>
                </c:pt>
                <c:pt idx="3024">
                  <c:v>73.674850000000006</c:v>
                </c:pt>
                <c:pt idx="3025">
                  <c:v>73.684959000000006</c:v>
                </c:pt>
                <c:pt idx="3026">
                  <c:v>73.694450000000003</c:v>
                </c:pt>
                <c:pt idx="3027">
                  <c:v>73.722221000000005</c:v>
                </c:pt>
                <c:pt idx="3028">
                  <c:v>73.748665000000003</c:v>
                </c:pt>
                <c:pt idx="3029">
                  <c:v>73.764595</c:v>
                </c:pt>
                <c:pt idx="3030">
                  <c:v>73.784453999999997</c:v>
                </c:pt>
                <c:pt idx="3031">
                  <c:v>73.766304000000005</c:v>
                </c:pt>
                <c:pt idx="3032">
                  <c:v>73.752769000000001</c:v>
                </c:pt>
                <c:pt idx="3033">
                  <c:v>73.770317000000006</c:v>
                </c:pt>
                <c:pt idx="3034">
                  <c:v>73.784164000000004</c:v>
                </c:pt>
                <c:pt idx="3035">
                  <c:v>73.754538999999994</c:v>
                </c:pt>
                <c:pt idx="3036">
                  <c:v>73.725395000000006</c:v>
                </c:pt>
                <c:pt idx="3037">
                  <c:v>73.702965000000006</c:v>
                </c:pt>
                <c:pt idx="3038">
                  <c:v>73.672439999999995</c:v>
                </c:pt>
                <c:pt idx="3039">
                  <c:v>73.665627000000001</c:v>
                </c:pt>
                <c:pt idx="3040">
                  <c:v>73.666229000000001</c:v>
                </c:pt>
                <c:pt idx="3041">
                  <c:v>73.719513000000006</c:v>
                </c:pt>
                <c:pt idx="3042">
                  <c:v>73.868187000000006</c:v>
                </c:pt>
                <c:pt idx="3043">
                  <c:v>74.074966000000003</c:v>
                </c:pt>
                <c:pt idx="3044">
                  <c:v>74.237403999999998</c:v>
                </c:pt>
                <c:pt idx="3045">
                  <c:v>74.306351000000006</c:v>
                </c:pt>
                <c:pt idx="3046">
                  <c:v>74.255402000000004</c:v>
                </c:pt>
                <c:pt idx="3047">
                  <c:v>74.205765</c:v>
                </c:pt>
                <c:pt idx="3048">
                  <c:v>74.245018000000002</c:v>
                </c:pt>
                <c:pt idx="3049">
                  <c:v>74.319739999999996</c:v>
                </c:pt>
                <c:pt idx="3050">
                  <c:v>74.426117000000005</c:v>
                </c:pt>
                <c:pt idx="3051">
                  <c:v>74.567001000000005</c:v>
                </c:pt>
                <c:pt idx="3052">
                  <c:v>74.698363999999998</c:v>
                </c:pt>
                <c:pt idx="3053">
                  <c:v>74.770187000000007</c:v>
                </c:pt>
                <c:pt idx="3054">
                  <c:v>74.791267000000005</c:v>
                </c:pt>
                <c:pt idx="3055">
                  <c:v>74.775665000000004</c:v>
                </c:pt>
                <c:pt idx="3056">
                  <c:v>74.716826999999995</c:v>
                </c:pt>
                <c:pt idx="3057">
                  <c:v>74.672606999999999</c:v>
                </c:pt>
                <c:pt idx="3058">
                  <c:v>74.599616999999995</c:v>
                </c:pt>
                <c:pt idx="3059">
                  <c:v>74.518569999999997</c:v>
                </c:pt>
                <c:pt idx="3060">
                  <c:v>74.407516000000001</c:v>
                </c:pt>
                <c:pt idx="3061">
                  <c:v>74.301627999999994</c:v>
                </c:pt>
                <c:pt idx="3062">
                  <c:v>74.243668</c:v>
                </c:pt>
                <c:pt idx="3063">
                  <c:v>74.245232000000001</c:v>
                </c:pt>
                <c:pt idx="3064">
                  <c:v>74.292725000000004</c:v>
                </c:pt>
                <c:pt idx="3065">
                  <c:v>74.302482999999995</c:v>
                </c:pt>
                <c:pt idx="3066">
                  <c:v>74.250281999999999</c:v>
                </c:pt>
                <c:pt idx="3067">
                  <c:v>74.09948</c:v>
                </c:pt>
                <c:pt idx="3068">
                  <c:v>73.901802000000004</c:v>
                </c:pt>
                <c:pt idx="3069">
                  <c:v>73.756247999999999</c:v>
                </c:pt>
                <c:pt idx="3070">
                  <c:v>73.666602999999995</c:v>
                </c:pt>
                <c:pt idx="3071">
                  <c:v>73.569946000000002</c:v>
                </c:pt>
                <c:pt idx="3072">
                  <c:v>73.491623000000004</c:v>
                </c:pt>
                <c:pt idx="3073">
                  <c:v>73.409103000000002</c:v>
                </c:pt>
                <c:pt idx="3074">
                  <c:v>73.277739999999994</c:v>
                </c:pt>
                <c:pt idx="3075">
                  <c:v>73.145392999999999</c:v>
                </c:pt>
                <c:pt idx="3076">
                  <c:v>73.086585999999997</c:v>
                </c:pt>
                <c:pt idx="3077">
                  <c:v>73.088013000000004</c:v>
                </c:pt>
                <c:pt idx="3078">
                  <c:v>73.080489999999998</c:v>
                </c:pt>
                <c:pt idx="3079">
                  <c:v>73.073402000000002</c:v>
                </c:pt>
                <c:pt idx="3080">
                  <c:v>73.026786999999999</c:v>
                </c:pt>
                <c:pt idx="3081">
                  <c:v>72.966621000000004</c:v>
                </c:pt>
                <c:pt idx="3082">
                  <c:v>72.934402000000006</c:v>
                </c:pt>
                <c:pt idx="3083">
                  <c:v>72.893897999999993</c:v>
                </c:pt>
                <c:pt idx="3084">
                  <c:v>72.862044999999995</c:v>
                </c:pt>
                <c:pt idx="3085">
                  <c:v>72.837470999999994</c:v>
                </c:pt>
                <c:pt idx="3086">
                  <c:v>72.830246000000002</c:v>
                </c:pt>
                <c:pt idx="3087">
                  <c:v>72.837029000000001</c:v>
                </c:pt>
                <c:pt idx="3088">
                  <c:v>72.845519999999993</c:v>
                </c:pt>
                <c:pt idx="3089">
                  <c:v>72.864952000000002</c:v>
                </c:pt>
                <c:pt idx="3090">
                  <c:v>72.911323999999993</c:v>
                </c:pt>
                <c:pt idx="3091">
                  <c:v>72.940430000000006</c:v>
                </c:pt>
                <c:pt idx="3092">
                  <c:v>72.918944999999994</c:v>
                </c:pt>
                <c:pt idx="3093">
                  <c:v>72.913864000000004</c:v>
                </c:pt>
                <c:pt idx="3094">
                  <c:v>72.9589</c:v>
                </c:pt>
                <c:pt idx="3095">
                  <c:v>73.005500999999995</c:v>
                </c:pt>
                <c:pt idx="3096">
                  <c:v>72.986014999999995</c:v>
                </c:pt>
                <c:pt idx="3097">
                  <c:v>72.912032999999994</c:v>
                </c:pt>
                <c:pt idx="3098">
                  <c:v>72.802704000000006</c:v>
                </c:pt>
                <c:pt idx="3099">
                  <c:v>72.702736000000002</c:v>
                </c:pt>
                <c:pt idx="3100">
                  <c:v>72.672836000000004</c:v>
                </c:pt>
                <c:pt idx="3101">
                  <c:v>72.707877999999994</c:v>
                </c:pt>
                <c:pt idx="3102">
                  <c:v>72.765563999999998</c:v>
                </c:pt>
                <c:pt idx="3103">
                  <c:v>72.766846000000001</c:v>
                </c:pt>
                <c:pt idx="3104">
                  <c:v>72.715255999999997</c:v>
                </c:pt>
                <c:pt idx="3105">
                  <c:v>72.640213000000003</c:v>
                </c:pt>
                <c:pt idx="3106">
                  <c:v>72.603340000000003</c:v>
                </c:pt>
                <c:pt idx="3107">
                  <c:v>72.569159999999997</c:v>
                </c:pt>
                <c:pt idx="3108">
                  <c:v>72.514336</c:v>
                </c:pt>
                <c:pt idx="3109">
                  <c:v>72.481650999999999</c:v>
                </c:pt>
                <c:pt idx="3110">
                  <c:v>72.473984000000002</c:v>
                </c:pt>
                <c:pt idx="3111">
                  <c:v>72.465064999999996</c:v>
                </c:pt>
                <c:pt idx="3112">
                  <c:v>72.434783999999993</c:v>
                </c:pt>
                <c:pt idx="3113">
                  <c:v>72.390609999999995</c:v>
                </c:pt>
                <c:pt idx="3114">
                  <c:v>72.3489</c:v>
                </c:pt>
                <c:pt idx="3115">
                  <c:v>72.303298999999996</c:v>
                </c:pt>
                <c:pt idx="3116">
                  <c:v>72.267334000000005</c:v>
                </c:pt>
                <c:pt idx="3117">
                  <c:v>72.259658999999999</c:v>
                </c:pt>
                <c:pt idx="3118">
                  <c:v>72.268860000000004</c:v>
                </c:pt>
                <c:pt idx="3119">
                  <c:v>72.267257999999998</c:v>
                </c:pt>
                <c:pt idx="3120">
                  <c:v>72.254936000000001</c:v>
                </c:pt>
                <c:pt idx="3121">
                  <c:v>72.265915000000007</c:v>
                </c:pt>
                <c:pt idx="3122">
                  <c:v>72.298828</c:v>
                </c:pt>
                <c:pt idx="3123">
                  <c:v>72.328140000000005</c:v>
                </c:pt>
                <c:pt idx="3124">
                  <c:v>72.390540999999999</c:v>
                </c:pt>
                <c:pt idx="3125">
                  <c:v>72.428268000000003</c:v>
                </c:pt>
                <c:pt idx="3126">
                  <c:v>72.459289999999996</c:v>
                </c:pt>
                <c:pt idx="3127">
                  <c:v>72.550788999999995</c:v>
                </c:pt>
                <c:pt idx="3128">
                  <c:v>72.669219999999996</c:v>
                </c:pt>
                <c:pt idx="3129">
                  <c:v>72.742828000000003</c:v>
                </c:pt>
                <c:pt idx="3130">
                  <c:v>72.785736</c:v>
                </c:pt>
                <c:pt idx="3131">
                  <c:v>72.875052999999994</c:v>
                </c:pt>
                <c:pt idx="3132">
                  <c:v>73.078201000000007</c:v>
                </c:pt>
                <c:pt idx="3133">
                  <c:v>73.297545999999997</c:v>
                </c:pt>
                <c:pt idx="3134">
                  <c:v>73.405624000000003</c:v>
                </c:pt>
                <c:pt idx="3135">
                  <c:v>73.461449000000002</c:v>
                </c:pt>
                <c:pt idx="3136">
                  <c:v>73.494422999999998</c:v>
                </c:pt>
                <c:pt idx="3137">
                  <c:v>73.470725999999999</c:v>
                </c:pt>
                <c:pt idx="3138">
                  <c:v>73.439162999999994</c:v>
                </c:pt>
                <c:pt idx="3139">
                  <c:v>73.412841999999998</c:v>
                </c:pt>
                <c:pt idx="3140">
                  <c:v>73.375366</c:v>
                </c:pt>
                <c:pt idx="3141">
                  <c:v>73.322670000000002</c:v>
                </c:pt>
                <c:pt idx="3142">
                  <c:v>73.248717999999997</c:v>
                </c:pt>
                <c:pt idx="3143">
                  <c:v>73.142311000000007</c:v>
                </c:pt>
                <c:pt idx="3144">
                  <c:v>73.003731000000002</c:v>
                </c:pt>
                <c:pt idx="3145">
                  <c:v>72.940421999999998</c:v>
                </c:pt>
                <c:pt idx="3146">
                  <c:v>73.027573000000004</c:v>
                </c:pt>
                <c:pt idx="3147">
                  <c:v>73.093665999999999</c:v>
                </c:pt>
                <c:pt idx="3148">
                  <c:v>73.080116000000004</c:v>
                </c:pt>
                <c:pt idx="3149">
                  <c:v>73.044585999999995</c:v>
                </c:pt>
                <c:pt idx="3150">
                  <c:v>73.004165999999998</c:v>
                </c:pt>
                <c:pt idx="3151">
                  <c:v>72.951888999999994</c:v>
                </c:pt>
                <c:pt idx="3152">
                  <c:v>72.898201</c:v>
                </c:pt>
                <c:pt idx="3153">
                  <c:v>72.807281000000003</c:v>
                </c:pt>
                <c:pt idx="3154">
                  <c:v>72.632957000000005</c:v>
                </c:pt>
                <c:pt idx="3155">
                  <c:v>72.429573000000005</c:v>
                </c:pt>
                <c:pt idx="3156">
                  <c:v>72.387352000000007</c:v>
                </c:pt>
                <c:pt idx="3157">
                  <c:v>72.448738000000006</c:v>
                </c:pt>
                <c:pt idx="3158">
                  <c:v>72.515861999999998</c:v>
                </c:pt>
                <c:pt idx="3159">
                  <c:v>72.437126000000006</c:v>
                </c:pt>
                <c:pt idx="3160">
                  <c:v>72.281845000000004</c:v>
                </c:pt>
                <c:pt idx="3161">
                  <c:v>72.218345999999997</c:v>
                </c:pt>
                <c:pt idx="3162">
                  <c:v>72.196883999999997</c:v>
                </c:pt>
                <c:pt idx="3163">
                  <c:v>72.150101000000006</c:v>
                </c:pt>
                <c:pt idx="3164">
                  <c:v>72.102501000000004</c:v>
                </c:pt>
                <c:pt idx="3165">
                  <c:v>72.095626999999993</c:v>
                </c:pt>
                <c:pt idx="3166">
                  <c:v>72.070221000000004</c:v>
                </c:pt>
                <c:pt idx="3167">
                  <c:v>72.031097000000003</c:v>
                </c:pt>
                <c:pt idx="3168">
                  <c:v>72.032546999999994</c:v>
                </c:pt>
                <c:pt idx="3169">
                  <c:v>72.035324000000003</c:v>
                </c:pt>
                <c:pt idx="3170">
                  <c:v>72.122687999999997</c:v>
                </c:pt>
                <c:pt idx="3171">
                  <c:v>72.186569000000006</c:v>
                </c:pt>
                <c:pt idx="3172">
                  <c:v>72.114159000000001</c:v>
                </c:pt>
                <c:pt idx="3173">
                  <c:v>71.909271000000004</c:v>
                </c:pt>
                <c:pt idx="3174">
                  <c:v>71.615211000000002</c:v>
                </c:pt>
                <c:pt idx="3175">
                  <c:v>71.383385000000004</c:v>
                </c:pt>
                <c:pt idx="3176">
                  <c:v>71.342536999999993</c:v>
                </c:pt>
                <c:pt idx="3177">
                  <c:v>71.395210000000006</c:v>
                </c:pt>
                <c:pt idx="3178">
                  <c:v>71.503021000000004</c:v>
                </c:pt>
                <c:pt idx="3179">
                  <c:v>71.589202999999998</c:v>
                </c:pt>
                <c:pt idx="3180">
                  <c:v>71.649658000000002</c:v>
                </c:pt>
                <c:pt idx="3181">
                  <c:v>71.665817000000004</c:v>
                </c:pt>
                <c:pt idx="3182">
                  <c:v>71.578536999999997</c:v>
                </c:pt>
                <c:pt idx="3183">
                  <c:v>71.438614000000001</c:v>
                </c:pt>
                <c:pt idx="3184">
                  <c:v>71.261382999999995</c:v>
                </c:pt>
                <c:pt idx="3185">
                  <c:v>71.101662000000005</c:v>
                </c:pt>
                <c:pt idx="3186">
                  <c:v>71.015395999999996</c:v>
                </c:pt>
                <c:pt idx="3187">
                  <c:v>70.992241000000007</c:v>
                </c:pt>
                <c:pt idx="3188">
                  <c:v>70.978806000000006</c:v>
                </c:pt>
                <c:pt idx="3189">
                  <c:v>71.005547000000007</c:v>
                </c:pt>
                <c:pt idx="3190">
                  <c:v>71.079719999999995</c:v>
                </c:pt>
                <c:pt idx="3191">
                  <c:v>71.169128000000001</c:v>
                </c:pt>
                <c:pt idx="3192">
                  <c:v>71.193504000000004</c:v>
                </c:pt>
                <c:pt idx="3193">
                  <c:v>71.102042999999995</c:v>
                </c:pt>
                <c:pt idx="3194">
                  <c:v>71.059730999999999</c:v>
                </c:pt>
                <c:pt idx="3195">
                  <c:v>71.100189</c:v>
                </c:pt>
                <c:pt idx="3196">
                  <c:v>71.145752000000002</c:v>
                </c:pt>
                <c:pt idx="3197">
                  <c:v>71.148598000000007</c:v>
                </c:pt>
                <c:pt idx="3198">
                  <c:v>71.157875000000004</c:v>
                </c:pt>
                <c:pt idx="3199">
                  <c:v>71.185738000000001</c:v>
                </c:pt>
                <c:pt idx="3200">
                  <c:v>71.235252000000003</c:v>
                </c:pt>
                <c:pt idx="3201">
                  <c:v>71.323586000000006</c:v>
                </c:pt>
                <c:pt idx="3202">
                  <c:v>71.397919000000002</c:v>
                </c:pt>
                <c:pt idx="3203">
                  <c:v>71.433539999999994</c:v>
                </c:pt>
                <c:pt idx="3204">
                  <c:v>71.391402999999997</c:v>
                </c:pt>
                <c:pt idx="3205">
                  <c:v>71.379470999999995</c:v>
                </c:pt>
                <c:pt idx="3206">
                  <c:v>71.258681999999993</c:v>
                </c:pt>
                <c:pt idx="3207">
                  <c:v>71.098495</c:v>
                </c:pt>
                <c:pt idx="3208">
                  <c:v>71.008469000000005</c:v>
                </c:pt>
                <c:pt idx="3209">
                  <c:v>70.980614000000003</c:v>
                </c:pt>
                <c:pt idx="3210">
                  <c:v>71.058684999999997</c:v>
                </c:pt>
                <c:pt idx="3211">
                  <c:v>71.221405000000004</c:v>
                </c:pt>
                <c:pt idx="3212">
                  <c:v>71.315680999999998</c:v>
                </c:pt>
                <c:pt idx="3213">
                  <c:v>71.373610999999997</c:v>
                </c:pt>
                <c:pt idx="3214">
                  <c:v>71.394394000000005</c:v>
                </c:pt>
                <c:pt idx="3215">
                  <c:v>71.495514</c:v>
                </c:pt>
                <c:pt idx="3216">
                  <c:v>71.645331999999996</c:v>
                </c:pt>
                <c:pt idx="3217">
                  <c:v>71.646736000000004</c:v>
                </c:pt>
                <c:pt idx="3218">
                  <c:v>71.545967000000005</c:v>
                </c:pt>
                <c:pt idx="3219">
                  <c:v>71.436378000000005</c:v>
                </c:pt>
                <c:pt idx="3220">
                  <c:v>71.283760000000001</c:v>
                </c:pt>
                <c:pt idx="3221">
                  <c:v>70.996482999999998</c:v>
                </c:pt>
                <c:pt idx="3222">
                  <c:v>70.758469000000005</c:v>
                </c:pt>
                <c:pt idx="3223">
                  <c:v>70.566658000000004</c:v>
                </c:pt>
                <c:pt idx="3224">
                  <c:v>70.385063000000002</c:v>
                </c:pt>
                <c:pt idx="3225">
                  <c:v>70.245964000000001</c:v>
                </c:pt>
                <c:pt idx="3226">
                  <c:v>70.119040999999996</c:v>
                </c:pt>
                <c:pt idx="3227">
                  <c:v>70.030501999999998</c:v>
                </c:pt>
                <c:pt idx="3228">
                  <c:v>69.978881999999999</c:v>
                </c:pt>
                <c:pt idx="3229">
                  <c:v>69.967026000000004</c:v>
                </c:pt>
                <c:pt idx="3230">
                  <c:v>69.954750000000004</c:v>
                </c:pt>
                <c:pt idx="3231">
                  <c:v>69.934082000000004</c:v>
                </c:pt>
                <c:pt idx="3232">
                  <c:v>69.952301000000006</c:v>
                </c:pt>
                <c:pt idx="3233">
                  <c:v>69.975814999999997</c:v>
                </c:pt>
                <c:pt idx="3234">
                  <c:v>69.969002000000003</c:v>
                </c:pt>
                <c:pt idx="3235">
                  <c:v>69.951201999999995</c:v>
                </c:pt>
                <c:pt idx="3236">
                  <c:v>69.964111000000003</c:v>
                </c:pt>
                <c:pt idx="3237">
                  <c:v>69.952399999999997</c:v>
                </c:pt>
                <c:pt idx="3238">
                  <c:v>69.959159999999997</c:v>
                </c:pt>
                <c:pt idx="3239">
                  <c:v>69.958564999999993</c:v>
                </c:pt>
                <c:pt idx="3240">
                  <c:v>69.962715000000003</c:v>
                </c:pt>
                <c:pt idx="3241">
                  <c:v>69.963898</c:v>
                </c:pt>
                <c:pt idx="3242">
                  <c:v>69.964928</c:v>
                </c:pt>
                <c:pt idx="3243">
                  <c:v>69.972137000000004</c:v>
                </c:pt>
                <c:pt idx="3244">
                  <c:v>69.996925000000005</c:v>
                </c:pt>
                <c:pt idx="3245">
                  <c:v>70.029876999999999</c:v>
                </c:pt>
                <c:pt idx="3246">
                  <c:v>70.075027000000006</c:v>
                </c:pt>
                <c:pt idx="3247">
                  <c:v>70.162689</c:v>
                </c:pt>
                <c:pt idx="3248">
                  <c:v>70.288773000000006</c:v>
                </c:pt>
                <c:pt idx="3249">
                  <c:v>70.390761999999995</c:v>
                </c:pt>
                <c:pt idx="3250">
                  <c:v>70.390060000000005</c:v>
                </c:pt>
                <c:pt idx="3251">
                  <c:v>70.356116999999998</c:v>
                </c:pt>
                <c:pt idx="3252">
                  <c:v>70.426079000000001</c:v>
                </c:pt>
                <c:pt idx="3253">
                  <c:v>70.591774000000001</c:v>
                </c:pt>
                <c:pt idx="3254">
                  <c:v>70.705437000000003</c:v>
                </c:pt>
                <c:pt idx="3255">
                  <c:v>70.663544000000002</c:v>
                </c:pt>
                <c:pt idx="3256">
                  <c:v>70.548721</c:v>
                </c:pt>
                <c:pt idx="3257">
                  <c:v>70.534676000000005</c:v>
                </c:pt>
                <c:pt idx="3258">
                  <c:v>70.509101999999999</c:v>
                </c:pt>
                <c:pt idx="3259">
                  <c:v>70.367416000000006</c:v>
                </c:pt>
                <c:pt idx="3260">
                  <c:v>70.273223999999999</c:v>
                </c:pt>
                <c:pt idx="3261">
                  <c:v>70.334816000000004</c:v>
                </c:pt>
                <c:pt idx="3262">
                  <c:v>70.428841000000006</c:v>
                </c:pt>
                <c:pt idx="3263">
                  <c:v>70.508080000000007</c:v>
                </c:pt>
                <c:pt idx="3264">
                  <c:v>70.594994</c:v>
                </c:pt>
                <c:pt idx="3265">
                  <c:v>70.635857000000001</c:v>
                </c:pt>
                <c:pt idx="3266">
                  <c:v>70.635216</c:v>
                </c:pt>
                <c:pt idx="3267">
                  <c:v>70.730491999999998</c:v>
                </c:pt>
                <c:pt idx="3268">
                  <c:v>70.859673000000001</c:v>
                </c:pt>
                <c:pt idx="3269">
                  <c:v>70.864609000000002</c:v>
                </c:pt>
                <c:pt idx="3270">
                  <c:v>70.827477000000002</c:v>
                </c:pt>
                <c:pt idx="3271">
                  <c:v>70.881729000000007</c:v>
                </c:pt>
                <c:pt idx="3272">
                  <c:v>70.988426000000004</c:v>
                </c:pt>
                <c:pt idx="3273">
                  <c:v>71.072716</c:v>
                </c:pt>
                <c:pt idx="3274">
                  <c:v>71.117119000000002</c:v>
                </c:pt>
                <c:pt idx="3275">
                  <c:v>71.163948000000005</c:v>
                </c:pt>
                <c:pt idx="3276">
                  <c:v>71.058059999999998</c:v>
                </c:pt>
                <c:pt idx="3277">
                  <c:v>70.815323000000006</c:v>
                </c:pt>
                <c:pt idx="3278">
                  <c:v>70.699905000000001</c:v>
                </c:pt>
                <c:pt idx="3279">
                  <c:v>70.816176999999996</c:v>
                </c:pt>
                <c:pt idx="3280">
                  <c:v>70.998267999999996</c:v>
                </c:pt>
                <c:pt idx="3281">
                  <c:v>71.015854000000004</c:v>
                </c:pt>
                <c:pt idx="3282">
                  <c:v>70.910019000000005</c:v>
                </c:pt>
                <c:pt idx="3283">
                  <c:v>70.768783999999997</c:v>
                </c:pt>
                <c:pt idx="3284">
                  <c:v>70.651320999999996</c:v>
                </c:pt>
                <c:pt idx="3285">
                  <c:v>70.668662999999995</c:v>
                </c:pt>
                <c:pt idx="3286">
                  <c:v>70.670921000000007</c:v>
                </c:pt>
                <c:pt idx="3287">
                  <c:v>70.605553</c:v>
                </c:pt>
                <c:pt idx="3288">
                  <c:v>70.560631000000001</c:v>
                </c:pt>
                <c:pt idx="3289">
                  <c:v>70.635024999999999</c:v>
                </c:pt>
                <c:pt idx="3290">
                  <c:v>70.680190999999994</c:v>
                </c:pt>
                <c:pt idx="3291">
                  <c:v>70.622001999999995</c:v>
                </c:pt>
                <c:pt idx="3292">
                  <c:v>70.46978</c:v>
                </c:pt>
                <c:pt idx="3293">
                  <c:v>70.276802000000004</c:v>
                </c:pt>
                <c:pt idx="3294">
                  <c:v>70.198746</c:v>
                </c:pt>
                <c:pt idx="3295">
                  <c:v>70.222449999999995</c:v>
                </c:pt>
                <c:pt idx="3296">
                  <c:v>70.298896999999997</c:v>
                </c:pt>
                <c:pt idx="3297">
                  <c:v>70.346771000000004</c:v>
                </c:pt>
                <c:pt idx="3298">
                  <c:v>70.394135000000006</c:v>
                </c:pt>
                <c:pt idx="3299">
                  <c:v>70.522163000000006</c:v>
                </c:pt>
                <c:pt idx="3300">
                  <c:v>70.620818999999997</c:v>
                </c:pt>
                <c:pt idx="3301">
                  <c:v>70.667418999999995</c:v>
                </c:pt>
                <c:pt idx="3302">
                  <c:v>70.687934999999996</c:v>
                </c:pt>
                <c:pt idx="3303">
                  <c:v>70.666900999999996</c:v>
                </c:pt>
                <c:pt idx="3304">
                  <c:v>70.645065000000002</c:v>
                </c:pt>
                <c:pt idx="3305">
                  <c:v>70.624579999999995</c:v>
                </c:pt>
                <c:pt idx="3306">
                  <c:v>70.571999000000005</c:v>
                </c:pt>
                <c:pt idx="3307">
                  <c:v>70.395538000000002</c:v>
                </c:pt>
                <c:pt idx="3308">
                  <c:v>69.967788999999996</c:v>
                </c:pt>
                <c:pt idx="3309">
                  <c:v>69.765609999999995</c:v>
                </c:pt>
                <c:pt idx="3310">
                  <c:v>69.569130000000001</c:v>
                </c:pt>
                <c:pt idx="3311">
                  <c:v>69.323158000000006</c:v>
                </c:pt>
                <c:pt idx="3312">
                  <c:v>69.057952999999998</c:v>
                </c:pt>
                <c:pt idx="3313">
                  <c:v>68.803344999999993</c:v>
                </c:pt>
                <c:pt idx="3314">
                  <c:v>68.646491999999995</c:v>
                </c:pt>
                <c:pt idx="3315">
                  <c:v>68.547355999999994</c:v>
                </c:pt>
                <c:pt idx="3316">
                  <c:v>68.472213999999994</c:v>
                </c:pt>
                <c:pt idx="3317">
                  <c:v>68.416313000000002</c:v>
                </c:pt>
                <c:pt idx="3318">
                  <c:v>68.357429999999994</c:v>
                </c:pt>
                <c:pt idx="3319">
                  <c:v>68.297081000000006</c:v>
                </c:pt>
                <c:pt idx="3320">
                  <c:v>68.260093999999995</c:v>
                </c:pt>
                <c:pt idx="3321">
                  <c:v>68.252617000000001</c:v>
                </c:pt>
                <c:pt idx="3322">
                  <c:v>68.245109999999997</c:v>
                </c:pt>
                <c:pt idx="3323">
                  <c:v>68.244941999999995</c:v>
                </c:pt>
                <c:pt idx="3324">
                  <c:v>68.252953000000005</c:v>
                </c:pt>
                <c:pt idx="3325">
                  <c:v>68.256287</c:v>
                </c:pt>
                <c:pt idx="3326">
                  <c:v>68.252350000000007</c:v>
                </c:pt>
                <c:pt idx="3327">
                  <c:v>68.254065999999995</c:v>
                </c:pt>
                <c:pt idx="3328">
                  <c:v>68.253540000000001</c:v>
                </c:pt>
                <c:pt idx="3329">
                  <c:v>68.251045000000005</c:v>
                </c:pt>
                <c:pt idx="3330">
                  <c:v>68.248817000000003</c:v>
                </c:pt>
                <c:pt idx="3331">
                  <c:v>68.244202000000001</c:v>
                </c:pt>
                <c:pt idx="3332">
                  <c:v>68.236862000000002</c:v>
                </c:pt>
                <c:pt idx="3333">
                  <c:v>68.241714000000002</c:v>
                </c:pt>
                <c:pt idx="3334">
                  <c:v>68.240729999999999</c:v>
                </c:pt>
                <c:pt idx="3335">
                  <c:v>68.244720000000001</c:v>
                </c:pt>
                <c:pt idx="3336">
                  <c:v>68.239624000000006</c:v>
                </c:pt>
                <c:pt idx="3337">
                  <c:v>68.233131</c:v>
                </c:pt>
                <c:pt idx="3338">
                  <c:v>68.224502999999999</c:v>
                </c:pt>
                <c:pt idx="3339">
                  <c:v>68.230262999999994</c:v>
                </c:pt>
                <c:pt idx="3340">
                  <c:v>68.233283999999998</c:v>
                </c:pt>
                <c:pt idx="3341">
                  <c:v>68.237099000000001</c:v>
                </c:pt>
                <c:pt idx="3342">
                  <c:v>68.227485999999999</c:v>
                </c:pt>
                <c:pt idx="3343">
                  <c:v>68.249099999999999</c:v>
                </c:pt>
                <c:pt idx="3344">
                  <c:v>68.267608999999993</c:v>
                </c:pt>
                <c:pt idx="3345">
                  <c:v>68.272948999999997</c:v>
                </c:pt>
                <c:pt idx="3346">
                  <c:v>68.275986000000003</c:v>
                </c:pt>
                <c:pt idx="3347">
                  <c:v>68.271973000000003</c:v>
                </c:pt>
                <c:pt idx="3348">
                  <c:v>68.270424000000006</c:v>
                </c:pt>
                <c:pt idx="3349">
                  <c:v>68.270720999999995</c:v>
                </c:pt>
                <c:pt idx="3350">
                  <c:v>68.261177000000004</c:v>
                </c:pt>
                <c:pt idx="3351">
                  <c:v>68.252037000000001</c:v>
                </c:pt>
                <c:pt idx="3352">
                  <c:v>68.262383</c:v>
                </c:pt>
                <c:pt idx="3353">
                  <c:v>68.267455999999996</c:v>
                </c:pt>
                <c:pt idx="3354">
                  <c:v>68.269226000000003</c:v>
                </c:pt>
                <c:pt idx="3355">
                  <c:v>68.252906999999993</c:v>
                </c:pt>
                <c:pt idx="3356">
                  <c:v>68.247214999999997</c:v>
                </c:pt>
                <c:pt idx="3357">
                  <c:v>68.255691999999996</c:v>
                </c:pt>
                <c:pt idx="3358">
                  <c:v>68.266754000000006</c:v>
                </c:pt>
                <c:pt idx="3359">
                  <c:v>68.247528000000003</c:v>
                </c:pt>
                <c:pt idx="3360">
                  <c:v>68.253333999999995</c:v>
                </c:pt>
                <c:pt idx="3361">
                  <c:v>68.259544000000005</c:v>
                </c:pt>
                <c:pt idx="3362">
                  <c:v>68.256241000000003</c:v>
                </c:pt>
                <c:pt idx="3363">
                  <c:v>68.252609000000007</c:v>
                </c:pt>
                <c:pt idx="3364">
                  <c:v>68.243949999999998</c:v>
                </c:pt>
                <c:pt idx="3365">
                  <c:v>68.233413999999996</c:v>
                </c:pt>
                <c:pt idx="3366">
                  <c:v>68.248328999999998</c:v>
                </c:pt>
                <c:pt idx="3367">
                  <c:v>68.249863000000005</c:v>
                </c:pt>
                <c:pt idx="3368">
                  <c:v>68.239020999999994</c:v>
                </c:pt>
                <c:pt idx="3369">
                  <c:v>68.242760000000004</c:v>
                </c:pt>
                <c:pt idx="3370">
                  <c:v>68.253074999999995</c:v>
                </c:pt>
                <c:pt idx="3371">
                  <c:v>68.259140000000002</c:v>
                </c:pt>
                <c:pt idx="3372">
                  <c:v>68.250739999999993</c:v>
                </c:pt>
                <c:pt idx="3373">
                  <c:v>68.252007000000006</c:v>
                </c:pt>
                <c:pt idx="3374">
                  <c:v>68.258658999999994</c:v>
                </c:pt>
                <c:pt idx="3375">
                  <c:v>68.258018000000007</c:v>
                </c:pt>
                <c:pt idx="3376">
                  <c:v>68.232276999999996</c:v>
                </c:pt>
                <c:pt idx="3377">
                  <c:v>68.247330000000005</c:v>
                </c:pt>
                <c:pt idx="3378">
                  <c:v>68.252525000000006</c:v>
                </c:pt>
                <c:pt idx="3379">
                  <c:v>68.250031000000007</c:v>
                </c:pt>
                <c:pt idx="3380">
                  <c:v>68.234558000000007</c:v>
                </c:pt>
                <c:pt idx="3381">
                  <c:v>68.249106999999995</c:v>
                </c:pt>
                <c:pt idx="3382">
                  <c:v>68.240273000000002</c:v>
                </c:pt>
                <c:pt idx="3383">
                  <c:v>68.234939999999995</c:v>
                </c:pt>
                <c:pt idx="3384">
                  <c:v>68.223563999999996</c:v>
                </c:pt>
                <c:pt idx="3385">
                  <c:v>68.229423999999995</c:v>
                </c:pt>
                <c:pt idx="3386">
                  <c:v>68.244765999999998</c:v>
                </c:pt>
                <c:pt idx="3387">
                  <c:v>68.258926000000002</c:v>
                </c:pt>
                <c:pt idx="3388">
                  <c:v>68.240257</c:v>
                </c:pt>
                <c:pt idx="3389">
                  <c:v>68.239716000000001</c:v>
                </c:pt>
                <c:pt idx="3390">
                  <c:v>68.240425000000002</c:v>
                </c:pt>
                <c:pt idx="3391">
                  <c:v>68.257064999999997</c:v>
                </c:pt>
                <c:pt idx="3392">
                  <c:v>68.252326999999994</c:v>
                </c:pt>
                <c:pt idx="3393">
                  <c:v>68.246489999999994</c:v>
                </c:pt>
                <c:pt idx="3394">
                  <c:v>68.241684000000006</c:v>
                </c:pt>
                <c:pt idx="3395">
                  <c:v>68.231323000000003</c:v>
                </c:pt>
                <c:pt idx="3396">
                  <c:v>68.225609000000006</c:v>
                </c:pt>
                <c:pt idx="3397">
                  <c:v>68.223884999999996</c:v>
                </c:pt>
                <c:pt idx="3398">
                  <c:v>68.237717000000004</c:v>
                </c:pt>
                <c:pt idx="3399">
                  <c:v>68.231116999999998</c:v>
                </c:pt>
                <c:pt idx="3400">
                  <c:v>68.229018999999994</c:v>
                </c:pt>
                <c:pt idx="3401">
                  <c:v>68.231650999999999</c:v>
                </c:pt>
                <c:pt idx="3402">
                  <c:v>68.227844000000005</c:v>
                </c:pt>
                <c:pt idx="3403">
                  <c:v>68.212585000000004</c:v>
                </c:pt>
                <c:pt idx="3404">
                  <c:v>68.205787999999998</c:v>
                </c:pt>
                <c:pt idx="3405">
                  <c:v>68.206535000000002</c:v>
                </c:pt>
                <c:pt idx="3406">
                  <c:v>68.202956999999998</c:v>
                </c:pt>
                <c:pt idx="3407">
                  <c:v>68.217674000000002</c:v>
                </c:pt>
                <c:pt idx="3408">
                  <c:v>68.226592999999994</c:v>
                </c:pt>
                <c:pt idx="3409">
                  <c:v>68.227249</c:v>
                </c:pt>
                <c:pt idx="3410">
                  <c:v>68.228920000000002</c:v>
                </c:pt>
                <c:pt idx="3411">
                  <c:v>68.226569999999995</c:v>
                </c:pt>
                <c:pt idx="3412">
                  <c:v>68.228820999999996</c:v>
                </c:pt>
                <c:pt idx="3413">
                  <c:v>68.232712000000006</c:v>
                </c:pt>
                <c:pt idx="3414">
                  <c:v>68.223365999999999</c:v>
                </c:pt>
                <c:pt idx="3415">
                  <c:v>68.221435999999997</c:v>
                </c:pt>
                <c:pt idx="3416">
                  <c:v>68.223236</c:v>
                </c:pt>
                <c:pt idx="3417">
                  <c:v>68.222251999999997</c:v>
                </c:pt>
                <c:pt idx="3418">
                  <c:v>68.211219999999997</c:v>
                </c:pt>
                <c:pt idx="3419">
                  <c:v>68.210091000000006</c:v>
                </c:pt>
                <c:pt idx="3420">
                  <c:v>68.208115000000006</c:v>
                </c:pt>
                <c:pt idx="3421">
                  <c:v>68.206642000000002</c:v>
                </c:pt>
                <c:pt idx="3422">
                  <c:v>68.204352999999998</c:v>
                </c:pt>
                <c:pt idx="3423">
                  <c:v>68.220733999999993</c:v>
                </c:pt>
                <c:pt idx="3424">
                  <c:v>68.223122000000004</c:v>
                </c:pt>
                <c:pt idx="3425">
                  <c:v>68.221999999999994</c:v>
                </c:pt>
                <c:pt idx="3426">
                  <c:v>68.216292999999993</c:v>
                </c:pt>
                <c:pt idx="3427">
                  <c:v>68.385513000000003</c:v>
                </c:pt>
                <c:pt idx="3428">
                  <c:v>66.774467000000001</c:v>
                </c:pt>
                <c:pt idx="3429">
                  <c:v>66.228378000000006</c:v>
                </c:pt>
                <c:pt idx="3430">
                  <c:v>66.564239999999998</c:v>
                </c:pt>
                <c:pt idx="3431">
                  <c:v>67.020377999999994</c:v>
                </c:pt>
                <c:pt idx="3432">
                  <c:v>67.419571000000005</c:v>
                </c:pt>
                <c:pt idx="3433">
                  <c:v>67.713158000000007</c:v>
                </c:pt>
                <c:pt idx="3434">
                  <c:v>67.908355999999998</c:v>
                </c:pt>
                <c:pt idx="3435">
                  <c:v>68.036941999999996</c:v>
                </c:pt>
                <c:pt idx="3436">
                  <c:v>68.110764000000003</c:v>
                </c:pt>
                <c:pt idx="3437">
                  <c:v>68.159453999999997</c:v>
                </c:pt>
                <c:pt idx="3438">
                  <c:v>68.179732999999999</c:v>
                </c:pt>
                <c:pt idx="3439">
                  <c:v>68.191635000000005</c:v>
                </c:pt>
                <c:pt idx="3440">
                  <c:v>68.185623000000007</c:v>
                </c:pt>
                <c:pt idx="3441">
                  <c:v>68.185676999999998</c:v>
                </c:pt>
                <c:pt idx="3442">
                  <c:v>68.190002000000007</c:v>
                </c:pt>
                <c:pt idx="3443">
                  <c:v>68.195480000000003</c:v>
                </c:pt>
                <c:pt idx="3444">
                  <c:v>68.183837999999994</c:v>
                </c:pt>
                <c:pt idx="3445">
                  <c:v>68.174339000000003</c:v>
                </c:pt>
                <c:pt idx="3446">
                  <c:v>68.180747999999994</c:v>
                </c:pt>
                <c:pt idx="3447">
                  <c:v>68.171447999999998</c:v>
                </c:pt>
                <c:pt idx="3448">
                  <c:v>68.155440999999996</c:v>
                </c:pt>
                <c:pt idx="3449">
                  <c:v>68.158317999999994</c:v>
                </c:pt>
                <c:pt idx="3450">
                  <c:v>68.169349999999994</c:v>
                </c:pt>
                <c:pt idx="3451">
                  <c:v>68.169083000000001</c:v>
                </c:pt>
                <c:pt idx="3452">
                  <c:v>68.154274000000001</c:v>
                </c:pt>
                <c:pt idx="3453">
                  <c:v>68.149428999999998</c:v>
                </c:pt>
                <c:pt idx="3454">
                  <c:v>68.146782000000002</c:v>
                </c:pt>
                <c:pt idx="3455">
                  <c:v>68.144463000000002</c:v>
                </c:pt>
                <c:pt idx="3456">
                  <c:v>68.144806000000003</c:v>
                </c:pt>
                <c:pt idx="3457">
                  <c:v>68.145508000000007</c:v>
                </c:pt>
                <c:pt idx="3458">
                  <c:v>68.152550000000005</c:v>
                </c:pt>
                <c:pt idx="3459">
                  <c:v>68.157944000000001</c:v>
                </c:pt>
                <c:pt idx="3460">
                  <c:v>68.160163999999995</c:v>
                </c:pt>
                <c:pt idx="3461">
                  <c:v>68.164924999999997</c:v>
                </c:pt>
                <c:pt idx="3462">
                  <c:v>68.169098000000005</c:v>
                </c:pt>
                <c:pt idx="3463">
                  <c:v>68.162773000000001</c:v>
                </c:pt>
                <c:pt idx="3464">
                  <c:v>68.164023999999998</c:v>
                </c:pt>
                <c:pt idx="3465">
                  <c:v>68.160561000000001</c:v>
                </c:pt>
                <c:pt idx="3466">
                  <c:v>68.153769999999994</c:v>
                </c:pt>
                <c:pt idx="3467">
                  <c:v>68.153396999999998</c:v>
                </c:pt>
                <c:pt idx="3468">
                  <c:v>68.150208000000006</c:v>
                </c:pt>
                <c:pt idx="3469">
                  <c:v>68.140259</c:v>
                </c:pt>
                <c:pt idx="3470">
                  <c:v>68.139274999999998</c:v>
                </c:pt>
                <c:pt idx="3471">
                  <c:v>68.136664999999994</c:v>
                </c:pt>
                <c:pt idx="3472">
                  <c:v>68.134124999999997</c:v>
                </c:pt>
                <c:pt idx="3473">
                  <c:v>68.131202999999999</c:v>
                </c:pt>
                <c:pt idx="3474">
                  <c:v>68.130279999999999</c:v>
                </c:pt>
                <c:pt idx="3475">
                  <c:v>68.128417999999996</c:v>
                </c:pt>
                <c:pt idx="3476">
                  <c:v>68.132667999999995</c:v>
                </c:pt>
                <c:pt idx="3477">
                  <c:v>68.135345000000001</c:v>
                </c:pt>
                <c:pt idx="3478">
                  <c:v>68.137634000000006</c:v>
                </c:pt>
                <c:pt idx="3479">
                  <c:v>68.136123999999995</c:v>
                </c:pt>
                <c:pt idx="3480">
                  <c:v>68.137253000000001</c:v>
                </c:pt>
                <c:pt idx="3481">
                  <c:v>68.140220999999997</c:v>
                </c:pt>
                <c:pt idx="3482">
                  <c:v>68.140045000000001</c:v>
                </c:pt>
                <c:pt idx="3483">
                  <c:v>68.140404000000004</c:v>
                </c:pt>
                <c:pt idx="3484">
                  <c:v>68.144615000000002</c:v>
                </c:pt>
                <c:pt idx="3485">
                  <c:v>68.146004000000005</c:v>
                </c:pt>
                <c:pt idx="3486">
                  <c:v>68.153221000000002</c:v>
                </c:pt>
                <c:pt idx="3487">
                  <c:v>68.156859999999995</c:v>
                </c:pt>
                <c:pt idx="3488">
                  <c:v>68.159569000000005</c:v>
                </c:pt>
                <c:pt idx="3489">
                  <c:v>68.154433999999995</c:v>
                </c:pt>
                <c:pt idx="3490">
                  <c:v>68.156516999999994</c:v>
                </c:pt>
                <c:pt idx="3491">
                  <c:v>68.151604000000006</c:v>
                </c:pt>
                <c:pt idx="3492">
                  <c:v>68.135040000000004</c:v>
                </c:pt>
                <c:pt idx="3493">
                  <c:v>68.130607999999995</c:v>
                </c:pt>
                <c:pt idx="3494">
                  <c:v>68.130981000000006</c:v>
                </c:pt>
                <c:pt idx="3495">
                  <c:v>68.137084999999999</c:v>
                </c:pt>
                <c:pt idx="3496">
                  <c:v>68.137955000000005</c:v>
                </c:pt>
                <c:pt idx="3497">
                  <c:v>68.136734000000004</c:v>
                </c:pt>
                <c:pt idx="3498">
                  <c:v>68.137496999999996</c:v>
                </c:pt>
                <c:pt idx="3499">
                  <c:v>68.137114999999994</c:v>
                </c:pt>
                <c:pt idx="3500">
                  <c:v>68.141379999999998</c:v>
                </c:pt>
                <c:pt idx="3501">
                  <c:v>68.137383</c:v>
                </c:pt>
                <c:pt idx="3502">
                  <c:v>68.141150999999994</c:v>
                </c:pt>
                <c:pt idx="3503">
                  <c:v>68.136985999999993</c:v>
                </c:pt>
                <c:pt idx="3504">
                  <c:v>68.143478000000002</c:v>
                </c:pt>
                <c:pt idx="3505">
                  <c:v>68.138069000000002</c:v>
                </c:pt>
                <c:pt idx="3506">
                  <c:v>68.136100999999996</c:v>
                </c:pt>
                <c:pt idx="3507">
                  <c:v>68.134590000000003</c:v>
                </c:pt>
                <c:pt idx="3508">
                  <c:v>68.132964999999999</c:v>
                </c:pt>
                <c:pt idx="3509">
                  <c:v>68.134429999999995</c:v>
                </c:pt>
                <c:pt idx="3510">
                  <c:v>68.137009000000006</c:v>
                </c:pt>
                <c:pt idx="3511">
                  <c:v>68.133742999999996</c:v>
                </c:pt>
                <c:pt idx="3512">
                  <c:v>68.131241000000003</c:v>
                </c:pt>
                <c:pt idx="3513">
                  <c:v>68.131775000000005</c:v>
                </c:pt>
                <c:pt idx="3514">
                  <c:v>68.132568000000006</c:v>
                </c:pt>
                <c:pt idx="3515">
                  <c:v>68.128310999999997</c:v>
                </c:pt>
                <c:pt idx="3516">
                  <c:v>68.122681</c:v>
                </c:pt>
                <c:pt idx="3517">
                  <c:v>68.119675000000001</c:v>
                </c:pt>
                <c:pt idx="3518">
                  <c:v>68.116669000000002</c:v>
                </c:pt>
                <c:pt idx="3519">
                  <c:v>68.122673000000006</c:v>
                </c:pt>
                <c:pt idx="3520">
                  <c:v>68.112885000000006</c:v>
                </c:pt>
                <c:pt idx="3521">
                  <c:v>68.105689999999996</c:v>
                </c:pt>
                <c:pt idx="3522">
                  <c:v>68.098083000000003</c:v>
                </c:pt>
                <c:pt idx="3523">
                  <c:v>68.098884999999996</c:v>
                </c:pt>
                <c:pt idx="3524">
                  <c:v>68.102271999999999</c:v>
                </c:pt>
                <c:pt idx="3525">
                  <c:v>68.100730999999996</c:v>
                </c:pt>
                <c:pt idx="3526">
                  <c:v>68.098320000000001</c:v>
                </c:pt>
                <c:pt idx="3527">
                  <c:v>68.102699000000001</c:v>
                </c:pt>
                <c:pt idx="3528">
                  <c:v>68.099579000000006</c:v>
                </c:pt>
                <c:pt idx="3529">
                  <c:v>68.10154</c:v>
                </c:pt>
                <c:pt idx="3530">
                  <c:v>68.101523999999998</c:v>
                </c:pt>
                <c:pt idx="3531">
                  <c:v>68.115829000000005</c:v>
                </c:pt>
                <c:pt idx="3532">
                  <c:v>68.116912999999997</c:v>
                </c:pt>
                <c:pt idx="3533">
                  <c:v>68.118110999999999</c:v>
                </c:pt>
                <c:pt idx="3534">
                  <c:v>68.110191</c:v>
                </c:pt>
                <c:pt idx="3535">
                  <c:v>68.108733999999998</c:v>
                </c:pt>
                <c:pt idx="3536">
                  <c:v>68.107994000000005</c:v>
                </c:pt>
                <c:pt idx="3537">
                  <c:v>68.099143999999995</c:v>
                </c:pt>
                <c:pt idx="3538">
                  <c:v>68.102249</c:v>
                </c:pt>
                <c:pt idx="3539">
                  <c:v>68.110962000000001</c:v>
                </c:pt>
                <c:pt idx="3540">
                  <c:v>68.119675000000001</c:v>
                </c:pt>
                <c:pt idx="3541">
                  <c:v>68.122046999999995</c:v>
                </c:pt>
                <c:pt idx="3542">
                  <c:v>68.120643999999999</c:v>
                </c:pt>
                <c:pt idx="3543">
                  <c:v>68.121039999999994</c:v>
                </c:pt>
                <c:pt idx="3544">
                  <c:v>68.117035000000001</c:v>
                </c:pt>
                <c:pt idx="3545">
                  <c:v>68.119208999999998</c:v>
                </c:pt>
                <c:pt idx="3546">
                  <c:v>68.119217000000006</c:v>
                </c:pt>
                <c:pt idx="3547">
                  <c:v>68.116966000000005</c:v>
                </c:pt>
                <c:pt idx="3548">
                  <c:v>68.118628999999999</c:v>
                </c:pt>
                <c:pt idx="3549">
                  <c:v>68.117165</c:v>
                </c:pt>
                <c:pt idx="3550">
                  <c:v>68.114677</c:v>
                </c:pt>
                <c:pt idx="3551">
                  <c:v>68.113106000000002</c:v>
                </c:pt>
                <c:pt idx="3552">
                  <c:v>68.110457999999994</c:v>
                </c:pt>
                <c:pt idx="3553">
                  <c:v>68.109290999999999</c:v>
                </c:pt>
                <c:pt idx="3554">
                  <c:v>68.106705000000005</c:v>
                </c:pt>
                <c:pt idx="3555">
                  <c:v>68.107933000000003</c:v>
                </c:pt>
                <c:pt idx="3556">
                  <c:v>68.113074999999995</c:v>
                </c:pt>
                <c:pt idx="3557">
                  <c:v>68.113174000000001</c:v>
                </c:pt>
                <c:pt idx="3558">
                  <c:v>68.112128999999996</c:v>
                </c:pt>
                <c:pt idx="3559">
                  <c:v>68.111510999999993</c:v>
                </c:pt>
                <c:pt idx="3560">
                  <c:v>68.110541999999995</c:v>
                </c:pt>
                <c:pt idx="3561">
                  <c:v>68.115859999999998</c:v>
                </c:pt>
                <c:pt idx="3562">
                  <c:v>68.118324000000001</c:v>
                </c:pt>
                <c:pt idx="3563">
                  <c:v>68.118042000000003</c:v>
                </c:pt>
                <c:pt idx="3564">
                  <c:v>68.111464999999995</c:v>
                </c:pt>
                <c:pt idx="3565">
                  <c:v>68.105041999999997</c:v>
                </c:pt>
                <c:pt idx="3566">
                  <c:v>68.098388999999997</c:v>
                </c:pt>
                <c:pt idx="3567">
                  <c:v>68.093742000000006</c:v>
                </c:pt>
                <c:pt idx="3568">
                  <c:v>68.094459999999998</c:v>
                </c:pt>
                <c:pt idx="3569">
                  <c:v>68.094994</c:v>
                </c:pt>
                <c:pt idx="3570">
                  <c:v>68.093849000000006</c:v>
                </c:pt>
                <c:pt idx="3571">
                  <c:v>68.094611999999998</c:v>
                </c:pt>
                <c:pt idx="3572">
                  <c:v>68.09375</c:v>
                </c:pt>
                <c:pt idx="3573">
                  <c:v>68.092262000000005</c:v>
                </c:pt>
                <c:pt idx="3574">
                  <c:v>68.092178000000004</c:v>
                </c:pt>
                <c:pt idx="3575">
                  <c:v>68.092308000000003</c:v>
                </c:pt>
                <c:pt idx="3576">
                  <c:v>68.091492000000002</c:v>
                </c:pt>
                <c:pt idx="3577">
                  <c:v>68.090728999999996</c:v>
                </c:pt>
                <c:pt idx="3578">
                  <c:v>68.090064999999996</c:v>
                </c:pt>
                <c:pt idx="3579">
                  <c:v>68.088881999999998</c:v>
                </c:pt>
                <c:pt idx="3580">
                  <c:v>68.089577000000006</c:v>
                </c:pt>
                <c:pt idx="3581">
                  <c:v>68.090508</c:v>
                </c:pt>
                <c:pt idx="3582">
                  <c:v>68.091369999999998</c:v>
                </c:pt>
                <c:pt idx="3583">
                  <c:v>68.089882000000003</c:v>
                </c:pt>
                <c:pt idx="3584">
                  <c:v>68.088393999999994</c:v>
                </c:pt>
                <c:pt idx="3585">
                  <c:v>68.088577000000001</c:v>
                </c:pt>
                <c:pt idx="3586">
                  <c:v>68.089134000000001</c:v>
                </c:pt>
                <c:pt idx="3587">
                  <c:v>68.088645999999997</c:v>
                </c:pt>
                <c:pt idx="3588">
                  <c:v>68.089011999999997</c:v>
                </c:pt>
                <c:pt idx="3589">
                  <c:v>68.089302000000004</c:v>
                </c:pt>
                <c:pt idx="3590">
                  <c:v>68.089607000000001</c:v>
                </c:pt>
                <c:pt idx="3591">
                  <c:v>68.089691000000002</c:v>
                </c:pt>
                <c:pt idx="3592">
                  <c:v>68.090041999999997</c:v>
                </c:pt>
                <c:pt idx="3593">
                  <c:v>68.089500000000001</c:v>
                </c:pt>
                <c:pt idx="3594">
                  <c:v>68.088950999999994</c:v>
                </c:pt>
                <c:pt idx="3595">
                  <c:v>68.087311</c:v>
                </c:pt>
                <c:pt idx="3596">
                  <c:v>68.085944999999995</c:v>
                </c:pt>
                <c:pt idx="3597">
                  <c:v>68.085792999999995</c:v>
                </c:pt>
                <c:pt idx="3598">
                  <c:v>68.083434999999994</c:v>
                </c:pt>
                <c:pt idx="3599">
                  <c:v>68.083633000000006</c:v>
                </c:pt>
                <c:pt idx="3600">
                  <c:v>68.085571000000002</c:v>
                </c:pt>
                <c:pt idx="3601">
                  <c:v>68.086478999999997</c:v>
                </c:pt>
                <c:pt idx="3602">
                  <c:v>68.086951999999997</c:v>
                </c:pt>
                <c:pt idx="3603">
                  <c:v>68.087219000000005</c:v>
                </c:pt>
                <c:pt idx="3604">
                  <c:v>68.087790999999996</c:v>
                </c:pt>
                <c:pt idx="3605">
                  <c:v>68.088836999999998</c:v>
                </c:pt>
                <c:pt idx="3606">
                  <c:v>68.089225999999996</c:v>
                </c:pt>
                <c:pt idx="3607">
                  <c:v>68.088402000000002</c:v>
                </c:pt>
                <c:pt idx="3608">
                  <c:v>68.088263999999995</c:v>
                </c:pt>
                <c:pt idx="3609">
                  <c:v>68.085678000000001</c:v>
                </c:pt>
                <c:pt idx="3610">
                  <c:v>68.086005999999998</c:v>
                </c:pt>
                <c:pt idx="3611">
                  <c:v>68.086265999999995</c:v>
                </c:pt>
                <c:pt idx="3612">
                  <c:v>68.086250000000007</c:v>
                </c:pt>
                <c:pt idx="3613">
                  <c:v>68.086890999999994</c:v>
                </c:pt>
                <c:pt idx="3614">
                  <c:v>68.084823999999998</c:v>
                </c:pt>
                <c:pt idx="3615">
                  <c:v>68.084395999999998</c:v>
                </c:pt>
                <c:pt idx="3616">
                  <c:v>68.084282000000002</c:v>
                </c:pt>
                <c:pt idx="3617">
                  <c:v>68.083847000000006</c:v>
                </c:pt>
                <c:pt idx="3618">
                  <c:v>68.084289999999996</c:v>
                </c:pt>
                <c:pt idx="3619">
                  <c:v>68.083968999999996</c:v>
                </c:pt>
                <c:pt idx="3620">
                  <c:v>68.082854999999995</c:v>
                </c:pt>
                <c:pt idx="3621">
                  <c:v>68.081772000000001</c:v>
                </c:pt>
                <c:pt idx="3622">
                  <c:v>68.080466999999999</c:v>
                </c:pt>
                <c:pt idx="3623">
                  <c:v>68.080237999999994</c:v>
                </c:pt>
                <c:pt idx="3624">
                  <c:v>68.080582000000007</c:v>
                </c:pt>
                <c:pt idx="3625">
                  <c:v>68.082854999999995</c:v>
                </c:pt>
                <c:pt idx="3626">
                  <c:v>68.084166999999994</c:v>
                </c:pt>
                <c:pt idx="3627">
                  <c:v>68.084778</c:v>
                </c:pt>
                <c:pt idx="3628">
                  <c:v>68.085014000000001</c:v>
                </c:pt>
                <c:pt idx="3629">
                  <c:v>68.085731999999993</c:v>
                </c:pt>
                <c:pt idx="3630">
                  <c:v>68.084991000000002</c:v>
                </c:pt>
                <c:pt idx="3631">
                  <c:v>68.084868999999998</c:v>
                </c:pt>
                <c:pt idx="3632">
                  <c:v>68.084952999999999</c:v>
                </c:pt>
                <c:pt idx="3633">
                  <c:v>68.085578999999996</c:v>
                </c:pt>
                <c:pt idx="3634">
                  <c:v>68.084061000000005</c:v>
                </c:pt>
                <c:pt idx="3635">
                  <c:v>68.084327999999999</c:v>
                </c:pt>
                <c:pt idx="3636">
                  <c:v>68.085182000000003</c:v>
                </c:pt>
                <c:pt idx="3637">
                  <c:v>68.081314000000006</c:v>
                </c:pt>
                <c:pt idx="3638">
                  <c:v>68.081908999999996</c:v>
                </c:pt>
                <c:pt idx="3639">
                  <c:v>68.083236999999997</c:v>
                </c:pt>
                <c:pt idx="3640">
                  <c:v>68.082427999999993</c:v>
                </c:pt>
                <c:pt idx="3641">
                  <c:v>68.082520000000002</c:v>
                </c:pt>
                <c:pt idx="3642">
                  <c:v>68.083656000000005</c:v>
                </c:pt>
                <c:pt idx="3643">
                  <c:v>68.084159999999997</c:v>
                </c:pt>
                <c:pt idx="3644">
                  <c:v>68.086371999999997</c:v>
                </c:pt>
                <c:pt idx="3645">
                  <c:v>68.088524000000007</c:v>
                </c:pt>
                <c:pt idx="3646">
                  <c:v>68.087058999999996</c:v>
                </c:pt>
                <c:pt idx="3647">
                  <c:v>68.087333999999998</c:v>
                </c:pt>
                <c:pt idx="3648">
                  <c:v>68.088829000000004</c:v>
                </c:pt>
                <c:pt idx="3649">
                  <c:v>68.087646000000007</c:v>
                </c:pt>
                <c:pt idx="3650">
                  <c:v>68.087181000000001</c:v>
                </c:pt>
                <c:pt idx="3651">
                  <c:v>68.087577999999993</c:v>
                </c:pt>
                <c:pt idx="3652">
                  <c:v>68.088622999999998</c:v>
                </c:pt>
                <c:pt idx="3653">
                  <c:v>68.090194999999994</c:v>
                </c:pt>
                <c:pt idx="3654">
                  <c:v>68.091187000000005</c:v>
                </c:pt>
                <c:pt idx="3655">
                  <c:v>68.091155999999998</c:v>
                </c:pt>
                <c:pt idx="3656">
                  <c:v>68.093613000000005</c:v>
                </c:pt>
                <c:pt idx="3657">
                  <c:v>68.090607000000006</c:v>
                </c:pt>
                <c:pt idx="3658">
                  <c:v>68.089645000000004</c:v>
                </c:pt>
                <c:pt idx="3659">
                  <c:v>68.088890000000006</c:v>
                </c:pt>
                <c:pt idx="3660">
                  <c:v>68.088836999999998</c:v>
                </c:pt>
                <c:pt idx="3661">
                  <c:v>68.089164999999994</c:v>
                </c:pt>
                <c:pt idx="3662">
                  <c:v>68.089836000000005</c:v>
                </c:pt>
                <c:pt idx="3663">
                  <c:v>68.089684000000005</c:v>
                </c:pt>
                <c:pt idx="3664">
                  <c:v>68.089080999999993</c:v>
                </c:pt>
                <c:pt idx="3665">
                  <c:v>68.089264</c:v>
                </c:pt>
                <c:pt idx="3666">
                  <c:v>68.088554000000002</c:v>
                </c:pt>
                <c:pt idx="3667">
                  <c:v>68.088745000000003</c:v>
                </c:pt>
                <c:pt idx="3668">
                  <c:v>68.090987999999996</c:v>
                </c:pt>
                <c:pt idx="3669">
                  <c:v>68.090362999999996</c:v>
                </c:pt>
                <c:pt idx="3670">
                  <c:v>68.089850999999996</c:v>
                </c:pt>
                <c:pt idx="3671">
                  <c:v>68.088881999999998</c:v>
                </c:pt>
                <c:pt idx="3672">
                  <c:v>68.088104000000001</c:v>
                </c:pt>
                <c:pt idx="3673">
                  <c:v>68.087768999999994</c:v>
                </c:pt>
                <c:pt idx="3674">
                  <c:v>68.086913999999993</c:v>
                </c:pt>
                <c:pt idx="3675">
                  <c:v>68.086578000000003</c:v>
                </c:pt>
                <c:pt idx="3676">
                  <c:v>68.085678000000001</c:v>
                </c:pt>
                <c:pt idx="3677">
                  <c:v>68.084496000000001</c:v>
                </c:pt>
                <c:pt idx="3678">
                  <c:v>68.082947000000004</c:v>
                </c:pt>
                <c:pt idx="3679">
                  <c:v>68.082206999999997</c:v>
                </c:pt>
                <c:pt idx="3680">
                  <c:v>68.083045999999996</c:v>
                </c:pt>
                <c:pt idx="3681">
                  <c:v>68.08493</c:v>
                </c:pt>
                <c:pt idx="3682">
                  <c:v>68.085639999999998</c:v>
                </c:pt>
                <c:pt idx="3683">
                  <c:v>68.085228000000001</c:v>
                </c:pt>
                <c:pt idx="3684">
                  <c:v>68.080589000000003</c:v>
                </c:pt>
                <c:pt idx="3685">
                  <c:v>68.034949999999995</c:v>
                </c:pt>
                <c:pt idx="3686">
                  <c:v>67.896934999999999</c:v>
                </c:pt>
                <c:pt idx="3687">
                  <c:v>67.695601999999994</c:v>
                </c:pt>
                <c:pt idx="3688">
                  <c:v>67.483588999999995</c:v>
                </c:pt>
                <c:pt idx="3689">
                  <c:v>67.305869999999999</c:v>
                </c:pt>
                <c:pt idx="3690">
                  <c:v>67.182807999999994</c:v>
                </c:pt>
                <c:pt idx="3691">
                  <c:v>67.114486999999997</c:v>
                </c:pt>
                <c:pt idx="3692">
                  <c:v>67.097320999999994</c:v>
                </c:pt>
                <c:pt idx="3693">
                  <c:v>67.124481000000003</c:v>
                </c:pt>
                <c:pt idx="3694">
                  <c:v>67.158516000000006</c:v>
                </c:pt>
                <c:pt idx="3695">
                  <c:v>67.157623000000001</c:v>
                </c:pt>
                <c:pt idx="3696">
                  <c:v>66.987105999999997</c:v>
                </c:pt>
                <c:pt idx="3697">
                  <c:v>66.570312999999999</c:v>
                </c:pt>
                <c:pt idx="3698">
                  <c:v>65.956619000000003</c:v>
                </c:pt>
                <c:pt idx="3699">
                  <c:v>65.216812000000004</c:v>
                </c:pt>
                <c:pt idx="3700">
                  <c:v>64.455253999999996</c:v>
                </c:pt>
                <c:pt idx="3701">
                  <c:v>63.727764000000001</c:v>
                </c:pt>
                <c:pt idx="3702">
                  <c:v>63.074776</c:v>
                </c:pt>
                <c:pt idx="3703">
                  <c:v>62.547339999999998</c:v>
                </c:pt>
                <c:pt idx="3704">
                  <c:v>62.133750999999997</c:v>
                </c:pt>
                <c:pt idx="3705">
                  <c:v>61.810577000000002</c:v>
                </c:pt>
                <c:pt idx="3706">
                  <c:v>61.548119</c:v>
                </c:pt>
                <c:pt idx="3707">
                  <c:v>61.324398000000002</c:v>
                </c:pt>
                <c:pt idx="3708">
                  <c:v>61.120567000000001</c:v>
                </c:pt>
                <c:pt idx="3709">
                  <c:v>60.947319</c:v>
                </c:pt>
                <c:pt idx="3710">
                  <c:v>60.820613999999999</c:v>
                </c:pt>
                <c:pt idx="3711">
                  <c:v>60.745350000000002</c:v>
                </c:pt>
                <c:pt idx="3712">
                  <c:v>60.728287000000002</c:v>
                </c:pt>
                <c:pt idx="3713">
                  <c:v>60.787750000000003</c:v>
                </c:pt>
                <c:pt idx="3714">
                  <c:v>60.911205000000002</c:v>
                </c:pt>
                <c:pt idx="3715">
                  <c:v>61.054253000000003</c:v>
                </c:pt>
                <c:pt idx="3716">
                  <c:v>61.163578000000001</c:v>
                </c:pt>
                <c:pt idx="3717">
                  <c:v>61.197800000000001</c:v>
                </c:pt>
                <c:pt idx="3718">
                  <c:v>61.144542999999999</c:v>
                </c:pt>
                <c:pt idx="3719">
                  <c:v>61.027732999999998</c:v>
                </c:pt>
                <c:pt idx="3720">
                  <c:v>60.875945999999999</c:v>
                </c:pt>
                <c:pt idx="3721">
                  <c:v>60.720455000000001</c:v>
                </c:pt>
                <c:pt idx="3722">
                  <c:v>60.591873</c:v>
                </c:pt>
                <c:pt idx="3723">
                  <c:v>60.508201999999997</c:v>
                </c:pt>
                <c:pt idx="3724">
                  <c:v>60.471355000000003</c:v>
                </c:pt>
                <c:pt idx="3725">
                  <c:v>60.463501000000001</c:v>
                </c:pt>
                <c:pt idx="3726">
                  <c:v>60.455298999999997</c:v>
                </c:pt>
                <c:pt idx="3727">
                  <c:v>60.413719</c:v>
                </c:pt>
                <c:pt idx="3728">
                  <c:v>60.323909999999998</c:v>
                </c:pt>
                <c:pt idx="3729">
                  <c:v>60.200302000000001</c:v>
                </c:pt>
                <c:pt idx="3730">
                  <c:v>60.059818</c:v>
                </c:pt>
                <c:pt idx="3731">
                  <c:v>59.933574999999998</c:v>
                </c:pt>
                <c:pt idx="3732">
                  <c:v>59.851157999999998</c:v>
                </c:pt>
                <c:pt idx="3733">
                  <c:v>59.819710000000001</c:v>
                </c:pt>
                <c:pt idx="3734">
                  <c:v>59.827869</c:v>
                </c:pt>
                <c:pt idx="3735">
                  <c:v>59.850684999999999</c:v>
                </c:pt>
                <c:pt idx="3736">
                  <c:v>59.848506999999998</c:v>
                </c:pt>
                <c:pt idx="3737">
                  <c:v>59.799843000000003</c:v>
                </c:pt>
                <c:pt idx="3738">
                  <c:v>59.718055999999997</c:v>
                </c:pt>
                <c:pt idx="3739">
                  <c:v>59.595222</c:v>
                </c:pt>
                <c:pt idx="3740">
                  <c:v>59.408366999999998</c:v>
                </c:pt>
                <c:pt idx="3741">
                  <c:v>59.201312999999999</c:v>
                </c:pt>
                <c:pt idx="3742">
                  <c:v>59.023040999999999</c:v>
                </c:pt>
                <c:pt idx="3743">
                  <c:v>58.894320999999998</c:v>
                </c:pt>
                <c:pt idx="3744">
                  <c:v>58.813301000000003</c:v>
                </c:pt>
                <c:pt idx="3745">
                  <c:v>58.761524000000001</c:v>
                </c:pt>
                <c:pt idx="3746">
                  <c:v>58.705275999999998</c:v>
                </c:pt>
                <c:pt idx="3747">
                  <c:v>58.619007000000003</c:v>
                </c:pt>
                <c:pt idx="3748">
                  <c:v>58.494335</c:v>
                </c:pt>
                <c:pt idx="3749">
                  <c:v>58.352466999999997</c:v>
                </c:pt>
                <c:pt idx="3750">
                  <c:v>58.218463999999997</c:v>
                </c:pt>
                <c:pt idx="3751">
                  <c:v>58.119961000000004</c:v>
                </c:pt>
                <c:pt idx="3752">
                  <c:v>58.073414</c:v>
                </c:pt>
                <c:pt idx="3753">
                  <c:v>58.073658000000002</c:v>
                </c:pt>
                <c:pt idx="3754">
                  <c:v>58.100425999999999</c:v>
                </c:pt>
                <c:pt idx="3755">
                  <c:v>58.128901999999997</c:v>
                </c:pt>
                <c:pt idx="3756">
                  <c:v>58.127079000000002</c:v>
                </c:pt>
                <c:pt idx="3757">
                  <c:v>58.058014</c:v>
                </c:pt>
                <c:pt idx="3758">
                  <c:v>57.921756999999999</c:v>
                </c:pt>
                <c:pt idx="3759">
                  <c:v>57.747512999999998</c:v>
                </c:pt>
                <c:pt idx="3760">
                  <c:v>57.552371999999998</c:v>
                </c:pt>
                <c:pt idx="3761">
                  <c:v>57.345337000000001</c:v>
                </c:pt>
                <c:pt idx="3762">
                  <c:v>57.139549000000002</c:v>
                </c:pt>
                <c:pt idx="3763">
                  <c:v>56.955685000000003</c:v>
                </c:pt>
                <c:pt idx="3764">
                  <c:v>56.802276999999997</c:v>
                </c:pt>
                <c:pt idx="3765">
                  <c:v>56.672665000000002</c:v>
                </c:pt>
                <c:pt idx="3766">
                  <c:v>56.554001</c:v>
                </c:pt>
                <c:pt idx="3767">
                  <c:v>56.427630999999998</c:v>
                </c:pt>
                <c:pt idx="3768">
                  <c:v>56.283188000000003</c:v>
                </c:pt>
                <c:pt idx="3769">
                  <c:v>56.127814999999998</c:v>
                </c:pt>
                <c:pt idx="3770">
                  <c:v>55.974280999999998</c:v>
                </c:pt>
                <c:pt idx="3771">
                  <c:v>55.843479000000002</c:v>
                </c:pt>
                <c:pt idx="3772">
                  <c:v>55.755004999999997</c:v>
                </c:pt>
                <c:pt idx="3773">
                  <c:v>55.715797000000002</c:v>
                </c:pt>
                <c:pt idx="3774">
                  <c:v>55.712929000000003</c:v>
                </c:pt>
                <c:pt idx="3775">
                  <c:v>55.724345999999997</c:v>
                </c:pt>
                <c:pt idx="3776">
                  <c:v>55.723090999999997</c:v>
                </c:pt>
                <c:pt idx="3777">
                  <c:v>55.694256000000003</c:v>
                </c:pt>
                <c:pt idx="3778">
                  <c:v>55.620533000000002</c:v>
                </c:pt>
                <c:pt idx="3779">
                  <c:v>55.512824999999999</c:v>
                </c:pt>
                <c:pt idx="3780">
                  <c:v>55.387614999999997</c:v>
                </c:pt>
                <c:pt idx="3781">
                  <c:v>55.262549999999997</c:v>
                </c:pt>
                <c:pt idx="3782">
                  <c:v>55.147357999999997</c:v>
                </c:pt>
                <c:pt idx="3783">
                  <c:v>55.058242999999997</c:v>
                </c:pt>
                <c:pt idx="3784">
                  <c:v>55.004292</c:v>
                </c:pt>
                <c:pt idx="3785">
                  <c:v>54.974899000000001</c:v>
                </c:pt>
                <c:pt idx="3786">
                  <c:v>54.940350000000002</c:v>
                </c:pt>
                <c:pt idx="3787">
                  <c:v>54.886360000000003</c:v>
                </c:pt>
                <c:pt idx="3788">
                  <c:v>54.810085000000001</c:v>
                </c:pt>
                <c:pt idx="3789">
                  <c:v>54.713828999999997</c:v>
                </c:pt>
                <c:pt idx="3790">
                  <c:v>54.603897000000003</c:v>
                </c:pt>
                <c:pt idx="3791">
                  <c:v>54.493965000000003</c:v>
                </c:pt>
                <c:pt idx="3792">
                  <c:v>54.398121000000003</c:v>
                </c:pt>
                <c:pt idx="3793">
                  <c:v>54.325629999999997</c:v>
                </c:pt>
                <c:pt idx="3794">
                  <c:v>54.275145999999999</c:v>
                </c:pt>
                <c:pt idx="3795">
                  <c:v>54.240836999999999</c:v>
                </c:pt>
                <c:pt idx="3796">
                  <c:v>54.211277000000003</c:v>
                </c:pt>
                <c:pt idx="3797">
                  <c:v>54.173698000000002</c:v>
                </c:pt>
                <c:pt idx="3798">
                  <c:v>54.116202999999999</c:v>
                </c:pt>
                <c:pt idx="3799">
                  <c:v>54.036461000000003</c:v>
                </c:pt>
                <c:pt idx="3800">
                  <c:v>53.944828000000001</c:v>
                </c:pt>
                <c:pt idx="3801">
                  <c:v>53.851025</c:v>
                </c:pt>
                <c:pt idx="3802">
                  <c:v>53.768627000000002</c:v>
                </c:pt>
                <c:pt idx="3803">
                  <c:v>53.716403999999997</c:v>
                </c:pt>
                <c:pt idx="3804">
                  <c:v>53.689326999999999</c:v>
                </c:pt>
                <c:pt idx="3805">
                  <c:v>53.675151999999997</c:v>
                </c:pt>
                <c:pt idx="3806">
                  <c:v>53.664928000000003</c:v>
                </c:pt>
                <c:pt idx="3807">
                  <c:v>53.643757000000001</c:v>
                </c:pt>
                <c:pt idx="3808">
                  <c:v>53.600937000000002</c:v>
                </c:pt>
                <c:pt idx="3809">
                  <c:v>53.530441000000003</c:v>
                </c:pt>
                <c:pt idx="3810">
                  <c:v>53.446854000000002</c:v>
                </c:pt>
                <c:pt idx="3811">
                  <c:v>53.361880999999997</c:v>
                </c:pt>
                <c:pt idx="3812">
                  <c:v>53.290413000000001</c:v>
                </c:pt>
                <c:pt idx="3813">
                  <c:v>53.243178999999998</c:v>
                </c:pt>
                <c:pt idx="3814">
                  <c:v>53.220374999999997</c:v>
                </c:pt>
                <c:pt idx="3815">
                  <c:v>53.211773000000001</c:v>
                </c:pt>
                <c:pt idx="3816">
                  <c:v>53.203986999999998</c:v>
                </c:pt>
                <c:pt idx="3817">
                  <c:v>53.181415999999999</c:v>
                </c:pt>
                <c:pt idx="3818">
                  <c:v>53.136462999999999</c:v>
                </c:pt>
                <c:pt idx="3819">
                  <c:v>53.071831000000003</c:v>
                </c:pt>
                <c:pt idx="3820">
                  <c:v>52.994934000000001</c:v>
                </c:pt>
                <c:pt idx="3821">
                  <c:v>52.918934</c:v>
                </c:pt>
                <c:pt idx="3822">
                  <c:v>52.859408999999999</c:v>
                </c:pt>
                <c:pt idx="3823">
                  <c:v>52.820515</c:v>
                </c:pt>
                <c:pt idx="3824">
                  <c:v>52.803051000000004</c:v>
                </c:pt>
                <c:pt idx="3825">
                  <c:v>52.802287999999997</c:v>
                </c:pt>
                <c:pt idx="3826">
                  <c:v>52.800635999999997</c:v>
                </c:pt>
                <c:pt idx="3827">
                  <c:v>52.786887999999998</c:v>
                </c:pt>
                <c:pt idx="3828">
                  <c:v>52.754928999999997</c:v>
                </c:pt>
                <c:pt idx="3829">
                  <c:v>52.705139000000003</c:v>
                </c:pt>
                <c:pt idx="3830">
                  <c:v>52.641834000000003</c:v>
                </c:pt>
                <c:pt idx="3831">
                  <c:v>52.570720999999999</c:v>
                </c:pt>
                <c:pt idx="3832">
                  <c:v>52.503585999999999</c:v>
                </c:pt>
                <c:pt idx="3833">
                  <c:v>52.451667999999998</c:v>
                </c:pt>
                <c:pt idx="3834">
                  <c:v>52.417946000000001</c:v>
                </c:pt>
                <c:pt idx="3835">
                  <c:v>52.395969000000001</c:v>
                </c:pt>
                <c:pt idx="3836">
                  <c:v>52.377929999999999</c:v>
                </c:pt>
                <c:pt idx="3837">
                  <c:v>52.355282000000003</c:v>
                </c:pt>
                <c:pt idx="3838">
                  <c:v>52.323067000000002</c:v>
                </c:pt>
                <c:pt idx="3839">
                  <c:v>52.276634000000001</c:v>
                </c:pt>
                <c:pt idx="3840">
                  <c:v>52.223548999999998</c:v>
                </c:pt>
                <c:pt idx="3841">
                  <c:v>52.170036000000003</c:v>
                </c:pt>
                <c:pt idx="3842">
                  <c:v>52.120967999999998</c:v>
                </c:pt>
                <c:pt idx="3843">
                  <c:v>52.079487</c:v>
                </c:pt>
                <c:pt idx="3844">
                  <c:v>52.053699000000002</c:v>
                </c:pt>
                <c:pt idx="3845">
                  <c:v>52.037948999999998</c:v>
                </c:pt>
                <c:pt idx="3846">
                  <c:v>52.026313999999999</c:v>
                </c:pt>
                <c:pt idx="3847">
                  <c:v>52.010734999999997</c:v>
                </c:pt>
                <c:pt idx="3848">
                  <c:v>51.986590999999997</c:v>
                </c:pt>
                <c:pt idx="3849">
                  <c:v>51.950809</c:v>
                </c:pt>
                <c:pt idx="3850">
                  <c:v>51.907317999999997</c:v>
                </c:pt>
                <c:pt idx="3851">
                  <c:v>51.859844000000002</c:v>
                </c:pt>
                <c:pt idx="3852">
                  <c:v>51.822437000000001</c:v>
                </c:pt>
                <c:pt idx="3853">
                  <c:v>51.796737999999998</c:v>
                </c:pt>
                <c:pt idx="3854">
                  <c:v>51.786090999999999</c:v>
                </c:pt>
                <c:pt idx="3855">
                  <c:v>51.785575999999999</c:v>
                </c:pt>
                <c:pt idx="3856">
                  <c:v>51.784157</c:v>
                </c:pt>
                <c:pt idx="3857">
                  <c:v>51.775714999999998</c:v>
                </c:pt>
                <c:pt idx="3858">
                  <c:v>51.756031</c:v>
                </c:pt>
                <c:pt idx="3859">
                  <c:v>51.721130000000002</c:v>
                </c:pt>
                <c:pt idx="3860">
                  <c:v>51.681862000000002</c:v>
                </c:pt>
                <c:pt idx="3861">
                  <c:v>51.640529999999998</c:v>
                </c:pt>
                <c:pt idx="3862">
                  <c:v>51.603648999999997</c:v>
                </c:pt>
                <c:pt idx="3863">
                  <c:v>51.581409000000001</c:v>
                </c:pt>
                <c:pt idx="3864">
                  <c:v>51.573771999999998</c:v>
                </c:pt>
                <c:pt idx="3865">
                  <c:v>51.574444</c:v>
                </c:pt>
                <c:pt idx="3866">
                  <c:v>51.577328000000001</c:v>
                </c:pt>
                <c:pt idx="3867">
                  <c:v>51.570183</c:v>
                </c:pt>
                <c:pt idx="3868">
                  <c:v>51.548298000000003</c:v>
                </c:pt>
                <c:pt idx="3869">
                  <c:v>51.514862000000001</c:v>
                </c:pt>
                <c:pt idx="3870">
                  <c:v>51.473788999999996</c:v>
                </c:pt>
                <c:pt idx="3871">
                  <c:v>51.432751000000003</c:v>
                </c:pt>
                <c:pt idx="3872">
                  <c:v>51.400042999999997</c:v>
                </c:pt>
                <c:pt idx="3873">
                  <c:v>51.380569000000001</c:v>
                </c:pt>
                <c:pt idx="3874">
                  <c:v>51.373111999999999</c:v>
                </c:pt>
                <c:pt idx="3875">
                  <c:v>51.370144000000003</c:v>
                </c:pt>
                <c:pt idx="3876">
                  <c:v>51.367232999999999</c:v>
                </c:pt>
                <c:pt idx="3877">
                  <c:v>51.361221</c:v>
                </c:pt>
                <c:pt idx="3878">
                  <c:v>51.338306000000003</c:v>
                </c:pt>
                <c:pt idx="3879">
                  <c:v>51.302311000000003</c:v>
                </c:pt>
                <c:pt idx="3880">
                  <c:v>51.256729</c:v>
                </c:pt>
                <c:pt idx="3881">
                  <c:v>51.214233</c:v>
                </c:pt>
                <c:pt idx="3882">
                  <c:v>51.183974999999997</c:v>
                </c:pt>
                <c:pt idx="3883">
                  <c:v>51.162785</c:v>
                </c:pt>
                <c:pt idx="3884">
                  <c:v>51.153412000000003</c:v>
                </c:pt>
                <c:pt idx="3885">
                  <c:v>51.152206</c:v>
                </c:pt>
                <c:pt idx="3886">
                  <c:v>51.146641000000002</c:v>
                </c:pt>
                <c:pt idx="3887">
                  <c:v>51.129192000000003</c:v>
                </c:pt>
                <c:pt idx="3888">
                  <c:v>51.102440000000001</c:v>
                </c:pt>
                <c:pt idx="3889">
                  <c:v>51.060791000000002</c:v>
                </c:pt>
                <c:pt idx="3890">
                  <c:v>51.024501999999998</c:v>
                </c:pt>
                <c:pt idx="3891">
                  <c:v>50.993094999999997</c:v>
                </c:pt>
                <c:pt idx="3892">
                  <c:v>50.964706</c:v>
                </c:pt>
                <c:pt idx="3893">
                  <c:v>50.947516999999998</c:v>
                </c:pt>
                <c:pt idx="3894">
                  <c:v>50.938400000000001</c:v>
                </c:pt>
                <c:pt idx="3895">
                  <c:v>50.934849</c:v>
                </c:pt>
                <c:pt idx="3896">
                  <c:v>50.927559000000002</c:v>
                </c:pt>
                <c:pt idx="3897">
                  <c:v>50.911247000000003</c:v>
                </c:pt>
                <c:pt idx="3898">
                  <c:v>50.883968000000003</c:v>
                </c:pt>
                <c:pt idx="3899">
                  <c:v>50.841129000000002</c:v>
                </c:pt>
                <c:pt idx="3900">
                  <c:v>50.800507000000003</c:v>
                </c:pt>
                <c:pt idx="3901">
                  <c:v>50.773524999999999</c:v>
                </c:pt>
                <c:pt idx="3902">
                  <c:v>50.749454</c:v>
                </c:pt>
                <c:pt idx="3903">
                  <c:v>50.737659000000001</c:v>
                </c:pt>
                <c:pt idx="3904">
                  <c:v>50.735259999999997</c:v>
                </c:pt>
                <c:pt idx="3905">
                  <c:v>50.731696999999997</c:v>
                </c:pt>
                <c:pt idx="3906">
                  <c:v>50.722487999999998</c:v>
                </c:pt>
                <c:pt idx="3907">
                  <c:v>50.704815000000004</c:v>
                </c:pt>
                <c:pt idx="3908">
                  <c:v>50.673954000000002</c:v>
                </c:pt>
                <c:pt idx="3909">
                  <c:v>50.638835999999998</c:v>
                </c:pt>
                <c:pt idx="3910">
                  <c:v>50.600898999999998</c:v>
                </c:pt>
                <c:pt idx="3911">
                  <c:v>50.568573000000001</c:v>
                </c:pt>
                <c:pt idx="3912">
                  <c:v>50.544609000000001</c:v>
                </c:pt>
                <c:pt idx="3913">
                  <c:v>50.533763999999998</c:v>
                </c:pt>
                <c:pt idx="3914">
                  <c:v>50.528412000000003</c:v>
                </c:pt>
                <c:pt idx="3915">
                  <c:v>50.524529000000001</c:v>
                </c:pt>
                <c:pt idx="3916">
                  <c:v>50.517283999999997</c:v>
                </c:pt>
                <c:pt idx="3917">
                  <c:v>50.499485</c:v>
                </c:pt>
                <c:pt idx="3918">
                  <c:v>50.471657</c:v>
                </c:pt>
                <c:pt idx="3919">
                  <c:v>50.437190999999999</c:v>
                </c:pt>
                <c:pt idx="3920">
                  <c:v>50.407550999999998</c:v>
                </c:pt>
                <c:pt idx="3921">
                  <c:v>50.382663999999998</c:v>
                </c:pt>
                <c:pt idx="3922">
                  <c:v>50.364455999999997</c:v>
                </c:pt>
                <c:pt idx="3923">
                  <c:v>50.351131000000002</c:v>
                </c:pt>
                <c:pt idx="3924">
                  <c:v>50.344481999999999</c:v>
                </c:pt>
                <c:pt idx="3925">
                  <c:v>50.342098</c:v>
                </c:pt>
                <c:pt idx="3926">
                  <c:v>50.338248999999998</c:v>
                </c:pt>
                <c:pt idx="3927">
                  <c:v>50.321548</c:v>
                </c:pt>
                <c:pt idx="3928">
                  <c:v>50.292904</c:v>
                </c:pt>
                <c:pt idx="3929">
                  <c:v>50.258904000000001</c:v>
                </c:pt>
                <c:pt idx="3930">
                  <c:v>50.222766999999997</c:v>
                </c:pt>
                <c:pt idx="3931">
                  <c:v>50.193367000000002</c:v>
                </c:pt>
                <c:pt idx="3932">
                  <c:v>50.178294999999999</c:v>
                </c:pt>
                <c:pt idx="3933">
                  <c:v>50.172362999999997</c:v>
                </c:pt>
                <c:pt idx="3934">
                  <c:v>50.174480000000003</c:v>
                </c:pt>
                <c:pt idx="3935">
                  <c:v>50.173530999999997</c:v>
                </c:pt>
                <c:pt idx="3936">
                  <c:v>50.162647</c:v>
                </c:pt>
                <c:pt idx="3937">
                  <c:v>50.139522999999997</c:v>
                </c:pt>
                <c:pt idx="3938">
                  <c:v>50.107619999999997</c:v>
                </c:pt>
                <c:pt idx="3939">
                  <c:v>50.071758000000003</c:v>
                </c:pt>
                <c:pt idx="3940">
                  <c:v>50.037331000000002</c:v>
                </c:pt>
                <c:pt idx="3941">
                  <c:v>50.007694000000001</c:v>
                </c:pt>
                <c:pt idx="3942">
                  <c:v>49.998157999999997</c:v>
                </c:pt>
                <c:pt idx="3943">
                  <c:v>49.994278000000001</c:v>
                </c:pt>
                <c:pt idx="3944">
                  <c:v>49.992595999999999</c:v>
                </c:pt>
                <c:pt idx="3945">
                  <c:v>49.983032000000001</c:v>
                </c:pt>
                <c:pt idx="3946">
                  <c:v>49.952316000000003</c:v>
                </c:pt>
                <c:pt idx="3947">
                  <c:v>49.871215999999997</c:v>
                </c:pt>
                <c:pt idx="3948">
                  <c:v>49.655464000000002</c:v>
                </c:pt>
                <c:pt idx="3949">
                  <c:v>49.074798999999999</c:v>
                </c:pt>
                <c:pt idx="3950">
                  <c:v>47.766593999999998</c:v>
                </c:pt>
                <c:pt idx="3951">
                  <c:v>46.093451999999999</c:v>
                </c:pt>
                <c:pt idx="3952">
                  <c:v>45.332447000000002</c:v>
                </c:pt>
                <c:pt idx="3953">
                  <c:v>45.366008999999998</c:v>
                </c:pt>
                <c:pt idx="3954">
                  <c:v>45.541606999999999</c:v>
                </c:pt>
                <c:pt idx="3955">
                  <c:v>45.647284999999997</c:v>
                </c:pt>
                <c:pt idx="3956">
                  <c:v>45.663863999999997</c:v>
                </c:pt>
                <c:pt idx="3957">
                  <c:v>45.611362</c:v>
                </c:pt>
                <c:pt idx="3958">
                  <c:v>45.508118000000003</c:v>
                </c:pt>
                <c:pt idx="3959">
                  <c:v>45.373623000000002</c:v>
                </c:pt>
                <c:pt idx="3960">
                  <c:v>45.225254</c:v>
                </c:pt>
                <c:pt idx="3961">
                  <c:v>45.069687000000002</c:v>
                </c:pt>
                <c:pt idx="3962">
                  <c:v>44.907246000000001</c:v>
                </c:pt>
                <c:pt idx="3963">
                  <c:v>44.739924999999999</c:v>
                </c:pt>
                <c:pt idx="3964">
                  <c:v>44.569842999999999</c:v>
                </c:pt>
                <c:pt idx="3965">
                  <c:v>44.395321000000003</c:v>
                </c:pt>
                <c:pt idx="3966">
                  <c:v>44.209217000000002</c:v>
                </c:pt>
                <c:pt idx="3967">
                  <c:v>44.013294000000002</c:v>
                </c:pt>
                <c:pt idx="3968">
                  <c:v>43.817253000000001</c:v>
                </c:pt>
                <c:pt idx="3969">
                  <c:v>43.630589000000001</c:v>
                </c:pt>
                <c:pt idx="3970">
                  <c:v>43.451466000000003</c:v>
                </c:pt>
                <c:pt idx="3971">
                  <c:v>43.278885000000002</c:v>
                </c:pt>
                <c:pt idx="3972">
                  <c:v>43.109112000000003</c:v>
                </c:pt>
                <c:pt idx="3973">
                  <c:v>42.939373000000003</c:v>
                </c:pt>
                <c:pt idx="3974">
                  <c:v>42.760925</c:v>
                </c:pt>
                <c:pt idx="3975">
                  <c:v>42.565463999999999</c:v>
                </c:pt>
                <c:pt idx="3976">
                  <c:v>42.347583999999998</c:v>
                </c:pt>
                <c:pt idx="3977">
                  <c:v>42.086894999999998</c:v>
                </c:pt>
                <c:pt idx="3978">
                  <c:v>41.772025999999997</c:v>
                </c:pt>
                <c:pt idx="3979">
                  <c:v>41.38776</c:v>
                </c:pt>
                <c:pt idx="3980">
                  <c:v>40.930286000000002</c:v>
                </c:pt>
                <c:pt idx="3981">
                  <c:v>40.365859999999998</c:v>
                </c:pt>
                <c:pt idx="3982">
                  <c:v>39.693995999999999</c:v>
                </c:pt>
                <c:pt idx="3983">
                  <c:v>38.930633999999998</c:v>
                </c:pt>
                <c:pt idx="3984">
                  <c:v>38.121338000000002</c:v>
                </c:pt>
                <c:pt idx="3985">
                  <c:v>37.329040999999997</c:v>
                </c:pt>
                <c:pt idx="3986">
                  <c:v>36.611286</c:v>
                </c:pt>
                <c:pt idx="3987">
                  <c:v>35.998534999999997</c:v>
                </c:pt>
                <c:pt idx="3988">
                  <c:v>35.507458</c:v>
                </c:pt>
                <c:pt idx="3989">
                  <c:v>35.127045000000003</c:v>
                </c:pt>
                <c:pt idx="3990">
                  <c:v>34.844662</c:v>
                </c:pt>
                <c:pt idx="3991">
                  <c:v>34.636425000000003</c:v>
                </c:pt>
                <c:pt idx="3992">
                  <c:v>34.488177999999998</c:v>
                </c:pt>
                <c:pt idx="3993">
                  <c:v>34.386028000000003</c:v>
                </c:pt>
                <c:pt idx="3994">
                  <c:v>34.315094000000002</c:v>
                </c:pt>
                <c:pt idx="3995">
                  <c:v>34.261799000000003</c:v>
                </c:pt>
                <c:pt idx="3996">
                  <c:v>34.222836000000001</c:v>
                </c:pt>
                <c:pt idx="3997">
                  <c:v>34.200229999999998</c:v>
                </c:pt>
                <c:pt idx="3998">
                  <c:v>34.190182</c:v>
                </c:pt>
                <c:pt idx="3999">
                  <c:v>34.195019000000002</c:v>
                </c:pt>
                <c:pt idx="4000">
                  <c:v>34.211829999999999</c:v>
                </c:pt>
                <c:pt idx="4001">
                  <c:v>34.238456999999997</c:v>
                </c:pt>
                <c:pt idx="4002">
                  <c:v>34.278537999999998</c:v>
                </c:pt>
                <c:pt idx="4003">
                  <c:v>34.325451000000001</c:v>
                </c:pt>
                <c:pt idx="4004">
                  <c:v>34.366900999999999</c:v>
                </c:pt>
                <c:pt idx="4005">
                  <c:v>34.399146999999999</c:v>
                </c:pt>
                <c:pt idx="4006">
                  <c:v>34.425837999999999</c:v>
                </c:pt>
                <c:pt idx="4007">
                  <c:v>34.447670000000002</c:v>
                </c:pt>
                <c:pt idx="4008">
                  <c:v>34.467812000000002</c:v>
                </c:pt>
                <c:pt idx="4009">
                  <c:v>34.488852999999999</c:v>
                </c:pt>
                <c:pt idx="4010">
                  <c:v>34.519801999999999</c:v>
                </c:pt>
                <c:pt idx="4011">
                  <c:v>34.553379</c:v>
                </c:pt>
                <c:pt idx="4012">
                  <c:v>34.589165000000001</c:v>
                </c:pt>
                <c:pt idx="4013">
                  <c:v>34.62426</c:v>
                </c:pt>
                <c:pt idx="4014">
                  <c:v>34.654834999999999</c:v>
                </c:pt>
                <c:pt idx="4015">
                  <c:v>34.674114000000003</c:v>
                </c:pt>
                <c:pt idx="4016">
                  <c:v>34.683849000000002</c:v>
                </c:pt>
                <c:pt idx="4017">
                  <c:v>34.685882999999997</c:v>
                </c:pt>
                <c:pt idx="4018">
                  <c:v>34.692695999999998</c:v>
                </c:pt>
                <c:pt idx="4019">
                  <c:v>34.699187999999999</c:v>
                </c:pt>
                <c:pt idx="4020">
                  <c:v>34.702370000000002</c:v>
                </c:pt>
                <c:pt idx="4021">
                  <c:v>34.711308000000002</c:v>
                </c:pt>
                <c:pt idx="4022">
                  <c:v>34.732501999999997</c:v>
                </c:pt>
                <c:pt idx="4023">
                  <c:v>34.754471000000002</c:v>
                </c:pt>
                <c:pt idx="4024">
                  <c:v>34.756359000000003</c:v>
                </c:pt>
                <c:pt idx="4025">
                  <c:v>34.340209999999999</c:v>
                </c:pt>
                <c:pt idx="4026">
                  <c:v>32.924278000000001</c:v>
                </c:pt>
                <c:pt idx="4027">
                  <c:v>33.844414</c:v>
                </c:pt>
                <c:pt idx="4028">
                  <c:v>34.673324999999998</c:v>
                </c:pt>
                <c:pt idx="4029">
                  <c:v>34.695770000000003</c:v>
                </c:pt>
                <c:pt idx="4030">
                  <c:v>34.703136000000001</c:v>
                </c:pt>
                <c:pt idx="4031">
                  <c:v>34.711109</c:v>
                </c:pt>
                <c:pt idx="4032">
                  <c:v>34.721443000000001</c:v>
                </c:pt>
                <c:pt idx="4033">
                  <c:v>34.731400000000001</c:v>
                </c:pt>
                <c:pt idx="4034">
                  <c:v>34.733035999999998</c:v>
                </c:pt>
                <c:pt idx="4035">
                  <c:v>34.727406000000002</c:v>
                </c:pt>
                <c:pt idx="4036">
                  <c:v>34.712150999999999</c:v>
                </c:pt>
                <c:pt idx="4037">
                  <c:v>34.684708000000001</c:v>
                </c:pt>
                <c:pt idx="4038">
                  <c:v>34.655037</c:v>
                </c:pt>
                <c:pt idx="4039">
                  <c:v>34.630718000000002</c:v>
                </c:pt>
                <c:pt idx="4040">
                  <c:v>34.610947000000003</c:v>
                </c:pt>
                <c:pt idx="4041">
                  <c:v>34.594639000000001</c:v>
                </c:pt>
                <c:pt idx="4042">
                  <c:v>34.576301999999998</c:v>
                </c:pt>
                <c:pt idx="4043">
                  <c:v>34.557673999999999</c:v>
                </c:pt>
                <c:pt idx="4044">
                  <c:v>34.536900000000003</c:v>
                </c:pt>
                <c:pt idx="4045">
                  <c:v>34.513255999999998</c:v>
                </c:pt>
                <c:pt idx="4046">
                  <c:v>34.487521999999998</c:v>
                </c:pt>
                <c:pt idx="4047">
                  <c:v>34.457290999999998</c:v>
                </c:pt>
                <c:pt idx="4048">
                  <c:v>34.426242999999999</c:v>
                </c:pt>
                <c:pt idx="4049">
                  <c:v>34.395355000000002</c:v>
                </c:pt>
                <c:pt idx="4050">
                  <c:v>34.362018999999997</c:v>
                </c:pt>
                <c:pt idx="4051">
                  <c:v>34.330269000000001</c:v>
                </c:pt>
                <c:pt idx="4052">
                  <c:v>34.295760999999999</c:v>
                </c:pt>
                <c:pt idx="4053">
                  <c:v>34.259357000000001</c:v>
                </c:pt>
                <c:pt idx="4054">
                  <c:v>34.223019000000001</c:v>
                </c:pt>
                <c:pt idx="4055">
                  <c:v>34.184162000000001</c:v>
                </c:pt>
                <c:pt idx="4056">
                  <c:v>34.145752000000002</c:v>
                </c:pt>
                <c:pt idx="4057">
                  <c:v>34.106856999999998</c:v>
                </c:pt>
                <c:pt idx="4058">
                  <c:v>34.066043999999998</c:v>
                </c:pt>
                <c:pt idx="4059">
                  <c:v>34.028976</c:v>
                </c:pt>
                <c:pt idx="4060">
                  <c:v>33.992531</c:v>
                </c:pt>
                <c:pt idx="4061">
                  <c:v>33.954971</c:v>
                </c:pt>
                <c:pt idx="4062">
                  <c:v>33.917045999999999</c:v>
                </c:pt>
                <c:pt idx="4063">
                  <c:v>33.879848000000003</c:v>
                </c:pt>
                <c:pt idx="4064">
                  <c:v>33.842091000000003</c:v>
                </c:pt>
                <c:pt idx="4065">
                  <c:v>33.802295999999998</c:v>
                </c:pt>
                <c:pt idx="4066">
                  <c:v>33.760745999999997</c:v>
                </c:pt>
                <c:pt idx="4067">
                  <c:v>33.721767</c:v>
                </c:pt>
                <c:pt idx="4068">
                  <c:v>33.682304000000002</c:v>
                </c:pt>
                <c:pt idx="4069">
                  <c:v>33.642333999999998</c:v>
                </c:pt>
                <c:pt idx="4070">
                  <c:v>33.604484999999997</c:v>
                </c:pt>
                <c:pt idx="4071">
                  <c:v>33.568942999999997</c:v>
                </c:pt>
                <c:pt idx="4072">
                  <c:v>33.535812</c:v>
                </c:pt>
                <c:pt idx="4073">
                  <c:v>33.500771</c:v>
                </c:pt>
                <c:pt idx="4074">
                  <c:v>33.463509000000002</c:v>
                </c:pt>
                <c:pt idx="4075">
                  <c:v>33.426093999999999</c:v>
                </c:pt>
                <c:pt idx="4076">
                  <c:v>33.386046999999998</c:v>
                </c:pt>
                <c:pt idx="4077">
                  <c:v>33.340733</c:v>
                </c:pt>
                <c:pt idx="4078">
                  <c:v>33.295425000000002</c:v>
                </c:pt>
                <c:pt idx="4079">
                  <c:v>33.253718999999997</c:v>
                </c:pt>
                <c:pt idx="4080">
                  <c:v>33.214539000000002</c:v>
                </c:pt>
                <c:pt idx="4081">
                  <c:v>33.177990000000001</c:v>
                </c:pt>
                <c:pt idx="4082">
                  <c:v>33.144607999999998</c:v>
                </c:pt>
                <c:pt idx="4083">
                  <c:v>33.109611999999998</c:v>
                </c:pt>
                <c:pt idx="4084">
                  <c:v>33.073891000000003</c:v>
                </c:pt>
                <c:pt idx="4085">
                  <c:v>33.033622999999999</c:v>
                </c:pt>
                <c:pt idx="4086">
                  <c:v>32.994639999999997</c:v>
                </c:pt>
                <c:pt idx="4087">
                  <c:v>32.953522</c:v>
                </c:pt>
                <c:pt idx="4088">
                  <c:v>32.911194000000002</c:v>
                </c:pt>
                <c:pt idx="4089">
                  <c:v>32.868628999999999</c:v>
                </c:pt>
                <c:pt idx="4090">
                  <c:v>32.830413999999998</c:v>
                </c:pt>
                <c:pt idx="4091">
                  <c:v>32.796253</c:v>
                </c:pt>
                <c:pt idx="4092">
                  <c:v>32.765326999999999</c:v>
                </c:pt>
                <c:pt idx="4093">
                  <c:v>32.735022999999998</c:v>
                </c:pt>
                <c:pt idx="4094">
                  <c:v>32.700481000000003</c:v>
                </c:pt>
                <c:pt idx="4095">
                  <c:v>32.663372000000003</c:v>
                </c:pt>
                <c:pt idx="4096">
                  <c:v>32.622951999999998</c:v>
                </c:pt>
                <c:pt idx="4097">
                  <c:v>32.579422000000001</c:v>
                </c:pt>
                <c:pt idx="4098">
                  <c:v>32.538463999999998</c:v>
                </c:pt>
                <c:pt idx="4099">
                  <c:v>32.499583999999999</c:v>
                </c:pt>
                <c:pt idx="4100">
                  <c:v>32.465294</c:v>
                </c:pt>
                <c:pt idx="4101">
                  <c:v>32.43327</c:v>
                </c:pt>
                <c:pt idx="4102">
                  <c:v>32.401051000000002</c:v>
                </c:pt>
                <c:pt idx="4103">
                  <c:v>32.371540000000003</c:v>
                </c:pt>
                <c:pt idx="4104">
                  <c:v>32.338821000000003</c:v>
                </c:pt>
                <c:pt idx="4105">
                  <c:v>32.300258999999997</c:v>
                </c:pt>
                <c:pt idx="4106">
                  <c:v>32.257796999999997</c:v>
                </c:pt>
                <c:pt idx="4107">
                  <c:v>32.214668000000003</c:v>
                </c:pt>
                <c:pt idx="4108">
                  <c:v>32.174365999999999</c:v>
                </c:pt>
                <c:pt idx="4109">
                  <c:v>32.136668999999998</c:v>
                </c:pt>
                <c:pt idx="4110">
                  <c:v>32.100296</c:v>
                </c:pt>
                <c:pt idx="4111">
                  <c:v>32.068992999999999</c:v>
                </c:pt>
                <c:pt idx="4112">
                  <c:v>32.041030999999997</c:v>
                </c:pt>
                <c:pt idx="4113">
                  <c:v>32.010959999999997</c:v>
                </c:pt>
                <c:pt idx="4114">
                  <c:v>31.918990999999998</c:v>
                </c:pt>
                <c:pt idx="4115">
                  <c:v>30.590271000000001</c:v>
                </c:pt>
                <c:pt idx="4116">
                  <c:v>28.090948000000001</c:v>
                </c:pt>
                <c:pt idx="4117">
                  <c:v>29.477132999999998</c:v>
                </c:pt>
                <c:pt idx="4118">
                  <c:v>30.793341000000002</c:v>
                </c:pt>
                <c:pt idx="4119">
                  <c:v>31.659599</c:v>
                </c:pt>
                <c:pt idx="4120">
                  <c:v>32.221077000000001</c:v>
                </c:pt>
                <c:pt idx="4121">
                  <c:v>32.605117999999997</c:v>
                </c:pt>
                <c:pt idx="4122">
                  <c:v>32.884250999999999</c:v>
                </c:pt>
                <c:pt idx="4123">
                  <c:v>33.095180999999997</c:v>
                </c:pt>
                <c:pt idx="4124">
                  <c:v>33.254848000000003</c:v>
                </c:pt>
                <c:pt idx="4125">
                  <c:v>33.375683000000002</c:v>
                </c:pt>
                <c:pt idx="4126">
                  <c:v>33.467838</c:v>
                </c:pt>
                <c:pt idx="4127">
                  <c:v>33.540484999999997</c:v>
                </c:pt>
                <c:pt idx="4128">
                  <c:v>33.595878999999996</c:v>
                </c:pt>
                <c:pt idx="4129">
                  <c:v>33.638615000000001</c:v>
                </c:pt>
                <c:pt idx="4130">
                  <c:v>33.671154000000001</c:v>
                </c:pt>
                <c:pt idx="4131">
                  <c:v>33.694507999999999</c:v>
                </c:pt>
                <c:pt idx="4132">
                  <c:v>33.709784999999997</c:v>
                </c:pt>
                <c:pt idx="4133">
                  <c:v>33.714146</c:v>
                </c:pt>
                <c:pt idx="4134">
                  <c:v>33.705188999999997</c:v>
                </c:pt>
                <c:pt idx="4135">
                  <c:v>33.687252000000001</c:v>
                </c:pt>
                <c:pt idx="4136">
                  <c:v>33.663066999999998</c:v>
                </c:pt>
                <c:pt idx="4137">
                  <c:v>33.635117000000001</c:v>
                </c:pt>
                <c:pt idx="4138">
                  <c:v>33.606560000000002</c:v>
                </c:pt>
                <c:pt idx="4139">
                  <c:v>33.579310999999997</c:v>
                </c:pt>
                <c:pt idx="4140">
                  <c:v>33.553555000000003</c:v>
                </c:pt>
                <c:pt idx="4141">
                  <c:v>33.528998999999999</c:v>
                </c:pt>
                <c:pt idx="4142">
                  <c:v>33.506439</c:v>
                </c:pt>
                <c:pt idx="4143">
                  <c:v>33.480525999999998</c:v>
                </c:pt>
                <c:pt idx="4144">
                  <c:v>33.446758000000003</c:v>
                </c:pt>
                <c:pt idx="4145">
                  <c:v>33.404575000000001</c:v>
                </c:pt>
                <c:pt idx="4146">
                  <c:v>33.361015000000002</c:v>
                </c:pt>
                <c:pt idx="4147">
                  <c:v>33.317982000000001</c:v>
                </c:pt>
                <c:pt idx="4148">
                  <c:v>33.276744999999998</c:v>
                </c:pt>
                <c:pt idx="4149">
                  <c:v>33.240189000000001</c:v>
                </c:pt>
                <c:pt idx="4150">
                  <c:v>33.210135999999999</c:v>
                </c:pt>
                <c:pt idx="4151">
                  <c:v>33.183684999999997</c:v>
                </c:pt>
                <c:pt idx="4152">
                  <c:v>33.159587999999999</c:v>
                </c:pt>
                <c:pt idx="4153">
                  <c:v>33.132621999999998</c:v>
                </c:pt>
                <c:pt idx="4154">
                  <c:v>33.099594000000003</c:v>
                </c:pt>
                <c:pt idx="4155">
                  <c:v>33.058224000000003</c:v>
                </c:pt>
                <c:pt idx="4156">
                  <c:v>33.011401999999997</c:v>
                </c:pt>
                <c:pt idx="4157">
                  <c:v>32.967323</c:v>
                </c:pt>
                <c:pt idx="4158">
                  <c:v>32.929729000000002</c:v>
                </c:pt>
                <c:pt idx="4159">
                  <c:v>32.898944999999998</c:v>
                </c:pt>
                <c:pt idx="4160">
                  <c:v>32.873142000000001</c:v>
                </c:pt>
                <c:pt idx="4161">
                  <c:v>32.849735000000003</c:v>
                </c:pt>
                <c:pt idx="4162">
                  <c:v>32.827373999999999</c:v>
                </c:pt>
                <c:pt idx="4163">
                  <c:v>32.803019999999997</c:v>
                </c:pt>
                <c:pt idx="4164">
                  <c:v>32.770679000000001</c:v>
                </c:pt>
                <c:pt idx="4165">
                  <c:v>32.730567999999998</c:v>
                </c:pt>
                <c:pt idx="4166">
                  <c:v>32.685901999999999</c:v>
                </c:pt>
                <c:pt idx="4167">
                  <c:v>32.644722000000002</c:v>
                </c:pt>
                <c:pt idx="4168">
                  <c:v>32.611148999999997</c:v>
                </c:pt>
                <c:pt idx="4169">
                  <c:v>32.583786000000003</c:v>
                </c:pt>
                <c:pt idx="4170">
                  <c:v>32.560271999999998</c:v>
                </c:pt>
                <c:pt idx="4171">
                  <c:v>32.540675999999998</c:v>
                </c:pt>
                <c:pt idx="4172">
                  <c:v>32.521667000000001</c:v>
                </c:pt>
                <c:pt idx="4173">
                  <c:v>32.499409</c:v>
                </c:pt>
                <c:pt idx="4174">
                  <c:v>32.469600999999997</c:v>
                </c:pt>
                <c:pt idx="4175">
                  <c:v>32.432181999999997</c:v>
                </c:pt>
                <c:pt idx="4176">
                  <c:v>32.389606000000001</c:v>
                </c:pt>
                <c:pt idx="4177">
                  <c:v>32.349345999999997</c:v>
                </c:pt>
                <c:pt idx="4178">
                  <c:v>32.316974999999999</c:v>
                </c:pt>
                <c:pt idx="4179">
                  <c:v>32.291901000000003</c:v>
                </c:pt>
                <c:pt idx="4180">
                  <c:v>32.271377999999999</c:v>
                </c:pt>
                <c:pt idx="4181">
                  <c:v>32.253039999999999</c:v>
                </c:pt>
                <c:pt idx="4182">
                  <c:v>32.236198000000002</c:v>
                </c:pt>
                <c:pt idx="4183">
                  <c:v>32.217219999999998</c:v>
                </c:pt>
                <c:pt idx="4184">
                  <c:v>32.188904000000001</c:v>
                </c:pt>
                <c:pt idx="4185">
                  <c:v>32.151093000000003</c:v>
                </c:pt>
                <c:pt idx="4186">
                  <c:v>32.108024999999998</c:v>
                </c:pt>
                <c:pt idx="4187">
                  <c:v>32.068752000000003</c:v>
                </c:pt>
                <c:pt idx="4188">
                  <c:v>32.037475999999998</c:v>
                </c:pt>
                <c:pt idx="4189">
                  <c:v>32.012661000000001</c:v>
                </c:pt>
                <c:pt idx="4190">
                  <c:v>31.994173</c:v>
                </c:pt>
                <c:pt idx="4191">
                  <c:v>31.980119999999999</c:v>
                </c:pt>
                <c:pt idx="4192">
                  <c:v>31.967538999999999</c:v>
                </c:pt>
                <c:pt idx="4193">
                  <c:v>31.949604000000001</c:v>
                </c:pt>
                <c:pt idx="4194">
                  <c:v>31.923071</c:v>
                </c:pt>
                <c:pt idx="4195">
                  <c:v>31.886113999999999</c:v>
                </c:pt>
                <c:pt idx="4196">
                  <c:v>31.844052999999999</c:v>
                </c:pt>
                <c:pt idx="4197">
                  <c:v>31.805401</c:v>
                </c:pt>
                <c:pt idx="4198">
                  <c:v>31.775414000000001</c:v>
                </c:pt>
                <c:pt idx="4199">
                  <c:v>31.754428999999998</c:v>
                </c:pt>
                <c:pt idx="4200">
                  <c:v>31.740814</c:v>
                </c:pt>
                <c:pt idx="4201">
                  <c:v>31.730045</c:v>
                </c:pt>
                <c:pt idx="4202">
                  <c:v>31.720451000000001</c:v>
                </c:pt>
                <c:pt idx="4203">
                  <c:v>31.707350000000002</c:v>
                </c:pt>
                <c:pt idx="4204">
                  <c:v>31.684856</c:v>
                </c:pt>
                <c:pt idx="4205">
                  <c:v>31.649743999999998</c:v>
                </c:pt>
                <c:pt idx="4206">
                  <c:v>31.610569000000002</c:v>
                </c:pt>
                <c:pt idx="4207">
                  <c:v>31.572223999999999</c:v>
                </c:pt>
                <c:pt idx="4208">
                  <c:v>31.540092000000001</c:v>
                </c:pt>
                <c:pt idx="4209">
                  <c:v>31.516895000000002</c:v>
                </c:pt>
                <c:pt idx="4210">
                  <c:v>31.500633000000001</c:v>
                </c:pt>
                <c:pt idx="4211">
                  <c:v>31.490621999999998</c:v>
                </c:pt>
                <c:pt idx="4212">
                  <c:v>31.483276</c:v>
                </c:pt>
                <c:pt idx="4213">
                  <c:v>31.473326</c:v>
                </c:pt>
                <c:pt idx="4214">
                  <c:v>31.453716</c:v>
                </c:pt>
                <c:pt idx="4215">
                  <c:v>31.420981999999999</c:v>
                </c:pt>
                <c:pt idx="4216">
                  <c:v>31.382546999999999</c:v>
                </c:pt>
                <c:pt idx="4217">
                  <c:v>31.346418</c:v>
                </c:pt>
                <c:pt idx="4218">
                  <c:v>31.316105</c:v>
                </c:pt>
                <c:pt idx="4219">
                  <c:v>31.294557999999999</c:v>
                </c:pt>
                <c:pt idx="4220">
                  <c:v>31.281223000000001</c:v>
                </c:pt>
                <c:pt idx="4221">
                  <c:v>31.274151</c:v>
                </c:pt>
                <c:pt idx="4222">
                  <c:v>31.269606</c:v>
                </c:pt>
                <c:pt idx="4223">
                  <c:v>31.261133000000001</c:v>
                </c:pt>
                <c:pt idx="4224">
                  <c:v>31.239581999999999</c:v>
                </c:pt>
                <c:pt idx="4225">
                  <c:v>31.208058999999999</c:v>
                </c:pt>
                <c:pt idx="4226">
                  <c:v>31.169483</c:v>
                </c:pt>
                <c:pt idx="4227">
                  <c:v>31.1327</c:v>
                </c:pt>
                <c:pt idx="4228">
                  <c:v>31.103043</c:v>
                </c:pt>
                <c:pt idx="4229">
                  <c:v>31.082218000000001</c:v>
                </c:pt>
                <c:pt idx="4230">
                  <c:v>31.06859</c:v>
                </c:pt>
                <c:pt idx="4231">
                  <c:v>31.060772</c:v>
                </c:pt>
                <c:pt idx="4232">
                  <c:v>31.054587999999999</c:v>
                </c:pt>
                <c:pt idx="4233">
                  <c:v>31.047516000000002</c:v>
                </c:pt>
                <c:pt idx="4234">
                  <c:v>31.031984000000001</c:v>
                </c:pt>
                <c:pt idx="4235">
                  <c:v>31.004418999999999</c:v>
                </c:pt>
                <c:pt idx="4236">
                  <c:v>30.970030000000001</c:v>
                </c:pt>
                <c:pt idx="4237">
                  <c:v>30.938679</c:v>
                </c:pt>
                <c:pt idx="4238">
                  <c:v>30.914529999999999</c:v>
                </c:pt>
                <c:pt idx="4239">
                  <c:v>30.898347999999999</c:v>
                </c:pt>
                <c:pt idx="4240">
                  <c:v>30.890792999999999</c:v>
                </c:pt>
                <c:pt idx="4241">
                  <c:v>30.886994999999999</c:v>
                </c:pt>
                <c:pt idx="4242">
                  <c:v>30.883381</c:v>
                </c:pt>
                <c:pt idx="4243">
                  <c:v>30.873197999999999</c:v>
                </c:pt>
                <c:pt idx="4244">
                  <c:v>30.853382</c:v>
                </c:pt>
                <c:pt idx="4245">
                  <c:v>30.823664000000001</c:v>
                </c:pt>
                <c:pt idx="4246">
                  <c:v>30.789701000000001</c:v>
                </c:pt>
                <c:pt idx="4247">
                  <c:v>30.757372</c:v>
                </c:pt>
                <c:pt idx="4248">
                  <c:v>30.732673999999999</c:v>
                </c:pt>
                <c:pt idx="4249">
                  <c:v>30.716206</c:v>
                </c:pt>
                <c:pt idx="4250">
                  <c:v>30.711411999999999</c:v>
                </c:pt>
                <c:pt idx="4251">
                  <c:v>30.711084</c:v>
                </c:pt>
                <c:pt idx="4252">
                  <c:v>30.709578</c:v>
                </c:pt>
                <c:pt idx="4253">
                  <c:v>30.703505</c:v>
                </c:pt>
                <c:pt idx="4254">
                  <c:v>30.687265</c:v>
                </c:pt>
                <c:pt idx="4255">
                  <c:v>30.659775</c:v>
                </c:pt>
                <c:pt idx="4256">
                  <c:v>30.628529</c:v>
                </c:pt>
                <c:pt idx="4257">
                  <c:v>30.599164999999999</c:v>
                </c:pt>
                <c:pt idx="4258">
                  <c:v>30.578185999999999</c:v>
                </c:pt>
                <c:pt idx="4259">
                  <c:v>30.566603000000001</c:v>
                </c:pt>
                <c:pt idx="4260">
                  <c:v>30.563041999999999</c:v>
                </c:pt>
                <c:pt idx="4261">
                  <c:v>30.564302000000001</c:v>
                </c:pt>
                <c:pt idx="4262">
                  <c:v>30.565989999999999</c:v>
                </c:pt>
                <c:pt idx="4263">
                  <c:v>30.561657</c:v>
                </c:pt>
                <c:pt idx="4264">
                  <c:v>30.543659000000002</c:v>
                </c:pt>
                <c:pt idx="4265">
                  <c:v>30.515132999999999</c:v>
                </c:pt>
                <c:pt idx="4266">
                  <c:v>30.485631999999999</c:v>
                </c:pt>
                <c:pt idx="4267">
                  <c:v>30.458514999999998</c:v>
                </c:pt>
                <c:pt idx="4268">
                  <c:v>30.436219999999999</c:v>
                </c:pt>
                <c:pt idx="4269">
                  <c:v>30.424244000000002</c:v>
                </c:pt>
                <c:pt idx="4270">
                  <c:v>30.420938</c:v>
                </c:pt>
                <c:pt idx="4271">
                  <c:v>30.422604</c:v>
                </c:pt>
                <c:pt idx="4272">
                  <c:v>30.424011</c:v>
                </c:pt>
                <c:pt idx="4273">
                  <c:v>30.419212000000002</c:v>
                </c:pt>
                <c:pt idx="4274">
                  <c:v>30.403690000000001</c:v>
                </c:pt>
                <c:pt idx="4275">
                  <c:v>30.378990000000002</c:v>
                </c:pt>
                <c:pt idx="4276">
                  <c:v>30.349297</c:v>
                </c:pt>
                <c:pt idx="4277">
                  <c:v>30.323799000000001</c:v>
                </c:pt>
                <c:pt idx="4278">
                  <c:v>30.304594000000002</c:v>
                </c:pt>
                <c:pt idx="4279">
                  <c:v>30.294090000000001</c:v>
                </c:pt>
                <c:pt idx="4280">
                  <c:v>30.289657999999999</c:v>
                </c:pt>
                <c:pt idx="4281">
                  <c:v>30.287068999999999</c:v>
                </c:pt>
                <c:pt idx="4282">
                  <c:v>30.278582</c:v>
                </c:pt>
                <c:pt idx="4283">
                  <c:v>30.232520999999998</c:v>
                </c:pt>
                <c:pt idx="4284">
                  <c:v>30.116793000000001</c:v>
                </c:pt>
                <c:pt idx="4285">
                  <c:v>29.973980000000001</c:v>
                </c:pt>
                <c:pt idx="4286">
                  <c:v>29.854762999999998</c:v>
                </c:pt>
                <c:pt idx="4287">
                  <c:v>29.773240999999999</c:v>
                </c:pt>
                <c:pt idx="4288">
                  <c:v>29.730846</c:v>
                </c:pt>
                <c:pt idx="4289">
                  <c:v>29.718710000000002</c:v>
                </c:pt>
                <c:pt idx="4290">
                  <c:v>29.732209999999998</c:v>
                </c:pt>
                <c:pt idx="4291">
                  <c:v>29.760110999999998</c:v>
                </c:pt>
                <c:pt idx="4292">
                  <c:v>29.775701999999999</c:v>
                </c:pt>
                <c:pt idx="4293">
                  <c:v>29.741343000000001</c:v>
                </c:pt>
                <c:pt idx="4294">
                  <c:v>29.583855</c:v>
                </c:pt>
                <c:pt idx="4295">
                  <c:v>29.287275000000001</c:v>
                </c:pt>
                <c:pt idx="4296">
                  <c:v>28.942198000000001</c:v>
                </c:pt>
                <c:pt idx="4297">
                  <c:v>28.599395999999999</c:v>
                </c:pt>
                <c:pt idx="4298">
                  <c:v>28.29034</c:v>
                </c:pt>
                <c:pt idx="4299">
                  <c:v>27.979382000000001</c:v>
                </c:pt>
                <c:pt idx="4300">
                  <c:v>27.772760000000002</c:v>
                </c:pt>
                <c:pt idx="4301">
                  <c:v>27.620056000000002</c:v>
                </c:pt>
                <c:pt idx="4302">
                  <c:v>27.511564</c:v>
                </c:pt>
                <c:pt idx="4303">
                  <c:v>27.430448999999999</c:v>
                </c:pt>
                <c:pt idx="4304">
                  <c:v>27.362186000000001</c:v>
                </c:pt>
                <c:pt idx="4305">
                  <c:v>27.293410999999999</c:v>
                </c:pt>
                <c:pt idx="4306">
                  <c:v>27.226859999999999</c:v>
                </c:pt>
                <c:pt idx="4307">
                  <c:v>27.194272999999999</c:v>
                </c:pt>
                <c:pt idx="4308">
                  <c:v>27.212032000000001</c:v>
                </c:pt>
                <c:pt idx="4309">
                  <c:v>27.270119000000001</c:v>
                </c:pt>
                <c:pt idx="4310">
                  <c:v>27.363167000000001</c:v>
                </c:pt>
                <c:pt idx="4311">
                  <c:v>27.482275000000001</c:v>
                </c:pt>
                <c:pt idx="4312">
                  <c:v>27.608953</c:v>
                </c:pt>
                <c:pt idx="4313">
                  <c:v>27.693418999999999</c:v>
                </c:pt>
                <c:pt idx="4314">
                  <c:v>27.712433000000001</c:v>
                </c:pt>
                <c:pt idx="4315">
                  <c:v>27.667456000000001</c:v>
                </c:pt>
                <c:pt idx="4316">
                  <c:v>27.583411999999999</c:v>
                </c:pt>
                <c:pt idx="4317">
                  <c:v>27.494361999999999</c:v>
                </c:pt>
                <c:pt idx="4318">
                  <c:v>27.418606</c:v>
                </c:pt>
                <c:pt idx="4319">
                  <c:v>27.37067</c:v>
                </c:pt>
                <c:pt idx="4320">
                  <c:v>27.367135999999999</c:v>
                </c:pt>
                <c:pt idx="4321">
                  <c:v>27.402080999999999</c:v>
                </c:pt>
                <c:pt idx="4322">
                  <c:v>27.454989999999999</c:v>
                </c:pt>
                <c:pt idx="4323">
                  <c:v>27.499251999999998</c:v>
                </c:pt>
                <c:pt idx="4324">
                  <c:v>27.508002999999999</c:v>
                </c:pt>
                <c:pt idx="4325">
                  <c:v>27.469912000000001</c:v>
                </c:pt>
                <c:pt idx="4326">
                  <c:v>27.400991000000001</c:v>
                </c:pt>
                <c:pt idx="4327">
                  <c:v>27.332024000000001</c:v>
                </c:pt>
                <c:pt idx="4328">
                  <c:v>27.285316000000002</c:v>
                </c:pt>
                <c:pt idx="4329">
                  <c:v>27.277194999999999</c:v>
                </c:pt>
                <c:pt idx="4330">
                  <c:v>27.312819999999999</c:v>
                </c:pt>
                <c:pt idx="4331">
                  <c:v>27.375767</c:v>
                </c:pt>
                <c:pt idx="4332">
                  <c:v>27.440828</c:v>
                </c:pt>
                <c:pt idx="4333">
                  <c:v>27.483561000000002</c:v>
                </c:pt>
                <c:pt idx="4334">
                  <c:v>27.476803</c:v>
                </c:pt>
                <c:pt idx="4335">
                  <c:v>27.43018</c:v>
                </c:pt>
                <c:pt idx="4336">
                  <c:v>27.372371999999999</c:v>
                </c:pt>
                <c:pt idx="4337">
                  <c:v>27.293198</c:v>
                </c:pt>
                <c:pt idx="4338">
                  <c:v>27.186140000000002</c:v>
                </c:pt>
                <c:pt idx="4339">
                  <c:v>27.114176</c:v>
                </c:pt>
                <c:pt idx="4340">
                  <c:v>27.107182999999999</c:v>
                </c:pt>
                <c:pt idx="4341">
                  <c:v>27.145098000000001</c:v>
                </c:pt>
                <c:pt idx="4342">
                  <c:v>27.198288000000002</c:v>
                </c:pt>
                <c:pt idx="4343">
                  <c:v>27.235195000000001</c:v>
                </c:pt>
                <c:pt idx="4344">
                  <c:v>27.227737000000001</c:v>
                </c:pt>
                <c:pt idx="4345">
                  <c:v>27.179762</c:v>
                </c:pt>
                <c:pt idx="4346">
                  <c:v>27.112869</c:v>
                </c:pt>
                <c:pt idx="4347">
                  <c:v>27.061523000000001</c:v>
                </c:pt>
                <c:pt idx="4348">
                  <c:v>27.047266</c:v>
                </c:pt>
                <c:pt idx="4349">
                  <c:v>27.078205000000001</c:v>
                </c:pt>
                <c:pt idx="4350">
                  <c:v>27.143269</c:v>
                </c:pt>
                <c:pt idx="4351">
                  <c:v>27.216930000000001</c:v>
                </c:pt>
                <c:pt idx="4352">
                  <c:v>27.275065999999999</c:v>
                </c:pt>
                <c:pt idx="4353">
                  <c:v>27.299347000000001</c:v>
                </c:pt>
                <c:pt idx="4354">
                  <c:v>27.280373000000001</c:v>
                </c:pt>
                <c:pt idx="4355">
                  <c:v>27.20627</c:v>
                </c:pt>
                <c:pt idx="4356">
                  <c:v>27.107780000000002</c:v>
                </c:pt>
                <c:pt idx="4357">
                  <c:v>27.024698000000001</c:v>
                </c:pt>
                <c:pt idx="4358">
                  <c:v>26.956741000000001</c:v>
                </c:pt>
                <c:pt idx="4359">
                  <c:v>26.903465000000001</c:v>
                </c:pt>
                <c:pt idx="4360">
                  <c:v>26.876861999999999</c:v>
                </c:pt>
                <c:pt idx="4361">
                  <c:v>26.882432999999999</c:v>
                </c:pt>
                <c:pt idx="4362">
                  <c:v>26.902585999999999</c:v>
                </c:pt>
                <c:pt idx="4363">
                  <c:v>26.915061999999999</c:v>
                </c:pt>
                <c:pt idx="4364">
                  <c:v>26.908138000000001</c:v>
                </c:pt>
                <c:pt idx="4365">
                  <c:v>26.874271</c:v>
                </c:pt>
                <c:pt idx="4366">
                  <c:v>26.824418999999999</c:v>
                </c:pt>
                <c:pt idx="4367">
                  <c:v>26.784658</c:v>
                </c:pt>
                <c:pt idx="4368">
                  <c:v>26.766211999999999</c:v>
                </c:pt>
                <c:pt idx="4369">
                  <c:v>26.777016</c:v>
                </c:pt>
                <c:pt idx="4370">
                  <c:v>26.819652999999999</c:v>
                </c:pt>
                <c:pt idx="4371">
                  <c:v>26.875364000000001</c:v>
                </c:pt>
                <c:pt idx="4372">
                  <c:v>26.924706</c:v>
                </c:pt>
                <c:pt idx="4373">
                  <c:v>26.949753000000001</c:v>
                </c:pt>
                <c:pt idx="4374">
                  <c:v>26.940667999999999</c:v>
                </c:pt>
                <c:pt idx="4375">
                  <c:v>26.905391999999999</c:v>
                </c:pt>
                <c:pt idx="4376">
                  <c:v>26.848617999999998</c:v>
                </c:pt>
                <c:pt idx="4377">
                  <c:v>26.792131000000001</c:v>
                </c:pt>
                <c:pt idx="4378">
                  <c:v>26.758118</c:v>
                </c:pt>
                <c:pt idx="4379">
                  <c:v>26.744616000000001</c:v>
                </c:pt>
                <c:pt idx="4380">
                  <c:v>26.748404000000001</c:v>
                </c:pt>
                <c:pt idx="4381">
                  <c:v>26.772779</c:v>
                </c:pt>
                <c:pt idx="4382">
                  <c:v>26.811592000000001</c:v>
                </c:pt>
                <c:pt idx="4383">
                  <c:v>26.837319999999998</c:v>
                </c:pt>
                <c:pt idx="4384">
                  <c:v>26.826965000000001</c:v>
                </c:pt>
                <c:pt idx="4385">
                  <c:v>26.793064000000001</c:v>
                </c:pt>
                <c:pt idx="4386">
                  <c:v>26.755542999999999</c:v>
                </c:pt>
                <c:pt idx="4387">
                  <c:v>26.719982000000002</c:v>
                </c:pt>
                <c:pt idx="4388">
                  <c:v>26.692730000000001</c:v>
                </c:pt>
                <c:pt idx="4389">
                  <c:v>26.682478</c:v>
                </c:pt>
                <c:pt idx="4390">
                  <c:v>26.693501999999999</c:v>
                </c:pt>
                <c:pt idx="4391">
                  <c:v>26.717811999999999</c:v>
                </c:pt>
                <c:pt idx="4392">
                  <c:v>26.742657000000001</c:v>
                </c:pt>
                <c:pt idx="4393">
                  <c:v>26.757228999999999</c:v>
                </c:pt>
                <c:pt idx="4394">
                  <c:v>26.757518999999998</c:v>
                </c:pt>
                <c:pt idx="4395">
                  <c:v>26.738582999999998</c:v>
                </c:pt>
                <c:pt idx="4396">
                  <c:v>26.703157000000001</c:v>
                </c:pt>
                <c:pt idx="4397">
                  <c:v>26.665979</c:v>
                </c:pt>
                <c:pt idx="4398">
                  <c:v>26.643394000000001</c:v>
                </c:pt>
                <c:pt idx="4399">
                  <c:v>26.636776000000001</c:v>
                </c:pt>
                <c:pt idx="4400">
                  <c:v>26.645966000000001</c:v>
                </c:pt>
                <c:pt idx="4401">
                  <c:v>26.669263999999998</c:v>
                </c:pt>
                <c:pt idx="4402">
                  <c:v>26.698671000000001</c:v>
                </c:pt>
                <c:pt idx="4403">
                  <c:v>26.71265</c:v>
                </c:pt>
                <c:pt idx="4404">
                  <c:v>26.707785000000001</c:v>
                </c:pt>
                <c:pt idx="4405">
                  <c:v>26.687605000000001</c:v>
                </c:pt>
                <c:pt idx="4406">
                  <c:v>26.655017999999998</c:v>
                </c:pt>
                <c:pt idx="4407">
                  <c:v>26.619751000000001</c:v>
                </c:pt>
                <c:pt idx="4408">
                  <c:v>26.589770999999999</c:v>
                </c:pt>
                <c:pt idx="4409">
                  <c:v>26.567322000000001</c:v>
                </c:pt>
                <c:pt idx="4410">
                  <c:v>26.570239999999998</c:v>
                </c:pt>
                <c:pt idx="4411">
                  <c:v>26.587924999999998</c:v>
                </c:pt>
                <c:pt idx="4412">
                  <c:v>26.608667000000001</c:v>
                </c:pt>
                <c:pt idx="4413">
                  <c:v>26.618594999999999</c:v>
                </c:pt>
                <c:pt idx="4414">
                  <c:v>26.613153000000001</c:v>
                </c:pt>
                <c:pt idx="4415">
                  <c:v>26.590214</c:v>
                </c:pt>
                <c:pt idx="4416">
                  <c:v>26.560324000000001</c:v>
                </c:pt>
                <c:pt idx="4417">
                  <c:v>26.528811999999999</c:v>
                </c:pt>
                <c:pt idx="4418">
                  <c:v>26.509316999999999</c:v>
                </c:pt>
                <c:pt idx="4419">
                  <c:v>26.502469999999999</c:v>
                </c:pt>
                <c:pt idx="4420">
                  <c:v>26.511862000000001</c:v>
                </c:pt>
                <c:pt idx="4421">
                  <c:v>26.539967999999998</c:v>
                </c:pt>
                <c:pt idx="4422">
                  <c:v>26.572952000000001</c:v>
                </c:pt>
                <c:pt idx="4423">
                  <c:v>26.594422999999999</c:v>
                </c:pt>
                <c:pt idx="4424">
                  <c:v>26.597708000000001</c:v>
                </c:pt>
                <c:pt idx="4425">
                  <c:v>26.582191000000002</c:v>
                </c:pt>
                <c:pt idx="4426">
                  <c:v>26.559975000000001</c:v>
                </c:pt>
                <c:pt idx="4427">
                  <c:v>26.534958</c:v>
                </c:pt>
                <c:pt idx="4428">
                  <c:v>26.517153</c:v>
                </c:pt>
                <c:pt idx="4429">
                  <c:v>26.511471</c:v>
                </c:pt>
                <c:pt idx="4430">
                  <c:v>26.516769</c:v>
                </c:pt>
                <c:pt idx="4431">
                  <c:v>26.533272</c:v>
                </c:pt>
                <c:pt idx="4432">
                  <c:v>26.555340000000001</c:v>
                </c:pt>
                <c:pt idx="4433">
                  <c:v>26.570516999999999</c:v>
                </c:pt>
                <c:pt idx="4434">
                  <c:v>26.570097000000001</c:v>
                </c:pt>
                <c:pt idx="4435">
                  <c:v>26.555129999999998</c:v>
                </c:pt>
                <c:pt idx="4436">
                  <c:v>26.534025</c:v>
                </c:pt>
                <c:pt idx="4437">
                  <c:v>26.514203999999999</c:v>
                </c:pt>
                <c:pt idx="4438">
                  <c:v>26.505403999999999</c:v>
                </c:pt>
                <c:pt idx="4439">
                  <c:v>26.506198999999999</c:v>
                </c:pt>
                <c:pt idx="4440">
                  <c:v>26.512871000000001</c:v>
                </c:pt>
                <c:pt idx="4441">
                  <c:v>26.523436</c:v>
                </c:pt>
                <c:pt idx="4442">
                  <c:v>26.537324999999999</c:v>
                </c:pt>
                <c:pt idx="4443">
                  <c:v>26.545089999999998</c:v>
                </c:pt>
                <c:pt idx="4444">
                  <c:v>26.540886</c:v>
                </c:pt>
                <c:pt idx="4445">
                  <c:v>26.525639000000002</c:v>
                </c:pt>
                <c:pt idx="4446">
                  <c:v>26.507200000000001</c:v>
                </c:pt>
                <c:pt idx="4447">
                  <c:v>26.491427999999999</c:v>
                </c:pt>
                <c:pt idx="4448">
                  <c:v>26.482818999999999</c:v>
                </c:pt>
                <c:pt idx="4449">
                  <c:v>26.482965</c:v>
                </c:pt>
                <c:pt idx="4450">
                  <c:v>26.492467999999999</c:v>
                </c:pt>
                <c:pt idx="4451">
                  <c:v>26.508866999999999</c:v>
                </c:pt>
                <c:pt idx="4452">
                  <c:v>26.523886000000001</c:v>
                </c:pt>
                <c:pt idx="4453">
                  <c:v>26.528414000000001</c:v>
                </c:pt>
                <c:pt idx="4454">
                  <c:v>26.518307</c:v>
                </c:pt>
                <c:pt idx="4455">
                  <c:v>26.498199</c:v>
                </c:pt>
                <c:pt idx="4456">
                  <c:v>26.476645000000001</c:v>
                </c:pt>
                <c:pt idx="4457">
                  <c:v>26.459806</c:v>
                </c:pt>
                <c:pt idx="4458">
                  <c:v>26.451639</c:v>
                </c:pt>
                <c:pt idx="4459">
                  <c:v>26.453430000000001</c:v>
                </c:pt>
                <c:pt idx="4460">
                  <c:v>26.464268000000001</c:v>
                </c:pt>
                <c:pt idx="4461">
                  <c:v>26.481718000000001</c:v>
                </c:pt>
                <c:pt idx="4462">
                  <c:v>26.500340000000001</c:v>
                </c:pt>
                <c:pt idx="4463">
                  <c:v>26.511827</c:v>
                </c:pt>
                <c:pt idx="4464">
                  <c:v>26.512287000000001</c:v>
                </c:pt>
                <c:pt idx="4465">
                  <c:v>26.501852</c:v>
                </c:pt>
                <c:pt idx="4466">
                  <c:v>26.485695</c:v>
                </c:pt>
                <c:pt idx="4467">
                  <c:v>26.471340000000001</c:v>
                </c:pt>
                <c:pt idx="4468">
                  <c:v>26.465192999999999</c:v>
                </c:pt>
                <c:pt idx="4469">
                  <c:v>26.469266999999999</c:v>
                </c:pt>
                <c:pt idx="4470">
                  <c:v>26.482655999999999</c:v>
                </c:pt>
                <c:pt idx="4471">
                  <c:v>26.500803000000001</c:v>
                </c:pt>
                <c:pt idx="4472">
                  <c:v>26.518401999999998</c:v>
                </c:pt>
                <c:pt idx="4473">
                  <c:v>26.527896999999999</c:v>
                </c:pt>
                <c:pt idx="4474">
                  <c:v>26.523430000000001</c:v>
                </c:pt>
                <c:pt idx="4475">
                  <c:v>26.508467</c:v>
                </c:pt>
                <c:pt idx="4476">
                  <c:v>26.490185</c:v>
                </c:pt>
                <c:pt idx="4477">
                  <c:v>26.475947999999999</c:v>
                </c:pt>
                <c:pt idx="4478">
                  <c:v>26.470186000000002</c:v>
                </c:pt>
                <c:pt idx="4479">
                  <c:v>26.432489</c:v>
                </c:pt>
                <c:pt idx="4480">
                  <c:v>26.545480999999999</c:v>
                </c:pt>
                <c:pt idx="4481">
                  <c:v>26.746341999999999</c:v>
                </c:pt>
                <c:pt idx="4482">
                  <c:v>26.816894999999999</c:v>
                </c:pt>
                <c:pt idx="4483">
                  <c:v>26.938890000000001</c:v>
                </c:pt>
                <c:pt idx="4484">
                  <c:v>27.173487000000002</c:v>
                </c:pt>
                <c:pt idx="4485">
                  <c:v>27.407682000000001</c:v>
                </c:pt>
                <c:pt idx="4486">
                  <c:v>27.821072000000001</c:v>
                </c:pt>
                <c:pt idx="4487">
                  <c:v>28.283847999999999</c:v>
                </c:pt>
                <c:pt idx="4488">
                  <c:v>28.652094000000002</c:v>
                </c:pt>
                <c:pt idx="4489">
                  <c:v>28.893229000000002</c:v>
                </c:pt>
                <c:pt idx="4490">
                  <c:v>28.832792000000001</c:v>
                </c:pt>
                <c:pt idx="4491">
                  <c:v>28.616250999999998</c:v>
                </c:pt>
                <c:pt idx="4492">
                  <c:v>28.515539</c:v>
                </c:pt>
                <c:pt idx="4493">
                  <c:v>28.526281000000001</c:v>
                </c:pt>
                <c:pt idx="4494">
                  <c:v>28.762812</c:v>
                </c:pt>
                <c:pt idx="4495">
                  <c:v>29.333538000000001</c:v>
                </c:pt>
                <c:pt idx="4496">
                  <c:v>29.918108</c:v>
                </c:pt>
                <c:pt idx="4497">
                  <c:v>30.527052000000001</c:v>
                </c:pt>
                <c:pt idx="4498">
                  <c:v>31.090758999999998</c:v>
                </c:pt>
                <c:pt idx="4499">
                  <c:v>31.628761000000001</c:v>
                </c:pt>
                <c:pt idx="4500">
                  <c:v>32.051654999999997</c:v>
                </c:pt>
                <c:pt idx="4501">
                  <c:v>32.280788000000001</c:v>
                </c:pt>
                <c:pt idx="4502">
                  <c:v>32.358727000000002</c:v>
                </c:pt>
                <c:pt idx="4503">
                  <c:v>32.327106000000001</c:v>
                </c:pt>
                <c:pt idx="4504">
                  <c:v>32.195728000000003</c:v>
                </c:pt>
                <c:pt idx="4505">
                  <c:v>31.997548999999999</c:v>
                </c:pt>
                <c:pt idx="4506">
                  <c:v>31.839371</c:v>
                </c:pt>
                <c:pt idx="4507">
                  <c:v>31.724920000000001</c:v>
                </c:pt>
                <c:pt idx="4508">
                  <c:v>31.606183999999999</c:v>
                </c:pt>
                <c:pt idx="4509">
                  <c:v>31.441105</c:v>
                </c:pt>
                <c:pt idx="4510">
                  <c:v>31.22673</c:v>
                </c:pt>
                <c:pt idx="4511">
                  <c:v>31.096029000000001</c:v>
                </c:pt>
                <c:pt idx="4512">
                  <c:v>30.997022999999999</c:v>
                </c:pt>
                <c:pt idx="4513">
                  <c:v>30.891960000000001</c:v>
                </c:pt>
                <c:pt idx="4514">
                  <c:v>30.804175999999998</c:v>
                </c:pt>
                <c:pt idx="4515">
                  <c:v>30.723436</c:v>
                </c:pt>
                <c:pt idx="4516">
                  <c:v>30.605834999999999</c:v>
                </c:pt>
                <c:pt idx="4517">
                  <c:v>30.470644</c:v>
                </c:pt>
                <c:pt idx="4518">
                  <c:v>30.343256</c:v>
                </c:pt>
                <c:pt idx="4519">
                  <c:v>30.239801</c:v>
                </c:pt>
                <c:pt idx="4520">
                  <c:v>30.133120999999999</c:v>
                </c:pt>
                <c:pt idx="4521">
                  <c:v>30.104046</c:v>
                </c:pt>
                <c:pt idx="4522">
                  <c:v>30.077933999999999</c:v>
                </c:pt>
                <c:pt idx="4523">
                  <c:v>30.069841</c:v>
                </c:pt>
                <c:pt idx="4524">
                  <c:v>29.956085000000002</c:v>
                </c:pt>
                <c:pt idx="4525">
                  <c:v>29.735320999999999</c:v>
                </c:pt>
                <c:pt idx="4526">
                  <c:v>29.488686000000001</c:v>
                </c:pt>
                <c:pt idx="4527">
                  <c:v>29.212323999999999</c:v>
                </c:pt>
                <c:pt idx="4528">
                  <c:v>29.015789000000002</c:v>
                </c:pt>
                <c:pt idx="4529">
                  <c:v>28.914648</c:v>
                </c:pt>
                <c:pt idx="4530">
                  <c:v>28.842217999999999</c:v>
                </c:pt>
                <c:pt idx="4531">
                  <c:v>28.748474000000002</c:v>
                </c:pt>
                <c:pt idx="4532">
                  <c:v>28.606612999999999</c:v>
                </c:pt>
                <c:pt idx="4533">
                  <c:v>28.437978999999999</c:v>
                </c:pt>
                <c:pt idx="4534">
                  <c:v>28.291360999999998</c:v>
                </c:pt>
                <c:pt idx="4535">
                  <c:v>28.329291999999999</c:v>
                </c:pt>
                <c:pt idx="4536">
                  <c:v>28.940377999999999</c:v>
                </c:pt>
                <c:pt idx="4537">
                  <c:v>30.201070999999999</c:v>
                </c:pt>
                <c:pt idx="4538">
                  <c:v>31.576782000000001</c:v>
                </c:pt>
                <c:pt idx="4539">
                  <c:v>32.771523000000002</c:v>
                </c:pt>
                <c:pt idx="4540">
                  <c:v>33.734848</c:v>
                </c:pt>
                <c:pt idx="4541">
                  <c:v>34.497635000000002</c:v>
                </c:pt>
                <c:pt idx="4542">
                  <c:v>35.112915000000001</c:v>
                </c:pt>
                <c:pt idx="4543">
                  <c:v>35.544102000000002</c:v>
                </c:pt>
                <c:pt idx="4544">
                  <c:v>35.830620000000003</c:v>
                </c:pt>
                <c:pt idx="4545">
                  <c:v>36.022480000000002</c:v>
                </c:pt>
                <c:pt idx="4546">
                  <c:v>36.129742</c:v>
                </c:pt>
                <c:pt idx="4547">
                  <c:v>36.146979999999999</c:v>
                </c:pt>
                <c:pt idx="4548">
                  <c:v>36.117794000000004</c:v>
                </c:pt>
                <c:pt idx="4549">
                  <c:v>36.075321000000002</c:v>
                </c:pt>
                <c:pt idx="4550">
                  <c:v>36.005203000000002</c:v>
                </c:pt>
                <c:pt idx="4551">
                  <c:v>35.906821999999998</c:v>
                </c:pt>
                <c:pt idx="4552">
                  <c:v>35.781005999999998</c:v>
                </c:pt>
                <c:pt idx="4553">
                  <c:v>35.658703000000003</c:v>
                </c:pt>
                <c:pt idx="4554">
                  <c:v>35.613410999999999</c:v>
                </c:pt>
                <c:pt idx="4555">
                  <c:v>35.704642999999997</c:v>
                </c:pt>
                <c:pt idx="4556">
                  <c:v>35.872577999999997</c:v>
                </c:pt>
                <c:pt idx="4557">
                  <c:v>36.073993999999999</c:v>
                </c:pt>
                <c:pt idx="4558">
                  <c:v>36.299720999999998</c:v>
                </c:pt>
                <c:pt idx="4559">
                  <c:v>36.513123</c:v>
                </c:pt>
                <c:pt idx="4560">
                  <c:v>36.690094000000002</c:v>
                </c:pt>
                <c:pt idx="4561">
                  <c:v>36.851463000000003</c:v>
                </c:pt>
                <c:pt idx="4562">
                  <c:v>37.011538999999999</c:v>
                </c:pt>
                <c:pt idx="4563">
                  <c:v>37.156708000000002</c:v>
                </c:pt>
                <c:pt idx="4564">
                  <c:v>37.258648000000001</c:v>
                </c:pt>
                <c:pt idx="4565">
                  <c:v>37.303348999999997</c:v>
                </c:pt>
                <c:pt idx="4566">
                  <c:v>37.294361000000002</c:v>
                </c:pt>
                <c:pt idx="4567">
                  <c:v>37.227276000000003</c:v>
                </c:pt>
                <c:pt idx="4568">
                  <c:v>37.194271000000001</c:v>
                </c:pt>
                <c:pt idx="4569">
                  <c:v>37.216296999999997</c:v>
                </c:pt>
                <c:pt idx="4570">
                  <c:v>37.278320000000001</c:v>
                </c:pt>
                <c:pt idx="4571">
                  <c:v>37.354008</c:v>
                </c:pt>
                <c:pt idx="4572">
                  <c:v>37.449706999999997</c:v>
                </c:pt>
                <c:pt idx="4573">
                  <c:v>37.566265000000001</c:v>
                </c:pt>
                <c:pt idx="4574">
                  <c:v>37.707317000000003</c:v>
                </c:pt>
                <c:pt idx="4575">
                  <c:v>37.879738000000003</c:v>
                </c:pt>
                <c:pt idx="4576">
                  <c:v>38.037075000000002</c:v>
                </c:pt>
                <c:pt idx="4577">
                  <c:v>38.179397999999999</c:v>
                </c:pt>
                <c:pt idx="4578">
                  <c:v>38.297020000000003</c:v>
                </c:pt>
                <c:pt idx="4579">
                  <c:v>38.393368000000002</c:v>
                </c:pt>
                <c:pt idx="4580">
                  <c:v>38.476486000000001</c:v>
                </c:pt>
                <c:pt idx="4581">
                  <c:v>38.547778999999998</c:v>
                </c:pt>
                <c:pt idx="4582">
                  <c:v>38.587128</c:v>
                </c:pt>
                <c:pt idx="4583">
                  <c:v>38.59845</c:v>
                </c:pt>
                <c:pt idx="4584">
                  <c:v>38.580677000000001</c:v>
                </c:pt>
                <c:pt idx="4585">
                  <c:v>38.517474999999997</c:v>
                </c:pt>
                <c:pt idx="4586">
                  <c:v>38.409809000000003</c:v>
                </c:pt>
                <c:pt idx="4587">
                  <c:v>38.282409999999999</c:v>
                </c:pt>
                <c:pt idx="4588">
                  <c:v>38.153804999999998</c:v>
                </c:pt>
                <c:pt idx="4589">
                  <c:v>38.060569999999998</c:v>
                </c:pt>
                <c:pt idx="4590">
                  <c:v>38.004123999999997</c:v>
                </c:pt>
                <c:pt idx="4591">
                  <c:v>37.942596000000002</c:v>
                </c:pt>
                <c:pt idx="4592">
                  <c:v>37.823044000000003</c:v>
                </c:pt>
                <c:pt idx="4593">
                  <c:v>37.652279</c:v>
                </c:pt>
                <c:pt idx="4594">
                  <c:v>37.460406999999996</c:v>
                </c:pt>
                <c:pt idx="4595">
                  <c:v>37.287208999999997</c:v>
                </c:pt>
                <c:pt idx="4596">
                  <c:v>37.197918000000001</c:v>
                </c:pt>
                <c:pt idx="4597">
                  <c:v>37.241982</c:v>
                </c:pt>
                <c:pt idx="4598">
                  <c:v>37.371890999999998</c:v>
                </c:pt>
                <c:pt idx="4599">
                  <c:v>37.509720000000002</c:v>
                </c:pt>
                <c:pt idx="4600">
                  <c:v>37.632229000000002</c:v>
                </c:pt>
                <c:pt idx="4601">
                  <c:v>37.733212000000002</c:v>
                </c:pt>
                <c:pt idx="4602">
                  <c:v>37.83173</c:v>
                </c:pt>
                <c:pt idx="4603">
                  <c:v>37.95438</c:v>
                </c:pt>
                <c:pt idx="4604">
                  <c:v>38.094807000000003</c:v>
                </c:pt>
                <c:pt idx="4605">
                  <c:v>38.216385000000002</c:v>
                </c:pt>
                <c:pt idx="4606">
                  <c:v>38.344517000000003</c:v>
                </c:pt>
                <c:pt idx="4607">
                  <c:v>38.485461999999998</c:v>
                </c:pt>
                <c:pt idx="4608">
                  <c:v>38.668495</c:v>
                </c:pt>
                <c:pt idx="4609">
                  <c:v>38.883361999999998</c:v>
                </c:pt>
                <c:pt idx="4610">
                  <c:v>39.132244</c:v>
                </c:pt>
                <c:pt idx="4611">
                  <c:v>39.374355000000001</c:v>
                </c:pt>
                <c:pt idx="4612">
                  <c:v>39.587600999999999</c:v>
                </c:pt>
                <c:pt idx="4613">
                  <c:v>39.768078000000003</c:v>
                </c:pt>
                <c:pt idx="4614">
                  <c:v>39.907867000000003</c:v>
                </c:pt>
                <c:pt idx="4615">
                  <c:v>40.044333999999999</c:v>
                </c:pt>
                <c:pt idx="4616">
                  <c:v>40.211227000000001</c:v>
                </c:pt>
                <c:pt idx="4617">
                  <c:v>40.379517</c:v>
                </c:pt>
                <c:pt idx="4618">
                  <c:v>40.518146999999999</c:v>
                </c:pt>
                <c:pt idx="4619">
                  <c:v>40.657851999999998</c:v>
                </c:pt>
                <c:pt idx="4620">
                  <c:v>40.847191000000002</c:v>
                </c:pt>
                <c:pt idx="4621">
                  <c:v>41.059685000000002</c:v>
                </c:pt>
                <c:pt idx="4622">
                  <c:v>41.199913000000002</c:v>
                </c:pt>
                <c:pt idx="4623">
                  <c:v>41.350368000000003</c:v>
                </c:pt>
                <c:pt idx="4624">
                  <c:v>41.490279999999998</c:v>
                </c:pt>
                <c:pt idx="4625">
                  <c:v>41.640681999999998</c:v>
                </c:pt>
                <c:pt idx="4626">
                  <c:v>41.802169999999997</c:v>
                </c:pt>
                <c:pt idx="4627">
                  <c:v>41.982906</c:v>
                </c:pt>
                <c:pt idx="4628">
                  <c:v>42.177222999999998</c:v>
                </c:pt>
                <c:pt idx="4629">
                  <c:v>42.368309000000004</c:v>
                </c:pt>
                <c:pt idx="4630">
                  <c:v>42.565536000000002</c:v>
                </c:pt>
                <c:pt idx="4631">
                  <c:v>42.781269000000002</c:v>
                </c:pt>
                <c:pt idx="4632">
                  <c:v>43.001362</c:v>
                </c:pt>
                <c:pt idx="4633">
                  <c:v>43.230862000000002</c:v>
                </c:pt>
                <c:pt idx="4634">
                  <c:v>43.490963000000001</c:v>
                </c:pt>
                <c:pt idx="4635">
                  <c:v>43.735228999999997</c:v>
                </c:pt>
                <c:pt idx="4636">
                  <c:v>43.944065000000002</c:v>
                </c:pt>
                <c:pt idx="4637">
                  <c:v>44.209350999999998</c:v>
                </c:pt>
                <c:pt idx="4638">
                  <c:v>44.500500000000002</c:v>
                </c:pt>
                <c:pt idx="4639">
                  <c:v>44.71011</c:v>
                </c:pt>
                <c:pt idx="4640">
                  <c:v>44.904308</c:v>
                </c:pt>
                <c:pt idx="4641">
                  <c:v>45.084457</c:v>
                </c:pt>
                <c:pt idx="4642">
                  <c:v>45.288383000000003</c:v>
                </c:pt>
                <c:pt idx="4643">
                  <c:v>45.552512999999998</c:v>
                </c:pt>
                <c:pt idx="4644">
                  <c:v>45.719890999999997</c:v>
                </c:pt>
                <c:pt idx="4645">
                  <c:v>45.882553000000001</c:v>
                </c:pt>
                <c:pt idx="4646">
                  <c:v>45.991241000000002</c:v>
                </c:pt>
                <c:pt idx="4647">
                  <c:v>46.074207000000001</c:v>
                </c:pt>
                <c:pt idx="4648">
                  <c:v>46.139831999999998</c:v>
                </c:pt>
                <c:pt idx="4649">
                  <c:v>46.195103000000003</c:v>
                </c:pt>
                <c:pt idx="4650">
                  <c:v>46.228065000000001</c:v>
                </c:pt>
                <c:pt idx="4651">
                  <c:v>46.252505999999997</c:v>
                </c:pt>
                <c:pt idx="4652">
                  <c:v>46.268616000000002</c:v>
                </c:pt>
                <c:pt idx="4653">
                  <c:v>46.278956999999998</c:v>
                </c:pt>
                <c:pt idx="4654">
                  <c:v>46.300732000000004</c:v>
                </c:pt>
                <c:pt idx="4655">
                  <c:v>46.354649000000002</c:v>
                </c:pt>
                <c:pt idx="4656">
                  <c:v>46.406402999999997</c:v>
                </c:pt>
                <c:pt idx="4657">
                  <c:v>46.457881999999998</c:v>
                </c:pt>
                <c:pt idx="4658">
                  <c:v>46.501643999999999</c:v>
                </c:pt>
                <c:pt idx="4659">
                  <c:v>46.546356000000003</c:v>
                </c:pt>
                <c:pt idx="4660">
                  <c:v>46.591704999999997</c:v>
                </c:pt>
                <c:pt idx="4661">
                  <c:v>46.628200999999997</c:v>
                </c:pt>
                <c:pt idx="4662">
                  <c:v>46.650844999999997</c:v>
                </c:pt>
                <c:pt idx="4663">
                  <c:v>46.650837000000003</c:v>
                </c:pt>
                <c:pt idx="4664">
                  <c:v>46.643802999999998</c:v>
                </c:pt>
                <c:pt idx="4665">
                  <c:v>46.633228000000003</c:v>
                </c:pt>
                <c:pt idx="4666">
                  <c:v>46.619571999999998</c:v>
                </c:pt>
                <c:pt idx="4667">
                  <c:v>46.617767000000001</c:v>
                </c:pt>
                <c:pt idx="4668">
                  <c:v>46.616405</c:v>
                </c:pt>
                <c:pt idx="4669">
                  <c:v>46.628188999999999</c:v>
                </c:pt>
                <c:pt idx="4670">
                  <c:v>46.661960999999998</c:v>
                </c:pt>
                <c:pt idx="4671">
                  <c:v>46.684525000000001</c:v>
                </c:pt>
                <c:pt idx="4672">
                  <c:v>46.691574000000003</c:v>
                </c:pt>
                <c:pt idx="4673">
                  <c:v>46.655914000000003</c:v>
                </c:pt>
                <c:pt idx="4674">
                  <c:v>46.606929999999998</c:v>
                </c:pt>
                <c:pt idx="4675">
                  <c:v>46.559086000000001</c:v>
                </c:pt>
                <c:pt idx="4676">
                  <c:v>46.559887000000003</c:v>
                </c:pt>
                <c:pt idx="4677">
                  <c:v>46.583508000000002</c:v>
                </c:pt>
                <c:pt idx="4678">
                  <c:v>46.645954000000003</c:v>
                </c:pt>
                <c:pt idx="4679">
                  <c:v>46.720565999999998</c:v>
                </c:pt>
                <c:pt idx="4680">
                  <c:v>46.815857000000001</c:v>
                </c:pt>
                <c:pt idx="4681">
                  <c:v>46.939467999999998</c:v>
                </c:pt>
                <c:pt idx="4682">
                  <c:v>47.075237000000001</c:v>
                </c:pt>
                <c:pt idx="4683">
                  <c:v>47.279468999999999</c:v>
                </c:pt>
                <c:pt idx="4684">
                  <c:v>47.506134000000003</c:v>
                </c:pt>
                <c:pt idx="4685">
                  <c:v>47.660705999999998</c:v>
                </c:pt>
                <c:pt idx="4686">
                  <c:v>47.811081000000001</c:v>
                </c:pt>
                <c:pt idx="4687">
                  <c:v>48.028297000000002</c:v>
                </c:pt>
                <c:pt idx="4688">
                  <c:v>48.261302999999998</c:v>
                </c:pt>
                <c:pt idx="4689">
                  <c:v>48.473281999999998</c:v>
                </c:pt>
                <c:pt idx="4690">
                  <c:v>48.786602000000002</c:v>
                </c:pt>
                <c:pt idx="4691">
                  <c:v>49.125915999999997</c:v>
                </c:pt>
                <c:pt idx="4692">
                  <c:v>49.399475000000002</c:v>
                </c:pt>
                <c:pt idx="4693">
                  <c:v>49.632823999999999</c:v>
                </c:pt>
                <c:pt idx="4694">
                  <c:v>49.884129000000001</c:v>
                </c:pt>
                <c:pt idx="4695">
                  <c:v>50.126151999999998</c:v>
                </c:pt>
                <c:pt idx="4696">
                  <c:v>50.376494999999998</c:v>
                </c:pt>
                <c:pt idx="4697">
                  <c:v>50.636325999999997</c:v>
                </c:pt>
                <c:pt idx="4698">
                  <c:v>50.906078000000001</c:v>
                </c:pt>
                <c:pt idx="4699">
                  <c:v>51.148090000000003</c:v>
                </c:pt>
                <c:pt idx="4700">
                  <c:v>51.369717000000001</c:v>
                </c:pt>
                <c:pt idx="4701">
                  <c:v>51.615814</c:v>
                </c:pt>
                <c:pt idx="4702">
                  <c:v>51.873069999999998</c:v>
                </c:pt>
                <c:pt idx="4703">
                  <c:v>52.136538999999999</c:v>
                </c:pt>
                <c:pt idx="4704">
                  <c:v>52.350388000000002</c:v>
                </c:pt>
                <c:pt idx="4705">
                  <c:v>52.646858000000002</c:v>
                </c:pt>
                <c:pt idx="4706">
                  <c:v>52.958260000000003</c:v>
                </c:pt>
                <c:pt idx="4707">
                  <c:v>53.174827999999998</c:v>
                </c:pt>
                <c:pt idx="4708">
                  <c:v>53.377715999999999</c:v>
                </c:pt>
                <c:pt idx="4709">
                  <c:v>53.506393000000003</c:v>
                </c:pt>
                <c:pt idx="4710">
                  <c:v>53.584885</c:v>
                </c:pt>
                <c:pt idx="4711">
                  <c:v>53.587212000000001</c:v>
                </c:pt>
                <c:pt idx="4712">
                  <c:v>53.553829</c:v>
                </c:pt>
                <c:pt idx="4713">
                  <c:v>53.475360999999999</c:v>
                </c:pt>
                <c:pt idx="4714">
                  <c:v>53.362606</c:v>
                </c:pt>
                <c:pt idx="4715">
                  <c:v>53.239184999999999</c:v>
                </c:pt>
                <c:pt idx="4716">
                  <c:v>53.105648000000002</c:v>
                </c:pt>
                <c:pt idx="4717">
                  <c:v>52.975876</c:v>
                </c:pt>
                <c:pt idx="4718">
                  <c:v>52.859631</c:v>
                </c:pt>
                <c:pt idx="4719">
                  <c:v>52.753959999999999</c:v>
                </c:pt>
                <c:pt idx="4720">
                  <c:v>52.644741000000003</c:v>
                </c:pt>
                <c:pt idx="4721">
                  <c:v>52.541106999999997</c:v>
                </c:pt>
                <c:pt idx="4722">
                  <c:v>52.448566</c:v>
                </c:pt>
                <c:pt idx="4723">
                  <c:v>52.365634999999997</c:v>
                </c:pt>
                <c:pt idx="4724">
                  <c:v>52.272387999999999</c:v>
                </c:pt>
                <c:pt idx="4725">
                  <c:v>52.165745000000001</c:v>
                </c:pt>
                <c:pt idx="4726">
                  <c:v>52.065036999999997</c:v>
                </c:pt>
                <c:pt idx="4727">
                  <c:v>51.963524</c:v>
                </c:pt>
                <c:pt idx="4728">
                  <c:v>51.844566</c:v>
                </c:pt>
                <c:pt idx="4729">
                  <c:v>51.689331000000003</c:v>
                </c:pt>
                <c:pt idx="4730">
                  <c:v>51.54224</c:v>
                </c:pt>
                <c:pt idx="4731">
                  <c:v>51.432429999999997</c:v>
                </c:pt>
                <c:pt idx="4732">
                  <c:v>51.352702999999998</c:v>
                </c:pt>
                <c:pt idx="4733">
                  <c:v>51.297179999999997</c:v>
                </c:pt>
                <c:pt idx="4734">
                  <c:v>51.213603999999997</c:v>
                </c:pt>
                <c:pt idx="4735">
                  <c:v>51.132174999999997</c:v>
                </c:pt>
                <c:pt idx="4736">
                  <c:v>51.059238000000001</c:v>
                </c:pt>
                <c:pt idx="4737">
                  <c:v>51.028263000000003</c:v>
                </c:pt>
                <c:pt idx="4738">
                  <c:v>51.020175999999999</c:v>
                </c:pt>
                <c:pt idx="4739">
                  <c:v>51.019160999999997</c:v>
                </c:pt>
                <c:pt idx="4740">
                  <c:v>51.020499999999998</c:v>
                </c:pt>
                <c:pt idx="4741">
                  <c:v>51.011893999999998</c:v>
                </c:pt>
                <c:pt idx="4742">
                  <c:v>50.982818999999999</c:v>
                </c:pt>
                <c:pt idx="4743">
                  <c:v>50.924854000000003</c:v>
                </c:pt>
                <c:pt idx="4744">
                  <c:v>50.850071</c:v>
                </c:pt>
                <c:pt idx="4745">
                  <c:v>50.775257000000003</c:v>
                </c:pt>
                <c:pt idx="4746">
                  <c:v>50.703831000000001</c:v>
                </c:pt>
                <c:pt idx="4747">
                  <c:v>50.638336000000002</c:v>
                </c:pt>
                <c:pt idx="4748">
                  <c:v>50.577807999999997</c:v>
                </c:pt>
                <c:pt idx="4749">
                  <c:v>50.526878000000004</c:v>
                </c:pt>
                <c:pt idx="4750">
                  <c:v>50.487358</c:v>
                </c:pt>
                <c:pt idx="4751">
                  <c:v>50.474586000000002</c:v>
                </c:pt>
                <c:pt idx="4752">
                  <c:v>50.504474999999999</c:v>
                </c:pt>
                <c:pt idx="4753">
                  <c:v>50.529513999999999</c:v>
                </c:pt>
                <c:pt idx="4754">
                  <c:v>50.590355000000002</c:v>
                </c:pt>
                <c:pt idx="4755">
                  <c:v>50.664397999999998</c:v>
                </c:pt>
                <c:pt idx="4756">
                  <c:v>50.756160999999999</c:v>
                </c:pt>
                <c:pt idx="4757">
                  <c:v>50.870407</c:v>
                </c:pt>
                <c:pt idx="4758">
                  <c:v>50.992187999999999</c:v>
                </c:pt>
                <c:pt idx="4759">
                  <c:v>51.120398999999999</c:v>
                </c:pt>
                <c:pt idx="4760">
                  <c:v>51.270031000000003</c:v>
                </c:pt>
                <c:pt idx="4761">
                  <c:v>51.414307000000001</c:v>
                </c:pt>
                <c:pt idx="4762">
                  <c:v>51.537711999999999</c:v>
                </c:pt>
                <c:pt idx="4763">
                  <c:v>51.657341000000002</c:v>
                </c:pt>
                <c:pt idx="4764">
                  <c:v>51.792510999999998</c:v>
                </c:pt>
                <c:pt idx="4765">
                  <c:v>51.974060000000001</c:v>
                </c:pt>
                <c:pt idx="4766">
                  <c:v>52.120438</c:v>
                </c:pt>
                <c:pt idx="4767">
                  <c:v>52.270451000000001</c:v>
                </c:pt>
                <c:pt idx="4768">
                  <c:v>52.486575999999999</c:v>
                </c:pt>
                <c:pt idx="4769">
                  <c:v>52.698914000000002</c:v>
                </c:pt>
                <c:pt idx="4770">
                  <c:v>52.842067999999998</c:v>
                </c:pt>
                <c:pt idx="4771">
                  <c:v>53.033912999999998</c:v>
                </c:pt>
                <c:pt idx="4772">
                  <c:v>53.268044000000003</c:v>
                </c:pt>
                <c:pt idx="4773">
                  <c:v>53.475140000000003</c:v>
                </c:pt>
                <c:pt idx="4774">
                  <c:v>53.675224</c:v>
                </c:pt>
                <c:pt idx="4775">
                  <c:v>53.848255000000002</c:v>
                </c:pt>
                <c:pt idx="4776">
                  <c:v>54.173881999999999</c:v>
                </c:pt>
                <c:pt idx="4777">
                  <c:v>54.551926000000002</c:v>
                </c:pt>
                <c:pt idx="4778">
                  <c:v>54.873458999999997</c:v>
                </c:pt>
                <c:pt idx="4779">
                  <c:v>55.110354999999998</c:v>
                </c:pt>
                <c:pt idx="4780">
                  <c:v>55.376984</c:v>
                </c:pt>
                <c:pt idx="4781">
                  <c:v>55.770781999999997</c:v>
                </c:pt>
                <c:pt idx="4782">
                  <c:v>56.272423000000003</c:v>
                </c:pt>
                <c:pt idx="4783">
                  <c:v>56.694941999999998</c:v>
                </c:pt>
                <c:pt idx="4784">
                  <c:v>56.959342999999997</c:v>
                </c:pt>
                <c:pt idx="4785">
                  <c:v>57.170918</c:v>
                </c:pt>
                <c:pt idx="4786">
                  <c:v>57.308971</c:v>
                </c:pt>
                <c:pt idx="4787">
                  <c:v>57.370128999999999</c:v>
                </c:pt>
                <c:pt idx="4788">
                  <c:v>57.340828000000002</c:v>
                </c:pt>
                <c:pt idx="4789">
                  <c:v>57.240658000000003</c:v>
                </c:pt>
                <c:pt idx="4790">
                  <c:v>57.050663</c:v>
                </c:pt>
                <c:pt idx="4791">
                  <c:v>56.848224999999999</c:v>
                </c:pt>
                <c:pt idx="4792">
                  <c:v>56.599854000000001</c:v>
                </c:pt>
                <c:pt idx="4793">
                  <c:v>56.324879000000003</c:v>
                </c:pt>
                <c:pt idx="4794">
                  <c:v>56.051777000000001</c:v>
                </c:pt>
                <c:pt idx="4795">
                  <c:v>55.784785999999997</c:v>
                </c:pt>
                <c:pt idx="4796">
                  <c:v>55.528069000000002</c:v>
                </c:pt>
                <c:pt idx="4797">
                  <c:v>55.294238999999997</c:v>
                </c:pt>
                <c:pt idx="4798">
                  <c:v>55.051262000000001</c:v>
                </c:pt>
                <c:pt idx="4799">
                  <c:v>54.822417999999999</c:v>
                </c:pt>
                <c:pt idx="4800">
                  <c:v>54.621952</c:v>
                </c:pt>
                <c:pt idx="4801">
                  <c:v>54.444400999999999</c:v>
                </c:pt>
                <c:pt idx="4802">
                  <c:v>54.251060000000003</c:v>
                </c:pt>
                <c:pt idx="4803">
                  <c:v>54.033627000000003</c:v>
                </c:pt>
                <c:pt idx="4804">
                  <c:v>53.862124999999999</c:v>
                </c:pt>
                <c:pt idx="4805">
                  <c:v>53.710678000000001</c:v>
                </c:pt>
                <c:pt idx="4806">
                  <c:v>53.558388000000001</c:v>
                </c:pt>
                <c:pt idx="4807">
                  <c:v>53.425910999999999</c:v>
                </c:pt>
                <c:pt idx="4808">
                  <c:v>53.294730999999999</c:v>
                </c:pt>
                <c:pt idx="4809">
                  <c:v>53.170490000000001</c:v>
                </c:pt>
                <c:pt idx="4810">
                  <c:v>53.096283</c:v>
                </c:pt>
                <c:pt idx="4811">
                  <c:v>53.066952000000001</c:v>
                </c:pt>
                <c:pt idx="4812">
                  <c:v>53.040028</c:v>
                </c:pt>
                <c:pt idx="4813">
                  <c:v>52.983176999999998</c:v>
                </c:pt>
                <c:pt idx="4814">
                  <c:v>52.886353</c:v>
                </c:pt>
                <c:pt idx="4815">
                  <c:v>52.787922000000002</c:v>
                </c:pt>
                <c:pt idx="4816">
                  <c:v>52.658394000000001</c:v>
                </c:pt>
                <c:pt idx="4817">
                  <c:v>52.584949000000002</c:v>
                </c:pt>
                <c:pt idx="4818">
                  <c:v>52.444836000000002</c:v>
                </c:pt>
                <c:pt idx="4819">
                  <c:v>52.234074</c:v>
                </c:pt>
                <c:pt idx="4820">
                  <c:v>52.011391000000003</c:v>
                </c:pt>
                <c:pt idx="4821">
                  <c:v>51.792824000000003</c:v>
                </c:pt>
                <c:pt idx="4822">
                  <c:v>51.549252000000003</c:v>
                </c:pt>
                <c:pt idx="4823">
                  <c:v>51.347275000000003</c:v>
                </c:pt>
                <c:pt idx="4824">
                  <c:v>51.220840000000003</c:v>
                </c:pt>
                <c:pt idx="4825">
                  <c:v>51.119663000000003</c:v>
                </c:pt>
                <c:pt idx="4826">
                  <c:v>51.067219000000001</c:v>
                </c:pt>
                <c:pt idx="4827">
                  <c:v>51.041203000000003</c:v>
                </c:pt>
                <c:pt idx="4828">
                  <c:v>51.043261999999999</c:v>
                </c:pt>
                <c:pt idx="4829">
                  <c:v>51.070442</c:v>
                </c:pt>
                <c:pt idx="4830">
                  <c:v>51.108341000000003</c:v>
                </c:pt>
                <c:pt idx="4831">
                  <c:v>51.151009000000002</c:v>
                </c:pt>
                <c:pt idx="4832">
                  <c:v>51.208984000000001</c:v>
                </c:pt>
                <c:pt idx="4833">
                  <c:v>51.256214</c:v>
                </c:pt>
                <c:pt idx="4834">
                  <c:v>51.339413</c:v>
                </c:pt>
                <c:pt idx="4835">
                  <c:v>51.544876000000002</c:v>
                </c:pt>
                <c:pt idx="4836">
                  <c:v>51.659312999999997</c:v>
                </c:pt>
                <c:pt idx="4837">
                  <c:v>51.766945</c:v>
                </c:pt>
                <c:pt idx="4838">
                  <c:v>51.949416999999997</c:v>
                </c:pt>
                <c:pt idx="4839">
                  <c:v>52.184555000000003</c:v>
                </c:pt>
                <c:pt idx="4840">
                  <c:v>52.371974999999999</c:v>
                </c:pt>
                <c:pt idx="4841">
                  <c:v>52.663204</c:v>
                </c:pt>
                <c:pt idx="4842">
                  <c:v>53.012355999999997</c:v>
                </c:pt>
                <c:pt idx="4843">
                  <c:v>53.348877000000002</c:v>
                </c:pt>
                <c:pt idx="4844">
                  <c:v>53.58672</c:v>
                </c:pt>
                <c:pt idx="4845">
                  <c:v>53.813350999999997</c:v>
                </c:pt>
                <c:pt idx="4846">
                  <c:v>53.989325999999998</c:v>
                </c:pt>
                <c:pt idx="4847">
                  <c:v>54.179768000000003</c:v>
                </c:pt>
                <c:pt idx="4848">
                  <c:v>54.365299</c:v>
                </c:pt>
                <c:pt idx="4849">
                  <c:v>54.513905000000001</c:v>
                </c:pt>
                <c:pt idx="4850">
                  <c:v>54.652450999999999</c:v>
                </c:pt>
                <c:pt idx="4851">
                  <c:v>54.851073999999997</c:v>
                </c:pt>
                <c:pt idx="4852">
                  <c:v>55.099471999999999</c:v>
                </c:pt>
                <c:pt idx="4853">
                  <c:v>55.341396000000003</c:v>
                </c:pt>
                <c:pt idx="4854">
                  <c:v>55.437916000000001</c:v>
                </c:pt>
                <c:pt idx="4855">
                  <c:v>55.494822999999997</c:v>
                </c:pt>
                <c:pt idx="4856">
                  <c:v>55.615870999999999</c:v>
                </c:pt>
                <c:pt idx="4857">
                  <c:v>55.811253000000001</c:v>
                </c:pt>
                <c:pt idx="4858">
                  <c:v>56.139831999999998</c:v>
                </c:pt>
                <c:pt idx="4859">
                  <c:v>56.587139000000001</c:v>
                </c:pt>
                <c:pt idx="4860">
                  <c:v>56.978332999999999</c:v>
                </c:pt>
                <c:pt idx="4861">
                  <c:v>57.265739000000004</c:v>
                </c:pt>
                <c:pt idx="4862">
                  <c:v>57.527683000000003</c:v>
                </c:pt>
                <c:pt idx="4863">
                  <c:v>57.767147000000001</c:v>
                </c:pt>
                <c:pt idx="4864">
                  <c:v>57.943568999999997</c:v>
                </c:pt>
                <c:pt idx="4865">
                  <c:v>58.08466</c:v>
                </c:pt>
                <c:pt idx="4866">
                  <c:v>58.162002999999999</c:v>
                </c:pt>
                <c:pt idx="4867">
                  <c:v>58.273045000000003</c:v>
                </c:pt>
                <c:pt idx="4868">
                  <c:v>58.543979999999998</c:v>
                </c:pt>
                <c:pt idx="4869">
                  <c:v>58.952666999999998</c:v>
                </c:pt>
                <c:pt idx="4870">
                  <c:v>59.319823999999997</c:v>
                </c:pt>
                <c:pt idx="4871">
                  <c:v>59.550548999999997</c:v>
                </c:pt>
                <c:pt idx="4872">
                  <c:v>59.767521000000002</c:v>
                </c:pt>
                <c:pt idx="4873">
                  <c:v>60.059390999999998</c:v>
                </c:pt>
                <c:pt idx="4874">
                  <c:v>60.398646999999997</c:v>
                </c:pt>
                <c:pt idx="4875">
                  <c:v>60.632621999999998</c:v>
                </c:pt>
                <c:pt idx="4876">
                  <c:v>60.833495999999997</c:v>
                </c:pt>
                <c:pt idx="4877">
                  <c:v>60.973843000000002</c:v>
                </c:pt>
                <c:pt idx="4878">
                  <c:v>61.064487</c:v>
                </c:pt>
                <c:pt idx="4879">
                  <c:v>61.216636999999999</c:v>
                </c:pt>
                <c:pt idx="4880">
                  <c:v>61.352119000000002</c:v>
                </c:pt>
                <c:pt idx="4881">
                  <c:v>61.422305999999999</c:v>
                </c:pt>
                <c:pt idx="4882">
                  <c:v>61.435321999999999</c:v>
                </c:pt>
                <c:pt idx="4883">
                  <c:v>61.432761999999997</c:v>
                </c:pt>
                <c:pt idx="4884">
                  <c:v>61.504517</c:v>
                </c:pt>
                <c:pt idx="4885">
                  <c:v>61.515082999999997</c:v>
                </c:pt>
                <c:pt idx="4886">
                  <c:v>61.550159000000001</c:v>
                </c:pt>
                <c:pt idx="4887">
                  <c:v>61.660305000000001</c:v>
                </c:pt>
                <c:pt idx="4888">
                  <c:v>61.775973999999998</c:v>
                </c:pt>
                <c:pt idx="4889">
                  <c:v>61.836219999999997</c:v>
                </c:pt>
                <c:pt idx="4890">
                  <c:v>61.841361999999997</c:v>
                </c:pt>
                <c:pt idx="4891">
                  <c:v>61.825066</c:v>
                </c:pt>
                <c:pt idx="4892">
                  <c:v>61.789948000000003</c:v>
                </c:pt>
                <c:pt idx="4893">
                  <c:v>61.691794999999999</c:v>
                </c:pt>
                <c:pt idx="4894">
                  <c:v>61.578544999999998</c:v>
                </c:pt>
                <c:pt idx="4895">
                  <c:v>61.473407999999999</c:v>
                </c:pt>
                <c:pt idx="4896">
                  <c:v>61.427193000000003</c:v>
                </c:pt>
                <c:pt idx="4897">
                  <c:v>61.513038999999999</c:v>
                </c:pt>
                <c:pt idx="4898">
                  <c:v>61.524315000000001</c:v>
                </c:pt>
                <c:pt idx="4899">
                  <c:v>61.550888</c:v>
                </c:pt>
                <c:pt idx="4900">
                  <c:v>61.609974000000001</c:v>
                </c:pt>
                <c:pt idx="4901">
                  <c:v>61.740676999999998</c:v>
                </c:pt>
                <c:pt idx="4902">
                  <c:v>61.901347999999999</c:v>
                </c:pt>
                <c:pt idx="4903">
                  <c:v>62.055283000000003</c:v>
                </c:pt>
                <c:pt idx="4904">
                  <c:v>62.264603000000001</c:v>
                </c:pt>
                <c:pt idx="4905">
                  <c:v>62.628867999999997</c:v>
                </c:pt>
                <c:pt idx="4906">
                  <c:v>62.997501</c:v>
                </c:pt>
                <c:pt idx="4907">
                  <c:v>63.316966999999998</c:v>
                </c:pt>
                <c:pt idx="4908">
                  <c:v>63.602528</c:v>
                </c:pt>
                <c:pt idx="4909">
                  <c:v>63.823227000000003</c:v>
                </c:pt>
                <c:pt idx="4910">
                  <c:v>63.980820000000001</c:v>
                </c:pt>
                <c:pt idx="4911">
                  <c:v>64.142280999999997</c:v>
                </c:pt>
                <c:pt idx="4912">
                  <c:v>64.246093999999999</c:v>
                </c:pt>
                <c:pt idx="4913">
                  <c:v>64.226990000000001</c:v>
                </c:pt>
                <c:pt idx="4914">
                  <c:v>64.102287000000004</c:v>
                </c:pt>
                <c:pt idx="4915">
                  <c:v>63.920085999999998</c:v>
                </c:pt>
                <c:pt idx="4916">
                  <c:v>63.707073000000001</c:v>
                </c:pt>
                <c:pt idx="4917">
                  <c:v>63.484898000000001</c:v>
                </c:pt>
                <c:pt idx="4918">
                  <c:v>63.220154000000001</c:v>
                </c:pt>
                <c:pt idx="4919">
                  <c:v>62.977508999999998</c:v>
                </c:pt>
                <c:pt idx="4920">
                  <c:v>62.724857</c:v>
                </c:pt>
                <c:pt idx="4921">
                  <c:v>62.460625</c:v>
                </c:pt>
                <c:pt idx="4922">
                  <c:v>62.221684000000003</c:v>
                </c:pt>
                <c:pt idx="4923">
                  <c:v>61.993167999999997</c:v>
                </c:pt>
                <c:pt idx="4924">
                  <c:v>61.781517000000001</c:v>
                </c:pt>
                <c:pt idx="4925">
                  <c:v>61.600608999999999</c:v>
                </c:pt>
                <c:pt idx="4926">
                  <c:v>61.415157000000001</c:v>
                </c:pt>
                <c:pt idx="4927">
                  <c:v>61.247695999999998</c:v>
                </c:pt>
                <c:pt idx="4928">
                  <c:v>61.052742000000002</c:v>
                </c:pt>
                <c:pt idx="4929">
                  <c:v>60.827708999999999</c:v>
                </c:pt>
                <c:pt idx="4930">
                  <c:v>60.588768000000002</c:v>
                </c:pt>
                <c:pt idx="4931">
                  <c:v>60.407822000000003</c:v>
                </c:pt>
                <c:pt idx="4932">
                  <c:v>60.215350999999998</c:v>
                </c:pt>
                <c:pt idx="4933">
                  <c:v>60.079704</c:v>
                </c:pt>
                <c:pt idx="4934">
                  <c:v>59.967613</c:v>
                </c:pt>
                <c:pt idx="4935">
                  <c:v>59.884331000000003</c:v>
                </c:pt>
                <c:pt idx="4936">
                  <c:v>59.809696000000002</c:v>
                </c:pt>
                <c:pt idx="4937">
                  <c:v>59.735210000000002</c:v>
                </c:pt>
                <c:pt idx="4938">
                  <c:v>59.659427999999998</c:v>
                </c:pt>
                <c:pt idx="4939">
                  <c:v>59.5886</c:v>
                </c:pt>
                <c:pt idx="4940">
                  <c:v>59.547660999999998</c:v>
                </c:pt>
                <c:pt idx="4941">
                  <c:v>59.529465000000002</c:v>
                </c:pt>
                <c:pt idx="4942">
                  <c:v>59.540035000000003</c:v>
                </c:pt>
                <c:pt idx="4943">
                  <c:v>59.586384000000002</c:v>
                </c:pt>
                <c:pt idx="4944">
                  <c:v>59.641494999999999</c:v>
                </c:pt>
                <c:pt idx="4945">
                  <c:v>59.700291</c:v>
                </c:pt>
                <c:pt idx="4946">
                  <c:v>59.803866999999997</c:v>
                </c:pt>
                <c:pt idx="4947">
                  <c:v>59.917793000000003</c:v>
                </c:pt>
                <c:pt idx="4948">
                  <c:v>60.075583999999999</c:v>
                </c:pt>
                <c:pt idx="4949">
                  <c:v>60.243938</c:v>
                </c:pt>
                <c:pt idx="4950">
                  <c:v>60.382565</c:v>
                </c:pt>
                <c:pt idx="4951">
                  <c:v>60.453659000000002</c:v>
                </c:pt>
                <c:pt idx="4952">
                  <c:v>60.493369999999999</c:v>
                </c:pt>
                <c:pt idx="4953">
                  <c:v>60.587341000000002</c:v>
                </c:pt>
                <c:pt idx="4954">
                  <c:v>60.699829000000001</c:v>
                </c:pt>
                <c:pt idx="4955">
                  <c:v>60.977097000000001</c:v>
                </c:pt>
                <c:pt idx="4956">
                  <c:v>61.263221999999999</c:v>
                </c:pt>
                <c:pt idx="4957">
                  <c:v>61.467582999999998</c:v>
                </c:pt>
                <c:pt idx="4958">
                  <c:v>61.698951999999998</c:v>
                </c:pt>
                <c:pt idx="4959">
                  <c:v>61.980122000000001</c:v>
                </c:pt>
                <c:pt idx="4960">
                  <c:v>62.17944</c:v>
                </c:pt>
                <c:pt idx="4961">
                  <c:v>62.437111000000002</c:v>
                </c:pt>
                <c:pt idx="4962">
                  <c:v>62.558509999999998</c:v>
                </c:pt>
                <c:pt idx="4963">
                  <c:v>62.537726999999997</c:v>
                </c:pt>
                <c:pt idx="4964">
                  <c:v>62.423957999999999</c:v>
                </c:pt>
                <c:pt idx="4965">
                  <c:v>62.254432999999999</c:v>
                </c:pt>
                <c:pt idx="4966">
                  <c:v>62.057735000000001</c:v>
                </c:pt>
                <c:pt idx="4967">
                  <c:v>61.856738999999997</c:v>
                </c:pt>
                <c:pt idx="4968">
                  <c:v>61.661121000000001</c:v>
                </c:pt>
                <c:pt idx="4969">
                  <c:v>61.509270000000001</c:v>
                </c:pt>
                <c:pt idx="4970">
                  <c:v>61.388160999999997</c:v>
                </c:pt>
                <c:pt idx="4971">
                  <c:v>61.322547999999998</c:v>
                </c:pt>
                <c:pt idx="4972">
                  <c:v>61.319522999999997</c:v>
                </c:pt>
                <c:pt idx="4973">
                  <c:v>61.409045999999996</c:v>
                </c:pt>
                <c:pt idx="4974">
                  <c:v>61.335011000000002</c:v>
                </c:pt>
                <c:pt idx="4975">
                  <c:v>61.298031000000002</c:v>
                </c:pt>
                <c:pt idx="4976">
                  <c:v>61.415272000000002</c:v>
                </c:pt>
                <c:pt idx="4977">
                  <c:v>61.567481999999998</c:v>
                </c:pt>
                <c:pt idx="4978">
                  <c:v>61.785522</c:v>
                </c:pt>
                <c:pt idx="4979">
                  <c:v>62.117004000000001</c:v>
                </c:pt>
                <c:pt idx="4980">
                  <c:v>62.447296000000001</c:v>
                </c:pt>
                <c:pt idx="4981">
                  <c:v>62.767856999999999</c:v>
                </c:pt>
                <c:pt idx="4982">
                  <c:v>62.989497999999998</c:v>
                </c:pt>
                <c:pt idx="4983">
                  <c:v>63.12632</c:v>
                </c:pt>
                <c:pt idx="4984">
                  <c:v>63.168712999999997</c:v>
                </c:pt>
                <c:pt idx="4985">
                  <c:v>63.233967</c:v>
                </c:pt>
                <c:pt idx="4986">
                  <c:v>63.388545999999998</c:v>
                </c:pt>
                <c:pt idx="4987">
                  <c:v>63.577663000000001</c:v>
                </c:pt>
                <c:pt idx="4988">
                  <c:v>63.736721000000003</c:v>
                </c:pt>
                <c:pt idx="4989">
                  <c:v>63.871941</c:v>
                </c:pt>
                <c:pt idx="4990">
                  <c:v>64.116135</c:v>
                </c:pt>
                <c:pt idx="4991">
                  <c:v>64.533646000000005</c:v>
                </c:pt>
                <c:pt idx="4992">
                  <c:v>64.937920000000005</c:v>
                </c:pt>
                <c:pt idx="4993">
                  <c:v>65.273696999999999</c:v>
                </c:pt>
                <c:pt idx="4994">
                  <c:v>65.497864000000007</c:v>
                </c:pt>
                <c:pt idx="4995">
                  <c:v>65.707252999999994</c:v>
                </c:pt>
                <c:pt idx="4996">
                  <c:v>65.885283999999999</c:v>
                </c:pt>
                <c:pt idx="4997">
                  <c:v>66.056495999999996</c:v>
                </c:pt>
                <c:pt idx="4998">
                  <c:v>66.231155000000001</c:v>
                </c:pt>
                <c:pt idx="4999">
                  <c:v>66.294899000000001</c:v>
                </c:pt>
                <c:pt idx="5000">
                  <c:v>66.242751999999996</c:v>
                </c:pt>
                <c:pt idx="5001">
                  <c:v>66.062241</c:v>
                </c:pt>
                <c:pt idx="5002">
                  <c:v>65.778335999999996</c:v>
                </c:pt>
                <c:pt idx="5003">
                  <c:v>65.475173999999996</c:v>
                </c:pt>
                <c:pt idx="5004">
                  <c:v>65.342360999999997</c:v>
                </c:pt>
                <c:pt idx="5005">
                  <c:v>65.258240000000001</c:v>
                </c:pt>
                <c:pt idx="5006">
                  <c:v>65.165062000000006</c:v>
                </c:pt>
                <c:pt idx="5007">
                  <c:v>65.077117999999999</c:v>
                </c:pt>
                <c:pt idx="5008">
                  <c:v>64.957702999999995</c:v>
                </c:pt>
                <c:pt idx="5009">
                  <c:v>64.831924000000001</c:v>
                </c:pt>
                <c:pt idx="5010">
                  <c:v>64.722435000000004</c:v>
                </c:pt>
                <c:pt idx="5011">
                  <c:v>64.602180000000004</c:v>
                </c:pt>
                <c:pt idx="5012">
                  <c:v>64.439148000000003</c:v>
                </c:pt>
                <c:pt idx="5013">
                  <c:v>64.286331000000004</c:v>
                </c:pt>
                <c:pt idx="5014">
                  <c:v>64.118401000000006</c:v>
                </c:pt>
                <c:pt idx="5015">
                  <c:v>63.955993999999997</c:v>
                </c:pt>
                <c:pt idx="5016">
                  <c:v>63.862662999999998</c:v>
                </c:pt>
                <c:pt idx="5017">
                  <c:v>63.822097999999997</c:v>
                </c:pt>
                <c:pt idx="5018">
                  <c:v>63.850597</c:v>
                </c:pt>
                <c:pt idx="5019">
                  <c:v>63.88673</c:v>
                </c:pt>
                <c:pt idx="5020">
                  <c:v>63.880074</c:v>
                </c:pt>
                <c:pt idx="5021">
                  <c:v>63.893703000000002</c:v>
                </c:pt>
                <c:pt idx="5022">
                  <c:v>63.885807</c:v>
                </c:pt>
                <c:pt idx="5023">
                  <c:v>63.841534000000003</c:v>
                </c:pt>
                <c:pt idx="5024">
                  <c:v>63.771988</c:v>
                </c:pt>
                <c:pt idx="5025">
                  <c:v>63.710537000000002</c:v>
                </c:pt>
                <c:pt idx="5026">
                  <c:v>63.675528999999997</c:v>
                </c:pt>
                <c:pt idx="5027">
                  <c:v>63.606712000000002</c:v>
                </c:pt>
                <c:pt idx="5028">
                  <c:v>63.548611000000001</c:v>
                </c:pt>
                <c:pt idx="5029">
                  <c:v>63.447231000000002</c:v>
                </c:pt>
                <c:pt idx="5030">
                  <c:v>63.342964000000002</c:v>
                </c:pt>
                <c:pt idx="5031">
                  <c:v>63.280247000000003</c:v>
                </c:pt>
                <c:pt idx="5032">
                  <c:v>63.249851</c:v>
                </c:pt>
                <c:pt idx="5033">
                  <c:v>63.139403999999999</c:v>
                </c:pt>
                <c:pt idx="5034">
                  <c:v>62.914290999999999</c:v>
                </c:pt>
                <c:pt idx="5035">
                  <c:v>62.521683000000003</c:v>
                </c:pt>
                <c:pt idx="5036">
                  <c:v>62.214275000000001</c:v>
                </c:pt>
                <c:pt idx="5037">
                  <c:v>62.045321999999999</c:v>
                </c:pt>
                <c:pt idx="5038">
                  <c:v>61.993510999999998</c:v>
                </c:pt>
                <c:pt idx="5039">
                  <c:v>61.997028</c:v>
                </c:pt>
                <c:pt idx="5040">
                  <c:v>62.083579999999998</c:v>
                </c:pt>
                <c:pt idx="5041">
                  <c:v>62.175514</c:v>
                </c:pt>
                <c:pt idx="5042">
                  <c:v>62.184260999999999</c:v>
                </c:pt>
                <c:pt idx="5043">
                  <c:v>62.053032000000002</c:v>
                </c:pt>
                <c:pt idx="5044">
                  <c:v>61.866343999999998</c:v>
                </c:pt>
                <c:pt idx="5045">
                  <c:v>61.658230000000003</c:v>
                </c:pt>
                <c:pt idx="5046">
                  <c:v>61.510241999999998</c:v>
                </c:pt>
                <c:pt idx="5047">
                  <c:v>61.420051999999998</c:v>
                </c:pt>
                <c:pt idx="5048">
                  <c:v>61.261645999999999</c:v>
                </c:pt>
                <c:pt idx="5049">
                  <c:v>61.072772999999998</c:v>
                </c:pt>
                <c:pt idx="5050">
                  <c:v>60.872971</c:v>
                </c:pt>
                <c:pt idx="5051">
                  <c:v>60.666370000000001</c:v>
                </c:pt>
                <c:pt idx="5052">
                  <c:v>60.495925999999997</c:v>
                </c:pt>
                <c:pt idx="5053">
                  <c:v>60.341071999999997</c:v>
                </c:pt>
                <c:pt idx="5054">
                  <c:v>60.180526999999998</c:v>
                </c:pt>
                <c:pt idx="5055">
                  <c:v>60.051761999999997</c:v>
                </c:pt>
                <c:pt idx="5056">
                  <c:v>59.965820000000001</c:v>
                </c:pt>
                <c:pt idx="5057">
                  <c:v>59.898972000000001</c:v>
                </c:pt>
                <c:pt idx="5058">
                  <c:v>59.813994999999998</c:v>
                </c:pt>
                <c:pt idx="5059">
                  <c:v>59.703040999999999</c:v>
                </c:pt>
                <c:pt idx="5060">
                  <c:v>59.541027</c:v>
                </c:pt>
                <c:pt idx="5061">
                  <c:v>59.365791000000002</c:v>
                </c:pt>
                <c:pt idx="5062">
                  <c:v>59.153357999999997</c:v>
                </c:pt>
                <c:pt idx="5063">
                  <c:v>58.932903000000003</c:v>
                </c:pt>
                <c:pt idx="5064">
                  <c:v>58.748336999999999</c:v>
                </c:pt>
                <c:pt idx="5065">
                  <c:v>58.595996999999997</c:v>
                </c:pt>
                <c:pt idx="5066">
                  <c:v>58.436309999999999</c:v>
                </c:pt>
                <c:pt idx="5067">
                  <c:v>58.275523999999997</c:v>
                </c:pt>
                <c:pt idx="5068">
                  <c:v>58.100287999999999</c:v>
                </c:pt>
                <c:pt idx="5069">
                  <c:v>57.963028000000001</c:v>
                </c:pt>
                <c:pt idx="5070">
                  <c:v>57.849086999999997</c:v>
                </c:pt>
                <c:pt idx="5071">
                  <c:v>57.703589999999998</c:v>
                </c:pt>
                <c:pt idx="5072">
                  <c:v>57.518287999999998</c:v>
                </c:pt>
                <c:pt idx="5073">
                  <c:v>57.323174000000002</c:v>
                </c:pt>
                <c:pt idx="5074">
                  <c:v>57.11739</c:v>
                </c:pt>
                <c:pt idx="5075">
                  <c:v>56.966675000000002</c:v>
                </c:pt>
                <c:pt idx="5076">
                  <c:v>56.872363999999997</c:v>
                </c:pt>
                <c:pt idx="5077">
                  <c:v>56.851123999999999</c:v>
                </c:pt>
                <c:pt idx="5078">
                  <c:v>56.817123000000002</c:v>
                </c:pt>
                <c:pt idx="5079">
                  <c:v>56.616039000000001</c:v>
                </c:pt>
                <c:pt idx="5080">
                  <c:v>56.400291000000003</c:v>
                </c:pt>
                <c:pt idx="5081">
                  <c:v>56.348488000000003</c:v>
                </c:pt>
                <c:pt idx="5082">
                  <c:v>56.395626</c:v>
                </c:pt>
                <c:pt idx="5083">
                  <c:v>56.534469999999999</c:v>
                </c:pt>
                <c:pt idx="5084">
                  <c:v>56.678973999999997</c:v>
                </c:pt>
                <c:pt idx="5085">
                  <c:v>56.817726</c:v>
                </c:pt>
                <c:pt idx="5086">
                  <c:v>56.783999999999999</c:v>
                </c:pt>
                <c:pt idx="5087">
                  <c:v>56.650238000000002</c:v>
                </c:pt>
                <c:pt idx="5088">
                  <c:v>56.551482999999998</c:v>
                </c:pt>
                <c:pt idx="5089">
                  <c:v>56.622337000000002</c:v>
                </c:pt>
                <c:pt idx="5090">
                  <c:v>56.753760999999997</c:v>
                </c:pt>
                <c:pt idx="5091">
                  <c:v>56.915058000000002</c:v>
                </c:pt>
                <c:pt idx="5092">
                  <c:v>57.188777999999999</c:v>
                </c:pt>
                <c:pt idx="5093">
                  <c:v>57.705222999999997</c:v>
                </c:pt>
                <c:pt idx="5094">
                  <c:v>58.343231000000003</c:v>
                </c:pt>
                <c:pt idx="5095">
                  <c:v>58.861263000000001</c:v>
                </c:pt>
                <c:pt idx="5096">
                  <c:v>59.194668</c:v>
                </c:pt>
                <c:pt idx="5097">
                  <c:v>59.351050999999998</c:v>
                </c:pt>
                <c:pt idx="5098">
                  <c:v>59.386432999999997</c:v>
                </c:pt>
                <c:pt idx="5099">
                  <c:v>59.378444999999999</c:v>
                </c:pt>
                <c:pt idx="5100">
                  <c:v>59.284545999999999</c:v>
                </c:pt>
                <c:pt idx="5101">
                  <c:v>58.984538999999998</c:v>
                </c:pt>
                <c:pt idx="5102">
                  <c:v>58.585262</c:v>
                </c:pt>
                <c:pt idx="5103">
                  <c:v>58.175818999999997</c:v>
                </c:pt>
                <c:pt idx="5104">
                  <c:v>57.776108000000001</c:v>
                </c:pt>
                <c:pt idx="5105">
                  <c:v>57.467674000000002</c:v>
                </c:pt>
                <c:pt idx="5106">
                  <c:v>57.323559000000003</c:v>
                </c:pt>
                <c:pt idx="5107">
                  <c:v>57.358147000000002</c:v>
                </c:pt>
                <c:pt idx="5108">
                  <c:v>57.565556000000001</c:v>
                </c:pt>
                <c:pt idx="5109">
                  <c:v>57.873978000000001</c:v>
                </c:pt>
                <c:pt idx="5110">
                  <c:v>58.179115000000003</c:v>
                </c:pt>
                <c:pt idx="5111">
                  <c:v>58.465096000000003</c:v>
                </c:pt>
                <c:pt idx="5112">
                  <c:v>58.722988000000001</c:v>
                </c:pt>
                <c:pt idx="5113">
                  <c:v>58.944229</c:v>
                </c:pt>
                <c:pt idx="5114">
                  <c:v>59.115166000000002</c:v>
                </c:pt>
                <c:pt idx="5115">
                  <c:v>59.325409000000001</c:v>
                </c:pt>
                <c:pt idx="5116">
                  <c:v>59.382713000000003</c:v>
                </c:pt>
                <c:pt idx="5117">
                  <c:v>59.369262999999997</c:v>
                </c:pt>
                <c:pt idx="5118">
                  <c:v>59.335075000000003</c:v>
                </c:pt>
                <c:pt idx="5119">
                  <c:v>59.310867000000002</c:v>
                </c:pt>
                <c:pt idx="5120">
                  <c:v>59.285640999999998</c:v>
                </c:pt>
                <c:pt idx="5121">
                  <c:v>59.172122999999999</c:v>
                </c:pt>
                <c:pt idx="5122">
                  <c:v>59.070847000000001</c:v>
                </c:pt>
                <c:pt idx="5123">
                  <c:v>59.033245000000001</c:v>
                </c:pt>
                <c:pt idx="5124">
                  <c:v>59.005077</c:v>
                </c:pt>
                <c:pt idx="5125">
                  <c:v>59.095421000000002</c:v>
                </c:pt>
                <c:pt idx="5126">
                  <c:v>59.377631999999998</c:v>
                </c:pt>
                <c:pt idx="5127">
                  <c:v>59.739356999999998</c:v>
                </c:pt>
                <c:pt idx="5128">
                  <c:v>60.091236000000002</c:v>
                </c:pt>
                <c:pt idx="5129">
                  <c:v>60.545403</c:v>
                </c:pt>
                <c:pt idx="5130">
                  <c:v>61.005032</c:v>
                </c:pt>
                <c:pt idx="5131">
                  <c:v>61.290545999999999</c:v>
                </c:pt>
                <c:pt idx="5132">
                  <c:v>61.46067</c:v>
                </c:pt>
                <c:pt idx="5133">
                  <c:v>61.614032999999999</c:v>
                </c:pt>
                <c:pt idx="5134">
                  <c:v>61.852454999999999</c:v>
                </c:pt>
                <c:pt idx="5135">
                  <c:v>62.026553999999997</c:v>
                </c:pt>
                <c:pt idx="5136">
                  <c:v>62.124149000000003</c:v>
                </c:pt>
                <c:pt idx="5137">
                  <c:v>62.331394000000003</c:v>
                </c:pt>
                <c:pt idx="5138">
                  <c:v>62.619396000000002</c:v>
                </c:pt>
                <c:pt idx="5139">
                  <c:v>62.764957000000003</c:v>
                </c:pt>
                <c:pt idx="5140">
                  <c:v>62.811515999999997</c:v>
                </c:pt>
                <c:pt idx="5141">
                  <c:v>62.887604000000003</c:v>
                </c:pt>
                <c:pt idx="5142">
                  <c:v>62.581074000000001</c:v>
                </c:pt>
                <c:pt idx="5143">
                  <c:v>62.213172999999998</c:v>
                </c:pt>
                <c:pt idx="5144">
                  <c:v>62.231639999999999</c:v>
                </c:pt>
                <c:pt idx="5145">
                  <c:v>62.666809000000001</c:v>
                </c:pt>
                <c:pt idx="5146">
                  <c:v>63.219180999999999</c:v>
                </c:pt>
                <c:pt idx="5147">
                  <c:v>63.678902000000001</c:v>
                </c:pt>
                <c:pt idx="5148">
                  <c:v>64.037079000000006</c:v>
                </c:pt>
                <c:pt idx="5149">
                  <c:v>64.356102000000007</c:v>
                </c:pt>
                <c:pt idx="5150">
                  <c:v>64.773514000000006</c:v>
                </c:pt>
                <c:pt idx="5151">
                  <c:v>65.256325000000004</c:v>
                </c:pt>
                <c:pt idx="5152">
                  <c:v>65.697044000000005</c:v>
                </c:pt>
                <c:pt idx="5153">
                  <c:v>66.051513999999997</c:v>
                </c:pt>
                <c:pt idx="5154">
                  <c:v>66.331992999999997</c:v>
                </c:pt>
                <c:pt idx="5155">
                  <c:v>66.557129000000003</c:v>
                </c:pt>
                <c:pt idx="5156">
                  <c:v>66.763007999999999</c:v>
                </c:pt>
                <c:pt idx="5157">
                  <c:v>66.918700999999999</c:v>
                </c:pt>
                <c:pt idx="5158">
                  <c:v>67.057388000000003</c:v>
                </c:pt>
                <c:pt idx="5159">
                  <c:v>67.230689999999996</c:v>
                </c:pt>
                <c:pt idx="5160">
                  <c:v>67.447104999999993</c:v>
                </c:pt>
                <c:pt idx="5161">
                  <c:v>67.732367999999994</c:v>
                </c:pt>
                <c:pt idx="5162">
                  <c:v>67.872681</c:v>
                </c:pt>
                <c:pt idx="5163">
                  <c:v>67.864922000000007</c:v>
                </c:pt>
                <c:pt idx="5164">
                  <c:v>67.965248000000003</c:v>
                </c:pt>
                <c:pt idx="5165">
                  <c:v>68.226685000000003</c:v>
                </c:pt>
                <c:pt idx="5166">
                  <c:v>68.606621000000004</c:v>
                </c:pt>
                <c:pt idx="5167">
                  <c:v>69.125968999999998</c:v>
                </c:pt>
                <c:pt idx="5168">
                  <c:v>69.615905999999995</c:v>
                </c:pt>
                <c:pt idx="5169">
                  <c:v>70.008399999999995</c:v>
                </c:pt>
                <c:pt idx="5170">
                  <c:v>70.402221999999995</c:v>
                </c:pt>
                <c:pt idx="5171">
                  <c:v>70.753219999999999</c:v>
                </c:pt>
                <c:pt idx="5172">
                  <c:v>71.087836999999993</c:v>
                </c:pt>
                <c:pt idx="5173">
                  <c:v>71.452324000000004</c:v>
                </c:pt>
                <c:pt idx="5174">
                  <c:v>71.747794999999996</c:v>
                </c:pt>
                <c:pt idx="5175">
                  <c:v>71.990768000000003</c:v>
                </c:pt>
                <c:pt idx="5176">
                  <c:v>72.221207000000007</c:v>
                </c:pt>
                <c:pt idx="5177">
                  <c:v>72.497069999999994</c:v>
                </c:pt>
                <c:pt idx="5178">
                  <c:v>72.909019000000001</c:v>
                </c:pt>
                <c:pt idx="5179">
                  <c:v>73.259933000000004</c:v>
                </c:pt>
                <c:pt idx="5180">
                  <c:v>73.395836000000003</c:v>
                </c:pt>
                <c:pt idx="5181">
                  <c:v>73.428734000000006</c:v>
                </c:pt>
                <c:pt idx="5182">
                  <c:v>73.525351999999998</c:v>
                </c:pt>
                <c:pt idx="5183">
                  <c:v>73.635634999999994</c:v>
                </c:pt>
                <c:pt idx="5184">
                  <c:v>73.746566999999999</c:v>
                </c:pt>
                <c:pt idx="5185">
                  <c:v>73.806808000000004</c:v>
                </c:pt>
                <c:pt idx="5186">
                  <c:v>73.813621999999995</c:v>
                </c:pt>
                <c:pt idx="5187">
                  <c:v>73.87764</c:v>
                </c:pt>
                <c:pt idx="5188">
                  <c:v>73.928687999999994</c:v>
                </c:pt>
                <c:pt idx="5189">
                  <c:v>73.967628000000005</c:v>
                </c:pt>
                <c:pt idx="5190">
                  <c:v>73.566010000000006</c:v>
                </c:pt>
                <c:pt idx="5191">
                  <c:v>73.677764999999994</c:v>
                </c:pt>
                <c:pt idx="5192">
                  <c:v>73.840644999999995</c:v>
                </c:pt>
                <c:pt idx="5193">
                  <c:v>73.976746000000006</c:v>
                </c:pt>
                <c:pt idx="5194">
                  <c:v>74.076553000000004</c:v>
                </c:pt>
                <c:pt idx="5195">
                  <c:v>74.149742000000003</c:v>
                </c:pt>
                <c:pt idx="5196">
                  <c:v>74.194198999999998</c:v>
                </c:pt>
                <c:pt idx="5197">
                  <c:v>74.158225999999999</c:v>
                </c:pt>
                <c:pt idx="5198">
                  <c:v>79.160590999999997</c:v>
                </c:pt>
                <c:pt idx="5199">
                  <c:v>78.609322000000006</c:v>
                </c:pt>
                <c:pt idx="5200">
                  <c:v>78.534194999999997</c:v>
                </c:pt>
                <c:pt idx="5201">
                  <c:v>78.555176000000003</c:v>
                </c:pt>
                <c:pt idx="5202">
                  <c:v>78.439278000000002</c:v>
                </c:pt>
                <c:pt idx="5203">
                  <c:v>78.21508</c:v>
                </c:pt>
                <c:pt idx="5204">
                  <c:v>78.049010999999993</c:v>
                </c:pt>
                <c:pt idx="5205">
                  <c:v>77.923676</c:v>
                </c:pt>
                <c:pt idx="5206">
                  <c:v>77.852669000000006</c:v>
                </c:pt>
                <c:pt idx="5207">
                  <c:v>77.911026000000007</c:v>
                </c:pt>
                <c:pt idx="5208">
                  <c:v>77.935958999999997</c:v>
                </c:pt>
                <c:pt idx="5209">
                  <c:v>75.102530999999999</c:v>
                </c:pt>
                <c:pt idx="5210">
                  <c:v>74.858299000000002</c:v>
                </c:pt>
                <c:pt idx="5211">
                  <c:v>73.551642999999999</c:v>
                </c:pt>
                <c:pt idx="5212">
                  <c:v>72.975395000000006</c:v>
                </c:pt>
                <c:pt idx="5213">
                  <c:v>73.292595000000006</c:v>
                </c:pt>
                <c:pt idx="5214">
                  <c:v>72.981719999999996</c:v>
                </c:pt>
                <c:pt idx="5215">
                  <c:v>73.107239000000007</c:v>
                </c:pt>
                <c:pt idx="5216">
                  <c:v>73.248444000000006</c:v>
                </c:pt>
                <c:pt idx="5217">
                  <c:v>73.324661000000006</c:v>
                </c:pt>
                <c:pt idx="5218">
                  <c:v>73.915824999999998</c:v>
                </c:pt>
                <c:pt idx="5219">
                  <c:v>73.773453000000003</c:v>
                </c:pt>
                <c:pt idx="5220">
                  <c:v>73.822922000000005</c:v>
                </c:pt>
                <c:pt idx="5221">
                  <c:v>73.913071000000002</c:v>
                </c:pt>
                <c:pt idx="5222">
                  <c:v>74.028899999999993</c:v>
                </c:pt>
                <c:pt idx="5223">
                  <c:v>74.101578000000003</c:v>
                </c:pt>
                <c:pt idx="5224">
                  <c:v>74.087692000000004</c:v>
                </c:pt>
                <c:pt idx="5225">
                  <c:v>74.043625000000006</c:v>
                </c:pt>
                <c:pt idx="5226">
                  <c:v>74.048316999999997</c:v>
                </c:pt>
                <c:pt idx="5227">
                  <c:v>74.077972000000003</c:v>
                </c:pt>
                <c:pt idx="5228">
                  <c:v>74.061927999999995</c:v>
                </c:pt>
                <c:pt idx="5229">
                  <c:v>73.980132999999995</c:v>
                </c:pt>
                <c:pt idx="5230">
                  <c:v>73.888878000000005</c:v>
                </c:pt>
                <c:pt idx="5231">
                  <c:v>73.742537999999996</c:v>
                </c:pt>
                <c:pt idx="5232">
                  <c:v>73.472603000000007</c:v>
                </c:pt>
                <c:pt idx="5233">
                  <c:v>73.289856</c:v>
                </c:pt>
                <c:pt idx="5234">
                  <c:v>73.045601000000005</c:v>
                </c:pt>
                <c:pt idx="5235">
                  <c:v>72.535301000000004</c:v>
                </c:pt>
                <c:pt idx="5236">
                  <c:v>72.151566000000003</c:v>
                </c:pt>
                <c:pt idx="5237">
                  <c:v>71.958297999999999</c:v>
                </c:pt>
                <c:pt idx="5238">
                  <c:v>71.689926</c:v>
                </c:pt>
                <c:pt idx="5239">
                  <c:v>71.348540999999997</c:v>
                </c:pt>
                <c:pt idx="5240">
                  <c:v>70.824805999999995</c:v>
                </c:pt>
                <c:pt idx="5241">
                  <c:v>70.131218000000004</c:v>
                </c:pt>
                <c:pt idx="5242">
                  <c:v>69.472740000000002</c:v>
                </c:pt>
                <c:pt idx="5243">
                  <c:v>68.948623999999995</c:v>
                </c:pt>
                <c:pt idx="5244">
                  <c:v>68.532454999999999</c:v>
                </c:pt>
                <c:pt idx="5245">
                  <c:v>68.165526999999997</c:v>
                </c:pt>
                <c:pt idx="5246">
                  <c:v>67.789435999999995</c:v>
                </c:pt>
                <c:pt idx="5247">
                  <c:v>67.388999999999996</c:v>
                </c:pt>
                <c:pt idx="5248">
                  <c:v>66.986358999999993</c:v>
                </c:pt>
                <c:pt idx="5249">
                  <c:v>66.547782999999995</c:v>
                </c:pt>
                <c:pt idx="5250">
                  <c:v>66.207374999999999</c:v>
                </c:pt>
                <c:pt idx="5251">
                  <c:v>65.962958999999998</c:v>
                </c:pt>
                <c:pt idx="5252">
                  <c:v>65.717033000000001</c:v>
                </c:pt>
                <c:pt idx="5253">
                  <c:v>65.421897999999999</c:v>
                </c:pt>
                <c:pt idx="5254">
                  <c:v>65.076858999999999</c:v>
                </c:pt>
                <c:pt idx="5255">
                  <c:v>64.729729000000006</c:v>
                </c:pt>
                <c:pt idx="5256">
                  <c:v>64.450873999999999</c:v>
                </c:pt>
                <c:pt idx="5257">
                  <c:v>64.213013000000004</c:v>
                </c:pt>
                <c:pt idx="5258">
                  <c:v>63.975825999999998</c:v>
                </c:pt>
                <c:pt idx="5259">
                  <c:v>63.777946</c:v>
                </c:pt>
                <c:pt idx="5260">
                  <c:v>63.573647000000001</c:v>
                </c:pt>
                <c:pt idx="5261">
                  <c:v>63.313557000000003</c:v>
                </c:pt>
                <c:pt idx="5262">
                  <c:v>62.998252999999998</c:v>
                </c:pt>
                <c:pt idx="5263">
                  <c:v>62.652996000000002</c:v>
                </c:pt>
                <c:pt idx="5264">
                  <c:v>62.340023000000002</c:v>
                </c:pt>
                <c:pt idx="5265">
                  <c:v>62.045082000000001</c:v>
                </c:pt>
                <c:pt idx="5266">
                  <c:v>61.798298000000003</c:v>
                </c:pt>
                <c:pt idx="5267">
                  <c:v>61.552776000000001</c:v>
                </c:pt>
                <c:pt idx="5268">
                  <c:v>61.368369999999999</c:v>
                </c:pt>
                <c:pt idx="5269">
                  <c:v>61.151615</c:v>
                </c:pt>
                <c:pt idx="5270">
                  <c:v>60.899082</c:v>
                </c:pt>
                <c:pt idx="5271">
                  <c:v>60.726664999999997</c:v>
                </c:pt>
                <c:pt idx="5272">
                  <c:v>60.414284000000002</c:v>
                </c:pt>
                <c:pt idx="5273">
                  <c:v>60.151825000000002</c:v>
                </c:pt>
                <c:pt idx="5274">
                  <c:v>60.063488</c:v>
                </c:pt>
                <c:pt idx="5275">
                  <c:v>59.997421000000003</c:v>
                </c:pt>
                <c:pt idx="5276">
                  <c:v>59.906986000000003</c:v>
                </c:pt>
                <c:pt idx="5277">
                  <c:v>59.810195999999998</c:v>
                </c:pt>
                <c:pt idx="5278">
                  <c:v>59.816605000000003</c:v>
                </c:pt>
                <c:pt idx="5279">
                  <c:v>59.888953999999998</c:v>
                </c:pt>
                <c:pt idx="5280">
                  <c:v>59.924087999999998</c:v>
                </c:pt>
                <c:pt idx="5281">
                  <c:v>59.971953999999997</c:v>
                </c:pt>
                <c:pt idx="5282">
                  <c:v>60.119953000000002</c:v>
                </c:pt>
                <c:pt idx="5283">
                  <c:v>60.316704000000001</c:v>
                </c:pt>
                <c:pt idx="5284">
                  <c:v>60.440154999999997</c:v>
                </c:pt>
                <c:pt idx="5285">
                  <c:v>60.503857000000004</c:v>
                </c:pt>
                <c:pt idx="5286">
                  <c:v>60.544907000000002</c:v>
                </c:pt>
                <c:pt idx="5287">
                  <c:v>60.482010000000002</c:v>
                </c:pt>
                <c:pt idx="5288">
                  <c:v>60.20261</c:v>
                </c:pt>
                <c:pt idx="5289">
                  <c:v>60.000076</c:v>
                </c:pt>
                <c:pt idx="5290">
                  <c:v>59.885905999999999</c:v>
                </c:pt>
                <c:pt idx="5291">
                  <c:v>59.732894999999999</c:v>
                </c:pt>
                <c:pt idx="5292">
                  <c:v>59.489055999999998</c:v>
                </c:pt>
                <c:pt idx="5293">
                  <c:v>59.209377000000003</c:v>
                </c:pt>
                <c:pt idx="5294">
                  <c:v>58.918281999999998</c:v>
                </c:pt>
                <c:pt idx="5295">
                  <c:v>58.669829999999997</c:v>
                </c:pt>
                <c:pt idx="5296">
                  <c:v>58.510395000000003</c:v>
                </c:pt>
                <c:pt idx="5297">
                  <c:v>58.420479</c:v>
                </c:pt>
                <c:pt idx="5298">
                  <c:v>58.281379999999999</c:v>
                </c:pt>
                <c:pt idx="5299">
                  <c:v>58.032646</c:v>
                </c:pt>
                <c:pt idx="5300">
                  <c:v>57.792476999999998</c:v>
                </c:pt>
                <c:pt idx="5301">
                  <c:v>57.594147</c:v>
                </c:pt>
                <c:pt idx="5302">
                  <c:v>57.357517000000001</c:v>
                </c:pt>
                <c:pt idx="5303">
                  <c:v>57.051963999999998</c:v>
                </c:pt>
                <c:pt idx="5304">
                  <c:v>56.704182000000003</c:v>
                </c:pt>
                <c:pt idx="5305">
                  <c:v>56.470196000000001</c:v>
                </c:pt>
                <c:pt idx="5306">
                  <c:v>56.336761000000003</c:v>
                </c:pt>
                <c:pt idx="5307">
                  <c:v>56.180210000000002</c:v>
                </c:pt>
                <c:pt idx="5308">
                  <c:v>56.131186999999997</c:v>
                </c:pt>
                <c:pt idx="5309">
                  <c:v>56.233626999999998</c:v>
                </c:pt>
                <c:pt idx="5310">
                  <c:v>56.309711</c:v>
                </c:pt>
                <c:pt idx="5311">
                  <c:v>56.369030000000002</c:v>
                </c:pt>
                <c:pt idx="5312">
                  <c:v>56.388911999999998</c:v>
                </c:pt>
                <c:pt idx="5313">
                  <c:v>56.447090000000003</c:v>
                </c:pt>
                <c:pt idx="5314">
                  <c:v>56.638480999999999</c:v>
                </c:pt>
                <c:pt idx="5315">
                  <c:v>56.868186999999999</c:v>
                </c:pt>
                <c:pt idx="5316">
                  <c:v>57.061756000000003</c:v>
                </c:pt>
                <c:pt idx="5317">
                  <c:v>57.136218999999997</c:v>
                </c:pt>
                <c:pt idx="5318">
                  <c:v>57.073157999999999</c:v>
                </c:pt>
                <c:pt idx="5319">
                  <c:v>57.047268000000003</c:v>
                </c:pt>
                <c:pt idx="5320">
                  <c:v>57.043655000000001</c:v>
                </c:pt>
                <c:pt idx="5321">
                  <c:v>56.977668999999999</c:v>
                </c:pt>
                <c:pt idx="5322">
                  <c:v>56.829075000000003</c:v>
                </c:pt>
                <c:pt idx="5323">
                  <c:v>56.657589000000002</c:v>
                </c:pt>
                <c:pt idx="5324">
                  <c:v>56.514927</c:v>
                </c:pt>
                <c:pt idx="5325">
                  <c:v>56.409115</c:v>
                </c:pt>
                <c:pt idx="5326">
                  <c:v>56.293671000000003</c:v>
                </c:pt>
                <c:pt idx="5327">
                  <c:v>56.174118</c:v>
                </c:pt>
                <c:pt idx="5328">
                  <c:v>56.136772000000001</c:v>
                </c:pt>
                <c:pt idx="5329">
                  <c:v>56.154204999999997</c:v>
                </c:pt>
                <c:pt idx="5330">
                  <c:v>56.246634999999998</c:v>
                </c:pt>
                <c:pt idx="5331">
                  <c:v>56.280399000000003</c:v>
                </c:pt>
                <c:pt idx="5332">
                  <c:v>56.172122999999999</c:v>
                </c:pt>
                <c:pt idx="5333">
                  <c:v>56.078586999999999</c:v>
                </c:pt>
                <c:pt idx="5334">
                  <c:v>56.091667000000001</c:v>
                </c:pt>
                <c:pt idx="5335">
                  <c:v>56.140247000000002</c:v>
                </c:pt>
                <c:pt idx="5336">
                  <c:v>56.247902000000003</c:v>
                </c:pt>
                <c:pt idx="5337">
                  <c:v>56.373275999999997</c:v>
                </c:pt>
                <c:pt idx="5338">
                  <c:v>56.436405000000001</c:v>
                </c:pt>
                <c:pt idx="5339">
                  <c:v>56.416111000000001</c:v>
                </c:pt>
                <c:pt idx="5340">
                  <c:v>56.275126999999998</c:v>
                </c:pt>
                <c:pt idx="5341">
                  <c:v>56.085650999999999</c:v>
                </c:pt>
                <c:pt idx="5342">
                  <c:v>55.901558000000001</c:v>
                </c:pt>
                <c:pt idx="5343">
                  <c:v>55.762836</c:v>
                </c:pt>
                <c:pt idx="5344">
                  <c:v>55.593860999999997</c:v>
                </c:pt>
                <c:pt idx="5345">
                  <c:v>55.449511999999999</c:v>
                </c:pt>
                <c:pt idx="5346">
                  <c:v>55.328598</c:v>
                </c:pt>
                <c:pt idx="5347">
                  <c:v>55.061599999999999</c:v>
                </c:pt>
                <c:pt idx="5348">
                  <c:v>54.925434000000003</c:v>
                </c:pt>
                <c:pt idx="5349">
                  <c:v>54.868385000000004</c:v>
                </c:pt>
                <c:pt idx="5350">
                  <c:v>54.857796</c:v>
                </c:pt>
                <c:pt idx="5351">
                  <c:v>54.754261</c:v>
                </c:pt>
                <c:pt idx="5352">
                  <c:v>54.580832999999998</c:v>
                </c:pt>
                <c:pt idx="5353">
                  <c:v>54.417278000000003</c:v>
                </c:pt>
                <c:pt idx="5354">
                  <c:v>54.331294999999997</c:v>
                </c:pt>
                <c:pt idx="5355">
                  <c:v>54.278469000000001</c:v>
                </c:pt>
                <c:pt idx="5356">
                  <c:v>54.143870999999997</c:v>
                </c:pt>
                <c:pt idx="5357">
                  <c:v>53.972931000000003</c:v>
                </c:pt>
                <c:pt idx="5358">
                  <c:v>53.764705999999997</c:v>
                </c:pt>
                <c:pt idx="5359">
                  <c:v>53.588572999999997</c:v>
                </c:pt>
                <c:pt idx="5360">
                  <c:v>53.452567999999999</c:v>
                </c:pt>
                <c:pt idx="5361">
                  <c:v>53.329315000000001</c:v>
                </c:pt>
                <c:pt idx="5362">
                  <c:v>53.200499999999998</c:v>
                </c:pt>
                <c:pt idx="5363">
                  <c:v>53.138775000000003</c:v>
                </c:pt>
                <c:pt idx="5364">
                  <c:v>53.077747000000002</c:v>
                </c:pt>
                <c:pt idx="5365">
                  <c:v>52.980105999999999</c:v>
                </c:pt>
                <c:pt idx="5366">
                  <c:v>52.940994000000003</c:v>
                </c:pt>
                <c:pt idx="5367">
                  <c:v>53.01437</c:v>
                </c:pt>
                <c:pt idx="5368">
                  <c:v>53.179295000000003</c:v>
                </c:pt>
                <c:pt idx="5369">
                  <c:v>53.286735999999998</c:v>
                </c:pt>
                <c:pt idx="5370">
                  <c:v>53.412170000000003</c:v>
                </c:pt>
                <c:pt idx="5371">
                  <c:v>53.588230000000003</c:v>
                </c:pt>
                <c:pt idx="5372">
                  <c:v>53.696896000000002</c:v>
                </c:pt>
                <c:pt idx="5373">
                  <c:v>53.730656000000003</c:v>
                </c:pt>
                <c:pt idx="5374">
                  <c:v>53.655365000000003</c:v>
                </c:pt>
                <c:pt idx="5375">
                  <c:v>53.670101000000003</c:v>
                </c:pt>
                <c:pt idx="5376">
                  <c:v>53.810600000000001</c:v>
                </c:pt>
                <c:pt idx="5377">
                  <c:v>53.955753000000001</c:v>
                </c:pt>
                <c:pt idx="5378">
                  <c:v>53.995337999999997</c:v>
                </c:pt>
                <c:pt idx="5379">
                  <c:v>53.911403999999997</c:v>
                </c:pt>
                <c:pt idx="5380">
                  <c:v>53.814551999999999</c:v>
                </c:pt>
                <c:pt idx="5381">
                  <c:v>53.733459000000003</c:v>
                </c:pt>
                <c:pt idx="5382">
                  <c:v>53.722084000000002</c:v>
                </c:pt>
                <c:pt idx="5383">
                  <c:v>53.719569999999997</c:v>
                </c:pt>
                <c:pt idx="5384">
                  <c:v>53.704028999999998</c:v>
                </c:pt>
                <c:pt idx="5385">
                  <c:v>53.662514000000002</c:v>
                </c:pt>
                <c:pt idx="5386">
                  <c:v>53.746032999999997</c:v>
                </c:pt>
                <c:pt idx="5387">
                  <c:v>53.942641999999999</c:v>
                </c:pt>
                <c:pt idx="5388">
                  <c:v>54.170586</c:v>
                </c:pt>
                <c:pt idx="5389">
                  <c:v>54.365921</c:v>
                </c:pt>
                <c:pt idx="5390">
                  <c:v>54.606544</c:v>
                </c:pt>
                <c:pt idx="5391">
                  <c:v>54.852550999999998</c:v>
                </c:pt>
                <c:pt idx="5392">
                  <c:v>55.068024000000001</c:v>
                </c:pt>
                <c:pt idx="5393">
                  <c:v>55.301986999999997</c:v>
                </c:pt>
                <c:pt idx="5394">
                  <c:v>55.472912000000001</c:v>
                </c:pt>
                <c:pt idx="5395">
                  <c:v>55.633533</c:v>
                </c:pt>
                <c:pt idx="5396">
                  <c:v>55.795237999999998</c:v>
                </c:pt>
                <c:pt idx="5397">
                  <c:v>55.931815999999998</c:v>
                </c:pt>
                <c:pt idx="5398">
                  <c:v>56.088711000000004</c:v>
                </c:pt>
                <c:pt idx="5399">
                  <c:v>56.27713</c:v>
                </c:pt>
                <c:pt idx="5400">
                  <c:v>56.390732</c:v>
                </c:pt>
                <c:pt idx="5401">
                  <c:v>56.420895000000002</c:v>
                </c:pt>
                <c:pt idx="5402">
                  <c:v>56.350414000000001</c:v>
                </c:pt>
                <c:pt idx="5403">
                  <c:v>56.208561000000003</c:v>
                </c:pt>
                <c:pt idx="5404">
                  <c:v>56.020766999999999</c:v>
                </c:pt>
                <c:pt idx="5405">
                  <c:v>55.827778000000002</c:v>
                </c:pt>
                <c:pt idx="5406">
                  <c:v>55.677635000000002</c:v>
                </c:pt>
                <c:pt idx="5407">
                  <c:v>55.534484999999997</c:v>
                </c:pt>
                <c:pt idx="5408">
                  <c:v>55.369987000000002</c:v>
                </c:pt>
                <c:pt idx="5409">
                  <c:v>55.204754000000001</c:v>
                </c:pt>
                <c:pt idx="5410">
                  <c:v>55.030430000000003</c:v>
                </c:pt>
                <c:pt idx="5411">
                  <c:v>54.891692999999997</c:v>
                </c:pt>
                <c:pt idx="5412">
                  <c:v>54.781180999999997</c:v>
                </c:pt>
                <c:pt idx="5413">
                  <c:v>54.639586999999999</c:v>
                </c:pt>
                <c:pt idx="5414">
                  <c:v>54.521754999999999</c:v>
                </c:pt>
                <c:pt idx="5415">
                  <c:v>54.487915000000001</c:v>
                </c:pt>
                <c:pt idx="5416">
                  <c:v>54.500762999999999</c:v>
                </c:pt>
                <c:pt idx="5417">
                  <c:v>54.591746999999998</c:v>
                </c:pt>
                <c:pt idx="5418">
                  <c:v>54.689819</c:v>
                </c:pt>
                <c:pt idx="5419">
                  <c:v>54.750552999999996</c:v>
                </c:pt>
                <c:pt idx="5420">
                  <c:v>54.767963000000002</c:v>
                </c:pt>
                <c:pt idx="5421">
                  <c:v>54.660800999999999</c:v>
                </c:pt>
                <c:pt idx="5422">
                  <c:v>54.602305999999999</c:v>
                </c:pt>
                <c:pt idx="5423">
                  <c:v>54.530830000000002</c:v>
                </c:pt>
                <c:pt idx="5424">
                  <c:v>54.440219999999997</c:v>
                </c:pt>
                <c:pt idx="5425">
                  <c:v>54.379536000000002</c:v>
                </c:pt>
                <c:pt idx="5426">
                  <c:v>54.276843999999997</c:v>
                </c:pt>
                <c:pt idx="5427">
                  <c:v>54.134585999999999</c:v>
                </c:pt>
                <c:pt idx="5428">
                  <c:v>53.977221999999998</c:v>
                </c:pt>
                <c:pt idx="5429">
                  <c:v>53.858409999999999</c:v>
                </c:pt>
                <c:pt idx="5430">
                  <c:v>53.774075000000003</c:v>
                </c:pt>
                <c:pt idx="5431">
                  <c:v>53.707867</c:v>
                </c:pt>
                <c:pt idx="5432">
                  <c:v>53.707217999999997</c:v>
                </c:pt>
                <c:pt idx="5433">
                  <c:v>53.786014999999999</c:v>
                </c:pt>
                <c:pt idx="5434">
                  <c:v>53.872120000000002</c:v>
                </c:pt>
                <c:pt idx="5435">
                  <c:v>53.919379999999997</c:v>
                </c:pt>
                <c:pt idx="5436">
                  <c:v>53.933140000000002</c:v>
                </c:pt>
                <c:pt idx="5437">
                  <c:v>54.058211999999997</c:v>
                </c:pt>
                <c:pt idx="5438">
                  <c:v>54.034691000000002</c:v>
                </c:pt>
                <c:pt idx="5439">
                  <c:v>53.832366999999998</c:v>
                </c:pt>
                <c:pt idx="5440">
                  <c:v>53.525562000000001</c:v>
                </c:pt>
                <c:pt idx="5441">
                  <c:v>53.152507999999997</c:v>
                </c:pt>
                <c:pt idx="5442">
                  <c:v>52.820571999999999</c:v>
                </c:pt>
                <c:pt idx="5443">
                  <c:v>52.643504999999998</c:v>
                </c:pt>
                <c:pt idx="5444">
                  <c:v>52.569645000000001</c:v>
                </c:pt>
                <c:pt idx="5445">
                  <c:v>52.540241000000002</c:v>
                </c:pt>
                <c:pt idx="5446">
                  <c:v>52.591957000000001</c:v>
                </c:pt>
                <c:pt idx="5447">
                  <c:v>52.617035000000001</c:v>
                </c:pt>
                <c:pt idx="5448">
                  <c:v>52.599232000000001</c:v>
                </c:pt>
                <c:pt idx="5449">
                  <c:v>52.541065000000003</c:v>
                </c:pt>
                <c:pt idx="5450">
                  <c:v>52.516689</c:v>
                </c:pt>
                <c:pt idx="5451">
                  <c:v>52.632710000000003</c:v>
                </c:pt>
                <c:pt idx="5452">
                  <c:v>52.850822000000001</c:v>
                </c:pt>
                <c:pt idx="5453">
                  <c:v>53.00732</c:v>
                </c:pt>
                <c:pt idx="5454">
                  <c:v>53.054912999999999</c:v>
                </c:pt>
                <c:pt idx="5455">
                  <c:v>52.994995000000003</c:v>
                </c:pt>
                <c:pt idx="5456">
                  <c:v>52.847175999999997</c:v>
                </c:pt>
                <c:pt idx="5457">
                  <c:v>52.699756999999998</c:v>
                </c:pt>
                <c:pt idx="5458">
                  <c:v>52.633853999999999</c:v>
                </c:pt>
                <c:pt idx="5459">
                  <c:v>52.572158999999999</c:v>
                </c:pt>
                <c:pt idx="5460">
                  <c:v>52.538212000000001</c:v>
                </c:pt>
                <c:pt idx="5461">
                  <c:v>52.555435000000003</c:v>
                </c:pt>
                <c:pt idx="5462">
                  <c:v>52.596069</c:v>
                </c:pt>
                <c:pt idx="5463">
                  <c:v>52.662078999999999</c:v>
                </c:pt>
                <c:pt idx="5464">
                  <c:v>52.675261999999996</c:v>
                </c:pt>
                <c:pt idx="5465">
                  <c:v>52.515911000000003</c:v>
                </c:pt>
                <c:pt idx="5466">
                  <c:v>52.209423000000001</c:v>
                </c:pt>
                <c:pt idx="5467">
                  <c:v>51.923259999999999</c:v>
                </c:pt>
                <c:pt idx="5468">
                  <c:v>51.835662999999997</c:v>
                </c:pt>
                <c:pt idx="5469">
                  <c:v>51.828865</c:v>
                </c:pt>
                <c:pt idx="5470">
                  <c:v>51.731147999999997</c:v>
                </c:pt>
                <c:pt idx="5471">
                  <c:v>51.461841999999997</c:v>
                </c:pt>
                <c:pt idx="5472">
                  <c:v>51.115093000000002</c:v>
                </c:pt>
                <c:pt idx="5473">
                  <c:v>50.871223000000001</c:v>
                </c:pt>
                <c:pt idx="5474">
                  <c:v>50.70232</c:v>
                </c:pt>
                <c:pt idx="5475">
                  <c:v>50.590857999999997</c:v>
                </c:pt>
                <c:pt idx="5476">
                  <c:v>50.487788999999999</c:v>
                </c:pt>
                <c:pt idx="5477">
                  <c:v>50.364272999999997</c:v>
                </c:pt>
                <c:pt idx="5478">
                  <c:v>50.310192000000001</c:v>
                </c:pt>
                <c:pt idx="5479">
                  <c:v>50.313267000000003</c:v>
                </c:pt>
                <c:pt idx="5480">
                  <c:v>50.422108000000001</c:v>
                </c:pt>
                <c:pt idx="5481">
                  <c:v>50.461105000000003</c:v>
                </c:pt>
                <c:pt idx="5482">
                  <c:v>50.462325999999997</c:v>
                </c:pt>
                <c:pt idx="5483">
                  <c:v>50.304409</c:v>
                </c:pt>
                <c:pt idx="5484">
                  <c:v>50.028202</c:v>
                </c:pt>
                <c:pt idx="5485">
                  <c:v>49.673622000000002</c:v>
                </c:pt>
                <c:pt idx="5486">
                  <c:v>49.325470000000003</c:v>
                </c:pt>
                <c:pt idx="5487">
                  <c:v>49.205317999999998</c:v>
                </c:pt>
                <c:pt idx="5488">
                  <c:v>49.214435999999999</c:v>
                </c:pt>
                <c:pt idx="5489">
                  <c:v>49.223072000000002</c:v>
                </c:pt>
                <c:pt idx="5490">
                  <c:v>49.237110000000001</c:v>
                </c:pt>
                <c:pt idx="5491">
                  <c:v>49.286850000000001</c:v>
                </c:pt>
                <c:pt idx="5492">
                  <c:v>49.384490999999997</c:v>
                </c:pt>
                <c:pt idx="5493">
                  <c:v>49.559029000000002</c:v>
                </c:pt>
                <c:pt idx="5494">
                  <c:v>49.819701999999999</c:v>
                </c:pt>
                <c:pt idx="5495">
                  <c:v>50.111255999999997</c:v>
                </c:pt>
                <c:pt idx="5496">
                  <c:v>50.394584999999999</c:v>
                </c:pt>
                <c:pt idx="5497">
                  <c:v>50.621513</c:v>
                </c:pt>
                <c:pt idx="5498">
                  <c:v>50.799106999999999</c:v>
                </c:pt>
                <c:pt idx="5499">
                  <c:v>50.897987000000001</c:v>
                </c:pt>
                <c:pt idx="5500">
                  <c:v>50.929183999999999</c:v>
                </c:pt>
                <c:pt idx="5501">
                  <c:v>50.853439000000002</c:v>
                </c:pt>
                <c:pt idx="5502">
                  <c:v>50.654212999999999</c:v>
                </c:pt>
                <c:pt idx="5503">
                  <c:v>50.381031</c:v>
                </c:pt>
                <c:pt idx="5504">
                  <c:v>50.134754000000001</c:v>
                </c:pt>
                <c:pt idx="5505">
                  <c:v>49.914676999999998</c:v>
                </c:pt>
                <c:pt idx="5506">
                  <c:v>49.748973999999997</c:v>
                </c:pt>
                <c:pt idx="5507">
                  <c:v>49.584862000000001</c:v>
                </c:pt>
                <c:pt idx="5508">
                  <c:v>49.399216000000003</c:v>
                </c:pt>
                <c:pt idx="5509">
                  <c:v>49.212291999999998</c:v>
                </c:pt>
                <c:pt idx="5510">
                  <c:v>48.983153999999999</c:v>
                </c:pt>
                <c:pt idx="5511">
                  <c:v>48.76923</c:v>
                </c:pt>
                <c:pt idx="5512">
                  <c:v>48.628956000000002</c:v>
                </c:pt>
                <c:pt idx="5513">
                  <c:v>48.550136999999999</c:v>
                </c:pt>
                <c:pt idx="5514">
                  <c:v>48.457729</c:v>
                </c:pt>
                <c:pt idx="5515">
                  <c:v>48.337302999999999</c:v>
                </c:pt>
                <c:pt idx="5516">
                  <c:v>48.229298</c:v>
                </c:pt>
                <c:pt idx="5517">
                  <c:v>48.204177999999999</c:v>
                </c:pt>
                <c:pt idx="5518">
                  <c:v>48.198844999999999</c:v>
                </c:pt>
                <c:pt idx="5519">
                  <c:v>48.207065999999998</c:v>
                </c:pt>
                <c:pt idx="5520">
                  <c:v>48.249282999999998</c:v>
                </c:pt>
                <c:pt idx="5521">
                  <c:v>48.317276</c:v>
                </c:pt>
                <c:pt idx="5522">
                  <c:v>48.343795999999998</c:v>
                </c:pt>
                <c:pt idx="5523">
                  <c:v>48.237639999999999</c:v>
                </c:pt>
                <c:pt idx="5524">
                  <c:v>48.08905</c:v>
                </c:pt>
                <c:pt idx="5525">
                  <c:v>47.988284999999998</c:v>
                </c:pt>
                <c:pt idx="5526">
                  <c:v>47.871383999999999</c:v>
                </c:pt>
                <c:pt idx="5527">
                  <c:v>47.801014000000002</c:v>
                </c:pt>
                <c:pt idx="5528">
                  <c:v>47.786140000000003</c:v>
                </c:pt>
                <c:pt idx="5529">
                  <c:v>47.807796000000003</c:v>
                </c:pt>
                <c:pt idx="5530">
                  <c:v>47.844684999999998</c:v>
                </c:pt>
                <c:pt idx="5531">
                  <c:v>47.798157000000003</c:v>
                </c:pt>
                <c:pt idx="5532">
                  <c:v>47.667254999999997</c:v>
                </c:pt>
                <c:pt idx="5533">
                  <c:v>47.539642000000001</c:v>
                </c:pt>
                <c:pt idx="5534">
                  <c:v>47.464699000000003</c:v>
                </c:pt>
                <c:pt idx="5535">
                  <c:v>47.470722000000002</c:v>
                </c:pt>
                <c:pt idx="5536">
                  <c:v>47.533287000000001</c:v>
                </c:pt>
                <c:pt idx="5537">
                  <c:v>47.671013000000002</c:v>
                </c:pt>
                <c:pt idx="5538">
                  <c:v>47.879055000000001</c:v>
                </c:pt>
                <c:pt idx="5539">
                  <c:v>48.154369000000003</c:v>
                </c:pt>
                <c:pt idx="5540">
                  <c:v>48.463172999999998</c:v>
                </c:pt>
                <c:pt idx="5541">
                  <c:v>48.699730000000002</c:v>
                </c:pt>
                <c:pt idx="5542">
                  <c:v>48.804321000000002</c:v>
                </c:pt>
                <c:pt idx="5543">
                  <c:v>48.842883999999998</c:v>
                </c:pt>
                <c:pt idx="5544">
                  <c:v>48.831806</c:v>
                </c:pt>
                <c:pt idx="5545">
                  <c:v>48.863917999999998</c:v>
                </c:pt>
                <c:pt idx="5546">
                  <c:v>48.965797000000002</c:v>
                </c:pt>
                <c:pt idx="5547">
                  <c:v>49.162745999999999</c:v>
                </c:pt>
                <c:pt idx="5548">
                  <c:v>49.391888000000002</c:v>
                </c:pt>
                <c:pt idx="5549">
                  <c:v>49.617683</c:v>
                </c:pt>
                <c:pt idx="5550">
                  <c:v>49.785834999999999</c:v>
                </c:pt>
                <c:pt idx="5551">
                  <c:v>49.846851000000001</c:v>
                </c:pt>
                <c:pt idx="5552">
                  <c:v>49.811053999999999</c:v>
                </c:pt>
                <c:pt idx="5553">
                  <c:v>49.711781000000002</c:v>
                </c:pt>
                <c:pt idx="5554">
                  <c:v>49.611407999999997</c:v>
                </c:pt>
                <c:pt idx="5555">
                  <c:v>49.520583999999999</c:v>
                </c:pt>
                <c:pt idx="5556">
                  <c:v>49.367736999999998</c:v>
                </c:pt>
                <c:pt idx="5557">
                  <c:v>49.111145</c:v>
                </c:pt>
                <c:pt idx="5558">
                  <c:v>48.750664</c:v>
                </c:pt>
                <c:pt idx="5559">
                  <c:v>48.390582999999999</c:v>
                </c:pt>
                <c:pt idx="5560">
                  <c:v>48.095965999999997</c:v>
                </c:pt>
                <c:pt idx="5561">
                  <c:v>47.890217</c:v>
                </c:pt>
                <c:pt idx="5562">
                  <c:v>47.724280999999998</c:v>
                </c:pt>
                <c:pt idx="5563">
                  <c:v>47.582397</c:v>
                </c:pt>
                <c:pt idx="5564">
                  <c:v>47.454487</c:v>
                </c:pt>
                <c:pt idx="5565">
                  <c:v>47.343491</c:v>
                </c:pt>
                <c:pt idx="5566">
                  <c:v>47.263202999999997</c:v>
                </c:pt>
                <c:pt idx="5567">
                  <c:v>47.269829000000001</c:v>
                </c:pt>
                <c:pt idx="5568">
                  <c:v>47.344872000000002</c:v>
                </c:pt>
                <c:pt idx="5569">
                  <c:v>47.468497999999997</c:v>
                </c:pt>
                <c:pt idx="5570">
                  <c:v>47.535519000000001</c:v>
                </c:pt>
                <c:pt idx="5571">
                  <c:v>47.611728999999997</c:v>
                </c:pt>
                <c:pt idx="5572">
                  <c:v>47.642600999999999</c:v>
                </c:pt>
                <c:pt idx="5573">
                  <c:v>47.561745000000002</c:v>
                </c:pt>
                <c:pt idx="5574">
                  <c:v>47.464129999999997</c:v>
                </c:pt>
                <c:pt idx="5575">
                  <c:v>47.349742999999997</c:v>
                </c:pt>
                <c:pt idx="5576">
                  <c:v>47.158462999999998</c:v>
                </c:pt>
                <c:pt idx="5577">
                  <c:v>46.966942000000003</c:v>
                </c:pt>
                <c:pt idx="5578">
                  <c:v>46.816284000000003</c:v>
                </c:pt>
                <c:pt idx="5579">
                  <c:v>46.741973999999999</c:v>
                </c:pt>
                <c:pt idx="5580">
                  <c:v>46.76614</c:v>
                </c:pt>
                <c:pt idx="5581">
                  <c:v>46.854922999999999</c:v>
                </c:pt>
                <c:pt idx="5582">
                  <c:v>46.925441999999997</c:v>
                </c:pt>
                <c:pt idx="5583">
                  <c:v>46.946151999999998</c:v>
                </c:pt>
                <c:pt idx="5584">
                  <c:v>46.963844000000002</c:v>
                </c:pt>
                <c:pt idx="5585">
                  <c:v>47.012005000000002</c:v>
                </c:pt>
                <c:pt idx="5586">
                  <c:v>47.025615999999999</c:v>
                </c:pt>
                <c:pt idx="5587">
                  <c:v>46.946682000000003</c:v>
                </c:pt>
                <c:pt idx="5588">
                  <c:v>46.852553999999998</c:v>
                </c:pt>
                <c:pt idx="5589">
                  <c:v>46.684975000000001</c:v>
                </c:pt>
                <c:pt idx="5590">
                  <c:v>46.594143000000003</c:v>
                </c:pt>
                <c:pt idx="5591">
                  <c:v>46.545924999999997</c:v>
                </c:pt>
                <c:pt idx="5592">
                  <c:v>46.519257000000003</c:v>
                </c:pt>
                <c:pt idx="5593">
                  <c:v>46.440876000000003</c:v>
                </c:pt>
                <c:pt idx="5594">
                  <c:v>46.269714</c:v>
                </c:pt>
                <c:pt idx="5595">
                  <c:v>46.068226000000003</c:v>
                </c:pt>
                <c:pt idx="5596">
                  <c:v>45.904536999999998</c:v>
                </c:pt>
                <c:pt idx="5597">
                  <c:v>45.830334000000001</c:v>
                </c:pt>
                <c:pt idx="5598">
                  <c:v>45.822524999999999</c:v>
                </c:pt>
                <c:pt idx="5599">
                  <c:v>45.856017999999999</c:v>
                </c:pt>
                <c:pt idx="5600">
                  <c:v>45.907924999999999</c:v>
                </c:pt>
                <c:pt idx="5601">
                  <c:v>45.907809999999998</c:v>
                </c:pt>
                <c:pt idx="5602">
                  <c:v>45.863810999999998</c:v>
                </c:pt>
                <c:pt idx="5603">
                  <c:v>45.861248000000003</c:v>
                </c:pt>
                <c:pt idx="5604">
                  <c:v>45.869255000000003</c:v>
                </c:pt>
                <c:pt idx="5605">
                  <c:v>45.863911000000002</c:v>
                </c:pt>
                <c:pt idx="5606">
                  <c:v>45.879311000000001</c:v>
                </c:pt>
                <c:pt idx="5607">
                  <c:v>45.873660999999998</c:v>
                </c:pt>
                <c:pt idx="5608">
                  <c:v>45.848441999999999</c:v>
                </c:pt>
                <c:pt idx="5609">
                  <c:v>45.806728</c:v>
                </c:pt>
                <c:pt idx="5610">
                  <c:v>45.736252</c:v>
                </c:pt>
                <c:pt idx="5611">
                  <c:v>45.668674000000003</c:v>
                </c:pt>
                <c:pt idx="5612">
                  <c:v>45.655231000000001</c:v>
                </c:pt>
                <c:pt idx="5613">
                  <c:v>45.660491999999998</c:v>
                </c:pt>
                <c:pt idx="5614">
                  <c:v>45.665016000000001</c:v>
                </c:pt>
                <c:pt idx="5615">
                  <c:v>45.612797</c:v>
                </c:pt>
                <c:pt idx="5616">
                  <c:v>45.504108000000002</c:v>
                </c:pt>
                <c:pt idx="5617">
                  <c:v>45.410201999999998</c:v>
                </c:pt>
                <c:pt idx="5618">
                  <c:v>45.317169</c:v>
                </c:pt>
                <c:pt idx="5619">
                  <c:v>45.173672000000003</c:v>
                </c:pt>
                <c:pt idx="5620">
                  <c:v>45.046936000000002</c:v>
                </c:pt>
                <c:pt idx="5621">
                  <c:v>44.956524000000002</c:v>
                </c:pt>
                <c:pt idx="5622">
                  <c:v>44.838496999999997</c:v>
                </c:pt>
                <c:pt idx="5623">
                  <c:v>44.693649000000001</c:v>
                </c:pt>
                <c:pt idx="5624">
                  <c:v>44.528796999999997</c:v>
                </c:pt>
                <c:pt idx="5625">
                  <c:v>44.410927000000001</c:v>
                </c:pt>
                <c:pt idx="5626">
                  <c:v>44.365893999999997</c:v>
                </c:pt>
                <c:pt idx="5627">
                  <c:v>44.415638000000001</c:v>
                </c:pt>
                <c:pt idx="5628">
                  <c:v>44.506931000000002</c:v>
                </c:pt>
                <c:pt idx="5629">
                  <c:v>44.582684</c:v>
                </c:pt>
                <c:pt idx="5630">
                  <c:v>44.661282</c:v>
                </c:pt>
                <c:pt idx="5631">
                  <c:v>44.788891</c:v>
                </c:pt>
                <c:pt idx="5632">
                  <c:v>45.013568999999997</c:v>
                </c:pt>
                <c:pt idx="5633">
                  <c:v>45.338107999999998</c:v>
                </c:pt>
                <c:pt idx="5634">
                  <c:v>45.698338</c:v>
                </c:pt>
                <c:pt idx="5635">
                  <c:v>45.945183</c:v>
                </c:pt>
                <c:pt idx="5636">
                  <c:v>46.072521000000002</c:v>
                </c:pt>
                <c:pt idx="5637">
                  <c:v>46.171847999999997</c:v>
                </c:pt>
                <c:pt idx="5638">
                  <c:v>46.314540999999998</c:v>
                </c:pt>
                <c:pt idx="5639">
                  <c:v>46.446067999999997</c:v>
                </c:pt>
                <c:pt idx="5640">
                  <c:v>46.566012999999998</c:v>
                </c:pt>
                <c:pt idx="5641">
                  <c:v>46.710957000000001</c:v>
                </c:pt>
                <c:pt idx="5642">
                  <c:v>46.844177000000002</c:v>
                </c:pt>
                <c:pt idx="5643">
                  <c:v>47.040005000000001</c:v>
                </c:pt>
                <c:pt idx="5644">
                  <c:v>47.288322000000001</c:v>
                </c:pt>
                <c:pt idx="5645">
                  <c:v>47.559441</c:v>
                </c:pt>
                <c:pt idx="5646">
                  <c:v>47.851478999999998</c:v>
                </c:pt>
                <c:pt idx="5647">
                  <c:v>48.142757000000003</c:v>
                </c:pt>
                <c:pt idx="5648">
                  <c:v>48.421944000000003</c:v>
                </c:pt>
                <c:pt idx="5649">
                  <c:v>48.688381</c:v>
                </c:pt>
                <c:pt idx="5650">
                  <c:v>48.977997000000002</c:v>
                </c:pt>
                <c:pt idx="5651">
                  <c:v>49.239449</c:v>
                </c:pt>
                <c:pt idx="5652">
                  <c:v>49.567532</c:v>
                </c:pt>
                <c:pt idx="5653">
                  <c:v>49.946060000000003</c:v>
                </c:pt>
                <c:pt idx="5654">
                  <c:v>50.361561000000002</c:v>
                </c:pt>
                <c:pt idx="5655">
                  <c:v>50.766753999999999</c:v>
                </c:pt>
                <c:pt idx="5656">
                  <c:v>51.097054</c:v>
                </c:pt>
                <c:pt idx="5657">
                  <c:v>51.364165999999997</c:v>
                </c:pt>
                <c:pt idx="5658">
                  <c:v>51.634093999999997</c:v>
                </c:pt>
                <c:pt idx="5659">
                  <c:v>51.887383</c:v>
                </c:pt>
                <c:pt idx="5660">
                  <c:v>52.078060000000001</c:v>
                </c:pt>
                <c:pt idx="5661">
                  <c:v>52.279888</c:v>
                </c:pt>
                <c:pt idx="5662">
                  <c:v>52.561503999999999</c:v>
                </c:pt>
                <c:pt idx="5663">
                  <c:v>52.841774000000001</c:v>
                </c:pt>
                <c:pt idx="5664">
                  <c:v>53.160065000000003</c:v>
                </c:pt>
                <c:pt idx="5665">
                  <c:v>53.502937000000003</c:v>
                </c:pt>
                <c:pt idx="5666">
                  <c:v>53.814953000000003</c:v>
                </c:pt>
                <c:pt idx="5667">
                  <c:v>54.171368000000001</c:v>
                </c:pt>
                <c:pt idx="5668">
                  <c:v>54.631568999999999</c:v>
                </c:pt>
                <c:pt idx="5669">
                  <c:v>55.220061999999999</c:v>
                </c:pt>
                <c:pt idx="5670">
                  <c:v>55.713473999999998</c:v>
                </c:pt>
                <c:pt idx="5671">
                  <c:v>56.074120000000001</c:v>
                </c:pt>
                <c:pt idx="5672">
                  <c:v>56.315769000000003</c:v>
                </c:pt>
                <c:pt idx="5673">
                  <c:v>56.396107000000001</c:v>
                </c:pt>
                <c:pt idx="5674">
                  <c:v>56.266658999999997</c:v>
                </c:pt>
                <c:pt idx="5675">
                  <c:v>56.190055999999998</c:v>
                </c:pt>
                <c:pt idx="5676">
                  <c:v>56.205672999999997</c:v>
                </c:pt>
                <c:pt idx="5677">
                  <c:v>56.236752000000003</c:v>
                </c:pt>
                <c:pt idx="5678">
                  <c:v>56.263320999999998</c:v>
                </c:pt>
                <c:pt idx="5679">
                  <c:v>56.245753999999998</c:v>
                </c:pt>
                <c:pt idx="5680">
                  <c:v>56.213402000000002</c:v>
                </c:pt>
                <c:pt idx="5681">
                  <c:v>56.185146000000003</c:v>
                </c:pt>
                <c:pt idx="5682">
                  <c:v>56.171284</c:v>
                </c:pt>
                <c:pt idx="5683">
                  <c:v>56.141441</c:v>
                </c:pt>
                <c:pt idx="5684">
                  <c:v>56.119475999999999</c:v>
                </c:pt>
                <c:pt idx="5685">
                  <c:v>56.099421999999997</c:v>
                </c:pt>
                <c:pt idx="5686">
                  <c:v>56.071280999999999</c:v>
                </c:pt>
                <c:pt idx="5687">
                  <c:v>56.008015</c:v>
                </c:pt>
                <c:pt idx="5688">
                  <c:v>55.966754999999999</c:v>
                </c:pt>
                <c:pt idx="5689">
                  <c:v>55.964199000000001</c:v>
                </c:pt>
                <c:pt idx="5690">
                  <c:v>55.993907999999998</c:v>
                </c:pt>
                <c:pt idx="5691">
                  <c:v>55.974201000000001</c:v>
                </c:pt>
                <c:pt idx="5692">
                  <c:v>56.030548000000003</c:v>
                </c:pt>
                <c:pt idx="5693">
                  <c:v>56.212772000000001</c:v>
                </c:pt>
                <c:pt idx="5694">
                  <c:v>56.439453</c:v>
                </c:pt>
                <c:pt idx="5695">
                  <c:v>56.659801000000002</c:v>
                </c:pt>
                <c:pt idx="5696">
                  <c:v>56.806786000000002</c:v>
                </c:pt>
                <c:pt idx="5697">
                  <c:v>56.920555</c:v>
                </c:pt>
                <c:pt idx="5698">
                  <c:v>56.980311999999998</c:v>
                </c:pt>
                <c:pt idx="5699">
                  <c:v>57.028934</c:v>
                </c:pt>
                <c:pt idx="5700">
                  <c:v>57.058475000000001</c:v>
                </c:pt>
                <c:pt idx="5701">
                  <c:v>57.040367000000003</c:v>
                </c:pt>
                <c:pt idx="5702">
                  <c:v>56.957214</c:v>
                </c:pt>
                <c:pt idx="5703">
                  <c:v>56.822495000000004</c:v>
                </c:pt>
                <c:pt idx="5704">
                  <c:v>56.691338000000002</c:v>
                </c:pt>
                <c:pt idx="5705">
                  <c:v>56.610408999999997</c:v>
                </c:pt>
                <c:pt idx="5706">
                  <c:v>56.591743000000001</c:v>
                </c:pt>
                <c:pt idx="5707">
                  <c:v>56.594386999999998</c:v>
                </c:pt>
                <c:pt idx="5708">
                  <c:v>56.624054000000001</c:v>
                </c:pt>
                <c:pt idx="5709">
                  <c:v>56.633265999999999</c:v>
                </c:pt>
                <c:pt idx="5710">
                  <c:v>56.639285999999998</c:v>
                </c:pt>
                <c:pt idx="5711">
                  <c:v>56.713436000000002</c:v>
                </c:pt>
                <c:pt idx="5712">
                  <c:v>56.71537</c:v>
                </c:pt>
                <c:pt idx="5713">
                  <c:v>56.770020000000002</c:v>
                </c:pt>
                <c:pt idx="5714">
                  <c:v>56.996578</c:v>
                </c:pt>
                <c:pt idx="5715">
                  <c:v>57.235435000000003</c:v>
                </c:pt>
                <c:pt idx="5716">
                  <c:v>57.554264000000003</c:v>
                </c:pt>
                <c:pt idx="5717">
                  <c:v>57.902881999999998</c:v>
                </c:pt>
                <c:pt idx="5718">
                  <c:v>58.193420000000003</c:v>
                </c:pt>
                <c:pt idx="5719">
                  <c:v>58.519694999999999</c:v>
                </c:pt>
                <c:pt idx="5720">
                  <c:v>58.787956000000001</c:v>
                </c:pt>
                <c:pt idx="5721">
                  <c:v>59.053016999999997</c:v>
                </c:pt>
                <c:pt idx="5722">
                  <c:v>59.204258000000003</c:v>
                </c:pt>
                <c:pt idx="5723">
                  <c:v>59.222152999999999</c:v>
                </c:pt>
                <c:pt idx="5724">
                  <c:v>59.196651000000003</c:v>
                </c:pt>
                <c:pt idx="5725">
                  <c:v>59.179333</c:v>
                </c:pt>
                <c:pt idx="5726">
                  <c:v>59.170997999999997</c:v>
                </c:pt>
                <c:pt idx="5727">
                  <c:v>59.129081999999997</c:v>
                </c:pt>
                <c:pt idx="5728">
                  <c:v>59.066924999999998</c:v>
                </c:pt>
                <c:pt idx="5729">
                  <c:v>59.030555999999997</c:v>
                </c:pt>
                <c:pt idx="5730">
                  <c:v>58.992409000000002</c:v>
                </c:pt>
                <c:pt idx="5731">
                  <c:v>58.940899000000002</c:v>
                </c:pt>
                <c:pt idx="5732">
                  <c:v>58.865192</c:v>
                </c:pt>
                <c:pt idx="5733">
                  <c:v>58.792499999999997</c:v>
                </c:pt>
                <c:pt idx="5734">
                  <c:v>58.754748999999997</c:v>
                </c:pt>
                <c:pt idx="5735">
                  <c:v>58.744548999999999</c:v>
                </c:pt>
                <c:pt idx="5736">
                  <c:v>58.899403</c:v>
                </c:pt>
                <c:pt idx="5737">
                  <c:v>59.031841</c:v>
                </c:pt>
                <c:pt idx="5738">
                  <c:v>59.153182999999999</c:v>
                </c:pt>
                <c:pt idx="5739">
                  <c:v>59.448647000000001</c:v>
                </c:pt>
                <c:pt idx="5740">
                  <c:v>59.996651</c:v>
                </c:pt>
                <c:pt idx="5741">
                  <c:v>60.353149000000002</c:v>
                </c:pt>
                <c:pt idx="5742">
                  <c:v>60.158909000000001</c:v>
                </c:pt>
                <c:pt idx="5743">
                  <c:v>60.013160999999997</c:v>
                </c:pt>
                <c:pt idx="5744">
                  <c:v>60.075676000000001</c:v>
                </c:pt>
                <c:pt idx="5745">
                  <c:v>60.261615999999997</c:v>
                </c:pt>
                <c:pt idx="5746">
                  <c:v>60.324928</c:v>
                </c:pt>
                <c:pt idx="5747">
                  <c:v>60.348019000000001</c:v>
                </c:pt>
                <c:pt idx="5748">
                  <c:v>60.310699</c:v>
                </c:pt>
                <c:pt idx="5749">
                  <c:v>60.417380999999999</c:v>
                </c:pt>
                <c:pt idx="5750">
                  <c:v>60.453361999999998</c:v>
                </c:pt>
                <c:pt idx="5751">
                  <c:v>60.437190999999999</c:v>
                </c:pt>
                <c:pt idx="5752">
                  <c:v>60.404671</c:v>
                </c:pt>
                <c:pt idx="5753">
                  <c:v>60.342987000000001</c:v>
                </c:pt>
                <c:pt idx="5754">
                  <c:v>60.277980999999997</c:v>
                </c:pt>
                <c:pt idx="5755">
                  <c:v>60.236728999999997</c:v>
                </c:pt>
                <c:pt idx="5756">
                  <c:v>60.210425999999998</c:v>
                </c:pt>
                <c:pt idx="5757">
                  <c:v>60.154204999999997</c:v>
                </c:pt>
                <c:pt idx="5758">
                  <c:v>60.136088999999998</c:v>
                </c:pt>
                <c:pt idx="5759">
                  <c:v>60.172961999999998</c:v>
                </c:pt>
                <c:pt idx="5760">
                  <c:v>60.292586999999997</c:v>
                </c:pt>
                <c:pt idx="5761">
                  <c:v>60.209324000000002</c:v>
                </c:pt>
                <c:pt idx="5762">
                  <c:v>60.047469999999997</c:v>
                </c:pt>
                <c:pt idx="5763">
                  <c:v>59.933616999999998</c:v>
                </c:pt>
                <c:pt idx="5764">
                  <c:v>59.801758</c:v>
                </c:pt>
                <c:pt idx="5765">
                  <c:v>59.632201999999999</c:v>
                </c:pt>
                <c:pt idx="5766">
                  <c:v>59.481003000000001</c:v>
                </c:pt>
                <c:pt idx="5767">
                  <c:v>59.349936999999997</c:v>
                </c:pt>
                <c:pt idx="5768">
                  <c:v>59.227573</c:v>
                </c:pt>
                <c:pt idx="5769">
                  <c:v>59.087108999999998</c:v>
                </c:pt>
                <c:pt idx="5770">
                  <c:v>58.934128000000001</c:v>
                </c:pt>
                <c:pt idx="5771">
                  <c:v>58.787574999999997</c:v>
                </c:pt>
                <c:pt idx="5772">
                  <c:v>58.645038999999997</c:v>
                </c:pt>
                <c:pt idx="5773">
                  <c:v>58.549370000000003</c:v>
                </c:pt>
                <c:pt idx="5774">
                  <c:v>58.449181000000003</c:v>
                </c:pt>
                <c:pt idx="5775">
                  <c:v>58.325221999999997</c:v>
                </c:pt>
                <c:pt idx="5776">
                  <c:v>58.268776000000003</c:v>
                </c:pt>
                <c:pt idx="5777">
                  <c:v>58.328082999999999</c:v>
                </c:pt>
                <c:pt idx="5778">
                  <c:v>58.459560000000003</c:v>
                </c:pt>
                <c:pt idx="5779">
                  <c:v>58.571804</c:v>
                </c:pt>
                <c:pt idx="5780">
                  <c:v>58.601067</c:v>
                </c:pt>
                <c:pt idx="5781">
                  <c:v>58.620552000000004</c:v>
                </c:pt>
                <c:pt idx="5782">
                  <c:v>58.670017000000001</c:v>
                </c:pt>
                <c:pt idx="5783">
                  <c:v>58.713520000000003</c:v>
                </c:pt>
                <c:pt idx="5784">
                  <c:v>58.701701999999997</c:v>
                </c:pt>
                <c:pt idx="5785">
                  <c:v>58.680678999999998</c:v>
                </c:pt>
                <c:pt idx="5786">
                  <c:v>58.615608000000002</c:v>
                </c:pt>
                <c:pt idx="5787">
                  <c:v>58.479874000000002</c:v>
                </c:pt>
                <c:pt idx="5788">
                  <c:v>58.273319000000001</c:v>
                </c:pt>
                <c:pt idx="5789">
                  <c:v>58.008915000000002</c:v>
                </c:pt>
                <c:pt idx="5790">
                  <c:v>57.708874000000002</c:v>
                </c:pt>
                <c:pt idx="5791">
                  <c:v>57.404471999999998</c:v>
                </c:pt>
                <c:pt idx="5792">
                  <c:v>57.193218000000002</c:v>
                </c:pt>
                <c:pt idx="5793">
                  <c:v>57.121406999999998</c:v>
                </c:pt>
                <c:pt idx="5794">
                  <c:v>57.135406000000003</c:v>
                </c:pt>
                <c:pt idx="5795">
                  <c:v>57.144832999999998</c:v>
                </c:pt>
                <c:pt idx="5796">
                  <c:v>57.042178999999997</c:v>
                </c:pt>
                <c:pt idx="5797">
                  <c:v>56.853969999999997</c:v>
                </c:pt>
                <c:pt idx="5798">
                  <c:v>56.713287000000001</c:v>
                </c:pt>
                <c:pt idx="5799">
                  <c:v>56.703327000000002</c:v>
                </c:pt>
                <c:pt idx="5800">
                  <c:v>56.740054999999998</c:v>
                </c:pt>
                <c:pt idx="5801">
                  <c:v>56.869598000000003</c:v>
                </c:pt>
                <c:pt idx="5802">
                  <c:v>57.020561000000001</c:v>
                </c:pt>
                <c:pt idx="5803">
                  <c:v>57.130401999999997</c:v>
                </c:pt>
                <c:pt idx="5804">
                  <c:v>57.316971000000002</c:v>
                </c:pt>
                <c:pt idx="5805">
                  <c:v>57.573532</c:v>
                </c:pt>
                <c:pt idx="5806">
                  <c:v>57.884757999999998</c:v>
                </c:pt>
                <c:pt idx="5807">
                  <c:v>58.241829000000003</c:v>
                </c:pt>
                <c:pt idx="5808">
                  <c:v>58.460766</c:v>
                </c:pt>
                <c:pt idx="5809">
                  <c:v>58.713870999999997</c:v>
                </c:pt>
                <c:pt idx="5810">
                  <c:v>59.061599999999999</c:v>
                </c:pt>
                <c:pt idx="5811">
                  <c:v>59.328735000000002</c:v>
                </c:pt>
                <c:pt idx="5812">
                  <c:v>59.592906999999997</c:v>
                </c:pt>
                <c:pt idx="5813">
                  <c:v>59.845886</c:v>
                </c:pt>
                <c:pt idx="5814">
                  <c:v>59.997677000000003</c:v>
                </c:pt>
                <c:pt idx="5815">
                  <c:v>60.064231999999997</c:v>
                </c:pt>
                <c:pt idx="5816">
                  <c:v>60.086044000000001</c:v>
                </c:pt>
                <c:pt idx="5817">
                  <c:v>60.194355000000002</c:v>
                </c:pt>
                <c:pt idx="5818">
                  <c:v>60.442062</c:v>
                </c:pt>
                <c:pt idx="5819">
                  <c:v>60.716385000000002</c:v>
                </c:pt>
                <c:pt idx="5820">
                  <c:v>60.928733999999999</c:v>
                </c:pt>
                <c:pt idx="5821">
                  <c:v>61.153075999999999</c:v>
                </c:pt>
                <c:pt idx="5822">
                  <c:v>61.396071999999997</c:v>
                </c:pt>
                <c:pt idx="5823">
                  <c:v>61.647365999999998</c:v>
                </c:pt>
                <c:pt idx="5824">
                  <c:v>61.833961000000002</c:v>
                </c:pt>
                <c:pt idx="5825">
                  <c:v>62.010936999999998</c:v>
                </c:pt>
                <c:pt idx="5826">
                  <c:v>62.206226000000001</c:v>
                </c:pt>
                <c:pt idx="5827">
                  <c:v>62.294533000000001</c:v>
                </c:pt>
                <c:pt idx="5828">
                  <c:v>62.374954000000002</c:v>
                </c:pt>
                <c:pt idx="5829">
                  <c:v>62.508797000000001</c:v>
                </c:pt>
                <c:pt idx="5830">
                  <c:v>62.716330999999997</c:v>
                </c:pt>
                <c:pt idx="5831">
                  <c:v>62.878742000000003</c:v>
                </c:pt>
                <c:pt idx="5832">
                  <c:v>63.080139000000003</c:v>
                </c:pt>
                <c:pt idx="5833">
                  <c:v>63.349209000000002</c:v>
                </c:pt>
                <c:pt idx="5834">
                  <c:v>63.559956</c:v>
                </c:pt>
                <c:pt idx="5835">
                  <c:v>63.820461000000002</c:v>
                </c:pt>
                <c:pt idx="5836">
                  <c:v>64.283164999999997</c:v>
                </c:pt>
                <c:pt idx="5837">
                  <c:v>64.723106000000001</c:v>
                </c:pt>
                <c:pt idx="5838">
                  <c:v>64.982742000000002</c:v>
                </c:pt>
                <c:pt idx="5839">
                  <c:v>65.128304</c:v>
                </c:pt>
                <c:pt idx="5840">
                  <c:v>65.278587000000002</c:v>
                </c:pt>
                <c:pt idx="5841">
                  <c:v>65.416640999999998</c:v>
                </c:pt>
                <c:pt idx="5842">
                  <c:v>65.590157000000005</c:v>
                </c:pt>
                <c:pt idx="5843">
                  <c:v>65.809730999999999</c:v>
                </c:pt>
                <c:pt idx="5844">
                  <c:v>65.944214000000002</c:v>
                </c:pt>
                <c:pt idx="5845">
                  <c:v>66.043816000000007</c:v>
                </c:pt>
                <c:pt idx="5846">
                  <c:v>66.303130999999993</c:v>
                </c:pt>
                <c:pt idx="5847">
                  <c:v>66.567474000000004</c:v>
                </c:pt>
                <c:pt idx="5848">
                  <c:v>66.724266</c:v>
                </c:pt>
                <c:pt idx="5849">
                  <c:v>66.791388999999995</c:v>
                </c:pt>
                <c:pt idx="5850">
                  <c:v>66.863028999999997</c:v>
                </c:pt>
                <c:pt idx="5851">
                  <c:v>66.862762000000004</c:v>
                </c:pt>
                <c:pt idx="5852">
                  <c:v>66.766593999999998</c:v>
                </c:pt>
                <c:pt idx="5853">
                  <c:v>66.564414999999997</c:v>
                </c:pt>
                <c:pt idx="5854">
                  <c:v>66.320160000000001</c:v>
                </c:pt>
                <c:pt idx="5855">
                  <c:v>66.069419999999994</c:v>
                </c:pt>
                <c:pt idx="5856">
                  <c:v>65.832313999999997</c:v>
                </c:pt>
                <c:pt idx="5857">
                  <c:v>65.558678</c:v>
                </c:pt>
                <c:pt idx="5858">
                  <c:v>65.306113999999994</c:v>
                </c:pt>
                <c:pt idx="5859">
                  <c:v>65.108954999999995</c:v>
                </c:pt>
                <c:pt idx="5860">
                  <c:v>64.903640999999993</c:v>
                </c:pt>
                <c:pt idx="5861">
                  <c:v>64.690421999999998</c:v>
                </c:pt>
                <c:pt idx="5862">
                  <c:v>64.448066999999995</c:v>
                </c:pt>
                <c:pt idx="5863">
                  <c:v>64.218826000000007</c:v>
                </c:pt>
                <c:pt idx="5864">
                  <c:v>64.053825000000003</c:v>
                </c:pt>
                <c:pt idx="5865">
                  <c:v>64.029601999999997</c:v>
                </c:pt>
                <c:pt idx="5866">
                  <c:v>64.067902000000004</c:v>
                </c:pt>
                <c:pt idx="5867">
                  <c:v>64.126555999999994</c:v>
                </c:pt>
                <c:pt idx="5868">
                  <c:v>64.086555000000004</c:v>
                </c:pt>
                <c:pt idx="5869">
                  <c:v>63.980003000000004</c:v>
                </c:pt>
                <c:pt idx="5870">
                  <c:v>63.877369000000002</c:v>
                </c:pt>
                <c:pt idx="5871">
                  <c:v>63.767283999999997</c:v>
                </c:pt>
                <c:pt idx="5872">
                  <c:v>63.681838999999997</c:v>
                </c:pt>
                <c:pt idx="5873">
                  <c:v>63.557392</c:v>
                </c:pt>
                <c:pt idx="5874">
                  <c:v>63.404926000000003</c:v>
                </c:pt>
                <c:pt idx="5875">
                  <c:v>63.247687999999997</c:v>
                </c:pt>
                <c:pt idx="5876">
                  <c:v>63.117691000000001</c:v>
                </c:pt>
                <c:pt idx="5877">
                  <c:v>63.013041999999999</c:v>
                </c:pt>
                <c:pt idx="5878">
                  <c:v>62.911388000000002</c:v>
                </c:pt>
                <c:pt idx="5879">
                  <c:v>62.803260999999999</c:v>
                </c:pt>
                <c:pt idx="5880">
                  <c:v>62.670574000000002</c:v>
                </c:pt>
                <c:pt idx="5881">
                  <c:v>62.542209999999997</c:v>
                </c:pt>
                <c:pt idx="5882">
                  <c:v>62.475665999999997</c:v>
                </c:pt>
                <c:pt idx="5883">
                  <c:v>62.575150000000001</c:v>
                </c:pt>
                <c:pt idx="5884">
                  <c:v>62.546275999999999</c:v>
                </c:pt>
                <c:pt idx="5885">
                  <c:v>62.487152000000002</c:v>
                </c:pt>
                <c:pt idx="5886">
                  <c:v>62.496459999999999</c:v>
                </c:pt>
                <c:pt idx="5887">
                  <c:v>62.627464000000003</c:v>
                </c:pt>
                <c:pt idx="5888">
                  <c:v>62.774883000000003</c:v>
                </c:pt>
                <c:pt idx="5889">
                  <c:v>62.916130000000003</c:v>
                </c:pt>
                <c:pt idx="5890">
                  <c:v>63.159153000000003</c:v>
                </c:pt>
                <c:pt idx="5891">
                  <c:v>63.426547999999997</c:v>
                </c:pt>
                <c:pt idx="5892">
                  <c:v>63.613857000000003</c:v>
                </c:pt>
                <c:pt idx="5893">
                  <c:v>63.810555000000001</c:v>
                </c:pt>
                <c:pt idx="5894">
                  <c:v>64.171715000000006</c:v>
                </c:pt>
                <c:pt idx="5895">
                  <c:v>64.593292000000005</c:v>
                </c:pt>
                <c:pt idx="5896">
                  <c:v>64.920151000000004</c:v>
                </c:pt>
                <c:pt idx="5897">
                  <c:v>65.158157000000003</c:v>
                </c:pt>
                <c:pt idx="5898">
                  <c:v>65.333656000000005</c:v>
                </c:pt>
                <c:pt idx="5899">
                  <c:v>65.460823000000005</c:v>
                </c:pt>
                <c:pt idx="5900">
                  <c:v>65.677490000000006</c:v>
                </c:pt>
                <c:pt idx="5901">
                  <c:v>66.022437999999994</c:v>
                </c:pt>
                <c:pt idx="5902">
                  <c:v>66.357674000000003</c:v>
                </c:pt>
                <c:pt idx="5903">
                  <c:v>66.623054999999994</c:v>
                </c:pt>
                <c:pt idx="5904">
                  <c:v>66.786384999999996</c:v>
                </c:pt>
                <c:pt idx="5905">
                  <c:v>66.924301</c:v>
                </c:pt>
                <c:pt idx="5906">
                  <c:v>67.128624000000002</c:v>
                </c:pt>
                <c:pt idx="5907">
                  <c:v>67.474197000000004</c:v>
                </c:pt>
                <c:pt idx="5908">
                  <c:v>67.809974999999994</c:v>
                </c:pt>
                <c:pt idx="5909">
                  <c:v>68.036438000000004</c:v>
                </c:pt>
                <c:pt idx="5910">
                  <c:v>68.204552000000007</c:v>
                </c:pt>
                <c:pt idx="5911">
                  <c:v>68.372467</c:v>
                </c:pt>
                <c:pt idx="5912">
                  <c:v>68.516586000000004</c:v>
                </c:pt>
                <c:pt idx="5913">
                  <c:v>68.665665000000004</c:v>
                </c:pt>
                <c:pt idx="5914">
                  <c:v>68.891639999999995</c:v>
                </c:pt>
                <c:pt idx="5915">
                  <c:v>69.095855999999998</c:v>
                </c:pt>
                <c:pt idx="5916">
                  <c:v>69.176270000000002</c:v>
                </c:pt>
                <c:pt idx="5917">
                  <c:v>69.184166000000005</c:v>
                </c:pt>
                <c:pt idx="5918">
                  <c:v>69.133690000000001</c:v>
                </c:pt>
                <c:pt idx="5919">
                  <c:v>68.985778999999994</c:v>
                </c:pt>
                <c:pt idx="5920">
                  <c:v>68.772193999999999</c:v>
                </c:pt>
                <c:pt idx="5921">
                  <c:v>68.627502000000007</c:v>
                </c:pt>
                <c:pt idx="5922">
                  <c:v>68.600243000000006</c:v>
                </c:pt>
                <c:pt idx="5923">
                  <c:v>68.740409999999997</c:v>
                </c:pt>
                <c:pt idx="5924">
                  <c:v>68.947997999999998</c:v>
                </c:pt>
                <c:pt idx="5925">
                  <c:v>69.041481000000005</c:v>
                </c:pt>
                <c:pt idx="5926">
                  <c:v>69.159637000000004</c:v>
                </c:pt>
                <c:pt idx="5927">
                  <c:v>69.310242000000002</c:v>
                </c:pt>
                <c:pt idx="5928">
                  <c:v>69.315246999999999</c:v>
                </c:pt>
                <c:pt idx="5929">
                  <c:v>69.184112999999996</c:v>
                </c:pt>
                <c:pt idx="5930">
                  <c:v>69.010056000000006</c:v>
                </c:pt>
                <c:pt idx="5931">
                  <c:v>68.850882999999996</c:v>
                </c:pt>
                <c:pt idx="5932">
                  <c:v>68.610839999999996</c:v>
                </c:pt>
                <c:pt idx="5933">
                  <c:v>68.232101</c:v>
                </c:pt>
                <c:pt idx="5934">
                  <c:v>67.719772000000006</c:v>
                </c:pt>
                <c:pt idx="5935">
                  <c:v>67.243201999999997</c:v>
                </c:pt>
                <c:pt idx="5936">
                  <c:v>66.900779999999997</c:v>
                </c:pt>
                <c:pt idx="5937">
                  <c:v>66.625336000000004</c:v>
                </c:pt>
                <c:pt idx="5938">
                  <c:v>66.285392999999999</c:v>
                </c:pt>
                <c:pt idx="5939">
                  <c:v>65.896987999999993</c:v>
                </c:pt>
                <c:pt idx="5940">
                  <c:v>65.531959999999998</c:v>
                </c:pt>
                <c:pt idx="5941">
                  <c:v>65.187302000000003</c:v>
                </c:pt>
                <c:pt idx="5942">
                  <c:v>64.887794</c:v>
                </c:pt>
                <c:pt idx="5943">
                  <c:v>64.650772000000003</c:v>
                </c:pt>
                <c:pt idx="5944">
                  <c:v>64.509048000000007</c:v>
                </c:pt>
                <c:pt idx="5945">
                  <c:v>64.485359000000003</c:v>
                </c:pt>
                <c:pt idx="5946">
                  <c:v>64.510154999999997</c:v>
                </c:pt>
                <c:pt idx="5947">
                  <c:v>64.608199999999997</c:v>
                </c:pt>
                <c:pt idx="5948">
                  <c:v>64.761619999999994</c:v>
                </c:pt>
                <c:pt idx="5949">
                  <c:v>64.828734999999995</c:v>
                </c:pt>
                <c:pt idx="5950">
                  <c:v>64.797386000000003</c:v>
                </c:pt>
                <c:pt idx="5951">
                  <c:v>64.695098999999999</c:v>
                </c:pt>
                <c:pt idx="5952">
                  <c:v>64.579207999999994</c:v>
                </c:pt>
                <c:pt idx="5953">
                  <c:v>64.418364999999994</c:v>
                </c:pt>
                <c:pt idx="5954">
                  <c:v>64.215255999999997</c:v>
                </c:pt>
                <c:pt idx="5955">
                  <c:v>64.039412999999996</c:v>
                </c:pt>
                <c:pt idx="5956">
                  <c:v>63.887619000000001</c:v>
                </c:pt>
                <c:pt idx="5957">
                  <c:v>63.754542999999998</c:v>
                </c:pt>
                <c:pt idx="5958">
                  <c:v>63.643379000000003</c:v>
                </c:pt>
                <c:pt idx="5959">
                  <c:v>63.432502999999997</c:v>
                </c:pt>
                <c:pt idx="5960">
                  <c:v>63.105778000000001</c:v>
                </c:pt>
                <c:pt idx="5961">
                  <c:v>62.797061999999997</c:v>
                </c:pt>
                <c:pt idx="5962">
                  <c:v>62.533253000000002</c:v>
                </c:pt>
                <c:pt idx="5963">
                  <c:v>62.339492999999997</c:v>
                </c:pt>
                <c:pt idx="5964">
                  <c:v>62.183598000000003</c:v>
                </c:pt>
                <c:pt idx="5965">
                  <c:v>62.067031999999998</c:v>
                </c:pt>
                <c:pt idx="5966">
                  <c:v>61.982532999999997</c:v>
                </c:pt>
                <c:pt idx="5967">
                  <c:v>61.926327000000001</c:v>
                </c:pt>
                <c:pt idx="5968">
                  <c:v>61.743259000000002</c:v>
                </c:pt>
                <c:pt idx="5969">
                  <c:v>61.403914999999998</c:v>
                </c:pt>
                <c:pt idx="5970">
                  <c:v>61.114162</c:v>
                </c:pt>
                <c:pt idx="5971">
                  <c:v>60.937435000000001</c:v>
                </c:pt>
                <c:pt idx="5972">
                  <c:v>60.872149999999998</c:v>
                </c:pt>
                <c:pt idx="5973">
                  <c:v>60.882736000000001</c:v>
                </c:pt>
                <c:pt idx="5974">
                  <c:v>60.935096999999999</c:v>
                </c:pt>
                <c:pt idx="5975">
                  <c:v>60.954597</c:v>
                </c:pt>
                <c:pt idx="5976">
                  <c:v>60.935059000000003</c:v>
                </c:pt>
                <c:pt idx="5977">
                  <c:v>60.939700999999999</c:v>
                </c:pt>
                <c:pt idx="5978">
                  <c:v>60.952061</c:v>
                </c:pt>
                <c:pt idx="5979">
                  <c:v>60.886471</c:v>
                </c:pt>
                <c:pt idx="5980">
                  <c:v>60.755595999999997</c:v>
                </c:pt>
                <c:pt idx="5981">
                  <c:v>60.652907999999996</c:v>
                </c:pt>
                <c:pt idx="5982">
                  <c:v>60.641070999999997</c:v>
                </c:pt>
                <c:pt idx="5983">
                  <c:v>60.607010000000002</c:v>
                </c:pt>
                <c:pt idx="5984">
                  <c:v>60.501609999999999</c:v>
                </c:pt>
                <c:pt idx="5985">
                  <c:v>60.315578000000002</c:v>
                </c:pt>
                <c:pt idx="5986">
                  <c:v>60.16198</c:v>
                </c:pt>
                <c:pt idx="5987">
                  <c:v>60.042048999999999</c:v>
                </c:pt>
                <c:pt idx="5988">
                  <c:v>59.877307999999999</c:v>
                </c:pt>
                <c:pt idx="5989">
                  <c:v>59.692486000000002</c:v>
                </c:pt>
                <c:pt idx="5990">
                  <c:v>59.454810999999999</c:v>
                </c:pt>
                <c:pt idx="5991">
                  <c:v>59.131186999999997</c:v>
                </c:pt>
                <c:pt idx="5992">
                  <c:v>58.867668000000002</c:v>
                </c:pt>
                <c:pt idx="5993">
                  <c:v>58.658234</c:v>
                </c:pt>
                <c:pt idx="5994">
                  <c:v>58.521973000000003</c:v>
                </c:pt>
                <c:pt idx="5995">
                  <c:v>58.401642000000002</c:v>
                </c:pt>
                <c:pt idx="5996">
                  <c:v>58.164439999999999</c:v>
                </c:pt>
                <c:pt idx="5997">
                  <c:v>57.844166000000001</c:v>
                </c:pt>
                <c:pt idx="5998">
                  <c:v>57.530289000000003</c:v>
                </c:pt>
                <c:pt idx="5999">
                  <c:v>57.302520999999999</c:v>
                </c:pt>
                <c:pt idx="6000">
                  <c:v>57.168934</c:v>
                </c:pt>
                <c:pt idx="6001">
                  <c:v>57.076698</c:v>
                </c:pt>
                <c:pt idx="6002">
                  <c:v>56.990093000000002</c:v>
                </c:pt>
                <c:pt idx="6003">
                  <c:v>56.909022999999998</c:v>
                </c:pt>
                <c:pt idx="6004">
                  <c:v>56.863337999999999</c:v>
                </c:pt>
                <c:pt idx="6005">
                  <c:v>56.861682999999999</c:v>
                </c:pt>
                <c:pt idx="6006">
                  <c:v>56.900795000000002</c:v>
                </c:pt>
                <c:pt idx="6007">
                  <c:v>56.951743999999998</c:v>
                </c:pt>
                <c:pt idx="6008">
                  <c:v>57.02346</c:v>
                </c:pt>
                <c:pt idx="6009">
                  <c:v>57.107455999999999</c:v>
                </c:pt>
                <c:pt idx="6010">
                  <c:v>57.232627999999998</c:v>
                </c:pt>
                <c:pt idx="6011">
                  <c:v>57.395515000000003</c:v>
                </c:pt>
                <c:pt idx="6012">
                  <c:v>57.594551000000003</c:v>
                </c:pt>
                <c:pt idx="6013">
                  <c:v>57.769196000000001</c:v>
                </c:pt>
                <c:pt idx="6014">
                  <c:v>57.859862999999997</c:v>
                </c:pt>
                <c:pt idx="6015">
                  <c:v>57.953518000000003</c:v>
                </c:pt>
                <c:pt idx="6016">
                  <c:v>58.065308000000002</c:v>
                </c:pt>
                <c:pt idx="6017">
                  <c:v>58.198546999999998</c:v>
                </c:pt>
                <c:pt idx="6018">
                  <c:v>58.341411999999998</c:v>
                </c:pt>
                <c:pt idx="6019">
                  <c:v>58.419455999999997</c:v>
                </c:pt>
                <c:pt idx="6020">
                  <c:v>58.505684000000002</c:v>
                </c:pt>
                <c:pt idx="6021">
                  <c:v>58.509827000000001</c:v>
                </c:pt>
                <c:pt idx="6022">
                  <c:v>58.566299000000001</c:v>
                </c:pt>
                <c:pt idx="6023">
                  <c:v>58.636645999999999</c:v>
                </c:pt>
                <c:pt idx="6024">
                  <c:v>58.694336</c:v>
                </c:pt>
                <c:pt idx="6025">
                  <c:v>58.816265000000001</c:v>
                </c:pt>
                <c:pt idx="6026">
                  <c:v>59.005234000000002</c:v>
                </c:pt>
                <c:pt idx="6027">
                  <c:v>59.191929000000002</c:v>
                </c:pt>
                <c:pt idx="6028">
                  <c:v>59.317421000000003</c:v>
                </c:pt>
                <c:pt idx="6029">
                  <c:v>59.375377999999998</c:v>
                </c:pt>
                <c:pt idx="6030">
                  <c:v>59.462921000000001</c:v>
                </c:pt>
                <c:pt idx="6031">
                  <c:v>59.631241000000003</c:v>
                </c:pt>
                <c:pt idx="6032">
                  <c:v>59.837150999999999</c:v>
                </c:pt>
                <c:pt idx="6033">
                  <c:v>60.043911000000001</c:v>
                </c:pt>
                <c:pt idx="6034">
                  <c:v>60.196747000000002</c:v>
                </c:pt>
                <c:pt idx="6035">
                  <c:v>60.408279</c:v>
                </c:pt>
                <c:pt idx="6036">
                  <c:v>60.660972999999998</c:v>
                </c:pt>
                <c:pt idx="6037">
                  <c:v>60.878737999999998</c:v>
                </c:pt>
                <c:pt idx="6038">
                  <c:v>61.065314999999998</c:v>
                </c:pt>
                <c:pt idx="6039">
                  <c:v>61.222262999999998</c:v>
                </c:pt>
                <c:pt idx="6040">
                  <c:v>61.455176999999999</c:v>
                </c:pt>
                <c:pt idx="6041">
                  <c:v>61.656306999999998</c:v>
                </c:pt>
                <c:pt idx="6042">
                  <c:v>61.912418000000002</c:v>
                </c:pt>
                <c:pt idx="6043">
                  <c:v>62.194687000000002</c:v>
                </c:pt>
                <c:pt idx="6044">
                  <c:v>62.493037999999999</c:v>
                </c:pt>
                <c:pt idx="6045">
                  <c:v>62.884041000000003</c:v>
                </c:pt>
                <c:pt idx="6046">
                  <c:v>63.218299999999999</c:v>
                </c:pt>
                <c:pt idx="6047">
                  <c:v>63.516967999999999</c:v>
                </c:pt>
                <c:pt idx="6048">
                  <c:v>63.692131000000003</c:v>
                </c:pt>
                <c:pt idx="6049">
                  <c:v>63.921458999999999</c:v>
                </c:pt>
                <c:pt idx="6050">
                  <c:v>64.118362000000005</c:v>
                </c:pt>
                <c:pt idx="6051">
                  <c:v>64.357276999999996</c:v>
                </c:pt>
                <c:pt idx="6052">
                  <c:v>64.713477999999995</c:v>
                </c:pt>
                <c:pt idx="6053">
                  <c:v>65.096717999999996</c:v>
                </c:pt>
                <c:pt idx="6054">
                  <c:v>65.477974000000003</c:v>
                </c:pt>
                <c:pt idx="6055">
                  <c:v>65.793723999999997</c:v>
                </c:pt>
                <c:pt idx="6056">
                  <c:v>65.965675000000005</c:v>
                </c:pt>
                <c:pt idx="6057">
                  <c:v>66.022086999999999</c:v>
                </c:pt>
                <c:pt idx="6058">
                  <c:v>66.035149000000004</c:v>
                </c:pt>
                <c:pt idx="6059">
                  <c:v>65.995461000000006</c:v>
                </c:pt>
                <c:pt idx="6060">
                  <c:v>66.003838000000002</c:v>
                </c:pt>
                <c:pt idx="6061">
                  <c:v>66.075599999999994</c:v>
                </c:pt>
                <c:pt idx="6062">
                  <c:v>66.139786000000001</c:v>
                </c:pt>
                <c:pt idx="6063">
                  <c:v>66.248221999999998</c:v>
                </c:pt>
                <c:pt idx="6064">
                  <c:v>66.491294999999994</c:v>
                </c:pt>
                <c:pt idx="6065">
                  <c:v>66.741692</c:v>
                </c:pt>
                <c:pt idx="6066">
                  <c:v>66.831451000000001</c:v>
                </c:pt>
                <c:pt idx="6067">
                  <c:v>66.810471000000007</c:v>
                </c:pt>
                <c:pt idx="6068">
                  <c:v>66.745789000000002</c:v>
                </c:pt>
                <c:pt idx="6069">
                  <c:v>66.641823000000002</c:v>
                </c:pt>
                <c:pt idx="6070">
                  <c:v>66.626784999999998</c:v>
                </c:pt>
                <c:pt idx="6071">
                  <c:v>66.589966000000004</c:v>
                </c:pt>
                <c:pt idx="6072">
                  <c:v>66.566283999999996</c:v>
                </c:pt>
                <c:pt idx="6073">
                  <c:v>66.484909000000002</c:v>
                </c:pt>
                <c:pt idx="6074">
                  <c:v>66.365036000000003</c:v>
                </c:pt>
                <c:pt idx="6075">
                  <c:v>66.237137000000004</c:v>
                </c:pt>
                <c:pt idx="6076">
                  <c:v>66.127753999999996</c:v>
                </c:pt>
                <c:pt idx="6077">
                  <c:v>66.069916000000006</c:v>
                </c:pt>
                <c:pt idx="6078">
                  <c:v>66.065178000000003</c:v>
                </c:pt>
                <c:pt idx="6079">
                  <c:v>66.112380999999999</c:v>
                </c:pt>
                <c:pt idx="6080">
                  <c:v>66.182136999999997</c:v>
                </c:pt>
                <c:pt idx="6081">
                  <c:v>66.251694000000001</c:v>
                </c:pt>
                <c:pt idx="6082">
                  <c:v>66.439071999999996</c:v>
                </c:pt>
                <c:pt idx="6083">
                  <c:v>66.807243</c:v>
                </c:pt>
                <c:pt idx="6084">
                  <c:v>67.096953999999997</c:v>
                </c:pt>
                <c:pt idx="6085">
                  <c:v>67.347801000000004</c:v>
                </c:pt>
                <c:pt idx="6086">
                  <c:v>67.478995999999995</c:v>
                </c:pt>
                <c:pt idx="6087">
                  <c:v>67.553725999999997</c:v>
                </c:pt>
                <c:pt idx="6088">
                  <c:v>67.580878999999996</c:v>
                </c:pt>
                <c:pt idx="6089">
                  <c:v>67.575806</c:v>
                </c:pt>
                <c:pt idx="6090">
                  <c:v>67.682404000000005</c:v>
                </c:pt>
                <c:pt idx="6091">
                  <c:v>67.852264000000005</c:v>
                </c:pt>
                <c:pt idx="6092">
                  <c:v>68.012305999999995</c:v>
                </c:pt>
                <c:pt idx="6093">
                  <c:v>68.100098000000003</c:v>
                </c:pt>
                <c:pt idx="6094">
                  <c:v>68.152091999999996</c:v>
                </c:pt>
                <c:pt idx="6095">
                  <c:v>68.089043000000004</c:v>
                </c:pt>
                <c:pt idx="6096">
                  <c:v>68.004340999999997</c:v>
                </c:pt>
                <c:pt idx="6097">
                  <c:v>68.023696999999999</c:v>
                </c:pt>
                <c:pt idx="6098">
                  <c:v>68.282082000000003</c:v>
                </c:pt>
                <c:pt idx="6099">
                  <c:v>68.556190000000001</c:v>
                </c:pt>
                <c:pt idx="6100">
                  <c:v>68.805756000000002</c:v>
                </c:pt>
                <c:pt idx="6101">
                  <c:v>69.054023999999998</c:v>
                </c:pt>
                <c:pt idx="6102">
                  <c:v>69.284203000000005</c:v>
                </c:pt>
                <c:pt idx="6103">
                  <c:v>69.615737999999993</c:v>
                </c:pt>
                <c:pt idx="6104">
                  <c:v>70.003044000000003</c:v>
                </c:pt>
                <c:pt idx="6105">
                  <c:v>70.365013000000005</c:v>
                </c:pt>
                <c:pt idx="6106">
                  <c:v>70.6203</c:v>
                </c:pt>
                <c:pt idx="6107">
                  <c:v>70.844314999999995</c:v>
                </c:pt>
                <c:pt idx="6108">
                  <c:v>71.107367999999994</c:v>
                </c:pt>
                <c:pt idx="6109">
                  <c:v>71.326035000000005</c:v>
                </c:pt>
                <c:pt idx="6110">
                  <c:v>71.415627000000001</c:v>
                </c:pt>
                <c:pt idx="6111">
                  <c:v>71.475845000000007</c:v>
                </c:pt>
                <c:pt idx="6112">
                  <c:v>71.588752999999997</c:v>
                </c:pt>
                <c:pt idx="6113">
                  <c:v>71.721915999999993</c:v>
                </c:pt>
                <c:pt idx="6114">
                  <c:v>71.957504</c:v>
                </c:pt>
                <c:pt idx="6115">
                  <c:v>72.243888999999996</c:v>
                </c:pt>
                <c:pt idx="6116">
                  <c:v>72.429657000000006</c:v>
                </c:pt>
                <c:pt idx="6117">
                  <c:v>72.481941000000006</c:v>
                </c:pt>
                <c:pt idx="6118">
                  <c:v>72.513496000000004</c:v>
                </c:pt>
                <c:pt idx="6119">
                  <c:v>72.623863</c:v>
                </c:pt>
                <c:pt idx="6120">
                  <c:v>72.746398999999997</c:v>
                </c:pt>
                <c:pt idx="6121">
                  <c:v>72.852051000000003</c:v>
                </c:pt>
                <c:pt idx="6122">
                  <c:v>72.997528000000003</c:v>
                </c:pt>
                <c:pt idx="6123">
                  <c:v>73.125923</c:v>
                </c:pt>
                <c:pt idx="6124">
                  <c:v>73.322722999999996</c:v>
                </c:pt>
                <c:pt idx="6125">
                  <c:v>73.549767000000003</c:v>
                </c:pt>
                <c:pt idx="6126">
                  <c:v>73.780463999999995</c:v>
                </c:pt>
                <c:pt idx="6127">
                  <c:v>74.044876000000002</c:v>
                </c:pt>
                <c:pt idx="6128">
                  <c:v>74.442909</c:v>
                </c:pt>
                <c:pt idx="6129">
                  <c:v>74.591583</c:v>
                </c:pt>
                <c:pt idx="6130">
                  <c:v>74.823447999999999</c:v>
                </c:pt>
                <c:pt idx="6131">
                  <c:v>75.115966999999998</c:v>
                </c:pt>
                <c:pt idx="6132">
                  <c:v>75.129409999999993</c:v>
                </c:pt>
                <c:pt idx="6133">
                  <c:v>75.230316000000002</c:v>
                </c:pt>
                <c:pt idx="6134">
                  <c:v>75.438423</c:v>
                </c:pt>
                <c:pt idx="6135">
                  <c:v>75.941306999999995</c:v>
                </c:pt>
                <c:pt idx="6136">
                  <c:v>76.521293999999997</c:v>
                </c:pt>
                <c:pt idx="6137">
                  <c:v>76.977524000000003</c:v>
                </c:pt>
                <c:pt idx="6138">
                  <c:v>77.284797999999995</c:v>
                </c:pt>
                <c:pt idx="6139">
                  <c:v>77.570328000000003</c:v>
                </c:pt>
                <c:pt idx="6140">
                  <c:v>77.731361000000007</c:v>
                </c:pt>
                <c:pt idx="6141">
                  <c:v>77.620827000000006</c:v>
                </c:pt>
                <c:pt idx="6142">
                  <c:v>77.602348000000006</c:v>
                </c:pt>
                <c:pt idx="6143">
                  <c:v>77.892075000000006</c:v>
                </c:pt>
                <c:pt idx="6144">
                  <c:v>78.264922999999996</c:v>
                </c:pt>
                <c:pt idx="6145">
                  <c:v>78.612708999999995</c:v>
                </c:pt>
                <c:pt idx="6146">
                  <c:v>79.002860999999996</c:v>
                </c:pt>
                <c:pt idx="6147">
                  <c:v>79.321335000000005</c:v>
                </c:pt>
                <c:pt idx="6148">
                  <c:v>79.466735999999997</c:v>
                </c:pt>
                <c:pt idx="6149">
                  <c:v>79.491005000000001</c:v>
                </c:pt>
                <c:pt idx="6150">
                  <c:v>79.371368000000004</c:v>
                </c:pt>
                <c:pt idx="6151">
                  <c:v>79.135634999999994</c:v>
                </c:pt>
                <c:pt idx="6152">
                  <c:v>78.973511000000002</c:v>
                </c:pt>
                <c:pt idx="6153">
                  <c:v>78.948845000000006</c:v>
                </c:pt>
                <c:pt idx="6154">
                  <c:v>79.021857999999995</c:v>
                </c:pt>
                <c:pt idx="6155">
                  <c:v>79.145508000000007</c:v>
                </c:pt>
                <c:pt idx="6156">
                  <c:v>79.266555999999994</c:v>
                </c:pt>
                <c:pt idx="6157">
                  <c:v>79.441208000000003</c:v>
                </c:pt>
                <c:pt idx="6158">
                  <c:v>79.631919999999994</c:v>
                </c:pt>
                <c:pt idx="6159">
                  <c:v>79.736794000000003</c:v>
                </c:pt>
                <c:pt idx="6160">
                  <c:v>79.732460000000003</c:v>
                </c:pt>
                <c:pt idx="6161">
                  <c:v>79.643600000000006</c:v>
                </c:pt>
                <c:pt idx="6162">
                  <c:v>79.532607999999996</c:v>
                </c:pt>
                <c:pt idx="6163">
                  <c:v>79.484009</c:v>
                </c:pt>
                <c:pt idx="6164">
                  <c:v>79.446060000000003</c:v>
                </c:pt>
                <c:pt idx="6165">
                  <c:v>79.401764</c:v>
                </c:pt>
                <c:pt idx="6166">
                  <c:v>79.412589999999994</c:v>
                </c:pt>
                <c:pt idx="6167">
                  <c:v>79.436843999999994</c:v>
                </c:pt>
                <c:pt idx="6168">
                  <c:v>79.402045999999999</c:v>
                </c:pt>
                <c:pt idx="6169">
                  <c:v>79.477348000000006</c:v>
                </c:pt>
                <c:pt idx="6170">
                  <c:v>79.728911999999994</c:v>
                </c:pt>
                <c:pt idx="6171">
                  <c:v>80.024338</c:v>
                </c:pt>
                <c:pt idx="6172">
                  <c:v>80.389435000000006</c:v>
                </c:pt>
                <c:pt idx="6173">
                  <c:v>80.749709999999993</c:v>
                </c:pt>
                <c:pt idx="6174">
                  <c:v>81.064430000000002</c:v>
                </c:pt>
                <c:pt idx="6175">
                  <c:v>81.280945000000003</c:v>
                </c:pt>
                <c:pt idx="6176">
                  <c:v>81.347458000000003</c:v>
                </c:pt>
                <c:pt idx="6177">
                  <c:v>81.191474999999997</c:v>
                </c:pt>
                <c:pt idx="6178">
                  <c:v>80.951851000000005</c:v>
                </c:pt>
                <c:pt idx="6179">
                  <c:v>80.565224000000001</c:v>
                </c:pt>
                <c:pt idx="6180">
                  <c:v>80.158378999999996</c:v>
                </c:pt>
                <c:pt idx="6181">
                  <c:v>79.886725999999996</c:v>
                </c:pt>
                <c:pt idx="6182">
                  <c:v>79.719977999999998</c:v>
                </c:pt>
                <c:pt idx="6183">
                  <c:v>79.701995999999994</c:v>
                </c:pt>
                <c:pt idx="6184">
                  <c:v>79.816428999999999</c:v>
                </c:pt>
                <c:pt idx="6185">
                  <c:v>80.028953999999999</c:v>
                </c:pt>
                <c:pt idx="6186">
                  <c:v>80.330200000000005</c:v>
                </c:pt>
                <c:pt idx="6187">
                  <c:v>80.668030000000002</c:v>
                </c:pt>
                <c:pt idx="6188">
                  <c:v>80.953384</c:v>
                </c:pt>
                <c:pt idx="6189">
                  <c:v>81.105331000000007</c:v>
                </c:pt>
                <c:pt idx="6190">
                  <c:v>81.136107999999993</c:v>
                </c:pt>
                <c:pt idx="6191">
                  <c:v>81.147385</c:v>
                </c:pt>
                <c:pt idx="6192">
                  <c:v>84.003990000000002</c:v>
                </c:pt>
                <c:pt idx="6193">
                  <c:v>84.561592000000005</c:v>
                </c:pt>
                <c:pt idx="6194">
                  <c:v>84.501152000000005</c:v>
                </c:pt>
                <c:pt idx="6195">
                  <c:v>84.188286000000005</c:v>
                </c:pt>
                <c:pt idx="6196">
                  <c:v>83.933127999999996</c:v>
                </c:pt>
                <c:pt idx="6197">
                  <c:v>83.695580000000007</c:v>
                </c:pt>
                <c:pt idx="6198">
                  <c:v>83.400176999999999</c:v>
                </c:pt>
                <c:pt idx="6199">
                  <c:v>83.193611000000004</c:v>
                </c:pt>
                <c:pt idx="6200">
                  <c:v>83.093918000000002</c:v>
                </c:pt>
                <c:pt idx="6201">
                  <c:v>83.072083000000006</c:v>
                </c:pt>
                <c:pt idx="6202">
                  <c:v>82.870536999999999</c:v>
                </c:pt>
                <c:pt idx="6203">
                  <c:v>82.574852000000007</c:v>
                </c:pt>
                <c:pt idx="6204">
                  <c:v>82.303946999999994</c:v>
                </c:pt>
                <c:pt idx="6205">
                  <c:v>82.041931000000005</c:v>
                </c:pt>
                <c:pt idx="6206">
                  <c:v>81.684753000000001</c:v>
                </c:pt>
                <c:pt idx="6207">
                  <c:v>81.267548000000005</c:v>
                </c:pt>
                <c:pt idx="6208">
                  <c:v>80.749672000000004</c:v>
                </c:pt>
                <c:pt idx="6209">
                  <c:v>80.596062000000003</c:v>
                </c:pt>
                <c:pt idx="6210">
                  <c:v>80.403525999999999</c:v>
                </c:pt>
                <c:pt idx="6211">
                  <c:v>80.192986000000005</c:v>
                </c:pt>
                <c:pt idx="6212">
                  <c:v>79.865074000000007</c:v>
                </c:pt>
                <c:pt idx="6213">
                  <c:v>79.451149000000001</c:v>
                </c:pt>
                <c:pt idx="6214">
                  <c:v>79.231917999999993</c:v>
                </c:pt>
                <c:pt idx="6215">
                  <c:v>79.012748999999999</c:v>
                </c:pt>
                <c:pt idx="6216">
                  <c:v>78.794685000000001</c:v>
                </c:pt>
                <c:pt idx="6217">
                  <c:v>78.605689999999996</c:v>
                </c:pt>
                <c:pt idx="6218">
                  <c:v>78.408637999999996</c:v>
                </c:pt>
                <c:pt idx="6219">
                  <c:v>78.189528999999993</c:v>
                </c:pt>
                <c:pt idx="6220">
                  <c:v>78.030754000000002</c:v>
                </c:pt>
                <c:pt idx="6221">
                  <c:v>77.781479000000004</c:v>
                </c:pt>
                <c:pt idx="6222">
                  <c:v>77.417496</c:v>
                </c:pt>
                <c:pt idx="6223">
                  <c:v>77.088920999999999</c:v>
                </c:pt>
                <c:pt idx="6224">
                  <c:v>76.853415999999996</c:v>
                </c:pt>
                <c:pt idx="6225">
                  <c:v>76.585898999999998</c:v>
                </c:pt>
                <c:pt idx="6226">
                  <c:v>76.283385999999993</c:v>
                </c:pt>
                <c:pt idx="6227">
                  <c:v>76.073386999999997</c:v>
                </c:pt>
                <c:pt idx="6228">
                  <c:v>75.976303000000001</c:v>
                </c:pt>
                <c:pt idx="6229">
                  <c:v>75.925072</c:v>
                </c:pt>
                <c:pt idx="6230">
                  <c:v>75.966483999999994</c:v>
                </c:pt>
                <c:pt idx="6231">
                  <c:v>76.095070000000007</c:v>
                </c:pt>
                <c:pt idx="6232">
                  <c:v>75.993110999999999</c:v>
                </c:pt>
                <c:pt idx="6233">
                  <c:v>75.572495000000004</c:v>
                </c:pt>
                <c:pt idx="6234">
                  <c:v>75.241630999999998</c:v>
                </c:pt>
                <c:pt idx="6235">
                  <c:v>74.977631000000002</c:v>
                </c:pt>
                <c:pt idx="6236">
                  <c:v>74.861114999999998</c:v>
                </c:pt>
                <c:pt idx="6237">
                  <c:v>74.859131000000005</c:v>
                </c:pt>
                <c:pt idx="6238">
                  <c:v>74.875709999999998</c:v>
                </c:pt>
                <c:pt idx="6239">
                  <c:v>74.792136999999997</c:v>
                </c:pt>
                <c:pt idx="6240">
                  <c:v>74.646889000000002</c:v>
                </c:pt>
                <c:pt idx="6241">
                  <c:v>74.395949999999999</c:v>
                </c:pt>
                <c:pt idx="6242">
                  <c:v>74.156257999999994</c:v>
                </c:pt>
                <c:pt idx="6243">
                  <c:v>74.014679000000001</c:v>
                </c:pt>
                <c:pt idx="6244">
                  <c:v>73.995590000000007</c:v>
                </c:pt>
                <c:pt idx="6245">
                  <c:v>74.070808</c:v>
                </c:pt>
                <c:pt idx="6246">
                  <c:v>74.172691</c:v>
                </c:pt>
                <c:pt idx="6247">
                  <c:v>74.251739999999998</c:v>
                </c:pt>
                <c:pt idx="6248">
                  <c:v>74.317679999999996</c:v>
                </c:pt>
                <c:pt idx="6249">
                  <c:v>74.288810999999995</c:v>
                </c:pt>
                <c:pt idx="6250">
                  <c:v>74.114554999999996</c:v>
                </c:pt>
                <c:pt idx="6251">
                  <c:v>73.814964000000003</c:v>
                </c:pt>
                <c:pt idx="6252">
                  <c:v>73.521286000000003</c:v>
                </c:pt>
                <c:pt idx="6253">
                  <c:v>73.247314000000003</c:v>
                </c:pt>
                <c:pt idx="6254">
                  <c:v>73.133728000000005</c:v>
                </c:pt>
                <c:pt idx="6255">
                  <c:v>73.05883</c:v>
                </c:pt>
                <c:pt idx="6256">
                  <c:v>73.032546999999994</c:v>
                </c:pt>
                <c:pt idx="6257">
                  <c:v>73.082015999999996</c:v>
                </c:pt>
                <c:pt idx="6258">
                  <c:v>73.124718000000001</c:v>
                </c:pt>
                <c:pt idx="6259">
                  <c:v>73.189353999999994</c:v>
                </c:pt>
                <c:pt idx="6260">
                  <c:v>73.234322000000006</c:v>
                </c:pt>
                <c:pt idx="6261">
                  <c:v>73.243637000000007</c:v>
                </c:pt>
                <c:pt idx="6262">
                  <c:v>73.374984999999995</c:v>
                </c:pt>
                <c:pt idx="6263">
                  <c:v>71.317222999999998</c:v>
                </c:pt>
                <c:pt idx="6264">
                  <c:v>71.780113</c:v>
                </c:pt>
                <c:pt idx="6265">
                  <c:v>71.599106000000006</c:v>
                </c:pt>
                <c:pt idx="6266">
                  <c:v>71.194229000000007</c:v>
                </c:pt>
                <c:pt idx="6267">
                  <c:v>70.689284999999998</c:v>
                </c:pt>
                <c:pt idx="6268">
                  <c:v>70.245414999999994</c:v>
                </c:pt>
                <c:pt idx="6269">
                  <c:v>69.816543999999993</c:v>
                </c:pt>
                <c:pt idx="6270">
                  <c:v>69.278664000000006</c:v>
                </c:pt>
                <c:pt idx="6271">
                  <c:v>68.772118000000006</c:v>
                </c:pt>
                <c:pt idx="6272">
                  <c:v>68.392876000000001</c:v>
                </c:pt>
                <c:pt idx="6273">
                  <c:v>68.210289000000003</c:v>
                </c:pt>
                <c:pt idx="6274">
                  <c:v>68.093765000000005</c:v>
                </c:pt>
                <c:pt idx="6275">
                  <c:v>67.868911999999995</c:v>
                </c:pt>
                <c:pt idx="6276">
                  <c:v>67.623519999999999</c:v>
                </c:pt>
                <c:pt idx="6277">
                  <c:v>67.433425999999997</c:v>
                </c:pt>
                <c:pt idx="6278">
                  <c:v>67.218177999999995</c:v>
                </c:pt>
                <c:pt idx="6279">
                  <c:v>66.975136000000006</c:v>
                </c:pt>
                <c:pt idx="6280">
                  <c:v>66.720344999999995</c:v>
                </c:pt>
                <c:pt idx="6281">
                  <c:v>68.545096999999998</c:v>
                </c:pt>
                <c:pt idx="6282">
                  <c:v>69.320357999999999</c:v>
                </c:pt>
                <c:pt idx="6283">
                  <c:v>69.339766999999995</c:v>
                </c:pt>
                <c:pt idx="6284">
                  <c:v>69.351768000000007</c:v>
                </c:pt>
                <c:pt idx="6285">
                  <c:v>69.385840999999999</c:v>
                </c:pt>
                <c:pt idx="6286">
                  <c:v>69.477035999999998</c:v>
                </c:pt>
                <c:pt idx="6287">
                  <c:v>69.646880999999993</c:v>
                </c:pt>
                <c:pt idx="6288">
                  <c:v>69.901854999999998</c:v>
                </c:pt>
                <c:pt idx="6289">
                  <c:v>69.974800000000002</c:v>
                </c:pt>
                <c:pt idx="6290">
                  <c:v>69.740905999999995</c:v>
                </c:pt>
                <c:pt idx="6291">
                  <c:v>69.480239999999995</c:v>
                </c:pt>
                <c:pt idx="6292">
                  <c:v>69.272812000000002</c:v>
                </c:pt>
                <c:pt idx="6293">
                  <c:v>69.140593999999993</c:v>
                </c:pt>
                <c:pt idx="6294">
                  <c:v>69.022598000000002</c:v>
                </c:pt>
                <c:pt idx="6295">
                  <c:v>68.835587000000004</c:v>
                </c:pt>
                <c:pt idx="6296">
                  <c:v>68.619872999999998</c:v>
                </c:pt>
                <c:pt idx="6297">
                  <c:v>68.410919000000007</c:v>
                </c:pt>
                <c:pt idx="6298">
                  <c:v>68.241005000000001</c:v>
                </c:pt>
                <c:pt idx="6299">
                  <c:v>68.097847000000002</c:v>
                </c:pt>
                <c:pt idx="6300">
                  <c:v>68.000243999999995</c:v>
                </c:pt>
                <c:pt idx="6301">
                  <c:v>68.182036999999994</c:v>
                </c:pt>
                <c:pt idx="6302">
                  <c:v>68.019492999999997</c:v>
                </c:pt>
                <c:pt idx="6303">
                  <c:v>67.798682999999997</c:v>
                </c:pt>
                <c:pt idx="6304">
                  <c:v>67.670021000000006</c:v>
                </c:pt>
                <c:pt idx="6305">
                  <c:v>67.763580000000005</c:v>
                </c:pt>
                <c:pt idx="6306">
                  <c:v>68.103347999999997</c:v>
                </c:pt>
                <c:pt idx="6307">
                  <c:v>68.487044999999995</c:v>
                </c:pt>
                <c:pt idx="6308">
                  <c:v>68.984001000000006</c:v>
                </c:pt>
                <c:pt idx="6309">
                  <c:v>69.568848000000003</c:v>
                </c:pt>
                <c:pt idx="6310">
                  <c:v>70.297432000000001</c:v>
                </c:pt>
                <c:pt idx="6311">
                  <c:v>70.898796000000004</c:v>
                </c:pt>
                <c:pt idx="6312">
                  <c:v>71.365547000000007</c:v>
                </c:pt>
                <c:pt idx="6313">
                  <c:v>71.887237999999996</c:v>
                </c:pt>
                <c:pt idx="6314">
                  <c:v>72.169380000000004</c:v>
                </c:pt>
                <c:pt idx="6315">
                  <c:v>72.536629000000005</c:v>
                </c:pt>
                <c:pt idx="6316">
                  <c:v>72.949539000000001</c:v>
                </c:pt>
                <c:pt idx="6317">
                  <c:v>73.14743</c:v>
                </c:pt>
                <c:pt idx="6318">
                  <c:v>73.258392000000001</c:v>
                </c:pt>
                <c:pt idx="6319">
                  <c:v>73.485793999999999</c:v>
                </c:pt>
                <c:pt idx="6320">
                  <c:v>73.907241999999997</c:v>
                </c:pt>
                <c:pt idx="6321">
                  <c:v>74.306206000000003</c:v>
                </c:pt>
                <c:pt idx="6322">
                  <c:v>74.679558</c:v>
                </c:pt>
                <c:pt idx="6323">
                  <c:v>75.078461000000004</c:v>
                </c:pt>
                <c:pt idx="6324">
                  <c:v>75.514076000000003</c:v>
                </c:pt>
                <c:pt idx="6325">
                  <c:v>75.911057</c:v>
                </c:pt>
                <c:pt idx="6326">
                  <c:v>76.132171999999997</c:v>
                </c:pt>
                <c:pt idx="6327">
                  <c:v>76.233185000000006</c:v>
                </c:pt>
                <c:pt idx="6328">
                  <c:v>76.358551000000006</c:v>
                </c:pt>
                <c:pt idx="6329">
                  <c:v>76.565490999999994</c:v>
                </c:pt>
                <c:pt idx="6330">
                  <c:v>76.826415999999995</c:v>
                </c:pt>
                <c:pt idx="6331">
                  <c:v>77.142975000000007</c:v>
                </c:pt>
                <c:pt idx="6332">
                  <c:v>77.557311999999996</c:v>
                </c:pt>
                <c:pt idx="6333">
                  <c:v>78.047836000000004</c:v>
                </c:pt>
                <c:pt idx="6334">
                  <c:v>78.648094</c:v>
                </c:pt>
                <c:pt idx="6335">
                  <c:v>79.113792000000004</c:v>
                </c:pt>
                <c:pt idx="6336">
                  <c:v>79.2547</c:v>
                </c:pt>
                <c:pt idx="6337">
                  <c:v>79.182334999999995</c:v>
                </c:pt>
                <c:pt idx="6338">
                  <c:v>79.031036</c:v>
                </c:pt>
                <c:pt idx="6339">
                  <c:v>78.955687999999995</c:v>
                </c:pt>
                <c:pt idx="6340">
                  <c:v>78.899878999999999</c:v>
                </c:pt>
                <c:pt idx="6341">
                  <c:v>78.648087000000004</c:v>
                </c:pt>
                <c:pt idx="6342">
                  <c:v>78.477264000000005</c:v>
                </c:pt>
                <c:pt idx="6343">
                  <c:v>78.598099000000005</c:v>
                </c:pt>
                <c:pt idx="6344">
                  <c:v>78.773582000000005</c:v>
                </c:pt>
                <c:pt idx="6345">
                  <c:v>78.801544000000007</c:v>
                </c:pt>
                <c:pt idx="6346">
                  <c:v>78.738608999999997</c:v>
                </c:pt>
                <c:pt idx="6347">
                  <c:v>78.528205999999997</c:v>
                </c:pt>
                <c:pt idx="6348">
                  <c:v>78.432807999999994</c:v>
                </c:pt>
                <c:pt idx="6349">
                  <c:v>78.535133000000002</c:v>
                </c:pt>
                <c:pt idx="6350">
                  <c:v>78.604393000000002</c:v>
                </c:pt>
                <c:pt idx="6351">
                  <c:v>78.651482000000001</c:v>
                </c:pt>
                <c:pt idx="6352">
                  <c:v>78.728226000000006</c:v>
                </c:pt>
                <c:pt idx="6353">
                  <c:v>78.854500000000002</c:v>
                </c:pt>
                <c:pt idx="6354">
                  <c:v>78.984673000000001</c:v>
                </c:pt>
                <c:pt idx="6355">
                  <c:v>79.057143999999994</c:v>
                </c:pt>
                <c:pt idx="6356">
                  <c:v>79.130318000000003</c:v>
                </c:pt>
                <c:pt idx="6357">
                  <c:v>79.361801</c:v>
                </c:pt>
                <c:pt idx="6358">
                  <c:v>79.647902999999999</c:v>
                </c:pt>
                <c:pt idx="6359">
                  <c:v>79.829200999999998</c:v>
                </c:pt>
                <c:pt idx="6360">
                  <c:v>79.684844999999996</c:v>
                </c:pt>
                <c:pt idx="6361">
                  <c:v>79.495361000000003</c:v>
                </c:pt>
                <c:pt idx="6362">
                  <c:v>79.372474999999994</c:v>
                </c:pt>
                <c:pt idx="6363">
                  <c:v>79.392418000000006</c:v>
                </c:pt>
                <c:pt idx="6364">
                  <c:v>79.590926999999994</c:v>
                </c:pt>
                <c:pt idx="6365">
                  <c:v>79.886650000000003</c:v>
                </c:pt>
                <c:pt idx="6366">
                  <c:v>80.296547000000004</c:v>
                </c:pt>
                <c:pt idx="6367">
                  <c:v>80.787696999999994</c:v>
                </c:pt>
                <c:pt idx="6368">
                  <c:v>81.185576999999995</c:v>
                </c:pt>
                <c:pt idx="6369">
                  <c:v>81.633972</c:v>
                </c:pt>
                <c:pt idx="6370">
                  <c:v>82.074814000000003</c:v>
                </c:pt>
                <c:pt idx="6371">
                  <c:v>82.527327999999997</c:v>
                </c:pt>
                <c:pt idx="6372">
                  <c:v>82.985793999999999</c:v>
                </c:pt>
                <c:pt idx="6373">
                  <c:v>83.468742000000006</c:v>
                </c:pt>
                <c:pt idx="6374">
                  <c:v>83.965239999999994</c:v>
                </c:pt>
                <c:pt idx="6375">
                  <c:v>84.454659000000007</c:v>
                </c:pt>
                <c:pt idx="6376">
                  <c:v>84.807747000000006</c:v>
                </c:pt>
                <c:pt idx="6377">
                  <c:v>85.063773999999995</c:v>
                </c:pt>
                <c:pt idx="6378">
                  <c:v>85.250984000000003</c:v>
                </c:pt>
                <c:pt idx="6379">
                  <c:v>85.253287999999998</c:v>
                </c:pt>
                <c:pt idx="6380">
                  <c:v>85.162537</c:v>
                </c:pt>
                <c:pt idx="6381">
                  <c:v>85.273360999999994</c:v>
                </c:pt>
                <c:pt idx="6382">
                  <c:v>85.598220999999995</c:v>
                </c:pt>
                <c:pt idx="6383">
                  <c:v>85.932593999999995</c:v>
                </c:pt>
                <c:pt idx="6384">
                  <c:v>86.265854000000004</c:v>
                </c:pt>
                <c:pt idx="6385">
                  <c:v>86.522598000000002</c:v>
                </c:pt>
                <c:pt idx="6386">
                  <c:v>86.808113000000006</c:v>
                </c:pt>
                <c:pt idx="6387">
                  <c:v>87.051261999999994</c:v>
                </c:pt>
                <c:pt idx="6388">
                  <c:v>87.216881000000001</c:v>
                </c:pt>
                <c:pt idx="6389">
                  <c:v>87.272323999999998</c:v>
                </c:pt>
                <c:pt idx="6390">
                  <c:v>87.257621999999998</c:v>
                </c:pt>
                <c:pt idx="6391">
                  <c:v>87.235534999999999</c:v>
                </c:pt>
                <c:pt idx="6392">
                  <c:v>87.251862000000003</c:v>
                </c:pt>
                <c:pt idx="6393">
                  <c:v>87.301117000000005</c:v>
                </c:pt>
                <c:pt idx="6394">
                  <c:v>87.283812999999995</c:v>
                </c:pt>
                <c:pt idx="6395">
                  <c:v>87.372696000000005</c:v>
                </c:pt>
                <c:pt idx="6396">
                  <c:v>87.522407999999999</c:v>
                </c:pt>
                <c:pt idx="6397">
                  <c:v>87.615325999999996</c:v>
                </c:pt>
                <c:pt idx="6398">
                  <c:v>87.438064999999995</c:v>
                </c:pt>
                <c:pt idx="6399">
                  <c:v>87.455551</c:v>
                </c:pt>
                <c:pt idx="6400">
                  <c:v>87.611075999999997</c:v>
                </c:pt>
                <c:pt idx="6401">
                  <c:v>87.768044000000003</c:v>
                </c:pt>
                <c:pt idx="6402">
                  <c:v>87.827431000000004</c:v>
                </c:pt>
                <c:pt idx="6403">
                  <c:v>87.821312000000006</c:v>
                </c:pt>
                <c:pt idx="6404">
                  <c:v>87.749458000000004</c:v>
                </c:pt>
                <c:pt idx="6405">
                  <c:v>87.683411000000007</c:v>
                </c:pt>
                <c:pt idx="6406">
                  <c:v>87.607001999999994</c:v>
                </c:pt>
                <c:pt idx="6407">
                  <c:v>87.434096999999994</c:v>
                </c:pt>
                <c:pt idx="6408">
                  <c:v>87.235016000000002</c:v>
                </c:pt>
                <c:pt idx="6409">
                  <c:v>87.128906000000001</c:v>
                </c:pt>
                <c:pt idx="6410">
                  <c:v>86.943145999999999</c:v>
                </c:pt>
                <c:pt idx="6411">
                  <c:v>86.720009000000005</c:v>
                </c:pt>
                <c:pt idx="6412">
                  <c:v>86.599654999999998</c:v>
                </c:pt>
                <c:pt idx="6413">
                  <c:v>86.577147999999994</c:v>
                </c:pt>
                <c:pt idx="6414">
                  <c:v>86.612358</c:v>
                </c:pt>
                <c:pt idx="6415">
                  <c:v>86.602988999999994</c:v>
                </c:pt>
                <c:pt idx="6416">
                  <c:v>86.576057000000006</c:v>
                </c:pt>
                <c:pt idx="6417">
                  <c:v>86.591758999999996</c:v>
                </c:pt>
                <c:pt idx="6418">
                  <c:v>86.592110000000005</c:v>
                </c:pt>
                <c:pt idx="6419">
                  <c:v>86.522628999999995</c:v>
                </c:pt>
                <c:pt idx="6420">
                  <c:v>86.449164999999994</c:v>
                </c:pt>
                <c:pt idx="6421">
                  <c:v>86.445435000000003</c:v>
                </c:pt>
                <c:pt idx="6422">
                  <c:v>86.620338000000004</c:v>
                </c:pt>
                <c:pt idx="6423">
                  <c:v>86.869354000000001</c:v>
                </c:pt>
                <c:pt idx="6424">
                  <c:v>87.151543000000004</c:v>
                </c:pt>
                <c:pt idx="6425">
                  <c:v>87.415099999999995</c:v>
                </c:pt>
                <c:pt idx="6426">
                  <c:v>87.590828000000002</c:v>
                </c:pt>
                <c:pt idx="6427">
                  <c:v>87.758101999999994</c:v>
                </c:pt>
                <c:pt idx="6428">
                  <c:v>87.973495</c:v>
                </c:pt>
                <c:pt idx="6429">
                  <c:v>88.240311000000005</c:v>
                </c:pt>
                <c:pt idx="6430">
                  <c:v>88.465041999999997</c:v>
                </c:pt>
                <c:pt idx="6431">
                  <c:v>88.694618000000006</c:v>
                </c:pt>
                <c:pt idx="6432">
                  <c:v>88.936592000000005</c:v>
                </c:pt>
                <c:pt idx="6433">
                  <c:v>89.065635999999998</c:v>
                </c:pt>
                <c:pt idx="6434">
                  <c:v>89.027282999999997</c:v>
                </c:pt>
                <c:pt idx="6435">
                  <c:v>89.054862999999997</c:v>
                </c:pt>
                <c:pt idx="6436">
                  <c:v>89.253806999999995</c:v>
                </c:pt>
                <c:pt idx="6437">
                  <c:v>89.513846999999998</c:v>
                </c:pt>
                <c:pt idx="6438">
                  <c:v>89.739159000000001</c:v>
                </c:pt>
                <c:pt idx="6439">
                  <c:v>89.951683000000003</c:v>
                </c:pt>
                <c:pt idx="6440">
                  <c:v>90.069427000000005</c:v>
                </c:pt>
                <c:pt idx="6441">
                  <c:v>90.156981999999999</c:v>
                </c:pt>
                <c:pt idx="6442">
                  <c:v>90.411179000000004</c:v>
                </c:pt>
                <c:pt idx="6443">
                  <c:v>90.657425000000003</c:v>
                </c:pt>
                <c:pt idx="6444">
                  <c:v>90.725952000000007</c:v>
                </c:pt>
                <c:pt idx="6445">
                  <c:v>90.741753000000003</c:v>
                </c:pt>
                <c:pt idx="6446">
                  <c:v>90.751709000000005</c:v>
                </c:pt>
                <c:pt idx="6447">
                  <c:v>90.641182000000001</c:v>
                </c:pt>
                <c:pt idx="6448">
                  <c:v>90.522925999999998</c:v>
                </c:pt>
                <c:pt idx="6449">
                  <c:v>90.386268999999999</c:v>
                </c:pt>
                <c:pt idx="6450">
                  <c:v>90.226012999999995</c:v>
                </c:pt>
                <c:pt idx="6451">
                  <c:v>90.235512</c:v>
                </c:pt>
                <c:pt idx="6452">
                  <c:v>90.369308000000004</c:v>
                </c:pt>
                <c:pt idx="6453">
                  <c:v>90.544883999999996</c:v>
                </c:pt>
                <c:pt idx="6454">
                  <c:v>90.800156000000001</c:v>
                </c:pt>
                <c:pt idx="6455">
                  <c:v>91.124741</c:v>
                </c:pt>
                <c:pt idx="6456">
                  <c:v>91.469093000000001</c:v>
                </c:pt>
                <c:pt idx="6457">
                  <c:v>91.703354000000004</c:v>
                </c:pt>
                <c:pt idx="6458">
                  <c:v>91.793137000000002</c:v>
                </c:pt>
                <c:pt idx="6459">
                  <c:v>91.808257999999995</c:v>
                </c:pt>
                <c:pt idx="6460">
                  <c:v>91.948654000000005</c:v>
                </c:pt>
                <c:pt idx="6461">
                  <c:v>92.174308999999994</c:v>
                </c:pt>
                <c:pt idx="6462">
                  <c:v>92.514069000000006</c:v>
                </c:pt>
                <c:pt idx="6463">
                  <c:v>92.844809999999995</c:v>
                </c:pt>
                <c:pt idx="6464">
                  <c:v>93.014640999999997</c:v>
                </c:pt>
                <c:pt idx="6465">
                  <c:v>92.970511999999999</c:v>
                </c:pt>
                <c:pt idx="6466">
                  <c:v>92.954048</c:v>
                </c:pt>
                <c:pt idx="6467">
                  <c:v>92.893135000000001</c:v>
                </c:pt>
                <c:pt idx="6468">
                  <c:v>92.907471000000001</c:v>
                </c:pt>
                <c:pt idx="6469">
                  <c:v>93.081123000000005</c:v>
                </c:pt>
                <c:pt idx="6470">
                  <c:v>93.263947000000002</c:v>
                </c:pt>
                <c:pt idx="6471">
                  <c:v>93.373992999999999</c:v>
                </c:pt>
                <c:pt idx="6472">
                  <c:v>93.407454999999999</c:v>
                </c:pt>
                <c:pt idx="6473">
                  <c:v>93.440017999999995</c:v>
                </c:pt>
                <c:pt idx="6474">
                  <c:v>93.456740999999994</c:v>
                </c:pt>
                <c:pt idx="6475">
                  <c:v>93.405997999999997</c:v>
                </c:pt>
                <c:pt idx="6476">
                  <c:v>93.290298000000007</c:v>
                </c:pt>
                <c:pt idx="6477">
                  <c:v>93.182891999999995</c:v>
                </c:pt>
                <c:pt idx="6478">
                  <c:v>93.176856999999998</c:v>
                </c:pt>
                <c:pt idx="6479">
                  <c:v>93.208939000000001</c:v>
                </c:pt>
                <c:pt idx="6480">
                  <c:v>93.203354000000004</c:v>
                </c:pt>
                <c:pt idx="6481">
                  <c:v>93.296927999999994</c:v>
                </c:pt>
                <c:pt idx="6482">
                  <c:v>93.448700000000002</c:v>
                </c:pt>
                <c:pt idx="6483">
                  <c:v>93.514549000000002</c:v>
                </c:pt>
                <c:pt idx="6484">
                  <c:v>93.432640000000006</c:v>
                </c:pt>
                <c:pt idx="6485">
                  <c:v>93.233643000000001</c:v>
                </c:pt>
                <c:pt idx="6486">
                  <c:v>93.046661</c:v>
                </c:pt>
                <c:pt idx="6487">
                  <c:v>92.813643999999996</c:v>
                </c:pt>
                <c:pt idx="6488">
                  <c:v>92.511527999999998</c:v>
                </c:pt>
                <c:pt idx="6489">
                  <c:v>92.280890999999997</c:v>
                </c:pt>
                <c:pt idx="6490">
                  <c:v>92.110045999999997</c:v>
                </c:pt>
                <c:pt idx="6491">
                  <c:v>91.833313000000004</c:v>
                </c:pt>
                <c:pt idx="6492">
                  <c:v>91.40889</c:v>
                </c:pt>
                <c:pt idx="6493">
                  <c:v>91.047318000000004</c:v>
                </c:pt>
                <c:pt idx="6494">
                  <c:v>90.892241999999996</c:v>
                </c:pt>
                <c:pt idx="6495">
                  <c:v>90.864365000000006</c:v>
                </c:pt>
                <c:pt idx="6496">
                  <c:v>90.869018999999994</c:v>
                </c:pt>
                <c:pt idx="6497">
                  <c:v>90.867148999999998</c:v>
                </c:pt>
                <c:pt idx="6498">
                  <c:v>90.767348999999996</c:v>
                </c:pt>
                <c:pt idx="6499">
                  <c:v>90.594086000000004</c:v>
                </c:pt>
                <c:pt idx="6500">
                  <c:v>90.530174000000002</c:v>
                </c:pt>
                <c:pt idx="6501">
                  <c:v>90.585944999999995</c:v>
                </c:pt>
                <c:pt idx="6502">
                  <c:v>90.726996999999997</c:v>
                </c:pt>
                <c:pt idx="6503">
                  <c:v>90.810654</c:v>
                </c:pt>
                <c:pt idx="6504">
                  <c:v>90.783233999999993</c:v>
                </c:pt>
                <c:pt idx="6505">
                  <c:v>90.727158000000003</c:v>
                </c:pt>
                <c:pt idx="6506">
                  <c:v>90.707092000000003</c:v>
                </c:pt>
                <c:pt idx="6507">
                  <c:v>90.636345000000006</c:v>
                </c:pt>
                <c:pt idx="6508">
                  <c:v>90.436286999999993</c:v>
                </c:pt>
                <c:pt idx="6509">
                  <c:v>90.125450000000001</c:v>
                </c:pt>
                <c:pt idx="6510">
                  <c:v>89.793075999999999</c:v>
                </c:pt>
                <c:pt idx="6511">
                  <c:v>89.559455999999997</c:v>
                </c:pt>
                <c:pt idx="6512">
                  <c:v>89.481719999999996</c:v>
                </c:pt>
                <c:pt idx="6513">
                  <c:v>89.647720000000007</c:v>
                </c:pt>
                <c:pt idx="6514">
                  <c:v>89.872283999999993</c:v>
                </c:pt>
                <c:pt idx="6515">
                  <c:v>90.147850000000005</c:v>
                </c:pt>
                <c:pt idx="6516">
                  <c:v>90.417580000000001</c:v>
                </c:pt>
                <c:pt idx="6517">
                  <c:v>90.731437999999997</c:v>
                </c:pt>
                <c:pt idx="6518">
                  <c:v>91.090034000000003</c:v>
                </c:pt>
                <c:pt idx="6519">
                  <c:v>91.331740999999994</c:v>
                </c:pt>
                <c:pt idx="6520">
                  <c:v>91.350882999999996</c:v>
                </c:pt>
                <c:pt idx="6521">
                  <c:v>91.096535000000003</c:v>
                </c:pt>
                <c:pt idx="6522">
                  <c:v>90.708504000000005</c:v>
                </c:pt>
                <c:pt idx="6523">
                  <c:v>90.440819000000005</c:v>
                </c:pt>
                <c:pt idx="6524">
                  <c:v>90.196098000000006</c:v>
                </c:pt>
                <c:pt idx="6525">
                  <c:v>89.860343999999998</c:v>
                </c:pt>
                <c:pt idx="6526">
                  <c:v>89.634827000000001</c:v>
                </c:pt>
                <c:pt idx="6527">
                  <c:v>89.490600999999998</c:v>
                </c:pt>
                <c:pt idx="6528">
                  <c:v>89.324898000000005</c:v>
                </c:pt>
                <c:pt idx="6529">
                  <c:v>89.039985999999999</c:v>
                </c:pt>
                <c:pt idx="6530">
                  <c:v>88.824073999999996</c:v>
                </c:pt>
                <c:pt idx="6531">
                  <c:v>88.773612999999997</c:v>
                </c:pt>
                <c:pt idx="6532">
                  <c:v>88.774529000000001</c:v>
                </c:pt>
                <c:pt idx="6533">
                  <c:v>88.761475000000004</c:v>
                </c:pt>
                <c:pt idx="6534">
                  <c:v>88.709441999999996</c:v>
                </c:pt>
                <c:pt idx="6535">
                  <c:v>88.700507999999999</c:v>
                </c:pt>
                <c:pt idx="6536">
                  <c:v>88.796927999999994</c:v>
                </c:pt>
                <c:pt idx="6537">
                  <c:v>88.934844999999996</c:v>
                </c:pt>
                <c:pt idx="6538">
                  <c:v>89.032295000000005</c:v>
                </c:pt>
                <c:pt idx="6539">
                  <c:v>89.069145000000006</c:v>
                </c:pt>
                <c:pt idx="6540">
                  <c:v>89.044762000000006</c:v>
                </c:pt>
                <c:pt idx="6541">
                  <c:v>89.010574000000005</c:v>
                </c:pt>
                <c:pt idx="6542">
                  <c:v>88.993683000000004</c:v>
                </c:pt>
                <c:pt idx="6543">
                  <c:v>88.940002000000007</c:v>
                </c:pt>
                <c:pt idx="6544">
                  <c:v>88.85257</c:v>
                </c:pt>
                <c:pt idx="6545">
                  <c:v>88.767723000000004</c:v>
                </c:pt>
                <c:pt idx="6546">
                  <c:v>88.659508000000002</c:v>
                </c:pt>
                <c:pt idx="6547">
                  <c:v>88.604073</c:v>
                </c:pt>
                <c:pt idx="6548">
                  <c:v>88.612838999999994</c:v>
                </c:pt>
                <c:pt idx="6549">
                  <c:v>88.601425000000006</c:v>
                </c:pt>
                <c:pt idx="6550">
                  <c:v>88.495093999999995</c:v>
                </c:pt>
                <c:pt idx="6551">
                  <c:v>88.338440000000006</c:v>
                </c:pt>
                <c:pt idx="6552">
                  <c:v>88.200835999999995</c:v>
                </c:pt>
                <c:pt idx="6553">
                  <c:v>88.043807999999999</c:v>
                </c:pt>
                <c:pt idx="6554">
                  <c:v>87.849373</c:v>
                </c:pt>
                <c:pt idx="6555">
                  <c:v>87.651634000000001</c:v>
                </c:pt>
                <c:pt idx="6556">
                  <c:v>87.452941999999993</c:v>
                </c:pt>
                <c:pt idx="6557">
                  <c:v>87.245437999999993</c:v>
                </c:pt>
                <c:pt idx="6558">
                  <c:v>87.043625000000006</c:v>
                </c:pt>
                <c:pt idx="6559">
                  <c:v>86.904365999999996</c:v>
                </c:pt>
                <c:pt idx="6560">
                  <c:v>86.856148000000005</c:v>
                </c:pt>
                <c:pt idx="6561">
                  <c:v>86.807175000000001</c:v>
                </c:pt>
                <c:pt idx="6562">
                  <c:v>86.686072999999993</c:v>
                </c:pt>
                <c:pt idx="6563">
                  <c:v>86.560378999999998</c:v>
                </c:pt>
                <c:pt idx="6564">
                  <c:v>86.488158999999996</c:v>
                </c:pt>
                <c:pt idx="6565">
                  <c:v>86.503737999999998</c:v>
                </c:pt>
                <c:pt idx="6566">
                  <c:v>86.626793000000006</c:v>
                </c:pt>
                <c:pt idx="6567">
                  <c:v>86.800606000000002</c:v>
                </c:pt>
                <c:pt idx="6568">
                  <c:v>86.962981999999997</c:v>
                </c:pt>
                <c:pt idx="6569">
                  <c:v>87.029526000000004</c:v>
                </c:pt>
                <c:pt idx="6570">
                  <c:v>86.957763999999997</c:v>
                </c:pt>
                <c:pt idx="6571">
                  <c:v>86.726592999999994</c:v>
                </c:pt>
                <c:pt idx="6572">
                  <c:v>86.437477000000001</c:v>
                </c:pt>
                <c:pt idx="6573">
                  <c:v>86.281029000000004</c:v>
                </c:pt>
                <c:pt idx="6574">
                  <c:v>86.219161999999997</c:v>
                </c:pt>
                <c:pt idx="6575">
                  <c:v>86.272910999999993</c:v>
                </c:pt>
                <c:pt idx="6576">
                  <c:v>86.324332999999996</c:v>
                </c:pt>
                <c:pt idx="6577">
                  <c:v>86.426552000000001</c:v>
                </c:pt>
                <c:pt idx="6578">
                  <c:v>86.594559000000004</c:v>
                </c:pt>
                <c:pt idx="6579">
                  <c:v>86.692374999999998</c:v>
                </c:pt>
                <c:pt idx="6580">
                  <c:v>86.706908999999996</c:v>
                </c:pt>
                <c:pt idx="6581">
                  <c:v>86.699866999999998</c:v>
                </c:pt>
                <c:pt idx="6582">
                  <c:v>86.741309999999999</c:v>
                </c:pt>
                <c:pt idx="6583">
                  <c:v>86.857940999999997</c:v>
                </c:pt>
                <c:pt idx="6584">
                  <c:v>86.991943000000006</c:v>
                </c:pt>
                <c:pt idx="6585">
                  <c:v>87.092376999999999</c:v>
                </c:pt>
                <c:pt idx="6586">
                  <c:v>87.163521000000003</c:v>
                </c:pt>
                <c:pt idx="6587">
                  <c:v>87.217819000000006</c:v>
                </c:pt>
                <c:pt idx="6588">
                  <c:v>87.261420999999999</c:v>
                </c:pt>
                <c:pt idx="6589">
                  <c:v>87.293075999999999</c:v>
                </c:pt>
                <c:pt idx="6590">
                  <c:v>87.396690000000007</c:v>
                </c:pt>
                <c:pt idx="6591">
                  <c:v>87.750015000000005</c:v>
                </c:pt>
                <c:pt idx="6592">
                  <c:v>89.036697000000004</c:v>
                </c:pt>
                <c:pt idx="6593">
                  <c:v>90.967697000000001</c:v>
                </c:pt>
                <c:pt idx="6594">
                  <c:v>91.805037999999996</c:v>
                </c:pt>
                <c:pt idx="6595">
                  <c:v>92.183182000000002</c:v>
                </c:pt>
                <c:pt idx="6596">
                  <c:v>92.354140999999998</c:v>
                </c:pt>
                <c:pt idx="6597">
                  <c:v>92.424865999999994</c:v>
                </c:pt>
                <c:pt idx="6598">
                  <c:v>92.543120999999999</c:v>
                </c:pt>
                <c:pt idx="6599">
                  <c:v>92.731933999999995</c:v>
                </c:pt>
                <c:pt idx="6600">
                  <c:v>92.901871</c:v>
                </c:pt>
                <c:pt idx="6601">
                  <c:v>92.96611</c:v>
                </c:pt>
                <c:pt idx="6602">
                  <c:v>92.972412000000006</c:v>
                </c:pt>
                <c:pt idx="6603">
                  <c:v>93.028580000000005</c:v>
                </c:pt>
                <c:pt idx="6604">
                  <c:v>93.119820000000004</c:v>
                </c:pt>
                <c:pt idx="6605">
                  <c:v>93.199241999999998</c:v>
                </c:pt>
                <c:pt idx="6606">
                  <c:v>93.233542999999997</c:v>
                </c:pt>
                <c:pt idx="6607">
                  <c:v>93.236243999999999</c:v>
                </c:pt>
                <c:pt idx="6608">
                  <c:v>93.240509000000003</c:v>
                </c:pt>
                <c:pt idx="6609">
                  <c:v>93.233756999999997</c:v>
                </c:pt>
                <c:pt idx="6610">
                  <c:v>93.222365999999994</c:v>
                </c:pt>
                <c:pt idx="6611">
                  <c:v>93.224570999999997</c:v>
                </c:pt>
                <c:pt idx="6612">
                  <c:v>93.214202999999998</c:v>
                </c:pt>
                <c:pt idx="6613">
                  <c:v>93.263801999999998</c:v>
                </c:pt>
                <c:pt idx="6614">
                  <c:v>93.332511999999994</c:v>
                </c:pt>
                <c:pt idx="6615">
                  <c:v>93.304458999999994</c:v>
                </c:pt>
                <c:pt idx="6616">
                  <c:v>93.212997000000001</c:v>
                </c:pt>
                <c:pt idx="6617">
                  <c:v>93.045715000000001</c:v>
                </c:pt>
                <c:pt idx="6618">
                  <c:v>92.895515000000003</c:v>
                </c:pt>
                <c:pt idx="6619">
                  <c:v>92.983658000000005</c:v>
                </c:pt>
                <c:pt idx="6620">
                  <c:v>93.225395000000006</c:v>
                </c:pt>
                <c:pt idx="6621">
                  <c:v>93.465346999999994</c:v>
                </c:pt>
                <c:pt idx="6622">
                  <c:v>93.613892000000007</c:v>
                </c:pt>
                <c:pt idx="6623">
                  <c:v>93.644897</c:v>
                </c:pt>
                <c:pt idx="6624">
                  <c:v>93.579871999999995</c:v>
                </c:pt>
                <c:pt idx="6625">
                  <c:v>93.674210000000002</c:v>
                </c:pt>
                <c:pt idx="6626">
                  <c:v>93.977515999999994</c:v>
                </c:pt>
                <c:pt idx="6627">
                  <c:v>94.328117000000006</c:v>
                </c:pt>
                <c:pt idx="6628">
                  <c:v>94.609275999999994</c:v>
                </c:pt>
                <c:pt idx="6629">
                  <c:v>94.787216000000001</c:v>
                </c:pt>
                <c:pt idx="6630">
                  <c:v>94.924201999999994</c:v>
                </c:pt>
                <c:pt idx="6631">
                  <c:v>95.090964999999997</c:v>
                </c:pt>
                <c:pt idx="6632">
                  <c:v>95.228165000000004</c:v>
                </c:pt>
                <c:pt idx="6633">
                  <c:v>95.303543000000005</c:v>
                </c:pt>
                <c:pt idx="6634">
                  <c:v>95.402527000000006</c:v>
                </c:pt>
                <c:pt idx="6635">
                  <c:v>95.573547000000005</c:v>
                </c:pt>
                <c:pt idx="6636">
                  <c:v>95.781563000000006</c:v>
                </c:pt>
                <c:pt idx="6637">
                  <c:v>95.969566</c:v>
                </c:pt>
                <c:pt idx="6638">
                  <c:v>96.098511000000002</c:v>
                </c:pt>
                <c:pt idx="6639">
                  <c:v>96.204543999999999</c:v>
                </c:pt>
                <c:pt idx="6640">
                  <c:v>96.294319000000002</c:v>
                </c:pt>
                <c:pt idx="6641">
                  <c:v>96.460808</c:v>
                </c:pt>
                <c:pt idx="6642">
                  <c:v>96.589943000000005</c:v>
                </c:pt>
                <c:pt idx="6643">
                  <c:v>96.671028000000007</c:v>
                </c:pt>
                <c:pt idx="6644">
                  <c:v>96.788498000000004</c:v>
                </c:pt>
                <c:pt idx="6645">
                  <c:v>96.988463999999993</c:v>
                </c:pt>
                <c:pt idx="6646">
                  <c:v>97.232422</c:v>
                </c:pt>
                <c:pt idx="6647">
                  <c:v>97.437736999999998</c:v>
                </c:pt>
                <c:pt idx="6648">
                  <c:v>97.556670999999994</c:v>
                </c:pt>
                <c:pt idx="6649">
                  <c:v>97.579880000000003</c:v>
                </c:pt>
                <c:pt idx="6650">
                  <c:v>97.491600000000005</c:v>
                </c:pt>
                <c:pt idx="6651">
                  <c:v>97.466751000000002</c:v>
                </c:pt>
                <c:pt idx="6652">
                  <c:v>97.425194000000005</c:v>
                </c:pt>
                <c:pt idx="6653">
                  <c:v>97.487792999999996</c:v>
                </c:pt>
                <c:pt idx="6654">
                  <c:v>97.706810000000004</c:v>
                </c:pt>
                <c:pt idx="6655">
                  <c:v>97.989182</c:v>
                </c:pt>
                <c:pt idx="6656">
                  <c:v>98.279701000000003</c:v>
                </c:pt>
                <c:pt idx="6657">
                  <c:v>98.487037999999998</c:v>
                </c:pt>
                <c:pt idx="6658">
                  <c:v>98.583740000000006</c:v>
                </c:pt>
                <c:pt idx="6659">
                  <c:v>98.694923000000003</c:v>
                </c:pt>
                <c:pt idx="6660">
                  <c:v>98.838356000000005</c:v>
                </c:pt>
                <c:pt idx="6661">
                  <c:v>98.873856000000004</c:v>
                </c:pt>
                <c:pt idx="6662">
                  <c:v>98.894485000000003</c:v>
                </c:pt>
                <c:pt idx="6663">
                  <c:v>98.956108</c:v>
                </c:pt>
                <c:pt idx="6664">
                  <c:v>99.071197999999995</c:v>
                </c:pt>
                <c:pt idx="6665">
                  <c:v>99.280922000000004</c:v>
                </c:pt>
                <c:pt idx="6666">
                  <c:v>99.498405000000005</c:v>
                </c:pt>
                <c:pt idx="6667">
                  <c:v>99.714950999999999</c:v>
                </c:pt>
                <c:pt idx="6668">
                  <c:v>99.828704999999999</c:v>
                </c:pt>
                <c:pt idx="6669">
                  <c:v>99.972008000000002</c:v>
                </c:pt>
                <c:pt idx="6670">
                  <c:v>100.18944999999999</c:v>
                </c:pt>
                <c:pt idx="6671">
                  <c:v>100.58807</c:v>
                </c:pt>
                <c:pt idx="6672">
                  <c:v>101.11429</c:v>
                </c:pt>
                <c:pt idx="6673">
                  <c:v>101.64878</c:v>
                </c:pt>
                <c:pt idx="6674">
                  <c:v>102.05991</c:v>
                </c:pt>
                <c:pt idx="6675">
                  <c:v>102.36922</c:v>
                </c:pt>
                <c:pt idx="6676">
                  <c:v>102.61308</c:v>
                </c:pt>
                <c:pt idx="6677">
                  <c:v>102.81502999999999</c:v>
                </c:pt>
                <c:pt idx="6678">
                  <c:v>103.05549999999999</c:v>
                </c:pt>
                <c:pt idx="6679">
                  <c:v>103.27303999999999</c:v>
                </c:pt>
                <c:pt idx="6680">
                  <c:v>103.33363</c:v>
                </c:pt>
                <c:pt idx="6681">
                  <c:v>101.74887</c:v>
                </c:pt>
                <c:pt idx="6682">
                  <c:v>101.74491999999999</c:v>
                </c:pt>
                <c:pt idx="6683">
                  <c:v>102.01291000000001</c:v>
                </c:pt>
                <c:pt idx="6684">
                  <c:v>102.47597</c:v>
                </c:pt>
                <c:pt idx="6685">
                  <c:v>102.92268</c:v>
                </c:pt>
                <c:pt idx="6686">
                  <c:v>103.1844</c:v>
                </c:pt>
                <c:pt idx="6687">
                  <c:v>103.34807000000001</c:v>
                </c:pt>
                <c:pt idx="6688">
                  <c:v>103.45659999999999</c:v>
                </c:pt>
                <c:pt idx="6689">
                  <c:v>103.63701</c:v>
                </c:pt>
                <c:pt idx="6690">
                  <c:v>103.79586999999999</c:v>
                </c:pt>
                <c:pt idx="6691">
                  <c:v>103.87326</c:v>
                </c:pt>
                <c:pt idx="6692">
                  <c:v>103.90152</c:v>
                </c:pt>
                <c:pt idx="6693">
                  <c:v>104.02097000000001</c:v>
                </c:pt>
                <c:pt idx="6694">
                  <c:v>104.01815000000001</c:v>
                </c:pt>
                <c:pt idx="6695">
                  <c:v>103.98457999999999</c:v>
                </c:pt>
                <c:pt idx="6696">
                  <c:v>103.99585999999999</c:v>
                </c:pt>
                <c:pt idx="6697">
                  <c:v>104.0949</c:v>
                </c:pt>
                <c:pt idx="6698">
                  <c:v>104.40588</c:v>
                </c:pt>
                <c:pt idx="6699">
                  <c:v>104.733</c:v>
                </c:pt>
                <c:pt idx="6700">
                  <c:v>104.91597</c:v>
                </c:pt>
                <c:pt idx="6701">
                  <c:v>104.90291000000001</c:v>
                </c:pt>
                <c:pt idx="6702">
                  <c:v>104.75585</c:v>
                </c:pt>
                <c:pt idx="6703">
                  <c:v>104.72750000000001</c:v>
                </c:pt>
                <c:pt idx="6704">
                  <c:v>104.73975</c:v>
                </c:pt>
                <c:pt idx="6705">
                  <c:v>104.70026</c:v>
                </c:pt>
                <c:pt idx="6706">
                  <c:v>104.76108000000001</c:v>
                </c:pt>
                <c:pt idx="6707">
                  <c:v>104.80322</c:v>
                </c:pt>
                <c:pt idx="6708">
                  <c:v>104.85001</c:v>
                </c:pt>
                <c:pt idx="6709">
                  <c:v>104.99615</c:v>
                </c:pt>
                <c:pt idx="6710">
                  <c:v>105.23953</c:v>
                </c:pt>
                <c:pt idx="6711">
                  <c:v>105.47533</c:v>
                </c:pt>
                <c:pt idx="6712">
                  <c:v>105.57101</c:v>
                </c:pt>
                <c:pt idx="6713">
                  <c:v>105.55265</c:v>
                </c:pt>
                <c:pt idx="6714">
                  <c:v>105.62173</c:v>
                </c:pt>
                <c:pt idx="6715">
                  <c:v>105.85495</c:v>
                </c:pt>
                <c:pt idx="6716">
                  <c:v>106.18501000000001</c:v>
                </c:pt>
                <c:pt idx="6717">
                  <c:v>106.43692</c:v>
                </c:pt>
                <c:pt idx="6718">
                  <c:v>106.77003000000001</c:v>
                </c:pt>
                <c:pt idx="6719">
                  <c:v>107.00512000000001</c:v>
                </c:pt>
                <c:pt idx="6720">
                  <c:v>107.15137</c:v>
                </c:pt>
                <c:pt idx="6721">
                  <c:v>107.38696</c:v>
                </c:pt>
                <c:pt idx="6722">
                  <c:v>107.61597</c:v>
                </c:pt>
                <c:pt idx="6723">
                  <c:v>107.78314</c:v>
                </c:pt>
                <c:pt idx="6724">
                  <c:v>107.90506000000001</c:v>
                </c:pt>
                <c:pt idx="6725">
                  <c:v>107.90984</c:v>
                </c:pt>
                <c:pt idx="6726">
                  <c:v>107.92238999999999</c:v>
                </c:pt>
                <c:pt idx="6727">
                  <c:v>108.05197</c:v>
                </c:pt>
                <c:pt idx="6728">
                  <c:v>108.06122999999999</c:v>
                </c:pt>
                <c:pt idx="6729">
                  <c:v>108.10545999999999</c:v>
                </c:pt>
                <c:pt idx="6730">
                  <c:v>108.26845</c:v>
                </c:pt>
                <c:pt idx="6731">
                  <c:v>108.30582</c:v>
                </c:pt>
                <c:pt idx="6732">
                  <c:v>108.29992</c:v>
                </c:pt>
                <c:pt idx="6733">
                  <c:v>108.22292</c:v>
                </c:pt>
                <c:pt idx="6734">
                  <c:v>108.08535999999999</c:v>
                </c:pt>
                <c:pt idx="6735">
                  <c:v>108.02197</c:v>
                </c:pt>
                <c:pt idx="6736">
                  <c:v>107.98184000000001</c:v>
                </c:pt>
                <c:pt idx="6737">
                  <c:v>107.87594</c:v>
                </c:pt>
                <c:pt idx="6738">
                  <c:v>107.77444</c:v>
                </c:pt>
                <c:pt idx="6739">
                  <c:v>107.87248</c:v>
                </c:pt>
                <c:pt idx="6740">
                  <c:v>108.0294</c:v>
                </c:pt>
                <c:pt idx="6741">
                  <c:v>108.20295</c:v>
                </c:pt>
                <c:pt idx="6742">
                  <c:v>108.32585</c:v>
                </c:pt>
                <c:pt idx="6743">
                  <c:v>108.29919</c:v>
                </c:pt>
                <c:pt idx="6744">
                  <c:v>108.25944</c:v>
                </c:pt>
                <c:pt idx="6745">
                  <c:v>108.83614</c:v>
                </c:pt>
                <c:pt idx="6746">
                  <c:v>113.49257</c:v>
                </c:pt>
                <c:pt idx="6747">
                  <c:v>114.35397</c:v>
                </c:pt>
                <c:pt idx="6748">
                  <c:v>114.48600999999999</c:v>
                </c:pt>
                <c:pt idx="6749">
                  <c:v>114.46299</c:v>
                </c:pt>
                <c:pt idx="6750">
                  <c:v>111.52601</c:v>
                </c:pt>
                <c:pt idx="6751">
                  <c:v>111.73009</c:v>
                </c:pt>
                <c:pt idx="6752">
                  <c:v>114.61911000000001</c:v>
                </c:pt>
                <c:pt idx="6753">
                  <c:v>114.59422000000001</c:v>
                </c:pt>
                <c:pt idx="6754">
                  <c:v>114.51707</c:v>
                </c:pt>
                <c:pt idx="6755">
                  <c:v>114.5087</c:v>
                </c:pt>
                <c:pt idx="6756">
                  <c:v>114.58994</c:v>
                </c:pt>
                <c:pt idx="6757">
                  <c:v>114.60111000000001</c:v>
                </c:pt>
                <c:pt idx="6758">
                  <c:v>114.61926</c:v>
                </c:pt>
                <c:pt idx="6759">
                  <c:v>114.69795000000001</c:v>
                </c:pt>
                <c:pt idx="6760">
                  <c:v>114.77003999999999</c:v>
                </c:pt>
                <c:pt idx="6761">
                  <c:v>114.83891</c:v>
                </c:pt>
                <c:pt idx="6762">
                  <c:v>114.92218</c:v>
                </c:pt>
                <c:pt idx="6763">
                  <c:v>115.01761999999999</c:v>
                </c:pt>
                <c:pt idx="6764">
                  <c:v>115.06278</c:v>
                </c:pt>
                <c:pt idx="6765">
                  <c:v>115.17843999999999</c:v>
                </c:pt>
                <c:pt idx="6766">
                  <c:v>115.31236</c:v>
                </c:pt>
                <c:pt idx="6767">
                  <c:v>115.2805</c:v>
                </c:pt>
                <c:pt idx="6768">
                  <c:v>115.12227</c:v>
                </c:pt>
                <c:pt idx="6769">
                  <c:v>114.92315000000001</c:v>
                </c:pt>
                <c:pt idx="6770">
                  <c:v>114.63618</c:v>
                </c:pt>
                <c:pt idx="6771">
                  <c:v>114.35158</c:v>
                </c:pt>
                <c:pt idx="6772">
                  <c:v>114.27279</c:v>
                </c:pt>
                <c:pt idx="6773">
                  <c:v>114.28597000000001</c:v>
                </c:pt>
                <c:pt idx="6774">
                  <c:v>114.33311</c:v>
                </c:pt>
                <c:pt idx="6775">
                  <c:v>114.51012</c:v>
                </c:pt>
                <c:pt idx="6776">
                  <c:v>114.84296000000001</c:v>
                </c:pt>
                <c:pt idx="6777">
                  <c:v>115.27817</c:v>
                </c:pt>
                <c:pt idx="6778">
                  <c:v>115.77236000000001</c:v>
                </c:pt>
                <c:pt idx="6779">
                  <c:v>116.10899000000001</c:v>
                </c:pt>
                <c:pt idx="6780">
                  <c:v>116.22932</c:v>
                </c:pt>
                <c:pt idx="6781">
                  <c:v>116.3194</c:v>
                </c:pt>
                <c:pt idx="6782">
                  <c:v>118.26034</c:v>
                </c:pt>
                <c:pt idx="6783">
                  <c:v>121.87184000000001</c:v>
                </c:pt>
                <c:pt idx="6784">
                  <c:v>121.22593999999999</c:v>
                </c:pt>
                <c:pt idx="6785">
                  <c:v>121.6862</c:v>
                </c:pt>
                <c:pt idx="6786">
                  <c:v>122.46993000000001</c:v>
                </c:pt>
                <c:pt idx="6787">
                  <c:v>122.54725999999999</c:v>
                </c:pt>
                <c:pt idx="6788">
                  <c:v>122.83853999999999</c:v>
                </c:pt>
                <c:pt idx="6789">
                  <c:v>122.02382</c:v>
                </c:pt>
                <c:pt idx="6790">
                  <c:v>121.47179</c:v>
                </c:pt>
                <c:pt idx="6791">
                  <c:v>121.27885000000001</c:v>
                </c:pt>
                <c:pt idx="6792">
                  <c:v>121.02731</c:v>
                </c:pt>
                <c:pt idx="6793">
                  <c:v>120.91901</c:v>
                </c:pt>
                <c:pt idx="6794">
                  <c:v>120.86288999999999</c:v>
                </c:pt>
                <c:pt idx="6795">
                  <c:v>120.91258999999999</c:v>
                </c:pt>
                <c:pt idx="6796">
                  <c:v>121.01255</c:v>
                </c:pt>
                <c:pt idx="6797">
                  <c:v>120.99002</c:v>
                </c:pt>
                <c:pt idx="6798">
                  <c:v>121.04029</c:v>
                </c:pt>
                <c:pt idx="6799">
                  <c:v>121.1467</c:v>
                </c:pt>
                <c:pt idx="6800">
                  <c:v>121.22224</c:v>
                </c:pt>
                <c:pt idx="6801">
                  <c:v>121.25783</c:v>
                </c:pt>
                <c:pt idx="6802">
                  <c:v>121.3948</c:v>
                </c:pt>
                <c:pt idx="6803">
                  <c:v>121.71964</c:v>
                </c:pt>
                <c:pt idx="6804">
                  <c:v>122.07444</c:v>
                </c:pt>
                <c:pt idx="6805">
                  <c:v>122.34209</c:v>
                </c:pt>
                <c:pt idx="6806">
                  <c:v>122.42610999999999</c:v>
                </c:pt>
                <c:pt idx="6807">
                  <c:v>122.3466</c:v>
                </c:pt>
                <c:pt idx="6808">
                  <c:v>122.37654999999999</c:v>
                </c:pt>
                <c:pt idx="6809">
                  <c:v>122.49414</c:v>
                </c:pt>
                <c:pt idx="6810">
                  <c:v>122.64252</c:v>
                </c:pt>
                <c:pt idx="6811">
                  <c:v>122.84256999999999</c:v>
                </c:pt>
                <c:pt idx="6812">
                  <c:v>123.07340000000001</c:v>
                </c:pt>
                <c:pt idx="6813">
                  <c:v>123.32725000000001</c:v>
                </c:pt>
                <c:pt idx="6814">
                  <c:v>123.55437999999999</c:v>
                </c:pt>
                <c:pt idx="6815">
                  <c:v>123.80065999999999</c:v>
                </c:pt>
                <c:pt idx="6816">
                  <c:v>123.9918</c:v>
                </c:pt>
                <c:pt idx="6817">
                  <c:v>124.12054999999999</c:v>
                </c:pt>
                <c:pt idx="6818">
                  <c:v>124.24951</c:v>
                </c:pt>
                <c:pt idx="6819">
                  <c:v>124.41307</c:v>
                </c:pt>
                <c:pt idx="6820">
                  <c:v>124.58892</c:v>
                </c:pt>
                <c:pt idx="6821">
                  <c:v>124.76456</c:v>
                </c:pt>
                <c:pt idx="6822">
                  <c:v>124.87442</c:v>
                </c:pt>
                <c:pt idx="6823">
                  <c:v>125.00203</c:v>
                </c:pt>
                <c:pt idx="6824">
                  <c:v>125.18185</c:v>
                </c:pt>
                <c:pt idx="6825">
                  <c:v>125.34711</c:v>
                </c:pt>
                <c:pt idx="6826">
                  <c:v>125.46745</c:v>
                </c:pt>
                <c:pt idx="6827">
                  <c:v>125.5458</c:v>
                </c:pt>
                <c:pt idx="6828">
                  <c:v>125.54689</c:v>
                </c:pt>
                <c:pt idx="6829">
                  <c:v>125.58096</c:v>
                </c:pt>
                <c:pt idx="6830">
                  <c:v>125.62045999999999</c:v>
                </c:pt>
                <c:pt idx="6831">
                  <c:v>125.67764</c:v>
                </c:pt>
                <c:pt idx="6832">
                  <c:v>125.75185999999999</c:v>
                </c:pt>
                <c:pt idx="6833">
                  <c:v>125.81568</c:v>
                </c:pt>
                <c:pt idx="6834">
                  <c:v>125.87348</c:v>
                </c:pt>
                <c:pt idx="6835">
                  <c:v>125.93747999999999</c:v>
                </c:pt>
                <c:pt idx="6836">
                  <c:v>126.01971</c:v>
                </c:pt>
                <c:pt idx="6837">
                  <c:v>126.09985</c:v>
                </c:pt>
                <c:pt idx="6838">
                  <c:v>126.14291</c:v>
                </c:pt>
                <c:pt idx="6839">
                  <c:v>126.2058</c:v>
                </c:pt>
                <c:pt idx="6840">
                  <c:v>126.33450000000001</c:v>
                </c:pt>
                <c:pt idx="6841">
                  <c:v>126.46296</c:v>
                </c:pt>
                <c:pt idx="6842">
                  <c:v>126.57426</c:v>
                </c:pt>
                <c:pt idx="6843">
                  <c:v>126.70164</c:v>
                </c:pt>
                <c:pt idx="6844">
                  <c:v>126.79495</c:v>
                </c:pt>
                <c:pt idx="6845">
                  <c:v>126.77766</c:v>
                </c:pt>
                <c:pt idx="6846">
                  <c:v>126.71051</c:v>
                </c:pt>
                <c:pt idx="6847">
                  <c:v>126.71068</c:v>
                </c:pt>
                <c:pt idx="6848">
                  <c:v>126.77325</c:v>
                </c:pt>
                <c:pt idx="6849">
                  <c:v>126.85348</c:v>
                </c:pt>
                <c:pt idx="6850">
                  <c:v>126.97732999999999</c:v>
                </c:pt>
                <c:pt idx="6851">
                  <c:v>127.16901</c:v>
                </c:pt>
                <c:pt idx="6852">
                  <c:v>127.36884999999999</c:v>
                </c:pt>
                <c:pt idx="6853">
                  <c:v>127.51138</c:v>
                </c:pt>
                <c:pt idx="6854">
                  <c:v>127.61362</c:v>
                </c:pt>
                <c:pt idx="6855">
                  <c:v>127.68753</c:v>
                </c:pt>
                <c:pt idx="6856">
                  <c:v>127.76511000000001</c:v>
                </c:pt>
                <c:pt idx="6857">
                  <c:v>127.83562999999999</c:v>
                </c:pt>
                <c:pt idx="6858">
                  <c:v>127.80428000000001</c:v>
                </c:pt>
                <c:pt idx="6859">
                  <c:v>127.66160000000001</c:v>
                </c:pt>
                <c:pt idx="6860">
                  <c:v>127.34475999999999</c:v>
                </c:pt>
                <c:pt idx="6861">
                  <c:v>126.87618999999999</c:v>
                </c:pt>
                <c:pt idx="6862">
                  <c:v>126.19302</c:v>
                </c:pt>
                <c:pt idx="6863">
                  <c:v>125.33363</c:v>
                </c:pt>
                <c:pt idx="6864">
                  <c:v>124.50986</c:v>
                </c:pt>
                <c:pt idx="6865">
                  <c:v>123.79904000000001</c:v>
                </c:pt>
                <c:pt idx="6866">
                  <c:v>123.10535</c:v>
                </c:pt>
                <c:pt idx="6867">
                  <c:v>122.39807</c:v>
                </c:pt>
                <c:pt idx="6868">
                  <c:v>121.66549000000001</c:v>
                </c:pt>
                <c:pt idx="6869">
                  <c:v>121.02546</c:v>
                </c:pt>
                <c:pt idx="6870">
                  <c:v>120.50095</c:v>
                </c:pt>
                <c:pt idx="6871">
                  <c:v>120.09739999999999</c:v>
                </c:pt>
                <c:pt idx="6872">
                  <c:v>119.73438</c:v>
                </c:pt>
                <c:pt idx="6873">
                  <c:v>119.32753</c:v>
                </c:pt>
                <c:pt idx="6874">
                  <c:v>118.92812000000001</c:v>
                </c:pt>
                <c:pt idx="6875">
                  <c:v>118.59846</c:v>
                </c:pt>
                <c:pt idx="6876">
                  <c:v>118.30243</c:v>
                </c:pt>
                <c:pt idx="6877">
                  <c:v>118.13927</c:v>
                </c:pt>
                <c:pt idx="6878">
                  <c:v>118.04971</c:v>
                </c:pt>
                <c:pt idx="6879">
                  <c:v>117.97742</c:v>
                </c:pt>
                <c:pt idx="6880">
                  <c:v>117.97987000000001</c:v>
                </c:pt>
                <c:pt idx="6881">
                  <c:v>118.02162</c:v>
                </c:pt>
                <c:pt idx="6882">
                  <c:v>118.03149999999999</c:v>
                </c:pt>
                <c:pt idx="6883">
                  <c:v>118.05443</c:v>
                </c:pt>
                <c:pt idx="6884">
                  <c:v>118.10885</c:v>
                </c:pt>
                <c:pt idx="6885">
                  <c:v>118.18079</c:v>
                </c:pt>
                <c:pt idx="6886">
                  <c:v>118.22347000000001</c:v>
                </c:pt>
                <c:pt idx="6887">
                  <c:v>118.24267999999999</c:v>
                </c:pt>
                <c:pt idx="6888">
                  <c:v>118.22492</c:v>
                </c:pt>
                <c:pt idx="6889">
                  <c:v>118.16949</c:v>
                </c:pt>
                <c:pt idx="6890">
                  <c:v>118.1861</c:v>
                </c:pt>
                <c:pt idx="6891">
                  <c:v>118.21805999999999</c:v>
                </c:pt>
                <c:pt idx="6892">
                  <c:v>118.24464</c:v>
                </c:pt>
                <c:pt idx="6893">
                  <c:v>118.21413</c:v>
                </c:pt>
                <c:pt idx="6894">
                  <c:v>118.24843</c:v>
                </c:pt>
                <c:pt idx="6895">
                  <c:v>118.34262</c:v>
                </c:pt>
                <c:pt idx="6896">
                  <c:v>118.44376</c:v>
                </c:pt>
                <c:pt idx="6897">
                  <c:v>118.53828</c:v>
                </c:pt>
                <c:pt idx="6898">
                  <c:v>118.6855</c:v>
                </c:pt>
                <c:pt idx="6899">
                  <c:v>118.96267</c:v>
                </c:pt>
                <c:pt idx="6900">
                  <c:v>119.31968999999999</c:v>
                </c:pt>
                <c:pt idx="6901">
                  <c:v>119.697</c:v>
                </c:pt>
                <c:pt idx="6902">
                  <c:v>120.07671999999999</c:v>
                </c:pt>
                <c:pt idx="6903">
                  <c:v>120.16029</c:v>
                </c:pt>
                <c:pt idx="6904">
                  <c:v>119.78982000000001</c:v>
                </c:pt>
                <c:pt idx="6905">
                  <c:v>119.25561</c:v>
                </c:pt>
                <c:pt idx="6906">
                  <c:v>118.70119</c:v>
                </c:pt>
                <c:pt idx="6907">
                  <c:v>118.30132</c:v>
                </c:pt>
                <c:pt idx="6908">
                  <c:v>118.02983</c:v>
                </c:pt>
                <c:pt idx="6909">
                  <c:v>117.87882999999999</c:v>
                </c:pt>
                <c:pt idx="6910">
                  <c:v>117.79655</c:v>
                </c:pt>
                <c:pt idx="6911">
                  <c:v>117.72698</c:v>
                </c:pt>
                <c:pt idx="6912">
                  <c:v>117.75594</c:v>
                </c:pt>
                <c:pt idx="6913">
                  <c:v>117.77377</c:v>
                </c:pt>
                <c:pt idx="6914">
                  <c:v>117.75445999999999</c:v>
                </c:pt>
                <c:pt idx="6915">
                  <c:v>117.78064999999999</c:v>
                </c:pt>
                <c:pt idx="6916">
                  <c:v>117.74970999999999</c:v>
                </c:pt>
                <c:pt idx="6917">
                  <c:v>117.69540000000001</c:v>
                </c:pt>
                <c:pt idx="6918">
                  <c:v>117.61724</c:v>
                </c:pt>
                <c:pt idx="6919">
                  <c:v>117.58095</c:v>
                </c:pt>
                <c:pt idx="6920">
                  <c:v>117.5718</c:v>
                </c:pt>
                <c:pt idx="6921">
                  <c:v>117.54275</c:v>
                </c:pt>
                <c:pt idx="6922">
                  <c:v>117.48336999999999</c:v>
                </c:pt>
                <c:pt idx="6923">
                  <c:v>117.42722000000001</c:v>
                </c:pt>
                <c:pt idx="6924">
                  <c:v>117.42731000000001</c:v>
                </c:pt>
                <c:pt idx="6925">
                  <c:v>117.45585</c:v>
                </c:pt>
                <c:pt idx="6926">
                  <c:v>117.47628</c:v>
                </c:pt>
                <c:pt idx="6927">
                  <c:v>117.48593</c:v>
                </c:pt>
                <c:pt idx="6928">
                  <c:v>117.48952</c:v>
                </c:pt>
                <c:pt idx="6929">
                  <c:v>117.44880000000001</c:v>
                </c:pt>
                <c:pt idx="6930">
                  <c:v>117.30251</c:v>
                </c:pt>
                <c:pt idx="6931">
                  <c:v>117.05377</c:v>
                </c:pt>
                <c:pt idx="6932">
                  <c:v>116.76411</c:v>
                </c:pt>
                <c:pt idx="6933">
                  <c:v>116.51832</c:v>
                </c:pt>
                <c:pt idx="6934">
                  <c:v>116.36832</c:v>
                </c:pt>
                <c:pt idx="6935">
                  <c:v>116.29302</c:v>
                </c:pt>
                <c:pt idx="6936">
                  <c:v>116.27055</c:v>
                </c:pt>
                <c:pt idx="6937">
                  <c:v>116.30249999999999</c:v>
                </c:pt>
                <c:pt idx="6938">
                  <c:v>116.3903</c:v>
                </c:pt>
                <c:pt idx="6939">
                  <c:v>116.46482</c:v>
                </c:pt>
                <c:pt idx="6940">
                  <c:v>116.49242</c:v>
                </c:pt>
                <c:pt idx="6941">
                  <c:v>116.50113</c:v>
                </c:pt>
                <c:pt idx="6942">
                  <c:v>116.47548999999999</c:v>
                </c:pt>
                <c:pt idx="6943">
                  <c:v>116.43584</c:v>
                </c:pt>
                <c:pt idx="6944">
                  <c:v>116.37804</c:v>
                </c:pt>
                <c:pt idx="6945">
                  <c:v>116.38708</c:v>
                </c:pt>
                <c:pt idx="6946">
                  <c:v>116.48998</c:v>
                </c:pt>
                <c:pt idx="6947">
                  <c:v>116.60446</c:v>
                </c:pt>
                <c:pt idx="6948">
                  <c:v>116.74249</c:v>
                </c:pt>
                <c:pt idx="6949">
                  <c:v>116.90833000000001</c:v>
                </c:pt>
                <c:pt idx="6950">
                  <c:v>117.04459</c:v>
                </c:pt>
                <c:pt idx="6951">
                  <c:v>117.13055</c:v>
                </c:pt>
                <c:pt idx="6952">
                  <c:v>117.17992</c:v>
                </c:pt>
                <c:pt idx="6953">
                  <c:v>117.24561</c:v>
                </c:pt>
                <c:pt idx="6954">
                  <c:v>117.28809</c:v>
                </c:pt>
                <c:pt idx="6955">
                  <c:v>117.34081</c:v>
                </c:pt>
                <c:pt idx="6956">
                  <c:v>117.47790000000001</c:v>
                </c:pt>
                <c:pt idx="6957">
                  <c:v>117.67739</c:v>
                </c:pt>
                <c:pt idx="6958">
                  <c:v>117.88127</c:v>
                </c:pt>
                <c:pt idx="6959">
                  <c:v>118.04395</c:v>
                </c:pt>
                <c:pt idx="6960">
                  <c:v>118.14794999999999</c:v>
                </c:pt>
                <c:pt idx="6961">
                  <c:v>118.23551999999999</c:v>
                </c:pt>
                <c:pt idx="6962">
                  <c:v>118.30907999999999</c:v>
                </c:pt>
                <c:pt idx="6963">
                  <c:v>118.35605</c:v>
                </c:pt>
                <c:pt idx="6964">
                  <c:v>118.36593999999999</c:v>
                </c:pt>
                <c:pt idx="6965">
                  <c:v>118.35571</c:v>
                </c:pt>
                <c:pt idx="6966">
                  <c:v>118.36121</c:v>
                </c:pt>
                <c:pt idx="6967">
                  <c:v>118.34726999999999</c:v>
                </c:pt>
                <c:pt idx="6968">
                  <c:v>118.32147000000001</c:v>
                </c:pt>
                <c:pt idx="6969">
                  <c:v>118.26127</c:v>
                </c:pt>
                <c:pt idx="6970">
                  <c:v>118.20954</c:v>
                </c:pt>
                <c:pt idx="6971">
                  <c:v>118.15114</c:v>
                </c:pt>
                <c:pt idx="6972">
                  <c:v>118.04626</c:v>
                </c:pt>
                <c:pt idx="6973">
                  <c:v>117.90107999999999</c:v>
                </c:pt>
                <c:pt idx="6974">
                  <c:v>117.79996</c:v>
                </c:pt>
                <c:pt idx="6975">
                  <c:v>117.83292</c:v>
                </c:pt>
                <c:pt idx="6976">
                  <c:v>117.89532</c:v>
                </c:pt>
                <c:pt idx="6977">
                  <c:v>117.91531000000001</c:v>
                </c:pt>
                <c:pt idx="6978">
                  <c:v>117.9614</c:v>
                </c:pt>
                <c:pt idx="6979">
                  <c:v>118.09927</c:v>
                </c:pt>
                <c:pt idx="6980">
                  <c:v>118.25714000000001</c:v>
                </c:pt>
                <c:pt idx="6981">
                  <c:v>118.18727</c:v>
                </c:pt>
                <c:pt idx="6982">
                  <c:v>118.50314</c:v>
                </c:pt>
                <c:pt idx="6983">
                  <c:v>119.36572</c:v>
                </c:pt>
                <c:pt idx="6984">
                  <c:v>119.90891000000001</c:v>
                </c:pt>
                <c:pt idx="6985">
                  <c:v>118.97607000000001</c:v>
                </c:pt>
                <c:pt idx="6986">
                  <c:v>118.90282000000001</c:v>
                </c:pt>
                <c:pt idx="6987">
                  <c:v>118.85921999999999</c:v>
                </c:pt>
                <c:pt idx="6988">
                  <c:v>118.84103</c:v>
                </c:pt>
                <c:pt idx="6989">
                  <c:v>118.81856999999999</c:v>
                </c:pt>
                <c:pt idx="6990">
                  <c:v>118.79443999999999</c:v>
                </c:pt>
                <c:pt idx="6991">
                  <c:v>118.77584</c:v>
                </c:pt>
                <c:pt idx="6992">
                  <c:v>118.78053</c:v>
                </c:pt>
                <c:pt idx="6993">
                  <c:v>118.80889000000001</c:v>
                </c:pt>
                <c:pt idx="6994">
                  <c:v>118.81712</c:v>
                </c:pt>
                <c:pt idx="6995">
                  <c:v>118.80049</c:v>
                </c:pt>
                <c:pt idx="6996">
                  <c:v>118.78623</c:v>
                </c:pt>
                <c:pt idx="6997">
                  <c:v>118.77307999999999</c:v>
                </c:pt>
                <c:pt idx="6998">
                  <c:v>118.76115</c:v>
                </c:pt>
                <c:pt idx="6999">
                  <c:v>118.76656</c:v>
                </c:pt>
                <c:pt idx="7000">
                  <c:v>118.79769</c:v>
                </c:pt>
                <c:pt idx="7001">
                  <c:v>118.80597</c:v>
                </c:pt>
                <c:pt idx="7002">
                  <c:v>118.79919</c:v>
                </c:pt>
                <c:pt idx="7003">
                  <c:v>118.76345000000001</c:v>
                </c:pt>
                <c:pt idx="7004">
                  <c:v>118.67915000000001</c:v>
                </c:pt>
                <c:pt idx="7005">
                  <c:v>118.63240999999999</c:v>
                </c:pt>
                <c:pt idx="7006">
                  <c:v>118.59962</c:v>
                </c:pt>
                <c:pt idx="7007">
                  <c:v>118.57285</c:v>
                </c:pt>
                <c:pt idx="7008">
                  <c:v>118.51276</c:v>
                </c:pt>
                <c:pt idx="7009">
                  <c:v>118.42196</c:v>
                </c:pt>
                <c:pt idx="7010">
                  <c:v>118.34272</c:v>
                </c:pt>
                <c:pt idx="7011">
                  <c:v>118.27115999999999</c:v>
                </c:pt>
                <c:pt idx="7012">
                  <c:v>118.18913999999999</c:v>
                </c:pt>
                <c:pt idx="7013">
                  <c:v>118.10380000000001</c:v>
                </c:pt>
                <c:pt idx="7014">
                  <c:v>118.05038</c:v>
                </c:pt>
                <c:pt idx="7015">
                  <c:v>118.02688999999999</c:v>
                </c:pt>
                <c:pt idx="7016">
                  <c:v>117.99312</c:v>
                </c:pt>
                <c:pt idx="7017">
                  <c:v>117.9841</c:v>
                </c:pt>
                <c:pt idx="7018">
                  <c:v>118.03709000000001</c:v>
                </c:pt>
                <c:pt idx="7019">
                  <c:v>118.07987</c:v>
                </c:pt>
                <c:pt idx="7020">
                  <c:v>117.99986</c:v>
                </c:pt>
                <c:pt idx="7021">
                  <c:v>117.80992999999999</c:v>
                </c:pt>
                <c:pt idx="7022">
                  <c:v>117.63737</c:v>
                </c:pt>
                <c:pt idx="7023">
                  <c:v>117.53959999999999</c:v>
                </c:pt>
                <c:pt idx="7024">
                  <c:v>117.51946</c:v>
                </c:pt>
                <c:pt idx="7025">
                  <c:v>117.57275</c:v>
                </c:pt>
                <c:pt idx="7026">
                  <c:v>117.66027</c:v>
                </c:pt>
                <c:pt idx="7027">
                  <c:v>117.75709999999999</c:v>
                </c:pt>
                <c:pt idx="7028">
                  <c:v>117.86503999999999</c:v>
                </c:pt>
                <c:pt idx="7029">
                  <c:v>117.98124</c:v>
                </c:pt>
                <c:pt idx="7030">
                  <c:v>118.09896999999999</c:v>
                </c:pt>
                <c:pt idx="7031">
                  <c:v>118.21322000000001</c:v>
                </c:pt>
                <c:pt idx="7032">
                  <c:v>118.36497</c:v>
                </c:pt>
                <c:pt idx="7033">
                  <c:v>118.50364999999999</c:v>
                </c:pt>
                <c:pt idx="7034">
                  <c:v>118.57133</c:v>
                </c:pt>
                <c:pt idx="7035">
                  <c:v>118.59679</c:v>
                </c:pt>
                <c:pt idx="7036">
                  <c:v>118.6534</c:v>
                </c:pt>
                <c:pt idx="7037">
                  <c:v>118.73689</c:v>
                </c:pt>
                <c:pt idx="7038">
                  <c:v>118.80858000000001</c:v>
                </c:pt>
                <c:pt idx="7039">
                  <c:v>118.89367</c:v>
                </c:pt>
                <c:pt idx="7040">
                  <c:v>119.01965</c:v>
                </c:pt>
                <c:pt idx="7041">
                  <c:v>119.15273000000001</c:v>
                </c:pt>
                <c:pt idx="7042">
                  <c:v>119.29727</c:v>
                </c:pt>
                <c:pt idx="7043">
                  <c:v>119.45522</c:v>
                </c:pt>
                <c:pt idx="7044">
                  <c:v>119.55704</c:v>
                </c:pt>
                <c:pt idx="7045">
                  <c:v>119.60202</c:v>
                </c:pt>
                <c:pt idx="7046">
                  <c:v>119.64771</c:v>
                </c:pt>
                <c:pt idx="7047">
                  <c:v>119.78268</c:v>
                </c:pt>
                <c:pt idx="7048">
                  <c:v>119.96159</c:v>
                </c:pt>
                <c:pt idx="7049">
                  <c:v>120.08828</c:v>
                </c:pt>
                <c:pt idx="7050">
                  <c:v>120.1711</c:v>
                </c:pt>
                <c:pt idx="7051">
                  <c:v>120.24687</c:v>
                </c:pt>
                <c:pt idx="7052">
                  <c:v>120.30029</c:v>
                </c:pt>
                <c:pt idx="7053">
                  <c:v>120.33996999999999</c:v>
                </c:pt>
                <c:pt idx="7054">
                  <c:v>120.35925</c:v>
                </c:pt>
                <c:pt idx="7055">
                  <c:v>120.35551</c:v>
                </c:pt>
                <c:pt idx="7056">
                  <c:v>120.33392000000001</c:v>
                </c:pt>
                <c:pt idx="7057">
                  <c:v>120.29163</c:v>
                </c:pt>
                <c:pt idx="7058">
                  <c:v>120.20684</c:v>
                </c:pt>
                <c:pt idx="7059">
                  <c:v>120.14922</c:v>
                </c:pt>
                <c:pt idx="7060">
                  <c:v>120.18162</c:v>
                </c:pt>
                <c:pt idx="7061">
                  <c:v>120.29743999999999</c:v>
                </c:pt>
                <c:pt idx="7062">
                  <c:v>120.44628</c:v>
                </c:pt>
                <c:pt idx="7063">
                  <c:v>120.58280999999999</c:v>
                </c:pt>
                <c:pt idx="7064">
                  <c:v>120.71471</c:v>
                </c:pt>
                <c:pt idx="7065">
                  <c:v>120.78143</c:v>
                </c:pt>
                <c:pt idx="7066">
                  <c:v>120.77527000000001</c:v>
                </c:pt>
                <c:pt idx="7067">
                  <c:v>120.74208</c:v>
                </c:pt>
                <c:pt idx="7068">
                  <c:v>120.69289000000001</c:v>
                </c:pt>
                <c:pt idx="7069">
                  <c:v>120.60368</c:v>
                </c:pt>
                <c:pt idx="7070">
                  <c:v>120.53104999999999</c:v>
                </c:pt>
                <c:pt idx="7071">
                  <c:v>120.49556</c:v>
                </c:pt>
                <c:pt idx="7072">
                  <c:v>120.47177000000001</c:v>
                </c:pt>
                <c:pt idx="7073">
                  <c:v>120.42716</c:v>
                </c:pt>
                <c:pt idx="7074">
                  <c:v>120.35095</c:v>
                </c:pt>
                <c:pt idx="7075">
                  <c:v>120.27819</c:v>
                </c:pt>
                <c:pt idx="7076">
                  <c:v>120.20862</c:v>
                </c:pt>
                <c:pt idx="7077">
                  <c:v>120.11011999999999</c:v>
                </c:pt>
                <c:pt idx="7078">
                  <c:v>119.93662999999999</c:v>
                </c:pt>
                <c:pt idx="7079">
                  <c:v>119.81442</c:v>
                </c:pt>
                <c:pt idx="7080">
                  <c:v>119.77451000000001</c:v>
                </c:pt>
                <c:pt idx="7081">
                  <c:v>119.74924</c:v>
                </c:pt>
                <c:pt idx="7082">
                  <c:v>119.69453</c:v>
                </c:pt>
                <c:pt idx="7083">
                  <c:v>119.62199</c:v>
                </c:pt>
                <c:pt idx="7084">
                  <c:v>119.57049000000001</c:v>
                </c:pt>
                <c:pt idx="7085">
                  <c:v>119.54293</c:v>
                </c:pt>
                <c:pt idx="7086">
                  <c:v>119.52987</c:v>
                </c:pt>
                <c:pt idx="7087">
                  <c:v>119.52424999999999</c:v>
                </c:pt>
                <c:pt idx="7088">
                  <c:v>119.51384</c:v>
                </c:pt>
                <c:pt idx="7089">
                  <c:v>119.47604</c:v>
                </c:pt>
                <c:pt idx="7090">
                  <c:v>119.41628</c:v>
                </c:pt>
                <c:pt idx="7091">
                  <c:v>119.38538</c:v>
                </c:pt>
                <c:pt idx="7092">
                  <c:v>119.39458999999999</c:v>
                </c:pt>
                <c:pt idx="7093">
                  <c:v>119.39807999999999</c:v>
                </c:pt>
                <c:pt idx="7094">
                  <c:v>119.45199</c:v>
                </c:pt>
                <c:pt idx="7095">
                  <c:v>119.54415</c:v>
                </c:pt>
                <c:pt idx="7096">
                  <c:v>119.61686</c:v>
                </c:pt>
                <c:pt idx="7097">
                  <c:v>119.6658</c:v>
                </c:pt>
                <c:pt idx="7098">
                  <c:v>119.66921000000001</c:v>
                </c:pt>
                <c:pt idx="7099">
                  <c:v>119.56604</c:v>
                </c:pt>
                <c:pt idx="7100">
                  <c:v>119.45140000000001</c:v>
                </c:pt>
                <c:pt idx="7101">
                  <c:v>119.40452999999999</c:v>
                </c:pt>
                <c:pt idx="7102">
                  <c:v>119.41023</c:v>
                </c:pt>
                <c:pt idx="7103">
                  <c:v>119.39081</c:v>
                </c:pt>
                <c:pt idx="7104">
                  <c:v>119.34032000000001</c:v>
                </c:pt>
                <c:pt idx="7105">
                  <c:v>119.32568000000001</c:v>
                </c:pt>
                <c:pt idx="7106">
                  <c:v>119.39147</c:v>
                </c:pt>
                <c:pt idx="7107">
                  <c:v>119.50594</c:v>
                </c:pt>
                <c:pt idx="7108">
                  <c:v>119.65394999999999</c:v>
                </c:pt>
                <c:pt idx="7109">
                  <c:v>119.82406</c:v>
                </c:pt>
                <c:pt idx="7110">
                  <c:v>119.97911000000001</c:v>
                </c:pt>
                <c:pt idx="7111">
                  <c:v>120.08015</c:v>
                </c:pt>
                <c:pt idx="7112">
                  <c:v>120.09981000000001</c:v>
                </c:pt>
                <c:pt idx="7113">
                  <c:v>120.08001</c:v>
                </c:pt>
                <c:pt idx="7114">
                  <c:v>120.0254</c:v>
                </c:pt>
                <c:pt idx="7115">
                  <c:v>119.92941</c:v>
                </c:pt>
                <c:pt idx="7116">
                  <c:v>119.82210000000001</c:v>
                </c:pt>
                <c:pt idx="7117">
                  <c:v>119.68817</c:v>
                </c:pt>
                <c:pt idx="7118">
                  <c:v>119.53175</c:v>
                </c:pt>
                <c:pt idx="7119">
                  <c:v>119.3716</c:v>
                </c:pt>
                <c:pt idx="7120">
                  <c:v>119.21339</c:v>
                </c:pt>
                <c:pt idx="7121">
                  <c:v>119.083</c:v>
                </c:pt>
                <c:pt idx="7122">
                  <c:v>118.98688</c:v>
                </c:pt>
                <c:pt idx="7123">
                  <c:v>118.89931</c:v>
                </c:pt>
                <c:pt idx="7124">
                  <c:v>118.80119000000001</c:v>
                </c:pt>
                <c:pt idx="7125">
                  <c:v>118.69799999999999</c:v>
                </c:pt>
                <c:pt idx="7126">
                  <c:v>118.66278</c:v>
                </c:pt>
                <c:pt idx="7127">
                  <c:v>118.63366000000001</c:v>
                </c:pt>
                <c:pt idx="7128">
                  <c:v>118.59206</c:v>
                </c:pt>
                <c:pt idx="7129">
                  <c:v>118.58262999999999</c:v>
                </c:pt>
                <c:pt idx="7130">
                  <c:v>118.60093999999999</c:v>
                </c:pt>
                <c:pt idx="7131">
                  <c:v>118.62334</c:v>
                </c:pt>
                <c:pt idx="7132">
                  <c:v>118.62430000000001</c:v>
                </c:pt>
                <c:pt idx="7133">
                  <c:v>118.52052999999999</c:v>
                </c:pt>
                <c:pt idx="7134">
                  <c:v>118.45925</c:v>
                </c:pt>
                <c:pt idx="7135">
                  <c:v>118.4092</c:v>
                </c:pt>
                <c:pt idx="7136">
                  <c:v>118.37407</c:v>
                </c:pt>
                <c:pt idx="7137">
                  <c:v>118.29763</c:v>
                </c:pt>
                <c:pt idx="7138">
                  <c:v>118.22811</c:v>
                </c:pt>
                <c:pt idx="7139">
                  <c:v>118.19534</c:v>
                </c:pt>
                <c:pt idx="7140">
                  <c:v>118.18786</c:v>
                </c:pt>
                <c:pt idx="7141">
                  <c:v>118.12885</c:v>
                </c:pt>
                <c:pt idx="7142">
                  <c:v>118.00988</c:v>
                </c:pt>
                <c:pt idx="7143">
                  <c:v>117.94804000000001</c:v>
                </c:pt>
                <c:pt idx="7144">
                  <c:v>117.85162</c:v>
                </c:pt>
                <c:pt idx="7145">
                  <c:v>117.79430000000001</c:v>
                </c:pt>
                <c:pt idx="7146">
                  <c:v>117.7563</c:v>
                </c:pt>
                <c:pt idx="7147">
                  <c:v>117.77036</c:v>
                </c:pt>
                <c:pt idx="7148">
                  <c:v>117.79025</c:v>
                </c:pt>
                <c:pt idx="7149">
                  <c:v>117.78837</c:v>
                </c:pt>
                <c:pt idx="7150">
                  <c:v>117.74729000000001</c:v>
                </c:pt>
                <c:pt idx="7151">
                  <c:v>117.69914</c:v>
                </c:pt>
                <c:pt idx="7152">
                  <c:v>117.61812999999999</c:v>
                </c:pt>
                <c:pt idx="7153">
                  <c:v>117.57294</c:v>
                </c:pt>
                <c:pt idx="7154">
                  <c:v>117.54519999999999</c:v>
                </c:pt>
                <c:pt idx="7155">
                  <c:v>117.51009000000001</c:v>
                </c:pt>
                <c:pt idx="7156">
                  <c:v>117.41710999999999</c:v>
                </c:pt>
                <c:pt idx="7157">
                  <c:v>117.41587</c:v>
                </c:pt>
                <c:pt idx="7158">
                  <c:v>117.4855</c:v>
                </c:pt>
                <c:pt idx="7159">
                  <c:v>117.52988999999999</c:v>
                </c:pt>
                <c:pt idx="7160">
                  <c:v>117.51814</c:v>
                </c:pt>
                <c:pt idx="7161">
                  <c:v>117.52503</c:v>
                </c:pt>
                <c:pt idx="7162">
                  <c:v>117.52629</c:v>
                </c:pt>
                <c:pt idx="7163">
                  <c:v>117.52880999999999</c:v>
                </c:pt>
                <c:pt idx="7164">
                  <c:v>117.57867</c:v>
                </c:pt>
                <c:pt idx="7165">
                  <c:v>117.66933</c:v>
                </c:pt>
                <c:pt idx="7166">
                  <c:v>117.70685</c:v>
                </c:pt>
                <c:pt idx="7167">
                  <c:v>117.71536999999999</c:v>
                </c:pt>
                <c:pt idx="7168">
                  <c:v>117.66137000000001</c:v>
                </c:pt>
                <c:pt idx="7169">
                  <c:v>117.68713</c:v>
                </c:pt>
                <c:pt idx="7170">
                  <c:v>117.7944</c:v>
                </c:pt>
                <c:pt idx="7171">
                  <c:v>117.94888</c:v>
                </c:pt>
                <c:pt idx="7172">
                  <c:v>118.12296000000001</c:v>
                </c:pt>
                <c:pt idx="7173">
                  <c:v>118.24609</c:v>
                </c:pt>
                <c:pt idx="7174">
                  <c:v>118.34017</c:v>
                </c:pt>
                <c:pt idx="7175">
                  <c:v>118.43513</c:v>
                </c:pt>
                <c:pt idx="7176">
                  <c:v>118.50997</c:v>
                </c:pt>
                <c:pt idx="7177">
                  <c:v>118.53833</c:v>
                </c:pt>
                <c:pt idx="7178">
                  <c:v>118.56456</c:v>
                </c:pt>
                <c:pt idx="7179">
                  <c:v>118.60554999999999</c:v>
                </c:pt>
                <c:pt idx="7180">
                  <c:v>118.66368</c:v>
                </c:pt>
                <c:pt idx="7181">
                  <c:v>118.69134</c:v>
                </c:pt>
                <c:pt idx="7182">
                  <c:v>118.66636</c:v>
                </c:pt>
                <c:pt idx="7183">
                  <c:v>118.64167</c:v>
                </c:pt>
                <c:pt idx="7184">
                  <c:v>118.6123</c:v>
                </c:pt>
                <c:pt idx="7185">
                  <c:v>118.58271000000001</c:v>
                </c:pt>
                <c:pt idx="7186">
                  <c:v>118.54107</c:v>
                </c:pt>
                <c:pt idx="7187">
                  <c:v>118.50711</c:v>
                </c:pt>
                <c:pt idx="7188">
                  <c:v>118.50743</c:v>
                </c:pt>
                <c:pt idx="7189">
                  <c:v>118.53695999999999</c:v>
                </c:pt>
                <c:pt idx="7190">
                  <c:v>118.5742</c:v>
                </c:pt>
                <c:pt idx="7191">
                  <c:v>118.60736</c:v>
                </c:pt>
                <c:pt idx="7192">
                  <c:v>118.62536</c:v>
                </c:pt>
                <c:pt idx="7193">
                  <c:v>118.64993</c:v>
                </c:pt>
                <c:pt idx="7194">
                  <c:v>118.68255000000001</c:v>
                </c:pt>
                <c:pt idx="7195">
                  <c:v>118.72504000000001</c:v>
                </c:pt>
                <c:pt idx="7196">
                  <c:v>118.72681</c:v>
                </c:pt>
                <c:pt idx="7197">
                  <c:v>118.73305000000001</c:v>
                </c:pt>
                <c:pt idx="7198">
                  <c:v>118.73273</c:v>
                </c:pt>
                <c:pt idx="7199">
                  <c:v>118.74442000000001</c:v>
                </c:pt>
                <c:pt idx="7200">
                  <c:v>118.76721000000001</c:v>
                </c:pt>
                <c:pt idx="7201">
                  <c:v>118.81267</c:v>
                </c:pt>
                <c:pt idx="7202">
                  <c:v>118.88518000000001</c:v>
                </c:pt>
                <c:pt idx="7203">
                  <c:v>118.94450000000001</c:v>
                </c:pt>
                <c:pt idx="7204">
                  <c:v>119.03017</c:v>
                </c:pt>
                <c:pt idx="7205">
                  <c:v>119.14243</c:v>
                </c:pt>
                <c:pt idx="7206">
                  <c:v>119.19817</c:v>
                </c:pt>
                <c:pt idx="7207">
                  <c:v>119.26051</c:v>
                </c:pt>
                <c:pt idx="7208">
                  <c:v>119.34875</c:v>
                </c:pt>
                <c:pt idx="7209">
                  <c:v>119.43374</c:v>
                </c:pt>
                <c:pt idx="7210">
                  <c:v>119.48696</c:v>
                </c:pt>
                <c:pt idx="7211">
                  <c:v>119.51926</c:v>
                </c:pt>
                <c:pt idx="7212">
                  <c:v>119.59249</c:v>
                </c:pt>
                <c:pt idx="7213">
                  <c:v>119.71106</c:v>
                </c:pt>
                <c:pt idx="7214">
                  <c:v>119.85646</c:v>
                </c:pt>
                <c:pt idx="7215">
                  <c:v>120.04405</c:v>
                </c:pt>
                <c:pt idx="7216">
                  <c:v>120.223</c:v>
                </c:pt>
                <c:pt idx="7217">
                  <c:v>120.3228</c:v>
                </c:pt>
                <c:pt idx="7218">
                  <c:v>120.37336999999999</c:v>
                </c:pt>
                <c:pt idx="7219">
                  <c:v>120.47328</c:v>
                </c:pt>
                <c:pt idx="7220">
                  <c:v>120.73148</c:v>
                </c:pt>
                <c:pt idx="7221">
                  <c:v>120.8233</c:v>
                </c:pt>
                <c:pt idx="7222">
                  <c:v>120.91034999999999</c:v>
                </c:pt>
                <c:pt idx="7223">
                  <c:v>120.99669</c:v>
                </c:pt>
                <c:pt idx="7224">
                  <c:v>121.04564999999999</c:v>
                </c:pt>
                <c:pt idx="7225">
                  <c:v>121.06214</c:v>
                </c:pt>
                <c:pt idx="7226">
                  <c:v>121.10674</c:v>
                </c:pt>
                <c:pt idx="7227">
                  <c:v>121.11015999999999</c:v>
                </c:pt>
                <c:pt idx="7228">
                  <c:v>121.09644</c:v>
                </c:pt>
                <c:pt idx="7229">
                  <c:v>121.05506</c:v>
                </c:pt>
                <c:pt idx="7230">
                  <c:v>121.02618</c:v>
                </c:pt>
                <c:pt idx="7231">
                  <c:v>121.05269</c:v>
                </c:pt>
                <c:pt idx="7232">
                  <c:v>121.07088</c:v>
                </c:pt>
                <c:pt idx="7233">
                  <c:v>121.09209</c:v>
                </c:pt>
                <c:pt idx="7234">
                  <c:v>121.12759</c:v>
                </c:pt>
                <c:pt idx="7235">
                  <c:v>121.17708</c:v>
                </c:pt>
                <c:pt idx="7236">
                  <c:v>121.21567</c:v>
                </c:pt>
                <c:pt idx="7237">
                  <c:v>121.28151</c:v>
                </c:pt>
                <c:pt idx="7238">
                  <c:v>121.31046000000001</c:v>
                </c:pt>
                <c:pt idx="7239">
                  <c:v>121.28771999999999</c:v>
                </c:pt>
                <c:pt idx="7240">
                  <c:v>121.27379000000001</c:v>
                </c:pt>
                <c:pt idx="7241">
                  <c:v>121.29353999999999</c:v>
                </c:pt>
                <c:pt idx="7242">
                  <c:v>121.32205</c:v>
                </c:pt>
                <c:pt idx="7243">
                  <c:v>121.35596</c:v>
                </c:pt>
                <c:pt idx="7244">
                  <c:v>121.41914</c:v>
                </c:pt>
                <c:pt idx="7245">
                  <c:v>121.51648</c:v>
                </c:pt>
                <c:pt idx="7246">
                  <c:v>121.60894999999999</c:v>
                </c:pt>
                <c:pt idx="7247">
                  <c:v>121.71016</c:v>
                </c:pt>
                <c:pt idx="7248">
                  <c:v>121.79506000000001</c:v>
                </c:pt>
                <c:pt idx="7249">
                  <c:v>121.82581</c:v>
                </c:pt>
                <c:pt idx="7250">
                  <c:v>121.85592</c:v>
                </c:pt>
                <c:pt idx="7251">
                  <c:v>121.91079999999999</c:v>
                </c:pt>
                <c:pt idx="7252">
                  <c:v>121.93906</c:v>
                </c:pt>
                <c:pt idx="7253">
                  <c:v>121.93615</c:v>
                </c:pt>
                <c:pt idx="7254">
                  <c:v>121.92731000000001</c:v>
                </c:pt>
                <c:pt idx="7255">
                  <c:v>121.94846</c:v>
                </c:pt>
                <c:pt idx="7256">
                  <c:v>121.97221</c:v>
                </c:pt>
                <c:pt idx="7257">
                  <c:v>121.97845</c:v>
                </c:pt>
                <c:pt idx="7258">
                  <c:v>122.01794</c:v>
                </c:pt>
                <c:pt idx="7259">
                  <c:v>122.07644000000001</c:v>
                </c:pt>
                <c:pt idx="7260">
                  <c:v>122.11913</c:v>
                </c:pt>
                <c:pt idx="7261">
                  <c:v>122.17077</c:v>
                </c:pt>
                <c:pt idx="7262">
                  <c:v>122.23035</c:v>
                </c:pt>
                <c:pt idx="7263">
                  <c:v>122.28874</c:v>
                </c:pt>
                <c:pt idx="7264">
                  <c:v>122.34166999999999</c:v>
                </c:pt>
                <c:pt idx="7265">
                  <c:v>122.43865</c:v>
                </c:pt>
                <c:pt idx="7266">
                  <c:v>122.39446</c:v>
                </c:pt>
                <c:pt idx="7267">
                  <c:v>122.395</c:v>
                </c:pt>
                <c:pt idx="7268">
                  <c:v>122.34392</c:v>
                </c:pt>
                <c:pt idx="7269">
                  <c:v>122.24992</c:v>
                </c:pt>
                <c:pt idx="7270">
                  <c:v>122.13779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EFC4-4D91-A56C-005AAF94DC83}"/>
            </c:ext>
          </c:extLst>
        </c:ser>
        <c:ser>
          <c:idx val="4"/>
          <c:order val="4"/>
          <c:tx>
            <c:strRef>
              <c:f>'DL-Model'!$AR$1</c:f>
              <c:strCache>
                <c:ptCount val="1"/>
                <c:pt idx="0">
                  <c:v>T_sw_Opti2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'DL-Model'!$AM$2:$AM$7272</c:f>
              <c:numCache>
                <c:formatCode>General</c:formatCode>
                <c:ptCount val="727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  <c:pt idx="147">
                  <c:v>147</c:v>
                </c:pt>
                <c:pt idx="148">
                  <c:v>148</c:v>
                </c:pt>
                <c:pt idx="149">
                  <c:v>149</c:v>
                </c:pt>
                <c:pt idx="150">
                  <c:v>150</c:v>
                </c:pt>
                <c:pt idx="151">
                  <c:v>151</c:v>
                </c:pt>
                <c:pt idx="152">
                  <c:v>152</c:v>
                </c:pt>
                <c:pt idx="153">
                  <c:v>153</c:v>
                </c:pt>
                <c:pt idx="154">
                  <c:v>154</c:v>
                </c:pt>
                <c:pt idx="155">
                  <c:v>155</c:v>
                </c:pt>
                <c:pt idx="156">
                  <c:v>156</c:v>
                </c:pt>
                <c:pt idx="157">
                  <c:v>157</c:v>
                </c:pt>
                <c:pt idx="158">
                  <c:v>158</c:v>
                </c:pt>
                <c:pt idx="159">
                  <c:v>159</c:v>
                </c:pt>
                <c:pt idx="160">
                  <c:v>160</c:v>
                </c:pt>
                <c:pt idx="161">
                  <c:v>161</c:v>
                </c:pt>
                <c:pt idx="162">
                  <c:v>162</c:v>
                </c:pt>
                <c:pt idx="163">
                  <c:v>163</c:v>
                </c:pt>
                <c:pt idx="164">
                  <c:v>164</c:v>
                </c:pt>
                <c:pt idx="165">
                  <c:v>165</c:v>
                </c:pt>
                <c:pt idx="166">
                  <c:v>166</c:v>
                </c:pt>
                <c:pt idx="167">
                  <c:v>167</c:v>
                </c:pt>
                <c:pt idx="168">
                  <c:v>168</c:v>
                </c:pt>
                <c:pt idx="169">
                  <c:v>169</c:v>
                </c:pt>
                <c:pt idx="170">
                  <c:v>170</c:v>
                </c:pt>
                <c:pt idx="171">
                  <c:v>171</c:v>
                </c:pt>
                <c:pt idx="172">
                  <c:v>172</c:v>
                </c:pt>
                <c:pt idx="173">
                  <c:v>173</c:v>
                </c:pt>
                <c:pt idx="174">
                  <c:v>174</c:v>
                </c:pt>
                <c:pt idx="175">
                  <c:v>175</c:v>
                </c:pt>
                <c:pt idx="176">
                  <c:v>176</c:v>
                </c:pt>
                <c:pt idx="177">
                  <c:v>177</c:v>
                </c:pt>
                <c:pt idx="178">
                  <c:v>178</c:v>
                </c:pt>
                <c:pt idx="179">
                  <c:v>179</c:v>
                </c:pt>
                <c:pt idx="180">
                  <c:v>180</c:v>
                </c:pt>
                <c:pt idx="181">
                  <c:v>181</c:v>
                </c:pt>
                <c:pt idx="182">
                  <c:v>182</c:v>
                </c:pt>
                <c:pt idx="183">
                  <c:v>183</c:v>
                </c:pt>
                <c:pt idx="184">
                  <c:v>184</c:v>
                </c:pt>
                <c:pt idx="185">
                  <c:v>185</c:v>
                </c:pt>
                <c:pt idx="186">
                  <c:v>186</c:v>
                </c:pt>
                <c:pt idx="187">
                  <c:v>187</c:v>
                </c:pt>
                <c:pt idx="188">
                  <c:v>188</c:v>
                </c:pt>
                <c:pt idx="189">
                  <c:v>189</c:v>
                </c:pt>
                <c:pt idx="190">
                  <c:v>190</c:v>
                </c:pt>
                <c:pt idx="191">
                  <c:v>191</c:v>
                </c:pt>
                <c:pt idx="192">
                  <c:v>192</c:v>
                </c:pt>
                <c:pt idx="193">
                  <c:v>193</c:v>
                </c:pt>
                <c:pt idx="194">
                  <c:v>194</c:v>
                </c:pt>
                <c:pt idx="195">
                  <c:v>195</c:v>
                </c:pt>
                <c:pt idx="196">
                  <c:v>196</c:v>
                </c:pt>
                <c:pt idx="197">
                  <c:v>197</c:v>
                </c:pt>
                <c:pt idx="198">
                  <c:v>198</c:v>
                </c:pt>
                <c:pt idx="199">
                  <c:v>199</c:v>
                </c:pt>
                <c:pt idx="200">
                  <c:v>200</c:v>
                </c:pt>
                <c:pt idx="201">
                  <c:v>201</c:v>
                </c:pt>
                <c:pt idx="202">
                  <c:v>202</c:v>
                </c:pt>
                <c:pt idx="203">
                  <c:v>203</c:v>
                </c:pt>
                <c:pt idx="204">
                  <c:v>204</c:v>
                </c:pt>
                <c:pt idx="205">
                  <c:v>205</c:v>
                </c:pt>
                <c:pt idx="206">
                  <c:v>206</c:v>
                </c:pt>
                <c:pt idx="207">
                  <c:v>207</c:v>
                </c:pt>
                <c:pt idx="208">
                  <c:v>208</c:v>
                </c:pt>
                <c:pt idx="209">
                  <c:v>209</c:v>
                </c:pt>
                <c:pt idx="210">
                  <c:v>210</c:v>
                </c:pt>
                <c:pt idx="211">
                  <c:v>211</c:v>
                </c:pt>
                <c:pt idx="212">
                  <c:v>212</c:v>
                </c:pt>
                <c:pt idx="213">
                  <c:v>213</c:v>
                </c:pt>
                <c:pt idx="214">
                  <c:v>214</c:v>
                </c:pt>
                <c:pt idx="215">
                  <c:v>215</c:v>
                </c:pt>
                <c:pt idx="216">
                  <c:v>216</c:v>
                </c:pt>
                <c:pt idx="217">
                  <c:v>217</c:v>
                </c:pt>
                <c:pt idx="218">
                  <c:v>218</c:v>
                </c:pt>
                <c:pt idx="219">
                  <c:v>219</c:v>
                </c:pt>
                <c:pt idx="220">
                  <c:v>220</c:v>
                </c:pt>
                <c:pt idx="221">
                  <c:v>221</c:v>
                </c:pt>
                <c:pt idx="222">
                  <c:v>222</c:v>
                </c:pt>
                <c:pt idx="223">
                  <c:v>223</c:v>
                </c:pt>
                <c:pt idx="224">
                  <c:v>224</c:v>
                </c:pt>
                <c:pt idx="225">
                  <c:v>225</c:v>
                </c:pt>
                <c:pt idx="226">
                  <c:v>226</c:v>
                </c:pt>
                <c:pt idx="227">
                  <c:v>227</c:v>
                </c:pt>
                <c:pt idx="228">
                  <c:v>228</c:v>
                </c:pt>
                <c:pt idx="229">
                  <c:v>229</c:v>
                </c:pt>
                <c:pt idx="230">
                  <c:v>230</c:v>
                </c:pt>
                <c:pt idx="231">
                  <c:v>231</c:v>
                </c:pt>
                <c:pt idx="232">
                  <c:v>232</c:v>
                </c:pt>
                <c:pt idx="233">
                  <c:v>233</c:v>
                </c:pt>
                <c:pt idx="234">
                  <c:v>234</c:v>
                </c:pt>
                <c:pt idx="235">
                  <c:v>235</c:v>
                </c:pt>
                <c:pt idx="236">
                  <c:v>236</c:v>
                </c:pt>
                <c:pt idx="237">
                  <c:v>237</c:v>
                </c:pt>
                <c:pt idx="238">
                  <c:v>238</c:v>
                </c:pt>
                <c:pt idx="239">
                  <c:v>239</c:v>
                </c:pt>
                <c:pt idx="240">
                  <c:v>240</c:v>
                </c:pt>
                <c:pt idx="241">
                  <c:v>241</c:v>
                </c:pt>
                <c:pt idx="242">
                  <c:v>242</c:v>
                </c:pt>
                <c:pt idx="243">
                  <c:v>243</c:v>
                </c:pt>
                <c:pt idx="244">
                  <c:v>244</c:v>
                </c:pt>
                <c:pt idx="245">
                  <c:v>245</c:v>
                </c:pt>
                <c:pt idx="246">
                  <c:v>246</c:v>
                </c:pt>
                <c:pt idx="247">
                  <c:v>247</c:v>
                </c:pt>
                <c:pt idx="248">
                  <c:v>248</c:v>
                </c:pt>
                <c:pt idx="249">
                  <c:v>249</c:v>
                </c:pt>
                <c:pt idx="250">
                  <c:v>250</c:v>
                </c:pt>
                <c:pt idx="251">
                  <c:v>251</c:v>
                </c:pt>
                <c:pt idx="252">
                  <c:v>252</c:v>
                </c:pt>
                <c:pt idx="253">
                  <c:v>253</c:v>
                </c:pt>
                <c:pt idx="254">
                  <c:v>254</c:v>
                </c:pt>
                <c:pt idx="255">
                  <c:v>255</c:v>
                </c:pt>
                <c:pt idx="256">
                  <c:v>256</c:v>
                </c:pt>
                <c:pt idx="257">
                  <c:v>257</c:v>
                </c:pt>
                <c:pt idx="258">
                  <c:v>258</c:v>
                </c:pt>
                <c:pt idx="259">
                  <c:v>259</c:v>
                </c:pt>
                <c:pt idx="260">
                  <c:v>260</c:v>
                </c:pt>
                <c:pt idx="261">
                  <c:v>261</c:v>
                </c:pt>
                <c:pt idx="262">
                  <c:v>262</c:v>
                </c:pt>
                <c:pt idx="263">
                  <c:v>263</c:v>
                </c:pt>
                <c:pt idx="264">
                  <c:v>264</c:v>
                </c:pt>
                <c:pt idx="265">
                  <c:v>265</c:v>
                </c:pt>
                <c:pt idx="266">
                  <c:v>266</c:v>
                </c:pt>
                <c:pt idx="267">
                  <c:v>267</c:v>
                </c:pt>
                <c:pt idx="268">
                  <c:v>268</c:v>
                </c:pt>
                <c:pt idx="269">
                  <c:v>269</c:v>
                </c:pt>
                <c:pt idx="270">
                  <c:v>270</c:v>
                </c:pt>
                <c:pt idx="271">
                  <c:v>271</c:v>
                </c:pt>
                <c:pt idx="272">
                  <c:v>272</c:v>
                </c:pt>
                <c:pt idx="273">
                  <c:v>273</c:v>
                </c:pt>
                <c:pt idx="274">
                  <c:v>274</c:v>
                </c:pt>
                <c:pt idx="275">
                  <c:v>275</c:v>
                </c:pt>
                <c:pt idx="276">
                  <c:v>276</c:v>
                </c:pt>
                <c:pt idx="277">
                  <c:v>277</c:v>
                </c:pt>
                <c:pt idx="278">
                  <c:v>278</c:v>
                </c:pt>
                <c:pt idx="279">
                  <c:v>279</c:v>
                </c:pt>
                <c:pt idx="280">
                  <c:v>280</c:v>
                </c:pt>
                <c:pt idx="281">
                  <c:v>281</c:v>
                </c:pt>
                <c:pt idx="282">
                  <c:v>282</c:v>
                </c:pt>
                <c:pt idx="283">
                  <c:v>283</c:v>
                </c:pt>
                <c:pt idx="284">
                  <c:v>284</c:v>
                </c:pt>
                <c:pt idx="285">
                  <c:v>285</c:v>
                </c:pt>
                <c:pt idx="286">
                  <c:v>286</c:v>
                </c:pt>
                <c:pt idx="287">
                  <c:v>287</c:v>
                </c:pt>
                <c:pt idx="288">
                  <c:v>288</c:v>
                </c:pt>
                <c:pt idx="289">
                  <c:v>289</c:v>
                </c:pt>
                <c:pt idx="290">
                  <c:v>290</c:v>
                </c:pt>
                <c:pt idx="291">
                  <c:v>291</c:v>
                </c:pt>
                <c:pt idx="292">
                  <c:v>292</c:v>
                </c:pt>
                <c:pt idx="293">
                  <c:v>293</c:v>
                </c:pt>
                <c:pt idx="294">
                  <c:v>294</c:v>
                </c:pt>
                <c:pt idx="295">
                  <c:v>295</c:v>
                </c:pt>
                <c:pt idx="296">
                  <c:v>296</c:v>
                </c:pt>
                <c:pt idx="297">
                  <c:v>297</c:v>
                </c:pt>
                <c:pt idx="298">
                  <c:v>298</c:v>
                </c:pt>
                <c:pt idx="299">
                  <c:v>299</c:v>
                </c:pt>
                <c:pt idx="300">
                  <c:v>300</c:v>
                </c:pt>
                <c:pt idx="301">
                  <c:v>301</c:v>
                </c:pt>
                <c:pt idx="302">
                  <c:v>302</c:v>
                </c:pt>
                <c:pt idx="303">
                  <c:v>303</c:v>
                </c:pt>
                <c:pt idx="304">
                  <c:v>304</c:v>
                </c:pt>
                <c:pt idx="305">
                  <c:v>305</c:v>
                </c:pt>
                <c:pt idx="306">
                  <c:v>306</c:v>
                </c:pt>
                <c:pt idx="307">
                  <c:v>307</c:v>
                </c:pt>
                <c:pt idx="308">
                  <c:v>308</c:v>
                </c:pt>
                <c:pt idx="309">
                  <c:v>309</c:v>
                </c:pt>
                <c:pt idx="310">
                  <c:v>310</c:v>
                </c:pt>
                <c:pt idx="311">
                  <c:v>311</c:v>
                </c:pt>
                <c:pt idx="312">
                  <c:v>312</c:v>
                </c:pt>
                <c:pt idx="313">
                  <c:v>313</c:v>
                </c:pt>
                <c:pt idx="314">
                  <c:v>314</c:v>
                </c:pt>
                <c:pt idx="315">
                  <c:v>315</c:v>
                </c:pt>
                <c:pt idx="316">
                  <c:v>316</c:v>
                </c:pt>
                <c:pt idx="317">
                  <c:v>317</c:v>
                </c:pt>
                <c:pt idx="318">
                  <c:v>318</c:v>
                </c:pt>
                <c:pt idx="319">
                  <c:v>319</c:v>
                </c:pt>
                <c:pt idx="320">
                  <c:v>320</c:v>
                </c:pt>
                <c:pt idx="321">
                  <c:v>321</c:v>
                </c:pt>
                <c:pt idx="322">
                  <c:v>322</c:v>
                </c:pt>
                <c:pt idx="323">
                  <c:v>323</c:v>
                </c:pt>
                <c:pt idx="324">
                  <c:v>324</c:v>
                </c:pt>
                <c:pt idx="325">
                  <c:v>325</c:v>
                </c:pt>
                <c:pt idx="326">
                  <c:v>326</c:v>
                </c:pt>
                <c:pt idx="327">
                  <c:v>327</c:v>
                </c:pt>
                <c:pt idx="328">
                  <c:v>328</c:v>
                </c:pt>
                <c:pt idx="329">
                  <c:v>329</c:v>
                </c:pt>
                <c:pt idx="330">
                  <c:v>330</c:v>
                </c:pt>
                <c:pt idx="331">
                  <c:v>331</c:v>
                </c:pt>
                <c:pt idx="332">
                  <c:v>332</c:v>
                </c:pt>
                <c:pt idx="333">
                  <c:v>333</c:v>
                </c:pt>
                <c:pt idx="334">
                  <c:v>334</c:v>
                </c:pt>
                <c:pt idx="335">
                  <c:v>335</c:v>
                </c:pt>
                <c:pt idx="336">
                  <c:v>336</c:v>
                </c:pt>
                <c:pt idx="337">
                  <c:v>337</c:v>
                </c:pt>
                <c:pt idx="338">
                  <c:v>338</c:v>
                </c:pt>
                <c:pt idx="339">
                  <c:v>339</c:v>
                </c:pt>
                <c:pt idx="340">
                  <c:v>340</c:v>
                </c:pt>
                <c:pt idx="341">
                  <c:v>341</c:v>
                </c:pt>
                <c:pt idx="342">
                  <c:v>342</c:v>
                </c:pt>
                <c:pt idx="343">
                  <c:v>343</c:v>
                </c:pt>
                <c:pt idx="344">
                  <c:v>344</c:v>
                </c:pt>
                <c:pt idx="345">
                  <c:v>345</c:v>
                </c:pt>
                <c:pt idx="346">
                  <c:v>346</c:v>
                </c:pt>
                <c:pt idx="347">
                  <c:v>347</c:v>
                </c:pt>
                <c:pt idx="348">
                  <c:v>348</c:v>
                </c:pt>
                <c:pt idx="349">
                  <c:v>349</c:v>
                </c:pt>
                <c:pt idx="350">
                  <c:v>350</c:v>
                </c:pt>
                <c:pt idx="351">
                  <c:v>351</c:v>
                </c:pt>
                <c:pt idx="352">
                  <c:v>352</c:v>
                </c:pt>
                <c:pt idx="353">
                  <c:v>353</c:v>
                </c:pt>
                <c:pt idx="354">
                  <c:v>354</c:v>
                </c:pt>
                <c:pt idx="355">
                  <c:v>355</c:v>
                </c:pt>
                <c:pt idx="356">
                  <c:v>356</c:v>
                </c:pt>
                <c:pt idx="357">
                  <c:v>357</c:v>
                </c:pt>
                <c:pt idx="358">
                  <c:v>358</c:v>
                </c:pt>
                <c:pt idx="359">
                  <c:v>359</c:v>
                </c:pt>
                <c:pt idx="360">
                  <c:v>360</c:v>
                </c:pt>
                <c:pt idx="361">
                  <c:v>361</c:v>
                </c:pt>
                <c:pt idx="362">
                  <c:v>362</c:v>
                </c:pt>
                <c:pt idx="363">
                  <c:v>363</c:v>
                </c:pt>
                <c:pt idx="364">
                  <c:v>364</c:v>
                </c:pt>
                <c:pt idx="365">
                  <c:v>365</c:v>
                </c:pt>
                <c:pt idx="366">
                  <c:v>366</c:v>
                </c:pt>
                <c:pt idx="367">
                  <c:v>367</c:v>
                </c:pt>
                <c:pt idx="368">
                  <c:v>368</c:v>
                </c:pt>
                <c:pt idx="369">
                  <c:v>369</c:v>
                </c:pt>
                <c:pt idx="370">
                  <c:v>370</c:v>
                </c:pt>
                <c:pt idx="371">
                  <c:v>371</c:v>
                </c:pt>
                <c:pt idx="372">
                  <c:v>372</c:v>
                </c:pt>
                <c:pt idx="373">
                  <c:v>373</c:v>
                </c:pt>
                <c:pt idx="374">
                  <c:v>374</c:v>
                </c:pt>
                <c:pt idx="375">
                  <c:v>375</c:v>
                </c:pt>
                <c:pt idx="376">
                  <c:v>376</c:v>
                </c:pt>
                <c:pt idx="377">
                  <c:v>377</c:v>
                </c:pt>
                <c:pt idx="378">
                  <c:v>378</c:v>
                </c:pt>
                <c:pt idx="379">
                  <c:v>379</c:v>
                </c:pt>
                <c:pt idx="380">
                  <c:v>380</c:v>
                </c:pt>
                <c:pt idx="381">
                  <c:v>381</c:v>
                </c:pt>
                <c:pt idx="382">
                  <c:v>382</c:v>
                </c:pt>
                <c:pt idx="383">
                  <c:v>383</c:v>
                </c:pt>
                <c:pt idx="384">
                  <c:v>384</c:v>
                </c:pt>
                <c:pt idx="385">
                  <c:v>385</c:v>
                </c:pt>
                <c:pt idx="386">
                  <c:v>386</c:v>
                </c:pt>
                <c:pt idx="387">
                  <c:v>387</c:v>
                </c:pt>
                <c:pt idx="388">
                  <c:v>388</c:v>
                </c:pt>
                <c:pt idx="389">
                  <c:v>389</c:v>
                </c:pt>
                <c:pt idx="390">
                  <c:v>390</c:v>
                </c:pt>
                <c:pt idx="391">
                  <c:v>391</c:v>
                </c:pt>
                <c:pt idx="392">
                  <c:v>392</c:v>
                </c:pt>
                <c:pt idx="393">
                  <c:v>393</c:v>
                </c:pt>
                <c:pt idx="394">
                  <c:v>394</c:v>
                </c:pt>
                <c:pt idx="395">
                  <c:v>395</c:v>
                </c:pt>
                <c:pt idx="396">
                  <c:v>396</c:v>
                </c:pt>
                <c:pt idx="397">
                  <c:v>397</c:v>
                </c:pt>
                <c:pt idx="398">
                  <c:v>398</c:v>
                </c:pt>
                <c:pt idx="399">
                  <c:v>399</c:v>
                </c:pt>
                <c:pt idx="400">
                  <c:v>400</c:v>
                </c:pt>
                <c:pt idx="401">
                  <c:v>401</c:v>
                </c:pt>
                <c:pt idx="402">
                  <c:v>402</c:v>
                </c:pt>
                <c:pt idx="403">
                  <c:v>403</c:v>
                </c:pt>
                <c:pt idx="404">
                  <c:v>404</c:v>
                </c:pt>
                <c:pt idx="405">
                  <c:v>405</c:v>
                </c:pt>
                <c:pt idx="406">
                  <c:v>406</c:v>
                </c:pt>
                <c:pt idx="407">
                  <c:v>407</c:v>
                </c:pt>
                <c:pt idx="408">
                  <c:v>408</c:v>
                </c:pt>
                <c:pt idx="409">
                  <c:v>409</c:v>
                </c:pt>
                <c:pt idx="410">
                  <c:v>410</c:v>
                </c:pt>
                <c:pt idx="411">
                  <c:v>411</c:v>
                </c:pt>
                <c:pt idx="412">
                  <c:v>412</c:v>
                </c:pt>
                <c:pt idx="413">
                  <c:v>413</c:v>
                </c:pt>
                <c:pt idx="414">
                  <c:v>414</c:v>
                </c:pt>
                <c:pt idx="415">
                  <c:v>415</c:v>
                </c:pt>
                <c:pt idx="416">
                  <c:v>416</c:v>
                </c:pt>
                <c:pt idx="417">
                  <c:v>417</c:v>
                </c:pt>
                <c:pt idx="418">
                  <c:v>418</c:v>
                </c:pt>
                <c:pt idx="419">
                  <c:v>419</c:v>
                </c:pt>
                <c:pt idx="420">
                  <c:v>420</c:v>
                </c:pt>
                <c:pt idx="421">
                  <c:v>421</c:v>
                </c:pt>
                <c:pt idx="422">
                  <c:v>422</c:v>
                </c:pt>
                <c:pt idx="423">
                  <c:v>423</c:v>
                </c:pt>
                <c:pt idx="424">
                  <c:v>424</c:v>
                </c:pt>
                <c:pt idx="425">
                  <c:v>425</c:v>
                </c:pt>
                <c:pt idx="426">
                  <c:v>426</c:v>
                </c:pt>
                <c:pt idx="427">
                  <c:v>427</c:v>
                </c:pt>
                <c:pt idx="428">
                  <c:v>428</c:v>
                </c:pt>
                <c:pt idx="429">
                  <c:v>429</c:v>
                </c:pt>
                <c:pt idx="430">
                  <c:v>430</c:v>
                </c:pt>
                <c:pt idx="431">
                  <c:v>431</c:v>
                </c:pt>
                <c:pt idx="432">
                  <c:v>432</c:v>
                </c:pt>
                <c:pt idx="433">
                  <c:v>433</c:v>
                </c:pt>
                <c:pt idx="434">
                  <c:v>434</c:v>
                </c:pt>
                <c:pt idx="435">
                  <c:v>435</c:v>
                </c:pt>
                <c:pt idx="436">
                  <c:v>436</c:v>
                </c:pt>
                <c:pt idx="437">
                  <c:v>437</c:v>
                </c:pt>
                <c:pt idx="438">
                  <c:v>438</c:v>
                </c:pt>
                <c:pt idx="439">
                  <c:v>439</c:v>
                </c:pt>
                <c:pt idx="440">
                  <c:v>440</c:v>
                </c:pt>
                <c:pt idx="441">
                  <c:v>441</c:v>
                </c:pt>
                <c:pt idx="442">
                  <c:v>442</c:v>
                </c:pt>
                <c:pt idx="443">
                  <c:v>443</c:v>
                </c:pt>
                <c:pt idx="444">
                  <c:v>444</c:v>
                </c:pt>
                <c:pt idx="445">
                  <c:v>445</c:v>
                </c:pt>
                <c:pt idx="446">
                  <c:v>446</c:v>
                </c:pt>
                <c:pt idx="447">
                  <c:v>447</c:v>
                </c:pt>
                <c:pt idx="448">
                  <c:v>448</c:v>
                </c:pt>
                <c:pt idx="449">
                  <c:v>449</c:v>
                </c:pt>
                <c:pt idx="450">
                  <c:v>450</c:v>
                </c:pt>
                <c:pt idx="451">
                  <c:v>451</c:v>
                </c:pt>
                <c:pt idx="452">
                  <c:v>452</c:v>
                </c:pt>
                <c:pt idx="453">
                  <c:v>453</c:v>
                </c:pt>
                <c:pt idx="454">
                  <c:v>454</c:v>
                </c:pt>
                <c:pt idx="455">
                  <c:v>455</c:v>
                </c:pt>
                <c:pt idx="456">
                  <c:v>456</c:v>
                </c:pt>
                <c:pt idx="457">
                  <c:v>457</c:v>
                </c:pt>
                <c:pt idx="458">
                  <c:v>458</c:v>
                </c:pt>
                <c:pt idx="459">
                  <c:v>459</c:v>
                </c:pt>
                <c:pt idx="460">
                  <c:v>460</c:v>
                </c:pt>
                <c:pt idx="461">
                  <c:v>461</c:v>
                </c:pt>
                <c:pt idx="462">
                  <c:v>462</c:v>
                </c:pt>
                <c:pt idx="463">
                  <c:v>463</c:v>
                </c:pt>
                <c:pt idx="464">
                  <c:v>464</c:v>
                </c:pt>
                <c:pt idx="465">
                  <c:v>465</c:v>
                </c:pt>
                <c:pt idx="466">
                  <c:v>466</c:v>
                </c:pt>
                <c:pt idx="467">
                  <c:v>467</c:v>
                </c:pt>
                <c:pt idx="468">
                  <c:v>468</c:v>
                </c:pt>
                <c:pt idx="469">
                  <c:v>469</c:v>
                </c:pt>
                <c:pt idx="470">
                  <c:v>470</c:v>
                </c:pt>
                <c:pt idx="471">
                  <c:v>471</c:v>
                </c:pt>
                <c:pt idx="472">
                  <c:v>472</c:v>
                </c:pt>
                <c:pt idx="473">
                  <c:v>473</c:v>
                </c:pt>
                <c:pt idx="474">
                  <c:v>474</c:v>
                </c:pt>
                <c:pt idx="475">
                  <c:v>475</c:v>
                </c:pt>
                <c:pt idx="476">
                  <c:v>476</c:v>
                </c:pt>
                <c:pt idx="477">
                  <c:v>477</c:v>
                </c:pt>
                <c:pt idx="478">
                  <c:v>478</c:v>
                </c:pt>
                <c:pt idx="479">
                  <c:v>479</c:v>
                </c:pt>
                <c:pt idx="480">
                  <c:v>480</c:v>
                </c:pt>
                <c:pt idx="481">
                  <c:v>481</c:v>
                </c:pt>
                <c:pt idx="482">
                  <c:v>482</c:v>
                </c:pt>
                <c:pt idx="483">
                  <c:v>483</c:v>
                </c:pt>
                <c:pt idx="484">
                  <c:v>484</c:v>
                </c:pt>
                <c:pt idx="485">
                  <c:v>485</c:v>
                </c:pt>
                <c:pt idx="486">
                  <c:v>486</c:v>
                </c:pt>
                <c:pt idx="487">
                  <c:v>487</c:v>
                </c:pt>
                <c:pt idx="488">
                  <c:v>488</c:v>
                </c:pt>
                <c:pt idx="489">
                  <c:v>489</c:v>
                </c:pt>
                <c:pt idx="490">
                  <c:v>490</c:v>
                </c:pt>
                <c:pt idx="491">
                  <c:v>491</c:v>
                </c:pt>
                <c:pt idx="492">
                  <c:v>492</c:v>
                </c:pt>
                <c:pt idx="493">
                  <c:v>493</c:v>
                </c:pt>
                <c:pt idx="494">
                  <c:v>494</c:v>
                </c:pt>
                <c:pt idx="495">
                  <c:v>495</c:v>
                </c:pt>
                <c:pt idx="496">
                  <c:v>496</c:v>
                </c:pt>
                <c:pt idx="497">
                  <c:v>497</c:v>
                </c:pt>
                <c:pt idx="498">
                  <c:v>498</c:v>
                </c:pt>
                <c:pt idx="499">
                  <c:v>499</c:v>
                </c:pt>
                <c:pt idx="500">
                  <c:v>500</c:v>
                </c:pt>
                <c:pt idx="501">
                  <c:v>501</c:v>
                </c:pt>
                <c:pt idx="502">
                  <c:v>502</c:v>
                </c:pt>
                <c:pt idx="503">
                  <c:v>503</c:v>
                </c:pt>
                <c:pt idx="504">
                  <c:v>504</c:v>
                </c:pt>
                <c:pt idx="505">
                  <c:v>505</c:v>
                </c:pt>
                <c:pt idx="506">
                  <c:v>506</c:v>
                </c:pt>
                <c:pt idx="507">
                  <c:v>507</c:v>
                </c:pt>
                <c:pt idx="508">
                  <c:v>508</c:v>
                </c:pt>
                <c:pt idx="509">
                  <c:v>509</c:v>
                </c:pt>
                <c:pt idx="510">
                  <c:v>510</c:v>
                </c:pt>
                <c:pt idx="511">
                  <c:v>511</c:v>
                </c:pt>
                <c:pt idx="512">
                  <c:v>512</c:v>
                </c:pt>
                <c:pt idx="513">
                  <c:v>513</c:v>
                </c:pt>
                <c:pt idx="514">
                  <c:v>514</c:v>
                </c:pt>
                <c:pt idx="515">
                  <c:v>515</c:v>
                </c:pt>
                <c:pt idx="516">
                  <c:v>516</c:v>
                </c:pt>
                <c:pt idx="517">
                  <c:v>517</c:v>
                </c:pt>
                <c:pt idx="518">
                  <c:v>518</c:v>
                </c:pt>
                <c:pt idx="519">
                  <c:v>519</c:v>
                </c:pt>
                <c:pt idx="520">
                  <c:v>520</c:v>
                </c:pt>
                <c:pt idx="521">
                  <c:v>521</c:v>
                </c:pt>
                <c:pt idx="522">
                  <c:v>522</c:v>
                </c:pt>
                <c:pt idx="523">
                  <c:v>523</c:v>
                </c:pt>
                <c:pt idx="524">
                  <c:v>524</c:v>
                </c:pt>
                <c:pt idx="525">
                  <c:v>525</c:v>
                </c:pt>
                <c:pt idx="526">
                  <c:v>526</c:v>
                </c:pt>
                <c:pt idx="527">
                  <c:v>527</c:v>
                </c:pt>
                <c:pt idx="528">
                  <c:v>528</c:v>
                </c:pt>
                <c:pt idx="529">
                  <c:v>529</c:v>
                </c:pt>
                <c:pt idx="530">
                  <c:v>530</c:v>
                </c:pt>
                <c:pt idx="531">
                  <c:v>531</c:v>
                </c:pt>
                <c:pt idx="532">
                  <c:v>532</c:v>
                </c:pt>
                <c:pt idx="533">
                  <c:v>533</c:v>
                </c:pt>
                <c:pt idx="534">
                  <c:v>534</c:v>
                </c:pt>
                <c:pt idx="535">
                  <c:v>535</c:v>
                </c:pt>
                <c:pt idx="536">
                  <c:v>536</c:v>
                </c:pt>
                <c:pt idx="537">
                  <c:v>537</c:v>
                </c:pt>
                <c:pt idx="538">
                  <c:v>538</c:v>
                </c:pt>
                <c:pt idx="539">
                  <c:v>539</c:v>
                </c:pt>
                <c:pt idx="540">
                  <c:v>540</c:v>
                </c:pt>
                <c:pt idx="541">
                  <c:v>541</c:v>
                </c:pt>
                <c:pt idx="542">
                  <c:v>542</c:v>
                </c:pt>
                <c:pt idx="543">
                  <c:v>543</c:v>
                </c:pt>
                <c:pt idx="544">
                  <c:v>544</c:v>
                </c:pt>
                <c:pt idx="545">
                  <c:v>545</c:v>
                </c:pt>
                <c:pt idx="546">
                  <c:v>546</c:v>
                </c:pt>
                <c:pt idx="547">
                  <c:v>547</c:v>
                </c:pt>
                <c:pt idx="548">
                  <c:v>548</c:v>
                </c:pt>
                <c:pt idx="549">
                  <c:v>549</c:v>
                </c:pt>
                <c:pt idx="550">
                  <c:v>550</c:v>
                </c:pt>
                <c:pt idx="551">
                  <c:v>551</c:v>
                </c:pt>
                <c:pt idx="552">
                  <c:v>552</c:v>
                </c:pt>
                <c:pt idx="553">
                  <c:v>553</c:v>
                </c:pt>
                <c:pt idx="554">
                  <c:v>554</c:v>
                </c:pt>
                <c:pt idx="555">
                  <c:v>555</c:v>
                </c:pt>
                <c:pt idx="556">
                  <c:v>556</c:v>
                </c:pt>
                <c:pt idx="557">
                  <c:v>557</c:v>
                </c:pt>
                <c:pt idx="558">
                  <c:v>558</c:v>
                </c:pt>
                <c:pt idx="559">
                  <c:v>559</c:v>
                </c:pt>
                <c:pt idx="560">
                  <c:v>560</c:v>
                </c:pt>
                <c:pt idx="561">
                  <c:v>561</c:v>
                </c:pt>
                <c:pt idx="562">
                  <c:v>562</c:v>
                </c:pt>
                <c:pt idx="563">
                  <c:v>563</c:v>
                </c:pt>
                <c:pt idx="564">
                  <c:v>564</c:v>
                </c:pt>
                <c:pt idx="565">
                  <c:v>565</c:v>
                </c:pt>
                <c:pt idx="566">
                  <c:v>566</c:v>
                </c:pt>
                <c:pt idx="567">
                  <c:v>567</c:v>
                </c:pt>
                <c:pt idx="568">
                  <c:v>568</c:v>
                </c:pt>
                <c:pt idx="569">
                  <c:v>569</c:v>
                </c:pt>
                <c:pt idx="570">
                  <c:v>570</c:v>
                </c:pt>
                <c:pt idx="571">
                  <c:v>571</c:v>
                </c:pt>
                <c:pt idx="572">
                  <c:v>572</c:v>
                </c:pt>
                <c:pt idx="573">
                  <c:v>573</c:v>
                </c:pt>
                <c:pt idx="574">
                  <c:v>574</c:v>
                </c:pt>
                <c:pt idx="575">
                  <c:v>575</c:v>
                </c:pt>
                <c:pt idx="576">
                  <c:v>576</c:v>
                </c:pt>
                <c:pt idx="577">
                  <c:v>577</c:v>
                </c:pt>
                <c:pt idx="578">
                  <c:v>578</c:v>
                </c:pt>
                <c:pt idx="579">
                  <c:v>579</c:v>
                </c:pt>
                <c:pt idx="580">
                  <c:v>580</c:v>
                </c:pt>
                <c:pt idx="581">
                  <c:v>581</c:v>
                </c:pt>
                <c:pt idx="582">
                  <c:v>582</c:v>
                </c:pt>
                <c:pt idx="583">
                  <c:v>583</c:v>
                </c:pt>
                <c:pt idx="584">
                  <c:v>584</c:v>
                </c:pt>
                <c:pt idx="585">
                  <c:v>585</c:v>
                </c:pt>
                <c:pt idx="586">
                  <c:v>586</c:v>
                </c:pt>
                <c:pt idx="587">
                  <c:v>587</c:v>
                </c:pt>
                <c:pt idx="588">
                  <c:v>588</c:v>
                </c:pt>
                <c:pt idx="589">
                  <c:v>589</c:v>
                </c:pt>
                <c:pt idx="590">
                  <c:v>590</c:v>
                </c:pt>
                <c:pt idx="591">
                  <c:v>591</c:v>
                </c:pt>
                <c:pt idx="592">
                  <c:v>592</c:v>
                </c:pt>
                <c:pt idx="593">
                  <c:v>593</c:v>
                </c:pt>
                <c:pt idx="594">
                  <c:v>594</c:v>
                </c:pt>
                <c:pt idx="595">
                  <c:v>595</c:v>
                </c:pt>
                <c:pt idx="596">
                  <c:v>596</c:v>
                </c:pt>
                <c:pt idx="597">
                  <c:v>597</c:v>
                </c:pt>
                <c:pt idx="598">
                  <c:v>598</c:v>
                </c:pt>
                <c:pt idx="599">
                  <c:v>599</c:v>
                </c:pt>
                <c:pt idx="600">
                  <c:v>600</c:v>
                </c:pt>
                <c:pt idx="601">
                  <c:v>601</c:v>
                </c:pt>
                <c:pt idx="602">
                  <c:v>602</c:v>
                </c:pt>
                <c:pt idx="603">
                  <c:v>603</c:v>
                </c:pt>
                <c:pt idx="604">
                  <c:v>604</c:v>
                </c:pt>
                <c:pt idx="605">
                  <c:v>605</c:v>
                </c:pt>
                <c:pt idx="606">
                  <c:v>606</c:v>
                </c:pt>
                <c:pt idx="607">
                  <c:v>607</c:v>
                </c:pt>
                <c:pt idx="608">
                  <c:v>608</c:v>
                </c:pt>
                <c:pt idx="609">
                  <c:v>609</c:v>
                </c:pt>
                <c:pt idx="610">
                  <c:v>610</c:v>
                </c:pt>
                <c:pt idx="611">
                  <c:v>611</c:v>
                </c:pt>
                <c:pt idx="612">
                  <c:v>612</c:v>
                </c:pt>
                <c:pt idx="613">
                  <c:v>613</c:v>
                </c:pt>
                <c:pt idx="614">
                  <c:v>614</c:v>
                </c:pt>
                <c:pt idx="615">
                  <c:v>615</c:v>
                </c:pt>
                <c:pt idx="616">
                  <c:v>616</c:v>
                </c:pt>
                <c:pt idx="617">
                  <c:v>617</c:v>
                </c:pt>
                <c:pt idx="618">
                  <c:v>618</c:v>
                </c:pt>
                <c:pt idx="619">
                  <c:v>619</c:v>
                </c:pt>
                <c:pt idx="620">
                  <c:v>620</c:v>
                </c:pt>
                <c:pt idx="621">
                  <c:v>621</c:v>
                </c:pt>
                <c:pt idx="622">
                  <c:v>622</c:v>
                </c:pt>
                <c:pt idx="623">
                  <c:v>623</c:v>
                </c:pt>
                <c:pt idx="624">
                  <c:v>624</c:v>
                </c:pt>
                <c:pt idx="625">
                  <c:v>625</c:v>
                </c:pt>
                <c:pt idx="626">
                  <c:v>626</c:v>
                </c:pt>
                <c:pt idx="627">
                  <c:v>627</c:v>
                </c:pt>
                <c:pt idx="628">
                  <c:v>628</c:v>
                </c:pt>
                <c:pt idx="629">
                  <c:v>629</c:v>
                </c:pt>
                <c:pt idx="630">
                  <c:v>630</c:v>
                </c:pt>
                <c:pt idx="631">
                  <c:v>631</c:v>
                </c:pt>
                <c:pt idx="632">
                  <c:v>632</c:v>
                </c:pt>
                <c:pt idx="633">
                  <c:v>633</c:v>
                </c:pt>
                <c:pt idx="634">
                  <c:v>634</c:v>
                </c:pt>
                <c:pt idx="635">
                  <c:v>635</c:v>
                </c:pt>
                <c:pt idx="636">
                  <c:v>636</c:v>
                </c:pt>
                <c:pt idx="637">
                  <c:v>637</c:v>
                </c:pt>
                <c:pt idx="638">
                  <c:v>638</c:v>
                </c:pt>
                <c:pt idx="639">
                  <c:v>639</c:v>
                </c:pt>
                <c:pt idx="640">
                  <c:v>640</c:v>
                </c:pt>
                <c:pt idx="641">
                  <c:v>641</c:v>
                </c:pt>
                <c:pt idx="642">
                  <c:v>642</c:v>
                </c:pt>
                <c:pt idx="643">
                  <c:v>643</c:v>
                </c:pt>
                <c:pt idx="644">
                  <c:v>644</c:v>
                </c:pt>
                <c:pt idx="645">
                  <c:v>645</c:v>
                </c:pt>
                <c:pt idx="646">
                  <c:v>646</c:v>
                </c:pt>
                <c:pt idx="647">
                  <c:v>647</c:v>
                </c:pt>
                <c:pt idx="648">
                  <c:v>648</c:v>
                </c:pt>
                <c:pt idx="649">
                  <c:v>649</c:v>
                </c:pt>
                <c:pt idx="650">
                  <c:v>650</c:v>
                </c:pt>
                <c:pt idx="651">
                  <c:v>651</c:v>
                </c:pt>
                <c:pt idx="652">
                  <c:v>652</c:v>
                </c:pt>
                <c:pt idx="653">
                  <c:v>653</c:v>
                </c:pt>
                <c:pt idx="654">
                  <c:v>654</c:v>
                </c:pt>
                <c:pt idx="655">
                  <c:v>655</c:v>
                </c:pt>
                <c:pt idx="656">
                  <c:v>656</c:v>
                </c:pt>
                <c:pt idx="657">
                  <c:v>657</c:v>
                </c:pt>
                <c:pt idx="658">
                  <c:v>658</c:v>
                </c:pt>
                <c:pt idx="659">
                  <c:v>659</c:v>
                </c:pt>
                <c:pt idx="660">
                  <c:v>660</c:v>
                </c:pt>
                <c:pt idx="661">
                  <c:v>661</c:v>
                </c:pt>
                <c:pt idx="662">
                  <c:v>662</c:v>
                </c:pt>
                <c:pt idx="663">
                  <c:v>663</c:v>
                </c:pt>
                <c:pt idx="664">
                  <c:v>664</c:v>
                </c:pt>
                <c:pt idx="665">
                  <c:v>665</c:v>
                </c:pt>
                <c:pt idx="666">
                  <c:v>666</c:v>
                </c:pt>
                <c:pt idx="667">
                  <c:v>667</c:v>
                </c:pt>
                <c:pt idx="668">
                  <c:v>668</c:v>
                </c:pt>
                <c:pt idx="669">
                  <c:v>669</c:v>
                </c:pt>
                <c:pt idx="670">
                  <c:v>670</c:v>
                </c:pt>
                <c:pt idx="671">
                  <c:v>671</c:v>
                </c:pt>
                <c:pt idx="672">
                  <c:v>672</c:v>
                </c:pt>
                <c:pt idx="673">
                  <c:v>673</c:v>
                </c:pt>
                <c:pt idx="674">
                  <c:v>674</c:v>
                </c:pt>
                <c:pt idx="675">
                  <c:v>675</c:v>
                </c:pt>
                <c:pt idx="676">
                  <c:v>676</c:v>
                </c:pt>
                <c:pt idx="677">
                  <c:v>677</c:v>
                </c:pt>
                <c:pt idx="678">
                  <c:v>678</c:v>
                </c:pt>
                <c:pt idx="679">
                  <c:v>679</c:v>
                </c:pt>
                <c:pt idx="680">
                  <c:v>680</c:v>
                </c:pt>
                <c:pt idx="681">
                  <c:v>681</c:v>
                </c:pt>
                <c:pt idx="682">
                  <c:v>682</c:v>
                </c:pt>
                <c:pt idx="683">
                  <c:v>683</c:v>
                </c:pt>
                <c:pt idx="684">
                  <c:v>684</c:v>
                </c:pt>
                <c:pt idx="685">
                  <c:v>685</c:v>
                </c:pt>
                <c:pt idx="686">
                  <c:v>686</c:v>
                </c:pt>
                <c:pt idx="687">
                  <c:v>687</c:v>
                </c:pt>
                <c:pt idx="688">
                  <c:v>688</c:v>
                </c:pt>
                <c:pt idx="689">
                  <c:v>689</c:v>
                </c:pt>
                <c:pt idx="690">
                  <c:v>690</c:v>
                </c:pt>
                <c:pt idx="691">
                  <c:v>691</c:v>
                </c:pt>
                <c:pt idx="692">
                  <c:v>692</c:v>
                </c:pt>
                <c:pt idx="693">
                  <c:v>693</c:v>
                </c:pt>
                <c:pt idx="694">
                  <c:v>694</c:v>
                </c:pt>
                <c:pt idx="695">
                  <c:v>695</c:v>
                </c:pt>
                <c:pt idx="696">
                  <c:v>696</c:v>
                </c:pt>
                <c:pt idx="697">
                  <c:v>697</c:v>
                </c:pt>
                <c:pt idx="698">
                  <c:v>698</c:v>
                </c:pt>
                <c:pt idx="699">
                  <c:v>699</c:v>
                </c:pt>
                <c:pt idx="700">
                  <c:v>700</c:v>
                </c:pt>
                <c:pt idx="701">
                  <c:v>701</c:v>
                </c:pt>
                <c:pt idx="702">
                  <c:v>702</c:v>
                </c:pt>
                <c:pt idx="703">
                  <c:v>703</c:v>
                </c:pt>
                <c:pt idx="704">
                  <c:v>704</c:v>
                </c:pt>
                <c:pt idx="705">
                  <c:v>705</c:v>
                </c:pt>
                <c:pt idx="706">
                  <c:v>706</c:v>
                </c:pt>
                <c:pt idx="707">
                  <c:v>707</c:v>
                </c:pt>
                <c:pt idx="708">
                  <c:v>708</c:v>
                </c:pt>
                <c:pt idx="709">
                  <c:v>709</c:v>
                </c:pt>
                <c:pt idx="710">
                  <c:v>710</c:v>
                </c:pt>
                <c:pt idx="711">
                  <c:v>711</c:v>
                </c:pt>
                <c:pt idx="712">
                  <c:v>712</c:v>
                </c:pt>
                <c:pt idx="713">
                  <c:v>713</c:v>
                </c:pt>
                <c:pt idx="714">
                  <c:v>714</c:v>
                </c:pt>
                <c:pt idx="715">
                  <c:v>715</c:v>
                </c:pt>
                <c:pt idx="716">
                  <c:v>716</c:v>
                </c:pt>
                <c:pt idx="717">
                  <c:v>717</c:v>
                </c:pt>
                <c:pt idx="718">
                  <c:v>718</c:v>
                </c:pt>
                <c:pt idx="719">
                  <c:v>719</c:v>
                </c:pt>
                <c:pt idx="720">
                  <c:v>720</c:v>
                </c:pt>
                <c:pt idx="721">
                  <c:v>721</c:v>
                </c:pt>
                <c:pt idx="722">
                  <c:v>722</c:v>
                </c:pt>
                <c:pt idx="723">
                  <c:v>723</c:v>
                </c:pt>
                <c:pt idx="724">
                  <c:v>724</c:v>
                </c:pt>
                <c:pt idx="725">
                  <c:v>725</c:v>
                </c:pt>
                <c:pt idx="726">
                  <c:v>726</c:v>
                </c:pt>
                <c:pt idx="727">
                  <c:v>727</c:v>
                </c:pt>
                <c:pt idx="728">
                  <c:v>728</c:v>
                </c:pt>
                <c:pt idx="729">
                  <c:v>729</c:v>
                </c:pt>
                <c:pt idx="730">
                  <c:v>730</c:v>
                </c:pt>
                <c:pt idx="731">
                  <c:v>731</c:v>
                </c:pt>
                <c:pt idx="732">
                  <c:v>732</c:v>
                </c:pt>
                <c:pt idx="733">
                  <c:v>733</c:v>
                </c:pt>
                <c:pt idx="734">
                  <c:v>734</c:v>
                </c:pt>
                <c:pt idx="735">
                  <c:v>735</c:v>
                </c:pt>
                <c:pt idx="736">
                  <c:v>736</c:v>
                </c:pt>
                <c:pt idx="737">
                  <c:v>737</c:v>
                </c:pt>
                <c:pt idx="738">
                  <c:v>738</c:v>
                </c:pt>
                <c:pt idx="739">
                  <c:v>739</c:v>
                </c:pt>
                <c:pt idx="740">
                  <c:v>740</c:v>
                </c:pt>
                <c:pt idx="741">
                  <c:v>741</c:v>
                </c:pt>
                <c:pt idx="742">
                  <c:v>742</c:v>
                </c:pt>
                <c:pt idx="743">
                  <c:v>743</c:v>
                </c:pt>
                <c:pt idx="744">
                  <c:v>744</c:v>
                </c:pt>
                <c:pt idx="745">
                  <c:v>745</c:v>
                </c:pt>
                <c:pt idx="746">
                  <c:v>746</c:v>
                </c:pt>
                <c:pt idx="747">
                  <c:v>747</c:v>
                </c:pt>
                <c:pt idx="748">
                  <c:v>748</c:v>
                </c:pt>
                <c:pt idx="749">
                  <c:v>749</c:v>
                </c:pt>
                <c:pt idx="750">
                  <c:v>750</c:v>
                </c:pt>
                <c:pt idx="751">
                  <c:v>751</c:v>
                </c:pt>
                <c:pt idx="752">
                  <c:v>752</c:v>
                </c:pt>
                <c:pt idx="753">
                  <c:v>753</c:v>
                </c:pt>
                <c:pt idx="754">
                  <c:v>754</c:v>
                </c:pt>
                <c:pt idx="755">
                  <c:v>755</c:v>
                </c:pt>
                <c:pt idx="756">
                  <c:v>756</c:v>
                </c:pt>
                <c:pt idx="757">
                  <c:v>757</c:v>
                </c:pt>
                <c:pt idx="758">
                  <c:v>758</c:v>
                </c:pt>
                <c:pt idx="759">
                  <c:v>759</c:v>
                </c:pt>
                <c:pt idx="760">
                  <c:v>760</c:v>
                </c:pt>
                <c:pt idx="761">
                  <c:v>761</c:v>
                </c:pt>
                <c:pt idx="762">
                  <c:v>762</c:v>
                </c:pt>
                <c:pt idx="763">
                  <c:v>763</c:v>
                </c:pt>
                <c:pt idx="764">
                  <c:v>764</c:v>
                </c:pt>
                <c:pt idx="765">
                  <c:v>765</c:v>
                </c:pt>
                <c:pt idx="766">
                  <c:v>766</c:v>
                </c:pt>
                <c:pt idx="767">
                  <c:v>767</c:v>
                </c:pt>
                <c:pt idx="768">
                  <c:v>768</c:v>
                </c:pt>
                <c:pt idx="769">
                  <c:v>769</c:v>
                </c:pt>
                <c:pt idx="770">
                  <c:v>770</c:v>
                </c:pt>
                <c:pt idx="771">
                  <c:v>771</c:v>
                </c:pt>
                <c:pt idx="772">
                  <c:v>772</c:v>
                </c:pt>
                <c:pt idx="773">
                  <c:v>773</c:v>
                </c:pt>
                <c:pt idx="774">
                  <c:v>774</c:v>
                </c:pt>
                <c:pt idx="775">
                  <c:v>775</c:v>
                </c:pt>
                <c:pt idx="776">
                  <c:v>776</c:v>
                </c:pt>
                <c:pt idx="777">
                  <c:v>777</c:v>
                </c:pt>
                <c:pt idx="778">
                  <c:v>778</c:v>
                </c:pt>
                <c:pt idx="779">
                  <c:v>779</c:v>
                </c:pt>
                <c:pt idx="780">
                  <c:v>780</c:v>
                </c:pt>
                <c:pt idx="781">
                  <c:v>781</c:v>
                </c:pt>
                <c:pt idx="782">
                  <c:v>782</c:v>
                </c:pt>
                <c:pt idx="783">
                  <c:v>783</c:v>
                </c:pt>
                <c:pt idx="784">
                  <c:v>784</c:v>
                </c:pt>
                <c:pt idx="785">
                  <c:v>785</c:v>
                </c:pt>
                <c:pt idx="786">
                  <c:v>786</c:v>
                </c:pt>
                <c:pt idx="787">
                  <c:v>787</c:v>
                </c:pt>
                <c:pt idx="788">
                  <c:v>788</c:v>
                </c:pt>
                <c:pt idx="789">
                  <c:v>789</c:v>
                </c:pt>
                <c:pt idx="790">
                  <c:v>790</c:v>
                </c:pt>
                <c:pt idx="791">
                  <c:v>791</c:v>
                </c:pt>
                <c:pt idx="792">
                  <c:v>792</c:v>
                </c:pt>
                <c:pt idx="793">
                  <c:v>793</c:v>
                </c:pt>
                <c:pt idx="794">
                  <c:v>794</c:v>
                </c:pt>
                <c:pt idx="795">
                  <c:v>795</c:v>
                </c:pt>
                <c:pt idx="796">
                  <c:v>796</c:v>
                </c:pt>
                <c:pt idx="797">
                  <c:v>797</c:v>
                </c:pt>
                <c:pt idx="798">
                  <c:v>798</c:v>
                </c:pt>
                <c:pt idx="799">
                  <c:v>799</c:v>
                </c:pt>
                <c:pt idx="800">
                  <c:v>800</c:v>
                </c:pt>
                <c:pt idx="801">
                  <c:v>801</c:v>
                </c:pt>
                <c:pt idx="802">
                  <c:v>802</c:v>
                </c:pt>
                <c:pt idx="803">
                  <c:v>803</c:v>
                </c:pt>
                <c:pt idx="804">
                  <c:v>804</c:v>
                </c:pt>
                <c:pt idx="805">
                  <c:v>805</c:v>
                </c:pt>
                <c:pt idx="806">
                  <c:v>806</c:v>
                </c:pt>
                <c:pt idx="807">
                  <c:v>807</c:v>
                </c:pt>
                <c:pt idx="808">
                  <c:v>808</c:v>
                </c:pt>
                <c:pt idx="809">
                  <c:v>809</c:v>
                </c:pt>
                <c:pt idx="810">
                  <c:v>810</c:v>
                </c:pt>
                <c:pt idx="811">
                  <c:v>811</c:v>
                </c:pt>
                <c:pt idx="812">
                  <c:v>812</c:v>
                </c:pt>
                <c:pt idx="813">
                  <c:v>813</c:v>
                </c:pt>
                <c:pt idx="814">
                  <c:v>814</c:v>
                </c:pt>
                <c:pt idx="815">
                  <c:v>815</c:v>
                </c:pt>
                <c:pt idx="816">
                  <c:v>816</c:v>
                </c:pt>
                <c:pt idx="817">
                  <c:v>817</c:v>
                </c:pt>
                <c:pt idx="818">
                  <c:v>818</c:v>
                </c:pt>
                <c:pt idx="819">
                  <c:v>819</c:v>
                </c:pt>
                <c:pt idx="820">
                  <c:v>820</c:v>
                </c:pt>
                <c:pt idx="821">
                  <c:v>821</c:v>
                </c:pt>
                <c:pt idx="822">
                  <c:v>822</c:v>
                </c:pt>
                <c:pt idx="823">
                  <c:v>823</c:v>
                </c:pt>
                <c:pt idx="824">
                  <c:v>824</c:v>
                </c:pt>
                <c:pt idx="825">
                  <c:v>825</c:v>
                </c:pt>
                <c:pt idx="826">
                  <c:v>826</c:v>
                </c:pt>
                <c:pt idx="827">
                  <c:v>827</c:v>
                </c:pt>
                <c:pt idx="828">
                  <c:v>828</c:v>
                </c:pt>
                <c:pt idx="829">
                  <c:v>829</c:v>
                </c:pt>
                <c:pt idx="830">
                  <c:v>830</c:v>
                </c:pt>
                <c:pt idx="831">
                  <c:v>831</c:v>
                </c:pt>
                <c:pt idx="832">
                  <c:v>832</c:v>
                </c:pt>
                <c:pt idx="833">
                  <c:v>833</c:v>
                </c:pt>
                <c:pt idx="834">
                  <c:v>834</c:v>
                </c:pt>
                <c:pt idx="835">
                  <c:v>835</c:v>
                </c:pt>
                <c:pt idx="836">
                  <c:v>836</c:v>
                </c:pt>
                <c:pt idx="837">
                  <c:v>837</c:v>
                </c:pt>
                <c:pt idx="838">
                  <c:v>838</c:v>
                </c:pt>
                <c:pt idx="839">
                  <c:v>839</c:v>
                </c:pt>
                <c:pt idx="840">
                  <c:v>840</c:v>
                </c:pt>
                <c:pt idx="841">
                  <c:v>841</c:v>
                </c:pt>
                <c:pt idx="842">
                  <c:v>842</c:v>
                </c:pt>
                <c:pt idx="843">
                  <c:v>843</c:v>
                </c:pt>
                <c:pt idx="844">
                  <c:v>844</c:v>
                </c:pt>
                <c:pt idx="845">
                  <c:v>845</c:v>
                </c:pt>
                <c:pt idx="846">
                  <c:v>846</c:v>
                </c:pt>
                <c:pt idx="847">
                  <c:v>847</c:v>
                </c:pt>
                <c:pt idx="848">
                  <c:v>848</c:v>
                </c:pt>
                <c:pt idx="849">
                  <c:v>849</c:v>
                </c:pt>
                <c:pt idx="850">
                  <c:v>850</c:v>
                </c:pt>
                <c:pt idx="851">
                  <c:v>851</c:v>
                </c:pt>
                <c:pt idx="852">
                  <c:v>852</c:v>
                </c:pt>
                <c:pt idx="853">
                  <c:v>853</c:v>
                </c:pt>
                <c:pt idx="854">
                  <c:v>854</c:v>
                </c:pt>
                <c:pt idx="855">
                  <c:v>855</c:v>
                </c:pt>
                <c:pt idx="856">
                  <c:v>856</c:v>
                </c:pt>
                <c:pt idx="857">
                  <c:v>857</c:v>
                </c:pt>
                <c:pt idx="858">
                  <c:v>858</c:v>
                </c:pt>
                <c:pt idx="859">
                  <c:v>859</c:v>
                </c:pt>
                <c:pt idx="860">
                  <c:v>860</c:v>
                </c:pt>
                <c:pt idx="861">
                  <c:v>861</c:v>
                </c:pt>
                <c:pt idx="862">
                  <c:v>862</c:v>
                </c:pt>
                <c:pt idx="863">
                  <c:v>863</c:v>
                </c:pt>
                <c:pt idx="864">
                  <c:v>864</c:v>
                </c:pt>
                <c:pt idx="865">
                  <c:v>865</c:v>
                </c:pt>
                <c:pt idx="866">
                  <c:v>866</c:v>
                </c:pt>
                <c:pt idx="867">
                  <c:v>867</c:v>
                </c:pt>
                <c:pt idx="868">
                  <c:v>868</c:v>
                </c:pt>
                <c:pt idx="869">
                  <c:v>869</c:v>
                </c:pt>
                <c:pt idx="870">
                  <c:v>870</c:v>
                </c:pt>
                <c:pt idx="871">
                  <c:v>871</c:v>
                </c:pt>
                <c:pt idx="872">
                  <c:v>872</c:v>
                </c:pt>
                <c:pt idx="873">
                  <c:v>873</c:v>
                </c:pt>
                <c:pt idx="874">
                  <c:v>874</c:v>
                </c:pt>
                <c:pt idx="875">
                  <c:v>875</c:v>
                </c:pt>
                <c:pt idx="876">
                  <c:v>876</c:v>
                </c:pt>
                <c:pt idx="877">
                  <c:v>877</c:v>
                </c:pt>
                <c:pt idx="878">
                  <c:v>878</c:v>
                </c:pt>
                <c:pt idx="879">
                  <c:v>879</c:v>
                </c:pt>
                <c:pt idx="880">
                  <c:v>880</c:v>
                </c:pt>
                <c:pt idx="881">
                  <c:v>881</c:v>
                </c:pt>
                <c:pt idx="882">
                  <c:v>882</c:v>
                </c:pt>
                <c:pt idx="883">
                  <c:v>883</c:v>
                </c:pt>
                <c:pt idx="884">
                  <c:v>884</c:v>
                </c:pt>
                <c:pt idx="885">
                  <c:v>885</c:v>
                </c:pt>
                <c:pt idx="886">
                  <c:v>886</c:v>
                </c:pt>
                <c:pt idx="887">
                  <c:v>887</c:v>
                </c:pt>
                <c:pt idx="888">
                  <c:v>888</c:v>
                </c:pt>
                <c:pt idx="889">
                  <c:v>889</c:v>
                </c:pt>
                <c:pt idx="890">
                  <c:v>890</c:v>
                </c:pt>
                <c:pt idx="891">
                  <c:v>891</c:v>
                </c:pt>
                <c:pt idx="892">
                  <c:v>892</c:v>
                </c:pt>
                <c:pt idx="893">
                  <c:v>893</c:v>
                </c:pt>
                <c:pt idx="894">
                  <c:v>894</c:v>
                </c:pt>
                <c:pt idx="895">
                  <c:v>895</c:v>
                </c:pt>
                <c:pt idx="896">
                  <c:v>896</c:v>
                </c:pt>
                <c:pt idx="897">
                  <c:v>897</c:v>
                </c:pt>
                <c:pt idx="898">
                  <c:v>898</c:v>
                </c:pt>
                <c:pt idx="899">
                  <c:v>899</c:v>
                </c:pt>
                <c:pt idx="900">
                  <c:v>900</c:v>
                </c:pt>
                <c:pt idx="901">
                  <c:v>901</c:v>
                </c:pt>
                <c:pt idx="902">
                  <c:v>902</c:v>
                </c:pt>
                <c:pt idx="903">
                  <c:v>903</c:v>
                </c:pt>
                <c:pt idx="904">
                  <c:v>904</c:v>
                </c:pt>
                <c:pt idx="905">
                  <c:v>905</c:v>
                </c:pt>
                <c:pt idx="906">
                  <c:v>906</c:v>
                </c:pt>
                <c:pt idx="907">
                  <c:v>907</c:v>
                </c:pt>
                <c:pt idx="908">
                  <c:v>908</c:v>
                </c:pt>
                <c:pt idx="909">
                  <c:v>909</c:v>
                </c:pt>
                <c:pt idx="910">
                  <c:v>910</c:v>
                </c:pt>
                <c:pt idx="911">
                  <c:v>911</c:v>
                </c:pt>
                <c:pt idx="912">
                  <c:v>912</c:v>
                </c:pt>
                <c:pt idx="913">
                  <c:v>913</c:v>
                </c:pt>
                <c:pt idx="914">
                  <c:v>914</c:v>
                </c:pt>
                <c:pt idx="915">
                  <c:v>915</c:v>
                </c:pt>
                <c:pt idx="916">
                  <c:v>916</c:v>
                </c:pt>
                <c:pt idx="917">
                  <c:v>917</c:v>
                </c:pt>
                <c:pt idx="918">
                  <c:v>918</c:v>
                </c:pt>
                <c:pt idx="919">
                  <c:v>919</c:v>
                </c:pt>
                <c:pt idx="920">
                  <c:v>920</c:v>
                </c:pt>
                <c:pt idx="921">
                  <c:v>921</c:v>
                </c:pt>
                <c:pt idx="922">
                  <c:v>922</c:v>
                </c:pt>
                <c:pt idx="923">
                  <c:v>923</c:v>
                </c:pt>
                <c:pt idx="924">
                  <c:v>924</c:v>
                </c:pt>
                <c:pt idx="925">
                  <c:v>925</c:v>
                </c:pt>
                <c:pt idx="926">
                  <c:v>926</c:v>
                </c:pt>
                <c:pt idx="927">
                  <c:v>927</c:v>
                </c:pt>
                <c:pt idx="928">
                  <c:v>928</c:v>
                </c:pt>
                <c:pt idx="929">
                  <c:v>929</c:v>
                </c:pt>
                <c:pt idx="930">
                  <c:v>930</c:v>
                </c:pt>
                <c:pt idx="931">
                  <c:v>931</c:v>
                </c:pt>
                <c:pt idx="932">
                  <c:v>932</c:v>
                </c:pt>
                <c:pt idx="933">
                  <c:v>933</c:v>
                </c:pt>
                <c:pt idx="934">
                  <c:v>934</c:v>
                </c:pt>
                <c:pt idx="935">
                  <c:v>935</c:v>
                </c:pt>
                <c:pt idx="936">
                  <c:v>936</c:v>
                </c:pt>
                <c:pt idx="937">
                  <c:v>937</c:v>
                </c:pt>
                <c:pt idx="938">
                  <c:v>938</c:v>
                </c:pt>
                <c:pt idx="939">
                  <c:v>939</c:v>
                </c:pt>
                <c:pt idx="940">
                  <c:v>940</c:v>
                </c:pt>
                <c:pt idx="941">
                  <c:v>941</c:v>
                </c:pt>
                <c:pt idx="942">
                  <c:v>942</c:v>
                </c:pt>
                <c:pt idx="943">
                  <c:v>943</c:v>
                </c:pt>
                <c:pt idx="944">
                  <c:v>944</c:v>
                </c:pt>
                <c:pt idx="945">
                  <c:v>945</c:v>
                </c:pt>
                <c:pt idx="946">
                  <c:v>946</c:v>
                </c:pt>
                <c:pt idx="947">
                  <c:v>947</c:v>
                </c:pt>
                <c:pt idx="948">
                  <c:v>948</c:v>
                </c:pt>
                <c:pt idx="949">
                  <c:v>949</c:v>
                </c:pt>
                <c:pt idx="950">
                  <c:v>950</c:v>
                </c:pt>
                <c:pt idx="951">
                  <c:v>951</c:v>
                </c:pt>
                <c:pt idx="952">
                  <c:v>952</c:v>
                </c:pt>
                <c:pt idx="953">
                  <c:v>953</c:v>
                </c:pt>
                <c:pt idx="954">
                  <c:v>954</c:v>
                </c:pt>
                <c:pt idx="955">
                  <c:v>955</c:v>
                </c:pt>
                <c:pt idx="956">
                  <c:v>956</c:v>
                </c:pt>
                <c:pt idx="957">
                  <c:v>957</c:v>
                </c:pt>
                <c:pt idx="958">
                  <c:v>958</c:v>
                </c:pt>
                <c:pt idx="959">
                  <c:v>959</c:v>
                </c:pt>
                <c:pt idx="960">
                  <c:v>960</c:v>
                </c:pt>
                <c:pt idx="961">
                  <c:v>961</c:v>
                </c:pt>
                <c:pt idx="962">
                  <c:v>962</c:v>
                </c:pt>
                <c:pt idx="963">
                  <c:v>963</c:v>
                </c:pt>
                <c:pt idx="964">
                  <c:v>964</c:v>
                </c:pt>
                <c:pt idx="965">
                  <c:v>965</c:v>
                </c:pt>
                <c:pt idx="966">
                  <c:v>966</c:v>
                </c:pt>
                <c:pt idx="967">
                  <c:v>967</c:v>
                </c:pt>
                <c:pt idx="968">
                  <c:v>968</c:v>
                </c:pt>
                <c:pt idx="969">
                  <c:v>969</c:v>
                </c:pt>
                <c:pt idx="970">
                  <c:v>970</c:v>
                </c:pt>
                <c:pt idx="971">
                  <c:v>971</c:v>
                </c:pt>
                <c:pt idx="972">
                  <c:v>972</c:v>
                </c:pt>
                <c:pt idx="973">
                  <c:v>973</c:v>
                </c:pt>
                <c:pt idx="974">
                  <c:v>974</c:v>
                </c:pt>
                <c:pt idx="975">
                  <c:v>975</c:v>
                </c:pt>
                <c:pt idx="976">
                  <c:v>976</c:v>
                </c:pt>
                <c:pt idx="977">
                  <c:v>977</c:v>
                </c:pt>
                <c:pt idx="978">
                  <c:v>978</c:v>
                </c:pt>
                <c:pt idx="979">
                  <c:v>979</c:v>
                </c:pt>
                <c:pt idx="980">
                  <c:v>980</c:v>
                </c:pt>
                <c:pt idx="981">
                  <c:v>981</c:v>
                </c:pt>
                <c:pt idx="982">
                  <c:v>982</c:v>
                </c:pt>
                <c:pt idx="983">
                  <c:v>983</c:v>
                </c:pt>
                <c:pt idx="984">
                  <c:v>984</c:v>
                </c:pt>
                <c:pt idx="985">
                  <c:v>985</c:v>
                </c:pt>
                <c:pt idx="986">
                  <c:v>986</c:v>
                </c:pt>
                <c:pt idx="987">
                  <c:v>987</c:v>
                </c:pt>
                <c:pt idx="988">
                  <c:v>988</c:v>
                </c:pt>
                <c:pt idx="989">
                  <c:v>989</c:v>
                </c:pt>
                <c:pt idx="990">
                  <c:v>990</c:v>
                </c:pt>
                <c:pt idx="991">
                  <c:v>991</c:v>
                </c:pt>
                <c:pt idx="992">
                  <c:v>992</c:v>
                </c:pt>
                <c:pt idx="993">
                  <c:v>993</c:v>
                </c:pt>
                <c:pt idx="994">
                  <c:v>994</c:v>
                </c:pt>
                <c:pt idx="995">
                  <c:v>995</c:v>
                </c:pt>
                <c:pt idx="996">
                  <c:v>996</c:v>
                </c:pt>
                <c:pt idx="997">
                  <c:v>997</c:v>
                </c:pt>
                <c:pt idx="998">
                  <c:v>998</c:v>
                </c:pt>
                <c:pt idx="999">
                  <c:v>999</c:v>
                </c:pt>
                <c:pt idx="1000">
                  <c:v>1000</c:v>
                </c:pt>
                <c:pt idx="1001">
                  <c:v>1001</c:v>
                </c:pt>
                <c:pt idx="1002">
                  <c:v>1002</c:v>
                </c:pt>
                <c:pt idx="1003">
                  <c:v>1003</c:v>
                </c:pt>
                <c:pt idx="1004">
                  <c:v>1004</c:v>
                </c:pt>
                <c:pt idx="1005">
                  <c:v>1005</c:v>
                </c:pt>
                <c:pt idx="1006">
                  <c:v>1006</c:v>
                </c:pt>
                <c:pt idx="1007">
                  <c:v>1007</c:v>
                </c:pt>
                <c:pt idx="1008">
                  <c:v>1008</c:v>
                </c:pt>
                <c:pt idx="1009">
                  <c:v>1009</c:v>
                </c:pt>
                <c:pt idx="1010">
                  <c:v>1010</c:v>
                </c:pt>
                <c:pt idx="1011">
                  <c:v>1011</c:v>
                </c:pt>
                <c:pt idx="1012">
                  <c:v>1012</c:v>
                </c:pt>
                <c:pt idx="1013">
                  <c:v>1013</c:v>
                </c:pt>
                <c:pt idx="1014">
                  <c:v>1014</c:v>
                </c:pt>
                <c:pt idx="1015">
                  <c:v>1015</c:v>
                </c:pt>
                <c:pt idx="1016">
                  <c:v>1016</c:v>
                </c:pt>
                <c:pt idx="1017">
                  <c:v>1017</c:v>
                </c:pt>
                <c:pt idx="1018">
                  <c:v>1018</c:v>
                </c:pt>
                <c:pt idx="1019">
                  <c:v>1019</c:v>
                </c:pt>
                <c:pt idx="1020">
                  <c:v>1020</c:v>
                </c:pt>
                <c:pt idx="1021">
                  <c:v>1021</c:v>
                </c:pt>
                <c:pt idx="1022">
                  <c:v>1022</c:v>
                </c:pt>
                <c:pt idx="1023">
                  <c:v>1023</c:v>
                </c:pt>
                <c:pt idx="1024">
                  <c:v>1024</c:v>
                </c:pt>
                <c:pt idx="1025">
                  <c:v>1025</c:v>
                </c:pt>
                <c:pt idx="1026">
                  <c:v>1026</c:v>
                </c:pt>
                <c:pt idx="1027">
                  <c:v>1027</c:v>
                </c:pt>
                <c:pt idx="1028">
                  <c:v>1028</c:v>
                </c:pt>
                <c:pt idx="1029">
                  <c:v>1029</c:v>
                </c:pt>
                <c:pt idx="1030">
                  <c:v>1030</c:v>
                </c:pt>
                <c:pt idx="1031">
                  <c:v>1031</c:v>
                </c:pt>
                <c:pt idx="1032">
                  <c:v>1032</c:v>
                </c:pt>
                <c:pt idx="1033">
                  <c:v>1033</c:v>
                </c:pt>
                <c:pt idx="1034">
                  <c:v>1034</c:v>
                </c:pt>
                <c:pt idx="1035">
                  <c:v>1035</c:v>
                </c:pt>
                <c:pt idx="1036">
                  <c:v>1036</c:v>
                </c:pt>
                <c:pt idx="1037">
                  <c:v>1037</c:v>
                </c:pt>
                <c:pt idx="1038">
                  <c:v>1038</c:v>
                </c:pt>
                <c:pt idx="1039">
                  <c:v>1039</c:v>
                </c:pt>
                <c:pt idx="1040">
                  <c:v>1040</c:v>
                </c:pt>
                <c:pt idx="1041">
                  <c:v>1041</c:v>
                </c:pt>
                <c:pt idx="1042">
                  <c:v>1042</c:v>
                </c:pt>
                <c:pt idx="1043">
                  <c:v>1043</c:v>
                </c:pt>
                <c:pt idx="1044">
                  <c:v>1044</c:v>
                </c:pt>
                <c:pt idx="1045">
                  <c:v>1045</c:v>
                </c:pt>
                <c:pt idx="1046">
                  <c:v>1046</c:v>
                </c:pt>
                <c:pt idx="1047">
                  <c:v>1047</c:v>
                </c:pt>
                <c:pt idx="1048">
                  <c:v>1048</c:v>
                </c:pt>
                <c:pt idx="1049">
                  <c:v>1049</c:v>
                </c:pt>
                <c:pt idx="1050">
                  <c:v>1050</c:v>
                </c:pt>
                <c:pt idx="1051">
                  <c:v>1051</c:v>
                </c:pt>
                <c:pt idx="1052">
                  <c:v>1052</c:v>
                </c:pt>
                <c:pt idx="1053">
                  <c:v>1053</c:v>
                </c:pt>
                <c:pt idx="1054">
                  <c:v>1054</c:v>
                </c:pt>
                <c:pt idx="1055">
                  <c:v>1055</c:v>
                </c:pt>
                <c:pt idx="1056">
                  <c:v>1056</c:v>
                </c:pt>
                <c:pt idx="1057">
                  <c:v>1057</c:v>
                </c:pt>
                <c:pt idx="1058">
                  <c:v>1058</c:v>
                </c:pt>
                <c:pt idx="1059">
                  <c:v>1059</c:v>
                </c:pt>
                <c:pt idx="1060">
                  <c:v>1060</c:v>
                </c:pt>
                <c:pt idx="1061">
                  <c:v>1061</c:v>
                </c:pt>
                <c:pt idx="1062">
                  <c:v>1062</c:v>
                </c:pt>
                <c:pt idx="1063">
                  <c:v>1063</c:v>
                </c:pt>
                <c:pt idx="1064">
                  <c:v>1064</c:v>
                </c:pt>
                <c:pt idx="1065">
                  <c:v>1065</c:v>
                </c:pt>
                <c:pt idx="1066">
                  <c:v>1066</c:v>
                </c:pt>
                <c:pt idx="1067">
                  <c:v>1067</c:v>
                </c:pt>
                <c:pt idx="1068">
                  <c:v>1068</c:v>
                </c:pt>
                <c:pt idx="1069">
                  <c:v>1069</c:v>
                </c:pt>
                <c:pt idx="1070">
                  <c:v>1070</c:v>
                </c:pt>
                <c:pt idx="1071">
                  <c:v>1071</c:v>
                </c:pt>
                <c:pt idx="1072">
                  <c:v>1072</c:v>
                </c:pt>
                <c:pt idx="1073">
                  <c:v>1073</c:v>
                </c:pt>
                <c:pt idx="1074">
                  <c:v>1074</c:v>
                </c:pt>
                <c:pt idx="1075">
                  <c:v>1075</c:v>
                </c:pt>
                <c:pt idx="1076">
                  <c:v>1076</c:v>
                </c:pt>
                <c:pt idx="1077">
                  <c:v>1077</c:v>
                </c:pt>
                <c:pt idx="1078">
                  <c:v>1078</c:v>
                </c:pt>
                <c:pt idx="1079">
                  <c:v>1079</c:v>
                </c:pt>
                <c:pt idx="1080">
                  <c:v>1080</c:v>
                </c:pt>
                <c:pt idx="1081">
                  <c:v>1081</c:v>
                </c:pt>
                <c:pt idx="1082">
                  <c:v>1082</c:v>
                </c:pt>
                <c:pt idx="1083">
                  <c:v>1083</c:v>
                </c:pt>
                <c:pt idx="1084">
                  <c:v>1084</c:v>
                </c:pt>
                <c:pt idx="1085">
                  <c:v>1085</c:v>
                </c:pt>
                <c:pt idx="1086">
                  <c:v>1086</c:v>
                </c:pt>
                <c:pt idx="1087">
                  <c:v>1087</c:v>
                </c:pt>
                <c:pt idx="1088">
                  <c:v>1088</c:v>
                </c:pt>
                <c:pt idx="1089">
                  <c:v>1089</c:v>
                </c:pt>
                <c:pt idx="1090">
                  <c:v>1090</c:v>
                </c:pt>
                <c:pt idx="1091">
                  <c:v>1091</c:v>
                </c:pt>
                <c:pt idx="1092">
                  <c:v>1092</c:v>
                </c:pt>
                <c:pt idx="1093">
                  <c:v>1093</c:v>
                </c:pt>
                <c:pt idx="1094">
                  <c:v>1094</c:v>
                </c:pt>
                <c:pt idx="1095">
                  <c:v>1095</c:v>
                </c:pt>
                <c:pt idx="1096">
                  <c:v>1096</c:v>
                </c:pt>
                <c:pt idx="1097">
                  <c:v>1097</c:v>
                </c:pt>
                <c:pt idx="1098">
                  <c:v>1098</c:v>
                </c:pt>
                <c:pt idx="1099">
                  <c:v>1099</c:v>
                </c:pt>
                <c:pt idx="1100">
                  <c:v>1100</c:v>
                </c:pt>
                <c:pt idx="1101">
                  <c:v>1101</c:v>
                </c:pt>
                <c:pt idx="1102">
                  <c:v>1102</c:v>
                </c:pt>
                <c:pt idx="1103">
                  <c:v>1103</c:v>
                </c:pt>
                <c:pt idx="1104">
                  <c:v>1104</c:v>
                </c:pt>
                <c:pt idx="1105">
                  <c:v>1105</c:v>
                </c:pt>
                <c:pt idx="1106">
                  <c:v>1106</c:v>
                </c:pt>
                <c:pt idx="1107">
                  <c:v>1107</c:v>
                </c:pt>
                <c:pt idx="1108">
                  <c:v>1108</c:v>
                </c:pt>
                <c:pt idx="1109">
                  <c:v>1109</c:v>
                </c:pt>
                <c:pt idx="1110">
                  <c:v>1110</c:v>
                </c:pt>
                <c:pt idx="1111">
                  <c:v>1111</c:v>
                </c:pt>
                <c:pt idx="1112">
                  <c:v>1112</c:v>
                </c:pt>
                <c:pt idx="1113">
                  <c:v>1113</c:v>
                </c:pt>
                <c:pt idx="1114">
                  <c:v>1114</c:v>
                </c:pt>
                <c:pt idx="1115">
                  <c:v>1115</c:v>
                </c:pt>
                <c:pt idx="1116">
                  <c:v>1116</c:v>
                </c:pt>
                <c:pt idx="1117">
                  <c:v>1117</c:v>
                </c:pt>
                <c:pt idx="1118">
                  <c:v>1118</c:v>
                </c:pt>
                <c:pt idx="1119">
                  <c:v>1119</c:v>
                </c:pt>
                <c:pt idx="1120">
                  <c:v>1120</c:v>
                </c:pt>
                <c:pt idx="1121">
                  <c:v>1121</c:v>
                </c:pt>
                <c:pt idx="1122">
                  <c:v>1122</c:v>
                </c:pt>
                <c:pt idx="1123">
                  <c:v>1123</c:v>
                </c:pt>
                <c:pt idx="1124">
                  <c:v>1124</c:v>
                </c:pt>
                <c:pt idx="1125">
                  <c:v>1125</c:v>
                </c:pt>
                <c:pt idx="1126">
                  <c:v>1126</c:v>
                </c:pt>
                <c:pt idx="1127">
                  <c:v>1127</c:v>
                </c:pt>
                <c:pt idx="1128">
                  <c:v>1128</c:v>
                </c:pt>
                <c:pt idx="1129">
                  <c:v>1129</c:v>
                </c:pt>
                <c:pt idx="1130">
                  <c:v>1130</c:v>
                </c:pt>
                <c:pt idx="1131">
                  <c:v>1131</c:v>
                </c:pt>
                <c:pt idx="1132">
                  <c:v>1132</c:v>
                </c:pt>
                <c:pt idx="1133">
                  <c:v>1133</c:v>
                </c:pt>
                <c:pt idx="1134">
                  <c:v>1134</c:v>
                </c:pt>
                <c:pt idx="1135">
                  <c:v>1135</c:v>
                </c:pt>
                <c:pt idx="1136">
                  <c:v>1136</c:v>
                </c:pt>
                <c:pt idx="1137">
                  <c:v>1137</c:v>
                </c:pt>
                <c:pt idx="1138">
                  <c:v>1138</c:v>
                </c:pt>
                <c:pt idx="1139">
                  <c:v>1139</c:v>
                </c:pt>
                <c:pt idx="1140">
                  <c:v>1140</c:v>
                </c:pt>
                <c:pt idx="1141">
                  <c:v>1141</c:v>
                </c:pt>
                <c:pt idx="1142">
                  <c:v>1142</c:v>
                </c:pt>
                <c:pt idx="1143">
                  <c:v>1143</c:v>
                </c:pt>
                <c:pt idx="1144">
                  <c:v>1144</c:v>
                </c:pt>
                <c:pt idx="1145">
                  <c:v>1145</c:v>
                </c:pt>
                <c:pt idx="1146">
                  <c:v>1146</c:v>
                </c:pt>
                <c:pt idx="1147">
                  <c:v>1147</c:v>
                </c:pt>
                <c:pt idx="1148">
                  <c:v>1148</c:v>
                </c:pt>
                <c:pt idx="1149">
                  <c:v>1149</c:v>
                </c:pt>
                <c:pt idx="1150">
                  <c:v>1150</c:v>
                </c:pt>
                <c:pt idx="1151">
                  <c:v>1151</c:v>
                </c:pt>
                <c:pt idx="1152">
                  <c:v>1152</c:v>
                </c:pt>
                <c:pt idx="1153">
                  <c:v>1153</c:v>
                </c:pt>
                <c:pt idx="1154">
                  <c:v>1154</c:v>
                </c:pt>
                <c:pt idx="1155">
                  <c:v>1155</c:v>
                </c:pt>
                <c:pt idx="1156">
                  <c:v>1156</c:v>
                </c:pt>
                <c:pt idx="1157">
                  <c:v>1157</c:v>
                </c:pt>
                <c:pt idx="1158">
                  <c:v>1158</c:v>
                </c:pt>
                <c:pt idx="1159">
                  <c:v>1159</c:v>
                </c:pt>
                <c:pt idx="1160">
                  <c:v>1160</c:v>
                </c:pt>
                <c:pt idx="1161">
                  <c:v>1161</c:v>
                </c:pt>
                <c:pt idx="1162">
                  <c:v>1162</c:v>
                </c:pt>
                <c:pt idx="1163">
                  <c:v>1163</c:v>
                </c:pt>
                <c:pt idx="1164">
                  <c:v>1164</c:v>
                </c:pt>
                <c:pt idx="1165">
                  <c:v>1165</c:v>
                </c:pt>
                <c:pt idx="1166">
                  <c:v>1166</c:v>
                </c:pt>
                <c:pt idx="1167">
                  <c:v>1167</c:v>
                </c:pt>
                <c:pt idx="1168">
                  <c:v>1168</c:v>
                </c:pt>
                <c:pt idx="1169">
                  <c:v>1169</c:v>
                </c:pt>
                <c:pt idx="1170">
                  <c:v>1170</c:v>
                </c:pt>
                <c:pt idx="1171">
                  <c:v>1171</c:v>
                </c:pt>
                <c:pt idx="1172">
                  <c:v>1172</c:v>
                </c:pt>
                <c:pt idx="1173">
                  <c:v>1173</c:v>
                </c:pt>
                <c:pt idx="1174">
                  <c:v>1174</c:v>
                </c:pt>
                <c:pt idx="1175">
                  <c:v>1175</c:v>
                </c:pt>
                <c:pt idx="1176">
                  <c:v>1176</c:v>
                </c:pt>
                <c:pt idx="1177">
                  <c:v>1177</c:v>
                </c:pt>
                <c:pt idx="1178">
                  <c:v>1178</c:v>
                </c:pt>
                <c:pt idx="1179">
                  <c:v>1179</c:v>
                </c:pt>
                <c:pt idx="1180">
                  <c:v>1180</c:v>
                </c:pt>
                <c:pt idx="1181">
                  <c:v>1181</c:v>
                </c:pt>
                <c:pt idx="1182">
                  <c:v>1182</c:v>
                </c:pt>
                <c:pt idx="1183">
                  <c:v>1183</c:v>
                </c:pt>
                <c:pt idx="1184">
                  <c:v>1184</c:v>
                </c:pt>
                <c:pt idx="1185">
                  <c:v>1185</c:v>
                </c:pt>
                <c:pt idx="1186">
                  <c:v>1186</c:v>
                </c:pt>
                <c:pt idx="1187">
                  <c:v>1187</c:v>
                </c:pt>
                <c:pt idx="1188">
                  <c:v>1188</c:v>
                </c:pt>
                <c:pt idx="1189">
                  <c:v>1189</c:v>
                </c:pt>
                <c:pt idx="1190">
                  <c:v>1190</c:v>
                </c:pt>
                <c:pt idx="1191">
                  <c:v>1191</c:v>
                </c:pt>
                <c:pt idx="1192">
                  <c:v>1192</c:v>
                </c:pt>
                <c:pt idx="1193">
                  <c:v>1193</c:v>
                </c:pt>
                <c:pt idx="1194">
                  <c:v>1194</c:v>
                </c:pt>
                <c:pt idx="1195">
                  <c:v>1195</c:v>
                </c:pt>
                <c:pt idx="1196">
                  <c:v>1196</c:v>
                </c:pt>
                <c:pt idx="1197">
                  <c:v>1197</c:v>
                </c:pt>
                <c:pt idx="1198">
                  <c:v>1198</c:v>
                </c:pt>
                <c:pt idx="1199">
                  <c:v>1199</c:v>
                </c:pt>
                <c:pt idx="1200">
                  <c:v>1200</c:v>
                </c:pt>
                <c:pt idx="1201">
                  <c:v>1201</c:v>
                </c:pt>
                <c:pt idx="1202">
                  <c:v>1202</c:v>
                </c:pt>
                <c:pt idx="1203">
                  <c:v>1203</c:v>
                </c:pt>
                <c:pt idx="1204">
                  <c:v>1204</c:v>
                </c:pt>
                <c:pt idx="1205">
                  <c:v>1205</c:v>
                </c:pt>
                <c:pt idx="1206">
                  <c:v>1206</c:v>
                </c:pt>
                <c:pt idx="1207">
                  <c:v>1207</c:v>
                </c:pt>
                <c:pt idx="1208">
                  <c:v>1208</c:v>
                </c:pt>
                <c:pt idx="1209">
                  <c:v>1209</c:v>
                </c:pt>
                <c:pt idx="1210">
                  <c:v>1210</c:v>
                </c:pt>
                <c:pt idx="1211">
                  <c:v>1211</c:v>
                </c:pt>
                <c:pt idx="1212">
                  <c:v>1212</c:v>
                </c:pt>
                <c:pt idx="1213">
                  <c:v>1213</c:v>
                </c:pt>
                <c:pt idx="1214">
                  <c:v>1214</c:v>
                </c:pt>
                <c:pt idx="1215">
                  <c:v>1215</c:v>
                </c:pt>
                <c:pt idx="1216">
                  <c:v>1216</c:v>
                </c:pt>
                <c:pt idx="1217">
                  <c:v>1217</c:v>
                </c:pt>
                <c:pt idx="1218">
                  <c:v>1218</c:v>
                </c:pt>
                <c:pt idx="1219">
                  <c:v>1219</c:v>
                </c:pt>
                <c:pt idx="1220">
                  <c:v>1220</c:v>
                </c:pt>
                <c:pt idx="1221">
                  <c:v>1221</c:v>
                </c:pt>
                <c:pt idx="1222">
                  <c:v>1222</c:v>
                </c:pt>
                <c:pt idx="1223">
                  <c:v>1223</c:v>
                </c:pt>
                <c:pt idx="1224">
                  <c:v>1224</c:v>
                </c:pt>
                <c:pt idx="1225">
                  <c:v>1225</c:v>
                </c:pt>
                <c:pt idx="1226">
                  <c:v>1226</c:v>
                </c:pt>
                <c:pt idx="1227">
                  <c:v>1227</c:v>
                </c:pt>
                <c:pt idx="1228">
                  <c:v>1228</c:v>
                </c:pt>
                <c:pt idx="1229">
                  <c:v>1229</c:v>
                </c:pt>
                <c:pt idx="1230">
                  <c:v>1230</c:v>
                </c:pt>
                <c:pt idx="1231">
                  <c:v>1231</c:v>
                </c:pt>
                <c:pt idx="1232">
                  <c:v>1232</c:v>
                </c:pt>
                <c:pt idx="1233">
                  <c:v>1233</c:v>
                </c:pt>
                <c:pt idx="1234">
                  <c:v>1234</c:v>
                </c:pt>
                <c:pt idx="1235">
                  <c:v>1235</c:v>
                </c:pt>
                <c:pt idx="1236">
                  <c:v>1236</c:v>
                </c:pt>
                <c:pt idx="1237">
                  <c:v>1237</c:v>
                </c:pt>
                <c:pt idx="1238">
                  <c:v>1238</c:v>
                </c:pt>
                <c:pt idx="1239">
                  <c:v>1239</c:v>
                </c:pt>
                <c:pt idx="1240">
                  <c:v>1240</c:v>
                </c:pt>
                <c:pt idx="1241">
                  <c:v>1241</c:v>
                </c:pt>
                <c:pt idx="1242">
                  <c:v>1242</c:v>
                </c:pt>
                <c:pt idx="1243">
                  <c:v>1243</c:v>
                </c:pt>
                <c:pt idx="1244">
                  <c:v>1244</c:v>
                </c:pt>
                <c:pt idx="1245">
                  <c:v>1245</c:v>
                </c:pt>
                <c:pt idx="1246">
                  <c:v>1246</c:v>
                </c:pt>
                <c:pt idx="1247">
                  <c:v>1247</c:v>
                </c:pt>
                <c:pt idx="1248">
                  <c:v>1248</c:v>
                </c:pt>
                <c:pt idx="1249">
                  <c:v>1249</c:v>
                </c:pt>
                <c:pt idx="1250">
                  <c:v>1250</c:v>
                </c:pt>
                <c:pt idx="1251">
                  <c:v>1251</c:v>
                </c:pt>
                <c:pt idx="1252">
                  <c:v>1252</c:v>
                </c:pt>
                <c:pt idx="1253">
                  <c:v>1253</c:v>
                </c:pt>
                <c:pt idx="1254">
                  <c:v>1254</c:v>
                </c:pt>
                <c:pt idx="1255">
                  <c:v>1255</c:v>
                </c:pt>
                <c:pt idx="1256">
                  <c:v>1256</c:v>
                </c:pt>
                <c:pt idx="1257">
                  <c:v>1257</c:v>
                </c:pt>
                <c:pt idx="1258">
                  <c:v>1258</c:v>
                </c:pt>
                <c:pt idx="1259">
                  <c:v>1259</c:v>
                </c:pt>
                <c:pt idx="1260">
                  <c:v>1260</c:v>
                </c:pt>
                <c:pt idx="1261">
                  <c:v>1261</c:v>
                </c:pt>
                <c:pt idx="1262">
                  <c:v>1262</c:v>
                </c:pt>
                <c:pt idx="1263">
                  <c:v>1263</c:v>
                </c:pt>
                <c:pt idx="1264">
                  <c:v>1264</c:v>
                </c:pt>
                <c:pt idx="1265">
                  <c:v>1265</c:v>
                </c:pt>
                <c:pt idx="1266">
                  <c:v>1266</c:v>
                </c:pt>
                <c:pt idx="1267">
                  <c:v>1267</c:v>
                </c:pt>
                <c:pt idx="1268">
                  <c:v>1268</c:v>
                </c:pt>
                <c:pt idx="1269">
                  <c:v>1269</c:v>
                </c:pt>
                <c:pt idx="1270">
                  <c:v>1270</c:v>
                </c:pt>
                <c:pt idx="1271">
                  <c:v>1271</c:v>
                </c:pt>
                <c:pt idx="1272">
                  <c:v>1272</c:v>
                </c:pt>
                <c:pt idx="1273">
                  <c:v>1273</c:v>
                </c:pt>
                <c:pt idx="1274">
                  <c:v>1274</c:v>
                </c:pt>
                <c:pt idx="1275">
                  <c:v>1275</c:v>
                </c:pt>
                <c:pt idx="1276">
                  <c:v>1276</c:v>
                </c:pt>
                <c:pt idx="1277">
                  <c:v>1277</c:v>
                </c:pt>
                <c:pt idx="1278">
                  <c:v>1278</c:v>
                </c:pt>
                <c:pt idx="1279">
                  <c:v>1279</c:v>
                </c:pt>
                <c:pt idx="1280">
                  <c:v>1280</c:v>
                </c:pt>
                <c:pt idx="1281">
                  <c:v>1281</c:v>
                </c:pt>
                <c:pt idx="1282">
                  <c:v>1282</c:v>
                </c:pt>
                <c:pt idx="1283">
                  <c:v>1283</c:v>
                </c:pt>
                <c:pt idx="1284">
                  <c:v>1284</c:v>
                </c:pt>
                <c:pt idx="1285">
                  <c:v>1285</c:v>
                </c:pt>
                <c:pt idx="1286">
                  <c:v>1286</c:v>
                </c:pt>
                <c:pt idx="1287">
                  <c:v>1287</c:v>
                </c:pt>
                <c:pt idx="1288">
                  <c:v>1288</c:v>
                </c:pt>
                <c:pt idx="1289">
                  <c:v>1289</c:v>
                </c:pt>
                <c:pt idx="1290">
                  <c:v>1290</c:v>
                </c:pt>
                <c:pt idx="1291">
                  <c:v>1291</c:v>
                </c:pt>
                <c:pt idx="1292">
                  <c:v>1292</c:v>
                </c:pt>
                <c:pt idx="1293">
                  <c:v>1293</c:v>
                </c:pt>
                <c:pt idx="1294">
                  <c:v>1294</c:v>
                </c:pt>
                <c:pt idx="1295">
                  <c:v>1295</c:v>
                </c:pt>
                <c:pt idx="1296">
                  <c:v>1296</c:v>
                </c:pt>
                <c:pt idx="1297">
                  <c:v>1297</c:v>
                </c:pt>
                <c:pt idx="1298">
                  <c:v>1298</c:v>
                </c:pt>
                <c:pt idx="1299">
                  <c:v>1299</c:v>
                </c:pt>
                <c:pt idx="1300">
                  <c:v>1300</c:v>
                </c:pt>
                <c:pt idx="1301">
                  <c:v>1301</c:v>
                </c:pt>
                <c:pt idx="1302">
                  <c:v>1302</c:v>
                </c:pt>
                <c:pt idx="1303">
                  <c:v>1303</c:v>
                </c:pt>
                <c:pt idx="1304">
                  <c:v>1304</c:v>
                </c:pt>
                <c:pt idx="1305">
                  <c:v>1305</c:v>
                </c:pt>
                <c:pt idx="1306">
                  <c:v>1306</c:v>
                </c:pt>
                <c:pt idx="1307">
                  <c:v>1307</c:v>
                </c:pt>
                <c:pt idx="1308">
                  <c:v>1308</c:v>
                </c:pt>
                <c:pt idx="1309">
                  <c:v>1309</c:v>
                </c:pt>
                <c:pt idx="1310">
                  <c:v>1310</c:v>
                </c:pt>
                <c:pt idx="1311">
                  <c:v>1311</c:v>
                </c:pt>
                <c:pt idx="1312">
                  <c:v>1312</c:v>
                </c:pt>
                <c:pt idx="1313">
                  <c:v>1313</c:v>
                </c:pt>
                <c:pt idx="1314">
                  <c:v>1314</c:v>
                </c:pt>
                <c:pt idx="1315">
                  <c:v>1315</c:v>
                </c:pt>
                <c:pt idx="1316">
                  <c:v>1316</c:v>
                </c:pt>
                <c:pt idx="1317">
                  <c:v>1317</c:v>
                </c:pt>
                <c:pt idx="1318">
                  <c:v>1318</c:v>
                </c:pt>
                <c:pt idx="1319">
                  <c:v>1319</c:v>
                </c:pt>
                <c:pt idx="1320">
                  <c:v>1320</c:v>
                </c:pt>
                <c:pt idx="1321">
                  <c:v>1321</c:v>
                </c:pt>
                <c:pt idx="1322">
                  <c:v>1322</c:v>
                </c:pt>
                <c:pt idx="1323">
                  <c:v>1323</c:v>
                </c:pt>
                <c:pt idx="1324">
                  <c:v>1324</c:v>
                </c:pt>
                <c:pt idx="1325">
                  <c:v>1325</c:v>
                </c:pt>
                <c:pt idx="1326">
                  <c:v>1326</c:v>
                </c:pt>
                <c:pt idx="1327">
                  <c:v>1327</c:v>
                </c:pt>
                <c:pt idx="1328">
                  <c:v>1328</c:v>
                </c:pt>
                <c:pt idx="1329">
                  <c:v>1329</c:v>
                </c:pt>
                <c:pt idx="1330">
                  <c:v>1330</c:v>
                </c:pt>
                <c:pt idx="1331">
                  <c:v>1331</c:v>
                </c:pt>
                <c:pt idx="1332">
                  <c:v>1332</c:v>
                </c:pt>
                <c:pt idx="1333">
                  <c:v>1333</c:v>
                </c:pt>
                <c:pt idx="1334">
                  <c:v>1334</c:v>
                </c:pt>
                <c:pt idx="1335">
                  <c:v>1335</c:v>
                </c:pt>
                <c:pt idx="1336">
                  <c:v>1336</c:v>
                </c:pt>
                <c:pt idx="1337">
                  <c:v>1337</c:v>
                </c:pt>
                <c:pt idx="1338">
                  <c:v>1338</c:v>
                </c:pt>
                <c:pt idx="1339">
                  <c:v>1339</c:v>
                </c:pt>
                <c:pt idx="1340">
                  <c:v>1340</c:v>
                </c:pt>
                <c:pt idx="1341">
                  <c:v>1341</c:v>
                </c:pt>
                <c:pt idx="1342">
                  <c:v>1342</c:v>
                </c:pt>
                <c:pt idx="1343">
                  <c:v>1343</c:v>
                </c:pt>
                <c:pt idx="1344">
                  <c:v>1344</c:v>
                </c:pt>
                <c:pt idx="1345">
                  <c:v>1345</c:v>
                </c:pt>
                <c:pt idx="1346">
                  <c:v>1346</c:v>
                </c:pt>
                <c:pt idx="1347">
                  <c:v>1347</c:v>
                </c:pt>
                <c:pt idx="1348">
                  <c:v>1348</c:v>
                </c:pt>
                <c:pt idx="1349">
                  <c:v>1349</c:v>
                </c:pt>
                <c:pt idx="1350">
                  <c:v>1350</c:v>
                </c:pt>
                <c:pt idx="1351">
                  <c:v>1351</c:v>
                </c:pt>
                <c:pt idx="1352">
                  <c:v>1352</c:v>
                </c:pt>
                <c:pt idx="1353">
                  <c:v>1353</c:v>
                </c:pt>
                <c:pt idx="1354">
                  <c:v>1354</c:v>
                </c:pt>
                <c:pt idx="1355">
                  <c:v>1355</c:v>
                </c:pt>
                <c:pt idx="1356">
                  <c:v>1356</c:v>
                </c:pt>
                <c:pt idx="1357">
                  <c:v>1357</c:v>
                </c:pt>
                <c:pt idx="1358">
                  <c:v>1358</c:v>
                </c:pt>
                <c:pt idx="1359">
                  <c:v>1359</c:v>
                </c:pt>
                <c:pt idx="1360">
                  <c:v>1360</c:v>
                </c:pt>
                <c:pt idx="1361">
                  <c:v>1361</c:v>
                </c:pt>
                <c:pt idx="1362">
                  <c:v>1362</c:v>
                </c:pt>
                <c:pt idx="1363">
                  <c:v>1363</c:v>
                </c:pt>
                <c:pt idx="1364">
                  <c:v>1364</c:v>
                </c:pt>
                <c:pt idx="1365">
                  <c:v>1365</c:v>
                </c:pt>
                <c:pt idx="1366">
                  <c:v>1366</c:v>
                </c:pt>
                <c:pt idx="1367">
                  <c:v>1367</c:v>
                </c:pt>
                <c:pt idx="1368">
                  <c:v>1368</c:v>
                </c:pt>
                <c:pt idx="1369">
                  <c:v>1369</c:v>
                </c:pt>
                <c:pt idx="1370">
                  <c:v>1370</c:v>
                </c:pt>
                <c:pt idx="1371">
                  <c:v>1371</c:v>
                </c:pt>
                <c:pt idx="1372">
                  <c:v>1372</c:v>
                </c:pt>
                <c:pt idx="1373">
                  <c:v>1373</c:v>
                </c:pt>
                <c:pt idx="1374">
                  <c:v>1374</c:v>
                </c:pt>
                <c:pt idx="1375">
                  <c:v>1375</c:v>
                </c:pt>
                <c:pt idx="1376">
                  <c:v>1376</c:v>
                </c:pt>
                <c:pt idx="1377">
                  <c:v>1377</c:v>
                </c:pt>
                <c:pt idx="1378">
                  <c:v>1378</c:v>
                </c:pt>
                <c:pt idx="1379">
                  <c:v>1379</c:v>
                </c:pt>
                <c:pt idx="1380">
                  <c:v>1380</c:v>
                </c:pt>
                <c:pt idx="1381">
                  <c:v>1381</c:v>
                </c:pt>
                <c:pt idx="1382">
                  <c:v>1382</c:v>
                </c:pt>
                <c:pt idx="1383">
                  <c:v>1383</c:v>
                </c:pt>
                <c:pt idx="1384">
                  <c:v>1384</c:v>
                </c:pt>
                <c:pt idx="1385">
                  <c:v>1385</c:v>
                </c:pt>
                <c:pt idx="1386">
                  <c:v>1386</c:v>
                </c:pt>
                <c:pt idx="1387">
                  <c:v>1387</c:v>
                </c:pt>
                <c:pt idx="1388">
                  <c:v>1388</c:v>
                </c:pt>
                <c:pt idx="1389">
                  <c:v>1389</c:v>
                </c:pt>
                <c:pt idx="1390">
                  <c:v>1390</c:v>
                </c:pt>
                <c:pt idx="1391">
                  <c:v>1391</c:v>
                </c:pt>
                <c:pt idx="1392">
                  <c:v>1392</c:v>
                </c:pt>
                <c:pt idx="1393">
                  <c:v>1393</c:v>
                </c:pt>
                <c:pt idx="1394">
                  <c:v>1394</c:v>
                </c:pt>
                <c:pt idx="1395">
                  <c:v>1395</c:v>
                </c:pt>
                <c:pt idx="1396">
                  <c:v>1396</c:v>
                </c:pt>
                <c:pt idx="1397">
                  <c:v>1397</c:v>
                </c:pt>
                <c:pt idx="1398">
                  <c:v>1398</c:v>
                </c:pt>
                <c:pt idx="1399">
                  <c:v>1399</c:v>
                </c:pt>
                <c:pt idx="1400">
                  <c:v>1400</c:v>
                </c:pt>
                <c:pt idx="1401">
                  <c:v>1401</c:v>
                </c:pt>
                <c:pt idx="1402">
                  <c:v>1402</c:v>
                </c:pt>
                <c:pt idx="1403">
                  <c:v>1403</c:v>
                </c:pt>
                <c:pt idx="1404">
                  <c:v>1404</c:v>
                </c:pt>
                <c:pt idx="1405">
                  <c:v>1405</c:v>
                </c:pt>
                <c:pt idx="1406">
                  <c:v>1406</c:v>
                </c:pt>
                <c:pt idx="1407">
                  <c:v>1407</c:v>
                </c:pt>
                <c:pt idx="1408">
                  <c:v>1408</c:v>
                </c:pt>
                <c:pt idx="1409">
                  <c:v>1409</c:v>
                </c:pt>
                <c:pt idx="1410">
                  <c:v>1410</c:v>
                </c:pt>
                <c:pt idx="1411">
                  <c:v>1411</c:v>
                </c:pt>
                <c:pt idx="1412">
                  <c:v>1412</c:v>
                </c:pt>
                <c:pt idx="1413">
                  <c:v>1413</c:v>
                </c:pt>
                <c:pt idx="1414">
                  <c:v>1414</c:v>
                </c:pt>
                <c:pt idx="1415">
                  <c:v>1415</c:v>
                </c:pt>
                <c:pt idx="1416">
                  <c:v>1416</c:v>
                </c:pt>
                <c:pt idx="1417">
                  <c:v>1417</c:v>
                </c:pt>
                <c:pt idx="1418">
                  <c:v>1418</c:v>
                </c:pt>
                <c:pt idx="1419">
                  <c:v>1419</c:v>
                </c:pt>
                <c:pt idx="1420">
                  <c:v>1420</c:v>
                </c:pt>
                <c:pt idx="1421">
                  <c:v>1421</c:v>
                </c:pt>
                <c:pt idx="1422">
                  <c:v>1422</c:v>
                </c:pt>
                <c:pt idx="1423">
                  <c:v>1423</c:v>
                </c:pt>
                <c:pt idx="1424">
                  <c:v>1424</c:v>
                </c:pt>
                <c:pt idx="1425">
                  <c:v>1425</c:v>
                </c:pt>
                <c:pt idx="1426">
                  <c:v>1426</c:v>
                </c:pt>
                <c:pt idx="1427">
                  <c:v>1427</c:v>
                </c:pt>
                <c:pt idx="1428">
                  <c:v>1428</c:v>
                </c:pt>
                <c:pt idx="1429">
                  <c:v>1429</c:v>
                </c:pt>
                <c:pt idx="1430">
                  <c:v>1430</c:v>
                </c:pt>
                <c:pt idx="1431">
                  <c:v>1431</c:v>
                </c:pt>
                <c:pt idx="1432">
                  <c:v>1432</c:v>
                </c:pt>
                <c:pt idx="1433">
                  <c:v>1433</c:v>
                </c:pt>
                <c:pt idx="1434">
                  <c:v>1434</c:v>
                </c:pt>
                <c:pt idx="1435">
                  <c:v>1435</c:v>
                </c:pt>
                <c:pt idx="1436">
                  <c:v>1436</c:v>
                </c:pt>
                <c:pt idx="1437">
                  <c:v>1437</c:v>
                </c:pt>
                <c:pt idx="1438">
                  <c:v>1438</c:v>
                </c:pt>
                <c:pt idx="1439">
                  <c:v>1439</c:v>
                </c:pt>
                <c:pt idx="1440">
                  <c:v>1440</c:v>
                </c:pt>
                <c:pt idx="1441">
                  <c:v>1441</c:v>
                </c:pt>
                <c:pt idx="1442">
                  <c:v>1442</c:v>
                </c:pt>
                <c:pt idx="1443">
                  <c:v>1443</c:v>
                </c:pt>
                <c:pt idx="1444">
                  <c:v>1444</c:v>
                </c:pt>
                <c:pt idx="1445">
                  <c:v>1445</c:v>
                </c:pt>
                <c:pt idx="1446">
                  <c:v>1446</c:v>
                </c:pt>
                <c:pt idx="1447">
                  <c:v>1447</c:v>
                </c:pt>
                <c:pt idx="1448">
                  <c:v>1448</c:v>
                </c:pt>
                <c:pt idx="1449">
                  <c:v>1449</c:v>
                </c:pt>
                <c:pt idx="1450">
                  <c:v>1450</c:v>
                </c:pt>
                <c:pt idx="1451">
                  <c:v>1451</c:v>
                </c:pt>
                <c:pt idx="1452">
                  <c:v>1452</c:v>
                </c:pt>
                <c:pt idx="1453">
                  <c:v>1453</c:v>
                </c:pt>
                <c:pt idx="1454">
                  <c:v>1454</c:v>
                </c:pt>
                <c:pt idx="1455">
                  <c:v>1455</c:v>
                </c:pt>
                <c:pt idx="1456">
                  <c:v>1456</c:v>
                </c:pt>
                <c:pt idx="1457">
                  <c:v>1457</c:v>
                </c:pt>
                <c:pt idx="1458">
                  <c:v>1458</c:v>
                </c:pt>
                <c:pt idx="1459">
                  <c:v>1459</c:v>
                </c:pt>
                <c:pt idx="1460">
                  <c:v>1460</c:v>
                </c:pt>
                <c:pt idx="1461">
                  <c:v>1461</c:v>
                </c:pt>
                <c:pt idx="1462">
                  <c:v>1462</c:v>
                </c:pt>
                <c:pt idx="1463">
                  <c:v>1463</c:v>
                </c:pt>
                <c:pt idx="1464">
                  <c:v>1464</c:v>
                </c:pt>
                <c:pt idx="1465">
                  <c:v>1465</c:v>
                </c:pt>
                <c:pt idx="1466">
                  <c:v>1466</c:v>
                </c:pt>
                <c:pt idx="1467">
                  <c:v>1467</c:v>
                </c:pt>
                <c:pt idx="1468">
                  <c:v>1468</c:v>
                </c:pt>
                <c:pt idx="1469">
                  <c:v>1469</c:v>
                </c:pt>
                <c:pt idx="1470">
                  <c:v>1470</c:v>
                </c:pt>
                <c:pt idx="1471">
                  <c:v>1471</c:v>
                </c:pt>
                <c:pt idx="1472">
                  <c:v>1472</c:v>
                </c:pt>
                <c:pt idx="1473">
                  <c:v>1473</c:v>
                </c:pt>
                <c:pt idx="1474">
                  <c:v>1474</c:v>
                </c:pt>
                <c:pt idx="1475">
                  <c:v>1475</c:v>
                </c:pt>
                <c:pt idx="1476">
                  <c:v>1476</c:v>
                </c:pt>
                <c:pt idx="1477">
                  <c:v>1477</c:v>
                </c:pt>
                <c:pt idx="1478">
                  <c:v>1478</c:v>
                </c:pt>
                <c:pt idx="1479">
                  <c:v>1479</c:v>
                </c:pt>
                <c:pt idx="1480">
                  <c:v>1480</c:v>
                </c:pt>
                <c:pt idx="1481">
                  <c:v>1481</c:v>
                </c:pt>
                <c:pt idx="1482">
                  <c:v>1482</c:v>
                </c:pt>
                <c:pt idx="1483">
                  <c:v>1483</c:v>
                </c:pt>
                <c:pt idx="1484">
                  <c:v>1484</c:v>
                </c:pt>
                <c:pt idx="1485">
                  <c:v>1485</c:v>
                </c:pt>
                <c:pt idx="1486">
                  <c:v>1486</c:v>
                </c:pt>
                <c:pt idx="1487">
                  <c:v>1487</c:v>
                </c:pt>
                <c:pt idx="1488">
                  <c:v>1488</c:v>
                </c:pt>
                <c:pt idx="1489">
                  <c:v>1489</c:v>
                </c:pt>
                <c:pt idx="1490">
                  <c:v>1490</c:v>
                </c:pt>
                <c:pt idx="1491">
                  <c:v>1491</c:v>
                </c:pt>
                <c:pt idx="1492">
                  <c:v>1492</c:v>
                </c:pt>
                <c:pt idx="1493">
                  <c:v>1493</c:v>
                </c:pt>
                <c:pt idx="1494">
                  <c:v>1494</c:v>
                </c:pt>
                <c:pt idx="1495">
                  <c:v>1495</c:v>
                </c:pt>
                <c:pt idx="1496">
                  <c:v>1496</c:v>
                </c:pt>
                <c:pt idx="1497">
                  <c:v>1497</c:v>
                </c:pt>
                <c:pt idx="1498">
                  <c:v>1498</c:v>
                </c:pt>
                <c:pt idx="1499">
                  <c:v>1499</c:v>
                </c:pt>
                <c:pt idx="1500">
                  <c:v>1500</c:v>
                </c:pt>
                <c:pt idx="1501">
                  <c:v>1501</c:v>
                </c:pt>
                <c:pt idx="1502">
                  <c:v>1502</c:v>
                </c:pt>
                <c:pt idx="1503">
                  <c:v>1503</c:v>
                </c:pt>
                <c:pt idx="1504">
                  <c:v>1504</c:v>
                </c:pt>
                <c:pt idx="1505">
                  <c:v>1505</c:v>
                </c:pt>
                <c:pt idx="1506">
                  <c:v>1506</c:v>
                </c:pt>
                <c:pt idx="1507">
                  <c:v>1507</c:v>
                </c:pt>
                <c:pt idx="1508">
                  <c:v>1508</c:v>
                </c:pt>
                <c:pt idx="1509">
                  <c:v>1509</c:v>
                </c:pt>
                <c:pt idx="1510">
                  <c:v>1510</c:v>
                </c:pt>
                <c:pt idx="1511">
                  <c:v>1511</c:v>
                </c:pt>
                <c:pt idx="1512">
                  <c:v>1512</c:v>
                </c:pt>
                <c:pt idx="1513">
                  <c:v>1513</c:v>
                </c:pt>
                <c:pt idx="1514">
                  <c:v>1514</c:v>
                </c:pt>
                <c:pt idx="1515">
                  <c:v>1515</c:v>
                </c:pt>
                <c:pt idx="1516">
                  <c:v>1516</c:v>
                </c:pt>
                <c:pt idx="1517">
                  <c:v>1517</c:v>
                </c:pt>
                <c:pt idx="1518">
                  <c:v>1518</c:v>
                </c:pt>
                <c:pt idx="1519">
                  <c:v>1519</c:v>
                </c:pt>
                <c:pt idx="1520">
                  <c:v>1520</c:v>
                </c:pt>
                <c:pt idx="1521">
                  <c:v>1521</c:v>
                </c:pt>
                <c:pt idx="1522">
                  <c:v>1522</c:v>
                </c:pt>
                <c:pt idx="1523">
                  <c:v>1523</c:v>
                </c:pt>
                <c:pt idx="1524">
                  <c:v>1524</c:v>
                </c:pt>
                <c:pt idx="1525">
                  <c:v>1525</c:v>
                </c:pt>
                <c:pt idx="1526">
                  <c:v>1526</c:v>
                </c:pt>
                <c:pt idx="1527">
                  <c:v>1527</c:v>
                </c:pt>
                <c:pt idx="1528">
                  <c:v>1528</c:v>
                </c:pt>
                <c:pt idx="1529">
                  <c:v>1529</c:v>
                </c:pt>
                <c:pt idx="1530">
                  <c:v>1530</c:v>
                </c:pt>
                <c:pt idx="1531">
                  <c:v>1531</c:v>
                </c:pt>
                <c:pt idx="1532">
                  <c:v>1532</c:v>
                </c:pt>
                <c:pt idx="1533">
                  <c:v>1533</c:v>
                </c:pt>
                <c:pt idx="1534">
                  <c:v>1534</c:v>
                </c:pt>
                <c:pt idx="1535">
                  <c:v>1535</c:v>
                </c:pt>
                <c:pt idx="1536">
                  <c:v>1536</c:v>
                </c:pt>
                <c:pt idx="1537">
                  <c:v>1537</c:v>
                </c:pt>
                <c:pt idx="1538">
                  <c:v>1538</c:v>
                </c:pt>
                <c:pt idx="1539">
                  <c:v>1539</c:v>
                </c:pt>
                <c:pt idx="1540">
                  <c:v>1540</c:v>
                </c:pt>
                <c:pt idx="1541">
                  <c:v>1541</c:v>
                </c:pt>
                <c:pt idx="1542">
                  <c:v>1542</c:v>
                </c:pt>
                <c:pt idx="1543">
                  <c:v>1543</c:v>
                </c:pt>
                <c:pt idx="1544">
                  <c:v>1544</c:v>
                </c:pt>
                <c:pt idx="1545">
                  <c:v>1545</c:v>
                </c:pt>
                <c:pt idx="1546">
                  <c:v>1546</c:v>
                </c:pt>
                <c:pt idx="1547">
                  <c:v>1547</c:v>
                </c:pt>
                <c:pt idx="1548">
                  <c:v>1548</c:v>
                </c:pt>
                <c:pt idx="1549">
                  <c:v>1549</c:v>
                </c:pt>
                <c:pt idx="1550">
                  <c:v>1550</c:v>
                </c:pt>
                <c:pt idx="1551">
                  <c:v>1551</c:v>
                </c:pt>
                <c:pt idx="1552">
                  <c:v>1552</c:v>
                </c:pt>
                <c:pt idx="1553">
                  <c:v>1553</c:v>
                </c:pt>
                <c:pt idx="1554">
                  <c:v>1554</c:v>
                </c:pt>
                <c:pt idx="1555">
                  <c:v>1555</c:v>
                </c:pt>
                <c:pt idx="1556">
                  <c:v>1556</c:v>
                </c:pt>
                <c:pt idx="1557">
                  <c:v>1557</c:v>
                </c:pt>
                <c:pt idx="1558">
                  <c:v>1558</c:v>
                </c:pt>
                <c:pt idx="1559">
                  <c:v>1559</c:v>
                </c:pt>
                <c:pt idx="1560">
                  <c:v>1560</c:v>
                </c:pt>
                <c:pt idx="1561">
                  <c:v>1561</c:v>
                </c:pt>
                <c:pt idx="1562">
                  <c:v>1562</c:v>
                </c:pt>
                <c:pt idx="1563">
                  <c:v>1563</c:v>
                </c:pt>
                <c:pt idx="1564">
                  <c:v>1564</c:v>
                </c:pt>
                <c:pt idx="1565">
                  <c:v>1565</c:v>
                </c:pt>
                <c:pt idx="1566">
                  <c:v>1566</c:v>
                </c:pt>
                <c:pt idx="1567">
                  <c:v>1567</c:v>
                </c:pt>
                <c:pt idx="1568">
                  <c:v>1568</c:v>
                </c:pt>
                <c:pt idx="1569">
                  <c:v>1569</c:v>
                </c:pt>
                <c:pt idx="1570">
                  <c:v>1570</c:v>
                </c:pt>
                <c:pt idx="1571">
                  <c:v>1571</c:v>
                </c:pt>
                <c:pt idx="1572">
                  <c:v>1572</c:v>
                </c:pt>
                <c:pt idx="1573">
                  <c:v>1573</c:v>
                </c:pt>
                <c:pt idx="1574">
                  <c:v>1574</c:v>
                </c:pt>
                <c:pt idx="1575">
                  <c:v>1575</c:v>
                </c:pt>
                <c:pt idx="1576">
                  <c:v>1576</c:v>
                </c:pt>
                <c:pt idx="1577">
                  <c:v>1577</c:v>
                </c:pt>
                <c:pt idx="1578">
                  <c:v>1578</c:v>
                </c:pt>
                <c:pt idx="1579">
                  <c:v>1579</c:v>
                </c:pt>
                <c:pt idx="1580">
                  <c:v>1580</c:v>
                </c:pt>
                <c:pt idx="1581">
                  <c:v>1581</c:v>
                </c:pt>
                <c:pt idx="1582">
                  <c:v>1582</c:v>
                </c:pt>
                <c:pt idx="1583">
                  <c:v>1583</c:v>
                </c:pt>
                <c:pt idx="1584">
                  <c:v>1584</c:v>
                </c:pt>
                <c:pt idx="1585">
                  <c:v>1585</c:v>
                </c:pt>
                <c:pt idx="1586">
                  <c:v>1586</c:v>
                </c:pt>
                <c:pt idx="1587">
                  <c:v>1587</c:v>
                </c:pt>
                <c:pt idx="1588">
                  <c:v>1588</c:v>
                </c:pt>
                <c:pt idx="1589">
                  <c:v>1589</c:v>
                </c:pt>
                <c:pt idx="1590">
                  <c:v>1590</c:v>
                </c:pt>
                <c:pt idx="1591">
                  <c:v>1591</c:v>
                </c:pt>
                <c:pt idx="1592">
                  <c:v>1592</c:v>
                </c:pt>
                <c:pt idx="1593">
                  <c:v>1593</c:v>
                </c:pt>
                <c:pt idx="1594">
                  <c:v>1594</c:v>
                </c:pt>
                <c:pt idx="1595">
                  <c:v>1595</c:v>
                </c:pt>
                <c:pt idx="1596">
                  <c:v>1596</c:v>
                </c:pt>
                <c:pt idx="1597">
                  <c:v>1597</c:v>
                </c:pt>
                <c:pt idx="1598">
                  <c:v>1598</c:v>
                </c:pt>
                <c:pt idx="1599">
                  <c:v>1599</c:v>
                </c:pt>
                <c:pt idx="1600">
                  <c:v>1600</c:v>
                </c:pt>
                <c:pt idx="1601">
                  <c:v>1601</c:v>
                </c:pt>
                <c:pt idx="1602">
                  <c:v>1602</c:v>
                </c:pt>
                <c:pt idx="1603">
                  <c:v>1603</c:v>
                </c:pt>
                <c:pt idx="1604">
                  <c:v>1604</c:v>
                </c:pt>
                <c:pt idx="1605">
                  <c:v>1605</c:v>
                </c:pt>
                <c:pt idx="1606">
                  <c:v>1606</c:v>
                </c:pt>
                <c:pt idx="1607">
                  <c:v>1607</c:v>
                </c:pt>
                <c:pt idx="1608">
                  <c:v>1608</c:v>
                </c:pt>
                <c:pt idx="1609">
                  <c:v>1609</c:v>
                </c:pt>
                <c:pt idx="1610">
                  <c:v>1610</c:v>
                </c:pt>
                <c:pt idx="1611">
                  <c:v>1611</c:v>
                </c:pt>
                <c:pt idx="1612">
                  <c:v>1612</c:v>
                </c:pt>
                <c:pt idx="1613">
                  <c:v>1613</c:v>
                </c:pt>
                <c:pt idx="1614">
                  <c:v>1614</c:v>
                </c:pt>
                <c:pt idx="1615">
                  <c:v>1615</c:v>
                </c:pt>
                <c:pt idx="1616">
                  <c:v>1616</c:v>
                </c:pt>
                <c:pt idx="1617">
                  <c:v>1617</c:v>
                </c:pt>
                <c:pt idx="1618">
                  <c:v>1618</c:v>
                </c:pt>
                <c:pt idx="1619">
                  <c:v>1619</c:v>
                </c:pt>
                <c:pt idx="1620">
                  <c:v>1620</c:v>
                </c:pt>
                <c:pt idx="1621">
                  <c:v>1621</c:v>
                </c:pt>
                <c:pt idx="1622">
                  <c:v>1622</c:v>
                </c:pt>
                <c:pt idx="1623">
                  <c:v>1623</c:v>
                </c:pt>
                <c:pt idx="1624">
                  <c:v>1624</c:v>
                </c:pt>
                <c:pt idx="1625">
                  <c:v>1625</c:v>
                </c:pt>
                <c:pt idx="1626">
                  <c:v>1626</c:v>
                </c:pt>
                <c:pt idx="1627">
                  <c:v>1627</c:v>
                </c:pt>
                <c:pt idx="1628">
                  <c:v>1628</c:v>
                </c:pt>
                <c:pt idx="1629">
                  <c:v>1629</c:v>
                </c:pt>
                <c:pt idx="1630">
                  <c:v>1630</c:v>
                </c:pt>
                <c:pt idx="1631">
                  <c:v>1631</c:v>
                </c:pt>
                <c:pt idx="1632">
                  <c:v>1632</c:v>
                </c:pt>
                <c:pt idx="1633">
                  <c:v>1633</c:v>
                </c:pt>
                <c:pt idx="1634">
                  <c:v>1634</c:v>
                </c:pt>
                <c:pt idx="1635">
                  <c:v>1635</c:v>
                </c:pt>
                <c:pt idx="1636">
                  <c:v>1636</c:v>
                </c:pt>
                <c:pt idx="1637">
                  <c:v>1637</c:v>
                </c:pt>
                <c:pt idx="1638">
                  <c:v>1638</c:v>
                </c:pt>
                <c:pt idx="1639">
                  <c:v>1639</c:v>
                </c:pt>
                <c:pt idx="1640">
                  <c:v>1640</c:v>
                </c:pt>
                <c:pt idx="1641">
                  <c:v>1641</c:v>
                </c:pt>
                <c:pt idx="1642">
                  <c:v>1642</c:v>
                </c:pt>
                <c:pt idx="1643">
                  <c:v>1643</c:v>
                </c:pt>
                <c:pt idx="1644">
                  <c:v>1644</c:v>
                </c:pt>
                <c:pt idx="1645">
                  <c:v>1645</c:v>
                </c:pt>
                <c:pt idx="1646">
                  <c:v>1646</c:v>
                </c:pt>
                <c:pt idx="1647">
                  <c:v>1647</c:v>
                </c:pt>
                <c:pt idx="1648">
                  <c:v>1648</c:v>
                </c:pt>
                <c:pt idx="1649">
                  <c:v>1649</c:v>
                </c:pt>
                <c:pt idx="1650">
                  <c:v>1650</c:v>
                </c:pt>
                <c:pt idx="1651">
                  <c:v>1651</c:v>
                </c:pt>
                <c:pt idx="1652">
                  <c:v>1652</c:v>
                </c:pt>
                <c:pt idx="1653">
                  <c:v>1653</c:v>
                </c:pt>
                <c:pt idx="1654">
                  <c:v>1654</c:v>
                </c:pt>
                <c:pt idx="1655">
                  <c:v>1655</c:v>
                </c:pt>
                <c:pt idx="1656">
                  <c:v>1656</c:v>
                </c:pt>
                <c:pt idx="1657">
                  <c:v>1657</c:v>
                </c:pt>
                <c:pt idx="1658">
                  <c:v>1658</c:v>
                </c:pt>
                <c:pt idx="1659">
                  <c:v>1659</c:v>
                </c:pt>
                <c:pt idx="1660">
                  <c:v>1660</c:v>
                </c:pt>
                <c:pt idx="1661">
                  <c:v>1661</c:v>
                </c:pt>
                <c:pt idx="1662">
                  <c:v>1662</c:v>
                </c:pt>
                <c:pt idx="1663">
                  <c:v>1663</c:v>
                </c:pt>
                <c:pt idx="1664">
                  <c:v>1664</c:v>
                </c:pt>
                <c:pt idx="1665">
                  <c:v>1665</c:v>
                </c:pt>
                <c:pt idx="1666">
                  <c:v>1666</c:v>
                </c:pt>
                <c:pt idx="1667">
                  <c:v>1667</c:v>
                </c:pt>
                <c:pt idx="1668">
                  <c:v>1668</c:v>
                </c:pt>
                <c:pt idx="1669">
                  <c:v>1669</c:v>
                </c:pt>
                <c:pt idx="1670">
                  <c:v>1670</c:v>
                </c:pt>
                <c:pt idx="1671">
                  <c:v>1671</c:v>
                </c:pt>
                <c:pt idx="1672">
                  <c:v>1672</c:v>
                </c:pt>
                <c:pt idx="1673">
                  <c:v>1673</c:v>
                </c:pt>
                <c:pt idx="1674">
                  <c:v>1674</c:v>
                </c:pt>
                <c:pt idx="1675">
                  <c:v>1675</c:v>
                </c:pt>
                <c:pt idx="1676">
                  <c:v>1676</c:v>
                </c:pt>
                <c:pt idx="1677">
                  <c:v>1677</c:v>
                </c:pt>
                <c:pt idx="1678">
                  <c:v>1678</c:v>
                </c:pt>
                <c:pt idx="1679">
                  <c:v>1679</c:v>
                </c:pt>
                <c:pt idx="1680">
                  <c:v>1680</c:v>
                </c:pt>
                <c:pt idx="1681">
                  <c:v>1681</c:v>
                </c:pt>
                <c:pt idx="1682">
                  <c:v>1682</c:v>
                </c:pt>
                <c:pt idx="1683">
                  <c:v>1683</c:v>
                </c:pt>
                <c:pt idx="1684">
                  <c:v>1684</c:v>
                </c:pt>
                <c:pt idx="1685">
                  <c:v>1685</c:v>
                </c:pt>
                <c:pt idx="1686">
                  <c:v>1686</c:v>
                </c:pt>
                <c:pt idx="1687">
                  <c:v>1687</c:v>
                </c:pt>
                <c:pt idx="1688">
                  <c:v>1688</c:v>
                </c:pt>
                <c:pt idx="1689">
                  <c:v>1689</c:v>
                </c:pt>
                <c:pt idx="1690">
                  <c:v>1690</c:v>
                </c:pt>
                <c:pt idx="1691">
                  <c:v>1691</c:v>
                </c:pt>
                <c:pt idx="1692">
                  <c:v>1692</c:v>
                </c:pt>
                <c:pt idx="1693">
                  <c:v>1693</c:v>
                </c:pt>
                <c:pt idx="1694">
                  <c:v>1694</c:v>
                </c:pt>
                <c:pt idx="1695">
                  <c:v>1695</c:v>
                </c:pt>
                <c:pt idx="1696">
                  <c:v>1696</c:v>
                </c:pt>
                <c:pt idx="1697">
                  <c:v>1697</c:v>
                </c:pt>
                <c:pt idx="1698">
                  <c:v>1698</c:v>
                </c:pt>
                <c:pt idx="1699">
                  <c:v>1699</c:v>
                </c:pt>
                <c:pt idx="1700">
                  <c:v>1700</c:v>
                </c:pt>
                <c:pt idx="1701">
                  <c:v>1701</c:v>
                </c:pt>
                <c:pt idx="1702">
                  <c:v>1702</c:v>
                </c:pt>
                <c:pt idx="1703">
                  <c:v>1703</c:v>
                </c:pt>
                <c:pt idx="1704">
                  <c:v>1704</c:v>
                </c:pt>
                <c:pt idx="1705">
                  <c:v>1705</c:v>
                </c:pt>
                <c:pt idx="1706">
                  <c:v>1706</c:v>
                </c:pt>
                <c:pt idx="1707">
                  <c:v>1707</c:v>
                </c:pt>
                <c:pt idx="1708">
                  <c:v>1708</c:v>
                </c:pt>
                <c:pt idx="1709">
                  <c:v>1709</c:v>
                </c:pt>
                <c:pt idx="1710">
                  <c:v>1710</c:v>
                </c:pt>
                <c:pt idx="1711">
                  <c:v>1711</c:v>
                </c:pt>
                <c:pt idx="1712">
                  <c:v>1712</c:v>
                </c:pt>
                <c:pt idx="1713">
                  <c:v>1713</c:v>
                </c:pt>
                <c:pt idx="1714">
                  <c:v>1714</c:v>
                </c:pt>
                <c:pt idx="1715">
                  <c:v>1715</c:v>
                </c:pt>
                <c:pt idx="1716">
                  <c:v>1716</c:v>
                </c:pt>
                <c:pt idx="1717">
                  <c:v>1717</c:v>
                </c:pt>
                <c:pt idx="1718">
                  <c:v>1718</c:v>
                </c:pt>
                <c:pt idx="1719">
                  <c:v>1719</c:v>
                </c:pt>
                <c:pt idx="1720">
                  <c:v>1720</c:v>
                </c:pt>
                <c:pt idx="1721">
                  <c:v>1721</c:v>
                </c:pt>
                <c:pt idx="1722">
                  <c:v>1722</c:v>
                </c:pt>
                <c:pt idx="1723">
                  <c:v>1723</c:v>
                </c:pt>
                <c:pt idx="1724">
                  <c:v>1724</c:v>
                </c:pt>
                <c:pt idx="1725">
                  <c:v>1725</c:v>
                </c:pt>
                <c:pt idx="1726">
                  <c:v>1726</c:v>
                </c:pt>
                <c:pt idx="1727">
                  <c:v>1727</c:v>
                </c:pt>
                <c:pt idx="1728">
                  <c:v>1728</c:v>
                </c:pt>
                <c:pt idx="1729">
                  <c:v>1729</c:v>
                </c:pt>
                <c:pt idx="1730">
                  <c:v>1730</c:v>
                </c:pt>
                <c:pt idx="1731">
                  <c:v>1731</c:v>
                </c:pt>
                <c:pt idx="1732">
                  <c:v>1732</c:v>
                </c:pt>
                <c:pt idx="1733">
                  <c:v>1733</c:v>
                </c:pt>
                <c:pt idx="1734">
                  <c:v>1734</c:v>
                </c:pt>
                <c:pt idx="1735">
                  <c:v>1735</c:v>
                </c:pt>
                <c:pt idx="1736">
                  <c:v>1736</c:v>
                </c:pt>
                <c:pt idx="1737">
                  <c:v>1737</c:v>
                </c:pt>
                <c:pt idx="1738">
                  <c:v>1738</c:v>
                </c:pt>
                <c:pt idx="1739">
                  <c:v>1739</c:v>
                </c:pt>
                <c:pt idx="1740">
                  <c:v>1740</c:v>
                </c:pt>
                <c:pt idx="1741">
                  <c:v>1741</c:v>
                </c:pt>
                <c:pt idx="1742">
                  <c:v>1742</c:v>
                </c:pt>
                <c:pt idx="1743">
                  <c:v>1743</c:v>
                </c:pt>
                <c:pt idx="1744">
                  <c:v>1744</c:v>
                </c:pt>
                <c:pt idx="1745">
                  <c:v>1745</c:v>
                </c:pt>
                <c:pt idx="1746">
                  <c:v>1746</c:v>
                </c:pt>
                <c:pt idx="1747">
                  <c:v>1747</c:v>
                </c:pt>
                <c:pt idx="1748">
                  <c:v>1748</c:v>
                </c:pt>
                <c:pt idx="1749">
                  <c:v>1749</c:v>
                </c:pt>
                <c:pt idx="1750">
                  <c:v>1750</c:v>
                </c:pt>
                <c:pt idx="1751">
                  <c:v>1751</c:v>
                </c:pt>
                <c:pt idx="1752">
                  <c:v>1752</c:v>
                </c:pt>
                <c:pt idx="1753">
                  <c:v>1753</c:v>
                </c:pt>
                <c:pt idx="1754">
                  <c:v>1754</c:v>
                </c:pt>
                <c:pt idx="1755">
                  <c:v>1755</c:v>
                </c:pt>
                <c:pt idx="1756">
                  <c:v>1756</c:v>
                </c:pt>
                <c:pt idx="1757">
                  <c:v>1757</c:v>
                </c:pt>
                <c:pt idx="1758">
                  <c:v>1758</c:v>
                </c:pt>
                <c:pt idx="1759">
                  <c:v>1759</c:v>
                </c:pt>
                <c:pt idx="1760">
                  <c:v>1760</c:v>
                </c:pt>
                <c:pt idx="1761">
                  <c:v>1761</c:v>
                </c:pt>
                <c:pt idx="1762">
                  <c:v>1762</c:v>
                </c:pt>
                <c:pt idx="1763">
                  <c:v>1763</c:v>
                </c:pt>
                <c:pt idx="1764">
                  <c:v>1764</c:v>
                </c:pt>
                <c:pt idx="1765">
                  <c:v>1765</c:v>
                </c:pt>
                <c:pt idx="1766">
                  <c:v>1766</c:v>
                </c:pt>
                <c:pt idx="1767">
                  <c:v>1767</c:v>
                </c:pt>
                <c:pt idx="1768">
                  <c:v>1768</c:v>
                </c:pt>
                <c:pt idx="1769">
                  <c:v>1769</c:v>
                </c:pt>
                <c:pt idx="1770">
                  <c:v>1770</c:v>
                </c:pt>
                <c:pt idx="1771">
                  <c:v>1771</c:v>
                </c:pt>
                <c:pt idx="1772">
                  <c:v>1772</c:v>
                </c:pt>
                <c:pt idx="1773">
                  <c:v>1773</c:v>
                </c:pt>
                <c:pt idx="1774">
                  <c:v>1774</c:v>
                </c:pt>
                <c:pt idx="1775">
                  <c:v>1775</c:v>
                </c:pt>
                <c:pt idx="1776">
                  <c:v>1776</c:v>
                </c:pt>
                <c:pt idx="1777">
                  <c:v>1777</c:v>
                </c:pt>
                <c:pt idx="1778">
                  <c:v>1778</c:v>
                </c:pt>
                <c:pt idx="1779">
                  <c:v>1779</c:v>
                </c:pt>
                <c:pt idx="1780">
                  <c:v>1780</c:v>
                </c:pt>
                <c:pt idx="1781">
                  <c:v>1781</c:v>
                </c:pt>
                <c:pt idx="1782">
                  <c:v>1782</c:v>
                </c:pt>
                <c:pt idx="1783">
                  <c:v>1783</c:v>
                </c:pt>
                <c:pt idx="1784">
                  <c:v>1784</c:v>
                </c:pt>
                <c:pt idx="1785">
                  <c:v>1785</c:v>
                </c:pt>
                <c:pt idx="1786">
                  <c:v>1786</c:v>
                </c:pt>
                <c:pt idx="1787">
                  <c:v>1787</c:v>
                </c:pt>
                <c:pt idx="1788">
                  <c:v>1788</c:v>
                </c:pt>
                <c:pt idx="1789">
                  <c:v>1789</c:v>
                </c:pt>
                <c:pt idx="1790">
                  <c:v>1790</c:v>
                </c:pt>
                <c:pt idx="1791">
                  <c:v>1791</c:v>
                </c:pt>
                <c:pt idx="1792">
                  <c:v>1792</c:v>
                </c:pt>
                <c:pt idx="1793">
                  <c:v>1793</c:v>
                </c:pt>
                <c:pt idx="1794">
                  <c:v>1794</c:v>
                </c:pt>
                <c:pt idx="1795">
                  <c:v>1795</c:v>
                </c:pt>
                <c:pt idx="1796">
                  <c:v>1796</c:v>
                </c:pt>
                <c:pt idx="1797">
                  <c:v>1797</c:v>
                </c:pt>
                <c:pt idx="1798">
                  <c:v>1798</c:v>
                </c:pt>
                <c:pt idx="1799">
                  <c:v>1799</c:v>
                </c:pt>
                <c:pt idx="1800">
                  <c:v>1800</c:v>
                </c:pt>
                <c:pt idx="1801">
                  <c:v>1801</c:v>
                </c:pt>
                <c:pt idx="1802">
                  <c:v>1802</c:v>
                </c:pt>
                <c:pt idx="1803">
                  <c:v>1803</c:v>
                </c:pt>
                <c:pt idx="1804">
                  <c:v>1804</c:v>
                </c:pt>
                <c:pt idx="1805">
                  <c:v>1805</c:v>
                </c:pt>
                <c:pt idx="1806">
                  <c:v>1806</c:v>
                </c:pt>
                <c:pt idx="1807">
                  <c:v>1807</c:v>
                </c:pt>
                <c:pt idx="1808">
                  <c:v>1808</c:v>
                </c:pt>
                <c:pt idx="1809">
                  <c:v>1809</c:v>
                </c:pt>
                <c:pt idx="1810">
                  <c:v>1810</c:v>
                </c:pt>
                <c:pt idx="1811">
                  <c:v>1811</c:v>
                </c:pt>
                <c:pt idx="1812">
                  <c:v>1812</c:v>
                </c:pt>
                <c:pt idx="1813">
                  <c:v>1813</c:v>
                </c:pt>
                <c:pt idx="1814">
                  <c:v>1814</c:v>
                </c:pt>
                <c:pt idx="1815">
                  <c:v>1815</c:v>
                </c:pt>
                <c:pt idx="1816">
                  <c:v>1816</c:v>
                </c:pt>
                <c:pt idx="1817">
                  <c:v>1817</c:v>
                </c:pt>
                <c:pt idx="1818">
                  <c:v>1818</c:v>
                </c:pt>
                <c:pt idx="1819">
                  <c:v>1819</c:v>
                </c:pt>
                <c:pt idx="1820">
                  <c:v>1820</c:v>
                </c:pt>
                <c:pt idx="1821">
                  <c:v>1821</c:v>
                </c:pt>
                <c:pt idx="1822">
                  <c:v>1822</c:v>
                </c:pt>
                <c:pt idx="1823">
                  <c:v>1823</c:v>
                </c:pt>
                <c:pt idx="1824">
                  <c:v>1824</c:v>
                </c:pt>
                <c:pt idx="1825">
                  <c:v>1825</c:v>
                </c:pt>
                <c:pt idx="1826">
                  <c:v>1826</c:v>
                </c:pt>
                <c:pt idx="1827">
                  <c:v>1827</c:v>
                </c:pt>
                <c:pt idx="1828">
                  <c:v>1828</c:v>
                </c:pt>
                <c:pt idx="1829">
                  <c:v>1829</c:v>
                </c:pt>
                <c:pt idx="1830">
                  <c:v>1830</c:v>
                </c:pt>
                <c:pt idx="1831">
                  <c:v>1831</c:v>
                </c:pt>
                <c:pt idx="1832">
                  <c:v>1832</c:v>
                </c:pt>
                <c:pt idx="1833">
                  <c:v>1833</c:v>
                </c:pt>
                <c:pt idx="1834">
                  <c:v>1834</c:v>
                </c:pt>
                <c:pt idx="1835">
                  <c:v>1835</c:v>
                </c:pt>
                <c:pt idx="1836">
                  <c:v>1836</c:v>
                </c:pt>
                <c:pt idx="1837">
                  <c:v>1837</c:v>
                </c:pt>
                <c:pt idx="1838">
                  <c:v>1838</c:v>
                </c:pt>
                <c:pt idx="1839">
                  <c:v>1839</c:v>
                </c:pt>
                <c:pt idx="1840">
                  <c:v>1840</c:v>
                </c:pt>
                <c:pt idx="1841">
                  <c:v>1841</c:v>
                </c:pt>
                <c:pt idx="1842">
                  <c:v>1842</c:v>
                </c:pt>
                <c:pt idx="1843">
                  <c:v>1843</c:v>
                </c:pt>
                <c:pt idx="1844">
                  <c:v>1844</c:v>
                </c:pt>
                <c:pt idx="1845">
                  <c:v>1845</c:v>
                </c:pt>
                <c:pt idx="1846">
                  <c:v>1846</c:v>
                </c:pt>
                <c:pt idx="1847">
                  <c:v>1847</c:v>
                </c:pt>
                <c:pt idx="1848">
                  <c:v>1848</c:v>
                </c:pt>
                <c:pt idx="1849">
                  <c:v>1849</c:v>
                </c:pt>
                <c:pt idx="1850">
                  <c:v>1850</c:v>
                </c:pt>
                <c:pt idx="1851">
                  <c:v>1851</c:v>
                </c:pt>
                <c:pt idx="1852">
                  <c:v>1852</c:v>
                </c:pt>
                <c:pt idx="1853">
                  <c:v>1853</c:v>
                </c:pt>
                <c:pt idx="1854">
                  <c:v>1854</c:v>
                </c:pt>
                <c:pt idx="1855">
                  <c:v>1855</c:v>
                </c:pt>
                <c:pt idx="1856">
                  <c:v>1856</c:v>
                </c:pt>
                <c:pt idx="1857">
                  <c:v>1857</c:v>
                </c:pt>
                <c:pt idx="1858">
                  <c:v>1858</c:v>
                </c:pt>
                <c:pt idx="1859">
                  <c:v>1859</c:v>
                </c:pt>
                <c:pt idx="1860">
                  <c:v>1860</c:v>
                </c:pt>
                <c:pt idx="1861">
                  <c:v>1861</c:v>
                </c:pt>
                <c:pt idx="1862">
                  <c:v>1862</c:v>
                </c:pt>
                <c:pt idx="1863">
                  <c:v>1863</c:v>
                </c:pt>
                <c:pt idx="1864">
                  <c:v>1864</c:v>
                </c:pt>
                <c:pt idx="1865">
                  <c:v>1865</c:v>
                </c:pt>
                <c:pt idx="1866">
                  <c:v>1866</c:v>
                </c:pt>
                <c:pt idx="1867">
                  <c:v>1867</c:v>
                </c:pt>
                <c:pt idx="1868">
                  <c:v>1868</c:v>
                </c:pt>
                <c:pt idx="1869">
                  <c:v>1869</c:v>
                </c:pt>
                <c:pt idx="1870">
                  <c:v>1870</c:v>
                </c:pt>
                <c:pt idx="1871">
                  <c:v>1871</c:v>
                </c:pt>
                <c:pt idx="1872">
                  <c:v>1872</c:v>
                </c:pt>
                <c:pt idx="1873">
                  <c:v>1873</c:v>
                </c:pt>
                <c:pt idx="1874">
                  <c:v>1874</c:v>
                </c:pt>
                <c:pt idx="1875">
                  <c:v>1875</c:v>
                </c:pt>
                <c:pt idx="1876">
                  <c:v>1876</c:v>
                </c:pt>
                <c:pt idx="1877">
                  <c:v>1877</c:v>
                </c:pt>
                <c:pt idx="1878">
                  <c:v>1878</c:v>
                </c:pt>
                <c:pt idx="1879">
                  <c:v>1879</c:v>
                </c:pt>
                <c:pt idx="1880">
                  <c:v>1880</c:v>
                </c:pt>
                <c:pt idx="1881">
                  <c:v>1881</c:v>
                </c:pt>
                <c:pt idx="1882">
                  <c:v>1882</c:v>
                </c:pt>
                <c:pt idx="1883">
                  <c:v>1883</c:v>
                </c:pt>
                <c:pt idx="1884">
                  <c:v>1884</c:v>
                </c:pt>
                <c:pt idx="1885">
                  <c:v>1885</c:v>
                </c:pt>
                <c:pt idx="1886">
                  <c:v>1886</c:v>
                </c:pt>
                <c:pt idx="1887">
                  <c:v>1887</c:v>
                </c:pt>
                <c:pt idx="1888">
                  <c:v>1888</c:v>
                </c:pt>
                <c:pt idx="1889">
                  <c:v>1889</c:v>
                </c:pt>
                <c:pt idx="1890">
                  <c:v>1890</c:v>
                </c:pt>
                <c:pt idx="1891">
                  <c:v>1891</c:v>
                </c:pt>
                <c:pt idx="1892">
                  <c:v>1892</c:v>
                </c:pt>
                <c:pt idx="1893">
                  <c:v>1893</c:v>
                </c:pt>
                <c:pt idx="1894">
                  <c:v>1894</c:v>
                </c:pt>
                <c:pt idx="1895">
                  <c:v>1895</c:v>
                </c:pt>
                <c:pt idx="1896">
                  <c:v>1896</c:v>
                </c:pt>
                <c:pt idx="1897">
                  <c:v>1897</c:v>
                </c:pt>
                <c:pt idx="1898">
                  <c:v>1898</c:v>
                </c:pt>
                <c:pt idx="1899">
                  <c:v>1899</c:v>
                </c:pt>
                <c:pt idx="1900">
                  <c:v>1900</c:v>
                </c:pt>
                <c:pt idx="1901">
                  <c:v>1901</c:v>
                </c:pt>
                <c:pt idx="1902">
                  <c:v>1902</c:v>
                </c:pt>
                <c:pt idx="1903">
                  <c:v>1903</c:v>
                </c:pt>
                <c:pt idx="1904">
                  <c:v>1904</c:v>
                </c:pt>
                <c:pt idx="1905">
                  <c:v>1905</c:v>
                </c:pt>
                <c:pt idx="1906">
                  <c:v>1906</c:v>
                </c:pt>
                <c:pt idx="1907">
                  <c:v>1907</c:v>
                </c:pt>
                <c:pt idx="1908">
                  <c:v>1908</c:v>
                </c:pt>
                <c:pt idx="1909">
                  <c:v>1909</c:v>
                </c:pt>
                <c:pt idx="1910">
                  <c:v>1910</c:v>
                </c:pt>
                <c:pt idx="1911">
                  <c:v>1911</c:v>
                </c:pt>
                <c:pt idx="1912">
                  <c:v>1912</c:v>
                </c:pt>
                <c:pt idx="1913">
                  <c:v>1913</c:v>
                </c:pt>
                <c:pt idx="1914">
                  <c:v>1914</c:v>
                </c:pt>
                <c:pt idx="1915">
                  <c:v>1915</c:v>
                </c:pt>
                <c:pt idx="1916">
                  <c:v>1916</c:v>
                </c:pt>
                <c:pt idx="1917">
                  <c:v>1917</c:v>
                </c:pt>
                <c:pt idx="1918">
                  <c:v>1918</c:v>
                </c:pt>
                <c:pt idx="1919">
                  <c:v>1919</c:v>
                </c:pt>
                <c:pt idx="1920">
                  <c:v>1920</c:v>
                </c:pt>
                <c:pt idx="1921">
                  <c:v>1921</c:v>
                </c:pt>
                <c:pt idx="1922">
                  <c:v>1922</c:v>
                </c:pt>
                <c:pt idx="1923">
                  <c:v>1923</c:v>
                </c:pt>
                <c:pt idx="1924">
                  <c:v>1924</c:v>
                </c:pt>
                <c:pt idx="1925">
                  <c:v>1925</c:v>
                </c:pt>
                <c:pt idx="1926">
                  <c:v>1926</c:v>
                </c:pt>
                <c:pt idx="1927">
                  <c:v>1927</c:v>
                </c:pt>
                <c:pt idx="1928">
                  <c:v>1928</c:v>
                </c:pt>
                <c:pt idx="1929">
                  <c:v>1929</c:v>
                </c:pt>
                <c:pt idx="1930">
                  <c:v>1930</c:v>
                </c:pt>
                <c:pt idx="1931">
                  <c:v>1931</c:v>
                </c:pt>
                <c:pt idx="1932">
                  <c:v>1932</c:v>
                </c:pt>
                <c:pt idx="1933">
                  <c:v>1933</c:v>
                </c:pt>
                <c:pt idx="1934">
                  <c:v>1934</c:v>
                </c:pt>
                <c:pt idx="1935">
                  <c:v>1935</c:v>
                </c:pt>
                <c:pt idx="1936">
                  <c:v>1936</c:v>
                </c:pt>
                <c:pt idx="1937">
                  <c:v>1937</c:v>
                </c:pt>
                <c:pt idx="1938">
                  <c:v>1938</c:v>
                </c:pt>
                <c:pt idx="1939">
                  <c:v>1939</c:v>
                </c:pt>
                <c:pt idx="1940">
                  <c:v>1940</c:v>
                </c:pt>
                <c:pt idx="1941">
                  <c:v>1941</c:v>
                </c:pt>
                <c:pt idx="1942">
                  <c:v>1942</c:v>
                </c:pt>
                <c:pt idx="1943">
                  <c:v>1943</c:v>
                </c:pt>
                <c:pt idx="1944">
                  <c:v>1944</c:v>
                </c:pt>
                <c:pt idx="1945">
                  <c:v>1945</c:v>
                </c:pt>
                <c:pt idx="1946">
                  <c:v>1946</c:v>
                </c:pt>
                <c:pt idx="1947">
                  <c:v>1947</c:v>
                </c:pt>
                <c:pt idx="1948">
                  <c:v>1948</c:v>
                </c:pt>
                <c:pt idx="1949">
                  <c:v>1949</c:v>
                </c:pt>
                <c:pt idx="1950">
                  <c:v>1950</c:v>
                </c:pt>
                <c:pt idx="1951">
                  <c:v>1951</c:v>
                </c:pt>
                <c:pt idx="1952">
                  <c:v>1952</c:v>
                </c:pt>
                <c:pt idx="1953">
                  <c:v>1953</c:v>
                </c:pt>
                <c:pt idx="1954">
                  <c:v>1954</c:v>
                </c:pt>
                <c:pt idx="1955">
                  <c:v>1955</c:v>
                </c:pt>
                <c:pt idx="1956">
                  <c:v>1956</c:v>
                </c:pt>
                <c:pt idx="1957">
                  <c:v>1957</c:v>
                </c:pt>
                <c:pt idx="1958">
                  <c:v>1958</c:v>
                </c:pt>
                <c:pt idx="1959">
                  <c:v>1959</c:v>
                </c:pt>
                <c:pt idx="1960">
                  <c:v>1960</c:v>
                </c:pt>
                <c:pt idx="1961">
                  <c:v>1961</c:v>
                </c:pt>
                <c:pt idx="1962">
                  <c:v>1962</c:v>
                </c:pt>
                <c:pt idx="1963">
                  <c:v>1963</c:v>
                </c:pt>
                <c:pt idx="1964">
                  <c:v>1964</c:v>
                </c:pt>
                <c:pt idx="1965">
                  <c:v>1965</c:v>
                </c:pt>
                <c:pt idx="1966">
                  <c:v>1966</c:v>
                </c:pt>
                <c:pt idx="1967">
                  <c:v>1967</c:v>
                </c:pt>
                <c:pt idx="1968">
                  <c:v>1968</c:v>
                </c:pt>
                <c:pt idx="1969">
                  <c:v>1969</c:v>
                </c:pt>
                <c:pt idx="1970">
                  <c:v>1970</c:v>
                </c:pt>
                <c:pt idx="1971">
                  <c:v>1971</c:v>
                </c:pt>
                <c:pt idx="1972">
                  <c:v>1972</c:v>
                </c:pt>
                <c:pt idx="1973">
                  <c:v>1973</c:v>
                </c:pt>
                <c:pt idx="1974">
                  <c:v>1974</c:v>
                </c:pt>
                <c:pt idx="1975">
                  <c:v>1975</c:v>
                </c:pt>
                <c:pt idx="1976">
                  <c:v>1976</c:v>
                </c:pt>
                <c:pt idx="1977">
                  <c:v>1977</c:v>
                </c:pt>
                <c:pt idx="1978">
                  <c:v>1978</c:v>
                </c:pt>
                <c:pt idx="1979">
                  <c:v>1979</c:v>
                </c:pt>
                <c:pt idx="1980">
                  <c:v>1980</c:v>
                </c:pt>
                <c:pt idx="1981">
                  <c:v>1981</c:v>
                </c:pt>
                <c:pt idx="1982">
                  <c:v>1982</c:v>
                </c:pt>
                <c:pt idx="1983">
                  <c:v>1983</c:v>
                </c:pt>
                <c:pt idx="1984">
                  <c:v>1984</c:v>
                </c:pt>
                <c:pt idx="1985">
                  <c:v>1985</c:v>
                </c:pt>
                <c:pt idx="1986">
                  <c:v>1986</c:v>
                </c:pt>
                <c:pt idx="1987">
                  <c:v>1987</c:v>
                </c:pt>
                <c:pt idx="1988">
                  <c:v>1988</c:v>
                </c:pt>
                <c:pt idx="1989">
                  <c:v>1989</c:v>
                </c:pt>
                <c:pt idx="1990">
                  <c:v>1990</c:v>
                </c:pt>
                <c:pt idx="1991">
                  <c:v>1991</c:v>
                </c:pt>
                <c:pt idx="1992">
                  <c:v>1992</c:v>
                </c:pt>
                <c:pt idx="1993">
                  <c:v>1993</c:v>
                </c:pt>
                <c:pt idx="1994">
                  <c:v>1994</c:v>
                </c:pt>
                <c:pt idx="1995">
                  <c:v>1995</c:v>
                </c:pt>
                <c:pt idx="1996">
                  <c:v>1996</c:v>
                </c:pt>
                <c:pt idx="1997">
                  <c:v>1997</c:v>
                </c:pt>
                <c:pt idx="1998">
                  <c:v>1998</c:v>
                </c:pt>
                <c:pt idx="1999">
                  <c:v>1999</c:v>
                </c:pt>
                <c:pt idx="2000">
                  <c:v>2000</c:v>
                </c:pt>
                <c:pt idx="2001">
                  <c:v>2001</c:v>
                </c:pt>
                <c:pt idx="2002">
                  <c:v>2002</c:v>
                </c:pt>
                <c:pt idx="2003">
                  <c:v>2003</c:v>
                </c:pt>
                <c:pt idx="2004">
                  <c:v>2004</c:v>
                </c:pt>
                <c:pt idx="2005">
                  <c:v>2005</c:v>
                </c:pt>
                <c:pt idx="2006">
                  <c:v>2006</c:v>
                </c:pt>
                <c:pt idx="2007">
                  <c:v>2007</c:v>
                </c:pt>
                <c:pt idx="2008">
                  <c:v>2008</c:v>
                </c:pt>
                <c:pt idx="2009">
                  <c:v>2009</c:v>
                </c:pt>
                <c:pt idx="2010">
                  <c:v>2010</c:v>
                </c:pt>
                <c:pt idx="2011">
                  <c:v>2011</c:v>
                </c:pt>
                <c:pt idx="2012">
                  <c:v>2012</c:v>
                </c:pt>
                <c:pt idx="2013">
                  <c:v>2013</c:v>
                </c:pt>
                <c:pt idx="2014">
                  <c:v>2014</c:v>
                </c:pt>
                <c:pt idx="2015">
                  <c:v>2015</c:v>
                </c:pt>
                <c:pt idx="2016">
                  <c:v>2016</c:v>
                </c:pt>
                <c:pt idx="2017">
                  <c:v>2017</c:v>
                </c:pt>
                <c:pt idx="2018">
                  <c:v>2018</c:v>
                </c:pt>
                <c:pt idx="2019">
                  <c:v>2019</c:v>
                </c:pt>
                <c:pt idx="2020">
                  <c:v>2020</c:v>
                </c:pt>
                <c:pt idx="2021">
                  <c:v>2021</c:v>
                </c:pt>
                <c:pt idx="2022">
                  <c:v>2022</c:v>
                </c:pt>
                <c:pt idx="2023">
                  <c:v>2023</c:v>
                </c:pt>
                <c:pt idx="2024">
                  <c:v>2024</c:v>
                </c:pt>
                <c:pt idx="2025">
                  <c:v>2025</c:v>
                </c:pt>
                <c:pt idx="2026">
                  <c:v>2026</c:v>
                </c:pt>
                <c:pt idx="2027">
                  <c:v>2027</c:v>
                </c:pt>
                <c:pt idx="2028">
                  <c:v>2028</c:v>
                </c:pt>
                <c:pt idx="2029">
                  <c:v>2029</c:v>
                </c:pt>
                <c:pt idx="2030">
                  <c:v>2030</c:v>
                </c:pt>
                <c:pt idx="2031">
                  <c:v>2031</c:v>
                </c:pt>
                <c:pt idx="2032">
                  <c:v>2032</c:v>
                </c:pt>
                <c:pt idx="2033">
                  <c:v>2033</c:v>
                </c:pt>
                <c:pt idx="2034">
                  <c:v>2034</c:v>
                </c:pt>
                <c:pt idx="2035">
                  <c:v>2035</c:v>
                </c:pt>
                <c:pt idx="2036">
                  <c:v>2036</c:v>
                </c:pt>
                <c:pt idx="2037">
                  <c:v>2037</c:v>
                </c:pt>
                <c:pt idx="2038">
                  <c:v>2038</c:v>
                </c:pt>
                <c:pt idx="2039">
                  <c:v>2039</c:v>
                </c:pt>
                <c:pt idx="2040">
                  <c:v>2040</c:v>
                </c:pt>
                <c:pt idx="2041">
                  <c:v>2041</c:v>
                </c:pt>
                <c:pt idx="2042">
                  <c:v>2042</c:v>
                </c:pt>
                <c:pt idx="2043">
                  <c:v>2043</c:v>
                </c:pt>
                <c:pt idx="2044">
                  <c:v>2044</c:v>
                </c:pt>
                <c:pt idx="2045">
                  <c:v>2045</c:v>
                </c:pt>
                <c:pt idx="2046">
                  <c:v>2046</c:v>
                </c:pt>
                <c:pt idx="2047">
                  <c:v>2047</c:v>
                </c:pt>
                <c:pt idx="2048">
                  <c:v>2048</c:v>
                </c:pt>
                <c:pt idx="2049">
                  <c:v>2049</c:v>
                </c:pt>
                <c:pt idx="2050">
                  <c:v>2050</c:v>
                </c:pt>
                <c:pt idx="2051">
                  <c:v>2051</c:v>
                </c:pt>
                <c:pt idx="2052">
                  <c:v>2052</c:v>
                </c:pt>
                <c:pt idx="2053">
                  <c:v>2053</c:v>
                </c:pt>
                <c:pt idx="2054">
                  <c:v>2054</c:v>
                </c:pt>
                <c:pt idx="2055">
                  <c:v>2055</c:v>
                </c:pt>
                <c:pt idx="2056">
                  <c:v>2056</c:v>
                </c:pt>
                <c:pt idx="2057">
                  <c:v>2057</c:v>
                </c:pt>
                <c:pt idx="2058">
                  <c:v>2058</c:v>
                </c:pt>
                <c:pt idx="2059">
                  <c:v>2059</c:v>
                </c:pt>
                <c:pt idx="2060">
                  <c:v>2060</c:v>
                </c:pt>
                <c:pt idx="2061">
                  <c:v>2061</c:v>
                </c:pt>
                <c:pt idx="2062">
                  <c:v>2062</c:v>
                </c:pt>
                <c:pt idx="2063">
                  <c:v>2063</c:v>
                </c:pt>
                <c:pt idx="2064">
                  <c:v>2064</c:v>
                </c:pt>
                <c:pt idx="2065">
                  <c:v>2065</c:v>
                </c:pt>
                <c:pt idx="2066">
                  <c:v>2066</c:v>
                </c:pt>
                <c:pt idx="2067">
                  <c:v>2067</c:v>
                </c:pt>
                <c:pt idx="2068">
                  <c:v>2068</c:v>
                </c:pt>
                <c:pt idx="2069">
                  <c:v>2069</c:v>
                </c:pt>
                <c:pt idx="2070">
                  <c:v>2070</c:v>
                </c:pt>
                <c:pt idx="2071">
                  <c:v>2071</c:v>
                </c:pt>
                <c:pt idx="2072">
                  <c:v>2072</c:v>
                </c:pt>
                <c:pt idx="2073">
                  <c:v>2073</c:v>
                </c:pt>
                <c:pt idx="2074">
                  <c:v>2074</c:v>
                </c:pt>
                <c:pt idx="2075">
                  <c:v>2075</c:v>
                </c:pt>
                <c:pt idx="2076">
                  <c:v>2076</c:v>
                </c:pt>
                <c:pt idx="2077">
                  <c:v>2077</c:v>
                </c:pt>
                <c:pt idx="2078">
                  <c:v>2078</c:v>
                </c:pt>
                <c:pt idx="2079">
                  <c:v>2079</c:v>
                </c:pt>
                <c:pt idx="2080">
                  <c:v>2080</c:v>
                </c:pt>
                <c:pt idx="2081">
                  <c:v>2081</c:v>
                </c:pt>
                <c:pt idx="2082">
                  <c:v>2082</c:v>
                </c:pt>
                <c:pt idx="2083">
                  <c:v>2083</c:v>
                </c:pt>
                <c:pt idx="2084">
                  <c:v>2084</c:v>
                </c:pt>
                <c:pt idx="2085">
                  <c:v>2085</c:v>
                </c:pt>
                <c:pt idx="2086">
                  <c:v>2086</c:v>
                </c:pt>
                <c:pt idx="2087">
                  <c:v>2087</c:v>
                </c:pt>
                <c:pt idx="2088">
                  <c:v>2088</c:v>
                </c:pt>
                <c:pt idx="2089">
                  <c:v>2089</c:v>
                </c:pt>
                <c:pt idx="2090">
                  <c:v>2090</c:v>
                </c:pt>
                <c:pt idx="2091">
                  <c:v>2091</c:v>
                </c:pt>
                <c:pt idx="2092">
                  <c:v>2092</c:v>
                </c:pt>
                <c:pt idx="2093">
                  <c:v>2093</c:v>
                </c:pt>
                <c:pt idx="2094">
                  <c:v>2094</c:v>
                </c:pt>
                <c:pt idx="2095">
                  <c:v>2095</c:v>
                </c:pt>
                <c:pt idx="2096">
                  <c:v>2096</c:v>
                </c:pt>
                <c:pt idx="2097">
                  <c:v>2097</c:v>
                </c:pt>
                <c:pt idx="2098">
                  <c:v>2098</c:v>
                </c:pt>
                <c:pt idx="2099">
                  <c:v>2099</c:v>
                </c:pt>
                <c:pt idx="2100">
                  <c:v>2100</c:v>
                </c:pt>
                <c:pt idx="2101">
                  <c:v>2101</c:v>
                </c:pt>
                <c:pt idx="2102">
                  <c:v>2102</c:v>
                </c:pt>
                <c:pt idx="2103">
                  <c:v>2103</c:v>
                </c:pt>
                <c:pt idx="2104">
                  <c:v>2104</c:v>
                </c:pt>
                <c:pt idx="2105">
                  <c:v>2105</c:v>
                </c:pt>
                <c:pt idx="2106">
                  <c:v>2106</c:v>
                </c:pt>
                <c:pt idx="2107">
                  <c:v>2107</c:v>
                </c:pt>
                <c:pt idx="2108">
                  <c:v>2108</c:v>
                </c:pt>
                <c:pt idx="2109">
                  <c:v>2109</c:v>
                </c:pt>
                <c:pt idx="2110">
                  <c:v>2110</c:v>
                </c:pt>
                <c:pt idx="2111">
                  <c:v>2111</c:v>
                </c:pt>
                <c:pt idx="2112">
                  <c:v>2112</c:v>
                </c:pt>
                <c:pt idx="2113">
                  <c:v>2113</c:v>
                </c:pt>
                <c:pt idx="2114">
                  <c:v>2114</c:v>
                </c:pt>
                <c:pt idx="2115">
                  <c:v>2115</c:v>
                </c:pt>
                <c:pt idx="2116">
                  <c:v>2116</c:v>
                </c:pt>
                <c:pt idx="2117">
                  <c:v>2117</c:v>
                </c:pt>
                <c:pt idx="2118">
                  <c:v>2118</c:v>
                </c:pt>
                <c:pt idx="2119">
                  <c:v>2119</c:v>
                </c:pt>
                <c:pt idx="2120">
                  <c:v>2120</c:v>
                </c:pt>
                <c:pt idx="2121">
                  <c:v>2121</c:v>
                </c:pt>
                <c:pt idx="2122">
                  <c:v>2122</c:v>
                </c:pt>
                <c:pt idx="2123">
                  <c:v>2123</c:v>
                </c:pt>
                <c:pt idx="2124">
                  <c:v>2124</c:v>
                </c:pt>
                <c:pt idx="2125">
                  <c:v>2125</c:v>
                </c:pt>
                <c:pt idx="2126">
                  <c:v>2126</c:v>
                </c:pt>
                <c:pt idx="2127">
                  <c:v>2127</c:v>
                </c:pt>
                <c:pt idx="2128">
                  <c:v>2128</c:v>
                </c:pt>
                <c:pt idx="2129">
                  <c:v>2129</c:v>
                </c:pt>
                <c:pt idx="2130">
                  <c:v>2130</c:v>
                </c:pt>
                <c:pt idx="2131">
                  <c:v>2131</c:v>
                </c:pt>
                <c:pt idx="2132">
                  <c:v>2132</c:v>
                </c:pt>
                <c:pt idx="2133">
                  <c:v>2133</c:v>
                </c:pt>
                <c:pt idx="2134">
                  <c:v>2134</c:v>
                </c:pt>
                <c:pt idx="2135">
                  <c:v>2135</c:v>
                </c:pt>
                <c:pt idx="2136">
                  <c:v>2136</c:v>
                </c:pt>
                <c:pt idx="2137">
                  <c:v>2137</c:v>
                </c:pt>
                <c:pt idx="2138">
                  <c:v>2138</c:v>
                </c:pt>
                <c:pt idx="2139">
                  <c:v>2139</c:v>
                </c:pt>
                <c:pt idx="2140">
                  <c:v>2140</c:v>
                </c:pt>
                <c:pt idx="2141">
                  <c:v>2141</c:v>
                </c:pt>
                <c:pt idx="2142">
                  <c:v>2142</c:v>
                </c:pt>
                <c:pt idx="2143">
                  <c:v>2143</c:v>
                </c:pt>
                <c:pt idx="2144">
                  <c:v>2144</c:v>
                </c:pt>
                <c:pt idx="2145">
                  <c:v>2145</c:v>
                </c:pt>
                <c:pt idx="2146">
                  <c:v>2146</c:v>
                </c:pt>
                <c:pt idx="2147">
                  <c:v>2147</c:v>
                </c:pt>
                <c:pt idx="2148">
                  <c:v>2148</c:v>
                </c:pt>
                <c:pt idx="2149">
                  <c:v>2149</c:v>
                </c:pt>
                <c:pt idx="2150">
                  <c:v>2150</c:v>
                </c:pt>
                <c:pt idx="2151">
                  <c:v>2151</c:v>
                </c:pt>
                <c:pt idx="2152">
                  <c:v>2152</c:v>
                </c:pt>
                <c:pt idx="2153">
                  <c:v>2153</c:v>
                </c:pt>
                <c:pt idx="2154">
                  <c:v>2154</c:v>
                </c:pt>
                <c:pt idx="2155">
                  <c:v>2155</c:v>
                </c:pt>
                <c:pt idx="2156">
                  <c:v>2156</c:v>
                </c:pt>
                <c:pt idx="2157">
                  <c:v>2157</c:v>
                </c:pt>
                <c:pt idx="2158">
                  <c:v>2158</c:v>
                </c:pt>
                <c:pt idx="2159">
                  <c:v>2159</c:v>
                </c:pt>
                <c:pt idx="2160">
                  <c:v>2160</c:v>
                </c:pt>
                <c:pt idx="2161">
                  <c:v>2161</c:v>
                </c:pt>
                <c:pt idx="2162">
                  <c:v>2162</c:v>
                </c:pt>
                <c:pt idx="2163">
                  <c:v>2163</c:v>
                </c:pt>
                <c:pt idx="2164">
                  <c:v>2164</c:v>
                </c:pt>
                <c:pt idx="2165">
                  <c:v>2165</c:v>
                </c:pt>
                <c:pt idx="2166">
                  <c:v>2166</c:v>
                </c:pt>
                <c:pt idx="2167">
                  <c:v>2167</c:v>
                </c:pt>
                <c:pt idx="2168">
                  <c:v>2168</c:v>
                </c:pt>
                <c:pt idx="2169">
                  <c:v>2169</c:v>
                </c:pt>
                <c:pt idx="2170">
                  <c:v>2170</c:v>
                </c:pt>
                <c:pt idx="2171">
                  <c:v>2171</c:v>
                </c:pt>
                <c:pt idx="2172">
                  <c:v>2172</c:v>
                </c:pt>
                <c:pt idx="2173">
                  <c:v>2173</c:v>
                </c:pt>
                <c:pt idx="2174">
                  <c:v>2174</c:v>
                </c:pt>
                <c:pt idx="2175">
                  <c:v>2175</c:v>
                </c:pt>
                <c:pt idx="2176">
                  <c:v>2176</c:v>
                </c:pt>
                <c:pt idx="2177">
                  <c:v>2177</c:v>
                </c:pt>
                <c:pt idx="2178">
                  <c:v>2178</c:v>
                </c:pt>
                <c:pt idx="2179">
                  <c:v>2179</c:v>
                </c:pt>
                <c:pt idx="2180">
                  <c:v>2180</c:v>
                </c:pt>
                <c:pt idx="2181">
                  <c:v>2181</c:v>
                </c:pt>
                <c:pt idx="2182">
                  <c:v>2182</c:v>
                </c:pt>
                <c:pt idx="2183">
                  <c:v>2183</c:v>
                </c:pt>
                <c:pt idx="2184">
                  <c:v>2184</c:v>
                </c:pt>
                <c:pt idx="2185">
                  <c:v>2185</c:v>
                </c:pt>
                <c:pt idx="2186">
                  <c:v>2186</c:v>
                </c:pt>
                <c:pt idx="2187">
                  <c:v>2187</c:v>
                </c:pt>
                <c:pt idx="2188">
                  <c:v>2188</c:v>
                </c:pt>
                <c:pt idx="2189">
                  <c:v>2189</c:v>
                </c:pt>
                <c:pt idx="2190">
                  <c:v>2190</c:v>
                </c:pt>
                <c:pt idx="2191">
                  <c:v>2191</c:v>
                </c:pt>
                <c:pt idx="2192">
                  <c:v>2192</c:v>
                </c:pt>
                <c:pt idx="2193">
                  <c:v>2193</c:v>
                </c:pt>
                <c:pt idx="2194">
                  <c:v>2194</c:v>
                </c:pt>
                <c:pt idx="2195">
                  <c:v>2195</c:v>
                </c:pt>
                <c:pt idx="2196">
                  <c:v>2196</c:v>
                </c:pt>
                <c:pt idx="2197">
                  <c:v>2197</c:v>
                </c:pt>
                <c:pt idx="2198">
                  <c:v>2198</c:v>
                </c:pt>
                <c:pt idx="2199">
                  <c:v>2199</c:v>
                </c:pt>
                <c:pt idx="2200">
                  <c:v>2200</c:v>
                </c:pt>
                <c:pt idx="2201">
                  <c:v>2201</c:v>
                </c:pt>
                <c:pt idx="2202">
                  <c:v>2202</c:v>
                </c:pt>
                <c:pt idx="2203">
                  <c:v>2203</c:v>
                </c:pt>
                <c:pt idx="2204">
                  <c:v>2204</c:v>
                </c:pt>
                <c:pt idx="2205">
                  <c:v>2205</c:v>
                </c:pt>
                <c:pt idx="2206">
                  <c:v>2206</c:v>
                </c:pt>
                <c:pt idx="2207">
                  <c:v>2207</c:v>
                </c:pt>
                <c:pt idx="2208">
                  <c:v>2208</c:v>
                </c:pt>
                <c:pt idx="2209">
                  <c:v>2209</c:v>
                </c:pt>
                <c:pt idx="2210">
                  <c:v>2210</c:v>
                </c:pt>
                <c:pt idx="2211">
                  <c:v>2211</c:v>
                </c:pt>
                <c:pt idx="2212">
                  <c:v>2212</c:v>
                </c:pt>
                <c:pt idx="2213">
                  <c:v>2213</c:v>
                </c:pt>
                <c:pt idx="2214">
                  <c:v>2214</c:v>
                </c:pt>
                <c:pt idx="2215">
                  <c:v>2215</c:v>
                </c:pt>
                <c:pt idx="2216">
                  <c:v>2216</c:v>
                </c:pt>
                <c:pt idx="2217">
                  <c:v>2217</c:v>
                </c:pt>
                <c:pt idx="2218">
                  <c:v>2218</c:v>
                </c:pt>
                <c:pt idx="2219">
                  <c:v>2219</c:v>
                </c:pt>
                <c:pt idx="2220">
                  <c:v>2220</c:v>
                </c:pt>
                <c:pt idx="2221">
                  <c:v>2221</c:v>
                </c:pt>
                <c:pt idx="2222">
                  <c:v>2222</c:v>
                </c:pt>
                <c:pt idx="2223">
                  <c:v>2223</c:v>
                </c:pt>
                <c:pt idx="2224">
                  <c:v>2224</c:v>
                </c:pt>
                <c:pt idx="2225">
                  <c:v>2225</c:v>
                </c:pt>
                <c:pt idx="2226">
                  <c:v>2226</c:v>
                </c:pt>
                <c:pt idx="2227">
                  <c:v>2227</c:v>
                </c:pt>
                <c:pt idx="2228">
                  <c:v>2228</c:v>
                </c:pt>
                <c:pt idx="2229">
                  <c:v>2229</c:v>
                </c:pt>
                <c:pt idx="2230">
                  <c:v>2230</c:v>
                </c:pt>
                <c:pt idx="2231">
                  <c:v>2231</c:v>
                </c:pt>
                <c:pt idx="2232">
                  <c:v>2232</c:v>
                </c:pt>
                <c:pt idx="2233">
                  <c:v>2233</c:v>
                </c:pt>
                <c:pt idx="2234">
                  <c:v>2234</c:v>
                </c:pt>
                <c:pt idx="2235">
                  <c:v>2235</c:v>
                </c:pt>
                <c:pt idx="2236">
                  <c:v>2236</c:v>
                </c:pt>
                <c:pt idx="2237">
                  <c:v>2237</c:v>
                </c:pt>
                <c:pt idx="2238">
                  <c:v>2238</c:v>
                </c:pt>
                <c:pt idx="2239">
                  <c:v>2239</c:v>
                </c:pt>
                <c:pt idx="2240">
                  <c:v>2240</c:v>
                </c:pt>
                <c:pt idx="2241">
                  <c:v>2241</c:v>
                </c:pt>
                <c:pt idx="2242">
                  <c:v>2242</c:v>
                </c:pt>
                <c:pt idx="2243">
                  <c:v>2243</c:v>
                </c:pt>
                <c:pt idx="2244">
                  <c:v>2244</c:v>
                </c:pt>
                <c:pt idx="2245">
                  <c:v>2245</c:v>
                </c:pt>
                <c:pt idx="2246">
                  <c:v>2246</c:v>
                </c:pt>
                <c:pt idx="2247">
                  <c:v>2247</c:v>
                </c:pt>
                <c:pt idx="2248">
                  <c:v>2248</c:v>
                </c:pt>
                <c:pt idx="2249">
                  <c:v>2249</c:v>
                </c:pt>
                <c:pt idx="2250">
                  <c:v>2250</c:v>
                </c:pt>
                <c:pt idx="2251">
                  <c:v>2251</c:v>
                </c:pt>
                <c:pt idx="2252">
                  <c:v>2252</c:v>
                </c:pt>
                <c:pt idx="2253">
                  <c:v>2253</c:v>
                </c:pt>
                <c:pt idx="2254">
                  <c:v>2254</c:v>
                </c:pt>
                <c:pt idx="2255">
                  <c:v>2255</c:v>
                </c:pt>
                <c:pt idx="2256">
                  <c:v>2256</c:v>
                </c:pt>
                <c:pt idx="2257">
                  <c:v>2257</c:v>
                </c:pt>
                <c:pt idx="2258">
                  <c:v>2258</c:v>
                </c:pt>
                <c:pt idx="2259">
                  <c:v>2259</c:v>
                </c:pt>
                <c:pt idx="2260">
                  <c:v>2260</c:v>
                </c:pt>
                <c:pt idx="2261">
                  <c:v>2261</c:v>
                </c:pt>
                <c:pt idx="2262">
                  <c:v>2262</c:v>
                </c:pt>
                <c:pt idx="2263">
                  <c:v>2263</c:v>
                </c:pt>
                <c:pt idx="2264">
                  <c:v>2264</c:v>
                </c:pt>
                <c:pt idx="2265">
                  <c:v>2265</c:v>
                </c:pt>
                <c:pt idx="2266">
                  <c:v>2266</c:v>
                </c:pt>
                <c:pt idx="2267">
                  <c:v>2267</c:v>
                </c:pt>
                <c:pt idx="2268">
                  <c:v>2268</c:v>
                </c:pt>
                <c:pt idx="2269">
                  <c:v>2269</c:v>
                </c:pt>
                <c:pt idx="2270">
                  <c:v>2270</c:v>
                </c:pt>
                <c:pt idx="2271">
                  <c:v>2271</c:v>
                </c:pt>
                <c:pt idx="2272">
                  <c:v>2272</c:v>
                </c:pt>
                <c:pt idx="2273">
                  <c:v>2273</c:v>
                </c:pt>
                <c:pt idx="2274">
                  <c:v>2274</c:v>
                </c:pt>
                <c:pt idx="2275">
                  <c:v>2275</c:v>
                </c:pt>
                <c:pt idx="2276">
                  <c:v>2276</c:v>
                </c:pt>
                <c:pt idx="2277">
                  <c:v>2277</c:v>
                </c:pt>
                <c:pt idx="2278">
                  <c:v>2278</c:v>
                </c:pt>
                <c:pt idx="2279">
                  <c:v>2279</c:v>
                </c:pt>
                <c:pt idx="2280">
                  <c:v>2280</c:v>
                </c:pt>
                <c:pt idx="2281">
                  <c:v>2281</c:v>
                </c:pt>
                <c:pt idx="2282">
                  <c:v>2282</c:v>
                </c:pt>
                <c:pt idx="2283">
                  <c:v>2283</c:v>
                </c:pt>
                <c:pt idx="2284">
                  <c:v>2284</c:v>
                </c:pt>
                <c:pt idx="2285">
                  <c:v>2285</c:v>
                </c:pt>
                <c:pt idx="2286">
                  <c:v>2286</c:v>
                </c:pt>
                <c:pt idx="2287">
                  <c:v>2287</c:v>
                </c:pt>
                <c:pt idx="2288">
                  <c:v>2288</c:v>
                </c:pt>
                <c:pt idx="2289">
                  <c:v>2289</c:v>
                </c:pt>
                <c:pt idx="2290">
                  <c:v>2290</c:v>
                </c:pt>
                <c:pt idx="2291">
                  <c:v>2291</c:v>
                </c:pt>
                <c:pt idx="2292">
                  <c:v>2292</c:v>
                </c:pt>
                <c:pt idx="2293">
                  <c:v>2293</c:v>
                </c:pt>
                <c:pt idx="2294">
                  <c:v>2294</c:v>
                </c:pt>
                <c:pt idx="2295">
                  <c:v>2295</c:v>
                </c:pt>
                <c:pt idx="2296">
                  <c:v>2296</c:v>
                </c:pt>
                <c:pt idx="2297">
                  <c:v>2297</c:v>
                </c:pt>
                <c:pt idx="2298">
                  <c:v>2298</c:v>
                </c:pt>
                <c:pt idx="2299">
                  <c:v>2299</c:v>
                </c:pt>
                <c:pt idx="2300">
                  <c:v>2300</c:v>
                </c:pt>
                <c:pt idx="2301">
                  <c:v>2301</c:v>
                </c:pt>
                <c:pt idx="2302">
                  <c:v>2302</c:v>
                </c:pt>
                <c:pt idx="2303">
                  <c:v>2303</c:v>
                </c:pt>
                <c:pt idx="2304">
                  <c:v>2304</c:v>
                </c:pt>
                <c:pt idx="2305">
                  <c:v>2305</c:v>
                </c:pt>
                <c:pt idx="2306">
                  <c:v>2306</c:v>
                </c:pt>
                <c:pt idx="2307">
                  <c:v>2307</c:v>
                </c:pt>
                <c:pt idx="2308">
                  <c:v>2308</c:v>
                </c:pt>
                <c:pt idx="2309">
                  <c:v>2309</c:v>
                </c:pt>
                <c:pt idx="2310">
                  <c:v>2310</c:v>
                </c:pt>
                <c:pt idx="2311">
                  <c:v>2311</c:v>
                </c:pt>
                <c:pt idx="2312">
                  <c:v>2312</c:v>
                </c:pt>
                <c:pt idx="2313">
                  <c:v>2313</c:v>
                </c:pt>
                <c:pt idx="2314">
                  <c:v>2314</c:v>
                </c:pt>
                <c:pt idx="2315">
                  <c:v>2315</c:v>
                </c:pt>
                <c:pt idx="2316">
                  <c:v>2316</c:v>
                </c:pt>
                <c:pt idx="2317">
                  <c:v>2317</c:v>
                </c:pt>
                <c:pt idx="2318">
                  <c:v>2318</c:v>
                </c:pt>
                <c:pt idx="2319">
                  <c:v>2319</c:v>
                </c:pt>
                <c:pt idx="2320">
                  <c:v>2320</c:v>
                </c:pt>
                <c:pt idx="2321">
                  <c:v>2321</c:v>
                </c:pt>
                <c:pt idx="2322">
                  <c:v>2322</c:v>
                </c:pt>
                <c:pt idx="2323">
                  <c:v>2323</c:v>
                </c:pt>
                <c:pt idx="2324">
                  <c:v>2324</c:v>
                </c:pt>
                <c:pt idx="2325">
                  <c:v>2325</c:v>
                </c:pt>
                <c:pt idx="2326">
                  <c:v>2326</c:v>
                </c:pt>
                <c:pt idx="2327">
                  <c:v>2327</c:v>
                </c:pt>
                <c:pt idx="2328">
                  <c:v>2328</c:v>
                </c:pt>
                <c:pt idx="2329">
                  <c:v>2329</c:v>
                </c:pt>
                <c:pt idx="2330">
                  <c:v>2330</c:v>
                </c:pt>
                <c:pt idx="2331">
                  <c:v>2331</c:v>
                </c:pt>
                <c:pt idx="2332">
                  <c:v>2332</c:v>
                </c:pt>
                <c:pt idx="2333">
                  <c:v>2333</c:v>
                </c:pt>
                <c:pt idx="2334">
                  <c:v>2334</c:v>
                </c:pt>
                <c:pt idx="2335">
                  <c:v>2335</c:v>
                </c:pt>
                <c:pt idx="2336">
                  <c:v>2336</c:v>
                </c:pt>
                <c:pt idx="2337">
                  <c:v>2337</c:v>
                </c:pt>
                <c:pt idx="2338">
                  <c:v>2338</c:v>
                </c:pt>
                <c:pt idx="2339">
                  <c:v>2339</c:v>
                </c:pt>
                <c:pt idx="2340">
                  <c:v>2340</c:v>
                </c:pt>
                <c:pt idx="2341">
                  <c:v>2341</c:v>
                </c:pt>
                <c:pt idx="2342">
                  <c:v>2342</c:v>
                </c:pt>
                <c:pt idx="2343">
                  <c:v>2343</c:v>
                </c:pt>
                <c:pt idx="2344">
                  <c:v>2344</c:v>
                </c:pt>
                <c:pt idx="2345">
                  <c:v>2345</c:v>
                </c:pt>
                <c:pt idx="2346">
                  <c:v>2346</c:v>
                </c:pt>
                <c:pt idx="2347">
                  <c:v>2347</c:v>
                </c:pt>
                <c:pt idx="2348">
                  <c:v>2348</c:v>
                </c:pt>
                <c:pt idx="2349">
                  <c:v>2349</c:v>
                </c:pt>
                <c:pt idx="2350">
                  <c:v>2350</c:v>
                </c:pt>
                <c:pt idx="2351">
                  <c:v>2351</c:v>
                </c:pt>
                <c:pt idx="2352">
                  <c:v>2352</c:v>
                </c:pt>
                <c:pt idx="2353">
                  <c:v>2353</c:v>
                </c:pt>
                <c:pt idx="2354">
                  <c:v>2354</c:v>
                </c:pt>
                <c:pt idx="2355">
                  <c:v>2355</c:v>
                </c:pt>
                <c:pt idx="2356">
                  <c:v>2356</c:v>
                </c:pt>
                <c:pt idx="2357">
                  <c:v>2357</c:v>
                </c:pt>
                <c:pt idx="2358">
                  <c:v>2358</c:v>
                </c:pt>
                <c:pt idx="2359">
                  <c:v>2359</c:v>
                </c:pt>
                <c:pt idx="2360">
                  <c:v>2360</c:v>
                </c:pt>
                <c:pt idx="2361">
                  <c:v>2361</c:v>
                </c:pt>
                <c:pt idx="2362">
                  <c:v>2362</c:v>
                </c:pt>
                <c:pt idx="2363">
                  <c:v>2363</c:v>
                </c:pt>
                <c:pt idx="2364">
                  <c:v>2364</c:v>
                </c:pt>
                <c:pt idx="2365">
                  <c:v>2365</c:v>
                </c:pt>
                <c:pt idx="2366">
                  <c:v>2366</c:v>
                </c:pt>
                <c:pt idx="2367">
                  <c:v>2367</c:v>
                </c:pt>
                <c:pt idx="2368">
                  <c:v>2368</c:v>
                </c:pt>
                <c:pt idx="2369">
                  <c:v>2369</c:v>
                </c:pt>
                <c:pt idx="2370">
                  <c:v>2370</c:v>
                </c:pt>
                <c:pt idx="2371">
                  <c:v>2371</c:v>
                </c:pt>
                <c:pt idx="2372">
                  <c:v>2372</c:v>
                </c:pt>
                <c:pt idx="2373">
                  <c:v>2373</c:v>
                </c:pt>
                <c:pt idx="2374">
                  <c:v>2374</c:v>
                </c:pt>
                <c:pt idx="2375">
                  <c:v>2375</c:v>
                </c:pt>
                <c:pt idx="2376">
                  <c:v>2376</c:v>
                </c:pt>
                <c:pt idx="2377">
                  <c:v>2377</c:v>
                </c:pt>
                <c:pt idx="2378">
                  <c:v>2378</c:v>
                </c:pt>
                <c:pt idx="2379">
                  <c:v>2379</c:v>
                </c:pt>
                <c:pt idx="2380">
                  <c:v>2380</c:v>
                </c:pt>
                <c:pt idx="2381">
                  <c:v>2381</c:v>
                </c:pt>
                <c:pt idx="2382">
                  <c:v>2382</c:v>
                </c:pt>
                <c:pt idx="2383">
                  <c:v>2383</c:v>
                </c:pt>
                <c:pt idx="2384">
                  <c:v>2384</c:v>
                </c:pt>
                <c:pt idx="2385">
                  <c:v>2385</c:v>
                </c:pt>
                <c:pt idx="2386">
                  <c:v>2386</c:v>
                </c:pt>
                <c:pt idx="2387">
                  <c:v>2387</c:v>
                </c:pt>
                <c:pt idx="2388">
                  <c:v>2388</c:v>
                </c:pt>
                <c:pt idx="2389">
                  <c:v>2389</c:v>
                </c:pt>
                <c:pt idx="2390">
                  <c:v>2390</c:v>
                </c:pt>
                <c:pt idx="2391">
                  <c:v>2391</c:v>
                </c:pt>
                <c:pt idx="2392">
                  <c:v>2392</c:v>
                </c:pt>
                <c:pt idx="2393">
                  <c:v>2393</c:v>
                </c:pt>
                <c:pt idx="2394">
                  <c:v>2394</c:v>
                </c:pt>
                <c:pt idx="2395">
                  <c:v>2395</c:v>
                </c:pt>
                <c:pt idx="2396">
                  <c:v>2396</c:v>
                </c:pt>
                <c:pt idx="2397">
                  <c:v>2397</c:v>
                </c:pt>
                <c:pt idx="2398">
                  <c:v>2398</c:v>
                </c:pt>
                <c:pt idx="2399">
                  <c:v>2399</c:v>
                </c:pt>
                <c:pt idx="2400">
                  <c:v>2400</c:v>
                </c:pt>
                <c:pt idx="2401">
                  <c:v>2401</c:v>
                </c:pt>
                <c:pt idx="2402">
                  <c:v>2402</c:v>
                </c:pt>
                <c:pt idx="2403">
                  <c:v>2403</c:v>
                </c:pt>
                <c:pt idx="2404">
                  <c:v>2404</c:v>
                </c:pt>
                <c:pt idx="2405">
                  <c:v>2405</c:v>
                </c:pt>
                <c:pt idx="2406">
                  <c:v>2406</c:v>
                </c:pt>
                <c:pt idx="2407">
                  <c:v>2407</c:v>
                </c:pt>
                <c:pt idx="2408">
                  <c:v>2408</c:v>
                </c:pt>
                <c:pt idx="2409">
                  <c:v>2409</c:v>
                </c:pt>
                <c:pt idx="2410">
                  <c:v>2410</c:v>
                </c:pt>
                <c:pt idx="2411">
                  <c:v>2411</c:v>
                </c:pt>
                <c:pt idx="2412">
                  <c:v>2412</c:v>
                </c:pt>
                <c:pt idx="2413">
                  <c:v>2413</c:v>
                </c:pt>
                <c:pt idx="2414">
                  <c:v>2414</c:v>
                </c:pt>
                <c:pt idx="2415">
                  <c:v>2415</c:v>
                </c:pt>
                <c:pt idx="2416">
                  <c:v>2416</c:v>
                </c:pt>
                <c:pt idx="2417">
                  <c:v>2417</c:v>
                </c:pt>
                <c:pt idx="2418">
                  <c:v>2418</c:v>
                </c:pt>
                <c:pt idx="2419">
                  <c:v>2419</c:v>
                </c:pt>
                <c:pt idx="2420">
                  <c:v>2420</c:v>
                </c:pt>
                <c:pt idx="2421">
                  <c:v>2421</c:v>
                </c:pt>
                <c:pt idx="2422">
                  <c:v>2422</c:v>
                </c:pt>
                <c:pt idx="2423">
                  <c:v>2423</c:v>
                </c:pt>
                <c:pt idx="2424">
                  <c:v>2424</c:v>
                </c:pt>
                <c:pt idx="2425">
                  <c:v>2425</c:v>
                </c:pt>
                <c:pt idx="2426">
                  <c:v>2426</c:v>
                </c:pt>
                <c:pt idx="2427">
                  <c:v>2427</c:v>
                </c:pt>
                <c:pt idx="2428">
                  <c:v>2428</c:v>
                </c:pt>
                <c:pt idx="2429">
                  <c:v>2429</c:v>
                </c:pt>
                <c:pt idx="2430">
                  <c:v>2430</c:v>
                </c:pt>
                <c:pt idx="2431">
                  <c:v>2431</c:v>
                </c:pt>
                <c:pt idx="2432">
                  <c:v>2432</c:v>
                </c:pt>
                <c:pt idx="2433">
                  <c:v>2433</c:v>
                </c:pt>
                <c:pt idx="2434">
                  <c:v>2434</c:v>
                </c:pt>
                <c:pt idx="2435">
                  <c:v>2435</c:v>
                </c:pt>
                <c:pt idx="2436">
                  <c:v>2436</c:v>
                </c:pt>
                <c:pt idx="2437">
                  <c:v>2437</c:v>
                </c:pt>
                <c:pt idx="2438">
                  <c:v>2438</c:v>
                </c:pt>
                <c:pt idx="2439">
                  <c:v>2439</c:v>
                </c:pt>
                <c:pt idx="2440">
                  <c:v>2440</c:v>
                </c:pt>
                <c:pt idx="2441">
                  <c:v>2441</c:v>
                </c:pt>
                <c:pt idx="2442">
                  <c:v>2442</c:v>
                </c:pt>
                <c:pt idx="2443">
                  <c:v>2443</c:v>
                </c:pt>
                <c:pt idx="2444">
                  <c:v>2444</c:v>
                </c:pt>
                <c:pt idx="2445">
                  <c:v>2445</c:v>
                </c:pt>
                <c:pt idx="2446">
                  <c:v>2446</c:v>
                </c:pt>
                <c:pt idx="2447">
                  <c:v>2447</c:v>
                </c:pt>
                <c:pt idx="2448">
                  <c:v>2448</c:v>
                </c:pt>
                <c:pt idx="2449">
                  <c:v>2449</c:v>
                </c:pt>
                <c:pt idx="2450">
                  <c:v>2450</c:v>
                </c:pt>
                <c:pt idx="2451">
                  <c:v>2451</c:v>
                </c:pt>
                <c:pt idx="2452">
                  <c:v>2452</c:v>
                </c:pt>
                <c:pt idx="2453">
                  <c:v>2453</c:v>
                </c:pt>
                <c:pt idx="2454">
                  <c:v>2454</c:v>
                </c:pt>
                <c:pt idx="2455">
                  <c:v>2455</c:v>
                </c:pt>
                <c:pt idx="2456">
                  <c:v>2456</c:v>
                </c:pt>
                <c:pt idx="2457">
                  <c:v>2457</c:v>
                </c:pt>
                <c:pt idx="2458">
                  <c:v>2458</c:v>
                </c:pt>
                <c:pt idx="2459">
                  <c:v>2459</c:v>
                </c:pt>
                <c:pt idx="2460">
                  <c:v>2460</c:v>
                </c:pt>
                <c:pt idx="2461">
                  <c:v>2461</c:v>
                </c:pt>
                <c:pt idx="2462">
                  <c:v>2462</c:v>
                </c:pt>
                <c:pt idx="2463">
                  <c:v>2463</c:v>
                </c:pt>
                <c:pt idx="2464">
                  <c:v>2464</c:v>
                </c:pt>
                <c:pt idx="2465">
                  <c:v>2465</c:v>
                </c:pt>
                <c:pt idx="2466">
                  <c:v>2466</c:v>
                </c:pt>
                <c:pt idx="2467">
                  <c:v>2467</c:v>
                </c:pt>
                <c:pt idx="2468">
                  <c:v>2468</c:v>
                </c:pt>
                <c:pt idx="2469">
                  <c:v>2469</c:v>
                </c:pt>
                <c:pt idx="2470">
                  <c:v>2470</c:v>
                </c:pt>
                <c:pt idx="2471">
                  <c:v>2471</c:v>
                </c:pt>
                <c:pt idx="2472">
                  <c:v>2472</c:v>
                </c:pt>
                <c:pt idx="2473">
                  <c:v>2473</c:v>
                </c:pt>
                <c:pt idx="2474">
                  <c:v>2474</c:v>
                </c:pt>
                <c:pt idx="2475">
                  <c:v>2475</c:v>
                </c:pt>
                <c:pt idx="2476">
                  <c:v>2476</c:v>
                </c:pt>
                <c:pt idx="2477">
                  <c:v>2477</c:v>
                </c:pt>
                <c:pt idx="2478">
                  <c:v>2478</c:v>
                </c:pt>
                <c:pt idx="2479">
                  <c:v>2479</c:v>
                </c:pt>
                <c:pt idx="2480">
                  <c:v>2480</c:v>
                </c:pt>
                <c:pt idx="2481">
                  <c:v>2481</c:v>
                </c:pt>
                <c:pt idx="2482">
                  <c:v>2482</c:v>
                </c:pt>
                <c:pt idx="2483">
                  <c:v>2483</c:v>
                </c:pt>
                <c:pt idx="2484">
                  <c:v>2484</c:v>
                </c:pt>
                <c:pt idx="2485">
                  <c:v>2485</c:v>
                </c:pt>
                <c:pt idx="2486">
                  <c:v>2486</c:v>
                </c:pt>
                <c:pt idx="2487">
                  <c:v>2487</c:v>
                </c:pt>
                <c:pt idx="2488">
                  <c:v>2488</c:v>
                </c:pt>
                <c:pt idx="2489">
                  <c:v>2489</c:v>
                </c:pt>
                <c:pt idx="2490">
                  <c:v>2490</c:v>
                </c:pt>
                <c:pt idx="2491">
                  <c:v>2491</c:v>
                </c:pt>
                <c:pt idx="2492">
                  <c:v>2492</c:v>
                </c:pt>
                <c:pt idx="2493">
                  <c:v>2493</c:v>
                </c:pt>
                <c:pt idx="2494">
                  <c:v>2494</c:v>
                </c:pt>
                <c:pt idx="2495">
                  <c:v>2495</c:v>
                </c:pt>
                <c:pt idx="2496">
                  <c:v>2496</c:v>
                </c:pt>
                <c:pt idx="2497">
                  <c:v>2497</c:v>
                </c:pt>
                <c:pt idx="2498">
                  <c:v>2498</c:v>
                </c:pt>
                <c:pt idx="2499">
                  <c:v>2499</c:v>
                </c:pt>
                <c:pt idx="2500">
                  <c:v>2500</c:v>
                </c:pt>
                <c:pt idx="2501">
                  <c:v>2501</c:v>
                </c:pt>
                <c:pt idx="2502">
                  <c:v>2502</c:v>
                </c:pt>
                <c:pt idx="2503">
                  <c:v>2503</c:v>
                </c:pt>
                <c:pt idx="2504">
                  <c:v>2504</c:v>
                </c:pt>
                <c:pt idx="2505">
                  <c:v>2505</c:v>
                </c:pt>
                <c:pt idx="2506">
                  <c:v>2506</c:v>
                </c:pt>
                <c:pt idx="2507">
                  <c:v>2507</c:v>
                </c:pt>
                <c:pt idx="2508">
                  <c:v>2508</c:v>
                </c:pt>
                <c:pt idx="2509">
                  <c:v>2509</c:v>
                </c:pt>
                <c:pt idx="2510">
                  <c:v>2510</c:v>
                </c:pt>
                <c:pt idx="2511">
                  <c:v>2511</c:v>
                </c:pt>
                <c:pt idx="2512">
                  <c:v>2512</c:v>
                </c:pt>
                <c:pt idx="2513">
                  <c:v>2513</c:v>
                </c:pt>
                <c:pt idx="2514">
                  <c:v>2514</c:v>
                </c:pt>
                <c:pt idx="2515">
                  <c:v>2515</c:v>
                </c:pt>
                <c:pt idx="2516">
                  <c:v>2516</c:v>
                </c:pt>
                <c:pt idx="2517">
                  <c:v>2517</c:v>
                </c:pt>
                <c:pt idx="2518">
                  <c:v>2518</c:v>
                </c:pt>
                <c:pt idx="2519">
                  <c:v>2519</c:v>
                </c:pt>
                <c:pt idx="2520">
                  <c:v>2520</c:v>
                </c:pt>
                <c:pt idx="2521">
                  <c:v>2521</c:v>
                </c:pt>
                <c:pt idx="2522">
                  <c:v>2522</c:v>
                </c:pt>
                <c:pt idx="2523">
                  <c:v>2523</c:v>
                </c:pt>
                <c:pt idx="2524">
                  <c:v>2524</c:v>
                </c:pt>
                <c:pt idx="2525">
                  <c:v>2525</c:v>
                </c:pt>
                <c:pt idx="2526">
                  <c:v>2526</c:v>
                </c:pt>
                <c:pt idx="2527">
                  <c:v>2527</c:v>
                </c:pt>
                <c:pt idx="2528">
                  <c:v>2528</c:v>
                </c:pt>
                <c:pt idx="2529">
                  <c:v>2529</c:v>
                </c:pt>
                <c:pt idx="2530">
                  <c:v>2530</c:v>
                </c:pt>
                <c:pt idx="2531">
                  <c:v>2531</c:v>
                </c:pt>
                <c:pt idx="2532">
                  <c:v>2532</c:v>
                </c:pt>
                <c:pt idx="2533">
                  <c:v>2533</c:v>
                </c:pt>
                <c:pt idx="2534">
                  <c:v>2534</c:v>
                </c:pt>
                <c:pt idx="2535">
                  <c:v>2535</c:v>
                </c:pt>
                <c:pt idx="2536">
                  <c:v>2536</c:v>
                </c:pt>
                <c:pt idx="2537">
                  <c:v>2537</c:v>
                </c:pt>
                <c:pt idx="2538">
                  <c:v>2538</c:v>
                </c:pt>
                <c:pt idx="2539">
                  <c:v>2539</c:v>
                </c:pt>
                <c:pt idx="2540">
                  <c:v>2540</c:v>
                </c:pt>
                <c:pt idx="2541">
                  <c:v>2541</c:v>
                </c:pt>
                <c:pt idx="2542">
                  <c:v>2542</c:v>
                </c:pt>
                <c:pt idx="2543">
                  <c:v>2543</c:v>
                </c:pt>
                <c:pt idx="2544">
                  <c:v>2544</c:v>
                </c:pt>
                <c:pt idx="2545">
                  <c:v>2545</c:v>
                </c:pt>
                <c:pt idx="2546">
                  <c:v>2546</c:v>
                </c:pt>
                <c:pt idx="2547">
                  <c:v>2547</c:v>
                </c:pt>
                <c:pt idx="2548">
                  <c:v>2548</c:v>
                </c:pt>
                <c:pt idx="2549">
                  <c:v>2549</c:v>
                </c:pt>
                <c:pt idx="2550">
                  <c:v>2550</c:v>
                </c:pt>
                <c:pt idx="2551">
                  <c:v>2551</c:v>
                </c:pt>
                <c:pt idx="2552">
                  <c:v>2552</c:v>
                </c:pt>
                <c:pt idx="2553">
                  <c:v>2553</c:v>
                </c:pt>
                <c:pt idx="2554">
                  <c:v>2554</c:v>
                </c:pt>
                <c:pt idx="2555">
                  <c:v>2555</c:v>
                </c:pt>
                <c:pt idx="2556">
                  <c:v>2556</c:v>
                </c:pt>
                <c:pt idx="2557">
                  <c:v>2557</c:v>
                </c:pt>
                <c:pt idx="2558">
                  <c:v>2558</c:v>
                </c:pt>
                <c:pt idx="2559">
                  <c:v>2559</c:v>
                </c:pt>
                <c:pt idx="2560">
                  <c:v>2560</c:v>
                </c:pt>
                <c:pt idx="2561">
                  <c:v>2561</c:v>
                </c:pt>
                <c:pt idx="2562">
                  <c:v>2562</c:v>
                </c:pt>
                <c:pt idx="2563">
                  <c:v>2563</c:v>
                </c:pt>
                <c:pt idx="2564">
                  <c:v>2564</c:v>
                </c:pt>
                <c:pt idx="2565">
                  <c:v>2565</c:v>
                </c:pt>
                <c:pt idx="2566">
                  <c:v>2566</c:v>
                </c:pt>
                <c:pt idx="2567">
                  <c:v>2567</c:v>
                </c:pt>
                <c:pt idx="2568">
                  <c:v>2568</c:v>
                </c:pt>
                <c:pt idx="2569">
                  <c:v>2569</c:v>
                </c:pt>
                <c:pt idx="2570">
                  <c:v>2570</c:v>
                </c:pt>
                <c:pt idx="2571">
                  <c:v>2571</c:v>
                </c:pt>
                <c:pt idx="2572">
                  <c:v>2572</c:v>
                </c:pt>
                <c:pt idx="2573">
                  <c:v>2573</c:v>
                </c:pt>
                <c:pt idx="2574">
                  <c:v>2574</c:v>
                </c:pt>
                <c:pt idx="2575">
                  <c:v>2575</c:v>
                </c:pt>
                <c:pt idx="2576">
                  <c:v>2576</c:v>
                </c:pt>
                <c:pt idx="2577">
                  <c:v>2577</c:v>
                </c:pt>
                <c:pt idx="2578">
                  <c:v>2578</c:v>
                </c:pt>
                <c:pt idx="2579">
                  <c:v>2579</c:v>
                </c:pt>
                <c:pt idx="2580">
                  <c:v>2580</c:v>
                </c:pt>
                <c:pt idx="2581">
                  <c:v>2581</c:v>
                </c:pt>
                <c:pt idx="2582">
                  <c:v>2582</c:v>
                </c:pt>
                <c:pt idx="2583">
                  <c:v>2583</c:v>
                </c:pt>
                <c:pt idx="2584">
                  <c:v>2584</c:v>
                </c:pt>
                <c:pt idx="2585">
                  <c:v>2585</c:v>
                </c:pt>
                <c:pt idx="2586">
                  <c:v>2586</c:v>
                </c:pt>
                <c:pt idx="2587">
                  <c:v>2587</c:v>
                </c:pt>
                <c:pt idx="2588">
                  <c:v>2588</c:v>
                </c:pt>
                <c:pt idx="2589">
                  <c:v>2589</c:v>
                </c:pt>
                <c:pt idx="2590">
                  <c:v>2590</c:v>
                </c:pt>
                <c:pt idx="2591">
                  <c:v>2591</c:v>
                </c:pt>
                <c:pt idx="2592">
                  <c:v>2592</c:v>
                </c:pt>
                <c:pt idx="2593">
                  <c:v>2593</c:v>
                </c:pt>
                <c:pt idx="2594">
                  <c:v>2594</c:v>
                </c:pt>
                <c:pt idx="2595">
                  <c:v>2595</c:v>
                </c:pt>
                <c:pt idx="2596">
                  <c:v>2596</c:v>
                </c:pt>
                <c:pt idx="2597">
                  <c:v>2597</c:v>
                </c:pt>
                <c:pt idx="2598">
                  <c:v>2598</c:v>
                </c:pt>
                <c:pt idx="2599">
                  <c:v>2599</c:v>
                </c:pt>
                <c:pt idx="2600">
                  <c:v>2600</c:v>
                </c:pt>
                <c:pt idx="2601">
                  <c:v>2601</c:v>
                </c:pt>
                <c:pt idx="2602">
                  <c:v>2602</c:v>
                </c:pt>
                <c:pt idx="2603">
                  <c:v>2603</c:v>
                </c:pt>
                <c:pt idx="2604">
                  <c:v>2604</c:v>
                </c:pt>
                <c:pt idx="2605">
                  <c:v>2605</c:v>
                </c:pt>
                <c:pt idx="2606">
                  <c:v>2606</c:v>
                </c:pt>
                <c:pt idx="2607">
                  <c:v>2607</c:v>
                </c:pt>
                <c:pt idx="2608">
                  <c:v>2608</c:v>
                </c:pt>
                <c:pt idx="2609">
                  <c:v>2609</c:v>
                </c:pt>
                <c:pt idx="2610">
                  <c:v>2610</c:v>
                </c:pt>
                <c:pt idx="2611">
                  <c:v>2611</c:v>
                </c:pt>
                <c:pt idx="2612">
                  <c:v>2612</c:v>
                </c:pt>
                <c:pt idx="2613">
                  <c:v>2613</c:v>
                </c:pt>
                <c:pt idx="2614">
                  <c:v>2614</c:v>
                </c:pt>
                <c:pt idx="2615">
                  <c:v>2615</c:v>
                </c:pt>
                <c:pt idx="2616">
                  <c:v>2616</c:v>
                </c:pt>
                <c:pt idx="2617">
                  <c:v>2617</c:v>
                </c:pt>
                <c:pt idx="2618">
                  <c:v>2618</c:v>
                </c:pt>
                <c:pt idx="2619">
                  <c:v>2619</c:v>
                </c:pt>
                <c:pt idx="2620">
                  <c:v>2620</c:v>
                </c:pt>
                <c:pt idx="2621">
                  <c:v>2621</c:v>
                </c:pt>
                <c:pt idx="2622">
                  <c:v>2622</c:v>
                </c:pt>
                <c:pt idx="2623">
                  <c:v>2623</c:v>
                </c:pt>
                <c:pt idx="2624">
                  <c:v>2624</c:v>
                </c:pt>
                <c:pt idx="2625">
                  <c:v>2625</c:v>
                </c:pt>
                <c:pt idx="2626">
                  <c:v>2626</c:v>
                </c:pt>
                <c:pt idx="2627">
                  <c:v>2627</c:v>
                </c:pt>
                <c:pt idx="2628">
                  <c:v>2628</c:v>
                </c:pt>
                <c:pt idx="2629">
                  <c:v>2629</c:v>
                </c:pt>
                <c:pt idx="2630">
                  <c:v>2630</c:v>
                </c:pt>
                <c:pt idx="2631">
                  <c:v>2631</c:v>
                </c:pt>
                <c:pt idx="2632">
                  <c:v>2632</c:v>
                </c:pt>
                <c:pt idx="2633">
                  <c:v>2633</c:v>
                </c:pt>
                <c:pt idx="2634">
                  <c:v>2634</c:v>
                </c:pt>
                <c:pt idx="2635">
                  <c:v>2635</c:v>
                </c:pt>
                <c:pt idx="2636">
                  <c:v>2636</c:v>
                </c:pt>
                <c:pt idx="2637">
                  <c:v>2637</c:v>
                </c:pt>
                <c:pt idx="2638">
                  <c:v>2638</c:v>
                </c:pt>
                <c:pt idx="2639">
                  <c:v>2639</c:v>
                </c:pt>
                <c:pt idx="2640">
                  <c:v>2640</c:v>
                </c:pt>
                <c:pt idx="2641">
                  <c:v>2641</c:v>
                </c:pt>
                <c:pt idx="2642">
                  <c:v>2642</c:v>
                </c:pt>
                <c:pt idx="2643">
                  <c:v>2643</c:v>
                </c:pt>
                <c:pt idx="2644">
                  <c:v>2644</c:v>
                </c:pt>
                <c:pt idx="2645">
                  <c:v>2645</c:v>
                </c:pt>
                <c:pt idx="2646">
                  <c:v>2646</c:v>
                </c:pt>
                <c:pt idx="2647">
                  <c:v>2647</c:v>
                </c:pt>
                <c:pt idx="2648">
                  <c:v>2648</c:v>
                </c:pt>
                <c:pt idx="2649">
                  <c:v>2649</c:v>
                </c:pt>
                <c:pt idx="2650">
                  <c:v>2650</c:v>
                </c:pt>
                <c:pt idx="2651">
                  <c:v>2651</c:v>
                </c:pt>
                <c:pt idx="2652">
                  <c:v>2652</c:v>
                </c:pt>
                <c:pt idx="2653">
                  <c:v>2653</c:v>
                </c:pt>
                <c:pt idx="2654">
                  <c:v>2654</c:v>
                </c:pt>
                <c:pt idx="2655">
                  <c:v>2655</c:v>
                </c:pt>
                <c:pt idx="2656">
                  <c:v>2656</c:v>
                </c:pt>
                <c:pt idx="2657">
                  <c:v>2657</c:v>
                </c:pt>
                <c:pt idx="2658">
                  <c:v>2658</c:v>
                </c:pt>
                <c:pt idx="2659">
                  <c:v>2659</c:v>
                </c:pt>
                <c:pt idx="2660">
                  <c:v>2660</c:v>
                </c:pt>
                <c:pt idx="2661">
                  <c:v>2661</c:v>
                </c:pt>
                <c:pt idx="2662">
                  <c:v>2662</c:v>
                </c:pt>
                <c:pt idx="2663">
                  <c:v>2663</c:v>
                </c:pt>
                <c:pt idx="2664">
                  <c:v>2664</c:v>
                </c:pt>
                <c:pt idx="2665">
                  <c:v>2665</c:v>
                </c:pt>
                <c:pt idx="2666">
                  <c:v>2666</c:v>
                </c:pt>
                <c:pt idx="2667">
                  <c:v>2667</c:v>
                </c:pt>
                <c:pt idx="2668">
                  <c:v>2668</c:v>
                </c:pt>
                <c:pt idx="2669">
                  <c:v>2669</c:v>
                </c:pt>
                <c:pt idx="2670">
                  <c:v>2670</c:v>
                </c:pt>
                <c:pt idx="2671">
                  <c:v>2671</c:v>
                </c:pt>
                <c:pt idx="2672">
                  <c:v>2672</c:v>
                </c:pt>
                <c:pt idx="2673">
                  <c:v>2673</c:v>
                </c:pt>
                <c:pt idx="2674">
                  <c:v>2674</c:v>
                </c:pt>
                <c:pt idx="2675">
                  <c:v>2675</c:v>
                </c:pt>
                <c:pt idx="2676">
                  <c:v>2676</c:v>
                </c:pt>
                <c:pt idx="2677">
                  <c:v>2677</c:v>
                </c:pt>
                <c:pt idx="2678">
                  <c:v>2678</c:v>
                </c:pt>
                <c:pt idx="2679">
                  <c:v>2679</c:v>
                </c:pt>
                <c:pt idx="2680">
                  <c:v>2680</c:v>
                </c:pt>
                <c:pt idx="2681">
                  <c:v>2681</c:v>
                </c:pt>
                <c:pt idx="2682">
                  <c:v>2682</c:v>
                </c:pt>
                <c:pt idx="2683">
                  <c:v>2683</c:v>
                </c:pt>
                <c:pt idx="2684">
                  <c:v>2684</c:v>
                </c:pt>
                <c:pt idx="2685">
                  <c:v>2685</c:v>
                </c:pt>
                <c:pt idx="2686">
                  <c:v>2686</c:v>
                </c:pt>
                <c:pt idx="2687">
                  <c:v>2687</c:v>
                </c:pt>
                <c:pt idx="2688">
                  <c:v>2688</c:v>
                </c:pt>
                <c:pt idx="2689">
                  <c:v>2689</c:v>
                </c:pt>
                <c:pt idx="2690">
                  <c:v>2690</c:v>
                </c:pt>
                <c:pt idx="2691">
                  <c:v>2691</c:v>
                </c:pt>
                <c:pt idx="2692">
                  <c:v>2692</c:v>
                </c:pt>
                <c:pt idx="2693">
                  <c:v>2693</c:v>
                </c:pt>
                <c:pt idx="2694">
                  <c:v>2694</c:v>
                </c:pt>
                <c:pt idx="2695">
                  <c:v>2695</c:v>
                </c:pt>
                <c:pt idx="2696">
                  <c:v>2696</c:v>
                </c:pt>
                <c:pt idx="2697">
                  <c:v>2697</c:v>
                </c:pt>
                <c:pt idx="2698">
                  <c:v>2698</c:v>
                </c:pt>
                <c:pt idx="2699">
                  <c:v>2699</c:v>
                </c:pt>
                <c:pt idx="2700">
                  <c:v>2700</c:v>
                </c:pt>
                <c:pt idx="2701">
                  <c:v>2701</c:v>
                </c:pt>
                <c:pt idx="2702">
                  <c:v>2702</c:v>
                </c:pt>
                <c:pt idx="2703">
                  <c:v>2703</c:v>
                </c:pt>
                <c:pt idx="2704">
                  <c:v>2704</c:v>
                </c:pt>
                <c:pt idx="2705">
                  <c:v>2705</c:v>
                </c:pt>
                <c:pt idx="2706">
                  <c:v>2706</c:v>
                </c:pt>
                <c:pt idx="2707">
                  <c:v>2707</c:v>
                </c:pt>
                <c:pt idx="2708">
                  <c:v>2708</c:v>
                </c:pt>
                <c:pt idx="2709">
                  <c:v>2709</c:v>
                </c:pt>
                <c:pt idx="2710">
                  <c:v>2710</c:v>
                </c:pt>
                <c:pt idx="2711">
                  <c:v>2711</c:v>
                </c:pt>
                <c:pt idx="2712">
                  <c:v>2712</c:v>
                </c:pt>
                <c:pt idx="2713">
                  <c:v>2713</c:v>
                </c:pt>
                <c:pt idx="2714">
                  <c:v>2714</c:v>
                </c:pt>
                <c:pt idx="2715">
                  <c:v>2715</c:v>
                </c:pt>
                <c:pt idx="2716">
                  <c:v>2716</c:v>
                </c:pt>
                <c:pt idx="2717">
                  <c:v>2717</c:v>
                </c:pt>
                <c:pt idx="2718">
                  <c:v>2718</c:v>
                </c:pt>
                <c:pt idx="2719">
                  <c:v>2719</c:v>
                </c:pt>
                <c:pt idx="2720">
                  <c:v>2720</c:v>
                </c:pt>
                <c:pt idx="2721">
                  <c:v>2721</c:v>
                </c:pt>
                <c:pt idx="2722">
                  <c:v>2722</c:v>
                </c:pt>
                <c:pt idx="2723">
                  <c:v>2723</c:v>
                </c:pt>
                <c:pt idx="2724">
                  <c:v>2724</c:v>
                </c:pt>
                <c:pt idx="2725">
                  <c:v>2725</c:v>
                </c:pt>
                <c:pt idx="2726">
                  <c:v>2726</c:v>
                </c:pt>
                <c:pt idx="2727">
                  <c:v>2727</c:v>
                </c:pt>
                <c:pt idx="2728">
                  <c:v>2728</c:v>
                </c:pt>
                <c:pt idx="2729">
                  <c:v>2729</c:v>
                </c:pt>
                <c:pt idx="2730">
                  <c:v>2730</c:v>
                </c:pt>
                <c:pt idx="2731">
                  <c:v>2731</c:v>
                </c:pt>
                <c:pt idx="2732">
                  <c:v>2732</c:v>
                </c:pt>
                <c:pt idx="2733">
                  <c:v>2733</c:v>
                </c:pt>
                <c:pt idx="2734">
                  <c:v>2734</c:v>
                </c:pt>
                <c:pt idx="2735">
                  <c:v>2735</c:v>
                </c:pt>
                <c:pt idx="2736">
                  <c:v>2736</c:v>
                </c:pt>
                <c:pt idx="2737">
                  <c:v>2737</c:v>
                </c:pt>
                <c:pt idx="2738">
                  <c:v>2738</c:v>
                </c:pt>
                <c:pt idx="2739">
                  <c:v>2739</c:v>
                </c:pt>
                <c:pt idx="2740">
                  <c:v>2740</c:v>
                </c:pt>
                <c:pt idx="2741">
                  <c:v>2741</c:v>
                </c:pt>
                <c:pt idx="2742">
                  <c:v>2742</c:v>
                </c:pt>
                <c:pt idx="2743">
                  <c:v>2743</c:v>
                </c:pt>
                <c:pt idx="2744">
                  <c:v>2744</c:v>
                </c:pt>
                <c:pt idx="2745">
                  <c:v>2745</c:v>
                </c:pt>
                <c:pt idx="2746">
                  <c:v>2746</c:v>
                </c:pt>
                <c:pt idx="2747">
                  <c:v>2747</c:v>
                </c:pt>
                <c:pt idx="2748">
                  <c:v>2748</c:v>
                </c:pt>
                <c:pt idx="2749">
                  <c:v>2749</c:v>
                </c:pt>
                <c:pt idx="2750">
                  <c:v>2750</c:v>
                </c:pt>
                <c:pt idx="2751">
                  <c:v>2751</c:v>
                </c:pt>
                <c:pt idx="2752">
                  <c:v>2752</c:v>
                </c:pt>
                <c:pt idx="2753">
                  <c:v>2753</c:v>
                </c:pt>
                <c:pt idx="2754">
                  <c:v>2754</c:v>
                </c:pt>
                <c:pt idx="2755">
                  <c:v>2755</c:v>
                </c:pt>
                <c:pt idx="2756">
                  <c:v>2756</c:v>
                </c:pt>
                <c:pt idx="2757">
                  <c:v>2757</c:v>
                </c:pt>
                <c:pt idx="2758">
                  <c:v>2758</c:v>
                </c:pt>
                <c:pt idx="2759">
                  <c:v>2759</c:v>
                </c:pt>
                <c:pt idx="2760">
                  <c:v>2760</c:v>
                </c:pt>
                <c:pt idx="2761">
                  <c:v>2761</c:v>
                </c:pt>
                <c:pt idx="2762">
                  <c:v>2762</c:v>
                </c:pt>
                <c:pt idx="2763">
                  <c:v>2763</c:v>
                </c:pt>
                <c:pt idx="2764">
                  <c:v>2764</c:v>
                </c:pt>
                <c:pt idx="2765">
                  <c:v>2765</c:v>
                </c:pt>
                <c:pt idx="2766">
                  <c:v>2766</c:v>
                </c:pt>
                <c:pt idx="2767">
                  <c:v>2767</c:v>
                </c:pt>
                <c:pt idx="2768">
                  <c:v>2768</c:v>
                </c:pt>
                <c:pt idx="2769">
                  <c:v>2769</c:v>
                </c:pt>
                <c:pt idx="2770">
                  <c:v>2770</c:v>
                </c:pt>
                <c:pt idx="2771">
                  <c:v>2771</c:v>
                </c:pt>
                <c:pt idx="2772">
                  <c:v>2772</c:v>
                </c:pt>
                <c:pt idx="2773">
                  <c:v>2773</c:v>
                </c:pt>
                <c:pt idx="2774">
                  <c:v>2774</c:v>
                </c:pt>
                <c:pt idx="2775">
                  <c:v>2775</c:v>
                </c:pt>
                <c:pt idx="2776">
                  <c:v>2776</c:v>
                </c:pt>
                <c:pt idx="2777">
                  <c:v>2777</c:v>
                </c:pt>
                <c:pt idx="2778">
                  <c:v>2778</c:v>
                </c:pt>
                <c:pt idx="2779">
                  <c:v>2779</c:v>
                </c:pt>
                <c:pt idx="2780">
                  <c:v>2780</c:v>
                </c:pt>
                <c:pt idx="2781">
                  <c:v>2781</c:v>
                </c:pt>
                <c:pt idx="2782">
                  <c:v>2782</c:v>
                </c:pt>
                <c:pt idx="2783">
                  <c:v>2783</c:v>
                </c:pt>
                <c:pt idx="2784">
                  <c:v>2784</c:v>
                </c:pt>
                <c:pt idx="2785">
                  <c:v>2785</c:v>
                </c:pt>
                <c:pt idx="2786">
                  <c:v>2786</c:v>
                </c:pt>
                <c:pt idx="2787">
                  <c:v>2787</c:v>
                </c:pt>
                <c:pt idx="2788">
                  <c:v>2788</c:v>
                </c:pt>
                <c:pt idx="2789">
                  <c:v>2789</c:v>
                </c:pt>
                <c:pt idx="2790">
                  <c:v>2790</c:v>
                </c:pt>
                <c:pt idx="2791">
                  <c:v>2791</c:v>
                </c:pt>
                <c:pt idx="2792">
                  <c:v>2792</c:v>
                </c:pt>
                <c:pt idx="2793">
                  <c:v>2793</c:v>
                </c:pt>
                <c:pt idx="2794">
                  <c:v>2794</c:v>
                </c:pt>
                <c:pt idx="2795">
                  <c:v>2795</c:v>
                </c:pt>
                <c:pt idx="2796">
                  <c:v>2796</c:v>
                </c:pt>
                <c:pt idx="2797">
                  <c:v>2797</c:v>
                </c:pt>
                <c:pt idx="2798">
                  <c:v>2798</c:v>
                </c:pt>
                <c:pt idx="2799">
                  <c:v>2799</c:v>
                </c:pt>
                <c:pt idx="2800">
                  <c:v>2800</c:v>
                </c:pt>
                <c:pt idx="2801">
                  <c:v>2801</c:v>
                </c:pt>
                <c:pt idx="2802">
                  <c:v>2802</c:v>
                </c:pt>
                <c:pt idx="2803">
                  <c:v>2803</c:v>
                </c:pt>
                <c:pt idx="2804">
                  <c:v>2804</c:v>
                </c:pt>
                <c:pt idx="2805">
                  <c:v>2805</c:v>
                </c:pt>
                <c:pt idx="2806">
                  <c:v>2806</c:v>
                </c:pt>
                <c:pt idx="2807">
                  <c:v>2807</c:v>
                </c:pt>
                <c:pt idx="2808">
                  <c:v>2808</c:v>
                </c:pt>
                <c:pt idx="2809">
                  <c:v>2809</c:v>
                </c:pt>
                <c:pt idx="2810">
                  <c:v>2810</c:v>
                </c:pt>
                <c:pt idx="2811">
                  <c:v>2811</c:v>
                </c:pt>
                <c:pt idx="2812">
                  <c:v>2812</c:v>
                </c:pt>
                <c:pt idx="2813">
                  <c:v>2813</c:v>
                </c:pt>
                <c:pt idx="2814">
                  <c:v>2814</c:v>
                </c:pt>
                <c:pt idx="2815">
                  <c:v>2815</c:v>
                </c:pt>
                <c:pt idx="2816">
                  <c:v>2816</c:v>
                </c:pt>
                <c:pt idx="2817">
                  <c:v>2817</c:v>
                </c:pt>
                <c:pt idx="2818">
                  <c:v>2818</c:v>
                </c:pt>
                <c:pt idx="2819">
                  <c:v>2819</c:v>
                </c:pt>
                <c:pt idx="2820">
                  <c:v>2820</c:v>
                </c:pt>
                <c:pt idx="2821">
                  <c:v>2821</c:v>
                </c:pt>
                <c:pt idx="2822">
                  <c:v>2822</c:v>
                </c:pt>
                <c:pt idx="2823">
                  <c:v>2823</c:v>
                </c:pt>
                <c:pt idx="2824">
                  <c:v>2824</c:v>
                </c:pt>
                <c:pt idx="2825">
                  <c:v>2825</c:v>
                </c:pt>
                <c:pt idx="2826">
                  <c:v>2826</c:v>
                </c:pt>
                <c:pt idx="2827">
                  <c:v>2827</c:v>
                </c:pt>
                <c:pt idx="2828">
                  <c:v>2828</c:v>
                </c:pt>
                <c:pt idx="2829">
                  <c:v>2829</c:v>
                </c:pt>
                <c:pt idx="2830">
                  <c:v>2830</c:v>
                </c:pt>
                <c:pt idx="2831">
                  <c:v>2831</c:v>
                </c:pt>
                <c:pt idx="2832">
                  <c:v>2832</c:v>
                </c:pt>
                <c:pt idx="2833">
                  <c:v>2833</c:v>
                </c:pt>
                <c:pt idx="2834">
                  <c:v>2834</c:v>
                </c:pt>
                <c:pt idx="2835">
                  <c:v>2835</c:v>
                </c:pt>
                <c:pt idx="2836">
                  <c:v>2836</c:v>
                </c:pt>
                <c:pt idx="2837">
                  <c:v>2837</c:v>
                </c:pt>
                <c:pt idx="2838">
                  <c:v>2838</c:v>
                </c:pt>
                <c:pt idx="2839">
                  <c:v>2839</c:v>
                </c:pt>
                <c:pt idx="2840">
                  <c:v>2840</c:v>
                </c:pt>
                <c:pt idx="2841">
                  <c:v>2841</c:v>
                </c:pt>
                <c:pt idx="2842">
                  <c:v>2842</c:v>
                </c:pt>
                <c:pt idx="2843">
                  <c:v>2843</c:v>
                </c:pt>
                <c:pt idx="2844">
                  <c:v>2844</c:v>
                </c:pt>
                <c:pt idx="2845">
                  <c:v>2845</c:v>
                </c:pt>
                <c:pt idx="2846">
                  <c:v>2846</c:v>
                </c:pt>
                <c:pt idx="2847">
                  <c:v>2847</c:v>
                </c:pt>
                <c:pt idx="2848">
                  <c:v>2848</c:v>
                </c:pt>
                <c:pt idx="2849">
                  <c:v>2849</c:v>
                </c:pt>
                <c:pt idx="2850">
                  <c:v>2850</c:v>
                </c:pt>
                <c:pt idx="2851">
                  <c:v>2851</c:v>
                </c:pt>
                <c:pt idx="2852">
                  <c:v>2852</c:v>
                </c:pt>
                <c:pt idx="2853">
                  <c:v>2853</c:v>
                </c:pt>
                <c:pt idx="2854">
                  <c:v>2854</c:v>
                </c:pt>
                <c:pt idx="2855">
                  <c:v>2855</c:v>
                </c:pt>
                <c:pt idx="2856">
                  <c:v>2856</c:v>
                </c:pt>
                <c:pt idx="2857">
                  <c:v>2857</c:v>
                </c:pt>
                <c:pt idx="2858">
                  <c:v>2858</c:v>
                </c:pt>
                <c:pt idx="2859">
                  <c:v>2859</c:v>
                </c:pt>
                <c:pt idx="2860">
                  <c:v>2860</c:v>
                </c:pt>
                <c:pt idx="2861">
                  <c:v>2861</c:v>
                </c:pt>
                <c:pt idx="2862">
                  <c:v>2862</c:v>
                </c:pt>
                <c:pt idx="2863">
                  <c:v>2863</c:v>
                </c:pt>
                <c:pt idx="2864">
                  <c:v>2864</c:v>
                </c:pt>
                <c:pt idx="2865">
                  <c:v>2865</c:v>
                </c:pt>
                <c:pt idx="2866">
                  <c:v>2866</c:v>
                </c:pt>
                <c:pt idx="2867">
                  <c:v>2867</c:v>
                </c:pt>
                <c:pt idx="2868">
                  <c:v>2868</c:v>
                </c:pt>
                <c:pt idx="2869">
                  <c:v>2869</c:v>
                </c:pt>
                <c:pt idx="2870">
                  <c:v>2870</c:v>
                </c:pt>
                <c:pt idx="2871">
                  <c:v>2871</c:v>
                </c:pt>
                <c:pt idx="2872">
                  <c:v>2872</c:v>
                </c:pt>
                <c:pt idx="2873">
                  <c:v>2873</c:v>
                </c:pt>
                <c:pt idx="2874">
                  <c:v>2874</c:v>
                </c:pt>
                <c:pt idx="2875">
                  <c:v>2875</c:v>
                </c:pt>
                <c:pt idx="2876">
                  <c:v>2876</c:v>
                </c:pt>
                <c:pt idx="2877">
                  <c:v>2877</c:v>
                </c:pt>
                <c:pt idx="2878">
                  <c:v>2878</c:v>
                </c:pt>
                <c:pt idx="2879">
                  <c:v>2879</c:v>
                </c:pt>
                <c:pt idx="2880">
                  <c:v>2880</c:v>
                </c:pt>
                <c:pt idx="2881">
                  <c:v>2881</c:v>
                </c:pt>
                <c:pt idx="2882">
                  <c:v>2882</c:v>
                </c:pt>
                <c:pt idx="2883">
                  <c:v>2883</c:v>
                </c:pt>
                <c:pt idx="2884">
                  <c:v>2884</c:v>
                </c:pt>
                <c:pt idx="2885">
                  <c:v>2885</c:v>
                </c:pt>
                <c:pt idx="2886">
                  <c:v>2886</c:v>
                </c:pt>
                <c:pt idx="2887">
                  <c:v>2887</c:v>
                </c:pt>
                <c:pt idx="2888">
                  <c:v>2888</c:v>
                </c:pt>
                <c:pt idx="2889">
                  <c:v>2889</c:v>
                </c:pt>
                <c:pt idx="2890">
                  <c:v>2890</c:v>
                </c:pt>
                <c:pt idx="2891">
                  <c:v>2891</c:v>
                </c:pt>
                <c:pt idx="2892">
                  <c:v>2892</c:v>
                </c:pt>
                <c:pt idx="2893">
                  <c:v>2893</c:v>
                </c:pt>
                <c:pt idx="2894">
                  <c:v>2894</c:v>
                </c:pt>
                <c:pt idx="2895">
                  <c:v>2895</c:v>
                </c:pt>
                <c:pt idx="2896">
                  <c:v>2896</c:v>
                </c:pt>
                <c:pt idx="2897">
                  <c:v>2897</c:v>
                </c:pt>
                <c:pt idx="2898">
                  <c:v>2898</c:v>
                </c:pt>
                <c:pt idx="2899">
                  <c:v>2899</c:v>
                </c:pt>
                <c:pt idx="2900">
                  <c:v>2900</c:v>
                </c:pt>
                <c:pt idx="2901">
                  <c:v>2901</c:v>
                </c:pt>
                <c:pt idx="2902">
                  <c:v>2902</c:v>
                </c:pt>
                <c:pt idx="2903">
                  <c:v>2903</c:v>
                </c:pt>
                <c:pt idx="2904">
                  <c:v>2904</c:v>
                </c:pt>
                <c:pt idx="2905">
                  <c:v>2905</c:v>
                </c:pt>
                <c:pt idx="2906">
                  <c:v>2906</c:v>
                </c:pt>
                <c:pt idx="2907">
                  <c:v>2907</c:v>
                </c:pt>
                <c:pt idx="2908">
                  <c:v>2908</c:v>
                </c:pt>
                <c:pt idx="2909">
                  <c:v>2909</c:v>
                </c:pt>
                <c:pt idx="2910">
                  <c:v>2910</c:v>
                </c:pt>
                <c:pt idx="2911">
                  <c:v>2911</c:v>
                </c:pt>
                <c:pt idx="2912">
                  <c:v>2912</c:v>
                </c:pt>
                <c:pt idx="2913">
                  <c:v>2913</c:v>
                </c:pt>
                <c:pt idx="2914">
                  <c:v>2914</c:v>
                </c:pt>
                <c:pt idx="2915">
                  <c:v>2915</c:v>
                </c:pt>
                <c:pt idx="2916">
                  <c:v>2916</c:v>
                </c:pt>
                <c:pt idx="2917">
                  <c:v>2917</c:v>
                </c:pt>
                <c:pt idx="2918">
                  <c:v>2918</c:v>
                </c:pt>
                <c:pt idx="2919">
                  <c:v>2919</c:v>
                </c:pt>
                <c:pt idx="2920">
                  <c:v>2920</c:v>
                </c:pt>
                <c:pt idx="2921">
                  <c:v>2921</c:v>
                </c:pt>
                <c:pt idx="2922">
                  <c:v>2922</c:v>
                </c:pt>
                <c:pt idx="2923">
                  <c:v>2923</c:v>
                </c:pt>
                <c:pt idx="2924">
                  <c:v>2924</c:v>
                </c:pt>
                <c:pt idx="2925">
                  <c:v>2925</c:v>
                </c:pt>
                <c:pt idx="2926">
                  <c:v>2926</c:v>
                </c:pt>
                <c:pt idx="2927">
                  <c:v>2927</c:v>
                </c:pt>
                <c:pt idx="2928">
                  <c:v>2928</c:v>
                </c:pt>
                <c:pt idx="2929">
                  <c:v>2929</c:v>
                </c:pt>
                <c:pt idx="2930">
                  <c:v>2930</c:v>
                </c:pt>
                <c:pt idx="2931">
                  <c:v>2931</c:v>
                </c:pt>
                <c:pt idx="2932">
                  <c:v>2932</c:v>
                </c:pt>
                <c:pt idx="2933">
                  <c:v>2933</c:v>
                </c:pt>
                <c:pt idx="2934">
                  <c:v>2934</c:v>
                </c:pt>
                <c:pt idx="2935">
                  <c:v>2935</c:v>
                </c:pt>
                <c:pt idx="2936">
                  <c:v>2936</c:v>
                </c:pt>
                <c:pt idx="2937">
                  <c:v>2937</c:v>
                </c:pt>
                <c:pt idx="2938">
                  <c:v>2938</c:v>
                </c:pt>
                <c:pt idx="2939">
                  <c:v>2939</c:v>
                </c:pt>
                <c:pt idx="2940">
                  <c:v>2940</c:v>
                </c:pt>
                <c:pt idx="2941">
                  <c:v>2941</c:v>
                </c:pt>
                <c:pt idx="2942">
                  <c:v>2942</c:v>
                </c:pt>
                <c:pt idx="2943">
                  <c:v>2943</c:v>
                </c:pt>
                <c:pt idx="2944">
                  <c:v>2944</c:v>
                </c:pt>
                <c:pt idx="2945">
                  <c:v>2945</c:v>
                </c:pt>
                <c:pt idx="2946">
                  <c:v>2946</c:v>
                </c:pt>
                <c:pt idx="2947">
                  <c:v>2947</c:v>
                </c:pt>
                <c:pt idx="2948">
                  <c:v>2948</c:v>
                </c:pt>
                <c:pt idx="2949">
                  <c:v>2949</c:v>
                </c:pt>
                <c:pt idx="2950">
                  <c:v>2950</c:v>
                </c:pt>
                <c:pt idx="2951">
                  <c:v>2951</c:v>
                </c:pt>
                <c:pt idx="2952">
                  <c:v>2952</c:v>
                </c:pt>
                <c:pt idx="2953">
                  <c:v>2953</c:v>
                </c:pt>
                <c:pt idx="2954">
                  <c:v>2954</c:v>
                </c:pt>
                <c:pt idx="2955">
                  <c:v>2955</c:v>
                </c:pt>
                <c:pt idx="2956">
                  <c:v>2956</c:v>
                </c:pt>
                <c:pt idx="2957">
                  <c:v>2957</c:v>
                </c:pt>
                <c:pt idx="2958">
                  <c:v>2958</c:v>
                </c:pt>
                <c:pt idx="2959">
                  <c:v>2959</c:v>
                </c:pt>
                <c:pt idx="2960">
                  <c:v>2960</c:v>
                </c:pt>
                <c:pt idx="2961">
                  <c:v>2961</c:v>
                </c:pt>
                <c:pt idx="2962">
                  <c:v>2962</c:v>
                </c:pt>
                <c:pt idx="2963">
                  <c:v>2963</c:v>
                </c:pt>
                <c:pt idx="2964">
                  <c:v>2964</c:v>
                </c:pt>
                <c:pt idx="2965">
                  <c:v>2965</c:v>
                </c:pt>
                <c:pt idx="2966">
                  <c:v>2966</c:v>
                </c:pt>
                <c:pt idx="2967">
                  <c:v>2967</c:v>
                </c:pt>
                <c:pt idx="2968">
                  <c:v>2968</c:v>
                </c:pt>
                <c:pt idx="2969">
                  <c:v>2969</c:v>
                </c:pt>
                <c:pt idx="2970">
                  <c:v>2970</c:v>
                </c:pt>
                <c:pt idx="2971">
                  <c:v>2971</c:v>
                </c:pt>
                <c:pt idx="2972">
                  <c:v>2972</c:v>
                </c:pt>
                <c:pt idx="2973">
                  <c:v>2973</c:v>
                </c:pt>
                <c:pt idx="2974">
                  <c:v>2974</c:v>
                </c:pt>
                <c:pt idx="2975">
                  <c:v>2975</c:v>
                </c:pt>
                <c:pt idx="2976">
                  <c:v>2976</c:v>
                </c:pt>
                <c:pt idx="2977">
                  <c:v>2977</c:v>
                </c:pt>
                <c:pt idx="2978">
                  <c:v>2978</c:v>
                </c:pt>
                <c:pt idx="2979">
                  <c:v>2979</c:v>
                </c:pt>
                <c:pt idx="2980">
                  <c:v>2980</c:v>
                </c:pt>
                <c:pt idx="2981">
                  <c:v>2981</c:v>
                </c:pt>
                <c:pt idx="2982">
                  <c:v>2982</c:v>
                </c:pt>
                <c:pt idx="2983">
                  <c:v>2983</c:v>
                </c:pt>
                <c:pt idx="2984">
                  <c:v>2984</c:v>
                </c:pt>
                <c:pt idx="2985">
                  <c:v>2985</c:v>
                </c:pt>
                <c:pt idx="2986">
                  <c:v>2986</c:v>
                </c:pt>
                <c:pt idx="2987">
                  <c:v>2987</c:v>
                </c:pt>
                <c:pt idx="2988">
                  <c:v>2988</c:v>
                </c:pt>
                <c:pt idx="2989">
                  <c:v>2989</c:v>
                </c:pt>
                <c:pt idx="2990">
                  <c:v>2990</c:v>
                </c:pt>
                <c:pt idx="2991">
                  <c:v>2991</c:v>
                </c:pt>
                <c:pt idx="2992">
                  <c:v>2992</c:v>
                </c:pt>
                <c:pt idx="2993">
                  <c:v>2993</c:v>
                </c:pt>
                <c:pt idx="2994">
                  <c:v>2994</c:v>
                </c:pt>
                <c:pt idx="2995">
                  <c:v>2995</c:v>
                </c:pt>
                <c:pt idx="2996">
                  <c:v>2996</c:v>
                </c:pt>
                <c:pt idx="2997">
                  <c:v>2997</c:v>
                </c:pt>
                <c:pt idx="2998">
                  <c:v>2998</c:v>
                </c:pt>
                <c:pt idx="2999">
                  <c:v>2999</c:v>
                </c:pt>
                <c:pt idx="3000">
                  <c:v>3000</c:v>
                </c:pt>
                <c:pt idx="3001">
                  <c:v>3001</c:v>
                </c:pt>
                <c:pt idx="3002">
                  <c:v>3002</c:v>
                </c:pt>
                <c:pt idx="3003">
                  <c:v>3003</c:v>
                </c:pt>
                <c:pt idx="3004">
                  <c:v>3004</c:v>
                </c:pt>
                <c:pt idx="3005">
                  <c:v>3005</c:v>
                </c:pt>
                <c:pt idx="3006">
                  <c:v>3006</c:v>
                </c:pt>
                <c:pt idx="3007">
                  <c:v>3007</c:v>
                </c:pt>
                <c:pt idx="3008">
                  <c:v>3008</c:v>
                </c:pt>
                <c:pt idx="3009">
                  <c:v>3009</c:v>
                </c:pt>
                <c:pt idx="3010">
                  <c:v>3010</c:v>
                </c:pt>
                <c:pt idx="3011">
                  <c:v>3011</c:v>
                </c:pt>
                <c:pt idx="3012">
                  <c:v>3012</c:v>
                </c:pt>
                <c:pt idx="3013">
                  <c:v>3013</c:v>
                </c:pt>
                <c:pt idx="3014">
                  <c:v>3014</c:v>
                </c:pt>
                <c:pt idx="3015">
                  <c:v>3015</c:v>
                </c:pt>
                <c:pt idx="3016">
                  <c:v>3016</c:v>
                </c:pt>
                <c:pt idx="3017">
                  <c:v>3017</c:v>
                </c:pt>
                <c:pt idx="3018">
                  <c:v>3018</c:v>
                </c:pt>
                <c:pt idx="3019">
                  <c:v>3019</c:v>
                </c:pt>
                <c:pt idx="3020">
                  <c:v>3020</c:v>
                </c:pt>
                <c:pt idx="3021">
                  <c:v>3021</c:v>
                </c:pt>
                <c:pt idx="3022">
                  <c:v>3022</c:v>
                </c:pt>
                <c:pt idx="3023">
                  <c:v>3023</c:v>
                </c:pt>
                <c:pt idx="3024">
                  <c:v>3024</c:v>
                </c:pt>
                <c:pt idx="3025">
                  <c:v>3025</c:v>
                </c:pt>
                <c:pt idx="3026">
                  <c:v>3026</c:v>
                </c:pt>
                <c:pt idx="3027">
                  <c:v>3027</c:v>
                </c:pt>
                <c:pt idx="3028">
                  <c:v>3028</c:v>
                </c:pt>
                <c:pt idx="3029">
                  <c:v>3029</c:v>
                </c:pt>
                <c:pt idx="3030">
                  <c:v>3030</c:v>
                </c:pt>
                <c:pt idx="3031">
                  <c:v>3031</c:v>
                </c:pt>
                <c:pt idx="3032">
                  <c:v>3032</c:v>
                </c:pt>
                <c:pt idx="3033">
                  <c:v>3033</c:v>
                </c:pt>
                <c:pt idx="3034">
                  <c:v>3034</c:v>
                </c:pt>
                <c:pt idx="3035">
                  <c:v>3035</c:v>
                </c:pt>
                <c:pt idx="3036">
                  <c:v>3036</c:v>
                </c:pt>
                <c:pt idx="3037">
                  <c:v>3037</c:v>
                </c:pt>
                <c:pt idx="3038">
                  <c:v>3038</c:v>
                </c:pt>
                <c:pt idx="3039">
                  <c:v>3039</c:v>
                </c:pt>
                <c:pt idx="3040">
                  <c:v>3040</c:v>
                </c:pt>
                <c:pt idx="3041">
                  <c:v>3041</c:v>
                </c:pt>
                <c:pt idx="3042">
                  <c:v>3042</c:v>
                </c:pt>
                <c:pt idx="3043">
                  <c:v>3043</c:v>
                </c:pt>
                <c:pt idx="3044">
                  <c:v>3044</c:v>
                </c:pt>
                <c:pt idx="3045">
                  <c:v>3045</c:v>
                </c:pt>
                <c:pt idx="3046">
                  <c:v>3046</c:v>
                </c:pt>
                <c:pt idx="3047">
                  <c:v>3047</c:v>
                </c:pt>
                <c:pt idx="3048">
                  <c:v>3048</c:v>
                </c:pt>
                <c:pt idx="3049">
                  <c:v>3049</c:v>
                </c:pt>
                <c:pt idx="3050">
                  <c:v>3050</c:v>
                </c:pt>
                <c:pt idx="3051">
                  <c:v>3051</c:v>
                </c:pt>
                <c:pt idx="3052">
                  <c:v>3052</c:v>
                </c:pt>
                <c:pt idx="3053">
                  <c:v>3053</c:v>
                </c:pt>
                <c:pt idx="3054">
                  <c:v>3054</c:v>
                </c:pt>
                <c:pt idx="3055">
                  <c:v>3055</c:v>
                </c:pt>
                <c:pt idx="3056">
                  <c:v>3056</c:v>
                </c:pt>
                <c:pt idx="3057">
                  <c:v>3057</c:v>
                </c:pt>
                <c:pt idx="3058">
                  <c:v>3058</c:v>
                </c:pt>
                <c:pt idx="3059">
                  <c:v>3059</c:v>
                </c:pt>
                <c:pt idx="3060">
                  <c:v>3060</c:v>
                </c:pt>
                <c:pt idx="3061">
                  <c:v>3061</c:v>
                </c:pt>
                <c:pt idx="3062">
                  <c:v>3062</c:v>
                </c:pt>
                <c:pt idx="3063">
                  <c:v>3063</c:v>
                </c:pt>
                <c:pt idx="3064">
                  <c:v>3064</c:v>
                </c:pt>
                <c:pt idx="3065">
                  <c:v>3065</c:v>
                </c:pt>
                <c:pt idx="3066">
                  <c:v>3066</c:v>
                </c:pt>
                <c:pt idx="3067">
                  <c:v>3067</c:v>
                </c:pt>
                <c:pt idx="3068">
                  <c:v>3068</c:v>
                </c:pt>
                <c:pt idx="3069">
                  <c:v>3069</c:v>
                </c:pt>
                <c:pt idx="3070">
                  <c:v>3070</c:v>
                </c:pt>
                <c:pt idx="3071">
                  <c:v>3071</c:v>
                </c:pt>
                <c:pt idx="3072">
                  <c:v>3072</c:v>
                </c:pt>
                <c:pt idx="3073">
                  <c:v>3073</c:v>
                </c:pt>
                <c:pt idx="3074">
                  <c:v>3074</c:v>
                </c:pt>
                <c:pt idx="3075">
                  <c:v>3075</c:v>
                </c:pt>
                <c:pt idx="3076">
                  <c:v>3076</c:v>
                </c:pt>
                <c:pt idx="3077">
                  <c:v>3077</c:v>
                </c:pt>
                <c:pt idx="3078">
                  <c:v>3078</c:v>
                </c:pt>
                <c:pt idx="3079">
                  <c:v>3079</c:v>
                </c:pt>
                <c:pt idx="3080">
                  <c:v>3080</c:v>
                </c:pt>
                <c:pt idx="3081">
                  <c:v>3081</c:v>
                </c:pt>
                <c:pt idx="3082">
                  <c:v>3082</c:v>
                </c:pt>
                <c:pt idx="3083">
                  <c:v>3083</c:v>
                </c:pt>
                <c:pt idx="3084">
                  <c:v>3084</c:v>
                </c:pt>
                <c:pt idx="3085">
                  <c:v>3085</c:v>
                </c:pt>
                <c:pt idx="3086">
                  <c:v>3086</c:v>
                </c:pt>
                <c:pt idx="3087">
                  <c:v>3087</c:v>
                </c:pt>
                <c:pt idx="3088">
                  <c:v>3088</c:v>
                </c:pt>
                <c:pt idx="3089">
                  <c:v>3089</c:v>
                </c:pt>
                <c:pt idx="3090">
                  <c:v>3090</c:v>
                </c:pt>
                <c:pt idx="3091">
                  <c:v>3091</c:v>
                </c:pt>
                <c:pt idx="3092">
                  <c:v>3092</c:v>
                </c:pt>
                <c:pt idx="3093">
                  <c:v>3093</c:v>
                </c:pt>
                <c:pt idx="3094">
                  <c:v>3094</c:v>
                </c:pt>
                <c:pt idx="3095">
                  <c:v>3095</c:v>
                </c:pt>
                <c:pt idx="3096">
                  <c:v>3096</c:v>
                </c:pt>
                <c:pt idx="3097">
                  <c:v>3097</c:v>
                </c:pt>
                <c:pt idx="3098">
                  <c:v>3098</c:v>
                </c:pt>
                <c:pt idx="3099">
                  <c:v>3099</c:v>
                </c:pt>
                <c:pt idx="3100">
                  <c:v>3100</c:v>
                </c:pt>
                <c:pt idx="3101">
                  <c:v>3101</c:v>
                </c:pt>
                <c:pt idx="3102">
                  <c:v>3102</c:v>
                </c:pt>
                <c:pt idx="3103">
                  <c:v>3103</c:v>
                </c:pt>
                <c:pt idx="3104">
                  <c:v>3104</c:v>
                </c:pt>
                <c:pt idx="3105">
                  <c:v>3105</c:v>
                </c:pt>
                <c:pt idx="3106">
                  <c:v>3106</c:v>
                </c:pt>
                <c:pt idx="3107">
                  <c:v>3107</c:v>
                </c:pt>
                <c:pt idx="3108">
                  <c:v>3108</c:v>
                </c:pt>
                <c:pt idx="3109">
                  <c:v>3109</c:v>
                </c:pt>
                <c:pt idx="3110">
                  <c:v>3110</c:v>
                </c:pt>
                <c:pt idx="3111">
                  <c:v>3111</c:v>
                </c:pt>
                <c:pt idx="3112">
                  <c:v>3112</c:v>
                </c:pt>
                <c:pt idx="3113">
                  <c:v>3113</c:v>
                </c:pt>
                <c:pt idx="3114">
                  <c:v>3114</c:v>
                </c:pt>
                <c:pt idx="3115">
                  <c:v>3115</c:v>
                </c:pt>
                <c:pt idx="3116">
                  <c:v>3116</c:v>
                </c:pt>
                <c:pt idx="3117">
                  <c:v>3117</c:v>
                </c:pt>
                <c:pt idx="3118">
                  <c:v>3118</c:v>
                </c:pt>
                <c:pt idx="3119">
                  <c:v>3119</c:v>
                </c:pt>
                <c:pt idx="3120">
                  <c:v>3120</c:v>
                </c:pt>
                <c:pt idx="3121">
                  <c:v>3121</c:v>
                </c:pt>
                <c:pt idx="3122">
                  <c:v>3122</c:v>
                </c:pt>
                <c:pt idx="3123">
                  <c:v>3123</c:v>
                </c:pt>
                <c:pt idx="3124">
                  <c:v>3124</c:v>
                </c:pt>
                <c:pt idx="3125">
                  <c:v>3125</c:v>
                </c:pt>
                <c:pt idx="3126">
                  <c:v>3126</c:v>
                </c:pt>
                <c:pt idx="3127">
                  <c:v>3127</c:v>
                </c:pt>
                <c:pt idx="3128">
                  <c:v>3128</c:v>
                </c:pt>
                <c:pt idx="3129">
                  <c:v>3129</c:v>
                </c:pt>
                <c:pt idx="3130">
                  <c:v>3130</c:v>
                </c:pt>
                <c:pt idx="3131">
                  <c:v>3131</c:v>
                </c:pt>
                <c:pt idx="3132">
                  <c:v>3132</c:v>
                </c:pt>
                <c:pt idx="3133">
                  <c:v>3133</c:v>
                </c:pt>
                <c:pt idx="3134">
                  <c:v>3134</c:v>
                </c:pt>
                <c:pt idx="3135">
                  <c:v>3135</c:v>
                </c:pt>
                <c:pt idx="3136">
                  <c:v>3136</c:v>
                </c:pt>
                <c:pt idx="3137">
                  <c:v>3137</c:v>
                </c:pt>
                <c:pt idx="3138">
                  <c:v>3138</c:v>
                </c:pt>
                <c:pt idx="3139">
                  <c:v>3139</c:v>
                </c:pt>
                <c:pt idx="3140">
                  <c:v>3140</c:v>
                </c:pt>
                <c:pt idx="3141">
                  <c:v>3141</c:v>
                </c:pt>
                <c:pt idx="3142">
                  <c:v>3142</c:v>
                </c:pt>
                <c:pt idx="3143">
                  <c:v>3143</c:v>
                </c:pt>
                <c:pt idx="3144">
                  <c:v>3144</c:v>
                </c:pt>
                <c:pt idx="3145">
                  <c:v>3145</c:v>
                </c:pt>
                <c:pt idx="3146">
                  <c:v>3146</c:v>
                </c:pt>
                <c:pt idx="3147">
                  <c:v>3147</c:v>
                </c:pt>
                <c:pt idx="3148">
                  <c:v>3148</c:v>
                </c:pt>
                <c:pt idx="3149">
                  <c:v>3149</c:v>
                </c:pt>
                <c:pt idx="3150">
                  <c:v>3150</c:v>
                </c:pt>
                <c:pt idx="3151">
                  <c:v>3151</c:v>
                </c:pt>
                <c:pt idx="3152">
                  <c:v>3152</c:v>
                </c:pt>
                <c:pt idx="3153">
                  <c:v>3153</c:v>
                </c:pt>
                <c:pt idx="3154">
                  <c:v>3154</c:v>
                </c:pt>
                <c:pt idx="3155">
                  <c:v>3155</c:v>
                </c:pt>
                <c:pt idx="3156">
                  <c:v>3156</c:v>
                </c:pt>
                <c:pt idx="3157">
                  <c:v>3157</c:v>
                </c:pt>
                <c:pt idx="3158">
                  <c:v>3158</c:v>
                </c:pt>
                <c:pt idx="3159">
                  <c:v>3159</c:v>
                </c:pt>
                <c:pt idx="3160">
                  <c:v>3160</c:v>
                </c:pt>
                <c:pt idx="3161">
                  <c:v>3161</c:v>
                </c:pt>
                <c:pt idx="3162">
                  <c:v>3162</c:v>
                </c:pt>
                <c:pt idx="3163">
                  <c:v>3163</c:v>
                </c:pt>
                <c:pt idx="3164">
                  <c:v>3164</c:v>
                </c:pt>
                <c:pt idx="3165">
                  <c:v>3165</c:v>
                </c:pt>
                <c:pt idx="3166">
                  <c:v>3166</c:v>
                </c:pt>
                <c:pt idx="3167">
                  <c:v>3167</c:v>
                </c:pt>
                <c:pt idx="3168">
                  <c:v>3168</c:v>
                </c:pt>
                <c:pt idx="3169">
                  <c:v>3169</c:v>
                </c:pt>
                <c:pt idx="3170">
                  <c:v>3170</c:v>
                </c:pt>
                <c:pt idx="3171">
                  <c:v>3171</c:v>
                </c:pt>
                <c:pt idx="3172">
                  <c:v>3172</c:v>
                </c:pt>
                <c:pt idx="3173">
                  <c:v>3173</c:v>
                </c:pt>
                <c:pt idx="3174">
                  <c:v>3174</c:v>
                </c:pt>
                <c:pt idx="3175">
                  <c:v>3175</c:v>
                </c:pt>
                <c:pt idx="3176">
                  <c:v>3176</c:v>
                </c:pt>
                <c:pt idx="3177">
                  <c:v>3177</c:v>
                </c:pt>
                <c:pt idx="3178">
                  <c:v>3178</c:v>
                </c:pt>
                <c:pt idx="3179">
                  <c:v>3179</c:v>
                </c:pt>
                <c:pt idx="3180">
                  <c:v>3180</c:v>
                </c:pt>
                <c:pt idx="3181">
                  <c:v>3181</c:v>
                </c:pt>
                <c:pt idx="3182">
                  <c:v>3182</c:v>
                </c:pt>
                <c:pt idx="3183">
                  <c:v>3183</c:v>
                </c:pt>
                <c:pt idx="3184">
                  <c:v>3184</c:v>
                </c:pt>
                <c:pt idx="3185">
                  <c:v>3185</c:v>
                </c:pt>
                <c:pt idx="3186">
                  <c:v>3186</c:v>
                </c:pt>
                <c:pt idx="3187">
                  <c:v>3187</c:v>
                </c:pt>
                <c:pt idx="3188">
                  <c:v>3188</c:v>
                </c:pt>
                <c:pt idx="3189">
                  <c:v>3189</c:v>
                </c:pt>
                <c:pt idx="3190">
                  <c:v>3190</c:v>
                </c:pt>
                <c:pt idx="3191">
                  <c:v>3191</c:v>
                </c:pt>
                <c:pt idx="3192">
                  <c:v>3192</c:v>
                </c:pt>
                <c:pt idx="3193">
                  <c:v>3193</c:v>
                </c:pt>
                <c:pt idx="3194">
                  <c:v>3194</c:v>
                </c:pt>
                <c:pt idx="3195">
                  <c:v>3195</c:v>
                </c:pt>
                <c:pt idx="3196">
                  <c:v>3196</c:v>
                </c:pt>
                <c:pt idx="3197">
                  <c:v>3197</c:v>
                </c:pt>
                <c:pt idx="3198">
                  <c:v>3198</c:v>
                </c:pt>
                <c:pt idx="3199">
                  <c:v>3199</c:v>
                </c:pt>
                <c:pt idx="3200">
                  <c:v>3200</c:v>
                </c:pt>
                <c:pt idx="3201">
                  <c:v>3201</c:v>
                </c:pt>
                <c:pt idx="3202">
                  <c:v>3202</c:v>
                </c:pt>
                <c:pt idx="3203">
                  <c:v>3203</c:v>
                </c:pt>
                <c:pt idx="3204">
                  <c:v>3204</c:v>
                </c:pt>
                <c:pt idx="3205">
                  <c:v>3205</c:v>
                </c:pt>
                <c:pt idx="3206">
                  <c:v>3206</c:v>
                </c:pt>
                <c:pt idx="3207">
                  <c:v>3207</c:v>
                </c:pt>
                <c:pt idx="3208">
                  <c:v>3208</c:v>
                </c:pt>
                <c:pt idx="3209">
                  <c:v>3209</c:v>
                </c:pt>
                <c:pt idx="3210">
                  <c:v>3210</c:v>
                </c:pt>
                <c:pt idx="3211">
                  <c:v>3211</c:v>
                </c:pt>
                <c:pt idx="3212">
                  <c:v>3212</c:v>
                </c:pt>
                <c:pt idx="3213">
                  <c:v>3213</c:v>
                </c:pt>
                <c:pt idx="3214">
                  <c:v>3214</c:v>
                </c:pt>
                <c:pt idx="3215">
                  <c:v>3215</c:v>
                </c:pt>
                <c:pt idx="3216">
                  <c:v>3216</c:v>
                </c:pt>
                <c:pt idx="3217">
                  <c:v>3217</c:v>
                </c:pt>
                <c:pt idx="3218">
                  <c:v>3218</c:v>
                </c:pt>
                <c:pt idx="3219">
                  <c:v>3219</c:v>
                </c:pt>
                <c:pt idx="3220">
                  <c:v>3220</c:v>
                </c:pt>
                <c:pt idx="3221">
                  <c:v>3221</c:v>
                </c:pt>
                <c:pt idx="3222">
                  <c:v>3222</c:v>
                </c:pt>
                <c:pt idx="3223">
                  <c:v>3223</c:v>
                </c:pt>
                <c:pt idx="3224">
                  <c:v>3224</c:v>
                </c:pt>
                <c:pt idx="3225">
                  <c:v>3225</c:v>
                </c:pt>
                <c:pt idx="3226">
                  <c:v>3226</c:v>
                </c:pt>
                <c:pt idx="3227">
                  <c:v>3227</c:v>
                </c:pt>
                <c:pt idx="3228">
                  <c:v>3228</c:v>
                </c:pt>
                <c:pt idx="3229">
                  <c:v>3229</c:v>
                </c:pt>
                <c:pt idx="3230">
                  <c:v>3230</c:v>
                </c:pt>
                <c:pt idx="3231">
                  <c:v>3231</c:v>
                </c:pt>
                <c:pt idx="3232">
                  <c:v>3232</c:v>
                </c:pt>
                <c:pt idx="3233">
                  <c:v>3233</c:v>
                </c:pt>
                <c:pt idx="3234">
                  <c:v>3234</c:v>
                </c:pt>
                <c:pt idx="3235">
                  <c:v>3235</c:v>
                </c:pt>
                <c:pt idx="3236">
                  <c:v>3236</c:v>
                </c:pt>
                <c:pt idx="3237">
                  <c:v>3237</c:v>
                </c:pt>
                <c:pt idx="3238">
                  <c:v>3238</c:v>
                </c:pt>
                <c:pt idx="3239">
                  <c:v>3239</c:v>
                </c:pt>
                <c:pt idx="3240">
                  <c:v>3240</c:v>
                </c:pt>
                <c:pt idx="3241">
                  <c:v>3241</c:v>
                </c:pt>
                <c:pt idx="3242">
                  <c:v>3242</c:v>
                </c:pt>
                <c:pt idx="3243">
                  <c:v>3243</c:v>
                </c:pt>
                <c:pt idx="3244">
                  <c:v>3244</c:v>
                </c:pt>
                <c:pt idx="3245">
                  <c:v>3245</c:v>
                </c:pt>
                <c:pt idx="3246">
                  <c:v>3246</c:v>
                </c:pt>
                <c:pt idx="3247">
                  <c:v>3247</c:v>
                </c:pt>
                <c:pt idx="3248">
                  <c:v>3248</c:v>
                </c:pt>
                <c:pt idx="3249">
                  <c:v>3249</c:v>
                </c:pt>
                <c:pt idx="3250">
                  <c:v>3250</c:v>
                </c:pt>
                <c:pt idx="3251">
                  <c:v>3251</c:v>
                </c:pt>
                <c:pt idx="3252">
                  <c:v>3252</c:v>
                </c:pt>
                <c:pt idx="3253">
                  <c:v>3253</c:v>
                </c:pt>
                <c:pt idx="3254">
                  <c:v>3254</c:v>
                </c:pt>
                <c:pt idx="3255">
                  <c:v>3255</c:v>
                </c:pt>
                <c:pt idx="3256">
                  <c:v>3256</c:v>
                </c:pt>
                <c:pt idx="3257">
                  <c:v>3257</c:v>
                </c:pt>
                <c:pt idx="3258">
                  <c:v>3258</c:v>
                </c:pt>
                <c:pt idx="3259">
                  <c:v>3259</c:v>
                </c:pt>
                <c:pt idx="3260">
                  <c:v>3260</c:v>
                </c:pt>
                <c:pt idx="3261">
                  <c:v>3261</c:v>
                </c:pt>
                <c:pt idx="3262">
                  <c:v>3262</c:v>
                </c:pt>
                <c:pt idx="3263">
                  <c:v>3263</c:v>
                </c:pt>
                <c:pt idx="3264">
                  <c:v>3264</c:v>
                </c:pt>
                <c:pt idx="3265">
                  <c:v>3265</c:v>
                </c:pt>
                <c:pt idx="3266">
                  <c:v>3266</c:v>
                </c:pt>
                <c:pt idx="3267">
                  <c:v>3267</c:v>
                </c:pt>
                <c:pt idx="3268">
                  <c:v>3268</c:v>
                </c:pt>
                <c:pt idx="3269">
                  <c:v>3269</c:v>
                </c:pt>
                <c:pt idx="3270">
                  <c:v>3270</c:v>
                </c:pt>
                <c:pt idx="3271">
                  <c:v>3271</c:v>
                </c:pt>
                <c:pt idx="3272">
                  <c:v>3272</c:v>
                </c:pt>
                <c:pt idx="3273">
                  <c:v>3273</c:v>
                </c:pt>
                <c:pt idx="3274">
                  <c:v>3274</c:v>
                </c:pt>
                <c:pt idx="3275">
                  <c:v>3275</c:v>
                </c:pt>
                <c:pt idx="3276">
                  <c:v>3276</c:v>
                </c:pt>
                <c:pt idx="3277">
                  <c:v>3277</c:v>
                </c:pt>
                <c:pt idx="3278">
                  <c:v>3278</c:v>
                </c:pt>
                <c:pt idx="3279">
                  <c:v>3279</c:v>
                </c:pt>
                <c:pt idx="3280">
                  <c:v>3280</c:v>
                </c:pt>
                <c:pt idx="3281">
                  <c:v>3281</c:v>
                </c:pt>
                <c:pt idx="3282">
                  <c:v>3282</c:v>
                </c:pt>
                <c:pt idx="3283">
                  <c:v>3283</c:v>
                </c:pt>
                <c:pt idx="3284">
                  <c:v>3284</c:v>
                </c:pt>
                <c:pt idx="3285">
                  <c:v>3285</c:v>
                </c:pt>
                <c:pt idx="3286">
                  <c:v>3286</c:v>
                </c:pt>
                <c:pt idx="3287">
                  <c:v>3287</c:v>
                </c:pt>
                <c:pt idx="3288">
                  <c:v>3288</c:v>
                </c:pt>
                <c:pt idx="3289">
                  <c:v>3289</c:v>
                </c:pt>
                <c:pt idx="3290">
                  <c:v>3290</c:v>
                </c:pt>
                <c:pt idx="3291">
                  <c:v>3291</c:v>
                </c:pt>
                <c:pt idx="3292">
                  <c:v>3292</c:v>
                </c:pt>
                <c:pt idx="3293">
                  <c:v>3293</c:v>
                </c:pt>
                <c:pt idx="3294">
                  <c:v>3294</c:v>
                </c:pt>
                <c:pt idx="3295">
                  <c:v>3295</c:v>
                </c:pt>
                <c:pt idx="3296">
                  <c:v>3296</c:v>
                </c:pt>
                <c:pt idx="3297">
                  <c:v>3297</c:v>
                </c:pt>
                <c:pt idx="3298">
                  <c:v>3298</c:v>
                </c:pt>
                <c:pt idx="3299">
                  <c:v>3299</c:v>
                </c:pt>
                <c:pt idx="3300">
                  <c:v>3300</c:v>
                </c:pt>
                <c:pt idx="3301">
                  <c:v>3301</c:v>
                </c:pt>
                <c:pt idx="3302">
                  <c:v>3302</c:v>
                </c:pt>
                <c:pt idx="3303">
                  <c:v>3303</c:v>
                </c:pt>
                <c:pt idx="3304">
                  <c:v>3304</c:v>
                </c:pt>
                <c:pt idx="3305">
                  <c:v>3305</c:v>
                </c:pt>
                <c:pt idx="3306">
                  <c:v>3306</c:v>
                </c:pt>
                <c:pt idx="3307">
                  <c:v>3307</c:v>
                </c:pt>
                <c:pt idx="3308">
                  <c:v>3308</c:v>
                </c:pt>
                <c:pt idx="3309">
                  <c:v>3309</c:v>
                </c:pt>
                <c:pt idx="3310">
                  <c:v>3310</c:v>
                </c:pt>
                <c:pt idx="3311">
                  <c:v>3311</c:v>
                </c:pt>
                <c:pt idx="3312">
                  <c:v>3312</c:v>
                </c:pt>
                <c:pt idx="3313">
                  <c:v>3313</c:v>
                </c:pt>
                <c:pt idx="3314">
                  <c:v>3314</c:v>
                </c:pt>
                <c:pt idx="3315">
                  <c:v>3315</c:v>
                </c:pt>
                <c:pt idx="3316">
                  <c:v>3316</c:v>
                </c:pt>
                <c:pt idx="3317">
                  <c:v>3317</c:v>
                </c:pt>
                <c:pt idx="3318">
                  <c:v>3318</c:v>
                </c:pt>
                <c:pt idx="3319">
                  <c:v>3319</c:v>
                </c:pt>
                <c:pt idx="3320">
                  <c:v>3320</c:v>
                </c:pt>
                <c:pt idx="3321">
                  <c:v>3321</c:v>
                </c:pt>
                <c:pt idx="3322">
                  <c:v>3322</c:v>
                </c:pt>
                <c:pt idx="3323">
                  <c:v>3323</c:v>
                </c:pt>
                <c:pt idx="3324">
                  <c:v>3324</c:v>
                </c:pt>
                <c:pt idx="3325">
                  <c:v>3325</c:v>
                </c:pt>
                <c:pt idx="3326">
                  <c:v>3326</c:v>
                </c:pt>
                <c:pt idx="3327">
                  <c:v>3327</c:v>
                </c:pt>
                <c:pt idx="3328">
                  <c:v>3328</c:v>
                </c:pt>
                <c:pt idx="3329">
                  <c:v>3329</c:v>
                </c:pt>
                <c:pt idx="3330">
                  <c:v>3330</c:v>
                </c:pt>
                <c:pt idx="3331">
                  <c:v>3331</c:v>
                </c:pt>
                <c:pt idx="3332">
                  <c:v>3332</c:v>
                </c:pt>
                <c:pt idx="3333">
                  <c:v>3333</c:v>
                </c:pt>
                <c:pt idx="3334">
                  <c:v>3334</c:v>
                </c:pt>
                <c:pt idx="3335">
                  <c:v>3335</c:v>
                </c:pt>
                <c:pt idx="3336">
                  <c:v>3336</c:v>
                </c:pt>
                <c:pt idx="3337">
                  <c:v>3337</c:v>
                </c:pt>
                <c:pt idx="3338">
                  <c:v>3338</c:v>
                </c:pt>
                <c:pt idx="3339">
                  <c:v>3339</c:v>
                </c:pt>
                <c:pt idx="3340">
                  <c:v>3340</c:v>
                </c:pt>
                <c:pt idx="3341">
                  <c:v>3341</c:v>
                </c:pt>
                <c:pt idx="3342">
                  <c:v>3342</c:v>
                </c:pt>
                <c:pt idx="3343">
                  <c:v>3343</c:v>
                </c:pt>
                <c:pt idx="3344">
                  <c:v>3344</c:v>
                </c:pt>
                <c:pt idx="3345">
                  <c:v>3345</c:v>
                </c:pt>
                <c:pt idx="3346">
                  <c:v>3346</c:v>
                </c:pt>
                <c:pt idx="3347">
                  <c:v>3347</c:v>
                </c:pt>
                <c:pt idx="3348">
                  <c:v>3348</c:v>
                </c:pt>
                <c:pt idx="3349">
                  <c:v>3349</c:v>
                </c:pt>
                <c:pt idx="3350">
                  <c:v>3350</c:v>
                </c:pt>
                <c:pt idx="3351">
                  <c:v>3351</c:v>
                </c:pt>
                <c:pt idx="3352">
                  <c:v>3352</c:v>
                </c:pt>
                <c:pt idx="3353">
                  <c:v>3353</c:v>
                </c:pt>
                <c:pt idx="3354">
                  <c:v>3354</c:v>
                </c:pt>
                <c:pt idx="3355">
                  <c:v>3355</c:v>
                </c:pt>
                <c:pt idx="3356">
                  <c:v>3356</c:v>
                </c:pt>
                <c:pt idx="3357">
                  <c:v>3357</c:v>
                </c:pt>
                <c:pt idx="3358">
                  <c:v>3358</c:v>
                </c:pt>
                <c:pt idx="3359">
                  <c:v>3359</c:v>
                </c:pt>
                <c:pt idx="3360">
                  <c:v>3360</c:v>
                </c:pt>
                <c:pt idx="3361">
                  <c:v>3361</c:v>
                </c:pt>
                <c:pt idx="3362">
                  <c:v>3362</c:v>
                </c:pt>
                <c:pt idx="3363">
                  <c:v>3363</c:v>
                </c:pt>
                <c:pt idx="3364">
                  <c:v>3364</c:v>
                </c:pt>
                <c:pt idx="3365">
                  <c:v>3365</c:v>
                </c:pt>
                <c:pt idx="3366">
                  <c:v>3366</c:v>
                </c:pt>
                <c:pt idx="3367">
                  <c:v>3367</c:v>
                </c:pt>
                <c:pt idx="3368">
                  <c:v>3368</c:v>
                </c:pt>
                <c:pt idx="3369">
                  <c:v>3369</c:v>
                </c:pt>
                <c:pt idx="3370">
                  <c:v>3370</c:v>
                </c:pt>
                <c:pt idx="3371">
                  <c:v>3371</c:v>
                </c:pt>
                <c:pt idx="3372">
                  <c:v>3372</c:v>
                </c:pt>
                <c:pt idx="3373">
                  <c:v>3373</c:v>
                </c:pt>
                <c:pt idx="3374">
                  <c:v>3374</c:v>
                </c:pt>
                <c:pt idx="3375">
                  <c:v>3375</c:v>
                </c:pt>
                <c:pt idx="3376">
                  <c:v>3376</c:v>
                </c:pt>
                <c:pt idx="3377">
                  <c:v>3377</c:v>
                </c:pt>
                <c:pt idx="3378">
                  <c:v>3378</c:v>
                </c:pt>
                <c:pt idx="3379">
                  <c:v>3379</c:v>
                </c:pt>
                <c:pt idx="3380">
                  <c:v>3380</c:v>
                </c:pt>
                <c:pt idx="3381">
                  <c:v>3381</c:v>
                </c:pt>
                <c:pt idx="3382">
                  <c:v>3382</c:v>
                </c:pt>
                <c:pt idx="3383">
                  <c:v>3383</c:v>
                </c:pt>
                <c:pt idx="3384">
                  <c:v>3384</c:v>
                </c:pt>
                <c:pt idx="3385">
                  <c:v>3385</c:v>
                </c:pt>
                <c:pt idx="3386">
                  <c:v>3386</c:v>
                </c:pt>
                <c:pt idx="3387">
                  <c:v>3387</c:v>
                </c:pt>
                <c:pt idx="3388">
                  <c:v>3388</c:v>
                </c:pt>
                <c:pt idx="3389">
                  <c:v>3389</c:v>
                </c:pt>
                <c:pt idx="3390">
                  <c:v>3390</c:v>
                </c:pt>
                <c:pt idx="3391">
                  <c:v>3391</c:v>
                </c:pt>
                <c:pt idx="3392">
                  <c:v>3392</c:v>
                </c:pt>
                <c:pt idx="3393">
                  <c:v>3393</c:v>
                </c:pt>
                <c:pt idx="3394">
                  <c:v>3394</c:v>
                </c:pt>
                <c:pt idx="3395">
                  <c:v>3395</c:v>
                </c:pt>
                <c:pt idx="3396">
                  <c:v>3396</c:v>
                </c:pt>
                <c:pt idx="3397">
                  <c:v>3397</c:v>
                </c:pt>
                <c:pt idx="3398">
                  <c:v>3398</c:v>
                </c:pt>
                <c:pt idx="3399">
                  <c:v>3399</c:v>
                </c:pt>
                <c:pt idx="3400">
                  <c:v>3400</c:v>
                </c:pt>
                <c:pt idx="3401">
                  <c:v>3401</c:v>
                </c:pt>
                <c:pt idx="3402">
                  <c:v>3402</c:v>
                </c:pt>
                <c:pt idx="3403">
                  <c:v>3403</c:v>
                </c:pt>
                <c:pt idx="3404">
                  <c:v>3404</c:v>
                </c:pt>
                <c:pt idx="3405">
                  <c:v>3405</c:v>
                </c:pt>
                <c:pt idx="3406">
                  <c:v>3406</c:v>
                </c:pt>
                <c:pt idx="3407">
                  <c:v>3407</c:v>
                </c:pt>
                <c:pt idx="3408">
                  <c:v>3408</c:v>
                </c:pt>
                <c:pt idx="3409">
                  <c:v>3409</c:v>
                </c:pt>
                <c:pt idx="3410">
                  <c:v>3410</c:v>
                </c:pt>
                <c:pt idx="3411">
                  <c:v>3411</c:v>
                </c:pt>
                <c:pt idx="3412">
                  <c:v>3412</c:v>
                </c:pt>
                <c:pt idx="3413">
                  <c:v>3413</c:v>
                </c:pt>
                <c:pt idx="3414">
                  <c:v>3414</c:v>
                </c:pt>
                <c:pt idx="3415">
                  <c:v>3415</c:v>
                </c:pt>
                <c:pt idx="3416">
                  <c:v>3416</c:v>
                </c:pt>
                <c:pt idx="3417">
                  <c:v>3417</c:v>
                </c:pt>
                <c:pt idx="3418">
                  <c:v>3418</c:v>
                </c:pt>
                <c:pt idx="3419">
                  <c:v>3419</c:v>
                </c:pt>
                <c:pt idx="3420">
                  <c:v>3420</c:v>
                </c:pt>
                <c:pt idx="3421">
                  <c:v>3421</c:v>
                </c:pt>
                <c:pt idx="3422">
                  <c:v>3422</c:v>
                </c:pt>
                <c:pt idx="3423">
                  <c:v>3423</c:v>
                </c:pt>
                <c:pt idx="3424">
                  <c:v>3424</c:v>
                </c:pt>
                <c:pt idx="3425">
                  <c:v>3425</c:v>
                </c:pt>
                <c:pt idx="3426">
                  <c:v>3426</c:v>
                </c:pt>
                <c:pt idx="3427">
                  <c:v>3427</c:v>
                </c:pt>
                <c:pt idx="3428">
                  <c:v>3428</c:v>
                </c:pt>
                <c:pt idx="3429">
                  <c:v>3429</c:v>
                </c:pt>
                <c:pt idx="3430">
                  <c:v>3430</c:v>
                </c:pt>
                <c:pt idx="3431">
                  <c:v>3431</c:v>
                </c:pt>
                <c:pt idx="3432">
                  <c:v>3432</c:v>
                </c:pt>
                <c:pt idx="3433">
                  <c:v>3433</c:v>
                </c:pt>
                <c:pt idx="3434">
                  <c:v>3434</c:v>
                </c:pt>
                <c:pt idx="3435">
                  <c:v>3435</c:v>
                </c:pt>
                <c:pt idx="3436">
                  <c:v>3436</c:v>
                </c:pt>
                <c:pt idx="3437">
                  <c:v>3437</c:v>
                </c:pt>
                <c:pt idx="3438">
                  <c:v>3438</c:v>
                </c:pt>
                <c:pt idx="3439">
                  <c:v>3439</c:v>
                </c:pt>
                <c:pt idx="3440">
                  <c:v>3440</c:v>
                </c:pt>
                <c:pt idx="3441">
                  <c:v>3441</c:v>
                </c:pt>
                <c:pt idx="3442">
                  <c:v>3442</c:v>
                </c:pt>
                <c:pt idx="3443">
                  <c:v>3443</c:v>
                </c:pt>
                <c:pt idx="3444">
                  <c:v>3444</c:v>
                </c:pt>
                <c:pt idx="3445">
                  <c:v>3445</c:v>
                </c:pt>
                <c:pt idx="3446">
                  <c:v>3446</c:v>
                </c:pt>
                <c:pt idx="3447">
                  <c:v>3447</c:v>
                </c:pt>
                <c:pt idx="3448">
                  <c:v>3448</c:v>
                </c:pt>
                <c:pt idx="3449">
                  <c:v>3449</c:v>
                </c:pt>
                <c:pt idx="3450">
                  <c:v>3450</c:v>
                </c:pt>
                <c:pt idx="3451">
                  <c:v>3451</c:v>
                </c:pt>
                <c:pt idx="3452">
                  <c:v>3452</c:v>
                </c:pt>
                <c:pt idx="3453">
                  <c:v>3453</c:v>
                </c:pt>
                <c:pt idx="3454">
                  <c:v>3454</c:v>
                </c:pt>
                <c:pt idx="3455">
                  <c:v>3455</c:v>
                </c:pt>
                <c:pt idx="3456">
                  <c:v>3456</c:v>
                </c:pt>
                <c:pt idx="3457">
                  <c:v>3457</c:v>
                </c:pt>
                <c:pt idx="3458">
                  <c:v>3458</c:v>
                </c:pt>
                <c:pt idx="3459">
                  <c:v>3459</c:v>
                </c:pt>
                <c:pt idx="3460">
                  <c:v>3460</c:v>
                </c:pt>
                <c:pt idx="3461">
                  <c:v>3461</c:v>
                </c:pt>
                <c:pt idx="3462">
                  <c:v>3462</c:v>
                </c:pt>
                <c:pt idx="3463">
                  <c:v>3463</c:v>
                </c:pt>
                <c:pt idx="3464">
                  <c:v>3464</c:v>
                </c:pt>
                <c:pt idx="3465">
                  <c:v>3465</c:v>
                </c:pt>
                <c:pt idx="3466">
                  <c:v>3466</c:v>
                </c:pt>
                <c:pt idx="3467">
                  <c:v>3467</c:v>
                </c:pt>
                <c:pt idx="3468">
                  <c:v>3468</c:v>
                </c:pt>
                <c:pt idx="3469">
                  <c:v>3469</c:v>
                </c:pt>
                <c:pt idx="3470">
                  <c:v>3470</c:v>
                </c:pt>
                <c:pt idx="3471">
                  <c:v>3471</c:v>
                </c:pt>
                <c:pt idx="3472">
                  <c:v>3472</c:v>
                </c:pt>
                <c:pt idx="3473">
                  <c:v>3473</c:v>
                </c:pt>
                <c:pt idx="3474">
                  <c:v>3474</c:v>
                </c:pt>
                <c:pt idx="3475">
                  <c:v>3475</c:v>
                </c:pt>
                <c:pt idx="3476">
                  <c:v>3476</c:v>
                </c:pt>
                <c:pt idx="3477">
                  <c:v>3477</c:v>
                </c:pt>
                <c:pt idx="3478">
                  <c:v>3478</c:v>
                </c:pt>
                <c:pt idx="3479">
                  <c:v>3479</c:v>
                </c:pt>
                <c:pt idx="3480">
                  <c:v>3480</c:v>
                </c:pt>
                <c:pt idx="3481">
                  <c:v>3481</c:v>
                </c:pt>
                <c:pt idx="3482">
                  <c:v>3482</c:v>
                </c:pt>
                <c:pt idx="3483">
                  <c:v>3483</c:v>
                </c:pt>
                <c:pt idx="3484">
                  <c:v>3484</c:v>
                </c:pt>
                <c:pt idx="3485">
                  <c:v>3485</c:v>
                </c:pt>
                <c:pt idx="3486">
                  <c:v>3486</c:v>
                </c:pt>
                <c:pt idx="3487">
                  <c:v>3487</c:v>
                </c:pt>
                <c:pt idx="3488">
                  <c:v>3488</c:v>
                </c:pt>
                <c:pt idx="3489">
                  <c:v>3489</c:v>
                </c:pt>
                <c:pt idx="3490">
                  <c:v>3490</c:v>
                </c:pt>
                <c:pt idx="3491">
                  <c:v>3491</c:v>
                </c:pt>
                <c:pt idx="3492">
                  <c:v>3492</c:v>
                </c:pt>
                <c:pt idx="3493">
                  <c:v>3493</c:v>
                </c:pt>
                <c:pt idx="3494">
                  <c:v>3494</c:v>
                </c:pt>
                <c:pt idx="3495">
                  <c:v>3495</c:v>
                </c:pt>
                <c:pt idx="3496">
                  <c:v>3496</c:v>
                </c:pt>
                <c:pt idx="3497">
                  <c:v>3497</c:v>
                </c:pt>
                <c:pt idx="3498">
                  <c:v>3498</c:v>
                </c:pt>
                <c:pt idx="3499">
                  <c:v>3499</c:v>
                </c:pt>
                <c:pt idx="3500">
                  <c:v>3500</c:v>
                </c:pt>
                <c:pt idx="3501">
                  <c:v>3501</c:v>
                </c:pt>
                <c:pt idx="3502">
                  <c:v>3502</c:v>
                </c:pt>
                <c:pt idx="3503">
                  <c:v>3503</c:v>
                </c:pt>
                <c:pt idx="3504">
                  <c:v>3504</c:v>
                </c:pt>
                <c:pt idx="3505">
                  <c:v>3505</c:v>
                </c:pt>
                <c:pt idx="3506">
                  <c:v>3506</c:v>
                </c:pt>
                <c:pt idx="3507">
                  <c:v>3507</c:v>
                </c:pt>
                <c:pt idx="3508">
                  <c:v>3508</c:v>
                </c:pt>
                <c:pt idx="3509">
                  <c:v>3509</c:v>
                </c:pt>
                <c:pt idx="3510">
                  <c:v>3510</c:v>
                </c:pt>
                <c:pt idx="3511">
                  <c:v>3511</c:v>
                </c:pt>
                <c:pt idx="3512">
                  <c:v>3512</c:v>
                </c:pt>
                <c:pt idx="3513">
                  <c:v>3513</c:v>
                </c:pt>
                <c:pt idx="3514">
                  <c:v>3514</c:v>
                </c:pt>
                <c:pt idx="3515">
                  <c:v>3515</c:v>
                </c:pt>
                <c:pt idx="3516">
                  <c:v>3516</c:v>
                </c:pt>
                <c:pt idx="3517">
                  <c:v>3517</c:v>
                </c:pt>
                <c:pt idx="3518">
                  <c:v>3518</c:v>
                </c:pt>
                <c:pt idx="3519">
                  <c:v>3519</c:v>
                </c:pt>
                <c:pt idx="3520">
                  <c:v>3520</c:v>
                </c:pt>
                <c:pt idx="3521">
                  <c:v>3521</c:v>
                </c:pt>
                <c:pt idx="3522">
                  <c:v>3522</c:v>
                </c:pt>
                <c:pt idx="3523">
                  <c:v>3523</c:v>
                </c:pt>
                <c:pt idx="3524">
                  <c:v>3524</c:v>
                </c:pt>
                <c:pt idx="3525">
                  <c:v>3525</c:v>
                </c:pt>
                <c:pt idx="3526">
                  <c:v>3526</c:v>
                </c:pt>
                <c:pt idx="3527">
                  <c:v>3527</c:v>
                </c:pt>
                <c:pt idx="3528">
                  <c:v>3528</c:v>
                </c:pt>
                <c:pt idx="3529">
                  <c:v>3529</c:v>
                </c:pt>
                <c:pt idx="3530">
                  <c:v>3530</c:v>
                </c:pt>
                <c:pt idx="3531">
                  <c:v>3531</c:v>
                </c:pt>
                <c:pt idx="3532">
                  <c:v>3532</c:v>
                </c:pt>
                <c:pt idx="3533">
                  <c:v>3533</c:v>
                </c:pt>
                <c:pt idx="3534">
                  <c:v>3534</c:v>
                </c:pt>
                <c:pt idx="3535">
                  <c:v>3535</c:v>
                </c:pt>
                <c:pt idx="3536">
                  <c:v>3536</c:v>
                </c:pt>
                <c:pt idx="3537">
                  <c:v>3537</c:v>
                </c:pt>
                <c:pt idx="3538">
                  <c:v>3538</c:v>
                </c:pt>
                <c:pt idx="3539">
                  <c:v>3539</c:v>
                </c:pt>
                <c:pt idx="3540">
                  <c:v>3540</c:v>
                </c:pt>
                <c:pt idx="3541">
                  <c:v>3541</c:v>
                </c:pt>
                <c:pt idx="3542">
                  <c:v>3542</c:v>
                </c:pt>
                <c:pt idx="3543">
                  <c:v>3543</c:v>
                </c:pt>
                <c:pt idx="3544">
                  <c:v>3544</c:v>
                </c:pt>
                <c:pt idx="3545">
                  <c:v>3545</c:v>
                </c:pt>
                <c:pt idx="3546">
                  <c:v>3546</c:v>
                </c:pt>
                <c:pt idx="3547">
                  <c:v>3547</c:v>
                </c:pt>
                <c:pt idx="3548">
                  <c:v>3548</c:v>
                </c:pt>
                <c:pt idx="3549">
                  <c:v>3549</c:v>
                </c:pt>
                <c:pt idx="3550">
                  <c:v>3550</c:v>
                </c:pt>
                <c:pt idx="3551">
                  <c:v>3551</c:v>
                </c:pt>
                <c:pt idx="3552">
                  <c:v>3552</c:v>
                </c:pt>
                <c:pt idx="3553">
                  <c:v>3553</c:v>
                </c:pt>
                <c:pt idx="3554">
                  <c:v>3554</c:v>
                </c:pt>
                <c:pt idx="3555">
                  <c:v>3555</c:v>
                </c:pt>
                <c:pt idx="3556">
                  <c:v>3556</c:v>
                </c:pt>
                <c:pt idx="3557">
                  <c:v>3557</c:v>
                </c:pt>
                <c:pt idx="3558">
                  <c:v>3558</c:v>
                </c:pt>
                <c:pt idx="3559">
                  <c:v>3559</c:v>
                </c:pt>
                <c:pt idx="3560">
                  <c:v>3560</c:v>
                </c:pt>
                <c:pt idx="3561">
                  <c:v>3561</c:v>
                </c:pt>
                <c:pt idx="3562">
                  <c:v>3562</c:v>
                </c:pt>
                <c:pt idx="3563">
                  <c:v>3563</c:v>
                </c:pt>
                <c:pt idx="3564">
                  <c:v>3564</c:v>
                </c:pt>
                <c:pt idx="3565">
                  <c:v>3565</c:v>
                </c:pt>
                <c:pt idx="3566">
                  <c:v>3566</c:v>
                </c:pt>
                <c:pt idx="3567">
                  <c:v>3567</c:v>
                </c:pt>
                <c:pt idx="3568">
                  <c:v>3568</c:v>
                </c:pt>
                <c:pt idx="3569">
                  <c:v>3569</c:v>
                </c:pt>
                <c:pt idx="3570">
                  <c:v>3570</c:v>
                </c:pt>
                <c:pt idx="3571">
                  <c:v>3571</c:v>
                </c:pt>
                <c:pt idx="3572">
                  <c:v>3572</c:v>
                </c:pt>
                <c:pt idx="3573">
                  <c:v>3573</c:v>
                </c:pt>
                <c:pt idx="3574">
                  <c:v>3574</c:v>
                </c:pt>
                <c:pt idx="3575">
                  <c:v>3575</c:v>
                </c:pt>
                <c:pt idx="3576">
                  <c:v>3576</c:v>
                </c:pt>
                <c:pt idx="3577">
                  <c:v>3577</c:v>
                </c:pt>
                <c:pt idx="3578">
                  <c:v>3578</c:v>
                </c:pt>
                <c:pt idx="3579">
                  <c:v>3579</c:v>
                </c:pt>
                <c:pt idx="3580">
                  <c:v>3580</c:v>
                </c:pt>
                <c:pt idx="3581">
                  <c:v>3581</c:v>
                </c:pt>
                <c:pt idx="3582">
                  <c:v>3582</c:v>
                </c:pt>
                <c:pt idx="3583">
                  <c:v>3583</c:v>
                </c:pt>
                <c:pt idx="3584">
                  <c:v>3584</c:v>
                </c:pt>
                <c:pt idx="3585">
                  <c:v>3585</c:v>
                </c:pt>
                <c:pt idx="3586">
                  <c:v>3586</c:v>
                </c:pt>
                <c:pt idx="3587">
                  <c:v>3587</c:v>
                </c:pt>
                <c:pt idx="3588">
                  <c:v>3588</c:v>
                </c:pt>
                <c:pt idx="3589">
                  <c:v>3589</c:v>
                </c:pt>
                <c:pt idx="3590">
                  <c:v>3590</c:v>
                </c:pt>
                <c:pt idx="3591">
                  <c:v>3591</c:v>
                </c:pt>
                <c:pt idx="3592">
                  <c:v>3592</c:v>
                </c:pt>
                <c:pt idx="3593">
                  <c:v>3593</c:v>
                </c:pt>
                <c:pt idx="3594">
                  <c:v>3594</c:v>
                </c:pt>
                <c:pt idx="3595">
                  <c:v>3595</c:v>
                </c:pt>
                <c:pt idx="3596">
                  <c:v>3596</c:v>
                </c:pt>
                <c:pt idx="3597">
                  <c:v>3597</c:v>
                </c:pt>
                <c:pt idx="3598">
                  <c:v>3598</c:v>
                </c:pt>
                <c:pt idx="3599">
                  <c:v>3599</c:v>
                </c:pt>
                <c:pt idx="3600">
                  <c:v>3600</c:v>
                </c:pt>
                <c:pt idx="3601">
                  <c:v>3601</c:v>
                </c:pt>
                <c:pt idx="3602">
                  <c:v>3602</c:v>
                </c:pt>
                <c:pt idx="3603">
                  <c:v>3603</c:v>
                </c:pt>
                <c:pt idx="3604">
                  <c:v>3604</c:v>
                </c:pt>
                <c:pt idx="3605">
                  <c:v>3605</c:v>
                </c:pt>
                <c:pt idx="3606">
                  <c:v>3606</c:v>
                </c:pt>
                <c:pt idx="3607">
                  <c:v>3607</c:v>
                </c:pt>
                <c:pt idx="3608">
                  <c:v>3608</c:v>
                </c:pt>
                <c:pt idx="3609">
                  <c:v>3609</c:v>
                </c:pt>
                <c:pt idx="3610">
                  <c:v>3610</c:v>
                </c:pt>
                <c:pt idx="3611">
                  <c:v>3611</c:v>
                </c:pt>
                <c:pt idx="3612">
                  <c:v>3612</c:v>
                </c:pt>
                <c:pt idx="3613">
                  <c:v>3613</c:v>
                </c:pt>
                <c:pt idx="3614">
                  <c:v>3614</c:v>
                </c:pt>
                <c:pt idx="3615">
                  <c:v>3615</c:v>
                </c:pt>
                <c:pt idx="3616">
                  <c:v>3616</c:v>
                </c:pt>
                <c:pt idx="3617">
                  <c:v>3617</c:v>
                </c:pt>
                <c:pt idx="3618">
                  <c:v>3618</c:v>
                </c:pt>
                <c:pt idx="3619">
                  <c:v>3619</c:v>
                </c:pt>
                <c:pt idx="3620">
                  <c:v>3620</c:v>
                </c:pt>
                <c:pt idx="3621">
                  <c:v>3621</c:v>
                </c:pt>
                <c:pt idx="3622">
                  <c:v>3622</c:v>
                </c:pt>
                <c:pt idx="3623">
                  <c:v>3623</c:v>
                </c:pt>
                <c:pt idx="3624">
                  <c:v>3624</c:v>
                </c:pt>
                <c:pt idx="3625">
                  <c:v>3625</c:v>
                </c:pt>
                <c:pt idx="3626">
                  <c:v>3626</c:v>
                </c:pt>
                <c:pt idx="3627">
                  <c:v>3627</c:v>
                </c:pt>
                <c:pt idx="3628">
                  <c:v>3628</c:v>
                </c:pt>
                <c:pt idx="3629">
                  <c:v>3629</c:v>
                </c:pt>
                <c:pt idx="3630">
                  <c:v>3630</c:v>
                </c:pt>
                <c:pt idx="3631">
                  <c:v>3631</c:v>
                </c:pt>
                <c:pt idx="3632">
                  <c:v>3632</c:v>
                </c:pt>
                <c:pt idx="3633">
                  <c:v>3633</c:v>
                </c:pt>
                <c:pt idx="3634">
                  <c:v>3634</c:v>
                </c:pt>
                <c:pt idx="3635">
                  <c:v>3635</c:v>
                </c:pt>
                <c:pt idx="3636">
                  <c:v>3636</c:v>
                </c:pt>
                <c:pt idx="3637">
                  <c:v>3637</c:v>
                </c:pt>
                <c:pt idx="3638">
                  <c:v>3638</c:v>
                </c:pt>
                <c:pt idx="3639">
                  <c:v>3639</c:v>
                </c:pt>
                <c:pt idx="3640">
                  <c:v>3640</c:v>
                </c:pt>
                <c:pt idx="3641">
                  <c:v>3641</c:v>
                </c:pt>
                <c:pt idx="3642">
                  <c:v>3642</c:v>
                </c:pt>
                <c:pt idx="3643">
                  <c:v>3643</c:v>
                </c:pt>
                <c:pt idx="3644">
                  <c:v>3644</c:v>
                </c:pt>
                <c:pt idx="3645">
                  <c:v>3645</c:v>
                </c:pt>
                <c:pt idx="3646">
                  <c:v>3646</c:v>
                </c:pt>
                <c:pt idx="3647">
                  <c:v>3647</c:v>
                </c:pt>
                <c:pt idx="3648">
                  <c:v>3648</c:v>
                </c:pt>
                <c:pt idx="3649">
                  <c:v>3649</c:v>
                </c:pt>
                <c:pt idx="3650">
                  <c:v>3650</c:v>
                </c:pt>
                <c:pt idx="3651">
                  <c:v>3651</c:v>
                </c:pt>
                <c:pt idx="3652">
                  <c:v>3652</c:v>
                </c:pt>
                <c:pt idx="3653">
                  <c:v>3653</c:v>
                </c:pt>
                <c:pt idx="3654">
                  <c:v>3654</c:v>
                </c:pt>
                <c:pt idx="3655">
                  <c:v>3655</c:v>
                </c:pt>
                <c:pt idx="3656">
                  <c:v>3656</c:v>
                </c:pt>
                <c:pt idx="3657">
                  <c:v>3657</c:v>
                </c:pt>
                <c:pt idx="3658">
                  <c:v>3658</c:v>
                </c:pt>
                <c:pt idx="3659">
                  <c:v>3659</c:v>
                </c:pt>
                <c:pt idx="3660">
                  <c:v>3660</c:v>
                </c:pt>
                <c:pt idx="3661">
                  <c:v>3661</c:v>
                </c:pt>
                <c:pt idx="3662">
                  <c:v>3662</c:v>
                </c:pt>
                <c:pt idx="3663">
                  <c:v>3663</c:v>
                </c:pt>
                <c:pt idx="3664">
                  <c:v>3664</c:v>
                </c:pt>
                <c:pt idx="3665">
                  <c:v>3665</c:v>
                </c:pt>
                <c:pt idx="3666">
                  <c:v>3666</c:v>
                </c:pt>
                <c:pt idx="3667">
                  <c:v>3667</c:v>
                </c:pt>
                <c:pt idx="3668">
                  <c:v>3668</c:v>
                </c:pt>
                <c:pt idx="3669">
                  <c:v>3669</c:v>
                </c:pt>
                <c:pt idx="3670">
                  <c:v>3670</c:v>
                </c:pt>
                <c:pt idx="3671">
                  <c:v>3671</c:v>
                </c:pt>
                <c:pt idx="3672">
                  <c:v>3672</c:v>
                </c:pt>
                <c:pt idx="3673">
                  <c:v>3673</c:v>
                </c:pt>
                <c:pt idx="3674">
                  <c:v>3674</c:v>
                </c:pt>
                <c:pt idx="3675">
                  <c:v>3675</c:v>
                </c:pt>
                <c:pt idx="3676">
                  <c:v>3676</c:v>
                </c:pt>
                <c:pt idx="3677">
                  <c:v>3677</c:v>
                </c:pt>
                <c:pt idx="3678">
                  <c:v>3678</c:v>
                </c:pt>
                <c:pt idx="3679">
                  <c:v>3679</c:v>
                </c:pt>
                <c:pt idx="3680">
                  <c:v>3680</c:v>
                </c:pt>
                <c:pt idx="3681">
                  <c:v>3681</c:v>
                </c:pt>
                <c:pt idx="3682">
                  <c:v>3682</c:v>
                </c:pt>
                <c:pt idx="3683">
                  <c:v>3683</c:v>
                </c:pt>
                <c:pt idx="3684">
                  <c:v>3684</c:v>
                </c:pt>
                <c:pt idx="3685">
                  <c:v>3685</c:v>
                </c:pt>
                <c:pt idx="3686">
                  <c:v>3686</c:v>
                </c:pt>
                <c:pt idx="3687">
                  <c:v>3687</c:v>
                </c:pt>
                <c:pt idx="3688">
                  <c:v>3688</c:v>
                </c:pt>
                <c:pt idx="3689">
                  <c:v>3689</c:v>
                </c:pt>
                <c:pt idx="3690">
                  <c:v>3690</c:v>
                </c:pt>
                <c:pt idx="3691">
                  <c:v>3691</c:v>
                </c:pt>
                <c:pt idx="3692">
                  <c:v>3692</c:v>
                </c:pt>
                <c:pt idx="3693">
                  <c:v>3693</c:v>
                </c:pt>
                <c:pt idx="3694">
                  <c:v>3694</c:v>
                </c:pt>
                <c:pt idx="3695">
                  <c:v>3695</c:v>
                </c:pt>
                <c:pt idx="3696">
                  <c:v>3696</c:v>
                </c:pt>
                <c:pt idx="3697">
                  <c:v>3697</c:v>
                </c:pt>
                <c:pt idx="3698">
                  <c:v>3698</c:v>
                </c:pt>
                <c:pt idx="3699">
                  <c:v>3699</c:v>
                </c:pt>
                <c:pt idx="3700">
                  <c:v>3700</c:v>
                </c:pt>
                <c:pt idx="3701">
                  <c:v>3701</c:v>
                </c:pt>
                <c:pt idx="3702">
                  <c:v>3702</c:v>
                </c:pt>
                <c:pt idx="3703">
                  <c:v>3703</c:v>
                </c:pt>
                <c:pt idx="3704">
                  <c:v>3704</c:v>
                </c:pt>
                <c:pt idx="3705">
                  <c:v>3705</c:v>
                </c:pt>
                <c:pt idx="3706">
                  <c:v>3706</c:v>
                </c:pt>
                <c:pt idx="3707">
                  <c:v>3707</c:v>
                </c:pt>
                <c:pt idx="3708">
                  <c:v>3708</c:v>
                </c:pt>
                <c:pt idx="3709">
                  <c:v>3709</c:v>
                </c:pt>
                <c:pt idx="3710">
                  <c:v>3710</c:v>
                </c:pt>
                <c:pt idx="3711">
                  <c:v>3711</c:v>
                </c:pt>
                <c:pt idx="3712">
                  <c:v>3712</c:v>
                </c:pt>
                <c:pt idx="3713">
                  <c:v>3713</c:v>
                </c:pt>
                <c:pt idx="3714">
                  <c:v>3714</c:v>
                </c:pt>
                <c:pt idx="3715">
                  <c:v>3715</c:v>
                </c:pt>
                <c:pt idx="3716">
                  <c:v>3716</c:v>
                </c:pt>
                <c:pt idx="3717">
                  <c:v>3717</c:v>
                </c:pt>
                <c:pt idx="3718">
                  <c:v>3718</c:v>
                </c:pt>
                <c:pt idx="3719">
                  <c:v>3719</c:v>
                </c:pt>
                <c:pt idx="3720">
                  <c:v>3720</c:v>
                </c:pt>
                <c:pt idx="3721">
                  <c:v>3721</c:v>
                </c:pt>
                <c:pt idx="3722">
                  <c:v>3722</c:v>
                </c:pt>
                <c:pt idx="3723">
                  <c:v>3723</c:v>
                </c:pt>
                <c:pt idx="3724">
                  <c:v>3724</c:v>
                </c:pt>
                <c:pt idx="3725">
                  <c:v>3725</c:v>
                </c:pt>
                <c:pt idx="3726">
                  <c:v>3726</c:v>
                </c:pt>
                <c:pt idx="3727">
                  <c:v>3727</c:v>
                </c:pt>
                <c:pt idx="3728">
                  <c:v>3728</c:v>
                </c:pt>
                <c:pt idx="3729">
                  <c:v>3729</c:v>
                </c:pt>
                <c:pt idx="3730">
                  <c:v>3730</c:v>
                </c:pt>
                <c:pt idx="3731">
                  <c:v>3731</c:v>
                </c:pt>
                <c:pt idx="3732">
                  <c:v>3732</c:v>
                </c:pt>
                <c:pt idx="3733">
                  <c:v>3733</c:v>
                </c:pt>
                <c:pt idx="3734">
                  <c:v>3734</c:v>
                </c:pt>
                <c:pt idx="3735">
                  <c:v>3735</c:v>
                </c:pt>
                <c:pt idx="3736">
                  <c:v>3736</c:v>
                </c:pt>
                <c:pt idx="3737">
                  <c:v>3737</c:v>
                </c:pt>
                <c:pt idx="3738">
                  <c:v>3738</c:v>
                </c:pt>
                <c:pt idx="3739">
                  <c:v>3739</c:v>
                </c:pt>
                <c:pt idx="3740">
                  <c:v>3740</c:v>
                </c:pt>
                <c:pt idx="3741">
                  <c:v>3741</c:v>
                </c:pt>
                <c:pt idx="3742">
                  <c:v>3742</c:v>
                </c:pt>
                <c:pt idx="3743">
                  <c:v>3743</c:v>
                </c:pt>
                <c:pt idx="3744">
                  <c:v>3744</c:v>
                </c:pt>
                <c:pt idx="3745">
                  <c:v>3745</c:v>
                </c:pt>
                <c:pt idx="3746">
                  <c:v>3746</c:v>
                </c:pt>
                <c:pt idx="3747">
                  <c:v>3747</c:v>
                </c:pt>
                <c:pt idx="3748">
                  <c:v>3748</c:v>
                </c:pt>
                <c:pt idx="3749">
                  <c:v>3749</c:v>
                </c:pt>
                <c:pt idx="3750">
                  <c:v>3750</c:v>
                </c:pt>
                <c:pt idx="3751">
                  <c:v>3751</c:v>
                </c:pt>
                <c:pt idx="3752">
                  <c:v>3752</c:v>
                </c:pt>
                <c:pt idx="3753">
                  <c:v>3753</c:v>
                </c:pt>
                <c:pt idx="3754">
                  <c:v>3754</c:v>
                </c:pt>
                <c:pt idx="3755">
                  <c:v>3755</c:v>
                </c:pt>
                <c:pt idx="3756">
                  <c:v>3756</c:v>
                </c:pt>
                <c:pt idx="3757">
                  <c:v>3757</c:v>
                </c:pt>
                <c:pt idx="3758">
                  <c:v>3758</c:v>
                </c:pt>
                <c:pt idx="3759">
                  <c:v>3759</c:v>
                </c:pt>
                <c:pt idx="3760">
                  <c:v>3760</c:v>
                </c:pt>
                <c:pt idx="3761">
                  <c:v>3761</c:v>
                </c:pt>
                <c:pt idx="3762">
                  <c:v>3762</c:v>
                </c:pt>
                <c:pt idx="3763">
                  <c:v>3763</c:v>
                </c:pt>
                <c:pt idx="3764">
                  <c:v>3764</c:v>
                </c:pt>
                <c:pt idx="3765">
                  <c:v>3765</c:v>
                </c:pt>
                <c:pt idx="3766">
                  <c:v>3766</c:v>
                </c:pt>
                <c:pt idx="3767">
                  <c:v>3767</c:v>
                </c:pt>
                <c:pt idx="3768">
                  <c:v>3768</c:v>
                </c:pt>
                <c:pt idx="3769">
                  <c:v>3769</c:v>
                </c:pt>
                <c:pt idx="3770">
                  <c:v>3770</c:v>
                </c:pt>
                <c:pt idx="3771">
                  <c:v>3771</c:v>
                </c:pt>
                <c:pt idx="3772">
                  <c:v>3772</c:v>
                </c:pt>
                <c:pt idx="3773">
                  <c:v>3773</c:v>
                </c:pt>
                <c:pt idx="3774">
                  <c:v>3774</c:v>
                </c:pt>
                <c:pt idx="3775">
                  <c:v>3775</c:v>
                </c:pt>
                <c:pt idx="3776">
                  <c:v>3776</c:v>
                </c:pt>
                <c:pt idx="3777">
                  <c:v>3777</c:v>
                </c:pt>
                <c:pt idx="3778">
                  <c:v>3778</c:v>
                </c:pt>
                <c:pt idx="3779">
                  <c:v>3779</c:v>
                </c:pt>
                <c:pt idx="3780">
                  <c:v>3780</c:v>
                </c:pt>
                <c:pt idx="3781">
                  <c:v>3781</c:v>
                </c:pt>
                <c:pt idx="3782">
                  <c:v>3782</c:v>
                </c:pt>
                <c:pt idx="3783">
                  <c:v>3783</c:v>
                </c:pt>
                <c:pt idx="3784">
                  <c:v>3784</c:v>
                </c:pt>
                <c:pt idx="3785">
                  <c:v>3785</c:v>
                </c:pt>
                <c:pt idx="3786">
                  <c:v>3786</c:v>
                </c:pt>
                <c:pt idx="3787">
                  <c:v>3787</c:v>
                </c:pt>
                <c:pt idx="3788">
                  <c:v>3788</c:v>
                </c:pt>
                <c:pt idx="3789">
                  <c:v>3789</c:v>
                </c:pt>
                <c:pt idx="3790">
                  <c:v>3790</c:v>
                </c:pt>
                <c:pt idx="3791">
                  <c:v>3791</c:v>
                </c:pt>
                <c:pt idx="3792">
                  <c:v>3792</c:v>
                </c:pt>
                <c:pt idx="3793">
                  <c:v>3793</c:v>
                </c:pt>
                <c:pt idx="3794">
                  <c:v>3794</c:v>
                </c:pt>
                <c:pt idx="3795">
                  <c:v>3795</c:v>
                </c:pt>
                <c:pt idx="3796">
                  <c:v>3796</c:v>
                </c:pt>
                <c:pt idx="3797">
                  <c:v>3797</c:v>
                </c:pt>
                <c:pt idx="3798">
                  <c:v>3798</c:v>
                </c:pt>
                <c:pt idx="3799">
                  <c:v>3799</c:v>
                </c:pt>
                <c:pt idx="3800">
                  <c:v>3800</c:v>
                </c:pt>
                <c:pt idx="3801">
                  <c:v>3801</c:v>
                </c:pt>
                <c:pt idx="3802">
                  <c:v>3802</c:v>
                </c:pt>
                <c:pt idx="3803">
                  <c:v>3803</c:v>
                </c:pt>
                <c:pt idx="3804">
                  <c:v>3804</c:v>
                </c:pt>
                <c:pt idx="3805">
                  <c:v>3805</c:v>
                </c:pt>
                <c:pt idx="3806">
                  <c:v>3806</c:v>
                </c:pt>
                <c:pt idx="3807">
                  <c:v>3807</c:v>
                </c:pt>
                <c:pt idx="3808">
                  <c:v>3808</c:v>
                </c:pt>
                <c:pt idx="3809">
                  <c:v>3809</c:v>
                </c:pt>
                <c:pt idx="3810">
                  <c:v>3810</c:v>
                </c:pt>
                <c:pt idx="3811">
                  <c:v>3811</c:v>
                </c:pt>
                <c:pt idx="3812">
                  <c:v>3812</c:v>
                </c:pt>
                <c:pt idx="3813">
                  <c:v>3813</c:v>
                </c:pt>
                <c:pt idx="3814">
                  <c:v>3814</c:v>
                </c:pt>
                <c:pt idx="3815">
                  <c:v>3815</c:v>
                </c:pt>
                <c:pt idx="3816">
                  <c:v>3816</c:v>
                </c:pt>
                <c:pt idx="3817">
                  <c:v>3817</c:v>
                </c:pt>
                <c:pt idx="3818">
                  <c:v>3818</c:v>
                </c:pt>
                <c:pt idx="3819">
                  <c:v>3819</c:v>
                </c:pt>
                <c:pt idx="3820">
                  <c:v>3820</c:v>
                </c:pt>
                <c:pt idx="3821">
                  <c:v>3821</c:v>
                </c:pt>
                <c:pt idx="3822">
                  <c:v>3822</c:v>
                </c:pt>
                <c:pt idx="3823">
                  <c:v>3823</c:v>
                </c:pt>
                <c:pt idx="3824">
                  <c:v>3824</c:v>
                </c:pt>
                <c:pt idx="3825">
                  <c:v>3825</c:v>
                </c:pt>
                <c:pt idx="3826">
                  <c:v>3826</c:v>
                </c:pt>
                <c:pt idx="3827">
                  <c:v>3827</c:v>
                </c:pt>
                <c:pt idx="3828">
                  <c:v>3828</c:v>
                </c:pt>
                <c:pt idx="3829">
                  <c:v>3829</c:v>
                </c:pt>
                <c:pt idx="3830">
                  <c:v>3830</c:v>
                </c:pt>
                <c:pt idx="3831">
                  <c:v>3831</c:v>
                </c:pt>
                <c:pt idx="3832">
                  <c:v>3832</c:v>
                </c:pt>
                <c:pt idx="3833">
                  <c:v>3833</c:v>
                </c:pt>
                <c:pt idx="3834">
                  <c:v>3834</c:v>
                </c:pt>
                <c:pt idx="3835">
                  <c:v>3835</c:v>
                </c:pt>
                <c:pt idx="3836">
                  <c:v>3836</c:v>
                </c:pt>
                <c:pt idx="3837">
                  <c:v>3837</c:v>
                </c:pt>
                <c:pt idx="3838">
                  <c:v>3838</c:v>
                </c:pt>
                <c:pt idx="3839">
                  <c:v>3839</c:v>
                </c:pt>
                <c:pt idx="3840">
                  <c:v>3840</c:v>
                </c:pt>
                <c:pt idx="3841">
                  <c:v>3841</c:v>
                </c:pt>
                <c:pt idx="3842">
                  <c:v>3842</c:v>
                </c:pt>
                <c:pt idx="3843">
                  <c:v>3843</c:v>
                </c:pt>
                <c:pt idx="3844">
                  <c:v>3844</c:v>
                </c:pt>
                <c:pt idx="3845">
                  <c:v>3845</c:v>
                </c:pt>
                <c:pt idx="3846">
                  <c:v>3846</c:v>
                </c:pt>
                <c:pt idx="3847">
                  <c:v>3847</c:v>
                </c:pt>
                <c:pt idx="3848">
                  <c:v>3848</c:v>
                </c:pt>
                <c:pt idx="3849">
                  <c:v>3849</c:v>
                </c:pt>
                <c:pt idx="3850">
                  <c:v>3850</c:v>
                </c:pt>
                <c:pt idx="3851">
                  <c:v>3851</c:v>
                </c:pt>
                <c:pt idx="3852">
                  <c:v>3852</c:v>
                </c:pt>
                <c:pt idx="3853">
                  <c:v>3853</c:v>
                </c:pt>
                <c:pt idx="3854">
                  <c:v>3854</c:v>
                </c:pt>
                <c:pt idx="3855">
                  <c:v>3855</c:v>
                </c:pt>
                <c:pt idx="3856">
                  <c:v>3856</c:v>
                </c:pt>
                <c:pt idx="3857">
                  <c:v>3857</c:v>
                </c:pt>
                <c:pt idx="3858">
                  <c:v>3858</c:v>
                </c:pt>
                <c:pt idx="3859">
                  <c:v>3859</c:v>
                </c:pt>
                <c:pt idx="3860">
                  <c:v>3860</c:v>
                </c:pt>
                <c:pt idx="3861">
                  <c:v>3861</c:v>
                </c:pt>
                <c:pt idx="3862">
                  <c:v>3862</c:v>
                </c:pt>
                <c:pt idx="3863">
                  <c:v>3863</c:v>
                </c:pt>
                <c:pt idx="3864">
                  <c:v>3864</c:v>
                </c:pt>
                <c:pt idx="3865">
                  <c:v>3865</c:v>
                </c:pt>
                <c:pt idx="3866">
                  <c:v>3866</c:v>
                </c:pt>
                <c:pt idx="3867">
                  <c:v>3867</c:v>
                </c:pt>
                <c:pt idx="3868">
                  <c:v>3868</c:v>
                </c:pt>
                <c:pt idx="3869">
                  <c:v>3869</c:v>
                </c:pt>
                <c:pt idx="3870">
                  <c:v>3870</c:v>
                </c:pt>
                <c:pt idx="3871">
                  <c:v>3871</c:v>
                </c:pt>
                <c:pt idx="3872">
                  <c:v>3872</c:v>
                </c:pt>
                <c:pt idx="3873">
                  <c:v>3873</c:v>
                </c:pt>
                <c:pt idx="3874">
                  <c:v>3874</c:v>
                </c:pt>
                <c:pt idx="3875">
                  <c:v>3875</c:v>
                </c:pt>
                <c:pt idx="3876">
                  <c:v>3876</c:v>
                </c:pt>
                <c:pt idx="3877">
                  <c:v>3877</c:v>
                </c:pt>
                <c:pt idx="3878">
                  <c:v>3878</c:v>
                </c:pt>
                <c:pt idx="3879">
                  <c:v>3879</c:v>
                </c:pt>
                <c:pt idx="3880">
                  <c:v>3880</c:v>
                </c:pt>
                <c:pt idx="3881">
                  <c:v>3881</c:v>
                </c:pt>
                <c:pt idx="3882">
                  <c:v>3882</c:v>
                </c:pt>
                <c:pt idx="3883">
                  <c:v>3883</c:v>
                </c:pt>
                <c:pt idx="3884">
                  <c:v>3884</c:v>
                </c:pt>
                <c:pt idx="3885">
                  <c:v>3885</c:v>
                </c:pt>
                <c:pt idx="3886">
                  <c:v>3886</c:v>
                </c:pt>
                <c:pt idx="3887">
                  <c:v>3887</c:v>
                </c:pt>
                <c:pt idx="3888">
                  <c:v>3888</c:v>
                </c:pt>
                <c:pt idx="3889">
                  <c:v>3889</c:v>
                </c:pt>
                <c:pt idx="3890">
                  <c:v>3890</c:v>
                </c:pt>
                <c:pt idx="3891">
                  <c:v>3891</c:v>
                </c:pt>
                <c:pt idx="3892">
                  <c:v>3892</c:v>
                </c:pt>
                <c:pt idx="3893">
                  <c:v>3893</c:v>
                </c:pt>
                <c:pt idx="3894">
                  <c:v>3894</c:v>
                </c:pt>
                <c:pt idx="3895">
                  <c:v>3895</c:v>
                </c:pt>
                <c:pt idx="3896">
                  <c:v>3896</c:v>
                </c:pt>
                <c:pt idx="3897">
                  <c:v>3897</c:v>
                </c:pt>
                <c:pt idx="3898">
                  <c:v>3898</c:v>
                </c:pt>
                <c:pt idx="3899">
                  <c:v>3899</c:v>
                </c:pt>
                <c:pt idx="3900">
                  <c:v>3900</c:v>
                </c:pt>
                <c:pt idx="3901">
                  <c:v>3901</c:v>
                </c:pt>
                <c:pt idx="3902">
                  <c:v>3902</c:v>
                </c:pt>
                <c:pt idx="3903">
                  <c:v>3903</c:v>
                </c:pt>
                <c:pt idx="3904">
                  <c:v>3904</c:v>
                </c:pt>
                <c:pt idx="3905">
                  <c:v>3905</c:v>
                </c:pt>
                <c:pt idx="3906">
                  <c:v>3906</c:v>
                </c:pt>
                <c:pt idx="3907">
                  <c:v>3907</c:v>
                </c:pt>
                <c:pt idx="3908">
                  <c:v>3908</c:v>
                </c:pt>
                <c:pt idx="3909">
                  <c:v>3909</c:v>
                </c:pt>
                <c:pt idx="3910">
                  <c:v>3910</c:v>
                </c:pt>
                <c:pt idx="3911">
                  <c:v>3911</c:v>
                </c:pt>
                <c:pt idx="3912">
                  <c:v>3912</c:v>
                </c:pt>
                <c:pt idx="3913">
                  <c:v>3913</c:v>
                </c:pt>
                <c:pt idx="3914">
                  <c:v>3914</c:v>
                </c:pt>
                <c:pt idx="3915">
                  <c:v>3915</c:v>
                </c:pt>
                <c:pt idx="3916">
                  <c:v>3916</c:v>
                </c:pt>
                <c:pt idx="3917">
                  <c:v>3917</c:v>
                </c:pt>
                <c:pt idx="3918">
                  <c:v>3918</c:v>
                </c:pt>
                <c:pt idx="3919">
                  <c:v>3919</c:v>
                </c:pt>
                <c:pt idx="3920">
                  <c:v>3920</c:v>
                </c:pt>
                <c:pt idx="3921">
                  <c:v>3921</c:v>
                </c:pt>
                <c:pt idx="3922">
                  <c:v>3922</c:v>
                </c:pt>
                <c:pt idx="3923">
                  <c:v>3923</c:v>
                </c:pt>
                <c:pt idx="3924">
                  <c:v>3924</c:v>
                </c:pt>
                <c:pt idx="3925">
                  <c:v>3925</c:v>
                </c:pt>
                <c:pt idx="3926">
                  <c:v>3926</c:v>
                </c:pt>
                <c:pt idx="3927">
                  <c:v>3927</c:v>
                </c:pt>
                <c:pt idx="3928">
                  <c:v>3928</c:v>
                </c:pt>
                <c:pt idx="3929">
                  <c:v>3929</c:v>
                </c:pt>
                <c:pt idx="3930">
                  <c:v>3930</c:v>
                </c:pt>
                <c:pt idx="3931">
                  <c:v>3931</c:v>
                </c:pt>
                <c:pt idx="3932">
                  <c:v>3932</c:v>
                </c:pt>
                <c:pt idx="3933">
                  <c:v>3933</c:v>
                </c:pt>
                <c:pt idx="3934">
                  <c:v>3934</c:v>
                </c:pt>
                <c:pt idx="3935">
                  <c:v>3935</c:v>
                </c:pt>
                <c:pt idx="3936">
                  <c:v>3936</c:v>
                </c:pt>
                <c:pt idx="3937">
                  <c:v>3937</c:v>
                </c:pt>
                <c:pt idx="3938">
                  <c:v>3938</c:v>
                </c:pt>
                <c:pt idx="3939">
                  <c:v>3939</c:v>
                </c:pt>
                <c:pt idx="3940">
                  <c:v>3940</c:v>
                </c:pt>
                <c:pt idx="3941">
                  <c:v>3941</c:v>
                </c:pt>
                <c:pt idx="3942">
                  <c:v>3942</c:v>
                </c:pt>
                <c:pt idx="3943">
                  <c:v>3943</c:v>
                </c:pt>
                <c:pt idx="3944">
                  <c:v>3944</c:v>
                </c:pt>
                <c:pt idx="3945">
                  <c:v>3945</c:v>
                </c:pt>
                <c:pt idx="3946">
                  <c:v>3946</c:v>
                </c:pt>
                <c:pt idx="3947">
                  <c:v>3947</c:v>
                </c:pt>
                <c:pt idx="3948">
                  <c:v>3948</c:v>
                </c:pt>
                <c:pt idx="3949">
                  <c:v>3949</c:v>
                </c:pt>
                <c:pt idx="3950">
                  <c:v>3950</c:v>
                </c:pt>
                <c:pt idx="3951">
                  <c:v>3951</c:v>
                </c:pt>
                <c:pt idx="3952">
                  <c:v>3952</c:v>
                </c:pt>
                <c:pt idx="3953">
                  <c:v>3953</c:v>
                </c:pt>
                <c:pt idx="3954">
                  <c:v>3954</c:v>
                </c:pt>
                <c:pt idx="3955">
                  <c:v>3955</c:v>
                </c:pt>
                <c:pt idx="3956">
                  <c:v>3956</c:v>
                </c:pt>
                <c:pt idx="3957">
                  <c:v>3957</c:v>
                </c:pt>
                <c:pt idx="3958">
                  <c:v>3958</c:v>
                </c:pt>
                <c:pt idx="3959">
                  <c:v>3959</c:v>
                </c:pt>
                <c:pt idx="3960">
                  <c:v>3960</c:v>
                </c:pt>
                <c:pt idx="3961">
                  <c:v>3961</c:v>
                </c:pt>
                <c:pt idx="3962">
                  <c:v>3962</c:v>
                </c:pt>
                <c:pt idx="3963">
                  <c:v>3963</c:v>
                </c:pt>
                <c:pt idx="3964">
                  <c:v>3964</c:v>
                </c:pt>
                <c:pt idx="3965">
                  <c:v>3965</c:v>
                </c:pt>
                <c:pt idx="3966">
                  <c:v>3966</c:v>
                </c:pt>
                <c:pt idx="3967">
                  <c:v>3967</c:v>
                </c:pt>
                <c:pt idx="3968">
                  <c:v>3968</c:v>
                </c:pt>
                <c:pt idx="3969">
                  <c:v>3969</c:v>
                </c:pt>
                <c:pt idx="3970">
                  <c:v>3970</c:v>
                </c:pt>
                <c:pt idx="3971">
                  <c:v>3971</c:v>
                </c:pt>
                <c:pt idx="3972">
                  <c:v>3972</c:v>
                </c:pt>
                <c:pt idx="3973">
                  <c:v>3973</c:v>
                </c:pt>
                <c:pt idx="3974">
                  <c:v>3974</c:v>
                </c:pt>
                <c:pt idx="3975">
                  <c:v>3975</c:v>
                </c:pt>
                <c:pt idx="3976">
                  <c:v>3976</c:v>
                </c:pt>
                <c:pt idx="3977">
                  <c:v>3977</c:v>
                </c:pt>
                <c:pt idx="3978">
                  <c:v>3978</c:v>
                </c:pt>
                <c:pt idx="3979">
                  <c:v>3979</c:v>
                </c:pt>
                <c:pt idx="3980">
                  <c:v>3980</c:v>
                </c:pt>
                <c:pt idx="3981">
                  <c:v>3981</c:v>
                </c:pt>
                <c:pt idx="3982">
                  <c:v>3982</c:v>
                </c:pt>
                <c:pt idx="3983">
                  <c:v>3983</c:v>
                </c:pt>
                <c:pt idx="3984">
                  <c:v>3984</c:v>
                </c:pt>
                <c:pt idx="3985">
                  <c:v>3985</c:v>
                </c:pt>
                <c:pt idx="3986">
                  <c:v>3986</c:v>
                </c:pt>
                <c:pt idx="3987">
                  <c:v>3987</c:v>
                </c:pt>
                <c:pt idx="3988">
                  <c:v>3988</c:v>
                </c:pt>
                <c:pt idx="3989">
                  <c:v>3989</c:v>
                </c:pt>
                <c:pt idx="3990">
                  <c:v>3990</c:v>
                </c:pt>
                <c:pt idx="3991">
                  <c:v>3991</c:v>
                </c:pt>
                <c:pt idx="3992">
                  <c:v>3992</c:v>
                </c:pt>
                <c:pt idx="3993">
                  <c:v>3993</c:v>
                </c:pt>
                <c:pt idx="3994">
                  <c:v>3994</c:v>
                </c:pt>
                <c:pt idx="3995">
                  <c:v>3995</c:v>
                </c:pt>
                <c:pt idx="3996">
                  <c:v>3996</c:v>
                </c:pt>
                <c:pt idx="3997">
                  <c:v>3997</c:v>
                </c:pt>
                <c:pt idx="3998">
                  <c:v>3998</c:v>
                </c:pt>
                <c:pt idx="3999">
                  <c:v>3999</c:v>
                </c:pt>
                <c:pt idx="4000">
                  <c:v>4000</c:v>
                </c:pt>
                <c:pt idx="4001">
                  <c:v>4001</c:v>
                </c:pt>
                <c:pt idx="4002">
                  <c:v>4002</c:v>
                </c:pt>
                <c:pt idx="4003">
                  <c:v>4003</c:v>
                </c:pt>
                <c:pt idx="4004">
                  <c:v>4004</c:v>
                </c:pt>
                <c:pt idx="4005">
                  <c:v>4005</c:v>
                </c:pt>
                <c:pt idx="4006">
                  <c:v>4006</c:v>
                </c:pt>
                <c:pt idx="4007">
                  <c:v>4007</c:v>
                </c:pt>
                <c:pt idx="4008">
                  <c:v>4008</c:v>
                </c:pt>
                <c:pt idx="4009">
                  <c:v>4009</c:v>
                </c:pt>
                <c:pt idx="4010">
                  <c:v>4010</c:v>
                </c:pt>
                <c:pt idx="4011">
                  <c:v>4011</c:v>
                </c:pt>
                <c:pt idx="4012">
                  <c:v>4012</c:v>
                </c:pt>
                <c:pt idx="4013">
                  <c:v>4013</c:v>
                </c:pt>
                <c:pt idx="4014">
                  <c:v>4014</c:v>
                </c:pt>
                <c:pt idx="4015">
                  <c:v>4015</c:v>
                </c:pt>
                <c:pt idx="4016">
                  <c:v>4016</c:v>
                </c:pt>
                <c:pt idx="4017">
                  <c:v>4017</c:v>
                </c:pt>
                <c:pt idx="4018">
                  <c:v>4018</c:v>
                </c:pt>
                <c:pt idx="4019">
                  <c:v>4019</c:v>
                </c:pt>
                <c:pt idx="4020">
                  <c:v>4020</c:v>
                </c:pt>
                <c:pt idx="4021">
                  <c:v>4021</c:v>
                </c:pt>
                <c:pt idx="4022">
                  <c:v>4022</c:v>
                </c:pt>
                <c:pt idx="4023">
                  <c:v>4023</c:v>
                </c:pt>
                <c:pt idx="4024">
                  <c:v>4024</c:v>
                </c:pt>
                <c:pt idx="4025">
                  <c:v>4025</c:v>
                </c:pt>
                <c:pt idx="4026">
                  <c:v>4026</c:v>
                </c:pt>
                <c:pt idx="4027">
                  <c:v>4027</c:v>
                </c:pt>
                <c:pt idx="4028">
                  <c:v>4028</c:v>
                </c:pt>
                <c:pt idx="4029">
                  <c:v>4029</c:v>
                </c:pt>
                <c:pt idx="4030">
                  <c:v>4030</c:v>
                </c:pt>
                <c:pt idx="4031">
                  <c:v>4031</c:v>
                </c:pt>
                <c:pt idx="4032">
                  <c:v>4032</c:v>
                </c:pt>
                <c:pt idx="4033">
                  <c:v>4033</c:v>
                </c:pt>
                <c:pt idx="4034">
                  <c:v>4034</c:v>
                </c:pt>
                <c:pt idx="4035">
                  <c:v>4035</c:v>
                </c:pt>
                <c:pt idx="4036">
                  <c:v>4036</c:v>
                </c:pt>
                <c:pt idx="4037">
                  <c:v>4037</c:v>
                </c:pt>
                <c:pt idx="4038">
                  <c:v>4038</c:v>
                </c:pt>
                <c:pt idx="4039">
                  <c:v>4039</c:v>
                </c:pt>
                <c:pt idx="4040">
                  <c:v>4040</c:v>
                </c:pt>
                <c:pt idx="4041">
                  <c:v>4041</c:v>
                </c:pt>
                <c:pt idx="4042">
                  <c:v>4042</c:v>
                </c:pt>
                <c:pt idx="4043">
                  <c:v>4043</c:v>
                </c:pt>
                <c:pt idx="4044">
                  <c:v>4044</c:v>
                </c:pt>
                <c:pt idx="4045">
                  <c:v>4045</c:v>
                </c:pt>
                <c:pt idx="4046">
                  <c:v>4046</c:v>
                </c:pt>
                <c:pt idx="4047">
                  <c:v>4047</c:v>
                </c:pt>
                <c:pt idx="4048">
                  <c:v>4048</c:v>
                </c:pt>
                <c:pt idx="4049">
                  <c:v>4049</c:v>
                </c:pt>
                <c:pt idx="4050">
                  <c:v>4050</c:v>
                </c:pt>
                <c:pt idx="4051">
                  <c:v>4051</c:v>
                </c:pt>
                <c:pt idx="4052">
                  <c:v>4052</c:v>
                </c:pt>
                <c:pt idx="4053">
                  <c:v>4053</c:v>
                </c:pt>
                <c:pt idx="4054">
                  <c:v>4054</c:v>
                </c:pt>
                <c:pt idx="4055">
                  <c:v>4055</c:v>
                </c:pt>
                <c:pt idx="4056">
                  <c:v>4056</c:v>
                </c:pt>
                <c:pt idx="4057">
                  <c:v>4057</c:v>
                </c:pt>
                <c:pt idx="4058">
                  <c:v>4058</c:v>
                </c:pt>
                <c:pt idx="4059">
                  <c:v>4059</c:v>
                </c:pt>
                <c:pt idx="4060">
                  <c:v>4060</c:v>
                </c:pt>
                <c:pt idx="4061">
                  <c:v>4061</c:v>
                </c:pt>
                <c:pt idx="4062">
                  <c:v>4062</c:v>
                </c:pt>
                <c:pt idx="4063">
                  <c:v>4063</c:v>
                </c:pt>
                <c:pt idx="4064">
                  <c:v>4064</c:v>
                </c:pt>
                <c:pt idx="4065">
                  <c:v>4065</c:v>
                </c:pt>
                <c:pt idx="4066">
                  <c:v>4066</c:v>
                </c:pt>
                <c:pt idx="4067">
                  <c:v>4067</c:v>
                </c:pt>
                <c:pt idx="4068">
                  <c:v>4068</c:v>
                </c:pt>
                <c:pt idx="4069">
                  <c:v>4069</c:v>
                </c:pt>
                <c:pt idx="4070">
                  <c:v>4070</c:v>
                </c:pt>
                <c:pt idx="4071">
                  <c:v>4071</c:v>
                </c:pt>
                <c:pt idx="4072">
                  <c:v>4072</c:v>
                </c:pt>
                <c:pt idx="4073">
                  <c:v>4073</c:v>
                </c:pt>
                <c:pt idx="4074">
                  <c:v>4074</c:v>
                </c:pt>
                <c:pt idx="4075">
                  <c:v>4075</c:v>
                </c:pt>
                <c:pt idx="4076">
                  <c:v>4076</c:v>
                </c:pt>
                <c:pt idx="4077">
                  <c:v>4077</c:v>
                </c:pt>
                <c:pt idx="4078">
                  <c:v>4078</c:v>
                </c:pt>
                <c:pt idx="4079">
                  <c:v>4079</c:v>
                </c:pt>
                <c:pt idx="4080">
                  <c:v>4080</c:v>
                </c:pt>
                <c:pt idx="4081">
                  <c:v>4081</c:v>
                </c:pt>
                <c:pt idx="4082">
                  <c:v>4082</c:v>
                </c:pt>
                <c:pt idx="4083">
                  <c:v>4083</c:v>
                </c:pt>
                <c:pt idx="4084">
                  <c:v>4084</c:v>
                </c:pt>
                <c:pt idx="4085">
                  <c:v>4085</c:v>
                </c:pt>
                <c:pt idx="4086">
                  <c:v>4086</c:v>
                </c:pt>
                <c:pt idx="4087">
                  <c:v>4087</c:v>
                </c:pt>
                <c:pt idx="4088">
                  <c:v>4088</c:v>
                </c:pt>
                <c:pt idx="4089">
                  <c:v>4089</c:v>
                </c:pt>
                <c:pt idx="4090">
                  <c:v>4090</c:v>
                </c:pt>
                <c:pt idx="4091">
                  <c:v>4091</c:v>
                </c:pt>
                <c:pt idx="4092">
                  <c:v>4092</c:v>
                </c:pt>
                <c:pt idx="4093">
                  <c:v>4093</c:v>
                </c:pt>
                <c:pt idx="4094">
                  <c:v>4094</c:v>
                </c:pt>
                <c:pt idx="4095">
                  <c:v>4095</c:v>
                </c:pt>
                <c:pt idx="4096">
                  <c:v>4096</c:v>
                </c:pt>
                <c:pt idx="4097">
                  <c:v>4097</c:v>
                </c:pt>
                <c:pt idx="4098">
                  <c:v>4098</c:v>
                </c:pt>
                <c:pt idx="4099">
                  <c:v>4099</c:v>
                </c:pt>
                <c:pt idx="4100">
                  <c:v>4100</c:v>
                </c:pt>
                <c:pt idx="4101">
                  <c:v>4101</c:v>
                </c:pt>
                <c:pt idx="4102">
                  <c:v>4102</c:v>
                </c:pt>
                <c:pt idx="4103">
                  <c:v>4103</c:v>
                </c:pt>
                <c:pt idx="4104">
                  <c:v>4104</c:v>
                </c:pt>
                <c:pt idx="4105">
                  <c:v>4105</c:v>
                </c:pt>
                <c:pt idx="4106">
                  <c:v>4106</c:v>
                </c:pt>
                <c:pt idx="4107">
                  <c:v>4107</c:v>
                </c:pt>
                <c:pt idx="4108">
                  <c:v>4108</c:v>
                </c:pt>
                <c:pt idx="4109">
                  <c:v>4109</c:v>
                </c:pt>
                <c:pt idx="4110">
                  <c:v>4110</c:v>
                </c:pt>
                <c:pt idx="4111">
                  <c:v>4111</c:v>
                </c:pt>
                <c:pt idx="4112">
                  <c:v>4112</c:v>
                </c:pt>
                <c:pt idx="4113">
                  <c:v>4113</c:v>
                </c:pt>
                <c:pt idx="4114">
                  <c:v>4114</c:v>
                </c:pt>
                <c:pt idx="4115">
                  <c:v>4115</c:v>
                </c:pt>
                <c:pt idx="4116">
                  <c:v>4116</c:v>
                </c:pt>
                <c:pt idx="4117">
                  <c:v>4117</c:v>
                </c:pt>
                <c:pt idx="4118">
                  <c:v>4118</c:v>
                </c:pt>
                <c:pt idx="4119">
                  <c:v>4119</c:v>
                </c:pt>
                <c:pt idx="4120">
                  <c:v>4120</c:v>
                </c:pt>
                <c:pt idx="4121">
                  <c:v>4121</c:v>
                </c:pt>
                <c:pt idx="4122">
                  <c:v>4122</c:v>
                </c:pt>
                <c:pt idx="4123">
                  <c:v>4123</c:v>
                </c:pt>
                <c:pt idx="4124">
                  <c:v>4124</c:v>
                </c:pt>
                <c:pt idx="4125">
                  <c:v>4125</c:v>
                </c:pt>
                <c:pt idx="4126">
                  <c:v>4126</c:v>
                </c:pt>
                <c:pt idx="4127">
                  <c:v>4127</c:v>
                </c:pt>
                <c:pt idx="4128">
                  <c:v>4128</c:v>
                </c:pt>
                <c:pt idx="4129">
                  <c:v>4129</c:v>
                </c:pt>
                <c:pt idx="4130">
                  <c:v>4130</c:v>
                </c:pt>
                <c:pt idx="4131">
                  <c:v>4131</c:v>
                </c:pt>
                <c:pt idx="4132">
                  <c:v>4132</c:v>
                </c:pt>
                <c:pt idx="4133">
                  <c:v>4133</c:v>
                </c:pt>
                <c:pt idx="4134">
                  <c:v>4134</c:v>
                </c:pt>
                <c:pt idx="4135">
                  <c:v>4135</c:v>
                </c:pt>
                <c:pt idx="4136">
                  <c:v>4136</c:v>
                </c:pt>
                <c:pt idx="4137">
                  <c:v>4137</c:v>
                </c:pt>
                <c:pt idx="4138">
                  <c:v>4138</c:v>
                </c:pt>
                <c:pt idx="4139">
                  <c:v>4139</c:v>
                </c:pt>
                <c:pt idx="4140">
                  <c:v>4140</c:v>
                </c:pt>
                <c:pt idx="4141">
                  <c:v>4141</c:v>
                </c:pt>
                <c:pt idx="4142">
                  <c:v>4142</c:v>
                </c:pt>
                <c:pt idx="4143">
                  <c:v>4143</c:v>
                </c:pt>
                <c:pt idx="4144">
                  <c:v>4144</c:v>
                </c:pt>
                <c:pt idx="4145">
                  <c:v>4145</c:v>
                </c:pt>
                <c:pt idx="4146">
                  <c:v>4146</c:v>
                </c:pt>
                <c:pt idx="4147">
                  <c:v>4147</c:v>
                </c:pt>
                <c:pt idx="4148">
                  <c:v>4148</c:v>
                </c:pt>
                <c:pt idx="4149">
                  <c:v>4149</c:v>
                </c:pt>
                <c:pt idx="4150">
                  <c:v>4150</c:v>
                </c:pt>
                <c:pt idx="4151">
                  <c:v>4151</c:v>
                </c:pt>
                <c:pt idx="4152">
                  <c:v>4152</c:v>
                </c:pt>
                <c:pt idx="4153">
                  <c:v>4153</c:v>
                </c:pt>
                <c:pt idx="4154">
                  <c:v>4154</c:v>
                </c:pt>
                <c:pt idx="4155">
                  <c:v>4155</c:v>
                </c:pt>
                <c:pt idx="4156">
                  <c:v>4156</c:v>
                </c:pt>
                <c:pt idx="4157">
                  <c:v>4157</c:v>
                </c:pt>
                <c:pt idx="4158">
                  <c:v>4158</c:v>
                </c:pt>
                <c:pt idx="4159">
                  <c:v>4159</c:v>
                </c:pt>
                <c:pt idx="4160">
                  <c:v>4160</c:v>
                </c:pt>
                <c:pt idx="4161">
                  <c:v>4161</c:v>
                </c:pt>
                <c:pt idx="4162">
                  <c:v>4162</c:v>
                </c:pt>
                <c:pt idx="4163">
                  <c:v>4163</c:v>
                </c:pt>
                <c:pt idx="4164">
                  <c:v>4164</c:v>
                </c:pt>
                <c:pt idx="4165">
                  <c:v>4165</c:v>
                </c:pt>
                <c:pt idx="4166">
                  <c:v>4166</c:v>
                </c:pt>
                <c:pt idx="4167">
                  <c:v>4167</c:v>
                </c:pt>
                <c:pt idx="4168">
                  <c:v>4168</c:v>
                </c:pt>
                <c:pt idx="4169">
                  <c:v>4169</c:v>
                </c:pt>
                <c:pt idx="4170">
                  <c:v>4170</c:v>
                </c:pt>
                <c:pt idx="4171">
                  <c:v>4171</c:v>
                </c:pt>
                <c:pt idx="4172">
                  <c:v>4172</c:v>
                </c:pt>
                <c:pt idx="4173">
                  <c:v>4173</c:v>
                </c:pt>
                <c:pt idx="4174">
                  <c:v>4174</c:v>
                </c:pt>
                <c:pt idx="4175">
                  <c:v>4175</c:v>
                </c:pt>
                <c:pt idx="4176">
                  <c:v>4176</c:v>
                </c:pt>
                <c:pt idx="4177">
                  <c:v>4177</c:v>
                </c:pt>
                <c:pt idx="4178">
                  <c:v>4178</c:v>
                </c:pt>
                <c:pt idx="4179">
                  <c:v>4179</c:v>
                </c:pt>
                <c:pt idx="4180">
                  <c:v>4180</c:v>
                </c:pt>
                <c:pt idx="4181">
                  <c:v>4181</c:v>
                </c:pt>
                <c:pt idx="4182">
                  <c:v>4182</c:v>
                </c:pt>
                <c:pt idx="4183">
                  <c:v>4183</c:v>
                </c:pt>
                <c:pt idx="4184">
                  <c:v>4184</c:v>
                </c:pt>
                <c:pt idx="4185">
                  <c:v>4185</c:v>
                </c:pt>
                <c:pt idx="4186">
                  <c:v>4186</c:v>
                </c:pt>
                <c:pt idx="4187">
                  <c:v>4187</c:v>
                </c:pt>
                <c:pt idx="4188">
                  <c:v>4188</c:v>
                </c:pt>
                <c:pt idx="4189">
                  <c:v>4189</c:v>
                </c:pt>
                <c:pt idx="4190">
                  <c:v>4190</c:v>
                </c:pt>
                <c:pt idx="4191">
                  <c:v>4191</c:v>
                </c:pt>
                <c:pt idx="4192">
                  <c:v>4192</c:v>
                </c:pt>
                <c:pt idx="4193">
                  <c:v>4193</c:v>
                </c:pt>
                <c:pt idx="4194">
                  <c:v>4194</c:v>
                </c:pt>
                <c:pt idx="4195">
                  <c:v>4195</c:v>
                </c:pt>
                <c:pt idx="4196">
                  <c:v>4196</c:v>
                </c:pt>
                <c:pt idx="4197">
                  <c:v>4197</c:v>
                </c:pt>
                <c:pt idx="4198">
                  <c:v>4198</c:v>
                </c:pt>
                <c:pt idx="4199">
                  <c:v>4199</c:v>
                </c:pt>
                <c:pt idx="4200">
                  <c:v>4200</c:v>
                </c:pt>
                <c:pt idx="4201">
                  <c:v>4201</c:v>
                </c:pt>
                <c:pt idx="4202">
                  <c:v>4202</c:v>
                </c:pt>
                <c:pt idx="4203">
                  <c:v>4203</c:v>
                </c:pt>
                <c:pt idx="4204">
                  <c:v>4204</c:v>
                </c:pt>
                <c:pt idx="4205">
                  <c:v>4205</c:v>
                </c:pt>
                <c:pt idx="4206">
                  <c:v>4206</c:v>
                </c:pt>
                <c:pt idx="4207">
                  <c:v>4207</c:v>
                </c:pt>
                <c:pt idx="4208">
                  <c:v>4208</c:v>
                </c:pt>
                <c:pt idx="4209">
                  <c:v>4209</c:v>
                </c:pt>
                <c:pt idx="4210">
                  <c:v>4210</c:v>
                </c:pt>
                <c:pt idx="4211">
                  <c:v>4211</c:v>
                </c:pt>
                <c:pt idx="4212">
                  <c:v>4212</c:v>
                </c:pt>
                <c:pt idx="4213">
                  <c:v>4213</c:v>
                </c:pt>
                <c:pt idx="4214">
                  <c:v>4214</c:v>
                </c:pt>
                <c:pt idx="4215">
                  <c:v>4215</c:v>
                </c:pt>
                <c:pt idx="4216">
                  <c:v>4216</c:v>
                </c:pt>
                <c:pt idx="4217">
                  <c:v>4217</c:v>
                </c:pt>
                <c:pt idx="4218">
                  <c:v>4218</c:v>
                </c:pt>
                <c:pt idx="4219">
                  <c:v>4219</c:v>
                </c:pt>
                <c:pt idx="4220">
                  <c:v>4220</c:v>
                </c:pt>
                <c:pt idx="4221">
                  <c:v>4221</c:v>
                </c:pt>
                <c:pt idx="4222">
                  <c:v>4222</c:v>
                </c:pt>
                <c:pt idx="4223">
                  <c:v>4223</c:v>
                </c:pt>
                <c:pt idx="4224">
                  <c:v>4224</c:v>
                </c:pt>
                <c:pt idx="4225">
                  <c:v>4225</c:v>
                </c:pt>
                <c:pt idx="4226">
                  <c:v>4226</c:v>
                </c:pt>
                <c:pt idx="4227">
                  <c:v>4227</c:v>
                </c:pt>
                <c:pt idx="4228">
                  <c:v>4228</c:v>
                </c:pt>
                <c:pt idx="4229">
                  <c:v>4229</c:v>
                </c:pt>
                <c:pt idx="4230">
                  <c:v>4230</c:v>
                </c:pt>
                <c:pt idx="4231">
                  <c:v>4231</c:v>
                </c:pt>
                <c:pt idx="4232">
                  <c:v>4232</c:v>
                </c:pt>
                <c:pt idx="4233">
                  <c:v>4233</c:v>
                </c:pt>
                <c:pt idx="4234">
                  <c:v>4234</c:v>
                </c:pt>
                <c:pt idx="4235">
                  <c:v>4235</c:v>
                </c:pt>
                <c:pt idx="4236">
                  <c:v>4236</c:v>
                </c:pt>
                <c:pt idx="4237">
                  <c:v>4237</c:v>
                </c:pt>
                <c:pt idx="4238">
                  <c:v>4238</c:v>
                </c:pt>
                <c:pt idx="4239">
                  <c:v>4239</c:v>
                </c:pt>
                <c:pt idx="4240">
                  <c:v>4240</c:v>
                </c:pt>
                <c:pt idx="4241">
                  <c:v>4241</c:v>
                </c:pt>
                <c:pt idx="4242">
                  <c:v>4242</c:v>
                </c:pt>
                <c:pt idx="4243">
                  <c:v>4243</c:v>
                </c:pt>
                <c:pt idx="4244">
                  <c:v>4244</c:v>
                </c:pt>
                <c:pt idx="4245">
                  <c:v>4245</c:v>
                </c:pt>
                <c:pt idx="4246">
                  <c:v>4246</c:v>
                </c:pt>
                <c:pt idx="4247">
                  <c:v>4247</c:v>
                </c:pt>
                <c:pt idx="4248">
                  <c:v>4248</c:v>
                </c:pt>
                <c:pt idx="4249">
                  <c:v>4249</c:v>
                </c:pt>
                <c:pt idx="4250">
                  <c:v>4250</c:v>
                </c:pt>
                <c:pt idx="4251">
                  <c:v>4251</c:v>
                </c:pt>
                <c:pt idx="4252">
                  <c:v>4252</c:v>
                </c:pt>
                <c:pt idx="4253">
                  <c:v>4253</c:v>
                </c:pt>
                <c:pt idx="4254">
                  <c:v>4254</c:v>
                </c:pt>
                <c:pt idx="4255">
                  <c:v>4255</c:v>
                </c:pt>
                <c:pt idx="4256">
                  <c:v>4256</c:v>
                </c:pt>
                <c:pt idx="4257">
                  <c:v>4257</c:v>
                </c:pt>
                <c:pt idx="4258">
                  <c:v>4258</c:v>
                </c:pt>
                <c:pt idx="4259">
                  <c:v>4259</c:v>
                </c:pt>
                <c:pt idx="4260">
                  <c:v>4260</c:v>
                </c:pt>
                <c:pt idx="4261">
                  <c:v>4261</c:v>
                </c:pt>
                <c:pt idx="4262">
                  <c:v>4262</c:v>
                </c:pt>
                <c:pt idx="4263">
                  <c:v>4263</c:v>
                </c:pt>
                <c:pt idx="4264">
                  <c:v>4264</c:v>
                </c:pt>
                <c:pt idx="4265">
                  <c:v>4265</c:v>
                </c:pt>
                <c:pt idx="4266">
                  <c:v>4266</c:v>
                </c:pt>
                <c:pt idx="4267">
                  <c:v>4267</c:v>
                </c:pt>
                <c:pt idx="4268">
                  <c:v>4268</c:v>
                </c:pt>
                <c:pt idx="4269">
                  <c:v>4269</c:v>
                </c:pt>
                <c:pt idx="4270">
                  <c:v>4270</c:v>
                </c:pt>
                <c:pt idx="4271">
                  <c:v>4271</c:v>
                </c:pt>
                <c:pt idx="4272">
                  <c:v>4272</c:v>
                </c:pt>
                <c:pt idx="4273">
                  <c:v>4273</c:v>
                </c:pt>
                <c:pt idx="4274">
                  <c:v>4274</c:v>
                </c:pt>
                <c:pt idx="4275">
                  <c:v>4275</c:v>
                </c:pt>
                <c:pt idx="4276">
                  <c:v>4276</c:v>
                </c:pt>
                <c:pt idx="4277">
                  <c:v>4277</c:v>
                </c:pt>
                <c:pt idx="4278">
                  <c:v>4278</c:v>
                </c:pt>
                <c:pt idx="4279">
                  <c:v>4279</c:v>
                </c:pt>
                <c:pt idx="4280">
                  <c:v>4280</c:v>
                </c:pt>
                <c:pt idx="4281">
                  <c:v>4281</c:v>
                </c:pt>
                <c:pt idx="4282">
                  <c:v>4282</c:v>
                </c:pt>
                <c:pt idx="4283">
                  <c:v>4283</c:v>
                </c:pt>
                <c:pt idx="4284">
                  <c:v>4284</c:v>
                </c:pt>
                <c:pt idx="4285">
                  <c:v>4285</c:v>
                </c:pt>
                <c:pt idx="4286">
                  <c:v>4286</c:v>
                </c:pt>
                <c:pt idx="4287">
                  <c:v>4287</c:v>
                </c:pt>
                <c:pt idx="4288">
                  <c:v>4288</c:v>
                </c:pt>
                <c:pt idx="4289">
                  <c:v>4289</c:v>
                </c:pt>
                <c:pt idx="4290">
                  <c:v>4290</c:v>
                </c:pt>
                <c:pt idx="4291">
                  <c:v>4291</c:v>
                </c:pt>
                <c:pt idx="4292">
                  <c:v>4292</c:v>
                </c:pt>
                <c:pt idx="4293">
                  <c:v>4293</c:v>
                </c:pt>
                <c:pt idx="4294">
                  <c:v>4294</c:v>
                </c:pt>
                <c:pt idx="4295">
                  <c:v>4295</c:v>
                </c:pt>
                <c:pt idx="4296">
                  <c:v>4296</c:v>
                </c:pt>
                <c:pt idx="4297">
                  <c:v>4297</c:v>
                </c:pt>
                <c:pt idx="4298">
                  <c:v>4298</c:v>
                </c:pt>
                <c:pt idx="4299">
                  <c:v>4299</c:v>
                </c:pt>
                <c:pt idx="4300">
                  <c:v>4300</c:v>
                </c:pt>
                <c:pt idx="4301">
                  <c:v>4301</c:v>
                </c:pt>
                <c:pt idx="4302">
                  <c:v>4302</c:v>
                </c:pt>
                <c:pt idx="4303">
                  <c:v>4303</c:v>
                </c:pt>
                <c:pt idx="4304">
                  <c:v>4304</c:v>
                </c:pt>
                <c:pt idx="4305">
                  <c:v>4305</c:v>
                </c:pt>
                <c:pt idx="4306">
                  <c:v>4306</c:v>
                </c:pt>
                <c:pt idx="4307">
                  <c:v>4307</c:v>
                </c:pt>
                <c:pt idx="4308">
                  <c:v>4308</c:v>
                </c:pt>
                <c:pt idx="4309">
                  <c:v>4309</c:v>
                </c:pt>
                <c:pt idx="4310">
                  <c:v>4310</c:v>
                </c:pt>
                <c:pt idx="4311">
                  <c:v>4311</c:v>
                </c:pt>
                <c:pt idx="4312">
                  <c:v>4312</c:v>
                </c:pt>
                <c:pt idx="4313">
                  <c:v>4313</c:v>
                </c:pt>
                <c:pt idx="4314">
                  <c:v>4314</c:v>
                </c:pt>
                <c:pt idx="4315">
                  <c:v>4315</c:v>
                </c:pt>
                <c:pt idx="4316">
                  <c:v>4316</c:v>
                </c:pt>
                <c:pt idx="4317">
                  <c:v>4317</c:v>
                </c:pt>
                <c:pt idx="4318">
                  <c:v>4318</c:v>
                </c:pt>
                <c:pt idx="4319">
                  <c:v>4319</c:v>
                </c:pt>
                <c:pt idx="4320">
                  <c:v>4320</c:v>
                </c:pt>
                <c:pt idx="4321">
                  <c:v>4321</c:v>
                </c:pt>
                <c:pt idx="4322">
                  <c:v>4322</c:v>
                </c:pt>
                <c:pt idx="4323">
                  <c:v>4323</c:v>
                </c:pt>
                <c:pt idx="4324">
                  <c:v>4324</c:v>
                </c:pt>
                <c:pt idx="4325">
                  <c:v>4325</c:v>
                </c:pt>
                <c:pt idx="4326">
                  <c:v>4326</c:v>
                </c:pt>
                <c:pt idx="4327">
                  <c:v>4327</c:v>
                </c:pt>
                <c:pt idx="4328">
                  <c:v>4328</c:v>
                </c:pt>
                <c:pt idx="4329">
                  <c:v>4329</c:v>
                </c:pt>
                <c:pt idx="4330">
                  <c:v>4330</c:v>
                </c:pt>
                <c:pt idx="4331">
                  <c:v>4331</c:v>
                </c:pt>
                <c:pt idx="4332">
                  <c:v>4332</c:v>
                </c:pt>
                <c:pt idx="4333">
                  <c:v>4333</c:v>
                </c:pt>
                <c:pt idx="4334">
                  <c:v>4334</c:v>
                </c:pt>
                <c:pt idx="4335">
                  <c:v>4335</c:v>
                </c:pt>
                <c:pt idx="4336">
                  <c:v>4336</c:v>
                </c:pt>
                <c:pt idx="4337">
                  <c:v>4337</c:v>
                </c:pt>
                <c:pt idx="4338">
                  <c:v>4338</c:v>
                </c:pt>
                <c:pt idx="4339">
                  <c:v>4339</c:v>
                </c:pt>
                <c:pt idx="4340">
                  <c:v>4340</c:v>
                </c:pt>
                <c:pt idx="4341">
                  <c:v>4341</c:v>
                </c:pt>
                <c:pt idx="4342">
                  <c:v>4342</c:v>
                </c:pt>
                <c:pt idx="4343">
                  <c:v>4343</c:v>
                </c:pt>
                <c:pt idx="4344">
                  <c:v>4344</c:v>
                </c:pt>
                <c:pt idx="4345">
                  <c:v>4345</c:v>
                </c:pt>
                <c:pt idx="4346">
                  <c:v>4346</c:v>
                </c:pt>
                <c:pt idx="4347">
                  <c:v>4347</c:v>
                </c:pt>
                <c:pt idx="4348">
                  <c:v>4348</c:v>
                </c:pt>
                <c:pt idx="4349">
                  <c:v>4349</c:v>
                </c:pt>
                <c:pt idx="4350">
                  <c:v>4350</c:v>
                </c:pt>
                <c:pt idx="4351">
                  <c:v>4351</c:v>
                </c:pt>
                <c:pt idx="4352">
                  <c:v>4352</c:v>
                </c:pt>
                <c:pt idx="4353">
                  <c:v>4353</c:v>
                </c:pt>
                <c:pt idx="4354">
                  <c:v>4354</c:v>
                </c:pt>
                <c:pt idx="4355">
                  <c:v>4355</c:v>
                </c:pt>
                <c:pt idx="4356">
                  <c:v>4356</c:v>
                </c:pt>
                <c:pt idx="4357">
                  <c:v>4357</c:v>
                </c:pt>
                <c:pt idx="4358">
                  <c:v>4358</c:v>
                </c:pt>
                <c:pt idx="4359">
                  <c:v>4359</c:v>
                </c:pt>
                <c:pt idx="4360">
                  <c:v>4360</c:v>
                </c:pt>
                <c:pt idx="4361">
                  <c:v>4361</c:v>
                </c:pt>
                <c:pt idx="4362">
                  <c:v>4362</c:v>
                </c:pt>
                <c:pt idx="4363">
                  <c:v>4363</c:v>
                </c:pt>
                <c:pt idx="4364">
                  <c:v>4364</c:v>
                </c:pt>
                <c:pt idx="4365">
                  <c:v>4365</c:v>
                </c:pt>
                <c:pt idx="4366">
                  <c:v>4366</c:v>
                </c:pt>
                <c:pt idx="4367">
                  <c:v>4367</c:v>
                </c:pt>
                <c:pt idx="4368">
                  <c:v>4368</c:v>
                </c:pt>
                <c:pt idx="4369">
                  <c:v>4369</c:v>
                </c:pt>
                <c:pt idx="4370">
                  <c:v>4370</c:v>
                </c:pt>
                <c:pt idx="4371">
                  <c:v>4371</c:v>
                </c:pt>
                <c:pt idx="4372">
                  <c:v>4372</c:v>
                </c:pt>
                <c:pt idx="4373">
                  <c:v>4373</c:v>
                </c:pt>
                <c:pt idx="4374">
                  <c:v>4374</c:v>
                </c:pt>
                <c:pt idx="4375">
                  <c:v>4375</c:v>
                </c:pt>
                <c:pt idx="4376">
                  <c:v>4376</c:v>
                </c:pt>
                <c:pt idx="4377">
                  <c:v>4377</c:v>
                </c:pt>
                <c:pt idx="4378">
                  <c:v>4378</c:v>
                </c:pt>
                <c:pt idx="4379">
                  <c:v>4379</c:v>
                </c:pt>
                <c:pt idx="4380">
                  <c:v>4380</c:v>
                </c:pt>
                <c:pt idx="4381">
                  <c:v>4381</c:v>
                </c:pt>
                <c:pt idx="4382">
                  <c:v>4382</c:v>
                </c:pt>
                <c:pt idx="4383">
                  <c:v>4383</c:v>
                </c:pt>
                <c:pt idx="4384">
                  <c:v>4384</c:v>
                </c:pt>
                <c:pt idx="4385">
                  <c:v>4385</c:v>
                </c:pt>
                <c:pt idx="4386">
                  <c:v>4386</c:v>
                </c:pt>
                <c:pt idx="4387">
                  <c:v>4387</c:v>
                </c:pt>
                <c:pt idx="4388">
                  <c:v>4388</c:v>
                </c:pt>
                <c:pt idx="4389">
                  <c:v>4389</c:v>
                </c:pt>
                <c:pt idx="4390">
                  <c:v>4390</c:v>
                </c:pt>
                <c:pt idx="4391">
                  <c:v>4391</c:v>
                </c:pt>
                <c:pt idx="4392">
                  <c:v>4392</c:v>
                </c:pt>
                <c:pt idx="4393">
                  <c:v>4393</c:v>
                </c:pt>
                <c:pt idx="4394">
                  <c:v>4394</c:v>
                </c:pt>
                <c:pt idx="4395">
                  <c:v>4395</c:v>
                </c:pt>
                <c:pt idx="4396">
                  <c:v>4396</c:v>
                </c:pt>
                <c:pt idx="4397">
                  <c:v>4397</c:v>
                </c:pt>
                <c:pt idx="4398">
                  <c:v>4398</c:v>
                </c:pt>
                <c:pt idx="4399">
                  <c:v>4399</c:v>
                </c:pt>
                <c:pt idx="4400">
                  <c:v>4400</c:v>
                </c:pt>
                <c:pt idx="4401">
                  <c:v>4401</c:v>
                </c:pt>
                <c:pt idx="4402">
                  <c:v>4402</c:v>
                </c:pt>
                <c:pt idx="4403">
                  <c:v>4403</c:v>
                </c:pt>
                <c:pt idx="4404">
                  <c:v>4404</c:v>
                </c:pt>
                <c:pt idx="4405">
                  <c:v>4405</c:v>
                </c:pt>
                <c:pt idx="4406">
                  <c:v>4406</c:v>
                </c:pt>
                <c:pt idx="4407">
                  <c:v>4407</c:v>
                </c:pt>
                <c:pt idx="4408">
                  <c:v>4408</c:v>
                </c:pt>
                <c:pt idx="4409">
                  <c:v>4409</c:v>
                </c:pt>
                <c:pt idx="4410">
                  <c:v>4410</c:v>
                </c:pt>
                <c:pt idx="4411">
                  <c:v>4411</c:v>
                </c:pt>
                <c:pt idx="4412">
                  <c:v>4412</c:v>
                </c:pt>
                <c:pt idx="4413">
                  <c:v>4413</c:v>
                </c:pt>
                <c:pt idx="4414">
                  <c:v>4414</c:v>
                </c:pt>
                <c:pt idx="4415">
                  <c:v>4415</c:v>
                </c:pt>
                <c:pt idx="4416">
                  <c:v>4416</c:v>
                </c:pt>
                <c:pt idx="4417">
                  <c:v>4417</c:v>
                </c:pt>
                <c:pt idx="4418">
                  <c:v>4418</c:v>
                </c:pt>
                <c:pt idx="4419">
                  <c:v>4419</c:v>
                </c:pt>
                <c:pt idx="4420">
                  <c:v>4420</c:v>
                </c:pt>
                <c:pt idx="4421">
                  <c:v>4421</c:v>
                </c:pt>
                <c:pt idx="4422">
                  <c:v>4422</c:v>
                </c:pt>
                <c:pt idx="4423">
                  <c:v>4423</c:v>
                </c:pt>
                <c:pt idx="4424">
                  <c:v>4424</c:v>
                </c:pt>
                <c:pt idx="4425">
                  <c:v>4425</c:v>
                </c:pt>
                <c:pt idx="4426">
                  <c:v>4426</c:v>
                </c:pt>
                <c:pt idx="4427">
                  <c:v>4427</c:v>
                </c:pt>
                <c:pt idx="4428">
                  <c:v>4428</c:v>
                </c:pt>
                <c:pt idx="4429">
                  <c:v>4429</c:v>
                </c:pt>
                <c:pt idx="4430">
                  <c:v>4430</c:v>
                </c:pt>
                <c:pt idx="4431">
                  <c:v>4431</c:v>
                </c:pt>
                <c:pt idx="4432">
                  <c:v>4432</c:v>
                </c:pt>
                <c:pt idx="4433">
                  <c:v>4433</c:v>
                </c:pt>
                <c:pt idx="4434">
                  <c:v>4434</c:v>
                </c:pt>
                <c:pt idx="4435">
                  <c:v>4435</c:v>
                </c:pt>
                <c:pt idx="4436">
                  <c:v>4436</c:v>
                </c:pt>
                <c:pt idx="4437">
                  <c:v>4437</c:v>
                </c:pt>
                <c:pt idx="4438">
                  <c:v>4438</c:v>
                </c:pt>
                <c:pt idx="4439">
                  <c:v>4439</c:v>
                </c:pt>
                <c:pt idx="4440">
                  <c:v>4440</c:v>
                </c:pt>
                <c:pt idx="4441">
                  <c:v>4441</c:v>
                </c:pt>
                <c:pt idx="4442">
                  <c:v>4442</c:v>
                </c:pt>
                <c:pt idx="4443">
                  <c:v>4443</c:v>
                </c:pt>
                <c:pt idx="4444">
                  <c:v>4444</c:v>
                </c:pt>
                <c:pt idx="4445">
                  <c:v>4445</c:v>
                </c:pt>
                <c:pt idx="4446">
                  <c:v>4446</c:v>
                </c:pt>
                <c:pt idx="4447">
                  <c:v>4447</c:v>
                </c:pt>
                <c:pt idx="4448">
                  <c:v>4448</c:v>
                </c:pt>
                <c:pt idx="4449">
                  <c:v>4449</c:v>
                </c:pt>
                <c:pt idx="4450">
                  <c:v>4450</c:v>
                </c:pt>
                <c:pt idx="4451">
                  <c:v>4451</c:v>
                </c:pt>
                <c:pt idx="4452">
                  <c:v>4452</c:v>
                </c:pt>
                <c:pt idx="4453">
                  <c:v>4453</c:v>
                </c:pt>
                <c:pt idx="4454">
                  <c:v>4454</c:v>
                </c:pt>
                <c:pt idx="4455">
                  <c:v>4455</c:v>
                </c:pt>
                <c:pt idx="4456">
                  <c:v>4456</c:v>
                </c:pt>
                <c:pt idx="4457">
                  <c:v>4457</c:v>
                </c:pt>
                <c:pt idx="4458">
                  <c:v>4458</c:v>
                </c:pt>
                <c:pt idx="4459">
                  <c:v>4459</c:v>
                </c:pt>
                <c:pt idx="4460">
                  <c:v>4460</c:v>
                </c:pt>
                <c:pt idx="4461">
                  <c:v>4461</c:v>
                </c:pt>
                <c:pt idx="4462">
                  <c:v>4462</c:v>
                </c:pt>
                <c:pt idx="4463">
                  <c:v>4463</c:v>
                </c:pt>
                <c:pt idx="4464">
                  <c:v>4464</c:v>
                </c:pt>
                <c:pt idx="4465">
                  <c:v>4465</c:v>
                </c:pt>
                <c:pt idx="4466">
                  <c:v>4466</c:v>
                </c:pt>
                <c:pt idx="4467">
                  <c:v>4467</c:v>
                </c:pt>
                <c:pt idx="4468">
                  <c:v>4468</c:v>
                </c:pt>
                <c:pt idx="4469">
                  <c:v>4469</c:v>
                </c:pt>
                <c:pt idx="4470">
                  <c:v>4470</c:v>
                </c:pt>
                <c:pt idx="4471">
                  <c:v>4471</c:v>
                </c:pt>
                <c:pt idx="4472">
                  <c:v>4472</c:v>
                </c:pt>
                <c:pt idx="4473">
                  <c:v>4473</c:v>
                </c:pt>
                <c:pt idx="4474">
                  <c:v>4474</c:v>
                </c:pt>
                <c:pt idx="4475">
                  <c:v>4475</c:v>
                </c:pt>
                <c:pt idx="4476">
                  <c:v>4476</c:v>
                </c:pt>
                <c:pt idx="4477">
                  <c:v>4477</c:v>
                </c:pt>
                <c:pt idx="4478">
                  <c:v>4478</c:v>
                </c:pt>
                <c:pt idx="4479">
                  <c:v>4479</c:v>
                </c:pt>
                <c:pt idx="4480">
                  <c:v>4480</c:v>
                </c:pt>
                <c:pt idx="4481">
                  <c:v>4481</c:v>
                </c:pt>
                <c:pt idx="4482">
                  <c:v>4482</c:v>
                </c:pt>
                <c:pt idx="4483">
                  <c:v>4483</c:v>
                </c:pt>
                <c:pt idx="4484">
                  <c:v>4484</c:v>
                </c:pt>
                <c:pt idx="4485">
                  <c:v>4485</c:v>
                </c:pt>
                <c:pt idx="4486">
                  <c:v>4486</c:v>
                </c:pt>
                <c:pt idx="4487">
                  <c:v>4487</c:v>
                </c:pt>
                <c:pt idx="4488">
                  <c:v>4488</c:v>
                </c:pt>
                <c:pt idx="4489">
                  <c:v>4489</c:v>
                </c:pt>
                <c:pt idx="4490">
                  <c:v>4490</c:v>
                </c:pt>
                <c:pt idx="4491">
                  <c:v>4491</c:v>
                </c:pt>
                <c:pt idx="4492">
                  <c:v>4492</c:v>
                </c:pt>
                <c:pt idx="4493">
                  <c:v>4493</c:v>
                </c:pt>
                <c:pt idx="4494">
                  <c:v>4494</c:v>
                </c:pt>
                <c:pt idx="4495">
                  <c:v>4495</c:v>
                </c:pt>
                <c:pt idx="4496">
                  <c:v>4496</c:v>
                </c:pt>
                <c:pt idx="4497">
                  <c:v>4497</c:v>
                </c:pt>
                <c:pt idx="4498">
                  <c:v>4498</c:v>
                </c:pt>
                <c:pt idx="4499">
                  <c:v>4499</c:v>
                </c:pt>
                <c:pt idx="4500">
                  <c:v>4500</c:v>
                </c:pt>
                <c:pt idx="4501">
                  <c:v>4501</c:v>
                </c:pt>
                <c:pt idx="4502">
                  <c:v>4502</c:v>
                </c:pt>
                <c:pt idx="4503">
                  <c:v>4503</c:v>
                </c:pt>
                <c:pt idx="4504">
                  <c:v>4504</c:v>
                </c:pt>
                <c:pt idx="4505">
                  <c:v>4505</c:v>
                </c:pt>
                <c:pt idx="4506">
                  <c:v>4506</c:v>
                </c:pt>
                <c:pt idx="4507">
                  <c:v>4507</c:v>
                </c:pt>
                <c:pt idx="4508">
                  <c:v>4508</c:v>
                </c:pt>
                <c:pt idx="4509">
                  <c:v>4509</c:v>
                </c:pt>
                <c:pt idx="4510">
                  <c:v>4510</c:v>
                </c:pt>
                <c:pt idx="4511">
                  <c:v>4511</c:v>
                </c:pt>
                <c:pt idx="4512">
                  <c:v>4512</c:v>
                </c:pt>
                <c:pt idx="4513">
                  <c:v>4513</c:v>
                </c:pt>
                <c:pt idx="4514">
                  <c:v>4514</c:v>
                </c:pt>
                <c:pt idx="4515">
                  <c:v>4515</c:v>
                </c:pt>
                <c:pt idx="4516">
                  <c:v>4516</c:v>
                </c:pt>
                <c:pt idx="4517">
                  <c:v>4517</c:v>
                </c:pt>
                <c:pt idx="4518">
                  <c:v>4518</c:v>
                </c:pt>
                <c:pt idx="4519">
                  <c:v>4519</c:v>
                </c:pt>
                <c:pt idx="4520">
                  <c:v>4520</c:v>
                </c:pt>
                <c:pt idx="4521">
                  <c:v>4521</c:v>
                </c:pt>
                <c:pt idx="4522">
                  <c:v>4522</c:v>
                </c:pt>
                <c:pt idx="4523">
                  <c:v>4523</c:v>
                </c:pt>
                <c:pt idx="4524">
                  <c:v>4524</c:v>
                </c:pt>
                <c:pt idx="4525">
                  <c:v>4525</c:v>
                </c:pt>
                <c:pt idx="4526">
                  <c:v>4526</c:v>
                </c:pt>
                <c:pt idx="4527">
                  <c:v>4527</c:v>
                </c:pt>
                <c:pt idx="4528">
                  <c:v>4528</c:v>
                </c:pt>
                <c:pt idx="4529">
                  <c:v>4529</c:v>
                </c:pt>
                <c:pt idx="4530">
                  <c:v>4530</c:v>
                </c:pt>
                <c:pt idx="4531">
                  <c:v>4531</c:v>
                </c:pt>
                <c:pt idx="4532">
                  <c:v>4532</c:v>
                </c:pt>
                <c:pt idx="4533">
                  <c:v>4533</c:v>
                </c:pt>
                <c:pt idx="4534">
                  <c:v>4534</c:v>
                </c:pt>
                <c:pt idx="4535">
                  <c:v>4535</c:v>
                </c:pt>
                <c:pt idx="4536">
                  <c:v>4536</c:v>
                </c:pt>
                <c:pt idx="4537">
                  <c:v>4537</c:v>
                </c:pt>
                <c:pt idx="4538">
                  <c:v>4538</c:v>
                </c:pt>
                <c:pt idx="4539">
                  <c:v>4539</c:v>
                </c:pt>
                <c:pt idx="4540">
                  <c:v>4540</c:v>
                </c:pt>
                <c:pt idx="4541">
                  <c:v>4541</c:v>
                </c:pt>
                <c:pt idx="4542">
                  <c:v>4542</c:v>
                </c:pt>
                <c:pt idx="4543">
                  <c:v>4543</c:v>
                </c:pt>
                <c:pt idx="4544">
                  <c:v>4544</c:v>
                </c:pt>
                <c:pt idx="4545">
                  <c:v>4545</c:v>
                </c:pt>
                <c:pt idx="4546">
                  <c:v>4546</c:v>
                </c:pt>
                <c:pt idx="4547">
                  <c:v>4547</c:v>
                </c:pt>
                <c:pt idx="4548">
                  <c:v>4548</c:v>
                </c:pt>
                <c:pt idx="4549">
                  <c:v>4549</c:v>
                </c:pt>
                <c:pt idx="4550">
                  <c:v>4550</c:v>
                </c:pt>
                <c:pt idx="4551">
                  <c:v>4551</c:v>
                </c:pt>
                <c:pt idx="4552">
                  <c:v>4552</c:v>
                </c:pt>
                <c:pt idx="4553">
                  <c:v>4553</c:v>
                </c:pt>
                <c:pt idx="4554">
                  <c:v>4554</c:v>
                </c:pt>
                <c:pt idx="4555">
                  <c:v>4555</c:v>
                </c:pt>
                <c:pt idx="4556">
                  <c:v>4556</c:v>
                </c:pt>
                <c:pt idx="4557">
                  <c:v>4557</c:v>
                </c:pt>
                <c:pt idx="4558">
                  <c:v>4558</c:v>
                </c:pt>
                <c:pt idx="4559">
                  <c:v>4559</c:v>
                </c:pt>
                <c:pt idx="4560">
                  <c:v>4560</c:v>
                </c:pt>
                <c:pt idx="4561">
                  <c:v>4561</c:v>
                </c:pt>
                <c:pt idx="4562">
                  <c:v>4562</c:v>
                </c:pt>
                <c:pt idx="4563">
                  <c:v>4563</c:v>
                </c:pt>
                <c:pt idx="4564">
                  <c:v>4564</c:v>
                </c:pt>
                <c:pt idx="4565">
                  <c:v>4565</c:v>
                </c:pt>
                <c:pt idx="4566">
                  <c:v>4566</c:v>
                </c:pt>
                <c:pt idx="4567">
                  <c:v>4567</c:v>
                </c:pt>
                <c:pt idx="4568">
                  <c:v>4568</c:v>
                </c:pt>
                <c:pt idx="4569">
                  <c:v>4569</c:v>
                </c:pt>
                <c:pt idx="4570">
                  <c:v>4570</c:v>
                </c:pt>
                <c:pt idx="4571">
                  <c:v>4571</c:v>
                </c:pt>
                <c:pt idx="4572">
                  <c:v>4572</c:v>
                </c:pt>
                <c:pt idx="4573">
                  <c:v>4573</c:v>
                </c:pt>
                <c:pt idx="4574">
                  <c:v>4574</c:v>
                </c:pt>
                <c:pt idx="4575">
                  <c:v>4575</c:v>
                </c:pt>
                <c:pt idx="4576">
                  <c:v>4576</c:v>
                </c:pt>
                <c:pt idx="4577">
                  <c:v>4577</c:v>
                </c:pt>
                <c:pt idx="4578">
                  <c:v>4578</c:v>
                </c:pt>
                <c:pt idx="4579">
                  <c:v>4579</c:v>
                </c:pt>
                <c:pt idx="4580">
                  <c:v>4580</c:v>
                </c:pt>
                <c:pt idx="4581">
                  <c:v>4581</c:v>
                </c:pt>
                <c:pt idx="4582">
                  <c:v>4582</c:v>
                </c:pt>
                <c:pt idx="4583">
                  <c:v>4583</c:v>
                </c:pt>
                <c:pt idx="4584">
                  <c:v>4584</c:v>
                </c:pt>
                <c:pt idx="4585">
                  <c:v>4585</c:v>
                </c:pt>
                <c:pt idx="4586">
                  <c:v>4586</c:v>
                </c:pt>
                <c:pt idx="4587">
                  <c:v>4587</c:v>
                </c:pt>
                <c:pt idx="4588">
                  <c:v>4588</c:v>
                </c:pt>
                <c:pt idx="4589">
                  <c:v>4589</c:v>
                </c:pt>
                <c:pt idx="4590">
                  <c:v>4590</c:v>
                </c:pt>
                <c:pt idx="4591">
                  <c:v>4591</c:v>
                </c:pt>
                <c:pt idx="4592">
                  <c:v>4592</c:v>
                </c:pt>
                <c:pt idx="4593">
                  <c:v>4593</c:v>
                </c:pt>
                <c:pt idx="4594">
                  <c:v>4594</c:v>
                </c:pt>
                <c:pt idx="4595">
                  <c:v>4595</c:v>
                </c:pt>
                <c:pt idx="4596">
                  <c:v>4596</c:v>
                </c:pt>
                <c:pt idx="4597">
                  <c:v>4597</c:v>
                </c:pt>
                <c:pt idx="4598">
                  <c:v>4598</c:v>
                </c:pt>
                <c:pt idx="4599">
                  <c:v>4599</c:v>
                </c:pt>
                <c:pt idx="4600">
                  <c:v>4600</c:v>
                </c:pt>
                <c:pt idx="4601">
                  <c:v>4601</c:v>
                </c:pt>
                <c:pt idx="4602">
                  <c:v>4602</c:v>
                </c:pt>
                <c:pt idx="4603">
                  <c:v>4603</c:v>
                </c:pt>
                <c:pt idx="4604">
                  <c:v>4604</c:v>
                </c:pt>
                <c:pt idx="4605">
                  <c:v>4605</c:v>
                </c:pt>
                <c:pt idx="4606">
                  <c:v>4606</c:v>
                </c:pt>
                <c:pt idx="4607">
                  <c:v>4607</c:v>
                </c:pt>
                <c:pt idx="4608">
                  <c:v>4608</c:v>
                </c:pt>
                <c:pt idx="4609">
                  <c:v>4609</c:v>
                </c:pt>
                <c:pt idx="4610">
                  <c:v>4610</c:v>
                </c:pt>
                <c:pt idx="4611">
                  <c:v>4611</c:v>
                </c:pt>
                <c:pt idx="4612">
                  <c:v>4612</c:v>
                </c:pt>
                <c:pt idx="4613">
                  <c:v>4613</c:v>
                </c:pt>
                <c:pt idx="4614">
                  <c:v>4614</c:v>
                </c:pt>
                <c:pt idx="4615">
                  <c:v>4615</c:v>
                </c:pt>
                <c:pt idx="4616">
                  <c:v>4616</c:v>
                </c:pt>
                <c:pt idx="4617">
                  <c:v>4617</c:v>
                </c:pt>
                <c:pt idx="4618">
                  <c:v>4618</c:v>
                </c:pt>
                <c:pt idx="4619">
                  <c:v>4619</c:v>
                </c:pt>
                <c:pt idx="4620">
                  <c:v>4620</c:v>
                </c:pt>
                <c:pt idx="4621">
                  <c:v>4621</c:v>
                </c:pt>
                <c:pt idx="4622">
                  <c:v>4622</c:v>
                </c:pt>
                <c:pt idx="4623">
                  <c:v>4623</c:v>
                </c:pt>
                <c:pt idx="4624">
                  <c:v>4624</c:v>
                </c:pt>
                <c:pt idx="4625">
                  <c:v>4625</c:v>
                </c:pt>
                <c:pt idx="4626">
                  <c:v>4626</c:v>
                </c:pt>
                <c:pt idx="4627">
                  <c:v>4627</c:v>
                </c:pt>
                <c:pt idx="4628">
                  <c:v>4628</c:v>
                </c:pt>
                <c:pt idx="4629">
                  <c:v>4629</c:v>
                </c:pt>
                <c:pt idx="4630">
                  <c:v>4630</c:v>
                </c:pt>
                <c:pt idx="4631">
                  <c:v>4631</c:v>
                </c:pt>
                <c:pt idx="4632">
                  <c:v>4632</c:v>
                </c:pt>
                <c:pt idx="4633">
                  <c:v>4633</c:v>
                </c:pt>
                <c:pt idx="4634">
                  <c:v>4634</c:v>
                </c:pt>
                <c:pt idx="4635">
                  <c:v>4635</c:v>
                </c:pt>
                <c:pt idx="4636">
                  <c:v>4636</c:v>
                </c:pt>
                <c:pt idx="4637">
                  <c:v>4637</c:v>
                </c:pt>
                <c:pt idx="4638">
                  <c:v>4638</c:v>
                </c:pt>
                <c:pt idx="4639">
                  <c:v>4639</c:v>
                </c:pt>
                <c:pt idx="4640">
                  <c:v>4640</c:v>
                </c:pt>
                <c:pt idx="4641">
                  <c:v>4641</c:v>
                </c:pt>
                <c:pt idx="4642">
                  <c:v>4642</c:v>
                </c:pt>
                <c:pt idx="4643">
                  <c:v>4643</c:v>
                </c:pt>
                <c:pt idx="4644">
                  <c:v>4644</c:v>
                </c:pt>
                <c:pt idx="4645">
                  <c:v>4645</c:v>
                </c:pt>
                <c:pt idx="4646">
                  <c:v>4646</c:v>
                </c:pt>
                <c:pt idx="4647">
                  <c:v>4647</c:v>
                </c:pt>
                <c:pt idx="4648">
                  <c:v>4648</c:v>
                </c:pt>
                <c:pt idx="4649">
                  <c:v>4649</c:v>
                </c:pt>
                <c:pt idx="4650">
                  <c:v>4650</c:v>
                </c:pt>
                <c:pt idx="4651">
                  <c:v>4651</c:v>
                </c:pt>
                <c:pt idx="4652">
                  <c:v>4652</c:v>
                </c:pt>
                <c:pt idx="4653">
                  <c:v>4653</c:v>
                </c:pt>
                <c:pt idx="4654">
                  <c:v>4654</c:v>
                </c:pt>
                <c:pt idx="4655">
                  <c:v>4655</c:v>
                </c:pt>
                <c:pt idx="4656">
                  <c:v>4656</c:v>
                </c:pt>
                <c:pt idx="4657">
                  <c:v>4657</c:v>
                </c:pt>
                <c:pt idx="4658">
                  <c:v>4658</c:v>
                </c:pt>
                <c:pt idx="4659">
                  <c:v>4659</c:v>
                </c:pt>
                <c:pt idx="4660">
                  <c:v>4660</c:v>
                </c:pt>
                <c:pt idx="4661">
                  <c:v>4661</c:v>
                </c:pt>
                <c:pt idx="4662">
                  <c:v>4662</c:v>
                </c:pt>
                <c:pt idx="4663">
                  <c:v>4663</c:v>
                </c:pt>
                <c:pt idx="4664">
                  <c:v>4664</c:v>
                </c:pt>
                <c:pt idx="4665">
                  <c:v>4665</c:v>
                </c:pt>
                <c:pt idx="4666">
                  <c:v>4666</c:v>
                </c:pt>
                <c:pt idx="4667">
                  <c:v>4667</c:v>
                </c:pt>
                <c:pt idx="4668">
                  <c:v>4668</c:v>
                </c:pt>
                <c:pt idx="4669">
                  <c:v>4669</c:v>
                </c:pt>
                <c:pt idx="4670">
                  <c:v>4670</c:v>
                </c:pt>
                <c:pt idx="4671">
                  <c:v>4671</c:v>
                </c:pt>
                <c:pt idx="4672">
                  <c:v>4672</c:v>
                </c:pt>
                <c:pt idx="4673">
                  <c:v>4673</c:v>
                </c:pt>
                <c:pt idx="4674">
                  <c:v>4674</c:v>
                </c:pt>
                <c:pt idx="4675">
                  <c:v>4675</c:v>
                </c:pt>
                <c:pt idx="4676">
                  <c:v>4676</c:v>
                </c:pt>
                <c:pt idx="4677">
                  <c:v>4677</c:v>
                </c:pt>
                <c:pt idx="4678">
                  <c:v>4678</c:v>
                </c:pt>
                <c:pt idx="4679">
                  <c:v>4679</c:v>
                </c:pt>
                <c:pt idx="4680">
                  <c:v>4680</c:v>
                </c:pt>
                <c:pt idx="4681">
                  <c:v>4681</c:v>
                </c:pt>
                <c:pt idx="4682">
                  <c:v>4682</c:v>
                </c:pt>
                <c:pt idx="4683">
                  <c:v>4683</c:v>
                </c:pt>
                <c:pt idx="4684">
                  <c:v>4684</c:v>
                </c:pt>
                <c:pt idx="4685">
                  <c:v>4685</c:v>
                </c:pt>
                <c:pt idx="4686">
                  <c:v>4686</c:v>
                </c:pt>
                <c:pt idx="4687">
                  <c:v>4687</c:v>
                </c:pt>
                <c:pt idx="4688">
                  <c:v>4688</c:v>
                </c:pt>
                <c:pt idx="4689">
                  <c:v>4689</c:v>
                </c:pt>
                <c:pt idx="4690">
                  <c:v>4690</c:v>
                </c:pt>
                <c:pt idx="4691">
                  <c:v>4691</c:v>
                </c:pt>
                <c:pt idx="4692">
                  <c:v>4692</c:v>
                </c:pt>
                <c:pt idx="4693">
                  <c:v>4693</c:v>
                </c:pt>
                <c:pt idx="4694">
                  <c:v>4694</c:v>
                </c:pt>
                <c:pt idx="4695">
                  <c:v>4695</c:v>
                </c:pt>
                <c:pt idx="4696">
                  <c:v>4696</c:v>
                </c:pt>
                <c:pt idx="4697">
                  <c:v>4697</c:v>
                </c:pt>
                <c:pt idx="4698">
                  <c:v>4698</c:v>
                </c:pt>
                <c:pt idx="4699">
                  <c:v>4699</c:v>
                </c:pt>
                <c:pt idx="4700">
                  <c:v>4700</c:v>
                </c:pt>
                <c:pt idx="4701">
                  <c:v>4701</c:v>
                </c:pt>
                <c:pt idx="4702">
                  <c:v>4702</c:v>
                </c:pt>
                <c:pt idx="4703">
                  <c:v>4703</c:v>
                </c:pt>
                <c:pt idx="4704">
                  <c:v>4704</c:v>
                </c:pt>
                <c:pt idx="4705">
                  <c:v>4705</c:v>
                </c:pt>
                <c:pt idx="4706">
                  <c:v>4706</c:v>
                </c:pt>
                <c:pt idx="4707">
                  <c:v>4707</c:v>
                </c:pt>
                <c:pt idx="4708">
                  <c:v>4708</c:v>
                </c:pt>
                <c:pt idx="4709">
                  <c:v>4709</c:v>
                </c:pt>
                <c:pt idx="4710">
                  <c:v>4710</c:v>
                </c:pt>
                <c:pt idx="4711">
                  <c:v>4711</c:v>
                </c:pt>
                <c:pt idx="4712">
                  <c:v>4712</c:v>
                </c:pt>
                <c:pt idx="4713">
                  <c:v>4713</c:v>
                </c:pt>
                <c:pt idx="4714">
                  <c:v>4714</c:v>
                </c:pt>
                <c:pt idx="4715">
                  <c:v>4715</c:v>
                </c:pt>
                <c:pt idx="4716">
                  <c:v>4716</c:v>
                </c:pt>
                <c:pt idx="4717">
                  <c:v>4717</c:v>
                </c:pt>
                <c:pt idx="4718">
                  <c:v>4718</c:v>
                </c:pt>
                <c:pt idx="4719">
                  <c:v>4719</c:v>
                </c:pt>
                <c:pt idx="4720">
                  <c:v>4720</c:v>
                </c:pt>
                <c:pt idx="4721">
                  <c:v>4721</c:v>
                </c:pt>
                <c:pt idx="4722">
                  <c:v>4722</c:v>
                </c:pt>
                <c:pt idx="4723">
                  <c:v>4723</c:v>
                </c:pt>
                <c:pt idx="4724">
                  <c:v>4724</c:v>
                </c:pt>
                <c:pt idx="4725">
                  <c:v>4725</c:v>
                </c:pt>
                <c:pt idx="4726">
                  <c:v>4726</c:v>
                </c:pt>
                <c:pt idx="4727">
                  <c:v>4727</c:v>
                </c:pt>
                <c:pt idx="4728">
                  <c:v>4728</c:v>
                </c:pt>
                <c:pt idx="4729">
                  <c:v>4729</c:v>
                </c:pt>
                <c:pt idx="4730">
                  <c:v>4730</c:v>
                </c:pt>
                <c:pt idx="4731">
                  <c:v>4731</c:v>
                </c:pt>
                <c:pt idx="4732">
                  <c:v>4732</c:v>
                </c:pt>
                <c:pt idx="4733">
                  <c:v>4733</c:v>
                </c:pt>
                <c:pt idx="4734">
                  <c:v>4734</c:v>
                </c:pt>
                <c:pt idx="4735">
                  <c:v>4735</c:v>
                </c:pt>
                <c:pt idx="4736">
                  <c:v>4736</c:v>
                </c:pt>
                <c:pt idx="4737">
                  <c:v>4737</c:v>
                </c:pt>
                <c:pt idx="4738">
                  <c:v>4738</c:v>
                </c:pt>
                <c:pt idx="4739">
                  <c:v>4739</c:v>
                </c:pt>
                <c:pt idx="4740">
                  <c:v>4740</c:v>
                </c:pt>
                <c:pt idx="4741">
                  <c:v>4741</c:v>
                </c:pt>
                <c:pt idx="4742">
                  <c:v>4742</c:v>
                </c:pt>
                <c:pt idx="4743">
                  <c:v>4743</c:v>
                </c:pt>
                <c:pt idx="4744">
                  <c:v>4744</c:v>
                </c:pt>
                <c:pt idx="4745">
                  <c:v>4745</c:v>
                </c:pt>
                <c:pt idx="4746">
                  <c:v>4746</c:v>
                </c:pt>
                <c:pt idx="4747">
                  <c:v>4747</c:v>
                </c:pt>
                <c:pt idx="4748">
                  <c:v>4748</c:v>
                </c:pt>
                <c:pt idx="4749">
                  <c:v>4749</c:v>
                </c:pt>
                <c:pt idx="4750">
                  <c:v>4750</c:v>
                </c:pt>
                <c:pt idx="4751">
                  <c:v>4751</c:v>
                </c:pt>
                <c:pt idx="4752">
                  <c:v>4752</c:v>
                </c:pt>
                <c:pt idx="4753">
                  <c:v>4753</c:v>
                </c:pt>
                <c:pt idx="4754">
                  <c:v>4754</c:v>
                </c:pt>
                <c:pt idx="4755">
                  <c:v>4755</c:v>
                </c:pt>
                <c:pt idx="4756">
                  <c:v>4756</c:v>
                </c:pt>
                <c:pt idx="4757">
                  <c:v>4757</c:v>
                </c:pt>
                <c:pt idx="4758">
                  <c:v>4758</c:v>
                </c:pt>
                <c:pt idx="4759">
                  <c:v>4759</c:v>
                </c:pt>
                <c:pt idx="4760">
                  <c:v>4760</c:v>
                </c:pt>
                <c:pt idx="4761">
                  <c:v>4761</c:v>
                </c:pt>
                <c:pt idx="4762">
                  <c:v>4762</c:v>
                </c:pt>
                <c:pt idx="4763">
                  <c:v>4763</c:v>
                </c:pt>
                <c:pt idx="4764">
                  <c:v>4764</c:v>
                </c:pt>
                <c:pt idx="4765">
                  <c:v>4765</c:v>
                </c:pt>
                <c:pt idx="4766">
                  <c:v>4766</c:v>
                </c:pt>
                <c:pt idx="4767">
                  <c:v>4767</c:v>
                </c:pt>
                <c:pt idx="4768">
                  <c:v>4768</c:v>
                </c:pt>
                <c:pt idx="4769">
                  <c:v>4769</c:v>
                </c:pt>
                <c:pt idx="4770">
                  <c:v>4770</c:v>
                </c:pt>
                <c:pt idx="4771">
                  <c:v>4771</c:v>
                </c:pt>
                <c:pt idx="4772">
                  <c:v>4772</c:v>
                </c:pt>
                <c:pt idx="4773">
                  <c:v>4773</c:v>
                </c:pt>
                <c:pt idx="4774">
                  <c:v>4774</c:v>
                </c:pt>
                <c:pt idx="4775">
                  <c:v>4775</c:v>
                </c:pt>
                <c:pt idx="4776">
                  <c:v>4776</c:v>
                </c:pt>
                <c:pt idx="4777">
                  <c:v>4777</c:v>
                </c:pt>
                <c:pt idx="4778">
                  <c:v>4778</c:v>
                </c:pt>
                <c:pt idx="4779">
                  <c:v>4779</c:v>
                </c:pt>
                <c:pt idx="4780">
                  <c:v>4780</c:v>
                </c:pt>
                <c:pt idx="4781">
                  <c:v>4781</c:v>
                </c:pt>
                <c:pt idx="4782">
                  <c:v>4782</c:v>
                </c:pt>
                <c:pt idx="4783">
                  <c:v>4783</c:v>
                </c:pt>
                <c:pt idx="4784">
                  <c:v>4784</c:v>
                </c:pt>
                <c:pt idx="4785">
                  <c:v>4785</c:v>
                </c:pt>
                <c:pt idx="4786">
                  <c:v>4786</c:v>
                </c:pt>
                <c:pt idx="4787">
                  <c:v>4787</c:v>
                </c:pt>
                <c:pt idx="4788">
                  <c:v>4788</c:v>
                </c:pt>
                <c:pt idx="4789">
                  <c:v>4789</c:v>
                </c:pt>
                <c:pt idx="4790">
                  <c:v>4790</c:v>
                </c:pt>
                <c:pt idx="4791">
                  <c:v>4791</c:v>
                </c:pt>
                <c:pt idx="4792">
                  <c:v>4792</c:v>
                </c:pt>
                <c:pt idx="4793">
                  <c:v>4793</c:v>
                </c:pt>
                <c:pt idx="4794">
                  <c:v>4794</c:v>
                </c:pt>
                <c:pt idx="4795">
                  <c:v>4795</c:v>
                </c:pt>
                <c:pt idx="4796">
                  <c:v>4796</c:v>
                </c:pt>
                <c:pt idx="4797">
                  <c:v>4797</c:v>
                </c:pt>
                <c:pt idx="4798">
                  <c:v>4798</c:v>
                </c:pt>
                <c:pt idx="4799">
                  <c:v>4799</c:v>
                </c:pt>
                <c:pt idx="4800">
                  <c:v>4800</c:v>
                </c:pt>
                <c:pt idx="4801">
                  <c:v>4801</c:v>
                </c:pt>
                <c:pt idx="4802">
                  <c:v>4802</c:v>
                </c:pt>
                <c:pt idx="4803">
                  <c:v>4803</c:v>
                </c:pt>
                <c:pt idx="4804">
                  <c:v>4804</c:v>
                </c:pt>
                <c:pt idx="4805">
                  <c:v>4805</c:v>
                </c:pt>
                <c:pt idx="4806">
                  <c:v>4806</c:v>
                </c:pt>
                <c:pt idx="4807">
                  <c:v>4807</c:v>
                </c:pt>
                <c:pt idx="4808">
                  <c:v>4808</c:v>
                </c:pt>
                <c:pt idx="4809">
                  <c:v>4809</c:v>
                </c:pt>
                <c:pt idx="4810">
                  <c:v>4810</c:v>
                </c:pt>
                <c:pt idx="4811">
                  <c:v>4811</c:v>
                </c:pt>
                <c:pt idx="4812">
                  <c:v>4812</c:v>
                </c:pt>
                <c:pt idx="4813">
                  <c:v>4813</c:v>
                </c:pt>
                <c:pt idx="4814">
                  <c:v>4814</c:v>
                </c:pt>
                <c:pt idx="4815">
                  <c:v>4815</c:v>
                </c:pt>
                <c:pt idx="4816">
                  <c:v>4816</c:v>
                </c:pt>
                <c:pt idx="4817">
                  <c:v>4817</c:v>
                </c:pt>
                <c:pt idx="4818">
                  <c:v>4818</c:v>
                </c:pt>
                <c:pt idx="4819">
                  <c:v>4819</c:v>
                </c:pt>
                <c:pt idx="4820">
                  <c:v>4820</c:v>
                </c:pt>
                <c:pt idx="4821">
                  <c:v>4821</c:v>
                </c:pt>
                <c:pt idx="4822">
                  <c:v>4822</c:v>
                </c:pt>
                <c:pt idx="4823">
                  <c:v>4823</c:v>
                </c:pt>
                <c:pt idx="4824">
                  <c:v>4824</c:v>
                </c:pt>
                <c:pt idx="4825">
                  <c:v>4825</c:v>
                </c:pt>
                <c:pt idx="4826">
                  <c:v>4826</c:v>
                </c:pt>
                <c:pt idx="4827">
                  <c:v>4827</c:v>
                </c:pt>
                <c:pt idx="4828">
                  <c:v>4828</c:v>
                </c:pt>
                <c:pt idx="4829">
                  <c:v>4829</c:v>
                </c:pt>
                <c:pt idx="4830">
                  <c:v>4830</c:v>
                </c:pt>
                <c:pt idx="4831">
                  <c:v>4831</c:v>
                </c:pt>
                <c:pt idx="4832">
                  <c:v>4832</c:v>
                </c:pt>
                <c:pt idx="4833">
                  <c:v>4833</c:v>
                </c:pt>
                <c:pt idx="4834">
                  <c:v>4834</c:v>
                </c:pt>
                <c:pt idx="4835">
                  <c:v>4835</c:v>
                </c:pt>
                <c:pt idx="4836">
                  <c:v>4836</c:v>
                </c:pt>
                <c:pt idx="4837">
                  <c:v>4837</c:v>
                </c:pt>
                <c:pt idx="4838">
                  <c:v>4838</c:v>
                </c:pt>
                <c:pt idx="4839">
                  <c:v>4839</c:v>
                </c:pt>
                <c:pt idx="4840">
                  <c:v>4840</c:v>
                </c:pt>
                <c:pt idx="4841">
                  <c:v>4841</c:v>
                </c:pt>
                <c:pt idx="4842">
                  <c:v>4842</c:v>
                </c:pt>
                <c:pt idx="4843">
                  <c:v>4843</c:v>
                </c:pt>
                <c:pt idx="4844">
                  <c:v>4844</c:v>
                </c:pt>
                <c:pt idx="4845">
                  <c:v>4845</c:v>
                </c:pt>
                <c:pt idx="4846">
                  <c:v>4846</c:v>
                </c:pt>
                <c:pt idx="4847">
                  <c:v>4847</c:v>
                </c:pt>
                <c:pt idx="4848">
                  <c:v>4848</c:v>
                </c:pt>
                <c:pt idx="4849">
                  <c:v>4849</c:v>
                </c:pt>
                <c:pt idx="4850">
                  <c:v>4850</c:v>
                </c:pt>
                <c:pt idx="4851">
                  <c:v>4851</c:v>
                </c:pt>
                <c:pt idx="4852">
                  <c:v>4852</c:v>
                </c:pt>
                <c:pt idx="4853">
                  <c:v>4853</c:v>
                </c:pt>
                <c:pt idx="4854">
                  <c:v>4854</c:v>
                </c:pt>
                <c:pt idx="4855">
                  <c:v>4855</c:v>
                </c:pt>
                <c:pt idx="4856">
                  <c:v>4856</c:v>
                </c:pt>
                <c:pt idx="4857">
                  <c:v>4857</c:v>
                </c:pt>
                <c:pt idx="4858">
                  <c:v>4858</c:v>
                </c:pt>
                <c:pt idx="4859">
                  <c:v>4859</c:v>
                </c:pt>
                <c:pt idx="4860">
                  <c:v>4860</c:v>
                </c:pt>
                <c:pt idx="4861">
                  <c:v>4861</c:v>
                </c:pt>
                <c:pt idx="4862">
                  <c:v>4862</c:v>
                </c:pt>
                <c:pt idx="4863">
                  <c:v>4863</c:v>
                </c:pt>
                <c:pt idx="4864">
                  <c:v>4864</c:v>
                </c:pt>
                <c:pt idx="4865">
                  <c:v>4865</c:v>
                </c:pt>
                <c:pt idx="4866">
                  <c:v>4866</c:v>
                </c:pt>
                <c:pt idx="4867">
                  <c:v>4867</c:v>
                </c:pt>
                <c:pt idx="4868">
                  <c:v>4868</c:v>
                </c:pt>
                <c:pt idx="4869">
                  <c:v>4869</c:v>
                </c:pt>
                <c:pt idx="4870">
                  <c:v>4870</c:v>
                </c:pt>
                <c:pt idx="4871">
                  <c:v>4871</c:v>
                </c:pt>
                <c:pt idx="4872">
                  <c:v>4872</c:v>
                </c:pt>
                <c:pt idx="4873">
                  <c:v>4873</c:v>
                </c:pt>
                <c:pt idx="4874">
                  <c:v>4874</c:v>
                </c:pt>
                <c:pt idx="4875">
                  <c:v>4875</c:v>
                </c:pt>
                <c:pt idx="4876">
                  <c:v>4876</c:v>
                </c:pt>
                <c:pt idx="4877">
                  <c:v>4877</c:v>
                </c:pt>
                <c:pt idx="4878">
                  <c:v>4878</c:v>
                </c:pt>
                <c:pt idx="4879">
                  <c:v>4879</c:v>
                </c:pt>
                <c:pt idx="4880">
                  <c:v>4880</c:v>
                </c:pt>
                <c:pt idx="4881">
                  <c:v>4881</c:v>
                </c:pt>
                <c:pt idx="4882">
                  <c:v>4882</c:v>
                </c:pt>
                <c:pt idx="4883">
                  <c:v>4883</c:v>
                </c:pt>
                <c:pt idx="4884">
                  <c:v>4884</c:v>
                </c:pt>
                <c:pt idx="4885">
                  <c:v>4885</c:v>
                </c:pt>
                <c:pt idx="4886">
                  <c:v>4886</c:v>
                </c:pt>
                <c:pt idx="4887">
                  <c:v>4887</c:v>
                </c:pt>
                <c:pt idx="4888">
                  <c:v>4888</c:v>
                </c:pt>
                <c:pt idx="4889">
                  <c:v>4889</c:v>
                </c:pt>
                <c:pt idx="4890">
                  <c:v>4890</c:v>
                </c:pt>
                <c:pt idx="4891">
                  <c:v>4891</c:v>
                </c:pt>
                <c:pt idx="4892">
                  <c:v>4892</c:v>
                </c:pt>
                <c:pt idx="4893">
                  <c:v>4893</c:v>
                </c:pt>
                <c:pt idx="4894">
                  <c:v>4894</c:v>
                </c:pt>
                <c:pt idx="4895">
                  <c:v>4895</c:v>
                </c:pt>
                <c:pt idx="4896">
                  <c:v>4896</c:v>
                </c:pt>
                <c:pt idx="4897">
                  <c:v>4897</c:v>
                </c:pt>
                <c:pt idx="4898">
                  <c:v>4898</c:v>
                </c:pt>
                <c:pt idx="4899">
                  <c:v>4899</c:v>
                </c:pt>
                <c:pt idx="4900">
                  <c:v>4900</c:v>
                </c:pt>
                <c:pt idx="4901">
                  <c:v>4901</c:v>
                </c:pt>
                <c:pt idx="4902">
                  <c:v>4902</c:v>
                </c:pt>
                <c:pt idx="4903">
                  <c:v>4903</c:v>
                </c:pt>
                <c:pt idx="4904">
                  <c:v>4904</c:v>
                </c:pt>
                <c:pt idx="4905">
                  <c:v>4905</c:v>
                </c:pt>
                <c:pt idx="4906">
                  <c:v>4906</c:v>
                </c:pt>
                <c:pt idx="4907">
                  <c:v>4907</c:v>
                </c:pt>
                <c:pt idx="4908">
                  <c:v>4908</c:v>
                </c:pt>
                <c:pt idx="4909">
                  <c:v>4909</c:v>
                </c:pt>
                <c:pt idx="4910">
                  <c:v>4910</c:v>
                </c:pt>
                <c:pt idx="4911">
                  <c:v>4911</c:v>
                </c:pt>
                <c:pt idx="4912">
                  <c:v>4912</c:v>
                </c:pt>
                <c:pt idx="4913">
                  <c:v>4913</c:v>
                </c:pt>
                <c:pt idx="4914">
                  <c:v>4914</c:v>
                </c:pt>
                <c:pt idx="4915">
                  <c:v>4915</c:v>
                </c:pt>
                <c:pt idx="4916">
                  <c:v>4916</c:v>
                </c:pt>
                <c:pt idx="4917">
                  <c:v>4917</c:v>
                </c:pt>
                <c:pt idx="4918">
                  <c:v>4918</c:v>
                </c:pt>
                <c:pt idx="4919">
                  <c:v>4919</c:v>
                </c:pt>
                <c:pt idx="4920">
                  <c:v>4920</c:v>
                </c:pt>
                <c:pt idx="4921">
                  <c:v>4921</c:v>
                </c:pt>
                <c:pt idx="4922">
                  <c:v>4922</c:v>
                </c:pt>
                <c:pt idx="4923">
                  <c:v>4923</c:v>
                </c:pt>
                <c:pt idx="4924">
                  <c:v>4924</c:v>
                </c:pt>
                <c:pt idx="4925">
                  <c:v>4925</c:v>
                </c:pt>
                <c:pt idx="4926">
                  <c:v>4926</c:v>
                </c:pt>
                <c:pt idx="4927">
                  <c:v>4927</c:v>
                </c:pt>
                <c:pt idx="4928">
                  <c:v>4928</c:v>
                </c:pt>
                <c:pt idx="4929">
                  <c:v>4929</c:v>
                </c:pt>
                <c:pt idx="4930">
                  <c:v>4930</c:v>
                </c:pt>
                <c:pt idx="4931">
                  <c:v>4931</c:v>
                </c:pt>
                <c:pt idx="4932">
                  <c:v>4932</c:v>
                </c:pt>
                <c:pt idx="4933">
                  <c:v>4933</c:v>
                </c:pt>
                <c:pt idx="4934">
                  <c:v>4934</c:v>
                </c:pt>
                <c:pt idx="4935">
                  <c:v>4935</c:v>
                </c:pt>
                <c:pt idx="4936">
                  <c:v>4936</c:v>
                </c:pt>
                <c:pt idx="4937">
                  <c:v>4937</c:v>
                </c:pt>
                <c:pt idx="4938">
                  <c:v>4938</c:v>
                </c:pt>
                <c:pt idx="4939">
                  <c:v>4939</c:v>
                </c:pt>
                <c:pt idx="4940">
                  <c:v>4940</c:v>
                </c:pt>
                <c:pt idx="4941">
                  <c:v>4941</c:v>
                </c:pt>
                <c:pt idx="4942">
                  <c:v>4942</c:v>
                </c:pt>
                <c:pt idx="4943">
                  <c:v>4943</c:v>
                </c:pt>
                <c:pt idx="4944">
                  <c:v>4944</c:v>
                </c:pt>
                <c:pt idx="4945">
                  <c:v>4945</c:v>
                </c:pt>
                <c:pt idx="4946">
                  <c:v>4946</c:v>
                </c:pt>
                <c:pt idx="4947">
                  <c:v>4947</c:v>
                </c:pt>
                <c:pt idx="4948">
                  <c:v>4948</c:v>
                </c:pt>
                <c:pt idx="4949">
                  <c:v>4949</c:v>
                </c:pt>
                <c:pt idx="4950">
                  <c:v>4950</c:v>
                </c:pt>
                <c:pt idx="4951">
                  <c:v>4951</c:v>
                </c:pt>
                <c:pt idx="4952">
                  <c:v>4952</c:v>
                </c:pt>
                <c:pt idx="4953">
                  <c:v>4953</c:v>
                </c:pt>
                <c:pt idx="4954">
                  <c:v>4954</c:v>
                </c:pt>
                <c:pt idx="4955">
                  <c:v>4955</c:v>
                </c:pt>
                <c:pt idx="4956">
                  <c:v>4956</c:v>
                </c:pt>
                <c:pt idx="4957">
                  <c:v>4957</c:v>
                </c:pt>
                <c:pt idx="4958">
                  <c:v>4958</c:v>
                </c:pt>
                <c:pt idx="4959">
                  <c:v>4959</c:v>
                </c:pt>
                <c:pt idx="4960">
                  <c:v>4960</c:v>
                </c:pt>
                <c:pt idx="4961">
                  <c:v>4961</c:v>
                </c:pt>
                <c:pt idx="4962">
                  <c:v>4962</c:v>
                </c:pt>
                <c:pt idx="4963">
                  <c:v>4963</c:v>
                </c:pt>
                <c:pt idx="4964">
                  <c:v>4964</c:v>
                </c:pt>
                <c:pt idx="4965">
                  <c:v>4965</c:v>
                </c:pt>
                <c:pt idx="4966">
                  <c:v>4966</c:v>
                </c:pt>
                <c:pt idx="4967">
                  <c:v>4967</c:v>
                </c:pt>
                <c:pt idx="4968">
                  <c:v>4968</c:v>
                </c:pt>
                <c:pt idx="4969">
                  <c:v>4969</c:v>
                </c:pt>
                <c:pt idx="4970">
                  <c:v>4970</c:v>
                </c:pt>
                <c:pt idx="4971">
                  <c:v>4971</c:v>
                </c:pt>
                <c:pt idx="4972">
                  <c:v>4972</c:v>
                </c:pt>
                <c:pt idx="4973">
                  <c:v>4973</c:v>
                </c:pt>
                <c:pt idx="4974">
                  <c:v>4974</c:v>
                </c:pt>
                <c:pt idx="4975">
                  <c:v>4975</c:v>
                </c:pt>
                <c:pt idx="4976">
                  <c:v>4976</c:v>
                </c:pt>
                <c:pt idx="4977">
                  <c:v>4977</c:v>
                </c:pt>
                <c:pt idx="4978">
                  <c:v>4978</c:v>
                </c:pt>
                <c:pt idx="4979">
                  <c:v>4979</c:v>
                </c:pt>
                <c:pt idx="4980">
                  <c:v>4980</c:v>
                </c:pt>
                <c:pt idx="4981">
                  <c:v>4981</c:v>
                </c:pt>
                <c:pt idx="4982">
                  <c:v>4982</c:v>
                </c:pt>
                <c:pt idx="4983">
                  <c:v>4983</c:v>
                </c:pt>
                <c:pt idx="4984">
                  <c:v>4984</c:v>
                </c:pt>
                <c:pt idx="4985">
                  <c:v>4985</c:v>
                </c:pt>
                <c:pt idx="4986">
                  <c:v>4986</c:v>
                </c:pt>
                <c:pt idx="4987">
                  <c:v>4987</c:v>
                </c:pt>
                <c:pt idx="4988">
                  <c:v>4988</c:v>
                </c:pt>
                <c:pt idx="4989">
                  <c:v>4989</c:v>
                </c:pt>
                <c:pt idx="4990">
                  <c:v>4990</c:v>
                </c:pt>
                <c:pt idx="4991">
                  <c:v>4991</c:v>
                </c:pt>
                <c:pt idx="4992">
                  <c:v>4992</c:v>
                </c:pt>
                <c:pt idx="4993">
                  <c:v>4993</c:v>
                </c:pt>
                <c:pt idx="4994">
                  <c:v>4994</c:v>
                </c:pt>
                <c:pt idx="4995">
                  <c:v>4995</c:v>
                </c:pt>
                <c:pt idx="4996">
                  <c:v>4996</c:v>
                </c:pt>
                <c:pt idx="4997">
                  <c:v>4997</c:v>
                </c:pt>
                <c:pt idx="4998">
                  <c:v>4998</c:v>
                </c:pt>
                <c:pt idx="4999">
                  <c:v>4999</c:v>
                </c:pt>
                <c:pt idx="5000">
                  <c:v>5000</c:v>
                </c:pt>
                <c:pt idx="5001">
                  <c:v>5001</c:v>
                </c:pt>
                <c:pt idx="5002">
                  <c:v>5002</c:v>
                </c:pt>
                <c:pt idx="5003">
                  <c:v>5003</c:v>
                </c:pt>
                <c:pt idx="5004">
                  <c:v>5004</c:v>
                </c:pt>
                <c:pt idx="5005">
                  <c:v>5005</c:v>
                </c:pt>
                <c:pt idx="5006">
                  <c:v>5006</c:v>
                </c:pt>
                <c:pt idx="5007">
                  <c:v>5007</c:v>
                </c:pt>
                <c:pt idx="5008">
                  <c:v>5008</c:v>
                </c:pt>
                <c:pt idx="5009">
                  <c:v>5009</c:v>
                </c:pt>
                <c:pt idx="5010">
                  <c:v>5010</c:v>
                </c:pt>
                <c:pt idx="5011">
                  <c:v>5011</c:v>
                </c:pt>
                <c:pt idx="5012">
                  <c:v>5012</c:v>
                </c:pt>
                <c:pt idx="5013">
                  <c:v>5013</c:v>
                </c:pt>
                <c:pt idx="5014">
                  <c:v>5014</c:v>
                </c:pt>
                <c:pt idx="5015">
                  <c:v>5015</c:v>
                </c:pt>
                <c:pt idx="5016">
                  <c:v>5016</c:v>
                </c:pt>
                <c:pt idx="5017">
                  <c:v>5017</c:v>
                </c:pt>
                <c:pt idx="5018">
                  <c:v>5018</c:v>
                </c:pt>
                <c:pt idx="5019">
                  <c:v>5019</c:v>
                </c:pt>
                <c:pt idx="5020">
                  <c:v>5020</c:v>
                </c:pt>
                <c:pt idx="5021">
                  <c:v>5021</c:v>
                </c:pt>
                <c:pt idx="5022">
                  <c:v>5022</c:v>
                </c:pt>
                <c:pt idx="5023">
                  <c:v>5023</c:v>
                </c:pt>
                <c:pt idx="5024">
                  <c:v>5024</c:v>
                </c:pt>
                <c:pt idx="5025">
                  <c:v>5025</c:v>
                </c:pt>
                <c:pt idx="5026">
                  <c:v>5026</c:v>
                </c:pt>
                <c:pt idx="5027">
                  <c:v>5027</c:v>
                </c:pt>
                <c:pt idx="5028">
                  <c:v>5028</c:v>
                </c:pt>
                <c:pt idx="5029">
                  <c:v>5029</c:v>
                </c:pt>
                <c:pt idx="5030">
                  <c:v>5030</c:v>
                </c:pt>
                <c:pt idx="5031">
                  <c:v>5031</c:v>
                </c:pt>
                <c:pt idx="5032">
                  <c:v>5032</c:v>
                </c:pt>
                <c:pt idx="5033">
                  <c:v>5033</c:v>
                </c:pt>
                <c:pt idx="5034">
                  <c:v>5034</c:v>
                </c:pt>
                <c:pt idx="5035">
                  <c:v>5035</c:v>
                </c:pt>
                <c:pt idx="5036">
                  <c:v>5036</c:v>
                </c:pt>
                <c:pt idx="5037">
                  <c:v>5037</c:v>
                </c:pt>
                <c:pt idx="5038">
                  <c:v>5038</c:v>
                </c:pt>
                <c:pt idx="5039">
                  <c:v>5039</c:v>
                </c:pt>
                <c:pt idx="5040">
                  <c:v>5040</c:v>
                </c:pt>
                <c:pt idx="5041">
                  <c:v>5041</c:v>
                </c:pt>
                <c:pt idx="5042">
                  <c:v>5042</c:v>
                </c:pt>
                <c:pt idx="5043">
                  <c:v>5043</c:v>
                </c:pt>
                <c:pt idx="5044">
                  <c:v>5044</c:v>
                </c:pt>
                <c:pt idx="5045">
                  <c:v>5045</c:v>
                </c:pt>
                <c:pt idx="5046">
                  <c:v>5046</c:v>
                </c:pt>
                <c:pt idx="5047">
                  <c:v>5047</c:v>
                </c:pt>
                <c:pt idx="5048">
                  <c:v>5048</c:v>
                </c:pt>
                <c:pt idx="5049">
                  <c:v>5049</c:v>
                </c:pt>
                <c:pt idx="5050">
                  <c:v>5050</c:v>
                </c:pt>
                <c:pt idx="5051">
                  <c:v>5051</c:v>
                </c:pt>
                <c:pt idx="5052">
                  <c:v>5052</c:v>
                </c:pt>
                <c:pt idx="5053">
                  <c:v>5053</c:v>
                </c:pt>
                <c:pt idx="5054">
                  <c:v>5054</c:v>
                </c:pt>
                <c:pt idx="5055">
                  <c:v>5055</c:v>
                </c:pt>
                <c:pt idx="5056">
                  <c:v>5056</c:v>
                </c:pt>
                <c:pt idx="5057">
                  <c:v>5057</c:v>
                </c:pt>
                <c:pt idx="5058">
                  <c:v>5058</c:v>
                </c:pt>
                <c:pt idx="5059">
                  <c:v>5059</c:v>
                </c:pt>
                <c:pt idx="5060">
                  <c:v>5060</c:v>
                </c:pt>
                <c:pt idx="5061">
                  <c:v>5061</c:v>
                </c:pt>
                <c:pt idx="5062">
                  <c:v>5062</c:v>
                </c:pt>
                <c:pt idx="5063">
                  <c:v>5063</c:v>
                </c:pt>
                <c:pt idx="5064">
                  <c:v>5064</c:v>
                </c:pt>
                <c:pt idx="5065">
                  <c:v>5065</c:v>
                </c:pt>
                <c:pt idx="5066">
                  <c:v>5066</c:v>
                </c:pt>
                <c:pt idx="5067">
                  <c:v>5067</c:v>
                </c:pt>
                <c:pt idx="5068">
                  <c:v>5068</c:v>
                </c:pt>
                <c:pt idx="5069">
                  <c:v>5069</c:v>
                </c:pt>
                <c:pt idx="5070">
                  <c:v>5070</c:v>
                </c:pt>
                <c:pt idx="5071">
                  <c:v>5071</c:v>
                </c:pt>
                <c:pt idx="5072">
                  <c:v>5072</c:v>
                </c:pt>
                <c:pt idx="5073">
                  <c:v>5073</c:v>
                </c:pt>
                <c:pt idx="5074">
                  <c:v>5074</c:v>
                </c:pt>
                <c:pt idx="5075">
                  <c:v>5075</c:v>
                </c:pt>
                <c:pt idx="5076">
                  <c:v>5076</c:v>
                </c:pt>
                <c:pt idx="5077">
                  <c:v>5077</c:v>
                </c:pt>
                <c:pt idx="5078">
                  <c:v>5078</c:v>
                </c:pt>
                <c:pt idx="5079">
                  <c:v>5079</c:v>
                </c:pt>
                <c:pt idx="5080">
                  <c:v>5080</c:v>
                </c:pt>
                <c:pt idx="5081">
                  <c:v>5081</c:v>
                </c:pt>
                <c:pt idx="5082">
                  <c:v>5082</c:v>
                </c:pt>
                <c:pt idx="5083">
                  <c:v>5083</c:v>
                </c:pt>
                <c:pt idx="5084">
                  <c:v>5084</c:v>
                </c:pt>
                <c:pt idx="5085">
                  <c:v>5085</c:v>
                </c:pt>
                <c:pt idx="5086">
                  <c:v>5086</c:v>
                </c:pt>
                <c:pt idx="5087">
                  <c:v>5087</c:v>
                </c:pt>
                <c:pt idx="5088">
                  <c:v>5088</c:v>
                </c:pt>
                <c:pt idx="5089">
                  <c:v>5089</c:v>
                </c:pt>
                <c:pt idx="5090">
                  <c:v>5090</c:v>
                </c:pt>
                <c:pt idx="5091">
                  <c:v>5091</c:v>
                </c:pt>
                <c:pt idx="5092">
                  <c:v>5092</c:v>
                </c:pt>
                <c:pt idx="5093">
                  <c:v>5093</c:v>
                </c:pt>
                <c:pt idx="5094">
                  <c:v>5094</c:v>
                </c:pt>
                <c:pt idx="5095">
                  <c:v>5095</c:v>
                </c:pt>
                <c:pt idx="5096">
                  <c:v>5096</c:v>
                </c:pt>
                <c:pt idx="5097">
                  <c:v>5097</c:v>
                </c:pt>
                <c:pt idx="5098">
                  <c:v>5098</c:v>
                </c:pt>
                <c:pt idx="5099">
                  <c:v>5099</c:v>
                </c:pt>
                <c:pt idx="5100">
                  <c:v>5100</c:v>
                </c:pt>
                <c:pt idx="5101">
                  <c:v>5101</c:v>
                </c:pt>
                <c:pt idx="5102">
                  <c:v>5102</c:v>
                </c:pt>
                <c:pt idx="5103">
                  <c:v>5103</c:v>
                </c:pt>
                <c:pt idx="5104">
                  <c:v>5104</c:v>
                </c:pt>
                <c:pt idx="5105">
                  <c:v>5105</c:v>
                </c:pt>
                <c:pt idx="5106">
                  <c:v>5106</c:v>
                </c:pt>
                <c:pt idx="5107">
                  <c:v>5107</c:v>
                </c:pt>
                <c:pt idx="5108">
                  <c:v>5108</c:v>
                </c:pt>
                <c:pt idx="5109">
                  <c:v>5109</c:v>
                </c:pt>
                <c:pt idx="5110">
                  <c:v>5110</c:v>
                </c:pt>
                <c:pt idx="5111">
                  <c:v>5111</c:v>
                </c:pt>
                <c:pt idx="5112">
                  <c:v>5112</c:v>
                </c:pt>
                <c:pt idx="5113">
                  <c:v>5113</c:v>
                </c:pt>
                <c:pt idx="5114">
                  <c:v>5114</c:v>
                </c:pt>
                <c:pt idx="5115">
                  <c:v>5115</c:v>
                </c:pt>
                <c:pt idx="5116">
                  <c:v>5116</c:v>
                </c:pt>
                <c:pt idx="5117">
                  <c:v>5117</c:v>
                </c:pt>
                <c:pt idx="5118">
                  <c:v>5118</c:v>
                </c:pt>
                <c:pt idx="5119">
                  <c:v>5119</c:v>
                </c:pt>
                <c:pt idx="5120">
                  <c:v>5120</c:v>
                </c:pt>
                <c:pt idx="5121">
                  <c:v>5121</c:v>
                </c:pt>
                <c:pt idx="5122">
                  <c:v>5122</c:v>
                </c:pt>
                <c:pt idx="5123">
                  <c:v>5123</c:v>
                </c:pt>
                <c:pt idx="5124">
                  <c:v>5124</c:v>
                </c:pt>
                <c:pt idx="5125">
                  <c:v>5125</c:v>
                </c:pt>
                <c:pt idx="5126">
                  <c:v>5126</c:v>
                </c:pt>
                <c:pt idx="5127">
                  <c:v>5127</c:v>
                </c:pt>
                <c:pt idx="5128">
                  <c:v>5128</c:v>
                </c:pt>
                <c:pt idx="5129">
                  <c:v>5129</c:v>
                </c:pt>
                <c:pt idx="5130">
                  <c:v>5130</c:v>
                </c:pt>
                <c:pt idx="5131">
                  <c:v>5131</c:v>
                </c:pt>
                <c:pt idx="5132">
                  <c:v>5132</c:v>
                </c:pt>
                <c:pt idx="5133">
                  <c:v>5133</c:v>
                </c:pt>
                <c:pt idx="5134">
                  <c:v>5134</c:v>
                </c:pt>
                <c:pt idx="5135">
                  <c:v>5135</c:v>
                </c:pt>
                <c:pt idx="5136">
                  <c:v>5136</c:v>
                </c:pt>
                <c:pt idx="5137">
                  <c:v>5137</c:v>
                </c:pt>
                <c:pt idx="5138">
                  <c:v>5138</c:v>
                </c:pt>
                <c:pt idx="5139">
                  <c:v>5139</c:v>
                </c:pt>
                <c:pt idx="5140">
                  <c:v>5140</c:v>
                </c:pt>
                <c:pt idx="5141">
                  <c:v>5141</c:v>
                </c:pt>
                <c:pt idx="5142">
                  <c:v>5142</c:v>
                </c:pt>
                <c:pt idx="5143">
                  <c:v>5143</c:v>
                </c:pt>
                <c:pt idx="5144">
                  <c:v>5144</c:v>
                </c:pt>
                <c:pt idx="5145">
                  <c:v>5145</c:v>
                </c:pt>
                <c:pt idx="5146">
                  <c:v>5146</c:v>
                </c:pt>
                <c:pt idx="5147">
                  <c:v>5147</c:v>
                </c:pt>
                <c:pt idx="5148">
                  <c:v>5148</c:v>
                </c:pt>
                <c:pt idx="5149">
                  <c:v>5149</c:v>
                </c:pt>
                <c:pt idx="5150">
                  <c:v>5150</c:v>
                </c:pt>
                <c:pt idx="5151">
                  <c:v>5151</c:v>
                </c:pt>
                <c:pt idx="5152">
                  <c:v>5152</c:v>
                </c:pt>
                <c:pt idx="5153">
                  <c:v>5153</c:v>
                </c:pt>
                <c:pt idx="5154">
                  <c:v>5154</c:v>
                </c:pt>
                <c:pt idx="5155">
                  <c:v>5155</c:v>
                </c:pt>
                <c:pt idx="5156">
                  <c:v>5156</c:v>
                </c:pt>
                <c:pt idx="5157">
                  <c:v>5157</c:v>
                </c:pt>
                <c:pt idx="5158">
                  <c:v>5158</c:v>
                </c:pt>
                <c:pt idx="5159">
                  <c:v>5159</c:v>
                </c:pt>
                <c:pt idx="5160">
                  <c:v>5160</c:v>
                </c:pt>
                <c:pt idx="5161">
                  <c:v>5161</c:v>
                </c:pt>
                <c:pt idx="5162">
                  <c:v>5162</c:v>
                </c:pt>
                <c:pt idx="5163">
                  <c:v>5163</c:v>
                </c:pt>
                <c:pt idx="5164">
                  <c:v>5164</c:v>
                </c:pt>
                <c:pt idx="5165">
                  <c:v>5165</c:v>
                </c:pt>
                <c:pt idx="5166">
                  <c:v>5166</c:v>
                </c:pt>
                <c:pt idx="5167">
                  <c:v>5167</c:v>
                </c:pt>
                <c:pt idx="5168">
                  <c:v>5168</c:v>
                </c:pt>
                <c:pt idx="5169">
                  <c:v>5169</c:v>
                </c:pt>
                <c:pt idx="5170">
                  <c:v>5170</c:v>
                </c:pt>
                <c:pt idx="5171">
                  <c:v>5171</c:v>
                </c:pt>
                <c:pt idx="5172">
                  <c:v>5172</c:v>
                </c:pt>
                <c:pt idx="5173">
                  <c:v>5173</c:v>
                </c:pt>
                <c:pt idx="5174">
                  <c:v>5174</c:v>
                </c:pt>
                <c:pt idx="5175">
                  <c:v>5175</c:v>
                </c:pt>
                <c:pt idx="5176">
                  <c:v>5176</c:v>
                </c:pt>
                <c:pt idx="5177">
                  <c:v>5177</c:v>
                </c:pt>
                <c:pt idx="5178">
                  <c:v>5178</c:v>
                </c:pt>
                <c:pt idx="5179">
                  <c:v>5179</c:v>
                </c:pt>
                <c:pt idx="5180">
                  <c:v>5180</c:v>
                </c:pt>
                <c:pt idx="5181">
                  <c:v>5181</c:v>
                </c:pt>
                <c:pt idx="5182">
                  <c:v>5182</c:v>
                </c:pt>
                <c:pt idx="5183">
                  <c:v>5183</c:v>
                </c:pt>
                <c:pt idx="5184">
                  <c:v>5184</c:v>
                </c:pt>
                <c:pt idx="5185">
                  <c:v>5185</c:v>
                </c:pt>
                <c:pt idx="5186">
                  <c:v>5186</c:v>
                </c:pt>
                <c:pt idx="5187">
                  <c:v>5187</c:v>
                </c:pt>
                <c:pt idx="5188">
                  <c:v>5188</c:v>
                </c:pt>
                <c:pt idx="5189">
                  <c:v>5189</c:v>
                </c:pt>
                <c:pt idx="5190">
                  <c:v>5190</c:v>
                </c:pt>
                <c:pt idx="5191">
                  <c:v>5191</c:v>
                </c:pt>
                <c:pt idx="5192">
                  <c:v>5192</c:v>
                </c:pt>
                <c:pt idx="5193">
                  <c:v>5193</c:v>
                </c:pt>
                <c:pt idx="5194">
                  <c:v>5194</c:v>
                </c:pt>
                <c:pt idx="5195">
                  <c:v>5195</c:v>
                </c:pt>
                <c:pt idx="5196">
                  <c:v>5196</c:v>
                </c:pt>
                <c:pt idx="5197">
                  <c:v>5197</c:v>
                </c:pt>
                <c:pt idx="5198">
                  <c:v>5198</c:v>
                </c:pt>
                <c:pt idx="5199">
                  <c:v>5199</c:v>
                </c:pt>
                <c:pt idx="5200">
                  <c:v>5200</c:v>
                </c:pt>
                <c:pt idx="5201">
                  <c:v>5201</c:v>
                </c:pt>
                <c:pt idx="5202">
                  <c:v>5202</c:v>
                </c:pt>
                <c:pt idx="5203">
                  <c:v>5203</c:v>
                </c:pt>
                <c:pt idx="5204">
                  <c:v>5204</c:v>
                </c:pt>
                <c:pt idx="5205">
                  <c:v>5205</c:v>
                </c:pt>
                <c:pt idx="5206">
                  <c:v>5206</c:v>
                </c:pt>
                <c:pt idx="5207">
                  <c:v>5207</c:v>
                </c:pt>
                <c:pt idx="5208">
                  <c:v>5208</c:v>
                </c:pt>
                <c:pt idx="5209">
                  <c:v>5209</c:v>
                </c:pt>
                <c:pt idx="5210">
                  <c:v>5210</c:v>
                </c:pt>
                <c:pt idx="5211">
                  <c:v>5211</c:v>
                </c:pt>
                <c:pt idx="5212">
                  <c:v>5212</c:v>
                </c:pt>
                <c:pt idx="5213">
                  <c:v>5213</c:v>
                </c:pt>
                <c:pt idx="5214">
                  <c:v>5214</c:v>
                </c:pt>
                <c:pt idx="5215">
                  <c:v>5215</c:v>
                </c:pt>
                <c:pt idx="5216">
                  <c:v>5216</c:v>
                </c:pt>
                <c:pt idx="5217">
                  <c:v>5217</c:v>
                </c:pt>
                <c:pt idx="5218">
                  <c:v>5218</c:v>
                </c:pt>
                <c:pt idx="5219">
                  <c:v>5219</c:v>
                </c:pt>
                <c:pt idx="5220">
                  <c:v>5220</c:v>
                </c:pt>
                <c:pt idx="5221">
                  <c:v>5221</c:v>
                </c:pt>
                <c:pt idx="5222">
                  <c:v>5222</c:v>
                </c:pt>
                <c:pt idx="5223">
                  <c:v>5223</c:v>
                </c:pt>
                <c:pt idx="5224">
                  <c:v>5224</c:v>
                </c:pt>
                <c:pt idx="5225">
                  <c:v>5225</c:v>
                </c:pt>
                <c:pt idx="5226">
                  <c:v>5226</c:v>
                </c:pt>
                <c:pt idx="5227">
                  <c:v>5227</c:v>
                </c:pt>
                <c:pt idx="5228">
                  <c:v>5228</c:v>
                </c:pt>
                <c:pt idx="5229">
                  <c:v>5229</c:v>
                </c:pt>
                <c:pt idx="5230">
                  <c:v>5230</c:v>
                </c:pt>
                <c:pt idx="5231">
                  <c:v>5231</c:v>
                </c:pt>
                <c:pt idx="5232">
                  <c:v>5232</c:v>
                </c:pt>
                <c:pt idx="5233">
                  <c:v>5233</c:v>
                </c:pt>
                <c:pt idx="5234">
                  <c:v>5234</c:v>
                </c:pt>
                <c:pt idx="5235">
                  <c:v>5235</c:v>
                </c:pt>
                <c:pt idx="5236">
                  <c:v>5236</c:v>
                </c:pt>
                <c:pt idx="5237">
                  <c:v>5237</c:v>
                </c:pt>
                <c:pt idx="5238">
                  <c:v>5238</c:v>
                </c:pt>
                <c:pt idx="5239">
                  <c:v>5239</c:v>
                </c:pt>
                <c:pt idx="5240">
                  <c:v>5240</c:v>
                </c:pt>
                <c:pt idx="5241">
                  <c:v>5241</c:v>
                </c:pt>
                <c:pt idx="5242">
                  <c:v>5242</c:v>
                </c:pt>
                <c:pt idx="5243">
                  <c:v>5243</c:v>
                </c:pt>
                <c:pt idx="5244">
                  <c:v>5244</c:v>
                </c:pt>
                <c:pt idx="5245">
                  <c:v>5245</c:v>
                </c:pt>
                <c:pt idx="5246">
                  <c:v>5246</c:v>
                </c:pt>
                <c:pt idx="5247">
                  <c:v>5247</c:v>
                </c:pt>
                <c:pt idx="5248">
                  <c:v>5248</c:v>
                </c:pt>
                <c:pt idx="5249">
                  <c:v>5249</c:v>
                </c:pt>
                <c:pt idx="5250">
                  <c:v>5250</c:v>
                </c:pt>
                <c:pt idx="5251">
                  <c:v>5251</c:v>
                </c:pt>
                <c:pt idx="5252">
                  <c:v>5252</c:v>
                </c:pt>
                <c:pt idx="5253">
                  <c:v>5253</c:v>
                </c:pt>
                <c:pt idx="5254">
                  <c:v>5254</c:v>
                </c:pt>
                <c:pt idx="5255">
                  <c:v>5255</c:v>
                </c:pt>
                <c:pt idx="5256">
                  <c:v>5256</c:v>
                </c:pt>
                <c:pt idx="5257">
                  <c:v>5257</c:v>
                </c:pt>
                <c:pt idx="5258">
                  <c:v>5258</c:v>
                </c:pt>
                <c:pt idx="5259">
                  <c:v>5259</c:v>
                </c:pt>
                <c:pt idx="5260">
                  <c:v>5260</c:v>
                </c:pt>
                <c:pt idx="5261">
                  <c:v>5261</c:v>
                </c:pt>
                <c:pt idx="5262">
                  <c:v>5262</c:v>
                </c:pt>
                <c:pt idx="5263">
                  <c:v>5263</c:v>
                </c:pt>
                <c:pt idx="5264">
                  <c:v>5264</c:v>
                </c:pt>
                <c:pt idx="5265">
                  <c:v>5265</c:v>
                </c:pt>
                <c:pt idx="5266">
                  <c:v>5266</c:v>
                </c:pt>
                <c:pt idx="5267">
                  <c:v>5267</c:v>
                </c:pt>
                <c:pt idx="5268">
                  <c:v>5268</c:v>
                </c:pt>
                <c:pt idx="5269">
                  <c:v>5269</c:v>
                </c:pt>
                <c:pt idx="5270">
                  <c:v>5270</c:v>
                </c:pt>
                <c:pt idx="5271">
                  <c:v>5271</c:v>
                </c:pt>
                <c:pt idx="5272">
                  <c:v>5272</c:v>
                </c:pt>
                <c:pt idx="5273">
                  <c:v>5273</c:v>
                </c:pt>
                <c:pt idx="5274">
                  <c:v>5274</c:v>
                </c:pt>
                <c:pt idx="5275">
                  <c:v>5275</c:v>
                </c:pt>
                <c:pt idx="5276">
                  <c:v>5276</c:v>
                </c:pt>
                <c:pt idx="5277">
                  <c:v>5277</c:v>
                </c:pt>
                <c:pt idx="5278">
                  <c:v>5278</c:v>
                </c:pt>
                <c:pt idx="5279">
                  <c:v>5279</c:v>
                </c:pt>
                <c:pt idx="5280">
                  <c:v>5280</c:v>
                </c:pt>
                <c:pt idx="5281">
                  <c:v>5281</c:v>
                </c:pt>
                <c:pt idx="5282">
                  <c:v>5282</c:v>
                </c:pt>
                <c:pt idx="5283">
                  <c:v>5283</c:v>
                </c:pt>
                <c:pt idx="5284">
                  <c:v>5284</c:v>
                </c:pt>
                <c:pt idx="5285">
                  <c:v>5285</c:v>
                </c:pt>
                <c:pt idx="5286">
                  <c:v>5286</c:v>
                </c:pt>
                <c:pt idx="5287">
                  <c:v>5287</c:v>
                </c:pt>
                <c:pt idx="5288">
                  <c:v>5288</c:v>
                </c:pt>
                <c:pt idx="5289">
                  <c:v>5289</c:v>
                </c:pt>
                <c:pt idx="5290">
                  <c:v>5290</c:v>
                </c:pt>
                <c:pt idx="5291">
                  <c:v>5291</c:v>
                </c:pt>
                <c:pt idx="5292">
                  <c:v>5292</c:v>
                </c:pt>
                <c:pt idx="5293">
                  <c:v>5293</c:v>
                </c:pt>
                <c:pt idx="5294">
                  <c:v>5294</c:v>
                </c:pt>
                <c:pt idx="5295">
                  <c:v>5295</c:v>
                </c:pt>
                <c:pt idx="5296">
                  <c:v>5296</c:v>
                </c:pt>
                <c:pt idx="5297">
                  <c:v>5297</c:v>
                </c:pt>
                <c:pt idx="5298">
                  <c:v>5298</c:v>
                </c:pt>
                <c:pt idx="5299">
                  <c:v>5299</c:v>
                </c:pt>
                <c:pt idx="5300">
                  <c:v>5300</c:v>
                </c:pt>
                <c:pt idx="5301">
                  <c:v>5301</c:v>
                </c:pt>
                <c:pt idx="5302">
                  <c:v>5302</c:v>
                </c:pt>
                <c:pt idx="5303">
                  <c:v>5303</c:v>
                </c:pt>
                <c:pt idx="5304">
                  <c:v>5304</c:v>
                </c:pt>
                <c:pt idx="5305">
                  <c:v>5305</c:v>
                </c:pt>
                <c:pt idx="5306">
                  <c:v>5306</c:v>
                </c:pt>
                <c:pt idx="5307">
                  <c:v>5307</c:v>
                </c:pt>
                <c:pt idx="5308">
                  <c:v>5308</c:v>
                </c:pt>
                <c:pt idx="5309">
                  <c:v>5309</c:v>
                </c:pt>
                <c:pt idx="5310">
                  <c:v>5310</c:v>
                </c:pt>
                <c:pt idx="5311">
                  <c:v>5311</c:v>
                </c:pt>
                <c:pt idx="5312">
                  <c:v>5312</c:v>
                </c:pt>
                <c:pt idx="5313">
                  <c:v>5313</c:v>
                </c:pt>
                <c:pt idx="5314">
                  <c:v>5314</c:v>
                </c:pt>
                <c:pt idx="5315">
                  <c:v>5315</c:v>
                </c:pt>
                <c:pt idx="5316">
                  <c:v>5316</c:v>
                </c:pt>
                <c:pt idx="5317">
                  <c:v>5317</c:v>
                </c:pt>
                <c:pt idx="5318">
                  <c:v>5318</c:v>
                </c:pt>
                <c:pt idx="5319">
                  <c:v>5319</c:v>
                </c:pt>
                <c:pt idx="5320">
                  <c:v>5320</c:v>
                </c:pt>
                <c:pt idx="5321">
                  <c:v>5321</c:v>
                </c:pt>
                <c:pt idx="5322">
                  <c:v>5322</c:v>
                </c:pt>
                <c:pt idx="5323">
                  <c:v>5323</c:v>
                </c:pt>
                <c:pt idx="5324">
                  <c:v>5324</c:v>
                </c:pt>
                <c:pt idx="5325">
                  <c:v>5325</c:v>
                </c:pt>
                <c:pt idx="5326">
                  <c:v>5326</c:v>
                </c:pt>
                <c:pt idx="5327">
                  <c:v>5327</c:v>
                </c:pt>
                <c:pt idx="5328">
                  <c:v>5328</c:v>
                </c:pt>
                <c:pt idx="5329">
                  <c:v>5329</c:v>
                </c:pt>
                <c:pt idx="5330">
                  <c:v>5330</c:v>
                </c:pt>
                <c:pt idx="5331">
                  <c:v>5331</c:v>
                </c:pt>
                <c:pt idx="5332">
                  <c:v>5332</c:v>
                </c:pt>
                <c:pt idx="5333">
                  <c:v>5333</c:v>
                </c:pt>
                <c:pt idx="5334">
                  <c:v>5334</c:v>
                </c:pt>
                <c:pt idx="5335">
                  <c:v>5335</c:v>
                </c:pt>
                <c:pt idx="5336">
                  <c:v>5336</c:v>
                </c:pt>
                <c:pt idx="5337">
                  <c:v>5337</c:v>
                </c:pt>
                <c:pt idx="5338">
                  <c:v>5338</c:v>
                </c:pt>
                <c:pt idx="5339">
                  <c:v>5339</c:v>
                </c:pt>
                <c:pt idx="5340">
                  <c:v>5340</c:v>
                </c:pt>
                <c:pt idx="5341">
                  <c:v>5341</c:v>
                </c:pt>
                <c:pt idx="5342">
                  <c:v>5342</c:v>
                </c:pt>
                <c:pt idx="5343">
                  <c:v>5343</c:v>
                </c:pt>
                <c:pt idx="5344">
                  <c:v>5344</c:v>
                </c:pt>
                <c:pt idx="5345">
                  <c:v>5345</c:v>
                </c:pt>
                <c:pt idx="5346">
                  <c:v>5346</c:v>
                </c:pt>
                <c:pt idx="5347">
                  <c:v>5347</c:v>
                </c:pt>
                <c:pt idx="5348">
                  <c:v>5348</c:v>
                </c:pt>
                <c:pt idx="5349">
                  <c:v>5349</c:v>
                </c:pt>
                <c:pt idx="5350">
                  <c:v>5350</c:v>
                </c:pt>
                <c:pt idx="5351">
                  <c:v>5351</c:v>
                </c:pt>
                <c:pt idx="5352">
                  <c:v>5352</c:v>
                </c:pt>
                <c:pt idx="5353">
                  <c:v>5353</c:v>
                </c:pt>
                <c:pt idx="5354">
                  <c:v>5354</c:v>
                </c:pt>
                <c:pt idx="5355">
                  <c:v>5355</c:v>
                </c:pt>
                <c:pt idx="5356">
                  <c:v>5356</c:v>
                </c:pt>
                <c:pt idx="5357">
                  <c:v>5357</c:v>
                </c:pt>
                <c:pt idx="5358">
                  <c:v>5358</c:v>
                </c:pt>
                <c:pt idx="5359">
                  <c:v>5359</c:v>
                </c:pt>
                <c:pt idx="5360">
                  <c:v>5360</c:v>
                </c:pt>
                <c:pt idx="5361">
                  <c:v>5361</c:v>
                </c:pt>
                <c:pt idx="5362">
                  <c:v>5362</c:v>
                </c:pt>
                <c:pt idx="5363">
                  <c:v>5363</c:v>
                </c:pt>
                <c:pt idx="5364">
                  <c:v>5364</c:v>
                </c:pt>
                <c:pt idx="5365">
                  <c:v>5365</c:v>
                </c:pt>
                <c:pt idx="5366">
                  <c:v>5366</c:v>
                </c:pt>
                <c:pt idx="5367">
                  <c:v>5367</c:v>
                </c:pt>
                <c:pt idx="5368">
                  <c:v>5368</c:v>
                </c:pt>
                <c:pt idx="5369">
                  <c:v>5369</c:v>
                </c:pt>
                <c:pt idx="5370">
                  <c:v>5370</c:v>
                </c:pt>
                <c:pt idx="5371">
                  <c:v>5371</c:v>
                </c:pt>
                <c:pt idx="5372">
                  <c:v>5372</c:v>
                </c:pt>
                <c:pt idx="5373">
                  <c:v>5373</c:v>
                </c:pt>
                <c:pt idx="5374">
                  <c:v>5374</c:v>
                </c:pt>
                <c:pt idx="5375">
                  <c:v>5375</c:v>
                </c:pt>
                <c:pt idx="5376">
                  <c:v>5376</c:v>
                </c:pt>
                <c:pt idx="5377">
                  <c:v>5377</c:v>
                </c:pt>
                <c:pt idx="5378">
                  <c:v>5378</c:v>
                </c:pt>
                <c:pt idx="5379">
                  <c:v>5379</c:v>
                </c:pt>
                <c:pt idx="5380">
                  <c:v>5380</c:v>
                </c:pt>
                <c:pt idx="5381">
                  <c:v>5381</c:v>
                </c:pt>
                <c:pt idx="5382">
                  <c:v>5382</c:v>
                </c:pt>
                <c:pt idx="5383">
                  <c:v>5383</c:v>
                </c:pt>
                <c:pt idx="5384">
                  <c:v>5384</c:v>
                </c:pt>
                <c:pt idx="5385">
                  <c:v>5385</c:v>
                </c:pt>
                <c:pt idx="5386">
                  <c:v>5386</c:v>
                </c:pt>
                <c:pt idx="5387">
                  <c:v>5387</c:v>
                </c:pt>
                <c:pt idx="5388">
                  <c:v>5388</c:v>
                </c:pt>
                <c:pt idx="5389">
                  <c:v>5389</c:v>
                </c:pt>
                <c:pt idx="5390">
                  <c:v>5390</c:v>
                </c:pt>
                <c:pt idx="5391">
                  <c:v>5391</c:v>
                </c:pt>
                <c:pt idx="5392">
                  <c:v>5392</c:v>
                </c:pt>
                <c:pt idx="5393">
                  <c:v>5393</c:v>
                </c:pt>
                <c:pt idx="5394">
                  <c:v>5394</c:v>
                </c:pt>
                <c:pt idx="5395">
                  <c:v>5395</c:v>
                </c:pt>
                <c:pt idx="5396">
                  <c:v>5396</c:v>
                </c:pt>
                <c:pt idx="5397">
                  <c:v>5397</c:v>
                </c:pt>
                <c:pt idx="5398">
                  <c:v>5398</c:v>
                </c:pt>
                <c:pt idx="5399">
                  <c:v>5399</c:v>
                </c:pt>
                <c:pt idx="5400">
                  <c:v>5400</c:v>
                </c:pt>
                <c:pt idx="5401">
                  <c:v>5401</c:v>
                </c:pt>
                <c:pt idx="5402">
                  <c:v>5402</c:v>
                </c:pt>
                <c:pt idx="5403">
                  <c:v>5403</c:v>
                </c:pt>
                <c:pt idx="5404">
                  <c:v>5404</c:v>
                </c:pt>
                <c:pt idx="5405">
                  <c:v>5405</c:v>
                </c:pt>
                <c:pt idx="5406">
                  <c:v>5406</c:v>
                </c:pt>
                <c:pt idx="5407">
                  <c:v>5407</c:v>
                </c:pt>
                <c:pt idx="5408">
                  <c:v>5408</c:v>
                </c:pt>
                <c:pt idx="5409">
                  <c:v>5409</c:v>
                </c:pt>
                <c:pt idx="5410">
                  <c:v>5410</c:v>
                </c:pt>
                <c:pt idx="5411">
                  <c:v>5411</c:v>
                </c:pt>
                <c:pt idx="5412">
                  <c:v>5412</c:v>
                </c:pt>
                <c:pt idx="5413">
                  <c:v>5413</c:v>
                </c:pt>
                <c:pt idx="5414">
                  <c:v>5414</c:v>
                </c:pt>
                <c:pt idx="5415">
                  <c:v>5415</c:v>
                </c:pt>
                <c:pt idx="5416">
                  <c:v>5416</c:v>
                </c:pt>
                <c:pt idx="5417">
                  <c:v>5417</c:v>
                </c:pt>
                <c:pt idx="5418">
                  <c:v>5418</c:v>
                </c:pt>
                <c:pt idx="5419">
                  <c:v>5419</c:v>
                </c:pt>
                <c:pt idx="5420">
                  <c:v>5420</c:v>
                </c:pt>
                <c:pt idx="5421">
                  <c:v>5421</c:v>
                </c:pt>
                <c:pt idx="5422">
                  <c:v>5422</c:v>
                </c:pt>
                <c:pt idx="5423">
                  <c:v>5423</c:v>
                </c:pt>
                <c:pt idx="5424">
                  <c:v>5424</c:v>
                </c:pt>
                <c:pt idx="5425">
                  <c:v>5425</c:v>
                </c:pt>
                <c:pt idx="5426">
                  <c:v>5426</c:v>
                </c:pt>
                <c:pt idx="5427">
                  <c:v>5427</c:v>
                </c:pt>
                <c:pt idx="5428">
                  <c:v>5428</c:v>
                </c:pt>
                <c:pt idx="5429">
                  <c:v>5429</c:v>
                </c:pt>
                <c:pt idx="5430">
                  <c:v>5430</c:v>
                </c:pt>
                <c:pt idx="5431">
                  <c:v>5431</c:v>
                </c:pt>
                <c:pt idx="5432">
                  <c:v>5432</c:v>
                </c:pt>
                <c:pt idx="5433">
                  <c:v>5433</c:v>
                </c:pt>
                <c:pt idx="5434">
                  <c:v>5434</c:v>
                </c:pt>
                <c:pt idx="5435">
                  <c:v>5435</c:v>
                </c:pt>
                <c:pt idx="5436">
                  <c:v>5436</c:v>
                </c:pt>
                <c:pt idx="5437">
                  <c:v>5437</c:v>
                </c:pt>
                <c:pt idx="5438">
                  <c:v>5438</c:v>
                </c:pt>
                <c:pt idx="5439">
                  <c:v>5439</c:v>
                </c:pt>
                <c:pt idx="5440">
                  <c:v>5440</c:v>
                </c:pt>
                <c:pt idx="5441">
                  <c:v>5441</c:v>
                </c:pt>
                <c:pt idx="5442">
                  <c:v>5442</c:v>
                </c:pt>
                <c:pt idx="5443">
                  <c:v>5443</c:v>
                </c:pt>
                <c:pt idx="5444">
                  <c:v>5444</c:v>
                </c:pt>
                <c:pt idx="5445">
                  <c:v>5445</c:v>
                </c:pt>
                <c:pt idx="5446">
                  <c:v>5446</c:v>
                </c:pt>
                <c:pt idx="5447">
                  <c:v>5447</c:v>
                </c:pt>
                <c:pt idx="5448">
                  <c:v>5448</c:v>
                </c:pt>
                <c:pt idx="5449">
                  <c:v>5449</c:v>
                </c:pt>
                <c:pt idx="5450">
                  <c:v>5450</c:v>
                </c:pt>
                <c:pt idx="5451">
                  <c:v>5451</c:v>
                </c:pt>
                <c:pt idx="5452">
                  <c:v>5452</c:v>
                </c:pt>
                <c:pt idx="5453">
                  <c:v>5453</c:v>
                </c:pt>
                <c:pt idx="5454">
                  <c:v>5454</c:v>
                </c:pt>
                <c:pt idx="5455">
                  <c:v>5455</c:v>
                </c:pt>
                <c:pt idx="5456">
                  <c:v>5456</c:v>
                </c:pt>
                <c:pt idx="5457">
                  <c:v>5457</c:v>
                </c:pt>
                <c:pt idx="5458">
                  <c:v>5458</c:v>
                </c:pt>
                <c:pt idx="5459">
                  <c:v>5459</c:v>
                </c:pt>
                <c:pt idx="5460">
                  <c:v>5460</c:v>
                </c:pt>
                <c:pt idx="5461">
                  <c:v>5461</c:v>
                </c:pt>
                <c:pt idx="5462">
                  <c:v>5462</c:v>
                </c:pt>
                <c:pt idx="5463">
                  <c:v>5463</c:v>
                </c:pt>
                <c:pt idx="5464">
                  <c:v>5464</c:v>
                </c:pt>
                <c:pt idx="5465">
                  <c:v>5465</c:v>
                </c:pt>
                <c:pt idx="5466">
                  <c:v>5466</c:v>
                </c:pt>
                <c:pt idx="5467">
                  <c:v>5467</c:v>
                </c:pt>
                <c:pt idx="5468">
                  <c:v>5468</c:v>
                </c:pt>
                <c:pt idx="5469">
                  <c:v>5469</c:v>
                </c:pt>
                <c:pt idx="5470">
                  <c:v>5470</c:v>
                </c:pt>
                <c:pt idx="5471">
                  <c:v>5471</c:v>
                </c:pt>
                <c:pt idx="5472">
                  <c:v>5472</c:v>
                </c:pt>
                <c:pt idx="5473">
                  <c:v>5473</c:v>
                </c:pt>
                <c:pt idx="5474">
                  <c:v>5474</c:v>
                </c:pt>
                <c:pt idx="5475">
                  <c:v>5475</c:v>
                </c:pt>
                <c:pt idx="5476">
                  <c:v>5476</c:v>
                </c:pt>
                <c:pt idx="5477">
                  <c:v>5477</c:v>
                </c:pt>
                <c:pt idx="5478">
                  <c:v>5478</c:v>
                </c:pt>
                <c:pt idx="5479">
                  <c:v>5479</c:v>
                </c:pt>
                <c:pt idx="5480">
                  <c:v>5480</c:v>
                </c:pt>
                <c:pt idx="5481">
                  <c:v>5481</c:v>
                </c:pt>
                <c:pt idx="5482">
                  <c:v>5482</c:v>
                </c:pt>
                <c:pt idx="5483">
                  <c:v>5483</c:v>
                </c:pt>
                <c:pt idx="5484">
                  <c:v>5484</c:v>
                </c:pt>
                <c:pt idx="5485">
                  <c:v>5485</c:v>
                </c:pt>
                <c:pt idx="5486">
                  <c:v>5486</c:v>
                </c:pt>
                <c:pt idx="5487">
                  <c:v>5487</c:v>
                </c:pt>
                <c:pt idx="5488">
                  <c:v>5488</c:v>
                </c:pt>
                <c:pt idx="5489">
                  <c:v>5489</c:v>
                </c:pt>
                <c:pt idx="5490">
                  <c:v>5490</c:v>
                </c:pt>
                <c:pt idx="5491">
                  <c:v>5491</c:v>
                </c:pt>
                <c:pt idx="5492">
                  <c:v>5492</c:v>
                </c:pt>
                <c:pt idx="5493">
                  <c:v>5493</c:v>
                </c:pt>
                <c:pt idx="5494">
                  <c:v>5494</c:v>
                </c:pt>
                <c:pt idx="5495">
                  <c:v>5495</c:v>
                </c:pt>
                <c:pt idx="5496">
                  <c:v>5496</c:v>
                </c:pt>
                <c:pt idx="5497">
                  <c:v>5497</c:v>
                </c:pt>
                <c:pt idx="5498">
                  <c:v>5498</c:v>
                </c:pt>
                <c:pt idx="5499">
                  <c:v>5499</c:v>
                </c:pt>
                <c:pt idx="5500">
                  <c:v>5500</c:v>
                </c:pt>
                <c:pt idx="5501">
                  <c:v>5501</c:v>
                </c:pt>
                <c:pt idx="5502">
                  <c:v>5502</c:v>
                </c:pt>
                <c:pt idx="5503">
                  <c:v>5503</c:v>
                </c:pt>
                <c:pt idx="5504">
                  <c:v>5504</c:v>
                </c:pt>
                <c:pt idx="5505">
                  <c:v>5505</c:v>
                </c:pt>
                <c:pt idx="5506">
                  <c:v>5506</c:v>
                </c:pt>
                <c:pt idx="5507">
                  <c:v>5507</c:v>
                </c:pt>
                <c:pt idx="5508">
                  <c:v>5508</c:v>
                </c:pt>
                <c:pt idx="5509">
                  <c:v>5509</c:v>
                </c:pt>
                <c:pt idx="5510">
                  <c:v>5510</c:v>
                </c:pt>
                <c:pt idx="5511">
                  <c:v>5511</c:v>
                </c:pt>
                <c:pt idx="5512">
                  <c:v>5512</c:v>
                </c:pt>
                <c:pt idx="5513">
                  <c:v>5513</c:v>
                </c:pt>
                <c:pt idx="5514">
                  <c:v>5514</c:v>
                </c:pt>
                <c:pt idx="5515">
                  <c:v>5515</c:v>
                </c:pt>
                <c:pt idx="5516">
                  <c:v>5516</c:v>
                </c:pt>
                <c:pt idx="5517">
                  <c:v>5517</c:v>
                </c:pt>
                <c:pt idx="5518">
                  <c:v>5518</c:v>
                </c:pt>
                <c:pt idx="5519">
                  <c:v>5519</c:v>
                </c:pt>
                <c:pt idx="5520">
                  <c:v>5520</c:v>
                </c:pt>
                <c:pt idx="5521">
                  <c:v>5521</c:v>
                </c:pt>
                <c:pt idx="5522">
                  <c:v>5522</c:v>
                </c:pt>
                <c:pt idx="5523">
                  <c:v>5523</c:v>
                </c:pt>
                <c:pt idx="5524">
                  <c:v>5524</c:v>
                </c:pt>
                <c:pt idx="5525">
                  <c:v>5525</c:v>
                </c:pt>
                <c:pt idx="5526">
                  <c:v>5526</c:v>
                </c:pt>
                <c:pt idx="5527">
                  <c:v>5527</c:v>
                </c:pt>
                <c:pt idx="5528">
                  <c:v>5528</c:v>
                </c:pt>
                <c:pt idx="5529">
                  <c:v>5529</c:v>
                </c:pt>
                <c:pt idx="5530">
                  <c:v>5530</c:v>
                </c:pt>
                <c:pt idx="5531">
                  <c:v>5531</c:v>
                </c:pt>
                <c:pt idx="5532">
                  <c:v>5532</c:v>
                </c:pt>
                <c:pt idx="5533">
                  <c:v>5533</c:v>
                </c:pt>
                <c:pt idx="5534">
                  <c:v>5534</c:v>
                </c:pt>
                <c:pt idx="5535">
                  <c:v>5535</c:v>
                </c:pt>
                <c:pt idx="5536">
                  <c:v>5536</c:v>
                </c:pt>
                <c:pt idx="5537">
                  <c:v>5537</c:v>
                </c:pt>
                <c:pt idx="5538">
                  <c:v>5538</c:v>
                </c:pt>
                <c:pt idx="5539">
                  <c:v>5539</c:v>
                </c:pt>
                <c:pt idx="5540">
                  <c:v>5540</c:v>
                </c:pt>
                <c:pt idx="5541">
                  <c:v>5541</c:v>
                </c:pt>
                <c:pt idx="5542">
                  <c:v>5542</c:v>
                </c:pt>
                <c:pt idx="5543">
                  <c:v>5543</c:v>
                </c:pt>
                <c:pt idx="5544">
                  <c:v>5544</c:v>
                </c:pt>
                <c:pt idx="5545">
                  <c:v>5545</c:v>
                </c:pt>
                <c:pt idx="5546">
                  <c:v>5546</c:v>
                </c:pt>
                <c:pt idx="5547">
                  <c:v>5547</c:v>
                </c:pt>
                <c:pt idx="5548">
                  <c:v>5548</c:v>
                </c:pt>
                <c:pt idx="5549">
                  <c:v>5549</c:v>
                </c:pt>
                <c:pt idx="5550">
                  <c:v>5550</c:v>
                </c:pt>
                <c:pt idx="5551">
                  <c:v>5551</c:v>
                </c:pt>
                <c:pt idx="5552">
                  <c:v>5552</c:v>
                </c:pt>
                <c:pt idx="5553">
                  <c:v>5553</c:v>
                </c:pt>
                <c:pt idx="5554">
                  <c:v>5554</c:v>
                </c:pt>
                <c:pt idx="5555">
                  <c:v>5555</c:v>
                </c:pt>
                <c:pt idx="5556">
                  <c:v>5556</c:v>
                </c:pt>
                <c:pt idx="5557">
                  <c:v>5557</c:v>
                </c:pt>
                <c:pt idx="5558">
                  <c:v>5558</c:v>
                </c:pt>
                <c:pt idx="5559">
                  <c:v>5559</c:v>
                </c:pt>
                <c:pt idx="5560">
                  <c:v>5560</c:v>
                </c:pt>
                <c:pt idx="5561">
                  <c:v>5561</c:v>
                </c:pt>
                <c:pt idx="5562">
                  <c:v>5562</c:v>
                </c:pt>
                <c:pt idx="5563">
                  <c:v>5563</c:v>
                </c:pt>
                <c:pt idx="5564">
                  <c:v>5564</c:v>
                </c:pt>
                <c:pt idx="5565">
                  <c:v>5565</c:v>
                </c:pt>
                <c:pt idx="5566">
                  <c:v>5566</c:v>
                </c:pt>
                <c:pt idx="5567">
                  <c:v>5567</c:v>
                </c:pt>
                <c:pt idx="5568">
                  <c:v>5568</c:v>
                </c:pt>
                <c:pt idx="5569">
                  <c:v>5569</c:v>
                </c:pt>
                <c:pt idx="5570">
                  <c:v>5570</c:v>
                </c:pt>
                <c:pt idx="5571">
                  <c:v>5571</c:v>
                </c:pt>
                <c:pt idx="5572">
                  <c:v>5572</c:v>
                </c:pt>
                <c:pt idx="5573">
                  <c:v>5573</c:v>
                </c:pt>
                <c:pt idx="5574">
                  <c:v>5574</c:v>
                </c:pt>
                <c:pt idx="5575">
                  <c:v>5575</c:v>
                </c:pt>
                <c:pt idx="5576">
                  <c:v>5576</c:v>
                </c:pt>
                <c:pt idx="5577">
                  <c:v>5577</c:v>
                </c:pt>
                <c:pt idx="5578">
                  <c:v>5578</c:v>
                </c:pt>
                <c:pt idx="5579">
                  <c:v>5579</c:v>
                </c:pt>
                <c:pt idx="5580">
                  <c:v>5580</c:v>
                </c:pt>
                <c:pt idx="5581">
                  <c:v>5581</c:v>
                </c:pt>
                <c:pt idx="5582">
                  <c:v>5582</c:v>
                </c:pt>
                <c:pt idx="5583">
                  <c:v>5583</c:v>
                </c:pt>
                <c:pt idx="5584">
                  <c:v>5584</c:v>
                </c:pt>
                <c:pt idx="5585">
                  <c:v>5585</c:v>
                </c:pt>
                <c:pt idx="5586">
                  <c:v>5586</c:v>
                </c:pt>
                <c:pt idx="5587">
                  <c:v>5587</c:v>
                </c:pt>
                <c:pt idx="5588">
                  <c:v>5588</c:v>
                </c:pt>
                <c:pt idx="5589">
                  <c:v>5589</c:v>
                </c:pt>
                <c:pt idx="5590">
                  <c:v>5590</c:v>
                </c:pt>
                <c:pt idx="5591">
                  <c:v>5591</c:v>
                </c:pt>
                <c:pt idx="5592">
                  <c:v>5592</c:v>
                </c:pt>
                <c:pt idx="5593">
                  <c:v>5593</c:v>
                </c:pt>
                <c:pt idx="5594">
                  <c:v>5594</c:v>
                </c:pt>
                <c:pt idx="5595">
                  <c:v>5595</c:v>
                </c:pt>
                <c:pt idx="5596">
                  <c:v>5596</c:v>
                </c:pt>
                <c:pt idx="5597">
                  <c:v>5597</c:v>
                </c:pt>
                <c:pt idx="5598">
                  <c:v>5598</c:v>
                </c:pt>
                <c:pt idx="5599">
                  <c:v>5599</c:v>
                </c:pt>
                <c:pt idx="5600">
                  <c:v>5600</c:v>
                </c:pt>
                <c:pt idx="5601">
                  <c:v>5601</c:v>
                </c:pt>
                <c:pt idx="5602">
                  <c:v>5602</c:v>
                </c:pt>
                <c:pt idx="5603">
                  <c:v>5603</c:v>
                </c:pt>
                <c:pt idx="5604">
                  <c:v>5604</c:v>
                </c:pt>
                <c:pt idx="5605">
                  <c:v>5605</c:v>
                </c:pt>
                <c:pt idx="5606">
                  <c:v>5606</c:v>
                </c:pt>
                <c:pt idx="5607">
                  <c:v>5607</c:v>
                </c:pt>
                <c:pt idx="5608">
                  <c:v>5608</c:v>
                </c:pt>
                <c:pt idx="5609">
                  <c:v>5609</c:v>
                </c:pt>
                <c:pt idx="5610">
                  <c:v>5610</c:v>
                </c:pt>
                <c:pt idx="5611">
                  <c:v>5611</c:v>
                </c:pt>
                <c:pt idx="5612">
                  <c:v>5612</c:v>
                </c:pt>
                <c:pt idx="5613">
                  <c:v>5613</c:v>
                </c:pt>
                <c:pt idx="5614">
                  <c:v>5614</c:v>
                </c:pt>
                <c:pt idx="5615">
                  <c:v>5615</c:v>
                </c:pt>
                <c:pt idx="5616">
                  <c:v>5616</c:v>
                </c:pt>
                <c:pt idx="5617">
                  <c:v>5617</c:v>
                </c:pt>
                <c:pt idx="5618">
                  <c:v>5618</c:v>
                </c:pt>
                <c:pt idx="5619">
                  <c:v>5619</c:v>
                </c:pt>
                <c:pt idx="5620">
                  <c:v>5620</c:v>
                </c:pt>
                <c:pt idx="5621">
                  <c:v>5621</c:v>
                </c:pt>
                <c:pt idx="5622">
                  <c:v>5622</c:v>
                </c:pt>
                <c:pt idx="5623">
                  <c:v>5623</c:v>
                </c:pt>
                <c:pt idx="5624">
                  <c:v>5624</c:v>
                </c:pt>
                <c:pt idx="5625">
                  <c:v>5625</c:v>
                </c:pt>
                <c:pt idx="5626">
                  <c:v>5626</c:v>
                </c:pt>
                <c:pt idx="5627">
                  <c:v>5627</c:v>
                </c:pt>
                <c:pt idx="5628">
                  <c:v>5628</c:v>
                </c:pt>
                <c:pt idx="5629">
                  <c:v>5629</c:v>
                </c:pt>
                <c:pt idx="5630">
                  <c:v>5630</c:v>
                </c:pt>
                <c:pt idx="5631">
                  <c:v>5631</c:v>
                </c:pt>
                <c:pt idx="5632">
                  <c:v>5632</c:v>
                </c:pt>
                <c:pt idx="5633">
                  <c:v>5633</c:v>
                </c:pt>
                <c:pt idx="5634">
                  <c:v>5634</c:v>
                </c:pt>
                <c:pt idx="5635">
                  <c:v>5635</c:v>
                </c:pt>
                <c:pt idx="5636">
                  <c:v>5636</c:v>
                </c:pt>
                <c:pt idx="5637">
                  <c:v>5637</c:v>
                </c:pt>
                <c:pt idx="5638">
                  <c:v>5638</c:v>
                </c:pt>
                <c:pt idx="5639">
                  <c:v>5639</c:v>
                </c:pt>
                <c:pt idx="5640">
                  <c:v>5640</c:v>
                </c:pt>
                <c:pt idx="5641">
                  <c:v>5641</c:v>
                </c:pt>
                <c:pt idx="5642">
                  <c:v>5642</c:v>
                </c:pt>
                <c:pt idx="5643">
                  <c:v>5643</c:v>
                </c:pt>
                <c:pt idx="5644">
                  <c:v>5644</c:v>
                </c:pt>
                <c:pt idx="5645">
                  <c:v>5645</c:v>
                </c:pt>
                <c:pt idx="5646">
                  <c:v>5646</c:v>
                </c:pt>
                <c:pt idx="5647">
                  <c:v>5647</c:v>
                </c:pt>
                <c:pt idx="5648">
                  <c:v>5648</c:v>
                </c:pt>
                <c:pt idx="5649">
                  <c:v>5649</c:v>
                </c:pt>
                <c:pt idx="5650">
                  <c:v>5650</c:v>
                </c:pt>
                <c:pt idx="5651">
                  <c:v>5651</c:v>
                </c:pt>
                <c:pt idx="5652">
                  <c:v>5652</c:v>
                </c:pt>
                <c:pt idx="5653">
                  <c:v>5653</c:v>
                </c:pt>
                <c:pt idx="5654">
                  <c:v>5654</c:v>
                </c:pt>
                <c:pt idx="5655">
                  <c:v>5655</c:v>
                </c:pt>
                <c:pt idx="5656">
                  <c:v>5656</c:v>
                </c:pt>
                <c:pt idx="5657">
                  <c:v>5657</c:v>
                </c:pt>
                <c:pt idx="5658">
                  <c:v>5658</c:v>
                </c:pt>
                <c:pt idx="5659">
                  <c:v>5659</c:v>
                </c:pt>
                <c:pt idx="5660">
                  <c:v>5660</c:v>
                </c:pt>
                <c:pt idx="5661">
                  <c:v>5661</c:v>
                </c:pt>
                <c:pt idx="5662">
                  <c:v>5662</c:v>
                </c:pt>
                <c:pt idx="5663">
                  <c:v>5663</c:v>
                </c:pt>
                <c:pt idx="5664">
                  <c:v>5664</c:v>
                </c:pt>
                <c:pt idx="5665">
                  <c:v>5665</c:v>
                </c:pt>
                <c:pt idx="5666">
                  <c:v>5666</c:v>
                </c:pt>
                <c:pt idx="5667">
                  <c:v>5667</c:v>
                </c:pt>
                <c:pt idx="5668">
                  <c:v>5668</c:v>
                </c:pt>
                <c:pt idx="5669">
                  <c:v>5669</c:v>
                </c:pt>
                <c:pt idx="5670">
                  <c:v>5670</c:v>
                </c:pt>
                <c:pt idx="5671">
                  <c:v>5671</c:v>
                </c:pt>
                <c:pt idx="5672">
                  <c:v>5672</c:v>
                </c:pt>
                <c:pt idx="5673">
                  <c:v>5673</c:v>
                </c:pt>
                <c:pt idx="5674">
                  <c:v>5674</c:v>
                </c:pt>
                <c:pt idx="5675">
                  <c:v>5675</c:v>
                </c:pt>
                <c:pt idx="5676">
                  <c:v>5676</c:v>
                </c:pt>
                <c:pt idx="5677">
                  <c:v>5677</c:v>
                </c:pt>
                <c:pt idx="5678">
                  <c:v>5678</c:v>
                </c:pt>
                <c:pt idx="5679">
                  <c:v>5679</c:v>
                </c:pt>
                <c:pt idx="5680">
                  <c:v>5680</c:v>
                </c:pt>
                <c:pt idx="5681">
                  <c:v>5681</c:v>
                </c:pt>
                <c:pt idx="5682">
                  <c:v>5682</c:v>
                </c:pt>
                <c:pt idx="5683">
                  <c:v>5683</c:v>
                </c:pt>
                <c:pt idx="5684">
                  <c:v>5684</c:v>
                </c:pt>
                <c:pt idx="5685">
                  <c:v>5685</c:v>
                </c:pt>
                <c:pt idx="5686">
                  <c:v>5686</c:v>
                </c:pt>
                <c:pt idx="5687">
                  <c:v>5687</c:v>
                </c:pt>
                <c:pt idx="5688">
                  <c:v>5688</c:v>
                </c:pt>
                <c:pt idx="5689">
                  <c:v>5689</c:v>
                </c:pt>
                <c:pt idx="5690">
                  <c:v>5690</c:v>
                </c:pt>
                <c:pt idx="5691">
                  <c:v>5691</c:v>
                </c:pt>
                <c:pt idx="5692">
                  <c:v>5692</c:v>
                </c:pt>
                <c:pt idx="5693">
                  <c:v>5693</c:v>
                </c:pt>
                <c:pt idx="5694">
                  <c:v>5694</c:v>
                </c:pt>
                <c:pt idx="5695">
                  <c:v>5695</c:v>
                </c:pt>
                <c:pt idx="5696">
                  <c:v>5696</c:v>
                </c:pt>
                <c:pt idx="5697">
                  <c:v>5697</c:v>
                </c:pt>
                <c:pt idx="5698">
                  <c:v>5698</c:v>
                </c:pt>
                <c:pt idx="5699">
                  <c:v>5699</c:v>
                </c:pt>
                <c:pt idx="5700">
                  <c:v>5700</c:v>
                </c:pt>
                <c:pt idx="5701">
                  <c:v>5701</c:v>
                </c:pt>
                <c:pt idx="5702">
                  <c:v>5702</c:v>
                </c:pt>
                <c:pt idx="5703">
                  <c:v>5703</c:v>
                </c:pt>
                <c:pt idx="5704">
                  <c:v>5704</c:v>
                </c:pt>
                <c:pt idx="5705">
                  <c:v>5705</c:v>
                </c:pt>
                <c:pt idx="5706">
                  <c:v>5706</c:v>
                </c:pt>
                <c:pt idx="5707">
                  <c:v>5707</c:v>
                </c:pt>
                <c:pt idx="5708">
                  <c:v>5708</c:v>
                </c:pt>
                <c:pt idx="5709">
                  <c:v>5709</c:v>
                </c:pt>
                <c:pt idx="5710">
                  <c:v>5710</c:v>
                </c:pt>
                <c:pt idx="5711">
                  <c:v>5711</c:v>
                </c:pt>
                <c:pt idx="5712">
                  <c:v>5712</c:v>
                </c:pt>
                <c:pt idx="5713">
                  <c:v>5713</c:v>
                </c:pt>
                <c:pt idx="5714">
                  <c:v>5714</c:v>
                </c:pt>
                <c:pt idx="5715">
                  <c:v>5715</c:v>
                </c:pt>
                <c:pt idx="5716">
                  <c:v>5716</c:v>
                </c:pt>
                <c:pt idx="5717">
                  <c:v>5717</c:v>
                </c:pt>
                <c:pt idx="5718">
                  <c:v>5718</c:v>
                </c:pt>
                <c:pt idx="5719">
                  <c:v>5719</c:v>
                </c:pt>
                <c:pt idx="5720">
                  <c:v>5720</c:v>
                </c:pt>
                <c:pt idx="5721">
                  <c:v>5721</c:v>
                </c:pt>
                <c:pt idx="5722">
                  <c:v>5722</c:v>
                </c:pt>
                <c:pt idx="5723">
                  <c:v>5723</c:v>
                </c:pt>
                <c:pt idx="5724">
                  <c:v>5724</c:v>
                </c:pt>
                <c:pt idx="5725">
                  <c:v>5725</c:v>
                </c:pt>
                <c:pt idx="5726">
                  <c:v>5726</c:v>
                </c:pt>
                <c:pt idx="5727">
                  <c:v>5727</c:v>
                </c:pt>
                <c:pt idx="5728">
                  <c:v>5728</c:v>
                </c:pt>
                <c:pt idx="5729">
                  <c:v>5729</c:v>
                </c:pt>
                <c:pt idx="5730">
                  <c:v>5730</c:v>
                </c:pt>
                <c:pt idx="5731">
                  <c:v>5731</c:v>
                </c:pt>
                <c:pt idx="5732">
                  <c:v>5732</c:v>
                </c:pt>
                <c:pt idx="5733">
                  <c:v>5733</c:v>
                </c:pt>
                <c:pt idx="5734">
                  <c:v>5734</c:v>
                </c:pt>
                <c:pt idx="5735">
                  <c:v>5735</c:v>
                </c:pt>
                <c:pt idx="5736">
                  <c:v>5736</c:v>
                </c:pt>
                <c:pt idx="5737">
                  <c:v>5737</c:v>
                </c:pt>
                <c:pt idx="5738">
                  <c:v>5738</c:v>
                </c:pt>
                <c:pt idx="5739">
                  <c:v>5739</c:v>
                </c:pt>
                <c:pt idx="5740">
                  <c:v>5740</c:v>
                </c:pt>
                <c:pt idx="5741">
                  <c:v>5741</c:v>
                </c:pt>
                <c:pt idx="5742">
                  <c:v>5742</c:v>
                </c:pt>
                <c:pt idx="5743">
                  <c:v>5743</c:v>
                </c:pt>
                <c:pt idx="5744">
                  <c:v>5744</c:v>
                </c:pt>
                <c:pt idx="5745">
                  <c:v>5745</c:v>
                </c:pt>
                <c:pt idx="5746">
                  <c:v>5746</c:v>
                </c:pt>
                <c:pt idx="5747">
                  <c:v>5747</c:v>
                </c:pt>
                <c:pt idx="5748">
                  <c:v>5748</c:v>
                </c:pt>
                <c:pt idx="5749">
                  <c:v>5749</c:v>
                </c:pt>
                <c:pt idx="5750">
                  <c:v>5750</c:v>
                </c:pt>
                <c:pt idx="5751">
                  <c:v>5751</c:v>
                </c:pt>
                <c:pt idx="5752">
                  <c:v>5752</c:v>
                </c:pt>
                <c:pt idx="5753">
                  <c:v>5753</c:v>
                </c:pt>
                <c:pt idx="5754">
                  <c:v>5754</c:v>
                </c:pt>
                <c:pt idx="5755">
                  <c:v>5755</c:v>
                </c:pt>
                <c:pt idx="5756">
                  <c:v>5756</c:v>
                </c:pt>
                <c:pt idx="5757">
                  <c:v>5757</c:v>
                </c:pt>
                <c:pt idx="5758">
                  <c:v>5758</c:v>
                </c:pt>
                <c:pt idx="5759">
                  <c:v>5759</c:v>
                </c:pt>
                <c:pt idx="5760">
                  <c:v>5760</c:v>
                </c:pt>
                <c:pt idx="5761">
                  <c:v>5761</c:v>
                </c:pt>
                <c:pt idx="5762">
                  <c:v>5762</c:v>
                </c:pt>
                <c:pt idx="5763">
                  <c:v>5763</c:v>
                </c:pt>
                <c:pt idx="5764">
                  <c:v>5764</c:v>
                </c:pt>
                <c:pt idx="5765">
                  <c:v>5765</c:v>
                </c:pt>
                <c:pt idx="5766">
                  <c:v>5766</c:v>
                </c:pt>
                <c:pt idx="5767">
                  <c:v>5767</c:v>
                </c:pt>
                <c:pt idx="5768">
                  <c:v>5768</c:v>
                </c:pt>
                <c:pt idx="5769">
                  <c:v>5769</c:v>
                </c:pt>
                <c:pt idx="5770">
                  <c:v>5770</c:v>
                </c:pt>
                <c:pt idx="5771">
                  <c:v>5771</c:v>
                </c:pt>
                <c:pt idx="5772">
                  <c:v>5772</c:v>
                </c:pt>
                <c:pt idx="5773">
                  <c:v>5773</c:v>
                </c:pt>
                <c:pt idx="5774">
                  <c:v>5774</c:v>
                </c:pt>
                <c:pt idx="5775">
                  <c:v>5775</c:v>
                </c:pt>
                <c:pt idx="5776">
                  <c:v>5776</c:v>
                </c:pt>
                <c:pt idx="5777">
                  <c:v>5777</c:v>
                </c:pt>
                <c:pt idx="5778">
                  <c:v>5778</c:v>
                </c:pt>
                <c:pt idx="5779">
                  <c:v>5779</c:v>
                </c:pt>
                <c:pt idx="5780">
                  <c:v>5780</c:v>
                </c:pt>
                <c:pt idx="5781">
                  <c:v>5781</c:v>
                </c:pt>
                <c:pt idx="5782">
                  <c:v>5782</c:v>
                </c:pt>
                <c:pt idx="5783">
                  <c:v>5783</c:v>
                </c:pt>
                <c:pt idx="5784">
                  <c:v>5784</c:v>
                </c:pt>
                <c:pt idx="5785">
                  <c:v>5785</c:v>
                </c:pt>
                <c:pt idx="5786">
                  <c:v>5786</c:v>
                </c:pt>
                <c:pt idx="5787">
                  <c:v>5787</c:v>
                </c:pt>
                <c:pt idx="5788">
                  <c:v>5788</c:v>
                </c:pt>
                <c:pt idx="5789">
                  <c:v>5789</c:v>
                </c:pt>
                <c:pt idx="5790">
                  <c:v>5790</c:v>
                </c:pt>
                <c:pt idx="5791">
                  <c:v>5791</c:v>
                </c:pt>
                <c:pt idx="5792">
                  <c:v>5792</c:v>
                </c:pt>
                <c:pt idx="5793">
                  <c:v>5793</c:v>
                </c:pt>
                <c:pt idx="5794">
                  <c:v>5794</c:v>
                </c:pt>
                <c:pt idx="5795">
                  <c:v>5795</c:v>
                </c:pt>
                <c:pt idx="5796">
                  <c:v>5796</c:v>
                </c:pt>
                <c:pt idx="5797">
                  <c:v>5797</c:v>
                </c:pt>
                <c:pt idx="5798">
                  <c:v>5798</c:v>
                </c:pt>
                <c:pt idx="5799">
                  <c:v>5799</c:v>
                </c:pt>
                <c:pt idx="5800">
                  <c:v>5800</c:v>
                </c:pt>
                <c:pt idx="5801">
                  <c:v>5801</c:v>
                </c:pt>
                <c:pt idx="5802">
                  <c:v>5802</c:v>
                </c:pt>
                <c:pt idx="5803">
                  <c:v>5803</c:v>
                </c:pt>
                <c:pt idx="5804">
                  <c:v>5804</c:v>
                </c:pt>
                <c:pt idx="5805">
                  <c:v>5805</c:v>
                </c:pt>
                <c:pt idx="5806">
                  <c:v>5806</c:v>
                </c:pt>
                <c:pt idx="5807">
                  <c:v>5807</c:v>
                </c:pt>
                <c:pt idx="5808">
                  <c:v>5808</c:v>
                </c:pt>
                <c:pt idx="5809">
                  <c:v>5809</c:v>
                </c:pt>
                <c:pt idx="5810">
                  <c:v>5810</c:v>
                </c:pt>
                <c:pt idx="5811">
                  <c:v>5811</c:v>
                </c:pt>
                <c:pt idx="5812">
                  <c:v>5812</c:v>
                </c:pt>
                <c:pt idx="5813">
                  <c:v>5813</c:v>
                </c:pt>
                <c:pt idx="5814">
                  <c:v>5814</c:v>
                </c:pt>
                <c:pt idx="5815">
                  <c:v>5815</c:v>
                </c:pt>
                <c:pt idx="5816">
                  <c:v>5816</c:v>
                </c:pt>
                <c:pt idx="5817">
                  <c:v>5817</c:v>
                </c:pt>
                <c:pt idx="5818">
                  <c:v>5818</c:v>
                </c:pt>
                <c:pt idx="5819">
                  <c:v>5819</c:v>
                </c:pt>
                <c:pt idx="5820">
                  <c:v>5820</c:v>
                </c:pt>
                <c:pt idx="5821">
                  <c:v>5821</c:v>
                </c:pt>
                <c:pt idx="5822">
                  <c:v>5822</c:v>
                </c:pt>
                <c:pt idx="5823">
                  <c:v>5823</c:v>
                </c:pt>
                <c:pt idx="5824">
                  <c:v>5824</c:v>
                </c:pt>
                <c:pt idx="5825">
                  <c:v>5825</c:v>
                </c:pt>
                <c:pt idx="5826">
                  <c:v>5826</c:v>
                </c:pt>
                <c:pt idx="5827">
                  <c:v>5827</c:v>
                </c:pt>
                <c:pt idx="5828">
                  <c:v>5828</c:v>
                </c:pt>
                <c:pt idx="5829">
                  <c:v>5829</c:v>
                </c:pt>
                <c:pt idx="5830">
                  <c:v>5830</c:v>
                </c:pt>
                <c:pt idx="5831">
                  <c:v>5831</c:v>
                </c:pt>
                <c:pt idx="5832">
                  <c:v>5832</c:v>
                </c:pt>
                <c:pt idx="5833">
                  <c:v>5833</c:v>
                </c:pt>
                <c:pt idx="5834">
                  <c:v>5834</c:v>
                </c:pt>
                <c:pt idx="5835">
                  <c:v>5835</c:v>
                </c:pt>
                <c:pt idx="5836">
                  <c:v>5836</c:v>
                </c:pt>
                <c:pt idx="5837">
                  <c:v>5837</c:v>
                </c:pt>
                <c:pt idx="5838">
                  <c:v>5838</c:v>
                </c:pt>
                <c:pt idx="5839">
                  <c:v>5839</c:v>
                </c:pt>
                <c:pt idx="5840">
                  <c:v>5840</c:v>
                </c:pt>
                <c:pt idx="5841">
                  <c:v>5841</c:v>
                </c:pt>
                <c:pt idx="5842">
                  <c:v>5842</c:v>
                </c:pt>
                <c:pt idx="5843">
                  <c:v>5843</c:v>
                </c:pt>
                <c:pt idx="5844">
                  <c:v>5844</c:v>
                </c:pt>
                <c:pt idx="5845">
                  <c:v>5845</c:v>
                </c:pt>
                <c:pt idx="5846">
                  <c:v>5846</c:v>
                </c:pt>
                <c:pt idx="5847">
                  <c:v>5847</c:v>
                </c:pt>
                <c:pt idx="5848">
                  <c:v>5848</c:v>
                </c:pt>
                <c:pt idx="5849">
                  <c:v>5849</c:v>
                </c:pt>
                <c:pt idx="5850">
                  <c:v>5850</c:v>
                </c:pt>
                <c:pt idx="5851">
                  <c:v>5851</c:v>
                </c:pt>
                <c:pt idx="5852">
                  <c:v>5852</c:v>
                </c:pt>
                <c:pt idx="5853">
                  <c:v>5853</c:v>
                </c:pt>
                <c:pt idx="5854">
                  <c:v>5854</c:v>
                </c:pt>
                <c:pt idx="5855">
                  <c:v>5855</c:v>
                </c:pt>
                <c:pt idx="5856">
                  <c:v>5856</c:v>
                </c:pt>
                <c:pt idx="5857">
                  <c:v>5857</c:v>
                </c:pt>
                <c:pt idx="5858">
                  <c:v>5858</c:v>
                </c:pt>
                <c:pt idx="5859">
                  <c:v>5859</c:v>
                </c:pt>
                <c:pt idx="5860">
                  <c:v>5860</c:v>
                </c:pt>
                <c:pt idx="5861">
                  <c:v>5861</c:v>
                </c:pt>
                <c:pt idx="5862">
                  <c:v>5862</c:v>
                </c:pt>
                <c:pt idx="5863">
                  <c:v>5863</c:v>
                </c:pt>
                <c:pt idx="5864">
                  <c:v>5864</c:v>
                </c:pt>
                <c:pt idx="5865">
                  <c:v>5865</c:v>
                </c:pt>
                <c:pt idx="5866">
                  <c:v>5866</c:v>
                </c:pt>
                <c:pt idx="5867">
                  <c:v>5867</c:v>
                </c:pt>
                <c:pt idx="5868">
                  <c:v>5868</c:v>
                </c:pt>
                <c:pt idx="5869">
                  <c:v>5869</c:v>
                </c:pt>
                <c:pt idx="5870">
                  <c:v>5870</c:v>
                </c:pt>
                <c:pt idx="5871">
                  <c:v>5871</c:v>
                </c:pt>
                <c:pt idx="5872">
                  <c:v>5872</c:v>
                </c:pt>
                <c:pt idx="5873">
                  <c:v>5873</c:v>
                </c:pt>
                <c:pt idx="5874">
                  <c:v>5874</c:v>
                </c:pt>
                <c:pt idx="5875">
                  <c:v>5875</c:v>
                </c:pt>
                <c:pt idx="5876">
                  <c:v>5876</c:v>
                </c:pt>
                <c:pt idx="5877">
                  <c:v>5877</c:v>
                </c:pt>
                <c:pt idx="5878">
                  <c:v>5878</c:v>
                </c:pt>
                <c:pt idx="5879">
                  <c:v>5879</c:v>
                </c:pt>
                <c:pt idx="5880">
                  <c:v>5880</c:v>
                </c:pt>
                <c:pt idx="5881">
                  <c:v>5881</c:v>
                </c:pt>
                <c:pt idx="5882">
                  <c:v>5882</c:v>
                </c:pt>
                <c:pt idx="5883">
                  <c:v>5883</c:v>
                </c:pt>
                <c:pt idx="5884">
                  <c:v>5884</c:v>
                </c:pt>
                <c:pt idx="5885">
                  <c:v>5885</c:v>
                </c:pt>
                <c:pt idx="5886">
                  <c:v>5886</c:v>
                </c:pt>
                <c:pt idx="5887">
                  <c:v>5887</c:v>
                </c:pt>
                <c:pt idx="5888">
                  <c:v>5888</c:v>
                </c:pt>
                <c:pt idx="5889">
                  <c:v>5889</c:v>
                </c:pt>
                <c:pt idx="5890">
                  <c:v>5890</c:v>
                </c:pt>
                <c:pt idx="5891">
                  <c:v>5891</c:v>
                </c:pt>
                <c:pt idx="5892">
                  <c:v>5892</c:v>
                </c:pt>
                <c:pt idx="5893">
                  <c:v>5893</c:v>
                </c:pt>
                <c:pt idx="5894">
                  <c:v>5894</c:v>
                </c:pt>
                <c:pt idx="5895">
                  <c:v>5895</c:v>
                </c:pt>
                <c:pt idx="5896">
                  <c:v>5896</c:v>
                </c:pt>
                <c:pt idx="5897">
                  <c:v>5897</c:v>
                </c:pt>
                <c:pt idx="5898">
                  <c:v>5898</c:v>
                </c:pt>
                <c:pt idx="5899">
                  <c:v>5899</c:v>
                </c:pt>
                <c:pt idx="5900">
                  <c:v>5900</c:v>
                </c:pt>
                <c:pt idx="5901">
                  <c:v>5901</c:v>
                </c:pt>
                <c:pt idx="5902">
                  <c:v>5902</c:v>
                </c:pt>
                <c:pt idx="5903">
                  <c:v>5903</c:v>
                </c:pt>
                <c:pt idx="5904">
                  <c:v>5904</c:v>
                </c:pt>
                <c:pt idx="5905">
                  <c:v>5905</c:v>
                </c:pt>
                <c:pt idx="5906">
                  <c:v>5906</c:v>
                </c:pt>
                <c:pt idx="5907">
                  <c:v>5907</c:v>
                </c:pt>
                <c:pt idx="5908">
                  <c:v>5908</c:v>
                </c:pt>
                <c:pt idx="5909">
                  <c:v>5909</c:v>
                </c:pt>
                <c:pt idx="5910">
                  <c:v>5910</c:v>
                </c:pt>
                <c:pt idx="5911">
                  <c:v>5911</c:v>
                </c:pt>
                <c:pt idx="5912">
                  <c:v>5912</c:v>
                </c:pt>
                <c:pt idx="5913">
                  <c:v>5913</c:v>
                </c:pt>
                <c:pt idx="5914">
                  <c:v>5914</c:v>
                </c:pt>
                <c:pt idx="5915">
                  <c:v>5915</c:v>
                </c:pt>
                <c:pt idx="5916">
                  <c:v>5916</c:v>
                </c:pt>
                <c:pt idx="5917">
                  <c:v>5917</c:v>
                </c:pt>
                <c:pt idx="5918">
                  <c:v>5918</c:v>
                </c:pt>
                <c:pt idx="5919">
                  <c:v>5919</c:v>
                </c:pt>
                <c:pt idx="5920">
                  <c:v>5920</c:v>
                </c:pt>
                <c:pt idx="5921">
                  <c:v>5921</c:v>
                </c:pt>
                <c:pt idx="5922">
                  <c:v>5922</c:v>
                </c:pt>
                <c:pt idx="5923">
                  <c:v>5923</c:v>
                </c:pt>
                <c:pt idx="5924">
                  <c:v>5924</c:v>
                </c:pt>
                <c:pt idx="5925">
                  <c:v>5925</c:v>
                </c:pt>
                <c:pt idx="5926">
                  <c:v>5926</c:v>
                </c:pt>
                <c:pt idx="5927">
                  <c:v>5927</c:v>
                </c:pt>
                <c:pt idx="5928">
                  <c:v>5928</c:v>
                </c:pt>
                <c:pt idx="5929">
                  <c:v>5929</c:v>
                </c:pt>
                <c:pt idx="5930">
                  <c:v>5930</c:v>
                </c:pt>
                <c:pt idx="5931">
                  <c:v>5931</c:v>
                </c:pt>
                <c:pt idx="5932">
                  <c:v>5932</c:v>
                </c:pt>
                <c:pt idx="5933">
                  <c:v>5933</c:v>
                </c:pt>
                <c:pt idx="5934">
                  <c:v>5934</c:v>
                </c:pt>
                <c:pt idx="5935">
                  <c:v>5935</c:v>
                </c:pt>
                <c:pt idx="5936">
                  <c:v>5936</c:v>
                </c:pt>
                <c:pt idx="5937">
                  <c:v>5937</c:v>
                </c:pt>
                <c:pt idx="5938">
                  <c:v>5938</c:v>
                </c:pt>
                <c:pt idx="5939">
                  <c:v>5939</c:v>
                </c:pt>
                <c:pt idx="5940">
                  <c:v>5940</c:v>
                </c:pt>
                <c:pt idx="5941">
                  <c:v>5941</c:v>
                </c:pt>
                <c:pt idx="5942">
                  <c:v>5942</c:v>
                </c:pt>
                <c:pt idx="5943">
                  <c:v>5943</c:v>
                </c:pt>
                <c:pt idx="5944">
                  <c:v>5944</c:v>
                </c:pt>
                <c:pt idx="5945">
                  <c:v>5945</c:v>
                </c:pt>
                <c:pt idx="5946">
                  <c:v>5946</c:v>
                </c:pt>
                <c:pt idx="5947">
                  <c:v>5947</c:v>
                </c:pt>
                <c:pt idx="5948">
                  <c:v>5948</c:v>
                </c:pt>
                <c:pt idx="5949">
                  <c:v>5949</c:v>
                </c:pt>
                <c:pt idx="5950">
                  <c:v>5950</c:v>
                </c:pt>
                <c:pt idx="5951">
                  <c:v>5951</c:v>
                </c:pt>
                <c:pt idx="5952">
                  <c:v>5952</c:v>
                </c:pt>
                <c:pt idx="5953">
                  <c:v>5953</c:v>
                </c:pt>
                <c:pt idx="5954">
                  <c:v>5954</c:v>
                </c:pt>
                <c:pt idx="5955">
                  <c:v>5955</c:v>
                </c:pt>
                <c:pt idx="5956">
                  <c:v>5956</c:v>
                </c:pt>
                <c:pt idx="5957">
                  <c:v>5957</c:v>
                </c:pt>
                <c:pt idx="5958">
                  <c:v>5958</c:v>
                </c:pt>
                <c:pt idx="5959">
                  <c:v>5959</c:v>
                </c:pt>
                <c:pt idx="5960">
                  <c:v>5960</c:v>
                </c:pt>
                <c:pt idx="5961">
                  <c:v>5961</c:v>
                </c:pt>
                <c:pt idx="5962">
                  <c:v>5962</c:v>
                </c:pt>
                <c:pt idx="5963">
                  <c:v>5963</c:v>
                </c:pt>
                <c:pt idx="5964">
                  <c:v>5964</c:v>
                </c:pt>
                <c:pt idx="5965">
                  <c:v>5965</c:v>
                </c:pt>
                <c:pt idx="5966">
                  <c:v>5966</c:v>
                </c:pt>
                <c:pt idx="5967">
                  <c:v>5967</c:v>
                </c:pt>
                <c:pt idx="5968">
                  <c:v>5968</c:v>
                </c:pt>
                <c:pt idx="5969">
                  <c:v>5969</c:v>
                </c:pt>
                <c:pt idx="5970">
                  <c:v>5970</c:v>
                </c:pt>
                <c:pt idx="5971">
                  <c:v>5971</c:v>
                </c:pt>
                <c:pt idx="5972">
                  <c:v>5972</c:v>
                </c:pt>
                <c:pt idx="5973">
                  <c:v>5973</c:v>
                </c:pt>
                <c:pt idx="5974">
                  <c:v>5974</c:v>
                </c:pt>
                <c:pt idx="5975">
                  <c:v>5975</c:v>
                </c:pt>
                <c:pt idx="5976">
                  <c:v>5976</c:v>
                </c:pt>
                <c:pt idx="5977">
                  <c:v>5977</c:v>
                </c:pt>
                <c:pt idx="5978">
                  <c:v>5978</c:v>
                </c:pt>
                <c:pt idx="5979">
                  <c:v>5979</c:v>
                </c:pt>
                <c:pt idx="5980">
                  <c:v>5980</c:v>
                </c:pt>
                <c:pt idx="5981">
                  <c:v>5981</c:v>
                </c:pt>
                <c:pt idx="5982">
                  <c:v>5982</c:v>
                </c:pt>
                <c:pt idx="5983">
                  <c:v>5983</c:v>
                </c:pt>
                <c:pt idx="5984">
                  <c:v>5984</c:v>
                </c:pt>
                <c:pt idx="5985">
                  <c:v>5985</c:v>
                </c:pt>
                <c:pt idx="5986">
                  <c:v>5986</c:v>
                </c:pt>
                <c:pt idx="5987">
                  <c:v>5987</c:v>
                </c:pt>
                <c:pt idx="5988">
                  <c:v>5988</c:v>
                </c:pt>
                <c:pt idx="5989">
                  <c:v>5989</c:v>
                </c:pt>
                <c:pt idx="5990">
                  <c:v>5990</c:v>
                </c:pt>
                <c:pt idx="5991">
                  <c:v>5991</c:v>
                </c:pt>
                <c:pt idx="5992">
                  <c:v>5992</c:v>
                </c:pt>
                <c:pt idx="5993">
                  <c:v>5993</c:v>
                </c:pt>
                <c:pt idx="5994">
                  <c:v>5994</c:v>
                </c:pt>
                <c:pt idx="5995">
                  <c:v>5995</c:v>
                </c:pt>
                <c:pt idx="5996">
                  <c:v>5996</c:v>
                </c:pt>
                <c:pt idx="5997">
                  <c:v>5997</c:v>
                </c:pt>
                <c:pt idx="5998">
                  <c:v>5998</c:v>
                </c:pt>
                <c:pt idx="5999">
                  <c:v>5999</c:v>
                </c:pt>
                <c:pt idx="6000">
                  <c:v>6000</c:v>
                </c:pt>
                <c:pt idx="6001">
                  <c:v>6001</c:v>
                </c:pt>
                <c:pt idx="6002">
                  <c:v>6002</c:v>
                </c:pt>
                <c:pt idx="6003">
                  <c:v>6003</c:v>
                </c:pt>
                <c:pt idx="6004">
                  <c:v>6004</c:v>
                </c:pt>
                <c:pt idx="6005">
                  <c:v>6005</c:v>
                </c:pt>
                <c:pt idx="6006">
                  <c:v>6006</c:v>
                </c:pt>
                <c:pt idx="6007">
                  <c:v>6007</c:v>
                </c:pt>
                <c:pt idx="6008">
                  <c:v>6008</c:v>
                </c:pt>
                <c:pt idx="6009">
                  <c:v>6009</c:v>
                </c:pt>
                <c:pt idx="6010">
                  <c:v>6010</c:v>
                </c:pt>
                <c:pt idx="6011">
                  <c:v>6011</c:v>
                </c:pt>
                <c:pt idx="6012">
                  <c:v>6012</c:v>
                </c:pt>
                <c:pt idx="6013">
                  <c:v>6013</c:v>
                </c:pt>
                <c:pt idx="6014">
                  <c:v>6014</c:v>
                </c:pt>
                <c:pt idx="6015">
                  <c:v>6015</c:v>
                </c:pt>
                <c:pt idx="6016">
                  <c:v>6016</c:v>
                </c:pt>
                <c:pt idx="6017">
                  <c:v>6017</c:v>
                </c:pt>
                <c:pt idx="6018">
                  <c:v>6018</c:v>
                </c:pt>
                <c:pt idx="6019">
                  <c:v>6019</c:v>
                </c:pt>
                <c:pt idx="6020">
                  <c:v>6020</c:v>
                </c:pt>
                <c:pt idx="6021">
                  <c:v>6021</c:v>
                </c:pt>
                <c:pt idx="6022">
                  <c:v>6022</c:v>
                </c:pt>
                <c:pt idx="6023">
                  <c:v>6023</c:v>
                </c:pt>
                <c:pt idx="6024">
                  <c:v>6024</c:v>
                </c:pt>
                <c:pt idx="6025">
                  <c:v>6025</c:v>
                </c:pt>
                <c:pt idx="6026">
                  <c:v>6026</c:v>
                </c:pt>
                <c:pt idx="6027">
                  <c:v>6027</c:v>
                </c:pt>
                <c:pt idx="6028">
                  <c:v>6028</c:v>
                </c:pt>
                <c:pt idx="6029">
                  <c:v>6029</c:v>
                </c:pt>
                <c:pt idx="6030">
                  <c:v>6030</c:v>
                </c:pt>
                <c:pt idx="6031">
                  <c:v>6031</c:v>
                </c:pt>
                <c:pt idx="6032">
                  <c:v>6032</c:v>
                </c:pt>
                <c:pt idx="6033">
                  <c:v>6033</c:v>
                </c:pt>
                <c:pt idx="6034">
                  <c:v>6034</c:v>
                </c:pt>
                <c:pt idx="6035">
                  <c:v>6035</c:v>
                </c:pt>
                <c:pt idx="6036">
                  <c:v>6036</c:v>
                </c:pt>
                <c:pt idx="6037">
                  <c:v>6037</c:v>
                </c:pt>
                <c:pt idx="6038">
                  <c:v>6038</c:v>
                </c:pt>
                <c:pt idx="6039">
                  <c:v>6039</c:v>
                </c:pt>
                <c:pt idx="6040">
                  <c:v>6040</c:v>
                </c:pt>
                <c:pt idx="6041">
                  <c:v>6041</c:v>
                </c:pt>
                <c:pt idx="6042">
                  <c:v>6042</c:v>
                </c:pt>
                <c:pt idx="6043">
                  <c:v>6043</c:v>
                </c:pt>
                <c:pt idx="6044">
                  <c:v>6044</c:v>
                </c:pt>
                <c:pt idx="6045">
                  <c:v>6045</c:v>
                </c:pt>
                <c:pt idx="6046">
                  <c:v>6046</c:v>
                </c:pt>
                <c:pt idx="6047">
                  <c:v>6047</c:v>
                </c:pt>
                <c:pt idx="6048">
                  <c:v>6048</c:v>
                </c:pt>
                <c:pt idx="6049">
                  <c:v>6049</c:v>
                </c:pt>
                <c:pt idx="6050">
                  <c:v>6050</c:v>
                </c:pt>
                <c:pt idx="6051">
                  <c:v>6051</c:v>
                </c:pt>
                <c:pt idx="6052">
                  <c:v>6052</c:v>
                </c:pt>
                <c:pt idx="6053">
                  <c:v>6053</c:v>
                </c:pt>
                <c:pt idx="6054">
                  <c:v>6054</c:v>
                </c:pt>
                <c:pt idx="6055">
                  <c:v>6055</c:v>
                </c:pt>
                <c:pt idx="6056">
                  <c:v>6056</c:v>
                </c:pt>
                <c:pt idx="6057">
                  <c:v>6057</c:v>
                </c:pt>
                <c:pt idx="6058">
                  <c:v>6058</c:v>
                </c:pt>
                <c:pt idx="6059">
                  <c:v>6059</c:v>
                </c:pt>
                <c:pt idx="6060">
                  <c:v>6060</c:v>
                </c:pt>
                <c:pt idx="6061">
                  <c:v>6061</c:v>
                </c:pt>
                <c:pt idx="6062">
                  <c:v>6062</c:v>
                </c:pt>
                <c:pt idx="6063">
                  <c:v>6063</c:v>
                </c:pt>
                <c:pt idx="6064">
                  <c:v>6064</c:v>
                </c:pt>
                <c:pt idx="6065">
                  <c:v>6065</c:v>
                </c:pt>
                <c:pt idx="6066">
                  <c:v>6066</c:v>
                </c:pt>
                <c:pt idx="6067">
                  <c:v>6067</c:v>
                </c:pt>
                <c:pt idx="6068">
                  <c:v>6068</c:v>
                </c:pt>
                <c:pt idx="6069">
                  <c:v>6069</c:v>
                </c:pt>
                <c:pt idx="6070">
                  <c:v>6070</c:v>
                </c:pt>
                <c:pt idx="6071">
                  <c:v>6071</c:v>
                </c:pt>
                <c:pt idx="6072">
                  <c:v>6072</c:v>
                </c:pt>
                <c:pt idx="6073">
                  <c:v>6073</c:v>
                </c:pt>
                <c:pt idx="6074">
                  <c:v>6074</c:v>
                </c:pt>
                <c:pt idx="6075">
                  <c:v>6075</c:v>
                </c:pt>
                <c:pt idx="6076">
                  <c:v>6076</c:v>
                </c:pt>
                <c:pt idx="6077">
                  <c:v>6077</c:v>
                </c:pt>
                <c:pt idx="6078">
                  <c:v>6078</c:v>
                </c:pt>
                <c:pt idx="6079">
                  <c:v>6079</c:v>
                </c:pt>
                <c:pt idx="6080">
                  <c:v>6080</c:v>
                </c:pt>
                <c:pt idx="6081">
                  <c:v>6081</c:v>
                </c:pt>
                <c:pt idx="6082">
                  <c:v>6082</c:v>
                </c:pt>
                <c:pt idx="6083">
                  <c:v>6083</c:v>
                </c:pt>
                <c:pt idx="6084">
                  <c:v>6084</c:v>
                </c:pt>
                <c:pt idx="6085">
                  <c:v>6085</c:v>
                </c:pt>
                <c:pt idx="6086">
                  <c:v>6086</c:v>
                </c:pt>
                <c:pt idx="6087">
                  <c:v>6087</c:v>
                </c:pt>
                <c:pt idx="6088">
                  <c:v>6088</c:v>
                </c:pt>
                <c:pt idx="6089">
                  <c:v>6089</c:v>
                </c:pt>
                <c:pt idx="6090">
                  <c:v>6090</c:v>
                </c:pt>
                <c:pt idx="6091">
                  <c:v>6091</c:v>
                </c:pt>
                <c:pt idx="6092">
                  <c:v>6092</c:v>
                </c:pt>
                <c:pt idx="6093">
                  <c:v>6093</c:v>
                </c:pt>
                <c:pt idx="6094">
                  <c:v>6094</c:v>
                </c:pt>
                <c:pt idx="6095">
                  <c:v>6095</c:v>
                </c:pt>
                <c:pt idx="6096">
                  <c:v>6096</c:v>
                </c:pt>
                <c:pt idx="6097">
                  <c:v>6097</c:v>
                </c:pt>
                <c:pt idx="6098">
                  <c:v>6098</c:v>
                </c:pt>
                <c:pt idx="6099">
                  <c:v>6099</c:v>
                </c:pt>
                <c:pt idx="6100">
                  <c:v>6100</c:v>
                </c:pt>
                <c:pt idx="6101">
                  <c:v>6101</c:v>
                </c:pt>
                <c:pt idx="6102">
                  <c:v>6102</c:v>
                </c:pt>
                <c:pt idx="6103">
                  <c:v>6103</c:v>
                </c:pt>
                <c:pt idx="6104">
                  <c:v>6104</c:v>
                </c:pt>
                <c:pt idx="6105">
                  <c:v>6105</c:v>
                </c:pt>
                <c:pt idx="6106">
                  <c:v>6106</c:v>
                </c:pt>
                <c:pt idx="6107">
                  <c:v>6107</c:v>
                </c:pt>
                <c:pt idx="6108">
                  <c:v>6108</c:v>
                </c:pt>
                <c:pt idx="6109">
                  <c:v>6109</c:v>
                </c:pt>
                <c:pt idx="6110">
                  <c:v>6110</c:v>
                </c:pt>
                <c:pt idx="6111">
                  <c:v>6111</c:v>
                </c:pt>
                <c:pt idx="6112">
                  <c:v>6112</c:v>
                </c:pt>
                <c:pt idx="6113">
                  <c:v>6113</c:v>
                </c:pt>
                <c:pt idx="6114">
                  <c:v>6114</c:v>
                </c:pt>
                <c:pt idx="6115">
                  <c:v>6115</c:v>
                </c:pt>
                <c:pt idx="6116">
                  <c:v>6116</c:v>
                </c:pt>
                <c:pt idx="6117">
                  <c:v>6117</c:v>
                </c:pt>
                <c:pt idx="6118">
                  <c:v>6118</c:v>
                </c:pt>
                <c:pt idx="6119">
                  <c:v>6119</c:v>
                </c:pt>
                <c:pt idx="6120">
                  <c:v>6120</c:v>
                </c:pt>
                <c:pt idx="6121">
                  <c:v>6121</c:v>
                </c:pt>
                <c:pt idx="6122">
                  <c:v>6122</c:v>
                </c:pt>
                <c:pt idx="6123">
                  <c:v>6123</c:v>
                </c:pt>
                <c:pt idx="6124">
                  <c:v>6124</c:v>
                </c:pt>
                <c:pt idx="6125">
                  <c:v>6125</c:v>
                </c:pt>
                <c:pt idx="6126">
                  <c:v>6126</c:v>
                </c:pt>
                <c:pt idx="6127">
                  <c:v>6127</c:v>
                </c:pt>
                <c:pt idx="6128">
                  <c:v>6128</c:v>
                </c:pt>
                <c:pt idx="6129">
                  <c:v>6129</c:v>
                </c:pt>
                <c:pt idx="6130">
                  <c:v>6130</c:v>
                </c:pt>
                <c:pt idx="6131">
                  <c:v>6131</c:v>
                </c:pt>
                <c:pt idx="6132">
                  <c:v>6132</c:v>
                </c:pt>
                <c:pt idx="6133">
                  <c:v>6133</c:v>
                </c:pt>
                <c:pt idx="6134">
                  <c:v>6134</c:v>
                </c:pt>
                <c:pt idx="6135">
                  <c:v>6135</c:v>
                </c:pt>
                <c:pt idx="6136">
                  <c:v>6136</c:v>
                </c:pt>
                <c:pt idx="6137">
                  <c:v>6137</c:v>
                </c:pt>
                <c:pt idx="6138">
                  <c:v>6138</c:v>
                </c:pt>
                <c:pt idx="6139">
                  <c:v>6139</c:v>
                </c:pt>
                <c:pt idx="6140">
                  <c:v>6140</c:v>
                </c:pt>
                <c:pt idx="6141">
                  <c:v>6141</c:v>
                </c:pt>
                <c:pt idx="6142">
                  <c:v>6142</c:v>
                </c:pt>
                <c:pt idx="6143">
                  <c:v>6143</c:v>
                </c:pt>
                <c:pt idx="6144">
                  <c:v>6144</c:v>
                </c:pt>
                <c:pt idx="6145">
                  <c:v>6145</c:v>
                </c:pt>
                <c:pt idx="6146">
                  <c:v>6146</c:v>
                </c:pt>
                <c:pt idx="6147">
                  <c:v>6147</c:v>
                </c:pt>
                <c:pt idx="6148">
                  <c:v>6148</c:v>
                </c:pt>
                <c:pt idx="6149">
                  <c:v>6149</c:v>
                </c:pt>
                <c:pt idx="6150">
                  <c:v>6150</c:v>
                </c:pt>
                <c:pt idx="6151">
                  <c:v>6151</c:v>
                </c:pt>
                <c:pt idx="6152">
                  <c:v>6152</c:v>
                </c:pt>
                <c:pt idx="6153">
                  <c:v>6153</c:v>
                </c:pt>
                <c:pt idx="6154">
                  <c:v>6154</c:v>
                </c:pt>
                <c:pt idx="6155">
                  <c:v>6155</c:v>
                </c:pt>
                <c:pt idx="6156">
                  <c:v>6156</c:v>
                </c:pt>
                <c:pt idx="6157">
                  <c:v>6157</c:v>
                </c:pt>
                <c:pt idx="6158">
                  <c:v>6158</c:v>
                </c:pt>
                <c:pt idx="6159">
                  <c:v>6159</c:v>
                </c:pt>
                <c:pt idx="6160">
                  <c:v>6160</c:v>
                </c:pt>
                <c:pt idx="6161">
                  <c:v>6161</c:v>
                </c:pt>
                <c:pt idx="6162">
                  <c:v>6162</c:v>
                </c:pt>
                <c:pt idx="6163">
                  <c:v>6163</c:v>
                </c:pt>
                <c:pt idx="6164">
                  <c:v>6164</c:v>
                </c:pt>
                <c:pt idx="6165">
                  <c:v>6165</c:v>
                </c:pt>
                <c:pt idx="6166">
                  <c:v>6166</c:v>
                </c:pt>
                <c:pt idx="6167">
                  <c:v>6167</c:v>
                </c:pt>
                <c:pt idx="6168">
                  <c:v>6168</c:v>
                </c:pt>
                <c:pt idx="6169">
                  <c:v>6169</c:v>
                </c:pt>
                <c:pt idx="6170">
                  <c:v>6170</c:v>
                </c:pt>
                <c:pt idx="6171">
                  <c:v>6171</c:v>
                </c:pt>
                <c:pt idx="6172">
                  <c:v>6172</c:v>
                </c:pt>
                <c:pt idx="6173">
                  <c:v>6173</c:v>
                </c:pt>
                <c:pt idx="6174">
                  <c:v>6174</c:v>
                </c:pt>
                <c:pt idx="6175">
                  <c:v>6175</c:v>
                </c:pt>
                <c:pt idx="6176">
                  <c:v>6176</c:v>
                </c:pt>
                <c:pt idx="6177">
                  <c:v>6177</c:v>
                </c:pt>
                <c:pt idx="6178">
                  <c:v>6178</c:v>
                </c:pt>
                <c:pt idx="6179">
                  <c:v>6179</c:v>
                </c:pt>
                <c:pt idx="6180">
                  <c:v>6180</c:v>
                </c:pt>
                <c:pt idx="6181">
                  <c:v>6181</c:v>
                </c:pt>
                <c:pt idx="6182">
                  <c:v>6182</c:v>
                </c:pt>
                <c:pt idx="6183">
                  <c:v>6183</c:v>
                </c:pt>
                <c:pt idx="6184">
                  <c:v>6184</c:v>
                </c:pt>
                <c:pt idx="6185">
                  <c:v>6185</c:v>
                </c:pt>
                <c:pt idx="6186">
                  <c:v>6186</c:v>
                </c:pt>
                <c:pt idx="6187">
                  <c:v>6187</c:v>
                </c:pt>
                <c:pt idx="6188">
                  <c:v>6188</c:v>
                </c:pt>
                <c:pt idx="6189">
                  <c:v>6189</c:v>
                </c:pt>
                <c:pt idx="6190">
                  <c:v>6190</c:v>
                </c:pt>
                <c:pt idx="6191">
                  <c:v>6191</c:v>
                </c:pt>
                <c:pt idx="6192">
                  <c:v>6192</c:v>
                </c:pt>
                <c:pt idx="6193">
                  <c:v>6193</c:v>
                </c:pt>
                <c:pt idx="6194">
                  <c:v>6194</c:v>
                </c:pt>
                <c:pt idx="6195">
                  <c:v>6195</c:v>
                </c:pt>
                <c:pt idx="6196">
                  <c:v>6196</c:v>
                </c:pt>
                <c:pt idx="6197">
                  <c:v>6197</c:v>
                </c:pt>
                <c:pt idx="6198">
                  <c:v>6198</c:v>
                </c:pt>
                <c:pt idx="6199">
                  <c:v>6199</c:v>
                </c:pt>
                <c:pt idx="6200">
                  <c:v>6200</c:v>
                </c:pt>
                <c:pt idx="6201">
                  <c:v>6201</c:v>
                </c:pt>
                <c:pt idx="6202">
                  <c:v>6202</c:v>
                </c:pt>
                <c:pt idx="6203">
                  <c:v>6203</c:v>
                </c:pt>
                <c:pt idx="6204">
                  <c:v>6204</c:v>
                </c:pt>
                <c:pt idx="6205">
                  <c:v>6205</c:v>
                </c:pt>
                <c:pt idx="6206">
                  <c:v>6206</c:v>
                </c:pt>
                <c:pt idx="6207">
                  <c:v>6207</c:v>
                </c:pt>
                <c:pt idx="6208">
                  <c:v>6208</c:v>
                </c:pt>
                <c:pt idx="6209">
                  <c:v>6209</c:v>
                </c:pt>
                <c:pt idx="6210">
                  <c:v>6210</c:v>
                </c:pt>
                <c:pt idx="6211">
                  <c:v>6211</c:v>
                </c:pt>
                <c:pt idx="6212">
                  <c:v>6212</c:v>
                </c:pt>
                <c:pt idx="6213">
                  <c:v>6213</c:v>
                </c:pt>
                <c:pt idx="6214">
                  <c:v>6214</c:v>
                </c:pt>
                <c:pt idx="6215">
                  <c:v>6215</c:v>
                </c:pt>
                <c:pt idx="6216">
                  <c:v>6216</c:v>
                </c:pt>
                <c:pt idx="6217">
                  <c:v>6217</c:v>
                </c:pt>
                <c:pt idx="6218">
                  <c:v>6218</c:v>
                </c:pt>
                <c:pt idx="6219">
                  <c:v>6219</c:v>
                </c:pt>
                <c:pt idx="6220">
                  <c:v>6220</c:v>
                </c:pt>
                <c:pt idx="6221">
                  <c:v>6221</c:v>
                </c:pt>
                <c:pt idx="6222">
                  <c:v>6222</c:v>
                </c:pt>
                <c:pt idx="6223">
                  <c:v>6223</c:v>
                </c:pt>
                <c:pt idx="6224">
                  <c:v>6224</c:v>
                </c:pt>
                <c:pt idx="6225">
                  <c:v>6225</c:v>
                </c:pt>
                <c:pt idx="6226">
                  <c:v>6226</c:v>
                </c:pt>
                <c:pt idx="6227">
                  <c:v>6227</c:v>
                </c:pt>
                <c:pt idx="6228">
                  <c:v>6228</c:v>
                </c:pt>
                <c:pt idx="6229">
                  <c:v>6229</c:v>
                </c:pt>
                <c:pt idx="6230">
                  <c:v>6230</c:v>
                </c:pt>
                <c:pt idx="6231">
                  <c:v>6231</c:v>
                </c:pt>
                <c:pt idx="6232">
                  <c:v>6232</c:v>
                </c:pt>
                <c:pt idx="6233">
                  <c:v>6233</c:v>
                </c:pt>
                <c:pt idx="6234">
                  <c:v>6234</c:v>
                </c:pt>
                <c:pt idx="6235">
                  <c:v>6235</c:v>
                </c:pt>
                <c:pt idx="6236">
                  <c:v>6236</c:v>
                </c:pt>
                <c:pt idx="6237">
                  <c:v>6237</c:v>
                </c:pt>
                <c:pt idx="6238">
                  <c:v>6238</c:v>
                </c:pt>
                <c:pt idx="6239">
                  <c:v>6239</c:v>
                </c:pt>
                <c:pt idx="6240">
                  <c:v>6240</c:v>
                </c:pt>
                <c:pt idx="6241">
                  <c:v>6241</c:v>
                </c:pt>
                <c:pt idx="6242">
                  <c:v>6242</c:v>
                </c:pt>
                <c:pt idx="6243">
                  <c:v>6243</c:v>
                </c:pt>
                <c:pt idx="6244">
                  <c:v>6244</c:v>
                </c:pt>
                <c:pt idx="6245">
                  <c:v>6245</c:v>
                </c:pt>
                <c:pt idx="6246">
                  <c:v>6246</c:v>
                </c:pt>
                <c:pt idx="6247">
                  <c:v>6247</c:v>
                </c:pt>
                <c:pt idx="6248">
                  <c:v>6248</c:v>
                </c:pt>
                <c:pt idx="6249">
                  <c:v>6249</c:v>
                </c:pt>
                <c:pt idx="6250">
                  <c:v>6250</c:v>
                </c:pt>
                <c:pt idx="6251">
                  <c:v>6251</c:v>
                </c:pt>
                <c:pt idx="6252">
                  <c:v>6252</c:v>
                </c:pt>
                <c:pt idx="6253">
                  <c:v>6253</c:v>
                </c:pt>
                <c:pt idx="6254">
                  <c:v>6254</c:v>
                </c:pt>
                <c:pt idx="6255">
                  <c:v>6255</c:v>
                </c:pt>
                <c:pt idx="6256">
                  <c:v>6256</c:v>
                </c:pt>
                <c:pt idx="6257">
                  <c:v>6257</c:v>
                </c:pt>
                <c:pt idx="6258">
                  <c:v>6258</c:v>
                </c:pt>
                <c:pt idx="6259">
                  <c:v>6259</c:v>
                </c:pt>
                <c:pt idx="6260">
                  <c:v>6260</c:v>
                </c:pt>
                <c:pt idx="6261">
                  <c:v>6261</c:v>
                </c:pt>
                <c:pt idx="6262">
                  <c:v>6262</c:v>
                </c:pt>
                <c:pt idx="6263">
                  <c:v>6263</c:v>
                </c:pt>
                <c:pt idx="6264">
                  <c:v>6264</c:v>
                </c:pt>
                <c:pt idx="6265">
                  <c:v>6265</c:v>
                </c:pt>
                <c:pt idx="6266">
                  <c:v>6266</c:v>
                </c:pt>
                <c:pt idx="6267">
                  <c:v>6267</c:v>
                </c:pt>
                <c:pt idx="6268">
                  <c:v>6268</c:v>
                </c:pt>
                <c:pt idx="6269">
                  <c:v>6269</c:v>
                </c:pt>
                <c:pt idx="6270">
                  <c:v>6270</c:v>
                </c:pt>
                <c:pt idx="6271">
                  <c:v>6271</c:v>
                </c:pt>
                <c:pt idx="6272">
                  <c:v>6272</c:v>
                </c:pt>
                <c:pt idx="6273">
                  <c:v>6273</c:v>
                </c:pt>
                <c:pt idx="6274">
                  <c:v>6274</c:v>
                </c:pt>
                <c:pt idx="6275">
                  <c:v>6275</c:v>
                </c:pt>
                <c:pt idx="6276">
                  <c:v>6276</c:v>
                </c:pt>
                <c:pt idx="6277">
                  <c:v>6277</c:v>
                </c:pt>
                <c:pt idx="6278">
                  <c:v>6278</c:v>
                </c:pt>
                <c:pt idx="6279">
                  <c:v>6279</c:v>
                </c:pt>
                <c:pt idx="6280">
                  <c:v>6280</c:v>
                </c:pt>
                <c:pt idx="6281">
                  <c:v>6281</c:v>
                </c:pt>
                <c:pt idx="6282">
                  <c:v>6282</c:v>
                </c:pt>
                <c:pt idx="6283">
                  <c:v>6283</c:v>
                </c:pt>
                <c:pt idx="6284">
                  <c:v>6284</c:v>
                </c:pt>
                <c:pt idx="6285">
                  <c:v>6285</c:v>
                </c:pt>
                <c:pt idx="6286">
                  <c:v>6286</c:v>
                </c:pt>
                <c:pt idx="6287">
                  <c:v>6287</c:v>
                </c:pt>
                <c:pt idx="6288">
                  <c:v>6288</c:v>
                </c:pt>
                <c:pt idx="6289">
                  <c:v>6289</c:v>
                </c:pt>
                <c:pt idx="6290">
                  <c:v>6290</c:v>
                </c:pt>
                <c:pt idx="6291">
                  <c:v>6291</c:v>
                </c:pt>
                <c:pt idx="6292">
                  <c:v>6292</c:v>
                </c:pt>
                <c:pt idx="6293">
                  <c:v>6293</c:v>
                </c:pt>
                <c:pt idx="6294">
                  <c:v>6294</c:v>
                </c:pt>
                <c:pt idx="6295">
                  <c:v>6295</c:v>
                </c:pt>
                <c:pt idx="6296">
                  <c:v>6296</c:v>
                </c:pt>
                <c:pt idx="6297">
                  <c:v>6297</c:v>
                </c:pt>
                <c:pt idx="6298">
                  <c:v>6298</c:v>
                </c:pt>
                <c:pt idx="6299">
                  <c:v>6299</c:v>
                </c:pt>
                <c:pt idx="6300">
                  <c:v>6300</c:v>
                </c:pt>
                <c:pt idx="6301">
                  <c:v>6301</c:v>
                </c:pt>
                <c:pt idx="6302">
                  <c:v>6302</c:v>
                </c:pt>
                <c:pt idx="6303">
                  <c:v>6303</c:v>
                </c:pt>
                <c:pt idx="6304">
                  <c:v>6304</c:v>
                </c:pt>
                <c:pt idx="6305">
                  <c:v>6305</c:v>
                </c:pt>
                <c:pt idx="6306">
                  <c:v>6306</c:v>
                </c:pt>
                <c:pt idx="6307">
                  <c:v>6307</c:v>
                </c:pt>
                <c:pt idx="6308">
                  <c:v>6308</c:v>
                </c:pt>
                <c:pt idx="6309">
                  <c:v>6309</c:v>
                </c:pt>
                <c:pt idx="6310">
                  <c:v>6310</c:v>
                </c:pt>
                <c:pt idx="6311">
                  <c:v>6311</c:v>
                </c:pt>
                <c:pt idx="6312">
                  <c:v>6312</c:v>
                </c:pt>
                <c:pt idx="6313">
                  <c:v>6313</c:v>
                </c:pt>
                <c:pt idx="6314">
                  <c:v>6314</c:v>
                </c:pt>
                <c:pt idx="6315">
                  <c:v>6315</c:v>
                </c:pt>
                <c:pt idx="6316">
                  <c:v>6316</c:v>
                </c:pt>
                <c:pt idx="6317">
                  <c:v>6317</c:v>
                </c:pt>
                <c:pt idx="6318">
                  <c:v>6318</c:v>
                </c:pt>
                <c:pt idx="6319">
                  <c:v>6319</c:v>
                </c:pt>
                <c:pt idx="6320">
                  <c:v>6320</c:v>
                </c:pt>
                <c:pt idx="6321">
                  <c:v>6321</c:v>
                </c:pt>
                <c:pt idx="6322">
                  <c:v>6322</c:v>
                </c:pt>
                <c:pt idx="6323">
                  <c:v>6323</c:v>
                </c:pt>
                <c:pt idx="6324">
                  <c:v>6324</c:v>
                </c:pt>
                <c:pt idx="6325">
                  <c:v>6325</c:v>
                </c:pt>
                <c:pt idx="6326">
                  <c:v>6326</c:v>
                </c:pt>
                <c:pt idx="6327">
                  <c:v>6327</c:v>
                </c:pt>
                <c:pt idx="6328">
                  <c:v>6328</c:v>
                </c:pt>
                <c:pt idx="6329">
                  <c:v>6329</c:v>
                </c:pt>
                <c:pt idx="6330">
                  <c:v>6330</c:v>
                </c:pt>
                <c:pt idx="6331">
                  <c:v>6331</c:v>
                </c:pt>
                <c:pt idx="6332">
                  <c:v>6332</c:v>
                </c:pt>
                <c:pt idx="6333">
                  <c:v>6333</c:v>
                </c:pt>
                <c:pt idx="6334">
                  <c:v>6334</c:v>
                </c:pt>
                <c:pt idx="6335">
                  <c:v>6335</c:v>
                </c:pt>
                <c:pt idx="6336">
                  <c:v>6336</c:v>
                </c:pt>
                <c:pt idx="6337">
                  <c:v>6337</c:v>
                </c:pt>
                <c:pt idx="6338">
                  <c:v>6338</c:v>
                </c:pt>
                <c:pt idx="6339">
                  <c:v>6339</c:v>
                </c:pt>
                <c:pt idx="6340">
                  <c:v>6340</c:v>
                </c:pt>
                <c:pt idx="6341">
                  <c:v>6341</c:v>
                </c:pt>
                <c:pt idx="6342">
                  <c:v>6342</c:v>
                </c:pt>
                <c:pt idx="6343">
                  <c:v>6343</c:v>
                </c:pt>
                <c:pt idx="6344">
                  <c:v>6344</c:v>
                </c:pt>
                <c:pt idx="6345">
                  <c:v>6345</c:v>
                </c:pt>
                <c:pt idx="6346">
                  <c:v>6346</c:v>
                </c:pt>
                <c:pt idx="6347">
                  <c:v>6347</c:v>
                </c:pt>
                <c:pt idx="6348">
                  <c:v>6348</c:v>
                </c:pt>
                <c:pt idx="6349">
                  <c:v>6349</c:v>
                </c:pt>
                <c:pt idx="6350">
                  <c:v>6350</c:v>
                </c:pt>
                <c:pt idx="6351">
                  <c:v>6351</c:v>
                </c:pt>
                <c:pt idx="6352">
                  <c:v>6352</c:v>
                </c:pt>
                <c:pt idx="6353">
                  <c:v>6353</c:v>
                </c:pt>
                <c:pt idx="6354">
                  <c:v>6354</c:v>
                </c:pt>
                <c:pt idx="6355">
                  <c:v>6355</c:v>
                </c:pt>
                <c:pt idx="6356">
                  <c:v>6356</c:v>
                </c:pt>
                <c:pt idx="6357">
                  <c:v>6357</c:v>
                </c:pt>
                <c:pt idx="6358">
                  <c:v>6358</c:v>
                </c:pt>
                <c:pt idx="6359">
                  <c:v>6359</c:v>
                </c:pt>
                <c:pt idx="6360">
                  <c:v>6360</c:v>
                </c:pt>
                <c:pt idx="6361">
                  <c:v>6361</c:v>
                </c:pt>
                <c:pt idx="6362">
                  <c:v>6362</c:v>
                </c:pt>
                <c:pt idx="6363">
                  <c:v>6363</c:v>
                </c:pt>
                <c:pt idx="6364">
                  <c:v>6364</c:v>
                </c:pt>
                <c:pt idx="6365">
                  <c:v>6365</c:v>
                </c:pt>
                <c:pt idx="6366">
                  <c:v>6366</c:v>
                </c:pt>
                <c:pt idx="6367">
                  <c:v>6367</c:v>
                </c:pt>
                <c:pt idx="6368">
                  <c:v>6368</c:v>
                </c:pt>
                <c:pt idx="6369">
                  <c:v>6369</c:v>
                </c:pt>
                <c:pt idx="6370">
                  <c:v>6370</c:v>
                </c:pt>
                <c:pt idx="6371">
                  <c:v>6371</c:v>
                </c:pt>
                <c:pt idx="6372">
                  <c:v>6372</c:v>
                </c:pt>
                <c:pt idx="6373">
                  <c:v>6373</c:v>
                </c:pt>
                <c:pt idx="6374">
                  <c:v>6374</c:v>
                </c:pt>
                <c:pt idx="6375">
                  <c:v>6375</c:v>
                </c:pt>
                <c:pt idx="6376">
                  <c:v>6376</c:v>
                </c:pt>
                <c:pt idx="6377">
                  <c:v>6377</c:v>
                </c:pt>
                <c:pt idx="6378">
                  <c:v>6378</c:v>
                </c:pt>
                <c:pt idx="6379">
                  <c:v>6379</c:v>
                </c:pt>
                <c:pt idx="6380">
                  <c:v>6380</c:v>
                </c:pt>
                <c:pt idx="6381">
                  <c:v>6381</c:v>
                </c:pt>
                <c:pt idx="6382">
                  <c:v>6382</c:v>
                </c:pt>
                <c:pt idx="6383">
                  <c:v>6383</c:v>
                </c:pt>
                <c:pt idx="6384">
                  <c:v>6384</c:v>
                </c:pt>
                <c:pt idx="6385">
                  <c:v>6385</c:v>
                </c:pt>
                <c:pt idx="6386">
                  <c:v>6386</c:v>
                </c:pt>
                <c:pt idx="6387">
                  <c:v>6387</c:v>
                </c:pt>
                <c:pt idx="6388">
                  <c:v>6388</c:v>
                </c:pt>
                <c:pt idx="6389">
                  <c:v>6389</c:v>
                </c:pt>
                <c:pt idx="6390">
                  <c:v>6390</c:v>
                </c:pt>
                <c:pt idx="6391">
                  <c:v>6391</c:v>
                </c:pt>
                <c:pt idx="6392">
                  <c:v>6392</c:v>
                </c:pt>
                <c:pt idx="6393">
                  <c:v>6393</c:v>
                </c:pt>
                <c:pt idx="6394">
                  <c:v>6394</c:v>
                </c:pt>
                <c:pt idx="6395">
                  <c:v>6395</c:v>
                </c:pt>
                <c:pt idx="6396">
                  <c:v>6396</c:v>
                </c:pt>
                <c:pt idx="6397">
                  <c:v>6397</c:v>
                </c:pt>
                <c:pt idx="6398">
                  <c:v>6398</c:v>
                </c:pt>
                <c:pt idx="6399">
                  <c:v>6399</c:v>
                </c:pt>
                <c:pt idx="6400">
                  <c:v>6400</c:v>
                </c:pt>
                <c:pt idx="6401">
                  <c:v>6401</c:v>
                </c:pt>
                <c:pt idx="6402">
                  <c:v>6402</c:v>
                </c:pt>
                <c:pt idx="6403">
                  <c:v>6403</c:v>
                </c:pt>
                <c:pt idx="6404">
                  <c:v>6404</c:v>
                </c:pt>
                <c:pt idx="6405">
                  <c:v>6405</c:v>
                </c:pt>
                <c:pt idx="6406">
                  <c:v>6406</c:v>
                </c:pt>
                <c:pt idx="6407">
                  <c:v>6407</c:v>
                </c:pt>
                <c:pt idx="6408">
                  <c:v>6408</c:v>
                </c:pt>
                <c:pt idx="6409">
                  <c:v>6409</c:v>
                </c:pt>
                <c:pt idx="6410">
                  <c:v>6410</c:v>
                </c:pt>
                <c:pt idx="6411">
                  <c:v>6411</c:v>
                </c:pt>
                <c:pt idx="6412">
                  <c:v>6412</c:v>
                </c:pt>
                <c:pt idx="6413">
                  <c:v>6413</c:v>
                </c:pt>
                <c:pt idx="6414">
                  <c:v>6414</c:v>
                </c:pt>
                <c:pt idx="6415">
                  <c:v>6415</c:v>
                </c:pt>
                <c:pt idx="6416">
                  <c:v>6416</c:v>
                </c:pt>
                <c:pt idx="6417">
                  <c:v>6417</c:v>
                </c:pt>
                <c:pt idx="6418">
                  <c:v>6418</c:v>
                </c:pt>
                <c:pt idx="6419">
                  <c:v>6419</c:v>
                </c:pt>
                <c:pt idx="6420">
                  <c:v>6420</c:v>
                </c:pt>
                <c:pt idx="6421">
                  <c:v>6421</c:v>
                </c:pt>
                <c:pt idx="6422">
                  <c:v>6422</c:v>
                </c:pt>
                <c:pt idx="6423">
                  <c:v>6423</c:v>
                </c:pt>
                <c:pt idx="6424">
                  <c:v>6424</c:v>
                </c:pt>
                <c:pt idx="6425">
                  <c:v>6425</c:v>
                </c:pt>
                <c:pt idx="6426">
                  <c:v>6426</c:v>
                </c:pt>
                <c:pt idx="6427">
                  <c:v>6427</c:v>
                </c:pt>
                <c:pt idx="6428">
                  <c:v>6428</c:v>
                </c:pt>
                <c:pt idx="6429">
                  <c:v>6429</c:v>
                </c:pt>
                <c:pt idx="6430">
                  <c:v>6430</c:v>
                </c:pt>
                <c:pt idx="6431">
                  <c:v>6431</c:v>
                </c:pt>
                <c:pt idx="6432">
                  <c:v>6432</c:v>
                </c:pt>
                <c:pt idx="6433">
                  <c:v>6433</c:v>
                </c:pt>
                <c:pt idx="6434">
                  <c:v>6434</c:v>
                </c:pt>
                <c:pt idx="6435">
                  <c:v>6435</c:v>
                </c:pt>
                <c:pt idx="6436">
                  <c:v>6436</c:v>
                </c:pt>
                <c:pt idx="6437">
                  <c:v>6437</c:v>
                </c:pt>
                <c:pt idx="6438">
                  <c:v>6438</c:v>
                </c:pt>
                <c:pt idx="6439">
                  <c:v>6439</c:v>
                </c:pt>
                <c:pt idx="6440">
                  <c:v>6440</c:v>
                </c:pt>
                <c:pt idx="6441">
                  <c:v>6441</c:v>
                </c:pt>
                <c:pt idx="6442">
                  <c:v>6442</c:v>
                </c:pt>
                <c:pt idx="6443">
                  <c:v>6443</c:v>
                </c:pt>
                <c:pt idx="6444">
                  <c:v>6444</c:v>
                </c:pt>
                <c:pt idx="6445">
                  <c:v>6445</c:v>
                </c:pt>
                <c:pt idx="6446">
                  <c:v>6446</c:v>
                </c:pt>
                <c:pt idx="6447">
                  <c:v>6447</c:v>
                </c:pt>
                <c:pt idx="6448">
                  <c:v>6448</c:v>
                </c:pt>
                <c:pt idx="6449">
                  <c:v>6449</c:v>
                </c:pt>
                <c:pt idx="6450">
                  <c:v>6450</c:v>
                </c:pt>
                <c:pt idx="6451">
                  <c:v>6451</c:v>
                </c:pt>
                <c:pt idx="6452">
                  <c:v>6452</c:v>
                </c:pt>
                <c:pt idx="6453">
                  <c:v>6453</c:v>
                </c:pt>
                <c:pt idx="6454">
                  <c:v>6454</c:v>
                </c:pt>
                <c:pt idx="6455">
                  <c:v>6455</c:v>
                </c:pt>
                <c:pt idx="6456">
                  <c:v>6456</c:v>
                </c:pt>
                <c:pt idx="6457">
                  <c:v>6457</c:v>
                </c:pt>
                <c:pt idx="6458">
                  <c:v>6458</c:v>
                </c:pt>
                <c:pt idx="6459">
                  <c:v>6459</c:v>
                </c:pt>
                <c:pt idx="6460">
                  <c:v>6460</c:v>
                </c:pt>
                <c:pt idx="6461">
                  <c:v>6461</c:v>
                </c:pt>
                <c:pt idx="6462">
                  <c:v>6462</c:v>
                </c:pt>
                <c:pt idx="6463">
                  <c:v>6463</c:v>
                </c:pt>
                <c:pt idx="6464">
                  <c:v>6464</c:v>
                </c:pt>
                <c:pt idx="6465">
                  <c:v>6465</c:v>
                </c:pt>
                <c:pt idx="6466">
                  <c:v>6466</c:v>
                </c:pt>
                <c:pt idx="6467">
                  <c:v>6467</c:v>
                </c:pt>
                <c:pt idx="6468">
                  <c:v>6468</c:v>
                </c:pt>
                <c:pt idx="6469">
                  <c:v>6469</c:v>
                </c:pt>
                <c:pt idx="6470">
                  <c:v>6470</c:v>
                </c:pt>
                <c:pt idx="6471">
                  <c:v>6471</c:v>
                </c:pt>
                <c:pt idx="6472">
                  <c:v>6472</c:v>
                </c:pt>
                <c:pt idx="6473">
                  <c:v>6473</c:v>
                </c:pt>
                <c:pt idx="6474">
                  <c:v>6474</c:v>
                </c:pt>
                <c:pt idx="6475">
                  <c:v>6475</c:v>
                </c:pt>
                <c:pt idx="6476">
                  <c:v>6476</c:v>
                </c:pt>
                <c:pt idx="6477">
                  <c:v>6477</c:v>
                </c:pt>
                <c:pt idx="6478">
                  <c:v>6478</c:v>
                </c:pt>
                <c:pt idx="6479">
                  <c:v>6479</c:v>
                </c:pt>
                <c:pt idx="6480">
                  <c:v>6480</c:v>
                </c:pt>
                <c:pt idx="6481">
                  <c:v>6481</c:v>
                </c:pt>
                <c:pt idx="6482">
                  <c:v>6482</c:v>
                </c:pt>
                <c:pt idx="6483">
                  <c:v>6483</c:v>
                </c:pt>
                <c:pt idx="6484">
                  <c:v>6484</c:v>
                </c:pt>
                <c:pt idx="6485">
                  <c:v>6485</c:v>
                </c:pt>
                <c:pt idx="6486">
                  <c:v>6486</c:v>
                </c:pt>
                <c:pt idx="6487">
                  <c:v>6487</c:v>
                </c:pt>
                <c:pt idx="6488">
                  <c:v>6488</c:v>
                </c:pt>
                <c:pt idx="6489">
                  <c:v>6489</c:v>
                </c:pt>
                <c:pt idx="6490">
                  <c:v>6490</c:v>
                </c:pt>
                <c:pt idx="6491">
                  <c:v>6491</c:v>
                </c:pt>
                <c:pt idx="6492">
                  <c:v>6492</c:v>
                </c:pt>
                <c:pt idx="6493">
                  <c:v>6493</c:v>
                </c:pt>
                <c:pt idx="6494">
                  <c:v>6494</c:v>
                </c:pt>
                <c:pt idx="6495">
                  <c:v>6495</c:v>
                </c:pt>
                <c:pt idx="6496">
                  <c:v>6496</c:v>
                </c:pt>
                <c:pt idx="6497">
                  <c:v>6497</c:v>
                </c:pt>
                <c:pt idx="6498">
                  <c:v>6498</c:v>
                </c:pt>
                <c:pt idx="6499">
                  <c:v>6499</c:v>
                </c:pt>
                <c:pt idx="6500">
                  <c:v>6500</c:v>
                </c:pt>
                <c:pt idx="6501">
                  <c:v>6501</c:v>
                </c:pt>
                <c:pt idx="6502">
                  <c:v>6502</c:v>
                </c:pt>
                <c:pt idx="6503">
                  <c:v>6503</c:v>
                </c:pt>
                <c:pt idx="6504">
                  <c:v>6504</c:v>
                </c:pt>
                <c:pt idx="6505">
                  <c:v>6505</c:v>
                </c:pt>
                <c:pt idx="6506">
                  <c:v>6506</c:v>
                </c:pt>
                <c:pt idx="6507">
                  <c:v>6507</c:v>
                </c:pt>
                <c:pt idx="6508">
                  <c:v>6508</c:v>
                </c:pt>
                <c:pt idx="6509">
                  <c:v>6509</c:v>
                </c:pt>
                <c:pt idx="6510">
                  <c:v>6510</c:v>
                </c:pt>
                <c:pt idx="6511">
                  <c:v>6511</c:v>
                </c:pt>
                <c:pt idx="6512">
                  <c:v>6512</c:v>
                </c:pt>
                <c:pt idx="6513">
                  <c:v>6513</c:v>
                </c:pt>
                <c:pt idx="6514">
                  <c:v>6514</c:v>
                </c:pt>
                <c:pt idx="6515">
                  <c:v>6515</c:v>
                </c:pt>
                <c:pt idx="6516">
                  <c:v>6516</c:v>
                </c:pt>
                <c:pt idx="6517">
                  <c:v>6517</c:v>
                </c:pt>
                <c:pt idx="6518">
                  <c:v>6518</c:v>
                </c:pt>
                <c:pt idx="6519">
                  <c:v>6519</c:v>
                </c:pt>
                <c:pt idx="6520">
                  <c:v>6520</c:v>
                </c:pt>
                <c:pt idx="6521">
                  <c:v>6521</c:v>
                </c:pt>
                <c:pt idx="6522">
                  <c:v>6522</c:v>
                </c:pt>
                <c:pt idx="6523">
                  <c:v>6523</c:v>
                </c:pt>
                <c:pt idx="6524">
                  <c:v>6524</c:v>
                </c:pt>
                <c:pt idx="6525">
                  <c:v>6525</c:v>
                </c:pt>
                <c:pt idx="6526">
                  <c:v>6526</c:v>
                </c:pt>
                <c:pt idx="6527">
                  <c:v>6527</c:v>
                </c:pt>
                <c:pt idx="6528">
                  <c:v>6528</c:v>
                </c:pt>
                <c:pt idx="6529">
                  <c:v>6529</c:v>
                </c:pt>
                <c:pt idx="6530">
                  <c:v>6530</c:v>
                </c:pt>
                <c:pt idx="6531">
                  <c:v>6531</c:v>
                </c:pt>
                <c:pt idx="6532">
                  <c:v>6532</c:v>
                </c:pt>
                <c:pt idx="6533">
                  <c:v>6533</c:v>
                </c:pt>
                <c:pt idx="6534">
                  <c:v>6534</c:v>
                </c:pt>
                <c:pt idx="6535">
                  <c:v>6535</c:v>
                </c:pt>
                <c:pt idx="6536">
                  <c:v>6536</c:v>
                </c:pt>
                <c:pt idx="6537">
                  <c:v>6537</c:v>
                </c:pt>
                <c:pt idx="6538">
                  <c:v>6538</c:v>
                </c:pt>
                <c:pt idx="6539">
                  <c:v>6539</c:v>
                </c:pt>
                <c:pt idx="6540">
                  <c:v>6540</c:v>
                </c:pt>
                <c:pt idx="6541">
                  <c:v>6541</c:v>
                </c:pt>
                <c:pt idx="6542">
                  <c:v>6542</c:v>
                </c:pt>
                <c:pt idx="6543">
                  <c:v>6543</c:v>
                </c:pt>
                <c:pt idx="6544">
                  <c:v>6544</c:v>
                </c:pt>
                <c:pt idx="6545">
                  <c:v>6545</c:v>
                </c:pt>
                <c:pt idx="6546">
                  <c:v>6546</c:v>
                </c:pt>
                <c:pt idx="6547">
                  <c:v>6547</c:v>
                </c:pt>
                <c:pt idx="6548">
                  <c:v>6548</c:v>
                </c:pt>
                <c:pt idx="6549">
                  <c:v>6549</c:v>
                </c:pt>
                <c:pt idx="6550">
                  <c:v>6550</c:v>
                </c:pt>
                <c:pt idx="6551">
                  <c:v>6551</c:v>
                </c:pt>
                <c:pt idx="6552">
                  <c:v>6552</c:v>
                </c:pt>
                <c:pt idx="6553">
                  <c:v>6553</c:v>
                </c:pt>
                <c:pt idx="6554">
                  <c:v>6554</c:v>
                </c:pt>
                <c:pt idx="6555">
                  <c:v>6555</c:v>
                </c:pt>
                <c:pt idx="6556">
                  <c:v>6556</c:v>
                </c:pt>
                <c:pt idx="6557">
                  <c:v>6557</c:v>
                </c:pt>
                <c:pt idx="6558">
                  <c:v>6558</c:v>
                </c:pt>
                <c:pt idx="6559">
                  <c:v>6559</c:v>
                </c:pt>
                <c:pt idx="6560">
                  <c:v>6560</c:v>
                </c:pt>
                <c:pt idx="6561">
                  <c:v>6561</c:v>
                </c:pt>
                <c:pt idx="6562">
                  <c:v>6562</c:v>
                </c:pt>
                <c:pt idx="6563">
                  <c:v>6563</c:v>
                </c:pt>
                <c:pt idx="6564">
                  <c:v>6564</c:v>
                </c:pt>
                <c:pt idx="6565">
                  <c:v>6565</c:v>
                </c:pt>
                <c:pt idx="6566">
                  <c:v>6566</c:v>
                </c:pt>
                <c:pt idx="6567">
                  <c:v>6567</c:v>
                </c:pt>
                <c:pt idx="6568">
                  <c:v>6568</c:v>
                </c:pt>
                <c:pt idx="6569">
                  <c:v>6569</c:v>
                </c:pt>
                <c:pt idx="6570">
                  <c:v>6570</c:v>
                </c:pt>
                <c:pt idx="6571">
                  <c:v>6571</c:v>
                </c:pt>
                <c:pt idx="6572">
                  <c:v>6572</c:v>
                </c:pt>
                <c:pt idx="6573">
                  <c:v>6573</c:v>
                </c:pt>
                <c:pt idx="6574">
                  <c:v>6574</c:v>
                </c:pt>
                <c:pt idx="6575">
                  <c:v>6575</c:v>
                </c:pt>
                <c:pt idx="6576">
                  <c:v>6576</c:v>
                </c:pt>
                <c:pt idx="6577">
                  <c:v>6577</c:v>
                </c:pt>
                <c:pt idx="6578">
                  <c:v>6578</c:v>
                </c:pt>
                <c:pt idx="6579">
                  <c:v>6579</c:v>
                </c:pt>
                <c:pt idx="6580">
                  <c:v>6580</c:v>
                </c:pt>
                <c:pt idx="6581">
                  <c:v>6581</c:v>
                </c:pt>
                <c:pt idx="6582">
                  <c:v>6582</c:v>
                </c:pt>
                <c:pt idx="6583">
                  <c:v>6583</c:v>
                </c:pt>
                <c:pt idx="6584">
                  <c:v>6584</c:v>
                </c:pt>
                <c:pt idx="6585">
                  <c:v>6585</c:v>
                </c:pt>
                <c:pt idx="6586">
                  <c:v>6586</c:v>
                </c:pt>
                <c:pt idx="6587">
                  <c:v>6587</c:v>
                </c:pt>
                <c:pt idx="6588">
                  <c:v>6588</c:v>
                </c:pt>
                <c:pt idx="6589">
                  <c:v>6589</c:v>
                </c:pt>
                <c:pt idx="6590">
                  <c:v>6590</c:v>
                </c:pt>
                <c:pt idx="6591">
                  <c:v>6591</c:v>
                </c:pt>
                <c:pt idx="6592">
                  <c:v>6592</c:v>
                </c:pt>
                <c:pt idx="6593">
                  <c:v>6593</c:v>
                </c:pt>
                <c:pt idx="6594">
                  <c:v>6594</c:v>
                </c:pt>
                <c:pt idx="6595">
                  <c:v>6595</c:v>
                </c:pt>
                <c:pt idx="6596">
                  <c:v>6596</c:v>
                </c:pt>
                <c:pt idx="6597">
                  <c:v>6597</c:v>
                </c:pt>
                <c:pt idx="6598">
                  <c:v>6598</c:v>
                </c:pt>
                <c:pt idx="6599">
                  <c:v>6599</c:v>
                </c:pt>
                <c:pt idx="6600">
                  <c:v>6600</c:v>
                </c:pt>
                <c:pt idx="6601">
                  <c:v>6601</c:v>
                </c:pt>
                <c:pt idx="6602">
                  <c:v>6602</c:v>
                </c:pt>
                <c:pt idx="6603">
                  <c:v>6603</c:v>
                </c:pt>
                <c:pt idx="6604">
                  <c:v>6604</c:v>
                </c:pt>
                <c:pt idx="6605">
                  <c:v>6605</c:v>
                </c:pt>
                <c:pt idx="6606">
                  <c:v>6606</c:v>
                </c:pt>
                <c:pt idx="6607">
                  <c:v>6607</c:v>
                </c:pt>
                <c:pt idx="6608">
                  <c:v>6608</c:v>
                </c:pt>
                <c:pt idx="6609">
                  <c:v>6609</c:v>
                </c:pt>
                <c:pt idx="6610">
                  <c:v>6610</c:v>
                </c:pt>
                <c:pt idx="6611">
                  <c:v>6611</c:v>
                </c:pt>
                <c:pt idx="6612">
                  <c:v>6612</c:v>
                </c:pt>
                <c:pt idx="6613">
                  <c:v>6613</c:v>
                </c:pt>
                <c:pt idx="6614">
                  <c:v>6614</c:v>
                </c:pt>
                <c:pt idx="6615">
                  <c:v>6615</c:v>
                </c:pt>
                <c:pt idx="6616">
                  <c:v>6616</c:v>
                </c:pt>
                <c:pt idx="6617">
                  <c:v>6617</c:v>
                </c:pt>
                <c:pt idx="6618">
                  <c:v>6618</c:v>
                </c:pt>
                <c:pt idx="6619">
                  <c:v>6619</c:v>
                </c:pt>
                <c:pt idx="6620">
                  <c:v>6620</c:v>
                </c:pt>
                <c:pt idx="6621">
                  <c:v>6621</c:v>
                </c:pt>
                <c:pt idx="6622">
                  <c:v>6622</c:v>
                </c:pt>
                <c:pt idx="6623">
                  <c:v>6623</c:v>
                </c:pt>
                <c:pt idx="6624">
                  <c:v>6624</c:v>
                </c:pt>
                <c:pt idx="6625">
                  <c:v>6625</c:v>
                </c:pt>
                <c:pt idx="6626">
                  <c:v>6626</c:v>
                </c:pt>
                <c:pt idx="6627">
                  <c:v>6627</c:v>
                </c:pt>
                <c:pt idx="6628">
                  <c:v>6628</c:v>
                </c:pt>
                <c:pt idx="6629">
                  <c:v>6629</c:v>
                </c:pt>
                <c:pt idx="6630">
                  <c:v>6630</c:v>
                </c:pt>
                <c:pt idx="6631">
                  <c:v>6631</c:v>
                </c:pt>
                <c:pt idx="6632">
                  <c:v>6632</c:v>
                </c:pt>
                <c:pt idx="6633">
                  <c:v>6633</c:v>
                </c:pt>
                <c:pt idx="6634">
                  <c:v>6634</c:v>
                </c:pt>
                <c:pt idx="6635">
                  <c:v>6635</c:v>
                </c:pt>
                <c:pt idx="6636">
                  <c:v>6636</c:v>
                </c:pt>
                <c:pt idx="6637">
                  <c:v>6637</c:v>
                </c:pt>
                <c:pt idx="6638">
                  <c:v>6638</c:v>
                </c:pt>
                <c:pt idx="6639">
                  <c:v>6639</c:v>
                </c:pt>
                <c:pt idx="6640">
                  <c:v>6640</c:v>
                </c:pt>
                <c:pt idx="6641">
                  <c:v>6641</c:v>
                </c:pt>
                <c:pt idx="6642">
                  <c:v>6642</c:v>
                </c:pt>
                <c:pt idx="6643">
                  <c:v>6643</c:v>
                </c:pt>
                <c:pt idx="6644">
                  <c:v>6644</c:v>
                </c:pt>
                <c:pt idx="6645">
                  <c:v>6645</c:v>
                </c:pt>
                <c:pt idx="6646">
                  <c:v>6646</c:v>
                </c:pt>
                <c:pt idx="6647">
                  <c:v>6647</c:v>
                </c:pt>
                <c:pt idx="6648">
                  <c:v>6648</c:v>
                </c:pt>
                <c:pt idx="6649">
                  <c:v>6649</c:v>
                </c:pt>
                <c:pt idx="6650">
                  <c:v>6650</c:v>
                </c:pt>
                <c:pt idx="6651">
                  <c:v>6651</c:v>
                </c:pt>
                <c:pt idx="6652">
                  <c:v>6652</c:v>
                </c:pt>
                <c:pt idx="6653">
                  <c:v>6653</c:v>
                </c:pt>
                <c:pt idx="6654">
                  <c:v>6654</c:v>
                </c:pt>
                <c:pt idx="6655">
                  <c:v>6655</c:v>
                </c:pt>
                <c:pt idx="6656">
                  <c:v>6656</c:v>
                </c:pt>
                <c:pt idx="6657">
                  <c:v>6657</c:v>
                </c:pt>
                <c:pt idx="6658">
                  <c:v>6658</c:v>
                </c:pt>
                <c:pt idx="6659">
                  <c:v>6659</c:v>
                </c:pt>
                <c:pt idx="6660">
                  <c:v>6660</c:v>
                </c:pt>
                <c:pt idx="6661">
                  <c:v>6661</c:v>
                </c:pt>
                <c:pt idx="6662">
                  <c:v>6662</c:v>
                </c:pt>
                <c:pt idx="6663">
                  <c:v>6663</c:v>
                </c:pt>
                <c:pt idx="6664">
                  <c:v>6664</c:v>
                </c:pt>
                <c:pt idx="6665">
                  <c:v>6665</c:v>
                </c:pt>
                <c:pt idx="6666">
                  <c:v>6666</c:v>
                </c:pt>
                <c:pt idx="6667">
                  <c:v>6667</c:v>
                </c:pt>
                <c:pt idx="6668">
                  <c:v>6668</c:v>
                </c:pt>
                <c:pt idx="6669">
                  <c:v>6669</c:v>
                </c:pt>
                <c:pt idx="6670">
                  <c:v>6670</c:v>
                </c:pt>
                <c:pt idx="6671">
                  <c:v>6671</c:v>
                </c:pt>
                <c:pt idx="6672">
                  <c:v>6672</c:v>
                </c:pt>
                <c:pt idx="6673">
                  <c:v>6673</c:v>
                </c:pt>
                <c:pt idx="6674">
                  <c:v>6674</c:v>
                </c:pt>
                <c:pt idx="6675">
                  <c:v>6675</c:v>
                </c:pt>
                <c:pt idx="6676">
                  <c:v>6676</c:v>
                </c:pt>
                <c:pt idx="6677">
                  <c:v>6677</c:v>
                </c:pt>
                <c:pt idx="6678">
                  <c:v>6678</c:v>
                </c:pt>
                <c:pt idx="6679">
                  <c:v>6679</c:v>
                </c:pt>
                <c:pt idx="6680">
                  <c:v>6680</c:v>
                </c:pt>
                <c:pt idx="6681">
                  <c:v>6681</c:v>
                </c:pt>
                <c:pt idx="6682">
                  <c:v>6682</c:v>
                </c:pt>
                <c:pt idx="6683">
                  <c:v>6683</c:v>
                </c:pt>
                <c:pt idx="6684">
                  <c:v>6684</c:v>
                </c:pt>
                <c:pt idx="6685">
                  <c:v>6685</c:v>
                </c:pt>
                <c:pt idx="6686">
                  <c:v>6686</c:v>
                </c:pt>
                <c:pt idx="6687">
                  <c:v>6687</c:v>
                </c:pt>
                <c:pt idx="6688">
                  <c:v>6688</c:v>
                </c:pt>
                <c:pt idx="6689">
                  <c:v>6689</c:v>
                </c:pt>
                <c:pt idx="6690">
                  <c:v>6690</c:v>
                </c:pt>
                <c:pt idx="6691">
                  <c:v>6691</c:v>
                </c:pt>
                <c:pt idx="6692">
                  <c:v>6692</c:v>
                </c:pt>
                <c:pt idx="6693">
                  <c:v>6693</c:v>
                </c:pt>
                <c:pt idx="6694">
                  <c:v>6694</c:v>
                </c:pt>
                <c:pt idx="6695">
                  <c:v>6695</c:v>
                </c:pt>
                <c:pt idx="6696">
                  <c:v>6696</c:v>
                </c:pt>
                <c:pt idx="6697">
                  <c:v>6697</c:v>
                </c:pt>
                <c:pt idx="6698">
                  <c:v>6698</c:v>
                </c:pt>
                <c:pt idx="6699">
                  <c:v>6699</c:v>
                </c:pt>
                <c:pt idx="6700">
                  <c:v>6700</c:v>
                </c:pt>
                <c:pt idx="6701">
                  <c:v>6701</c:v>
                </c:pt>
                <c:pt idx="6702">
                  <c:v>6702</c:v>
                </c:pt>
                <c:pt idx="6703">
                  <c:v>6703</c:v>
                </c:pt>
                <c:pt idx="6704">
                  <c:v>6704</c:v>
                </c:pt>
                <c:pt idx="6705">
                  <c:v>6705</c:v>
                </c:pt>
                <c:pt idx="6706">
                  <c:v>6706</c:v>
                </c:pt>
                <c:pt idx="6707">
                  <c:v>6707</c:v>
                </c:pt>
                <c:pt idx="6708">
                  <c:v>6708</c:v>
                </c:pt>
                <c:pt idx="6709">
                  <c:v>6709</c:v>
                </c:pt>
                <c:pt idx="6710">
                  <c:v>6710</c:v>
                </c:pt>
                <c:pt idx="6711">
                  <c:v>6711</c:v>
                </c:pt>
                <c:pt idx="6712">
                  <c:v>6712</c:v>
                </c:pt>
                <c:pt idx="6713">
                  <c:v>6713</c:v>
                </c:pt>
                <c:pt idx="6714">
                  <c:v>6714</c:v>
                </c:pt>
                <c:pt idx="6715">
                  <c:v>6715</c:v>
                </c:pt>
                <c:pt idx="6716">
                  <c:v>6716</c:v>
                </c:pt>
                <c:pt idx="6717">
                  <c:v>6717</c:v>
                </c:pt>
                <c:pt idx="6718">
                  <c:v>6718</c:v>
                </c:pt>
                <c:pt idx="6719">
                  <c:v>6719</c:v>
                </c:pt>
                <c:pt idx="6720">
                  <c:v>6720</c:v>
                </c:pt>
                <c:pt idx="6721">
                  <c:v>6721</c:v>
                </c:pt>
                <c:pt idx="6722">
                  <c:v>6722</c:v>
                </c:pt>
                <c:pt idx="6723">
                  <c:v>6723</c:v>
                </c:pt>
                <c:pt idx="6724">
                  <c:v>6724</c:v>
                </c:pt>
                <c:pt idx="6725">
                  <c:v>6725</c:v>
                </c:pt>
                <c:pt idx="6726">
                  <c:v>6726</c:v>
                </c:pt>
                <c:pt idx="6727">
                  <c:v>6727</c:v>
                </c:pt>
                <c:pt idx="6728">
                  <c:v>6728</c:v>
                </c:pt>
                <c:pt idx="6729">
                  <c:v>6729</c:v>
                </c:pt>
                <c:pt idx="6730">
                  <c:v>6730</c:v>
                </c:pt>
                <c:pt idx="6731">
                  <c:v>6731</c:v>
                </c:pt>
                <c:pt idx="6732">
                  <c:v>6732</c:v>
                </c:pt>
                <c:pt idx="6733">
                  <c:v>6733</c:v>
                </c:pt>
                <c:pt idx="6734">
                  <c:v>6734</c:v>
                </c:pt>
                <c:pt idx="6735">
                  <c:v>6735</c:v>
                </c:pt>
                <c:pt idx="6736">
                  <c:v>6736</c:v>
                </c:pt>
                <c:pt idx="6737">
                  <c:v>6737</c:v>
                </c:pt>
                <c:pt idx="6738">
                  <c:v>6738</c:v>
                </c:pt>
                <c:pt idx="6739">
                  <c:v>6739</c:v>
                </c:pt>
                <c:pt idx="6740">
                  <c:v>6740</c:v>
                </c:pt>
                <c:pt idx="6741">
                  <c:v>6741</c:v>
                </c:pt>
                <c:pt idx="6742">
                  <c:v>6742</c:v>
                </c:pt>
                <c:pt idx="6743">
                  <c:v>6743</c:v>
                </c:pt>
                <c:pt idx="6744">
                  <c:v>6744</c:v>
                </c:pt>
                <c:pt idx="6745">
                  <c:v>6745</c:v>
                </c:pt>
                <c:pt idx="6746">
                  <c:v>6746</c:v>
                </c:pt>
                <c:pt idx="6747">
                  <c:v>6747</c:v>
                </c:pt>
                <c:pt idx="6748">
                  <c:v>6748</c:v>
                </c:pt>
                <c:pt idx="6749">
                  <c:v>6749</c:v>
                </c:pt>
                <c:pt idx="6750">
                  <c:v>6750</c:v>
                </c:pt>
                <c:pt idx="6751">
                  <c:v>6751</c:v>
                </c:pt>
                <c:pt idx="6752">
                  <c:v>6752</c:v>
                </c:pt>
                <c:pt idx="6753">
                  <c:v>6753</c:v>
                </c:pt>
                <c:pt idx="6754">
                  <c:v>6754</c:v>
                </c:pt>
                <c:pt idx="6755">
                  <c:v>6755</c:v>
                </c:pt>
                <c:pt idx="6756">
                  <c:v>6756</c:v>
                </c:pt>
                <c:pt idx="6757">
                  <c:v>6757</c:v>
                </c:pt>
                <c:pt idx="6758">
                  <c:v>6758</c:v>
                </c:pt>
                <c:pt idx="6759">
                  <c:v>6759</c:v>
                </c:pt>
                <c:pt idx="6760">
                  <c:v>6760</c:v>
                </c:pt>
                <c:pt idx="6761">
                  <c:v>6761</c:v>
                </c:pt>
                <c:pt idx="6762">
                  <c:v>6762</c:v>
                </c:pt>
                <c:pt idx="6763">
                  <c:v>6763</c:v>
                </c:pt>
                <c:pt idx="6764">
                  <c:v>6764</c:v>
                </c:pt>
                <c:pt idx="6765">
                  <c:v>6765</c:v>
                </c:pt>
                <c:pt idx="6766">
                  <c:v>6766</c:v>
                </c:pt>
                <c:pt idx="6767">
                  <c:v>6767</c:v>
                </c:pt>
                <c:pt idx="6768">
                  <c:v>6768</c:v>
                </c:pt>
                <c:pt idx="6769">
                  <c:v>6769</c:v>
                </c:pt>
                <c:pt idx="6770">
                  <c:v>6770</c:v>
                </c:pt>
                <c:pt idx="6771">
                  <c:v>6771</c:v>
                </c:pt>
                <c:pt idx="6772">
                  <c:v>6772</c:v>
                </c:pt>
                <c:pt idx="6773">
                  <c:v>6773</c:v>
                </c:pt>
                <c:pt idx="6774">
                  <c:v>6774</c:v>
                </c:pt>
                <c:pt idx="6775">
                  <c:v>6775</c:v>
                </c:pt>
                <c:pt idx="6776">
                  <c:v>6776</c:v>
                </c:pt>
                <c:pt idx="6777">
                  <c:v>6777</c:v>
                </c:pt>
                <c:pt idx="6778">
                  <c:v>6778</c:v>
                </c:pt>
                <c:pt idx="6779">
                  <c:v>6779</c:v>
                </c:pt>
                <c:pt idx="6780">
                  <c:v>6780</c:v>
                </c:pt>
                <c:pt idx="6781">
                  <c:v>6781</c:v>
                </c:pt>
                <c:pt idx="6782">
                  <c:v>6782</c:v>
                </c:pt>
                <c:pt idx="6783">
                  <c:v>6783</c:v>
                </c:pt>
                <c:pt idx="6784">
                  <c:v>6784</c:v>
                </c:pt>
                <c:pt idx="6785">
                  <c:v>6785</c:v>
                </c:pt>
                <c:pt idx="6786">
                  <c:v>6786</c:v>
                </c:pt>
                <c:pt idx="6787">
                  <c:v>6787</c:v>
                </c:pt>
                <c:pt idx="6788">
                  <c:v>6788</c:v>
                </c:pt>
                <c:pt idx="6789">
                  <c:v>6789</c:v>
                </c:pt>
                <c:pt idx="6790">
                  <c:v>6790</c:v>
                </c:pt>
                <c:pt idx="6791">
                  <c:v>6791</c:v>
                </c:pt>
                <c:pt idx="6792">
                  <c:v>6792</c:v>
                </c:pt>
                <c:pt idx="6793">
                  <c:v>6793</c:v>
                </c:pt>
                <c:pt idx="6794">
                  <c:v>6794</c:v>
                </c:pt>
                <c:pt idx="6795">
                  <c:v>6795</c:v>
                </c:pt>
                <c:pt idx="6796">
                  <c:v>6796</c:v>
                </c:pt>
                <c:pt idx="6797">
                  <c:v>6797</c:v>
                </c:pt>
                <c:pt idx="6798">
                  <c:v>6798</c:v>
                </c:pt>
                <c:pt idx="6799">
                  <c:v>6799</c:v>
                </c:pt>
                <c:pt idx="6800">
                  <c:v>6800</c:v>
                </c:pt>
                <c:pt idx="6801">
                  <c:v>6801</c:v>
                </c:pt>
                <c:pt idx="6802">
                  <c:v>6802</c:v>
                </c:pt>
                <c:pt idx="6803">
                  <c:v>6803</c:v>
                </c:pt>
                <c:pt idx="6804">
                  <c:v>6804</c:v>
                </c:pt>
                <c:pt idx="6805">
                  <c:v>6805</c:v>
                </c:pt>
                <c:pt idx="6806">
                  <c:v>6806</c:v>
                </c:pt>
                <c:pt idx="6807">
                  <c:v>6807</c:v>
                </c:pt>
                <c:pt idx="6808">
                  <c:v>6808</c:v>
                </c:pt>
                <c:pt idx="6809">
                  <c:v>6809</c:v>
                </c:pt>
                <c:pt idx="6810">
                  <c:v>6810</c:v>
                </c:pt>
                <c:pt idx="6811">
                  <c:v>6811</c:v>
                </c:pt>
                <c:pt idx="6812">
                  <c:v>6812</c:v>
                </c:pt>
                <c:pt idx="6813">
                  <c:v>6813</c:v>
                </c:pt>
                <c:pt idx="6814">
                  <c:v>6814</c:v>
                </c:pt>
                <c:pt idx="6815">
                  <c:v>6815</c:v>
                </c:pt>
                <c:pt idx="6816">
                  <c:v>6816</c:v>
                </c:pt>
                <c:pt idx="6817">
                  <c:v>6817</c:v>
                </c:pt>
                <c:pt idx="6818">
                  <c:v>6818</c:v>
                </c:pt>
                <c:pt idx="6819">
                  <c:v>6819</c:v>
                </c:pt>
                <c:pt idx="6820">
                  <c:v>6820</c:v>
                </c:pt>
                <c:pt idx="6821">
                  <c:v>6821</c:v>
                </c:pt>
                <c:pt idx="6822">
                  <c:v>6822</c:v>
                </c:pt>
                <c:pt idx="6823">
                  <c:v>6823</c:v>
                </c:pt>
                <c:pt idx="6824">
                  <c:v>6824</c:v>
                </c:pt>
                <c:pt idx="6825">
                  <c:v>6825</c:v>
                </c:pt>
                <c:pt idx="6826">
                  <c:v>6826</c:v>
                </c:pt>
                <c:pt idx="6827">
                  <c:v>6827</c:v>
                </c:pt>
                <c:pt idx="6828">
                  <c:v>6828</c:v>
                </c:pt>
                <c:pt idx="6829">
                  <c:v>6829</c:v>
                </c:pt>
                <c:pt idx="6830">
                  <c:v>6830</c:v>
                </c:pt>
                <c:pt idx="6831">
                  <c:v>6831</c:v>
                </c:pt>
                <c:pt idx="6832">
                  <c:v>6832</c:v>
                </c:pt>
                <c:pt idx="6833">
                  <c:v>6833</c:v>
                </c:pt>
                <c:pt idx="6834">
                  <c:v>6834</c:v>
                </c:pt>
                <c:pt idx="6835">
                  <c:v>6835</c:v>
                </c:pt>
                <c:pt idx="6836">
                  <c:v>6836</c:v>
                </c:pt>
                <c:pt idx="6837">
                  <c:v>6837</c:v>
                </c:pt>
                <c:pt idx="6838">
                  <c:v>6838</c:v>
                </c:pt>
                <c:pt idx="6839">
                  <c:v>6839</c:v>
                </c:pt>
                <c:pt idx="6840">
                  <c:v>6840</c:v>
                </c:pt>
                <c:pt idx="6841">
                  <c:v>6841</c:v>
                </c:pt>
                <c:pt idx="6842">
                  <c:v>6842</c:v>
                </c:pt>
                <c:pt idx="6843">
                  <c:v>6843</c:v>
                </c:pt>
                <c:pt idx="6844">
                  <c:v>6844</c:v>
                </c:pt>
                <c:pt idx="6845">
                  <c:v>6845</c:v>
                </c:pt>
                <c:pt idx="6846">
                  <c:v>6846</c:v>
                </c:pt>
                <c:pt idx="6847">
                  <c:v>6847</c:v>
                </c:pt>
                <c:pt idx="6848">
                  <c:v>6848</c:v>
                </c:pt>
                <c:pt idx="6849">
                  <c:v>6849</c:v>
                </c:pt>
                <c:pt idx="6850">
                  <c:v>6850</c:v>
                </c:pt>
                <c:pt idx="6851">
                  <c:v>6851</c:v>
                </c:pt>
                <c:pt idx="6852">
                  <c:v>6852</c:v>
                </c:pt>
                <c:pt idx="6853">
                  <c:v>6853</c:v>
                </c:pt>
                <c:pt idx="6854">
                  <c:v>6854</c:v>
                </c:pt>
                <c:pt idx="6855">
                  <c:v>6855</c:v>
                </c:pt>
                <c:pt idx="6856">
                  <c:v>6856</c:v>
                </c:pt>
                <c:pt idx="6857">
                  <c:v>6857</c:v>
                </c:pt>
                <c:pt idx="6858">
                  <c:v>6858</c:v>
                </c:pt>
                <c:pt idx="6859">
                  <c:v>6859</c:v>
                </c:pt>
                <c:pt idx="6860">
                  <c:v>6860</c:v>
                </c:pt>
                <c:pt idx="6861">
                  <c:v>6861</c:v>
                </c:pt>
                <c:pt idx="6862">
                  <c:v>6862</c:v>
                </c:pt>
                <c:pt idx="6863">
                  <c:v>6863</c:v>
                </c:pt>
                <c:pt idx="6864">
                  <c:v>6864</c:v>
                </c:pt>
                <c:pt idx="6865">
                  <c:v>6865</c:v>
                </c:pt>
                <c:pt idx="6866">
                  <c:v>6866</c:v>
                </c:pt>
                <c:pt idx="6867">
                  <c:v>6867</c:v>
                </c:pt>
                <c:pt idx="6868">
                  <c:v>6868</c:v>
                </c:pt>
                <c:pt idx="6869">
                  <c:v>6869</c:v>
                </c:pt>
                <c:pt idx="6870">
                  <c:v>6870</c:v>
                </c:pt>
                <c:pt idx="6871">
                  <c:v>6871</c:v>
                </c:pt>
                <c:pt idx="6872">
                  <c:v>6872</c:v>
                </c:pt>
                <c:pt idx="6873">
                  <c:v>6873</c:v>
                </c:pt>
                <c:pt idx="6874">
                  <c:v>6874</c:v>
                </c:pt>
                <c:pt idx="6875">
                  <c:v>6875</c:v>
                </c:pt>
                <c:pt idx="6876">
                  <c:v>6876</c:v>
                </c:pt>
                <c:pt idx="6877">
                  <c:v>6877</c:v>
                </c:pt>
                <c:pt idx="6878">
                  <c:v>6878</c:v>
                </c:pt>
                <c:pt idx="6879">
                  <c:v>6879</c:v>
                </c:pt>
                <c:pt idx="6880">
                  <c:v>6880</c:v>
                </c:pt>
                <c:pt idx="6881">
                  <c:v>6881</c:v>
                </c:pt>
                <c:pt idx="6882">
                  <c:v>6882</c:v>
                </c:pt>
                <c:pt idx="6883">
                  <c:v>6883</c:v>
                </c:pt>
                <c:pt idx="6884">
                  <c:v>6884</c:v>
                </c:pt>
                <c:pt idx="6885">
                  <c:v>6885</c:v>
                </c:pt>
                <c:pt idx="6886">
                  <c:v>6886</c:v>
                </c:pt>
                <c:pt idx="6887">
                  <c:v>6887</c:v>
                </c:pt>
                <c:pt idx="6888">
                  <c:v>6888</c:v>
                </c:pt>
                <c:pt idx="6889">
                  <c:v>6889</c:v>
                </c:pt>
                <c:pt idx="6890">
                  <c:v>6890</c:v>
                </c:pt>
                <c:pt idx="6891">
                  <c:v>6891</c:v>
                </c:pt>
                <c:pt idx="6892">
                  <c:v>6892</c:v>
                </c:pt>
                <c:pt idx="6893">
                  <c:v>6893</c:v>
                </c:pt>
                <c:pt idx="6894">
                  <c:v>6894</c:v>
                </c:pt>
                <c:pt idx="6895">
                  <c:v>6895</c:v>
                </c:pt>
                <c:pt idx="6896">
                  <c:v>6896</c:v>
                </c:pt>
                <c:pt idx="6897">
                  <c:v>6897</c:v>
                </c:pt>
                <c:pt idx="6898">
                  <c:v>6898</c:v>
                </c:pt>
                <c:pt idx="6899">
                  <c:v>6899</c:v>
                </c:pt>
                <c:pt idx="6900">
                  <c:v>6900</c:v>
                </c:pt>
                <c:pt idx="6901">
                  <c:v>6901</c:v>
                </c:pt>
                <c:pt idx="6902">
                  <c:v>6902</c:v>
                </c:pt>
                <c:pt idx="6903">
                  <c:v>6903</c:v>
                </c:pt>
                <c:pt idx="6904">
                  <c:v>6904</c:v>
                </c:pt>
                <c:pt idx="6905">
                  <c:v>6905</c:v>
                </c:pt>
                <c:pt idx="6906">
                  <c:v>6906</c:v>
                </c:pt>
                <c:pt idx="6907">
                  <c:v>6907</c:v>
                </c:pt>
                <c:pt idx="6908">
                  <c:v>6908</c:v>
                </c:pt>
                <c:pt idx="6909">
                  <c:v>6909</c:v>
                </c:pt>
                <c:pt idx="6910">
                  <c:v>6910</c:v>
                </c:pt>
                <c:pt idx="6911">
                  <c:v>6911</c:v>
                </c:pt>
                <c:pt idx="6912">
                  <c:v>6912</c:v>
                </c:pt>
                <c:pt idx="6913">
                  <c:v>6913</c:v>
                </c:pt>
                <c:pt idx="6914">
                  <c:v>6914</c:v>
                </c:pt>
                <c:pt idx="6915">
                  <c:v>6915</c:v>
                </c:pt>
                <c:pt idx="6916">
                  <c:v>6916</c:v>
                </c:pt>
                <c:pt idx="6917">
                  <c:v>6917</c:v>
                </c:pt>
                <c:pt idx="6918">
                  <c:v>6918</c:v>
                </c:pt>
                <c:pt idx="6919">
                  <c:v>6919</c:v>
                </c:pt>
                <c:pt idx="6920">
                  <c:v>6920</c:v>
                </c:pt>
                <c:pt idx="6921">
                  <c:v>6921</c:v>
                </c:pt>
                <c:pt idx="6922">
                  <c:v>6922</c:v>
                </c:pt>
                <c:pt idx="6923">
                  <c:v>6923</c:v>
                </c:pt>
                <c:pt idx="6924">
                  <c:v>6924</c:v>
                </c:pt>
                <c:pt idx="6925">
                  <c:v>6925</c:v>
                </c:pt>
                <c:pt idx="6926">
                  <c:v>6926</c:v>
                </c:pt>
                <c:pt idx="6927">
                  <c:v>6927</c:v>
                </c:pt>
                <c:pt idx="6928">
                  <c:v>6928</c:v>
                </c:pt>
                <c:pt idx="6929">
                  <c:v>6929</c:v>
                </c:pt>
                <c:pt idx="6930">
                  <c:v>6930</c:v>
                </c:pt>
                <c:pt idx="6931">
                  <c:v>6931</c:v>
                </c:pt>
                <c:pt idx="6932">
                  <c:v>6932</c:v>
                </c:pt>
                <c:pt idx="6933">
                  <c:v>6933</c:v>
                </c:pt>
                <c:pt idx="6934">
                  <c:v>6934</c:v>
                </c:pt>
                <c:pt idx="6935">
                  <c:v>6935</c:v>
                </c:pt>
                <c:pt idx="6936">
                  <c:v>6936</c:v>
                </c:pt>
                <c:pt idx="6937">
                  <c:v>6937</c:v>
                </c:pt>
                <c:pt idx="6938">
                  <c:v>6938</c:v>
                </c:pt>
                <c:pt idx="6939">
                  <c:v>6939</c:v>
                </c:pt>
                <c:pt idx="6940">
                  <c:v>6940</c:v>
                </c:pt>
                <c:pt idx="6941">
                  <c:v>6941</c:v>
                </c:pt>
                <c:pt idx="6942">
                  <c:v>6942</c:v>
                </c:pt>
                <c:pt idx="6943">
                  <c:v>6943</c:v>
                </c:pt>
                <c:pt idx="6944">
                  <c:v>6944</c:v>
                </c:pt>
                <c:pt idx="6945">
                  <c:v>6945</c:v>
                </c:pt>
                <c:pt idx="6946">
                  <c:v>6946</c:v>
                </c:pt>
                <c:pt idx="6947">
                  <c:v>6947</c:v>
                </c:pt>
                <c:pt idx="6948">
                  <c:v>6948</c:v>
                </c:pt>
                <c:pt idx="6949">
                  <c:v>6949</c:v>
                </c:pt>
                <c:pt idx="6950">
                  <c:v>6950</c:v>
                </c:pt>
                <c:pt idx="6951">
                  <c:v>6951</c:v>
                </c:pt>
                <c:pt idx="6952">
                  <c:v>6952</c:v>
                </c:pt>
                <c:pt idx="6953">
                  <c:v>6953</c:v>
                </c:pt>
                <c:pt idx="6954">
                  <c:v>6954</c:v>
                </c:pt>
                <c:pt idx="6955">
                  <c:v>6955</c:v>
                </c:pt>
                <c:pt idx="6956">
                  <c:v>6956</c:v>
                </c:pt>
                <c:pt idx="6957">
                  <c:v>6957</c:v>
                </c:pt>
                <c:pt idx="6958">
                  <c:v>6958</c:v>
                </c:pt>
                <c:pt idx="6959">
                  <c:v>6959</c:v>
                </c:pt>
                <c:pt idx="6960">
                  <c:v>6960</c:v>
                </c:pt>
                <c:pt idx="6961">
                  <c:v>6961</c:v>
                </c:pt>
                <c:pt idx="6962">
                  <c:v>6962</c:v>
                </c:pt>
                <c:pt idx="6963">
                  <c:v>6963</c:v>
                </c:pt>
                <c:pt idx="6964">
                  <c:v>6964</c:v>
                </c:pt>
                <c:pt idx="6965">
                  <c:v>6965</c:v>
                </c:pt>
                <c:pt idx="6966">
                  <c:v>6966</c:v>
                </c:pt>
                <c:pt idx="6967">
                  <c:v>6967</c:v>
                </c:pt>
                <c:pt idx="6968">
                  <c:v>6968</c:v>
                </c:pt>
                <c:pt idx="6969">
                  <c:v>6969</c:v>
                </c:pt>
                <c:pt idx="6970">
                  <c:v>6970</c:v>
                </c:pt>
                <c:pt idx="6971">
                  <c:v>6971</c:v>
                </c:pt>
                <c:pt idx="6972">
                  <c:v>6972</c:v>
                </c:pt>
                <c:pt idx="6973">
                  <c:v>6973</c:v>
                </c:pt>
                <c:pt idx="6974">
                  <c:v>6974</c:v>
                </c:pt>
                <c:pt idx="6975">
                  <c:v>6975</c:v>
                </c:pt>
                <c:pt idx="6976">
                  <c:v>6976</c:v>
                </c:pt>
                <c:pt idx="6977">
                  <c:v>6977</c:v>
                </c:pt>
                <c:pt idx="6978">
                  <c:v>6978</c:v>
                </c:pt>
                <c:pt idx="6979">
                  <c:v>6979</c:v>
                </c:pt>
                <c:pt idx="6980">
                  <c:v>6980</c:v>
                </c:pt>
                <c:pt idx="6981">
                  <c:v>6981</c:v>
                </c:pt>
                <c:pt idx="6982">
                  <c:v>6982</c:v>
                </c:pt>
                <c:pt idx="6983">
                  <c:v>6983</c:v>
                </c:pt>
                <c:pt idx="6984">
                  <c:v>6984</c:v>
                </c:pt>
                <c:pt idx="6985">
                  <c:v>6985</c:v>
                </c:pt>
                <c:pt idx="6986">
                  <c:v>6986</c:v>
                </c:pt>
                <c:pt idx="6987">
                  <c:v>6987</c:v>
                </c:pt>
                <c:pt idx="6988">
                  <c:v>6988</c:v>
                </c:pt>
                <c:pt idx="6989">
                  <c:v>6989</c:v>
                </c:pt>
                <c:pt idx="6990">
                  <c:v>6990</c:v>
                </c:pt>
                <c:pt idx="6991">
                  <c:v>6991</c:v>
                </c:pt>
                <c:pt idx="6992">
                  <c:v>6992</c:v>
                </c:pt>
                <c:pt idx="6993">
                  <c:v>6993</c:v>
                </c:pt>
                <c:pt idx="6994">
                  <c:v>6994</c:v>
                </c:pt>
                <c:pt idx="6995">
                  <c:v>6995</c:v>
                </c:pt>
                <c:pt idx="6996">
                  <c:v>6996</c:v>
                </c:pt>
                <c:pt idx="6997">
                  <c:v>6997</c:v>
                </c:pt>
                <c:pt idx="6998">
                  <c:v>6998</c:v>
                </c:pt>
                <c:pt idx="6999">
                  <c:v>6999</c:v>
                </c:pt>
                <c:pt idx="7000">
                  <c:v>7000</c:v>
                </c:pt>
                <c:pt idx="7001">
                  <c:v>7001</c:v>
                </c:pt>
                <c:pt idx="7002">
                  <c:v>7002</c:v>
                </c:pt>
                <c:pt idx="7003">
                  <c:v>7003</c:v>
                </c:pt>
                <c:pt idx="7004">
                  <c:v>7004</c:v>
                </c:pt>
                <c:pt idx="7005">
                  <c:v>7005</c:v>
                </c:pt>
                <c:pt idx="7006">
                  <c:v>7006</c:v>
                </c:pt>
                <c:pt idx="7007">
                  <c:v>7007</c:v>
                </c:pt>
                <c:pt idx="7008">
                  <c:v>7008</c:v>
                </c:pt>
                <c:pt idx="7009">
                  <c:v>7009</c:v>
                </c:pt>
                <c:pt idx="7010">
                  <c:v>7010</c:v>
                </c:pt>
                <c:pt idx="7011">
                  <c:v>7011</c:v>
                </c:pt>
                <c:pt idx="7012">
                  <c:v>7012</c:v>
                </c:pt>
                <c:pt idx="7013">
                  <c:v>7013</c:v>
                </c:pt>
                <c:pt idx="7014">
                  <c:v>7014</c:v>
                </c:pt>
                <c:pt idx="7015">
                  <c:v>7015</c:v>
                </c:pt>
                <c:pt idx="7016">
                  <c:v>7016</c:v>
                </c:pt>
                <c:pt idx="7017">
                  <c:v>7017</c:v>
                </c:pt>
                <c:pt idx="7018">
                  <c:v>7018</c:v>
                </c:pt>
                <c:pt idx="7019">
                  <c:v>7019</c:v>
                </c:pt>
                <c:pt idx="7020">
                  <c:v>7020</c:v>
                </c:pt>
                <c:pt idx="7021">
                  <c:v>7021</c:v>
                </c:pt>
                <c:pt idx="7022">
                  <c:v>7022</c:v>
                </c:pt>
                <c:pt idx="7023">
                  <c:v>7023</c:v>
                </c:pt>
                <c:pt idx="7024">
                  <c:v>7024</c:v>
                </c:pt>
                <c:pt idx="7025">
                  <c:v>7025</c:v>
                </c:pt>
                <c:pt idx="7026">
                  <c:v>7026</c:v>
                </c:pt>
                <c:pt idx="7027">
                  <c:v>7027</c:v>
                </c:pt>
                <c:pt idx="7028">
                  <c:v>7028</c:v>
                </c:pt>
                <c:pt idx="7029">
                  <c:v>7029</c:v>
                </c:pt>
                <c:pt idx="7030">
                  <c:v>7030</c:v>
                </c:pt>
                <c:pt idx="7031">
                  <c:v>7031</c:v>
                </c:pt>
                <c:pt idx="7032">
                  <c:v>7032</c:v>
                </c:pt>
                <c:pt idx="7033">
                  <c:v>7033</c:v>
                </c:pt>
                <c:pt idx="7034">
                  <c:v>7034</c:v>
                </c:pt>
                <c:pt idx="7035">
                  <c:v>7035</c:v>
                </c:pt>
                <c:pt idx="7036">
                  <c:v>7036</c:v>
                </c:pt>
                <c:pt idx="7037">
                  <c:v>7037</c:v>
                </c:pt>
                <c:pt idx="7038">
                  <c:v>7038</c:v>
                </c:pt>
                <c:pt idx="7039">
                  <c:v>7039</c:v>
                </c:pt>
                <c:pt idx="7040">
                  <c:v>7040</c:v>
                </c:pt>
                <c:pt idx="7041">
                  <c:v>7041</c:v>
                </c:pt>
                <c:pt idx="7042">
                  <c:v>7042</c:v>
                </c:pt>
                <c:pt idx="7043">
                  <c:v>7043</c:v>
                </c:pt>
                <c:pt idx="7044">
                  <c:v>7044</c:v>
                </c:pt>
                <c:pt idx="7045">
                  <c:v>7045</c:v>
                </c:pt>
                <c:pt idx="7046">
                  <c:v>7046</c:v>
                </c:pt>
                <c:pt idx="7047">
                  <c:v>7047</c:v>
                </c:pt>
                <c:pt idx="7048">
                  <c:v>7048</c:v>
                </c:pt>
                <c:pt idx="7049">
                  <c:v>7049</c:v>
                </c:pt>
                <c:pt idx="7050">
                  <c:v>7050</c:v>
                </c:pt>
                <c:pt idx="7051">
                  <c:v>7051</c:v>
                </c:pt>
                <c:pt idx="7052">
                  <c:v>7052</c:v>
                </c:pt>
                <c:pt idx="7053">
                  <c:v>7053</c:v>
                </c:pt>
                <c:pt idx="7054">
                  <c:v>7054</c:v>
                </c:pt>
                <c:pt idx="7055">
                  <c:v>7055</c:v>
                </c:pt>
                <c:pt idx="7056">
                  <c:v>7056</c:v>
                </c:pt>
                <c:pt idx="7057">
                  <c:v>7057</c:v>
                </c:pt>
                <c:pt idx="7058">
                  <c:v>7058</c:v>
                </c:pt>
                <c:pt idx="7059">
                  <c:v>7059</c:v>
                </c:pt>
                <c:pt idx="7060">
                  <c:v>7060</c:v>
                </c:pt>
                <c:pt idx="7061">
                  <c:v>7061</c:v>
                </c:pt>
                <c:pt idx="7062">
                  <c:v>7062</c:v>
                </c:pt>
                <c:pt idx="7063">
                  <c:v>7063</c:v>
                </c:pt>
                <c:pt idx="7064">
                  <c:v>7064</c:v>
                </c:pt>
                <c:pt idx="7065">
                  <c:v>7065</c:v>
                </c:pt>
                <c:pt idx="7066">
                  <c:v>7066</c:v>
                </c:pt>
                <c:pt idx="7067">
                  <c:v>7067</c:v>
                </c:pt>
                <c:pt idx="7068">
                  <c:v>7068</c:v>
                </c:pt>
                <c:pt idx="7069">
                  <c:v>7069</c:v>
                </c:pt>
                <c:pt idx="7070">
                  <c:v>7070</c:v>
                </c:pt>
                <c:pt idx="7071">
                  <c:v>7071</c:v>
                </c:pt>
                <c:pt idx="7072">
                  <c:v>7072</c:v>
                </c:pt>
                <c:pt idx="7073">
                  <c:v>7073</c:v>
                </c:pt>
                <c:pt idx="7074">
                  <c:v>7074</c:v>
                </c:pt>
                <c:pt idx="7075">
                  <c:v>7075</c:v>
                </c:pt>
                <c:pt idx="7076">
                  <c:v>7076</c:v>
                </c:pt>
                <c:pt idx="7077">
                  <c:v>7077</c:v>
                </c:pt>
                <c:pt idx="7078">
                  <c:v>7078</c:v>
                </c:pt>
                <c:pt idx="7079">
                  <c:v>7079</c:v>
                </c:pt>
                <c:pt idx="7080">
                  <c:v>7080</c:v>
                </c:pt>
                <c:pt idx="7081">
                  <c:v>7081</c:v>
                </c:pt>
                <c:pt idx="7082">
                  <c:v>7082</c:v>
                </c:pt>
                <c:pt idx="7083">
                  <c:v>7083</c:v>
                </c:pt>
                <c:pt idx="7084">
                  <c:v>7084</c:v>
                </c:pt>
                <c:pt idx="7085">
                  <c:v>7085</c:v>
                </c:pt>
                <c:pt idx="7086">
                  <c:v>7086</c:v>
                </c:pt>
                <c:pt idx="7087">
                  <c:v>7087</c:v>
                </c:pt>
                <c:pt idx="7088">
                  <c:v>7088</c:v>
                </c:pt>
                <c:pt idx="7089">
                  <c:v>7089</c:v>
                </c:pt>
                <c:pt idx="7090">
                  <c:v>7090</c:v>
                </c:pt>
                <c:pt idx="7091">
                  <c:v>7091</c:v>
                </c:pt>
                <c:pt idx="7092">
                  <c:v>7092</c:v>
                </c:pt>
                <c:pt idx="7093">
                  <c:v>7093</c:v>
                </c:pt>
                <c:pt idx="7094">
                  <c:v>7094</c:v>
                </c:pt>
                <c:pt idx="7095">
                  <c:v>7095</c:v>
                </c:pt>
                <c:pt idx="7096">
                  <c:v>7096</c:v>
                </c:pt>
                <c:pt idx="7097">
                  <c:v>7097</c:v>
                </c:pt>
                <c:pt idx="7098">
                  <c:v>7098</c:v>
                </c:pt>
                <c:pt idx="7099">
                  <c:v>7099</c:v>
                </c:pt>
                <c:pt idx="7100">
                  <c:v>7100</c:v>
                </c:pt>
                <c:pt idx="7101">
                  <c:v>7101</c:v>
                </c:pt>
                <c:pt idx="7102">
                  <c:v>7102</c:v>
                </c:pt>
                <c:pt idx="7103">
                  <c:v>7103</c:v>
                </c:pt>
                <c:pt idx="7104">
                  <c:v>7104</c:v>
                </c:pt>
                <c:pt idx="7105">
                  <c:v>7105</c:v>
                </c:pt>
                <c:pt idx="7106">
                  <c:v>7106</c:v>
                </c:pt>
                <c:pt idx="7107">
                  <c:v>7107</c:v>
                </c:pt>
                <c:pt idx="7108">
                  <c:v>7108</c:v>
                </c:pt>
                <c:pt idx="7109">
                  <c:v>7109</c:v>
                </c:pt>
                <c:pt idx="7110">
                  <c:v>7110</c:v>
                </c:pt>
                <c:pt idx="7111">
                  <c:v>7111</c:v>
                </c:pt>
                <c:pt idx="7112">
                  <c:v>7112</c:v>
                </c:pt>
                <c:pt idx="7113">
                  <c:v>7113</c:v>
                </c:pt>
                <c:pt idx="7114">
                  <c:v>7114</c:v>
                </c:pt>
                <c:pt idx="7115">
                  <c:v>7115</c:v>
                </c:pt>
                <c:pt idx="7116">
                  <c:v>7116</c:v>
                </c:pt>
                <c:pt idx="7117">
                  <c:v>7117</c:v>
                </c:pt>
                <c:pt idx="7118">
                  <c:v>7118</c:v>
                </c:pt>
                <c:pt idx="7119">
                  <c:v>7119</c:v>
                </c:pt>
                <c:pt idx="7120">
                  <c:v>7120</c:v>
                </c:pt>
                <c:pt idx="7121">
                  <c:v>7121</c:v>
                </c:pt>
                <c:pt idx="7122">
                  <c:v>7122</c:v>
                </c:pt>
                <c:pt idx="7123">
                  <c:v>7123</c:v>
                </c:pt>
                <c:pt idx="7124">
                  <c:v>7124</c:v>
                </c:pt>
                <c:pt idx="7125">
                  <c:v>7125</c:v>
                </c:pt>
                <c:pt idx="7126">
                  <c:v>7126</c:v>
                </c:pt>
                <c:pt idx="7127">
                  <c:v>7127</c:v>
                </c:pt>
                <c:pt idx="7128">
                  <c:v>7128</c:v>
                </c:pt>
                <c:pt idx="7129">
                  <c:v>7129</c:v>
                </c:pt>
                <c:pt idx="7130">
                  <c:v>7130</c:v>
                </c:pt>
                <c:pt idx="7131">
                  <c:v>7131</c:v>
                </c:pt>
                <c:pt idx="7132">
                  <c:v>7132</c:v>
                </c:pt>
                <c:pt idx="7133">
                  <c:v>7133</c:v>
                </c:pt>
                <c:pt idx="7134">
                  <c:v>7134</c:v>
                </c:pt>
                <c:pt idx="7135">
                  <c:v>7135</c:v>
                </c:pt>
                <c:pt idx="7136">
                  <c:v>7136</c:v>
                </c:pt>
                <c:pt idx="7137">
                  <c:v>7137</c:v>
                </c:pt>
                <c:pt idx="7138">
                  <c:v>7138</c:v>
                </c:pt>
                <c:pt idx="7139">
                  <c:v>7139</c:v>
                </c:pt>
                <c:pt idx="7140">
                  <c:v>7140</c:v>
                </c:pt>
                <c:pt idx="7141">
                  <c:v>7141</c:v>
                </c:pt>
                <c:pt idx="7142">
                  <c:v>7142</c:v>
                </c:pt>
                <c:pt idx="7143">
                  <c:v>7143</c:v>
                </c:pt>
                <c:pt idx="7144">
                  <c:v>7144</c:v>
                </c:pt>
                <c:pt idx="7145">
                  <c:v>7145</c:v>
                </c:pt>
                <c:pt idx="7146">
                  <c:v>7146</c:v>
                </c:pt>
                <c:pt idx="7147">
                  <c:v>7147</c:v>
                </c:pt>
                <c:pt idx="7148">
                  <c:v>7148</c:v>
                </c:pt>
                <c:pt idx="7149">
                  <c:v>7149</c:v>
                </c:pt>
                <c:pt idx="7150">
                  <c:v>7150</c:v>
                </c:pt>
                <c:pt idx="7151">
                  <c:v>7151</c:v>
                </c:pt>
                <c:pt idx="7152">
                  <c:v>7152</c:v>
                </c:pt>
                <c:pt idx="7153">
                  <c:v>7153</c:v>
                </c:pt>
                <c:pt idx="7154">
                  <c:v>7154</c:v>
                </c:pt>
                <c:pt idx="7155">
                  <c:v>7155</c:v>
                </c:pt>
                <c:pt idx="7156">
                  <c:v>7156</c:v>
                </c:pt>
                <c:pt idx="7157">
                  <c:v>7157</c:v>
                </c:pt>
                <c:pt idx="7158">
                  <c:v>7158</c:v>
                </c:pt>
                <c:pt idx="7159">
                  <c:v>7159</c:v>
                </c:pt>
                <c:pt idx="7160">
                  <c:v>7160</c:v>
                </c:pt>
                <c:pt idx="7161">
                  <c:v>7161</c:v>
                </c:pt>
                <c:pt idx="7162">
                  <c:v>7162</c:v>
                </c:pt>
                <c:pt idx="7163">
                  <c:v>7163</c:v>
                </c:pt>
                <c:pt idx="7164">
                  <c:v>7164</c:v>
                </c:pt>
                <c:pt idx="7165">
                  <c:v>7165</c:v>
                </c:pt>
                <c:pt idx="7166">
                  <c:v>7166</c:v>
                </c:pt>
                <c:pt idx="7167">
                  <c:v>7167</c:v>
                </c:pt>
                <c:pt idx="7168">
                  <c:v>7168</c:v>
                </c:pt>
                <c:pt idx="7169">
                  <c:v>7169</c:v>
                </c:pt>
                <c:pt idx="7170">
                  <c:v>7170</c:v>
                </c:pt>
                <c:pt idx="7171">
                  <c:v>7171</c:v>
                </c:pt>
                <c:pt idx="7172">
                  <c:v>7172</c:v>
                </c:pt>
                <c:pt idx="7173">
                  <c:v>7173</c:v>
                </c:pt>
                <c:pt idx="7174">
                  <c:v>7174</c:v>
                </c:pt>
                <c:pt idx="7175">
                  <c:v>7175</c:v>
                </c:pt>
                <c:pt idx="7176">
                  <c:v>7176</c:v>
                </c:pt>
                <c:pt idx="7177">
                  <c:v>7177</c:v>
                </c:pt>
                <c:pt idx="7178">
                  <c:v>7178</c:v>
                </c:pt>
                <c:pt idx="7179">
                  <c:v>7179</c:v>
                </c:pt>
                <c:pt idx="7180">
                  <c:v>7180</c:v>
                </c:pt>
                <c:pt idx="7181">
                  <c:v>7181</c:v>
                </c:pt>
                <c:pt idx="7182">
                  <c:v>7182</c:v>
                </c:pt>
                <c:pt idx="7183">
                  <c:v>7183</c:v>
                </c:pt>
                <c:pt idx="7184">
                  <c:v>7184</c:v>
                </c:pt>
                <c:pt idx="7185">
                  <c:v>7185</c:v>
                </c:pt>
                <c:pt idx="7186">
                  <c:v>7186</c:v>
                </c:pt>
                <c:pt idx="7187">
                  <c:v>7187</c:v>
                </c:pt>
                <c:pt idx="7188">
                  <c:v>7188</c:v>
                </c:pt>
                <c:pt idx="7189">
                  <c:v>7189</c:v>
                </c:pt>
                <c:pt idx="7190">
                  <c:v>7190</c:v>
                </c:pt>
                <c:pt idx="7191">
                  <c:v>7191</c:v>
                </c:pt>
                <c:pt idx="7192">
                  <c:v>7192</c:v>
                </c:pt>
                <c:pt idx="7193">
                  <c:v>7193</c:v>
                </c:pt>
                <c:pt idx="7194">
                  <c:v>7194</c:v>
                </c:pt>
                <c:pt idx="7195">
                  <c:v>7195</c:v>
                </c:pt>
                <c:pt idx="7196">
                  <c:v>7196</c:v>
                </c:pt>
                <c:pt idx="7197">
                  <c:v>7197</c:v>
                </c:pt>
                <c:pt idx="7198">
                  <c:v>7198</c:v>
                </c:pt>
                <c:pt idx="7199">
                  <c:v>7199</c:v>
                </c:pt>
                <c:pt idx="7200">
                  <c:v>7200</c:v>
                </c:pt>
                <c:pt idx="7201">
                  <c:v>7201</c:v>
                </c:pt>
                <c:pt idx="7202">
                  <c:v>7202</c:v>
                </c:pt>
                <c:pt idx="7203">
                  <c:v>7203</c:v>
                </c:pt>
                <c:pt idx="7204">
                  <c:v>7204</c:v>
                </c:pt>
                <c:pt idx="7205">
                  <c:v>7205</c:v>
                </c:pt>
                <c:pt idx="7206">
                  <c:v>7206</c:v>
                </c:pt>
                <c:pt idx="7207">
                  <c:v>7207</c:v>
                </c:pt>
                <c:pt idx="7208">
                  <c:v>7208</c:v>
                </c:pt>
                <c:pt idx="7209">
                  <c:v>7209</c:v>
                </c:pt>
                <c:pt idx="7210">
                  <c:v>7210</c:v>
                </c:pt>
                <c:pt idx="7211">
                  <c:v>7211</c:v>
                </c:pt>
                <c:pt idx="7212">
                  <c:v>7212</c:v>
                </c:pt>
                <c:pt idx="7213">
                  <c:v>7213</c:v>
                </c:pt>
                <c:pt idx="7214">
                  <c:v>7214</c:v>
                </c:pt>
                <c:pt idx="7215">
                  <c:v>7215</c:v>
                </c:pt>
                <c:pt idx="7216">
                  <c:v>7216</c:v>
                </c:pt>
                <c:pt idx="7217">
                  <c:v>7217</c:v>
                </c:pt>
                <c:pt idx="7218">
                  <c:v>7218</c:v>
                </c:pt>
                <c:pt idx="7219">
                  <c:v>7219</c:v>
                </c:pt>
                <c:pt idx="7220">
                  <c:v>7220</c:v>
                </c:pt>
                <c:pt idx="7221">
                  <c:v>7221</c:v>
                </c:pt>
                <c:pt idx="7222">
                  <c:v>7222</c:v>
                </c:pt>
                <c:pt idx="7223">
                  <c:v>7223</c:v>
                </c:pt>
                <c:pt idx="7224">
                  <c:v>7224</c:v>
                </c:pt>
                <c:pt idx="7225">
                  <c:v>7225</c:v>
                </c:pt>
                <c:pt idx="7226">
                  <c:v>7226</c:v>
                </c:pt>
                <c:pt idx="7227">
                  <c:v>7227</c:v>
                </c:pt>
                <c:pt idx="7228">
                  <c:v>7228</c:v>
                </c:pt>
                <c:pt idx="7229">
                  <c:v>7229</c:v>
                </c:pt>
                <c:pt idx="7230">
                  <c:v>7230</c:v>
                </c:pt>
                <c:pt idx="7231">
                  <c:v>7231</c:v>
                </c:pt>
                <c:pt idx="7232">
                  <c:v>7232</c:v>
                </c:pt>
                <c:pt idx="7233">
                  <c:v>7233</c:v>
                </c:pt>
                <c:pt idx="7234">
                  <c:v>7234</c:v>
                </c:pt>
                <c:pt idx="7235">
                  <c:v>7235</c:v>
                </c:pt>
                <c:pt idx="7236">
                  <c:v>7236</c:v>
                </c:pt>
                <c:pt idx="7237">
                  <c:v>7237</c:v>
                </c:pt>
                <c:pt idx="7238">
                  <c:v>7238</c:v>
                </c:pt>
                <c:pt idx="7239">
                  <c:v>7239</c:v>
                </c:pt>
                <c:pt idx="7240">
                  <c:v>7240</c:v>
                </c:pt>
                <c:pt idx="7241">
                  <c:v>7241</c:v>
                </c:pt>
                <c:pt idx="7242">
                  <c:v>7242</c:v>
                </c:pt>
                <c:pt idx="7243">
                  <c:v>7243</c:v>
                </c:pt>
                <c:pt idx="7244">
                  <c:v>7244</c:v>
                </c:pt>
                <c:pt idx="7245">
                  <c:v>7245</c:v>
                </c:pt>
                <c:pt idx="7246">
                  <c:v>7246</c:v>
                </c:pt>
                <c:pt idx="7247">
                  <c:v>7247</c:v>
                </c:pt>
                <c:pt idx="7248">
                  <c:v>7248</c:v>
                </c:pt>
                <c:pt idx="7249">
                  <c:v>7249</c:v>
                </c:pt>
                <c:pt idx="7250">
                  <c:v>7250</c:v>
                </c:pt>
                <c:pt idx="7251">
                  <c:v>7251</c:v>
                </c:pt>
                <c:pt idx="7252">
                  <c:v>7252</c:v>
                </c:pt>
                <c:pt idx="7253">
                  <c:v>7253</c:v>
                </c:pt>
                <c:pt idx="7254">
                  <c:v>7254</c:v>
                </c:pt>
                <c:pt idx="7255">
                  <c:v>7255</c:v>
                </c:pt>
                <c:pt idx="7256">
                  <c:v>7256</c:v>
                </c:pt>
                <c:pt idx="7257">
                  <c:v>7257</c:v>
                </c:pt>
                <c:pt idx="7258">
                  <c:v>7258</c:v>
                </c:pt>
                <c:pt idx="7259">
                  <c:v>7259</c:v>
                </c:pt>
                <c:pt idx="7260">
                  <c:v>7260</c:v>
                </c:pt>
                <c:pt idx="7261">
                  <c:v>7261</c:v>
                </c:pt>
                <c:pt idx="7262">
                  <c:v>7262</c:v>
                </c:pt>
                <c:pt idx="7263">
                  <c:v>7263</c:v>
                </c:pt>
                <c:pt idx="7264">
                  <c:v>7264</c:v>
                </c:pt>
                <c:pt idx="7265">
                  <c:v>7265</c:v>
                </c:pt>
                <c:pt idx="7266">
                  <c:v>7266</c:v>
                </c:pt>
                <c:pt idx="7267">
                  <c:v>7267</c:v>
                </c:pt>
                <c:pt idx="7268">
                  <c:v>7268</c:v>
                </c:pt>
                <c:pt idx="7269">
                  <c:v>7269</c:v>
                </c:pt>
                <c:pt idx="7270">
                  <c:v>7270</c:v>
                </c:pt>
              </c:numCache>
            </c:numRef>
          </c:xVal>
          <c:yVal>
            <c:numRef>
              <c:f>'DL-Model'!$AR$2:$AR$7272</c:f>
              <c:numCache>
                <c:formatCode>General</c:formatCode>
                <c:ptCount val="7271"/>
                <c:pt idx="0">
                  <c:v>40.470973999999998</c:v>
                </c:pt>
                <c:pt idx="1">
                  <c:v>40.499614999999999</c:v>
                </c:pt>
                <c:pt idx="2">
                  <c:v>40.506076999999998</c:v>
                </c:pt>
                <c:pt idx="3">
                  <c:v>40.553345</c:v>
                </c:pt>
                <c:pt idx="4">
                  <c:v>40.637196000000003</c:v>
                </c:pt>
                <c:pt idx="5">
                  <c:v>40.688842999999999</c:v>
                </c:pt>
                <c:pt idx="6">
                  <c:v>40.725898999999998</c:v>
                </c:pt>
                <c:pt idx="7">
                  <c:v>40.826168000000003</c:v>
                </c:pt>
                <c:pt idx="8">
                  <c:v>40.918289000000001</c:v>
                </c:pt>
                <c:pt idx="9">
                  <c:v>40.977345</c:v>
                </c:pt>
                <c:pt idx="10">
                  <c:v>41.004848000000003</c:v>
                </c:pt>
                <c:pt idx="11">
                  <c:v>41.006042000000001</c:v>
                </c:pt>
                <c:pt idx="12">
                  <c:v>40.961224000000001</c:v>
                </c:pt>
                <c:pt idx="13">
                  <c:v>40.897185999999998</c:v>
                </c:pt>
                <c:pt idx="14">
                  <c:v>40.800441999999997</c:v>
                </c:pt>
                <c:pt idx="15">
                  <c:v>40.683169999999997</c:v>
                </c:pt>
                <c:pt idx="16">
                  <c:v>40.594653999999998</c:v>
                </c:pt>
                <c:pt idx="17">
                  <c:v>40.549670999999996</c:v>
                </c:pt>
                <c:pt idx="18">
                  <c:v>40.576309000000002</c:v>
                </c:pt>
                <c:pt idx="19">
                  <c:v>40.631790000000002</c:v>
                </c:pt>
                <c:pt idx="20">
                  <c:v>40.671402</c:v>
                </c:pt>
                <c:pt idx="21">
                  <c:v>40.679237000000001</c:v>
                </c:pt>
                <c:pt idx="22">
                  <c:v>40.711601000000002</c:v>
                </c:pt>
                <c:pt idx="23">
                  <c:v>40.750602999999998</c:v>
                </c:pt>
                <c:pt idx="24">
                  <c:v>40.757133000000003</c:v>
                </c:pt>
                <c:pt idx="25">
                  <c:v>40.730339000000001</c:v>
                </c:pt>
                <c:pt idx="26">
                  <c:v>40.702187000000002</c:v>
                </c:pt>
                <c:pt idx="27">
                  <c:v>40.650429000000003</c:v>
                </c:pt>
                <c:pt idx="28">
                  <c:v>40.600876</c:v>
                </c:pt>
                <c:pt idx="29">
                  <c:v>40.579341999999997</c:v>
                </c:pt>
                <c:pt idx="30">
                  <c:v>40.589362999999999</c:v>
                </c:pt>
                <c:pt idx="31">
                  <c:v>40.604885000000003</c:v>
                </c:pt>
                <c:pt idx="32">
                  <c:v>40.610366999999997</c:v>
                </c:pt>
                <c:pt idx="33">
                  <c:v>40.582572999999996</c:v>
                </c:pt>
                <c:pt idx="34">
                  <c:v>40.519440000000003</c:v>
                </c:pt>
                <c:pt idx="35">
                  <c:v>40.432968000000002</c:v>
                </c:pt>
                <c:pt idx="36">
                  <c:v>40.326714000000003</c:v>
                </c:pt>
                <c:pt idx="37">
                  <c:v>40.305804999999999</c:v>
                </c:pt>
                <c:pt idx="38">
                  <c:v>40.421722000000003</c:v>
                </c:pt>
                <c:pt idx="39">
                  <c:v>40.612819999999999</c:v>
                </c:pt>
                <c:pt idx="40">
                  <c:v>40.822899</c:v>
                </c:pt>
                <c:pt idx="41">
                  <c:v>41.008274</c:v>
                </c:pt>
                <c:pt idx="42">
                  <c:v>41.135486999999998</c:v>
                </c:pt>
                <c:pt idx="43">
                  <c:v>41.205139000000003</c:v>
                </c:pt>
                <c:pt idx="44">
                  <c:v>41.335605999999999</c:v>
                </c:pt>
                <c:pt idx="45">
                  <c:v>41.518005000000002</c:v>
                </c:pt>
                <c:pt idx="46">
                  <c:v>41.754241999999998</c:v>
                </c:pt>
                <c:pt idx="47">
                  <c:v>41.999778999999997</c:v>
                </c:pt>
                <c:pt idx="48">
                  <c:v>42.211033</c:v>
                </c:pt>
                <c:pt idx="49">
                  <c:v>42.471031000000004</c:v>
                </c:pt>
                <c:pt idx="50">
                  <c:v>42.773314999999997</c:v>
                </c:pt>
                <c:pt idx="51">
                  <c:v>43.070006999999997</c:v>
                </c:pt>
                <c:pt idx="52">
                  <c:v>43.400246000000003</c:v>
                </c:pt>
                <c:pt idx="53">
                  <c:v>43.691856000000001</c:v>
                </c:pt>
                <c:pt idx="54">
                  <c:v>43.933543999999998</c:v>
                </c:pt>
                <c:pt idx="55">
                  <c:v>44.091751000000002</c:v>
                </c:pt>
                <c:pt idx="56">
                  <c:v>44.189312000000001</c:v>
                </c:pt>
                <c:pt idx="57">
                  <c:v>44.261645999999999</c:v>
                </c:pt>
                <c:pt idx="58">
                  <c:v>44.308059999999998</c:v>
                </c:pt>
                <c:pt idx="59">
                  <c:v>44.329376000000003</c:v>
                </c:pt>
                <c:pt idx="60">
                  <c:v>44.336868000000003</c:v>
                </c:pt>
                <c:pt idx="61">
                  <c:v>44.359673000000001</c:v>
                </c:pt>
                <c:pt idx="62">
                  <c:v>44.399658000000002</c:v>
                </c:pt>
                <c:pt idx="63">
                  <c:v>44.424725000000002</c:v>
                </c:pt>
                <c:pt idx="64">
                  <c:v>44.453902999999997</c:v>
                </c:pt>
                <c:pt idx="65">
                  <c:v>44.440964000000001</c:v>
                </c:pt>
                <c:pt idx="66">
                  <c:v>44.359493000000001</c:v>
                </c:pt>
                <c:pt idx="67">
                  <c:v>44.287849000000001</c:v>
                </c:pt>
                <c:pt idx="68">
                  <c:v>44.278446000000002</c:v>
                </c:pt>
                <c:pt idx="69">
                  <c:v>44.343055999999997</c:v>
                </c:pt>
                <c:pt idx="70">
                  <c:v>44.389633000000003</c:v>
                </c:pt>
                <c:pt idx="71">
                  <c:v>44.420921</c:v>
                </c:pt>
                <c:pt idx="72">
                  <c:v>44.447620000000001</c:v>
                </c:pt>
                <c:pt idx="73">
                  <c:v>44.477921000000002</c:v>
                </c:pt>
                <c:pt idx="74">
                  <c:v>44.535324000000003</c:v>
                </c:pt>
                <c:pt idx="75">
                  <c:v>44.683456</c:v>
                </c:pt>
                <c:pt idx="76">
                  <c:v>45.043461000000001</c:v>
                </c:pt>
                <c:pt idx="77">
                  <c:v>45.786819000000001</c:v>
                </c:pt>
                <c:pt idx="78">
                  <c:v>46.857677000000002</c:v>
                </c:pt>
                <c:pt idx="79">
                  <c:v>47.746071000000001</c:v>
                </c:pt>
                <c:pt idx="80">
                  <c:v>48.128754000000001</c:v>
                </c:pt>
                <c:pt idx="81">
                  <c:v>48.400509</c:v>
                </c:pt>
                <c:pt idx="82">
                  <c:v>48.643089000000003</c:v>
                </c:pt>
                <c:pt idx="83">
                  <c:v>49.027588000000002</c:v>
                </c:pt>
                <c:pt idx="84">
                  <c:v>49.343657999999998</c:v>
                </c:pt>
                <c:pt idx="85">
                  <c:v>49.499412999999997</c:v>
                </c:pt>
                <c:pt idx="86">
                  <c:v>49.550552000000003</c:v>
                </c:pt>
                <c:pt idx="87">
                  <c:v>49.511615999999997</c:v>
                </c:pt>
                <c:pt idx="88">
                  <c:v>49.418292999999998</c:v>
                </c:pt>
                <c:pt idx="89">
                  <c:v>49.266998000000001</c:v>
                </c:pt>
                <c:pt idx="90">
                  <c:v>49.104579999999999</c:v>
                </c:pt>
                <c:pt idx="91">
                  <c:v>48.958804999999998</c:v>
                </c:pt>
                <c:pt idx="92">
                  <c:v>48.832031000000001</c:v>
                </c:pt>
                <c:pt idx="93">
                  <c:v>48.725059999999999</c:v>
                </c:pt>
                <c:pt idx="94">
                  <c:v>48.644238000000001</c:v>
                </c:pt>
                <c:pt idx="95">
                  <c:v>48.579532999999998</c:v>
                </c:pt>
                <c:pt idx="96">
                  <c:v>48.541694999999997</c:v>
                </c:pt>
                <c:pt idx="97">
                  <c:v>48.547657000000001</c:v>
                </c:pt>
                <c:pt idx="98">
                  <c:v>48.575733</c:v>
                </c:pt>
                <c:pt idx="99">
                  <c:v>48.581020000000002</c:v>
                </c:pt>
                <c:pt idx="100">
                  <c:v>48.589869999999998</c:v>
                </c:pt>
                <c:pt idx="101">
                  <c:v>48.592052000000002</c:v>
                </c:pt>
                <c:pt idx="102">
                  <c:v>48.513286999999998</c:v>
                </c:pt>
                <c:pt idx="103">
                  <c:v>48.443485000000003</c:v>
                </c:pt>
                <c:pt idx="104">
                  <c:v>48.383011000000003</c:v>
                </c:pt>
                <c:pt idx="105">
                  <c:v>48.316535999999999</c:v>
                </c:pt>
                <c:pt idx="106">
                  <c:v>48.224876000000002</c:v>
                </c:pt>
                <c:pt idx="107">
                  <c:v>48.194794000000002</c:v>
                </c:pt>
                <c:pt idx="108">
                  <c:v>48.178500999999997</c:v>
                </c:pt>
                <c:pt idx="109">
                  <c:v>48.169623999999999</c:v>
                </c:pt>
                <c:pt idx="110">
                  <c:v>48.179943000000002</c:v>
                </c:pt>
                <c:pt idx="111">
                  <c:v>48.179825000000001</c:v>
                </c:pt>
                <c:pt idx="112">
                  <c:v>48.184223000000003</c:v>
                </c:pt>
                <c:pt idx="113">
                  <c:v>48.192757</c:v>
                </c:pt>
                <c:pt idx="114">
                  <c:v>48.226287999999997</c:v>
                </c:pt>
                <c:pt idx="115">
                  <c:v>48.275607999999998</c:v>
                </c:pt>
                <c:pt idx="116">
                  <c:v>48.295836999999999</c:v>
                </c:pt>
                <c:pt idx="117">
                  <c:v>48.246456000000002</c:v>
                </c:pt>
                <c:pt idx="118">
                  <c:v>48.198661999999999</c:v>
                </c:pt>
                <c:pt idx="119">
                  <c:v>48.160366000000003</c:v>
                </c:pt>
                <c:pt idx="120">
                  <c:v>48.129440000000002</c:v>
                </c:pt>
                <c:pt idx="121">
                  <c:v>48.101089000000002</c:v>
                </c:pt>
                <c:pt idx="122">
                  <c:v>48.103909000000002</c:v>
                </c:pt>
                <c:pt idx="123">
                  <c:v>48.135776999999997</c:v>
                </c:pt>
                <c:pt idx="124">
                  <c:v>48.196396</c:v>
                </c:pt>
                <c:pt idx="125">
                  <c:v>48.257229000000002</c:v>
                </c:pt>
                <c:pt idx="126">
                  <c:v>48.317245</c:v>
                </c:pt>
                <c:pt idx="127">
                  <c:v>48.354819999999997</c:v>
                </c:pt>
                <c:pt idx="128">
                  <c:v>48.36504</c:v>
                </c:pt>
                <c:pt idx="129">
                  <c:v>48.396839</c:v>
                </c:pt>
                <c:pt idx="130">
                  <c:v>48.453505999999997</c:v>
                </c:pt>
                <c:pt idx="131">
                  <c:v>48.510044000000001</c:v>
                </c:pt>
                <c:pt idx="132">
                  <c:v>48.554904999999998</c:v>
                </c:pt>
                <c:pt idx="133">
                  <c:v>48.615321999999999</c:v>
                </c:pt>
                <c:pt idx="134">
                  <c:v>48.722861999999999</c:v>
                </c:pt>
                <c:pt idx="135">
                  <c:v>48.851357</c:v>
                </c:pt>
                <c:pt idx="136">
                  <c:v>48.983204000000001</c:v>
                </c:pt>
                <c:pt idx="137">
                  <c:v>49.122382999999999</c:v>
                </c:pt>
                <c:pt idx="138">
                  <c:v>49.262306000000002</c:v>
                </c:pt>
                <c:pt idx="139">
                  <c:v>49.403351000000001</c:v>
                </c:pt>
                <c:pt idx="140">
                  <c:v>49.547493000000003</c:v>
                </c:pt>
                <c:pt idx="141">
                  <c:v>49.701152999999998</c:v>
                </c:pt>
                <c:pt idx="142">
                  <c:v>49.883003000000002</c:v>
                </c:pt>
                <c:pt idx="143">
                  <c:v>50.136620000000001</c:v>
                </c:pt>
                <c:pt idx="144">
                  <c:v>50.734817999999997</c:v>
                </c:pt>
                <c:pt idx="145">
                  <c:v>52.509448999999996</c:v>
                </c:pt>
                <c:pt idx="146">
                  <c:v>54.671021000000003</c:v>
                </c:pt>
                <c:pt idx="147">
                  <c:v>55.465187</c:v>
                </c:pt>
                <c:pt idx="148">
                  <c:v>55.704292000000002</c:v>
                </c:pt>
                <c:pt idx="149">
                  <c:v>55.862499</c:v>
                </c:pt>
                <c:pt idx="150">
                  <c:v>55.998764000000001</c:v>
                </c:pt>
                <c:pt idx="151">
                  <c:v>56.155945000000003</c:v>
                </c:pt>
                <c:pt idx="152">
                  <c:v>56.351025</c:v>
                </c:pt>
                <c:pt idx="153">
                  <c:v>56.532890000000002</c:v>
                </c:pt>
                <c:pt idx="154">
                  <c:v>56.769534999999998</c:v>
                </c:pt>
                <c:pt idx="155">
                  <c:v>57.035797000000002</c:v>
                </c:pt>
                <c:pt idx="156">
                  <c:v>57.286129000000003</c:v>
                </c:pt>
                <c:pt idx="157">
                  <c:v>57.513306</c:v>
                </c:pt>
                <c:pt idx="158">
                  <c:v>57.668522000000003</c:v>
                </c:pt>
                <c:pt idx="159">
                  <c:v>57.752853000000002</c:v>
                </c:pt>
                <c:pt idx="160">
                  <c:v>57.851241999999999</c:v>
                </c:pt>
                <c:pt idx="161">
                  <c:v>57.947529000000003</c:v>
                </c:pt>
                <c:pt idx="162">
                  <c:v>58.044860999999997</c:v>
                </c:pt>
                <c:pt idx="163">
                  <c:v>58.151203000000002</c:v>
                </c:pt>
                <c:pt idx="164">
                  <c:v>58.261882999999997</c:v>
                </c:pt>
                <c:pt idx="165">
                  <c:v>58.363433999999998</c:v>
                </c:pt>
                <c:pt idx="166">
                  <c:v>58.452430999999997</c:v>
                </c:pt>
                <c:pt idx="167">
                  <c:v>58.526035</c:v>
                </c:pt>
                <c:pt idx="168">
                  <c:v>58.576774999999998</c:v>
                </c:pt>
                <c:pt idx="169">
                  <c:v>58.620883999999997</c:v>
                </c:pt>
                <c:pt idx="170">
                  <c:v>58.674830999999998</c:v>
                </c:pt>
                <c:pt idx="171">
                  <c:v>58.720989000000003</c:v>
                </c:pt>
                <c:pt idx="172">
                  <c:v>58.776299000000002</c:v>
                </c:pt>
                <c:pt idx="173">
                  <c:v>58.832934999999999</c:v>
                </c:pt>
                <c:pt idx="174">
                  <c:v>58.899368000000003</c:v>
                </c:pt>
                <c:pt idx="175">
                  <c:v>58.983970999999997</c:v>
                </c:pt>
                <c:pt idx="176">
                  <c:v>59.085320000000003</c:v>
                </c:pt>
                <c:pt idx="177">
                  <c:v>59.194057000000001</c:v>
                </c:pt>
                <c:pt idx="178">
                  <c:v>59.306216999999997</c:v>
                </c:pt>
                <c:pt idx="179">
                  <c:v>59.420361</c:v>
                </c:pt>
                <c:pt idx="180">
                  <c:v>59.528872999999997</c:v>
                </c:pt>
                <c:pt idx="181">
                  <c:v>59.632590999999998</c:v>
                </c:pt>
                <c:pt idx="182">
                  <c:v>59.726700000000001</c:v>
                </c:pt>
                <c:pt idx="183">
                  <c:v>59.806956999999997</c:v>
                </c:pt>
                <c:pt idx="184">
                  <c:v>59.857506000000001</c:v>
                </c:pt>
                <c:pt idx="185">
                  <c:v>59.901539</c:v>
                </c:pt>
                <c:pt idx="186">
                  <c:v>59.957076999999998</c:v>
                </c:pt>
                <c:pt idx="187">
                  <c:v>60.029831000000001</c:v>
                </c:pt>
                <c:pt idx="188">
                  <c:v>60.078280999999997</c:v>
                </c:pt>
                <c:pt idx="189">
                  <c:v>60.08567</c:v>
                </c:pt>
                <c:pt idx="190">
                  <c:v>60.059272999999997</c:v>
                </c:pt>
                <c:pt idx="191">
                  <c:v>60.024979000000002</c:v>
                </c:pt>
                <c:pt idx="192">
                  <c:v>60.002482999999998</c:v>
                </c:pt>
                <c:pt idx="193">
                  <c:v>59.992255999999998</c:v>
                </c:pt>
                <c:pt idx="194">
                  <c:v>59.991565999999999</c:v>
                </c:pt>
                <c:pt idx="195">
                  <c:v>59.988712</c:v>
                </c:pt>
                <c:pt idx="196">
                  <c:v>60.006889000000001</c:v>
                </c:pt>
                <c:pt idx="197">
                  <c:v>60.079020999999997</c:v>
                </c:pt>
                <c:pt idx="198">
                  <c:v>60.219349000000001</c:v>
                </c:pt>
                <c:pt idx="199">
                  <c:v>60.384158999999997</c:v>
                </c:pt>
                <c:pt idx="200">
                  <c:v>60.535460999999998</c:v>
                </c:pt>
                <c:pt idx="201">
                  <c:v>60.730583000000003</c:v>
                </c:pt>
                <c:pt idx="202">
                  <c:v>60.983822000000004</c:v>
                </c:pt>
                <c:pt idx="203">
                  <c:v>61.207450999999999</c:v>
                </c:pt>
                <c:pt idx="204">
                  <c:v>61.42942</c:v>
                </c:pt>
                <c:pt idx="205">
                  <c:v>61.692946999999997</c:v>
                </c:pt>
                <c:pt idx="206">
                  <c:v>61.964374999999997</c:v>
                </c:pt>
                <c:pt idx="207">
                  <c:v>62.219954999999999</c:v>
                </c:pt>
                <c:pt idx="208">
                  <c:v>62.475971000000001</c:v>
                </c:pt>
                <c:pt idx="209">
                  <c:v>62.726517000000001</c:v>
                </c:pt>
                <c:pt idx="210">
                  <c:v>62.969250000000002</c:v>
                </c:pt>
                <c:pt idx="211">
                  <c:v>63.200583999999999</c:v>
                </c:pt>
                <c:pt idx="212">
                  <c:v>63.447280999999997</c:v>
                </c:pt>
                <c:pt idx="213">
                  <c:v>63.696381000000002</c:v>
                </c:pt>
                <c:pt idx="214">
                  <c:v>63.935870999999999</c:v>
                </c:pt>
                <c:pt idx="215">
                  <c:v>64.166427999999996</c:v>
                </c:pt>
                <c:pt idx="216">
                  <c:v>64.399872000000002</c:v>
                </c:pt>
                <c:pt idx="217">
                  <c:v>64.656654000000003</c:v>
                </c:pt>
                <c:pt idx="218">
                  <c:v>64.862228000000002</c:v>
                </c:pt>
                <c:pt idx="219">
                  <c:v>65.023407000000006</c:v>
                </c:pt>
                <c:pt idx="220">
                  <c:v>65.169662000000002</c:v>
                </c:pt>
                <c:pt idx="221">
                  <c:v>65.326042000000001</c:v>
                </c:pt>
                <c:pt idx="222">
                  <c:v>65.451729</c:v>
                </c:pt>
                <c:pt idx="223">
                  <c:v>65.548546000000002</c:v>
                </c:pt>
                <c:pt idx="224">
                  <c:v>65.645263999999997</c:v>
                </c:pt>
                <c:pt idx="225">
                  <c:v>65.689087000000001</c:v>
                </c:pt>
                <c:pt idx="226">
                  <c:v>65.700287000000003</c:v>
                </c:pt>
                <c:pt idx="227">
                  <c:v>65.693375000000003</c:v>
                </c:pt>
                <c:pt idx="228">
                  <c:v>65.702240000000003</c:v>
                </c:pt>
                <c:pt idx="229">
                  <c:v>65.698043999999996</c:v>
                </c:pt>
                <c:pt idx="230">
                  <c:v>65.687827999999996</c:v>
                </c:pt>
                <c:pt idx="231">
                  <c:v>65.654465000000002</c:v>
                </c:pt>
                <c:pt idx="232">
                  <c:v>65.579514000000003</c:v>
                </c:pt>
                <c:pt idx="233">
                  <c:v>65.493735999999998</c:v>
                </c:pt>
                <c:pt idx="234">
                  <c:v>65.429344</c:v>
                </c:pt>
                <c:pt idx="235">
                  <c:v>65.364197000000004</c:v>
                </c:pt>
                <c:pt idx="236">
                  <c:v>65.262489000000002</c:v>
                </c:pt>
                <c:pt idx="237">
                  <c:v>65.143456</c:v>
                </c:pt>
                <c:pt idx="238">
                  <c:v>65.027801999999994</c:v>
                </c:pt>
                <c:pt idx="239">
                  <c:v>64.935516000000007</c:v>
                </c:pt>
                <c:pt idx="240">
                  <c:v>64.850219999999993</c:v>
                </c:pt>
                <c:pt idx="241">
                  <c:v>64.779610000000005</c:v>
                </c:pt>
                <c:pt idx="242">
                  <c:v>64.722335999999999</c:v>
                </c:pt>
                <c:pt idx="243">
                  <c:v>64.709273999999994</c:v>
                </c:pt>
                <c:pt idx="244">
                  <c:v>64.677727000000004</c:v>
                </c:pt>
                <c:pt idx="245">
                  <c:v>64.586685000000003</c:v>
                </c:pt>
                <c:pt idx="246">
                  <c:v>64.419250000000005</c:v>
                </c:pt>
                <c:pt idx="247">
                  <c:v>64.214271999999994</c:v>
                </c:pt>
                <c:pt idx="248">
                  <c:v>64.102080999999998</c:v>
                </c:pt>
                <c:pt idx="249">
                  <c:v>64.001204999999999</c:v>
                </c:pt>
                <c:pt idx="250">
                  <c:v>63.904975999999998</c:v>
                </c:pt>
                <c:pt idx="251">
                  <c:v>63.766148000000001</c:v>
                </c:pt>
                <c:pt idx="252">
                  <c:v>63.613438000000002</c:v>
                </c:pt>
                <c:pt idx="253">
                  <c:v>63.531981999999999</c:v>
                </c:pt>
                <c:pt idx="254">
                  <c:v>63.454658999999999</c:v>
                </c:pt>
                <c:pt idx="255">
                  <c:v>63.383423000000001</c:v>
                </c:pt>
                <c:pt idx="256">
                  <c:v>63.331234000000002</c:v>
                </c:pt>
                <c:pt idx="257">
                  <c:v>63.280135999999999</c:v>
                </c:pt>
                <c:pt idx="258">
                  <c:v>63.229301</c:v>
                </c:pt>
                <c:pt idx="259">
                  <c:v>63.167248000000001</c:v>
                </c:pt>
                <c:pt idx="260">
                  <c:v>63.115273000000002</c:v>
                </c:pt>
                <c:pt idx="261">
                  <c:v>63.073967000000003</c:v>
                </c:pt>
                <c:pt idx="262">
                  <c:v>63.033714000000003</c:v>
                </c:pt>
                <c:pt idx="263">
                  <c:v>62.985137999999999</c:v>
                </c:pt>
                <c:pt idx="264">
                  <c:v>62.929451</c:v>
                </c:pt>
                <c:pt idx="265">
                  <c:v>62.850098000000003</c:v>
                </c:pt>
                <c:pt idx="266">
                  <c:v>62.738224000000002</c:v>
                </c:pt>
                <c:pt idx="267">
                  <c:v>62.710662999999997</c:v>
                </c:pt>
                <c:pt idx="268">
                  <c:v>62.690193000000001</c:v>
                </c:pt>
                <c:pt idx="269">
                  <c:v>62.666575999999999</c:v>
                </c:pt>
                <c:pt idx="270">
                  <c:v>62.659142000000003</c:v>
                </c:pt>
                <c:pt idx="271">
                  <c:v>62.671771999999997</c:v>
                </c:pt>
                <c:pt idx="272">
                  <c:v>62.667682999999997</c:v>
                </c:pt>
                <c:pt idx="273">
                  <c:v>62.638176000000001</c:v>
                </c:pt>
                <c:pt idx="274">
                  <c:v>62.617218000000001</c:v>
                </c:pt>
                <c:pt idx="275">
                  <c:v>62.622658000000001</c:v>
                </c:pt>
                <c:pt idx="276">
                  <c:v>62.623851999999999</c:v>
                </c:pt>
                <c:pt idx="277">
                  <c:v>62.614024999999998</c:v>
                </c:pt>
                <c:pt idx="278">
                  <c:v>62.642197000000003</c:v>
                </c:pt>
                <c:pt idx="279">
                  <c:v>62.708430999999997</c:v>
                </c:pt>
                <c:pt idx="280">
                  <c:v>62.770187</c:v>
                </c:pt>
                <c:pt idx="281">
                  <c:v>62.807898999999999</c:v>
                </c:pt>
                <c:pt idx="282">
                  <c:v>62.888114999999999</c:v>
                </c:pt>
                <c:pt idx="283">
                  <c:v>63.035812</c:v>
                </c:pt>
                <c:pt idx="284">
                  <c:v>63.183475000000001</c:v>
                </c:pt>
                <c:pt idx="285">
                  <c:v>63.346386000000003</c:v>
                </c:pt>
                <c:pt idx="286">
                  <c:v>63.556091000000002</c:v>
                </c:pt>
                <c:pt idx="287">
                  <c:v>63.827720999999997</c:v>
                </c:pt>
                <c:pt idx="288">
                  <c:v>64.129440000000002</c:v>
                </c:pt>
                <c:pt idx="289">
                  <c:v>64.389244000000005</c:v>
                </c:pt>
                <c:pt idx="290">
                  <c:v>64.665726000000006</c:v>
                </c:pt>
                <c:pt idx="291">
                  <c:v>64.981262000000001</c:v>
                </c:pt>
                <c:pt idx="292">
                  <c:v>65.337410000000006</c:v>
                </c:pt>
                <c:pt idx="293">
                  <c:v>65.670936999999995</c:v>
                </c:pt>
                <c:pt idx="294">
                  <c:v>65.947975</c:v>
                </c:pt>
                <c:pt idx="295">
                  <c:v>66.163978999999998</c:v>
                </c:pt>
                <c:pt idx="296">
                  <c:v>66.345177000000007</c:v>
                </c:pt>
                <c:pt idx="297">
                  <c:v>66.512833000000001</c:v>
                </c:pt>
                <c:pt idx="298">
                  <c:v>66.646529999999998</c:v>
                </c:pt>
                <c:pt idx="299">
                  <c:v>66.707427999999993</c:v>
                </c:pt>
                <c:pt idx="300">
                  <c:v>66.730643999999998</c:v>
                </c:pt>
                <c:pt idx="301">
                  <c:v>66.878440999999995</c:v>
                </c:pt>
                <c:pt idx="302">
                  <c:v>66.954505999999995</c:v>
                </c:pt>
                <c:pt idx="303">
                  <c:v>67.008553000000006</c:v>
                </c:pt>
                <c:pt idx="304">
                  <c:v>66.991844</c:v>
                </c:pt>
                <c:pt idx="305">
                  <c:v>66.901611000000003</c:v>
                </c:pt>
                <c:pt idx="306">
                  <c:v>66.854645000000005</c:v>
                </c:pt>
                <c:pt idx="307">
                  <c:v>66.826729</c:v>
                </c:pt>
                <c:pt idx="308">
                  <c:v>66.770026999999999</c:v>
                </c:pt>
                <c:pt idx="309">
                  <c:v>66.669357000000005</c:v>
                </c:pt>
                <c:pt idx="310">
                  <c:v>66.523781</c:v>
                </c:pt>
                <c:pt idx="311">
                  <c:v>66.387375000000006</c:v>
                </c:pt>
                <c:pt idx="312">
                  <c:v>66.235657000000003</c:v>
                </c:pt>
                <c:pt idx="313">
                  <c:v>66.102530999999999</c:v>
                </c:pt>
                <c:pt idx="314">
                  <c:v>65.947310999999999</c:v>
                </c:pt>
                <c:pt idx="315">
                  <c:v>65.735602999999998</c:v>
                </c:pt>
                <c:pt idx="316">
                  <c:v>65.534935000000004</c:v>
                </c:pt>
                <c:pt idx="317">
                  <c:v>65.366996999999998</c:v>
                </c:pt>
                <c:pt idx="318">
                  <c:v>65.200134000000006</c:v>
                </c:pt>
                <c:pt idx="319">
                  <c:v>64.990218999999996</c:v>
                </c:pt>
                <c:pt idx="320">
                  <c:v>64.793289000000001</c:v>
                </c:pt>
                <c:pt idx="321">
                  <c:v>64.593658000000005</c:v>
                </c:pt>
                <c:pt idx="322">
                  <c:v>64.420958999999996</c:v>
                </c:pt>
                <c:pt idx="323">
                  <c:v>64.235657000000003</c:v>
                </c:pt>
                <c:pt idx="324">
                  <c:v>63.99221</c:v>
                </c:pt>
                <c:pt idx="325">
                  <c:v>63.724640000000001</c:v>
                </c:pt>
                <c:pt idx="326">
                  <c:v>63.465564999999998</c:v>
                </c:pt>
                <c:pt idx="327">
                  <c:v>63.279007</c:v>
                </c:pt>
                <c:pt idx="328">
                  <c:v>63.115681000000002</c:v>
                </c:pt>
                <c:pt idx="329">
                  <c:v>62.876804</c:v>
                </c:pt>
                <c:pt idx="330">
                  <c:v>62.544967999999997</c:v>
                </c:pt>
                <c:pt idx="331">
                  <c:v>62.345435999999999</c:v>
                </c:pt>
                <c:pt idx="332">
                  <c:v>62.242260000000002</c:v>
                </c:pt>
                <c:pt idx="333">
                  <c:v>62.120032999999999</c:v>
                </c:pt>
                <c:pt idx="334">
                  <c:v>61.944251999999999</c:v>
                </c:pt>
                <c:pt idx="335">
                  <c:v>61.739623999999999</c:v>
                </c:pt>
                <c:pt idx="336">
                  <c:v>61.581798999999997</c:v>
                </c:pt>
                <c:pt idx="337">
                  <c:v>61.466259000000001</c:v>
                </c:pt>
                <c:pt idx="338">
                  <c:v>61.433304</c:v>
                </c:pt>
                <c:pt idx="339">
                  <c:v>61.445369999999997</c:v>
                </c:pt>
                <c:pt idx="340">
                  <c:v>61.474536999999998</c:v>
                </c:pt>
                <c:pt idx="341">
                  <c:v>61.526263999999998</c:v>
                </c:pt>
                <c:pt idx="342">
                  <c:v>61.553458999999997</c:v>
                </c:pt>
                <c:pt idx="343">
                  <c:v>61.575175999999999</c:v>
                </c:pt>
                <c:pt idx="344">
                  <c:v>61.595947000000002</c:v>
                </c:pt>
                <c:pt idx="345">
                  <c:v>61.606845999999997</c:v>
                </c:pt>
                <c:pt idx="346">
                  <c:v>61.581798999999997</c:v>
                </c:pt>
                <c:pt idx="347">
                  <c:v>61.573340999999999</c:v>
                </c:pt>
                <c:pt idx="348">
                  <c:v>61.598602</c:v>
                </c:pt>
                <c:pt idx="349">
                  <c:v>61.659041999999999</c:v>
                </c:pt>
                <c:pt idx="350">
                  <c:v>61.746937000000003</c:v>
                </c:pt>
                <c:pt idx="351">
                  <c:v>61.794701000000003</c:v>
                </c:pt>
                <c:pt idx="352">
                  <c:v>61.872002000000002</c:v>
                </c:pt>
                <c:pt idx="353">
                  <c:v>62.009402999999999</c:v>
                </c:pt>
                <c:pt idx="354">
                  <c:v>62.147129</c:v>
                </c:pt>
                <c:pt idx="355">
                  <c:v>62.288975000000001</c:v>
                </c:pt>
                <c:pt idx="356">
                  <c:v>62.426921999999998</c:v>
                </c:pt>
                <c:pt idx="357">
                  <c:v>62.547618999999997</c:v>
                </c:pt>
                <c:pt idx="358">
                  <c:v>62.702621000000001</c:v>
                </c:pt>
                <c:pt idx="359">
                  <c:v>62.873032000000002</c:v>
                </c:pt>
                <c:pt idx="360">
                  <c:v>63.038544000000002</c:v>
                </c:pt>
                <c:pt idx="361">
                  <c:v>63.212623999999998</c:v>
                </c:pt>
                <c:pt idx="362">
                  <c:v>63.395676000000002</c:v>
                </c:pt>
                <c:pt idx="363">
                  <c:v>63.570914999999999</c:v>
                </c:pt>
                <c:pt idx="364">
                  <c:v>63.713813999999999</c:v>
                </c:pt>
                <c:pt idx="365">
                  <c:v>63.812420000000003</c:v>
                </c:pt>
                <c:pt idx="366">
                  <c:v>63.935626999999997</c:v>
                </c:pt>
                <c:pt idx="367">
                  <c:v>64.136391000000003</c:v>
                </c:pt>
                <c:pt idx="368">
                  <c:v>64.382828000000003</c:v>
                </c:pt>
                <c:pt idx="369">
                  <c:v>64.628876000000005</c:v>
                </c:pt>
                <c:pt idx="370">
                  <c:v>64.864777000000004</c:v>
                </c:pt>
                <c:pt idx="371">
                  <c:v>65.072249999999997</c:v>
                </c:pt>
                <c:pt idx="372">
                  <c:v>65.247191999999998</c:v>
                </c:pt>
                <c:pt idx="373">
                  <c:v>65.446738999999994</c:v>
                </c:pt>
                <c:pt idx="374">
                  <c:v>65.674003999999996</c:v>
                </c:pt>
                <c:pt idx="375">
                  <c:v>65.872596999999999</c:v>
                </c:pt>
                <c:pt idx="376">
                  <c:v>66.046111999999994</c:v>
                </c:pt>
                <c:pt idx="377">
                  <c:v>66.236480999999998</c:v>
                </c:pt>
                <c:pt idx="378">
                  <c:v>66.455376000000001</c:v>
                </c:pt>
                <c:pt idx="379">
                  <c:v>66.714141999999995</c:v>
                </c:pt>
                <c:pt idx="380">
                  <c:v>66.974174000000005</c:v>
                </c:pt>
                <c:pt idx="381">
                  <c:v>67.187798000000001</c:v>
                </c:pt>
                <c:pt idx="382">
                  <c:v>67.362328000000005</c:v>
                </c:pt>
                <c:pt idx="383">
                  <c:v>67.568413000000007</c:v>
                </c:pt>
                <c:pt idx="384">
                  <c:v>67.824196000000001</c:v>
                </c:pt>
                <c:pt idx="385">
                  <c:v>68.055344000000005</c:v>
                </c:pt>
                <c:pt idx="386">
                  <c:v>68.254088999999993</c:v>
                </c:pt>
                <c:pt idx="387">
                  <c:v>68.387992999999994</c:v>
                </c:pt>
                <c:pt idx="388">
                  <c:v>68.503333999999995</c:v>
                </c:pt>
                <c:pt idx="389">
                  <c:v>68.667473000000001</c:v>
                </c:pt>
                <c:pt idx="390">
                  <c:v>68.841660000000005</c:v>
                </c:pt>
                <c:pt idx="391">
                  <c:v>68.961455999999998</c:v>
                </c:pt>
                <c:pt idx="392">
                  <c:v>69.043648000000005</c:v>
                </c:pt>
                <c:pt idx="393">
                  <c:v>69.104927000000004</c:v>
                </c:pt>
                <c:pt idx="394">
                  <c:v>69.191451999999998</c:v>
                </c:pt>
                <c:pt idx="395">
                  <c:v>69.256782999999999</c:v>
                </c:pt>
                <c:pt idx="396">
                  <c:v>69.308220000000006</c:v>
                </c:pt>
                <c:pt idx="397">
                  <c:v>69.402275000000003</c:v>
                </c:pt>
                <c:pt idx="398">
                  <c:v>69.494225</c:v>
                </c:pt>
                <c:pt idx="399">
                  <c:v>69.583374000000006</c:v>
                </c:pt>
                <c:pt idx="400">
                  <c:v>69.659728999999999</c:v>
                </c:pt>
                <c:pt idx="401">
                  <c:v>69.736427000000006</c:v>
                </c:pt>
                <c:pt idx="402">
                  <c:v>69.829734999999999</c:v>
                </c:pt>
                <c:pt idx="403">
                  <c:v>69.912918000000005</c:v>
                </c:pt>
                <c:pt idx="404">
                  <c:v>69.957436000000001</c:v>
                </c:pt>
                <c:pt idx="405">
                  <c:v>70.027564999999996</c:v>
                </c:pt>
                <c:pt idx="406">
                  <c:v>70.094147000000007</c:v>
                </c:pt>
                <c:pt idx="407">
                  <c:v>70.167336000000006</c:v>
                </c:pt>
                <c:pt idx="408">
                  <c:v>70.202590999999998</c:v>
                </c:pt>
                <c:pt idx="409">
                  <c:v>70.237258999999995</c:v>
                </c:pt>
                <c:pt idx="410">
                  <c:v>70.307747000000006</c:v>
                </c:pt>
                <c:pt idx="411">
                  <c:v>70.436004999999994</c:v>
                </c:pt>
                <c:pt idx="412">
                  <c:v>70.562714</c:v>
                </c:pt>
                <c:pt idx="413">
                  <c:v>70.691010000000006</c:v>
                </c:pt>
                <c:pt idx="414">
                  <c:v>70.821845999999994</c:v>
                </c:pt>
                <c:pt idx="415">
                  <c:v>70.959297000000007</c:v>
                </c:pt>
                <c:pt idx="416">
                  <c:v>71.135436999999996</c:v>
                </c:pt>
                <c:pt idx="417">
                  <c:v>71.317299000000006</c:v>
                </c:pt>
                <c:pt idx="418">
                  <c:v>71.476318000000006</c:v>
                </c:pt>
                <c:pt idx="419">
                  <c:v>71.658271999999997</c:v>
                </c:pt>
                <c:pt idx="420">
                  <c:v>71.850600999999997</c:v>
                </c:pt>
                <c:pt idx="421">
                  <c:v>72.029838999999996</c:v>
                </c:pt>
                <c:pt idx="422">
                  <c:v>72.172165000000007</c:v>
                </c:pt>
                <c:pt idx="423">
                  <c:v>72.290619000000007</c:v>
                </c:pt>
                <c:pt idx="424">
                  <c:v>72.388526999999996</c:v>
                </c:pt>
                <c:pt idx="425">
                  <c:v>72.436226000000005</c:v>
                </c:pt>
                <c:pt idx="426">
                  <c:v>72.536888000000005</c:v>
                </c:pt>
                <c:pt idx="427">
                  <c:v>72.696021999999999</c:v>
                </c:pt>
                <c:pt idx="428">
                  <c:v>72.832549999999998</c:v>
                </c:pt>
                <c:pt idx="429">
                  <c:v>72.926536999999996</c:v>
                </c:pt>
                <c:pt idx="430">
                  <c:v>72.957015999999996</c:v>
                </c:pt>
                <c:pt idx="431">
                  <c:v>72.940810999999997</c:v>
                </c:pt>
                <c:pt idx="432">
                  <c:v>72.903976</c:v>
                </c:pt>
                <c:pt idx="433">
                  <c:v>72.754761000000002</c:v>
                </c:pt>
                <c:pt idx="434">
                  <c:v>72.612235999999996</c:v>
                </c:pt>
                <c:pt idx="435">
                  <c:v>72.510185000000007</c:v>
                </c:pt>
                <c:pt idx="436">
                  <c:v>72.436583999999996</c:v>
                </c:pt>
                <c:pt idx="437">
                  <c:v>72.360755999999995</c:v>
                </c:pt>
                <c:pt idx="438">
                  <c:v>72.252846000000005</c:v>
                </c:pt>
                <c:pt idx="439">
                  <c:v>72.123985000000005</c:v>
                </c:pt>
                <c:pt idx="440">
                  <c:v>72.029212999999999</c:v>
                </c:pt>
                <c:pt idx="441">
                  <c:v>71.828734999999995</c:v>
                </c:pt>
                <c:pt idx="442">
                  <c:v>71.678848000000002</c:v>
                </c:pt>
                <c:pt idx="443">
                  <c:v>71.601760999999996</c:v>
                </c:pt>
                <c:pt idx="444">
                  <c:v>71.633422999999993</c:v>
                </c:pt>
                <c:pt idx="445">
                  <c:v>71.668602000000007</c:v>
                </c:pt>
                <c:pt idx="446">
                  <c:v>71.619468999999995</c:v>
                </c:pt>
                <c:pt idx="447">
                  <c:v>71.483672999999996</c:v>
                </c:pt>
                <c:pt idx="448">
                  <c:v>71.307395999999997</c:v>
                </c:pt>
                <c:pt idx="449">
                  <c:v>71.158028000000002</c:v>
                </c:pt>
                <c:pt idx="450">
                  <c:v>71.031784000000002</c:v>
                </c:pt>
                <c:pt idx="451">
                  <c:v>70.929671999999997</c:v>
                </c:pt>
                <c:pt idx="452">
                  <c:v>70.832481000000001</c:v>
                </c:pt>
                <c:pt idx="453">
                  <c:v>70.772330999999994</c:v>
                </c:pt>
                <c:pt idx="454">
                  <c:v>70.707633999999999</c:v>
                </c:pt>
                <c:pt idx="455">
                  <c:v>70.604668000000004</c:v>
                </c:pt>
                <c:pt idx="456">
                  <c:v>70.460624999999993</c:v>
                </c:pt>
                <c:pt idx="457">
                  <c:v>70.260779999999997</c:v>
                </c:pt>
                <c:pt idx="458">
                  <c:v>70.075751999999994</c:v>
                </c:pt>
                <c:pt idx="459">
                  <c:v>69.943336000000002</c:v>
                </c:pt>
                <c:pt idx="460">
                  <c:v>69.889458000000005</c:v>
                </c:pt>
                <c:pt idx="461">
                  <c:v>69.903182999999999</c:v>
                </c:pt>
                <c:pt idx="462">
                  <c:v>69.952979999999997</c:v>
                </c:pt>
                <c:pt idx="463">
                  <c:v>70.010361000000003</c:v>
                </c:pt>
                <c:pt idx="464">
                  <c:v>70.056190000000001</c:v>
                </c:pt>
                <c:pt idx="465">
                  <c:v>70.135681000000005</c:v>
                </c:pt>
                <c:pt idx="466">
                  <c:v>70.232162000000002</c:v>
                </c:pt>
                <c:pt idx="467">
                  <c:v>70.323081999999999</c:v>
                </c:pt>
                <c:pt idx="468">
                  <c:v>70.409644999999998</c:v>
                </c:pt>
                <c:pt idx="469">
                  <c:v>70.526427999999996</c:v>
                </c:pt>
                <c:pt idx="470">
                  <c:v>70.678207</c:v>
                </c:pt>
                <c:pt idx="471">
                  <c:v>70.842644000000007</c:v>
                </c:pt>
                <c:pt idx="472">
                  <c:v>70.975425999999999</c:v>
                </c:pt>
                <c:pt idx="473">
                  <c:v>71.055488999999994</c:v>
                </c:pt>
                <c:pt idx="474">
                  <c:v>71.095566000000005</c:v>
                </c:pt>
                <c:pt idx="475">
                  <c:v>71.127540999999994</c:v>
                </c:pt>
                <c:pt idx="476">
                  <c:v>71.179573000000005</c:v>
                </c:pt>
                <c:pt idx="477">
                  <c:v>71.251709000000005</c:v>
                </c:pt>
                <c:pt idx="478">
                  <c:v>71.306656000000004</c:v>
                </c:pt>
                <c:pt idx="479">
                  <c:v>71.367949999999993</c:v>
                </c:pt>
                <c:pt idx="480">
                  <c:v>71.406981999999999</c:v>
                </c:pt>
                <c:pt idx="481">
                  <c:v>71.432158999999999</c:v>
                </c:pt>
                <c:pt idx="482">
                  <c:v>71.481009999999998</c:v>
                </c:pt>
                <c:pt idx="483">
                  <c:v>71.580078</c:v>
                </c:pt>
                <c:pt idx="484">
                  <c:v>71.596801999999997</c:v>
                </c:pt>
                <c:pt idx="485">
                  <c:v>71.571265999999994</c:v>
                </c:pt>
                <c:pt idx="486">
                  <c:v>71.487335000000002</c:v>
                </c:pt>
                <c:pt idx="487">
                  <c:v>71.376716999999999</c:v>
                </c:pt>
                <c:pt idx="488">
                  <c:v>71.339775000000003</c:v>
                </c:pt>
                <c:pt idx="489">
                  <c:v>71.314537000000001</c:v>
                </c:pt>
                <c:pt idx="490">
                  <c:v>71.353554000000003</c:v>
                </c:pt>
                <c:pt idx="491">
                  <c:v>71.433739000000003</c:v>
                </c:pt>
                <c:pt idx="492">
                  <c:v>71.536079000000001</c:v>
                </c:pt>
                <c:pt idx="493">
                  <c:v>71.677031999999997</c:v>
                </c:pt>
                <c:pt idx="494">
                  <c:v>71.813377000000003</c:v>
                </c:pt>
                <c:pt idx="495">
                  <c:v>71.982529</c:v>
                </c:pt>
                <c:pt idx="496">
                  <c:v>72.212165999999996</c:v>
                </c:pt>
                <c:pt idx="497">
                  <c:v>72.432631999999998</c:v>
                </c:pt>
                <c:pt idx="498">
                  <c:v>72.640136999999996</c:v>
                </c:pt>
                <c:pt idx="499">
                  <c:v>72.811729</c:v>
                </c:pt>
                <c:pt idx="500">
                  <c:v>72.987639999999999</c:v>
                </c:pt>
                <c:pt idx="501">
                  <c:v>73.197235000000006</c:v>
                </c:pt>
                <c:pt idx="502">
                  <c:v>73.416931000000005</c:v>
                </c:pt>
                <c:pt idx="503">
                  <c:v>73.637848000000005</c:v>
                </c:pt>
                <c:pt idx="504">
                  <c:v>73.834709000000004</c:v>
                </c:pt>
                <c:pt idx="505">
                  <c:v>74.014786000000001</c:v>
                </c:pt>
                <c:pt idx="506">
                  <c:v>74.142570000000006</c:v>
                </c:pt>
                <c:pt idx="507">
                  <c:v>74.258858000000004</c:v>
                </c:pt>
                <c:pt idx="508">
                  <c:v>74.342551999999998</c:v>
                </c:pt>
                <c:pt idx="509">
                  <c:v>74.363388</c:v>
                </c:pt>
                <c:pt idx="510">
                  <c:v>74.389992000000007</c:v>
                </c:pt>
                <c:pt idx="511">
                  <c:v>74.353797999999998</c:v>
                </c:pt>
                <c:pt idx="512">
                  <c:v>74.352851999999999</c:v>
                </c:pt>
                <c:pt idx="513">
                  <c:v>74.317656999999997</c:v>
                </c:pt>
                <c:pt idx="514">
                  <c:v>74.276154000000005</c:v>
                </c:pt>
                <c:pt idx="515">
                  <c:v>74.252533</c:v>
                </c:pt>
                <c:pt idx="516">
                  <c:v>74.179503999999994</c:v>
                </c:pt>
                <c:pt idx="517">
                  <c:v>74.059066999999999</c:v>
                </c:pt>
                <c:pt idx="518">
                  <c:v>73.942345000000003</c:v>
                </c:pt>
                <c:pt idx="519">
                  <c:v>72.677834000000004</c:v>
                </c:pt>
                <c:pt idx="520">
                  <c:v>70.922668000000002</c:v>
                </c:pt>
                <c:pt idx="521">
                  <c:v>70.019012000000004</c:v>
                </c:pt>
                <c:pt idx="522">
                  <c:v>69.810417000000001</c:v>
                </c:pt>
                <c:pt idx="523">
                  <c:v>69.799789000000004</c:v>
                </c:pt>
                <c:pt idx="524">
                  <c:v>69.924369999999996</c:v>
                </c:pt>
                <c:pt idx="525">
                  <c:v>70.050179</c:v>
                </c:pt>
                <c:pt idx="526">
                  <c:v>70.180069000000003</c:v>
                </c:pt>
                <c:pt idx="527">
                  <c:v>70.329200999999998</c:v>
                </c:pt>
                <c:pt idx="528">
                  <c:v>70.518730000000005</c:v>
                </c:pt>
                <c:pt idx="529">
                  <c:v>70.686638000000002</c:v>
                </c:pt>
                <c:pt idx="530">
                  <c:v>70.774451999999997</c:v>
                </c:pt>
                <c:pt idx="531">
                  <c:v>70.818672000000007</c:v>
                </c:pt>
                <c:pt idx="532">
                  <c:v>70.882973000000007</c:v>
                </c:pt>
                <c:pt idx="533">
                  <c:v>70.973990999999998</c:v>
                </c:pt>
                <c:pt idx="534">
                  <c:v>71.047713999999999</c:v>
                </c:pt>
                <c:pt idx="535">
                  <c:v>71.133788999999993</c:v>
                </c:pt>
                <c:pt idx="536">
                  <c:v>71.233024999999998</c:v>
                </c:pt>
                <c:pt idx="537">
                  <c:v>71.280654999999996</c:v>
                </c:pt>
                <c:pt idx="538">
                  <c:v>71.319587999999996</c:v>
                </c:pt>
                <c:pt idx="539">
                  <c:v>71.324676999999994</c:v>
                </c:pt>
                <c:pt idx="540">
                  <c:v>71.330962999999997</c:v>
                </c:pt>
                <c:pt idx="541">
                  <c:v>71.345260999999994</c:v>
                </c:pt>
                <c:pt idx="542">
                  <c:v>71.339034999999996</c:v>
                </c:pt>
                <c:pt idx="543">
                  <c:v>71.310592999999997</c:v>
                </c:pt>
                <c:pt idx="544">
                  <c:v>71.268310999999997</c:v>
                </c:pt>
                <c:pt idx="545">
                  <c:v>71.227798000000007</c:v>
                </c:pt>
                <c:pt idx="546">
                  <c:v>71.174819999999997</c:v>
                </c:pt>
                <c:pt idx="547">
                  <c:v>71.057068000000001</c:v>
                </c:pt>
                <c:pt idx="548">
                  <c:v>71.011177000000004</c:v>
                </c:pt>
                <c:pt idx="549">
                  <c:v>70.935417000000001</c:v>
                </c:pt>
                <c:pt idx="550">
                  <c:v>70.867485000000002</c:v>
                </c:pt>
                <c:pt idx="551">
                  <c:v>70.758728000000005</c:v>
                </c:pt>
                <c:pt idx="552">
                  <c:v>70.592735000000005</c:v>
                </c:pt>
                <c:pt idx="553">
                  <c:v>70.451515000000001</c:v>
                </c:pt>
                <c:pt idx="554">
                  <c:v>70.329239000000001</c:v>
                </c:pt>
                <c:pt idx="555">
                  <c:v>70.25264</c:v>
                </c:pt>
                <c:pt idx="556">
                  <c:v>70.102942999999996</c:v>
                </c:pt>
                <c:pt idx="557">
                  <c:v>69.932075999999995</c:v>
                </c:pt>
                <c:pt idx="558">
                  <c:v>69.719100999999995</c:v>
                </c:pt>
                <c:pt idx="559">
                  <c:v>69.494140999999999</c:v>
                </c:pt>
                <c:pt idx="560">
                  <c:v>69.356171000000003</c:v>
                </c:pt>
                <c:pt idx="561">
                  <c:v>69.280051999999998</c:v>
                </c:pt>
                <c:pt idx="562">
                  <c:v>69.216797</c:v>
                </c:pt>
                <c:pt idx="563">
                  <c:v>69.149963</c:v>
                </c:pt>
                <c:pt idx="564">
                  <c:v>69.069191000000004</c:v>
                </c:pt>
                <c:pt idx="565">
                  <c:v>68.878356999999994</c:v>
                </c:pt>
                <c:pt idx="566">
                  <c:v>68.692307</c:v>
                </c:pt>
                <c:pt idx="567">
                  <c:v>68.557937999999993</c:v>
                </c:pt>
                <c:pt idx="568">
                  <c:v>68.422768000000005</c:v>
                </c:pt>
                <c:pt idx="569">
                  <c:v>68.264633000000003</c:v>
                </c:pt>
                <c:pt idx="570">
                  <c:v>68.113547999999994</c:v>
                </c:pt>
                <c:pt idx="571">
                  <c:v>67.927124000000006</c:v>
                </c:pt>
                <c:pt idx="572">
                  <c:v>67.744399999999999</c:v>
                </c:pt>
                <c:pt idx="573">
                  <c:v>67.610291000000004</c:v>
                </c:pt>
                <c:pt idx="574">
                  <c:v>66.398246999999998</c:v>
                </c:pt>
                <c:pt idx="575">
                  <c:v>65.830894000000001</c:v>
                </c:pt>
                <c:pt idx="576">
                  <c:v>65.727608000000004</c:v>
                </c:pt>
                <c:pt idx="577">
                  <c:v>65.795319000000006</c:v>
                </c:pt>
                <c:pt idx="578">
                  <c:v>65.890732</c:v>
                </c:pt>
                <c:pt idx="579">
                  <c:v>65.953177999999994</c:v>
                </c:pt>
                <c:pt idx="580">
                  <c:v>66.000664</c:v>
                </c:pt>
                <c:pt idx="581">
                  <c:v>66.054862999999997</c:v>
                </c:pt>
                <c:pt idx="582">
                  <c:v>66.072333999999998</c:v>
                </c:pt>
                <c:pt idx="583">
                  <c:v>66.078270000000003</c:v>
                </c:pt>
                <c:pt idx="584">
                  <c:v>66.075789999999998</c:v>
                </c:pt>
                <c:pt idx="585">
                  <c:v>66.029442000000003</c:v>
                </c:pt>
                <c:pt idx="586">
                  <c:v>65.952385000000007</c:v>
                </c:pt>
                <c:pt idx="587">
                  <c:v>65.873244999999997</c:v>
                </c:pt>
                <c:pt idx="588">
                  <c:v>65.786720000000003</c:v>
                </c:pt>
                <c:pt idx="589">
                  <c:v>65.738570999999993</c:v>
                </c:pt>
                <c:pt idx="590">
                  <c:v>65.712631000000002</c:v>
                </c:pt>
                <c:pt idx="591">
                  <c:v>65.714554000000007</c:v>
                </c:pt>
                <c:pt idx="592">
                  <c:v>65.735373999999993</c:v>
                </c:pt>
                <c:pt idx="593">
                  <c:v>65.821205000000006</c:v>
                </c:pt>
                <c:pt idx="594">
                  <c:v>65.795326000000003</c:v>
                </c:pt>
                <c:pt idx="595">
                  <c:v>65.720687999999996</c:v>
                </c:pt>
                <c:pt idx="596">
                  <c:v>65.655204999999995</c:v>
                </c:pt>
                <c:pt idx="597">
                  <c:v>65.617255999999998</c:v>
                </c:pt>
                <c:pt idx="598">
                  <c:v>65.605521999999993</c:v>
                </c:pt>
                <c:pt idx="599">
                  <c:v>65.601448000000005</c:v>
                </c:pt>
                <c:pt idx="600">
                  <c:v>65.582504</c:v>
                </c:pt>
                <c:pt idx="601">
                  <c:v>65.561333000000005</c:v>
                </c:pt>
                <c:pt idx="602">
                  <c:v>65.606872999999993</c:v>
                </c:pt>
                <c:pt idx="603">
                  <c:v>65.748199</c:v>
                </c:pt>
                <c:pt idx="604">
                  <c:v>65.949935999999994</c:v>
                </c:pt>
                <c:pt idx="605">
                  <c:v>66.128715999999997</c:v>
                </c:pt>
                <c:pt idx="606">
                  <c:v>66.221367000000001</c:v>
                </c:pt>
                <c:pt idx="607">
                  <c:v>66.263701999999995</c:v>
                </c:pt>
                <c:pt idx="608">
                  <c:v>66.408011999999999</c:v>
                </c:pt>
                <c:pt idx="609">
                  <c:v>66.651505</c:v>
                </c:pt>
                <c:pt idx="610">
                  <c:v>66.979140999999998</c:v>
                </c:pt>
                <c:pt idx="611">
                  <c:v>67.329391000000001</c:v>
                </c:pt>
                <c:pt idx="612">
                  <c:v>67.630752999999999</c:v>
                </c:pt>
                <c:pt idx="613">
                  <c:v>67.829246999999995</c:v>
                </c:pt>
                <c:pt idx="614">
                  <c:v>68.025069999999999</c:v>
                </c:pt>
                <c:pt idx="615">
                  <c:v>68.257606999999993</c:v>
                </c:pt>
                <c:pt idx="616">
                  <c:v>68.571579</c:v>
                </c:pt>
                <c:pt idx="617">
                  <c:v>68.976234000000005</c:v>
                </c:pt>
                <c:pt idx="618">
                  <c:v>69.452843000000001</c:v>
                </c:pt>
                <c:pt idx="619">
                  <c:v>69.840202000000005</c:v>
                </c:pt>
                <c:pt idx="620">
                  <c:v>70.081588999999994</c:v>
                </c:pt>
                <c:pt idx="621">
                  <c:v>70.255981000000006</c:v>
                </c:pt>
                <c:pt idx="622">
                  <c:v>70.404540999999995</c:v>
                </c:pt>
                <c:pt idx="623">
                  <c:v>70.591476</c:v>
                </c:pt>
                <c:pt idx="624">
                  <c:v>70.791245000000004</c:v>
                </c:pt>
                <c:pt idx="625">
                  <c:v>70.955078</c:v>
                </c:pt>
                <c:pt idx="626">
                  <c:v>71.088325999999995</c:v>
                </c:pt>
                <c:pt idx="627">
                  <c:v>71.199295000000006</c:v>
                </c:pt>
                <c:pt idx="628">
                  <c:v>71.356102000000007</c:v>
                </c:pt>
                <c:pt idx="629">
                  <c:v>71.646957</c:v>
                </c:pt>
                <c:pt idx="630">
                  <c:v>72.051292000000004</c:v>
                </c:pt>
                <c:pt idx="631">
                  <c:v>72.421097000000003</c:v>
                </c:pt>
                <c:pt idx="632">
                  <c:v>72.912566999999996</c:v>
                </c:pt>
                <c:pt idx="633">
                  <c:v>73.350326999999993</c:v>
                </c:pt>
                <c:pt idx="634">
                  <c:v>73.735809000000003</c:v>
                </c:pt>
                <c:pt idx="635">
                  <c:v>74.154929999999993</c:v>
                </c:pt>
                <c:pt idx="636">
                  <c:v>74.590500000000006</c:v>
                </c:pt>
                <c:pt idx="637">
                  <c:v>75.121536000000006</c:v>
                </c:pt>
                <c:pt idx="638">
                  <c:v>75.513831999999994</c:v>
                </c:pt>
                <c:pt idx="639">
                  <c:v>75.739716000000001</c:v>
                </c:pt>
                <c:pt idx="640">
                  <c:v>75.952538000000004</c:v>
                </c:pt>
                <c:pt idx="641">
                  <c:v>76.168448999999995</c:v>
                </c:pt>
                <c:pt idx="642">
                  <c:v>76.368056999999993</c:v>
                </c:pt>
                <c:pt idx="643">
                  <c:v>76.521293999999997</c:v>
                </c:pt>
                <c:pt idx="644">
                  <c:v>76.764587000000006</c:v>
                </c:pt>
                <c:pt idx="645">
                  <c:v>77.038848999999999</c:v>
                </c:pt>
                <c:pt idx="646">
                  <c:v>77.298676</c:v>
                </c:pt>
                <c:pt idx="647">
                  <c:v>77.445723999999998</c:v>
                </c:pt>
                <c:pt idx="648">
                  <c:v>77.580841000000007</c:v>
                </c:pt>
                <c:pt idx="649">
                  <c:v>77.801102</c:v>
                </c:pt>
                <c:pt idx="650">
                  <c:v>77.912757999999997</c:v>
                </c:pt>
                <c:pt idx="651">
                  <c:v>78.005188000000004</c:v>
                </c:pt>
                <c:pt idx="652">
                  <c:v>78.202575999999993</c:v>
                </c:pt>
                <c:pt idx="653">
                  <c:v>78.457222000000002</c:v>
                </c:pt>
                <c:pt idx="654">
                  <c:v>78.66095</c:v>
                </c:pt>
                <c:pt idx="655">
                  <c:v>78.762634000000006</c:v>
                </c:pt>
                <c:pt idx="656">
                  <c:v>78.832588000000001</c:v>
                </c:pt>
                <c:pt idx="657">
                  <c:v>78.910308999999998</c:v>
                </c:pt>
                <c:pt idx="658">
                  <c:v>78.949921000000003</c:v>
                </c:pt>
                <c:pt idx="659">
                  <c:v>79.04213</c:v>
                </c:pt>
                <c:pt idx="660">
                  <c:v>79.204802999999998</c:v>
                </c:pt>
                <c:pt idx="661">
                  <c:v>79.410293999999993</c:v>
                </c:pt>
                <c:pt idx="662">
                  <c:v>79.679351999999994</c:v>
                </c:pt>
                <c:pt idx="663">
                  <c:v>79.934501999999995</c:v>
                </c:pt>
                <c:pt idx="664">
                  <c:v>80.114822000000004</c:v>
                </c:pt>
                <c:pt idx="665">
                  <c:v>80.309334000000007</c:v>
                </c:pt>
                <c:pt idx="666">
                  <c:v>80.564682000000005</c:v>
                </c:pt>
                <c:pt idx="667">
                  <c:v>80.965530000000001</c:v>
                </c:pt>
                <c:pt idx="668">
                  <c:v>81.417252000000005</c:v>
                </c:pt>
                <c:pt idx="669">
                  <c:v>81.891623999999993</c:v>
                </c:pt>
                <c:pt idx="670">
                  <c:v>82.382011000000006</c:v>
                </c:pt>
                <c:pt idx="671">
                  <c:v>82.841697999999994</c:v>
                </c:pt>
                <c:pt idx="672">
                  <c:v>83.191024999999996</c:v>
                </c:pt>
                <c:pt idx="673">
                  <c:v>83.584343000000004</c:v>
                </c:pt>
                <c:pt idx="674">
                  <c:v>83.979400999999996</c:v>
                </c:pt>
                <c:pt idx="675">
                  <c:v>84.324944000000002</c:v>
                </c:pt>
                <c:pt idx="676">
                  <c:v>84.583220999999995</c:v>
                </c:pt>
                <c:pt idx="677">
                  <c:v>84.609191999999993</c:v>
                </c:pt>
                <c:pt idx="678">
                  <c:v>84.571288999999993</c:v>
                </c:pt>
                <c:pt idx="679">
                  <c:v>84.572128000000006</c:v>
                </c:pt>
                <c:pt idx="680">
                  <c:v>84.545745999999994</c:v>
                </c:pt>
                <c:pt idx="681">
                  <c:v>84.543189999999996</c:v>
                </c:pt>
                <c:pt idx="682">
                  <c:v>84.553925000000007</c:v>
                </c:pt>
                <c:pt idx="683">
                  <c:v>84.512619000000001</c:v>
                </c:pt>
                <c:pt idx="684">
                  <c:v>84.543364999999994</c:v>
                </c:pt>
                <c:pt idx="685">
                  <c:v>84.628510000000006</c:v>
                </c:pt>
                <c:pt idx="686">
                  <c:v>84.818939</c:v>
                </c:pt>
                <c:pt idx="687">
                  <c:v>85.000771</c:v>
                </c:pt>
                <c:pt idx="688">
                  <c:v>85.022568000000007</c:v>
                </c:pt>
                <c:pt idx="689">
                  <c:v>85.025658000000007</c:v>
                </c:pt>
                <c:pt idx="690">
                  <c:v>85.011962999999994</c:v>
                </c:pt>
                <c:pt idx="691">
                  <c:v>84.900467000000006</c:v>
                </c:pt>
                <c:pt idx="692">
                  <c:v>84.898246999999998</c:v>
                </c:pt>
                <c:pt idx="693">
                  <c:v>84.975219999999993</c:v>
                </c:pt>
                <c:pt idx="694">
                  <c:v>84.955962999999997</c:v>
                </c:pt>
                <c:pt idx="695">
                  <c:v>84.850791999999998</c:v>
                </c:pt>
                <c:pt idx="696">
                  <c:v>84.769729999999996</c:v>
                </c:pt>
                <c:pt idx="697">
                  <c:v>84.708229000000003</c:v>
                </c:pt>
                <c:pt idx="698">
                  <c:v>84.686606999999995</c:v>
                </c:pt>
                <c:pt idx="699">
                  <c:v>84.737198000000006</c:v>
                </c:pt>
                <c:pt idx="700">
                  <c:v>84.776566000000003</c:v>
                </c:pt>
                <c:pt idx="701">
                  <c:v>84.839675999999997</c:v>
                </c:pt>
                <c:pt idx="702">
                  <c:v>84.947463999999997</c:v>
                </c:pt>
                <c:pt idx="703">
                  <c:v>85.024895000000001</c:v>
                </c:pt>
                <c:pt idx="704">
                  <c:v>85.037056000000007</c:v>
                </c:pt>
                <c:pt idx="705">
                  <c:v>84.968909999999994</c:v>
                </c:pt>
                <c:pt idx="706">
                  <c:v>84.832031000000001</c:v>
                </c:pt>
                <c:pt idx="707">
                  <c:v>84.664794999999998</c:v>
                </c:pt>
                <c:pt idx="708">
                  <c:v>84.550758000000002</c:v>
                </c:pt>
                <c:pt idx="709">
                  <c:v>84.593131999999997</c:v>
                </c:pt>
                <c:pt idx="710">
                  <c:v>84.710907000000006</c:v>
                </c:pt>
                <c:pt idx="711">
                  <c:v>84.760329999999996</c:v>
                </c:pt>
                <c:pt idx="712">
                  <c:v>84.741989000000004</c:v>
                </c:pt>
                <c:pt idx="713">
                  <c:v>84.740570000000005</c:v>
                </c:pt>
                <c:pt idx="714">
                  <c:v>84.789649999999995</c:v>
                </c:pt>
                <c:pt idx="715">
                  <c:v>84.862305000000006</c:v>
                </c:pt>
                <c:pt idx="716">
                  <c:v>84.830032000000003</c:v>
                </c:pt>
                <c:pt idx="717">
                  <c:v>84.801429999999996</c:v>
                </c:pt>
                <c:pt idx="718">
                  <c:v>84.867232999999999</c:v>
                </c:pt>
                <c:pt idx="719">
                  <c:v>84.992751999999996</c:v>
                </c:pt>
                <c:pt idx="720">
                  <c:v>85.181884999999994</c:v>
                </c:pt>
                <c:pt idx="721">
                  <c:v>85.351105000000004</c:v>
                </c:pt>
                <c:pt idx="722">
                  <c:v>85.466178999999997</c:v>
                </c:pt>
                <c:pt idx="723">
                  <c:v>85.501930000000002</c:v>
                </c:pt>
                <c:pt idx="724">
                  <c:v>85.348793000000001</c:v>
                </c:pt>
                <c:pt idx="725">
                  <c:v>85.119392000000005</c:v>
                </c:pt>
                <c:pt idx="726">
                  <c:v>84.798286000000004</c:v>
                </c:pt>
                <c:pt idx="727">
                  <c:v>84.525268999999994</c:v>
                </c:pt>
                <c:pt idx="728">
                  <c:v>84.412559999999999</c:v>
                </c:pt>
                <c:pt idx="729">
                  <c:v>84.360764000000003</c:v>
                </c:pt>
                <c:pt idx="730">
                  <c:v>84.291106999999997</c:v>
                </c:pt>
                <c:pt idx="731">
                  <c:v>84.220314000000002</c:v>
                </c:pt>
                <c:pt idx="732">
                  <c:v>84.314194000000001</c:v>
                </c:pt>
                <c:pt idx="733">
                  <c:v>84.647118000000006</c:v>
                </c:pt>
                <c:pt idx="734">
                  <c:v>84.905936999999994</c:v>
                </c:pt>
                <c:pt idx="735">
                  <c:v>85.092765999999997</c:v>
                </c:pt>
                <c:pt idx="736">
                  <c:v>85.263969000000003</c:v>
                </c:pt>
                <c:pt idx="737">
                  <c:v>85.220955000000004</c:v>
                </c:pt>
                <c:pt idx="738">
                  <c:v>85.154678000000004</c:v>
                </c:pt>
                <c:pt idx="739">
                  <c:v>85.093863999999996</c:v>
                </c:pt>
                <c:pt idx="740">
                  <c:v>85.081726000000003</c:v>
                </c:pt>
                <c:pt idx="741">
                  <c:v>85.113167000000004</c:v>
                </c:pt>
                <c:pt idx="742">
                  <c:v>85.071442000000005</c:v>
                </c:pt>
                <c:pt idx="743">
                  <c:v>84.909271000000004</c:v>
                </c:pt>
                <c:pt idx="744">
                  <c:v>84.763221999999999</c:v>
                </c:pt>
                <c:pt idx="745">
                  <c:v>84.659774999999996</c:v>
                </c:pt>
                <c:pt idx="746">
                  <c:v>84.483542999999997</c:v>
                </c:pt>
                <c:pt idx="747">
                  <c:v>84.351921000000004</c:v>
                </c:pt>
                <c:pt idx="748">
                  <c:v>84.201674999999994</c:v>
                </c:pt>
                <c:pt idx="749">
                  <c:v>83.830489999999998</c:v>
                </c:pt>
                <c:pt idx="750">
                  <c:v>83.440369000000004</c:v>
                </c:pt>
                <c:pt idx="751">
                  <c:v>83.231255000000004</c:v>
                </c:pt>
                <c:pt idx="752">
                  <c:v>83.006157000000002</c:v>
                </c:pt>
                <c:pt idx="753">
                  <c:v>82.719925000000003</c:v>
                </c:pt>
                <c:pt idx="754">
                  <c:v>82.173370000000006</c:v>
                </c:pt>
                <c:pt idx="755">
                  <c:v>81.433952000000005</c:v>
                </c:pt>
                <c:pt idx="756">
                  <c:v>80.918564000000003</c:v>
                </c:pt>
                <c:pt idx="757">
                  <c:v>80.587356999999997</c:v>
                </c:pt>
                <c:pt idx="758">
                  <c:v>80.367180000000005</c:v>
                </c:pt>
                <c:pt idx="759">
                  <c:v>80.167557000000002</c:v>
                </c:pt>
                <c:pt idx="760">
                  <c:v>79.964821000000001</c:v>
                </c:pt>
                <c:pt idx="761">
                  <c:v>79.769295</c:v>
                </c:pt>
                <c:pt idx="762">
                  <c:v>79.563147999999998</c:v>
                </c:pt>
                <c:pt idx="763">
                  <c:v>79.438248000000002</c:v>
                </c:pt>
                <c:pt idx="764">
                  <c:v>79.354934999999998</c:v>
                </c:pt>
                <c:pt idx="765">
                  <c:v>79.254577999999995</c:v>
                </c:pt>
                <c:pt idx="766">
                  <c:v>79.146163999999999</c:v>
                </c:pt>
                <c:pt idx="767">
                  <c:v>79.004585000000006</c:v>
                </c:pt>
                <c:pt idx="768">
                  <c:v>78.789435999999995</c:v>
                </c:pt>
                <c:pt idx="769">
                  <c:v>78.547493000000003</c:v>
                </c:pt>
                <c:pt idx="770">
                  <c:v>78.432677999999996</c:v>
                </c:pt>
                <c:pt idx="771">
                  <c:v>78.421295000000001</c:v>
                </c:pt>
                <c:pt idx="772">
                  <c:v>78.348274000000004</c:v>
                </c:pt>
                <c:pt idx="773">
                  <c:v>78.227599999999995</c:v>
                </c:pt>
                <c:pt idx="774">
                  <c:v>78.097808999999998</c:v>
                </c:pt>
                <c:pt idx="775">
                  <c:v>77.962906000000004</c:v>
                </c:pt>
                <c:pt idx="776">
                  <c:v>77.839684000000005</c:v>
                </c:pt>
                <c:pt idx="777">
                  <c:v>77.711281</c:v>
                </c:pt>
                <c:pt idx="778">
                  <c:v>77.563332000000003</c:v>
                </c:pt>
                <c:pt idx="779">
                  <c:v>77.430037999999996</c:v>
                </c:pt>
                <c:pt idx="780">
                  <c:v>77.377274</c:v>
                </c:pt>
                <c:pt idx="781">
                  <c:v>77.352249</c:v>
                </c:pt>
                <c:pt idx="782">
                  <c:v>77.358772000000002</c:v>
                </c:pt>
                <c:pt idx="783">
                  <c:v>77.216339000000005</c:v>
                </c:pt>
                <c:pt idx="784">
                  <c:v>76.977264000000005</c:v>
                </c:pt>
                <c:pt idx="785">
                  <c:v>76.733931999999996</c:v>
                </c:pt>
                <c:pt idx="786">
                  <c:v>76.543021999999993</c:v>
                </c:pt>
                <c:pt idx="787">
                  <c:v>76.542618000000004</c:v>
                </c:pt>
                <c:pt idx="788">
                  <c:v>76.637657000000004</c:v>
                </c:pt>
                <c:pt idx="789">
                  <c:v>76.718947999999997</c:v>
                </c:pt>
                <c:pt idx="790">
                  <c:v>76.643028000000001</c:v>
                </c:pt>
                <c:pt idx="791">
                  <c:v>76.547104000000004</c:v>
                </c:pt>
                <c:pt idx="792">
                  <c:v>76.616211000000007</c:v>
                </c:pt>
                <c:pt idx="793">
                  <c:v>76.726105000000004</c:v>
                </c:pt>
                <c:pt idx="794">
                  <c:v>76.843399000000005</c:v>
                </c:pt>
                <c:pt idx="795">
                  <c:v>76.953911000000005</c:v>
                </c:pt>
                <c:pt idx="796">
                  <c:v>77.111228999999994</c:v>
                </c:pt>
                <c:pt idx="797">
                  <c:v>77.223022</c:v>
                </c:pt>
                <c:pt idx="798">
                  <c:v>77.252098000000004</c:v>
                </c:pt>
                <c:pt idx="799">
                  <c:v>77.179046999999997</c:v>
                </c:pt>
                <c:pt idx="800">
                  <c:v>77.019645999999995</c:v>
                </c:pt>
                <c:pt idx="801">
                  <c:v>76.798523000000003</c:v>
                </c:pt>
                <c:pt idx="802">
                  <c:v>76.477683999999996</c:v>
                </c:pt>
                <c:pt idx="803">
                  <c:v>76.174126000000001</c:v>
                </c:pt>
                <c:pt idx="804">
                  <c:v>76.013428000000005</c:v>
                </c:pt>
                <c:pt idx="805">
                  <c:v>75.959686000000005</c:v>
                </c:pt>
                <c:pt idx="806">
                  <c:v>75.915627000000001</c:v>
                </c:pt>
                <c:pt idx="807">
                  <c:v>75.814301</c:v>
                </c:pt>
                <c:pt idx="808">
                  <c:v>75.684585999999996</c:v>
                </c:pt>
                <c:pt idx="809">
                  <c:v>75.578689999999995</c:v>
                </c:pt>
                <c:pt idx="810">
                  <c:v>75.555869999999999</c:v>
                </c:pt>
                <c:pt idx="811">
                  <c:v>75.594040000000007</c:v>
                </c:pt>
                <c:pt idx="812">
                  <c:v>75.623535000000004</c:v>
                </c:pt>
                <c:pt idx="813">
                  <c:v>75.580855999999997</c:v>
                </c:pt>
                <c:pt idx="814">
                  <c:v>75.534637000000004</c:v>
                </c:pt>
                <c:pt idx="815">
                  <c:v>75.530991</c:v>
                </c:pt>
                <c:pt idx="816">
                  <c:v>75.577065000000005</c:v>
                </c:pt>
                <c:pt idx="817">
                  <c:v>75.472167999999996</c:v>
                </c:pt>
                <c:pt idx="818">
                  <c:v>75.161186000000001</c:v>
                </c:pt>
                <c:pt idx="819">
                  <c:v>74.837128000000007</c:v>
                </c:pt>
                <c:pt idx="820">
                  <c:v>74.544349999999994</c:v>
                </c:pt>
                <c:pt idx="821">
                  <c:v>74.162307999999996</c:v>
                </c:pt>
                <c:pt idx="822">
                  <c:v>73.856414999999998</c:v>
                </c:pt>
                <c:pt idx="823">
                  <c:v>73.773360999999994</c:v>
                </c:pt>
                <c:pt idx="824">
                  <c:v>73.645081000000005</c:v>
                </c:pt>
                <c:pt idx="825">
                  <c:v>73.489670000000004</c:v>
                </c:pt>
                <c:pt idx="826">
                  <c:v>73.350539999999995</c:v>
                </c:pt>
                <c:pt idx="827">
                  <c:v>73.207061999999993</c:v>
                </c:pt>
                <c:pt idx="828">
                  <c:v>73.079680999999994</c:v>
                </c:pt>
                <c:pt idx="829">
                  <c:v>73.038269</c:v>
                </c:pt>
                <c:pt idx="830">
                  <c:v>73.033844000000002</c:v>
                </c:pt>
                <c:pt idx="831">
                  <c:v>73.009026000000006</c:v>
                </c:pt>
                <c:pt idx="832">
                  <c:v>72.901131000000007</c:v>
                </c:pt>
                <c:pt idx="833">
                  <c:v>72.784653000000006</c:v>
                </c:pt>
                <c:pt idx="834">
                  <c:v>72.724045000000004</c:v>
                </c:pt>
                <c:pt idx="835">
                  <c:v>72.726394999999997</c:v>
                </c:pt>
                <c:pt idx="836">
                  <c:v>72.696044999999998</c:v>
                </c:pt>
                <c:pt idx="837">
                  <c:v>72.591033999999993</c:v>
                </c:pt>
                <c:pt idx="838">
                  <c:v>72.531707999999995</c:v>
                </c:pt>
                <c:pt idx="839">
                  <c:v>72.480896000000001</c:v>
                </c:pt>
                <c:pt idx="840">
                  <c:v>72.394515999999996</c:v>
                </c:pt>
                <c:pt idx="841">
                  <c:v>72.421051000000006</c:v>
                </c:pt>
                <c:pt idx="842">
                  <c:v>72.547852000000006</c:v>
                </c:pt>
                <c:pt idx="843">
                  <c:v>72.673866000000004</c:v>
                </c:pt>
                <c:pt idx="844">
                  <c:v>72.744438000000002</c:v>
                </c:pt>
                <c:pt idx="845">
                  <c:v>72.741714000000002</c:v>
                </c:pt>
                <c:pt idx="846">
                  <c:v>72.562781999999999</c:v>
                </c:pt>
                <c:pt idx="847">
                  <c:v>72.451729</c:v>
                </c:pt>
                <c:pt idx="848">
                  <c:v>72.449814000000003</c:v>
                </c:pt>
                <c:pt idx="849">
                  <c:v>72.503692999999998</c:v>
                </c:pt>
                <c:pt idx="850">
                  <c:v>72.547111999999998</c:v>
                </c:pt>
                <c:pt idx="851">
                  <c:v>72.421538999999996</c:v>
                </c:pt>
                <c:pt idx="852">
                  <c:v>72.213547000000005</c:v>
                </c:pt>
                <c:pt idx="853">
                  <c:v>72.095405999999997</c:v>
                </c:pt>
                <c:pt idx="854">
                  <c:v>71.933921999999995</c:v>
                </c:pt>
                <c:pt idx="855">
                  <c:v>71.766884000000005</c:v>
                </c:pt>
                <c:pt idx="856">
                  <c:v>71.69529</c:v>
                </c:pt>
                <c:pt idx="857">
                  <c:v>71.746253999999993</c:v>
                </c:pt>
                <c:pt idx="858">
                  <c:v>71.810417000000001</c:v>
                </c:pt>
                <c:pt idx="859">
                  <c:v>71.854545999999999</c:v>
                </c:pt>
                <c:pt idx="860">
                  <c:v>71.862007000000006</c:v>
                </c:pt>
                <c:pt idx="861">
                  <c:v>71.898491000000007</c:v>
                </c:pt>
                <c:pt idx="862">
                  <c:v>71.893578000000005</c:v>
                </c:pt>
                <c:pt idx="863">
                  <c:v>71.873221999999998</c:v>
                </c:pt>
                <c:pt idx="864">
                  <c:v>71.965248000000003</c:v>
                </c:pt>
                <c:pt idx="865">
                  <c:v>72.029739000000006</c:v>
                </c:pt>
                <c:pt idx="866">
                  <c:v>72.036582999999993</c:v>
                </c:pt>
                <c:pt idx="867">
                  <c:v>71.975860999999995</c:v>
                </c:pt>
                <c:pt idx="868">
                  <c:v>71.920340999999993</c:v>
                </c:pt>
                <c:pt idx="869">
                  <c:v>71.800376999999997</c:v>
                </c:pt>
                <c:pt idx="870">
                  <c:v>71.570960999999997</c:v>
                </c:pt>
                <c:pt idx="871">
                  <c:v>71.344504999999998</c:v>
                </c:pt>
                <c:pt idx="872">
                  <c:v>71.254135000000005</c:v>
                </c:pt>
                <c:pt idx="873">
                  <c:v>71.224281000000005</c:v>
                </c:pt>
                <c:pt idx="874">
                  <c:v>71.187691000000001</c:v>
                </c:pt>
                <c:pt idx="875">
                  <c:v>71.125518999999997</c:v>
                </c:pt>
                <c:pt idx="876">
                  <c:v>71.174178999999995</c:v>
                </c:pt>
                <c:pt idx="877">
                  <c:v>71.323639</c:v>
                </c:pt>
                <c:pt idx="878">
                  <c:v>71.531540000000007</c:v>
                </c:pt>
                <c:pt idx="879">
                  <c:v>71.707047000000003</c:v>
                </c:pt>
                <c:pt idx="880">
                  <c:v>71.891075000000001</c:v>
                </c:pt>
                <c:pt idx="881">
                  <c:v>72.100182000000004</c:v>
                </c:pt>
                <c:pt idx="882">
                  <c:v>72.304955000000007</c:v>
                </c:pt>
                <c:pt idx="883">
                  <c:v>72.470778999999993</c:v>
                </c:pt>
                <c:pt idx="884">
                  <c:v>72.526465999999999</c:v>
                </c:pt>
                <c:pt idx="885">
                  <c:v>72.543059999999997</c:v>
                </c:pt>
                <c:pt idx="886">
                  <c:v>72.491386000000006</c:v>
                </c:pt>
                <c:pt idx="887">
                  <c:v>72.366966000000005</c:v>
                </c:pt>
                <c:pt idx="888">
                  <c:v>72.137191999999999</c:v>
                </c:pt>
                <c:pt idx="889">
                  <c:v>72.061401000000004</c:v>
                </c:pt>
                <c:pt idx="890">
                  <c:v>72.063927000000007</c:v>
                </c:pt>
                <c:pt idx="891">
                  <c:v>71.979743999999997</c:v>
                </c:pt>
                <c:pt idx="892">
                  <c:v>71.731223999999997</c:v>
                </c:pt>
                <c:pt idx="893">
                  <c:v>71.310744999999997</c:v>
                </c:pt>
                <c:pt idx="894">
                  <c:v>70.804985000000002</c:v>
                </c:pt>
                <c:pt idx="895">
                  <c:v>70.365348999999995</c:v>
                </c:pt>
                <c:pt idx="896">
                  <c:v>70.007248000000004</c:v>
                </c:pt>
                <c:pt idx="897">
                  <c:v>69.606750000000005</c:v>
                </c:pt>
                <c:pt idx="898">
                  <c:v>69.168152000000006</c:v>
                </c:pt>
                <c:pt idx="899">
                  <c:v>69.017639000000003</c:v>
                </c:pt>
                <c:pt idx="900">
                  <c:v>69.027168000000003</c:v>
                </c:pt>
                <c:pt idx="901">
                  <c:v>69.109154000000004</c:v>
                </c:pt>
                <c:pt idx="902">
                  <c:v>69.250686999999999</c:v>
                </c:pt>
                <c:pt idx="903">
                  <c:v>69.404053000000005</c:v>
                </c:pt>
                <c:pt idx="904">
                  <c:v>69.548012</c:v>
                </c:pt>
                <c:pt idx="905">
                  <c:v>69.730873000000003</c:v>
                </c:pt>
                <c:pt idx="906">
                  <c:v>69.893951000000001</c:v>
                </c:pt>
                <c:pt idx="907">
                  <c:v>70.100655000000003</c:v>
                </c:pt>
                <c:pt idx="908">
                  <c:v>70.333984000000001</c:v>
                </c:pt>
                <c:pt idx="909">
                  <c:v>70.562347000000003</c:v>
                </c:pt>
                <c:pt idx="910">
                  <c:v>70.820258999999993</c:v>
                </c:pt>
                <c:pt idx="911">
                  <c:v>70.979263000000003</c:v>
                </c:pt>
                <c:pt idx="912">
                  <c:v>71.09111</c:v>
                </c:pt>
                <c:pt idx="913">
                  <c:v>71.213745000000003</c:v>
                </c:pt>
                <c:pt idx="914">
                  <c:v>71.322654999999997</c:v>
                </c:pt>
                <c:pt idx="915">
                  <c:v>71.457297999999994</c:v>
                </c:pt>
                <c:pt idx="916">
                  <c:v>71.631546</c:v>
                </c:pt>
                <c:pt idx="917">
                  <c:v>71.761100999999996</c:v>
                </c:pt>
                <c:pt idx="918">
                  <c:v>71.812056999999996</c:v>
                </c:pt>
                <c:pt idx="919">
                  <c:v>71.808006000000006</c:v>
                </c:pt>
                <c:pt idx="920">
                  <c:v>71.802291999999994</c:v>
                </c:pt>
                <c:pt idx="921">
                  <c:v>71.787391999999997</c:v>
                </c:pt>
                <c:pt idx="922">
                  <c:v>71.80471</c:v>
                </c:pt>
                <c:pt idx="923">
                  <c:v>71.757064999999997</c:v>
                </c:pt>
                <c:pt idx="924">
                  <c:v>71.641189999999995</c:v>
                </c:pt>
                <c:pt idx="925">
                  <c:v>71.603240999999997</c:v>
                </c:pt>
                <c:pt idx="926">
                  <c:v>71.595168999999999</c:v>
                </c:pt>
                <c:pt idx="927">
                  <c:v>71.548278999999994</c:v>
                </c:pt>
                <c:pt idx="928">
                  <c:v>71.439132999999998</c:v>
                </c:pt>
                <c:pt idx="929">
                  <c:v>71.223679000000004</c:v>
                </c:pt>
                <c:pt idx="930">
                  <c:v>70.966774000000001</c:v>
                </c:pt>
                <c:pt idx="931">
                  <c:v>70.774460000000005</c:v>
                </c:pt>
                <c:pt idx="932">
                  <c:v>70.591553000000005</c:v>
                </c:pt>
                <c:pt idx="933">
                  <c:v>70.382537999999997</c:v>
                </c:pt>
                <c:pt idx="934">
                  <c:v>70.234566000000001</c:v>
                </c:pt>
                <c:pt idx="935">
                  <c:v>70.099266</c:v>
                </c:pt>
                <c:pt idx="936">
                  <c:v>69.962418</c:v>
                </c:pt>
                <c:pt idx="937">
                  <c:v>69.835373000000004</c:v>
                </c:pt>
                <c:pt idx="938">
                  <c:v>69.765915000000007</c:v>
                </c:pt>
                <c:pt idx="939">
                  <c:v>69.762825000000007</c:v>
                </c:pt>
                <c:pt idx="940">
                  <c:v>69.675156000000001</c:v>
                </c:pt>
                <c:pt idx="941">
                  <c:v>69.550797000000003</c:v>
                </c:pt>
                <c:pt idx="942">
                  <c:v>69.437659999999994</c:v>
                </c:pt>
                <c:pt idx="943">
                  <c:v>69.402327999999997</c:v>
                </c:pt>
                <c:pt idx="944">
                  <c:v>69.474045000000004</c:v>
                </c:pt>
                <c:pt idx="945">
                  <c:v>69.611801</c:v>
                </c:pt>
                <c:pt idx="946">
                  <c:v>69.880424000000005</c:v>
                </c:pt>
                <c:pt idx="947">
                  <c:v>70.195442</c:v>
                </c:pt>
                <c:pt idx="948">
                  <c:v>70.410583000000003</c:v>
                </c:pt>
                <c:pt idx="949">
                  <c:v>70.478301999999999</c:v>
                </c:pt>
                <c:pt idx="950">
                  <c:v>70.377167</c:v>
                </c:pt>
                <c:pt idx="951">
                  <c:v>70.242569000000003</c:v>
                </c:pt>
                <c:pt idx="952">
                  <c:v>70.016768999999996</c:v>
                </c:pt>
                <c:pt idx="953">
                  <c:v>69.696335000000005</c:v>
                </c:pt>
                <c:pt idx="954">
                  <c:v>69.363060000000004</c:v>
                </c:pt>
                <c:pt idx="955">
                  <c:v>69.092934</c:v>
                </c:pt>
                <c:pt idx="956">
                  <c:v>68.891754000000006</c:v>
                </c:pt>
                <c:pt idx="957">
                  <c:v>68.864684999999994</c:v>
                </c:pt>
                <c:pt idx="958">
                  <c:v>68.934844999999996</c:v>
                </c:pt>
                <c:pt idx="959">
                  <c:v>69.044785000000005</c:v>
                </c:pt>
                <c:pt idx="960">
                  <c:v>69.156799000000007</c:v>
                </c:pt>
                <c:pt idx="961">
                  <c:v>69.195594999999997</c:v>
                </c:pt>
                <c:pt idx="962">
                  <c:v>69.119827000000001</c:v>
                </c:pt>
                <c:pt idx="963">
                  <c:v>68.940155000000004</c:v>
                </c:pt>
                <c:pt idx="964">
                  <c:v>68.782173</c:v>
                </c:pt>
                <c:pt idx="965">
                  <c:v>68.805374</c:v>
                </c:pt>
                <c:pt idx="966">
                  <c:v>68.906386999999995</c:v>
                </c:pt>
                <c:pt idx="967">
                  <c:v>68.935089000000005</c:v>
                </c:pt>
                <c:pt idx="968">
                  <c:v>68.835548000000003</c:v>
                </c:pt>
                <c:pt idx="969">
                  <c:v>68.587615999999997</c:v>
                </c:pt>
                <c:pt idx="970">
                  <c:v>68.300644000000005</c:v>
                </c:pt>
                <c:pt idx="971">
                  <c:v>68.020752000000002</c:v>
                </c:pt>
                <c:pt idx="972">
                  <c:v>67.838982000000001</c:v>
                </c:pt>
                <c:pt idx="973">
                  <c:v>67.758422999999993</c:v>
                </c:pt>
                <c:pt idx="974">
                  <c:v>67.717872999999997</c:v>
                </c:pt>
                <c:pt idx="975">
                  <c:v>67.519645999999995</c:v>
                </c:pt>
                <c:pt idx="976">
                  <c:v>67.378844999999998</c:v>
                </c:pt>
                <c:pt idx="977">
                  <c:v>67.455521000000005</c:v>
                </c:pt>
                <c:pt idx="978">
                  <c:v>67.488975999999994</c:v>
                </c:pt>
                <c:pt idx="979">
                  <c:v>67.387314000000003</c:v>
                </c:pt>
                <c:pt idx="980">
                  <c:v>67.227440000000001</c:v>
                </c:pt>
                <c:pt idx="981">
                  <c:v>67.000045999999998</c:v>
                </c:pt>
                <c:pt idx="982">
                  <c:v>66.818152999999995</c:v>
                </c:pt>
                <c:pt idx="983">
                  <c:v>66.765090999999998</c:v>
                </c:pt>
                <c:pt idx="984">
                  <c:v>66.537543999999997</c:v>
                </c:pt>
                <c:pt idx="985">
                  <c:v>66.204239000000001</c:v>
                </c:pt>
                <c:pt idx="986">
                  <c:v>65.842354</c:v>
                </c:pt>
                <c:pt idx="987">
                  <c:v>65.684837000000002</c:v>
                </c:pt>
                <c:pt idx="988">
                  <c:v>65.716369999999998</c:v>
                </c:pt>
                <c:pt idx="989">
                  <c:v>65.674637000000004</c:v>
                </c:pt>
                <c:pt idx="990">
                  <c:v>65.428955000000002</c:v>
                </c:pt>
                <c:pt idx="991">
                  <c:v>65.120200999999994</c:v>
                </c:pt>
                <c:pt idx="992">
                  <c:v>64.863335000000006</c:v>
                </c:pt>
                <c:pt idx="993">
                  <c:v>64.823738000000006</c:v>
                </c:pt>
                <c:pt idx="994">
                  <c:v>65.006186999999997</c:v>
                </c:pt>
                <c:pt idx="995">
                  <c:v>65.206505000000007</c:v>
                </c:pt>
                <c:pt idx="996">
                  <c:v>65.362549000000001</c:v>
                </c:pt>
                <c:pt idx="997">
                  <c:v>65.298141000000001</c:v>
                </c:pt>
                <c:pt idx="998">
                  <c:v>65.026786999999999</c:v>
                </c:pt>
                <c:pt idx="999">
                  <c:v>64.841178999999997</c:v>
                </c:pt>
                <c:pt idx="1000">
                  <c:v>64.697165999999996</c:v>
                </c:pt>
                <c:pt idx="1001">
                  <c:v>64.618155999999999</c:v>
                </c:pt>
                <c:pt idx="1002">
                  <c:v>64.527016000000003</c:v>
                </c:pt>
                <c:pt idx="1003">
                  <c:v>64.334900000000005</c:v>
                </c:pt>
                <c:pt idx="1004">
                  <c:v>64.077477000000002</c:v>
                </c:pt>
                <c:pt idx="1005">
                  <c:v>63.953837999999998</c:v>
                </c:pt>
                <c:pt idx="1006">
                  <c:v>64.069237000000001</c:v>
                </c:pt>
                <c:pt idx="1007">
                  <c:v>64.382935000000003</c:v>
                </c:pt>
                <c:pt idx="1008">
                  <c:v>64.705605000000006</c:v>
                </c:pt>
                <c:pt idx="1009">
                  <c:v>64.949569999999994</c:v>
                </c:pt>
                <c:pt idx="1010">
                  <c:v>65.138474000000002</c:v>
                </c:pt>
                <c:pt idx="1011">
                  <c:v>65.276352000000003</c:v>
                </c:pt>
                <c:pt idx="1012">
                  <c:v>65.383003000000002</c:v>
                </c:pt>
                <c:pt idx="1013">
                  <c:v>65.515579000000002</c:v>
                </c:pt>
                <c:pt idx="1014">
                  <c:v>65.586617000000004</c:v>
                </c:pt>
                <c:pt idx="1015">
                  <c:v>65.589493000000004</c:v>
                </c:pt>
                <c:pt idx="1016">
                  <c:v>65.402091999999996</c:v>
                </c:pt>
                <c:pt idx="1017">
                  <c:v>65.091194000000002</c:v>
                </c:pt>
                <c:pt idx="1018">
                  <c:v>64.873801999999998</c:v>
                </c:pt>
                <c:pt idx="1019">
                  <c:v>64.789458999999994</c:v>
                </c:pt>
                <c:pt idx="1020">
                  <c:v>64.695044999999993</c:v>
                </c:pt>
                <c:pt idx="1021">
                  <c:v>64.469657999999995</c:v>
                </c:pt>
                <c:pt idx="1022">
                  <c:v>64.212112000000005</c:v>
                </c:pt>
                <c:pt idx="1023">
                  <c:v>63.934147000000003</c:v>
                </c:pt>
                <c:pt idx="1024">
                  <c:v>63.548560999999999</c:v>
                </c:pt>
                <c:pt idx="1025">
                  <c:v>63.253880000000002</c:v>
                </c:pt>
                <c:pt idx="1026">
                  <c:v>63.127121000000002</c:v>
                </c:pt>
                <c:pt idx="1027">
                  <c:v>63.068783000000003</c:v>
                </c:pt>
                <c:pt idx="1028">
                  <c:v>63.008265999999999</c:v>
                </c:pt>
                <c:pt idx="1029">
                  <c:v>62.996613000000004</c:v>
                </c:pt>
                <c:pt idx="1030">
                  <c:v>63.046188000000001</c:v>
                </c:pt>
                <c:pt idx="1031">
                  <c:v>63.082832000000003</c:v>
                </c:pt>
                <c:pt idx="1032">
                  <c:v>63.076324</c:v>
                </c:pt>
                <c:pt idx="1033">
                  <c:v>63.074570000000001</c:v>
                </c:pt>
                <c:pt idx="1034">
                  <c:v>63.134166999999998</c:v>
                </c:pt>
                <c:pt idx="1035">
                  <c:v>63.213676</c:v>
                </c:pt>
                <c:pt idx="1036">
                  <c:v>63.225540000000002</c:v>
                </c:pt>
                <c:pt idx="1037">
                  <c:v>63.103062000000001</c:v>
                </c:pt>
                <c:pt idx="1038">
                  <c:v>63.034916000000003</c:v>
                </c:pt>
                <c:pt idx="1039">
                  <c:v>62.998542999999998</c:v>
                </c:pt>
                <c:pt idx="1040">
                  <c:v>62.927422</c:v>
                </c:pt>
                <c:pt idx="1041">
                  <c:v>62.878895</c:v>
                </c:pt>
                <c:pt idx="1042">
                  <c:v>62.898983000000001</c:v>
                </c:pt>
                <c:pt idx="1043">
                  <c:v>62.944366000000002</c:v>
                </c:pt>
                <c:pt idx="1044">
                  <c:v>62.996932999999999</c:v>
                </c:pt>
                <c:pt idx="1045">
                  <c:v>62.963543000000001</c:v>
                </c:pt>
                <c:pt idx="1046">
                  <c:v>62.868561</c:v>
                </c:pt>
                <c:pt idx="1047">
                  <c:v>62.799858</c:v>
                </c:pt>
                <c:pt idx="1048">
                  <c:v>62.775962999999997</c:v>
                </c:pt>
                <c:pt idx="1049">
                  <c:v>62.788012999999999</c:v>
                </c:pt>
                <c:pt idx="1050">
                  <c:v>62.792808999999998</c:v>
                </c:pt>
                <c:pt idx="1051">
                  <c:v>62.759041000000003</c:v>
                </c:pt>
                <c:pt idx="1052">
                  <c:v>62.744621000000002</c:v>
                </c:pt>
                <c:pt idx="1053">
                  <c:v>62.818928</c:v>
                </c:pt>
                <c:pt idx="1054">
                  <c:v>62.919761999999999</c:v>
                </c:pt>
                <c:pt idx="1055">
                  <c:v>62.990622999999999</c:v>
                </c:pt>
                <c:pt idx="1056">
                  <c:v>63.056365999999997</c:v>
                </c:pt>
                <c:pt idx="1057">
                  <c:v>63.087994000000002</c:v>
                </c:pt>
                <c:pt idx="1058">
                  <c:v>63.058059999999998</c:v>
                </c:pt>
                <c:pt idx="1059">
                  <c:v>63.023384</c:v>
                </c:pt>
                <c:pt idx="1060">
                  <c:v>63.035282000000002</c:v>
                </c:pt>
                <c:pt idx="1061">
                  <c:v>63.105919</c:v>
                </c:pt>
                <c:pt idx="1062">
                  <c:v>63.229846999999999</c:v>
                </c:pt>
                <c:pt idx="1063">
                  <c:v>63.358100999999998</c:v>
                </c:pt>
                <c:pt idx="1064">
                  <c:v>63.507351</c:v>
                </c:pt>
                <c:pt idx="1065">
                  <c:v>63.671512999999997</c:v>
                </c:pt>
                <c:pt idx="1066">
                  <c:v>63.813544999999998</c:v>
                </c:pt>
                <c:pt idx="1067">
                  <c:v>63.908161</c:v>
                </c:pt>
                <c:pt idx="1068">
                  <c:v>63.996696</c:v>
                </c:pt>
                <c:pt idx="1069">
                  <c:v>64.053748999999996</c:v>
                </c:pt>
                <c:pt idx="1070">
                  <c:v>64.045517000000004</c:v>
                </c:pt>
                <c:pt idx="1071">
                  <c:v>63.939182000000002</c:v>
                </c:pt>
                <c:pt idx="1072">
                  <c:v>63.844276000000001</c:v>
                </c:pt>
                <c:pt idx="1073">
                  <c:v>63.726031999999996</c:v>
                </c:pt>
                <c:pt idx="1074">
                  <c:v>63.614834000000002</c:v>
                </c:pt>
                <c:pt idx="1075">
                  <c:v>63.542717000000003</c:v>
                </c:pt>
                <c:pt idx="1076">
                  <c:v>63.454315000000001</c:v>
                </c:pt>
                <c:pt idx="1077">
                  <c:v>63.316958999999997</c:v>
                </c:pt>
                <c:pt idx="1078">
                  <c:v>63.194611000000002</c:v>
                </c:pt>
                <c:pt idx="1079">
                  <c:v>63.153587000000002</c:v>
                </c:pt>
                <c:pt idx="1080">
                  <c:v>63.192909</c:v>
                </c:pt>
                <c:pt idx="1081">
                  <c:v>63.286743000000001</c:v>
                </c:pt>
                <c:pt idx="1082">
                  <c:v>63.477901000000003</c:v>
                </c:pt>
                <c:pt idx="1083">
                  <c:v>63.661087000000002</c:v>
                </c:pt>
                <c:pt idx="1084">
                  <c:v>63.836570999999999</c:v>
                </c:pt>
                <c:pt idx="1085">
                  <c:v>64.040253000000007</c:v>
                </c:pt>
                <c:pt idx="1086">
                  <c:v>64.214706000000007</c:v>
                </c:pt>
                <c:pt idx="1087">
                  <c:v>64.331642000000002</c:v>
                </c:pt>
                <c:pt idx="1088">
                  <c:v>64.374572999999998</c:v>
                </c:pt>
                <c:pt idx="1089">
                  <c:v>64.427856000000006</c:v>
                </c:pt>
                <c:pt idx="1090">
                  <c:v>64.446395999999993</c:v>
                </c:pt>
                <c:pt idx="1091">
                  <c:v>64.399451999999997</c:v>
                </c:pt>
                <c:pt idx="1092">
                  <c:v>64.354088000000004</c:v>
                </c:pt>
                <c:pt idx="1093">
                  <c:v>64.296409999999995</c:v>
                </c:pt>
                <c:pt idx="1094">
                  <c:v>64.272246999999993</c:v>
                </c:pt>
                <c:pt idx="1095">
                  <c:v>64.338036000000002</c:v>
                </c:pt>
                <c:pt idx="1096">
                  <c:v>64.441879</c:v>
                </c:pt>
                <c:pt idx="1097">
                  <c:v>64.452278000000007</c:v>
                </c:pt>
                <c:pt idx="1098">
                  <c:v>64.435760000000002</c:v>
                </c:pt>
                <c:pt idx="1099">
                  <c:v>64.464843999999999</c:v>
                </c:pt>
                <c:pt idx="1100">
                  <c:v>64.529594000000003</c:v>
                </c:pt>
                <c:pt idx="1101">
                  <c:v>64.587097</c:v>
                </c:pt>
                <c:pt idx="1102">
                  <c:v>64.490478999999993</c:v>
                </c:pt>
                <c:pt idx="1103">
                  <c:v>64.213226000000006</c:v>
                </c:pt>
                <c:pt idx="1104">
                  <c:v>63.962395000000001</c:v>
                </c:pt>
                <c:pt idx="1105">
                  <c:v>63.777678999999999</c:v>
                </c:pt>
                <c:pt idx="1106">
                  <c:v>63.672054000000003</c:v>
                </c:pt>
                <c:pt idx="1107">
                  <c:v>63.663246000000001</c:v>
                </c:pt>
                <c:pt idx="1108">
                  <c:v>63.764052999999997</c:v>
                </c:pt>
                <c:pt idx="1109">
                  <c:v>63.935890000000001</c:v>
                </c:pt>
                <c:pt idx="1110">
                  <c:v>64.070992000000004</c:v>
                </c:pt>
                <c:pt idx="1111">
                  <c:v>64.206635000000006</c:v>
                </c:pt>
                <c:pt idx="1112">
                  <c:v>64.339652999999998</c:v>
                </c:pt>
                <c:pt idx="1113">
                  <c:v>64.385384000000002</c:v>
                </c:pt>
                <c:pt idx="1114">
                  <c:v>64.395172000000002</c:v>
                </c:pt>
                <c:pt idx="1115">
                  <c:v>64.482185000000001</c:v>
                </c:pt>
                <c:pt idx="1116">
                  <c:v>64.620688999999999</c:v>
                </c:pt>
                <c:pt idx="1117">
                  <c:v>64.683327000000006</c:v>
                </c:pt>
                <c:pt idx="1118">
                  <c:v>64.562911999999997</c:v>
                </c:pt>
                <c:pt idx="1119">
                  <c:v>64.526970000000006</c:v>
                </c:pt>
                <c:pt idx="1120">
                  <c:v>64.614654999999999</c:v>
                </c:pt>
                <c:pt idx="1121">
                  <c:v>64.593261999999996</c:v>
                </c:pt>
                <c:pt idx="1122">
                  <c:v>64.588654000000005</c:v>
                </c:pt>
                <c:pt idx="1123">
                  <c:v>64.555633999999998</c:v>
                </c:pt>
                <c:pt idx="1124">
                  <c:v>64.434143000000006</c:v>
                </c:pt>
                <c:pt idx="1125">
                  <c:v>64.318047000000007</c:v>
                </c:pt>
                <c:pt idx="1126">
                  <c:v>64.337401999999997</c:v>
                </c:pt>
                <c:pt idx="1127">
                  <c:v>64.354561000000004</c:v>
                </c:pt>
                <c:pt idx="1128">
                  <c:v>64.356071</c:v>
                </c:pt>
                <c:pt idx="1129">
                  <c:v>64.344077999999996</c:v>
                </c:pt>
                <c:pt idx="1130">
                  <c:v>64.301033000000004</c:v>
                </c:pt>
                <c:pt idx="1131">
                  <c:v>64.252067999999994</c:v>
                </c:pt>
                <c:pt idx="1132">
                  <c:v>64.220825000000005</c:v>
                </c:pt>
                <c:pt idx="1133">
                  <c:v>64.199959000000007</c:v>
                </c:pt>
                <c:pt idx="1134">
                  <c:v>64.270645000000002</c:v>
                </c:pt>
                <c:pt idx="1135">
                  <c:v>64.401259999999994</c:v>
                </c:pt>
                <c:pt idx="1136">
                  <c:v>64.494568000000001</c:v>
                </c:pt>
                <c:pt idx="1137">
                  <c:v>64.550849999999997</c:v>
                </c:pt>
                <c:pt idx="1138">
                  <c:v>64.598686000000001</c:v>
                </c:pt>
                <c:pt idx="1139">
                  <c:v>64.659606999999994</c:v>
                </c:pt>
                <c:pt idx="1140">
                  <c:v>64.710944999999995</c:v>
                </c:pt>
                <c:pt idx="1141">
                  <c:v>64.723327999999995</c:v>
                </c:pt>
                <c:pt idx="1142">
                  <c:v>64.718566999999993</c:v>
                </c:pt>
                <c:pt idx="1143">
                  <c:v>64.691085999999999</c:v>
                </c:pt>
                <c:pt idx="1144">
                  <c:v>64.670387000000005</c:v>
                </c:pt>
                <c:pt idx="1145">
                  <c:v>64.648582000000005</c:v>
                </c:pt>
                <c:pt idx="1146">
                  <c:v>64.622512999999998</c:v>
                </c:pt>
                <c:pt idx="1147">
                  <c:v>64.528084000000007</c:v>
                </c:pt>
                <c:pt idx="1148">
                  <c:v>64.381125999999995</c:v>
                </c:pt>
                <c:pt idx="1149">
                  <c:v>64.300110000000004</c:v>
                </c:pt>
                <c:pt idx="1150">
                  <c:v>64.289421000000004</c:v>
                </c:pt>
                <c:pt idx="1151">
                  <c:v>64.394783000000004</c:v>
                </c:pt>
                <c:pt idx="1152">
                  <c:v>64.639183000000003</c:v>
                </c:pt>
                <c:pt idx="1153">
                  <c:v>64.987769999999998</c:v>
                </c:pt>
                <c:pt idx="1154">
                  <c:v>65.329155</c:v>
                </c:pt>
                <c:pt idx="1155">
                  <c:v>65.679665</c:v>
                </c:pt>
                <c:pt idx="1156">
                  <c:v>66.069541999999998</c:v>
                </c:pt>
                <c:pt idx="1157">
                  <c:v>66.490898000000001</c:v>
                </c:pt>
                <c:pt idx="1158">
                  <c:v>66.905242999999999</c:v>
                </c:pt>
                <c:pt idx="1159">
                  <c:v>67.339843999999999</c:v>
                </c:pt>
                <c:pt idx="1160">
                  <c:v>67.765777999999997</c:v>
                </c:pt>
                <c:pt idx="1161">
                  <c:v>68.236869999999996</c:v>
                </c:pt>
                <c:pt idx="1162">
                  <c:v>68.714873999999995</c:v>
                </c:pt>
                <c:pt idx="1163">
                  <c:v>69.191978000000006</c:v>
                </c:pt>
                <c:pt idx="1164">
                  <c:v>69.714889999999997</c:v>
                </c:pt>
                <c:pt idx="1165">
                  <c:v>70.217635999999999</c:v>
                </c:pt>
                <c:pt idx="1166">
                  <c:v>70.683532999999997</c:v>
                </c:pt>
                <c:pt idx="1167">
                  <c:v>71.106139999999996</c:v>
                </c:pt>
                <c:pt idx="1168">
                  <c:v>71.463042999999999</c:v>
                </c:pt>
                <c:pt idx="1169">
                  <c:v>71.837684999999993</c:v>
                </c:pt>
                <c:pt idx="1170">
                  <c:v>72.210776999999993</c:v>
                </c:pt>
                <c:pt idx="1171">
                  <c:v>72.546417000000005</c:v>
                </c:pt>
                <c:pt idx="1172">
                  <c:v>72.910201999999998</c:v>
                </c:pt>
                <c:pt idx="1173">
                  <c:v>73.170440999999997</c:v>
                </c:pt>
                <c:pt idx="1174">
                  <c:v>73.685478000000003</c:v>
                </c:pt>
                <c:pt idx="1175">
                  <c:v>74.108001999999999</c:v>
                </c:pt>
                <c:pt idx="1176">
                  <c:v>74.484054999999998</c:v>
                </c:pt>
                <c:pt idx="1177">
                  <c:v>74.882148999999998</c:v>
                </c:pt>
                <c:pt idx="1178">
                  <c:v>75.300117</c:v>
                </c:pt>
                <c:pt idx="1179">
                  <c:v>75.768851999999995</c:v>
                </c:pt>
                <c:pt idx="1180">
                  <c:v>76.214516000000003</c:v>
                </c:pt>
                <c:pt idx="1181">
                  <c:v>76.578957000000003</c:v>
                </c:pt>
                <c:pt idx="1182">
                  <c:v>76.826279</c:v>
                </c:pt>
                <c:pt idx="1183">
                  <c:v>76.945457000000005</c:v>
                </c:pt>
                <c:pt idx="1184">
                  <c:v>77.016006000000004</c:v>
                </c:pt>
                <c:pt idx="1185">
                  <c:v>77.115600999999998</c:v>
                </c:pt>
                <c:pt idx="1186">
                  <c:v>77.309357000000006</c:v>
                </c:pt>
                <c:pt idx="1187">
                  <c:v>77.542297000000005</c:v>
                </c:pt>
                <c:pt idx="1188">
                  <c:v>77.734183999999999</c:v>
                </c:pt>
                <c:pt idx="1189">
                  <c:v>77.776291000000001</c:v>
                </c:pt>
                <c:pt idx="1190">
                  <c:v>77.601448000000005</c:v>
                </c:pt>
                <c:pt idx="1191">
                  <c:v>77.252350000000007</c:v>
                </c:pt>
                <c:pt idx="1192">
                  <c:v>77.097877999999994</c:v>
                </c:pt>
                <c:pt idx="1193">
                  <c:v>77.035599000000005</c:v>
                </c:pt>
                <c:pt idx="1194">
                  <c:v>77.020095999999995</c:v>
                </c:pt>
                <c:pt idx="1195">
                  <c:v>77.031600999999995</c:v>
                </c:pt>
                <c:pt idx="1196">
                  <c:v>77.066413999999995</c:v>
                </c:pt>
                <c:pt idx="1197">
                  <c:v>77.148894999999996</c:v>
                </c:pt>
                <c:pt idx="1198">
                  <c:v>77.307784999999996</c:v>
                </c:pt>
                <c:pt idx="1199">
                  <c:v>77.499786</c:v>
                </c:pt>
                <c:pt idx="1200">
                  <c:v>77.666579999999996</c:v>
                </c:pt>
                <c:pt idx="1201">
                  <c:v>77.749458000000004</c:v>
                </c:pt>
                <c:pt idx="1202">
                  <c:v>77.781768999999997</c:v>
                </c:pt>
                <c:pt idx="1203">
                  <c:v>77.821892000000005</c:v>
                </c:pt>
                <c:pt idx="1204">
                  <c:v>77.856987000000004</c:v>
                </c:pt>
                <c:pt idx="1205">
                  <c:v>77.799805000000006</c:v>
                </c:pt>
                <c:pt idx="1206">
                  <c:v>77.629195999999993</c:v>
                </c:pt>
                <c:pt idx="1207">
                  <c:v>77.417418999999995</c:v>
                </c:pt>
                <c:pt idx="1208">
                  <c:v>77.357367999999994</c:v>
                </c:pt>
                <c:pt idx="1209">
                  <c:v>77.310196000000005</c:v>
                </c:pt>
                <c:pt idx="1210">
                  <c:v>77.313393000000005</c:v>
                </c:pt>
                <c:pt idx="1211">
                  <c:v>77.342308000000003</c:v>
                </c:pt>
                <c:pt idx="1212">
                  <c:v>77.418655000000001</c:v>
                </c:pt>
                <c:pt idx="1213">
                  <c:v>77.546272000000002</c:v>
                </c:pt>
                <c:pt idx="1214">
                  <c:v>77.636566000000002</c:v>
                </c:pt>
                <c:pt idx="1215">
                  <c:v>77.694237000000001</c:v>
                </c:pt>
                <c:pt idx="1216">
                  <c:v>77.692611999999997</c:v>
                </c:pt>
                <c:pt idx="1217">
                  <c:v>77.666495999999995</c:v>
                </c:pt>
                <c:pt idx="1218">
                  <c:v>77.609725999999995</c:v>
                </c:pt>
                <c:pt idx="1219">
                  <c:v>77.534987999999998</c:v>
                </c:pt>
                <c:pt idx="1220">
                  <c:v>77.472365999999994</c:v>
                </c:pt>
                <c:pt idx="1221">
                  <c:v>77.436012000000005</c:v>
                </c:pt>
                <c:pt idx="1222">
                  <c:v>77.408066000000005</c:v>
                </c:pt>
                <c:pt idx="1223">
                  <c:v>77.348129</c:v>
                </c:pt>
                <c:pt idx="1224">
                  <c:v>77.321808000000004</c:v>
                </c:pt>
                <c:pt idx="1225">
                  <c:v>77.349509999999995</c:v>
                </c:pt>
                <c:pt idx="1226">
                  <c:v>77.363006999999996</c:v>
                </c:pt>
                <c:pt idx="1227">
                  <c:v>77.432830999999993</c:v>
                </c:pt>
                <c:pt idx="1228">
                  <c:v>77.599189999999993</c:v>
                </c:pt>
                <c:pt idx="1229">
                  <c:v>77.792595000000006</c:v>
                </c:pt>
                <c:pt idx="1230">
                  <c:v>78.072044000000005</c:v>
                </c:pt>
                <c:pt idx="1231">
                  <c:v>78.421927999999994</c:v>
                </c:pt>
                <c:pt idx="1232">
                  <c:v>78.741530999999995</c:v>
                </c:pt>
                <c:pt idx="1233">
                  <c:v>79.060226</c:v>
                </c:pt>
                <c:pt idx="1234">
                  <c:v>79.335257999999996</c:v>
                </c:pt>
                <c:pt idx="1235">
                  <c:v>79.577866</c:v>
                </c:pt>
                <c:pt idx="1236">
                  <c:v>79.841125000000005</c:v>
                </c:pt>
                <c:pt idx="1237">
                  <c:v>80.046120000000002</c:v>
                </c:pt>
                <c:pt idx="1238">
                  <c:v>80.191292000000004</c:v>
                </c:pt>
                <c:pt idx="1239">
                  <c:v>80.364410000000007</c:v>
                </c:pt>
                <c:pt idx="1240">
                  <c:v>80.530128000000005</c:v>
                </c:pt>
                <c:pt idx="1241">
                  <c:v>80.611107000000004</c:v>
                </c:pt>
                <c:pt idx="1242">
                  <c:v>80.660454000000001</c:v>
                </c:pt>
                <c:pt idx="1243">
                  <c:v>80.764740000000003</c:v>
                </c:pt>
                <c:pt idx="1244">
                  <c:v>80.972328000000005</c:v>
                </c:pt>
                <c:pt idx="1245">
                  <c:v>81.194976999999994</c:v>
                </c:pt>
                <c:pt idx="1246">
                  <c:v>81.266220000000004</c:v>
                </c:pt>
                <c:pt idx="1247">
                  <c:v>81.285338999999993</c:v>
                </c:pt>
                <c:pt idx="1248">
                  <c:v>81.367615000000001</c:v>
                </c:pt>
                <c:pt idx="1249">
                  <c:v>81.508751000000004</c:v>
                </c:pt>
                <c:pt idx="1250">
                  <c:v>81.584739999999996</c:v>
                </c:pt>
                <c:pt idx="1251">
                  <c:v>81.650741999999994</c:v>
                </c:pt>
                <c:pt idx="1252">
                  <c:v>81.693359000000001</c:v>
                </c:pt>
                <c:pt idx="1253">
                  <c:v>81.735991999999996</c:v>
                </c:pt>
                <c:pt idx="1254">
                  <c:v>81.802559000000002</c:v>
                </c:pt>
                <c:pt idx="1255">
                  <c:v>81.979782</c:v>
                </c:pt>
                <c:pt idx="1256">
                  <c:v>82.093857</c:v>
                </c:pt>
                <c:pt idx="1257">
                  <c:v>82.132087999999996</c:v>
                </c:pt>
                <c:pt idx="1258">
                  <c:v>82.334343000000004</c:v>
                </c:pt>
                <c:pt idx="1259">
                  <c:v>82.572601000000006</c:v>
                </c:pt>
                <c:pt idx="1260">
                  <c:v>82.652953999999994</c:v>
                </c:pt>
                <c:pt idx="1261">
                  <c:v>82.710776999999993</c:v>
                </c:pt>
                <c:pt idx="1262">
                  <c:v>82.755615000000006</c:v>
                </c:pt>
                <c:pt idx="1263">
                  <c:v>82.862610000000004</c:v>
                </c:pt>
                <c:pt idx="1264">
                  <c:v>83.097397000000001</c:v>
                </c:pt>
                <c:pt idx="1265">
                  <c:v>83.262542999999994</c:v>
                </c:pt>
                <c:pt idx="1266">
                  <c:v>82.761475000000004</c:v>
                </c:pt>
                <c:pt idx="1267">
                  <c:v>82.266930000000002</c:v>
                </c:pt>
                <c:pt idx="1268">
                  <c:v>82.168662999999995</c:v>
                </c:pt>
                <c:pt idx="1269">
                  <c:v>82.267273000000003</c:v>
                </c:pt>
                <c:pt idx="1270">
                  <c:v>82.389702</c:v>
                </c:pt>
                <c:pt idx="1271">
                  <c:v>82.448929000000007</c:v>
                </c:pt>
                <c:pt idx="1272">
                  <c:v>82.525756999999999</c:v>
                </c:pt>
                <c:pt idx="1273">
                  <c:v>82.640388000000002</c:v>
                </c:pt>
                <c:pt idx="1274">
                  <c:v>82.770660000000007</c:v>
                </c:pt>
                <c:pt idx="1275">
                  <c:v>83.279404</c:v>
                </c:pt>
                <c:pt idx="1276">
                  <c:v>84.915694999999999</c:v>
                </c:pt>
                <c:pt idx="1277">
                  <c:v>86.202972000000003</c:v>
                </c:pt>
                <c:pt idx="1278">
                  <c:v>86.417252000000005</c:v>
                </c:pt>
                <c:pt idx="1279">
                  <c:v>86.337715000000003</c:v>
                </c:pt>
                <c:pt idx="1280">
                  <c:v>86.165565000000001</c:v>
                </c:pt>
                <c:pt idx="1281">
                  <c:v>86.029503000000005</c:v>
                </c:pt>
                <c:pt idx="1282">
                  <c:v>85.860366999999997</c:v>
                </c:pt>
                <c:pt idx="1283">
                  <c:v>85.673523000000003</c:v>
                </c:pt>
                <c:pt idx="1284">
                  <c:v>85.477660999999998</c:v>
                </c:pt>
                <c:pt idx="1285">
                  <c:v>85.273231999999993</c:v>
                </c:pt>
                <c:pt idx="1286">
                  <c:v>85.075462000000002</c:v>
                </c:pt>
                <c:pt idx="1287">
                  <c:v>84.917098999999993</c:v>
                </c:pt>
                <c:pt idx="1288">
                  <c:v>84.800315999999995</c:v>
                </c:pt>
                <c:pt idx="1289">
                  <c:v>84.709479999999999</c:v>
                </c:pt>
                <c:pt idx="1290">
                  <c:v>84.605628999999993</c:v>
                </c:pt>
                <c:pt idx="1291">
                  <c:v>84.515754999999999</c:v>
                </c:pt>
                <c:pt idx="1292">
                  <c:v>84.468474999999998</c:v>
                </c:pt>
                <c:pt idx="1293">
                  <c:v>84.471016000000006</c:v>
                </c:pt>
                <c:pt idx="1294">
                  <c:v>84.411857999999995</c:v>
                </c:pt>
                <c:pt idx="1295">
                  <c:v>84.302077999999995</c:v>
                </c:pt>
                <c:pt idx="1296">
                  <c:v>84.334739999999996</c:v>
                </c:pt>
                <c:pt idx="1297">
                  <c:v>84.478927999999996</c:v>
                </c:pt>
                <c:pt idx="1298">
                  <c:v>84.585235999999995</c:v>
                </c:pt>
                <c:pt idx="1299">
                  <c:v>84.606621000000004</c:v>
                </c:pt>
                <c:pt idx="1300">
                  <c:v>84.556404000000001</c:v>
                </c:pt>
                <c:pt idx="1301">
                  <c:v>84.511009000000001</c:v>
                </c:pt>
                <c:pt idx="1302">
                  <c:v>84.450515999999993</c:v>
                </c:pt>
                <c:pt idx="1303">
                  <c:v>84.369529999999997</c:v>
                </c:pt>
                <c:pt idx="1304">
                  <c:v>84.273178000000001</c:v>
                </c:pt>
                <c:pt idx="1305">
                  <c:v>84.168991000000005</c:v>
                </c:pt>
                <c:pt idx="1306">
                  <c:v>84.126862000000003</c:v>
                </c:pt>
                <c:pt idx="1307">
                  <c:v>84.110518999999996</c:v>
                </c:pt>
                <c:pt idx="1308">
                  <c:v>84.145302000000001</c:v>
                </c:pt>
                <c:pt idx="1309">
                  <c:v>84.128563</c:v>
                </c:pt>
                <c:pt idx="1310">
                  <c:v>84.078743000000003</c:v>
                </c:pt>
                <c:pt idx="1311">
                  <c:v>84.052848999999995</c:v>
                </c:pt>
                <c:pt idx="1312">
                  <c:v>84.003051999999997</c:v>
                </c:pt>
                <c:pt idx="1313">
                  <c:v>83.924369999999996</c:v>
                </c:pt>
                <c:pt idx="1314">
                  <c:v>83.876510999999994</c:v>
                </c:pt>
                <c:pt idx="1315">
                  <c:v>83.863608999999997</c:v>
                </c:pt>
                <c:pt idx="1316">
                  <c:v>83.856612999999996</c:v>
                </c:pt>
                <c:pt idx="1317">
                  <c:v>83.857422</c:v>
                </c:pt>
                <c:pt idx="1318">
                  <c:v>83.891388000000006</c:v>
                </c:pt>
                <c:pt idx="1319">
                  <c:v>84.011107999999993</c:v>
                </c:pt>
                <c:pt idx="1320">
                  <c:v>84.202208999999996</c:v>
                </c:pt>
                <c:pt idx="1321">
                  <c:v>84.514197999999993</c:v>
                </c:pt>
                <c:pt idx="1322">
                  <c:v>84.819457999999997</c:v>
                </c:pt>
                <c:pt idx="1323">
                  <c:v>85.120452999999998</c:v>
                </c:pt>
                <c:pt idx="1324">
                  <c:v>85.467399999999998</c:v>
                </c:pt>
                <c:pt idx="1325">
                  <c:v>85.837356999999997</c:v>
                </c:pt>
                <c:pt idx="1326">
                  <c:v>86.148514000000006</c:v>
                </c:pt>
                <c:pt idx="1327">
                  <c:v>86.400063000000003</c:v>
                </c:pt>
                <c:pt idx="1328">
                  <c:v>86.631714000000002</c:v>
                </c:pt>
                <c:pt idx="1329">
                  <c:v>86.887352000000007</c:v>
                </c:pt>
                <c:pt idx="1330">
                  <c:v>87.057868999999997</c:v>
                </c:pt>
                <c:pt idx="1331">
                  <c:v>87.185799000000003</c:v>
                </c:pt>
                <c:pt idx="1332">
                  <c:v>87.384726999999998</c:v>
                </c:pt>
                <c:pt idx="1333">
                  <c:v>87.692573999999993</c:v>
                </c:pt>
                <c:pt idx="1334">
                  <c:v>88.020713999999998</c:v>
                </c:pt>
                <c:pt idx="1335">
                  <c:v>88.285622000000004</c:v>
                </c:pt>
                <c:pt idx="1336">
                  <c:v>88.523208999999994</c:v>
                </c:pt>
                <c:pt idx="1337">
                  <c:v>88.799155999999996</c:v>
                </c:pt>
                <c:pt idx="1338">
                  <c:v>89.121268999999998</c:v>
                </c:pt>
                <c:pt idx="1339">
                  <c:v>89.454177999999999</c:v>
                </c:pt>
                <c:pt idx="1340">
                  <c:v>89.848395999999994</c:v>
                </c:pt>
                <c:pt idx="1341">
                  <c:v>90.233810000000005</c:v>
                </c:pt>
                <c:pt idx="1342">
                  <c:v>90.580132000000006</c:v>
                </c:pt>
                <c:pt idx="1343">
                  <c:v>90.886077999999998</c:v>
                </c:pt>
                <c:pt idx="1344">
                  <c:v>91.226249999999993</c:v>
                </c:pt>
                <c:pt idx="1345">
                  <c:v>91.537689</c:v>
                </c:pt>
                <c:pt idx="1346">
                  <c:v>91.818366999999995</c:v>
                </c:pt>
                <c:pt idx="1347">
                  <c:v>92.170531999999994</c:v>
                </c:pt>
                <c:pt idx="1348">
                  <c:v>92.506209999999996</c:v>
                </c:pt>
                <c:pt idx="1349">
                  <c:v>92.760200999999995</c:v>
                </c:pt>
                <c:pt idx="1350">
                  <c:v>93.011505</c:v>
                </c:pt>
                <c:pt idx="1351">
                  <c:v>93.314209000000005</c:v>
                </c:pt>
                <c:pt idx="1352">
                  <c:v>93.608222999999995</c:v>
                </c:pt>
                <c:pt idx="1353">
                  <c:v>93.836112999999997</c:v>
                </c:pt>
                <c:pt idx="1354">
                  <c:v>94.052605</c:v>
                </c:pt>
                <c:pt idx="1355">
                  <c:v>94.242362999999997</c:v>
                </c:pt>
                <c:pt idx="1356">
                  <c:v>94.398132000000004</c:v>
                </c:pt>
                <c:pt idx="1357">
                  <c:v>94.583411999999996</c:v>
                </c:pt>
                <c:pt idx="1358">
                  <c:v>94.765686000000002</c:v>
                </c:pt>
                <c:pt idx="1359">
                  <c:v>94.858170000000001</c:v>
                </c:pt>
                <c:pt idx="1360">
                  <c:v>94.935340999999994</c:v>
                </c:pt>
                <c:pt idx="1361">
                  <c:v>95.061301999999998</c:v>
                </c:pt>
                <c:pt idx="1362">
                  <c:v>95.168991000000005</c:v>
                </c:pt>
                <c:pt idx="1363">
                  <c:v>95.184928999999997</c:v>
                </c:pt>
                <c:pt idx="1364">
                  <c:v>95.157371999999995</c:v>
                </c:pt>
                <c:pt idx="1365">
                  <c:v>95.135551000000007</c:v>
                </c:pt>
                <c:pt idx="1366">
                  <c:v>95.083625999999995</c:v>
                </c:pt>
                <c:pt idx="1367">
                  <c:v>94.983390999999997</c:v>
                </c:pt>
                <c:pt idx="1368">
                  <c:v>94.807693</c:v>
                </c:pt>
                <c:pt idx="1369">
                  <c:v>94.548302000000007</c:v>
                </c:pt>
                <c:pt idx="1370">
                  <c:v>94.333343999999997</c:v>
                </c:pt>
                <c:pt idx="1371">
                  <c:v>94.096091999999999</c:v>
                </c:pt>
                <c:pt idx="1372">
                  <c:v>93.785477</c:v>
                </c:pt>
                <c:pt idx="1373">
                  <c:v>93.444519</c:v>
                </c:pt>
                <c:pt idx="1374">
                  <c:v>93.101630999999998</c:v>
                </c:pt>
                <c:pt idx="1375">
                  <c:v>92.846091999999999</c:v>
                </c:pt>
                <c:pt idx="1376">
                  <c:v>92.590407999999996</c:v>
                </c:pt>
                <c:pt idx="1377">
                  <c:v>92.390488000000005</c:v>
                </c:pt>
                <c:pt idx="1378">
                  <c:v>92.198036000000002</c:v>
                </c:pt>
                <c:pt idx="1379">
                  <c:v>91.978615000000005</c:v>
                </c:pt>
                <c:pt idx="1380">
                  <c:v>91.675583000000003</c:v>
                </c:pt>
                <c:pt idx="1381">
                  <c:v>91.421158000000005</c:v>
                </c:pt>
                <c:pt idx="1382">
                  <c:v>91.252014000000003</c:v>
                </c:pt>
                <c:pt idx="1383">
                  <c:v>91.163680999999997</c:v>
                </c:pt>
                <c:pt idx="1384">
                  <c:v>91.154799999999994</c:v>
                </c:pt>
                <c:pt idx="1385">
                  <c:v>91.128838000000002</c:v>
                </c:pt>
                <c:pt idx="1386">
                  <c:v>91.064812000000003</c:v>
                </c:pt>
                <c:pt idx="1387">
                  <c:v>91.027443000000005</c:v>
                </c:pt>
                <c:pt idx="1388">
                  <c:v>91.024422000000001</c:v>
                </c:pt>
                <c:pt idx="1389">
                  <c:v>91.014977000000002</c:v>
                </c:pt>
                <c:pt idx="1390">
                  <c:v>90.983513000000002</c:v>
                </c:pt>
                <c:pt idx="1391">
                  <c:v>90.921370999999994</c:v>
                </c:pt>
                <c:pt idx="1392">
                  <c:v>90.868904000000001</c:v>
                </c:pt>
                <c:pt idx="1393">
                  <c:v>90.823020999999997</c:v>
                </c:pt>
                <c:pt idx="1394">
                  <c:v>90.791106999999997</c:v>
                </c:pt>
                <c:pt idx="1395">
                  <c:v>90.758315999999994</c:v>
                </c:pt>
                <c:pt idx="1396">
                  <c:v>90.715828000000002</c:v>
                </c:pt>
                <c:pt idx="1397">
                  <c:v>90.648407000000006</c:v>
                </c:pt>
                <c:pt idx="1398">
                  <c:v>90.527739999999994</c:v>
                </c:pt>
                <c:pt idx="1399">
                  <c:v>90.337920999999994</c:v>
                </c:pt>
                <c:pt idx="1400">
                  <c:v>90.227097000000001</c:v>
                </c:pt>
                <c:pt idx="1401">
                  <c:v>90.240027999999995</c:v>
                </c:pt>
                <c:pt idx="1402">
                  <c:v>90.362212999999997</c:v>
                </c:pt>
                <c:pt idx="1403">
                  <c:v>90.541923999999995</c:v>
                </c:pt>
                <c:pt idx="1404">
                  <c:v>90.794410999999997</c:v>
                </c:pt>
                <c:pt idx="1405">
                  <c:v>91.123581000000001</c:v>
                </c:pt>
                <c:pt idx="1406">
                  <c:v>91.466094999999996</c:v>
                </c:pt>
                <c:pt idx="1407">
                  <c:v>91.779037000000002</c:v>
                </c:pt>
                <c:pt idx="1408">
                  <c:v>92.048714000000004</c:v>
                </c:pt>
                <c:pt idx="1409">
                  <c:v>92.342185999999998</c:v>
                </c:pt>
                <c:pt idx="1410">
                  <c:v>92.630927999999997</c:v>
                </c:pt>
                <c:pt idx="1411">
                  <c:v>92.929657000000006</c:v>
                </c:pt>
                <c:pt idx="1412">
                  <c:v>93.193787</c:v>
                </c:pt>
                <c:pt idx="1413">
                  <c:v>93.387092999999993</c:v>
                </c:pt>
                <c:pt idx="1414">
                  <c:v>93.551033000000004</c:v>
                </c:pt>
                <c:pt idx="1415">
                  <c:v>93.779754999999994</c:v>
                </c:pt>
                <c:pt idx="1416">
                  <c:v>94.073684999999998</c:v>
                </c:pt>
                <c:pt idx="1417">
                  <c:v>94.395820999999998</c:v>
                </c:pt>
                <c:pt idx="1418">
                  <c:v>94.712158000000002</c:v>
                </c:pt>
                <c:pt idx="1419">
                  <c:v>94.987892000000002</c:v>
                </c:pt>
                <c:pt idx="1420">
                  <c:v>95.160683000000006</c:v>
                </c:pt>
                <c:pt idx="1421">
                  <c:v>95.432236000000003</c:v>
                </c:pt>
                <c:pt idx="1422">
                  <c:v>95.773239000000004</c:v>
                </c:pt>
                <c:pt idx="1423">
                  <c:v>96.071999000000005</c:v>
                </c:pt>
                <c:pt idx="1424">
                  <c:v>96.352958999999998</c:v>
                </c:pt>
                <c:pt idx="1425">
                  <c:v>96.531097000000003</c:v>
                </c:pt>
                <c:pt idx="1426">
                  <c:v>96.474959999999996</c:v>
                </c:pt>
                <c:pt idx="1427">
                  <c:v>96.363487000000006</c:v>
                </c:pt>
                <c:pt idx="1428">
                  <c:v>96.425651999999999</c:v>
                </c:pt>
                <c:pt idx="1429">
                  <c:v>96.568023999999994</c:v>
                </c:pt>
                <c:pt idx="1430">
                  <c:v>96.733092999999997</c:v>
                </c:pt>
                <c:pt idx="1431">
                  <c:v>96.892844999999994</c:v>
                </c:pt>
                <c:pt idx="1432">
                  <c:v>97.047241</c:v>
                </c:pt>
                <c:pt idx="1433">
                  <c:v>97.260390999999998</c:v>
                </c:pt>
                <c:pt idx="1434">
                  <c:v>97.445106999999993</c:v>
                </c:pt>
                <c:pt idx="1435">
                  <c:v>97.501862000000003</c:v>
                </c:pt>
                <c:pt idx="1436">
                  <c:v>97.426818999999995</c:v>
                </c:pt>
                <c:pt idx="1437">
                  <c:v>97.251098999999996</c:v>
                </c:pt>
                <c:pt idx="1438">
                  <c:v>97.145781999999997</c:v>
                </c:pt>
                <c:pt idx="1439">
                  <c:v>97.074714999999998</c:v>
                </c:pt>
                <c:pt idx="1440">
                  <c:v>96.939255000000003</c:v>
                </c:pt>
                <c:pt idx="1441">
                  <c:v>96.910743999999994</c:v>
                </c:pt>
                <c:pt idx="1442">
                  <c:v>96.933121</c:v>
                </c:pt>
                <c:pt idx="1443">
                  <c:v>96.934189000000003</c:v>
                </c:pt>
                <c:pt idx="1444">
                  <c:v>96.826294000000004</c:v>
                </c:pt>
                <c:pt idx="1445">
                  <c:v>96.560126999999994</c:v>
                </c:pt>
                <c:pt idx="1446">
                  <c:v>96.404549000000003</c:v>
                </c:pt>
                <c:pt idx="1447">
                  <c:v>96.336945</c:v>
                </c:pt>
                <c:pt idx="1448">
                  <c:v>96.181479999999993</c:v>
                </c:pt>
                <c:pt idx="1449">
                  <c:v>95.897270000000006</c:v>
                </c:pt>
                <c:pt idx="1450">
                  <c:v>95.554824999999994</c:v>
                </c:pt>
                <c:pt idx="1451">
                  <c:v>95.263855000000007</c:v>
                </c:pt>
                <c:pt idx="1452">
                  <c:v>95.070060999999995</c:v>
                </c:pt>
                <c:pt idx="1453">
                  <c:v>94.915183999999996</c:v>
                </c:pt>
                <c:pt idx="1454">
                  <c:v>94.742508000000001</c:v>
                </c:pt>
                <c:pt idx="1455">
                  <c:v>94.520103000000006</c:v>
                </c:pt>
                <c:pt idx="1456">
                  <c:v>94.280051999999998</c:v>
                </c:pt>
                <c:pt idx="1457">
                  <c:v>94.067031999999998</c:v>
                </c:pt>
                <c:pt idx="1458">
                  <c:v>93.862671000000006</c:v>
                </c:pt>
                <c:pt idx="1459">
                  <c:v>93.625518999999997</c:v>
                </c:pt>
                <c:pt idx="1460">
                  <c:v>93.379188999999997</c:v>
                </c:pt>
                <c:pt idx="1461">
                  <c:v>93.191344999999998</c:v>
                </c:pt>
                <c:pt idx="1462">
                  <c:v>93.123206999999994</c:v>
                </c:pt>
                <c:pt idx="1463">
                  <c:v>93.180199000000002</c:v>
                </c:pt>
                <c:pt idx="1464">
                  <c:v>93.265770000000003</c:v>
                </c:pt>
                <c:pt idx="1465">
                  <c:v>93.173400999999998</c:v>
                </c:pt>
                <c:pt idx="1466">
                  <c:v>93.033607000000003</c:v>
                </c:pt>
                <c:pt idx="1467">
                  <c:v>92.957572999999996</c:v>
                </c:pt>
                <c:pt idx="1468">
                  <c:v>92.900649999999999</c:v>
                </c:pt>
                <c:pt idx="1469">
                  <c:v>92.796288000000004</c:v>
                </c:pt>
                <c:pt idx="1470">
                  <c:v>92.577194000000006</c:v>
                </c:pt>
                <c:pt idx="1471">
                  <c:v>92.304344</c:v>
                </c:pt>
                <c:pt idx="1472">
                  <c:v>92.076187000000004</c:v>
                </c:pt>
                <c:pt idx="1473">
                  <c:v>91.926940999999999</c:v>
                </c:pt>
                <c:pt idx="1474">
                  <c:v>91.820380999999998</c:v>
                </c:pt>
                <c:pt idx="1475">
                  <c:v>91.709571999999994</c:v>
                </c:pt>
                <c:pt idx="1476">
                  <c:v>91.629677000000001</c:v>
                </c:pt>
                <c:pt idx="1477">
                  <c:v>91.483185000000006</c:v>
                </c:pt>
                <c:pt idx="1478">
                  <c:v>91.270172000000002</c:v>
                </c:pt>
                <c:pt idx="1479">
                  <c:v>91.088310000000007</c:v>
                </c:pt>
                <c:pt idx="1480">
                  <c:v>90.938857999999996</c:v>
                </c:pt>
                <c:pt idx="1481">
                  <c:v>90.838470000000001</c:v>
                </c:pt>
                <c:pt idx="1482">
                  <c:v>90.864234999999994</c:v>
                </c:pt>
                <c:pt idx="1483">
                  <c:v>90.852348000000006</c:v>
                </c:pt>
                <c:pt idx="1484">
                  <c:v>90.751082999999994</c:v>
                </c:pt>
                <c:pt idx="1485">
                  <c:v>90.549232000000003</c:v>
                </c:pt>
                <c:pt idx="1486">
                  <c:v>90.411781000000005</c:v>
                </c:pt>
                <c:pt idx="1487">
                  <c:v>90.313704999999999</c:v>
                </c:pt>
                <c:pt idx="1488">
                  <c:v>90.307136999999997</c:v>
                </c:pt>
                <c:pt idx="1489">
                  <c:v>90.305542000000003</c:v>
                </c:pt>
                <c:pt idx="1490">
                  <c:v>90.268562000000003</c:v>
                </c:pt>
                <c:pt idx="1491">
                  <c:v>90.308494999999994</c:v>
                </c:pt>
                <c:pt idx="1492">
                  <c:v>90.372528000000003</c:v>
                </c:pt>
                <c:pt idx="1493">
                  <c:v>90.426788000000002</c:v>
                </c:pt>
                <c:pt idx="1494">
                  <c:v>90.396484000000001</c:v>
                </c:pt>
                <c:pt idx="1495">
                  <c:v>90.328491</c:v>
                </c:pt>
                <c:pt idx="1496">
                  <c:v>90.339843999999999</c:v>
                </c:pt>
                <c:pt idx="1497">
                  <c:v>90.320801000000003</c:v>
                </c:pt>
                <c:pt idx="1498">
                  <c:v>90.207442999999998</c:v>
                </c:pt>
                <c:pt idx="1499">
                  <c:v>90.006362999999993</c:v>
                </c:pt>
                <c:pt idx="1500">
                  <c:v>89.830368000000007</c:v>
                </c:pt>
                <c:pt idx="1501">
                  <c:v>89.773521000000002</c:v>
                </c:pt>
                <c:pt idx="1502">
                  <c:v>89.575232999999997</c:v>
                </c:pt>
                <c:pt idx="1503">
                  <c:v>89.405724000000006</c:v>
                </c:pt>
                <c:pt idx="1504">
                  <c:v>89.181183000000004</c:v>
                </c:pt>
                <c:pt idx="1505">
                  <c:v>88.818129999999996</c:v>
                </c:pt>
                <c:pt idx="1506">
                  <c:v>88.535995</c:v>
                </c:pt>
                <c:pt idx="1507">
                  <c:v>88.295012999999997</c:v>
                </c:pt>
                <c:pt idx="1508">
                  <c:v>88.134917999999999</c:v>
                </c:pt>
                <c:pt idx="1509">
                  <c:v>88.039490000000001</c:v>
                </c:pt>
                <c:pt idx="1510">
                  <c:v>87.822722999999996</c:v>
                </c:pt>
                <c:pt idx="1511">
                  <c:v>87.450050000000005</c:v>
                </c:pt>
                <c:pt idx="1512">
                  <c:v>87.097740000000002</c:v>
                </c:pt>
                <c:pt idx="1513">
                  <c:v>86.863358000000005</c:v>
                </c:pt>
                <c:pt idx="1514">
                  <c:v>86.742722000000001</c:v>
                </c:pt>
                <c:pt idx="1515">
                  <c:v>86.661361999999997</c:v>
                </c:pt>
                <c:pt idx="1516">
                  <c:v>86.520247999999995</c:v>
                </c:pt>
                <c:pt idx="1517">
                  <c:v>86.324089000000001</c:v>
                </c:pt>
                <c:pt idx="1518">
                  <c:v>86.174109999999999</c:v>
                </c:pt>
                <c:pt idx="1519">
                  <c:v>86.060364000000007</c:v>
                </c:pt>
                <c:pt idx="1520">
                  <c:v>85.941704000000001</c:v>
                </c:pt>
                <c:pt idx="1521">
                  <c:v>85.844223</c:v>
                </c:pt>
                <c:pt idx="1522">
                  <c:v>85.692177000000001</c:v>
                </c:pt>
                <c:pt idx="1523">
                  <c:v>85.483856000000003</c:v>
                </c:pt>
                <c:pt idx="1524">
                  <c:v>85.352874999999997</c:v>
                </c:pt>
                <c:pt idx="1525">
                  <c:v>85.246452000000005</c:v>
                </c:pt>
                <c:pt idx="1526">
                  <c:v>85.222496000000007</c:v>
                </c:pt>
                <c:pt idx="1527">
                  <c:v>85.301765000000003</c:v>
                </c:pt>
                <c:pt idx="1528">
                  <c:v>85.271500000000003</c:v>
                </c:pt>
                <c:pt idx="1529">
                  <c:v>85.204727000000005</c:v>
                </c:pt>
                <c:pt idx="1530">
                  <c:v>85.118522999999996</c:v>
                </c:pt>
                <c:pt idx="1531">
                  <c:v>85.114493999999993</c:v>
                </c:pt>
                <c:pt idx="1532">
                  <c:v>85.176933000000005</c:v>
                </c:pt>
                <c:pt idx="1533">
                  <c:v>85.257232999999999</c:v>
                </c:pt>
                <c:pt idx="1534">
                  <c:v>85.354561000000004</c:v>
                </c:pt>
                <c:pt idx="1535">
                  <c:v>85.455055000000002</c:v>
                </c:pt>
                <c:pt idx="1536">
                  <c:v>85.508156</c:v>
                </c:pt>
                <c:pt idx="1537">
                  <c:v>85.555076999999997</c:v>
                </c:pt>
                <c:pt idx="1538">
                  <c:v>85.627196999999995</c:v>
                </c:pt>
                <c:pt idx="1539">
                  <c:v>85.752617000000001</c:v>
                </c:pt>
                <c:pt idx="1540">
                  <c:v>85.944305</c:v>
                </c:pt>
                <c:pt idx="1541">
                  <c:v>86.142364999999998</c:v>
                </c:pt>
                <c:pt idx="1542">
                  <c:v>86.354324000000005</c:v>
                </c:pt>
                <c:pt idx="1543">
                  <c:v>86.564941000000005</c:v>
                </c:pt>
                <c:pt idx="1544">
                  <c:v>86.766334999999998</c:v>
                </c:pt>
                <c:pt idx="1545">
                  <c:v>86.988754</c:v>
                </c:pt>
                <c:pt idx="1546">
                  <c:v>87.192252999999994</c:v>
                </c:pt>
                <c:pt idx="1547">
                  <c:v>87.417411999999999</c:v>
                </c:pt>
                <c:pt idx="1548">
                  <c:v>87.626716999999999</c:v>
                </c:pt>
                <c:pt idx="1549">
                  <c:v>87.843117000000007</c:v>
                </c:pt>
                <c:pt idx="1550">
                  <c:v>88.107940999999997</c:v>
                </c:pt>
                <c:pt idx="1551">
                  <c:v>88.410895999999994</c:v>
                </c:pt>
                <c:pt idx="1552">
                  <c:v>88.746925000000005</c:v>
                </c:pt>
                <c:pt idx="1553">
                  <c:v>89.089836000000005</c:v>
                </c:pt>
                <c:pt idx="1554">
                  <c:v>89.513808999999995</c:v>
                </c:pt>
                <c:pt idx="1555">
                  <c:v>89.929001</c:v>
                </c:pt>
                <c:pt idx="1556">
                  <c:v>90.377785000000003</c:v>
                </c:pt>
                <c:pt idx="1557">
                  <c:v>90.818398000000002</c:v>
                </c:pt>
                <c:pt idx="1558">
                  <c:v>91.225273000000001</c:v>
                </c:pt>
                <c:pt idx="1559">
                  <c:v>91.672759999999997</c:v>
                </c:pt>
                <c:pt idx="1560">
                  <c:v>92.029617000000002</c:v>
                </c:pt>
                <c:pt idx="1561">
                  <c:v>92.353722000000005</c:v>
                </c:pt>
                <c:pt idx="1562">
                  <c:v>92.668610000000001</c:v>
                </c:pt>
                <c:pt idx="1563">
                  <c:v>93.031441000000001</c:v>
                </c:pt>
                <c:pt idx="1564">
                  <c:v>93.339057999999994</c:v>
                </c:pt>
                <c:pt idx="1565">
                  <c:v>93.606093999999999</c:v>
                </c:pt>
                <c:pt idx="1566">
                  <c:v>93.886086000000006</c:v>
                </c:pt>
                <c:pt idx="1567">
                  <c:v>94.135925</c:v>
                </c:pt>
                <c:pt idx="1568">
                  <c:v>94.364861000000005</c:v>
                </c:pt>
                <c:pt idx="1569">
                  <c:v>94.652503999999993</c:v>
                </c:pt>
                <c:pt idx="1570">
                  <c:v>94.857346000000007</c:v>
                </c:pt>
                <c:pt idx="1571">
                  <c:v>94.965217999999993</c:v>
                </c:pt>
                <c:pt idx="1572">
                  <c:v>94.970725999999999</c:v>
                </c:pt>
                <c:pt idx="1573">
                  <c:v>94.930649000000003</c:v>
                </c:pt>
                <c:pt idx="1574">
                  <c:v>94.934890999999993</c:v>
                </c:pt>
                <c:pt idx="1575">
                  <c:v>94.968704000000002</c:v>
                </c:pt>
                <c:pt idx="1576">
                  <c:v>95.022232000000002</c:v>
                </c:pt>
                <c:pt idx="1577">
                  <c:v>95.147735999999995</c:v>
                </c:pt>
                <c:pt idx="1578">
                  <c:v>95.409447</c:v>
                </c:pt>
                <c:pt idx="1579">
                  <c:v>95.716660000000005</c:v>
                </c:pt>
                <c:pt idx="1580">
                  <c:v>95.895865999999998</c:v>
                </c:pt>
                <c:pt idx="1581">
                  <c:v>95.933623999999995</c:v>
                </c:pt>
                <c:pt idx="1582">
                  <c:v>95.905113</c:v>
                </c:pt>
                <c:pt idx="1583">
                  <c:v>95.825562000000005</c:v>
                </c:pt>
                <c:pt idx="1584">
                  <c:v>95.683014</c:v>
                </c:pt>
                <c:pt idx="1585">
                  <c:v>95.517105000000001</c:v>
                </c:pt>
                <c:pt idx="1586">
                  <c:v>95.458145000000002</c:v>
                </c:pt>
                <c:pt idx="1587">
                  <c:v>95.414375000000007</c:v>
                </c:pt>
                <c:pt idx="1588">
                  <c:v>95.268646000000004</c:v>
                </c:pt>
                <c:pt idx="1589">
                  <c:v>95.056076000000004</c:v>
                </c:pt>
                <c:pt idx="1590">
                  <c:v>94.892128</c:v>
                </c:pt>
                <c:pt idx="1591">
                  <c:v>94.702820000000003</c:v>
                </c:pt>
                <c:pt idx="1592">
                  <c:v>94.524704</c:v>
                </c:pt>
                <c:pt idx="1593">
                  <c:v>94.414199999999994</c:v>
                </c:pt>
                <c:pt idx="1594">
                  <c:v>94.326355000000007</c:v>
                </c:pt>
                <c:pt idx="1595">
                  <c:v>94.303673000000003</c:v>
                </c:pt>
                <c:pt idx="1596">
                  <c:v>94.401970000000006</c:v>
                </c:pt>
                <c:pt idx="1597">
                  <c:v>94.582725999999994</c:v>
                </c:pt>
                <c:pt idx="1598">
                  <c:v>94.758910999999998</c:v>
                </c:pt>
                <c:pt idx="1599">
                  <c:v>94.912666000000002</c:v>
                </c:pt>
                <c:pt idx="1600">
                  <c:v>95.037079000000006</c:v>
                </c:pt>
                <c:pt idx="1601">
                  <c:v>95.210609000000005</c:v>
                </c:pt>
                <c:pt idx="1602">
                  <c:v>95.356482999999997</c:v>
                </c:pt>
                <c:pt idx="1603">
                  <c:v>95.425728000000007</c:v>
                </c:pt>
                <c:pt idx="1604">
                  <c:v>95.547752000000003</c:v>
                </c:pt>
                <c:pt idx="1605">
                  <c:v>95.790244999999999</c:v>
                </c:pt>
                <c:pt idx="1606">
                  <c:v>96.129531999999998</c:v>
                </c:pt>
                <c:pt idx="1607">
                  <c:v>96.438605999999993</c:v>
                </c:pt>
                <c:pt idx="1608">
                  <c:v>96.660659999999993</c:v>
                </c:pt>
                <c:pt idx="1609">
                  <c:v>96.860991999999996</c:v>
                </c:pt>
                <c:pt idx="1610">
                  <c:v>97.034751999999997</c:v>
                </c:pt>
                <c:pt idx="1611">
                  <c:v>97.238831000000005</c:v>
                </c:pt>
                <c:pt idx="1612">
                  <c:v>97.628067000000001</c:v>
                </c:pt>
                <c:pt idx="1613">
                  <c:v>97.979445999999996</c:v>
                </c:pt>
                <c:pt idx="1614">
                  <c:v>98.230971999999994</c:v>
                </c:pt>
                <c:pt idx="1615">
                  <c:v>98.463531000000003</c:v>
                </c:pt>
                <c:pt idx="1616">
                  <c:v>98.703827000000004</c:v>
                </c:pt>
                <c:pt idx="1617">
                  <c:v>99.016852999999998</c:v>
                </c:pt>
                <c:pt idx="1618">
                  <c:v>99.468001999999998</c:v>
                </c:pt>
                <c:pt idx="1619">
                  <c:v>99.991889999999998</c:v>
                </c:pt>
                <c:pt idx="1620">
                  <c:v>100.40146</c:v>
                </c:pt>
                <c:pt idx="1621">
                  <c:v>100.76485</c:v>
                </c:pt>
                <c:pt idx="1622">
                  <c:v>101.14615000000001</c:v>
                </c:pt>
                <c:pt idx="1623">
                  <c:v>101.56722000000001</c:v>
                </c:pt>
                <c:pt idx="1624">
                  <c:v>101.92986000000001</c:v>
                </c:pt>
                <c:pt idx="1625">
                  <c:v>102.17619000000001</c:v>
                </c:pt>
                <c:pt idx="1626">
                  <c:v>102.44306</c:v>
                </c:pt>
                <c:pt idx="1627">
                  <c:v>102.72163999999999</c:v>
                </c:pt>
                <c:pt idx="1628">
                  <c:v>103.05503</c:v>
                </c:pt>
                <c:pt idx="1629">
                  <c:v>103.47375</c:v>
                </c:pt>
                <c:pt idx="1630">
                  <c:v>103.83874</c:v>
                </c:pt>
                <c:pt idx="1631">
                  <c:v>104.1463</c:v>
                </c:pt>
                <c:pt idx="1632">
                  <c:v>104.45863</c:v>
                </c:pt>
                <c:pt idx="1633">
                  <c:v>104.78955000000001</c:v>
                </c:pt>
                <c:pt idx="1634">
                  <c:v>105.02467</c:v>
                </c:pt>
                <c:pt idx="1635">
                  <c:v>105.19726</c:v>
                </c:pt>
                <c:pt idx="1636">
                  <c:v>105.27656</c:v>
                </c:pt>
                <c:pt idx="1637">
                  <c:v>105.27208</c:v>
                </c:pt>
                <c:pt idx="1638">
                  <c:v>105.32895000000001</c:v>
                </c:pt>
                <c:pt idx="1639">
                  <c:v>105.47126</c:v>
                </c:pt>
                <c:pt idx="1640">
                  <c:v>105.68346</c:v>
                </c:pt>
                <c:pt idx="1641">
                  <c:v>105.79549</c:v>
                </c:pt>
                <c:pt idx="1642">
                  <c:v>105.98909</c:v>
                </c:pt>
                <c:pt idx="1643">
                  <c:v>106.1876</c:v>
                </c:pt>
                <c:pt idx="1644">
                  <c:v>106.44775</c:v>
                </c:pt>
                <c:pt idx="1645">
                  <c:v>106.82504</c:v>
                </c:pt>
                <c:pt idx="1646">
                  <c:v>107.17245</c:v>
                </c:pt>
                <c:pt idx="1647">
                  <c:v>107.62885</c:v>
                </c:pt>
                <c:pt idx="1648">
                  <c:v>108.23483</c:v>
                </c:pt>
                <c:pt idx="1649">
                  <c:v>108.98416</c:v>
                </c:pt>
                <c:pt idx="1650">
                  <c:v>109.77996</c:v>
                </c:pt>
                <c:pt idx="1651">
                  <c:v>110.41137999999999</c:v>
                </c:pt>
                <c:pt idx="1652">
                  <c:v>110.95495</c:v>
                </c:pt>
                <c:pt idx="1653">
                  <c:v>111.47891</c:v>
                </c:pt>
                <c:pt idx="1654">
                  <c:v>111.92568</c:v>
                </c:pt>
                <c:pt idx="1655">
                  <c:v>112.35674</c:v>
                </c:pt>
                <c:pt idx="1656">
                  <c:v>112.78874</c:v>
                </c:pt>
                <c:pt idx="1657">
                  <c:v>113.20824</c:v>
                </c:pt>
                <c:pt idx="1658">
                  <c:v>113.57195</c:v>
                </c:pt>
                <c:pt idx="1659">
                  <c:v>113.89457</c:v>
                </c:pt>
                <c:pt idx="1660">
                  <c:v>114.17645</c:v>
                </c:pt>
                <c:pt idx="1661">
                  <c:v>114.37011</c:v>
                </c:pt>
                <c:pt idx="1662">
                  <c:v>114.48488</c:v>
                </c:pt>
                <c:pt idx="1663">
                  <c:v>114.60866</c:v>
                </c:pt>
                <c:pt idx="1664">
                  <c:v>114.74362000000001</c:v>
                </c:pt>
                <c:pt idx="1665">
                  <c:v>114.82468</c:v>
                </c:pt>
                <c:pt idx="1666">
                  <c:v>114.90903</c:v>
                </c:pt>
                <c:pt idx="1667">
                  <c:v>114.96632</c:v>
                </c:pt>
                <c:pt idx="1668">
                  <c:v>114.99315</c:v>
                </c:pt>
                <c:pt idx="1669">
                  <c:v>114.96756999999999</c:v>
                </c:pt>
                <c:pt idx="1670">
                  <c:v>114.93163</c:v>
                </c:pt>
                <c:pt idx="1671">
                  <c:v>114.93168</c:v>
                </c:pt>
                <c:pt idx="1672">
                  <c:v>114.88531999999999</c:v>
                </c:pt>
                <c:pt idx="1673">
                  <c:v>114.79246999999999</c:v>
                </c:pt>
                <c:pt idx="1674">
                  <c:v>114.66013</c:v>
                </c:pt>
                <c:pt idx="1675">
                  <c:v>114.43514999999999</c:v>
                </c:pt>
                <c:pt idx="1676">
                  <c:v>114.16427</c:v>
                </c:pt>
                <c:pt idx="1677">
                  <c:v>113.94736</c:v>
                </c:pt>
                <c:pt idx="1678">
                  <c:v>113.79362</c:v>
                </c:pt>
                <c:pt idx="1679">
                  <c:v>113.64072</c:v>
                </c:pt>
                <c:pt idx="1680">
                  <c:v>113.5145</c:v>
                </c:pt>
                <c:pt idx="1681">
                  <c:v>113.47009</c:v>
                </c:pt>
                <c:pt idx="1682">
                  <c:v>113.45348</c:v>
                </c:pt>
                <c:pt idx="1683">
                  <c:v>113.53319</c:v>
                </c:pt>
                <c:pt idx="1684">
                  <c:v>113.76707</c:v>
                </c:pt>
                <c:pt idx="1685">
                  <c:v>113.94041</c:v>
                </c:pt>
                <c:pt idx="1686">
                  <c:v>114.01652</c:v>
                </c:pt>
                <c:pt idx="1687">
                  <c:v>114.12222</c:v>
                </c:pt>
                <c:pt idx="1688">
                  <c:v>114.35593</c:v>
                </c:pt>
                <c:pt idx="1689">
                  <c:v>114.6046</c:v>
                </c:pt>
                <c:pt idx="1690">
                  <c:v>114.91149</c:v>
                </c:pt>
                <c:pt idx="1691">
                  <c:v>115.08801</c:v>
                </c:pt>
                <c:pt idx="1692">
                  <c:v>115.13791999999999</c:v>
                </c:pt>
                <c:pt idx="1693">
                  <c:v>115.16477</c:v>
                </c:pt>
                <c:pt idx="1694">
                  <c:v>115.12007</c:v>
                </c:pt>
                <c:pt idx="1695">
                  <c:v>115.01387</c:v>
                </c:pt>
                <c:pt idx="1696">
                  <c:v>114.85612</c:v>
                </c:pt>
                <c:pt idx="1697">
                  <c:v>114.82082</c:v>
                </c:pt>
                <c:pt idx="1698">
                  <c:v>114.96711999999999</c:v>
                </c:pt>
                <c:pt idx="1699">
                  <c:v>114.97812999999999</c:v>
                </c:pt>
                <c:pt idx="1700">
                  <c:v>114.94968</c:v>
                </c:pt>
                <c:pt idx="1701">
                  <c:v>115.048</c:v>
                </c:pt>
                <c:pt idx="1702">
                  <c:v>115.10523999999999</c:v>
                </c:pt>
                <c:pt idx="1703">
                  <c:v>115.08394</c:v>
                </c:pt>
                <c:pt idx="1704">
                  <c:v>115.00208000000001</c:v>
                </c:pt>
                <c:pt idx="1705">
                  <c:v>114.90046</c:v>
                </c:pt>
                <c:pt idx="1706">
                  <c:v>114.82706</c:v>
                </c:pt>
                <c:pt idx="1707">
                  <c:v>114.81791</c:v>
                </c:pt>
                <c:pt idx="1708">
                  <c:v>114.82211</c:v>
                </c:pt>
                <c:pt idx="1709">
                  <c:v>114.82633</c:v>
                </c:pt>
                <c:pt idx="1710">
                  <c:v>114.71248</c:v>
                </c:pt>
                <c:pt idx="1711">
                  <c:v>114.45966</c:v>
                </c:pt>
                <c:pt idx="1712">
                  <c:v>114.09520999999999</c:v>
                </c:pt>
                <c:pt idx="1713">
                  <c:v>113.7235</c:v>
                </c:pt>
                <c:pt idx="1714">
                  <c:v>113.47798</c:v>
                </c:pt>
                <c:pt idx="1715">
                  <c:v>113.30589000000001</c:v>
                </c:pt>
                <c:pt idx="1716">
                  <c:v>113.12233000000001</c:v>
                </c:pt>
                <c:pt idx="1717">
                  <c:v>112.95586</c:v>
                </c:pt>
                <c:pt idx="1718">
                  <c:v>112.82603</c:v>
                </c:pt>
                <c:pt idx="1719">
                  <c:v>112.64197</c:v>
                </c:pt>
                <c:pt idx="1720">
                  <c:v>112.32407000000001</c:v>
                </c:pt>
                <c:pt idx="1721">
                  <c:v>111.93356</c:v>
                </c:pt>
                <c:pt idx="1722">
                  <c:v>111.5457</c:v>
                </c:pt>
                <c:pt idx="1723">
                  <c:v>111.25395</c:v>
                </c:pt>
                <c:pt idx="1724">
                  <c:v>111.02849000000001</c:v>
                </c:pt>
                <c:pt idx="1725">
                  <c:v>110.76089</c:v>
                </c:pt>
                <c:pt idx="1726">
                  <c:v>110.4224</c:v>
                </c:pt>
                <c:pt idx="1727">
                  <c:v>110.09157</c:v>
                </c:pt>
                <c:pt idx="1728">
                  <c:v>109.79224000000001</c:v>
                </c:pt>
                <c:pt idx="1729">
                  <c:v>109.51949</c:v>
                </c:pt>
                <c:pt idx="1730">
                  <c:v>109.32931000000001</c:v>
                </c:pt>
                <c:pt idx="1731">
                  <c:v>109.17565999999999</c:v>
                </c:pt>
                <c:pt idx="1732">
                  <c:v>108.99644000000001</c:v>
                </c:pt>
                <c:pt idx="1733">
                  <c:v>108.71819000000001</c:v>
                </c:pt>
                <c:pt idx="1734">
                  <c:v>108.43106</c:v>
                </c:pt>
                <c:pt idx="1735">
                  <c:v>108.17673000000001</c:v>
                </c:pt>
                <c:pt idx="1736">
                  <c:v>107.97002000000001</c:v>
                </c:pt>
                <c:pt idx="1737">
                  <c:v>107.69354</c:v>
                </c:pt>
                <c:pt idx="1738">
                  <c:v>107.37663999999999</c:v>
                </c:pt>
                <c:pt idx="1739">
                  <c:v>107.20842</c:v>
                </c:pt>
                <c:pt idx="1740">
                  <c:v>107.18602</c:v>
                </c:pt>
                <c:pt idx="1741">
                  <c:v>107.25711</c:v>
                </c:pt>
                <c:pt idx="1742">
                  <c:v>107.28277</c:v>
                </c:pt>
                <c:pt idx="1743">
                  <c:v>107.24048999999999</c:v>
                </c:pt>
                <c:pt idx="1744">
                  <c:v>107.16224</c:v>
                </c:pt>
                <c:pt idx="1745">
                  <c:v>107.04635</c:v>
                </c:pt>
                <c:pt idx="1746">
                  <c:v>106.86843</c:v>
                </c:pt>
                <c:pt idx="1747">
                  <c:v>106.67753999999999</c:v>
                </c:pt>
                <c:pt idx="1748">
                  <c:v>106.52945</c:v>
                </c:pt>
                <c:pt idx="1749">
                  <c:v>106.3899</c:v>
                </c:pt>
                <c:pt idx="1750">
                  <c:v>106.22546</c:v>
                </c:pt>
                <c:pt idx="1751">
                  <c:v>106.09719</c:v>
                </c:pt>
                <c:pt idx="1752">
                  <c:v>106.05868</c:v>
                </c:pt>
                <c:pt idx="1753">
                  <c:v>105.90436</c:v>
                </c:pt>
                <c:pt idx="1754">
                  <c:v>105.74493</c:v>
                </c:pt>
                <c:pt idx="1755">
                  <c:v>105.62057</c:v>
                </c:pt>
                <c:pt idx="1756">
                  <c:v>105.53973999999999</c:v>
                </c:pt>
                <c:pt idx="1757">
                  <c:v>105.42972</c:v>
                </c:pt>
                <c:pt idx="1758">
                  <c:v>105.29027000000001</c:v>
                </c:pt>
                <c:pt idx="1759">
                  <c:v>105.12509</c:v>
                </c:pt>
                <c:pt idx="1760">
                  <c:v>104.93753</c:v>
                </c:pt>
                <c:pt idx="1761">
                  <c:v>104.72302000000001</c:v>
                </c:pt>
                <c:pt idx="1762">
                  <c:v>104.56923</c:v>
                </c:pt>
                <c:pt idx="1763">
                  <c:v>104.46758</c:v>
                </c:pt>
                <c:pt idx="1764">
                  <c:v>104.26491</c:v>
                </c:pt>
                <c:pt idx="1765">
                  <c:v>104.01651</c:v>
                </c:pt>
                <c:pt idx="1766">
                  <c:v>103.80549000000001</c:v>
                </c:pt>
                <c:pt idx="1767">
                  <c:v>103.70834000000001</c:v>
                </c:pt>
                <c:pt idx="1768">
                  <c:v>103.70028000000001</c:v>
                </c:pt>
                <c:pt idx="1769">
                  <c:v>103.66486</c:v>
                </c:pt>
                <c:pt idx="1770">
                  <c:v>103.6232</c:v>
                </c:pt>
                <c:pt idx="1771">
                  <c:v>103.55568</c:v>
                </c:pt>
                <c:pt idx="1772">
                  <c:v>103.47454</c:v>
                </c:pt>
                <c:pt idx="1773">
                  <c:v>103.38824</c:v>
                </c:pt>
                <c:pt idx="1774">
                  <c:v>103.28227</c:v>
                </c:pt>
                <c:pt idx="1775">
                  <c:v>103.14175</c:v>
                </c:pt>
                <c:pt idx="1776">
                  <c:v>103.00904</c:v>
                </c:pt>
                <c:pt idx="1777">
                  <c:v>102.87475999999999</c:v>
                </c:pt>
                <c:pt idx="1778">
                  <c:v>102.68697</c:v>
                </c:pt>
                <c:pt idx="1779">
                  <c:v>102.42055999999999</c:v>
                </c:pt>
                <c:pt idx="1780">
                  <c:v>102.17976</c:v>
                </c:pt>
                <c:pt idx="1781">
                  <c:v>101.98598</c:v>
                </c:pt>
                <c:pt idx="1782">
                  <c:v>101.84621</c:v>
                </c:pt>
                <c:pt idx="1783">
                  <c:v>101.65465</c:v>
                </c:pt>
                <c:pt idx="1784">
                  <c:v>101.46928</c:v>
                </c:pt>
                <c:pt idx="1785">
                  <c:v>101.33711</c:v>
                </c:pt>
                <c:pt idx="1786">
                  <c:v>101.20019000000001</c:v>
                </c:pt>
                <c:pt idx="1787">
                  <c:v>101.02991</c:v>
                </c:pt>
                <c:pt idx="1788">
                  <c:v>100.8219</c:v>
                </c:pt>
                <c:pt idx="1789">
                  <c:v>100.65441</c:v>
                </c:pt>
                <c:pt idx="1790">
                  <c:v>100.57304000000001</c:v>
                </c:pt>
                <c:pt idx="1791">
                  <c:v>100.5513</c:v>
                </c:pt>
                <c:pt idx="1792">
                  <c:v>100.65678</c:v>
                </c:pt>
                <c:pt idx="1793">
                  <c:v>100.75874</c:v>
                </c:pt>
                <c:pt idx="1794">
                  <c:v>100.72302000000001</c:v>
                </c:pt>
                <c:pt idx="1795">
                  <c:v>100.70708999999999</c:v>
                </c:pt>
                <c:pt idx="1796">
                  <c:v>100.73415</c:v>
                </c:pt>
                <c:pt idx="1797">
                  <c:v>100.69637</c:v>
                </c:pt>
                <c:pt idx="1798">
                  <c:v>100.63721</c:v>
                </c:pt>
                <c:pt idx="1799">
                  <c:v>100.53395999999999</c:v>
                </c:pt>
                <c:pt idx="1800">
                  <c:v>100.35382</c:v>
                </c:pt>
                <c:pt idx="1801">
                  <c:v>100.19856</c:v>
                </c:pt>
                <c:pt idx="1802">
                  <c:v>100.04665</c:v>
                </c:pt>
                <c:pt idx="1803">
                  <c:v>99.887412999999995</c:v>
                </c:pt>
                <c:pt idx="1804">
                  <c:v>99.711608999999996</c:v>
                </c:pt>
                <c:pt idx="1805">
                  <c:v>99.511391000000003</c:v>
                </c:pt>
                <c:pt idx="1806">
                  <c:v>99.333945999999997</c:v>
                </c:pt>
                <c:pt idx="1807">
                  <c:v>99.172859000000003</c:v>
                </c:pt>
                <c:pt idx="1808">
                  <c:v>98.925972000000002</c:v>
                </c:pt>
                <c:pt idx="1809">
                  <c:v>98.711708000000002</c:v>
                </c:pt>
                <c:pt idx="1810">
                  <c:v>98.599379999999996</c:v>
                </c:pt>
                <c:pt idx="1811">
                  <c:v>98.509101999999999</c:v>
                </c:pt>
                <c:pt idx="1812">
                  <c:v>98.452858000000006</c:v>
                </c:pt>
                <c:pt idx="1813">
                  <c:v>98.724868999999998</c:v>
                </c:pt>
                <c:pt idx="1814">
                  <c:v>99.200637999999998</c:v>
                </c:pt>
                <c:pt idx="1815">
                  <c:v>99.236153000000002</c:v>
                </c:pt>
                <c:pt idx="1816">
                  <c:v>99.113349999999997</c:v>
                </c:pt>
                <c:pt idx="1817">
                  <c:v>99.019638</c:v>
                </c:pt>
                <c:pt idx="1818">
                  <c:v>98.936760000000007</c:v>
                </c:pt>
                <c:pt idx="1819">
                  <c:v>98.933898999999997</c:v>
                </c:pt>
                <c:pt idx="1820">
                  <c:v>99.100860999999995</c:v>
                </c:pt>
                <c:pt idx="1821">
                  <c:v>99.272270000000006</c:v>
                </c:pt>
                <c:pt idx="1822">
                  <c:v>99.472717000000003</c:v>
                </c:pt>
                <c:pt idx="1823">
                  <c:v>99.690658999999997</c:v>
                </c:pt>
                <c:pt idx="1824">
                  <c:v>100.033</c:v>
                </c:pt>
                <c:pt idx="1825">
                  <c:v>100.42339</c:v>
                </c:pt>
                <c:pt idx="1826">
                  <c:v>100.74816</c:v>
                </c:pt>
                <c:pt idx="1827">
                  <c:v>101.16068</c:v>
                </c:pt>
                <c:pt idx="1828">
                  <c:v>101.56161</c:v>
                </c:pt>
                <c:pt idx="1829">
                  <c:v>101.89595</c:v>
                </c:pt>
                <c:pt idx="1830">
                  <c:v>102.30869</c:v>
                </c:pt>
                <c:pt idx="1831">
                  <c:v>102.64003</c:v>
                </c:pt>
                <c:pt idx="1832">
                  <c:v>102.94413</c:v>
                </c:pt>
                <c:pt idx="1833">
                  <c:v>103.18308</c:v>
                </c:pt>
                <c:pt idx="1834">
                  <c:v>103.42461</c:v>
                </c:pt>
                <c:pt idx="1835">
                  <c:v>103.68155</c:v>
                </c:pt>
                <c:pt idx="1836">
                  <c:v>103.91009</c:v>
                </c:pt>
                <c:pt idx="1837">
                  <c:v>104.07301</c:v>
                </c:pt>
                <c:pt idx="1838">
                  <c:v>104.18035</c:v>
                </c:pt>
                <c:pt idx="1839">
                  <c:v>104.26765</c:v>
                </c:pt>
                <c:pt idx="1840">
                  <c:v>104.32211</c:v>
                </c:pt>
                <c:pt idx="1841">
                  <c:v>104.35726</c:v>
                </c:pt>
                <c:pt idx="1842">
                  <c:v>104.39364999999999</c:v>
                </c:pt>
                <c:pt idx="1843">
                  <c:v>104.4592</c:v>
                </c:pt>
                <c:pt idx="1844">
                  <c:v>104.54066</c:v>
                </c:pt>
                <c:pt idx="1845">
                  <c:v>104.55479</c:v>
                </c:pt>
                <c:pt idx="1846">
                  <c:v>104.48596000000001</c:v>
                </c:pt>
                <c:pt idx="1847">
                  <c:v>104.3916</c:v>
                </c:pt>
                <c:pt idx="1848">
                  <c:v>104.3553</c:v>
                </c:pt>
                <c:pt idx="1849">
                  <c:v>104.26693</c:v>
                </c:pt>
                <c:pt idx="1850">
                  <c:v>104.16753</c:v>
                </c:pt>
                <c:pt idx="1851">
                  <c:v>104.05902</c:v>
                </c:pt>
                <c:pt idx="1852">
                  <c:v>103.91773000000001</c:v>
                </c:pt>
                <c:pt idx="1853">
                  <c:v>103.80838</c:v>
                </c:pt>
                <c:pt idx="1854">
                  <c:v>103.68822</c:v>
                </c:pt>
                <c:pt idx="1855">
                  <c:v>103.53445000000001</c:v>
                </c:pt>
                <c:pt idx="1856">
                  <c:v>103.31480000000001</c:v>
                </c:pt>
                <c:pt idx="1857">
                  <c:v>103.1332</c:v>
                </c:pt>
                <c:pt idx="1858">
                  <c:v>102.93192000000001</c:v>
                </c:pt>
                <c:pt idx="1859">
                  <c:v>102.64377</c:v>
                </c:pt>
                <c:pt idx="1860">
                  <c:v>102.36292</c:v>
                </c:pt>
                <c:pt idx="1861">
                  <c:v>102.12679</c:v>
                </c:pt>
                <c:pt idx="1862">
                  <c:v>101.96598</c:v>
                </c:pt>
                <c:pt idx="1863">
                  <c:v>101.86293999999999</c:v>
                </c:pt>
                <c:pt idx="1864">
                  <c:v>101.87381999999999</c:v>
                </c:pt>
                <c:pt idx="1865">
                  <c:v>101.84941000000001</c:v>
                </c:pt>
                <c:pt idx="1866">
                  <c:v>101.70187</c:v>
                </c:pt>
                <c:pt idx="1867">
                  <c:v>101.55287</c:v>
                </c:pt>
                <c:pt idx="1868">
                  <c:v>101.49757</c:v>
                </c:pt>
                <c:pt idx="1869">
                  <c:v>101.48618</c:v>
                </c:pt>
                <c:pt idx="1870">
                  <c:v>101.4533</c:v>
                </c:pt>
                <c:pt idx="1871">
                  <c:v>101.47971</c:v>
                </c:pt>
                <c:pt idx="1872">
                  <c:v>101.56820999999999</c:v>
                </c:pt>
                <c:pt idx="1873">
                  <c:v>101.66016999999999</c:v>
                </c:pt>
                <c:pt idx="1874">
                  <c:v>101.69754</c:v>
                </c:pt>
                <c:pt idx="1875">
                  <c:v>101.73811000000001</c:v>
                </c:pt>
                <c:pt idx="1876">
                  <c:v>101.83011</c:v>
                </c:pt>
                <c:pt idx="1877">
                  <c:v>102.02957000000001</c:v>
                </c:pt>
                <c:pt idx="1878">
                  <c:v>102.31462999999999</c:v>
                </c:pt>
                <c:pt idx="1879">
                  <c:v>102.59511999999999</c:v>
                </c:pt>
                <c:pt idx="1880">
                  <c:v>102.89951000000001</c:v>
                </c:pt>
                <c:pt idx="1881">
                  <c:v>103.28246</c:v>
                </c:pt>
                <c:pt idx="1882">
                  <c:v>103.68707000000001</c:v>
                </c:pt>
                <c:pt idx="1883">
                  <c:v>104.11402</c:v>
                </c:pt>
                <c:pt idx="1884">
                  <c:v>104.48077000000001</c:v>
                </c:pt>
                <c:pt idx="1885">
                  <c:v>104.84159</c:v>
                </c:pt>
                <c:pt idx="1886">
                  <c:v>105.2184</c:v>
                </c:pt>
                <c:pt idx="1887">
                  <c:v>105.56585</c:v>
                </c:pt>
                <c:pt idx="1888">
                  <c:v>105.81194000000001</c:v>
                </c:pt>
                <c:pt idx="1889">
                  <c:v>106.0098</c:v>
                </c:pt>
                <c:pt idx="1890">
                  <c:v>106.1644</c:v>
                </c:pt>
                <c:pt idx="1891">
                  <c:v>106.31404999999999</c:v>
                </c:pt>
                <c:pt idx="1892">
                  <c:v>106.52009</c:v>
                </c:pt>
                <c:pt idx="1893">
                  <c:v>106.67013</c:v>
                </c:pt>
                <c:pt idx="1894">
                  <c:v>106.76759</c:v>
                </c:pt>
                <c:pt idx="1895">
                  <c:v>106.92713000000001</c:v>
                </c:pt>
                <c:pt idx="1896">
                  <c:v>107.16901</c:v>
                </c:pt>
                <c:pt idx="1897">
                  <c:v>107.38666000000001</c:v>
                </c:pt>
                <c:pt idx="1898">
                  <c:v>107.57697</c:v>
                </c:pt>
                <c:pt idx="1899">
                  <c:v>107.71041</c:v>
                </c:pt>
                <c:pt idx="1900">
                  <c:v>107.77888</c:v>
                </c:pt>
                <c:pt idx="1901">
                  <c:v>107.83479</c:v>
                </c:pt>
                <c:pt idx="1902">
                  <c:v>107.8836</c:v>
                </c:pt>
                <c:pt idx="1903">
                  <c:v>107.88323</c:v>
                </c:pt>
                <c:pt idx="1904">
                  <c:v>107.89053</c:v>
                </c:pt>
                <c:pt idx="1905">
                  <c:v>107.89906999999999</c:v>
                </c:pt>
                <c:pt idx="1906">
                  <c:v>107.88115000000001</c:v>
                </c:pt>
                <c:pt idx="1907">
                  <c:v>107.86239999999999</c:v>
                </c:pt>
                <c:pt idx="1908">
                  <c:v>107.79519999999999</c:v>
                </c:pt>
                <c:pt idx="1909">
                  <c:v>107.65685000000001</c:v>
                </c:pt>
                <c:pt idx="1910">
                  <c:v>107.48183</c:v>
                </c:pt>
                <c:pt idx="1911">
                  <c:v>107.30929999999999</c:v>
                </c:pt>
                <c:pt idx="1912">
                  <c:v>107.15622999999999</c:v>
                </c:pt>
                <c:pt idx="1913">
                  <c:v>107.00557999999999</c:v>
                </c:pt>
                <c:pt idx="1914">
                  <c:v>106.89102</c:v>
                </c:pt>
                <c:pt idx="1915">
                  <c:v>106.82297</c:v>
                </c:pt>
                <c:pt idx="1916">
                  <c:v>106.71886000000001</c:v>
                </c:pt>
                <c:pt idx="1917">
                  <c:v>106.58138</c:v>
                </c:pt>
                <c:pt idx="1918">
                  <c:v>106.43107000000001</c:v>
                </c:pt>
                <c:pt idx="1919">
                  <c:v>106.21326999999999</c:v>
                </c:pt>
                <c:pt idx="1920">
                  <c:v>106.04494</c:v>
                </c:pt>
                <c:pt idx="1921">
                  <c:v>105.97823</c:v>
                </c:pt>
                <c:pt idx="1922">
                  <c:v>105.97431</c:v>
                </c:pt>
                <c:pt idx="1923">
                  <c:v>105.94511</c:v>
                </c:pt>
                <c:pt idx="1924">
                  <c:v>105.85988999999999</c:v>
                </c:pt>
                <c:pt idx="1925">
                  <c:v>105.76406</c:v>
                </c:pt>
                <c:pt idx="1926">
                  <c:v>105.65897</c:v>
                </c:pt>
                <c:pt idx="1927">
                  <c:v>105.53023</c:v>
                </c:pt>
                <c:pt idx="1928">
                  <c:v>105.39857000000001</c:v>
                </c:pt>
                <c:pt idx="1929">
                  <c:v>105.29301</c:v>
                </c:pt>
                <c:pt idx="1930">
                  <c:v>105.23323000000001</c:v>
                </c:pt>
                <c:pt idx="1931">
                  <c:v>105.19616000000001</c:v>
                </c:pt>
                <c:pt idx="1932">
                  <c:v>105.17102</c:v>
                </c:pt>
                <c:pt idx="1933">
                  <c:v>105.16831000000001</c:v>
                </c:pt>
                <c:pt idx="1934">
                  <c:v>105.25003</c:v>
                </c:pt>
                <c:pt idx="1935">
                  <c:v>105.30446999999999</c:v>
                </c:pt>
                <c:pt idx="1936">
                  <c:v>105.39570000000001</c:v>
                </c:pt>
                <c:pt idx="1937">
                  <c:v>105.44309</c:v>
                </c:pt>
                <c:pt idx="1938">
                  <c:v>105.48531</c:v>
                </c:pt>
                <c:pt idx="1939">
                  <c:v>105.59256000000001</c:v>
                </c:pt>
                <c:pt idx="1940">
                  <c:v>105.74093999999999</c:v>
                </c:pt>
                <c:pt idx="1941">
                  <c:v>105.94153</c:v>
                </c:pt>
                <c:pt idx="1942">
                  <c:v>106.15192999999999</c:v>
                </c:pt>
                <c:pt idx="1943">
                  <c:v>106.39587</c:v>
                </c:pt>
                <c:pt idx="1944">
                  <c:v>106.65649999999999</c:v>
                </c:pt>
                <c:pt idx="1945">
                  <c:v>106.92255</c:v>
                </c:pt>
                <c:pt idx="1946">
                  <c:v>107.16155999999999</c:v>
                </c:pt>
                <c:pt idx="1947">
                  <c:v>107.38370999999999</c:v>
                </c:pt>
                <c:pt idx="1948">
                  <c:v>107.59711</c:v>
                </c:pt>
                <c:pt idx="1949">
                  <c:v>107.81102</c:v>
                </c:pt>
                <c:pt idx="1950">
                  <c:v>108.03205</c:v>
                </c:pt>
                <c:pt idx="1951">
                  <c:v>108.25789</c:v>
                </c:pt>
                <c:pt idx="1952">
                  <c:v>108.47926</c:v>
                </c:pt>
                <c:pt idx="1953">
                  <c:v>108.67961</c:v>
                </c:pt>
                <c:pt idx="1954">
                  <c:v>108.83642999999999</c:v>
                </c:pt>
                <c:pt idx="1955">
                  <c:v>108.98915</c:v>
                </c:pt>
                <c:pt idx="1956">
                  <c:v>109.1919</c:v>
                </c:pt>
                <c:pt idx="1957">
                  <c:v>109.35236999999999</c:v>
                </c:pt>
                <c:pt idx="1958">
                  <c:v>109.45701</c:v>
                </c:pt>
                <c:pt idx="1959">
                  <c:v>109.50636</c:v>
                </c:pt>
                <c:pt idx="1960">
                  <c:v>109.53003</c:v>
                </c:pt>
                <c:pt idx="1961">
                  <c:v>109.57234</c:v>
                </c:pt>
                <c:pt idx="1962">
                  <c:v>109.6878</c:v>
                </c:pt>
                <c:pt idx="1963">
                  <c:v>109.86781000000001</c:v>
                </c:pt>
                <c:pt idx="1964">
                  <c:v>110.07626</c:v>
                </c:pt>
                <c:pt idx="1965">
                  <c:v>110.27048000000001</c:v>
                </c:pt>
                <c:pt idx="1966">
                  <c:v>110.49287</c:v>
                </c:pt>
                <c:pt idx="1967">
                  <c:v>110.69387999999999</c:v>
                </c:pt>
                <c:pt idx="1968">
                  <c:v>110.89224</c:v>
                </c:pt>
                <c:pt idx="1969">
                  <c:v>111.09461</c:v>
                </c:pt>
                <c:pt idx="1970">
                  <c:v>111.26454</c:v>
                </c:pt>
                <c:pt idx="1971">
                  <c:v>111.37666</c:v>
                </c:pt>
                <c:pt idx="1972">
                  <c:v>111.44878</c:v>
                </c:pt>
                <c:pt idx="1973">
                  <c:v>111.47923</c:v>
                </c:pt>
                <c:pt idx="1974">
                  <c:v>111.52309</c:v>
                </c:pt>
                <c:pt idx="1975">
                  <c:v>111.59824999999999</c:v>
                </c:pt>
                <c:pt idx="1976">
                  <c:v>111.69723999999999</c:v>
                </c:pt>
                <c:pt idx="1977">
                  <c:v>111.79504</c:v>
                </c:pt>
                <c:pt idx="1978">
                  <c:v>111.76401</c:v>
                </c:pt>
                <c:pt idx="1979">
                  <c:v>111.74918</c:v>
                </c:pt>
                <c:pt idx="1980">
                  <c:v>111.78328</c:v>
                </c:pt>
                <c:pt idx="1981">
                  <c:v>111.80418</c:v>
                </c:pt>
                <c:pt idx="1982">
                  <c:v>111.90358000000001</c:v>
                </c:pt>
                <c:pt idx="1983">
                  <c:v>112.07683</c:v>
                </c:pt>
                <c:pt idx="1984">
                  <c:v>112.18895000000001</c:v>
                </c:pt>
                <c:pt idx="1985">
                  <c:v>112.19673</c:v>
                </c:pt>
                <c:pt idx="1986">
                  <c:v>112.16818000000001</c:v>
                </c:pt>
                <c:pt idx="1987">
                  <c:v>112.12430999999999</c:v>
                </c:pt>
                <c:pt idx="1988">
                  <c:v>112.06264</c:v>
                </c:pt>
                <c:pt idx="1989">
                  <c:v>111.94888</c:v>
                </c:pt>
                <c:pt idx="1990">
                  <c:v>111.77218999999999</c:v>
                </c:pt>
                <c:pt idx="1991">
                  <c:v>111.62053</c:v>
                </c:pt>
                <c:pt idx="1992">
                  <c:v>111.48187</c:v>
                </c:pt>
                <c:pt idx="1993">
                  <c:v>111.29431</c:v>
                </c:pt>
                <c:pt idx="1994">
                  <c:v>111.08163</c:v>
                </c:pt>
                <c:pt idx="1995">
                  <c:v>110.89464</c:v>
                </c:pt>
                <c:pt idx="1996">
                  <c:v>110.65318000000001</c:v>
                </c:pt>
                <c:pt idx="1997">
                  <c:v>110.31667</c:v>
                </c:pt>
                <c:pt idx="1998">
                  <c:v>109.95086999999999</c:v>
                </c:pt>
                <c:pt idx="1999">
                  <c:v>109.63314</c:v>
                </c:pt>
                <c:pt idx="2000">
                  <c:v>109.36217000000001</c:v>
                </c:pt>
                <c:pt idx="2001">
                  <c:v>109.0665</c:v>
                </c:pt>
                <c:pt idx="2002">
                  <c:v>108.75490000000001</c:v>
                </c:pt>
                <c:pt idx="2003">
                  <c:v>108.45426</c:v>
                </c:pt>
                <c:pt idx="2004">
                  <c:v>108.18821</c:v>
                </c:pt>
                <c:pt idx="2005">
                  <c:v>107.90393</c:v>
                </c:pt>
                <c:pt idx="2006">
                  <c:v>107.60302</c:v>
                </c:pt>
                <c:pt idx="2007">
                  <c:v>107.3185</c:v>
                </c:pt>
                <c:pt idx="2008">
                  <c:v>107.06085</c:v>
                </c:pt>
                <c:pt idx="2009">
                  <c:v>106.84551999999999</c:v>
                </c:pt>
                <c:pt idx="2010">
                  <c:v>106.65495</c:v>
                </c:pt>
                <c:pt idx="2011">
                  <c:v>106.46559000000001</c:v>
                </c:pt>
                <c:pt idx="2012">
                  <c:v>106.28111</c:v>
                </c:pt>
                <c:pt idx="2013">
                  <c:v>106.11694</c:v>
                </c:pt>
                <c:pt idx="2014">
                  <c:v>105.96364</c:v>
                </c:pt>
                <c:pt idx="2015">
                  <c:v>105.78813</c:v>
                </c:pt>
                <c:pt idx="2016">
                  <c:v>105.66618</c:v>
                </c:pt>
                <c:pt idx="2017">
                  <c:v>105.58971</c:v>
                </c:pt>
                <c:pt idx="2018">
                  <c:v>105.50429</c:v>
                </c:pt>
                <c:pt idx="2019">
                  <c:v>105.42591</c:v>
                </c:pt>
                <c:pt idx="2020">
                  <c:v>105.3775</c:v>
                </c:pt>
                <c:pt idx="2021">
                  <c:v>105.34971</c:v>
                </c:pt>
                <c:pt idx="2022">
                  <c:v>105.32871</c:v>
                </c:pt>
                <c:pt idx="2023">
                  <c:v>105.29515000000001</c:v>
                </c:pt>
                <c:pt idx="2024">
                  <c:v>105.26109</c:v>
                </c:pt>
                <c:pt idx="2025">
                  <c:v>105.26454</c:v>
                </c:pt>
                <c:pt idx="2026">
                  <c:v>105.29083</c:v>
                </c:pt>
                <c:pt idx="2027">
                  <c:v>105.36151</c:v>
                </c:pt>
                <c:pt idx="2028">
                  <c:v>105.47317</c:v>
                </c:pt>
                <c:pt idx="2029">
                  <c:v>105.62717000000001</c:v>
                </c:pt>
                <c:pt idx="2030">
                  <c:v>105.76944</c:v>
                </c:pt>
                <c:pt idx="2031">
                  <c:v>105.91649</c:v>
                </c:pt>
                <c:pt idx="2032">
                  <c:v>106.0556</c:v>
                </c:pt>
                <c:pt idx="2033">
                  <c:v>106.12985</c:v>
                </c:pt>
                <c:pt idx="2034">
                  <c:v>106.15651</c:v>
                </c:pt>
                <c:pt idx="2035">
                  <c:v>106.11584000000001</c:v>
                </c:pt>
                <c:pt idx="2036">
                  <c:v>106.00941</c:v>
                </c:pt>
                <c:pt idx="2037">
                  <c:v>105.89265</c:v>
                </c:pt>
                <c:pt idx="2038">
                  <c:v>105.76576</c:v>
                </c:pt>
                <c:pt idx="2039">
                  <c:v>105.60187000000001</c:v>
                </c:pt>
                <c:pt idx="2040">
                  <c:v>105.41759</c:v>
                </c:pt>
                <c:pt idx="2041">
                  <c:v>105.24863000000001</c:v>
                </c:pt>
                <c:pt idx="2042">
                  <c:v>105.06985</c:v>
                </c:pt>
                <c:pt idx="2043">
                  <c:v>104.86908</c:v>
                </c:pt>
                <c:pt idx="2044">
                  <c:v>104.66334999999999</c:v>
                </c:pt>
                <c:pt idx="2045">
                  <c:v>104.51913999999999</c:v>
                </c:pt>
                <c:pt idx="2046">
                  <c:v>104.42406</c:v>
                </c:pt>
                <c:pt idx="2047">
                  <c:v>104.34278999999999</c:v>
                </c:pt>
                <c:pt idx="2048">
                  <c:v>104.21477</c:v>
                </c:pt>
                <c:pt idx="2049">
                  <c:v>104.0802</c:v>
                </c:pt>
                <c:pt idx="2050">
                  <c:v>103.96348999999999</c:v>
                </c:pt>
                <c:pt idx="2051">
                  <c:v>103.88151999999999</c:v>
                </c:pt>
                <c:pt idx="2052">
                  <c:v>103.83322</c:v>
                </c:pt>
                <c:pt idx="2053">
                  <c:v>103.78299</c:v>
                </c:pt>
                <c:pt idx="2054">
                  <c:v>103.7225</c:v>
                </c:pt>
                <c:pt idx="2055">
                  <c:v>103.66240000000001</c:v>
                </c:pt>
                <c:pt idx="2056">
                  <c:v>103.61199000000001</c:v>
                </c:pt>
                <c:pt idx="2057">
                  <c:v>103.55347</c:v>
                </c:pt>
                <c:pt idx="2058">
                  <c:v>103.47408</c:v>
                </c:pt>
                <c:pt idx="2059">
                  <c:v>103.37702</c:v>
                </c:pt>
                <c:pt idx="2060">
                  <c:v>103.30902</c:v>
                </c:pt>
                <c:pt idx="2061">
                  <c:v>103.24717</c:v>
                </c:pt>
                <c:pt idx="2062">
                  <c:v>103.18669</c:v>
                </c:pt>
                <c:pt idx="2063">
                  <c:v>103.09671</c:v>
                </c:pt>
                <c:pt idx="2064">
                  <c:v>102.97453</c:v>
                </c:pt>
                <c:pt idx="2065">
                  <c:v>102.85634</c:v>
                </c:pt>
                <c:pt idx="2066">
                  <c:v>102.76294</c:v>
                </c:pt>
                <c:pt idx="2067">
                  <c:v>102.63892</c:v>
                </c:pt>
                <c:pt idx="2068">
                  <c:v>102.49454</c:v>
                </c:pt>
                <c:pt idx="2069">
                  <c:v>102.35444</c:v>
                </c:pt>
                <c:pt idx="2070">
                  <c:v>102.20802</c:v>
                </c:pt>
                <c:pt idx="2071">
                  <c:v>102.09737</c:v>
                </c:pt>
                <c:pt idx="2072">
                  <c:v>101.99097</c:v>
                </c:pt>
                <c:pt idx="2073">
                  <c:v>101.95044</c:v>
                </c:pt>
                <c:pt idx="2074">
                  <c:v>101.90625</c:v>
                </c:pt>
                <c:pt idx="2075">
                  <c:v>101.80714999999999</c:v>
                </c:pt>
                <c:pt idx="2076">
                  <c:v>101.70103</c:v>
                </c:pt>
                <c:pt idx="2077">
                  <c:v>101.60802</c:v>
                </c:pt>
                <c:pt idx="2078">
                  <c:v>101.57032</c:v>
                </c:pt>
                <c:pt idx="2079">
                  <c:v>101.55370000000001</c:v>
                </c:pt>
                <c:pt idx="2080">
                  <c:v>101.50941</c:v>
                </c:pt>
                <c:pt idx="2081">
                  <c:v>101.40513</c:v>
                </c:pt>
                <c:pt idx="2082">
                  <c:v>101.22189</c:v>
                </c:pt>
                <c:pt idx="2083">
                  <c:v>101.12648</c:v>
                </c:pt>
                <c:pt idx="2084">
                  <c:v>101.10825</c:v>
                </c:pt>
                <c:pt idx="2085">
                  <c:v>101.05753</c:v>
                </c:pt>
                <c:pt idx="2086">
                  <c:v>100.97619</c:v>
                </c:pt>
                <c:pt idx="2087">
                  <c:v>100.95592000000001</c:v>
                </c:pt>
                <c:pt idx="2088">
                  <c:v>100.96611</c:v>
                </c:pt>
                <c:pt idx="2089">
                  <c:v>100.97086</c:v>
                </c:pt>
                <c:pt idx="2090">
                  <c:v>100.96351</c:v>
                </c:pt>
                <c:pt idx="2091">
                  <c:v>100.92272</c:v>
                </c:pt>
                <c:pt idx="2092">
                  <c:v>100.87119</c:v>
                </c:pt>
                <c:pt idx="2093">
                  <c:v>100.86866000000001</c:v>
                </c:pt>
                <c:pt idx="2094">
                  <c:v>100.91316999999999</c:v>
                </c:pt>
                <c:pt idx="2095">
                  <c:v>100.97186000000001</c:v>
                </c:pt>
                <c:pt idx="2096">
                  <c:v>100.95065</c:v>
                </c:pt>
                <c:pt idx="2097">
                  <c:v>100.82881</c:v>
                </c:pt>
                <c:pt idx="2098">
                  <c:v>100.74679999999999</c:v>
                </c:pt>
                <c:pt idx="2099">
                  <c:v>100.76730000000001</c:v>
                </c:pt>
                <c:pt idx="2100">
                  <c:v>100.80171</c:v>
                </c:pt>
                <c:pt idx="2101">
                  <c:v>100.78428</c:v>
                </c:pt>
                <c:pt idx="2102">
                  <c:v>100.78355000000001</c:v>
                </c:pt>
                <c:pt idx="2103">
                  <c:v>100.83649</c:v>
                </c:pt>
                <c:pt idx="2104">
                  <c:v>100.92497</c:v>
                </c:pt>
                <c:pt idx="2105">
                  <c:v>101.01663000000001</c:v>
                </c:pt>
                <c:pt idx="2106">
                  <c:v>101.07599999999999</c:v>
                </c:pt>
                <c:pt idx="2107">
                  <c:v>101.05201</c:v>
                </c:pt>
                <c:pt idx="2108">
                  <c:v>100.99066000000001</c:v>
                </c:pt>
                <c:pt idx="2109">
                  <c:v>100.96115</c:v>
                </c:pt>
                <c:pt idx="2110">
                  <c:v>100.96165999999999</c:v>
                </c:pt>
                <c:pt idx="2111">
                  <c:v>100.92876</c:v>
                </c:pt>
                <c:pt idx="2112">
                  <c:v>100.84631</c:v>
                </c:pt>
                <c:pt idx="2113">
                  <c:v>100.76716</c:v>
                </c:pt>
                <c:pt idx="2114">
                  <c:v>100.68962000000001</c:v>
                </c:pt>
                <c:pt idx="2115">
                  <c:v>100.54198</c:v>
                </c:pt>
                <c:pt idx="2116">
                  <c:v>100.37098</c:v>
                </c:pt>
                <c:pt idx="2117">
                  <c:v>100.24961</c:v>
                </c:pt>
                <c:pt idx="2118">
                  <c:v>100.14573</c:v>
                </c:pt>
                <c:pt idx="2119">
                  <c:v>100.0351</c:v>
                </c:pt>
                <c:pt idx="2120">
                  <c:v>99.972365999999994</c:v>
                </c:pt>
                <c:pt idx="2121">
                  <c:v>99.872794999999996</c:v>
                </c:pt>
                <c:pt idx="2122">
                  <c:v>99.723442000000006</c:v>
                </c:pt>
                <c:pt idx="2123">
                  <c:v>99.611144999999993</c:v>
                </c:pt>
                <c:pt idx="2124">
                  <c:v>99.512932000000006</c:v>
                </c:pt>
                <c:pt idx="2125">
                  <c:v>99.383492000000004</c:v>
                </c:pt>
                <c:pt idx="2126">
                  <c:v>99.238213000000002</c:v>
                </c:pt>
                <c:pt idx="2127">
                  <c:v>99.138039000000006</c:v>
                </c:pt>
                <c:pt idx="2128">
                  <c:v>99.104279000000005</c:v>
                </c:pt>
                <c:pt idx="2129">
                  <c:v>99.104575999999994</c:v>
                </c:pt>
                <c:pt idx="2130">
                  <c:v>99.148589999999999</c:v>
                </c:pt>
                <c:pt idx="2131">
                  <c:v>99.161850000000001</c:v>
                </c:pt>
                <c:pt idx="2132">
                  <c:v>99.161216999999994</c:v>
                </c:pt>
                <c:pt idx="2133">
                  <c:v>99.110045999999997</c:v>
                </c:pt>
                <c:pt idx="2134">
                  <c:v>99.044937000000004</c:v>
                </c:pt>
                <c:pt idx="2135">
                  <c:v>99.028312999999997</c:v>
                </c:pt>
                <c:pt idx="2136">
                  <c:v>99.091255000000004</c:v>
                </c:pt>
                <c:pt idx="2137">
                  <c:v>99.193664999999996</c:v>
                </c:pt>
                <c:pt idx="2138">
                  <c:v>99.308716000000004</c:v>
                </c:pt>
                <c:pt idx="2139">
                  <c:v>99.397141000000005</c:v>
                </c:pt>
                <c:pt idx="2140">
                  <c:v>99.526732999999993</c:v>
                </c:pt>
                <c:pt idx="2141">
                  <c:v>99.699081000000007</c:v>
                </c:pt>
                <c:pt idx="2142">
                  <c:v>99.912780999999995</c:v>
                </c:pt>
                <c:pt idx="2143">
                  <c:v>100.14363</c:v>
                </c:pt>
                <c:pt idx="2144">
                  <c:v>100.32271</c:v>
                </c:pt>
                <c:pt idx="2145">
                  <c:v>100.45617</c:v>
                </c:pt>
                <c:pt idx="2146">
                  <c:v>100.67243999999999</c:v>
                </c:pt>
                <c:pt idx="2147">
                  <c:v>100.86323</c:v>
                </c:pt>
                <c:pt idx="2148">
                  <c:v>101.00581</c:v>
                </c:pt>
                <c:pt idx="2149">
                  <c:v>101.17313</c:v>
                </c:pt>
                <c:pt idx="2150">
                  <c:v>101.42824</c:v>
                </c:pt>
                <c:pt idx="2151">
                  <c:v>101.68675</c:v>
                </c:pt>
                <c:pt idx="2152">
                  <c:v>101.99397</c:v>
                </c:pt>
                <c:pt idx="2153">
                  <c:v>102.33447</c:v>
                </c:pt>
                <c:pt idx="2154">
                  <c:v>102.49742000000001</c:v>
                </c:pt>
                <c:pt idx="2155">
                  <c:v>102.55695</c:v>
                </c:pt>
                <c:pt idx="2156">
                  <c:v>102.64985</c:v>
                </c:pt>
                <c:pt idx="2157">
                  <c:v>102.72230999999999</c:v>
                </c:pt>
                <c:pt idx="2158">
                  <c:v>102.77663</c:v>
                </c:pt>
                <c:pt idx="2159">
                  <c:v>102.88573</c:v>
                </c:pt>
                <c:pt idx="2160">
                  <c:v>103.14091000000001</c:v>
                </c:pt>
                <c:pt idx="2161">
                  <c:v>103.38267999999999</c:v>
                </c:pt>
                <c:pt idx="2162">
                  <c:v>103.70049</c:v>
                </c:pt>
                <c:pt idx="2163">
                  <c:v>104.09219</c:v>
                </c:pt>
                <c:pt idx="2164">
                  <c:v>104.39717</c:v>
                </c:pt>
                <c:pt idx="2165">
                  <c:v>104.62348</c:v>
                </c:pt>
                <c:pt idx="2166">
                  <c:v>104.95874999999999</c:v>
                </c:pt>
                <c:pt idx="2167">
                  <c:v>105.28706</c:v>
                </c:pt>
                <c:pt idx="2168">
                  <c:v>105.53605</c:v>
                </c:pt>
                <c:pt idx="2169">
                  <c:v>105.74606</c:v>
                </c:pt>
                <c:pt idx="2170">
                  <c:v>105.99905</c:v>
                </c:pt>
                <c:pt idx="2171">
                  <c:v>106.28313</c:v>
                </c:pt>
                <c:pt idx="2172">
                  <c:v>106.44219</c:v>
                </c:pt>
                <c:pt idx="2173">
                  <c:v>106.63764</c:v>
                </c:pt>
                <c:pt idx="2174">
                  <c:v>106.98145</c:v>
                </c:pt>
                <c:pt idx="2175">
                  <c:v>107.3381</c:v>
                </c:pt>
                <c:pt idx="2176">
                  <c:v>107.67294</c:v>
                </c:pt>
                <c:pt idx="2177">
                  <c:v>108.02905</c:v>
                </c:pt>
                <c:pt idx="2178">
                  <c:v>108.27655</c:v>
                </c:pt>
                <c:pt idx="2179">
                  <c:v>108.48877</c:v>
                </c:pt>
                <c:pt idx="2180">
                  <c:v>108.69146000000001</c:v>
                </c:pt>
                <c:pt idx="2181">
                  <c:v>108.91359</c:v>
                </c:pt>
                <c:pt idx="2182">
                  <c:v>109.14391000000001</c:v>
                </c:pt>
                <c:pt idx="2183">
                  <c:v>109.36224</c:v>
                </c:pt>
                <c:pt idx="2184">
                  <c:v>109.56343</c:v>
                </c:pt>
                <c:pt idx="2185">
                  <c:v>109.78146</c:v>
                </c:pt>
                <c:pt idx="2186">
                  <c:v>110.03959</c:v>
                </c:pt>
                <c:pt idx="2187">
                  <c:v>110.33678999999999</c:v>
                </c:pt>
                <c:pt idx="2188">
                  <c:v>110.60307</c:v>
                </c:pt>
                <c:pt idx="2189">
                  <c:v>110.84063</c:v>
                </c:pt>
                <c:pt idx="2190">
                  <c:v>111.03402</c:v>
                </c:pt>
                <c:pt idx="2191">
                  <c:v>111.16799</c:v>
                </c:pt>
                <c:pt idx="2192">
                  <c:v>111.26878000000001</c:v>
                </c:pt>
                <c:pt idx="2193">
                  <c:v>111.3747</c:v>
                </c:pt>
                <c:pt idx="2194">
                  <c:v>111.50191</c:v>
                </c:pt>
                <c:pt idx="2195">
                  <c:v>111.64076</c:v>
                </c:pt>
                <c:pt idx="2196">
                  <c:v>111.80202</c:v>
                </c:pt>
                <c:pt idx="2197">
                  <c:v>111.89291</c:v>
                </c:pt>
                <c:pt idx="2198">
                  <c:v>111.90022999999999</c:v>
                </c:pt>
                <c:pt idx="2199">
                  <c:v>111.9024</c:v>
                </c:pt>
                <c:pt idx="2200">
                  <c:v>111.86586</c:v>
                </c:pt>
                <c:pt idx="2201">
                  <c:v>111.80853</c:v>
                </c:pt>
                <c:pt idx="2202">
                  <c:v>111.7465</c:v>
                </c:pt>
                <c:pt idx="2203">
                  <c:v>111.67037999999999</c:v>
                </c:pt>
                <c:pt idx="2204">
                  <c:v>111.63721</c:v>
                </c:pt>
                <c:pt idx="2205">
                  <c:v>111.62924</c:v>
                </c:pt>
                <c:pt idx="2206">
                  <c:v>111.5915</c:v>
                </c:pt>
                <c:pt idx="2207">
                  <c:v>111.61239999999999</c:v>
                </c:pt>
                <c:pt idx="2208">
                  <c:v>111.68181</c:v>
                </c:pt>
                <c:pt idx="2209">
                  <c:v>111.71845999999999</c:v>
                </c:pt>
                <c:pt idx="2210">
                  <c:v>111.76778</c:v>
                </c:pt>
                <c:pt idx="2211">
                  <c:v>111.82733</c:v>
                </c:pt>
                <c:pt idx="2212">
                  <c:v>111.93256</c:v>
                </c:pt>
                <c:pt idx="2213">
                  <c:v>112.05973</c:v>
                </c:pt>
                <c:pt idx="2214">
                  <c:v>112.16562</c:v>
                </c:pt>
                <c:pt idx="2215">
                  <c:v>112.35059</c:v>
                </c:pt>
                <c:pt idx="2216">
                  <c:v>112.57554</c:v>
                </c:pt>
                <c:pt idx="2217">
                  <c:v>112.73285</c:v>
                </c:pt>
                <c:pt idx="2218">
                  <c:v>112.87608</c:v>
                </c:pt>
                <c:pt idx="2219">
                  <c:v>113.01067</c:v>
                </c:pt>
                <c:pt idx="2220">
                  <c:v>113.15730000000001</c:v>
                </c:pt>
                <c:pt idx="2221">
                  <c:v>113.28196</c:v>
                </c:pt>
                <c:pt idx="2222">
                  <c:v>113.39145000000001</c:v>
                </c:pt>
                <c:pt idx="2223">
                  <c:v>113.48196</c:v>
                </c:pt>
                <c:pt idx="2224">
                  <c:v>113.56605999999999</c:v>
                </c:pt>
                <c:pt idx="2225">
                  <c:v>113.66647</c:v>
                </c:pt>
                <c:pt idx="2226">
                  <c:v>113.79035</c:v>
                </c:pt>
                <c:pt idx="2227">
                  <c:v>113.91709</c:v>
                </c:pt>
                <c:pt idx="2228">
                  <c:v>114.03067</c:v>
                </c:pt>
                <c:pt idx="2229">
                  <c:v>114.13549999999999</c:v>
                </c:pt>
                <c:pt idx="2230">
                  <c:v>114.27030000000001</c:v>
                </c:pt>
                <c:pt idx="2231">
                  <c:v>114.36121</c:v>
                </c:pt>
                <c:pt idx="2232">
                  <c:v>114.49074</c:v>
                </c:pt>
                <c:pt idx="2233">
                  <c:v>114.65414</c:v>
                </c:pt>
                <c:pt idx="2234">
                  <c:v>114.78534000000001</c:v>
                </c:pt>
                <c:pt idx="2235">
                  <c:v>114.94016000000001</c:v>
                </c:pt>
                <c:pt idx="2236">
                  <c:v>115.12042</c:v>
                </c:pt>
                <c:pt idx="2237">
                  <c:v>115.31972</c:v>
                </c:pt>
                <c:pt idx="2238">
                  <c:v>115.48184000000001</c:v>
                </c:pt>
                <c:pt idx="2239">
                  <c:v>115.61426</c:v>
                </c:pt>
                <c:pt idx="2240">
                  <c:v>115.78807999999999</c:v>
                </c:pt>
                <c:pt idx="2241">
                  <c:v>115.91571</c:v>
                </c:pt>
                <c:pt idx="2242">
                  <c:v>116.08825</c:v>
                </c:pt>
                <c:pt idx="2243">
                  <c:v>116.20153999999999</c:v>
                </c:pt>
                <c:pt idx="2244">
                  <c:v>116.28297000000001</c:v>
                </c:pt>
                <c:pt idx="2245">
                  <c:v>116.33534</c:v>
                </c:pt>
                <c:pt idx="2246">
                  <c:v>116.38621999999999</c:v>
                </c:pt>
                <c:pt idx="2247">
                  <c:v>116.43531</c:v>
                </c:pt>
                <c:pt idx="2248">
                  <c:v>116.41042</c:v>
                </c:pt>
                <c:pt idx="2249">
                  <c:v>116.42715</c:v>
                </c:pt>
                <c:pt idx="2250">
                  <c:v>116.482</c:v>
                </c:pt>
                <c:pt idx="2251">
                  <c:v>116.53352</c:v>
                </c:pt>
                <c:pt idx="2252">
                  <c:v>116.60777</c:v>
                </c:pt>
                <c:pt idx="2253">
                  <c:v>116.71061</c:v>
                </c:pt>
                <c:pt idx="2254">
                  <c:v>116.86077</c:v>
                </c:pt>
                <c:pt idx="2255">
                  <c:v>116.97069999999999</c:v>
                </c:pt>
                <c:pt idx="2256">
                  <c:v>117.12933</c:v>
                </c:pt>
                <c:pt idx="2257">
                  <c:v>117.21419</c:v>
                </c:pt>
                <c:pt idx="2258">
                  <c:v>117.23497</c:v>
                </c:pt>
                <c:pt idx="2259">
                  <c:v>117.27016</c:v>
                </c:pt>
                <c:pt idx="2260">
                  <c:v>117.31245</c:v>
                </c:pt>
                <c:pt idx="2261">
                  <c:v>117.41451000000001</c:v>
                </c:pt>
                <c:pt idx="2262">
                  <c:v>117.49948999999999</c:v>
                </c:pt>
                <c:pt idx="2263">
                  <c:v>117.49307</c:v>
                </c:pt>
                <c:pt idx="2264">
                  <c:v>117.45827</c:v>
                </c:pt>
                <c:pt idx="2265">
                  <c:v>117.43437</c:v>
                </c:pt>
                <c:pt idx="2266">
                  <c:v>117.39192</c:v>
                </c:pt>
                <c:pt idx="2267">
                  <c:v>117.36317</c:v>
                </c:pt>
                <c:pt idx="2268">
                  <c:v>117.34618</c:v>
                </c:pt>
                <c:pt idx="2269">
                  <c:v>117.42542</c:v>
                </c:pt>
                <c:pt idx="2270">
                  <c:v>117.55602</c:v>
                </c:pt>
                <c:pt idx="2271">
                  <c:v>117.64382000000001</c:v>
                </c:pt>
                <c:pt idx="2272">
                  <c:v>117.67681</c:v>
                </c:pt>
                <c:pt idx="2273">
                  <c:v>117.64700000000001</c:v>
                </c:pt>
                <c:pt idx="2274">
                  <c:v>117.65473</c:v>
                </c:pt>
                <c:pt idx="2275">
                  <c:v>117.67180999999999</c:v>
                </c:pt>
                <c:pt idx="2276">
                  <c:v>117.69889999999999</c:v>
                </c:pt>
                <c:pt idx="2277">
                  <c:v>117.70511</c:v>
                </c:pt>
                <c:pt idx="2278">
                  <c:v>117.76361</c:v>
                </c:pt>
                <c:pt idx="2279">
                  <c:v>117.78873</c:v>
                </c:pt>
                <c:pt idx="2280">
                  <c:v>117.81622</c:v>
                </c:pt>
                <c:pt idx="2281">
                  <c:v>117.90286</c:v>
                </c:pt>
                <c:pt idx="2282">
                  <c:v>118.051</c:v>
                </c:pt>
                <c:pt idx="2283">
                  <c:v>118.19655</c:v>
                </c:pt>
                <c:pt idx="2284">
                  <c:v>118.30136</c:v>
                </c:pt>
                <c:pt idx="2285">
                  <c:v>118.3849</c:v>
                </c:pt>
                <c:pt idx="2286">
                  <c:v>118.48900999999999</c:v>
                </c:pt>
                <c:pt idx="2287">
                  <c:v>118.61017</c:v>
                </c:pt>
                <c:pt idx="2288">
                  <c:v>118.78742</c:v>
                </c:pt>
                <c:pt idx="2289">
                  <c:v>119.01272</c:v>
                </c:pt>
                <c:pt idx="2290">
                  <c:v>119.23681999999999</c:v>
                </c:pt>
                <c:pt idx="2291">
                  <c:v>119.40781</c:v>
                </c:pt>
                <c:pt idx="2292">
                  <c:v>119.58461</c:v>
                </c:pt>
                <c:pt idx="2293">
                  <c:v>119.78043</c:v>
                </c:pt>
                <c:pt idx="2294">
                  <c:v>120.08454</c:v>
                </c:pt>
                <c:pt idx="2295">
                  <c:v>120.41096</c:v>
                </c:pt>
                <c:pt idx="2296">
                  <c:v>120.58508</c:v>
                </c:pt>
                <c:pt idx="2297">
                  <c:v>120.80651</c:v>
                </c:pt>
                <c:pt idx="2298">
                  <c:v>121.06879000000001</c:v>
                </c:pt>
                <c:pt idx="2299">
                  <c:v>121.26305000000001</c:v>
                </c:pt>
                <c:pt idx="2300">
                  <c:v>121.30840000000001</c:v>
                </c:pt>
                <c:pt idx="2301">
                  <c:v>121.26051</c:v>
                </c:pt>
                <c:pt idx="2302">
                  <c:v>121.34578999999999</c:v>
                </c:pt>
                <c:pt idx="2303">
                  <c:v>121.38536000000001</c:v>
                </c:pt>
                <c:pt idx="2304">
                  <c:v>121.30331</c:v>
                </c:pt>
                <c:pt idx="2305">
                  <c:v>121.10114</c:v>
                </c:pt>
                <c:pt idx="2306">
                  <c:v>120.97085</c:v>
                </c:pt>
                <c:pt idx="2307">
                  <c:v>120.8934</c:v>
                </c:pt>
                <c:pt idx="2308">
                  <c:v>120.96474000000001</c:v>
                </c:pt>
                <c:pt idx="2309">
                  <c:v>121.12609999999999</c:v>
                </c:pt>
                <c:pt idx="2310">
                  <c:v>121.36275000000001</c:v>
                </c:pt>
                <c:pt idx="2311">
                  <c:v>121.6815</c:v>
                </c:pt>
                <c:pt idx="2312">
                  <c:v>122.00585</c:v>
                </c:pt>
                <c:pt idx="2313">
                  <c:v>122.31617</c:v>
                </c:pt>
                <c:pt idx="2314">
                  <c:v>122.53316</c:v>
                </c:pt>
                <c:pt idx="2315">
                  <c:v>122.64999</c:v>
                </c:pt>
                <c:pt idx="2316">
                  <c:v>122.81498999999999</c:v>
                </c:pt>
                <c:pt idx="2317">
                  <c:v>123.08007000000001</c:v>
                </c:pt>
                <c:pt idx="2318">
                  <c:v>123.32745</c:v>
                </c:pt>
                <c:pt idx="2319">
                  <c:v>123.36059</c:v>
                </c:pt>
                <c:pt idx="2320">
                  <c:v>123.32259000000001</c:v>
                </c:pt>
                <c:pt idx="2321">
                  <c:v>123.22539999999999</c:v>
                </c:pt>
                <c:pt idx="2322">
                  <c:v>123.05244999999999</c:v>
                </c:pt>
                <c:pt idx="2323">
                  <c:v>123.01564</c:v>
                </c:pt>
                <c:pt idx="2324">
                  <c:v>123.14791</c:v>
                </c:pt>
                <c:pt idx="2325">
                  <c:v>123.39122</c:v>
                </c:pt>
                <c:pt idx="2326">
                  <c:v>123.55449</c:v>
                </c:pt>
                <c:pt idx="2327">
                  <c:v>123.67292</c:v>
                </c:pt>
                <c:pt idx="2328">
                  <c:v>123.68686</c:v>
                </c:pt>
                <c:pt idx="2329">
                  <c:v>123.6461</c:v>
                </c:pt>
                <c:pt idx="2330">
                  <c:v>123.56336</c:v>
                </c:pt>
                <c:pt idx="2331">
                  <c:v>123.45171000000001</c:v>
                </c:pt>
                <c:pt idx="2332">
                  <c:v>123.3944</c:v>
                </c:pt>
                <c:pt idx="2333">
                  <c:v>123.30117</c:v>
                </c:pt>
                <c:pt idx="2334">
                  <c:v>123.17862</c:v>
                </c:pt>
                <c:pt idx="2335">
                  <c:v>122.9408</c:v>
                </c:pt>
                <c:pt idx="2336">
                  <c:v>122.64400000000001</c:v>
                </c:pt>
                <c:pt idx="2337">
                  <c:v>122.53461</c:v>
                </c:pt>
                <c:pt idx="2338">
                  <c:v>122.50682999999999</c:v>
                </c:pt>
                <c:pt idx="2339">
                  <c:v>122.52289</c:v>
                </c:pt>
                <c:pt idx="2340">
                  <c:v>122.58068</c:v>
                </c:pt>
                <c:pt idx="2341">
                  <c:v>122.62598</c:v>
                </c:pt>
                <c:pt idx="2342">
                  <c:v>122.63271</c:v>
                </c:pt>
                <c:pt idx="2343">
                  <c:v>122.61104</c:v>
                </c:pt>
                <c:pt idx="2344">
                  <c:v>122.53247</c:v>
                </c:pt>
                <c:pt idx="2345">
                  <c:v>122.41049</c:v>
                </c:pt>
                <c:pt idx="2346">
                  <c:v>122.24462</c:v>
                </c:pt>
                <c:pt idx="2347">
                  <c:v>121.99994</c:v>
                </c:pt>
                <c:pt idx="2348">
                  <c:v>121.8638</c:v>
                </c:pt>
                <c:pt idx="2349">
                  <c:v>121.79504</c:v>
                </c:pt>
                <c:pt idx="2350">
                  <c:v>121.68496</c:v>
                </c:pt>
                <c:pt idx="2351">
                  <c:v>121.59779</c:v>
                </c:pt>
                <c:pt idx="2352">
                  <c:v>121.6935</c:v>
                </c:pt>
                <c:pt idx="2353">
                  <c:v>121.87625</c:v>
                </c:pt>
                <c:pt idx="2354">
                  <c:v>121.98090000000001</c:v>
                </c:pt>
                <c:pt idx="2355">
                  <c:v>122.01161999999999</c:v>
                </c:pt>
                <c:pt idx="2356">
                  <c:v>122.12148000000001</c:v>
                </c:pt>
                <c:pt idx="2357">
                  <c:v>122.24881999999999</c:v>
                </c:pt>
                <c:pt idx="2358">
                  <c:v>122.38002</c:v>
                </c:pt>
                <c:pt idx="2359">
                  <c:v>122.43463</c:v>
                </c:pt>
                <c:pt idx="2360">
                  <c:v>122.47909</c:v>
                </c:pt>
                <c:pt idx="2361">
                  <c:v>122.55849000000001</c:v>
                </c:pt>
                <c:pt idx="2362">
                  <c:v>122.62119</c:v>
                </c:pt>
                <c:pt idx="2363">
                  <c:v>122.60686</c:v>
                </c:pt>
                <c:pt idx="2364">
                  <c:v>122.51828</c:v>
                </c:pt>
                <c:pt idx="2365">
                  <c:v>122.49993000000001</c:v>
                </c:pt>
                <c:pt idx="2366">
                  <c:v>122.46253</c:v>
                </c:pt>
                <c:pt idx="2367">
                  <c:v>122.28837</c:v>
                </c:pt>
                <c:pt idx="2368">
                  <c:v>122.1123</c:v>
                </c:pt>
                <c:pt idx="2369">
                  <c:v>122.04968</c:v>
                </c:pt>
                <c:pt idx="2370">
                  <c:v>122.00294</c:v>
                </c:pt>
                <c:pt idx="2371">
                  <c:v>122.06184</c:v>
                </c:pt>
                <c:pt idx="2372">
                  <c:v>122.0992</c:v>
                </c:pt>
                <c:pt idx="2373">
                  <c:v>122.11187</c:v>
                </c:pt>
                <c:pt idx="2374">
                  <c:v>122.12567</c:v>
                </c:pt>
                <c:pt idx="2375">
                  <c:v>122.16726</c:v>
                </c:pt>
                <c:pt idx="2376">
                  <c:v>122.17089</c:v>
                </c:pt>
                <c:pt idx="2377">
                  <c:v>122.1474</c:v>
                </c:pt>
                <c:pt idx="2378">
                  <c:v>122.11436</c:v>
                </c:pt>
                <c:pt idx="2379">
                  <c:v>122.10458</c:v>
                </c:pt>
                <c:pt idx="2380">
                  <c:v>122.04028</c:v>
                </c:pt>
                <c:pt idx="2381">
                  <c:v>121.92559</c:v>
                </c:pt>
                <c:pt idx="2382">
                  <c:v>120.21756999999999</c:v>
                </c:pt>
                <c:pt idx="2383">
                  <c:v>118.95892000000001</c:v>
                </c:pt>
                <c:pt idx="2384">
                  <c:v>118.50506</c:v>
                </c:pt>
                <c:pt idx="2385">
                  <c:v>118.52857</c:v>
                </c:pt>
                <c:pt idx="2386">
                  <c:v>118.62888</c:v>
                </c:pt>
                <c:pt idx="2387">
                  <c:v>118.75655999999999</c:v>
                </c:pt>
                <c:pt idx="2388">
                  <c:v>118.88887</c:v>
                </c:pt>
                <c:pt idx="2389">
                  <c:v>119.0153</c:v>
                </c:pt>
                <c:pt idx="2390">
                  <c:v>119.15044</c:v>
                </c:pt>
                <c:pt idx="2391">
                  <c:v>119.25632</c:v>
                </c:pt>
                <c:pt idx="2392">
                  <c:v>119.25214</c:v>
                </c:pt>
                <c:pt idx="2393">
                  <c:v>119.21877000000001</c:v>
                </c:pt>
                <c:pt idx="2394">
                  <c:v>119.22348</c:v>
                </c:pt>
                <c:pt idx="2395">
                  <c:v>119.2688</c:v>
                </c:pt>
                <c:pt idx="2396">
                  <c:v>119.35379</c:v>
                </c:pt>
                <c:pt idx="2397">
                  <c:v>119.47127999999999</c:v>
                </c:pt>
                <c:pt idx="2398">
                  <c:v>119.63769000000001</c:v>
                </c:pt>
                <c:pt idx="2399">
                  <c:v>119.78699</c:v>
                </c:pt>
                <c:pt idx="2400">
                  <c:v>119.90871</c:v>
                </c:pt>
                <c:pt idx="2401">
                  <c:v>120.00364</c:v>
                </c:pt>
                <c:pt idx="2402">
                  <c:v>120.10417</c:v>
                </c:pt>
                <c:pt idx="2403">
                  <c:v>120.21447999999999</c:v>
                </c:pt>
                <c:pt idx="2404">
                  <c:v>120.34133</c:v>
                </c:pt>
                <c:pt idx="2405">
                  <c:v>120.46285</c:v>
                </c:pt>
                <c:pt idx="2406">
                  <c:v>120.53417</c:v>
                </c:pt>
                <c:pt idx="2407">
                  <c:v>120.58369</c:v>
                </c:pt>
                <c:pt idx="2408">
                  <c:v>120.6358</c:v>
                </c:pt>
                <c:pt idx="2409">
                  <c:v>120.65680999999999</c:v>
                </c:pt>
                <c:pt idx="2410">
                  <c:v>120.63579</c:v>
                </c:pt>
                <c:pt idx="2411">
                  <c:v>120.64818</c:v>
                </c:pt>
                <c:pt idx="2412">
                  <c:v>120.66670999999999</c:v>
                </c:pt>
                <c:pt idx="2413">
                  <c:v>120.73887000000001</c:v>
                </c:pt>
                <c:pt idx="2414">
                  <c:v>120.80285000000001</c:v>
                </c:pt>
                <c:pt idx="2415">
                  <c:v>120.86736999999999</c:v>
                </c:pt>
                <c:pt idx="2416">
                  <c:v>120.93727</c:v>
                </c:pt>
                <c:pt idx="2417">
                  <c:v>120.84338</c:v>
                </c:pt>
                <c:pt idx="2418">
                  <c:v>120.56547</c:v>
                </c:pt>
                <c:pt idx="2419">
                  <c:v>120.28209</c:v>
                </c:pt>
                <c:pt idx="2420">
                  <c:v>120.03829</c:v>
                </c:pt>
                <c:pt idx="2421">
                  <c:v>119.72056000000001</c:v>
                </c:pt>
                <c:pt idx="2422">
                  <c:v>119.36766</c:v>
                </c:pt>
                <c:pt idx="2423">
                  <c:v>119.09936999999999</c:v>
                </c:pt>
                <c:pt idx="2424">
                  <c:v>118.76203</c:v>
                </c:pt>
                <c:pt idx="2425">
                  <c:v>118.36842</c:v>
                </c:pt>
                <c:pt idx="2426">
                  <c:v>117.96283</c:v>
                </c:pt>
                <c:pt idx="2427">
                  <c:v>117.58625000000001</c:v>
                </c:pt>
                <c:pt idx="2428">
                  <c:v>117.2415</c:v>
                </c:pt>
                <c:pt idx="2429">
                  <c:v>116.94408</c:v>
                </c:pt>
                <c:pt idx="2430">
                  <c:v>116.65259</c:v>
                </c:pt>
                <c:pt idx="2431">
                  <c:v>116.39373999999999</c:v>
                </c:pt>
                <c:pt idx="2432">
                  <c:v>116.15346</c:v>
                </c:pt>
                <c:pt idx="2433">
                  <c:v>115.93182</c:v>
                </c:pt>
                <c:pt idx="2434">
                  <c:v>115.73048</c:v>
                </c:pt>
                <c:pt idx="2435">
                  <c:v>115.54900000000001</c:v>
                </c:pt>
                <c:pt idx="2436">
                  <c:v>115.3608</c:v>
                </c:pt>
                <c:pt idx="2437">
                  <c:v>115.17344</c:v>
                </c:pt>
                <c:pt idx="2438">
                  <c:v>115.00641</c:v>
                </c:pt>
                <c:pt idx="2439">
                  <c:v>114.84072999999999</c:v>
                </c:pt>
                <c:pt idx="2440">
                  <c:v>114.67017</c:v>
                </c:pt>
                <c:pt idx="2441">
                  <c:v>114.49348999999999</c:v>
                </c:pt>
                <c:pt idx="2442">
                  <c:v>114.32004999999999</c:v>
                </c:pt>
                <c:pt idx="2443">
                  <c:v>114.15127</c:v>
                </c:pt>
                <c:pt idx="2444">
                  <c:v>113.96472</c:v>
                </c:pt>
                <c:pt idx="2445">
                  <c:v>113.73551999999999</c:v>
                </c:pt>
                <c:pt idx="2446">
                  <c:v>113.50405000000001</c:v>
                </c:pt>
                <c:pt idx="2447">
                  <c:v>113.25924000000001</c:v>
                </c:pt>
                <c:pt idx="2448">
                  <c:v>113.04662999999999</c:v>
                </c:pt>
                <c:pt idx="2449">
                  <c:v>112.91785</c:v>
                </c:pt>
                <c:pt idx="2450">
                  <c:v>112.86803</c:v>
                </c:pt>
                <c:pt idx="2451">
                  <c:v>112.87262</c:v>
                </c:pt>
                <c:pt idx="2452">
                  <c:v>112.959</c:v>
                </c:pt>
                <c:pt idx="2453">
                  <c:v>113.09459</c:v>
                </c:pt>
                <c:pt idx="2454">
                  <c:v>113.17735</c:v>
                </c:pt>
                <c:pt idx="2455">
                  <c:v>113.25606999999999</c:v>
                </c:pt>
                <c:pt idx="2456">
                  <c:v>113.33228</c:v>
                </c:pt>
                <c:pt idx="2457">
                  <c:v>113.40871</c:v>
                </c:pt>
                <c:pt idx="2458">
                  <c:v>113.50145000000001</c:v>
                </c:pt>
                <c:pt idx="2459">
                  <c:v>113.64183</c:v>
                </c:pt>
                <c:pt idx="2460">
                  <c:v>113.83445</c:v>
                </c:pt>
                <c:pt idx="2461">
                  <c:v>114.04358999999999</c:v>
                </c:pt>
                <c:pt idx="2462">
                  <c:v>114.26492</c:v>
                </c:pt>
                <c:pt idx="2463">
                  <c:v>114.50615000000001</c:v>
                </c:pt>
                <c:pt idx="2464">
                  <c:v>114.74211</c:v>
                </c:pt>
                <c:pt idx="2465">
                  <c:v>114.96835</c:v>
                </c:pt>
                <c:pt idx="2466">
                  <c:v>115.16391</c:v>
                </c:pt>
                <c:pt idx="2467">
                  <c:v>115.35448</c:v>
                </c:pt>
                <c:pt idx="2468">
                  <c:v>115.5069</c:v>
                </c:pt>
                <c:pt idx="2469">
                  <c:v>115.64716</c:v>
                </c:pt>
                <c:pt idx="2470">
                  <c:v>115.81671</c:v>
                </c:pt>
                <c:pt idx="2471">
                  <c:v>116.00724</c:v>
                </c:pt>
                <c:pt idx="2472">
                  <c:v>116.15009999999999</c:v>
                </c:pt>
                <c:pt idx="2473">
                  <c:v>116.22208999999999</c:v>
                </c:pt>
                <c:pt idx="2474">
                  <c:v>116.24088999999999</c:v>
                </c:pt>
                <c:pt idx="2475">
                  <c:v>116.19571999999999</c:v>
                </c:pt>
                <c:pt idx="2476">
                  <c:v>116.07191</c:v>
                </c:pt>
                <c:pt idx="2477">
                  <c:v>115.93925</c:v>
                </c:pt>
                <c:pt idx="2478">
                  <c:v>115.80682</c:v>
                </c:pt>
                <c:pt idx="2479">
                  <c:v>115.63947</c:v>
                </c:pt>
                <c:pt idx="2480">
                  <c:v>115.47315999999999</c:v>
                </c:pt>
                <c:pt idx="2481">
                  <c:v>115.27589</c:v>
                </c:pt>
                <c:pt idx="2482">
                  <c:v>115.05271</c:v>
                </c:pt>
                <c:pt idx="2483">
                  <c:v>114.82384999999999</c:v>
                </c:pt>
                <c:pt idx="2484">
                  <c:v>114.59263</c:v>
                </c:pt>
                <c:pt idx="2485">
                  <c:v>114.34505</c:v>
                </c:pt>
                <c:pt idx="2486">
                  <c:v>114.10775</c:v>
                </c:pt>
                <c:pt idx="2487">
                  <c:v>113.85805999999999</c:v>
                </c:pt>
                <c:pt idx="2488">
                  <c:v>113.6319</c:v>
                </c:pt>
                <c:pt idx="2489">
                  <c:v>113.45645</c:v>
                </c:pt>
                <c:pt idx="2490">
                  <c:v>113.31581</c:v>
                </c:pt>
                <c:pt idx="2491">
                  <c:v>113.19964</c:v>
                </c:pt>
                <c:pt idx="2492">
                  <c:v>113.05074</c:v>
                </c:pt>
                <c:pt idx="2493">
                  <c:v>112.86702</c:v>
                </c:pt>
                <c:pt idx="2494">
                  <c:v>112.67156</c:v>
                </c:pt>
                <c:pt idx="2495">
                  <c:v>112.50863</c:v>
                </c:pt>
                <c:pt idx="2496">
                  <c:v>112.35106</c:v>
                </c:pt>
                <c:pt idx="2497">
                  <c:v>112.18156</c:v>
                </c:pt>
                <c:pt idx="2498">
                  <c:v>111.96208</c:v>
                </c:pt>
                <c:pt idx="2499">
                  <c:v>111.68114</c:v>
                </c:pt>
                <c:pt idx="2500">
                  <c:v>111.36153</c:v>
                </c:pt>
                <c:pt idx="2501">
                  <c:v>111.08534</c:v>
                </c:pt>
                <c:pt idx="2502">
                  <c:v>110.90127</c:v>
                </c:pt>
                <c:pt idx="2503">
                  <c:v>110.78645</c:v>
                </c:pt>
                <c:pt idx="2504">
                  <c:v>110.68528999999999</c:v>
                </c:pt>
                <c:pt idx="2505">
                  <c:v>110.56595</c:v>
                </c:pt>
                <c:pt idx="2506">
                  <c:v>110.42652</c:v>
                </c:pt>
                <c:pt idx="2507">
                  <c:v>110.2792</c:v>
                </c:pt>
                <c:pt idx="2508">
                  <c:v>110.12331</c:v>
                </c:pt>
                <c:pt idx="2509">
                  <c:v>109.94884999999999</c:v>
                </c:pt>
                <c:pt idx="2510">
                  <c:v>109.78561999999999</c:v>
                </c:pt>
                <c:pt idx="2511">
                  <c:v>109.63838</c:v>
                </c:pt>
                <c:pt idx="2512">
                  <c:v>109.52070999999999</c:v>
                </c:pt>
                <c:pt idx="2513">
                  <c:v>109.41846</c:v>
                </c:pt>
                <c:pt idx="2514">
                  <c:v>109.32004000000001</c:v>
                </c:pt>
                <c:pt idx="2515">
                  <c:v>109.18723</c:v>
                </c:pt>
                <c:pt idx="2516">
                  <c:v>109.01326</c:v>
                </c:pt>
                <c:pt idx="2517">
                  <c:v>108.80343999999999</c:v>
                </c:pt>
                <c:pt idx="2518">
                  <c:v>108.58437000000001</c:v>
                </c:pt>
                <c:pt idx="2519">
                  <c:v>108.3998</c:v>
                </c:pt>
                <c:pt idx="2520">
                  <c:v>108.25024000000001</c:v>
                </c:pt>
                <c:pt idx="2521">
                  <c:v>108.12662</c:v>
                </c:pt>
                <c:pt idx="2522">
                  <c:v>107.94225</c:v>
                </c:pt>
                <c:pt idx="2523">
                  <c:v>107.73317</c:v>
                </c:pt>
                <c:pt idx="2524">
                  <c:v>107.51985999999999</c:v>
                </c:pt>
                <c:pt idx="2525">
                  <c:v>107.31261000000001</c:v>
                </c:pt>
                <c:pt idx="2526">
                  <c:v>107.1283</c:v>
                </c:pt>
                <c:pt idx="2527">
                  <c:v>106.96075999999999</c:v>
                </c:pt>
                <c:pt idx="2528">
                  <c:v>106.82803</c:v>
                </c:pt>
                <c:pt idx="2529">
                  <c:v>106.77885999999999</c:v>
                </c:pt>
                <c:pt idx="2530">
                  <c:v>106.74561</c:v>
                </c:pt>
                <c:pt idx="2531">
                  <c:v>106.66367</c:v>
                </c:pt>
                <c:pt idx="2532">
                  <c:v>106.62622</c:v>
                </c:pt>
                <c:pt idx="2533">
                  <c:v>106.63056</c:v>
                </c:pt>
                <c:pt idx="2534">
                  <c:v>106.73475999999999</c:v>
                </c:pt>
                <c:pt idx="2535">
                  <c:v>106.8369</c:v>
                </c:pt>
                <c:pt idx="2536">
                  <c:v>106.98045</c:v>
                </c:pt>
                <c:pt idx="2537">
                  <c:v>107.24257</c:v>
                </c:pt>
                <c:pt idx="2538">
                  <c:v>107.55898000000001</c:v>
                </c:pt>
                <c:pt idx="2539">
                  <c:v>107.8969</c:v>
                </c:pt>
                <c:pt idx="2540">
                  <c:v>108.23466000000001</c:v>
                </c:pt>
                <c:pt idx="2541">
                  <c:v>108.56178</c:v>
                </c:pt>
                <c:pt idx="2542">
                  <c:v>108.88711000000001</c:v>
                </c:pt>
                <c:pt idx="2543">
                  <c:v>109.21930999999999</c:v>
                </c:pt>
                <c:pt idx="2544">
                  <c:v>109.52612000000001</c:v>
                </c:pt>
                <c:pt idx="2545">
                  <c:v>109.74043</c:v>
                </c:pt>
                <c:pt idx="2546">
                  <c:v>109.90782</c:v>
                </c:pt>
                <c:pt idx="2547">
                  <c:v>110.1572</c:v>
                </c:pt>
                <c:pt idx="2548">
                  <c:v>110.48851999999999</c:v>
                </c:pt>
                <c:pt idx="2549">
                  <c:v>110.81177</c:v>
                </c:pt>
                <c:pt idx="2550">
                  <c:v>111.09447</c:v>
                </c:pt>
                <c:pt idx="2551">
                  <c:v>111.38244</c:v>
                </c:pt>
                <c:pt idx="2552">
                  <c:v>111.62497999999999</c:v>
                </c:pt>
                <c:pt idx="2553">
                  <c:v>111.83857999999999</c:v>
                </c:pt>
                <c:pt idx="2554">
                  <c:v>112.07917999999999</c:v>
                </c:pt>
                <c:pt idx="2555">
                  <c:v>112.26087</c:v>
                </c:pt>
                <c:pt idx="2556">
                  <c:v>112.30399</c:v>
                </c:pt>
                <c:pt idx="2557">
                  <c:v>112.35468</c:v>
                </c:pt>
                <c:pt idx="2558">
                  <c:v>112.43339</c:v>
                </c:pt>
                <c:pt idx="2559">
                  <c:v>112.59341999999999</c:v>
                </c:pt>
                <c:pt idx="2560">
                  <c:v>112.75799000000001</c:v>
                </c:pt>
                <c:pt idx="2561">
                  <c:v>112.86449</c:v>
                </c:pt>
                <c:pt idx="2562">
                  <c:v>112.92532</c:v>
                </c:pt>
                <c:pt idx="2563">
                  <c:v>112.964</c:v>
                </c:pt>
                <c:pt idx="2564">
                  <c:v>112.98354999999999</c:v>
                </c:pt>
                <c:pt idx="2565">
                  <c:v>112.97107</c:v>
                </c:pt>
                <c:pt idx="2566">
                  <c:v>112.9388</c:v>
                </c:pt>
                <c:pt idx="2567">
                  <c:v>112.90414</c:v>
                </c:pt>
                <c:pt idx="2568">
                  <c:v>112.82867</c:v>
                </c:pt>
                <c:pt idx="2569">
                  <c:v>112.76925</c:v>
                </c:pt>
                <c:pt idx="2570">
                  <c:v>112.75959</c:v>
                </c:pt>
                <c:pt idx="2571">
                  <c:v>112.8494</c:v>
                </c:pt>
                <c:pt idx="2572">
                  <c:v>112.98951</c:v>
                </c:pt>
                <c:pt idx="2573">
                  <c:v>113.15609000000001</c:v>
                </c:pt>
                <c:pt idx="2574">
                  <c:v>113.29169</c:v>
                </c:pt>
                <c:pt idx="2575">
                  <c:v>113.28242</c:v>
                </c:pt>
                <c:pt idx="2576">
                  <c:v>113.17785000000001</c:v>
                </c:pt>
                <c:pt idx="2577">
                  <c:v>113.07626</c:v>
                </c:pt>
                <c:pt idx="2578">
                  <c:v>113.07603</c:v>
                </c:pt>
                <c:pt idx="2579">
                  <c:v>113.06605999999999</c:v>
                </c:pt>
                <c:pt idx="2580">
                  <c:v>113.03100999999999</c:v>
                </c:pt>
                <c:pt idx="2581">
                  <c:v>112.94928</c:v>
                </c:pt>
                <c:pt idx="2582">
                  <c:v>112.85108</c:v>
                </c:pt>
                <c:pt idx="2583">
                  <c:v>112.62372999999999</c:v>
                </c:pt>
                <c:pt idx="2584">
                  <c:v>112.33448</c:v>
                </c:pt>
                <c:pt idx="2585">
                  <c:v>112.0338</c:v>
                </c:pt>
                <c:pt idx="2586">
                  <c:v>111.69374000000001</c:v>
                </c:pt>
                <c:pt idx="2587">
                  <c:v>111.37134</c:v>
                </c:pt>
                <c:pt idx="2588">
                  <c:v>111.14256</c:v>
                </c:pt>
                <c:pt idx="2589">
                  <c:v>110.98651</c:v>
                </c:pt>
                <c:pt idx="2590">
                  <c:v>110.93568</c:v>
                </c:pt>
                <c:pt idx="2591">
                  <c:v>110.99583</c:v>
                </c:pt>
                <c:pt idx="2592">
                  <c:v>111.17064999999999</c:v>
                </c:pt>
                <c:pt idx="2593">
                  <c:v>111.33224</c:v>
                </c:pt>
                <c:pt idx="2594">
                  <c:v>111.29311</c:v>
                </c:pt>
                <c:pt idx="2595">
                  <c:v>111.08989</c:v>
                </c:pt>
                <c:pt idx="2596">
                  <c:v>110.87849</c:v>
                </c:pt>
                <c:pt idx="2597">
                  <c:v>110.68744</c:v>
                </c:pt>
                <c:pt idx="2598">
                  <c:v>110.52379999999999</c:v>
                </c:pt>
                <c:pt idx="2599">
                  <c:v>110.35988</c:v>
                </c:pt>
                <c:pt idx="2600">
                  <c:v>110.20168</c:v>
                </c:pt>
                <c:pt idx="2601">
                  <c:v>110.07971000000001</c:v>
                </c:pt>
                <c:pt idx="2602">
                  <c:v>110.01340999999999</c:v>
                </c:pt>
                <c:pt idx="2603">
                  <c:v>109.98808</c:v>
                </c:pt>
                <c:pt idx="2604">
                  <c:v>109.94105999999999</c:v>
                </c:pt>
                <c:pt idx="2605">
                  <c:v>109.85551</c:v>
                </c:pt>
                <c:pt idx="2606">
                  <c:v>109.82774999999999</c:v>
                </c:pt>
                <c:pt idx="2607">
                  <c:v>109.80157</c:v>
                </c:pt>
                <c:pt idx="2608">
                  <c:v>109.72282</c:v>
                </c:pt>
                <c:pt idx="2609">
                  <c:v>109.66434</c:v>
                </c:pt>
                <c:pt idx="2610">
                  <c:v>109.61736000000001</c:v>
                </c:pt>
                <c:pt idx="2611">
                  <c:v>109.57397</c:v>
                </c:pt>
                <c:pt idx="2612">
                  <c:v>109.62698</c:v>
                </c:pt>
                <c:pt idx="2613">
                  <c:v>109.64977</c:v>
                </c:pt>
                <c:pt idx="2614">
                  <c:v>109.60899000000001</c:v>
                </c:pt>
                <c:pt idx="2615">
                  <c:v>109.58067</c:v>
                </c:pt>
                <c:pt idx="2616">
                  <c:v>109.55669</c:v>
                </c:pt>
                <c:pt idx="2617">
                  <c:v>109.62322</c:v>
                </c:pt>
                <c:pt idx="2618">
                  <c:v>109.74438000000001</c:v>
                </c:pt>
                <c:pt idx="2619">
                  <c:v>109.88321999999999</c:v>
                </c:pt>
                <c:pt idx="2620">
                  <c:v>110.04214</c:v>
                </c:pt>
                <c:pt idx="2621">
                  <c:v>110.20326</c:v>
                </c:pt>
                <c:pt idx="2622">
                  <c:v>110.36424</c:v>
                </c:pt>
                <c:pt idx="2623">
                  <c:v>110.53666</c:v>
                </c:pt>
                <c:pt idx="2624">
                  <c:v>110.68276</c:v>
                </c:pt>
                <c:pt idx="2625">
                  <c:v>110.8167</c:v>
                </c:pt>
                <c:pt idx="2626">
                  <c:v>110.88862</c:v>
                </c:pt>
                <c:pt idx="2627">
                  <c:v>110.87309</c:v>
                </c:pt>
                <c:pt idx="2628">
                  <c:v>110.78946999999999</c:v>
                </c:pt>
                <c:pt idx="2629">
                  <c:v>110.6348</c:v>
                </c:pt>
                <c:pt idx="2630">
                  <c:v>110.46097</c:v>
                </c:pt>
                <c:pt idx="2631">
                  <c:v>110.22304</c:v>
                </c:pt>
                <c:pt idx="2632">
                  <c:v>109.92641999999999</c:v>
                </c:pt>
                <c:pt idx="2633">
                  <c:v>109.64055</c:v>
                </c:pt>
                <c:pt idx="2634">
                  <c:v>109.3313</c:v>
                </c:pt>
                <c:pt idx="2635">
                  <c:v>109.00364</c:v>
                </c:pt>
                <c:pt idx="2636">
                  <c:v>108.68463</c:v>
                </c:pt>
                <c:pt idx="2637">
                  <c:v>108.39658</c:v>
                </c:pt>
                <c:pt idx="2638">
                  <c:v>108.10379</c:v>
                </c:pt>
                <c:pt idx="2639">
                  <c:v>107.77565</c:v>
                </c:pt>
                <c:pt idx="2640">
                  <c:v>107.43767</c:v>
                </c:pt>
                <c:pt idx="2641">
                  <c:v>107.10285</c:v>
                </c:pt>
                <c:pt idx="2642">
                  <c:v>106.78249</c:v>
                </c:pt>
                <c:pt idx="2643">
                  <c:v>106.47881</c:v>
                </c:pt>
                <c:pt idx="2644">
                  <c:v>106.20808</c:v>
                </c:pt>
                <c:pt idx="2645">
                  <c:v>105.99633</c:v>
                </c:pt>
                <c:pt idx="2646">
                  <c:v>105.79961</c:v>
                </c:pt>
                <c:pt idx="2647">
                  <c:v>105.57946</c:v>
                </c:pt>
                <c:pt idx="2648">
                  <c:v>105.36047000000001</c:v>
                </c:pt>
                <c:pt idx="2649">
                  <c:v>105.15983</c:v>
                </c:pt>
                <c:pt idx="2650">
                  <c:v>104.98638</c:v>
                </c:pt>
                <c:pt idx="2651">
                  <c:v>104.8122</c:v>
                </c:pt>
                <c:pt idx="2652">
                  <c:v>104.62938</c:v>
                </c:pt>
                <c:pt idx="2653">
                  <c:v>104.46925</c:v>
                </c:pt>
                <c:pt idx="2654">
                  <c:v>104.35863999999999</c:v>
                </c:pt>
                <c:pt idx="2655">
                  <c:v>104.27932</c:v>
                </c:pt>
                <c:pt idx="2656">
                  <c:v>104.16306</c:v>
                </c:pt>
                <c:pt idx="2657">
                  <c:v>103.99086</c:v>
                </c:pt>
                <c:pt idx="2658">
                  <c:v>103.85365</c:v>
                </c:pt>
                <c:pt idx="2659">
                  <c:v>103.77773000000001</c:v>
                </c:pt>
                <c:pt idx="2660">
                  <c:v>103.67637999999999</c:v>
                </c:pt>
                <c:pt idx="2661">
                  <c:v>103.58501</c:v>
                </c:pt>
                <c:pt idx="2662">
                  <c:v>103.52853</c:v>
                </c:pt>
                <c:pt idx="2663">
                  <c:v>103.48826</c:v>
                </c:pt>
                <c:pt idx="2664">
                  <c:v>103.43309000000001</c:v>
                </c:pt>
                <c:pt idx="2665">
                  <c:v>103.37799</c:v>
                </c:pt>
                <c:pt idx="2666">
                  <c:v>103.31786</c:v>
                </c:pt>
                <c:pt idx="2667">
                  <c:v>103.23457999999999</c:v>
                </c:pt>
                <c:pt idx="2668">
                  <c:v>103.16454</c:v>
                </c:pt>
                <c:pt idx="2669">
                  <c:v>103.16768999999999</c:v>
                </c:pt>
                <c:pt idx="2670">
                  <c:v>103.16768999999999</c:v>
                </c:pt>
                <c:pt idx="2671">
                  <c:v>103.13141</c:v>
                </c:pt>
                <c:pt idx="2672">
                  <c:v>103.1348</c:v>
                </c:pt>
                <c:pt idx="2673">
                  <c:v>103.17403</c:v>
                </c:pt>
                <c:pt idx="2674">
                  <c:v>103.22798</c:v>
                </c:pt>
                <c:pt idx="2675">
                  <c:v>103.27973</c:v>
                </c:pt>
                <c:pt idx="2676">
                  <c:v>103.35469000000001</c:v>
                </c:pt>
                <c:pt idx="2677">
                  <c:v>103.44629</c:v>
                </c:pt>
                <c:pt idx="2678">
                  <c:v>103.49232000000001</c:v>
                </c:pt>
                <c:pt idx="2679">
                  <c:v>103.52885000000001</c:v>
                </c:pt>
                <c:pt idx="2680">
                  <c:v>103.58678999999999</c:v>
                </c:pt>
                <c:pt idx="2681">
                  <c:v>103.75230999999999</c:v>
                </c:pt>
                <c:pt idx="2682">
                  <c:v>103.90134</c:v>
                </c:pt>
                <c:pt idx="2683">
                  <c:v>103.98233</c:v>
                </c:pt>
                <c:pt idx="2684">
                  <c:v>104.04404</c:v>
                </c:pt>
                <c:pt idx="2685">
                  <c:v>104.09854</c:v>
                </c:pt>
                <c:pt idx="2686">
                  <c:v>104.1828</c:v>
                </c:pt>
                <c:pt idx="2687">
                  <c:v>104.28221000000001</c:v>
                </c:pt>
                <c:pt idx="2688">
                  <c:v>104.32632</c:v>
                </c:pt>
                <c:pt idx="2689">
                  <c:v>104.32127</c:v>
                </c:pt>
                <c:pt idx="2690">
                  <c:v>104.33662</c:v>
                </c:pt>
                <c:pt idx="2691">
                  <c:v>104.3669</c:v>
                </c:pt>
                <c:pt idx="2692">
                  <c:v>104.4132</c:v>
                </c:pt>
                <c:pt idx="2693">
                  <c:v>104.45083</c:v>
                </c:pt>
                <c:pt idx="2694">
                  <c:v>104.47516</c:v>
                </c:pt>
                <c:pt idx="2695">
                  <c:v>104.54106</c:v>
                </c:pt>
                <c:pt idx="2696">
                  <c:v>104.6237</c:v>
                </c:pt>
                <c:pt idx="2697">
                  <c:v>104.74039</c:v>
                </c:pt>
                <c:pt idx="2698">
                  <c:v>104.84216000000001</c:v>
                </c:pt>
                <c:pt idx="2699">
                  <c:v>104.9021</c:v>
                </c:pt>
                <c:pt idx="2700">
                  <c:v>104.9436</c:v>
                </c:pt>
                <c:pt idx="2701">
                  <c:v>104.98775999999999</c:v>
                </c:pt>
                <c:pt idx="2702">
                  <c:v>105.00767999999999</c:v>
                </c:pt>
                <c:pt idx="2703">
                  <c:v>105.01085999999999</c:v>
                </c:pt>
                <c:pt idx="2704">
                  <c:v>105.02961999999999</c:v>
                </c:pt>
                <c:pt idx="2705">
                  <c:v>105.06667</c:v>
                </c:pt>
                <c:pt idx="2706">
                  <c:v>105.10664</c:v>
                </c:pt>
                <c:pt idx="2707">
                  <c:v>105.1559</c:v>
                </c:pt>
                <c:pt idx="2708">
                  <c:v>105.19739</c:v>
                </c:pt>
                <c:pt idx="2709">
                  <c:v>105.12383</c:v>
                </c:pt>
                <c:pt idx="2710">
                  <c:v>105.01379</c:v>
                </c:pt>
                <c:pt idx="2711">
                  <c:v>104.9059</c:v>
                </c:pt>
                <c:pt idx="2712">
                  <c:v>104.73356</c:v>
                </c:pt>
                <c:pt idx="2713">
                  <c:v>104.43989999999999</c:v>
                </c:pt>
                <c:pt idx="2714">
                  <c:v>103.99878</c:v>
                </c:pt>
                <c:pt idx="2715">
                  <c:v>103.31065</c:v>
                </c:pt>
                <c:pt idx="2716">
                  <c:v>102.69334000000001</c:v>
                </c:pt>
                <c:pt idx="2717">
                  <c:v>102.23386000000001</c:v>
                </c:pt>
                <c:pt idx="2718">
                  <c:v>101.94225</c:v>
                </c:pt>
                <c:pt idx="2719">
                  <c:v>101.74418</c:v>
                </c:pt>
                <c:pt idx="2720">
                  <c:v>101.70715</c:v>
                </c:pt>
                <c:pt idx="2721">
                  <c:v>101.82989999999999</c:v>
                </c:pt>
                <c:pt idx="2722">
                  <c:v>101.95374</c:v>
                </c:pt>
                <c:pt idx="2723">
                  <c:v>102.05557</c:v>
                </c:pt>
                <c:pt idx="2724">
                  <c:v>102.09134</c:v>
                </c:pt>
                <c:pt idx="2725">
                  <c:v>102.07178</c:v>
                </c:pt>
                <c:pt idx="2726">
                  <c:v>102.03363</c:v>
                </c:pt>
                <c:pt idx="2727">
                  <c:v>101.96917999999999</c:v>
                </c:pt>
                <c:pt idx="2728">
                  <c:v>101.87201</c:v>
                </c:pt>
                <c:pt idx="2729">
                  <c:v>101.75375</c:v>
                </c:pt>
                <c:pt idx="2730">
                  <c:v>101.63578</c:v>
                </c:pt>
                <c:pt idx="2731">
                  <c:v>101.49435</c:v>
                </c:pt>
                <c:pt idx="2732">
                  <c:v>101.315</c:v>
                </c:pt>
                <c:pt idx="2733">
                  <c:v>101.10664</c:v>
                </c:pt>
                <c:pt idx="2734">
                  <c:v>100.89543</c:v>
                </c:pt>
                <c:pt idx="2735">
                  <c:v>100.70193</c:v>
                </c:pt>
                <c:pt idx="2736">
                  <c:v>100.50417</c:v>
                </c:pt>
                <c:pt idx="2737">
                  <c:v>100.31612</c:v>
                </c:pt>
                <c:pt idx="2738">
                  <c:v>100.11572</c:v>
                </c:pt>
                <c:pt idx="2739">
                  <c:v>99.903221000000002</c:v>
                </c:pt>
                <c:pt idx="2740">
                  <c:v>99.696715999999995</c:v>
                </c:pt>
                <c:pt idx="2741">
                  <c:v>99.497146999999998</c:v>
                </c:pt>
                <c:pt idx="2742">
                  <c:v>99.292518999999999</c:v>
                </c:pt>
                <c:pt idx="2743">
                  <c:v>99.079773000000003</c:v>
                </c:pt>
                <c:pt idx="2744">
                  <c:v>98.871291999999997</c:v>
                </c:pt>
                <c:pt idx="2745">
                  <c:v>98.694571999999994</c:v>
                </c:pt>
                <c:pt idx="2746">
                  <c:v>98.544044</c:v>
                </c:pt>
                <c:pt idx="2747">
                  <c:v>98.405227999999994</c:v>
                </c:pt>
                <c:pt idx="2748">
                  <c:v>98.278839000000005</c:v>
                </c:pt>
                <c:pt idx="2749">
                  <c:v>98.162612999999993</c:v>
                </c:pt>
                <c:pt idx="2750">
                  <c:v>98.024231</c:v>
                </c:pt>
                <c:pt idx="2751">
                  <c:v>97.910004000000001</c:v>
                </c:pt>
                <c:pt idx="2752">
                  <c:v>97.796813999999998</c:v>
                </c:pt>
                <c:pt idx="2753">
                  <c:v>97.632889000000006</c:v>
                </c:pt>
                <c:pt idx="2754">
                  <c:v>97.459548999999996</c:v>
                </c:pt>
                <c:pt idx="2755">
                  <c:v>97.311211</c:v>
                </c:pt>
                <c:pt idx="2756">
                  <c:v>97.172179999999997</c:v>
                </c:pt>
                <c:pt idx="2757">
                  <c:v>97.031836999999996</c:v>
                </c:pt>
                <c:pt idx="2758">
                  <c:v>96.885375999999994</c:v>
                </c:pt>
                <c:pt idx="2759">
                  <c:v>96.755652999999995</c:v>
                </c:pt>
                <c:pt idx="2760">
                  <c:v>96.612685999999997</c:v>
                </c:pt>
                <c:pt idx="2761">
                  <c:v>96.431640999999999</c:v>
                </c:pt>
                <c:pt idx="2762">
                  <c:v>96.27449</c:v>
                </c:pt>
                <c:pt idx="2763">
                  <c:v>96.135750000000002</c:v>
                </c:pt>
                <c:pt idx="2764">
                  <c:v>95.980414999999994</c:v>
                </c:pt>
                <c:pt idx="2765">
                  <c:v>95.852348000000006</c:v>
                </c:pt>
                <c:pt idx="2766">
                  <c:v>95.727126999999996</c:v>
                </c:pt>
                <c:pt idx="2767">
                  <c:v>95.576003999999998</c:v>
                </c:pt>
                <c:pt idx="2768">
                  <c:v>95.413741999999999</c:v>
                </c:pt>
                <c:pt idx="2769">
                  <c:v>95.254790999999997</c:v>
                </c:pt>
                <c:pt idx="2770">
                  <c:v>95.104179000000002</c:v>
                </c:pt>
                <c:pt idx="2771">
                  <c:v>94.936454999999995</c:v>
                </c:pt>
                <c:pt idx="2772">
                  <c:v>94.784615000000002</c:v>
                </c:pt>
                <c:pt idx="2773">
                  <c:v>94.654274000000001</c:v>
                </c:pt>
                <c:pt idx="2774">
                  <c:v>94.507828000000003</c:v>
                </c:pt>
                <c:pt idx="2775">
                  <c:v>94.358497999999997</c:v>
                </c:pt>
                <c:pt idx="2776">
                  <c:v>94.239517000000006</c:v>
                </c:pt>
                <c:pt idx="2777">
                  <c:v>94.136382999999995</c:v>
                </c:pt>
                <c:pt idx="2778">
                  <c:v>94.002746999999999</c:v>
                </c:pt>
                <c:pt idx="2779">
                  <c:v>93.862831</c:v>
                </c:pt>
                <c:pt idx="2780">
                  <c:v>93.758910999999998</c:v>
                </c:pt>
                <c:pt idx="2781">
                  <c:v>93.649849000000003</c:v>
                </c:pt>
                <c:pt idx="2782">
                  <c:v>93.536911000000003</c:v>
                </c:pt>
                <c:pt idx="2783">
                  <c:v>93.424721000000005</c:v>
                </c:pt>
                <c:pt idx="2784">
                  <c:v>93.290924000000004</c:v>
                </c:pt>
                <c:pt idx="2785">
                  <c:v>93.138924000000003</c:v>
                </c:pt>
                <c:pt idx="2786">
                  <c:v>92.982140000000001</c:v>
                </c:pt>
                <c:pt idx="2787">
                  <c:v>92.830855999999997</c:v>
                </c:pt>
                <c:pt idx="2788">
                  <c:v>92.681479999999993</c:v>
                </c:pt>
                <c:pt idx="2789">
                  <c:v>92.578132999999994</c:v>
                </c:pt>
                <c:pt idx="2790">
                  <c:v>92.481093999999999</c:v>
                </c:pt>
                <c:pt idx="2791">
                  <c:v>92.365829000000005</c:v>
                </c:pt>
                <c:pt idx="2792">
                  <c:v>92.244934000000001</c:v>
                </c:pt>
                <c:pt idx="2793">
                  <c:v>92.128410000000002</c:v>
                </c:pt>
                <c:pt idx="2794">
                  <c:v>92.025672999999998</c:v>
                </c:pt>
                <c:pt idx="2795">
                  <c:v>91.955123999999998</c:v>
                </c:pt>
                <c:pt idx="2796">
                  <c:v>91.876121999999995</c:v>
                </c:pt>
                <c:pt idx="2797">
                  <c:v>91.760459999999995</c:v>
                </c:pt>
                <c:pt idx="2798">
                  <c:v>91.633858000000004</c:v>
                </c:pt>
                <c:pt idx="2799">
                  <c:v>91.508728000000005</c:v>
                </c:pt>
                <c:pt idx="2800">
                  <c:v>91.417381000000006</c:v>
                </c:pt>
                <c:pt idx="2801">
                  <c:v>91.329453000000001</c:v>
                </c:pt>
                <c:pt idx="2802">
                  <c:v>91.232024999999993</c:v>
                </c:pt>
                <c:pt idx="2803">
                  <c:v>91.147118000000006</c:v>
                </c:pt>
                <c:pt idx="2804">
                  <c:v>91.070114000000004</c:v>
                </c:pt>
                <c:pt idx="2805">
                  <c:v>90.943000999999995</c:v>
                </c:pt>
                <c:pt idx="2806">
                  <c:v>90.802513000000005</c:v>
                </c:pt>
                <c:pt idx="2807">
                  <c:v>90.682715999999999</c:v>
                </c:pt>
                <c:pt idx="2808">
                  <c:v>90.540298000000007</c:v>
                </c:pt>
                <c:pt idx="2809">
                  <c:v>90.413666000000006</c:v>
                </c:pt>
                <c:pt idx="2810">
                  <c:v>90.299103000000002</c:v>
                </c:pt>
                <c:pt idx="2811">
                  <c:v>90.210587000000004</c:v>
                </c:pt>
                <c:pt idx="2812">
                  <c:v>90.137619000000001</c:v>
                </c:pt>
                <c:pt idx="2813">
                  <c:v>90.025917000000007</c:v>
                </c:pt>
                <c:pt idx="2814">
                  <c:v>89.942252999999994</c:v>
                </c:pt>
                <c:pt idx="2815">
                  <c:v>89.906418000000002</c:v>
                </c:pt>
                <c:pt idx="2816">
                  <c:v>89.828400000000002</c:v>
                </c:pt>
                <c:pt idx="2817">
                  <c:v>89.738129000000001</c:v>
                </c:pt>
                <c:pt idx="2818">
                  <c:v>89.652282999999997</c:v>
                </c:pt>
                <c:pt idx="2819">
                  <c:v>89.563393000000005</c:v>
                </c:pt>
                <c:pt idx="2820">
                  <c:v>89.460594</c:v>
                </c:pt>
                <c:pt idx="2821">
                  <c:v>89.34787</c:v>
                </c:pt>
                <c:pt idx="2822">
                  <c:v>89.245461000000006</c:v>
                </c:pt>
                <c:pt idx="2823">
                  <c:v>89.115356000000006</c:v>
                </c:pt>
                <c:pt idx="2824">
                  <c:v>89.000275000000002</c:v>
                </c:pt>
                <c:pt idx="2825">
                  <c:v>88.910255000000006</c:v>
                </c:pt>
                <c:pt idx="2826">
                  <c:v>88.847153000000006</c:v>
                </c:pt>
                <c:pt idx="2827">
                  <c:v>88.788521000000003</c:v>
                </c:pt>
                <c:pt idx="2828">
                  <c:v>88.704216000000002</c:v>
                </c:pt>
                <c:pt idx="2829">
                  <c:v>88.653976</c:v>
                </c:pt>
                <c:pt idx="2830">
                  <c:v>88.567169000000007</c:v>
                </c:pt>
                <c:pt idx="2831">
                  <c:v>88.468765000000005</c:v>
                </c:pt>
                <c:pt idx="2832">
                  <c:v>88.374718000000001</c:v>
                </c:pt>
                <c:pt idx="2833">
                  <c:v>88.291732999999994</c:v>
                </c:pt>
                <c:pt idx="2834">
                  <c:v>88.227051000000003</c:v>
                </c:pt>
                <c:pt idx="2835">
                  <c:v>88.164924999999997</c:v>
                </c:pt>
                <c:pt idx="2836">
                  <c:v>88.114402999999996</c:v>
                </c:pt>
                <c:pt idx="2837">
                  <c:v>88.055885000000004</c:v>
                </c:pt>
                <c:pt idx="2838">
                  <c:v>87.984047000000004</c:v>
                </c:pt>
                <c:pt idx="2839">
                  <c:v>87.930588</c:v>
                </c:pt>
                <c:pt idx="2840">
                  <c:v>87.847487999999998</c:v>
                </c:pt>
                <c:pt idx="2841">
                  <c:v>87.785820000000001</c:v>
                </c:pt>
                <c:pt idx="2842">
                  <c:v>87.699248999999995</c:v>
                </c:pt>
                <c:pt idx="2843">
                  <c:v>87.601944000000003</c:v>
                </c:pt>
                <c:pt idx="2844">
                  <c:v>87.517600999999999</c:v>
                </c:pt>
                <c:pt idx="2845">
                  <c:v>87.457794000000007</c:v>
                </c:pt>
                <c:pt idx="2846">
                  <c:v>87.391921999999994</c:v>
                </c:pt>
                <c:pt idx="2847">
                  <c:v>87.298119</c:v>
                </c:pt>
                <c:pt idx="2848">
                  <c:v>87.22963</c:v>
                </c:pt>
                <c:pt idx="2849">
                  <c:v>87.156136000000004</c:v>
                </c:pt>
                <c:pt idx="2850">
                  <c:v>87.055556999999993</c:v>
                </c:pt>
                <c:pt idx="2851">
                  <c:v>86.962563000000003</c:v>
                </c:pt>
                <c:pt idx="2852">
                  <c:v>86.888274999999993</c:v>
                </c:pt>
                <c:pt idx="2853">
                  <c:v>86.852035999999998</c:v>
                </c:pt>
                <c:pt idx="2854">
                  <c:v>86.774162000000004</c:v>
                </c:pt>
                <c:pt idx="2855">
                  <c:v>86.698127999999997</c:v>
                </c:pt>
                <c:pt idx="2856">
                  <c:v>86.604033999999999</c:v>
                </c:pt>
                <c:pt idx="2857">
                  <c:v>86.497078000000002</c:v>
                </c:pt>
                <c:pt idx="2858">
                  <c:v>86.384704999999997</c:v>
                </c:pt>
                <c:pt idx="2859">
                  <c:v>86.265334999999993</c:v>
                </c:pt>
                <c:pt idx="2860">
                  <c:v>86.174582999999998</c:v>
                </c:pt>
                <c:pt idx="2861">
                  <c:v>86.104979999999998</c:v>
                </c:pt>
                <c:pt idx="2862">
                  <c:v>86.035477</c:v>
                </c:pt>
                <c:pt idx="2863">
                  <c:v>85.970344999999995</c:v>
                </c:pt>
                <c:pt idx="2864">
                  <c:v>85.931952999999993</c:v>
                </c:pt>
                <c:pt idx="2865">
                  <c:v>85.873917000000006</c:v>
                </c:pt>
                <c:pt idx="2866">
                  <c:v>85.820496000000006</c:v>
                </c:pt>
                <c:pt idx="2867">
                  <c:v>85.751923000000005</c:v>
                </c:pt>
                <c:pt idx="2868">
                  <c:v>85.687201999999999</c:v>
                </c:pt>
                <c:pt idx="2869">
                  <c:v>85.624381999999997</c:v>
                </c:pt>
                <c:pt idx="2870">
                  <c:v>85.554839999999999</c:v>
                </c:pt>
                <c:pt idx="2871">
                  <c:v>85.467872999999997</c:v>
                </c:pt>
                <c:pt idx="2872">
                  <c:v>85.364952000000002</c:v>
                </c:pt>
                <c:pt idx="2873">
                  <c:v>85.252967999999996</c:v>
                </c:pt>
                <c:pt idx="2874">
                  <c:v>85.152503999999993</c:v>
                </c:pt>
                <c:pt idx="2875">
                  <c:v>85.048209999999997</c:v>
                </c:pt>
                <c:pt idx="2876">
                  <c:v>84.929657000000006</c:v>
                </c:pt>
                <c:pt idx="2877">
                  <c:v>84.845000999999996</c:v>
                </c:pt>
                <c:pt idx="2878">
                  <c:v>84.740829000000005</c:v>
                </c:pt>
                <c:pt idx="2879">
                  <c:v>84.635185000000007</c:v>
                </c:pt>
                <c:pt idx="2880">
                  <c:v>84.536582999999993</c:v>
                </c:pt>
                <c:pt idx="2881">
                  <c:v>84.443259999999995</c:v>
                </c:pt>
                <c:pt idx="2882">
                  <c:v>84.361855000000006</c:v>
                </c:pt>
                <c:pt idx="2883">
                  <c:v>84.289894000000004</c:v>
                </c:pt>
                <c:pt idx="2884">
                  <c:v>84.226394999999997</c:v>
                </c:pt>
                <c:pt idx="2885">
                  <c:v>84.156020999999996</c:v>
                </c:pt>
                <c:pt idx="2886">
                  <c:v>84.095878999999996</c:v>
                </c:pt>
                <c:pt idx="2887">
                  <c:v>84.066436999999993</c:v>
                </c:pt>
                <c:pt idx="2888">
                  <c:v>84.055923000000007</c:v>
                </c:pt>
                <c:pt idx="2889">
                  <c:v>84.040108000000004</c:v>
                </c:pt>
                <c:pt idx="2890">
                  <c:v>84.036597999999998</c:v>
                </c:pt>
                <c:pt idx="2891">
                  <c:v>84.009299999999996</c:v>
                </c:pt>
                <c:pt idx="2892">
                  <c:v>83.967819000000006</c:v>
                </c:pt>
                <c:pt idx="2893">
                  <c:v>83.943145999999999</c:v>
                </c:pt>
                <c:pt idx="2894">
                  <c:v>83.907561999999999</c:v>
                </c:pt>
                <c:pt idx="2895">
                  <c:v>83.828674000000007</c:v>
                </c:pt>
                <c:pt idx="2896">
                  <c:v>83.755623</c:v>
                </c:pt>
                <c:pt idx="2897">
                  <c:v>83.697113000000002</c:v>
                </c:pt>
                <c:pt idx="2898">
                  <c:v>83.655090000000001</c:v>
                </c:pt>
                <c:pt idx="2899">
                  <c:v>83.592269999999999</c:v>
                </c:pt>
                <c:pt idx="2900">
                  <c:v>83.513480999999999</c:v>
                </c:pt>
                <c:pt idx="2901">
                  <c:v>83.460341999999997</c:v>
                </c:pt>
                <c:pt idx="2902">
                  <c:v>83.422165000000007</c:v>
                </c:pt>
                <c:pt idx="2903">
                  <c:v>83.364731000000006</c:v>
                </c:pt>
                <c:pt idx="2904">
                  <c:v>83.312843000000001</c:v>
                </c:pt>
                <c:pt idx="2905">
                  <c:v>83.269417000000004</c:v>
                </c:pt>
                <c:pt idx="2906">
                  <c:v>83.227210999999997</c:v>
                </c:pt>
                <c:pt idx="2907">
                  <c:v>83.188522000000006</c:v>
                </c:pt>
                <c:pt idx="2908">
                  <c:v>83.142325999999997</c:v>
                </c:pt>
                <c:pt idx="2909">
                  <c:v>83.087981999999997</c:v>
                </c:pt>
                <c:pt idx="2910">
                  <c:v>83.044608999999994</c:v>
                </c:pt>
                <c:pt idx="2911">
                  <c:v>83.002632000000006</c:v>
                </c:pt>
                <c:pt idx="2912">
                  <c:v>82.985809000000003</c:v>
                </c:pt>
                <c:pt idx="2913">
                  <c:v>82.949646000000001</c:v>
                </c:pt>
                <c:pt idx="2914">
                  <c:v>82.900383000000005</c:v>
                </c:pt>
                <c:pt idx="2915">
                  <c:v>82.874649000000005</c:v>
                </c:pt>
                <c:pt idx="2916">
                  <c:v>82.869408000000007</c:v>
                </c:pt>
                <c:pt idx="2917">
                  <c:v>82.857406999999995</c:v>
                </c:pt>
                <c:pt idx="2918">
                  <c:v>82.816978000000006</c:v>
                </c:pt>
                <c:pt idx="2919">
                  <c:v>82.782714999999996</c:v>
                </c:pt>
                <c:pt idx="2920">
                  <c:v>82.730186000000003</c:v>
                </c:pt>
                <c:pt idx="2921">
                  <c:v>82.677109000000002</c:v>
                </c:pt>
                <c:pt idx="2922">
                  <c:v>82.626998999999998</c:v>
                </c:pt>
                <c:pt idx="2923">
                  <c:v>82.558593999999999</c:v>
                </c:pt>
                <c:pt idx="2924">
                  <c:v>82.491173000000003</c:v>
                </c:pt>
                <c:pt idx="2925">
                  <c:v>82.409285999999994</c:v>
                </c:pt>
                <c:pt idx="2926">
                  <c:v>82.337295999999995</c:v>
                </c:pt>
                <c:pt idx="2927">
                  <c:v>82.259345999999994</c:v>
                </c:pt>
                <c:pt idx="2928">
                  <c:v>82.175430000000006</c:v>
                </c:pt>
                <c:pt idx="2929">
                  <c:v>82.108490000000003</c:v>
                </c:pt>
                <c:pt idx="2930">
                  <c:v>82.024704</c:v>
                </c:pt>
                <c:pt idx="2931">
                  <c:v>81.972510999999997</c:v>
                </c:pt>
                <c:pt idx="2932">
                  <c:v>81.909653000000006</c:v>
                </c:pt>
                <c:pt idx="2933">
                  <c:v>81.874602999999993</c:v>
                </c:pt>
                <c:pt idx="2934">
                  <c:v>81.827690000000004</c:v>
                </c:pt>
                <c:pt idx="2935">
                  <c:v>81.764144999999999</c:v>
                </c:pt>
                <c:pt idx="2936">
                  <c:v>81.724136000000001</c:v>
                </c:pt>
                <c:pt idx="2937">
                  <c:v>81.680351000000002</c:v>
                </c:pt>
                <c:pt idx="2938">
                  <c:v>81.651786999999999</c:v>
                </c:pt>
                <c:pt idx="2939">
                  <c:v>81.618697999999995</c:v>
                </c:pt>
                <c:pt idx="2940">
                  <c:v>81.575042999999994</c:v>
                </c:pt>
                <c:pt idx="2941">
                  <c:v>81.524551000000002</c:v>
                </c:pt>
                <c:pt idx="2942">
                  <c:v>81.494370000000004</c:v>
                </c:pt>
                <c:pt idx="2943">
                  <c:v>81.470284000000007</c:v>
                </c:pt>
                <c:pt idx="2944">
                  <c:v>81.448340999999999</c:v>
                </c:pt>
                <c:pt idx="2945">
                  <c:v>81.437088000000003</c:v>
                </c:pt>
                <c:pt idx="2946">
                  <c:v>81.391602000000006</c:v>
                </c:pt>
                <c:pt idx="2947">
                  <c:v>81.370621</c:v>
                </c:pt>
                <c:pt idx="2948">
                  <c:v>81.342055999999999</c:v>
                </c:pt>
                <c:pt idx="2949">
                  <c:v>81.290847999999997</c:v>
                </c:pt>
                <c:pt idx="2950">
                  <c:v>81.255013000000005</c:v>
                </c:pt>
                <c:pt idx="2951">
                  <c:v>81.241264000000001</c:v>
                </c:pt>
                <c:pt idx="2952">
                  <c:v>81.237938</c:v>
                </c:pt>
                <c:pt idx="2953">
                  <c:v>81.218406999999999</c:v>
                </c:pt>
                <c:pt idx="2954">
                  <c:v>81.183173999999994</c:v>
                </c:pt>
                <c:pt idx="2955">
                  <c:v>81.166060999999999</c:v>
                </c:pt>
                <c:pt idx="2956">
                  <c:v>81.137535</c:v>
                </c:pt>
                <c:pt idx="2957">
                  <c:v>81.114142999999999</c:v>
                </c:pt>
                <c:pt idx="2958">
                  <c:v>81.087265000000002</c:v>
                </c:pt>
                <c:pt idx="2959">
                  <c:v>81.069732999999999</c:v>
                </c:pt>
                <c:pt idx="2960">
                  <c:v>81.054489000000004</c:v>
                </c:pt>
                <c:pt idx="2961">
                  <c:v>81.040771000000007</c:v>
                </c:pt>
                <c:pt idx="2962">
                  <c:v>81.017769000000001</c:v>
                </c:pt>
                <c:pt idx="2963">
                  <c:v>80.982872</c:v>
                </c:pt>
                <c:pt idx="2964">
                  <c:v>80.967879999999994</c:v>
                </c:pt>
                <c:pt idx="2965">
                  <c:v>80.950683999999995</c:v>
                </c:pt>
                <c:pt idx="2966">
                  <c:v>80.913573999999997</c:v>
                </c:pt>
                <c:pt idx="2967">
                  <c:v>80.859031999999999</c:v>
                </c:pt>
                <c:pt idx="2968">
                  <c:v>80.803894</c:v>
                </c:pt>
                <c:pt idx="2969">
                  <c:v>80.720778999999993</c:v>
                </c:pt>
                <c:pt idx="2970">
                  <c:v>80.659285999999994</c:v>
                </c:pt>
                <c:pt idx="2971">
                  <c:v>80.599754000000004</c:v>
                </c:pt>
                <c:pt idx="2972">
                  <c:v>80.545897999999994</c:v>
                </c:pt>
                <c:pt idx="2973">
                  <c:v>80.478461999999993</c:v>
                </c:pt>
                <c:pt idx="2974">
                  <c:v>80.414321999999999</c:v>
                </c:pt>
                <c:pt idx="2975">
                  <c:v>80.316185000000004</c:v>
                </c:pt>
                <c:pt idx="2976">
                  <c:v>80.198295999999999</c:v>
                </c:pt>
                <c:pt idx="2977">
                  <c:v>80.109786999999997</c:v>
                </c:pt>
                <c:pt idx="2978">
                  <c:v>80.023972000000001</c:v>
                </c:pt>
                <c:pt idx="2979">
                  <c:v>79.882614000000004</c:v>
                </c:pt>
                <c:pt idx="2980">
                  <c:v>79.770904999999999</c:v>
                </c:pt>
                <c:pt idx="2981">
                  <c:v>79.914321999999999</c:v>
                </c:pt>
                <c:pt idx="2982">
                  <c:v>79.906814999999995</c:v>
                </c:pt>
                <c:pt idx="2983">
                  <c:v>79.780608999999998</c:v>
                </c:pt>
                <c:pt idx="2984">
                  <c:v>79.688041999999996</c:v>
                </c:pt>
                <c:pt idx="2985">
                  <c:v>79.605118000000004</c:v>
                </c:pt>
                <c:pt idx="2986">
                  <c:v>79.547889999999995</c:v>
                </c:pt>
                <c:pt idx="2987">
                  <c:v>79.485878</c:v>
                </c:pt>
                <c:pt idx="2988">
                  <c:v>79.403198000000003</c:v>
                </c:pt>
                <c:pt idx="2989">
                  <c:v>79.322074999999998</c:v>
                </c:pt>
                <c:pt idx="2990">
                  <c:v>79.254874999999998</c:v>
                </c:pt>
                <c:pt idx="2991">
                  <c:v>79.179962000000003</c:v>
                </c:pt>
                <c:pt idx="2992">
                  <c:v>79.102187999999998</c:v>
                </c:pt>
                <c:pt idx="2993">
                  <c:v>79.022582999999997</c:v>
                </c:pt>
                <c:pt idx="2994">
                  <c:v>78.943657000000002</c:v>
                </c:pt>
                <c:pt idx="2995">
                  <c:v>78.876472000000007</c:v>
                </c:pt>
                <c:pt idx="2996">
                  <c:v>78.806549000000004</c:v>
                </c:pt>
                <c:pt idx="2997">
                  <c:v>78.759399000000002</c:v>
                </c:pt>
                <c:pt idx="2998">
                  <c:v>78.720596</c:v>
                </c:pt>
                <c:pt idx="2999">
                  <c:v>78.689780999999996</c:v>
                </c:pt>
                <c:pt idx="3000">
                  <c:v>78.632812999999999</c:v>
                </c:pt>
                <c:pt idx="3001">
                  <c:v>78.433509999999998</c:v>
                </c:pt>
                <c:pt idx="3002">
                  <c:v>77.801299999999998</c:v>
                </c:pt>
                <c:pt idx="3003">
                  <c:v>76.495811000000003</c:v>
                </c:pt>
                <c:pt idx="3004">
                  <c:v>75.094406000000006</c:v>
                </c:pt>
                <c:pt idx="3005">
                  <c:v>74.738892000000007</c:v>
                </c:pt>
                <c:pt idx="3006">
                  <c:v>74.913246000000001</c:v>
                </c:pt>
                <c:pt idx="3007">
                  <c:v>75.174492000000001</c:v>
                </c:pt>
                <c:pt idx="3008">
                  <c:v>75.460662999999997</c:v>
                </c:pt>
                <c:pt idx="3009">
                  <c:v>75.725646999999995</c:v>
                </c:pt>
                <c:pt idx="3010">
                  <c:v>75.939155999999997</c:v>
                </c:pt>
                <c:pt idx="3011">
                  <c:v>76.077659999999995</c:v>
                </c:pt>
                <c:pt idx="3012">
                  <c:v>76.156441000000001</c:v>
                </c:pt>
                <c:pt idx="3013">
                  <c:v>76.198929000000007</c:v>
                </c:pt>
                <c:pt idx="3014">
                  <c:v>76.247794999999996</c:v>
                </c:pt>
                <c:pt idx="3015">
                  <c:v>76.375900000000001</c:v>
                </c:pt>
                <c:pt idx="3016">
                  <c:v>76.538345000000007</c:v>
                </c:pt>
                <c:pt idx="3017">
                  <c:v>76.597213999999994</c:v>
                </c:pt>
                <c:pt idx="3018">
                  <c:v>76.655342000000005</c:v>
                </c:pt>
                <c:pt idx="3019">
                  <c:v>76.720519999999993</c:v>
                </c:pt>
                <c:pt idx="3020">
                  <c:v>76.789574000000002</c:v>
                </c:pt>
                <c:pt idx="3021">
                  <c:v>76.843483000000006</c:v>
                </c:pt>
                <c:pt idx="3022">
                  <c:v>76.889983999999998</c:v>
                </c:pt>
                <c:pt idx="3023">
                  <c:v>76.917625000000001</c:v>
                </c:pt>
                <c:pt idx="3024">
                  <c:v>76.921126999999998</c:v>
                </c:pt>
                <c:pt idx="3025">
                  <c:v>76.909508000000002</c:v>
                </c:pt>
                <c:pt idx="3026">
                  <c:v>76.897414999999995</c:v>
                </c:pt>
                <c:pt idx="3027">
                  <c:v>76.901291000000001</c:v>
                </c:pt>
                <c:pt idx="3028">
                  <c:v>76.904655000000005</c:v>
                </c:pt>
                <c:pt idx="3029">
                  <c:v>76.902991999999998</c:v>
                </c:pt>
                <c:pt idx="3030">
                  <c:v>76.919044</c:v>
                </c:pt>
                <c:pt idx="3031">
                  <c:v>76.918120999999999</c:v>
                </c:pt>
                <c:pt idx="3032">
                  <c:v>76.895874000000006</c:v>
                </c:pt>
                <c:pt idx="3033">
                  <c:v>76.887894000000003</c:v>
                </c:pt>
                <c:pt idx="3034">
                  <c:v>76.912598000000003</c:v>
                </c:pt>
                <c:pt idx="3035">
                  <c:v>76.926918000000001</c:v>
                </c:pt>
                <c:pt idx="3036">
                  <c:v>76.937302000000003</c:v>
                </c:pt>
                <c:pt idx="3037">
                  <c:v>76.950737000000004</c:v>
                </c:pt>
                <c:pt idx="3038">
                  <c:v>76.944855000000004</c:v>
                </c:pt>
                <c:pt idx="3039">
                  <c:v>76.915290999999996</c:v>
                </c:pt>
                <c:pt idx="3040">
                  <c:v>76.856346000000002</c:v>
                </c:pt>
                <c:pt idx="3041">
                  <c:v>76.783118999999999</c:v>
                </c:pt>
                <c:pt idx="3042">
                  <c:v>76.740500999999995</c:v>
                </c:pt>
                <c:pt idx="3043">
                  <c:v>76.738563999999997</c:v>
                </c:pt>
                <c:pt idx="3044">
                  <c:v>76.745399000000006</c:v>
                </c:pt>
                <c:pt idx="3045">
                  <c:v>76.778182999999999</c:v>
                </c:pt>
                <c:pt idx="3046">
                  <c:v>76.775077999999993</c:v>
                </c:pt>
                <c:pt idx="3047">
                  <c:v>76.739838000000006</c:v>
                </c:pt>
                <c:pt idx="3048">
                  <c:v>76.721312999999995</c:v>
                </c:pt>
                <c:pt idx="3049">
                  <c:v>76.706565999999995</c:v>
                </c:pt>
                <c:pt idx="3050">
                  <c:v>76.673728999999994</c:v>
                </c:pt>
                <c:pt idx="3051">
                  <c:v>76.657668999999999</c:v>
                </c:pt>
                <c:pt idx="3052">
                  <c:v>76.675933999999998</c:v>
                </c:pt>
                <c:pt idx="3053">
                  <c:v>76.687866</c:v>
                </c:pt>
                <c:pt idx="3054">
                  <c:v>76.681388999999996</c:v>
                </c:pt>
                <c:pt idx="3055">
                  <c:v>76.693054000000004</c:v>
                </c:pt>
                <c:pt idx="3056">
                  <c:v>76.683234999999996</c:v>
                </c:pt>
                <c:pt idx="3057">
                  <c:v>76.686768000000001</c:v>
                </c:pt>
                <c:pt idx="3058">
                  <c:v>76.685958999999997</c:v>
                </c:pt>
                <c:pt idx="3059">
                  <c:v>76.666786000000002</c:v>
                </c:pt>
                <c:pt idx="3060">
                  <c:v>76.636962999999994</c:v>
                </c:pt>
                <c:pt idx="3061">
                  <c:v>76.596160999999995</c:v>
                </c:pt>
                <c:pt idx="3062">
                  <c:v>76.547957999999994</c:v>
                </c:pt>
                <c:pt idx="3063">
                  <c:v>76.497748999999999</c:v>
                </c:pt>
                <c:pt idx="3064">
                  <c:v>76.495711999999997</c:v>
                </c:pt>
                <c:pt idx="3065">
                  <c:v>76.493735999999998</c:v>
                </c:pt>
                <c:pt idx="3066">
                  <c:v>76.506255999999993</c:v>
                </c:pt>
                <c:pt idx="3067">
                  <c:v>76.481566999999998</c:v>
                </c:pt>
                <c:pt idx="3068">
                  <c:v>76.406349000000006</c:v>
                </c:pt>
                <c:pt idx="3069">
                  <c:v>76.329246999999995</c:v>
                </c:pt>
                <c:pt idx="3070">
                  <c:v>76.297568999999996</c:v>
                </c:pt>
                <c:pt idx="3071">
                  <c:v>76.244765999999998</c:v>
                </c:pt>
                <c:pt idx="3072">
                  <c:v>76.204193000000004</c:v>
                </c:pt>
                <c:pt idx="3073">
                  <c:v>76.190253999999996</c:v>
                </c:pt>
                <c:pt idx="3074">
                  <c:v>76.137496999999996</c:v>
                </c:pt>
                <c:pt idx="3075">
                  <c:v>76.059464000000006</c:v>
                </c:pt>
                <c:pt idx="3076">
                  <c:v>75.995422000000005</c:v>
                </c:pt>
                <c:pt idx="3077">
                  <c:v>75.976685000000003</c:v>
                </c:pt>
                <c:pt idx="3078">
                  <c:v>75.950271999999998</c:v>
                </c:pt>
                <c:pt idx="3079">
                  <c:v>75.951285999999996</c:v>
                </c:pt>
                <c:pt idx="3080">
                  <c:v>75.941849000000005</c:v>
                </c:pt>
                <c:pt idx="3081">
                  <c:v>75.906738000000004</c:v>
                </c:pt>
                <c:pt idx="3082">
                  <c:v>75.897300999999999</c:v>
                </c:pt>
                <c:pt idx="3083">
                  <c:v>75.870643999999999</c:v>
                </c:pt>
                <c:pt idx="3084">
                  <c:v>75.830368000000007</c:v>
                </c:pt>
                <c:pt idx="3085">
                  <c:v>75.810683999999995</c:v>
                </c:pt>
                <c:pt idx="3086">
                  <c:v>75.783957999999998</c:v>
                </c:pt>
                <c:pt idx="3087">
                  <c:v>75.760154999999997</c:v>
                </c:pt>
                <c:pt idx="3088">
                  <c:v>75.730086999999997</c:v>
                </c:pt>
                <c:pt idx="3089">
                  <c:v>75.684173999999999</c:v>
                </c:pt>
                <c:pt idx="3090">
                  <c:v>75.664428999999998</c:v>
                </c:pt>
                <c:pt idx="3091">
                  <c:v>75.664351999999994</c:v>
                </c:pt>
                <c:pt idx="3092">
                  <c:v>75.627037000000001</c:v>
                </c:pt>
                <c:pt idx="3093">
                  <c:v>75.576385000000002</c:v>
                </c:pt>
                <c:pt idx="3094">
                  <c:v>75.560103999999995</c:v>
                </c:pt>
                <c:pt idx="3095">
                  <c:v>75.576874000000004</c:v>
                </c:pt>
                <c:pt idx="3096">
                  <c:v>75.578818999999996</c:v>
                </c:pt>
                <c:pt idx="3097">
                  <c:v>75.565956</c:v>
                </c:pt>
                <c:pt idx="3098">
                  <c:v>75.522368999999998</c:v>
                </c:pt>
                <c:pt idx="3099">
                  <c:v>75.443618999999998</c:v>
                </c:pt>
                <c:pt idx="3100">
                  <c:v>75.376037999999994</c:v>
                </c:pt>
                <c:pt idx="3101">
                  <c:v>75.345817999999994</c:v>
                </c:pt>
                <c:pt idx="3102">
                  <c:v>75.367142000000001</c:v>
                </c:pt>
                <c:pt idx="3103">
                  <c:v>75.374886000000004</c:v>
                </c:pt>
                <c:pt idx="3104">
                  <c:v>75.358086</c:v>
                </c:pt>
                <c:pt idx="3105">
                  <c:v>75.303520000000006</c:v>
                </c:pt>
                <c:pt idx="3106">
                  <c:v>75.281363999999996</c:v>
                </c:pt>
                <c:pt idx="3107">
                  <c:v>75.284087999999997</c:v>
                </c:pt>
                <c:pt idx="3108">
                  <c:v>75.262512000000001</c:v>
                </c:pt>
                <c:pt idx="3109">
                  <c:v>75.232947999999993</c:v>
                </c:pt>
                <c:pt idx="3110">
                  <c:v>75.217788999999996</c:v>
                </c:pt>
                <c:pt idx="3111">
                  <c:v>75.214859000000004</c:v>
                </c:pt>
                <c:pt idx="3112">
                  <c:v>75.199950999999999</c:v>
                </c:pt>
                <c:pt idx="3113">
                  <c:v>75.174850000000006</c:v>
                </c:pt>
                <c:pt idx="3114">
                  <c:v>75.159408999999997</c:v>
                </c:pt>
                <c:pt idx="3115">
                  <c:v>75.132446000000002</c:v>
                </c:pt>
                <c:pt idx="3116">
                  <c:v>75.081840999999997</c:v>
                </c:pt>
                <c:pt idx="3117">
                  <c:v>75.048309000000003</c:v>
                </c:pt>
                <c:pt idx="3118">
                  <c:v>75.052124000000006</c:v>
                </c:pt>
                <c:pt idx="3119">
                  <c:v>75.062484999999995</c:v>
                </c:pt>
                <c:pt idx="3120">
                  <c:v>75.054030999999995</c:v>
                </c:pt>
                <c:pt idx="3121">
                  <c:v>75.046402</c:v>
                </c:pt>
                <c:pt idx="3122">
                  <c:v>75.040481999999997</c:v>
                </c:pt>
                <c:pt idx="3123">
                  <c:v>75.020072999999996</c:v>
                </c:pt>
                <c:pt idx="3124">
                  <c:v>75.021606000000006</c:v>
                </c:pt>
                <c:pt idx="3125">
                  <c:v>75.021880999999993</c:v>
                </c:pt>
                <c:pt idx="3126">
                  <c:v>75.010734999999997</c:v>
                </c:pt>
                <c:pt idx="3127">
                  <c:v>75.035263</c:v>
                </c:pt>
                <c:pt idx="3128">
                  <c:v>75.064362000000003</c:v>
                </c:pt>
                <c:pt idx="3129">
                  <c:v>75.053780000000003</c:v>
                </c:pt>
                <c:pt idx="3130">
                  <c:v>75.047820999999999</c:v>
                </c:pt>
                <c:pt idx="3131">
                  <c:v>75.053307000000004</c:v>
                </c:pt>
                <c:pt idx="3132">
                  <c:v>75.090468999999999</c:v>
                </c:pt>
                <c:pt idx="3133">
                  <c:v>75.157486000000006</c:v>
                </c:pt>
                <c:pt idx="3134">
                  <c:v>75.160995</c:v>
                </c:pt>
                <c:pt idx="3135">
                  <c:v>75.151572999999999</c:v>
                </c:pt>
                <c:pt idx="3136">
                  <c:v>75.135009999999994</c:v>
                </c:pt>
                <c:pt idx="3137">
                  <c:v>75.106658999999993</c:v>
                </c:pt>
                <c:pt idx="3138">
                  <c:v>75.072327000000001</c:v>
                </c:pt>
                <c:pt idx="3139">
                  <c:v>75.046181000000004</c:v>
                </c:pt>
                <c:pt idx="3140">
                  <c:v>75.012069999999994</c:v>
                </c:pt>
                <c:pt idx="3141">
                  <c:v>74.967026000000004</c:v>
                </c:pt>
                <c:pt idx="3142">
                  <c:v>74.913498000000004</c:v>
                </c:pt>
                <c:pt idx="3143">
                  <c:v>74.864814999999993</c:v>
                </c:pt>
                <c:pt idx="3144">
                  <c:v>74.819907999999998</c:v>
                </c:pt>
                <c:pt idx="3145">
                  <c:v>74.759163000000001</c:v>
                </c:pt>
                <c:pt idx="3146">
                  <c:v>74.757225000000005</c:v>
                </c:pt>
                <c:pt idx="3147">
                  <c:v>74.759536999999995</c:v>
                </c:pt>
                <c:pt idx="3148">
                  <c:v>74.735106999999999</c:v>
                </c:pt>
                <c:pt idx="3149">
                  <c:v>74.702202</c:v>
                </c:pt>
                <c:pt idx="3150">
                  <c:v>74.676665999999997</c:v>
                </c:pt>
                <c:pt idx="3151">
                  <c:v>74.643433000000002</c:v>
                </c:pt>
                <c:pt idx="3152">
                  <c:v>74.604789999999994</c:v>
                </c:pt>
                <c:pt idx="3153">
                  <c:v>74.550979999999996</c:v>
                </c:pt>
                <c:pt idx="3154">
                  <c:v>74.479523</c:v>
                </c:pt>
                <c:pt idx="3155">
                  <c:v>74.370223999999993</c:v>
                </c:pt>
                <c:pt idx="3156">
                  <c:v>74.298630000000003</c:v>
                </c:pt>
                <c:pt idx="3157">
                  <c:v>74.275313999999995</c:v>
                </c:pt>
                <c:pt idx="3158">
                  <c:v>74.286034000000001</c:v>
                </c:pt>
                <c:pt idx="3159">
                  <c:v>74.253035999999994</c:v>
                </c:pt>
                <c:pt idx="3160">
                  <c:v>74.140770000000003</c:v>
                </c:pt>
                <c:pt idx="3161">
                  <c:v>74.066490000000002</c:v>
                </c:pt>
                <c:pt idx="3162">
                  <c:v>74.032821999999996</c:v>
                </c:pt>
                <c:pt idx="3163">
                  <c:v>73.987053000000003</c:v>
                </c:pt>
                <c:pt idx="3164">
                  <c:v>73.915809999999993</c:v>
                </c:pt>
                <c:pt idx="3165">
                  <c:v>73.877326999999994</c:v>
                </c:pt>
                <c:pt idx="3166">
                  <c:v>73.832237000000006</c:v>
                </c:pt>
                <c:pt idx="3167">
                  <c:v>73.779999000000004</c:v>
                </c:pt>
                <c:pt idx="3168">
                  <c:v>73.748108000000002</c:v>
                </c:pt>
                <c:pt idx="3169">
                  <c:v>73.699852000000007</c:v>
                </c:pt>
                <c:pt idx="3170">
                  <c:v>73.736992000000001</c:v>
                </c:pt>
                <c:pt idx="3171">
                  <c:v>73.750511000000003</c:v>
                </c:pt>
                <c:pt idx="3172">
                  <c:v>73.701888999999994</c:v>
                </c:pt>
                <c:pt idx="3173">
                  <c:v>73.576819999999998</c:v>
                </c:pt>
                <c:pt idx="3174">
                  <c:v>73.345078000000001</c:v>
                </c:pt>
                <c:pt idx="3175">
                  <c:v>73.141525000000001</c:v>
                </c:pt>
                <c:pt idx="3176">
                  <c:v>73.096130000000002</c:v>
                </c:pt>
                <c:pt idx="3177">
                  <c:v>73.123656999999994</c:v>
                </c:pt>
                <c:pt idx="3178">
                  <c:v>73.194182999999995</c:v>
                </c:pt>
                <c:pt idx="3179">
                  <c:v>73.233481999999995</c:v>
                </c:pt>
                <c:pt idx="3180">
                  <c:v>73.263580000000005</c:v>
                </c:pt>
                <c:pt idx="3181">
                  <c:v>73.272559999999999</c:v>
                </c:pt>
                <c:pt idx="3182">
                  <c:v>73.187263000000002</c:v>
                </c:pt>
                <c:pt idx="3183">
                  <c:v>73.019347999999994</c:v>
                </c:pt>
                <c:pt idx="3184">
                  <c:v>72.819289999999995</c:v>
                </c:pt>
                <c:pt idx="3185">
                  <c:v>72.669701000000003</c:v>
                </c:pt>
                <c:pt idx="3186">
                  <c:v>72.551208000000003</c:v>
                </c:pt>
                <c:pt idx="3187">
                  <c:v>72.436661000000001</c:v>
                </c:pt>
                <c:pt idx="3188">
                  <c:v>72.314353999999994</c:v>
                </c:pt>
                <c:pt idx="3189">
                  <c:v>72.181106999999997</c:v>
                </c:pt>
                <c:pt idx="3190">
                  <c:v>72.136673000000002</c:v>
                </c:pt>
                <c:pt idx="3191">
                  <c:v>72.274581999999995</c:v>
                </c:pt>
                <c:pt idx="3192">
                  <c:v>72.389472999999995</c:v>
                </c:pt>
                <c:pt idx="3193">
                  <c:v>72.311149999999998</c:v>
                </c:pt>
                <c:pt idx="3194">
                  <c:v>72.224136000000001</c:v>
                </c:pt>
                <c:pt idx="3195">
                  <c:v>72.244468999999995</c:v>
                </c:pt>
                <c:pt idx="3196">
                  <c:v>72.299149</c:v>
                </c:pt>
                <c:pt idx="3197">
                  <c:v>72.300719999999998</c:v>
                </c:pt>
                <c:pt idx="3198">
                  <c:v>72.275268999999994</c:v>
                </c:pt>
                <c:pt idx="3199">
                  <c:v>72.225928999999994</c:v>
                </c:pt>
                <c:pt idx="3200">
                  <c:v>72.184258</c:v>
                </c:pt>
                <c:pt idx="3201">
                  <c:v>72.194580000000002</c:v>
                </c:pt>
                <c:pt idx="3202">
                  <c:v>72.231041000000005</c:v>
                </c:pt>
                <c:pt idx="3203">
                  <c:v>72.312149000000005</c:v>
                </c:pt>
                <c:pt idx="3204">
                  <c:v>72.223151999999999</c:v>
                </c:pt>
                <c:pt idx="3205">
                  <c:v>72.270156999999998</c:v>
                </c:pt>
                <c:pt idx="3206">
                  <c:v>72.260116999999994</c:v>
                </c:pt>
                <c:pt idx="3207">
                  <c:v>72.099273999999994</c:v>
                </c:pt>
                <c:pt idx="3208">
                  <c:v>72.000961000000004</c:v>
                </c:pt>
                <c:pt idx="3209">
                  <c:v>71.886268999999999</c:v>
                </c:pt>
                <c:pt idx="3210">
                  <c:v>71.792693999999997</c:v>
                </c:pt>
                <c:pt idx="3211">
                  <c:v>71.892951999999994</c:v>
                </c:pt>
                <c:pt idx="3212">
                  <c:v>71.908767999999995</c:v>
                </c:pt>
                <c:pt idx="3213">
                  <c:v>71.936133999999996</c:v>
                </c:pt>
                <c:pt idx="3214">
                  <c:v>71.869170999999994</c:v>
                </c:pt>
                <c:pt idx="3215">
                  <c:v>71.750609999999995</c:v>
                </c:pt>
                <c:pt idx="3216">
                  <c:v>71.800262000000004</c:v>
                </c:pt>
                <c:pt idx="3217">
                  <c:v>71.809746000000004</c:v>
                </c:pt>
                <c:pt idx="3218">
                  <c:v>71.754615999999999</c:v>
                </c:pt>
                <c:pt idx="3219">
                  <c:v>71.680344000000005</c:v>
                </c:pt>
                <c:pt idx="3220">
                  <c:v>71.587249999999997</c:v>
                </c:pt>
                <c:pt idx="3221">
                  <c:v>71.391684999999995</c:v>
                </c:pt>
                <c:pt idx="3222">
                  <c:v>71.233390999999997</c:v>
                </c:pt>
                <c:pt idx="3223">
                  <c:v>71.049010999999993</c:v>
                </c:pt>
                <c:pt idx="3224">
                  <c:v>70.855400000000003</c:v>
                </c:pt>
                <c:pt idx="3225">
                  <c:v>70.748519999999999</c:v>
                </c:pt>
                <c:pt idx="3226">
                  <c:v>70.659851000000003</c:v>
                </c:pt>
                <c:pt idx="3227">
                  <c:v>70.582190999999995</c:v>
                </c:pt>
                <c:pt idx="3228">
                  <c:v>70.545944000000006</c:v>
                </c:pt>
                <c:pt idx="3229">
                  <c:v>70.548454000000007</c:v>
                </c:pt>
                <c:pt idx="3230">
                  <c:v>70.551002999999994</c:v>
                </c:pt>
                <c:pt idx="3231">
                  <c:v>70.55677</c:v>
                </c:pt>
                <c:pt idx="3232">
                  <c:v>70.613608999999997</c:v>
                </c:pt>
                <c:pt idx="3233">
                  <c:v>70.675445999999994</c:v>
                </c:pt>
                <c:pt idx="3234">
                  <c:v>70.703896</c:v>
                </c:pt>
                <c:pt idx="3235">
                  <c:v>70.729668000000004</c:v>
                </c:pt>
                <c:pt idx="3236">
                  <c:v>70.767227000000005</c:v>
                </c:pt>
                <c:pt idx="3237">
                  <c:v>70.824355999999995</c:v>
                </c:pt>
                <c:pt idx="3238">
                  <c:v>70.899238999999994</c:v>
                </c:pt>
                <c:pt idx="3239">
                  <c:v>70.930228999999997</c:v>
                </c:pt>
                <c:pt idx="3240">
                  <c:v>70.948204000000004</c:v>
                </c:pt>
                <c:pt idx="3241">
                  <c:v>70.930710000000005</c:v>
                </c:pt>
                <c:pt idx="3242">
                  <c:v>70.870841999999996</c:v>
                </c:pt>
                <c:pt idx="3243">
                  <c:v>70.818900999999997</c:v>
                </c:pt>
                <c:pt idx="3244">
                  <c:v>70.844634999999997</c:v>
                </c:pt>
                <c:pt idx="3245">
                  <c:v>70.849663000000007</c:v>
                </c:pt>
                <c:pt idx="3246">
                  <c:v>70.808600999999996</c:v>
                </c:pt>
                <c:pt idx="3247">
                  <c:v>70.787186000000005</c:v>
                </c:pt>
                <c:pt idx="3248">
                  <c:v>70.829543999999999</c:v>
                </c:pt>
                <c:pt idx="3249">
                  <c:v>70.939186000000007</c:v>
                </c:pt>
                <c:pt idx="3250">
                  <c:v>70.958786000000003</c:v>
                </c:pt>
                <c:pt idx="3251">
                  <c:v>70.866118999999998</c:v>
                </c:pt>
                <c:pt idx="3252">
                  <c:v>70.805923000000007</c:v>
                </c:pt>
                <c:pt idx="3253">
                  <c:v>70.883521999999999</c:v>
                </c:pt>
                <c:pt idx="3254">
                  <c:v>71.005156999999997</c:v>
                </c:pt>
                <c:pt idx="3255">
                  <c:v>71.026816999999994</c:v>
                </c:pt>
                <c:pt idx="3256">
                  <c:v>70.909103000000002</c:v>
                </c:pt>
                <c:pt idx="3257">
                  <c:v>70.888664000000006</c:v>
                </c:pt>
                <c:pt idx="3258">
                  <c:v>70.966010999999995</c:v>
                </c:pt>
                <c:pt idx="3259">
                  <c:v>70.888938999999993</c:v>
                </c:pt>
                <c:pt idx="3260">
                  <c:v>70.744750999999994</c:v>
                </c:pt>
                <c:pt idx="3261">
                  <c:v>70.726714999999999</c:v>
                </c:pt>
                <c:pt idx="3262">
                  <c:v>70.777534000000003</c:v>
                </c:pt>
                <c:pt idx="3263">
                  <c:v>70.784751999999997</c:v>
                </c:pt>
                <c:pt idx="3264">
                  <c:v>70.842208999999997</c:v>
                </c:pt>
                <c:pt idx="3265">
                  <c:v>70.906486999999998</c:v>
                </c:pt>
                <c:pt idx="3266">
                  <c:v>70.836974999999995</c:v>
                </c:pt>
                <c:pt idx="3267">
                  <c:v>70.842178000000004</c:v>
                </c:pt>
                <c:pt idx="3268">
                  <c:v>71.011512999999994</c:v>
                </c:pt>
                <c:pt idx="3269">
                  <c:v>71.047882000000001</c:v>
                </c:pt>
                <c:pt idx="3270">
                  <c:v>70.975112999999993</c:v>
                </c:pt>
                <c:pt idx="3271">
                  <c:v>70.966476</c:v>
                </c:pt>
                <c:pt idx="3272">
                  <c:v>71.024756999999994</c:v>
                </c:pt>
                <c:pt idx="3273">
                  <c:v>71.093292000000005</c:v>
                </c:pt>
                <c:pt idx="3274">
                  <c:v>71.057411000000002</c:v>
                </c:pt>
                <c:pt idx="3275">
                  <c:v>71.141700999999998</c:v>
                </c:pt>
                <c:pt idx="3276">
                  <c:v>71.234084999999993</c:v>
                </c:pt>
                <c:pt idx="3277">
                  <c:v>71.129807</c:v>
                </c:pt>
                <c:pt idx="3278">
                  <c:v>70.864707999999993</c:v>
                </c:pt>
                <c:pt idx="3279">
                  <c:v>70.743896000000007</c:v>
                </c:pt>
                <c:pt idx="3280">
                  <c:v>70.949341000000004</c:v>
                </c:pt>
                <c:pt idx="3281">
                  <c:v>71.036773999999994</c:v>
                </c:pt>
                <c:pt idx="3282">
                  <c:v>70.991660999999993</c:v>
                </c:pt>
                <c:pt idx="3283">
                  <c:v>70.869843000000003</c:v>
                </c:pt>
                <c:pt idx="3284">
                  <c:v>70.651886000000005</c:v>
                </c:pt>
                <c:pt idx="3285">
                  <c:v>70.616043000000005</c:v>
                </c:pt>
                <c:pt idx="3286">
                  <c:v>70.665642000000005</c:v>
                </c:pt>
                <c:pt idx="3287">
                  <c:v>70.584914999999995</c:v>
                </c:pt>
                <c:pt idx="3288">
                  <c:v>70.433875999999998</c:v>
                </c:pt>
                <c:pt idx="3289">
                  <c:v>70.435805999999999</c:v>
                </c:pt>
                <c:pt idx="3290">
                  <c:v>70.470139000000003</c:v>
                </c:pt>
                <c:pt idx="3291">
                  <c:v>70.438079999999999</c:v>
                </c:pt>
                <c:pt idx="3292">
                  <c:v>70.293120999999999</c:v>
                </c:pt>
                <c:pt idx="3293">
                  <c:v>69.963607999999994</c:v>
                </c:pt>
                <c:pt idx="3294">
                  <c:v>69.746643000000006</c:v>
                </c:pt>
                <c:pt idx="3295">
                  <c:v>69.665008999999998</c:v>
                </c:pt>
                <c:pt idx="3296">
                  <c:v>69.770233000000005</c:v>
                </c:pt>
                <c:pt idx="3297">
                  <c:v>69.844727000000006</c:v>
                </c:pt>
                <c:pt idx="3298">
                  <c:v>69.855155999999994</c:v>
                </c:pt>
                <c:pt idx="3299">
                  <c:v>70.003410000000002</c:v>
                </c:pt>
                <c:pt idx="3300">
                  <c:v>70.072059999999993</c:v>
                </c:pt>
                <c:pt idx="3301">
                  <c:v>69.959579000000005</c:v>
                </c:pt>
                <c:pt idx="3302">
                  <c:v>69.581947</c:v>
                </c:pt>
                <c:pt idx="3303">
                  <c:v>69.055396999999999</c:v>
                </c:pt>
                <c:pt idx="3304">
                  <c:v>68.846924000000001</c:v>
                </c:pt>
                <c:pt idx="3305">
                  <c:v>68.796515999999997</c:v>
                </c:pt>
                <c:pt idx="3306">
                  <c:v>69.189819</c:v>
                </c:pt>
                <c:pt idx="3307">
                  <c:v>70.058387999999994</c:v>
                </c:pt>
                <c:pt idx="3308">
                  <c:v>70.202042000000006</c:v>
                </c:pt>
                <c:pt idx="3309">
                  <c:v>70.440582000000006</c:v>
                </c:pt>
                <c:pt idx="3310">
                  <c:v>70.689682000000005</c:v>
                </c:pt>
                <c:pt idx="3311">
                  <c:v>70.961449000000002</c:v>
                </c:pt>
                <c:pt idx="3312">
                  <c:v>71.300139999999999</c:v>
                </c:pt>
                <c:pt idx="3313">
                  <c:v>71.367722000000001</c:v>
                </c:pt>
                <c:pt idx="3314">
                  <c:v>71.444107000000002</c:v>
                </c:pt>
                <c:pt idx="3315">
                  <c:v>71.560851999999997</c:v>
                </c:pt>
                <c:pt idx="3316">
                  <c:v>71.683823000000004</c:v>
                </c:pt>
                <c:pt idx="3317">
                  <c:v>71.676734999999994</c:v>
                </c:pt>
                <c:pt idx="3318">
                  <c:v>71.610596000000001</c:v>
                </c:pt>
                <c:pt idx="3319">
                  <c:v>71.481528999999995</c:v>
                </c:pt>
                <c:pt idx="3320">
                  <c:v>71.355926999999994</c:v>
                </c:pt>
                <c:pt idx="3321">
                  <c:v>71.274253999999999</c:v>
                </c:pt>
                <c:pt idx="3322">
                  <c:v>71.233063000000001</c:v>
                </c:pt>
                <c:pt idx="3323">
                  <c:v>71.218711999999996</c:v>
                </c:pt>
                <c:pt idx="3324">
                  <c:v>71.211746000000005</c:v>
                </c:pt>
                <c:pt idx="3325">
                  <c:v>71.199280000000002</c:v>
                </c:pt>
                <c:pt idx="3326">
                  <c:v>71.199921000000003</c:v>
                </c:pt>
                <c:pt idx="3327">
                  <c:v>71.226973999999998</c:v>
                </c:pt>
                <c:pt idx="3328">
                  <c:v>71.249343999999994</c:v>
                </c:pt>
                <c:pt idx="3329">
                  <c:v>71.263587999999999</c:v>
                </c:pt>
                <c:pt idx="3330">
                  <c:v>71.269362999999998</c:v>
                </c:pt>
                <c:pt idx="3331">
                  <c:v>71.270568999999995</c:v>
                </c:pt>
                <c:pt idx="3332">
                  <c:v>71.273223999999999</c:v>
                </c:pt>
                <c:pt idx="3333">
                  <c:v>71.273880000000005</c:v>
                </c:pt>
                <c:pt idx="3334">
                  <c:v>71.276520000000005</c:v>
                </c:pt>
                <c:pt idx="3335">
                  <c:v>71.273064000000005</c:v>
                </c:pt>
                <c:pt idx="3336">
                  <c:v>71.260529000000005</c:v>
                </c:pt>
                <c:pt idx="3337">
                  <c:v>71.246917999999994</c:v>
                </c:pt>
                <c:pt idx="3338">
                  <c:v>71.240852000000004</c:v>
                </c:pt>
                <c:pt idx="3339">
                  <c:v>71.238631999999996</c:v>
                </c:pt>
                <c:pt idx="3340">
                  <c:v>71.239058999999997</c:v>
                </c:pt>
                <c:pt idx="3341">
                  <c:v>71.236999999999995</c:v>
                </c:pt>
                <c:pt idx="3342">
                  <c:v>71.236892999999995</c:v>
                </c:pt>
                <c:pt idx="3343">
                  <c:v>71.229186999999996</c:v>
                </c:pt>
                <c:pt idx="3344">
                  <c:v>71.207656999999998</c:v>
                </c:pt>
                <c:pt idx="3345">
                  <c:v>71.176948999999993</c:v>
                </c:pt>
                <c:pt idx="3346">
                  <c:v>71.149497999999994</c:v>
                </c:pt>
                <c:pt idx="3347">
                  <c:v>71.134040999999996</c:v>
                </c:pt>
                <c:pt idx="3348">
                  <c:v>71.133965000000003</c:v>
                </c:pt>
                <c:pt idx="3349">
                  <c:v>71.128928999999999</c:v>
                </c:pt>
                <c:pt idx="3350">
                  <c:v>71.119613999999999</c:v>
                </c:pt>
                <c:pt idx="3351">
                  <c:v>71.143837000000005</c:v>
                </c:pt>
                <c:pt idx="3352">
                  <c:v>71.165436</c:v>
                </c:pt>
                <c:pt idx="3353">
                  <c:v>71.156730999999994</c:v>
                </c:pt>
                <c:pt idx="3354">
                  <c:v>71.136566000000002</c:v>
                </c:pt>
                <c:pt idx="3355">
                  <c:v>71.118033999999994</c:v>
                </c:pt>
                <c:pt idx="3356">
                  <c:v>71.112044999999995</c:v>
                </c:pt>
                <c:pt idx="3357">
                  <c:v>71.111343000000005</c:v>
                </c:pt>
                <c:pt idx="3358">
                  <c:v>71.108238</c:v>
                </c:pt>
                <c:pt idx="3359">
                  <c:v>71.128021000000004</c:v>
                </c:pt>
                <c:pt idx="3360">
                  <c:v>71.16507</c:v>
                </c:pt>
                <c:pt idx="3361">
                  <c:v>71.151809999999998</c:v>
                </c:pt>
                <c:pt idx="3362">
                  <c:v>71.141350000000003</c:v>
                </c:pt>
                <c:pt idx="3363">
                  <c:v>71.145034999999993</c:v>
                </c:pt>
                <c:pt idx="3364">
                  <c:v>71.148398999999998</c:v>
                </c:pt>
                <c:pt idx="3365">
                  <c:v>71.168610000000001</c:v>
                </c:pt>
                <c:pt idx="3366">
                  <c:v>71.193008000000006</c:v>
                </c:pt>
                <c:pt idx="3367">
                  <c:v>71.197226999999998</c:v>
                </c:pt>
                <c:pt idx="3368">
                  <c:v>71.204605000000001</c:v>
                </c:pt>
                <c:pt idx="3369">
                  <c:v>71.213593000000003</c:v>
                </c:pt>
                <c:pt idx="3370">
                  <c:v>71.212661999999995</c:v>
                </c:pt>
                <c:pt idx="3371">
                  <c:v>71.205399</c:v>
                </c:pt>
                <c:pt idx="3372">
                  <c:v>71.204909999999998</c:v>
                </c:pt>
                <c:pt idx="3373">
                  <c:v>71.213142000000005</c:v>
                </c:pt>
                <c:pt idx="3374">
                  <c:v>71.195594999999997</c:v>
                </c:pt>
                <c:pt idx="3375">
                  <c:v>71.153885000000002</c:v>
                </c:pt>
                <c:pt idx="3376">
                  <c:v>71.149322999999995</c:v>
                </c:pt>
                <c:pt idx="3377">
                  <c:v>71.168509999999998</c:v>
                </c:pt>
                <c:pt idx="3378">
                  <c:v>71.165008999999998</c:v>
                </c:pt>
                <c:pt idx="3379">
                  <c:v>71.153426999999994</c:v>
                </c:pt>
                <c:pt idx="3380">
                  <c:v>71.161095000000003</c:v>
                </c:pt>
                <c:pt idx="3381">
                  <c:v>71.175979999999996</c:v>
                </c:pt>
                <c:pt idx="3382">
                  <c:v>71.193832</c:v>
                </c:pt>
                <c:pt idx="3383">
                  <c:v>71.223267000000007</c:v>
                </c:pt>
                <c:pt idx="3384">
                  <c:v>71.248908999999998</c:v>
                </c:pt>
                <c:pt idx="3385">
                  <c:v>71.256371000000001</c:v>
                </c:pt>
                <c:pt idx="3386">
                  <c:v>71.250145000000003</c:v>
                </c:pt>
                <c:pt idx="3387">
                  <c:v>71.220718000000005</c:v>
                </c:pt>
                <c:pt idx="3388">
                  <c:v>71.189544999999995</c:v>
                </c:pt>
                <c:pt idx="3389">
                  <c:v>71.192169000000007</c:v>
                </c:pt>
                <c:pt idx="3390">
                  <c:v>71.212311</c:v>
                </c:pt>
                <c:pt idx="3391">
                  <c:v>71.220946999999995</c:v>
                </c:pt>
                <c:pt idx="3392">
                  <c:v>71.221558000000002</c:v>
                </c:pt>
                <c:pt idx="3393">
                  <c:v>71.224670000000003</c:v>
                </c:pt>
                <c:pt idx="3394">
                  <c:v>71.221114999999998</c:v>
                </c:pt>
                <c:pt idx="3395">
                  <c:v>71.22139</c:v>
                </c:pt>
                <c:pt idx="3396">
                  <c:v>71.233063000000001</c:v>
                </c:pt>
                <c:pt idx="3397">
                  <c:v>71.240088999999998</c:v>
                </c:pt>
                <c:pt idx="3398">
                  <c:v>71.224884000000003</c:v>
                </c:pt>
                <c:pt idx="3399">
                  <c:v>71.199020000000004</c:v>
                </c:pt>
                <c:pt idx="3400">
                  <c:v>71.19632</c:v>
                </c:pt>
                <c:pt idx="3401">
                  <c:v>71.190712000000005</c:v>
                </c:pt>
                <c:pt idx="3402">
                  <c:v>71.181274000000002</c:v>
                </c:pt>
                <c:pt idx="3403">
                  <c:v>71.193961999999999</c:v>
                </c:pt>
                <c:pt idx="3404">
                  <c:v>71.233245999999994</c:v>
                </c:pt>
                <c:pt idx="3405">
                  <c:v>71.260834000000003</c:v>
                </c:pt>
                <c:pt idx="3406">
                  <c:v>71.270629999999997</c:v>
                </c:pt>
                <c:pt idx="3407">
                  <c:v>71.266434000000004</c:v>
                </c:pt>
                <c:pt idx="3408">
                  <c:v>71.243431000000001</c:v>
                </c:pt>
                <c:pt idx="3409">
                  <c:v>71.218879999999999</c:v>
                </c:pt>
                <c:pt idx="3410">
                  <c:v>71.197845000000001</c:v>
                </c:pt>
                <c:pt idx="3411">
                  <c:v>71.180733000000004</c:v>
                </c:pt>
                <c:pt idx="3412">
                  <c:v>71.171775999999994</c:v>
                </c:pt>
                <c:pt idx="3413">
                  <c:v>71.156829999999999</c:v>
                </c:pt>
                <c:pt idx="3414">
                  <c:v>71.146384999999995</c:v>
                </c:pt>
                <c:pt idx="3415">
                  <c:v>71.156242000000006</c:v>
                </c:pt>
                <c:pt idx="3416">
                  <c:v>71.157805999999994</c:v>
                </c:pt>
                <c:pt idx="3417">
                  <c:v>71.150420999999994</c:v>
                </c:pt>
                <c:pt idx="3418">
                  <c:v>71.154030000000006</c:v>
                </c:pt>
                <c:pt idx="3419">
                  <c:v>71.173446999999996</c:v>
                </c:pt>
                <c:pt idx="3420">
                  <c:v>71.182845999999998</c:v>
                </c:pt>
                <c:pt idx="3421">
                  <c:v>71.192077999999995</c:v>
                </c:pt>
                <c:pt idx="3422">
                  <c:v>71.198256999999998</c:v>
                </c:pt>
                <c:pt idx="3423">
                  <c:v>71.183998000000003</c:v>
                </c:pt>
                <c:pt idx="3424">
                  <c:v>71.162582</c:v>
                </c:pt>
                <c:pt idx="3425">
                  <c:v>71.150253000000006</c:v>
                </c:pt>
                <c:pt idx="3426">
                  <c:v>71.143783999999997</c:v>
                </c:pt>
                <c:pt idx="3427">
                  <c:v>70.291229000000001</c:v>
                </c:pt>
                <c:pt idx="3428">
                  <c:v>69.249649000000005</c:v>
                </c:pt>
                <c:pt idx="3429">
                  <c:v>69.031989999999993</c:v>
                </c:pt>
                <c:pt idx="3430">
                  <c:v>69.125174999999999</c:v>
                </c:pt>
                <c:pt idx="3431">
                  <c:v>69.393416999999999</c:v>
                </c:pt>
                <c:pt idx="3432">
                  <c:v>69.670333999999997</c:v>
                </c:pt>
                <c:pt idx="3433">
                  <c:v>69.922493000000003</c:v>
                </c:pt>
                <c:pt idx="3434">
                  <c:v>70.147345999999999</c:v>
                </c:pt>
                <c:pt idx="3435">
                  <c:v>70.341019000000003</c:v>
                </c:pt>
                <c:pt idx="3436">
                  <c:v>70.503417999999996</c:v>
                </c:pt>
                <c:pt idx="3437">
                  <c:v>70.638191000000006</c:v>
                </c:pt>
                <c:pt idx="3438">
                  <c:v>70.743827999999993</c:v>
                </c:pt>
                <c:pt idx="3439">
                  <c:v>70.836219999999997</c:v>
                </c:pt>
                <c:pt idx="3440">
                  <c:v>70.910927000000001</c:v>
                </c:pt>
                <c:pt idx="3441">
                  <c:v>70.984206999999998</c:v>
                </c:pt>
                <c:pt idx="3442">
                  <c:v>71.027816999999999</c:v>
                </c:pt>
                <c:pt idx="3443">
                  <c:v>71.040092000000001</c:v>
                </c:pt>
                <c:pt idx="3444">
                  <c:v>71.043334999999999</c:v>
                </c:pt>
                <c:pt idx="3445">
                  <c:v>71.069610999999995</c:v>
                </c:pt>
                <c:pt idx="3446">
                  <c:v>71.088065999999998</c:v>
                </c:pt>
                <c:pt idx="3447">
                  <c:v>71.081871000000007</c:v>
                </c:pt>
                <c:pt idx="3448">
                  <c:v>71.100173999999996</c:v>
                </c:pt>
                <c:pt idx="3449">
                  <c:v>71.121193000000005</c:v>
                </c:pt>
                <c:pt idx="3450">
                  <c:v>71.104027000000002</c:v>
                </c:pt>
                <c:pt idx="3451">
                  <c:v>71.068932000000004</c:v>
                </c:pt>
                <c:pt idx="3452">
                  <c:v>71.064598000000004</c:v>
                </c:pt>
                <c:pt idx="3453">
                  <c:v>71.101196000000002</c:v>
                </c:pt>
                <c:pt idx="3454">
                  <c:v>71.136452000000006</c:v>
                </c:pt>
                <c:pt idx="3455">
                  <c:v>71.163871999999998</c:v>
                </c:pt>
                <c:pt idx="3456">
                  <c:v>71.177543999999997</c:v>
                </c:pt>
                <c:pt idx="3457">
                  <c:v>71.177825999999996</c:v>
                </c:pt>
                <c:pt idx="3458">
                  <c:v>71.165710000000004</c:v>
                </c:pt>
                <c:pt idx="3459">
                  <c:v>71.142769000000001</c:v>
                </c:pt>
                <c:pt idx="3460">
                  <c:v>71.120971999999995</c:v>
                </c:pt>
                <c:pt idx="3461">
                  <c:v>71.098236</c:v>
                </c:pt>
                <c:pt idx="3462">
                  <c:v>71.073211999999998</c:v>
                </c:pt>
                <c:pt idx="3463">
                  <c:v>71.062484999999995</c:v>
                </c:pt>
                <c:pt idx="3464">
                  <c:v>71.067856000000006</c:v>
                </c:pt>
                <c:pt idx="3465">
                  <c:v>71.064437999999996</c:v>
                </c:pt>
                <c:pt idx="3466">
                  <c:v>71.069350999999997</c:v>
                </c:pt>
                <c:pt idx="3467">
                  <c:v>71.079116999999997</c:v>
                </c:pt>
                <c:pt idx="3468">
                  <c:v>71.083076000000005</c:v>
                </c:pt>
                <c:pt idx="3469">
                  <c:v>71.098029999999994</c:v>
                </c:pt>
                <c:pt idx="3470">
                  <c:v>71.125343000000001</c:v>
                </c:pt>
                <c:pt idx="3471">
                  <c:v>71.138442999999995</c:v>
                </c:pt>
                <c:pt idx="3472">
                  <c:v>71.145401000000007</c:v>
                </c:pt>
                <c:pt idx="3473">
                  <c:v>71.146789999999996</c:v>
                </c:pt>
                <c:pt idx="3474">
                  <c:v>71.145988000000003</c:v>
                </c:pt>
                <c:pt idx="3475">
                  <c:v>71.144592000000003</c:v>
                </c:pt>
                <c:pt idx="3476">
                  <c:v>71.143242000000001</c:v>
                </c:pt>
                <c:pt idx="3477">
                  <c:v>71.145698999999993</c:v>
                </c:pt>
                <c:pt idx="3478">
                  <c:v>71.144463000000002</c:v>
                </c:pt>
                <c:pt idx="3479">
                  <c:v>71.142692999999994</c:v>
                </c:pt>
                <c:pt idx="3480">
                  <c:v>71.140136999999996</c:v>
                </c:pt>
                <c:pt idx="3481">
                  <c:v>71.129538999999994</c:v>
                </c:pt>
                <c:pt idx="3482">
                  <c:v>71.113913999999994</c:v>
                </c:pt>
                <c:pt idx="3483">
                  <c:v>71.099181999999999</c:v>
                </c:pt>
                <c:pt idx="3484">
                  <c:v>71.082237000000006</c:v>
                </c:pt>
                <c:pt idx="3485">
                  <c:v>71.066070999999994</c:v>
                </c:pt>
                <c:pt idx="3486">
                  <c:v>71.046752999999995</c:v>
                </c:pt>
                <c:pt idx="3487">
                  <c:v>71.020187000000007</c:v>
                </c:pt>
                <c:pt idx="3488">
                  <c:v>70.995971999999995</c:v>
                </c:pt>
                <c:pt idx="3489">
                  <c:v>70.985839999999996</c:v>
                </c:pt>
                <c:pt idx="3490">
                  <c:v>70.996307000000002</c:v>
                </c:pt>
                <c:pt idx="3491">
                  <c:v>71.004043999999993</c:v>
                </c:pt>
                <c:pt idx="3492">
                  <c:v>71.028778000000003</c:v>
                </c:pt>
                <c:pt idx="3493">
                  <c:v>71.071280999999999</c:v>
                </c:pt>
                <c:pt idx="3494">
                  <c:v>71.091217</c:v>
                </c:pt>
                <c:pt idx="3495">
                  <c:v>71.088074000000006</c:v>
                </c:pt>
                <c:pt idx="3496">
                  <c:v>71.075882000000007</c:v>
                </c:pt>
                <c:pt idx="3497">
                  <c:v>71.068809999999999</c:v>
                </c:pt>
                <c:pt idx="3498">
                  <c:v>71.064650999999998</c:v>
                </c:pt>
                <c:pt idx="3499">
                  <c:v>71.057922000000005</c:v>
                </c:pt>
                <c:pt idx="3500">
                  <c:v>71.047370999999998</c:v>
                </c:pt>
                <c:pt idx="3501">
                  <c:v>71.032745000000006</c:v>
                </c:pt>
                <c:pt idx="3502">
                  <c:v>71.027641000000003</c:v>
                </c:pt>
                <c:pt idx="3503">
                  <c:v>71.018135000000001</c:v>
                </c:pt>
                <c:pt idx="3504">
                  <c:v>71.013107000000005</c:v>
                </c:pt>
                <c:pt idx="3505">
                  <c:v>70.998047</c:v>
                </c:pt>
                <c:pt idx="3506">
                  <c:v>71.002762000000004</c:v>
                </c:pt>
                <c:pt idx="3507">
                  <c:v>71.008735999999999</c:v>
                </c:pt>
                <c:pt idx="3508">
                  <c:v>71.011893999999998</c:v>
                </c:pt>
                <c:pt idx="3509">
                  <c:v>71.015617000000006</c:v>
                </c:pt>
                <c:pt idx="3510">
                  <c:v>71.016684999999995</c:v>
                </c:pt>
                <c:pt idx="3511">
                  <c:v>71.017784000000006</c:v>
                </c:pt>
                <c:pt idx="3512">
                  <c:v>71.025841</c:v>
                </c:pt>
                <c:pt idx="3513">
                  <c:v>71.026482000000001</c:v>
                </c:pt>
                <c:pt idx="3514">
                  <c:v>71.015640000000005</c:v>
                </c:pt>
                <c:pt idx="3515">
                  <c:v>71.00412</c:v>
                </c:pt>
                <c:pt idx="3516">
                  <c:v>71.005629999999996</c:v>
                </c:pt>
                <c:pt idx="3517">
                  <c:v>71.015297000000004</c:v>
                </c:pt>
                <c:pt idx="3518">
                  <c:v>71.027298000000002</c:v>
                </c:pt>
                <c:pt idx="3519">
                  <c:v>71.034401000000003</c:v>
                </c:pt>
                <c:pt idx="3520">
                  <c:v>71.029899999999998</c:v>
                </c:pt>
                <c:pt idx="3521">
                  <c:v>71.050765999999996</c:v>
                </c:pt>
                <c:pt idx="3522">
                  <c:v>71.080849000000001</c:v>
                </c:pt>
                <c:pt idx="3523">
                  <c:v>71.109084999999993</c:v>
                </c:pt>
                <c:pt idx="3524">
                  <c:v>71.114365000000006</c:v>
                </c:pt>
                <c:pt idx="3525">
                  <c:v>71.114220000000003</c:v>
                </c:pt>
                <c:pt idx="3526">
                  <c:v>71.119476000000006</c:v>
                </c:pt>
                <c:pt idx="3527">
                  <c:v>71.119247000000001</c:v>
                </c:pt>
                <c:pt idx="3528">
                  <c:v>71.116714000000002</c:v>
                </c:pt>
                <c:pt idx="3529">
                  <c:v>71.116455000000002</c:v>
                </c:pt>
                <c:pt idx="3530">
                  <c:v>71.118415999999996</c:v>
                </c:pt>
                <c:pt idx="3531">
                  <c:v>71.108626999999998</c:v>
                </c:pt>
                <c:pt idx="3532">
                  <c:v>71.086723000000006</c:v>
                </c:pt>
                <c:pt idx="3533">
                  <c:v>71.071135999999996</c:v>
                </c:pt>
                <c:pt idx="3534">
                  <c:v>71.059982000000005</c:v>
                </c:pt>
                <c:pt idx="3535">
                  <c:v>71.067192000000006</c:v>
                </c:pt>
                <c:pt idx="3536">
                  <c:v>71.071594000000005</c:v>
                </c:pt>
                <c:pt idx="3537">
                  <c:v>71.081862999999998</c:v>
                </c:pt>
                <c:pt idx="3538">
                  <c:v>71.108245999999994</c:v>
                </c:pt>
                <c:pt idx="3539">
                  <c:v>71.114410000000007</c:v>
                </c:pt>
                <c:pt idx="3540">
                  <c:v>71.101532000000006</c:v>
                </c:pt>
                <c:pt idx="3541">
                  <c:v>71.078720000000004</c:v>
                </c:pt>
                <c:pt idx="3542">
                  <c:v>71.061920000000001</c:v>
                </c:pt>
                <c:pt idx="3543">
                  <c:v>71.049819999999997</c:v>
                </c:pt>
                <c:pt idx="3544">
                  <c:v>71.039742000000004</c:v>
                </c:pt>
                <c:pt idx="3545">
                  <c:v>71.042336000000006</c:v>
                </c:pt>
                <c:pt idx="3546">
                  <c:v>71.042998999999995</c:v>
                </c:pt>
                <c:pt idx="3547">
                  <c:v>71.045776000000004</c:v>
                </c:pt>
                <c:pt idx="3548">
                  <c:v>71.047432000000001</c:v>
                </c:pt>
                <c:pt idx="3549">
                  <c:v>71.045226999999997</c:v>
                </c:pt>
                <c:pt idx="3550">
                  <c:v>71.051177999999993</c:v>
                </c:pt>
                <c:pt idx="3551">
                  <c:v>71.059539999999998</c:v>
                </c:pt>
                <c:pt idx="3552">
                  <c:v>71.064841999999999</c:v>
                </c:pt>
                <c:pt idx="3553">
                  <c:v>71.070106999999993</c:v>
                </c:pt>
                <c:pt idx="3554">
                  <c:v>71.076331999999994</c:v>
                </c:pt>
                <c:pt idx="3555">
                  <c:v>71.085693000000006</c:v>
                </c:pt>
                <c:pt idx="3556">
                  <c:v>71.085114000000004</c:v>
                </c:pt>
                <c:pt idx="3557">
                  <c:v>71.074416999999997</c:v>
                </c:pt>
                <c:pt idx="3558">
                  <c:v>71.071083000000002</c:v>
                </c:pt>
                <c:pt idx="3559">
                  <c:v>71.073363999999998</c:v>
                </c:pt>
                <c:pt idx="3560">
                  <c:v>71.075553999999997</c:v>
                </c:pt>
                <c:pt idx="3561">
                  <c:v>71.073493999999997</c:v>
                </c:pt>
                <c:pt idx="3562">
                  <c:v>71.062331999999998</c:v>
                </c:pt>
                <c:pt idx="3563">
                  <c:v>71.054787000000005</c:v>
                </c:pt>
                <c:pt idx="3564">
                  <c:v>71.056304999999995</c:v>
                </c:pt>
                <c:pt idx="3565">
                  <c:v>71.074393999999998</c:v>
                </c:pt>
                <c:pt idx="3566">
                  <c:v>71.101067</c:v>
                </c:pt>
                <c:pt idx="3567">
                  <c:v>71.130829000000006</c:v>
                </c:pt>
                <c:pt idx="3568">
                  <c:v>71.151199000000005</c:v>
                </c:pt>
                <c:pt idx="3569">
                  <c:v>71.158530999999996</c:v>
                </c:pt>
                <c:pt idx="3570">
                  <c:v>71.164940000000001</c:v>
                </c:pt>
                <c:pt idx="3571">
                  <c:v>71.170760999999999</c:v>
                </c:pt>
                <c:pt idx="3572">
                  <c:v>71.171691999999993</c:v>
                </c:pt>
                <c:pt idx="3573">
                  <c:v>71.170860000000005</c:v>
                </c:pt>
                <c:pt idx="3574">
                  <c:v>71.171158000000005</c:v>
                </c:pt>
                <c:pt idx="3575">
                  <c:v>71.171126999999998</c:v>
                </c:pt>
                <c:pt idx="3576">
                  <c:v>71.169273000000004</c:v>
                </c:pt>
                <c:pt idx="3577">
                  <c:v>71.166991999999993</c:v>
                </c:pt>
                <c:pt idx="3578">
                  <c:v>71.164833000000002</c:v>
                </c:pt>
                <c:pt idx="3579">
                  <c:v>71.162650999999997</c:v>
                </c:pt>
                <c:pt idx="3580">
                  <c:v>71.161689999999993</c:v>
                </c:pt>
                <c:pt idx="3581">
                  <c:v>71.161490999999998</c:v>
                </c:pt>
                <c:pt idx="3582">
                  <c:v>71.161216999999994</c:v>
                </c:pt>
                <c:pt idx="3583">
                  <c:v>71.159698000000006</c:v>
                </c:pt>
                <c:pt idx="3584">
                  <c:v>71.158271999999997</c:v>
                </c:pt>
                <c:pt idx="3585">
                  <c:v>71.157463000000007</c:v>
                </c:pt>
                <c:pt idx="3586">
                  <c:v>71.156609000000003</c:v>
                </c:pt>
                <c:pt idx="3587">
                  <c:v>71.155258000000003</c:v>
                </c:pt>
                <c:pt idx="3588">
                  <c:v>71.154785000000004</c:v>
                </c:pt>
                <c:pt idx="3589">
                  <c:v>71.153503000000001</c:v>
                </c:pt>
                <c:pt idx="3590">
                  <c:v>71.151978</c:v>
                </c:pt>
                <c:pt idx="3591">
                  <c:v>71.151283000000006</c:v>
                </c:pt>
                <c:pt idx="3592">
                  <c:v>71.150772000000003</c:v>
                </c:pt>
                <c:pt idx="3593">
                  <c:v>71.150620000000004</c:v>
                </c:pt>
                <c:pt idx="3594">
                  <c:v>71.149817999999996</c:v>
                </c:pt>
                <c:pt idx="3595">
                  <c:v>71.147873000000004</c:v>
                </c:pt>
                <c:pt idx="3596">
                  <c:v>71.145767000000006</c:v>
                </c:pt>
                <c:pt idx="3597">
                  <c:v>71.141159000000002</c:v>
                </c:pt>
                <c:pt idx="3598">
                  <c:v>71.138244999999998</c:v>
                </c:pt>
                <c:pt idx="3599">
                  <c:v>71.139221000000006</c:v>
                </c:pt>
                <c:pt idx="3600">
                  <c:v>71.140952999999996</c:v>
                </c:pt>
                <c:pt idx="3601">
                  <c:v>71.142319000000001</c:v>
                </c:pt>
                <c:pt idx="3602">
                  <c:v>71.143265</c:v>
                </c:pt>
                <c:pt idx="3603">
                  <c:v>71.143058999999994</c:v>
                </c:pt>
                <c:pt idx="3604">
                  <c:v>71.143173000000004</c:v>
                </c:pt>
                <c:pt idx="3605">
                  <c:v>71.144385999999997</c:v>
                </c:pt>
                <c:pt idx="3606">
                  <c:v>71.144264000000007</c:v>
                </c:pt>
                <c:pt idx="3607">
                  <c:v>71.141159000000002</c:v>
                </c:pt>
                <c:pt idx="3608">
                  <c:v>71.135574000000005</c:v>
                </c:pt>
                <c:pt idx="3609">
                  <c:v>71.132698000000005</c:v>
                </c:pt>
                <c:pt idx="3610">
                  <c:v>71.135101000000006</c:v>
                </c:pt>
                <c:pt idx="3611">
                  <c:v>71.136024000000006</c:v>
                </c:pt>
                <c:pt idx="3612">
                  <c:v>71.135231000000005</c:v>
                </c:pt>
                <c:pt idx="3613">
                  <c:v>71.132019</c:v>
                </c:pt>
                <c:pt idx="3614">
                  <c:v>71.130142000000006</c:v>
                </c:pt>
                <c:pt idx="3615">
                  <c:v>71.132178999999994</c:v>
                </c:pt>
                <c:pt idx="3616">
                  <c:v>71.132996000000006</c:v>
                </c:pt>
                <c:pt idx="3617">
                  <c:v>71.132568000000006</c:v>
                </c:pt>
                <c:pt idx="3618">
                  <c:v>71.132606999999993</c:v>
                </c:pt>
                <c:pt idx="3619">
                  <c:v>71.132141000000004</c:v>
                </c:pt>
                <c:pt idx="3620">
                  <c:v>71.131653</c:v>
                </c:pt>
                <c:pt idx="3621">
                  <c:v>71.131172000000007</c:v>
                </c:pt>
                <c:pt idx="3622">
                  <c:v>71.130500999999995</c:v>
                </c:pt>
                <c:pt idx="3623">
                  <c:v>71.130875000000003</c:v>
                </c:pt>
                <c:pt idx="3624">
                  <c:v>71.131241000000003</c:v>
                </c:pt>
                <c:pt idx="3625">
                  <c:v>71.132323999999997</c:v>
                </c:pt>
                <c:pt idx="3626">
                  <c:v>71.132735999999994</c:v>
                </c:pt>
                <c:pt idx="3627">
                  <c:v>71.133362000000005</c:v>
                </c:pt>
                <c:pt idx="3628">
                  <c:v>71.134444999999999</c:v>
                </c:pt>
                <c:pt idx="3629">
                  <c:v>71.135361000000003</c:v>
                </c:pt>
                <c:pt idx="3630">
                  <c:v>71.135741999999993</c:v>
                </c:pt>
                <c:pt idx="3631">
                  <c:v>71.135643000000002</c:v>
                </c:pt>
                <c:pt idx="3632">
                  <c:v>71.135445000000004</c:v>
                </c:pt>
                <c:pt idx="3633">
                  <c:v>71.134003000000007</c:v>
                </c:pt>
                <c:pt idx="3634">
                  <c:v>71.131125999999995</c:v>
                </c:pt>
                <c:pt idx="3635">
                  <c:v>71.129181000000003</c:v>
                </c:pt>
                <c:pt idx="3636">
                  <c:v>71.126839000000004</c:v>
                </c:pt>
                <c:pt idx="3637">
                  <c:v>71.127380000000002</c:v>
                </c:pt>
                <c:pt idx="3638">
                  <c:v>71.131637999999995</c:v>
                </c:pt>
                <c:pt idx="3639">
                  <c:v>71.133194000000003</c:v>
                </c:pt>
                <c:pt idx="3640">
                  <c:v>71.134360999999998</c:v>
                </c:pt>
                <c:pt idx="3641">
                  <c:v>71.135033000000007</c:v>
                </c:pt>
                <c:pt idx="3642">
                  <c:v>71.135323</c:v>
                </c:pt>
                <c:pt idx="3643">
                  <c:v>71.136086000000006</c:v>
                </c:pt>
                <c:pt idx="3644">
                  <c:v>71.137603999999996</c:v>
                </c:pt>
                <c:pt idx="3645">
                  <c:v>71.138221999999999</c:v>
                </c:pt>
                <c:pt idx="3646">
                  <c:v>71.138428000000005</c:v>
                </c:pt>
                <c:pt idx="3647">
                  <c:v>71.140906999999999</c:v>
                </c:pt>
                <c:pt idx="3648">
                  <c:v>71.142632000000006</c:v>
                </c:pt>
                <c:pt idx="3649">
                  <c:v>71.143562000000003</c:v>
                </c:pt>
                <c:pt idx="3650">
                  <c:v>71.145668000000001</c:v>
                </c:pt>
                <c:pt idx="3651">
                  <c:v>71.146659999999997</c:v>
                </c:pt>
                <c:pt idx="3652">
                  <c:v>71.145538000000002</c:v>
                </c:pt>
                <c:pt idx="3653">
                  <c:v>71.145088000000001</c:v>
                </c:pt>
                <c:pt idx="3654">
                  <c:v>71.144936000000001</c:v>
                </c:pt>
                <c:pt idx="3655">
                  <c:v>71.146102999999997</c:v>
                </c:pt>
                <c:pt idx="3656">
                  <c:v>71.143234000000007</c:v>
                </c:pt>
                <c:pt idx="3657">
                  <c:v>71.141006000000004</c:v>
                </c:pt>
                <c:pt idx="3658">
                  <c:v>71.144942999999998</c:v>
                </c:pt>
                <c:pt idx="3659">
                  <c:v>71.147414999999995</c:v>
                </c:pt>
                <c:pt idx="3660">
                  <c:v>71.148894999999996</c:v>
                </c:pt>
                <c:pt idx="3661">
                  <c:v>71.149192999999997</c:v>
                </c:pt>
                <c:pt idx="3662">
                  <c:v>71.149947999999995</c:v>
                </c:pt>
                <c:pt idx="3663">
                  <c:v>71.150481999999997</c:v>
                </c:pt>
                <c:pt idx="3664">
                  <c:v>71.151031000000003</c:v>
                </c:pt>
                <c:pt idx="3665">
                  <c:v>71.149726999999999</c:v>
                </c:pt>
                <c:pt idx="3666">
                  <c:v>71.147034000000005</c:v>
                </c:pt>
                <c:pt idx="3667">
                  <c:v>71.145888999999997</c:v>
                </c:pt>
                <c:pt idx="3668">
                  <c:v>71.144508000000002</c:v>
                </c:pt>
                <c:pt idx="3669">
                  <c:v>71.144424000000001</c:v>
                </c:pt>
                <c:pt idx="3670">
                  <c:v>71.146133000000006</c:v>
                </c:pt>
                <c:pt idx="3671">
                  <c:v>71.145720999999995</c:v>
                </c:pt>
                <c:pt idx="3672">
                  <c:v>71.144478000000007</c:v>
                </c:pt>
                <c:pt idx="3673">
                  <c:v>71.143371999999999</c:v>
                </c:pt>
                <c:pt idx="3674">
                  <c:v>71.141730999999993</c:v>
                </c:pt>
                <c:pt idx="3675">
                  <c:v>71.141807999999997</c:v>
                </c:pt>
                <c:pt idx="3676">
                  <c:v>71.141602000000006</c:v>
                </c:pt>
                <c:pt idx="3677">
                  <c:v>71.139999000000003</c:v>
                </c:pt>
                <c:pt idx="3678">
                  <c:v>71.138084000000006</c:v>
                </c:pt>
                <c:pt idx="3679">
                  <c:v>71.136641999999995</c:v>
                </c:pt>
                <c:pt idx="3680">
                  <c:v>71.137221999999994</c:v>
                </c:pt>
                <c:pt idx="3681">
                  <c:v>71.138496000000004</c:v>
                </c:pt>
                <c:pt idx="3682">
                  <c:v>71.138442999999995</c:v>
                </c:pt>
                <c:pt idx="3683">
                  <c:v>71.138474000000002</c:v>
                </c:pt>
                <c:pt idx="3684">
                  <c:v>71.135941000000003</c:v>
                </c:pt>
                <c:pt idx="3685">
                  <c:v>71.112671000000006</c:v>
                </c:pt>
                <c:pt idx="3686">
                  <c:v>71.042381000000006</c:v>
                </c:pt>
                <c:pt idx="3687">
                  <c:v>70.931915000000004</c:v>
                </c:pt>
                <c:pt idx="3688">
                  <c:v>70.816970999999995</c:v>
                </c:pt>
                <c:pt idx="3689">
                  <c:v>70.733909999999995</c:v>
                </c:pt>
                <c:pt idx="3690">
                  <c:v>70.698966999999996</c:v>
                </c:pt>
                <c:pt idx="3691">
                  <c:v>70.729370000000003</c:v>
                </c:pt>
                <c:pt idx="3692">
                  <c:v>70.796920999999998</c:v>
                </c:pt>
                <c:pt idx="3693">
                  <c:v>70.881400999999997</c:v>
                </c:pt>
                <c:pt idx="3694">
                  <c:v>70.971480999999997</c:v>
                </c:pt>
                <c:pt idx="3695">
                  <c:v>71.056656000000004</c:v>
                </c:pt>
                <c:pt idx="3696">
                  <c:v>71.127044999999995</c:v>
                </c:pt>
                <c:pt idx="3697">
                  <c:v>71.175049000000001</c:v>
                </c:pt>
                <c:pt idx="3698">
                  <c:v>71.204864999999998</c:v>
                </c:pt>
                <c:pt idx="3699">
                  <c:v>71.207938999999996</c:v>
                </c:pt>
                <c:pt idx="3700">
                  <c:v>71.173964999999995</c:v>
                </c:pt>
                <c:pt idx="3701">
                  <c:v>71.085114000000004</c:v>
                </c:pt>
                <c:pt idx="3702">
                  <c:v>70.893234000000007</c:v>
                </c:pt>
                <c:pt idx="3703">
                  <c:v>70.604172000000005</c:v>
                </c:pt>
                <c:pt idx="3704">
                  <c:v>70.245163000000005</c:v>
                </c:pt>
                <c:pt idx="3705">
                  <c:v>69.831421000000006</c:v>
                </c:pt>
                <c:pt idx="3706">
                  <c:v>69.387077000000005</c:v>
                </c:pt>
                <c:pt idx="3707">
                  <c:v>68.939330999999996</c:v>
                </c:pt>
                <c:pt idx="3708">
                  <c:v>68.499863000000005</c:v>
                </c:pt>
                <c:pt idx="3709">
                  <c:v>68.111343000000005</c:v>
                </c:pt>
                <c:pt idx="3710">
                  <c:v>67.827567999999999</c:v>
                </c:pt>
                <c:pt idx="3711">
                  <c:v>67.665122999999994</c:v>
                </c:pt>
                <c:pt idx="3712">
                  <c:v>67.628044000000003</c:v>
                </c:pt>
                <c:pt idx="3713">
                  <c:v>67.725357000000002</c:v>
                </c:pt>
                <c:pt idx="3714">
                  <c:v>67.930672000000001</c:v>
                </c:pt>
                <c:pt idx="3715">
                  <c:v>68.167609999999996</c:v>
                </c:pt>
                <c:pt idx="3716">
                  <c:v>68.378653999999997</c:v>
                </c:pt>
                <c:pt idx="3717">
                  <c:v>68.523253999999994</c:v>
                </c:pt>
                <c:pt idx="3718">
                  <c:v>68.580132000000006</c:v>
                </c:pt>
                <c:pt idx="3719">
                  <c:v>68.572372000000001</c:v>
                </c:pt>
                <c:pt idx="3720">
                  <c:v>68.502571000000003</c:v>
                </c:pt>
                <c:pt idx="3721">
                  <c:v>68.401359999999997</c:v>
                </c:pt>
                <c:pt idx="3722">
                  <c:v>68.314682000000005</c:v>
                </c:pt>
                <c:pt idx="3723">
                  <c:v>68.277259999999998</c:v>
                </c:pt>
                <c:pt idx="3724">
                  <c:v>68.299842999999996</c:v>
                </c:pt>
                <c:pt idx="3725">
                  <c:v>68.362212999999997</c:v>
                </c:pt>
                <c:pt idx="3726">
                  <c:v>68.426795999999996</c:v>
                </c:pt>
                <c:pt idx="3727">
                  <c:v>68.450774999999993</c:v>
                </c:pt>
                <c:pt idx="3728">
                  <c:v>68.411536999999996</c:v>
                </c:pt>
                <c:pt idx="3729">
                  <c:v>68.319168000000005</c:v>
                </c:pt>
                <c:pt idx="3730">
                  <c:v>68.200378000000001</c:v>
                </c:pt>
                <c:pt idx="3731">
                  <c:v>68.096046000000001</c:v>
                </c:pt>
                <c:pt idx="3732">
                  <c:v>68.049666999999999</c:v>
                </c:pt>
                <c:pt idx="3733">
                  <c:v>68.069939000000005</c:v>
                </c:pt>
                <c:pt idx="3734">
                  <c:v>68.143578000000005</c:v>
                </c:pt>
                <c:pt idx="3735">
                  <c:v>68.235282999999995</c:v>
                </c:pt>
                <c:pt idx="3736">
                  <c:v>68.291672000000005</c:v>
                </c:pt>
                <c:pt idx="3737">
                  <c:v>68.294075000000007</c:v>
                </c:pt>
                <c:pt idx="3738">
                  <c:v>68.247894000000002</c:v>
                </c:pt>
                <c:pt idx="3739">
                  <c:v>68.121718999999999</c:v>
                </c:pt>
                <c:pt idx="3740">
                  <c:v>67.907082000000003</c:v>
                </c:pt>
                <c:pt idx="3741">
                  <c:v>67.652939000000003</c:v>
                </c:pt>
                <c:pt idx="3742">
                  <c:v>67.445601999999994</c:v>
                </c:pt>
                <c:pt idx="3743">
                  <c:v>67.322113000000002</c:v>
                </c:pt>
                <c:pt idx="3744">
                  <c:v>67.277054000000007</c:v>
                </c:pt>
                <c:pt idx="3745">
                  <c:v>67.270270999999994</c:v>
                </c:pt>
                <c:pt idx="3746">
                  <c:v>67.256714000000002</c:v>
                </c:pt>
                <c:pt idx="3747">
                  <c:v>67.200255999999996</c:v>
                </c:pt>
                <c:pt idx="3748">
                  <c:v>67.087020999999993</c:v>
                </c:pt>
                <c:pt idx="3749">
                  <c:v>66.952644000000006</c:v>
                </c:pt>
                <c:pt idx="3750">
                  <c:v>66.836005999999998</c:v>
                </c:pt>
                <c:pt idx="3751">
                  <c:v>66.780518000000001</c:v>
                </c:pt>
                <c:pt idx="3752">
                  <c:v>66.800606000000002</c:v>
                </c:pt>
                <c:pt idx="3753">
                  <c:v>66.875359000000003</c:v>
                </c:pt>
                <c:pt idx="3754">
                  <c:v>66.972954000000001</c:v>
                </c:pt>
                <c:pt idx="3755">
                  <c:v>67.060248999999999</c:v>
                </c:pt>
                <c:pt idx="3756">
                  <c:v>67.097083999999995</c:v>
                </c:pt>
                <c:pt idx="3757">
                  <c:v>67.037139999999994</c:v>
                </c:pt>
                <c:pt idx="3758">
                  <c:v>66.880035000000007</c:v>
                </c:pt>
                <c:pt idx="3759">
                  <c:v>66.662398999999994</c:v>
                </c:pt>
                <c:pt idx="3760">
                  <c:v>66.407866999999996</c:v>
                </c:pt>
                <c:pt idx="3761">
                  <c:v>66.127730999999997</c:v>
                </c:pt>
                <c:pt idx="3762">
                  <c:v>65.861587999999998</c:v>
                </c:pt>
                <c:pt idx="3763">
                  <c:v>65.658417</c:v>
                </c:pt>
                <c:pt idx="3764">
                  <c:v>65.516120999999998</c:v>
                </c:pt>
                <c:pt idx="3765">
                  <c:v>65.411406999999997</c:v>
                </c:pt>
                <c:pt idx="3766">
                  <c:v>65.322226999999998</c:v>
                </c:pt>
                <c:pt idx="3767">
                  <c:v>65.216682000000006</c:v>
                </c:pt>
                <c:pt idx="3768">
                  <c:v>65.083031000000005</c:v>
                </c:pt>
                <c:pt idx="3769">
                  <c:v>64.942245</c:v>
                </c:pt>
                <c:pt idx="3770">
                  <c:v>64.813416000000004</c:v>
                </c:pt>
                <c:pt idx="3771">
                  <c:v>64.726112000000001</c:v>
                </c:pt>
                <c:pt idx="3772">
                  <c:v>64.702056999999996</c:v>
                </c:pt>
                <c:pt idx="3773">
                  <c:v>64.734215000000006</c:v>
                </c:pt>
                <c:pt idx="3774">
                  <c:v>64.796547000000004</c:v>
                </c:pt>
                <c:pt idx="3775">
                  <c:v>64.858452</c:v>
                </c:pt>
                <c:pt idx="3776">
                  <c:v>64.887962000000002</c:v>
                </c:pt>
                <c:pt idx="3777">
                  <c:v>64.872398000000004</c:v>
                </c:pt>
                <c:pt idx="3778">
                  <c:v>64.788123999999996</c:v>
                </c:pt>
                <c:pt idx="3779">
                  <c:v>64.659835999999999</c:v>
                </c:pt>
                <c:pt idx="3780">
                  <c:v>64.514358999999999</c:v>
                </c:pt>
                <c:pt idx="3781">
                  <c:v>64.373290999999995</c:v>
                </c:pt>
                <c:pt idx="3782">
                  <c:v>64.248360000000005</c:v>
                </c:pt>
                <c:pt idx="3783">
                  <c:v>64.162132</c:v>
                </c:pt>
                <c:pt idx="3784">
                  <c:v>64.118934999999993</c:v>
                </c:pt>
                <c:pt idx="3785">
                  <c:v>64.093185000000005</c:v>
                </c:pt>
                <c:pt idx="3786">
                  <c:v>64.043869000000001</c:v>
                </c:pt>
                <c:pt idx="3787">
                  <c:v>63.963337000000003</c:v>
                </c:pt>
                <c:pt idx="3788">
                  <c:v>63.85577</c:v>
                </c:pt>
                <c:pt idx="3789">
                  <c:v>63.726322000000003</c:v>
                </c:pt>
                <c:pt idx="3790">
                  <c:v>63.582515999999998</c:v>
                </c:pt>
                <c:pt idx="3791">
                  <c:v>63.445740000000001</c:v>
                </c:pt>
                <c:pt idx="3792">
                  <c:v>63.333347000000003</c:v>
                </c:pt>
                <c:pt idx="3793">
                  <c:v>63.249392999999998</c:v>
                </c:pt>
                <c:pt idx="3794">
                  <c:v>63.185974000000002</c:v>
                </c:pt>
                <c:pt idx="3795">
                  <c:v>63.132088000000003</c:v>
                </c:pt>
                <c:pt idx="3796">
                  <c:v>63.075428000000002</c:v>
                </c:pt>
                <c:pt idx="3797">
                  <c:v>63.002006999999999</c:v>
                </c:pt>
                <c:pt idx="3798">
                  <c:v>62.901511999999997</c:v>
                </c:pt>
                <c:pt idx="3799">
                  <c:v>62.781154999999998</c:v>
                </c:pt>
                <c:pt idx="3800">
                  <c:v>62.653564000000003</c:v>
                </c:pt>
                <c:pt idx="3801">
                  <c:v>62.527667999999998</c:v>
                </c:pt>
                <c:pt idx="3802">
                  <c:v>62.423264000000003</c:v>
                </c:pt>
                <c:pt idx="3803">
                  <c:v>62.351162000000002</c:v>
                </c:pt>
                <c:pt idx="3804">
                  <c:v>62.296432000000003</c:v>
                </c:pt>
                <c:pt idx="3805">
                  <c:v>62.248085000000003</c:v>
                </c:pt>
                <c:pt idx="3806">
                  <c:v>62.191749999999999</c:v>
                </c:pt>
                <c:pt idx="3807">
                  <c:v>62.120674000000001</c:v>
                </c:pt>
                <c:pt idx="3808">
                  <c:v>62.026648999999999</c:v>
                </c:pt>
                <c:pt idx="3809">
                  <c:v>61.913581999999998</c:v>
                </c:pt>
                <c:pt idx="3810">
                  <c:v>61.794753999999998</c:v>
                </c:pt>
                <c:pt idx="3811">
                  <c:v>61.678787</c:v>
                </c:pt>
                <c:pt idx="3812">
                  <c:v>61.579318999999998</c:v>
                </c:pt>
                <c:pt idx="3813">
                  <c:v>61.502018</c:v>
                </c:pt>
                <c:pt idx="3814">
                  <c:v>61.442107999999998</c:v>
                </c:pt>
                <c:pt idx="3815">
                  <c:v>61.386906000000003</c:v>
                </c:pt>
                <c:pt idx="3816">
                  <c:v>61.324924000000003</c:v>
                </c:pt>
                <c:pt idx="3817">
                  <c:v>61.245674000000001</c:v>
                </c:pt>
                <c:pt idx="3818">
                  <c:v>61.147239999999996</c:v>
                </c:pt>
                <c:pt idx="3819">
                  <c:v>61.032863999999996</c:v>
                </c:pt>
                <c:pt idx="3820">
                  <c:v>60.912669999999999</c:v>
                </c:pt>
                <c:pt idx="3821">
                  <c:v>60.804817</c:v>
                </c:pt>
                <c:pt idx="3822">
                  <c:v>60.715569000000002</c:v>
                </c:pt>
                <c:pt idx="3823">
                  <c:v>60.643047000000003</c:v>
                </c:pt>
                <c:pt idx="3824">
                  <c:v>60.583796999999997</c:v>
                </c:pt>
                <c:pt idx="3825">
                  <c:v>60.530174000000002</c:v>
                </c:pt>
                <c:pt idx="3826">
                  <c:v>60.469119999999997</c:v>
                </c:pt>
                <c:pt idx="3827">
                  <c:v>60.397174999999997</c:v>
                </c:pt>
                <c:pt idx="3828">
                  <c:v>60.309212000000002</c:v>
                </c:pt>
                <c:pt idx="3829">
                  <c:v>60.209395999999998</c:v>
                </c:pt>
                <c:pt idx="3830">
                  <c:v>60.104773999999999</c:v>
                </c:pt>
                <c:pt idx="3831">
                  <c:v>59.997498</c:v>
                </c:pt>
                <c:pt idx="3832">
                  <c:v>59.895958</c:v>
                </c:pt>
                <c:pt idx="3833">
                  <c:v>59.809483</c:v>
                </c:pt>
                <c:pt idx="3834">
                  <c:v>59.736426999999999</c:v>
                </c:pt>
                <c:pt idx="3835">
                  <c:v>59.667403999999998</c:v>
                </c:pt>
                <c:pt idx="3836">
                  <c:v>59.59552</c:v>
                </c:pt>
                <c:pt idx="3837">
                  <c:v>59.517124000000003</c:v>
                </c:pt>
                <c:pt idx="3838">
                  <c:v>59.431362</c:v>
                </c:pt>
                <c:pt idx="3839">
                  <c:v>59.336101999999997</c:v>
                </c:pt>
                <c:pt idx="3840">
                  <c:v>59.238700999999999</c:v>
                </c:pt>
                <c:pt idx="3841">
                  <c:v>59.144531000000001</c:v>
                </c:pt>
                <c:pt idx="3842">
                  <c:v>59.055477000000003</c:v>
                </c:pt>
                <c:pt idx="3843">
                  <c:v>58.973984000000002</c:v>
                </c:pt>
                <c:pt idx="3844">
                  <c:v>58.903404000000002</c:v>
                </c:pt>
                <c:pt idx="3845">
                  <c:v>58.837997000000001</c:v>
                </c:pt>
                <c:pt idx="3846">
                  <c:v>58.771254999999996</c:v>
                </c:pt>
                <c:pt idx="3847">
                  <c:v>58.698447999999999</c:v>
                </c:pt>
                <c:pt idx="3848">
                  <c:v>58.618355000000001</c:v>
                </c:pt>
                <c:pt idx="3849">
                  <c:v>58.530307999999998</c:v>
                </c:pt>
                <c:pt idx="3850">
                  <c:v>58.438675000000003</c:v>
                </c:pt>
                <c:pt idx="3851">
                  <c:v>58.348019000000001</c:v>
                </c:pt>
                <c:pt idx="3852">
                  <c:v>58.268303000000003</c:v>
                </c:pt>
                <c:pt idx="3853">
                  <c:v>58.199627</c:v>
                </c:pt>
                <c:pt idx="3854">
                  <c:v>58.139656000000002</c:v>
                </c:pt>
                <c:pt idx="3855">
                  <c:v>58.083767000000002</c:v>
                </c:pt>
                <c:pt idx="3856">
                  <c:v>58.022109999999998</c:v>
                </c:pt>
                <c:pt idx="3857">
                  <c:v>57.953026000000001</c:v>
                </c:pt>
                <c:pt idx="3858">
                  <c:v>57.873671999999999</c:v>
                </c:pt>
                <c:pt idx="3859">
                  <c:v>57.787170000000003</c:v>
                </c:pt>
                <c:pt idx="3860">
                  <c:v>57.701698</c:v>
                </c:pt>
                <c:pt idx="3861">
                  <c:v>57.618594999999999</c:v>
                </c:pt>
                <c:pt idx="3862">
                  <c:v>57.542350999999996</c:v>
                </c:pt>
                <c:pt idx="3863">
                  <c:v>57.478859</c:v>
                </c:pt>
                <c:pt idx="3864">
                  <c:v>57.425190000000001</c:v>
                </c:pt>
                <c:pt idx="3865">
                  <c:v>57.372948000000001</c:v>
                </c:pt>
                <c:pt idx="3866">
                  <c:v>57.318798000000001</c:v>
                </c:pt>
                <c:pt idx="3867">
                  <c:v>57.255108</c:v>
                </c:pt>
                <c:pt idx="3868">
                  <c:v>57.179786999999997</c:v>
                </c:pt>
                <c:pt idx="3869">
                  <c:v>57.098475999999998</c:v>
                </c:pt>
                <c:pt idx="3870">
                  <c:v>57.015884</c:v>
                </c:pt>
                <c:pt idx="3871">
                  <c:v>56.937477000000001</c:v>
                </c:pt>
                <c:pt idx="3872">
                  <c:v>56.868327999999998</c:v>
                </c:pt>
                <c:pt idx="3873">
                  <c:v>56.809348999999997</c:v>
                </c:pt>
                <c:pt idx="3874">
                  <c:v>56.754218999999999</c:v>
                </c:pt>
                <c:pt idx="3875">
                  <c:v>56.695171000000002</c:v>
                </c:pt>
                <c:pt idx="3876">
                  <c:v>56.634621000000003</c:v>
                </c:pt>
                <c:pt idx="3877">
                  <c:v>56.558349999999997</c:v>
                </c:pt>
                <c:pt idx="3878">
                  <c:v>56.434406000000003</c:v>
                </c:pt>
                <c:pt idx="3879">
                  <c:v>56.215800999999999</c:v>
                </c:pt>
                <c:pt idx="3880">
                  <c:v>55.794860999999997</c:v>
                </c:pt>
                <c:pt idx="3881">
                  <c:v>55.029342999999997</c:v>
                </c:pt>
                <c:pt idx="3882">
                  <c:v>53.884346000000001</c:v>
                </c:pt>
                <c:pt idx="3883">
                  <c:v>52.688622000000002</c:v>
                </c:pt>
                <c:pt idx="3884">
                  <c:v>51.902687</c:v>
                </c:pt>
                <c:pt idx="3885">
                  <c:v>51.569538000000001</c:v>
                </c:pt>
                <c:pt idx="3886">
                  <c:v>51.475383999999998</c:v>
                </c:pt>
                <c:pt idx="3887">
                  <c:v>51.476562999999999</c:v>
                </c:pt>
                <c:pt idx="3888">
                  <c:v>51.509304</c:v>
                </c:pt>
                <c:pt idx="3889">
                  <c:v>51.547660999999998</c:v>
                </c:pt>
                <c:pt idx="3890">
                  <c:v>51.593299999999999</c:v>
                </c:pt>
                <c:pt idx="3891">
                  <c:v>51.642367999999998</c:v>
                </c:pt>
                <c:pt idx="3892">
                  <c:v>51.684871999999999</c:v>
                </c:pt>
                <c:pt idx="3893">
                  <c:v>51.726813999999997</c:v>
                </c:pt>
                <c:pt idx="3894">
                  <c:v>51.766292999999997</c:v>
                </c:pt>
                <c:pt idx="3895">
                  <c:v>51.799263000000003</c:v>
                </c:pt>
                <c:pt idx="3896">
                  <c:v>51.820022999999999</c:v>
                </c:pt>
                <c:pt idx="3897">
                  <c:v>51.826900000000002</c:v>
                </c:pt>
                <c:pt idx="3898">
                  <c:v>51.820549</c:v>
                </c:pt>
                <c:pt idx="3899">
                  <c:v>51.798713999999997</c:v>
                </c:pt>
                <c:pt idx="3900">
                  <c:v>51.784458000000001</c:v>
                </c:pt>
                <c:pt idx="3901">
                  <c:v>51.778854000000003</c:v>
                </c:pt>
                <c:pt idx="3902">
                  <c:v>51.773173999999997</c:v>
                </c:pt>
                <c:pt idx="3903">
                  <c:v>51.775588999999997</c:v>
                </c:pt>
                <c:pt idx="3904">
                  <c:v>51.780529000000001</c:v>
                </c:pt>
                <c:pt idx="3905">
                  <c:v>51.776660999999997</c:v>
                </c:pt>
                <c:pt idx="3906">
                  <c:v>51.764099000000002</c:v>
                </c:pt>
                <c:pt idx="3907">
                  <c:v>51.739840999999998</c:v>
                </c:pt>
                <c:pt idx="3908">
                  <c:v>51.705933000000002</c:v>
                </c:pt>
                <c:pt idx="3909">
                  <c:v>51.669781</c:v>
                </c:pt>
                <c:pt idx="3910">
                  <c:v>51.633338999999999</c:v>
                </c:pt>
                <c:pt idx="3911">
                  <c:v>51.600577999999999</c:v>
                </c:pt>
                <c:pt idx="3912">
                  <c:v>51.576873999999997</c:v>
                </c:pt>
                <c:pt idx="3913">
                  <c:v>51.563415999999997</c:v>
                </c:pt>
                <c:pt idx="3914">
                  <c:v>51.551304000000002</c:v>
                </c:pt>
                <c:pt idx="3915">
                  <c:v>51.537888000000002</c:v>
                </c:pt>
                <c:pt idx="3916">
                  <c:v>51.516972000000003</c:v>
                </c:pt>
                <c:pt idx="3917">
                  <c:v>51.485004000000004</c:v>
                </c:pt>
                <c:pt idx="3918">
                  <c:v>51.443241</c:v>
                </c:pt>
                <c:pt idx="3919">
                  <c:v>51.400463000000002</c:v>
                </c:pt>
                <c:pt idx="3920">
                  <c:v>51.364680999999997</c:v>
                </c:pt>
                <c:pt idx="3921">
                  <c:v>51.334460999999997</c:v>
                </c:pt>
                <c:pt idx="3922">
                  <c:v>51.308636</c:v>
                </c:pt>
                <c:pt idx="3923">
                  <c:v>51.284874000000002</c:v>
                </c:pt>
                <c:pt idx="3924">
                  <c:v>51.266838</c:v>
                </c:pt>
                <c:pt idx="3925">
                  <c:v>51.251556000000001</c:v>
                </c:pt>
                <c:pt idx="3926">
                  <c:v>51.230961000000001</c:v>
                </c:pt>
                <c:pt idx="3927">
                  <c:v>51.197173999999997</c:v>
                </c:pt>
                <c:pt idx="3928">
                  <c:v>51.152892999999999</c:v>
                </c:pt>
                <c:pt idx="3929">
                  <c:v>51.106299999999997</c:v>
                </c:pt>
                <c:pt idx="3930">
                  <c:v>51.058556000000003</c:v>
                </c:pt>
                <c:pt idx="3931">
                  <c:v>51.023364999999998</c:v>
                </c:pt>
                <c:pt idx="3932">
                  <c:v>51.003838000000002</c:v>
                </c:pt>
                <c:pt idx="3933">
                  <c:v>50.991356000000003</c:v>
                </c:pt>
                <c:pt idx="3934">
                  <c:v>50.981853000000001</c:v>
                </c:pt>
                <c:pt idx="3935">
                  <c:v>50.965575999999999</c:v>
                </c:pt>
                <c:pt idx="3936">
                  <c:v>50.934753000000001</c:v>
                </c:pt>
                <c:pt idx="3937">
                  <c:v>50.892788000000003</c:v>
                </c:pt>
                <c:pt idx="3938">
                  <c:v>50.845253</c:v>
                </c:pt>
                <c:pt idx="3939">
                  <c:v>50.797020000000003</c:v>
                </c:pt>
                <c:pt idx="3940">
                  <c:v>50.750908000000003</c:v>
                </c:pt>
                <c:pt idx="3941">
                  <c:v>50.718207999999997</c:v>
                </c:pt>
                <c:pt idx="3942">
                  <c:v>50.705215000000003</c:v>
                </c:pt>
                <c:pt idx="3943">
                  <c:v>50.695869000000002</c:v>
                </c:pt>
                <c:pt idx="3944">
                  <c:v>50.685349000000002</c:v>
                </c:pt>
                <c:pt idx="3945">
                  <c:v>50.666386000000003</c:v>
                </c:pt>
                <c:pt idx="3946">
                  <c:v>50.635863999999998</c:v>
                </c:pt>
                <c:pt idx="3947">
                  <c:v>50.594009</c:v>
                </c:pt>
                <c:pt idx="3948">
                  <c:v>50.548687000000001</c:v>
                </c:pt>
                <c:pt idx="3949">
                  <c:v>50.508167</c:v>
                </c:pt>
                <c:pt idx="3950">
                  <c:v>50.479396999999999</c:v>
                </c:pt>
                <c:pt idx="3951">
                  <c:v>50.460921999999997</c:v>
                </c:pt>
                <c:pt idx="3952">
                  <c:v>50.447445000000002</c:v>
                </c:pt>
                <c:pt idx="3953">
                  <c:v>50.430107</c:v>
                </c:pt>
                <c:pt idx="3954">
                  <c:v>50.407660999999997</c:v>
                </c:pt>
                <c:pt idx="3955">
                  <c:v>50.383690000000001</c:v>
                </c:pt>
                <c:pt idx="3956">
                  <c:v>50.359661000000003</c:v>
                </c:pt>
                <c:pt idx="3957">
                  <c:v>50.332515999999998</c:v>
                </c:pt>
                <c:pt idx="3958">
                  <c:v>50.297626000000001</c:v>
                </c:pt>
                <c:pt idx="3959">
                  <c:v>50.263160999999997</c:v>
                </c:pt>
                <c:pt idx="3960">
                  <c:v>50.236472999999997</c:v>
                </c:pt>
                <c:pt idx="3961">
                  <c:v>50.215572000000002</c:v>
                </c:pt>
                <c:pt idx="3962">
                  <c:v>50.197097999999997</c:v>
                </c:pt>
                <c:pt idx="3963">
                  <c:v>50.181334999999997</c:v>
                </c:pt>
                <c:pt idx="3964">
                  <c:v>50.171646000000003</c:v>
                </c:pt>
                <c:pt idx="3965">
                  <c:v>50.163455999999996</c:v>
                </c:pt>
                <c:pt idx="3966">
                  <c:v>50.138644999999997</c:v>
                </c:pt>
                <c:pt idx="3967">
                  <c:v>50.102981999999997</c:v>
                </c:pt>
                <c:pt idx="3968">
                  <c:v>50.068272</c:v>
                </c:pt>
                <c:pt idx="3969">
                  <c:v>50.042186999999998</c:v>
                </c:pt>
                <c:pt idx="3970">
                  <c:v>50.021507</c:v>
                </c:pt>
                <c:pt idx="3971">
                  <c:v>50.005192000000001</c:v>
                </c:pt>
                <c:pt idx="3972">
                  <c:v>49.990600999999998</c:v>
                </c:pt>
                <c:pt idx="3973">
                  <c:v>49.978732999999998</c:v>
                </c:pt>
                <c:pt idx="3974">
                  <c:v>49.961005999999998</c:v>
                </c:pt>
                <c:pt idx="3975">
                  <c:v>49.941532000000002</c:v>
                </c:pt>
                <c:pt idx="3976">
                  <c:v>49.917510999999998</c:v>
                </c:pt>
                <c:pt idx="3977">
                  <c:v>49.886833000000003</c:v>
                </c:pt>
                <c:pt idx="3978">
                  <c:v>49.852443999999998</c:v>
                </c:pt>
                <c:pt idx="3979">
                  <c:v>49.824210999999998</c:v>
                </c:pt>
                <c:pt idx="3980">
                  <c:v>49.803843999999998</c:v>
                </c:pt>
                <c:pt idx="3981">
                  <c:v>49.782040000000002</c:v>
                </c:pt>
                <c:pt idx="3982">
                  <c:v>49.755752999999999</c:v>
                </c:pt>
                <c:pt idx="3983">
                  <c:v>49.731453000000002</c:v>
                </c:pt>
                <c:pt idx="3984">
                  <c:v>49.711075000000001</c:v>
                </c:pt>
                <c:pt idx="3985">
                  <c:v>49.685650000000003</c:v>
                </c:pt>
                <c:pt idx="3986">
                  <c:v>49.648212000000001</c:v>
                </c:pt>
                <c:pt idx="3987">
                  <c:v>49.606979000000003</c:v>
                </c:pt>
                <c:pt idx="3988">
                  <c:v>49.568497000000001</c:v>
                </c:pt>
                <c:pt idx="3989">
                  <c:v>49.533256999999999</c:v>
                </c:pt>
                <c:pt idx="3990">
                  <c:v>49.498500999999997</c:v>
                </c:pt>
                <c:pt idx="3991">
                  <c:v>49.456997000000001</c:v>
                </c:pt>
                <c:pt idx="3992">
                  <c:v>49.408862999999997</c:v>
                </c:pt>
                <c:pt idx="3993">
                  <c:v>49.352271999999999</c:v>
                </c:pt>
                <c:pt idx="3994">
                  <c:v>49.282035999999998</c:v>
                </c:pt>
                <c:pt idx="3995">
                  <c:v>49.193150000000003</c:v>
                </c:pt>
                <c:pt idx="3996">
                  <c:v>49.090096000000003</c:v>
                </c:pt>
                <c:pt idx="3997">
                  <c:v>48.975140000000003</c:v>
                </c:pt>
                <c:pt idx="3998">
                  <c:v>48.846961999999998</c:v>
                </c:pt>
                <c:pt idx="3999">
                  <c:v>48.707062000000001</c:v>
                </c:pt>
                <c:pt idx="4000">
                  <c:v>48.554405000000003</c:v>
                </c:pt>
                <c:pt idx="4001">
                  <c:v>48.389294</c:v>
                </c:pt>
                <c:pt idx="4002">
                  <c:v>48.214683999999998</c:v>
                </c:pt>
                <c:pt idx="4003">
                  <c:v>48.027161</c:v>
                </c:pt>
                <c:pt idx="4004">
                  <c:v>47.820450000000001</c:v>
                </c:pt>
                <c:pt idx="4005">
                  <c:v>47.597641000000003</c:v>
                </c:pt>
                <c:pt idx="4006">
                  <c:v>47.364716000000001</c:v>
                </c:pt>
                <c:pt idx="4007">
                  <c:v>47.124195</c:v>
                </c:pt>
                <c:pt idx="4008">
                  <c:v>46.882389000000003</c:v>
                </c:pt>
                <c:pt idx="4009">
                  <c:v>46.644931999999997</c:v>
                </c:pt>
                <c:pt idx="4010">
                  <c:v>46.418475999999998</c:v>
                </c:pt>
                <c:pt idx="4011">
                  <c:v>46.202567999999999</c:v>
                </c:pt>
                <c:pt idx="4012">
                  <c:v>45.998348</c:v>
                </c:pt>
                <c:pt idx="4013">
                  <c:v>45.806846999999998</c:v>
                </c:pt>
                <c:pt idx="4014">
                  <c:v>45.625267000000001</c:v>
                </c:pt>
                <c:pt idx="4015">
                  <c:v>45.450522999999997</c:v>
                </c:pt>
                <c:pt idx="4016">
                  <c:v>45.283698999999999</c:v>
                </c:pt>
                <c:pt idx="4017">
                  <c:v>45.128025000000001</c:v>
                </c:pt>
                <c:pt idx="4018">
                  <c:v>44.988731000000001</c:v>
                </c:pt>
                <c:pt idx="4019">
                  <c:v>44.862552999999998</c:v>
                </c:pt>
                <c:pt idx="4020">
                  <c:v>44.744953000000002</c:v>
                </c:pt>
                <c:pt idx="4021">
                  <c:v>44.644741000000003</c:v>
                </c:pt>
                <c:pt idx="4022">
                  <c:v>44.561034999999997</c:v>
                </c:pt>
                <c:pt idx="4023">
                  <c:v>44.480559999999997</c:v>
                </c:pt>
                <c:pt idx="4024">
                  <c:v>44.389358999999999</c:v>
                </c:pt>
                <c:pt idx="4025">
                  <c:v>44.343764999999998</c:v>
                </c:pt>
                <c:pt idx="4026">
                  <c:v>44.603012</c:v>
                </c:pt>
                <c:pt idx="4027">
                  <c:v>44.415999999999997</c:v>
                </c:pt>
                <c:pt idx="4028">
                  <c:v>44.228416000000003</c:v>
                </c:pt>
                <c:pt idx="4029">
                  <c:v>44.116664999999998</c:v>
                </c:pt>
                <c:pt idx="4030">
                  <c:v>44.048175999999998</c:v>
                </c:pt>
                <c:pt idx="4031">
                  <c:v>43.992348</c:v>
                </c:pt>
                <c:pt idx="4032">
                  <c:v>43.924605999999997</c:v>
                </c:pt>
                <c:pt idx="4033">
                  <c:v>43.789256999999999</c:v>
                </c:pt>
                <c:pt idx="4034">
                  <c:v>43.450729000000003</c:v>
                </c:pt>
                <c:pt idx="4035">
                  <c:v>42.624771000000003</c:v>
                </c:pt>
                <c:pt idx="4036">
                  <c:v>41.120373000000001</c:v>
                </c:pt>
                <c:pt idx="4037">
                  <c:v>39.416083999999998</c:v>
                </c:pt>
                <c:pt idx="4038">
                  <c:v>38.127811000000001</c:v>
                </c:pt>
                <c:pt idx="4039">
                  <c:v>37.383578999999997</c:v>
                </c:pt>
                <c:pt idx="4040">
                  <c:v>36.848300999999999</c:v>
                </c:pt>
                <c:pt idx="4041">
                  <c:v>36.407435999999997</c:v>
                </c:pt>
                <c:pt idx="4042">
                  <c:v>36.065677999999998</c:v>
                </c:pt>
                <c:pt idx="4043">
                  <c:v>35.833953999999999</c:v>
                </c:pt>
                <c:pt idx="4044">
                  <c:v>35.693370999999999</c:v>
                </c:pt>
                <c:pt idx="4045">
                  <c:v>35.612136999999997</c:v>
                </c:pt>
                <c:pt idx="4046">
                  <c:v>35.562702000000002</c:v>
                </c:pt>
                <c:pt idx="4047">
                  <c:v>35.527687</c:v>
                </c:pt>
                <c:pt idx="4048">
                  <c:v>35.499980999999998</c:v>
                </c:pt>
                <c:pt idx="4049">
                  <c:v>35.475932999999998</c:v>
                </c:pt>
                <c:pt idx="4050">
                  <c:v>35.452956999999998</c:v>
                </c:pt>
                <c:pt idx="4051">
                  <c:v>35.431140999999997</c:v>
                </c:pt>
                <c:pt idx="4052">
                  <c:v>35.409370000000003</c:v>
                </c:pt>
                <c:pt idx="4053">
                  <c:v>35.387562000000003</c:v>
                </c:pt>
                <c:pt idx="4054">
                  <c:v>35.366432000000003</c:v>
                </c:pt>
                <c:pt idx="4055">
                  <c:v>35.345458999999998</c:v>
                </c:pt>
                <c:pt idx="4056">
                  <c:v>35.325595999999997</c:v>
                </c:pt>
                <c:pt idx="4057">
                  <c:v>35.306206000000003</c:v>
                </c:pt>
                <c:pt idx="4058">
                  <c:v>35.286963999999998</c:v>
                </c:pt>
                <c:pt idx="4059">
                  <c:v>35.269683999999998</c:v>
                </c:pt>
                <c:pt idx="4060">
                  <c:v>35.253394999999998</c:v>
                </c:pt>
                <c:pt idx="4061">
                  <c:v>35.237419000000003</c:v>
                </c:pt>
                <c:pt idx="4062">
                  <c:v>35.221820999999998</c:v>
                </c:pt>
                <c:pt idx="4063">
                  <c:v>35.207073000000001</c:v>
                </c:pt>
                <c:pt idx="4064">
                  <c:v>35.192264999999999</c:v>
                </c:pt>
                <c:pt idx="4065">
                  <c:v>35.176689000000003</c:v>
                </c:pt>
                <c:pt idx="4066">
                  <c:v>35.161079000000001</c:v>
                </c:pt>
                <c:pt idx="4067">
                  <c:v>35.146296999999997</c:v>
                </c:pt>
                <c:pt idx="4068">
                  <c:v>35.131939000000003</c:v>
                </c:pt>
                <c:pt idx="4069">
                  <c:v>35.118355000000001</c:v>
                </c:pt>
                <c:pt idx="4070">
                  <c:v>35.106032999999996</c:v>
                </c:pt>
                <c:pt idx="4071">
                  <c:v>35.094951999999999</c:v>
                </c:pt>
                <c:pt idx="4072">
                  <c:v>35.084952999999999</c:v>
                </c:pt>
                <c:pt idx="4073">
                  <c:v>35.073630999999999</c:v>
                </c:pt>
                <c:pt idx="4074">
                  <c:v>35.062164000000003</c:v>
                </c:pt>
                <c:pt idx="4075">
                  <c:v>35.050548999999997</c:v>
                </c:pt>
                <c:pt idx="4076">
                  <c:v>35.037593999999999</c:v>
                </c:pt>
                <c:pt idx="4077">
                  <c:v>35.022979999999997</c:v>
                </c:pt>
                <c:pt idx="4078">
                  <c:v>35.009022000000002</c:v>
                </c:pt>
                <c:pt idx="4079">
                  <c:v>34.997559000000003</c:v>
                </c:pt>
                <c:pt idx="4080">
                  <c:v>34.987679</c:v>
                </c:pt>
                <c:pt idx="4081">
                  <c:v>34.979244000000001</c:v>
                </c:pt>
                <c:pt idx="4082">
                  <c:v>34.972183000000001</c:v>
                </c:pt>
                <c:pt idx="4083">
                  <c:v>34.964438999999999</c:v>
                </c:pt>
                <c:pt idx="4084">
                  <c:v>34.955517</c:v>
                </c:pt>
                <c:pt idx="4085">
                  <c:v>34.944473000000002</c:v>
                </c:pt>
                <c:pt idx="4086">
                  <c:v>34.933849000000002</c:v>
                </c:pt>
                <c:pt idx="4087">
                  <c:v>34.922927999999999</c:v>
                </c:pt>
                <c:pt idx="4088">
                  <c:v>34.911845999999997</c:v>
                </c:pt>
                <c:pt idx="4089">
                  <c:v>34.901843999999997</c:v>
                </c:pt>
                <c:pt idx="4090">
                  <c:v>34.894179999999999</c:v>
                </c:pt>
                <c:pt idx="4091">
                  <c:v>34.888927000000002</c:v>
                </c:pt>
                <c:pt idx="4092">
                  <c:v>34.884498999999998</c:v>
                </c:pt>
                <c:pt idx="4093">
                  <c:v>34.879356000000001</c:v>
                </c:pt>
                <c:pt idx="4094">
                  <c:v>34.872020999999997</c:v>
                </c:pt>
                <c:pt idx="4095">
                  <c:v>34.862755</c:v>
                </c:pt>
                <c:pt idx="4096">
                  <c:v>34.852150000000002</c:v>
                </c:pt>
                <c:pt idx="4097">
                  <c:v>34.840946000000002</c:v>
                </c:pt>
                <c:pt idx="4098">
                  <c:v>34.831459000000002</c:v>
                </c:pt>
                <c:pt idx="4099">
                  <c:v>34.823672999999999</c:v>
                </c:pt>
                <c:pt idx="4100">
                  <c:v>34.817515999999998</c:v>
                </c:pt>
                <c:pt idx="4101">
                  <c:v>34.812302000000003</c:v>
                </c:pt>
                <c:pt idx="4102">
                  <c:v>34.807040999999998</c:v>
                </c:pt>
                <c:pt idx="4103">
                  <c:v>34.801918000000001</c:v>
                </c:pt>
                <c:pt idx="4104">
                  <c:v>34.794879999999999</c:v>
                </c:pt>
                <c:pt idx="4105">
                  <c:v>34.784027000000002</c:v>
                </c:pt>
                <c:pt idx="4106">
                  <c:v>34.771355</c:v>
                </c:pt>
                <c:pt idx="4107">
                  <c:v>34.759239000000001</c:v>
                </c:pt>
                <c:pt idx="4108">
                  <c:v>34.749240999999998</c:v>
                </c:pt>
                <c:pt idx="4109">
                  <c:v>34.741061999999999</c:v>
                </c:pt>
                <c:pt idx="4110">
                  <c:v>34.733401999999998</c:v>
                </c:pt>
                <c:pt idx="4111">
                  <c:v>34.727448000000003</c:v>
                </c:pt>
                <c:pt idx="4112">
                  <c:v>34.722693999999997</c:v>
                </c:pt>
                <c:pt idx="4113">
                  <c:v>34.717747000000003</c:v>
                </c:pt>
                <c:pt idx="4114">
                  <c:v>34.709952999999999</c:v>
                </c:pt>
                <c:pt idx="4115">
                  <c:v>34.698386999999997</c:v>
                </c:pt>
                <c:pt idx="4116">
                  <c:v>34.685257</c:v>
                </c:pt>
                <c:pt idx="4117">
                  <c:v>34.672890000000002</c:v>
                </c:pt>
                <c:pt idx="4118">
                  <c:v>34.661873</c:v>
                </c:pt>
                <c:pt idx="4119">
                  <c:v>34.653530000000003</c:v>
                </c:pt>
                <c:pt idx="4120">
                  <c:v>34.646431</c:v>
                </c:pt>
                <c:pt idx="4121">
                  <c:v>34.640835000000003</c:v>
                </c:pt>
                <c:pt idx="4122">
                  <c:v>34.636234000000002</c:v>
                </c:pt>
                <c:pt idx="4123">
                  <c:v>34.631385999999999</c:v>
                </c:pt>
                <c:pt idx="4124">
                  <c:v>34.623989000000002</c:v>
                </c:pt>
                <c:pt idx="4125">
                  <c:v>34.614044</c:v>
                </c:pt>
                <c:pt idx="4126">
                  <c:v>34.603180000000002</c:v>
                </c:pt>
                <c:pt idx="4127">
                  <c:v>34.593288000000001</c:v>
                </c:pt>
                <c:pt idx="4128">
                  <c:v>34.583579999999998</c:v>
                </c:pt>
                <c:pt idx="4129">
                  <c:v>34.575020000000002</c:v>
                </c:pt>
                <c:pt idx="4130">
                  <c:v>34.568249000000002</c:v>
                </c:pt>
                <c:pt idx="4131">
                  <c:v>34.562739999999998</c:v>
                </c:pt>
                <c:pt idx="4132">
                  <c:v>34.558582000000001</c:v>
                </c:pt>
                <c:pt idx="4133">
                  <c:v>34.553761000000002</c:v>
                </c:pt>
                <c:pt idx="4134">
                  <c:v>34.545966999999997</c:v>
                </c:pt>
                <c:pt idx="4135">
                  <c:v>34.536507</c:v>
                </c:pt>
                <c:pt idx="4136">
                  <c:v>34.525939999999999</c:v>
                </c:pt>
                <c:pt idx="4137">
                  <c:v>34.514957000000003</c:v>
                </c:pt>
                <c:pt idx="4138">
                  <c:v>34.504299000000003</c:v>
                </c:pt>
                <c:pt idx="4139">
                  <c:v>34.494365999999999</c:v>
                </c:pt>
                <c:pt idx="4140">
                  <c:v>34.485999999999997</c:v>
                </c:pt>
                <c:pt idx="4141">
                  <c:v>34.479652000000002</c:v>
                </c:pt>
                <c:pt idx="4142">
                  <c:v>34.476481999999997</c:v>
                </c:pt>
                <c:pt idx="4143">
                  <c:v>34.473109999999998</c:v>
                </c:pt>
                <c:pt idx="4144">
                  <c:v>34.465964999999997</c:v>
                </c:pt>
                <c:pt idx="4145">
                  <c:v>34.454121000000001</c:v>
                </c:pt>
                <c:pt idx="4146">
                  <c:v>34.441566000000002</c:v>
                </c:pt>
                <c:pt idx="4147">
                  <c:v>34.428925</c:v>
                </c:pt>
                <c:pt idx="4148">
                  <c:v>34.416182999999997</c:v>
                </c:pt>
                <c:pt idx="4149">
                  <c:v>34.405074999999997</c:v>
                </c:pt>
                <c:pt idx="4150">
                  <c:v>34.397548999999998</c:v>
                </c:pt>
                <c:pt idx="4151">
                  <c:v>34.392578</c:v>
                </c:pt>
                <c:pt idx="4152">
                  <c:v>34.389510999999999</c:v>
                </c:pt>
                <c:pt idx="4153">
                  <c:v>34.385429000000002</c:v>
                </c:pt>
                <c:pt idx="4154">
                  <c:v>34.378478999999999</c:v>
                </c:pt>
                <c:pt idx="4155">
                  <c:v>34.367241</c:v>
                </c:pt>
                <c:pt idx="4156">
                  <c:v>34.352252999999997</c:v>
                </c:pt>
                <c:pt idx="4157">
                  <c:v>34.337879000000001</c:v>
                </c:pt>
                <c:pt idx="4158">
                  <c:v>34.325915999999999</c:v>
                </c:pt>
                <c:pt idx="4159">
                  <c:v>34.316932999999999</c:v>
                </c:pt>
                <c:pt idx="4160">
                  <c:v>34.310600000000001</c:v>
                </c:pt>
                <c:pt idx="4161">
                  <c:v>34.305743999999997</c:v>
                </c:pt>
                <c:pt idx="4162">
                  <c:v>34.302093999999997</c:v>
                </c:pt>
                <c:pt idx="4163">
                  <c:v>34.298386000000001</c:v>
                </c:pt>
                <c:pt idx="4164">
                  <c:v>34.290821000000001</c:v>
                </c:pt>
                <c:pt idx="4165">
                  <c:v>34.278824</c:v>
                </c:pt>
                <c:pt idx="4166">
                  <c:v>34.263779</c:v>
                </c:pt>
                <c:pt idx="4167">
                  <c:v>34.249310000000001</c:v>
                </c:pt>
                <c:pt idx="4168">
                  <c:v>34.237915000000001</c:v>
                </c:pt>
                <c:pt idx="4169">
                  <c:v>34.229106999999999</c:v>
                </c:pt>
                <c:pt idx="4170">
                  <c:v>34.222209999999997</c:v>
                </c:pt>
                <c:pt idx="4171">
                  <c:v>34.217959999999998</c:v>
                </c:pt>
                <c:pt idx="4172">
                  <c:v>34.214882000000003</c:v>
                </c:pt>
                <c:pt idx="4173">
                  <c:v>34.210701</c:v>
                </c:pt>
                <c:pt idx="4174">
                  <c:v>34.202976</c:v>
                </c:pt>
                <c:pt idx="4175">
                  <c:v>34.190871999999999</c:v>
                </c:pt>
                <c:pt idx="4176">
                  <c:v>34.175212999999999</c:v>
                </c:pt>
                <c:pt idx="4177">
                  <c:v>34.159633999999997</c:v>
                </c:pt>
                <c:pt idx="4178">
                  <c:v>34.147658999999997</c:v>
                </c:pt>
                <c:pt idx="4179">
                  <c:v>34.138958000000002</c:v>
                </c:pt>
                <c:pt idx="4180">
                  <c:v>34.132317</c:v>
                </c:pt>
                <c:pt idx="4181">
                  <c:v>34.127147999999998</c:v>
                </c:pt>
                <c:pt idx="4182">
                  <c:v>34.123821</c:v>
                </c:pt>
                <c:pt idx="4183">
                  <c:v>34.120468000000002</c:v>
                </c:pt>
                <c:pt idx="4184">
                  <c:v>34.112392</c:v>
                </c:pt>
                <c:pt idx="4185">
                  <c:v>34.098869000000001</c:v>
                </c:pt>
                <c:pt idx="4186">
                  <c:v>34.081696000000001</c:v>
                </c:pt>
                <c:pt idx="4187">
                  <c:v>34.065426000000002</c:v>
                </c:pt>
                <c:pt idx="4188">
                  <c:v>34.052222999999998</c:v>
                </c:pt>
                <c:pt idx="4189">
                  <c:v>34.041865999999999</c:v>
                </c:pt>
                <c:pt idx="4190">
                  <c:v>34.035034000000003</c:v>
                </c:pt>
                <c:pt idx="4191">
                  <c:v>34.030971999999998</c:v>
                </c:pt>
                <c:pt idx="4192">
                  <c:v>34.028281999999997</c:v>
                </c:pt>
                <c:pt idx="4193">
                  <c:v>34.023601999999997</c:v>
                </c:pt>
                <c:pt idx="4194">
                  <c:v>34.014816000000003</c:v>
                </c:pt>
                <c:pt idx="4195">
                  <c:v>34.000557000000001</c:v>
                </c:pt>
                <c:pt idx="4196">
                  <c:v>33.982650999999997</c:v>
                </c:pt>
                <c:pt idx="4197">
                  <c:v>33.965629999999997</c:v>
                </c:pt>
                <c:pt idx="4198">
                  <c:v>33.952309</c:v>
                </c:pt>
                <c:pt idx="4199">
                  <c:v>33.943047</c:v>
                </c:pt>
                <c:pt idx="4200">
                  <c:v>33.937812999999998</c:v>
                </c:pt>
                <c:pt idx="4201">
                  <c:v>33.934837000000002</c:v>
                </c:pt>
                <c:pt idx="4202">
                  <c:v>33.933326999999998</c:v>
                </c:pt>
                <c:pt idx="4203">
                  <c:v>33.930667999999997</c:v>
                </c:pt>
                <c:pt idx="4204">
                  <c:v>33.923462000000001</c:v>
                </c:pt>
                <c:pt idx="4205">
                  <c:v>33.909385999999998</c:v>
                </c:pt>
                <c:pt idx="4206">
                  <c:v>33.892333999999998</c:v>
                </c:pt>
                <c:pt idx="4207">
                  <c:v>33.874561</c:v>
                </c:pt>
                <c:pt idx="4208">
                  <c:v>33.859161</c:v>
                </c:pt>
                <c:pt idx="4209">
                  <c:v>33.847942000000003</c:v>
                </c:pt>
                <c:pt idx="4210">
                  <c:v>33.840088000000002</c:v>
                </c:pt>
                <c:pt idx="4211">
                  <c:v>33.835921999999997</c:v>
                </c:pt>
                <c:pt idx="4212">
                  <c:v>33.833934999999997</c:v>
                </c:pt>
                <c:pt idx="4213">
                  <c:v>33.831561999999998</c:v>
                </c:pt>
                <c:pt idx="4214">
                  <c:v>33.824558000000003</c:v>
                </c:pt>
                <c:pt idx="4215">
                  <c:v>33.810509000000003</c:v>
                </c:pt>
                <c:pt idx="4216">
                  <c:v>33.792686000000003</c:v>
                </c:pt>
                <c:pt idx="4217">
                  <c:v>33.775050999999998</c:v>
                </c:pt>
                <c:pt idx="4218">
                  <c:v>33.759234999999997</c:v>
                </c:pt>
                <c:pt idx="4219">
                  <c:v>33.747551000000001</c:v>
                </c:pt>
                <c:pt idx="4220">
                  <c:v>33.74033</c:v>
                </c:pt>
                <c:pt idx="4221">
                  <c:v>33.736969000000002</c:v>
                </c:pt>
                <c:pt idx="4222">
                  <c:v>33.73592</c:v>
                </c:pt>
                <c:pt idx="4223">
                  <c:v>33.733455999999997</c:v>
                </c:pt>
                <c:pt idx="4224">
                  <c:v>33.724513999999999</c:v>
                </c:pt>
                <c:pt idx="4225">
                  <c:v>33.709713000000001</c:v>
                </c:pt>
                <c:pt idx="4226">
                  <c:v>33.690398999999999</c:v>
                </c:pt>
                <c:pt idx="4227">
                  <c:v>33.670848999999997</c:v>
                </c:pt>
                <c:pt idx="4228">
                  <c:v>33.654121000000004</c:v>
                </c:pt>
                <c:pt idx="4229">
                  <c:v>33.641365</c:v>
                </c:pt>
                <c:pt idx="4230">
                  <c:v>33.632441999999998</c:v>
                </c:pt>
                <c:pt idx="4231">
                  <c:v>33.626685999999999</c:v>
                </c:pt>
                <c:pt idx="4232">
                  <c:v>33.622635000000002</c:v>
                </c:pt>
                <c:pt idx="4233">
                  <c:v>33.618606999999997</c:v>
                </c:pt>
                <c:pt idx="4234">
                  <c:v>33.610743999999997</c:v>
                </c:pt>
                <c:pt idx="4235">
                  <c:v>33.596198999999999</c:v>
                </c:pt>
                <c:pt idx="4236">
                  <c:v>33.577606000000003</c:v>
                </c:pt>
                <c:pt idx="4237">
                  <c:v>33.560093000000002</c:v>
                </c:pt>
                <c:pt idx="4238">
                  <c:v>33.545315000000002</c:v>
                </c:pt>
                <c:pt idx="4239">
                  <c:v>33.534396999999998</c:v>
                </c:pt>
                <c:pt idx="4240">
                  <c:v>33.528080000000003</c:v>
                </c:pt>
                <c:pt idx="4241">
                  <c:v>33.524197000000001</c:v>
                </c:pt>
                <c:pt idx="4242">
                  <c:v>33.520969000000001</c:v>
                </c:pt>
                <c:pt idx="4243">
                  <c:v>33.514941999999998</c:v>
                </c:pt>
                <c:pt idx="4244">
                  <c:v>33.503898999999997</c:v>
                </c:pt>
                <c:pt idx="4245">
                  <c:v>33.487349999999999</c:v>
                </c:pt>
                <c:pt idx="4246">
                  <c:v>33.467827</c:v>
                </c:pt>
                <c:pt idx="4247">
                  <c:v>33.447895000000003</c:v>
                </c:pt>
                <c:pt idx="4248">
                  <c:v>33.430931000000001</c:v>
                </c:pt>
                <c:pt idx="4249">
                  <c:v>33.418067999999998</c:v>
                </c:pt>
                <c:pt idx="4250">
                  <c:v>33.411372999999998</c:v>
                </c:pt>
                <c:pt idx="4251">
                  <c:v>33.407294999999998</c:v>
                </c:pt>
                <c:pt idx="4252">
                  <c:v>33.403061000000001</c:v>
                </c:pt>
                <c:pt idx="4253">
                  <c:v>33.396915</c:v>
                </c:pt>
                <c:pt idx="4254">
                  <c:v>33.385306999999997</c:v>
                </c:pt>
                <c:pt idx="4255">
                  <c:v>33.367260000000002</c:v>
                </c:pt>
                <c:pt idx="4256">
                  <c:v>33.346190999999997</c:v>
                </c:pt>
                <c:pt idx="4257">
                  <c:v>33.325454999999998</c:v>
                </c:pt>
                <c:pt idx="4258">
                  <c:v>33.30838</c:v>
                </c:pt>
                <c:pt idx="4259">
                  <c:v>33.296222999999998</c:v>
                </c:pt>
                <c:pt idx="4260">
                  <c:v>33.288764999999998</c:v>
                </c:pt>
                <c:pt idx="4261">
                  <c:v>33.284286000000002</c:v>
                </c:pt>
                <c:pt idx="4262">
                  <c:v>33.280636000000001</c:v>
                </c:pt>
                <c:pt idx="4263">
                  <c:v>33.274414</c:v>
                </c:pt>
                <c:pt idx="4264">
                  <c:v>33.260666000000001</c:v>
                </c:pt>
                <c:pt idx="4265">
                  <c:v>33.240425000000002</c:v>
                </c:pt>
                <c:pt idx="4266">
                  <c:v>33.218314999999997</c:v>
                </c:pt>
                <c:pt idx="4267">
                  <c:v>33.196353999999999</c:v>
                </c:pt>
                <c:pt idx="4268">
                  <c:v>33.176468</c:v>
                </c:pt>
                <c:pt idx="4269">
                  <c:v>33.161876999999997</c:v>
                </c:pt>
                <c:pt idx="4270">
                  <c:v>33.152115000000002</c:v>
                </c:pt>
                <c:pt idx="4271">
                  <c:v>33.145653000000003</c:v>
                </c:pt>
                <c:pt idx="4272">
                  <c:v>33.140098999999999</c:v>
                </c:pt>
                <c:pt idx="4273">
                  <c:v>33.131926999999997</c:v>
                </c:pt>
                <c:pt idx="4274">
                  <c:v>33.117927999999999</c:v>
                </c:pt>
                <c:pt idx="4275">
                  <c:v>33.098148000000002</c:v>
                </c:pt>
                <c:pt idx="4276">
                  <c:v>33.074944000000002</c:v>
                </c:pt>
                <c:pt idx="4277">
                  <c:v>33.052653999999997</c:v>
                </c:pt>
                <c:pt idx="4278">
                  <c:v>33.033096</c:v>
                </c:pt>
                <c:pt idx="4279">
                  <c:v>33.017978999999997</c:v>
                </c:pt>
                <c:pt idx="4280">
                  <c:v>33.006165000000003</c:v>
                </c:pt>
                <c:pt idx="4281">
                  <c:v>32.994335</c:v>
                </c:pt>
                <c:pt idx="4282">
                  <c:v>32.976204000000003</c:v>
                </c:pt>
                <c:pt idx="4283">
                  <c:v>32.934029000000002</c:v>
                </c:pt>
                <c:pt idx="4284">
                  <c:v>32.852111999999998</c:v>
                </c:pt>
                <c:pt idx="4285">
                  <c:v>32.752014000000003</c:v>
                </c:pt>
                <c:pt idx="4286">
                  <c:v>32.668201000000003</c:v>
                </c:pt>
                <c:pt idx="4287">
                  <c:v>32.607674000000003</c:v>
                </c:pt>
                <c:pt idx="4288">
                  <c:v>32.571021999999999</c:v>
                </c:pt>
                <c:pt idx="4289">
                  <c:v>32.554485</c:v>
                </c:pt>
                <c:pt idx="4290">
                  <c:v>32.554302</c:v>
                </c:pt>
                <c:pt idx="4291">
                  <c:v>32.561076999999997</c:v>
                </c:pt>
                <c:pt idx="4292">
                  <c:v>32.554974000000001</c:v>
                </c:pt>
                <c:pt idx="4293">
                  <c:v>32.515549</c:v>
                </c:pt>
                <c:pt idx="4294">
                  <c:v>32.418937999999997</c:v>
                </c:pt>
                <c:pt idx="4295">
                  <c:v>32.257857999999999</c:v>
                </c:pt>
                <c:pt idx="4296">
                  <c:v>32.073031999999998</c:v>
                </c:pt>
                <c:pt idx="4297">
                  <c:v>31.896934999999999</c:v>
                </c:pt>
                <c:pt idx="4298">
                  <c:v>31.757169999999999</c:v>
                </c:pt>
                <c:pt idx="4299">
                  <c:v>31.659549999999999</c:v>
                </c:pt>
                <c:pt idx="4300">
                  <c:v>31.598403999999999</c:v>
                </c:pt>
                <c:pt idx="4301">
                  <c:v>31.553630999999999</c:v>
                </c:pt>
                <c:pt idx="4302">
                  <c:v>31.524840999999999</c:v>
                </c:pt>
                <c:pt idx="4303">
                  <c:v>31.502758</c:v>
                </c:pt>
                <c:pt idx="4304">
                  <c:v>31.476071999999998</c:v>
                </c:pt>
                <c:pt idx="4305">
                  <c:v>31.43985</c:v>
                </c:pt>
                <c:pt idx="4306">
                  <c:v>31.401122999999998</c:v>
                </c:pt>
                <c:pt idx="4307">
                  <c:v>31.376211000000001</c:v>
                </c:pt>
                <c:pt idx="4308">
                  <c:v>31.373047</c:v>
                </c:pt>
                <c:pt idx="4309">
                  <c:v>31.391957999999999</c:v>
                </c:pt>
                <c:pt idx="4310">
                  <c:v>31.433361000000001</c:v>
                </c:pt>
                <c:pt idx="4311">
                  <c:v>31.493288</c:v>
                </c:pt>
                <c:pt idx="4312">
                  <c:v>31.557639999999999</c:v>
                </c:pt>
                <c:pt idx="4313">
                  <c:v>31.600957999999999</c:v>
                </c:pt>
                <c:pt idx="4314">
                  <c:v>31.610330999999999</c:v>
                </c:pt>
                <c:pt idx="4315">
                  <c:v>31.584002000000002</c:v>
                </c:pt>
                <c:pt idx="4316">
                  <c:v>31.536868999999999</c:v>
                </c:pt>
                <c:pt idx="4317">
                  <c:v>31.489107000000001</c:v>
                </c:pt>
                <c:pt idx="4318">
                  <c:v>31.450911999999999</c:v>
                </c:pt>
                <c:pt idx="4319">
                  <c:v>31.431711</c:v>
                </c:pt>
                <c:pt idx="4320">
                  <c:v>31.437826000000001</c:v>
                </c:pt>
                <c:pt idx="4321">
                  <c:v>31.464009999999998</c:v>
                </c:pt>
                <c:pt idx="4322">
                  <c:v>31.497865999999998</c:v>
                </c:pt>
                <c:pt idx="4323">
                  <c:v>31.523299999999999</c:v>
                </c:pt>
                <c:pt idx="4324">
                  <c:v>31.523972000000001</c:v>
                </c:pt>
                <c:pt idx="4325">
                  <c:v>31.497243999999998</c:v>
                </c:pt>
                <c:pt idx="4326">
                  <c:v>31.455355000000001</c:v>
                </c:pt>
                <c:pt idx="4327">
                  <c:v>31.414833000000002</c:v>
                </c:pt>
                <c:pt idx="4328">
                  <c:v>31.389595</c:v>
                </c:pt>
                <c:pt idx="4329">
                  <c:v>31.387969999999999</c:v>
                </c:pt>
                <c:pt idx="4330">
                  <c:v>31.410301</c:v>
                </c:pt>
                <c:pt idx="4331">
                  <c:v>31.447642999999999</c:v>
                </c:pt>
                <c:pt idx="4332">
                  <c:v>31.486359</c:v>
                </c:pt>
                <c:pt idx="4333">
                  <c:v>31.510255999999998</c:v>
                </c:pt>
                <c:pt idx="4334">
                  <c:v>31.505351999999998</c:v>
                </c:pt>
                <c:pt idx="4335">
                  <c:v>31.473488</c:v>
                </c:pt>
                <c:pt idx="4336">
                  <c:v>31.426434</c:v>
                </c:pt>
                <c:pt idx="4337">
                  <c:v>31.371034999999999</c:v>
                </c:pt>
                <c:pt idx="4338">
                  <c:v>31.265186</c:v>
                </c:pt>
                <c:pt idx="4339">
                  <c:v>29.533412999999999</c:v>
                </c:pt>
                <c:pt idx="4340">
                  <c:v>29.078748999999998</c:v>
                </c:pt>
                <c:pt idx="4341">
                  <c:v>29.048400999999998</c:v>
                </c:pt>
                <c:pt idx="4342">
                  <c:v>29.022400000000001</c:v>
                </c:pt>
                <c:pt idx="4343">
                  <c:v>29.218672000000002</c:v>
                </c:pt>
                <c:pt idx="4344">
                  <c:v>29.517482999999999</c:v>
                </c:pt>
                <c:pt idx="4345">
                  <c:v>29.666858999999999</c:v>
                </c:pt>
                <c:pt idx="4346">
                  <c:v>29.665524999999999</c:v>
                </c:pt>
                <c:pt idx="4347">
                  <c:v>29.623774000000001</c:v>
                </c:pt>
                <c:pt idx="4348">
                  <c:v>29.604634999999998</c:v>
                </c:pt>
                <c:pt idx="4349">
                  <c:v>29.620398000000002</c:v>
                </c:pt>
                <c:pt idx="4350">
                  <c:v>29.654322000000001</c:v>
                </c:pt>
                <c:pt idx="4351">
                  <c:v>29.687389</c:v>
                </c:pt>
                <c:pt idx="4352">
                  <c:v>29.716009</c:v>
                </c:pt>
                <c:pt idx="4353">
                  <c:v>29.728878000000002</c:v>
                </c:pt>
                <c:pt idx="4354">
                  <c:v>29.692799000000001</c:v>
                </c:pt>
                <c:pt idx="4355">
                  <c:v>29.585011000000002</c:v>
                </c:pt>
                <c:pt idx="4356">
                  <c:v>29.435787000000001</c:v>
                </c:pt>
                <c:pt idx="4357">
                  <c:v>29.282152</c:v>
                </c:pt>
                <c:pt idx="4358">
                  <c:v>29.126481999999999</c:v>
                </c:pt>
                <c:pt idx="4359">
                  <c:v>28.945858000000001</c:v>
                </c:pt>
                <c:pt idx="4360">
                  <c:v>28.409084</c:v>
                </c:pt>
                <c:pt idx="4361">
                  <c:v>28.421230000000001</c:v>
                </c:pt>
                <c:pt idx="4362">
                  <c:v>28.438033999999998</c:v>
                </c:pt>
                <c:pt idx="4363">
                  <c:v>28.446982999999999</c:v>
                </c:pt>
                <c:pt idx="4364">
                  <c:v>28.439250999999999</c:v>
                </c:pt>
                <c:pt idx="4365">
                  <c:v>28.415392000000001</c:v>
                </c:pt>
                <c:pt idx="4366">
                  <c:v>28.384815</c:v>
                </c:pt>
                <c:pt idx="4367">
                  <c:v>28.3584</c:v>
                </c:pt>
                <c:pt idx="4368">
                  <c:v>28.344615999999998</c:v>
                </c:pt>
                <c:pt idx="4369">
                  <c:v>28.347635</c:v>
                </c:pt>
                <c:pt idx="4370">
                  <c:v>28.367187999999999</c:v>
                </c:pt>
                <c:pt idx="4371">
                  <c:v>28.838705000000001</c:v>
                </c:pt>
                <c:pt idx="4372">
                  <c:v>28.910398000000001</c:v>
                </c:pt>
                <c:pt idx="4373">
                  <c:v>28.896996000000001</c:v>
                </c:pt>
                <c:pt idx="4374">
                  <c:v>28.418184</c:v>
                </c:pt>
                <c:pt idx="4375">
                  <c:v>28.391408999999999</c:v>
                </c:pt>
                <c:pt idx="4376">
                  <c:v>28.361536000000001</c:v>
                </c:pt>
                <c:pt idx="4377">
                  <c:v>28.332426000000002</c:v>
                </c:pt>
                <c:pt idx="4378">
                  <c:v>28.314620999999999</c:v>
                </c:pt>
                <c:pt idx="4379">
                  <c:v>28.310884000000001</c:v>
                </c:pt>
                <c:pt idx="4380">
                  <c:v>28.318114999999999</c:v>
                </c:pt>
                <c:pt idx="4381">
                  <c:v>28.334377</c:v>
                </c:pt>
                <c:pt idx="4382">
                  <c:v>28.355595000000001</c:v>
                </c:pt>
                <c:pt idx="4383">
                  <c:v>28.367750000000001</c:v>
                </c:pt>
                <c:pt idx="4384">
                  <c:v>28.360785</c:v>
                </c:pt>
                <c:pt idx="4385">
                  <c:v>28.340796000000001</c:v>
                </c:pt>
                <c:pt idx="4386">
                  <c:v>28.317848000000001</c:v>
                </c:pt>
                <c:pt idx="4387">
                  <c:v>28.295555</c:v>
                </c:pt>
                <c:pt idx="4388">
                  <c:v>28.28162</c:v>
                </c:pt>
                <c:pt idx="4389">
                  <c:v>28.279876999999999</c:v>
                </c:pt>
                <c:pt idx="4390">
                  <c:v>28.291374000000001</c:v>
                </c:pt>
                <c:pt idx="4391">
                  <c:v>28.311091999999999</c:v>
                </c:pt>
                <c:pt idx="4392">
                  <c:v>28.330120000000001</c:v>
                </c:pt>
                <c:pt idx="4393">
                  <c:v>28.340633</c:v>
                </c:pt>
                <c:pt idx="4394">
                  <c:v>28.340031</c:v>
                </c:pt>
                <c:pt idx="4395">
                  <c:v>28.324611999999998</c:v>
                </c:pt>
                <c:pt idx="4396">
                  <c:v>28.297744999999999</c:v>
                </c:pt>
                <c:pt idx="4397">
                  <c:v>28.270651000000001</c:v>
                </c:pt>
                <c:pt idx="4398">
                  <c:v>28.255482000000001</c:v>
                </c:pt>
                <c:pt idx="4399">
                  <c:v>28.254055000000001</c:v>
                </c:pt>
                <c:pt idx="4400">
                  <c:v>28.264420000000001</c:v>
                </c:pt>
                <c:pt idx="4401">
                  <c:v>28.283175</c:v>
                </c:pt>
                <c:pt idx="4402">
                  <c:v>28.302582000000001</c:v>
                </c:pt>
                <c:pt idx="4403">
                  <c:v>28.311689000000001</c:v>
                </c:pt>
                <c:pt idx="4404">
                  <c:v>28.302610000000001</c:v>
                </c:pt>
                <c:pt idx="4405">
                  <c:v>28.281452000000002</c:v>
                </c:pt>
                <c:pt idx="4406">
                  <c:v>28.255151999999999</c:v>
                </c:pt>
                <c:pt idx="4407">
                  <c:v>28.226939999999999</c:v>
                </c:pt>
                <c:pt idx="4408">
                  <c:v>28.199228000000002</c:v>
                </c:pt>
                <c:pt idx="4409">
                  <c:v>28.185471</c:v>
                </c:pt>
                <c:pt idx="4410">
                  <c:v>28.190111000000002</c:v>
                </c:pt>
                <c:pt idx="4411">
                  <c:v>28.202845</c:v>
                </c:pt>
                <c:pt idx="4412">
                  <c:v>28.215409999999999</c:v>
                </c:pt>
                <c:pt idx="4413">
                  <c:v>28.220535000000002</c:v>
                </c:pt>
                <c:pt idx="4414">
                  <c:v>28.210740999999999</c:v>
                </c:pt>
                <c:pt idx="4415">
                  <c:v>28.187764999999999</c:v>
                </c:pt>
                <c:pt idx="4416">
                  <c:v>28.157927000000001</c:v>
                </c:pt>
                <c:pt idx="4417">
                  <c:v>28.130628999999999</c:v>
                </c:pt>
                <c:pt idx="4418">
                  <c:v>28.115513</c:v>
                </c:pt>
                <c:pt idx="4419">
                  <c:v>28.112627</c:v>
                </c:pt>
                <c:pt idx="4420">
                  <c:v>28.126064</c:v>
                </c:pt>
                <c:pt idx="4421">
                  <c:v>28.151495000000001</c:v>
                </c:pt>
                <c:pt idx="4422">
                  <c:v>28.176922000000001</c:v>
                </c:pt>
                <c:pt idx="4423">
                  <c:v>28.191096999999999</c:v>
                </c:pt>
                <c:pt idx="4424">
                  <c:v>28.186520000000002</c:v>
                </c:pt>
                <c:pt idx="4425">
                  <c:v>28.167725000000001</c:v>
                </c:pt>
                <c:pt idx="4426">
                  <c:v>28.144527</c:v>
                </c:pt>
                <c:pt idx="4427">
                  <c:v>28.122606000000001</c:v>
                </c:pt>
                <c:pt idx="4428">
                  <c:v>28.107932999999999</c:v>
                </c:pt>
                <c:pt idx="4429">
                  <c:v>28.107596999999998</c:v>
                </c:pt>
                <c:pt idx="4430">
                  <c:v>28.120833999999999</c:v>
                </c:pt>
                <c:pt idx="4431">
                  <c:v>28.140809999999998</c:v>
                </c:pt>
                <c:pt idx="4432">
                  <c:v>28.162527000000001</c:v>
                </c:pt>
                <c:pt idx="4433">
                  <c:v>28.176506</c:v>
                </c:pt>
                <c:pt idx="4434">
                  <c:v>28.174299000000001</c:v>
                </c:pt>
                <c:pt idx="4435">
                  <c:v>28.158401000000001</c:v>
                </c:pt>
                <c:pt idx="4436">
                  <c:v>28.137753</c:v>
                </c:pt>
                <c:pt idx="4437">
                  <c:v>28.120201000000002</c:v>
                </c:pt>
                <c:pt idx="4438">
                  <c:v>28.112359999999999</c:v>
                </c:pt>
                <c:pt idx="4439">
                  <c:v>28.114761000000001</c:v>
                </c:pt>
                <c:pt idx="4440">
                  <c:v>28.124217999999999</c:v>
                </c:pt>
                <c:pt idx="4441">
                  <c:v>28.141613</c:v>
                </c:pt>
                <c:pt idx="4442">
                  <c:v>28.162275000000001</c:v>
                </c:pt>
                <c:pt idx="4443">
                  <c:v>28.174267</c:v>
                </c:pt>
                <c:pt idx="4444">
                  <c:v>28.168987000000001</c:v>
                </c:pt>
                <c:pt idx="4445">
                  <c:v>28.150686</c:v>
                </c:pt>
                <c:pt idx="4446">
                  <c:v>28.128059</c:v>
                </c:pt>
                <c:pt idx="4447">
                  <c:v>28.107744</c:v>
                </c:pt>
                <c:pt idx="4448">
                  <c:v>28.097363000000001</c:v>
                </c:pt>
                <c:pt idx="4449">
                  <c:v>28.099934000000001</c:v>
                </c:pt>
                <c:pt idx="4450">
                  <c:v>28.113696999999998</c:v>
                </c:pt>
                <c:pt idx="4451">
                  <c:v>28.134900999999999</c:v>
                </c:pt>
                <c:pt idx="4452">
                  <c:v>28.154250999999999</c:v>
                </c:pt>
                <c:pt idx="4453">
                  <c:v>28.159502</c:v>
                </c:pt>
                <c:pt idx="4454">
                  <c:v>28.145005999999999</c:v>
                </c:pt>
                <c:pt idx="4455">
                  <c:v>28.117025000000002</c:v>
                </c:pt>
                <c:pt idx="4456">
                  <c:v>28.087645999999999</c:v>
                </c:pt>
                <c:pt idx="4457">
                  <c:v>28.065002</c:v>
                </c:pt>
                <c:pt idx="4458">
                  <c:v>28.053004999999999</c:v>
                </c:pt>
                <c:pt idx="4459">
                  <c:v>28.05378</c:v>
                </c:pt>
                <c:pt idx="4460">
                  <c:v>28.066063</c:v>
                </c:pt>
                <c:pt idx="4461">
                  <c:v>28.086348000000001</c:v>
                </c:pt>
                <c:pt idx="4462">
                  <c:v>28.107464</c:v>
                </c:pt>
                <c:pt idx="4463">
                  <c:v>28.120438</c:v>
                </c:pt>
                <c:pt idx="4464">
                  <c:v>28.119541000000002</c:v>
                </c:pt>
                <c:pt idx="4465">
                  <c:v>28.105588999999998</c:v>
                </c:pt>
                <c:pt idx="4466">
                  <c:v>28.084931999999998</c:v>
                </c:pt>
                <c:pt idx="4467">
                  <c:v>28.066369999999999</c:v>
                </c:pt>
                <c:pt idx="4468">
                  <c:v>28.058655000000002</c:v>
                </c:pt>
                <c:pt idx="4469">
                  <c:v>28.064487</c:v>
                </c:pt>
                <c:pt idx="4470">
                  <c:v>28.082049999999999</c:v>
                </c:pt>
                <c:pt idx="4471">
                  <c:v>28.105986000000001</c:v>
                </c:pt>
                <c:pt idx="4472">
                  <c:v>28.129227</c:v>
                </c:pt>
                <c:pt idx="4473">
                  <c:v>28.141611000000001</c:v>
                </c:pt>
                <c:pt idx="4474">
                  <c:v>28.135956</c:v>
                </c:pt>
                <c:pt idx="4475">
                  <c:v>28.117445</c:v>
                </c:pt>
                <c:pt idx="4476">
                  <c:v>28.094912999999998</c:v>
                </c:pt>
                <c:pt idx="4477">
                  <c:v>28.076744000000001</c:v>
                </c:pt>
                <c:pt idx="4478">
                  <c:v>28.068804</c:v>
                </c:pt>
                <c:pt idx="4479">
                  <c:v>28.042937999999999</c:v>
                </c:pt>
                <c:pt idx="4480">
                  <c:v>27.733730000000001</c:v>
                </c:pt>
                <c:pt idx="4481">
                  <c:v>27.128800999999999</c:v>
                </c:pt>
                <c:pt idx="4482">
                  <c:v>26.301017999999999</c:v>
                </c:pt>
                <c:pt idx="4483">
                  <c:v>25.495743000000001</c:v>
                </c:pt>
                <c:pt idx="4484">
                  <c:v>25.392907999999998</c:v>
                </c:pt>
                <c:pt idx="4485">
                  <c:v>25.287516</c:v>
                </c:pt>
                <c:pt idx="4486">
                  <c:v>25.116755999999999</c:v>
                </c:pt>
                <c:pt idx="4487">
                  <c:v>24.937114999999999</c:v>
                </c:pt>
                <c:pt idx="4488">
                  <c:v>24.738537000000001</c:v>
                </c:pt>
                <c:pt idx="4489">
                  <c:v>24.737169000000002</c:v>
                </c:pt>
                <c:pt idx="4490">
                  <c:v>25.085084999999999</c:v>
                </c:pt>
                <c:pt idx="4491">
                  <c:v>25.180828000000002</c:v>
                </c:pt>
                <c:pt idx="4492">
                  <c:v>25.003492000000001</c:v>
                </c:pt>
                <c:pt idx="4493">
                  <c:v>24.733532</c:v>
                </c:pt>
                <c:pt idx="4494">
                  <c:v>24.488423999999998</c:v>
                </c:pt>
                <c:pt idx="4495">
                  <c:v>24.187301999999999</c:v>
                </c:pt>
                <c:pt idx="4496">
                  <c:v>23.802596999999999</c:v>
                </c:pt>
                <c:pt idx="4497">
                  <c:v>23.430513000000001</c:v>
                </c:pt>
                <c:pt idx="4498">
                  <c:v>23.102657000000001</c:v>
                </c:pt>
                <c:pt idx="4499">
                  <c:v>22.849453</c:v>
                </c:pt>
                <c:pt idx="4500">
                  <c:v>22.716273999999999</c:v>
                </c:pt>
                <c:pt idx="4501">
                  <c:v>22.727373</c:v>
                </c:pt>
                <c:pt idx="4502">
                  <c:v>22.777462</c:v>
                </c:pt>
                <c:pt idx="4503">
                  <c:v>22.798037999999998</c:v>
                </c:pt>
                <c:pt idx="4504">
                  <c:v>22.801048000000002</c:v>
                </c:pt>
                <c:pt idx="4505">
                  <c:v>22.791581999999998</c:v>
                </c:pt>
                <c:pt idx="4506">
                  <c:v>22.800599999999999</c:v>
                </c:pt>
                <c:pt idx="4507">
                  <c:v>22.882211999999999</c:v>
                </c:pt>
                <c:pt idx="4508">
                  <c:v>23.156977000000001</c:v>
                </c:pt>
                <c:pt idx="4509">
                  <c:v>23.501204999999999</c:v>
                </c:pt>
                <c:pt idx="4510">
                  <c:v>23.659966000000001</c:v>
                </c:pt>
                <c:pt idx="4511">
                  <c:v>23.829269</c:v>
                </c:pt>
                <c:pt idx="4512">
                  <c:v>24.149818</c:v>
                </c:pt>
                <c:pt idx="4513">
                  <c:v>24.438372000000001</c:v>
                </c:pt>
                <c:pt idx="4514">
                  <c:v>24.614208000000001</c:v>
                </c:pt>
                <c:pt idx="4515">
                  <c:v>24.762751000000002</c:v>
                </c:pt>
                <c:pt idx="4516">
                  <c:v>24.867675999999999</c:v>
                </c:pt>
                <c:pt idx="4517">
                  <c:v>24.842489</c:v>
                </c:pt>
                <c:pt idx="4518">
                  <c:v>24.656760999999999</c:v>
                </c:pt>
                <c:pt idx="4519">
                  <c:v>24.434533999999999</c:v>
                </c:pt>
                <c:pt idx="4520">
                  <c:v>24.303234</c:v>
                </c:pt>
                <c:pt idx="4521">
                  <c:v>24.227058</c:v>
                </c:pt>
                <c:pt idx="4522">
                  <c:v>24.190197000000001</c:v>
                </c:pt>
                <c:pt idx="4523">
                  <c:v>24.267948000000001</c:v>
                </c:pt>
                <c:pt idx="4524">
                  <c:v>24.469238000000001</c:v>
                </c:pt>
                <c:pt idx="4525">
                  <c:v>24.730421</c:v>
                </c:pt>
                <c:pt idx="4526">
                  <c:v>25.053834999999999</c:v>
                </c:pt>
                <c:pt idx="4527">
                  <c:v>25.385763000000001</c:v>
                </c:pt>
                <c:pt idx="4528">
                  <c:v>25.629107999999999</c:v>
                </c:pt>
                <c:pt idx="4529">
                  <c:v>25.829681000000001</c:v>
                </c:pt>
                <c:pt idx="4530">
                  <c:v>26.075865</c:v>
                </c:pt>
                <c:pt idx="4531">
                  <c:v>26.492811</c:v>
                </c:pt>
                <c:pt idx="4532">
                  <c:v>27.016587999999999</c:v>
                </c:pt>
                <c:pt idx="4533">
                  <c:v>27.560618999999999</c:v>
                </c:pt>
                <c:pt idx="4534">
                  <c:v>28.135657999999999</c:v>
                </c:pt>
                <c:pt idx="4535">
                  <c:v>28.558952000000001</c:v>
                </c:pt>
                <c:pt idx="4536">
                  <c:v>28.841062999999998</c:v>
                </c:pt>
                <c:pt idx="4537">
                  <c:v>29.104568</c:v>
                </c:pt>
                <c:pt idx="4538">
                  <c:v>29.315369</c:v>
                </c:pt>
                <c:pt idx="4539">
                  <c:v>29.436108000000001</c:v>
                </c:pt>
                <c:pt idx="4540">
                  <c:v>29.500919</c:v>
                </c:pt>
                <c:pt idx="4541">
                  <c:v>29.521629000000001</c:v>
                </c:pt>
                <c:pt idx="4542">
                  <c:v>29.570582999999999</c:v>
                </c:pt>
                <c:pt idx="4543">
                  <c:v>29.640153999999999</c:v>
                </c:pt>
                <c:pt idx="4544">
                  <c:v>29.775366000000002</c:v>
                </c:pt>
                <c:pt idx="4545">
                  <c:v>29.961601000000002</c:v>
                </c:pt>
                <c:pt idx="4546">
                  <c:v>30.213612000000001</c:v>
                </c:pt>
                <c:pt idx="4547">
                  <c:v>30.522541</c:v>
                </c:pt>
                <c:pt idx="4548">
                  <c:v>30.85136</c:v>
                </c:pt>
                <c:pt idx="4549">
                  <c:v>31.194787999999999</c:v>
                </c:pt>
                <c:pt idx="4550">
                  <c:v>31.493662</c:v>
                </c:pt>
                <c:pt idx="4551">
                  <c:v>31.744785</c:v>
                </c:pt>
                <c:pt idx="4552">
                  <c:v>31.905811</c:v>
                </c:pt>
                <c:pt idx="4553">
                  <c:v>31.996493999999998</c:v>
                </c:pt>
                <c:pt idx="4554">
                  <c:v>32.100498000000002</c:v>
                </c:pt>
                <c:pt idx="4555">
                  <c:v>32.172046999999999</c:v>
                </c:pt>
                <c:pt idx="4556">
                  <c:v>32.314594</c:v>
                </c:pt>
                <c:pt idx="4557">
                  <c:v>32.518723000000001</c:v>
                </c:pt>
                <c:pt idx="4558">
                  <c:v>32.738067999999998</c:v>
                </c:pt>
                <c:pt idx="4559">
                  <c:v>32.966042000000002</c:v>
                </c:pt>
                <c:pt idx="4560">
                  <c:v>33.176388000000003</c:v>
                </c:pt>
                <c:pt idx="4561">
                  <c:v>33.387653</c:v>
                </c:pt>
                <c:pt idx="4562">
                  <c:v>33.580230999999998</c:v>
                </c:pt>
                <c:pt idx="4563">
                  <c:v>33.731589999999997</c:v>
                </c:pt>
                <c:pt idx="4564">
                  <c:v>33.901985000000003</c:v>
                </c:pt>
                <c:pt idx="4565">
                  <c:v>34.138427999999998</c:v>
                </c:pt>
                <c:pt idx="4566">
                  <c:v>34.514530000000001</c:v>
                </c:pt>
                <c:pt idx="4567">
                  <c:v>34.898421999999997</c:v>
                </c:pt>
                <c:pt idx="4568">
                  <c:v>35.180655999999999</c:v>
                </c:pt>
                <c:pt idx="4569">
                  <c:v>35.357838000000001</c:v>
                </c:pt>
                <c:pt idx="4570">
                  <c:v>35.516585999999997</c:v>
                </c:pt>
                <c:pt idx="4571">
                  <c:v>35.643993000000002</c:v>
                </c:pt>
                <c:pt idx="4572">
                  <c:v>35.720489999999998</c:v>
                </c:pt>
                <c:pt idx="4573">
                  <c:v>35.746471</c:v>
                </c:pt>
                <c:pt idx="4574">
                  <c:v>35.725257999999997</c:v>
                </c:pt>
                <c:pt idx="4575">
                  <c:v>35.738216000000001</c:v>
                </c:pt>
                <c:pt idx="4576">
                  <c:v>35.737563999999999</c:v>
                </c:pt>
                <c:pt idx="4577">
                  <c:v>35.747374999999998</c:v>
                </c:pt>
                <c:pt idx="4578">
                  <c:v>35.793818999999999</c:v>
                </c:pt>
                <c:pt idx="4579">
                  <c:v>35.866588999999998</c:v>
                </c:pt>
                <c:pt idx="4580">
                  <c:v>35.956142</c:v>
                </c:pt>
                <c:pt idx="4581">
                  <c:v>36.090977000000002</c:v>
                </c:pt>
                <c:pt idx="4582">
                  <c:v>36.240265000000001</c:v>
                </c:pt>
                <c:pt idx="4583">
                  <c:v>36.435969999999998</c:v>
                </c:pt>
                <c:pt idx="4584">
                  <c:v>36.684936999999998</c:v>
                </c:pt>
                <c:pt idx="4585">
                  <c:v>36.976486000000001</c:v>
                </c:pt>
                <c:pt idx="4586">
                  <c:v>37.279583000000002</c:v>
                </c:pt>
                <c:pt idx="4587">
                  <c:v>37.414242000000002</c:v>
                </c:pt>
                <c:pt idx="4588">
                  <c:v>37.446368999999997</c:v>
                </c:pt>
                <c:pt idx="4589">
                  <c:v>37.439506999999999</c:v>
                </c:pt>
                <c:pt idx="4590">
                  <c:v>37.427601000000003</c:v>
                </c:pt>
                <c:pt idx="4591">
                  <c:v>37.427138999999997</c:v>
                </c:pt>
                <c:pt idx="4592">
                  <c:v>37.459702</c:v>
                </c:pt>
                <c:pt idx="4593">
                  <c:v>37.466895999999998</c:v>
                </c:pt>
                <c:pt idx="4594">
                  <c:v>37.447212</c:v>
                </c:pt>
                <c:pt idx="4595">
                  <c:v>37.435608000000002</c:v>
                </c:pt>
                <c:pt idx="4596">
                  <c:v>37.42886</c:v>
                </c:pt>
                <c:pt idx="4597">
                  <c:v>37.383082999999999</c:v>
                </c:pt>
                <c:pt idx="4598">
                  <c:v>37.264857999999997</c:v>
                </c:pt>
                <c:pt idx="4599">
                  <c:v>37.240966999999998</c:v>
                </c:pt>
                <c:pt idx="4600">
                  <c:v>37.265048999999998</c:v>
                </c:pt>
                <c:pt idx="4601">
                  <c:v>37.294277000000001</c:v>
                </c:pt>
                <c:pt idx="4602">
                  <c:v>37.251162999999998</c:v>
                </c:pt>
                <c:pt idx="4603">
                  <c:v>37.199936000000001</c:v>
                </c:pt>
                <c:pt idx="4604">
                  <c:v>37.202117999999999</c:v>
                </c:pt>
                <c:pt idx="4605">
                  <c:v>37.209969000000001</c:v>
                </c:pt>
                <c:pt idx="4606">
                  <c:v>37.237743000000002</c:v>
                </c:pt>
                <c:pt idx="4607">
                  <c:v>37.278061000000001</c:v>
                </c:pt>
                <c:pt idx="4608">
                  <c:v>37.341396000000003</c:v>
                </c:pt>
                <c:pt idx="4609">
                  <c:v>37.435177000000003</c:v>
                </c:pt>
                <c:pt idx="4610">
                  <c:v>37.527175999999997</c:v>
                </c:pt>
                <c:pt idx="4611">
                  <c:v>37.607159000000003</c:v>
                </c:pt>
                <c:pt idx="4612">
                  <c:v>37.698096999999997</c:v>
                </c:pt>
                <c:pt idx="4613">
                  <c:v>37.797829</c:v>
                </c:pt>
                <c:pt idx="4614">
                  <c:v>37.910133000000002</c:v>
                </c:pt>
                <c:pt idx="4615">
                  <c:v>38.018543000000001</c:v>
                </c:pt>
                <c:pt idx="4616">
                  <c:v>38.118195</c:v>
                </c:pt>
                <c:pt idx="4617">
                  <c:v>38.218066999999998</c:v>
                </c:pt>
                <c:pt idx="4618">
                  <c:v>38.331885999999997</c:v>
                </c:pt>
                <c:pt idx="4619">
                  <c:v>38.459045000000003</c:v>
                </c:pt>
                <c:pt idx="4620">
                  <c:v>38.584899999999998</c:v>
                </c:pt>
                <c:pt idx="4621">
                  <c:v>38.801642999999999</c:v>
                </c:pt>
                <c:pt idx="4622">
                  <c:v>39.438853999999999</c:v>
                </c:pt>
                <c:pt idx="4623">
                  <c:v>41.168415000000003</c:v>
                </c:pt>
                <c:pt idx="4624">
                  <c:v>43.713225999999999</c:v>
                </c:pt>
                <c:pt idx="4625">
                  <c:v>45.048340000000003</c:v>
                </c:pt>
                <c:pt idx="4626">
                  <c:v>45.345947000000002</c:v>
                </c:pt>
                <c:pt idx="4627">
                  <c:v>45.358738000000002</c:v>
                </c:pt>
                <c:pt idx="4628">
                  <c:v>45.324627</c:v>
                </c:pt>
                <c:pt idx="4629">
                  <c:v>45.297122999999999</c:v>
                </c:pt>
                <c:pt idx="4630">
                  <c:v>45.284267</c:v>
                </c:pt>
                <c:pt idx="4631">
                  <c:v>45.283974000000001</c:v>
                </c:pt>
                <c:pt idx="4632">
                  <c:v>45.290622999999997</c:v>
                </c:pt>
                <c:pt idx="4633">
                  <c:v>45.310619000000003</c:v>
                </c:pt>
                <c:pt idx="4634">
                  <c:v>45.343772999999999</c:v>
                </c:pt>
                <c:pt idx="4635">
                  <c:v>45.364978999999998</c:v>
                </c:pt>
                <c:pt idx="4636">
                  <c:v>45.391356999999999</c:v>
                </c:pt>
                <c:pt idx="4637">
                  <c:v>45.470734</c:v>
                </c:pt>
                <c:pt idx="4638">
                  <c:v>45.523369000000002</c:v>
                </c:pt>
                <c:pt idx="4639">
                  <c:v>45.574630999999997</c:v>
                </c:pt>
                <c:pt idx="4640">
                  <c:v>45.621307000000002</c:v>
                </c:pt>
                <c:pt idx="4641">
                  <c:v>45.750256</c:v>
                </c:pt>
                <c:pt idx="4642">
                  <c:v>46.263396999999998</c:v>
                </c:pt>
                <c:pt idx="4643">
                  <c:v>47.530079000000001</c:v>
                </c:pt>
                <c:pt idx="4644">
                  <c:v>49.044632</c:v>
                </c:pt>
                <c:pt idx="4645">
                  <c:v>49.980946000000003</c:v>
                </c:pt>
                <c:pt idx="4646">
                  <c:v>50.327872999999997</c:v>
                </c:pt>
                <c:pt idx="4647">
                  <c:v>50.361438999999997</c:v>
                </c:pt>
                <c:pt idx="4648">
                  <c:v>50.27216</c:v>
                </c:pt>
                <c:pt idx="4649">
                  <c:v>50.143566</c:v>
                </c:pt>
                <c:pt idx="4650">
                  <c:v>50.008251000000001</c:v>
                </c:pt>
                <c:pt idx="4651">
                  <c:v>49.874226</c:v>
                </c:pt>
                <c:pt idx="4652">
                  <c:v>49.742027</c:v>
                </c:pt>
                <c:pt idx="4653">
                  <c:v>49.611919</c:v>
                </c:pt>
                <c:pt idx="4654">
                  <c:v>49.49062</c:v>
                </c:pt>
                <c:pt idx="4655">
                  <c:v>49.402168000000003</c:v>
                </c:pt>
                <c:pt idx="4656">
                  <c:v>49.336803000000003</c:v>
                </c:pt>
                <c:pt idx="4657">
                  <c:v>49.253407000000003</c:v>
                </c:pt>
                <c:pt idx="4658">
                  <c:v>49.142429</c:v>
                </c:pt>
                <c:pt idx="4659">
                  <c:v>49.020397000000003</c:v>
                </c:pt>
                <c:pt idx="4660">
                  <c:v>48.916542</c:v>
                </c:pt>
                <c:pt idx="4661">
                  <c:v>48.844849000000004</c:v>
                </c:pt>
                <c:pt idx="4662">
                  <c:v>48.798794000000001</c:v>
                </c:pt>
                <c:pt idx="4663">
                  <c:v>48.765082999999997</c:v>
                </c:pt>
                <c:pt idx="4664">
                  <c:v>48.744179000000003</c:v>
                </c:pt>
                <c:pt idx="4665">
                  <c:v>48.741301999999997</c:v>
                </c:pt>
                <c:pt idx="4666">
                  <c:v>48.747368000000002</c:v>
                </c:pt>
                <c:pt idx="4667">
                  <c:v>48.779300999999997</c:v>
                </c:pt>
                <c:pt idx="4668">
                  <c:v>48.837563000000003</c:v>
                </c:pt>
                <c:pt idx="4669">
                  <c:v>48.902565000000003</c:v>
                </c:pt>
                <c:pt idx="4670">
                  <c:v>49.002499</c:v>
                </c:pt>
                <c:pt idx="4671">
                  <c:v>49.109661000000003</c:v>
                </c:pt>
                <c:pt idx="4672">
                  <c:v>49.203280999999997</c:v>
                </c:pt>
                <c:pt idx="4673">
                  <c:v>49.333537999999997</c:v>
                </c:pt>
                <c:pt idx="4674">
                  <c:v>49.446559999999998</c:v>
                </c:pt>
                <c:pt idx="4675">
                  <c:v>49.508738999999998</c:v>
                </c:pt>
                <c:pt idx="4676">
                  <c:v>49.572895000000003</c:v>
                </c:pt>
                <c:pt idx="4677">
                  <c:v>49.662010000000002</c:v>
                </c:pt>
                <c:pt idx="4678">
                  <c:v>49.731678000000002</c:v>
                </c:pt>
                <c:pt idx="4679">
                  <c:v>49.769160999999997</c:v>
                </c:pt>
                <c:pt idx="4680">
                  <c:v>49.800232000000001</c:v>
                </c:pt>
                <c:pt idx="4681">
                  <c:v>49.850323000000003</c:v>
                </c:pt>
                <c:pt idx="4682">
                  <c:v>49.907532000000003</c:v>
                </c:pt>
                <c:pt idx="4683">
                  <c:v>49.964278999999998</c:v>
                </c:pt>
                <c:pt idx="4684">
                  <c:v>49.987698000000002</c:v>
                </c:pt>
                <c:pt idx="4685">
                  <c:v>50.02243</c:v>
                </c:pt>
                <c:pt idx="4686">
                  <c:v>50.077415000000002</c:v>
                </c:pt>
                <c:pt idx="4687">
                  <c:v>50.157229999999998</c:v>
                </c:pt>
                <c:pt idx="4688">
                  <c:v>50.244171000000001</c:v>
                </c:pt>
                <c:pt idx="4689">
                  <c:v>50.324103999999998</c:v>
                </c:pt>
                <c:pt idx="4690">
                  <c:v>50.439342000000003</c:v>
                </c:pt>
                <c:pt idx="4691">
                  <c:v>50.585251</c:v>
                </c:pt>
                <c:pt idx="4692">
                  <c:v>50.718902999999997</c:v>
                </c:pt>
                <c:pt idx="4693">
                  <c:v>50.834854</c:v>
                </c:pt>
                <c:pt idx="4694">
                  <c:v>50.951317000000003</c:v>
                </c:pt>
                <c:pt idx="4695">
                  <c:v>51.064419000000001</c:v>
                </c:pt>
                <c:pt idx="4696">
                  <c:v>51.172527000000002</c:v>
                </c:pt>
                <c:pt idx="4697">
                  <c:v>51.278331999999999</c:v>
                </c:pt>
                <c:pt idx="4698">
                  <c:v>51.386532000000003</c:v>
                </c:pt>
                <c:pt idx="4699">
                  <c:v>51.485390000000002</c:v>
                </c:pt>
                <c:pt idx="4700">
                  <c:v>51.571353999999999</c:v>
                </c:pt>
                <c:pt idx="4701">
                  <c:v>51.656928999999998</c:v>
                </c:pt>
                <c:pt idx="4702">
                  <c:v>51.747971</c:v>
                </c:pt>
                <c:pt idx="4703">
                  <c:v>51.846263999999998</c:v>
                </c:pt>
                <c:pt idx="4704">
                  <c:v>51.935958999999997</c:v>
                </c:pt>
                <c:pt idx="4705">
                  <c:v>52.040591999999997</c:v>
                </c:pt>
                <c:pt idx="4706">
                  <c:v>52.157165999999997</c:v>
                </c:pt>
                <c:pt idx="4707">
                  <c:v>52.234352000000001</c:v>
                </c:pt>
                <c:pt idx="4708">
                  <c:v>52.287070999999997</c:v>
                </c:pt>
                <c:pt idx="4709">
                  <c:v>52.335093999999998</c:v>
                </c:pt>
                <c:pt idx="4710">
                  <c:v>52.371032999999997</c:v>
                </c:pt>
                <c:pt idx="4711">
                  <c:v>52.408234</c:v>
                </c:pt>
                <c:pt idx="4712">
                  <c:v>52.429848</c:v>
                </c:pt>
                <c:pt idx="4713">
                  <c:v>52.434341000000003</c:v>
                </c:pt>
                <c:pt idx="4714">
                  <c:v>52.446261999999997</c:v>
                </c:pt>
                <c:pt idx="4715">
                  <c:v>52.450465999999999</c:v>
                </c:pt>
                <c:pt idx="4716">
                  <c:v>52.445709000000001</c:v>
                </c:pt>
                <c:pt idx="4717">
                  <c:v>52.419539999999998</c:v>
                </c:pt>
                <c:pt idx="4718">
                  <c:v>52.381152999999998</c:v>
                </c:pt>
                <c:pt idx="4719">
                  <c:v>52.372481999999998</c:v>
                </c:pt>
                <c:pt idx="4720">
                  <c:v>52.377670000000002</c:v>
                </c:pt>
                <c:pt idx="4721">
                  <c:v>52.332096</c:v>
                </c:pt>
                <c:pt idx="4722">
                  <c:v>52.266280999999999</c:v>
                </c:pt>
                <c:pt idx="4723">
                  <c:v>52.212443999999998</c:v>
                </c:pt>
                <c:pt idx="4724">
                  <c:v>52.163314999999997</c:v>
                </c:pt>
                <c:pt idx="4725">
                  <c:v>52.117085000000003</c:v>
                </c:pt>
                <c:pt idx="4726">
                  <c:v>52.071682000000003</c:v>
                </c:pt>
                <c:pt idx="4727">
                  <c:v>52.037692999999997</c:v>
                </c:pt>
                <c:pt idx="4728">
                  <c:v>52.07235</c:v>
                </c:pt>
                <c:pt idx="4729">
                  <c:v>52.101771999999997</c:v>
                </c:pt>
                <c:pt idx="4730">
                  <c:v>52.117077000000002</c:v>
                </c:pt>
                <c:pt idx="4731">
                  <c:v>51.997456</c:v>
                </c:pt>
                <c:pt idx="4732">
                  <c:v>51.803843999999998</c:v>
                </c:pt>
                <c:pt idx="4733">
                  <c:v>51.705863999999998</c:v>
                </c:pt>
                <c:pt idx="4734">
                  <c:v>51.603256000000002</c:v>
                </c:pt>
                <c:pt idx="4735">
                  <c:v>51.536354000000003</c:v>
                </c:pt>
                <c:pt idx="4736">
                  <c:v>51.395198999999998</c:v>
                </c:pt>
                <c:pt idx="4737">
                  <c:v>51.25996</c:v>
                </c:pt>
                <c:pt idx="4738">
                  <c:v>51.184105000000002</c:v>
                </c:pt>
                <c:pt idx="4739">
                  <c:v>51.085971999999998</c:v>
                </c:pt>
                <c:pt idx="4740">
                  <c:v>50.996856999999999</c:v>
                </c:pt>
                <c:pt idx="4741">
                  <c:v>50.926468</c:v>
                </c:pt>
                <c:pt idx="4742">
                  <c:v>50.868316999999998</c:v>
                </c:pt>
                <c:pt idx="4743">
                  <c:v>50.814259</c:v>
                </c:pt>
                <c:pt idx="4744">
                  <c:v>50.727688000000001</c:v>
                </c:pt>
                <c:pt idx="4745">
                  <c:v>50.643875000000001</c:v>
                </c:pt>
                <c:pt idx="4746">
                  <c:v>50.595790999999998</c:v>
                </c:pt>
                <c:pt idx="4747">
                  <c:v>50.563076000000002</c:v>
                </c:pt>
                <c:pt idx="4748">
                  <c:v>50.514000000000003</c:v>
                </c:pt>
                <c:pt idx="4749">
                  <c:v>50.462654000000001</c:v>
                </c:pt>
                <c:pt idx="4750">
                  <c:v>50.381168000000002</c:v>
                </c:pt>
                <c:pt idx="4751">
                  <c:v>50.272896000000003</c:v>
                </c:pt>
                <c:pt idx="4752">
                  <c:v>50.217083000000002</c:v>
                </c:pt>
                <c:pt idx="4753">
                  <c:v>50.210472000000003</c:v>
                </c:pt>
                <c:pt idx="4754">
                  <c:v>50.206482000000001</c:v>
                </c:pt>
                <c:pt idx="4755">
                  <c:v>50.179580999999999</c:v>
                </c:pt>
                <c:pt idx="4756">
                  <c:v>50.149357000000002</c:v>
                </c:pt>
                <c:pt idx="4757">
                  <c:v>50.129707000000003</c:v>
                </c:pt>
                <c:pt idx="4758">
                  <c:v>50.109031999999999</c:v>
                </c:pt>
                <c:pt idx="4759">
                  <c:v>50.078696999999998</c:v>
                </c:pt>
                <c:pt idx="4760">
                  <c:v>50.053085000000003</c:v>
                </c:pt>
                <c:pt idx="4761">
                  <c:v>50.069695000000003</c:v>
                </c:pt>
                <c:pt idx="4762">
                  <c:v>50.154178999999999</c:v>
                </c:pt>
                <c:pt idx="4763">
                  <c:v>50.372101000000001</c:v>
                </c:pt>
                <c:pt idx="4764">
                  <c:v>51.183357000000001</c:v>
                </c:pt>
                <c:pt idx="4765">
                  <c:v>53.106731000000003</c:v>
                </c:pt>
                <c:pt idx="4766">
                  <c:v>54.703125</c:v>
                </c:pt>
                <c:pt idx="4767">
                  <c:v>56.092247</c:v>
                </c:pt>
                <c:pt idx="4768">
                  <c:v>57.426594000000001</c:v>
                </c:pt>
                <c:pt idx="4769">
                  <c:v>58.498508000000001</c:v>
                </c:pt>
                <c:pt idx="4770">
                  <c:v>59.016871999999999</c:v>
                </c:pt>
                <c:pt idx="4771">
                  <c:v>59.172077000000002</c:v>
                </c:pt>
                <c:pt idx="4772">
                  <c:v>59.231133</c:v>
                </c:pt>
                <c:pt idx="4773">
                  <c:v>59.303882999999999</c:v>
                </c:pt>
                <c:pt idx="4774">
                  <c:v>59.423912000000001</c:v>
                </c:pt>
                <c:pt idx="4775">
                  <c:v>59.504931999999997</c:v>
                </c:pt>
                <c:pt idx="4776">
                  <c:v>59.555526999999998</c:v>
                </c:pt>
                <c:pt idx="4777">
                  <c:v>59.662318999999997</c:v>
                </c:pt>
                <c:pt idx="4778">
                  <c:v>59.852654000000001</c:v>
                </c:pt>
                <c:pt idx="4779">
                  <c:v>60.065548</c:v>
                </c:pt>
                <c:pt idx="4780">
                  <c:v>60.219195999999997</c:v>
                </c:pt>
                <c:pt idx="4781">
                  <c:v>60.259239000000001</c:v>
                </c:pt>
                <c:pt idx="4782">
                  <c:v>60.210442</c:v>
                </c:pt>
                <c:pt idx="4783">
                  <c:v>60.126919000000001</c:v>
                </c:pt>
                <c:pt idx="4784">
                  <c:v>60.054859</c:v>
                </c:pt>
                <c:pt idx="4785">
                  <c:v>59.942214999999997</c:v>
                </c:pt>
                <c:pt idx="4786">
                  <c:v>59.725113</c:v>
                </c:pt>
                <c:pt idx="4787">
                  <c:v>59.557392</c:v>
                </c:pt>
                <c:pt idx="4788">
                  <c:v>59.385105000000003</c:v>
                </c:pt>
                <c:pt idx="4789">
                  <c:v>59.251021999999999</c:v>
                </c:pt>
                <c:pt idx="4790">
                  <c:v>59.139747999999997</c:v>
                </c:pt>
                <c:pt idx="4791">
                  <c:v>59.028046000000003</c:v>
                </c:pt>
                <c:pt idx="4792">
                  <c:v>58.907646</c:v>
                </c:pt>
                <c:pt idx="4793">
                  <c:v>58.772449000000002</c:v>
                </c:pt>
                <c:pt idx="4794">
                  <c:v>58.641692999999997</c:v>
                </c:pt>
                <c:pt idx="4795">
                  <c:v>58.508495000000003</c:v>
                </c:pt>
                <c:pt idx="4796">
                  <c:v>58.382153000000002</c:v>
                </c:pt>
                <c:pt idx="4797">
                  <c:v>58.258892000000003</c:v>
                </c:pt>
                <c:pt idx="4798">
                  <c:v>58.131554000000001</c:v>
                </c:pt>
                <c:pt idx="4799">
                  <c:v>57.953457</c:v>
                </c:pt>
                <c:pt idx="4800">
                  <c:v>57.718918000000002</c:v>
                </c:pt>
                <c:pt idx="4801">
                  <c:v>57.460155</c:v>
                </c:pt>
                <c:pt idx="4802">
                  <c:v>57.185608000000002</c:v>
                </c:pt>
                <c:pt idx="4803">
                  <c:v>56.912502000000003</c:v>
                </c:pt>
                <c:pt idx="4804">
                  <c:v>56.631698999999998</c:v>
                </c:pt>
                <c:pt idx="4805">
                  <c:v>56.317946999999997</c:v>
                </c:pt>
                <c:pt idx="4806">
                  <c:v>56.001914999999997</c:v>
                </c:pt>
                <c:pt idx="4807">
                  <c:v>55.692574</c:v>
                </c:pt>
                <c:pt idx="4808">
                  <c:v>55.393008999999999</c:v>
                </c:pt>
                <c:pt idx="4809">
                  <c:v>55.111381999999999</c:v>
                </c:pt>
                <c:pt idx="4810">
                  <c:v>54.826405000000001</c:v>
                </c:pt>
                <c:pt idx="4811">
                  <c:v>54.509785000000001</c:v>
                </c:pt>
                <c:pt idx="4812">
                  <c:v>54.162143999999998</c:v>
                </c:pt>
                <c:pt idx="4813">
                  <c:v>53.772472</c:v>
                </c:pt>
                <c:pt idx="4814">
                  <c:v>53.374664000000003</c:v>
                </c:pt>
                <c:pt idx="4815">
                  <c:v>52.950569000000002</c:v>
                </c:pt>
                <c:pt idx="4816">
                  <c:v>52.511130999999999</c:v>
                </c:pt>
                <c:pt idx="4817">
                  <c:v>52.066746000000002</c:v>
                </c:pt>
                <c:pt idx="4818">
                  <c:v>51.579600999999997</c:v>
                </c:pt>
                <c:pt idx="4819">
                  <c:v>50.973297000000002</c:v>
                </c:pt>
                <c:pt idx="4820">
                  <c:v>50.185726000000003</c:v>
                </c:pt>
                <c:pt idx="4821">
                  <c:v>49.262282999999996</c:v>
                </c:pt>
                <c:pt idx="4822">
                  <c:v>48.425308000000001</c:v>
                </c:pt>
                <c:pt idx="4823">
                  <c:v>47.706802000000003</c:v>
                </c:pt>
                <c:pt idx="4824">
                  <c:v>47.005412999999997</c:v>
                </c:pt>
                <c:pt idx="4825">
                  <c:v>46.379330000000003</c:v>
                </c:pt>
                <c:pt idx="4826">
                  <c:v>45.806026000000003</c:v>
                </c:pt>
                <c:pt idx="4827">
                  <c:v>45.254238000000001</c:v>
                </c:pt>
                <c:pt idx="4828">
                  <c:v>44.747062999999997</c:v>
                </c:pt>
                <c:pt idx="4829">
                  <c:v>44.317214999999997</c:v>
                </c:pt>
                <c:pt idx="4830">
                  <c:v>43.860557999999997</c:v>
                </c:pt>
                <c:pt idx="4831">
                  <c:v>43.537993999999998</c:v>
                </c:pt>
                <c:pt idx="4832">
                  <c:v>43.521529999999998</c:v>
                </c:pt>
                <c:pt idx="4833">
                  <c:v>43.845286999999999</c:v>
                </c:pt>
                <c:pt idx="4834">
                  <c:v>45.131149000000001</c:v>
                </c:pt>
                <c:pt idx="4835">
                  <c:v>48.139473000000002</c:v>
                </c:pt>
                <c:pt idx="4836">
                  <c:v>51.668377</c:v>
                </c:pt>
                <c:pt idx="4837">
                  <c:v>53.708565</c:v>
                </c:pt>
                <c:pt idx="4838">
                  <c:v>54.427567000000003</c:v>
                </c:pt>
                <c:pt idx="4839">
                  <c:v>54.663254000000002</c:v>
                </c:pt>
                <c:pt idx="4840">
                  <c:v>54.722560999999999</c:v>
                </c:pt>
                <c:pt idx="4841">
                  <c:v>54.690055999999998</c:v>
                </c:pt>
                <c:pt idx="4842">
                  <c:v>54.589886</c:v>
                </c:pt>
                <c:pt idx="4843">
                  <c:v>54.420937000000002</c:v>
                </c:pt>
                <c:pt idx="4844">
                  <c:v>54.253399000000002</c:v>
                </c:pt>
                <c:pt idx="4845">
                  <c:v>54.087929000000003</c:v>
                </c:pt>
                <c:pt idx="4846">
                  <c:v>53.977623000000001</c:v>
                </c:pt>
                <c:pt idx="4847">
                  <c:v>53.915913000000003</c:v>
                </c:pt>
                <c:pt idx="4848">
                  <c:v>53.912903</c:v>
                </c:pt>
                <c:pt idx="4849">
                  <c:v>53.967227999999999</c:v>
                </c:pt>
                <c:pt idx="4850">
                  <c:v>54.042994999999998</c:v>
                </c:pt>
                <c:pt idx="4851">
                  <c:v>54.065277000000002</c:v>
                </c:pt>
                <c:pt idx="4852">
                  <c:v>54.086852999999998</c:v>
                </c:pt>
                <c:pt idx="4853">
                  <c:v>54.189197999999998</c:v>
                </c:pt>
                <c:pt idx="4854">
                  <c:v>54.365195999999997</c:v>
                </c:pt>
                <c:pt idx="4855">
                  <c:v>54.593131999999997</c:v>
                </c:pt>
                <c:pt idx="4856">
                  <c:v>54.824416999999997</c:v>
                </c:pt>
                <c:pt idx="4857">
                  <c:v>55.003467999999998</c:v>
                </c:pt>
                <c:pt idx="4858">
                  <c:v>55.099387999999998</c:v>
                </c:pt>
                <c:pt idx="4859">
                  <c:v>55.177169999999997</c:v>
                </c:pt>
                <c:pt idx="4860">
                  <c:v>55.281638999999998</c:v>
                </c:pt>
                <c:pt idx="4861">
                  <c:v>55.386940000000003</c:v>
                </c:pt>
                <c:pt idx="4862">
                  <c:v>55.471767</c:v>
                </c:pt>
                <c:pt idx="4863">
                  <c:v>55.581429</c:v>
                </c:pt>
                <c:pt idx="4864">
                  <c:v>55.729289999999999</c:v>
                </c:pt>
                <c:pt idx="4865">
                  <c:v>55.951011999999999</c:v>
                </c:pt>
                <c:pt idx="4866">
                  <c:v>56.203960000000002</c:v>
                </c:pt>
                <c:pt idx="4867">
                  <c:v>56.408127</c:v>
                </c:pt>
                <c:pt idx="4868">
                  <c:v>56.545113000000001</c:v>
                </c:pt>
                <c:pt idx="4869">
                  <c:v>56.67989</c:v>
                </c:pt>
                <c:pt idx="4870">
                  <c:v>56.865684999999999</c:v>
                </c:pt>
                <c:pt idx="4871">
                  <c:v>57.064658999999999</c:v>
                </c:pt>
                <c:pt idx="4872">
                  <c:v>57.215580000000003</c:v>
                </c:pt>
                <c:pt idx="4873">
                  <c:v>57.275848000000003</c:v>
                </c:pt>
                <c:pt idx="4874">
                  <c:v>57.293190000000003</c:v>
                </c:pt>
                <c:pt idx="4875">
                  <c:v>57.348697999999999</c:v>
                </c:pt>
                <c:pt idx="4876">
                  <c:v>57.386791000000002</c:v>
                </c:pt>
                <c:pt idx="4877">
                  <c:v>57.412323000000001</c:v>
                </c:pt>
                <c:pt idx="4878">
                  <c:v>57.397232000000002</c:v>
                </c:pt>
                <c:pt idx="4879">
                  <c:v>57.353045999999999</c:v>
                </c:pt>
                <c:pt idx="4880">
                  <c:v>57.327483999999998</c:v>
                </c:pt>
                <c:pt idx="4881">
                  <c:v>57.332802000000001</c:v>
                </c:pt>
                <c:pt idx="4882">
                  <c:v>57.359820999999997</c:v>
                </c:pt>
                <c:pt idx="4883">
                  <c:v>57.426749999999998</c:v>
                </c:pt>
                <c:pt idx="4884">
                  <c:v>57.528655999999998</c:v>
                </c:pt>
                <c:pt idx="4885">
                  <c:v>57.597217999999998</c:v>
                </c:pt>
                <c:pt idx="4886">
                  <c:v>57.63438</c:v>
                </c:pt>
                <c:pt idx="4887">
                  <c:v>57.644649999999999</c:v>
                </c:pt>
                <c:pt idx="4888">
                  <c:v>57.669437000000002</c:v>
                </c:pt>
                <c:pt idx="4889">
                  <c:v>57.725090000000002</c:v>
                </c:pt>
                <c:pt idx="4890">
                  <c:v>57.784821000000001</c:v>
                </c:pt>
                <c:pt idx="4891">
                  <c:v>57.826461999999999</c:v>
                </c:pt>
                <c:pt idx="4892">
                  <c:v>57.866546999999997</c:v>
                </c:pt>
                <c:pt idx="4893">
                  <c:v>57.937762999999997</c:v>
                </c:pt>
                <c:pt idx="4894">
                  <c:v>58.004359999999998</c:v>
                </c:pt>
                <c:pt idx="4895">
                  <c:v>58.132415999999999</c:v>
                </c:pt>
                <c:pt idx="4896">
                  <c:v>58.321174999999997</c:v>
                </c:pt>
                <c:pt idx="4897">
                  <c:v>58.469470999999999</c:v>
                </c:pt>
                <c:pt idx="4898">
                  <c:v>58.624015999999997</c:v>
                </c:pt>
                <c:pt idx="4899">
                  <c:v>58.799191</c:v>
                </c:pt>
                <c:pt idx="4900">
                  <c:v>58.995345999999998</c:v>
                </c:pt>
                <c:pt idx="4901">
                  <c:v>59.199871000000002</c:v>
                </c:pt>
                <c:pt idx="4902">
                  <c:v>59.418281999999998</c:v>
                </c:pt>
                <c:pt idx="4903">
                  <c:v>59.626263000000002</c:v>
                </c:pt>
                <c:pt idx="4904">
                  <c:v>59.784923999999997</c:v>
                </c:pt>
                <c:pt idx="4905">
                  <c:v>59.934672999999997</c:v>
                </c:pt>
                <c:pt idx="4906">
                  <c:v>60.084800999999999</c:v>
                </c:pt>
                <c:pt idx="4907">
                  <c:v>60.226008999999998</c:v>
                </c:pt>
                <c:pt idx="4908">
                  <c:v>60.330154</c:v>
                </c:pt>
                <c:pt idx="4909">
                  <c:v>60.396090999999998</c:v>
                </c:pt>
                <c:pt idx="4910">
                  <c:v>60.453529000000003</c:v>
                </c:pt>
                <c:pt idx="4911">
                  <c:v>60.452064999999997</c:v>
                </c:pt>
                <c:pt idx="4912">
                  <c:v>60.434596999999997</c:v>
                </c:pt>
                <c:pt idx="4913">
                  <c:v>60.494667</c:v>
                </c:pt>
                <c:pt idx="4914">
                  <c:v>60.650841</c:v>
                </c:pt>
                <c:pt idx="4915">
                  <c:v>60.729548999999999</c:v>
                </c:pt>
                <c:pt idx="4916">
                  <c:v>60.763634000000003</c:v>
                </c:pt>
                <c:pt idx="4917">
                  <c:v>60.834167000000001</c:v>
                </c:pt>
                <c:pt idx="4918">
                  <c:v>60.879997000000003</c:v>
                </c:pt>
                <c:pt idx="4919">
                  <c:v>60.837893999999999</c:v>
                </c:pt>
                <c:pt idx="4920">
                  <c:v>60.802399000000001</c:v>
                </c:pt>
                <c:pt idx="4921">
                  <c:v>60.759228</c:v>
                </c:pt>
                <c:pt idx="4922">
                  <c:v>60.740355999999998</c:v>
                </c:pt>
                <c:pt idx="4923">
                  <c:v>60.643653999999998</c:v>
                </c:pt>
                <c:pt idx="4924">
                  <c:v>60.546233999999998</c:v>
                </c:pt>
                <c:pt idx="4925">
                  <c:v>60.528976</c:v>
                </c:pt>
                <c:pt idx="4926">
                  <c:v>60.513469999999998</c:v>
                </c:pt>
                <c:pt idx="4927">
                  <c:v>60.420155000000001</c:v>
                </c:pt>
                <c:pt idx="4928">
                  <c:v>60.340243999999998</c:v>
                </c:pt>
                <c:pt idx="4929">
                  <c:v>60.259895</c:v>
                </c:pt>
                <c:pt idx="4930">
                  <c:v>60.229953999999999</c:v>
                </c:pt>
                <c:pt idx="4931">
                  <c:v>60.168624999999999</c:v>
                </c:pt>
                <c:pt idx="4932">
                  <c:v>60.039230000000003</c:v>
                </c:pt>
                <c:pt idx="4933">
                  <c:v>59.843170000000001</c:v>
                </c:pt>
                <c:pt idx="4934">
                  <c:v>59.656433</c:v>
                </c:pt>
                <c:pt idx="4935">
                  <c:v>59.504486</c:v>
                </c:pt>
                <c:pt idx="4936">
                  <c:v>59.372329999999998</c:v>
                </c:pt>
                <c:pt idx="4937">
                  <c:v>59.270099999999999</c:v>
                </c:pt>
                <c:pt idx="4938">
                  <c:v>59.172161000000003</c:v>
                </c:pt>
                <c:pt idx="4939">
                  <c:v>59.062461999999996</c:v>
                </c:pt>
                <c:pt idx="4940">
                  <c:v>58.911861000000002</c:v>
                </c:pt>
                <c:pt idx="4941">
                  <c:v>58.777504</c:v>
                </c:pt>
                <c:pt idx="4942">
                  <c:v>58.602015999999999</c:v>
                </c:pt>
                <c:pt idx="4943">
                  <c:v>58.403270999999997</c:v>
                </c:pt>
                <c:pt idx="4944">
                  <c:v>58.231200999999999</c:v>
                </c:pt>
                <c:pt idx="4945">
                  <c:v>58.091186999999998</c:v>
                </c:pt>
                <c:pt idx="4946">
                  <c:v>57.989693000000003</c:v>
                </c:pt>
                <c:pt idx="4947">
                  <c:v>57.930145000000003</c:v>
                </c:pt>
                <c:pt idx="4948">
                  <c:v>57.911479999999997</c:v>
                </c:pt>
                <c:pt idx="4949">
                  <c:v>57.931381000000002</c:v>
                </c:pt>
                <c:pt idx="4950">
                  <c:v>57.992859000000003</c:v>
                </c:pt>
                <c:pt idx="4951">
                  <c:v>58.076973000000002</c:v>
                </c:pt>
                <c:pt idx="4952">
                  <c:v>58.157477999999998</c:v>
                </c:pt>
                <c:pt idx="4953">
                  <c:v>58.273521000000002</c:v>
                </c:pt>
                <c:pt idx="4954">
                  <c:v>58.346831999999999</c:v>
                </c:pt>
                <c:pt idx="4955">
                  <c:v>58.411312000000002</c:v>
                </c:pt>
                <c:pt idx="4956">
                  <c:v>58.523014000000003</c:v>
                </c:pt>
                <c:pt idx="4957">
                  <c:v>58.648696999999999</c:v>
                </c:pt>
                <c:pt idx="4958">
                  <c:v>58.755195999999998</c:v>
                </c:pt>
                <c:pt idx="4959">
                  <c:v>58.817276</c:v>
                </c:pt>
                <c:pt idx="4960">
                  <c:v>58.834007</c:v>
                </c:pt>
                <c:pt idx="4961">
                  <c:v>58.823391000000001</c:v>
                </c:pt>
                <c:pt idx="4962">
                  <c:v>58.885395000000003</c:v>
                </c:pt>
                <c:pt idx="4963">
                  <c:v>59.028587000000002</c:v>
                </c:pt>
                <c:pt idx="4964">
                  <c:v>59.175541000000003</c:v>
                </c:pt>
                <c:pt idx="4965">
                  <c:v>59.337009000000002</c:v>
                </c:pt>
                <c:pt idx="4966">
                  <c:v>59.492435</c:v>
                </c:pt>
                <c:pt idx="4967">
                  <c:v>59.631625999999997</c:v>
                </c:pt>
                <c:pt idx="4968">
                  <c:v>59.787143999999998</c:v>
                </c:pt>
                <c:pt idx="4969">
                  <c:v>59.921551000000001</c:v>
                </c:pt>
                <c:pt idx="4970">
                  <c:v>59.973961000000003</c:v>
                </c:pt>
                <c:pt idx="4971">
                  <c:v>59.985844</c:v>
                </c:pt>
                <c:pt idx="4972">
                  <c:v>59.939346</c:v>
                </c:pt>
                <c:pt idx="4973">
                  <c:v>59.902709999999999</c:v>
                </c:pt>
                <c:pt idx="4974">
                  <c:v>59.880524000000001</c:v>
                </c:pt>
                <c:pt idx="4975">
                  <c:v>59.875304999999997</c:v>
                </c:pt>
                <c:pt idx="4976">
                  <c:v>59.917907999999997</c:v>
                </c:pt>
                <c:pt idx="4977">
                  <c:v>59.981735</c:v>
                </c:pt>
                <c:pt idx="4978">
                  <c:v>60.029407999999997</c:v>
                </c:pt>
                <c:pt idx="4979">
                  <c:v>60.085814999999997</c:v>
                </c:pt>
                <c:pt idx="4980">
                  <c:v>60.161186000000001</c:v>
                </c:pt>
                <c:pt idx="4981">
                  <c:v>60.260368</c:v>
                </c:pt>
                <c:pt idx="4982">
                  <c:v>60.396751000000002</c:v>
                </c:pt>
                <c:pt idx="4983">
                  <c:v>60.556984</c:v>
                </c:pt>
                <c:pt idx="4984">
                  <c:v>60.715533999999998</c:v>
                </c:pt>
                <c:pt idx="4985">
                  <c:v>60.870643999999999</c:v>
                </c:pt>
                <c:pt idx="4986">
                  <c:v>61.045856000000001</c:v>
                </c:pt>
                <c:pt idx="4987">
                  <c:v>61.263767000000001</c:v>
                </c:pt>
                <c:pt idx="4988">
                  <c:v>61.520831999999999</c:v>
                </c:pt>
                <c:pt idx="4989">
                  <c:v>61.76408</c:v>
                </c:pt>
                <c:pt idx="4990">
                  <c:v>61.948504999999997</c:v>
                </c:pt>
                <c:pt idx="4991">
                  <c:v>62.119278000000001</c:v>
                </c:pt>
                <c:pt idx="4992">
                  <c:v>62.253841000000001</c:v>
                </c:pt>
                <c:pt idx="4993">
                  <c:v>62.377907</c:v>
                </c:pt>
                <c:pt idx="4994">
                  <c:v>62.491463000000003</c:v>
                </c:pt>
                <c:pt idx="4995">
                  <c:v>62.561110999999997</c:v>
                </c:pt>
                <c:pt idx="4996">
                  <c:v>62.634987000000002</c:v>
                </c:pt>
                <c:pt idx="4997">
                  <c:v>62.760039999999996</c:v>
                </c:pt>
                <c:pt idx="4998">
                  <c:v>62.846770999999997</c:v>
                </c:pt>
                <c:pt idx="4999">
                  <c:v>62.884597999999997</c:v>
                </c:pt>
                <c:pt idx="5000">
                  <c:v>62.904991000000003</c:v>
                </c:pt>
                <c:pt idx="5001">
                  <c:v>62.940238999999998</c:v>
                </c:pt>
                <c:pt idx="5002">
                  <c:v>62.998066000000001</c:v>
                </c:pt>
                <c:pt idx="5003">
                  <c:v>63.006630000000001</c:v>
                </c:pt>
                <c:pt idx="5004">
                  <c:v>63.007896000000002</c:v>
                </c:pt>
                <c:pt idx="5005">
                  <c:v>63.019638</c:v>
                </c:pt>
                <c:pt idx="5006">
                  <c:v>63.032825000000003</c:v>
                </c:pt>
                <c:pt idx="5007">
                  <c:v>63.040916000000003</c:v>
                </c:pt>
                <c:pt idx="5008">
                  <c:v>63.025664999999996</c:v>
                </c:pt>
                <c:pt idx="5009">
                  <c:v>62.987991000000001</c:v>
                </c:pt>
                <c:pt idx="5010">
                  <c:v>62.962012999999999</c:v>
                </c:pt>
                <c:pt idx="5011">
                  <c:v>62.923096000000001</c:v>
                </c:pt>
                <c:pt idx="5012">
                  <c:v>62.874775</c:v>
                </c:pt>
                <c:pt idx="5013">
                  <c:v>62.825592</c:v>
                </c:pt>
                <c:pt idx="5014">
                  <c:v>62.787430000000001</c:v>
                </c:pt>
                <c:pt idx="5015">
                  <c:v>62.743068999999998</c:v>
                </c:pt>
                <c:pt idx="5016">
                  <c:v>62.682761999999997</c:v>
                </c:pt>
                <c:pt idx="5017">
                  <c:v>62.596508</c:v>
                </c:pt>
                <c:pt idx="5018">
                  <c:v>62.530284999999999</c:v>
                </c:pt>
                <c:pt idx="5019">
                  <c:v>62.489483</c:v>
                </c:pt>
                <c:pt idx="5020">
                  <c:v>62.433174000000001</c:v>
                </c:pt>
                <c:pt idx="5021">
                  <c:v>62.399299999999997</c:v>
                </c:pt>
                <c:pt idx="5022">
                  <c:v>62.396275000000003</c:v>
                </c:pt>
                <c:pt idx="5023">
                  <c:v>62.388832000000001</c:v>
                </c:pt>
                <c:pt idx="5024">
                  <c:v>62.388396999999998</c:v>
                </c:pt>
                <c:pt idx="5025">
                  <c:v>62.403641</c:v>
                </c:pt>
                <c:pt idx="5026">
                  <c:v>62.408301999999999</c:v>
                </c:pt>
                <c:pt idx="5027">
                  <c:v>62.417580000000001</c:v>
                </c:pt>
                <c:pt idx="5028">
                  <c:v>62.407791000000003</c:v>
                </c:pt>
                <c:pt idx="5029">
                  <c:v>62.381053999999999</c:v>
                </c:pt>
                <c:pt idx="5030">
                  <c:v>62.335845999999997</c:v>
                </c:pt>
                <c:pt idx="5031">
                  <c:v>62.286017999999999</c:v>
                </c:pt>
                <c:pt idx="5032">
                  <c:v>62.169331</c:v>
                </c:pt>
                <c:pt idx="5033">
                  <c:v>61.989113000000003</c:v>
                </c:pt>
                <c:pt idx="5034">
                  <c:v>61.875464999999998</c:v>
                </c:pt>
                <c:pt idx="5035">
                  <c:v>61.787059999999997</c:v>
                </c:pt>
                <c:pt idx="5036">
                  <c:v>61.700344000000001</c:v>
                </c:pt>
                <c:pt idx="5037">
                  <c:v>61.581260999999998</c:v>
                </c:pt>
                <c:pt idx="5038">
                  <c:v>61.443393999999998</c:v>
                </c:pt>
                <c:pt idx="5039">
                  <c:v>61.354503999999999</c:v>
                </c:pt>
                <c:pt idx="5040">
                  <c:v>61.296683999999999</c:v>
                </c:pt>
                <c:pt idx="5041">
                  <c:v>61.179771000000002</c:v>
                </c:pt>
                <c:pt idx="5042">
                  <c:v>60.996707999999998</c:v>
                </c:pt>
                <c:pt idx="5043">
                  <c:v>60.784587999999999</c:v>
                </c:pt>
                <c:pt idx="5044">
                  <c:v>60.562522999999999</c:v>
                </c:pt>
                <c:pt idx="5045">
                  <c:v>60.325710000000001</c:v>
                </c:pt>
                <c:pt idx="5046">
                  <c:v>60.072758</c:v>
                </c:pt>
                <c:pt idx="5047">
                  <c:v>59.827826999999999</c:v>
                </c:pt>
                <c:pt idx="5048">
                  <c:v>59.642242000000003</c:v>
                </c:pt>
                <c:pt idx="5049">
                  <c:v>59.469006</c:v>
                </c:pt>
                <c:pt idx="5050">
                  <c:v>59.323551000000002</c:v>
                </c:pt>
                <c:pt idx="5051">
                  <c:v>59.155109000000003</c:v>
                </c:pt>
                <c:pt idx="5052">
                  <c:v>59.009636</c:v>
                </c:pt>
                <c:pt idx="5053">
                  <c:v>58.899203999999997</c:v>
                </c:pt>
                <c:pt idx="5054">
                  <c:v>58.794376</c:v>
                </c:pt>
                <c:pt idx="5055">
                  <c:v>58.680241000000002</c:v>
                </c:pt>
                <c:pt idx="5056">
                  <c:v>58.587893999999999</c:v>
                </c:pt>
                <c:pt idx="5057">
                  <c:v>58.484406</c:v>
                </c:pt>
                <c:pt idx="5058">
                  <c:v>58.345440000000004</c:v>
                </c:pt>
                <c:pt idx="5059">
                  <c:v>58.186534999999999</c:v>
                </c:pt>
                <c:pt idx="5060">
                  <c:v>58.083674999999999</c:v>
                </c:pt>
                <c:pt idx="5061">
                  <c:v>58.032406000000002</c:v>
                </c:pt>
                <c:pt idx="5062">
                  <c:v>58.008076000000003</c:v>
                </c:pt>
                <c:pt idx="5063">
                  <c:v>57.985568999999998</c:v>
                </c:pt>
                <c:pt idx="5064">
                  <c:v>57.917518999999999</c:v>
                </c:pt>
                <c:pt idx="5065">
                  <c:v>57.792952999999997</c:v>
                </c:pt>
                <c:pt idx="5066">
                  <c:v>57.639671</c:v>
                </c:pt>
                <c:pt idx="5067">
                  <c:v>57.497714999999999</c:v>
                </c:pt>
                <c:pt idx="5068">
                  <c:v>57.360218000000003</c:v>
                </c:pt>
                <c:pt idx="5069">
                  <c:v>57.232807000000001</c:v>
                </c:pt>
                <c:pt idx="5070">
                  <c:v>57.115177000000003</c:v>
                </c:pt>
                <c:pt idx="5071">
                  <c:v>56.987426999999997</c:v>
                </c:pt>
                <c:pt idx="5072">
                  <c:v>56.892521000000002</c:v>
                </c:pt>
                <c:pt idx="5073">
                  <c:v>57.072453000000003</c:v>
                </c:pt>
                <c:pt idx="5074">
                  <c:v>56.973793000000001</c:v>
                </c:pt>
                <c:pt idx="5075">
                  <c:v>56.887444000000002</c:v>
                </c:pt>
                <c:pt idx="5076">
                  <c:v>56.794494999999998</c:v>
                </c:pt>
                <c:pt idx="5077">
                  <c:v>56.724876000000002</c:v>
                </c:pt>
                <c:pt idx="5078">
                  <c:v>56.703201</c:v>
                </c:pt>
                <c:pt idx="5079">
                  <c:v>56.789070000000002</c:v>
                </c:pt>
                <c:pt idx="5080">
                  <c:v>56.844296</c:v>
                </c:pt>
                <c:pt idx="5081">
                  <c:v>56.872653999999997</c:v>
                </c:pt>
                <c:pt idx="5082">
                  <c:v>56.864525</c:v>
                </c:pt>
                <c:pt idx="5083">
                  <c:v>56.875107</c:v>
                </c:pt>
                <c:pt idx="5084">
                  <c:v>56.902996000000002</c:v>
                </c:pt>
                <c:pt idx="5085">
                  <c:v>56.927475000000001</c:v>
                </c:pt>
                <c:pt idx="5086">
                  <c:v>56.932651999999997</c:v>
                </c:pt>
                <c:pt idx="5087">
                  <c:v>56.869633</c:v>
                </c:pt>
                <c:pt idx="5088">
                  <c:v>56.868332000000002</c:v>
                </c:pt>
                <c:pt idx="5089">
                  <c:v>56.975825999999998</c:v>
                </c:pt>
                <c:pt idx="5090">
                  <c:v>57.153793</c:v>
                </c:pt>
                <c:pt idx="5091">
                  <c:v>57.346722</c:v>
                </c:pt>
                <c:pt idx="5092">
                  <c:v>57.493523000000003</c:v>
                </c:pt>
                <c:pt idx="5093">
                  <c:v>57.594360000000002</c:v>
                </c:pt>
                <c:pt idx="5094">
                  <c:v>57.751525999999998</c:v>
                </c:pt>
                <c:pt idx="5095">
                  <c:v>58.013835999999998</c:v>
                </c:pt>
                <c:pt idx="5096">
                  <c:v>58.353175999999998</c:v>
                </c:pt>
                <c:pt idx="5097">
                  <c:v>58.818404999999998</c:v>
                </c:pt>
                <c:pt idx="5098">
                  <c:v>59.150382999999998</c:v>
                </c:pt>
                <c:pt idx="5099">
                  <c:v>59.612076000000002</c:v>
                </c:pt>
                <c:pt idx="5100">
                  <c:v>60.060375000000001</c:v>
                </c:pt>
                <c:pt idx="5101">
                  <c:v>60.501033999999997</c:v>
                </c:pt>
                <c:pt idx="5102">
                  <c:v>60.961807</c:v>
                </c:pt>
                <c:pt idx="5103">
                  <c:v>61.505153999999997</c:v>
                </c:pt>
                <c:pt idx="5104">
                  <c:v>62.112864999999999</c:v>
                </c:pt>
                <c:pt idx="5105">
                  <c:v>62.676890999999998</c:v>
                </c:pt>
                <c:pt idx="5106">
                  <c:v>63.050640000000001</c:v>
                </c:pt>
                <c:pt idx="5107">
                  <c:v>63.261229999999998</c:v>
                </c:pt>
                <c:pt idx="5108">
                  <c:v>63.416321000000003</c:v>
                </c:pt>
                <c:pt idx="5109">
                  <c:v>63.599926000000004</c:v>
                </c:pt>
                <c:pt idx="5110">
                  <c:v>63.820824000000002</c:v>
                </c:pt>
                <c:pt idx="5111">
                  <c:v>64.011009000000001</c:v>
                </c:pt>
                <c:pt idx="5112">
                  <c:v>64.126555999999994</c:v>
                </c:pt>
                <c:pt idx="5113">
                  <c:v>64.195412000000005</c:v>
                </c:pt>
                <c:pt idx="5114">
                  <c:v>64.265404000000004</c:v>
                </c:pt>
                <c:pt idx="5115">
                  <c:v>64.369690000000006</c:v>
                </c:pt>
                <c:pt idx="5116">
                  <c:v>64.504531999999998</c:v>
                </c:pt>
                <c:pt idx="5117">
                  <c:v>64.753380000000007</c:v>
                </c:pt>
                <c:pt idx="5118">
                  <c:v>65.119911000000002</c:v>
                </c:pt>
                <c:pt idx="5119">
                  <c:v>65.536170999999996</c:v>
                </c:pt>
                <c:pt idx="5120">
                  <c:v>65.944901000000002</c:v>
                </c:pt>
                <c:pt idx="5121">
                  <c:v>66.369941999999995</c:v>
                </c:pt>
                <c:pt idx="5122">
                  <c:v>66.792862</c:v>
                </c:pt>
                <c:pt idx="5123">
                  <c:v>67.298843000000005</c:v>
                </c:pt>
                <c:pt idx="5124">
                  <c:v>67.701492000000002</c:v>
                </c:pt>
                <c:pt idx="5125">
                  <c:v>67.933975000000004</c:v>
                </c:pt>
                <c:pt idx="5126">
                  <c:v>68.142737999999994</c:v>
                </c:pt>
                <c:pt idx="5127">
                  <c:v>68.352126999999996</c:v>
                </c:pt>
                <c:pt idx="5128">
                  <c:v>68.488274000000004</c:v>
                </c:pt>
                <c:pt idx="5129">
                  <c:v>68.590018999999998</c:v>
                </c:pt>
                <c:pt idx="5130">
                  <c:v>68.769852</c:v>
                </c:pt>
                <c:pt idx="5131">
                  <c:v>68.971137999999996</c:v>
                </c:pt>
                <c:pt idx="5132">
                  <c:v>69.172684000000004</c:v>
                </c:pt>
                <c:pt idx="5133">
                  <c:v>69.289237999999997</c:v>
                </c:pt>
                <c:pt idx="5134">
                  <c:v>69.343413999999996</c:v>
                </c:pt>
                <c:pt idx="5135">
                  <c:v>69.467772999999994</c:v>
                </c:pt>
                <c:pt idx="5136">
                  <c:v>69.571655000000007</c:v>
                </c:pt>
                <c:pt idx="5137">
                  <c:v>69.586578000000003</c:v>
                </c:pt>
                <c:pt idx="5138">
                  <c:v>69.674385000000001</c:v>
                </c:pt>
                <c:pt idx="5139">
                  <c:v>69.820656</c:v>
                </c:pt>
                <c:pt idx="5140">
                  <c:v>69.910431000000003</c:v>
                </c:pt>
                <c:pt idx="5141">
                  <c:v>69.942795000000004</c:v>
                </c:pt>
                <c:pt idx="5142">
                  <c:v>69.343238999999997</c:v>
                </c:pt>
                <c:pt idx="5143">
                  <c:v>68.898781</c:v>
                </c:pt>
                <c:pt idx="5144">
                  <c:v>68.719391000000002</c:v>
                </c:pt>
                <c:pt idx="5145">
                  <c:v>68.740707</c:v>
                </c:pt>
                <c:pt idx="5146">
                  <c:v>68.907188000000005</c:v>
                </c:pt>
                <c:pt idx="5147">
                  <c:v>69.140236000000002</c:v>
                </c:pt>
                <c:pt idx="5148">
                  <c:v>69.417496</c:v>
                </c:pt>
                <c:pt idx="5149">
                  <c:v>69.716537000000002</c:v>
                </c:pt>
                <c:pt idx="5150">
                  <c:v>69.973754999999997</c:v>
                </c:pt>
                <c:pt idx="5151">
                  <c:v>70.233283999999998</c:v>
                </c:pt>
                <c:pt idx="5152">
                  <c:v>70.546417000000005</c:v>
                </c:pt>
                <c:pt idx="5153">
                  <c:v>70.913596999999996</c:v>
                </c:pt>
                <c:pt idx="5154">
                  <c:v>71.326096000000007</c:v>
                </c:pt>
                <c:pt idx="5155">
                  <c:v>71.784347999999994</c:v>
                </c:pt>
                <c:pt idx="5156">
                  <c:v>72.288062999999994</c:v>
                </c:pt>
                <c:pt idx="5157">
                  <c:v>72.742919999999998</c:v>
                </c:pt>
                <c:pt idx="5158">
                  <c:v>73.116759999999999</c:v>
                </c:pt>
                <c:pt idx="5159">
                  <c:v>73.508056999999994</c:v>
                </c:pt>
                <c:pt idx="5160">
                  <c:v>73.872765000000001</c:v>
                </c:pt>
                <c:pt idx="5161">
                  <c:v>74.157120000000006</c:v>
                </c:pt>
                <c:pt idx="5162">
                  <c:v>74.362053000000003</c:v>
                </c:pt>
                <c:pt idx="5163">
                  <c:v>74.397414999999995</c:v>
                </c:pt>
                <c:pt idx="5164">
                  <c:v>74.379204000000001</c:v>
                </c:pt>
                <c:pt idx="5165">
                  <c:v>74.387398000000005</c:v>
                </c:pt>
                <c:pt idx="5166">
                  <c:v>74.363997999999995</c:v>
                </c:pt>
                <c:pt idx="5167">
                  <c:v>74.347960999999998</c:v>
                </c:pt>
                <c:pt idx="5168">
                  <c:v>74.348557</c:v>
                </c:pt>
                <c:pt idx="5169">
                  <c:v>74.331435999999997</c:v>
                </c:pt>
                <c:pt idx="5170">
                  <c:v>74.342597999999995</c:v>
                </c:pt>
                <c:pt idx="5171">
                  <c:v>74.384238999999994</c:v>
                </c:pt>
                <c:pt idx="5172">
                  <c:v>74.467040999999995</c:v>
                </c:pt>
                <c:pt idx="5173">
                  <c:v>74.560646000000006</c:v>
                </c:pt>
                <c:pt idx="5174">
                  <c:v>74.528091000000003</c:v>
                </c:pt>
                <c:pt idx="5175">
                  <c:v>74.451729</c:v>
                </c:pt>
                <c:pt idx="5176">
                  <c:v>74.361862000000002</c:v>
                </c:pt>
                <c:pt idx="5177">
                  <c:v>74.219893999999996</c:v>
                </c:pt>
                <c:pt idx="5178">
                  <c:v>74.161095000000003</c:v>
                </c:pt>
                <c:pt idx="5179">
                  <c:v>74.159378000000004</c:v>
                </c:pt>
                <c:pt idx="5180">
                  <c:v>74.094215000000005</c:v>
                </c:pt>
                <c:pt idx="5181">
                  <c:v>73.983765000000005</c:v>
                </c:pt>
                <c:pt idx="5182">
                  <c:v>73.896507</c:v>
                </c:pt>
                <c:pt idx="5183">
                  <c:v>73.808182000000002</c:v>
                </c:pt>
                <c:pt idx="5184">
                  <c:v>73.731018000000006</c:v>
                </c:pt>
                <c:pt idx="5185">
                  <c:v>73.719359999999995</c:v>
                </c:pt>
                <c:pt idx="5186">
                  <c:v>73.722931000000003</c:v>
                </c:pt>
                <c:pt idx="5187">
                  <c:v>73.514724999999999</c:v>
                </c:pt>
                <c:pt idx="5188">
                  <c:v>73.552361000000005</c:v>
                </c:pt>
                <c:pt idx="5189">
                  <c:v>73.600371999999993</c:v>
                </c:pt>
                <c:pt idx="5190">
                  <c:v>73.646979999999999</c:v>
                </c:pt>
                <c:pt idx="5191">
                  <c:v>73.676659000000001</c:v>
                </c:pt>
                <c:pt idx="5192">
                  <c:v>73.599189999999993</c:v>
                </c:pt>
                <c:pt idx="5193">
                  <c:v>73.454055999999994</c:v>
                </c:pt>
                <c:pt idx="5194">
                  <c:v>73.335999000000001</c:v>
                </c:pt>
                <c:pt idx="5195">
                  <c:v>73.323074000000005</c:v>
                </c:pt>
                <c:pt idx="5196">
                  <c:v>73.350594000000001</c:v>
                </c:pt>
                <c:pt idx="5197">
                  <c:v>73.333236999999997</c:v>
                </c:pt>
                <c:pt idx="5198">
                  <c:v>73.266090000000005</c:v>
                </c:pt>
                <c:pt idx="5199">
                  <c:v>73.2136</c:v>
                </c:pt>
                <c:pt idx="5200">
                  <c:v>73.223281999999998</c:v>
                </c:pt>
                <c:pt idx="5201">
                  <c:v>73.270775</c:v>
                </c:pt>
                <c:pt idx="5202">
                  <c:v>73.227890000000002</c:v>
                </c:pt>
                <c:pt idx="5203">
                  <c:v>73.132317</c:v>
                </c:pt>
                <c:pt idx="5204">
                  <c:v>73.055267000000001</c:v>
                </c:pt>
                <c:pt idx="5205">
                  <c:v>73.047309999999996</c:v>
                </c:pt>
                <c:pt idx="5206">
                  <c:v>73.179001</c:v>
                </c:pt>
                <c:pt idx="5207">
                  <c:v>73.451003999999998</c:v>
                </c:pt>
                <c:pt idx="5208">
                  <c:v>73.671761000000004</c:v>
                </c:pt>
                <c:pt idx="5209">
                  <c:v>73.773758000000001</c:v>
                </c:pt>
                <c:pt idx="5210">
                  <c:v>73.692847999999998</c:v>
                </c:pt>
                <c:pt idx="5211">
                  <c:v>73.503555000000006</c:v>
                </c:pt>
                <c:pt idx="5212">
                  <c:v>73.138251999999994</c:v>
                </c:pt>
                <c:pt idx="5213">
                  <c:v>72.792274000000006</c:v>
                </c:pt>
                <c:pt idx="5214">
                  <c:v>72.658683999999994</c:v>
                </c:pt>
                <c:pt idx="5215">
                  <c:v>72.551238999999995</c:v>
                </c:pt>
                <c:pt idx="5216">
                  <c:v>72.374893</c:v>
                </c:pt>
                <c:pt idx="5217">
                  <c:v>72.205025000000006</c:v>
                </c:pt>
                <c:pt idx="5218">
                  <c:v>72.294929999999994</c:v>
                </c:pt>
                <c:pt idx="5219">
                  <c:v>72.720305999999994</c:v>
                </c:pt>
                <c:pt idx="5220">
                  <c:v>73.059509000000006</c:v>
                </c:pt>
                <c:pt idx="5221">
                  <c:v>73.255797999999999</c:v>
                </c:pt>
                <c:pt idx="5222">
                  <c:v>73.426163000000003</c:v>
                </c:pt>
                <c:pt idx="5223">
                  <c:v>73.416634000000002</c:v>
                </c:pt>
                <c:pt idx="5224">
                  <c:v>73.305183</c:v>
                </c:pt>
                <c:pt idx="5225">
                  <c:v>73.172859000000003</c:v>
                </c:pt>
                <c:pt idx="5226">
                  <c:v>73.080185</c:v>
                </c:pt>
                <c:pt idx="5227">
                  <c:v>73.087173000000007</c:v>
                </c:pt>
                <c:pt idx="5228">
                  <c:v>73.033271999999997</c:v>
                </c:pt>
                <c:pt idx="5229">
                  <c:v>72.855605999999995</c:v>
                </c:pt>
                <c:pt idx="5230">
                  <c:v>72.716628999999998</c:v>
                </c:pt>
                <c:pt idx="5231">
                  <c:v>72.604125999999994</c:v>
                </c:pt>
                <c:pt idx="5232">
                  <c:v>72.358017000000004</c:v>
                </c:pt>
                <c:pt idx="5233">
                  <c:v>72.178512999999995</c:v>
                </c:pt>
                <c:pt idx="5234">
                  <c:v>71.933036999999999</c:v>
                </c:pt>
                <c:pt idx="5235">
                  <c:v>71.397414999999995</c:v>
                </c:pt>
                <c:pt idx="5236">
                  <c:v>70.896416000000002</c:v>
                </c:pt>
                <c:pt idx="5237">
                  <c:v>70.801697000000004</c:v>
                </c:pt>
                <c:pt idx="5238">
                  <c:v>70.576279</c:v>
                </c:pt>
                <c:pt idx="5239">
                  <c:v>70.249320999999995</c:v>
                </c:pt>
                <c:pt idx="5240">
                  <c:v>69.507851000000002</c:v>
                </c:pt>
                <c:pt idx="5241">
                  <c:v>68.237151999999995</c:v>
                </c:pt>
                <c:pt idx="5242">
                  <c:v>67.208190999999999</c:v>
                </c:pt>
                <c:pt idx="5243">
                  <c:v>66.518523999999999</c:v>
                </c:pt>
                <c:pt idx="5244">
                  <c:v>66.072547999999998</c:v>
                </c:pt>
                <c:pt idx="5245">
                  <c:v>65.682456999999999</c:v>
                </c:pt>
                <c:pt idx="5246">
                  <c:v>65.230575999999999</c:v>
                </c:pt>
                <c:pt idx="5247">
                  <c:v>64.827254999999994</c:v>
                </c:pt>
                <c:pt idx="5248">
                  <c:v>64.507767000000001</c:v>
                </c:pt>
                <c:pt idx="5249">
                  <c:v>64.277634000000006</c:v>
                </c:pt>
                <c:pt idx="5250">
                  <c:v>64.128189000000006</c:v>
                </c:pt>
                <c:pt idx="5251">
                  <c:v>64.010315000000006</c:v>
                </c:pt>
                <c:pt idx="5252">
                  <c:v>63.931010999999998</c:v>
                </c:pt>
                <c:pt idx="5253">
                  <c:v>63.889674999999997</c:v>
                </c:pt>
                <c:pt idx="5254">
                  <c:v>63.687919999999998</c:v>
                </c:pt>
                <c:pt idx="5255">
                  <c:v>63.356110000000001</c:v>
                </c:pt>
                <c:pt idx="5256">
                  <c:v>63.145451000000001</c:v>
                </c:pt>
                <c:pt idx="5257">
                  <c:v>63.052157999999999</c:v>
                </c:pt>
                <c:pt idx="5258">
                  <c:v>62.987029999999997</c:v>
                </c:pt>
                <c:pt idx="5259">
                  <c:v>62.876258999999997</c:v>
                </c:pt>
                <c:pt idx="5260">
                  <c:v>62.723407999999999</c:v>
                </c:pt>
                <c:pt idx="5261">
                  <c:v>62.557774000000002</c:v>
                </c:pt>
                <c:pt idx="5262">
                  <c:v>62.403148999999999</c:v>
                </c:pt>
                <c:pt idx="5263">
                  <c:v>62.263911999999998</c:v>
                </c:pt>
                <c:pt idx="5264">
                  <c:v>62.108272999999997</c:v>
                </c:pt>
                <c:pt idx="5265">
                  <c:v>61.959335000000003</c:v>
                </c:pt>
                <c:pt idx="5266">
                  <c:v>61.881419999999999</c:v>
                </c:pt>
                <c:pt idx="5267">
                  <c:v>61.832489000000002</c:v>
                </c:pt>
                <c:pt idx="5268">
                  <c:v>61.837398999999998</c:v>
                </c:pt>
                <c:pt idx="5269">
                  <c:v>61.667839000000001</c:v>
                </c:pt>
                <c:pt idx="5270">
                  <c:v>61.375884999999997</c:v>
                </c:pt>
                <c:pt idx="5271">
                  <c:v>61.090775000000001</c:v>
                </c:pt>
                <c:pt idx="5272">
                  <c:v>60.898052</c:v>
                </c:pt>
                <c:pt idx="5273">
                  <c:v>60.877856999999999</c:v>
                </c:pt>
                <c:pt idx="5274">
                  <c:v>60.982571</c:v>
                </c:pt>
                <c:pt idx="5275">
                  <c:v>61.071136000000003</c:v>
                </c:pt>
                <c:pt idx="5276">
                  <c:v>60.974823000000001</c:v>
                </c:pt>
                <c:pt idx="5277">
                  <c:v>60.834823999999998</c:v>
                </c:pt>
                <c:pt idx="5278">
                  <c:v>60.896121999999998</c:v>
                </c:pt>
                <c:pt idx="5279">
                  <c:v>61.113266000000003</c:v>
                </c:pt>
                <c:pt idx="5280">
                  <c:v>61.350676999999997</c:v>
                </c:pt>
                <c:pt idx="5281">
                  <c:v>61.574089000000001</c:v>
                </c:pt>
                <c:pt idx="5282">
                  <c:v>61.898567</c:v>
                </c:pt>
                <c:pt idx="5283">
                  <c:v>62.184303</c:v>
                </c:pt>
                <c:pt idx="5284">
                  <c:v>62.257773999999998</c:v>
                </c:pt>
                <c:pt idx="5285">
                  <c:v>62.118186999999999</c:v>
                </c:pt>
                <c:pt idx="5286">
                  <c:v>61.919272999999997</c:v>
                </c:pt>
                <c:pt idx="5287">
                  <c:v>61.581524000000002</c:v>
                </c:pt>
                <c:pt idx="5288">
                  <c:v>61.009636</c:v>
                </c:pt>
                <c:pt idx="5289">
                  <c:v>60.548172000000001</c:v>
                </c:pt>
                <c:pt idx="5290">
                  <c:v>60.305419999999998</c:v>
                </c:pt>
                <c:pt idx="5291">
                  <c:v>60.145020000000002</c:v>
                </c:pt>
                <c:pt idx="5292">
                  <c:v>59.994621000000002</c:v>
                </c:pt>
                <c:pt idx="5293">
                  <c:v>59.849556</c:v>
                </c:pt>
                <c:pt idx="5294">
                  <c:v>59.651691</c:v>
                </c:pt>
                <c:pt idx="5295">
                  <c:v>59.478541999999997</c:v>
                </c:pt>
                <c:pt idx="5296">
                  <c:v>59.383769999999998</c:v>
                </c:pt>
                <c:pt idx="5297">
                  <c:v>59.382919000000001</c:v>
                </c:pt>
                <c:pt idx="5298">
                  <c:v>59.302193000000003</c:v>
                </c:pt>
                <c:pt idx="5299">
                  <c:v>59.169257999999999</c:v>
                </c:pt>
                <c:pt idx="5300">
                  <c:v>59.084049</c:v>
                </c:pt>
                <c:pt idx="5301">
                  <c:v>59.002167</c:v>
                </c:pt>
                <c:pt idx="5302">
                  <c:v>59.013992000000002</c:v>
                </c:pt>
                <c:pt idx="5303">
                  <c:v>58.886864000000003</c:v>
                </c:pt>
                <c:pt idx="5304">
                  <c:v>58.678699000000002</c:v>
                </c:pt>
                <c:pt idx="5305">
                  <c:v>58.583424000000001</c:v>
                </c:pt>
                <c:pt idx="5306">
                  <c:v>58.498997000000003</c:v>
                </c:pt>
                <c:pt idx="5307">
                  <c:v>58.217201000000003</c:v>
                </c:pt>
                <c:pt idx="5308">
                  <c:v>57.947048000000002</c:v>
                </c:pt>
                <c:pt idx="5309">
                  <c:v>57.890926</c:v>
                </c:pt>
                <c:pt idx="5310">
                  <c:v>57.815379999999998</c:v>
                </c:pt>
                <c:pt idx="5311">
                  <c:v>57.633766000000001</c:v>
                </c:pt>
                <c:pt idx="5312">
                  <c:v>57.401012000000001</c:v>
                </c:pt>
                <c:pt idx="5313">
                  <c:v>57.188167999999997</c:v>
                </c:pt>
                <c:pt idx="5314">
                  <c:v>57.044933</c:v>
                </c:pt>
                <c:pt idx="5315">
                  <c:v>57.034775000000003</c:v>
                </c:pt>
                <c:pt idx="5316">
                  <c:v>57.080413999999998</c:v>
                </c:pt>
                <c:pt idx="5317">
                  <c:v>57.077334999999998</c:v>
                </c:pt>
                <c:pt idx="5318">
                  <c:v>57.018295000000002</c:v>
                </c:pt>
                <c:pt idx="5319">
                  <c:v>57.018059000000001</c:v>
                </c:pt>
                <c:pt idx="5320">
                  <c:v>57.065468000000003</c:v>
                </c:pt>
                <c:pt idx="5321">
                  <c:v>57.096007999999998</c:v>
                </c:pt>
                <c:pt idx="5322">
                  <c:v>57.035178999999999</c:v>
                </c:pt>
                <c:pt idx="5323">
                  <c:v>56.908157000000003</c:v>
                </c:pt>
                <c:pt idx="5324">
                  <c:v>56.836525000000002</c:v>
                </c:pt>
                <c:pt idx="5325">
                  <c:v>56.799038000000003</c:v>
                </c:pt>
                <c:pt idx="5326">
                  <c:v>56.745308000000001</c:v>
                </c:pt>
                <c:pt idx="5327">
                  <c:v>56.779808000000003</c:v>
                </c:pt>
                <c:pt idx="5328">
                  <c:v>56.892463999999997</c:v>
                </c:pt>
                <c:pt idx="5329">
                  <c:v>57.002440999999997</c:v>
                </c:pt>
                <c:pt idx="5330">
                  <c:v>57.094608000000001</c:v>
                </c:pt>
                <c:pt idx="5331">
                  <c:v>57.069412</c:v>
                </c:pt>
                <c:pt idx="5332">
                  <c:v>56.875808999999997</c:v>
                </c:pt>
                <c:pt idx="5333">
                  <c:v>56.750847</c:v>
                </c:pt>
                <c:pt idx="5334">
                  <c:v>56.765315999999999</c:v>
                </c:pt>
                <c:pt idx="5335">
                  <c:v>56.766953000000001</c:v>
                </c:pt>
                <c:pt idx="5336">
                  <c:v>56.648330999999999</c:v>
                </c:pt>
                <c:pt idx="5337">
                  <c:v>56.323273</c:v>
                </c:pt>
                <c:pt idx="5338">
                  <c:v>55.844245999999998</c:v>
                </c:pt>
                <c:pt idx="5339">
                  <c:v>55.238045</c:v>
                </c:pt>
                <c:pt idx="5340">
                  <c:v>54.512245</c:v>
                </c:pt>
                <c:pt idx="5341">
                  <c:v>53.573779999999999</c:v>
                </c:pt>
                <c:pt idx="5342">
                  <c:v>52.441428999999999</c:v>
                </c:pt>
                <c:pt idx="5343">
                  <c:v>51.358882999999999</c:v>
                </c:pt>
                <c:pt idx="5344">
                  <c:v>50.616241000000002</c:v>
                </c:pt>
                <c:pt idx="5345">
                  <c:v>50.092334999999999</c:v>
                </c:pt>
                <c:pt idx="5346">
                  <c:v>49.738480000000003</c:v>
                </c:pt>
                <c:pt idx="5347">
                  <c:v>49.580131999999999</c:v>
                </c:pt>
                <c:pt idx="5348">
                  <c:v>49.526733</c:v>
                </c:pt>
                <c:pt idx="5349">
                  <c:v>49.325049999999997</c:v>
                </c:pt>
                <c:pt idx="5350">
                  <c:v>48.848083000000003</c:v>
                </c:pt>
                <c:pt idx="5351">
                  <c:v>48.483764999999998</c:v>
                </c:pt>
                <c:pt idx="5352">
                  <c:v>48.309874999999998</c:v>
                </c:pt>
                <c:pt idx="5353">
                  <c:v>48.132579999999997</c:v>
                </c:pt>
                <c:pt idx="5354">
                  <c:v>48.000748000000002</c:v>
                </c:pt>
                <c:pt idx="5355">
                  <c:v>48.131492999999999</c:v>
                </c:pt>
                <c:pt idx="5356">
                  <c:v>48.410201999999998</c:v>
                </c:pt>
                <c:pt idx="5357">
                  <c:v>48.606686000000003</c:v>
                </c:pt>
                <c:pt idx="5358">
                  <c:v>48.879649999999998</c:v>
                </c:pt>
                <c:pt idx="5359">
                  <c:v>49.381011999999998</c:v>
                </c:pt>
                <c:pt idx="5360">
                  <c:v>49.900359999999999</c:v>
                </c:pt>
                <c:pt idx="5361">
                  <c:v>50.286803999999997</c:v>
                </c:pt>
                <c:pt idx="5362">
                  <c:v>50.711323</c:v>
                </c:pt>
                <c:pt idx="5363">
                  <c:v>51.151470000000003</c:v>
                </c:pt>
                <c:pt idx="5364">
                  <c:v>51.333678999999997</c:v>
                </c:pt>
                <c:pt idx="5365">
                  <c:v>51.157200000000003</c:v>
                </c:pt>
                <c:pt idx="5366">
                  <c:v>50.732391</c:v>
                </c:pt>
                <c:pt idx="5367">
                  <c:v>50.385185</c:v>
                </c:pt>
                <c:pt idx="5368">
                  <c:v>50.088588999999999</c:v>
                </c:pt>
                <c:pt idx="5369">
                  <c:v>49.696762</c:v>
                </c:pt>
                <c:pt idx="5370">
                  <c:v>49.644374999999997</c:v>
                </c:pt>
                <c:pt idx="5371">
                  <c:v>49.848517999999999</c:v>
                </c:pt>
                <c:pt idx="5372">
                  <c:v>50.014851</c:v>
                </c:pt>
                <c:pt idx="5373">
                  <c:v>50.088524</c:v>
                </c:pt>
                <c:pt idx="5374">
                  <c:v>49.908679999999997</c:v>
                </c:pt>
                <c:pt idx="5375">
                  <c:v>49.838703000000002</c:v>
                </c:pt>
                <c:pt idx="5376">
                  <c:v>49.976970999999999</c:v>
                </c:pt>
                <c:pt idx="5377">
                  <c:v>50.082625999999998</c:v>
                </c:pt>
                <c:pt idx="5378">
                  <c:v>49.887321</c:v>
                </c:pt>
                <c:pt idx="5379">
                  <c:v>49.329459999999997</c:v>
                </c:pt>
                <c:pt idx="5380">
                  <c:v>48.578411000000003</c:v>
                </c:pt>
                <c:pt idx="5381">
                  <c:v>47.895287000000003</c:v>
                </c:pt>
                <c:pt idx="5382">
                  <c:v>47.372878999999998</c:v>
                </c:pt>
                <c:pt idx="5383">
                  <c:v>46.873683999999997</c:v>
                </c:pt>
                <c:pt idx="5384">
                  <c:v>46.413711999999997</c:v>
                </c:pt>
                <c:pt idx="5385">
                  <c:v>47.449286999999998</c:v>
                </c:pt>
                <c:pt idx="5386">
                  <c:v>51.638832000000001</c:v>
                </c:pt>
                <c:pt idx="5387">
                  <c:v>56.017971000000003</c:v>
                </c:pt>
                <c:pt idx="5388">
                  <c:v>59.328552000000002</c:v>
                </c:pt>
                <c:pt idx="5389">
                  <c:v>61.482799999999997</c:v>
                </c:pt>
                <c:pt idx="5390">
                  <c:v>62.092365000000001</c:v>
                </c:pt>
                <c:pt idx="5391">
                  <c:v>61.980255</c:v>
                </c:pt>
                <c:pt idx="5392">
                  <c:v>61.553913000000001</c:v>
                </c:pt>
                <c:pt idx="5393">
                  <c:v>60.890208999999999</c:v>
                </c:pt>
                <c:pt idx="5394">
                  <c:v>60.343418</c:v>
                </c:pt>
                <c:pt idx="5395">
                  <c:v>60.000374000000001</c:v>
                </c:pt>
                <c:pt idx="5396">
                  <c:v>59.816527999999998</c:v>
                </c:pt>
                <c:pt idx="5397">
                  <c:v>59.698742000000003</c:v>
                </c:pt>
                <c:pt idx="5398">
                  <c:v>59.527279</c:v>
                </c:pt>
                <c:pt idx="5399">
                  <c:v>59.347400999999998</c:v>
                </c:pt>
                <c:pt idx="5400">
                  <c:v>59.226185000000001</c:v>
                </c:pt>
                <c:pt idx="5401">
                  <c:v>59.259087000000001</c:v>
                </c:pt>
                <c:pt idx="5402">
                  <c:v>59.322712000000003</c:v>
                </c:pt>
                <c:pt idx="5403">
                  <c:v>59.344203999999998</c:v>
                </c:pt>
                <c:pt idx="5404">
                  <c:v>59.343960000000003</c:v>
                </c:pt>
                <c:pt idx="5405">
                  <c:v>59.350352999999998</c:v>
                </c:pt>
                <c:pt idx="5406">
                  <c:v>59.301960000000001</c:v>
                </c:pt>
                <c:pt idx="5407">
                  <c:v>59.176246999999996</c:v>
                </c:pt>
                <c:pt idx="5408">
                  <c:v>58.996147000000001</c:v>
                </c:pt>
                <c:pt idx="5409">
                  <c:v>58.774783999999997</c:v>
                </c:pt>
                <c:pt idx="5410">
                  <c:v>58.608092999999997</c:v>
                </c:pt>
                <c:pt idx="5411">
                  <c:v>58.479827999999998</c:v>
                </c:pt>
                <c:pt idx="5412">
                  <c:v>58.255211000000003</c:v>
                </c:pt>
                <c:pt idx="5413">
                  <c:v>57.959305000000001</c:v>
                </c:pt>
                <c:pt idx="5414">
                  <c:v>57.718952000000002</c:v>
                </c:pt>
                <c:pt idx="5415">
                  <c:v>57.536738999999997</c:v>
                </c:pt>
                <c:pt idx="5416">
                  <c:v>57.315407</c:v>
                </c:pt>
                <c:pt idx="5417">
                  <c:v>57.111514999999997</c:v>
                </c:pt>
                <c:pt idx="5418">
                  <c:v>56.957591999999998</c:v>
                </c:pt>
                <c:pt idx="5419">
                  <c:v>56.834423000000001</c:v>
                </c:pt>
                <c:pt idx="5420">
                  <c:v>56.723174999999998</c:v>
                </c:pt>
                <c:pt idx="5421">
                  <c:v>56.561062</c:v>
                </c:pt>
                <c:pt idx="5422">
                  <c:v>56.308959999999999</c:v>
                </c:pt>
                <c:pt idx="5423">
                  <c:v>55.945895999999998</c:v>
                </c:pt>
                <c:pt idx="5424">
                  <c:v>55.281405999999997</c:v>
                </c:pt>
                <c:pt idx="5425">
                  <c:v>54.253281000000001</c:v>
                </c:pt>
                <c:pt idx="5426">
                  <c:v>53.198211999999998</c:v>
                </c:pt>
                <c:pt idx="5427">
                  <c:v>52.428387000000001</c:v>
                </c:pt>
                <c:pt idx="5428">
                  <c:v>51.841946</c:v>
                </c:pt>
                <c:pt idx="5429">
                  <c:v>51.482998000000002</c:v>
                </c:pt>
                <c:pt idx="5430">
                  <c:v>51.474921999999999</c:v>
                </c:pt>
                <c:pt idx="5431">
                  <c:v>51.774265</c:v>
                </c:pt>
                <c:pt idx="5432">
                  <c:v>52.189377</c:v>
                </c:pt>
                <c:pt idx="5433">
                  <c:v>52.134765999999999</c:v>
                </c:pt>
                <c:pt idx="5434">
                  <c:v>50.848038000000003</c:v>
                </c:pt>
                <c:pt idx="5435">
                  <c:v>49.705779999999997</c:v>
                </c:pt>
                <c:pt idx="5436">
                  <c:v>49.740940000000002</c:v>
                </c:pt>
                <c:pt idx="5437">
                  <c:v>50.197403000000001</c:v>
                </c:pt>
                <c:pt idx="5438">
                  <c:v>50.588904999999997</c:v>
                </c:pt>
                <c:pt idx="5439">
                  <c:v>50.479892999999997</c:v>
                </c:pt>
                <c:pt idx="5440">
                  <c:v>50.218128</c:v>
                </c:pt>
                <c:pt idx="5441">
                  <c:v>50.049694000000002</c:v>
                </c:pt>
                <c:pt idx="5442">
                  <c:v>49.899334000000003</c:v>
                </c:pt>
                <c:pt idx="5443">
                  <c:v>49.980426999999999</c:v>
                </c:pt>
                <c:pt idx="5444">
                  <c:v>50.137127</c:v>
                </c:pt>
                <c:pt idx="5445">
                  <c:v>50.165267999999998</c:v>
                </c:pt>
                <c:pt idx="5446">
                  <c:v>50.065865000000002</c:v>
                </c:pt>
                <c:pt idx="5447">
                  <c:v>49.640101999999999</c:v>
                </c:pt>
                <c:pt idx="5448">
                  <c:v>48.710915</c:v>
                </c:pt>
                <c:pt idx="5449">
                  <c:v>47.872433000000001</c:v>
                </c:pt>
                <c:pt idx="5450">
                  <c:v>47.864910000000002</c:v>
                </c:pt>
                <c:pt idx="5451">
                  <c:v>48.136009000000001</c:v>
                </c:pt>
                <c:pt idx="5452">
                  <c:v>48.531902000000002</c:v>
                </c:pt>
                <c:pt idx="5453">
                  <c:v>48.931823999999999</c:v>
                </c:pt>
                <c:pt idx="5454">
                  <c:v>49.173870000000001</c:v>
                </c:pt>
                <c:pt idx="5455">
                  <c:v>49.230328</c:v>
                </c:pt>
                <c:pt idx="5456">
                  <c:v>49.086444999999998</c:v>
                </c:pt>
                <c:pt idx="5457">
                  <c:v>48.880516</c:v>
                </c:pt>
                <c:pt idx="5458">
                  <c:v>48.804695000000002</c:v>
                </c:pt>
                <c:pt idx="5459">
                  <c:v>48.869083000000003</c:v>
                </c:pt>
                <c:pt idx="5460">
                  <c:v>48.913296000000003</c:v>
                </c:pt>
                <c:pt idx="5461">
                  <c:v>48.826720999999999</c:v>
                </c:pt>
                <c:pt idx="5462">
                  <c:v>48.70628</c:v>
                </c:pt>
                <c:pt idx="5463">
                  <c:v>48.681015000000002</c:v>
                </c:pt>
                <c:pt idx="5464">
                  <c:v>48.726753000000002</c:v>
                </c:pt>
                <c:pt idx="5465">
                  <c:v>48.657561999999999</c:v>
                </c:pt>
                <c:pt idx="5466">
                  <c:v>48.477401999999998</c:v>
                </c:pt>
                <c:pt idx="5467">
                  <c:v>48.293880000000001</c:v>
                </c:pt>
                <c:pt idx="5468">
                  <c:v>48.172091999999999</c:v>
                </c:pt>
                <c:pt idx="5469">
                  <c:v>48.149635000000004</c:v>
                </c:pt>
                <c:pt idx="5470">
                  <c:v>47.975338000000001</c:v>
                </c:pt>
                <c:pt idx="5471">
                  <c:v>47.624046</c:v>
                </c:pt>
                <c:pt idx="5472">
                  <c:v>47.228664000000002</c:v>
                </c:pt>
                <c:pt idx="5473">
                  <c:v>47.078994999999999</c:v>
                </c:pt>
                <c:pt idx="5474">
                  <c:v>47.259720000000002</c:v>
                </c:pt>
                <c:pt idx="5475">
                  <c:v>47.368628999999999</c:v>
                </c:pt>
                <c:pt idx="5476">
                  <c:v>47.183940999999997</c:v>
                </c:pt>
                <c:pt idx="5477">
                  <c:v>46.889519</c:v>
                </c:pt>
                <c:pt idx="5478">
                  <c:v>46.685527999999998</c:v>
                </c:pt>
                <c:pt idx="5479">
                  <c:v>46.625712999999998</c:v>
                </c:pt>
                <c:pt idx="5480">
                  <c:v>46.713428</c:v>
                </c:pt>
                <c:pt idx="5481">
                  <c:v>46.873649999999998</c:v>
                </c:pt>
                <c:pt idx="5482">
                  <c:v>47.040176000000002</c:v>
                </c:pt>
                <c:pt idx="5483">
                  <c:v>46.948039999999999</c:v>
                </c:pt>
                <c:pt idx="5484">
                  <c:v>46.615386999999998</c:v>
                </c:pt>
                <c:pt idx="5485">
                  <c:v>46.408607000000003</c:v>
                </c:pt>
                <c:pt idx="5486">
                  <c:v>46.288673000000003</c:v>
                </c:pt>
                <c:pt idx="5487">
                  <c:v>46.265472000000003</c:v>
                </c:pt>
                <c:pt idx="5488">
                  <c:v>46.250145000000003</c:v>
                </c:pt>
                <c:pt idx="5489">
                  <c:v>46.033470000000001</c:v>
                </c:pt>
                <c:pt idx="5490">
                  <c:v>45.778655999999998</c:v>
                </c:pt>
                <c:pt idx="5491">
                  <c:v>45.677326000000001</c:v>
                </c:pt>
                <c:pt idx="5492">
                  <c:v>45.864989999999999</c:v>
                </c:pt>
                <c:pt idx="5493">
                  <c:v>46.309040000000003</c:v>
                </c:pt>
                <c:pt idx="5494">
                  <c:v>46.794659000000003</c:v>
                </c:pt>
                <c:pt idx="5495">
                  <c:v>47.210822999999998</c:v>
                </c:pt>
                <c:pt idx="5496">
                  <c:v>47.589602999999997</c:v>
                </c:pt>
                <c:pt idx="5497">
                  <c:v>47.959716999999998</c:v>
                </c:pt>
                <c:pt idx="5498">
                  <c:v>48.375380999999997</c:v>
                </c:pt>
                <c:pt idx="5499">
                  <c:v>48.721015999999999</c:v>
                </c:pt>
                <c:pt idx="5500">
                  <c:v>48.950211000000003</c:v>
                </c:pt>
                <c:pt idx="5501">
                  <c:v>49.030098000000002</c:v>
                </c:pt>
                <c:pt idx="5502">
                  <c:v>48.841628999999998</c:v>
                </c:pt>
                <c:pt idx="5503">
                  <c:v>48.413094000000001</c:v>
                </c:pt>
                <c:pt idx="5504">
                  <c:v>48.067284000000001</c:v>
                </c:pt>
                <c:pt idx="5505">
                  <c:v>47.820670999999997</c:v>
                </c:pt>
                <c:pt idx="5506">
                  <c:v>47.565078999999997</c:v>
                </c:pt>
                <c:pt idx="5507">
                  <c:v>47.214118999999997</c:v>
                </c:pt>
                <c:pt idx="5508">
                  <c:v>46.854458000000001</c:v>
                </c:pt>
                <c:pt idx="5509">
                  <c:v>46.350304000000001</c:v>
                </c:pt>
                <c:pt idx="5510">
                  <c:v>45.546233999999998</c:v>
                </c:pt>
                <c:pt idx="5511">
                  <c:v>44.859904999999998</c:v>
                </c:pt>
                <c:pt idx="5512">
                  <c:v>44.551315000000002</c:v>
                </c:pt>
                <c:pt idx="5513">
                  <c:v>44.463928000000003</c:v>
                </c:pt>
                <c:pt idx="5514">
                  <c:v>44.372227000000002</c:v>
                </c:pt>
                <c:pt idx="5515">
                  <c:v>44.241615000000003</c:v>
                </c:pt>
                <c:pt idx="5516">
                  <c:v>44.134922000000003</c:v>
                </c:pt>
                <c:pt idx="5517">
                  <c:v>44.080734</c:v>
                </c:pt>
                <c:pt idx="5518">
                  <c:v>44.116714000000002</c:v>
                </c:pt>
                <c:pt idx="5519">
                  <c:v>44.194159999999997</c:v>
                </c:pt>
                <c:pt idx="5520">
                  <c:v>44.318492999999997</c:v>
                </c:pt>
                <c:pt idx="5521">
                  <c:v>44.461945</c:v>
                </c:pt>
                <c:pt idx="5522">
                  <c:v>44.546402</c:v>
                </c:pt>
                <c:pt idx="5523">
                  <c:v>44.358626999999998</c:v>
                </c:pt>
                <c:pt idx="5524">
                  <c:v>44.05254</c:v>
                </c:pt>
                <c:pt idx="5525">
                  <c:v>43.865211000000002</c:v>
                </c:pt>
                <c:pt idx="5526">
                  <c:v>43.828845999999999</c:v>
                </c:pt>
                <c:pt idx="5527">
                  <c:v>43.857627999999998</c:v>
                </c:pt>
                <c:pt idx="5528">
                  <c:v>44.024673</c:v>
                </c:pt>
                <c:pt idx="5529">
                  <c:v>44.307537000000004</c:v>
                </c:pt>
                <c:pt idx="5530">
                  <c:v>44.636558999999998</c:v>
                </c:pt>
                <c:pt idx="5531">
                  <c:v>44.706547</c:v>
                </c:pt>
                <c:pt idx="5532">
                  <c:v>44.506622</c:v>
                </c:pt>
                <c:pt idx="5533">
                  <c:v>44.270190999999997</c:v>
                </c:pt>
                <c:pt idx="5534">
                  <c:v>44.132224999999998</c:v>
                </c:pt>
                <c:pt idx="5535">
                  <c:v>44.075336</c:v>
                </c:pt>
                <c:pt idx="5536">
                  <c:v>44.096214000000003</c:v>
                </c:pt>
                <c:pt idx="5537">
                  <c:v>44.241489000000001</c:v>
                </c:pt>
                <c:pt idx="5538">
                  <c:v>44.630980999999998</c:v>
                </c:pt>
                <c:pt idx="5539">
                  <c:v>45.008381</c:v>
                </c:pt>
                <c:pt idx="5540">
                  <c:v>45.387371000000002</c:v>
                </c:pt>
                <c:pt idx="5541">
                  <c:v>45.682228000000002</c:v>
                </c:pt>
                <c:pt idx="5542">
                  <c:v>45.784247999999998</c:v>
                </c:pt>
                <c:pt idx="5543">
                  <c:v>45.686726</c:v>
                </c:pt>
                <c:pt idx="5544">
                  <c:v>45.425300999999997</c:v>
                </c:pt>
                <c:pt idx="5545">
                  <c:v>45.259757999999998</c:v>
                </c:pt>
                <c:pt idx="5546">
                  <c:v>45.339699000000003</c:v>
                </c:pt>
                <c:pt idx="5547">
                  <c:v>45.603954000000002</c:v>
                </c:pt>
                <c:pt idx="5548">
                  <c:v>45.956412999999998</c:v>
                </c:pt>
                <c:pt idx="5549">
                  <c:v>46.309196</c:v>
                </c:pt>
                <c:pt idx="5550">
                  <c:v>46.576087999999999</c:v>
                </c:pt>
                <c:pt idx="5551">
                  <c:v>46.715595</c:v>
                </c:pt>
                <c:pt idx="5552">
                  <c:v>46.709698000000003</c:v>
                </c:pt>
                <c:pt idx="5553">
                  <c:v>46.516219999999997</c:v>
                </c:pt>
                <c:pt idx="5554">
                  <c:v>46.454467999999999</c:v>
                </c:pt>
                <c:pt idx="5555">
                  <c:v>46.497238000000003</c:v>
                </c:pt>
                <c:pt idx="5556">
                  <c:v>46.399253999999999</c:v>
                </c:pt>
                <c:pt idx="5557">
                  <c:v>46.090282000000002</c:v>
                </c:pt>
                <c:pt idx="5558">
                  <c:v>45.569969</c:v>
                </c:pt>
                <c:pt idx="5559">
                  <c:v>44.948318</c:v>
                </c:pt>
                <c:pt idx="5560">
                  <c:v>44.492924000000002</c:v>
                </c:pt>
                <c:pt idx="5561">
                  <c:v>44.258769999999998</c:v>
                </c:pt>
                <c:pt idx="5562">
                  <c:v>44.056561000000002</c:v>
                </c:pt>
                <c:pt idx="5563">
                  <c:v>43.868293999999999</c:v>
                </c:pt>
                <c:pt idx="5564">
                  <c:v>43.683247000000001</c:v>
                </c:pt>
                <c:pt idx="5565">
                  <c:v>43.552376000000002</c:v>
                </c:pt>
                <c:pt idx="5566">
                  <c:v>43.649532000000001</c:v>
                </c:pt>
                <c:pt idx="5567">
                  <c:v>43.938637</c:v>
                </c:pt>
                <c:pt idx="5568">
                  <c:v>44.435142999999997</c:v>
                </c:pt>
                <c:pt idx="5569">
                  <c:v>44.898719999999997</c:v>
                </c:pt>
                <c:pt idx="5570">
                  <c:v>45.353003999999999</c:v>
                </c:pt>
                <c:pt idx="5571">
                  <c:v>45.785361999999999</c:v>
                </c:pt>
                <c:pt idx="5572">
                  <c:v>46.125915999999997</c:v>
                </c:pt>
                <c:pt idx="5573">
                  <c:v>46.331843999999997</c:v>
                </c:pt>
                <c:pt idx="5574">
                  <c:v>46.356254999999997</c:v>
                </c:pt>
                <c:pt idx="5575">
                  <c:v>46.359596000000003</c:v>
                </c:pt>
                <c:pt idx="5576">
                  <c:v>46.226436999999997</c:v>
                </c:pt>
                <c:pt idx="5577">
                  <c:v>45.887999999999998</c:v>
                </c:pt>
                <c:pt idx="5578">
                  <c:v>45.517544000000001</c:v>
                </c:pt>
                <c:pt idx="5579">
                  <c:v>45.200080999999997</c:v>
                </c:pt>
                <c:pt idx="5580">
                  <c:v>45.134300000000003</c:v>
                </c:pt>
                <c:pt idx="5581">
                  <c:v>45.320118000000001</c:v>
                </c:pt>
                <c:pt idx="5582">
                  <c:v>45.567455000000002</c:v>
                </c:pt>
                <c:pt idx="5583">
                  <c:v>45.654845999999999</c:v>
                </c:pt>
                <c:pt idx="5584">
                  <c:v>45.591464999999999</c:v>
                </c:pt>
                <c:pt idx="5585">
                  <c:v>45.528320000000001</c:v>
                </c:pt>
                <c:pt idx="5586">
                  <c:v>45.484676</c:v>
                </c:pt>
                <c:pt idx="5587">
                  <c:v>45.305602999999998</c:v>
                </c:pt>
                <c:pt idx="5588">
                  <c:v>44.898356999999997</c:v>
                </c:pt>
                <c:pt idx="5589">
                  <c:v>44.377541000000001</c:v>
                </c:pt>
                <c:pt idx="5590">
                  <c:v>44.086799999999997</c:v>
                </c:pt>
                <c:pt idx="5591">
                  <c:v>43.973754999999997</c:v>
                </c:pt>
                <c:pt idx="5592">
                  <c:v>43.892422000000003</c:v>
                </c:pt>
                <c:pt idx="5593">
                  <c:v>43.816906000000003</c:v>
                </c:pt>
                <c:pt idx="5594">
                  <c:v>43.751033999999997</c:v>
                </c:pt>
                <c:pt idx="5595">
                  <c:v>43.736099000000003</c:v>
                </c:pt>
                <c:pt idx="5596">
                  <c:v>43.774203999999997</c:v>
                </c:pt>
                <c:pt idx="5597">
                  <c:v>43.857903</c:v>
                </c:pt>
                <c:pt idx="5598">
                  <c:v>43.988318999999997</c:v>
                </c:pt>
                <c:pt idx="5599">
                  <c:v>44.144157</c:v>
                </c:pt>
                <c:pt idx="5600">
                  <c:v>44.283112000000003</c:v>
                </c:pt>
                <c:pt idx="5601">
                  <c:v>44.362926000000002</c:v>
                </c:pt>
                <c:pt idx="5602">
                  <c:v>44.378760999999997</c:v>
                </c:pt>
                <c:pt idx="5603">
                  <c:v>44.307602000000003</c:v>
                </c:pt>
                <c:pt idx="5604">
                  <c:v>44.328654999999998</c:v>
                </c:pt>
                <c:pt idx="5605">
                  <c:v>44.368789999999997</c:v>
                </c:pt>
                <c:pt idx="5606">
                  <c:v>44.355201999999998</c:v>
                </c:pt>
                <c:pt idx="5607">
                  <c:v>44.329334000000003</c:v>
                </c:pt>
                <c:pt idx="5608">
                  <c:v>44.304175999999998</c:v>
                </c:pt>
                <c:pt idx="5609">
                  <c:v>44.261726000000003</c:v>
                </c:pt>
                <c:pt idx="5610">
                  <c:v>44.174388999999998</c:v>
                </c:pt>
                <c:pt idx="5611">
                  <c:v>44.060637999999997</c:v>
                </c:pt>
                <c:pt idx="5612">
                  <c:v>43.974280999999998</c:v>
                </c:pt>
                <c:pt idx="5613">
                  <c:v>43.923737000000003</c:v>
                </c:pt>
                <c:pt idx="5614">
                  <c:v>43.872993000000001</c:v>
                </c:pt>
                <c:pt idx="5615">
                  <c:v>43.803866999999997</c:v>
                </c:pt>
                <c:pt idx="5616">
                  <c:v>43.718741999999999</c:v>
                </c:pt>
                <c:pt idx="5617">
                  <c:v>43.634796000000001</c:v>
                </c:pt>
                <c:pt idx="5618">
                  <c:v>43.550139999999999</c:v>
                </c:pt>
                <c:pt idx="5619">
                  <c:v>43.481636000000002</c:v>
                </c:pt>
                <c:pt idx="5620">
                  <c:v>43.466568000000002</c:v>
                </c:pt>
                <c:pt idx="5621">
                  <c:v>43.485508000000003</c:v>
                </c:pt>
                <c:pt idx="5622">
                  <c:v>43.538448000000002</c:v>
                </c:pt>
                <c:pt idx="5623">
                  <c:v>43.585903000000002</c:v>
                </c:pt>
                <c:pt idx="5624">
                  <c:v>43.573036000000002</c:v>
                </c:pt>
                <c:pt idx="5625">
                  <c:v>43.510071000000003</c:v>
                </c:pt>
                <c:pt idx="5626">
                  <c:v>43.463515999999998</c:v>
                </c:pt>
                <c:pt idx="5627">
                  <c:v>43.399768999999999</c:v>
                </c:pt>
                <c:pt idx="5628">
                  <c:v>43.327778000000002</c:v>
                </c:pt>
                <c:pt idx="5629">
                  <c:v>43.246772999999997</c:v>
                </c:pt>
                <c:pt idx="5630">
                  <c:v>43.153908000000001</c:v>
                </c:pt>
                <c:pt idx="5631">
                  <c:v>43.082836</c:v>
                </c:pt>
                <c:pt idx="5632">
                  <c:v>43.081099999999999</c:v>
                </c:pt>
                <c:pt idx="5633">
                  <c:v>43.136620000000001</c:v>
                </c:pt>
                <c:pt idx="5634">
                  <c:v>43.195079999999997</c:v>
                </c:pt>
                <c:pt idx="5635">
                  <c:v>43.236111000000001</c:v>
                </c:pt>
                <c:pt idx="5636">
                  <c:v>43.236221</c:v>
                </c:pt>
                <c:pt idx="5637">
                  <c:v>43.158653000000001</c:v>
                </c:pt>
                <c:pt idx="5638">
                  <c:v>43.018188000000002</c:v>
                </c:pt>
                <c:pt idx="5639">
                  <c:v>42.884914000000002</c:v>
                </c:pt>
                <c:pt idx="5640">
                  <c:v>42.897723999999997</c:v>
                </c:pt>
                <c:pt idx="5641">
                  <c:v>43.129696000000003</c:v>
                </c:pt>
                <c:pt idx="5642">
                  <c:v>44.625999</c:v>
                </c:pt>
                <c:pt idx="5643">
                  <c:v>47.140822999999997</c:v>
                </c:pt>
                <c:pt idx="5644">
                  <c:v>48.752518000000002</c:v>
                </c:pt>
                <c:pt idx="5645">
                  <c:v>49.296230000000001</c:v>
                </c:pt>
                <c:pt idx="5646">
                  <c:v>49.429927999999997</c:v>
                </c:pt>
                <c:pt idx="5647">
                  <c:v>49.450316999999998</c:v>
                </c:pt>
                <c:pt idx="5648">
                  <c:v>49.485793999999999</c:v>
                </c:pt>
                <c:pt idx="5649">
                  <c:v>49.668788999999997</c:v>
                </c:pt>
                <c:pt idx="5650">
                  <c:v>49.899749999999997</c:v>
                </c:pt>
                <c:pt idx="5651">
                  <c:v>50.036262999999998</c:v>
                </c:pt>
                <c:pt idx="5652">
                  <c:v>50.147101999999997</c:v>
                </c:pt>
                <c:pt idx="5653">
                  <c:v>50.243408000000002</c:v>
                </c:pt>
                <c:pt idx="5654">
                  <c:v>50.371848999999997</c:v>
                </c:pt>
                <c:pt idx="5655">
                  <c:v>50.442295000000001</c:v>
                </c:pt>
                <c:pt idx="5656">
                  <c:v>50.463760000000001</c:v>
                </c:pt>
                <c:pt idx="5657">
                  <c:v>50.526806000000001</c:v>
                </c:pt>
                <c:pt idx="5658">
                  <c:v>50.637371000000002</c:v>
                </c:pt>
                <c:pt idx="5659">
                  <c:v>50.756844000000001</c:v>
                </c:pt>
                <c:pt idx="5660">
                  <c:v>50.848517999999999</c:v>
                </c:pt>
                <c:pt idx="5661">
                  <c:v>50.906139000000003</c:v>
                </c:pt>
                <c:pt idx="5662">
                  <c:v>50.975315000000002</c:v>
                </c:pt>
                <c:pt idx="5663">
                  <c:v>51.053707000000003</c:v>
                </c:pt>
                <c:pt idx="5664">
                  <c:v>51.174675000000001</c:v>
                </c:pt>
                <c:pt idx="5665">
                  <c:v>51.375072000000003</c:v>
                </c:pt>
                <c:pt idx="5666">
                  <c:v>51.754803000000003</c:v>
                </c:pt>
                <c:pt idx="5667">
                  <c:v>52.666218000000001</c:v>
                </c:pt>
                <c:pt idx="5668">
                  <c:v>54.576900000000002</c:v>
                </c:pt>
                <c:pt idx="5669">
                  <c:v>57.017589999999998</c:v>
                </c:pt>
                <c:pt idx="5670">
                  <c:v>58.840823999999998</c:v>
                </c:pt>
                <c:pt idx="5671">
                  <c:v>59.720123000000001</c:v>
                </c:pt>
                <c:pt idx="5672">
                  <c:v>59.958945999999997</c:v>
                </c:pt>
                <c:pt idx="5673">
                  <c:v>59.757069000000001</c:v>
                </c:pt>
                <c:pt idx="5674">
                  <c:v>59.297974000000004</c:v>
                </c:pt>
                <c:pt idx="5675">
                  <c:v>58.535713000000001</c:v>
                </c:pt>
                <c:pt idx="5676">
                  <c:v>57.613059999999997</c:v>
                </c:pt>
                <c:pt idx="5677">
                  <c:v>56.777729000000001</c:v>
                </c:pt>
                <c:pt idx="5678">
                  <c:v>56.326915999999997</c:v>
                </c:pt>
                <c:pt idx="5679">
                  <c:v>56.201466000000003</c:v>
                </c:pt>
                <c:pt idx="5680">
                  <c:v>56.213112000000002</c:v>
                </c:pt>
                <c:pt idx="5681">
                  <c:v>56.189228</c:v>
                </c:pt>
                <c:pt idx="5682">
                  <c:v>56.133403999999999</c:v>
                </c:pt>
                <c:pt idx="5683">
                  <c:v>56.157187999999998</c:v>
                </c:pt>
                <c:pt idx="5684">
                  <c:v>56.253264999999999</c:v>
                </c:pt>
                <c:pt idx="5685">
                  <c:v>56.345844</c:v>
                </c:pt>
                <c:pt idx="5686">
                  <c:v>56.337608000000003</c:v>
                </c:pt>
                <c:pt idx="5687">
                  <c:v>56.209980000000002</c:v>
                </c:pt>
                <c:pt idx="5688">
                  <c:v>56.049278000000001</c:v>
                </c:pt>
                <c:pt idx="5689">
                  <c:v>55.875027000000003</c:v>
                </c:pt>
                <c:pt idx="5690">
                  <c:v>55.635418000000001</c:v>
                </c:pt>
                <c:pt idx="5691">
                  <c:v>55.270671999999998</c:v>
                </c:pt>
                <c:pt idx="5692">
                  <c:v>54.772345999999999</c:v>
                </c:pt>
                <c:pt idx="5693">
                  <c:v>54.834640999999998</c:v>
                </c:pt>
                <c:pt idx="5694">
                  <c:v>56.375275000000002</c:v>
                </c:pt>
                <c:pt idx="5695">
                  <c:v>57.719932999999997</c:v>
                </c:pt>
                <c:pt idx="5696">
                  <c:v>58.249409</c:v>
                </c:pt>
                <c:pt idx="5697">
                  <c:v>58.315883999999997</c:v>
                </c:pt>
                <c:pt idx="5698">
                  <c:v>57.790824999999998</c:v>
                </c:pt>
                <c:pt idx="5699">
                  <c:v>56.968615999999997</c:v>
                </c:pt>
                <c:pt idx="5700">
                  <c:v>56.359687999999998</c:v>
                </c:pt>
                <c:pt idx="5701">
                  <c:v>55.922234000000003</c:v>
                </c:pt>
                <c:pt idx="5702">
                  <c:v>55.745159000000001</c:v>
                </c:pt>
                <c:pt idx="5703">
                  <c:v>55.577148000000001</c:v>
                </c:pt>
                <c:pt idx="5704">
                  <c:v>55.447014000000003</c:v>
                </c:pt>
                <c:pt idx="5705">
                  <c:v>55.448303000000003</c:v>
                </c:pt>
                <c:pt idx="5706">
                  <c:v>55.454151000000003</c:v>
                </c:pt>
                <c:pt idx="5707">
                  <c:v>55.427067000000001</c:v>
                </c:pt>
                <c:pt idx="5708">
                  <c:v>55.424770000000002</c:v>
                </c:pt>
                <c:pt idx="5709">
                  <c:v>55.553275999999997</c:v>
                </c:pt>
                <c:pt idx="5710">
                  <c:v>56.141356999999999</c:v>
                </c:pt>
                <c:pt idx="5711">
                  <c:v>59.092049000000003</c:v>
                </c:pt>
                <c:pt idx="5712">
                  <c:v>61.451225000000001</c:v>
                </c:pt>
                <c:pt idx="5713">
                  <c:v>62.893425000000001</c:v>
                </c:pt>
                <c:pt idx="5714">
                  <c:v>63.167946000000001</c:v>
                </c:pt>
                <c:pt idx="5715">
                  <c:v>63.054687999999999</c:v>
                </c:pt>
                <c:pt idx="5716">
                  <c:v>63.087291999999998</c:v>
                </c:pt>
                <c:pt idx="5717">
                  <c:v>63.289566000000001</c:v>
                </c:pt>
                <c:pt idx="5718">
                  <c:v>63.445262999999997</c:v>
                </c:pt>
                <c:pt idx="5719">
                  <c:v>63.669876000000002</c:v>
                </c:pt>
                <c:pt idx="5720">
                  <c:v>63.828091000000001</c:v>
                </c:pt>
                <c:pt idx="5721">
                  <c:v>63.902068999999997</c:v>
                </c:pt>
                <c:pt idx="5722">
                  <c:v>63.968845000000002</c:v>
                </c:pt>
                <c:pt idx="5723">
                  <c:v>63.784560999999997</c:v>
                </c:pt>
                <c:pt idx="5724">
                  <c:v>63.449531999999998</c:v>
                </c:pt>
                <c:pt idx="5725">
                  <c:v>63.304909000000002</c:v>
                </c:pt>
                <c:pt idx="5726">
                  <c:v>63.135883</c:v>
                </c:pt>
                <c:pt idx="5727">
                  <c:v>62.788482999999999</c:v>
                </c:pt>
                <c:pt idx="5728">
                  <c:v>62.571872999999997</c:v>
                </c:pt>
                <c:pt idx="5729">
                  <c:v>62.524737999999999</c:v>
                </c:pt>
                <c:pt idx="5730">
                  <c:v>62.582847999999998</c:v>
                </c:pt>
                <c:pt idx="5731">
                  <c:v>62.593651000000001</c:v>
                </c:pt>
                <c:pt idx="5732">
                  <c:v>62.446815000000001</c:v>
                </c:pt>
                <c:pt idx="5733">
                  <c:v>62.406452000000002</c:v>
                </c:pt>
                <c:pt idx="5734">
                  <c:v>62.548088</c:v>
                </c:pt>
                <c:pt idx="5735">
                  <c:v>62.665730000000003</c:v>
                </c:pt>
                <c:pt idx="5736">
                  <c:v>62.808819</c:v>
                </c:pt>
                <c:pt idx="5737">
                  <c:v>63.029572000000002</c:v>
                </c:pt>
                <c:pt idx="5738">
                  <c:v>63.246613000000004</c:v>
                </c:pt>
                <c:pt idx="5739">
                  <c:v>63.416984999999997</c:v>
                </c:pt>
                <c:pt idx="5740">
                  <c:v>63.647911000000001</c:v>
                </c:pt>
                <c:pt idx="5741">
                  <c:v>63.786610000000003</c:v>
                </c:pt>
                <c:pt idx="5742">
                  <c:v>63.749423999999998</c:v>
                </c:pt>
                <c:pt idx="5743">
                  <c:v>63.656672999999998</c:v>
                </c:pt>
                <c:pt idx="5744">
                  <c:v>63.643802999999998</c:v>
                </c:pt>
                <c:pt idx="5745">
                  <c:v>63.746642999999999</c:v>
                </c:pt>
                <c:pt idx="5746">
                  <c:v>63.844439999999999</c:v>
                </c:pt>
                <c:pt idx="5747">
                  <c:v>63.897140999999998</c:v>
                </c:pt>
                <c:pt idx="5748">
                  <c:v>63.914734000000003</c:v>
                </c:pt>
                <c:pt idx="5749">
                  <c:v>63.891319000000003</c:v>
                </c:pt>
                <c:pt idx="5750">
                  <c:v>63.875145000000003</c:v>
                </c:pt>
                <c:pt idx="5751">
                  <c:v>63.925598000000001</c:v>
                </c:pt>
                <c:pt idx="5752">
                  <c:v>63.988613000000001</c:v>
                </c:pt>
                <c:pt idx="5753">
                  <c:v>64.005050999999995</c:v>
                </c:pt>
                <c:pt idx="5754">
                  <c:v>64.034301999999997</c:v>
                </c:pt>
                <c:pt idx="5755">
                  <c:v>64.105011000000005</c:v>
                </c:pt>
                <c:pt idx="5756">
                  <c:v>64.146370000000005</c:v>
                </c:pt>
                <c:pt idx="5757">
                  <c:v>64.087311</c:v>
                </c:pt>
                <c:pt idx="5758">
                  <c:v>63.992584000000001</c:v>
                </c:pt>
                <c:pt idx="5759">
                  <c:v>63.992305999999999</c:v>
                </c:pt>
                <c:pt idx="5760">
                  <c:v>64.006789999999995</c:v>
                </c:pt>
                <c:pt idx="5761">
                  <c:v>64.013228999999995</c:v>
                </c:pt>
                <c:pt idx="5762">
                  <c:v>63.961651000000003</c:v>
                </c:pt>
                <c:pt idx="5763">
                  <c:v>63.876373000000001</c:v>
                </c:pt>
                <c:pt idx="5764">
                  <c:v>63.828643999999997</c:v>
                </c:pt>
                <c:pt idx="5765">
                  <c:v>63.865124000000002</c:v>
                </c:pt>
                <c:pt idx="5766">
                  <c:v>63.925797000000003</c:v>
                </c:pt>
                <c:pt idx="5767">
                  <c:v>64.030959999999993</c:v>
                </c:pt>
                <c:pt idx="5768">
                  <c:v>64.100364999999996</c:v>
                </c:pt>
                <c:pt idx="5769">
                  <c:v>64.076476999999997</c:v>
                </c:pt>
                <c:pt idx="5770">
                  <c:v>63.957836</c:v>
                </c:pt>
                <c:pt idx="5771">
                  <c:v>63.902355</c:v>
                </c:pt>
                <c:pt idx="5772">
                  <c:v>63.860767000000003</c:v>
                </c:pt>
                <c:pt idx="5773">
                  <c:v>63.804630000000003</c:v>
                </c:pt>
                <c:pt idx="5774">
                  <c:v>63.745418999999998</c:v>
                </c:pt>
                <c:pt idx="5775">
                  <c:v>63.703952999999998</c:v>
                </c:pt>
                <c:pt idx="5776">
                  <c:v>63.655777</c:v>
                </c:pt>
                <c:pt idx="5777">
                  <c:v>63.634498999999998</c:v>
                </c:pt>
                <c:pt idx="5778">
                  <c:v>63.663871999999998</c:v>
                </c:pt>
                <c:pt idx="5779">
                  <c:v>63.711658</c:v>
                </c:pt>
                <c:pt idx="5780">
                  <c:v>63.724395999999999</c:v>
                </c:pt>
                <c:pt idx="5781">
                  <c:v>63.706668999999998</c:v>
                </c:pt>
                <c:pt idx="5782">
                  <c:v>63.694659999999999</c:v>
                </c:pt>
                <c:pt idx="5783">
                  <c:v>63.749023000000001</c:v>
                </c:pt>
                <c:pt idx="5784">
                  <c:v>63.756447000000001</c:v>
                </c:pt>
                <c:pt idx="5785">
                  <c:v>63.696956999999998</c:v>
                </c:pt>
                <c:pt idx="5786">
                  <c:v>63.644126999999997</c:v>
                </c:pt>
                <c:pt idx="5787">
                  <c:v>63.598376999999999</c:v>
                </c:pt>
                <c:pt idx="5788">
                  <c:v>63.528156000000003</c:v>
                </c:pt>
                <c:pt idx="5789">
                  <c:v>63.365313999999998</c:v>
                </c:pt>
                <c:pt idx="5790">
                  <c:v>63.147571999999997</c:v>
                </c:pt>
                <c:pt idx="5791">
                  <c:v>62.952418999999999</c:v>
                </c:pt>
                <c:pt idx="5792">
                  <c:v>62.868926999999999</c:v>
                </c:pt>
                <c:pt idx="5793">
                  <c:v>62.933784000000003</c:v>
                </c:pt>
                <c:pt idx="5794">
                  <c:v>63.089019999999998</c:v>
                </c:pt>
                <c:pt idx="5795">
                  <c:v>63.128326000000001</c:v>
                </c:pt>
                <c:pt idx="5796">
                  <c:v>62.991211</c:v>
                </c:pt>
                <c:pt idx="5797">
                  <c:v>62.690818999999998</c:v>
                </c:pt>
                <c:pt idx="5798">
                  <c:v>62.426346000000002</c:v>
                </c:pt>
                <c:pt idx="5799">
                  <c:v>62.299255000000002</c:v>
                </c:pt>
                <c:pt idx="5800">
                  <c:v>62.225903000000002</c:v>
                </c:pt>
                <c:pt idx="5801">
                  <c:v>62.162106000000001</c:v>
                </c:pt>
                <c:pt idx="5802">
                  <c:v>62.154228000000003</c:v>
                </c:pt>
                <c:pt idx="5803">
                  <c:v>62.246459999999999</c:v>
                </c:pt>
                <c:pt idx="5804">
                  <c:v>62.434364000000002</c:v>
                </c:pt>
                <c:pt idx="5805">
                  <c:v>62.739379999999997</c:v>
                </c:pt>
                <c:pt idx="5806">
                  <c:v>63.117911999999997</c:v>
                </c:pt>
                <c:pt idx="5807">
                  <c:v>63.501235999999999</c:v>
                </c:pt>
                <c:pt idx="5808">
                  <c:v>63.775458999999998</c:v>
                </c:pt>
                <c:pt idx="5809">
                  <c:v>63.943550000000002</c:v>
                </c:pt>
                <c:pt idx="5810">
                  <c:v>64.118942000000004</c:v>
                </c:pt>
                <c:pt idx="5811">
                  <c:v>64.298575999999997</c:v>
                </c:pt>
                <c:pt idx="5812">
                  <c:v>64.396805000000001</c:v>
                </c:pt>
                <c:pt idx="5813">
                  <c:v>64.406281000000007</c:v>
                </c:pt>
                <c:pt idx="5814">
                  <c:v>64.412163000000007</c:v>
                </c:pt>
                <c:pt idx="5815">
                  <c:v>64.438423</c:v>
                </c:pt>
                <c:pt idx="5816">
                  <c:v>64.416611000000003</c:v>
                </c:pt>
                <c:pt idx="5817">
                  <c:v>64.417686000000003</c:v>
                </c:pt>
                <c:pt idx="5818">
                  <c:v>64.569655999999995</c:v>
                </c:pt>
                <c:pt idx="5819">
                  <c:v>64.817062000000007</c:v>
                </c:pt>
                <c:pt idx="5820">
                  <c:v>65.032661000000004</c:v>
                </c:pt>
                <c:pt idx="5821">
                  <c:v>65.158630000000002</c:v>
                </c:pt>
                <c:pt idx="5822">
                  <c:v>65.237503000000004</c:v>
                </c:pt>
                <c:pt idx="5823">
                  <c:v>65.381348000000003</c:v>
                </c:pt>
                <c:pt idx="5824">
                  <c:v>65.592483999999999</c:v>
                </c:pt>
                <c:pt idx="5825">
                  <c:v>65.820160000000001</c:v>
                </c:pt>
                <c:pt idx="5826">
                  <c:v>66.072922000000005</c:v>
                </c:pt>
                <c:pt idx="5827">
                  <c:v>66.311538999999996</c:v>
                </c:pt>
                <c:pt idx="5828">
                  <c:v>66.486594999999994</c:v>
                </c:pt>
                <c:pt idx="5829">
                  <c:v>66.632560999999995</c:v>
                </c:pt>
                <c:pt idx="5830">
                  <c:v>66.871025000000003</c:v>
                </c:pt>
                <c:pt idx="5831">
                  <c:v>67.153259000000006</c:v>
                </c:pt>
                <c:pt idx="5832">
                  <c:v>67.426024999999996</c:v>
                </c:pt>
                <c:pt idx="5833">
                  <c:v>67.739875999999995</c:v>
                </c:pt>
                <c:pt idx="5834">
                  <c:v>68.061165000000003</c:v>
                </c:pt>
                <c:pt idx="5835">
                  <c:v>67.976890999999995</c:v>
                </c:pt>
                <c:pt idx="5836">
                  <c:v>68.021736000000004</c:v>
                </c:pt>
                <c:pt idx="5837">
                  <c:v>68.123260000000002</c:v>
                </c:pt>
                <c:pt idx="5838">
                  <c:v>68.118056999999993</c:v>
                </c:pt>
                <c:pt idx="5839">
                  <c:v>68.213881999999998</c:v>
                </c:pt>
                <c:pt idx="5840">
                  <c:v>68.397414999999995</c:v>
                </c:pt>
                <c:pt idx="5841">
                  <c:v>68.559593000000007</c:v>
                </c:pt>
                <c:pt idx="5842">
                  <c:v>68.740241999999995</c:v>
                </c:pt>
                <c:pt idx="5843">
                  <c:v>68.901711000000006</c:v>
                </c:pt>
                <c:pt idx="5844">
                  <c:v>69.089957999999996</c:v>
                </c:pt>
                <c:pt idx="5845">
                  <c:v>69.208527000000004</c:v>
                </c:pt>
                <c:pt idx="5846">
                  <c:v>69.252967999999996</c:v>
                </c:pt>
                <c:pt idx="5847">
                  <c:v>69.347374000000002</c:v>
                </c:pt>
                <c:pt idx="5848">
                  <c:v>69.435333</c:v>
                </c:pt>
                <c:pt idx="5849">
                  <c:v>69.360695000000007</c:v>
                </c:pt>
                <c:pt idx="5850">
                  <c:v>69.295540000000003</c:v>
                </c:pt>
                <c:pt idx="5851">
                  <c:v>69.289337000000003</c:v>
                </c:pt>
                <c:pt idx="5852">
                  <c:v>69.314734999999999</c:v>
                </c:pt>
                <c:pt idx="5853">
                  <c:v>69.373649999999998</c:v>
                </c:pt>
                <c:pt idx="5854">
                  <c:v>69.385222999999996</c:v>
                </c:pt>
                <c:pt idx="5855">
                  <c:v>69.356789000000006</c:v>
                </c:pt>
                <c:pt idx="5856">
                  <c:v>69.318725999999998</c:v>
                </c:pt>
                <c:pt idx="5857">
                  <c:v>69.257476999999994</c:v>
                </c:pt>
                <c:pt idx="5858">
                  <c:v>69.134010000000004</c:v>
                </c:pt>
                <c:pt idx="5859">
                  <c:v>69.012939000000003</c:v>
                </c:pt>
                <c:pt idx="5860">
                  <c:v>68.981133</c:v>
                </c:pt>
                <c:pt idx="5861">
                  <c:v>68.931892000000005</c:v>
                </c:pt>
                <c:pt idx="5862">
                  <c:v>68.814971999999997</c:v>
                </c:pt>
                <c:pt idx="5863">
                  <c:v>68.746245999999999</c:v>
                </c:pt>
                <c:pt idx="5864">
                  <c:v>68.429885999999996</c:v>
                </c:pt>
                <c:pt idx="5865">
                  <c:v>68.270720999999995</c:v>
                </c:pt>
                <c:pt idx="5866">
                  <c:v>68.120780999999994</c:v>
                </c:pt>
                <c:pt idx="5867">
                  <c:v>67.952056999999996</c:v>
                </c:pt>
                <c:pt idx="5868">
                  <c:v>67.776443</c:v>
                </c:pt>
                <c:pt idx="5869">
                  <c:v>67.613213000000002</c:v>
                </c:pt>
                <c:pt idx="5870">
                  <c:v>67.389526000000004</c:v>
                </c:pt>
                <c:pt idx="5871">
                  <c:v>67.264556999999996</c:v>
                </c:pt>
                <c:pt idx="5872">
                  <c:v>67.232460000000003</c:v>
                </c:pt>
                <c:pt idx="5873">
                  <c:v>67.145347999999998</c:v>
                </c:pt>
                <c:pt idx="5874">
                  <c:v>66.975409999999997</c:v>
                </c:pt>
                <c:pt idx="5875">
                  <c:v>66.836838</c:v>
                </c:pt>
                <c:pt idx="5876">
                  <c:v>66.772614000000004</c:v>
                </c:pt>
                <c:pt idx="5877">
                  <c:v>66.805473000000006</c:v>
                </c:pt>
                <c:pt idx="5878">
                  <c:v>66.798171999999994</c:v>
                </c:pt>
                <c:pt idx="5879">
                  <c:v>66.850891000000004</c:v>
                </c:pt>
                <c:pt idx="5880">
                  <c:v>66.934166000000005</c:v>
                </c:pt>
                <c:pt idx="5881">
                  <c:v>66.940269000000001</c:v>
                </c:pt>
                <c:pt idx="5882">
                  <c:v>66.921897999999999</c:v>
                </c:pt>
                <c:pt idx="5883">
                  <c:v>66.890799999999999</c:v>
                </c:pt>
                <c:pt idx="5884">
                  <c:v>66.827904000000004</c:v>
                </c:pt>
                <c:pt idx="5885">
                  <c:v>66.715774999999994</c:v>
                </c:pt>
                <c:pt idx="5886">
                  <c:v>66.692656999999997</c:v>
                </c:pt>
                <c:pt idx="5887">
                  <c:v>66.722556999999995</c:v>
                </c:pt>
                <c:pt idx="5888">
                  <c:v>66.819694999999996</c:v>
                </c:pt>
                <c:pt idx="5889">
                  <c:v>66.952606000000003</c:v>
                </c:pt>
                <c:pt idx="5890">
                  <c:v>67.081412999999998</c:v>
                </c:pt>
                <c:pt idx="5891">
                  <c:v>67.237189999999998</c:v>
                </c:pt>
                <c:pt idx="5892">
                  <c:v>67.402679000000006</c:v>
                </c:pt>
                <c:pt idx="5893">
                  <c:v>67.496489999999994</c:v>
                </c:pt>
                <c:pt idx="5894">
                  <c:v>67.534026999999995</c:v>
                </c:pt>
                <c:pt idx="5895">
                  <c:v>67.609488999999996</c:v>
                </c:pt>
                <c:pt idx="5896">
                  <c:v>67.749893</c:v>
                </c:pt>
                <c:pt idx="5897">
                  <c:v>67.942977999999997</c:v>
                </c:pt>
                <c:pt idx="5898">
                  <c:v>68.158591999999999</c:v>
                </c:pt>
                <c:pt idx="5899">
                  <c:v>68.345978000000002</c:v>
                </c:pt>
                <c:pt idx="5900">
                  <c:v>68.475821999999994</c:v>
                </c:pt>
                <c:pt idx="5901">
                  <c:v>68.583281999999997</c:v>
                </c:pt>
                <c:pt idx="5902">
                  <c:v>68.718117000000007</c:v>
                </c:pt>
                <c:pt idx="5903">
                  <c:v>68.899512999999999</c:v>
                </c:pt>
                <c:pt idx="5904">
                  <c:v>69.111069000000001</c:v>
                </c:pt>
                <c:pt idx="5905">
                  <c:v>69.289863999999994</c:v>
                </c:pt>
                <c:pt idx="5906">
                  <c:v>69.426224000000005</c:v>
                </c:pt>
                <c:pt idx="5907">
                  <c:v>69.595641999999998</c:v>
                </c:pt>
                <c:pt idx="5908">
                  <c:v>69.782927999999998</c:v>
                </c:pt>
                <c:pt idx="5909">
                  <c:v>69.939635999999993</c:v>
                </c:pt>
                <c:pt idx="5910">
                  <c:v>70.009574999999998</c:v>
                </c:pt>
                <c:pt idx="5911">
                  <c:v>70.029144000000002</c:v>
                </c:pt>
                <c:pt idx="5912">
                  <c:v>70.066422000000003</c:v>
                </c:pt>
                <c:pt idx="5913">
                  <c:v>70.034797999999995</c:v>
                </c:pt>
                <c:pt idx="5914">
                  <c:v>70.075828999999999</c:v>
                </c:pt>
                <c:pt idx="5915">
                  <c:v>70.147102000000004</c:v>
                </c:pt>
                <c:pt idx="5916">
                  <c:v>70.142059000000003</c:v>
                </c:pt>
                <c:pt idx="5917">
                  <c:v>70.061813000000001</c:v>
                </c:pt>
                <c:pt idx="5918">
                  <c:v>69.953238999999996</c:v>
                </c:pt>
                <c:pt idx="5919">
                  <c:v>69.839789999999994</c:v>
                </c:pt>
                <c:pt idx="5920">
                  <c:v>69.749420000000001</c:v>
                </c:pt>
                <c:pt idx="5921">
                  <c:v>69.674499999999995</c:v>
                </c:pt>
                <c:pt idx="5922">
                  <c:v>69.574081000000007</c:v>
                </c:pt>
                <c:pt idx="5923">
                  <c:v>69.460616999999999</c:v>
                </c:pt>
                <c:pt idx="5924">
                  <c:v>69.367096000000004</c:v>
                </c:pt>
                <c:pt idx="5925">
                  <c:v>69.285933999999997</c:v>
                </c:pt>
                <c:pt idx="5926">
                  <c:v>69.216667000000001</c:v>
                </c:pt>
                <c:pt idx="5927">
                  <c:v>69.187415999999999</c:v>
                </c:pt>
                <c:pt idx="5928">
                  <c:v>69.166579999999996</c:v>
                </c:pt>
                <c:pt idx="5929">
                  <c:v>69.106353999999996</c:v>
                </c:pt>
                <c:pt idx="5930">
                  <c:v>69.017212000000001</c:v>
                </c:pt>
                <c:pt idx="5931">
                  <c:v>68.912323000000001</c:v>
                </c:pt>
                <c:pt idx="5932">
                  <c:v>68.809151</c:v>
                </c:pt>
                <c:pt idx="5933">
                  <c:v>68.645095999999995</c:v>
                </c:pt>
                <c:pt idx="5934">
                  <c:v>68.397223999999994</c:v>
                </c:pt>
                <c:pt idx="5935">
                  <c:v>68.107712000000006</c:v>
                </c:pt>
                <c:pt idx="5936">
                  <c:v>67.743522999999996</c:v>
                </c:pt>
                <c:pt idx="5937">
                  <c:v>67.455810999999997</c:v>
                </c:pt>
                <c:pt idx="5938">
                  <c:v>67.182640000000006</c:v>
                </c:pt>
                <c:pt idx="5939">
                  <c:v>66.986862000000002</c:v>
                </c:pt>
                <c:pt idx="5940">
                  <c:v>66.865211000000002</c:v>
                </c:pt>
                <c:pt idx="5941">
                  <c:v>66.750427000000002</c:v>
                </c:pt>
                <c:pt idx="5942">
                  <c:v>66.612647999999993</c:v>
                </c:pt>
                <c:pt idx="5943">
                  <c:v>66.467658999999998</c:v>
                </c:pt>
                <c:pt idx="5944">
                  <c:v>66.328232</c:v>
                </c:pt>
                <c:pt idx="5945">
                  <c:v>66.191460000000006</c:v>
                </c:pt>
                <c:pt idx="5946">
                  <c:v>66.060126999999994</c:v>
                </c:pt>
                <c:pt idx="5947">
                  <c:v>65.877678000000003</c:v>
                </c:pt>
                <c:pt idx="5948">
                  <c:v>65.702354</c:v>
                </c:pt>
                <c:pt idx="5949">
                  <c:v>65.554778999999996</c:v>
                </c:pt>
                <c:pt idx="5950">
                  <c:v>65.385345000000001</c:v>
                </c:pt>
                <c:pt idx="5951">
                  <c:v>65.135811000000004</c:v>
                </c:pt>
                <c:pt idx="5952">
                  <c:v>64.783394000000001</c:v>
                </c:pt>
                <c:pt idx="5953">
                  <c:v>64.435738000000001</c:v>
                </c:pt>
                <c:pt idx="5954">
                  <c:v>64.180205999999998</c:v>
                </c:pt>
                <c:pt idx="5955">
                  <c:v>63.984229999999997</c:v>
                </c:pt>
                <c:pt idx="5956">
                  <c:v>63.698208000000001</c:v>
                </c:pt>
                <c:pt idx="5957">
                  <c:v>63.357677000000002</c:v>
                </c:pt>
                <c:pt idx="5958">
                  <c:v>63.065680999999998</c:v>
                </c:pt>
                <c:pt idx="5959">
                  <c:v>62.871681000000002</c:v>
                </c:pt>
                <c:pt idx="5960">
                  <c:v>62.715556999999997</c:v>
                </c:pt>
                <c:pt idx="5961">
                  <c:v>62.559818</c:v>
                </c:pt>
                <c:pt idx="5962">
                  <c:v>62.414645999999998</c:v>
                </c:pt>
                <c:pt idx="5963">
                  <c:v>62.285564000000001</c:v>
                </c:pt>
                <c:pt idx="5964">
                  <c:v>62.193981000000001</c:v>
                </c:pt>
                <c:pt idx="5965">
                  <c:v>62.118327999999998</c:v>
                </c:pt>
                <c:pt idx="5966">
                  <c:v>62.015137000000003</c:v>
                </c:pt>
                <c:pt idx="5967">
                  <c:v>61.906897999999998</c:v>
                </c:pt>
                <c:pt idx="5968">
                  <c:v>61.821102000000003</c:v>
                </c:pt>
                <c:pt idx="5969">
                  <c:v>61.754970999999998</c:v>
                </c:pt>
                <c:pt idx="5970">
                  <c:v>61.654373</c:v>
                </c:pt>
                <c:pt idx="5971">
                  <c:v>61.515816000000001</c:v>
                </c:pt>
                <c:pt idx="5972">
                  <c:v>61.388961999999999</c:v>
                </c:pt>
                <c:pt idx="5973">
                  <c:v>61.284934999999997</c:v>
                </c:pt>
                <c:pt idx="5974">
                  <c:v>61.307971999999999</c:v>
                </c:pt>
                <c:pt idx="5975">
                  <c:v>61.383305</c:v>
                </c:pt>
                <c:pt idx="5976">
                  <c:v>61.479004000000003</c:v>
                </c:pt>
                <c:pt idx="5977">
                  <c:v>61.655997999999997</c:v>
                </c:pt>
                <c:pt idx="5978">
                  <c:v>61.877136</c:v>
                </c:pt>
                <c:pt idx="5979">
                  <c:v>62.023719999999997</c:v>
                </c:pt>
                <c:pt idx="5980">
                  <c:v>62.047798</c:v>
                </c:pt>
                <c:pt idx="5981">
                  <c:v>62.086410999999998</c:v>
                </c:pt>
                <c:pt idx="5982">
                  <c:v>62.274002000000003</c:v>
                </c:pt>
                <c:pt idx="5983">
                  <c:v>62.493823999999996</c:v>
                </c:pt>
                <c:pt idx="5984">
                  <c:v>62.523299999999999</c:v>
                </c:pt>
                <c:pt idx="5985">
                  <c:v>62.385483000000001</c:v>
                </c:pt>
                <c:pt idx="5986">
                  <c:v>62.306358000000003</c:v>
                </c:pt>
                <c:pt idx="5987">
                  <c:v>62.309821999999997</c:v>
                </c:pt>
                <c:pt idx="5988">
                  <c:v>62.228015999999997</c:v>
                </c:pt>
                <c:pt idx="5989">
                  <c:v>62.159813</c:v>
                </c:pt>
                <c:pt idx="5990">
                  <c:v>62.022530000000003</c:v>
                </c:pt>
                <c:pt idx="5991">
                  <c:v>61.726909999999997</c:v>
                </c:pt>
                <c:pt idx="5992">
                  <c:v>61.500968999999998</c:v>
                </c:pt>
                <c:pt idx="5993">
                  <c:v>61.375008000000001</c:v>
                </c:pt>
                <c:pt idx="5994">
                  <c:v>61.348346999999997</c:v>
                </c:pt>
                <c:pt idx="5995">
                  <c:v>61.349499000000002</c:v>
                </c:pt>
                <c:pt idx="5996">
                  <c:v>61.226570000000002</c:v>
                </c:pt>
                <c:pt idx="5997">
                  <c:v>61.020961999999997</c:v>
                </c:pt>
                <c:pt idx="5998">
                  <c:v>60.824108000000003</c:v>
                </c:pt>
                <c:pt idx="5999">
                  <c:v>60.683014</c:v>
                </c:pt>
                <c:pt idx="6000">
                  <c:v>60.610325000000003</c:v>
                </c:pt>
                <c:pt idx="6001">
                  <c:v>60.488303999999999</c:v>
                </c:pt>
                <c:pt idx="6002">
                  <c:v>60.310951000000003</c:v>
                </c:pt>
                <c:pt idx="6003">
                  <c:v>60.176918000000001</c:v>
                </c:pt>
                <c:pt idx="6004">
                  <c:v>60.060077999999997</c:v>
                </c:pt>
                <c:pt idx="6005">
                  <c:v>59.932147999999998</c:v>
                </c:pt>
                <c:pt idx="6006">
                  <c:v>59.824890000000003</c:v>
                </c:pt>
                <c:pt idx="6007">
                  <c:v>59.759430000000002</c:v>
                </c:pt>
                <c:pt idx="6008">
                  <c:v>59.713009</c:v>
                </c:pt>
                <c:pt idx="6009">
                  <c:v>59.678528</c:v>
                </c:pt>
                <c:pt idx="6010">
                  <c:v>59.684612000000001</c:v>
                </c:pt>
                <c:pt idx="6011">
                  <c:v>59.711460000000002</c:v>
                </c:pt>
                <c:pt idx="6012">
                  <c:v>59.761028000000003</c:v>
                </c:pt>
                <c:pt idx="6013">
                  <c:v>59.819603000000001</c:v>
                </c:pt>
                <c:pt idx="6014">
                  <c:v>59.848731999999998</c:v>
                </c:pt>
                <c:pt idx="6015">
                  <c:v>59.877738999999998</c:v>
                </c:pt>
                <c:pt idx="6016">
                  <c:v>59.927630999999998</c:v>
                </c:pt>
                <c:pt idx="6017">
                  <c:v>60.004955000000002</c:v>
                </c:pt>
                <c:pt idx="6018">
                  <c:v>60.078116999999999</c:v>
                </c:pt>
                <c:pt idx="6019">
                  <c:v>60.136229999999998</c:v>
                </c:pt>
                <c:pt idx="6020">
                  <c:v>60.199902000000002</c:v>
                </c:pt>
                <c:pt idx="6021">
                  <c:v>60.216644000000002</c:v>
                </c:pt>
                <c:pt idx="6022">
                  <c:v>60.221176</c:v>
                </c:pt>
                <c:pt idx="6023">
                  <c:v>60.242713999999999</c:v>
                </c:pt>
                <c:pt idx="6024">
                  <c:v>60.281357</c:v>
                </c:pt>
                <c:pt idx="6025">
                  <c:v>60.299492000000001</c:v>
                </c:pt>
                <c:pt idx="6026">
                  <c:v>60.332031000000001</c:v>
                </c:pt>
                <c:pt idx="6027">
                  <c:v>60.394848000000003</c:v>
                </c:pt>
                <c:pt idx="6028">
                  <c:v>60.485244999999999</c:v>
                </c:pt>
                <c:pt idx="6029">
                  <c:v>60.541130000000003</c:v>
                </c:pt>
                <c:pt idx="6030">
                  <c:v>60.554595999999997</c:v>
                </c:pt>
                <c:pt idx="6031">
                  <c:v>60.552101</c:v>
                </c:pt>
                <c:pt idx="6032">
                  <c:v>60.558608999999997</c:v>
                </c:pt>
                <c:pt idx="6033">
                  <c:v>60.609023999999998</c:v>
                </c:pt>
                <c:pt idx="6034">
                  <c:v>60.674809000000003</c:v>
                </c:pt>
                <c:pt idx="6035">
                  <c:v>60.755882</c:v>
                </c:pt>
                <c:pt idx="6036">
                  <c:v>60.867106999999997</c:v>
                </c:pt>
                <c:pt idx="6037">
                  <c:v>61.010016999999998</c:v>
                </c:pt>
                <c:pt idx="6038">
                  <c:v>61.149349000000001</c:v>
                </c:pt>
                <c:pt idx="6039">
                  <c:v>61.267178000000001</c:v>
                </c:pt>
                <c:pt idx="6040">
                  <c:v>61.409118999999997</c:v>
                </c:pt>
                <c:pt idx="6041">
                  <c:v>61.546478</c:v>
                </c:pt>
                <c:pt idx="6042">
                  <c:v>61.698523999999999</c:v>
                </c:pt>
                <c:pt idx="6043">
                  <c:v>61.851813999999997</c:v>
                </c:pt>
                <c:pt idx="6044">
                  <c:v>61.988174000000001</c:v>
                </c:pt>
                <c:pt idx="6045">
                  <c:v>62.152194999999999</c:v>
                </c:pt>
                <c:pt idx="6046">
                  <c:v>62.303534999999997</c:v>
                </c:pt>
                <c:pt idx="6047">
                  <c:v>62.472023</c:v>
                </c:pt>
                <c:pt idx="6048">
                  <c:v>62.608123999999997</c:v>
                </c:pt>
                <c:pt idx="6049">
                  <c:v>62.773544000000001</c:v>
                </c:pt>
                <c:pt idx="6050">
                  <c:v>62.925261999999996</c:v>
                </c:pt>
                <c:pt idx="6051">
                  <c:v>63.041744000000001</c:v>
                </c:pt>
                <c:pt idx="6052">
                  <c:v>63.149689000000002</c:v>
                </c:pt>
                <c:pt idx="6053">
                  <c:v>63.261639000000002</c:v>
                </c:pt>
                <c:pt idx="6054">
                  <c:v>63.394131000000002</c:v>
                </c:pt>
                <c:pt idx="6055">
                  <c:v>63.541080000000001</c:v>
                </c:pt>
                <c:pt idx="6056">
                  <c:v>63.650832999999999</c:v>
                </c:pt>
                <c:pt idx="6057">
                  <c:v>63.734336999999996</c:v>
                </c:pt>
                <c:pt idx="6058">
                  <c:v>63.820484</c:v>
                </c:pt>
                <c:pt idx="6059">
                  <c:v>63.317165000000003</c:v>
                </c:pt>
                <c:pt idx="6060">
                  <c:v>63.404217000000003</c:v>
                </c:pt>
                <c:pt idx="6061">
                  <c:v>63.501114000000001</c:v>
                </c:pt>
                <c:pt idx="6062">
                  <c:v>63.581462999999999</c:v>
                </c:pt>
                <c:pt idx="6063">
                  <c:v>63.655318999999999</c:v>
                </c:pt>
                <c:pt idx="6064">
                  <c:v>63.778678999999997</c:v>
                </c:pt>
                <c:pt idx="6065">
                  <c:v>63.908669000000003</c:v>
                </c:pt>
                <c:pt idx="6066">
                  <c:v>64.006386000000006</c:v>
                </c:pt>
                <c:pt idx="6067">
                  <c:v>64.070235999999994</c:v>
                </c:pt>
                <c:pt idx="6068">
                  <c:v>64.111014999999995</c:v>
                </c:pt>
                <c:pt idx="6069">
                  <c:v>64.548119</c:v>
                </c:pt>
                <c:pt idx="6070">
                  <c:v>64.557129000000003</c:v>
                </c:pt>
                <c:pt idx="6071">
                  <c:v>64.540961999999993</c:v>
                </c:pt>
                <c:pt idx="6072">
                  <c:v>64.492508000000001</c:v>
                </c:pt>
                <c:pt idx="6073">
                  <c:v>64.432167000000007</c:v>
                </c:pt>
                <c:pt idx="6074">
                  <c:v>64.386330000000001</c:v>
                </c:pt>
                <c:pt idx="6075">
                  <c:v>64.407944000000001</c:v>
                </c:pt>
                <c:pt idx="6076">
                  <c:v>64.439293000000006</c:v>
                </c:pt>
                <c:pt idx="6077">
                  <c:v>64.489090000000004</c:v>
                </c:pt>
                <c:pt idx="6078">
                  <c:v>64.535194000000004</c:v>
                </c:pt>
                <c:pt idx="6079">
                  <c:v>64.532989999999998</c:v>
                </c:pt>
                <c:pt idx="6080">
                  <c:v>64.503119999999996</c:v>
                </c:pt>
                <c:pt idx="6081">
                  <c:v>64.490111999999996</c:v>
                </c:pt>
                <c:pt idx="6082">
                  <c:v>64.533874999999995</c:v>
                </c:pt>
                <c:pt idx="6083">
                  <c:v>64.632041999999998</c:v>
                </c:pt>
                <c:pt idx="6084">
                  <c:v>64.708359000000002</c:v>
                </c:pt>
                <c:pt idx="6085">
                  <c:v>64.771705999999995</c:v>
                </c:pt>
                <c:pt idx="6086">
                  <c:v>64.824935999999994</c:v>
                </c:pt>
                <c:pt idx="6087">
                  <c:v>64.884827000000001</c:v>
                </c:pt>
                <c:pt idx="6088">
                  <c:v>64.913803000000001</c:v>
                </c:pt>
                <c:pt idx="6089">
                  <c:v>64.890152</c:v>
                </c:pt>
                <c:pt idx="6090">
                  <c:v>64.902275000000003</c:v>
                </c:pt>
                <c:pt idx="6091">
                  <c:v>64.976699999999994</c:v>
                </c:pt>
                <c:pt idx="6092">
                  <c:v>65.081801999999996</c:v>
                </c:pt>
                <c:pt idx="6093">
                  <c:v>65.147079000000005</c:v>
                </c:pt>
                <c:pt idx="6094">
                  <c:v>65.170852999999994</c:v>
                </c:pt>
                <c:pt idx="6095">
                  <c:v>65.174094999999994</c:v>
                </c:pt>
                <c:pt idx="6096">
                  <c:v>65.158919999999995</c:v>
                </c:pt>
                <c:pt idx="6097">
                  <c:v>65.177009999999996</c:v>
                </c:pt>
                <c:pt idx="6098">
                  <c:v>65.257401000000002</c:v>
                </c:pt>
                <c:pt idx="6099">
                  <c:v>65.371887000000001</c:v>
                </c:pt>
                <c:pt idx="6100">
                  <c:v>65.509972000000005</c:v>
                </c:pt>
                <c:pt idx="6101">
                  <c:v>65.643874999999994</c:v>
                </c:pt>
                <c:pt idx="6102">
                  <c:v>65.764296999999999</c:v>
                </c:pt>
                <c:pt idx="6103">
                  <c:v>65.917084000000003</c:v>
                </c:pt>
                <c:pt idx="6104">
                  <c:v>66.078896</c:v>
                </c:pt>
                <c:pt idx="6105">
                  <c:v>66.244308000000004</c:v>
                </c:pt>
                <c:pt idx="6106">
                  <c:v>66.398437999999999</c:v>
                </c:pt>
                <c:pt idx="6107">
                  <c:v>66.596198999999999</c:v>
                </c:pt>
                <c:pt idx="6108">
                  <c:v>66.816756999999996</c:v>
                </c:pt>
                <c:pt idx="6109">
                  <c:v>67.024742000000003</c:v>
                </c:pt>
                <c:pt idx="6110">
                  <c:v>67.229529999999997</c:v>
                </c:pt>
                <c:pt idx="6111">
                  <c:v>67.471573000000006</c:v>
                </c:pt>
                <c:pt idx="6112">
                  <c:v>67.707115000000002</c:v>
                </c:pt>
                <c:pt idx="6113">
                  <c:v>67.94323</c:v>
                </c:pt>
                <c:pt idx="6114">
                  <c:v>68.164833000000002</c:v>
                </c:pt>
                <c:pt idx="6115">
                  <c:v>68.379608000000005</c:v>
                </c:pt>
                <c:pt idx="6116">
                  <c:v>68.590819999999994</c:v>
                </c:pt>
                <c:pt idx="6117">
                  <c:v>68.784469999999999</c:v>
                </c:pt>
                <c:pt idx="6118">
                  <c:v>68.948752999999996</c:v>
                </c:pt>
                <c:pt idx="6119">
                  <c:v>69.101768000000007</c:v>
                </c:pt>
                <c:pt idx="6120">
                  <c:v>69.209418999999997</c:v>
                </c:pt>
                <c:pt idx="6121">
                  <c:v>69.265656000000007</c:v>
                </c:pt>
                <c:pt idx="6122">
                  <c:v>69.317520000000002</c:v>
                </c:pt>
                <c:pt idx="6123">
                  <c:v>69.397559999999999</c:v>
                </c:pt>
                <c:pt idx="6124">
                  <c:v>69.491951</c:v>
                </c:pt>
                <c:pt idx="6125">
                  <c:v>69.583038000000002</c:v>
                </c:pt>
                <c:pt idx="6126">
                  <c:v>69.650611999999995</c:v>
                </c:pt>
                <c:pt idx="6127">
                  <c:v>69.716369999999998</c:v>
                </c:pt>
                <c:pt idx="6128">
                  <c:v>69.855614000000003</c:v>
                </c:pt>
                <c:pt idx="6129">
                  <c:v>69.943664999999996</c:v>
                </c:pt>
                <c:pt idx="6130">
                  <c:v>70.037589999999994</c:v>
                </c:pt>
                <c:pt idx="6131">
                  <c:v>70.208076000000005</c:v>
                </c:pt>
                <c:pt idx="6132">
                  <c:v>70.359154000000004</c:v>
                </c:pt>
                <c:pt idx="6133">
                  <c:v>70.553641999999996</c:v>
                </c:pt>
                <c:pt idx="6134">
                  <c:v>70.821372999999994</c:v>
                </c:pt>
                <c:pt idx="6135">
                  <c:v>71.213347999999996</c:v>
                </c:pt>
                <c:pt idx="6136">
                  <c:v>71.786422999999999</c:v>
                </c:pt>
                <c:pt idx="6137">
                  <c:v>72.219016999999994</c:v>
                </c:pt>
                <c:pt idx="6138">
                  <c:v>72.542732000000001</c:v>
                </c:pt>
                <c:pt idx="6139">
                  <c:v>72.794464000000005</c:v>
                </c:pt>
                <c:pt idx="6140">
                  <c:v>73.080498000000006</c:v>
                </c:pt>
                <c:pt idx="6141">
                  <c:v>73.462638999999996</c:v>
                </c:pt>
                <c:pt idx="6142">
                  <c:v>73.997321999999997</c:v>
                </c:pt>
                <c:pt idx="6143">
                  <c:v>74.612578999999997</c:v>
                </c:pt>
                <c:pt idx="6144">
                  <c:v>75.063652000000005</c:v>
                </c:pt>
                <c:pt idx="6145">
                  <c:v>75.374061999999995</c:v>
                </c:pt>
                <c:pt idx="6146">
                  <c:v>75.731392</c:v>
                </c:pt>
                <c:pt idx="6147">
                  <c:v>76.008347000000001</c:v>
                </c:pt>
                <c:pt idx="6148">
                  <c:v>76.134117000000003</c:v>
                </c:pt>
                <c:pt idx="6149">
                  <c:v>76.278480999999999</c:v>
                </c:pt>
                <c:pt idx="6150">
                  <c:v>76.495811000000003</c:v>
                </c:pt>
                <c:pt idx="6151">
                  <c:v>76.734390000000005</c:v>
                </c:pt>
                <c:pt idx="6152">
                  <c:v>76.907471000000001</c:v>
                </c:pt>
                <c:pt idx="6153">
                  <c:v>76.792716999999996</c:v>
                </c:pt>
                <c:pt idx="6154">
                  <c:v>76.933471999999995</c:v>
                </c:pt>
                <c:pt idx="6155">
                  <c:v>77.095107999999996</c:v>
                </c:pt>
                <c:pt idx="6156">
                  <c:v>77.209129000000004</c:v>
                </c:pt>
                <c:pt idx="6157">
                  <c:v>77.419753999999998</c:v>
                </c:pt>
                <c:pt idx="6158">
                  <c:v>77.323279999999997</c:v>
                </c:pt>
                <c:pt idx="6159">
                  <c:v>77.143271999999996</c:v>
                </c:pt>
                <c:pt idx="6160">
                  <c:v>76.748733999999999</c:v>
                </c:pt>
                <c:pt idx="6161">
                  <c:v>76.585907000000006</c:v>
                </c:pt>
                <c:pt idx="6162">
                  <c:v>76.499022999999994</c:v>
                </c:pt>
                <c:pt idx="6163">
                  <c:v>76.454955999999996</c:v>
                </c:pt>
                <c:pt idx="6164">
                  <c:v>76.438805000000002</c:v>
                </c:pt>
                <c:pt idx="6165">
                  <c:v>76.390227999999993</c:v>
                </c:pt>
                <c:pt idx="6166">
                  <c:v>76.339821000000001</c:v>
                </c:pt>
                <c:pt idx="6167">
                  <c:v>76.319327999999999</c:v>
                </c:pt>
                <c:pt idx="6168">
                  <c:v>76.289803000000006</c:v>
                </c:pt>
                <c:pt idx="6169">
                  <c:v>76.214005</c:v>
                </c:pt>
                <c:pt idx="6170">
                  <c:v>76.160477</c:v>
                </c:pt>
                <c:pt idx="6171">
                  <c:v>76.214455000000001</c:v>
                </c:pt>
                <c:pt idx="6172">
                  <c:v>76.464836000000005</c:v>
                </c:pt>
                <c:pt idx="6173">
                  <c:v>76.518303000000003</c:v>
                </c:pt>
                <c:pt idx="6174">
                  <c:v>76.404640000000001</c:v>
                </c:pt>
                <c:pt idx="6175">
                  <c:v>76.268929</c:v>
                </c:pt>
                <c:pt idx="6176">
                  <c:v>76.183159000000003</c:v>
                </c:pt>
                <c:pt idx="6177">
                  <c:v>76.176215999999997</c:v>
                </c:pt>
                <c:pt idx="6178">
                  <c:v>76.264008000000004</c:v>
                </c:pt>
                <c:pt idx="6179">
                  <c:v>76.327567999999999</c:v>
                </c:pt>
                <c:pt idx="6180">
                  <c:v>76.571869000000007</c:v>
                </c:pt>
                <c:pt idx="6181">
                  <c:v>76.829605000000001</c:v>
                </c:pt>
                <c:pt idx="6182">
                  <c:v>77.037430000000001</c:v>
                </c:pt>
                <c:pt idx="6183">
                  <c:v>77.201392999999996</c:v>
                </c:pt>
                <c:pt idx="6184">
                  <c:v>77.339523</c:v>
                </c:pt>
                <c:pt idx="6185">
                  <c:v>77.505257</c:v>
                </c:pt>
                <c:pt idx="6186">
                  <c:v>77.745895000000004</c:v>
                </c:pt>
                <c:pt idx="6187">
                  <c:v>78.031173999999993</c:v>
                </c:pt>
                <c:pt idx="6188">
                  <c:v>78.207474000000005</c:v>
                </c:pt>
                <c:pt idx="6189">
                  <c:v>78.208243999999993</c:v>
                </c:pt>
                <c:pt idx="6190">
                  <c:v>78.001960999999994</c:v>
                </c:pt>
                <c:pt idx="6191">
                  <c:v>77.800963999999993</c:v>
                </c:pt>
                <c:pt idx="6192">
                  <c:v>77.673096000000001</c:v>
                </c:pt>
                <c:pt idx="6193">
                  <c:v>77.558059999999998</c:v>
                </c:pt>
                <c:pt idx="6194">
                  <c:v>77.517975000000007</c:v>
                </c:pt>
                <c:pt idx="6195">
                  <c:v>77.434685000000002</c:v>
                </c:pt>
                <c:pt idx="6196">
                  <c:v>77.296729999999997</c:v>
                </c:pt>
                <c:pt idx="6197">
                  <c:v>77.059394999999995</c:v>
                </c:pt>
                <c:pt idx="6198">
                  <c:v>76.830298999999997</c:v>
                </c:pt>
                <c:pt idx="6199">
                  <c:v>76.575653000000003</c:v>
                </c:pt>
                <c:pt idx="6200">
                  <c:v>76.360443000000004</c:v>
                </c:pt>
                <c:pt idx="6201">
                  <c:v>76.276070000000004</c:v>
                </c:pt>
                <c:pt idx="6202">
                  <c:v>76.213142000000005</c:v>
                </c:pt>
                <c:pt idx="6203">
                  <c:v>76.071715999999995</c:v>
                </c:pt>
                <c:pt idx="6204">
                  <c:v>75.936249000000004</c:v>
                </c:pt>
                <c:pt idx="6205">
                  <c:v>75.850516999999996</c:v>
                </c:pt>
                <c:pt idx="6206">
                  <c:v>75.751273999999995</c:v>
                </c:pt>
                <c:pt idx="6207">
                  <c:v>75.637732999999997</c:v>
                </c:pt>
                <c:pt idx="6208">
                  <c:v>75.577415000000002</c:v>
                </c:pt>
                <c:pt idx="6209">
                  <c:v>75.496978999999996</c:v>
                </c:pt>
                <c:pt idx="6210">
                  <c:v>75.311583999999996</c:v>
                </c:pt>
                <c:pt idx="6211">
                  <c:v>75.030440999999996</c:v>
                </c:pt>
                <c:pt idx="6212">
                  <c:v>74.773407000000006</c:v>
                </c:pt>
                <c:pt idx="6213">
                  <c:v>74.599082999999993</c:v>
                </c:pt>
                <c:pt idx="6214">
                  <c:v>74.451057000000006</c:v>
                </c:pt>
                <c:pt idx="6215">
                  <c:v>74.258719999999997</c:v>
                </c:pt>
                <c:pt idx="6216">
                  <c:v>74.004913000000002</c:v>
                </c:pt>
                <c:pt idx="6217">
                  <c:v>73.556235999999998</c:v>
                </c:pt>
                <c:pt idx="6218">
                  <c:v>72.678573999999998</c:v>
                </c:pt>
                <c:pt idx="6219">
                  <c:v>72.417923000000002</c:v>
                </c:pt>
                <c:pt idx="6220">
                  <c:v>72.230407999999997</c:v>
                </c:pt>
                <c:pt idx="6221">
                  <c:v>72.038239000000004</c:v>
                </c:pt>
                <c:pt idx="6222">
                  <c:v>71.809753000000001</c:v>
                </c:pt>
                <c:pt idx="6223">
                  <c:v>71.530045000000001</c:v>
                </c:pt>
                <c:pt idx="6224">
                  <c:v>71.234527999999997</c:v>
                </c:pt>
                <c:pt idx="6225">
                  <c:v>70.981765999999993</c:v>
                </c:pt>
                <c:pt idx="6226">
                  <c:v>70.794724000000002</c:v>
                </c:pt>
                <c:pt idx="6227">
                  <c:v>70.639069000000006</c:v>
                </c:pt>
                <c:pt idx="6228">
                  <c:v>70.511009000000001</c:v>
                </c:pt>
                <c:pt idx="6229">
                  <c:v>70.429535000000001</c:v>
                </c:pt>
                <c:pt idx="6230">
                  <c:v>70.396675000000002</c:v>
                </c:pt>
                <c:pt idx="6231">
                  <c:v>70.402985000000001</c:v>
                </c:pt>
                <c:pt idx="6232">
                  <c:v>70.289458999999994</c:v>
                </c:pt>
                <c:pt idx="6233">
                  <c:v>70.083031000000005</c:v>
                </c:pt>
                <c:pt idx="6234">
                  <c:v>69.879913000000002</c:v>
                </c:pt>
                <c:pt idx="6235">
                  <c:v>69.735016000000002</c:v>
                </c:pt>
                <c:pt idx="6236">
                  <c:v>69.720603999999994</c:v>
                </c:pt>
                <c:pt idx="6237">
                  <c:v>69.780365000000003</c:v>
                </c:pt>
                <c:pt idx="6238">
                  <c:v>69.828063999999998</c:v>
                </c:pt>
                <c:pt idx="6239">
                  <c:v>69.778503000000001</c:v>
                </c:pt>
                <c:pt idx="6240">
                  <c:v>69.675110000000004</c:v>
                </c:pt>
                <c:pt idx="6241">
                  <c:v>69.502067999999994</c:v>
                </c:pt>
                <c:pt idx="6242">
                  <c:v>69.340301999999994</c:v>
                </c:pt>
                <c:pt idx="6243">
                  <c:v>69.268142999999995</c:v>
                </c:pt>
                <c:pt idx="6244">
                  <c:v>69.236519000000001</c:v>
                </c:pt>
                <c:pt idx="6245">
                  <c:v>69.251282000000003</c:v>
                </c:pt>
                <c:pt idx="6246">
                  <c:v>69.271095000000003</c:v>
                </c:pt>
                <c:pt idx="6247">
                  <c:v>69.268265</c:v>
                </c:pt>
                <c:pt idx="6248">
                  <c:v>69.216431</c:v>
                </c:pt>
                <c:pt idx="6249">
                  <c:v>69.096221999999997</c:v>
                </c:pt>
                <c:pt idx="6250">
                  <c:v>68.908790999999994</c:v>
                </c:pt>
                <c:pt idx="6251">
                  <c:v>68.707436000000001</c:v>
                </c:pt>
                <c:pt idx="6252">
                  <c:v>68.499504000000002</c:v>
                </c:pt>
                <c:pt idx="6253">
                  <c:v>68.352126999999996</c:v>
                </c:pt>
                <c:pt idx="6254">
                  <c:v>68.295897999999994</c:v>
                </c:pt>
                <c:pt idx="6255">
                  <c:v>68.339202999999998</c:v>
                </c:pt>
                <c:pt idx="6256">
                  <c:v>68.468566999999993</c:v>
                </c:pt>
                <c:pt idx="6257">
                  <c:v>68.598952999999995</c:v>
                </c:pt>
                <c:pt idx="6258">
                  <c:v>68.653458000000001</c:v>
                </c:pt>
                <c:pt idx="6259">
                  <c:v>68.649460000000005</c:v>
                </c:pt>
                <c:pt idx="6260">
                  <c:v>68.592644000000007</c:v>
                </c:pt>
                <c:pt idx="6261">
                  <c:v>68.511971000000003</c:v>
                </c:pt>
                <c:pt idx="6262">
                  <c:v>68.428550999999999</c:v>
                </c:pt>
                <c:pt idx="6263">
                  <c:v>68.382369999999995</c:v>
                </c:pt>
                <c:pt idx="6264">
                  <c:v>68.295158000000001</c:v>
                </c:pt>
                <c:pt idx="6265">
                  <c:v>68.055549999999997</c:v>
                </c:pt>
                <c:pt idx="6266">
                  <c:v>67.676208000000003</c:v>
                </c:pt>
                <c:pt idx="6267">
                  <c:v>67.231696999999997</c:v>
                </c:pt>
                <c:pt idx="6268">
                  <c:v>66.780144000000007</c:v>
                </c:pt>
                <c:pt idx="6269">
                  <c:v>66.349136000000001</c:v>
                </c:pt>
                <c:pt idx="6270">
                  <c:v>65.946899000000002</c:v>
                </c:pt>
                <c:pt idx="6271">
                  <c:v>65.776168999999996</c:v>
                </c:pt>
                <c:pt idx="6272">
                  <c:v>65.735229000000004</c:v>
                </c:pt>
                <c:pt idx="6273">
                  <c:v>65.770401000000007</c:v>
                </c:pt>
                <c:pt idx="6274">
                  <c:v>65.764694000000006</c:v>
                </c:pt>
                <c:pt idx="6275">
                  <c:v>65.656334000000001</c:v>
                </c:pt>
                <c:pt idx="6276">
                  <c:v>65.552184999999994</c:v>
                </c:pt>
                <c:pt idx="6277">
                  <c:v>65.512566000000007</c:v>
                </c:pt>
                <c:pt idx="6278">
                  <c:v>65.495575000000002</c:v>
                </c:pt>
                <c:pt idx="6279">
                  <c:v>65.433295999999999</c:v>
                </c:pt>
                <c:pt idx="6280">
                  <c:v>65.305633999999998</c:v>
                </c:pt>
                <c:pt idx="6281">
                  <c:v>65.200226000000001</c:v>
                </c:pt>
                <c:pt idx="6282">
                  <c:v>65.187720999999996</c:v>
                </c:pt>
                <c:pt idx="6283">
                  <c:v>65.186035000000004</c:v>
                </c:pt>
                <c:pt idx="6284">
                  <c:v>64.962044000000006</c:v>
                </c:pt>
                <c:pt idx="6285">
                  <c:v>64.884392000000005</c:v>
                </c:pt>
                <c:pt idx="6286">
                  <c:v>64.87706</c:v>
                </c:pt>
                <c:pt idx="6287">
                  <c:v>64.943916000000002</c:v>
                </c:pt>
                <c:pt idx="6288">
                  <c:v>65.0625</c:v>
                </c:pt>
                <c:pt idx="6289">
                  <c:v>65.135231000000005</c:v>
                </c:pt>
                <c:pt idx="6290">
                  <c:v>65.089005</c:v>
                </c:pt>
                <c:pt idx="6291">
                  <c:v>65.049591000000007</c:v>
                </c:pt>
                <c:pt idx="6292">
                  <c:v>65.109145999999996</c:v>
                </c:pt>
                <c:pt idx="6293">
                  <c:v>65.177132</c:v>
                </c:pt>
                <c:pt idx="6294">
                  <c:v>65.103058000000004</c:v>
                </c:pt>
                <c:pt idx="6295">
                  <c:v>64.996002000000004</c:v>
                </c:pt>
                <c:pt idx="6296">
                  <c:v>64.860855000000001</c:v>
                </c:pt>
                <c:pt idx="6297">
                  <c:v>64.707702999999995</c:v>
                </c:pt>
                <c:pt idx="6298">
                  <c:v>64.421538999999996</c:v>
                </c:pt>
                <c:pt idx="6299">
                  <c:v>64.294822999999994</c:v>
                </c:pt>
                <c:pt idx="6300">
                  <c:v>64.220862999999994</c:v>
                </c:pt>
                <c:pt idx="6301">
                  <c:v>64.292877000000004</c:v>
                </c:pt>
                <c:pt idx="6302">
                  <c:v>64.511336999999997</c:v>
                </c:pt>
                <c:pt idx="6303">
                  <c:v>64.644897</c:v>
                </c:pt>
                <c:pt idx="6304">
                  <c:v>64.705817999999994</c:v>
                </c:pt>
                <c:pt idx="6305">
                  <c:v>64.815094000000002</c:v>
                </c:pt>
                <c:pt idx="6306">
                  <c:v>65.033371000000002</c:v>
                </c:pt>
                <c:pt idx="6307">
                  <c:v>65.237564000000006</c:v>
                </c:pt>
                <c:pt idx="6308">
                  <c:v>65.526679999999999</c:v>
                </c:pt>
                <c:pt idx="6309">
                  <c:v>65.874236999999994</c:v>
                </c:pt>
                <c:pt idx="6310">
                  <c:v>66.306061</c:v>
                </c:pt>
                <c:pt idx="6311">
                  <c:v>66.754547000000002</c:v>
                </c:pt>
                <c:pt idx="6312">
                  <c:v>67.092026000000004</c:v>
                </c:pt>
                <c:pt idx="6313">
                  <c:v>67.482239000000007</c:v>
                </c:pt>
                <c:pt idx="6314">
                  <c:v>67.823395000000005</c:v>
                </c:pt>
                <c:pt idx="6315">
                  <c:v>68.131598999999994</c:v>
                </c:pt>
                <c:pt idx="6316">
                  <c:v>68.501975999999999</c:v>
                </c:pt>
                <c:pt idx="6317">
                  <c:v>68.678962999999996</c:v>
                </c:pt>
                <c:pt idx="6318">
                  <c:v>68.713195999999996</c:v>
                </c:pt>
                <c:pt idx="6319">
                  <c:v>68.764403999999999</c:v>
                </c:pt>
                <c:pt idx="6320">
                  <c:v>68.949637999999993</c:v>
                </c:pt>
                <c:pt idx="6321">
                  <c:v>69.196449000000001</c:v>
                </c:pt>
                <c:pt idx="6322">
                  <c:v>69.448882999999995</c:v>
                </c:pt>
                <c:pt idx="6323">
                  <c:v>69.671593000000001</c:v>
                </c:pt>
                <c:pt idx="6324">
                  <c:v>69.881630000000001</c:v>
                </c:pt>
                <c:pt idx="6325">
                  <c:v>70.095116000000004</c:v>
                </c:pt>
                <c:pt idx="6326">
                  <c:v>70.198830000000001</c:v>
                </c:pt>
                <c:pt idx="6327">
                  <c:v>70.235221999999993</c:v>
                </c:pt>
                <c:pt idx="6328">
                  <c:v>70.275565999999998</c:v>
                </c:pt>
                <c:pt idx="6329">
                  <c:v>70.362778000000006</c:v>
                </c:pt>
                <c:pt idx="6330">
                  <c:v>70.491028</c:v>
                </c:pt>
                <c:pt idx="6331">
                  <c:v>70.597847000000002</c:v>
                </c:pt>
                <c:pt idx="6332">
                  <c:v>70.714675999999997</c:v>
                </c:pt>
                <c:pt idx="6333">
                  <c:v>70.894638</c:v>
                </c:pt>
                <c:pt idx="6334">
                  <c:v>71.182343000000003</c:v>
                </c:pt>
                <c:pt idx="6335">
                  <c:v>71.478485000000006</c:v>
                </c:pt>
                <c:pt idx="6336">
                  <c:v>71.719688000000005</c:v>
                </c:pt>
                <c:pt idx="6337">
                  <c:v>71.815169999999995</c:v>
                </c:pt>
                <c:pt idx="6338">
                  <c:v>71.821571000000006</c:v>
                </c:pt>
                <c:pt idx="6339">
                  <c:v>71.901473999999993</c:v>
                </c:pt>
                <c:pt idx="6340">
                  <c:v>71.901595999999998</c:v>
                </c:pt>
                <c:pt idx="6341">
                  <c:v>71.748031999999995</c:v>
                </c:pt>
                <c:pt idx="6342">
                  <c:v>71.710648000000006</c:v>
                </c:pt>
                <c:pt idx="6343">
                  <c:v>71.848572000000004</c:v>
                </c:pt>
                <c:pt idx="6344">
                  <c:v>71.897414999999995</c:v>
                </c:pt>
                <c:pt idx="6345">
                  <c:v>71.664505000000005</c:v>
                </c:pt>
                <c:pt idx="6346">
                  <c:v>71.386131000000006</c:v>
                </c:pt>
                <c:pt idx="6347">
                  <c:v>71.067008999999999</c:v>
                </c:pt>
                <c:pt idx="6348">
                  <c:v>70.931083999999998</c:v>
                </c:pt>
                <c:pt idx="6349">
                  <c:v>70.894752999999994</c:v>
                </c:pt>
                <c:pt idx="6350">
                  <c:v>70.860916000000003</c:v>
                </c:pt>
                <c:pt idx="6351">
                  <c:v>70.839507999999995</c:v>
                </c:pt>
                <c:pt idx="6352">
                  <c:v>70.829666000000003</c:v>
                </c:pt>
                <c:pt idx="6353">
                  <c:v>70.849365000000006</c:v>
                </c:pt>
                <c:pt idx="6354">
                  <c:v>70.906745999999998</c:v>
                </c:pt>
                <c:pt idx="6355">
                  <c:v>70.959014999999994</c:v>
                </c:pt>
                <c:pt idx="6356">
                  <c:v>71.066879</c:v>
                </c:pt>
                <c:pt idx="6357">
                  <c:v>71.342117000000002</c:v>
                </c:pt>
                <c:pt idx="6358">
                  <c:v>71.766541000000004</c:v>
                </c:pt>
                <c:pt idx="6359">
                  <c:v>72.025161999999995</c:v>
                </c:pt>
                <c:pt idx="6360">
                  <c:v>71.965407999999996</c:v>
                </c:pt>
                <c:pt idx="6361">
                  <c:v>71.763908000000001</c:v>
                </c:pt>
                <c:pt idx="6362">
                  <c:v>71.649231</c:v>
                </c:pt>
                <c:pt idx="6363">
                  <c:v>71.664726000000002</c:v>
                </c:pt>
                <c:pt idx="6364">
                  <c:v>71.819298000000003</c:v>
                </c:pt>
                <c:pt idx="6365">
                  <c:v>72.024506000000002</c:v>
                </c:pt>
                <c:pt idx="6366">
                  <c:v>72.262894000000003</c:v>
                </c:pt>
                <c:pt idx="6367">
                  <c:v>72.571892000000005</c:v>
                </c:pt>
                <c:pt idx="6368">
                  <c:v>72.927932999999996</c:v>
                </c:pt>
                <c:pt idx="6369">
                  <c:v>73.299605999999997</c:v>
                </c:pt>
                <c:pt idx="6370">
                  <c:v>73.574684000000005</c:v>
                </c:pt>
                <c:pt idx="6371">
                  <c:v>73.804405000000003</c:v>
                </c:pt>
                <c:pt idx="6372">
                  <c:v>74.146987999999993</c:v>
                </c:pt>
                <c:pt idx="6373">
                  <c:v>74.532500999999996</c:v>
                </c:pt>
                <c:pt idx="6374">
                  <c:v>74.840523000000005</c:v>
                </c:pt>
                <c:pt idx="6375">
                  <c:v>75.144447</c:v>
                </c:pt>
                <c:pt idx="6376">
                  <c:v>75.461776999999998</c:v>
                </c:pt>
                <c:pt idx="6377">
                  <c:v>75.802527999999995</c:v>
                </c:pt>
                <c:pt idx="6378">
                  <c:v>76.165756000000002</c:v>
                </c:pt>
                <c:pt idx="6379">
                  <c:v>76.239509999999996</c:v>
                </c:pt>
                <c:pt idx="6380">
                  <c:v>76.179832000000005</c:v>
                </c:pt>
                <c:pt idx="6381">
                  <c:v>76.259720000000002</c:v>
                </c:pt>
                <c:pt idx="6382">
                  <c:v>76.513062000000005</c:v>
                </c:pt>
                <c:pt idx="6383">
                  <c:v>76.771834999999996</c:v>
                </c:pt>
                <c:pt idx="6384">
                  <c:v>77.024849000000003</c:v>
                </c:pt>
                <c:pt idx="6385">
                  <c:v>77.193336000000002</c:v>
                </c:pt>
                <c:pt idx="6386">
                  <c:v>77.329987000000003</c:v>
                </c:pt>
                <c:pt idx="6387">
                  <c:v>77.449157999999997</c:v>
                </c:pt>
                <c:pt idx="6388">
                  <c:v>77.582436000000001</c:v>
                </c:pt>
                <c:pt idx="6389">
                  <c:v>77.725066999999996</c:v>
                </c:pt>
                <c:pt idx="6390">
                  <c:v>77.893142999999995</c:v>
                </c:pt>
                <c:pt idx="6391">
                  <c:v>78.072097999999997</c:v>
                </c:pt>
                <c:pt idx="6392">
                  <c:v>78.241386000000006</c:v>
                </c:pt>
                <c:pt idx="6393">
                  <c:v>78.385109</c:v>
                </c:pt>
                <c:pt idx="6394">
                  <c:v>78.419753999999998</c:v>
                </c:pt>
                <c:pt idx="6395">
                  <c:v>78.484466999999995</c:v>
                </c:pt>
                <c:pt idx="6396">
                  <c:v>78.678894</c:v>
                </c:pt>
                <c:pt idx="6397">
                  <c:v>78.904883999999996</c:v>
                </c:pt>
                <c:pt idx="6398">
                  <c:v>79.111632999999998</c:v>
                </c:pt>
                <c:pt idx="6399">
                  <c:v>79.384438000000003</c:v>
                </c:pt>
                <c:pt idx="6400">
                  <c:v>79.723815999999999</c:v>
                </c:pt>
                <c:pt idx="6401">
                  <c:v>79.995270000000005</c:v>
                </c:pt>
                <c:pt idx="6402">
                  <c:v>80.098251000000005</c:v>
                </c:pt>
                <c:pt idx="6403">
                  <c:v>80.072601000000006</c:v>
                </c:pt>
                <c:pt idx="6404">
                  <c:v>79.995200999999994</c:v>
                </c:pt>
                <c:pt idx="6405">
                  <c:v>79.898330999999999</c:v>
                </c:pt>
                <c:pt idx="6406">
                  <c:v>79.886032</c:v>
                </c:pt>
                <c:pt idx="6407">
                  <c:v>79.826751999999999</c:v>
                </c:pt>
                <c:pt idx="6408">
                  <c:v>79.761841000000004</c:v>
                </c:pt>
                <c:pt idx="6409">
                  <c:v>79.747932000000006</c:v>
                </c:pt>
                <c:pt idx="6410">
                  <c:v>79.612853999999999</c:v>
                </c:pt>
                <c:pt idx="6411">
                  <c:v>79.452415000000002</c:v>
                </c:pt>
                <c:pt idx="6412">
                  <c:v>79.437561000000002</c:v>
                </c:pt>
                <c:pt idx="6413">
                  <c:v>79.501403999999994</c:v>
                </c:pt>
                <c:pt idx="6414">
                  <c:v>79.638076999999996</c:v>
                </c:pt>
                <c:pt idx="6415">
                  <c:v>79.755363000000003</c:v>
                </c:pt>
                <c:pt idx="6416">
                  <c:v>79.851134999999999</c:v>
                </c:pt>
                <c:pt idx="6417">
                  <c:v>79.939391999999998</c:v>
                </c:pt>
                <c:pt idx="6418">
                  <c:v>79.997978000000003</c:v>
                </c:pt>
                <c:pt idx="6419">
                  <c:v>79.946404000000001</c:v>
                </c:pt>
                <c:pt idx="6420">
                  <c:v>79.858551000000006</c:v>
                </c:pt>
                <c:pt idx="6421">
                  <c:v>79.930228999999997</c:v>
                </c:pt>
                <c:pt idx="6422">
                  <c:v>80.184807000000006</c:v>
                </c:pt>
                <c:pt idx="6423">
                  <c:v>80.685867000000002</c:v>
                </c:pt>
                <c:pt idx="6424">
                  <c:v>82.206657000000007</c:v>
                </c:pt>
                <c:pt idx="6425">
                  <c:v>84.411972000000006</c:v>
                </c:pt>
                <c:pt idx="6426">
                  <c:v>85.239006000000003</c:v>
                </c:pt>
                <c:pt idx="6427">
                  <c:v>85.436958000000004</c:v>
                </c:pt>
                <c:pt idx="6428">
                  <c:v>85.565689000000006</c:v>
                </c:pt>
                <c:pt idx="6429">
                  <c:v>85.775986000000003</c:v>
                </c:pt>
                <c:pt idx="6430">
                  <c:v>85.971558000000002</c:v>
                </c:pt>
                <c:pt idx="6431">
                  <c:v>86.203254999999999</c:v>
                </c:pt>
                <c:pt idx="6432">
                  <c:v>86.499770999999996</c:v>
                </c:pt>
                <c:pt idx="6433">
                  <c:v>86.587081999999995</c:v>
                </c:pt>
                <c:pt idx="6434">
                  <c:v>86.489654999999999</c:v>
                </c:pt>
                <c:pt idx="6435">
                  <c:v>86.520675999999995</c:v>
                </c:pt>
                <c:pt idx="6436">
                  <c:v>86.756912</c:v>
                </c:pt>
                <c:pt idx="6437">
                  <c:v>87.079361000000006</c:v>
                </c:pt>
                <c:pt idx="6438">
                  <c:v>87.376189999999994</c:v>
                </c:pt>
                <c:pt idx="6439">
                  <c:v>87.635459999999995</c:v>
                </c:pt>
                <c:pt idx="6440">
                  <c:v>87.743256000000002</c:v>
                </c:pt>
                <c:pt idx="6441">
                  <c:v>87.856644000000003</c:v>
                </c:pt>
                <c:pt idx="6442">
                  <c:v>88.265770000000003</c:v>
                </c:pt>
                <c:pt idx="6443">
                  <c:v>88.574485999999993</c:v>
                </c:pt>
                <c:pt idx="6444">
                  <c:v>88.630638000000005</c:v>
                </c:pt>
                <c:pt idx="6445">
                  <c:v>88.603110999999998</c:v>
                </c:pt>
                <c:pt idx="6446">
                  <c:v>88.579834000000005</c:v>
                </c:pt>
                <c:pt idx="6447">
                  <c:v>88.461867999999996</c:v>
                </c:pt>
                <c:pt idx="6448">
                  <c:v>88.365371999999994</c:v>
                </c:pt>
                <c:pt idx="6449">
                  <c:v>88.333449999999999</c:v>
                </c:pt>
                <c:pt idx="6450">
                  <c:v>88.300353999999999</c:v>
                </c:pt>
                <c:pt idx="6451">
                  <c:v>88.341674999999995</c:v>
                </c:pt>
                <c:pt idx="6452">
                  <c:v>88.485259999999997</c:v>
                </c:pt>
                <c:pt idx="6453">
                  <c:v>88.635429000000002</c:v>
                </c:pt>
                <c:pt idx="6454">
                  <c:v>88.870407</c:v>
                </c:pt>
                <c:pt idx="6455">
                  <c:v>89.207108000000005</c:v>
                </c:pt>
                <c:pt idx="6456">
                  <c:v>89.576629999999994</c:v>
                </c:pt>
                <c:pt idx="6457">
                  <c:v>89.857299999999995</c:v>
                </c:pt>
                <c:pt idx="6458">
                  <c:v>90.011429000000007</c:v>
                </c:pt>
                <c:pt idx="6459">
                  <c:v>90.121032999999997</c:v>
                </c:pt>
                <c:pt idx="6460">
                  <c:v>90.286513999999997</c:v>
                </c:pt>
                <c:pt idx="6461">
                  <c:v>90.525299000000004</c:v>
                </c:pt>
                <c:pt idx="6462">
                  <c:v>90.951035000000005</c:v>
                </c:pt>
                <c:pt idx="6463">
                  <c:v>91.534324999999995</c:v>
                </c:pt>
                <c:pt idx="6464">
                  <c:v>91.828163000000004</c:v>
                </c:pt>
                <c:pt idx="6465">
                  <c:v>91.744308000000004</c:v>
                </c:pt>
                <c:pt idx="6466">
                  <c:v>91.743506999999994</c:v>
                </c:pt>
                <c:pt idx="6467">
                  <c:v>91.730309000000005</c:v>
                </c:pt>
                <c:pt idx="6468">
                  <c:v>91.866814000000005</c:v>
                </c:pt>
                <c:pt idx="6469">
                  <c:v>92.282166000000004</c:v>
                </c:pt>
                <c:pt idx="6470">
                  <c:v>92.804817</c:v>
                </c:pt>
                <c:pt idx="6471">
                  <c:v>93.279221000000007</c:v>
                </c:pt>
                <c:pt idx="6472">
                  <c:v>93.485328999999993</c:v>
                </c:pt>
                <c:pt idx="6473">
                  <c:v>93.324569999999994</c:v>
                </c:pt>
                <c:pt idx="6474">
                  <c:v>93.033126999999993</c:v>
                </c:pt>
                <c:pt idx="6475">
                  <c:v>92.709259000000003</c:v>
                </c:pt>
                <c:pt idx="6476">
                  <c:v>92.392028999999994</c:v>
                </c:pt>
                <c:pt idx="6477">
                  <c:v>92.205894000000001</c:v>
                </c:pt>
                <c:pt idx="6478">
                  <c:v>92.132553000000001</c:v>
                </c:pt>
                <c:pt idx="6479">
                  <c:v>92.178191999999996</c:v>
                </c:pt>
                <c:pt idx="6480">
                  <c:v>92.387428</c:v>
                </c:pt>
                <c:pt idx="6481">
                  <c:v>92.671761000000004</c:v>
                </c:pt>
                <c:pt idx="6482">
                  <c:v>92.791145</c:v>
                </c:pt>
                <c:pt idx="6483">
                  <c:v>92.784621999999999</c:v>
                </c:pt>
                <c:pt idx="6484">
                  <c:v>92.699241999999998</c:v>
                </c:pt>
                <c:pt idx="6485">
                  <c:v>92.600487000000001</c:v>
                </c:pt>
                <c:pt idx="6486">
                  <c:v>92.549149</c:v>
                </c:pt>
                <c:pt idx="6487">
                  <c:v>92.423286000000004</c:v>
                </c:pt>
                <c:pt idx="6488">
                  <c:v>92.202667000000005</c:v>
                </c:pt>
                <c:pt idx="6489">
                  <c:v>92.015015000000005</c:v>
                </c:pt>
                <c:pt idx="6490">
                  <c:v>91.859511999999995</c:v>
                </c:pt>
                <c:pt idx="6491">
                  <c:v>91.572936999999996</c:v>
                </c:pt>
                <c:pt idx="6492">
                  <c:v>91.108360000000005</c:v>
                </c:pt>
                <c:pt idx="6493">
                  <c:v>90.718474999999998</c:v>
                </c:pt>
                <c:pt idx="6494">
                  <c:v>90.537887999999995</c:v>
                </c:pt>
                <c:pt idx="6495">
                  <c:v>90.476875000000007</c:v>
                </c:pt>
                <c:pt idx="6496">
                  <c:v>90.436615000000003</c:v>
                </c:pt>
                <c:pt idx="6497">
                  <c:v>90.358199999999997</c:v>
                </c:pt>
                <c:pt idx="6498">
                  <c:v>90.158623000000006</c:v>
                </c:pt>
                <c:pt idx="6499">
                  <c:v>89.889099000000002</c:v>
                </c:pt>
                <c:pt idx="6500">
                  <c:v>89.754752999999994</c:v>
                </c:pt>
                <c:pt idx="6501">
                  <c:v>89.742073000000005</c:v>
                </c:pt>
                <c:pt idx="6502">
                  <c:v>89.845275999999998</c:v>
                </c:pt>
                <c:pt idx="6503">
                  <c:v>89.892082000000002</c:v>
                </c:pt>
                <c:pt idx="6504">
                  <c:v>89.829086000000004</c:v>
                </c:pt>
                <c:pt idx="6505">
                  <c:v>89.772803999999994</c:v>
                </c:pt>
                <c:pt idx="6506">
                  <c:v>89.783867000000001</c:v>
                </c:pt>
                <c:pt idx="6507">
                  <c:v>89.760429000000002</c:v>
                </c:pt>
                <c:pt idx="6508">
                  <c:v>89.661468999999997</c:v>
                </c:pt>
                <c:pt idx="6509">
                  <c:v>89.576019000000002</c:v>
                </c:pt>
                <c:pt idx="6510">
                  <c:v>89.590514999999996</c:v>
                </c:pt>
                <c:pt idx="6511">
                  <c:v>89.680655999999999</c:v>
                </c:pt>
                <c:pt idx="6512">
                  <c:v>89.816070999999994</c:v>
                </c:pt>
                <c:pt idx="6513">
                  <c:v>90.007262999999995</c:v>
                </c:pt>
                <c:pt idx="6514">
                  <c:v>90.216498999999999</c:v>
                </c:pt>
                <c:pt idx="6515">
                  <c:v>90.442672999999999</c:v>
                </c:pt>
                <c:pt idx="6516">
                  <c:v>90.621880000000004</c:v>
                </c:pt>
                <c:pt idx="6517">
                  <c:v>90.784476999999995</c:v>
                </c:pt>
                <c:pt idx="6518">
                  <c:v>91.000586999999996</c:v>
                </c:pt>
                <c:pt idx="6519">
                  <c:v>91.247024999999994</c:v>
                </c:pt>
                <c:pt idx="6520">
                  <c:v>91.476555000000005</c:v>
                </c:pt>
                <c:pt idx="6521">
                  <c:v>91.570656</c:v>
                </c:pt>
                <c:pt idx="6522">
                  <c:v>91.542664000000002</c:v>
                </c:pt>
                <c:pt idx="6523">
                  <c:v>91.50515</c:v>
                </c:pt>
                <c:pt idx="6524">
                  <c:v>91.443000999999995</c:v>
                </c:pt>
                <c:pt idx="6525">
                  <c:v>91.286102</c:v>
                </c:pt>
                <c:pt idx="6526">
                  <c:v>91.110946999999996</c:v>
                </c:pt>
                <c:pt idx="6527">
                  <c:v>90.960151999999994</c:v>
                </c:pt>
                <c:pt idx="6528">
                  <c:v>90.811569000000006</c:v>
                </c:pt>
                <c:pt idx="6529">
                  <c:v>90.603493</c:v>
                </c:pt>
                <c:pt idx="6530">
                  <c:v>90.360732999999996</c:v>
                </c:pt>
                <c:pt idx="6531">
                  <c:v>90.186538999999996</c:v>
                </c:pt>
                <c:pt idx="6532">
                  <c:v>90.053489999999996</c:v>
                </c:pt>
                <c:pt idx="6533">
                  <c:v>89.931434999999993</c:v>
                </c:pt>
                <c:pt idx="6534">
                  <c:v>89.745261999999997</c:v>
                </c:pt>
                <c:pt idx="6535">
                  <c:v>89.565444999999997</c:v>
                </c:pt>
                <c:pt idx="6536">
                  <c:v>89.444626</c:v>
                </c:pt>
                <c:pt idx="6537">
                  <c:v>89.407600000000002</c:v>
                </c:pt>
                <c:pt idx="6538">
                  <c:v>89.409546000000006</c:v>
                </c:pt>
                <c:pt idx="6539">
                  <c:v>89.408264000000003</c:v>
                </c:pt>
                <c:pt idx="6540">
                  <c:v>89.390732</c:v>
                </c:pt>
                <c:pt idx="6541">
                  <c:v>89.388260000000002</c:v>
                </c:pt>
                <c:pt idx="6542">
                  <c:v>89.441436999999993</c:v>
                </c:pt>
                <c:pt idx="6543">
                  <c:v>89.502632000000006</c:v>
                </c:pt>
                <c:pt idx="6544">
                  <c:v>89.536429999999996</c:v>
                </c:pt>
                <c:pt idx="6545">
                  <c:v>89.562515000000005</c:v>
                </c:pt>
                <c:pt idx="6546">
                  <c:v>89.635597000000004</c:v>
                </c:pt>
                <c:pt idx="6547">
                  <c:v>89.705260999999993</c:v>
                </c:pt>
                <c:pt idx="6548">
                  <c:v>89.770813000000004</c:v>
                </c:pt>
                <c:pt idx="6549">
                  <c:v>89.786331000000004</c:v>
                </c:pt>
                <c:pt idx="6550">
                  <c:v>89.723038000000003</c:v>
                </c:pt>
                <c:pt idx="6551">
                  <c:v>89.622382999999999</c:v>
                </c:pt>
                <c:pt idx="6552">
                  <c:v>89.534233</c:v>
                </c:pt>
                <c:pt idx="6553">
                  <c:v>89.405510000000007</c:v>
                </c:pt>
                <c:pt idx="6554">
                  <c:v>89.229484999999997</c:v>
                </c:pt>
                <c:pt idx="6555">
                  <c:v>89.076172</c:v>
                </c:pt>
                <c:pt idx="6556">
                  <c:v>88.953856999999999</c:v>
                </c:pt>
                <c:pt idx="6557">
                  <c:v>88.862258999999995</c:v>
                </c:pt>
                <c:pt idx="6558">
                  <c:v>88.743590999999995</c:v>
                </c:pt>
                <c:pt idx="6559">
                  <c:v>88.660659999999993</c:v>
                </c:pt>
                <c:pt idx="6560">
                  <c:v>88.613784999999993</c:v>
                </c:pt>
                <c:pt idx="6561">
                  <c:v>88.547484999999995</c:v>
                </c:pt>
                <c:pt idx="6562">
                  <c:v>88.448059000000001</c:v>
                </c:pt>
                <c:pt idx="6563">
                  <c:v>88.347130000000007</c:v>
                </c:pt>
                <c:pt idx="6564">
                  <c:v>88.283546000000001</c:v>
                </c:pt>
                <c:pt idx="6565">
                  <c:v>88.244690000000006</c:v>
                </c:pt>
                <c:pt idx="6566">
                  <c:v>88.216171000000003</c:v>
                </c:pt>
                <c:pt idx="6567">
                  <c:v>88.157143000000005</c:v>
                </c:pt>
                <c:pt idx="6568">
                  <c:v>88.066246000000007</c:v>
                </c:pt>
                <c:pt idx="6569">
                  <c:v>88.075226000000001</c:v>
                </c:pt>
                <c:pt idx="6570">
                  <c:v>88.129874999999998</c:v>
                </c:pt>
                <c:pt idx="6571">
                  <c:v>88.071121000000005</c:v>
                </c:pt>
                <c:pt idx="6572">
                  <c:v>87.961853000000005</c:v>
                </c:pt>
                <c:pt idx="6573">
                  <c:v>87.970329000000007</c:v>
                </c:pt>
                <c:pt idx="6574">
                  <c:v>88.037186000000005</c:v>
                </c:pt>
                <c:pt idx="6575">
                  <c:v>88.104477000000003</c:v>
                </c:pt>
                <c:pt idx="6576">
                  <c:v>88.173125999999996</c:v>
                </c:pt>
                <c:pt idx="6577">
                  <c:v>88.228981000000005</c:v>
                </c:pt>
                <c:pt idx="6578">
                  <c:v>88.267386999999999</c:v>
                </c:pt>
                <c:pt idx="6579">
                  <c:v>88.313109999999995</c:v>
                </c:pt>
                <c:pt idx="6580">
                  <c:v>88.351364000000004</c:v>
                </c:pt>
                <c:pt idx="6581">
                  <c:v>88.387923999999998</c:v>
                </c:pt>
                <c:pt idx="6582">
                  <c:v>88.390120999999994</c:v>
                </c:pt>
                <c:pt idx="6583">
                  <c:v>88.324378999999993</c:v>
                </c:pt>
                <c:pt idx="6584">
                  <c:v>88.285576000000006</c:v>
                </c:pt>
                <c:pt idx="6585">
                  <c:v>88.332581000000005</c:v>
                </c:pt>
                <c:pt idx="6586">
                  <c:v>88.376900000000006</c:v>
                </c:pt>
                <c:pt idx="6587">
                  <c:v>88.373337000000006</c:v>
                </c:pt>
                <c:pt idx="6588">
                  <c:v>88.366371000000001</c:v>
                </c:pt>
                <c:pt idx="6589">
                  <c:v>88.387732999999997</c:v>
                </c:pt>
                <c:pt idx="6590">
                  <c:v>88.465546000000003</c:v>
                </c:pt>
                <c:pt idx="6591">
                  <c:v>88.559387000000001</c:v>
                </c:pt>
                <c:pt idx="6592">
                  <c:v>88.636878999999993</c:v>
                </c:pt>
                <c:pt idx="6593">
                  <c:v>88.642982000000003</c:v>
                </c:pt>
                <c:pt idx="6594">
                  <c:v>88.617965999999996</c:v>
                </c:pt>
                <c:pt idx="6595">
                  <c:v>88.663848999999999</c:v>
                </c:pt>
                <c:pt idx="6596">
                  <c:v>88.710944999999995</c:v>
                </c:pt>
                <c:pt idx="6597">
                  <c:v>88.750290000000007</c:v>
                </c:pt>
                <c:pt idx="6598">
                  <c:v>88.755950999999996</c:v>
                </c:pt>
                <c:pt idx="6599">
                  <c:v>88.751495000000006</c:v>
                </c:pt>
                <c:pt idx="6600">
                  <c:v>88.761696000000001</c:v>
                </c:pt>
                <c:pt idx="6601">
                  <c:v>88.674515</c:v>
                </c:pt>
                <c:pt idx="6602">
                  <c:v>88.497474999999994</c:v>
                </c:pt>
                <c:pt idx="6603">
                  <c:v>88.478645</c:v>
                </c:pt>
                <c:pt idx="6604">
                  <c:v>88.532264999999995</c:v>
                </c:pt>
                <c:pt idx="6605">
                  <c:v>88.594268999999997</c:v>
                </c:pt>
                <c:pt idx="6606">
                  <c:v>88.731635999999995</c:v>
                </c:pt>
                <c:pt idx="6607">
                  <c:v>88.791847000000004</c:v>
                </c:pt>
                <c:pt idx="6608">
                  <c:v>88.742867000000004</c:v>
                </c:pt>
                <c:pt idx="6609">
                  <c:v>88.721817000000001</c:v>
                </c:pt>
                <c:pt idx="6610">
                  <c:v>88.669449</c:v>
                </c:pt>
                <c:pt idx="6611">
                  <c:v>88.569748000000004</c:v>
                </c:pt>
                <c:pt idx="6612">
                  <c:v>88.506561000000005</c:v>
                </c:pt>
                <c:pt idx="6613">
                  <c:v>88.619156000000004</c:v>
                </c:pt>
                <c:pt idx="6614">
                  <c:v>88.853988999999999</c:v>
                </c:pt>
                <c:pt idx="6615">
                  <c:v>88.970917</c:v>
                </c:pt>
                <c:pt idx="6616">
                  <c:v>88.984786999999997</c:v>
                </c:pt>
                <c:pt idx="6617">
                  <c:v>88.826415999999995</c:v>
                </c:pt>
                <c:pt idx="6618">
                  <c:v>88.696808000000004</c:v>
                </c:pt>
                <c:pt idx="6619">
                  <c:v>88.696288999999993</c:v>
                </c:pt>
                <c:pt idx="6620">
                  <c:v>88.726585</c:v>
                </c:pt>
                <c:pt idx="6621">
                  <c:v>88.756011999999998</c:v>
                </c:pt>
                <c:pt idx="6622">
                  <c:v>88.839293999999995</c:v>
                </c:pt>
                <c:pt idx="6623">
                  <c:v>88.927115999999998</c:v>
                </c:pt>
                <c:pt idx="6624">
                  <c:v>89.030106000000004</c:v>
                </c:pt>
                <c:pt idx="6625">
                  <c:v>89.189171000000002</c:v>
                </c:pt>
                <c:pt idx="6626">
                  <c:v>89.459052999999997</c:v>
                </c:pt>
                <c:pt idx="6627">
                  <c:v>89.782584999999997</c:v>
                </c:pt>
                <c:pt idx="6628">
                  <c:v>90.076903999999999</c:v>
                </c:pt>
                <c:pt idx="6629">
                  <c:v>90.303848000000002</c:v>
                </c:pt>
                <c:pt idx="6630">
                  <c:v>90.477592000000001</c:v>
                </c:pt>
                <c:pt idx="6631">
                  <c:v>90.662315000000007</c:v>
                </c:pt>
                <c:pt idx="6632">
                  <c:v>90.934639000000004</c:v>
                </c:pt>
                <c:pt idx="6633">
                  <c:v>91.105987999999996</c:v>
                </c:pt>
                <c:pt idx="6634">
                  <c:v>91.276236999999995</c:v>
                </c:pt>
                <c:pt idx="6635">
                  <c:v>91.561119000000005</c:v>
                </c:pt>
                <c:pt idx="6636">
                  <c:v>91.948066999999995</c:v>
                </c:pt>
                <c:pt idx="6637">
                  <c:v>92.358504999999994</c:v>
                </c:pt>
                <c:pt idx="6638">
                  <c:v>92.704978999999994</c:v>
                </c:pt>
                <c:pt idx="6639">
                  <c:v>93.117630000000005</c:v>
                </c:pt>
                <c:pt idx="6640">
                  <c:v>93.348679000000004</c:v>
                </c:pt>
                <c:pt idx="6641">
                  <c:v>93.514449999999997</c:v>
                </c:pt>
                <c:pt idx="6642">
                  <c:v>93.763114999999999</c:v>
                </c:pt>
                <c:pt idx="6643">
                  <c:v>93.957747999999995</c:v>
                </c:pt>
                <c:pt idx="6644">
                  <c:v>94.218834000000001</c:v>
                </c:pt>
                <c:pt idx="6645">
                  <c:v>94.569519</c:v>
                </c:pt>
                <c:pt idx="6646">
                  <c:v>95.148787999999996</c:v>
                </c:pt>
                <c:pt idx="6647">
                  <c:v>95.531441000000001</c:v>
                </c:pt>
                <c:pt idx="6648">
                  <c:v>95.925110000000004</c:v>
                </c:pt>
                <c:pt idx="6649">
                  <c:v>96.200042999999994</c:v>
                </c:pt>
                <c:pt idx="6650">
                  <c:v>96.252578999999997</c:v>
                </c:pt>
                <c:pt idx="6651">
                  <c:v>96.225387999999995</c:v>
                </c:pt>
                <c:pt idx="6652">
                  <c:v>96.361159999999998</c:v>
                </c:pt>
                <c:pt idx="6653">
                  <c:v>96.628592999999995</c:v>
                </c:pt>
                <c:pt idx="6654">
                  <c:v>96.872208000000001</c:v>
                </c:pt>
                <c:pt idx="6655">
                  <c:v>97.120498999999995</c:v>
                </c:pt>
                <c:pt idx="6656">
                  <c:v>97.472426999999996</c:v>
                </c:pt>
                <c:pt idx="6657">
                  <c:v>97.837035999999998</c:v>
                </c:pt>
                <c:pt idx="6658">
                  <c:v>97.954338000000007</c:v>
                </c:pt>
                <c:pt idx="6659">
                  <c:v>98.051353000000006</c:v>
                </c:pt>
                <c:pt idx="6660">
                  <c:v>98.316490000000002</c:v>
                </c:pt>
                <c:pt idx="6661">
                  <c:v>98.601410000000001</c:v>
                </c:pt>
                <c:pt idx="6662">
                  <c:v>98.835175000000007</c:v>
                </c:pt>
                <c:pt idx="6663">
                  <c:v>99.180335999999997</c:v>
                </c:pt>
                <c:pt idx="6664">
                  <c:v>99.501159999999999</c:v>
                </c:pt>
                <c:pt idx="6665">
                  <c:v>99.689896000000005</c:v>
                </c:pt>
                <c:pt idx="6666">
                  <c:v>99.838691999999995</c:v>
                </c:pt>
                <c:pt idx="6667">
                  <c:v>99.981689000000003</c:v>
                </c:pt>
                <c:pt idx="6668">
                  <c:v>100.09148999999999</c:v>
                </c:pt>
                <c:pt idx="6669">
                  <c:v>100.18919</c:v>
                </c:pt>
                <c:pt idx="6670">
                  <c:v>100.32639</c:v>
                </c:pt>
                <c:pt idx="6671">
                  <c:v>100.57266</c:v>
                </c:pt>
                <c:pt idx="6672">
                  <c:v>100.93946</c:v>
                </c:pt>
                <c:pt idx="6673">
                  <c:v>101.42258</c:v>
                </c:pt>
                <c:pt idx="6674">
                  <c:v>101.89918</c:v>
                </c:pt>
                <c:pt idx="6675">
                  <c:v>102.28659</c:v>
                </c:pt>
                <c:pt idx="6676">
                  <c:v>102.56639</c:v>
                </c:pt>
                <c:pt idx="6677">
                  <c:v>102.71664</c:v>
                </c:pt>
                <c:pt idx="6678">
                  <c:v>102.81411</c:v>
                </c:pt>
                <c:pt idx="6679">
                  <c:v>102.93188000000001</c:v>
                </c:pt>
                <c:pt idx="6680">
                  <c:v>103.0723</c:v>
                </c:pt>
                <c:pt idx="6681">
                  <c:v>103.19646</c:v>
                </c:pt>
                <c:pt idx="6682">
                  <c:v>103.37617</c:v>
                </c:pt>
                <c:pt idx="6683">
                  <c:v>103.59520000000001</c:v>
                </c:pt>
                <c:pt idx="6684">
                  <c:v>103.81538</c:v>
                </c:pt>
                <c:pt idx="6685">
                  <c:v>104.03661</c:v>
                </c:pt>
                <c:pt idx="6686">
                  <c:v>104.21527</c:v>
                </c:pt>
                <c:pt idx="6687">
                  <c:v>104.37294</c:v>
                </c:pt>
                <c:pt idx="6688">
                  <c:v>104.42547999999999</c:v>
                </c:pt>
                <c:pt idx="6689">
                  <c:v>104.4538</c:v>
                </c:pt>
                <c:pt idx="6690">
                  <c:v>104.51273</c:v>
                </c:pt>
                <c:pt idx="6691">
                  <c:v>104.55713</c:v>
                </c:pt>
                <c:pt idx="6692">
                  <c:v>104.53548000000001</c:v>
                </c:pt>
                <c:pt idx="6693">
                  <c:v>104.61247</c:v>
                </c:pt>
                <c:pt idx="6694">
                  <c:v>104.6502</c:v>
                </c:pt>
                <c:pt idx="6695">
                  <c:v>104.6117</c:v>
                </c:pt>
                <c:pt idx="6696">
                  <c:v>104.56219</c:v>
                </c:pt>
                <c:pt idx="6697">
                  <c:v>104.52555</c:v>
                </c:pt>
                <c:pt idx="6698">
                  <c:v>104.58535000000001</c:v>
                </c:pt>
                <c:pt idx="6699">
                  <c:v>104.72230999999999</c:v>
                </c:pt>
                <c:pt idx="6700">
                  <c:v>104.8145</c:v>
                </c:pt>
                <c:pt idx="6701">
                  <c:v>104.92995999999999</c:v>
                </c:pt>
                <c:pt idx="6702">
                  <c:v>105.10223000000001</c:v>
                </c:pt>
                <c:pt idx="6703">
                  <c:v>105.27124999999999</c:v>
                </c:pt>
                <c:pt idx="6704">
                  <c:v>105.41202</c:v>
                </c:pt>
                <c:pt idx="6705">
                  <c:v>105.49007</c:v>
                </c:pt>
                <c:pt idx="6706">
                  <c:v>105.64157</c:v>
                </c:pt>
                <c:pt idx="6707">
                  <c:v>105.77573</c:v>
                </c:pt>
                <c:pt idx="6708">
                  <c:v>105.87239</c:v>
                </c:pt>
                <c:pt idx="6709">
                  <c:v>105.96913000000001</c:v>
                </c:pt>
                <c:pt idx="6710">
                  <c:v>106.10509</c:v>
                </c:pt>
                <c:pt idx="6711">
                  <c:v>106.2882</c:v>
                </c:pt>
                <c:pt idx="6712">
                  <c:v>106.50166</c:v>
                </c:pt>
                <c:pt idx="6713">
                  <c:v>106.66245000000001</c:v>
                </c:pt>
                <c:pt idx="6714">
                  <c:v>106.80773000000001</c:v>
                </c:pt>
                <c:pt idx="6715">
                  <c:v>106.99259000000001</c:v>
                </c:pt>
                <c:pt idx="6716">
                  <c:v>107.24303</c:v>
                </c:pt>
                <c:pt idx="6717">
                  <c:v>107.34514</c:v>
                </c:pt>
                <c:pt idx="6718">
                  <c:v>107.49454</c:v>
                </c:pt>
                <c:pt idx="6719">
                  <c:v>107.68652</c:v>
                </c:pt>
                <c:pt idx="6720">
                  <c:v>107.81999</c:v>
                </c:pt>
                <c:pt idx="6721">
                  <c:v>108.05058</c:v>
                </c:pt>
                <c:pt idx="6722">
                  <c:v>108.36301</c:v>
                </c:pt>
                <c:pt idx="6723">
                  <c:v>108.73714</c:v>
                </c:pt>
                <c:pt idx="6724">
                  <c:v>109.05792</c:v>
                </c:pt>
                <c:pt idx="6725">
                  <c:v>109.38683</c:v>
                </c:pt>
                <c:pt idx="6726">
                  <c:v>109.72886</c:v>
                </c:pt>
                <c:pt idx="6727">
                  <c:v>110.07028</c:v>
                </c:pt>
                <c:pt idx="6728">
                  <c:v>110.40076999999999</c:v>
                </c:pt>
                <c:pt idx="6729">
                  <c:v>110.72857</c:v>
                </c:pt>
                <c:pt idx="6730">
                  <c:v>111.09602</c:v>
                </c:pt>
                <c:pt idx="6731">
                  <c:v>111.34264</c:v>
                </c:pt>
                <c:pt idx="6732">
                  <c:v>111.50946</c:v>
                </c:pt>
                <c:pt idx="6733">
                  <c:v>111.56372</c:v>
                </c:pt>
                <c:pt idx="6734">
                  <c:v>111.4712</c:v>
                </c:pt>
                <c:pt idx="6735">
                  <c:v>111.53542</c:v>
                </c:pt>
                <c:pt idx="6736">
                  <c:v>111.72638000000001</c:v>
                </c:pt>
                <c:pt idx="6737">
                  <c:v>111.85536</c:v>
                </c:pt>
                <c:pt idx="6738">
                  <c:v>112.00642000000001</c:v>
                </c:pt>
                <c:pt idx="6739">
                  <c:v>112.217</c:v>
                </c:pt>
                <c:pt idx="6740">
                  <c:v>112.48408999999999</c:v>
                </c:pt>
                <c:pt idx="6741">
                  <c:v>112.72945</c:v>
                </c:pt>
                <c:pt idx="6742">
                  <c:v>113.00604</c:v>
                </c:pt>
                <c:pt idx="6743">
                  <c:v>113.11322</c:v>
                </c:pt>
                <c:pt idx="6744">
                  <c:v>113.08295</c:v>
                </c:pt>
                <c:pt idx="6745">
                  <c:v>113.13654</c:v>
                </c:pt>
                <c:pt idx="6746">
                  <c:v>113.22617</c:v>
                </c:pt>
                <c:pt idx="6747">
                  <c:v>113.40105</c:v>
                </c:pt>
                <c:pt idx="6748">
                  <c:v>113.59814</c:v>
                </c:pt>
                <c:pt idx="6749">
                  <c:v>113.70496</c:v>
                </c:pt>
                <c:pt idx="6750">
                  <c:v>113.81412</c:v>
                </c:pt>
                <c:pt idx="6751">
                  <c:v>113.90236</c:v>
                </c:pt>
                <c:pt idx="6752">
                  <c:v>113.91285999999999</c:v>
                </c:pt>
                <c:pt idx="6753">
                  <c:v>113.84242</c:v>
                </c:pt>
                <c:pt idx="6754">
                  <c:v>113.77867000000001</c:v>
                </c:pt>
                <c:pt idx="6755">
                  <c:v>113.83931</c:v>
                </c:pt>
                <c:pt idx="6756">
                  <c:v>113.99368</c:v>
                </c:pt>
                <c:pt idx="6757">
                  <c:v>114.13988999999999</c:v>
                </c:pt>
                <c:pt idx="6758">
                  <c:v>114.2869</c:v>
                </c:pt>
                <c:pt idx="6759">
                  <c:v>114.383</c:v>
                </c:pt>
                <c:pt idx="6760">
                  <c:v>114.42931</c:v>
                </c:pt>
                <c:pt idx="6761">
                  <c:v>114.41</c:v>
                </c:pt>
                <c:pt idx="6762">
                  <c:v>114.35144</c:v>
                </c:pt>
                <c:pt idx="6763">
                  <c:v>114.29537999999999</c:v>
                </c:pt>
                <c:pt idx="6764">
                  <c:v>114.30131</c:v>
                </c:pt>
                <c:pt idx="6765">
                  <c:v>114.29507</c:v>
                </c:pt>
                <c:pt idx="6766">
                  <c:v>114.33426</c:v>
                </c:pt>
                <c:pt idx="6767">
                  <c:v>114.3802</c:v>
                </c:pt>
                <c:pt idx="6768">
                  <c:v>114.44022</c:v>
                </c:pt>
                <c:pt idx="6769">
                  <c:v>114.52061</c:v>
                </c:pt>
                <c:pt idx="6770">
                  <c:v>114.54505</c:v>
                </c:pt>
                <c:pt idx="6771">
                  <c:v>114.53963</c:v>
                </c:pt>
                <c:pt idx="6772">
                  <c:v>114.53856</c:v>
                </c:pt>
                <c:pt idx="6773">
                  <c:v>114.57289</c:v>
                </c:pt>
                <c:pt idx="6774">
                  <c:v>114.69553000000001</c:v>
                </c:pt>
                <c:pt idx="6775">
                  <c:v>114.87141</c:v>
                </c:pt>
                <c:pt idx="6776">
                  <c:v>115.09254</c:v>
                </c:pt>
                <c:pt idx="6777">
                  <c:v>115.35028</c:v>
                </c:pt>
                <c:pt idx="6778">
                  <c:v>115.63449</c:v>
                </c:pt>
                <c:pt idx="6779">
                  <c:v>115.86481000000001</c:v>
                </c:pt>
                <c:pt idx="6780">
                  <c:v>116.20773</c:v>
                </c:pt>
                <c:pt idx="6781">
                  <c:v>116.62194</c:v>
                </c:pt>
                <c:pt idx="6782">
                  <c:v>116.89203000000001</c:v>
                </c:pt>
                <c:pt idx="6783">
                  <c:v>117.07776</c:v>
                </c:pt>
                <c:pt idx="6784">
                  <c:v>117.30517999999999</c:v>
                </c:pt>
                <c:pt idx="6785">
                  <c:v>117.54425000000001</c:v>
                </c:pt>
                <c:pt idx="6786">
                  <c:v>117.60307</c:v>
                </c:pt>
                <c:pt idx="6787">
                  <c:v>117.52264</c:v>
                </c:pt>
                <c:pt idx="6788">
                  <c:v>117.53522</c:v>
                </c:pt>
                <c:pt idx="6789">
                  <c:v>117.4983</c:v>
                </c:pt>
                <c:pt idx="6790">
                  <c:v>117.2437</c:v>
                </c:pt>
                <c:pt idx="6791">
                  <c:v>116.87419</c:v>
                </c:pt>
                <c:pt idx="6792">
                  <c:v>116.51669</c:v>
                </c:pt>
                <c:pt idx="6793">
                  <c:v>116.22113</c:v>
                </c:pt>
                <c:pt idx="6794">
                  <c:v>116.09985</c:v>
                </c:pt>
                <c:pt idx="6795">
                  <c:v>116.14515</c:v>
                </c:pt>
                <c:pt idx="6796">
                  <c:v>116.34088</c:v>
                </c:pt>
                <c:pt idx="6797">
                  <c:v>116.69025000000001</c:v>
                </c:pt>
                <c:pt idx="6798">
                  <c:v>117.14912</c:v>
                </c:pt>
                <c:pt idx="6799">
                  <c:v>117.62902</c:v>
                </c:pt>
                <c:pt idx="6800">
                  <c:v>117.95735000000001</c:v>
                </c:pt>
                <c:pt idx="6801">
                  <c:v>118.11417</c:v>
                </c:pt>
                <c:pt idx="6802">
                  <c:v>118.30710000000001</c:v>
                </c:pt>
                <c:pt idx="6803">
                  <c:v>118.60567</c:v>
                </c:pt>
                <c:pt idx="6804">
                  <c:v>118.88348999999999</c:v>
                </c:pt>
                <c:pt idx="6805">
                  <c:v>118.92926</c:v>
                </c:pt>
                <c:pt idx="6806">
                  <c:v>118.78907</c:v>
                </c:pt>
                <c:pt idx="6807">
                  <c:v>118.53122999999999</c:v>
                </c:pt>
                <c:pt idx="6808">
                  <c:v>118.22638000000001</c:v>
                </c:pt>
                <c:pt idx="6809">
                  <c:v>118.07782</c:v>
                </c:pt>
                <c:pt idx="6810">
                  <c:v>118.15967999999999</c:v>
                </c:pt>
                <c:pt idx="6811">
                  <c:v>118.36514</c:v>
                </c:pt>
                <c:pt idx="6812">
                  <c:v>118.61359</c:v>
                </c:pt>
                <c:pt idx="6813">
                  <c:v>118.74618</c:v>
                </c:pt>
                <c:pt idx="6814">
                  <c:v>118.76349</c:v>
                </c:pt>
                <c:pt idx="6815">
                  <c:v>118.71980000000001</c:v>
                </c:pt>
                <c:pt idx="6816">
                  <c:v>118.66698</c:v>
                </c:pt>
                <c:pt idx="6817">
                  <c:v>118.57420999999999</c:v>
                </c:pt>
                <c:pt idx="6818">
                  <c:v>118.49754</c:v>
                </c:pt>
                <c:pt idx="6819">
                  <c:v>118.38361999999999</c:v>
                </c:pt>
                <c:pt idx="6820">
                  <c:v>118.25855</c:v>
                </c:pt>
                <c:pt idx="6821">
                  <c:v>118.05224</c:v>
                </c:pt>
                <c:pt idx="6822">
                  <c:v>117.75867</c:v>
                </c:pt>
                <c:pt idx="6823">
                  <c:v>117.56638</c:v>
                </c:pt>
                <c:pt idx="6824">
                  <c:v>117.50546</c:v>
                </c:pt>
                <c:pt idx="6825">
                  <c:v>117.52481</c:v>
                </c:pt>
                <c:pt idx="6826">
                  <c:v>117.63918</c:v>
                </c:pt>
                <c:pt idx="6827">
                  <c:v>117.79957</c:v>
                </c:pt>
                <c:pt idx="6828">
                  <c:v>117.94324</c:v>
                </c:pt>
                <c:pt idx="6829">
                  <c:v>118.00358</c:v>
                </c:pt>
                <c:pt idx="6830">
                  <c:v>118.01667999999999</c:v>
                </c:pt>
                <c:pt idx="6831">
                  <c:v>117.98072999999999</c:v>
                </c:pt>
                <c:pt idx="6832">
                  <c:v>117.87248</c:v>
                </c:pt>
                <c:pt idx="6833">
                  <c:v>117.69871999999999</c:v>
                </c:pt>
                <c:pt idx="6834">
                  <c:v>117.65448000000001</c:v>
                </c:pt>
                <c:pt idx="6835">
                  <c:v>117.66106000000001</c:v>
                </c:pt>
                <c:pt idx="6836">
                  <c:v>117.65816</c:v>
                </c:pt>
                <c:pt idx="6837">
                  <c:v>117.66302</c:v>
                </c:pt>
                <c:pt idx="6838">
                  <c:v>117.70046000000001</c:v>
                </c:pt>
                <c:pt idx="6839">
                  <c:v>117.89019</c:v>
                </c:pt>
                <c:pt idx="6840">
                  <c:v>118.03864</c:v>
                </c:pt>
                <c:pt idx="6841">
                  <c:v>118.07398000000001</c:v>
                </c:pt>
                <c:pt idx="6842">
                  <c:v>118.18292</c:v>
                </c:pt>
                <c:pt idx="6843">
                  <c:v>118.30959</c:v>
                </c:pt>
                <c:pt idx="6844">
                  <c:v>118.41731</c:v>
                </c:pt>
                <c:pt idx="6845">
                  <c:v>118.42725</c:v>
                </c:pt>
                <c:pt idx="6846">
                  <c:v>118.4121</c:v>
                </c:pt>
                <c:pt idx="6847">
                  <c:v>118.50557000000001</c:v>
                </c:pt>
                <c:pt idx="6848">
                  <c:v>118.63091</c:v>
                </c:pt>
                <c:pt idx="6849">
                  <c:v>118.68333</c:v>
                </c:pt>
                <c:pt idx="6850">
                  <c:v>118.6936</c:v>
                </c:pt>
                <c:pt idx="6851">
                  <c:v>118.72405000000001</c:v>
                </c:pt>
                <c:pt idx="6852">
                  <c:v>118.72879</c:v>
                </c:pt>
                <c:pt idx="6853">
                  <c:v>118.65667999999999</c:v>
                </c:pt>
                <c:pt idx="6854">
                  <c:v>118.58211</c:v>
                </c:pt>
                <c:pt idx="6855">
                  <c:v>118.52153</c:v>
                </c:pt>
                <c:pt idx="6856">
                  <c:v>118.39832</c:v>
                </c:pt>
                <c:pt idx="6857">
                  <c:v>118.34208</c:v>
                </c:pt>
                <c:pt idx="6858">
                  <c:v>118.30609</c:v>
                </c:pt>
                <c:pt idx="6859">
                  <c:v>118.26219</c:v>
                </c:pt>
                <c:pt idx="6860">
                  <c:v>118.29366</c:v>
                </c:pt>
                <c:pt idx="6861">
                  <c:v>118.43732</c:v>
                </c:pt>
                <c:pt idx="6862">
                  <c:v>118.55705</c:v>
                </c:pt>
                <c:pt idx="6863">
                  <c:v>118.62278999999999</c:v>
                </c:pt>
                <c:pt idx="6864">
                  <c:v>118.729</c:v>
                </c:pt>
                <c:pt idx="6865">
                  <c:v>118.84484</c:v>
                </c:pt>
                <c:pt idx="6866">
                  <c:v>118.90459</c:v>
                </c:pt>
                <c:pt idx="6867">
                  <c:v>118.93711</c:v>
                </c:pt>
                <c:pt idx="6868">
                  <c:v>118.97649</c:v>
                </c:pt>
                <c:pt idx="6869">
                  <c:v>119.0647</c:v>
                </c:pt>
                <c:pt idx="6870">
                  <c:v>119.12312</c:v>
                </c:pt>
                <c:pt idx="6871">
                  <c:v>119.11433</c:v>
                </c:pt>
                <c:pt idx="6872">
                  <c:v>119.03172000000001</c:v>
                </c:pt>
                <c:pt idx="6873">
                  <c:v>118.90931999999999</c:v>
                </c:pt>
                <c:pt idx="6874">
                  <c:v>118.84345999999999</c:v>
                </c:pt>
                <c:pt idx="6875">
                  <c:v>118.83419000000001</c:v>
                </c:pt>
                <c:pt idx="6876">
                  <c:v>118.86490999999999</c:v>
                </c:pt>
                <c:pt idx="6877">
                  <c:v>118.93062</c:v>
                </c:pt>
                <c:pt idx="6878">
                  <c:v>118.94645</c:v>
                </c:pt>
                <c:pt idx="6879">
                  <c:v>118.93925</c:v>
                </c:pt>
                <c:pt idx="6880">
                  <c:v>118.96812</c:v>
                </c:pt>
                <c:pt idx="6881">
                  <c:v>118.95341000000001</c:v>
                </c:pt>
                <c:pt idx="6882">
                  <c:v>118.88326000000001</c:v>
                </c:pt>
                <c:pt idx="6883">
                  <c:v>118.80173000000001</c:v>
                </c:pt>
                <c:pt idx="6884">
                  <c:v>118.73451</c:v>
                </c:pt>
                <c:pt idx="6885">
                  <c:v>118.67786</c:v>
                </c:pt>
                <c:pt idx="6886">
                  <c:v>118.60481</c:v>
                </c:pt>
                <c:pt idx="6887">
                  <c:v>118.53948</c:v>
                </c:pt>
                <c:pt idx="6888">
                  <c:v>118.50042999999999</c:v>
                </c:pt>
                <c:pt idx="6889">
                  <c:v>118.51728</c:v>
                </c:pt>
                <c:pt idx="6890">
                  <c:v>118.57510000000001</c:v>
                </c:pt>
                <c:pt idx="6891">
                  <c:v>118.62851999999999</c:v>
                </c:pt>
                <c:pt idx="6892">
                  <c:v>118.63763</c:v>
                </c:pt>
                <c:pt idx="6893">
                  <c:v>118.64734</c:v>
                </c:pt>
                <c:pt idx="6894">
                  <c:v>118.61073</c:v>
                </c:pt>
                <c:pt idx="6895">
                  <c:v>118.41895</c:v>
                </c:pt>
                <c:pt idx="6896">
                  <c:v>118.3794</c:v>
                </c:pt>
                <c:pt idx="6897">
                  <c:v>118.41838</c:v>
                </c:pt>
                <c:pt idx="6898">
                  <c:v>118.64409999999999</c:v>
                </c:pt>
                <c:pt idx="6899">
                  <c:v>119.03506</c:v>
                </c:pt>
                <c:pt idx="6900">
                  <c:v>119.3951</c:v>
                </c:pt>
                <c:pt idx="6901">
                  <c:v>119.60745</c:v>
                </c:pt>
                <c:pt idx="6902">
                  <c:v>119.71185</c:v>
                </c:pt>
                <c:pt idx="6903">
                  <c:v>119.68212</c:v>
                </c:pt>
                <c:pt idx="6904">
                  <c:v>119.58899</c:v>
                </c:pt>
                <c:pt idx="6905">
                  <c:v>119.67216999999999</c:v>
                </c:pt>
                <c:pt idx="6906">
                  <c:v>119.78971</c:v>
                </c:pt>
                <c:pt idx="6907">
                  <c:v>119.87259</c:v>
                </c:pt>
                <c:pt idx="6908">
                  <c:v>119.87732</c:v>
                </c:pt>
                <c:pt idx="6909">
                  <c:v>119.83069</c:v>
                </c:pt>
                <c:pt idx="6910">
                  <c:v>119.76407</c:v>
                </c:pt>
                <c:pt idx="6911">
                  <c:v>119.68268999999999</c:v>
                </c:pt>
                <c:pt idx="6912">
                  <c:v>119.59987</c:v>
                </c:pt>
                <c:pt idx="6913">
                  <c:v>119.51424</c:v>
                </c:pt>
                <c:pt idx="6914">
                  <c:v>119.41298999999999</c:v>
                </c:pt>
                <c:pt idx="6915">
                  <c:v>119.32752000000001</c:v>
                </c:pt>
                <c:pt idx="6916">
                  <c:v>119.20979</c:v>
                </c:pt>
                <c:pt idx="6917">
                  <c:v>119.09303</c:v>
                </c:pt>
                <c:pt idx="6918">
                  <c:v>118.99095</c:v>
                </c:pt>
                <c:pt idx="6919">
                  <c:v>118.90170000000001</c:v>
                </c:pt>
                <c:pt idx="6920">
                  <c:v>118.81498000000001</c:v>
                </c:pt>
                <c:pt idx="6921">
                  <c:v>118.73751</c:v>
                </c:pt>
                <c:pt idx="6922">
                  <c:v>118.67027</c:v>
                </c:pt>
                <c:pt idx="6923">
                  <c:v>118.60844</c:v>
                </c:pt>
                <c:pt idx="6924">
                  <c:v>118.56841</c:v>
                </c:pt>
                <c:pt idx="6925">
                  <c:v>118.5337</c:v>
                </c:pt>
                <c:pt idx="6926">
                  <c:v>118.50051999999999</c:v>
                </c:pt>
                <c:pt idx="6927">
                  <c:v>118.46355</c:v>
                </c:pt>
                <c:pt idx="6928">
                  <c:v>118.40697</c:v>
                </c:pt>
                <c:pt idx="6929">
                  <c:v>118.33636</c:v>
                </c:pt>
                <c:pt idx="6930">
                  <c:v>118.25243</c:v>
                </c:pt>
                <c:pt idx="6931">
                  <c:v>118.15436</c:v>
                </c:pt>
                <c:pt idx="6932">
                  <c:v>118.06155</c:v>
                </c:pt>
                <c:pt idx="6933">
                  <c:v>117.99605</c:v>
                </c:pt>
                <c:pt idx="6934">
                  <c:v>117.99803</c:v>
                </c:pt>
                <c:pt idx="6935">
                  <c:v>118.05301</c:v>
                </c:pt>
                <c:pt idx="6936">
                  <c:v>118.16146000000001</c:v>
                </c:pt>
                <c:pt idx="6937">
                  <c:v>118.32418</c:v>
                </c:pt>
                <c:pt idx="6938">
                  <c:v>118.55710000000001</c:v>
                </c:pt>
                <c:pt idx="6939">
                  <c:v>118.86716</c:v>
                </c:pt>
                <c:pt idx="6940">
                  <c:v>119.20789000000001</c:v>
                </c:pt>
                <c:pt idx="6941">
                  <c:v>119.53461</c:v>
                </c:pt>
                <c:pt idx="6942">
                  <c:v>119.82593</c:v>
                </c:pt>
                <c:pt idx="6943">
                  <c:v>120.07845</c:v>
                </c:pt>
                <c:pt idx="6944">
                  <c:v>120.30889999999999</c:v>
                </c:pt>
                <c:pt idx="6945">
                  <c:v>120.54886999999999</c:v>
                </c:pt>
                <c:pt idx="6946">
                  <c:v>120.80557</c:v>
                </c:pt>
                <c:pt idx="6947">
                  <c:v>121.01304</c:v>
                </c:pt>
                <c:pt idx="6948">
                  <c:v>121.15706</c:v>
                </c:pt>
                <c:pt idx="6949">
                  <c:v>121.28545</c:v>
                </c:pt>
                <c:pt idx="6950">
                  <c:v>121.39832</c:v>
                </c:pt>
                <c:pt idx="6951">
                  <c:v>121.54675</c:v>
                </c:pt>
                <c:pt idx="6952">
                  <c:v>121.7187</c:v>
                </c:pt>
                <c:pt idx="6953">
                  <c:v>121.90401</c:v>
                </c:pt>
                <c:pt idx="6954">
                  <c:v>122.03178</c:v>
                </c:pt>
                <c:pt idx="6955">
                  <c:v>122.07182</c:v>
                </c:pt>
                <c:pt idx="6956">
                  <c:v>122.08015</c:v>
                </c:pt>
                <c:pt idx="6957">
                  <c:v>122.09262</c:v>
                </c:pt>
                <c:pt idx="6958">
                  <c:v>122.07675999999999</c:v>
                </c:pt>
                <c:pt idx="6959">
                  <c:v>122.02032</c:v>
                </c:pt>
                <c:pt idx="6960">
                  <c:v>121.9431</c:v>
                </c:pt>
                <c:pt idx="6961">
                  <c:v>121.84566</c:v>
                </c:pt>
                <c:pt idx="6962">
                  <c:v>121.69526999999999</c:v>
                </c:pt>
                <c:pt idx="6963">
                  <c:v>121.53082000000001</c:v>
                </c:pt>
                <c:pt idx="6964">
                  <c:v>121.39530000000001</c:v>
                </c:pt>
                <c:pt idx="6965">
                  <c:v>121.2741</c:v>
                </c:pt>
                <c:pt idx="6966">
                  <c:v>121.18666</c:v>
                </c:pt>
                <c:pt idx="6967">
                  <c:v>121.10138999999999</c:v>
                </c:pt>
                <c:pt idx="6968">
                  <c:v>121.00736000000001</c:v>
                </c:pt>
                <c:pt idx="6969">
                  <c:v>120.90631</c:v>
                </c:pt>
                <c:pt idx="6970">
                  <c:v>120.80843</c:v>
                </c:pt>
                <c:pt idx="6971">
                  <c:v>120.6996</c:v>
                </c:pt>
                <c:pt idx="6972">
                  <c:v>120.58846</c:v>
                </c:pt>
                <c:pt idx="6973">
                  <c:v>120.47535999999999</c:v>
                </c:pt>
                <c:pt idx="6974">
                  <c:v>120.39055999999999</c:v>
                </c:pt>
                <c:pt idx="6975">
                  <c:v>120.36018</c:v>
                </c:pt>
                <c:pt idx="6976">
                  <c:v>120.35638</c:v>
                </c:pt>
                <c:pt idx="6977">
                  <c:v>120.36832</c:v>
                </c:pt>
                <c:pt idx="6978">
                  <c:v>120.36032</c:v>
                </c:pt>
                <c:pt idx="6979">
                  <c:v>120.33838</c:v>
                </c:pt>
                <c:pt idx="6980">
                  <c:v>120.29755</c:v>
                </c:pt>
                <c:pt idx="6981">
                  <c:v>120.26885</c:v>
                </c:pt>
                <c:pt idx="6982">
                  <c:v>120.25217000000001</c:v>
                </c:pt>
                <c:pt idx="6983">
                  <c:v>120.23634</c:v>
                </c:pt>
                <c:pt idx="6984">
                  <c:v>120.19506</c:v>
                </c:pt>
                <c:pt idx="6985">
                  <c:v>120.09354999999999</c:v>
                </c:pt>
                <c:pt idx="6986">
                  <c:v>119.95541</c:v>
                </c:pt>
                <c:pt idx="6987">
                  <c:v>119.81668000000001</c:v>
                </c:pt>
                <c:pt idx="6988">
                  <c:v>119.71607</c:v>
                </c:pt>
                <c:pt idx="6989">
                  <c:v>119.67607</c:v>
                </c:pt>
                <c:pt idx="6990">
                  <c:v>119.67591</c:v>
                </c:pt>
                <c:pt idx="6991">
                  <c:v>119.67742</c:v>
                </c:pt>
                <c:pt idx="6992">
                  <c:v>119.65231</c:v>
                </c:pt>
                <c:pt idx="6993">
                  <c:v>119.60229</c:v>
                </c:pt>
                <c:pt idx="6994">
                  <c:v>119.54647</c:v>
                </c:pt>
                <c:pt idx="6995">
                  <c:v>119.48375</c:v>
                </c:pt>
                <c:pt idx="6996">
                  <c:v>119.42717</c:v>
                </c:pt>
                <c:pt idx="6997">
                  <c:v>119.3815</c:v>
                </c:pt>
                <c:pt idx="6998">
                  <c:v>119.35632</c:v>
                </c:pt>
                <c:pt idx="6999">
                  <c:v>119.34232</c:v>
                </c:pt>
                <c:pt idx="7000">
                  <c:v>119.33172</c:v>
                </c:pt>
                <c:pt idx="7001">
                  <c:v>119.29307</c:v>
                </c:pt>
                <c:pt idx="7002">
                  <c:v>119.22322</c:v>
                </c:pt>
                <c:pt idx="7003">
                  <c:v>119.12846</c:v>
                </c:pt>
                <c:pt idx="7004">
                  <c:v>119.01824000000001</c:v>
                </c:pt>
                <c:pt idx="7005">
                  <c:v>118.93221</c:v>
                </c:pt>
                <c:pt idx="7006">
                  <c:v>118.88314</c:v>
                </c:pt>
                <c:pt idx="7007">
                  <c:v>118.85689000000001</c:v>
                </c:pt>
                <c:pt idx="7008">
                  <c:v>118.79526</c:v>
                </c:pt>
                <c:pt idx="7009">
                  <c:v>118.72041</c:v>
                </c:pt>
                <c:pt idx="7010">
                  <c:v>118.65477</c:v>
                </c:pt>
                <c:pt idx="7011">
                  <c:v>118.59524999999999</c:v>
                </c:pt>
                <c:pt idx="7012">
                  <c:v>118.56674</c:v>
                </c:pt>
                <c:pt idx="7013">
                  <c:v>118.55945</c:v>
                </c:pt>
                <c:pt idx="7014">
                  <c:v>118.58018</c:v>
                </c:pt>
                <c:pt idx="7015">
                  <c:v>118.67765</c:v>
                </c:pt>
                <c:pt idx="7016">
                  <c:v>118.81822</c:v>
                </c:pt>
                <c:pt idx="7017">
                  <c:v>118.96602</c:v>
                </c:pt>
                <c:pt idx="7018">
                  <c:v>119.12721999999999</c:v>
                </c:pt>
                <c:pt idx="7019">
                  <c:v>119.31591</c:v>
                </c:pt>
                <c:pt idx="7020">
                  <c:v>119.57763</c:v>
                </c:pt>
                <c:pt idx="7021">
                  <c:v>119.90514</c:v>
                </c:pt>
                <c:pt idx="7022">
                  <c:v>120.2749</c:v>
                </c:pt>
                <c:pt idx="7023">
                  <c:v>120.73336999999999</c:v>
                </c:pt>
                <c:pt idx="7024">
                  <c:v>121.22968</c:v>
                </c:pt>
                <c:pt idx="7025">
                  <c:v>121.71751</c:v>
                </c:pt>
                <c:pt idx="7026">
                  <c:v>122.16306</c:v>
                </c:pt>
                <c:pt idx="7027">
                  <c:v>122.55933</c:v>
                </c:pt>
                <c:pt idx="7028">
                  <c:v>122.91636</c:v>
                </c:pt>
                <c:pt idx="7029">
                  <c:v>123.23045</c:v>
                </c:pt>
                <c:pt idx="7030">
                  <c:v>123.47289000000001</c:v>
                </c:pt>
                <c:pt idx="7031">
                  <c:v>123.60160999999999</c:v>
                </c:pt>
                <c:pt idx="7032">
                  <c:v>123.63576999999999</c:v>
                </c:pt>
                <c:pt idx="7033">
                  <c:v>123.75127999999999</c:v>
                </c:pt>
                <c:pt idx="7034">
                  <c:v>123.99021999999999</c:v>
                </c:pt>
                <c:pt idx="7035">
                  <c:v>124.23952</c:v>
                </c:pt>
                <c:pt idx="7036">
                  <c:v>124.44750000000001</c:v>
                </c:pt>
                <c:pt idx="7037">
                  <c:v>124.67292</c:v>
                </c:pt>
                <c:pt idx="7038">
                  <c:v>124.88172</c:v>
                </c:pt>
                <c:pt idx="7039">
                  <c:v>125.06081</c:v>
                </c:pt>
                <c:pt idx="7040">
                  <c:v>125.24576999999999</c:v>
                </c:pt>
                <c:pt idx="7041">
                  <c:v>125.34374</c:v>
                </c:pt>
                <c:pt idx="7042">
                  <c:v>125.24236999999999</c:v>
                </c:pt>
                <c:pt idx="7043">
                  <c:v>125.10732</c:v>
                </c:pt>
                <c:pt idx="7044">
                  <c:v>125.02818000000001</c:v>
                </c:pt>
                <c:pt idx="7045">
                  <c:v>125.09872</c:v>
                </c:pt>
                <c:pt idx="7046">
                  <c:v>125.24421</c:v>
                </c:pt>
                <c:pt idx="7047">
                  <c:v>125.2761</c:v>
                </c:pt>
                <c:pt idx="7048">
                  <c:v>125.232</c:v>
                </c:pt>
                <c:pt idx="7049">
                  <c:v>125.18017999999999</c:v>
                </c:pt>
                <c:pt idx="7050">
                  <c:v>125.1317</c:v>
                </c:pt>
                <c:pt idx="7051">
                  <c:v>125.05873</c:v>
                </c:pt>
                <c:pt idx="7052">
                  <c:v>124.97989</c:v>
                </c:pt>
                <c:pt idx="7053">
                  <c:v>124.91151000000001</c:v>
                </c:pt>
                <c:pt idx="7054">
                  <c:v>124.82453</c:v>
                </c:pt>
                <c:pt idx="7055">
                  <c:v>124.75570999999999</c:v>
                </c:pt>
                <c:pt idx="7056">
                  <c:v>124.73857</c:v>
                </c:pt>
                <c:pt idx="7057">
                  <c:v>124.81746</c:v>
                </c:pt>
                <c:pt idx="7058">
                  <c:v>124.98035</c:v>
                </c:pt>
                <c:pt idx="7059">
                  <c:v>125.18875</c:v>
                </c:pt>
                <c:pt idx="7060">
                  <c:v>125.3438</c:v>
                </c:pt>
                <c:pt idx="7061">
                  <c:v>125.34828</c:v>
                </c:pt>
                <c:pt idx="7062">
                  <c:v>125.18599</c:v>
                </c:pt>
                <c:pt idx="7063">
                  <c:v>124.95477</c:v>
                </c:pt>
                <c:pt idx="7064">
                  <c:v>124.79454</c:v>
                </c:pt>
                <c:pt idx="7065">
                  <c:v>124.6935</c:v>
                </c:pt>
                <c:pt idx="7066">
                  <c:v>124.6507</c:v>
                </c:pt>
                <c:pt idx="7067">
                  <c:v>124.65636000000001</c:v>
                </c:pt>
                <c:pt idx="7068">
                  <c:v>124.69246</c:v>
                </c:pt>
                <c:pt idx="7069">
                  <c:v>124.66676</c:v>
                </c:pt>
                <c:pt idx="7070">
                  <c:v>124.57026999999999</c:v>
                </c:pt>
                <c:pt idx="7071">
                  <c:v>124.40948</c:v>
                </c:pt>
                <c:pt idx="7072">
                  <c:v>124.18732</c:v>
                </c:pt>
                <c:pt idx="7073">
                  <c:v>123.94576000000001</c:v>
                </c:pt>
                <c:pt idx="7074">
                  <c:v>123.73772</c:v>
                </c:pt>
                <c:pt idx="7075">
                  <c:v>123.57669</c:v>
                </c:pt>
                <c:pt idx="7076">
                  <c:v>123.47781000000001</c:v>
                </c:pt>
                <c:pt idx="7077">
                  <c:v>123.46011</c:v>
                </c:pt>
                <c:pt idx="7078">
                  <c:v>123.54586</c:v>
                </c:pt>
                <c:pt idx="7079">
                  <c:v>123.68850999999999</c:v>
                </c:pt>
                <c:pt idx="7080">
                  <c:v>123.75829</c:v>
                </c:pt>
                <c:pt idx="7081">
                  <c:v>123.72221</c:v>
                </c:pt>
                <c:pt idx="7082">
                  <c:v>123.64991999999999</c:v>
                </c:pt>
                <c:pt idx="7083">
                  <c:v>123.5943</c:v>
                </c:pt>
                <c:pt idx="7084">
                  <c:v>123.57107999999999</c:v>
                </c:pt>
                <c:pt idx="7085">
                  <c:v>123.55888</c:v>
                </c:pt>
                <c:pt idx="7086">
                  <c:v>123.54145</c:v>
                </c:pt>
                <c:pt idx="7087">
                  <c:v>123.53703</c:v>
                </c:pt>
                <c:pt idx="7088">
                  <c:v>123.56842</c:v>
                </c:pt>
                <c:pt idx="7089">
                  <c:v>123.64046999999999</c:v>
                </c:pt>
                <c:pt idx="7090">
                  <c:v>123.73211999999999</c:v>
                </c:pt>
                <c:pt idx="7091">
                  <c:v>123.80197</c:v>
                </c:pt>
                <c:pt idx="7092">
                  <c:v>123.89314</c:v>
                </c:pt>
                <c:pt idx="7093">
                  <c:v>123.96621</c:v>
                </c:pt>
                <c:pt idx="7094">
                  <c:v>123.96037</c:v>
                </c:pt>
                <c:pt idx="7095">
                  <c:v>123.91285000000001</c:v>
                </c:pt>
                <c:pt idx="7096">
                  <c:v>123.83365000000001</c:v>
                </c:pt>
                <c:pt idx="7097">
                  <c:v>123.7503</c:v>
                </c:pt>
                <c:pt idx="7098">
                  <c:v>123.74548</c:v>
                </c:pt>
                <c:pt idx="7099">
                  <c:v>123.78335</c:v>
                </c:pt>
                <c:pt idx="7100">
                  <c:v>123.84184</c:v>
                </c:pt>
                <c:pt idx="7101">
                  <c:v>123.92359999999999</c:v>
                </c:pt>
                <c:pt idx="7102">
                  <c:v>123.99696</c:v>
                </c:pt>
                <c:pt idx="7103">
                  <c:v>124.1528</c:v>
                </c:pt>
                <c:pt idx="7104">
                  <c:v>124.40228</c:v>
                </c:pt>
                <c:pt idx="7105">
                  <c:v>124.65004999999999</c:v>
                </c:pt>
                <c:pt idx="7106">
                  <c:v>124.83736</c:v>
                </c:pt>
                <c:pt idx="7107">
                  <c:v>124.93331999999999</c:v>
                </c:pt>
                <c:pt idx="7108">
                  <c:v>124.90411</c:v>
                </c:pt>
                <c:pt idx="7109">
                  <c:v>124.76836</c:v>
                </c:pt>
                <c:pt idx="7110">
                  <c:v>124.54984</c:v>
                </c:pt>
                <c:pt idx="7111">
                  <c:v>124.27254000000001</c:v>
                </c:pt>
                <c:pt idx="7112">
                  <c:v>123.97098</c:v>
                </c:pt>
                <c:pt idx="7113">
                  <c:v>123.65813</c:v>
                </c:pt>
                <c:pt idx="7114">
                  <c:v>123.34264</c:v>
                </c:pt>
                <c:pt idx="7115">
                  <c:v>123.03973000000001</c:v>
                </c:pt>
                <c:pt idx="7116">
                  <c:v>122.78771999999999</c:v>
                </c:pt>
                <c:pt idx="7117">
                  <c:v>122.5608</c:v>
                </c:pt>
                <c:pt idx="7118">
                  <c:v>122.33299</c:v>
                </c:pt>
                <c:pt idx="7119">
                  <c:v>122.14284000000001</c:v>
                </c:pt>
                <c:pt idx="7120">
                  <c:v>121.98032000000001</c:v>
                </c:pt>
                <c:pt idx="7121">
                  <c:v>121.83739</c:v>
                </c:pt>
                <c:pt idx="7122">
                  <c:v>121.70918</c:v>
                </c:pt>
                <c:pt idx="7123">
                  <c:v>121.60231</c:v>
                </c:pt>
                <c:pt idx="7124">
                  <c:v>121.50288</c:v>
                </c:pt>
                <c:pt idx="7125">
                  <c:v>121.40675</c:v>
                </c:pt>
                <c:pt idx="7126">
                  <c:v>121.32402999999999</c:v>
                </c:pt>
                <c:pt idx="7127">
                  <c:v>121.24607</c:v>
                </c:pt>
                <c:pt idx="7128">
                  <c:v>121.17164</c:v>
                </c:pt>
                <c:pt idx="7129">
                  <c:v>121.10016</c:v>
                </c:pt>
                <c:pt idx="7130">
                  <c:v>121.03726</c:v>
                </c:pt>
                <c:pt idx="7131">
                  <c:v>120.99556</c:v>
                </c:pt>
                <c:pt idx="7132">
                  <c:v>120.95689</c:v>
                </c:pt>
                <c:pt idx="7133">
                  <c:v>120.89876</c:v>
                </c:pt>
                <c:pt idx="7134">
                  <c:v>120.83965000000001</c:v>
                </c:pt>
                <c:pt idx="7135">
                  <c:v>120.79586</c:v>
                </c:pt>
                <c:pt idx="7136">
                  <c:v>120.78282</c:v>
                </c:pt>
                <c:pt idx="7137">
                  <c:v>120.78579999999999</c:v>
                </c:pt>
                <c:pt idx="7138">
                  <c:v>120.77618</c:v>
                </c:pt>
                <c:pt idx="7139">
                  <c:v>120.75478</c:v>
                </c:pt>
                <c:pt idx="7140">
                  <c:v>120.74925</c:v>
                </c:pt>
                <c:pt idx="7141">
                  <c:v>120.78107</c:v>
                </c:pt>
                <c:pt idx="7142">
                  <c:v>120.81</c:v>
                </c:pt>
                <c:pt idx="7143">
                  <c:v>120.7822</c:v>
                </c:pt>
                <c:pt idx="7144">
                  <c:v>120.73417999999999</c:v>
                </c:pt>
                <c:pt idx="7145">
                  <c:v>120.71644000000001</c:v>
                </c:pt>
                <c:pt idx="7146">
                  <c:v>120.68095</c:v>
                </c:pt>
                <c:pt idx="7147">
                  <c:v>120.62332000000001</c:v>
                </c:pt>
                <c:pt idx="7148">
                  <c:v>120.5744</c:v>
                </c:pt>
                <c:pt idx="7149">
                  <c:v>120.54454</c:v>
                </c:pt>
                <c:pt idx="7150">
                  <c:v>120.53144</c:v>
                </c:pt>
                <c:pt idx="7151">
                  <c:v>120.53673999999999</c:v>
                </c:pt>
                <c:pt idx="7152">
                  <c:v>120.55824</c:v>
                </c:pt>
                <c:pt idx="7153">
                  <c:v>120.56873</c:v>
                </c:pt>
                <c:pt idx="7154">
                  <c:v>120.58148</c:v>
                </c:pt>
                <c:pt idx="7155">
                  <c:v>120.66098</c:v>
                </c:pt>
                <c:pt idx="7156">
                  <c:v>120.77495</c:v>
                </c:pt>
                <c:pt idx="7157">
                  <c:v>120.86403</c:v>
                </c:pt>
                <c:pt idx="7158">
                  <c:v>120.95247000000001</c:v>
                </c:pt>
                <c:pt idx="7159">
                  <c:v>121.07149</c:v>
                </c:pt>
                <c:pt idx="7160">
                  <c:v>121.22806</c:v>
                </c:pt>
                <c:pt idx="7161">
                  <c:v>121.39415</c:v>
                </c:pt>
                <c:pt idx="7162">
                  <c:v>121.58969</c:v>
                </c:pt>
                <c:pt idx="7163">
                  <c:v>121.80061000000001</c:v>
                </c:pt>
                <c:pt idx="7164">
                  <c:v>121.90114</c:v>
                </c:pt>
                <c:pt idx="7165">
                  <c:v>121.88428</c:v>
                </c:pt>
                <c:pt idx="7166">
                  <c:v>121.82507</c:v>
                </c:pt>
                <c:pt idx="7167">
                  <c:v>121.89023</c:v>
                </c:pt>
                <c:pt idx="7168">
                  <c:v>122.04234</c:v>
                </c:pt>
                <c:pt idx="7169">
                  <c:v>122.167</c:v>
                </c:pt>
                <c:pt idx="7170">
                  <c:v>122.20802999999999</c:v>
                </c:pt>
                <c:pt idx="7171">
                  <c:v>122.15329</c:v>
                </c:pt>
                <c:pt idx="7172">
                  <c:v>122.08638000000001</c:v>
                </c:pt>
                <c:pt idx="7173">
                  <c:v>122.05413</c:v>
                </c:pt>
                <c:pt idx="7174">
                  <c:v>122.00372</c:v>
                </c:pt>
                <c:pt idx="7175">
                  <c:v>121.91</c:v>
                </c:pt>
                <c:pt idx="7176">
                  <c:v>121.82935999999999</c:v>
                </c:pt>
                <c:pt idx="7177">
                  <c:v>121.79625</c:v>
                </c:pt>
                <c:pt idx="7178">
                  <c:v>121.80544999999999</c:v>
                </c:pt>
                <c:pt idx="7179">
                  <c:v>121.79506000000001</c:v>
                </c:pt>
                <c:pt idx="7180">
                  <c:v>121.71035999999999</c:v>
                </c:pt>
                <c:pt idx="7181">
                  <c:v>121.58618</c:v>
                </c:pt>
                <c:pt idx="7182">
                  <c:v>121.46104</c:v>
                </c:pt>
                <c:pt idx="7183">
                  <c:v>121.39915999999999</c:v>
                </c:pt>
                <c:pt idx="7184">
                  <c:v>121.39521000000001</c:v>
                </c:pt>
                <c:pt idx="7185">
                  <c:v>121.41119999999999</c:v>
                </c:pt>
                <c:pt idx="7186">
                  <c:v>121.46142999999999</c:v>
                </c:pt>
                <c:pt idx="7187">
                  <c:v>121.56855</c:v>
                </c:pt>
                <c:pt idx="7188">
                  <c:v>121.70480000000001</c:v>
                </c:pt>
                <c:pt idx="7189">
                  <c:v>121.84246</c:v>
                </c:pt>
                <c:pt idx="7190">
                  <c:v>121.9705</c:v>
                </c:pt>
                <c:pt idx="7191">
                  <c:v>122.08501</c:v>
                </c:pt>
                <c:pt idx="7192">
                  <c:v>122.18056</c:v>
                </c:pt>
                <c:pt idx="7193">
                  <c:v>122.26461999999999</c:v>
                </c:pt>
                <c:pt idx="7194">
                  <c:v>122.34492</c:v>
                </c:pt>
                <c:pt idx="7195">
                  <c:v>122.41351</c:v>
                </c:pt>
                <c:pt idx="7196">
                  <c:v>122.46885</c:v>
                </c:pt>
                <c:pt idx="7197">
                  <c:v>122.51033</c:v>
                </c:pt>
                <c:pt idx="7198">
                  <c:v>122.55315</c:v>
                </c:pt>
                <c:pt idx="7199">
                  <c:v>122.59341000000001</c:v>
                </c:pt>
                <c:pt idx="7200">
                  <c:v>122.63395</c:v>
                </c:pt>
                <c:pt idx="7201">
                  <c:v>122.67556999999999</c:v>
                </c:pt>
                <c:pt idx="7202">
                  <c:v>122.72217000000001</c:v>
                </c:pt>
                <c:pt idx="7203">
                  <c:v>122.77042</c:v>
                </c:pt>
                <c:pt idx="7204">
                  <c:v>122.8261</c:v>
                </c:pt>
                <c:pt idx="7205">
                  <c:v>122.88709</c:v>
                </c:pt>
                <c:pt idx="7206">
                  <c:v>122.93364</c:v>
                </c:pt>
                <c:pt idx="7207">
                  <c:v>122.97176</c:v>
                </c:pt>
                <c:pt idx="7208">
                  <c:v>123.01575</c:v>
                </c:pt>
                <c:pt idx="7209">
                  <c:v>123.05848</c:v>
                </c:pt>
                <c:pt idx="7210">
                  <c:v>123.09338</c:v>
                </c:pt>
                <c:pt idx="7211">
                  <c:v>123.12792</c:v>
                </c:pt>
                <c:pt idx="7212">
                  <c:v>123.17205</c:v>
                </c:pt>
                <c:pt idx="7213">
                  <c:v>123.21799</c:v>
                </c:pt>
                <c:pt idx="7214">
                  <c:v>123.26324</c:v>
                </c:pt>
                <c:pt idx="7215">
                  <c:v>123.30959</c:v>
                </c:pt>
                <c:pt idx="7216">
                  <c:v>123.35428</c:v>
                </c:pt>
                <c:pt idx="7217">
                  <c:v>123.38891</c:v>
                </c:pt>
                <c:pt idx="7218">
                  <c:v>123.41251</c:v>
                </c:pt>
                <c:pt idx="7219">
                  <c:v>123.43129</c:v>
                </c:pt>
                <c:pt idx="7220">
                  <c:v>123.45289</c:v>
                </c:pt>
                <c:pt idx="7221">
                  <c:v>123.48238000000001</c:v>
                </c:pt>
                <c:pt idx="7222">
                  <c:v>123.5099</c:v>
                </c:pt>
                <c:pt idx="7223">
                  <c:v>123.53684</c:v>
                </c:pt>
                <c:pt idx="7224">
                  <c:v>123.55698</c:v>
                </c:pt>
                <c:pt idx="7225">
                  <c:v>123.5723</c:v>
                </c:pt>
                <c:pt idx="7226">
                  <c:v>123.59099000000001</c:v>
                </c:pt>
                <c:pt idx="7227">
                  <c:v>123.60896</c:v>
                </c:pt>
                <c:pt idx="7228">
                  <c:v>123.62298</c:v>
                </c:pt>
                <c:pt idx="7229">
                  <c:v>123.63139</c:v>
                </c:pt>
                <c:pt idx="7230">
                  <c:v>123.63927</c:v>
                </c:pt>
                <c:pt idx="7231">
                  <c:v>123.65599</c:v>
                </c:pt>
                <c:pt idx="7232">
                  <c:v>123.67398</c:v>
                </c:pt>
                <c:pt idx="7233">
                  <c:v>123.69186000000001</c:v>
                </c:pt>
                <c:pt idx="7234">
                  <c:v>123.70807000000001</c:v>
                </c:pt>
                <c:pt idx="7235">
                  <c:v>123.72565</c:v>
                </c:pt>
                <c:pt idx="7236">
                  <c:v>123.73969</c:v>
                </c:pt>
                <c:pt idx="7237">
                  <c:v>123.75306</c:v>
                </c:pt>
                <c:pt idx="7238">
                  <c:v>123.76584</c:v>
                </c:pt>
                <c:pt idx="7239">
                  <c:v>123.77266</c:v>
                </c:pt>
                <c:pt idx="7240">
                  <c:v>123.77722</c:v>
                </c:pt>
                <c:pt idx="7241">
                  <c:v>123.78937999999999</c:v>
                </c:pt>
                <c:pt idx="7242">
                  <c:v>123.80328</c:v>
                </c:pt>
                <c:pt idx="7243">
                  <c:v>123.81828</c:v>
                </c:pt>
                <c:pt idx="7244">
                  <c:v>123.83467</c:v>
                </c:pt>
                <c:pt idx="7245">
                  <c:v>123.85706999999999</c:v>
                </c:pt>
                <c:pt idx="7246">
                  <c:v>123.87428</c:v>
                </c:pt>
                <c:pt idx="7247">
                  <c:v>123.88997000000001</c:v>
                </c:pt>
                <c:pt idx="7248">
                  <c:v>123.90242000000001</c:v>
                </c:pt>
                <c:pt idx="7249">
                  <c:v>123.91095</c:v>
                </c:pt>
                <c:pt idx="7250">
                  <c:v>123.91426</c:v>
                </c:pt>
                <c:pt idx="7251">
                  <c:v>123.92197</c:v>
                </c:pt>
                <c:pt idx="7252">
                  <c:v>123.92712</c:v>
                </c:pt>
                <c:pt idx="7253">
                  <c:v>123.92776000000001</c:v>
                </c:pt>
                <c:pt idx="7254">
                  <c:v>123.92692</c:v>
                </c:pt>
                <c:pt idx="7255">
                  <c:v>123.92805</c:v>
                </c:pt>
                <c:pt idx="7256">
                  <c:v>123.93122</c:v>
                </c:pt>
                <c:pt idx="7257">
                  <c:v>123.93163</c:v>
                </c:pt>
                <c:pt idx="7258">
                  <c:v>123.93946</c:v>
                </c:pt>
                <c:pt idx="7259">
                  <c:v>123.95023999999999</c:v>
                </c:pt>
                <c:pt idx="7260">
                  <c:v>123.95714</c:v>
                </c:pt>
                <c:pt idx="7261">
                  <c:v>123.96396</c:v>
                </c:pt>
                <c:pt idx="7262">
                  <c:v>123.97212</c:v>
                </c:pt>
                <c:pt idx="7263">
                  <c:v>123.97805</c:v>
                </c:pt>
                <c:pt idx="7264">
                  <c:v>123.98187</c:v>
                </c:pt>
                <c:pt idx="7265">
                  <c:v>123.81321</c:v>
                </c:pt>
                <c:pt idx="7266">
                  <c:v>123.57999</c:v>
                </c:pt>
                <c:pt idx="7267">
                  <c:v>123.35446</c:v>
                </c:pt>
                <c:pt idx="7268">
                  <c:v>123.15221</c:v>
                </c:pt>
                <c:pt idx="7269">
                  <c:v>122.94783</c:v>
                </c:pt>
                <c:pt idx="7270">
                  <c:v>122.70865999999999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EFC4-4D91-A56C-005AAF94DC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83818175"/>
        <c:axId val="583811935"/>
        <c:extLst>
          <c:ext xmlns:c15="http://schemas.microsoft.com/office/drawing/2012/chart" uri="{02D57815-91ED-43cb-92C2-25804820EDAC}">
            <c15:filteredScatte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'DL-Model'!$AO$1</c15:sqref>
                        </c15:formulaRef>
                      </c:ext>
                    </c:extLst>
                    <c:strCache>
                      <c:ptCount val="1"/>
                      <c:pt idx="0">
                        <c:v>T_sw_CNN</c:v>
                      </c:pt>
                    </c:strCache>
                  </c:strRef>
                </c:tx>
                <c:spPr>
                  <a:ln w="19050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'DL-Model'!$AM$2:$AM$7272</c15:sqref>
                        </c15:formulaRef>
                      </c:ext>
                    </c:extLst>
                    <c:numCache>
                      <c:formatCode>General</c:formatCode>
                      <c:ptCount val="7271"/>
                      <c:pt idx="0">
                        <c:v>0</c:v>
                      </c:pt>
                      <c:pt idx="1">
                        <c:v>1</c:v>
                      </c:pt>
                      <c:pt idx="2">
                        <c:v>2</c:v>
                      </c:pt>
                      <c:pt idx="3">
                        <c:v>3</c:v>
                      </c:pt>
                      <c:pt idx="4">
                        <c:v>4</c:v>
                      </c:pt>
                      <c:pt idx="5">
                        <c:v>5</c:v>
                      </c:pt>
                      <c:pt idx="6">
                        <c:v>6</c:v>
                      </c:pt>
                      <c:pt idx="7">
                        <c:v>7</c:v>
                      </c:pt>
                      <c:pt idx="8">
                        <c:v>8</c:v>
                      </c:pt>
                      <c:pt idx="9">
                        <c:v>9</c:v>
                      </c:pt>
                      <c:pt idx="10">
                        <c:v>10</c:v>
                      </c:pt>
                      <c:pt idx="11">
                        <c:v>11</c:v>
                      </c:pt>
                      <c:pt idx="12">
                        <c:v>12</c:v>
                      </c:pt>
                      <c:pt idx="13">
                        <c:v>13</c:v>
                      </c:pt>
                      <c:pt idx="14">
                        <c:v>14</c:v>
                      </c:pt>
                      <c:pt idx="15">
                        <c:v>15</c:v>
                      </c:pt>
                      <c:pt idx="16">
                        <c:v>16</c:v>
                      </c:pt>
                      <c:pt idx="17">
                        <c:v>17</c:v>
                      </c:pt>
                      <c:pt idx="18">
                        <c:v>18</c:v>
                      </c:pt>
                      <c:pt idx="19">
                        <c:v>19</c:v>
                      </c:pt>
                      <c:pt idx="20">
                        <c:v>20</c:v>
                      </c:pt>
                      <c:pt idx="21">
                        <c:v>21</c:v>
                      </c:pt>
                      <c:pt idx="22">
                        <c:v>22</c:v>
                      </c:pt>
                      <c:pt idx="23">
                        <c:v>23</c:v>
                      </c:pt>
                      <c:pt idx="24">
                        <c:v>24</c:v>
                      </c:pt>
                      <c:pt idx="25">
                        <c:v>25</c:v>
                      </c:pt>
                      <c:pt idx="26">
                        <c:v>26</c:v>
                      </c:pt>
                      <c:pt idx="27">
                        <c:v>27</c:v>
                      </c:pt>
                      <c:pt idx="28">
                        <c:v>28</c:v>
                      </c:pt>
                      <c:pt idx="29">
                        <c:v>29</c:v>
                      </c:pt>
                      <c:pt idx="30">
                        <c:v>30</c:v>
                      </c:pt>
                      <c:pt idx="31">
                        <c:v>31</c:v>
                      </c:pt>
                      <c:pt idx="32">
                        <c:v>32</c:v>
                      </c:pt>
                      <c:pt idx="33">
                        <c:v>33</c:v>
                      </c:pt>
                      <c:pt idx="34">
                        <c:v>34</c:v>
                      </c:pt>
                      <c:pt idx="35">
                        <c:v>35</c:v>
                      </c:pt>
                      <c:pt idx="36">
                        <c:v>36</c:v>
                      </c:pt>
                      <c:pt idx="37">
                        <c:v>37</c:v>
                      </c:pt>
                      <c:pt idx="38">
                        <c:v>38</c:v>
                      </c:pt>
                      <c:pt idx="39">
                        <c:v>39</c:v>
                      </c:pt>
                      <c:pt idx="40">
                        <c:v>40</c:v>
                      </c:pt>
                      <c:pt idx="41">
                        <c:v>41</c:v>
                      </c:pt>
                      <c:pt idx="42">
                        <c:v>42</c:v>
                      </c:pt>
                      <c:pt idx="43">
                        <c:v>43</c:v>
                      </c:pt>
                      <c:pt idx="44">
                        <c:v>44</c:v>
                      </c:pt>
                      <c:pt idx="45">
                        <c:v>45</c:v>
                      </c:pt>
                      <c:pt idx="46">
                        <c:v>46</c:v>
                      </c:pt>
                      <c:pt idx="47">
                        <c:v>47</c:v>
                      </c:pt>
                      <c:pt idx="48">
                        <c:v>48</c:v>
                      </c:pt>
                      <c:pt idx="49">
                        <c:v>49</c:v>
                      </c:pt>
                      <c:pt idx="50">
                        <c:v>50</c:v>
                      </c:pt>
                      <c:pt idx="51">
                        <c:v>51</c:v>
                      </c:pt>
                      <c:pt idx="52">
                        <c:v>52</c:v>
                      </c:pt>
                      <c:pt idx="53">
                        <c:v>53</c:v>
                      </c:pt>
                      <c:pt idx="54">
                        <c:v>54</c:v>
                      </c:pt>
                      <c:pt idx="55">
                        <c:v>55</c:v>
                      </c:pt>
                      <c:pt idx="56">
                        <c:v>56</c:v>
                      </c:pt>
                      <c:pt idx="57">
                        <c:v>57</c:v>
                      </c:pt>
                      <c:pt idx="58">
                        <c:v>58</c:v>
                      </c:pt>
                      <c:pt idx="59">
                        <c:v>59</c:v>
                      </c:pt>
                      <c:pt idx="60">
                        <c:v>60</c:v>
                      </c:pt>
                      <c:pt idx="61">
                        <c:v>61</c:v>
                      </c:pt>
                      <c:pt idx="62">
                        <c:v>62</c:v>
                      </c:pt>
                      <c:pt idx="63">
                        <c:v>63</c:v>
                      </c:pt>
                      <c:pt idx="64">
                        <c:v>64</c:v>
                      </c:pt>
                      <c:pt idx="65">
                        <c:v>65</c:v>
                      </c:pt>
                      <c:pt idx="66">
                        <c:v>66</c:v>
                      </c:pt>
                      <c:pt idx="67">
                        <c:v>67</c:v>
                      </c:pt>
                      <c:pt idx="68">
                        <c:v>68</c:v>
                      </c:pt>
                      <c:pt idx="69">
                        <c:v>69</c:v>
                      </c:pt>
                      <c:pt idx="70">
                        <c:v>70</c:v>
                      </c:pt>
                      <c:pt idx="71">
                        <c:v>71</c:v>
                      </c:pt>
                      <c:pt idx="72">
                        <c:v>72</c:v>
                      </c:pt>
                      <c:pt idx="73">
                        <c:v>73</c:v>
                      </c:pt>
                      <c:pt idx="74">
                        <c:v>74</c:v>
                      </c:pt>
                      <c:pt idx="75">
                        <c:v>75</c:v>
                      </c:pt>
                      <c:pt idx="76">
                        <c:v>76</c:v>
                      </c:pt>
                      <c:pt idx="77">
                        <c:v>77</c:v>
                      </c:pt>
                      <c:pt idx="78">
                        <c:v>78</c:v>
                      </c:pt>
                      <c:pt idx="79">
                        <c:v>79</c:v>
                      </c:pt>
                      <c:pt idx="80">
                        <c:v>80</c:v>
                      </c:pt>
                      <c:pt idx="81">
                        <c:v>81</c:v>
                      </c:pt>
                      <c:pt idx="82">
                        <c:v>82</c:v>
                      </c:pt>
                      <c:pt idx="83">
                        <c:v>83</c:v>
                      </c:pt>
                      <c:pt idx="84">
                        <c:v>84</c:v>
                      </c:pt>
                      <c:pt idx="85">
                        <c:v>85</c:v>
                      </c:pt>
                      <c:pt idx="86">
                        <c:v>86</c:v>
                      </c:pt>
                      <c:pt idx="87">
                        <c:v>87</c:v>
                      </c:pt>
                      <c:pt idx="88">
                        <c:v>88</c:v>
                      </c:pt>
                      <c:pt idx="89">
                        <c:v>89</c:v>
                      </c:pt>
                      <c:pt idx="90">
                        <c:v>90</c:v>
                      </c:pt>
                      <c:pt idx="91">
                        <c:v>91</c:v>
                      </c:pt>
                      <c:pt idx="92">
                        <c:v>92</c:v>
                      </c:pt>
                      <c:pt idx="93">
                        <c:v>93</c:v>
                      </c:pt>
                      <c:pt idx="94">
                        <c:v>94</c:v>
                      </c:pt>
                      <c:pt idx="95">
                        <c:v>95</c:v>
                      </c:pt>
                      <c:pt idx="96">
                        <c:v>96</c:v>
                      </c:pt>
                      <c:pt idx="97">
                        <c:v>97</c:v>
                      </c:pt>
                      <c:pt idx="98">
                        <c:v>98</c:v>
                      </c:pt>
                      <c:pt idx="99">
                        <c:v>99</c:v>
                      </c:pt>
                      <c:pt idx="100">
                        <c:v>100</c:v>
                      </c:pt>
                      <c:pt idx="101">
                        <c:v>101</c:v>
                      </c:pt>
                      <c:pt idx="102">
                        <c:v>102</c:v>
                      </c:pt>
                      <c:pt idx="103">
                        <c:v>103</c:v>
                      </c:pt>
                      <c:pt idx="104">
                        <c:v>104</c:v>
                      </c:pt>
                      <c:pt idx="105">
                        <c:v>105</c:v>
                      </c:pt>
                      <c:pt idx="106">
                        <c:v>106</c:v>
                      </c:pt>
                      <c:pt idx="107">
                        <c:v>107</c:v>
                      </c:pt>
                      <c:pt idx="108">
                        <c:v>108</c:v>
                      </c:pt>
                      <c:pt idx="109">
                        <c:v>109</c:v>
                      </c:pt>
                      <c:pt idx="110">
                        <c:v>110</c:v>
                      </c:pt>
                      <c:pt idx="111">
                        <c:v>111</c:v>
                      </c:pt>
                      <c:pt idx="112">
                        <c:v>112</c:v>
                      </c:pt>
                      <c:pt idx="113">
                        <c:v>113</c:v>
                      </c:pt>
                      <c:pt idx="114">
                        <c:v>114</c:v>
                      </c:pt>
                      <c:pt idx="115">
                        <c:v>115</c:v>
                      </c:pt>
                      <c:pt idx="116">
                        <c:v>116</c:v>
                      </c:pt>
                      <c:pt idx="117">
                        <c:v>117</c:v>
                      </c:pt>
                      <c:pt idx="118">
                        <c:v>118</c:v>
                      </c:pt>
                      <c:pt idx="119">
                        <c:v>119</c:v>
                      </c:pt>
                      <c:pt idx="120">
                        <c:v>120</c:v>
                      </c:pt>
                      <c:pt idx="121">
                        <c:v>121</c:v>
                      </c:pt>
                      <c:pt idx="122">
                        <c:v>122</c:v>
                      </c:pt>
                      <c:pt idx="123">
                        <c:v>123</c:v>
                      </c:pt>
                      <c:pt idx="124">
                        <c:v>124</c:v>
                      </c:pt>
                      <c:pt idx="125">
                        <c:v>125</c:v>
                      </c:pt>
                      <c:pt idx="126">
                        <c:v>126</c:v>
                      </c:pt>
                      <c:pt idx="127">
                        <c:v>127</c:v>
                      </c:pt>
                      <c:pt idx="128">
                        <c:v>128</c:v>
                      </c:pt>
                      <c:pt idx="129">
                        <c:v>129</c:v>
                      </c:pt>
                      <c:pt idx="130">
                        <c:v>130</c:v>
                      </c:pt>
                      <c:pt idx="131">
                        <c:v>131</c:v>
                      </c:pt>
                      <c:pt idx="132">
                        <c:v>132</c:v>
                      </c:pt>
                      <c:pt idx="133">
                        <c:v>133</c:v>
                      </c:pt>
                      <c:pt idx="134">
                        <c:v>134</c:v>
                      </c:pt>
                      <c:pt idx="135">
                        <c:v>135</c:v>
                      </c:pt>
                      <c:pt idx="136">
                        <c:v>136</c:v>
                      </c:pt>
                      <c:pt idx="137">
                        <c:v>137</c:v>
                      </c:pt>
                      <c:pt idx="138">
                        <c:v>138</c:v>
                      </c:pt>
                      <c:pt idx="139">
                        <c:v>139</c:v>
                      </c:pt>
                      <c:pt idx="140">
                        <c:v>140</c:v>
                      </c:pt>
                      <c:pt idx="141">
                        <c:v>141</c:v>
                      </c:pt>
                      <c:pt idx="142">
                        <c:v>142</c:v>
                      </c:pt>
                      <c:pt idx="143">
                        <c:v>143</c:v>
                      </c:pt>
                      <c:pt idx="144">
                        <c:v>144</c:v>
                      </c:pt>
                      <c:pt idx="145">
                        <c:v>145</c:v>
                      </c:pt>
                      <c:pt idx="146">
                        <c:v>146</c:v>
                      </c:pt>
                      <c:pt idx="147">
                        <c:v>147</c:v>
                      </c:pt>
                      <c:pt idx="148">
                        <c:v>148</c:v>
                      </c:pt>
                      <c:pt idx="149">
                        <c:v>149</c:v>
                      </c:pt>
                      <c:pt idx="150">
                        <c:v>150</c:v>
                      </c:pt>
                      <c:pt idx="151">
                        <c:v>151</c:v>
                      </c:pt>
                      <c:pt idx="152">
                        <c:v>152</c:v>
                      </c:pt>
                      <c:pt idx="153">
                        <c:v>153</c:v>
                      </c:pt>
                      <c:pt idx="154">
                        <c:v>154</c:v>
                      </c:pt>
                      <c:pt idx="155">
                        <c:v>155</c:v>
                      </c:pt>
                      <c:pt idx="156">
                        <c:v>156</c:v>
                      </c:pt>
                      <c:pt idx="157">
                        <c:v>157</c:v>
                      </c:pt>
                      <c:pt idx="158">
                        <c:v>158</c:v>
                      </c:pt>
                      <c:pt idx="159">
                        <c:v>159</c:v>
                      </c:pt>
                      <c:pt idx="160">
                        <c:v>160</c:v>
                      </c:pt>
                      <c:pt idx="161">
                        <c:v>161</c:v>
                      </c:pt>
                      <c:pt idx="162">
                        <c:v>162</c:v>
                      </c:pt>
                      <c:pt idx="163">
                        <c:v>163</c:v>
                      </c:pt>
                      <c:pt idx="164">
                        <c:v>164</c:v>
                      </c:pt>
                      <c:pt idx="165">
                        <c:v>165</c:v>
                      </c:pt>
                      <c:pt idx="166">
                        <c:v>166</c:v>
                      </c:pt>
                      <c:pt idx="167">
                        <c:v>167</c:v>
                      </c:pt>
                      <c:pt idx="168">
                        <c:v>168</c:v>
                      </c:pt>
                      <c:pt idx="169">
                        <c:v>169</c:v>
                      </c:pt>
                      <c:pt idx="170">
                        <c:v>170</c:v>
                      </c:pt>
                      <c:pt idx="171">
                        <c:v>171</c:v>
                      </c:pt>
                      <c:pt idx="172">
                        <c:v>172</c:v>
                      </c:pt>
                      <c:pt idx="173">
                        <c:v>173</c:v>
                      </c:pt>
                      <c:pt idx="174">
                        <c:v>174</c:v>
                      </c:pt>
                      <c:pt idx="175">
                        <c:v>175</c:v>
                      </c:pt>
                      <c:pt idx="176">
                        <c:v>176</c:v>
                      </c:pt>
                      <c:pt idx="177">
                        <c:v>177</c:v>
                      </c:pt>
                      <c:pt idx="178">
                        <c:v>178</c:v>
                      </c:pt>
                      <c:pt idx="179">
                        <c:v>179</c:v>
                      </c:pt>
                      <c:pt idx="180">
                        <c:v>180</c:v>
                      </c:pt>
                      <c:pt idx="181">
                        <c:v>181</c:v>
                      </c:pt>
                      <c:pt idx="182">
                        <c:v>182</c:v>
                      </c:pt>
                      <c:pt idx="183">
                        <c:v>183</c:v>
                      </c:pt>
                      <c:pt idx="184">
                        <c:v>184</c:v>
                      </c:pt>
                      <c:pt idx="185">
                        <c:v>185</c:v>
                      </c:pt>
                      <c:pt idx="186">
                        <c:v>186</c:v>
                      </c:pt>
                      <c:pt idx="187">
                        <c:v>187</c:v>
                      </c:pt>
                      <c:pt idx="188">
                        <c:v>188</c:v>
                      </c:pt>
                      <c:pt idx="189">
                        <c:v>189</c:v>
                      </c:pt>
                      <c:pt idx="190">
                        <c:v>190</c:v>
                      </c:pt>
                      <c:pt idx="191">
                        <c:v>191</c:v>
                      </c:pt>
                      <c:pt idx="192">
                        <c:v>192</c:v>
                      </c:pt>
                      <c:pt idx="193">
                        <c:v>193</c:v>
                      </c:pt>
                      <c:pt idx="194">
                        <c:v>194</c:v>
                      </c:pt>
                      <c:pt idx="195">
                        <c:v>195</c:v>
                      </c:pt>
                      <c:pt idx="196">
                        <c:v>196</c:v>
                      </c:pt>
                      <c:pt idx="197">
                        <c:v>197</c:v>
                      </c:pt>
                      <c:pt idx="198">
                        <c:v>198</c:v>
                      </c:pt>
                      <c:pt idx="199">
                        <c:v>199</c:v>
                      </c:pt>
                      <c:pt idx="200">
                        <c:v>200</c:v>
                      </c:pt>
                      <c:pt idx="201">
                        <c:v>201</c:v>
                      </c:pt>
                      <c:pt idx="202">
                        <c:v>202</c:v>
                      </c:pt>
                      <c:pt idx="203">
                        <c:v>203</c:v>
                      </c:pt>
                      <c:pt idx="204">
                        <c:v>204</c:v>
                      </c:pt>
                      <c:pt idx="205">
                        <c:v>205</c:v>
                      </c:pt>
                      <c:pt idx="206">
                        <c:v>206</c:v>
                      </c:pt>
                      <c:pt idx="207">
                        <c:v>207</c:v>
                      </c:pt>
                      <c:pt idx="208">
                        <c:v>208</c:v>
                      </c:pt>
                      <c:pt idx="209">
                        <c:v>209</c:v>
                      </c:pt>
                      <c:pt idx="210">
                        <c:v>210</c:v>
                      </c:pt>
                      <c:pt idx="211">
                        <c:v>211</c:v>
                      </c:pt>
                      <c:pt idx="212">
                        <c:v>212</c:v>
                      </c:pt>
                      <c:pt idx="213">
                        <c:v>213</c:v>
                      </c:pt>
                      <c:pt idx="214">
                        <c:v>214</c:v>
                      </c:pt>
                      <c:pt idx="215">
                        <c:v>215</c:v>
                      </c:pt>
                      <c:pt idx="216">
                        <c:v>216</c:v>
                      </c:pt>
                      <c:pt idx="217">
                        <c:v>217</c:v>
                      </c:pt>
                      <c:pt idx="218">
                        <c:v>218</c:v>
                      </c:pt>
                      <c:pt idx="219">
                        <c:v>219</c:v>
                      </c:pt>
                      <c:pt idx="220">
                        <c:v>220</c:v>
                      </c:pt>
                      <c:pt idx="221">
                        <c:v>221</c:v>
                      </c:pt>
                      <c:pt idx="222">
                        <c:v>222</c:v>
                      </c:pt>
                      <c:pt idx="223">
                        <c:v>223</c:v>
                      </c:pt>
                      <c:pt idx="224">
                        <c:v>224</c:v>
                      </c:pt>
                      <c:pt idx="225">
                        <c:v>225</c:v>
                      </c:pt>
                      <c:pt idx="226">
                        <c:v>226</c:v>
                      </c:pt>
                      <c:pt idx="227">
                        <c:v>227</c:v>
                      </c:pt>
                      <c:pt idx="228">
                        <c:v>228</c:v>
                      </c:pt>
                      <c:pt idx="229">
                        <c:v>229</c:v>
                      </c:pt>
                      <c:pt idx="230">
                        <c:v>230</c:v>
                      </c:pt>
                      <c:pt idx="231">
                        <c:v>231</c:v>
                      </c:pt>
                      <c:pt idx="232">
                        <c:v>232</c:v>
                      </c:pt>
                      <c:pt idx="233">
                        <c:v>233</c:v>
                      </c:pt>
                      <c:pt idx="234">
                        <c:v>234</c:v>
                      </c:pt>
                      <c:pt idx="235">
                        <c:v>235</c:v>
                      </c:pt>
                      <c:pt idx="236">
                        <c:v>236</c:v>
                      </c:pt>
                      <c:pt idx="237">
                        <c:v>237</c:v>
                      </c:pt>
                      <c:pt idx="238">
                        <c:v>238</c:v>
                      </c:pt>
                      <c:pt idx="239">
                        <c:v>239</c:v>
                      </c:pt>
                      <c:pt idx="240">
                        <c:v>240</c:v>
                      </c:pt>
                      <c:pt idx="241">
                        <c:v>241</c:v>
                      </c:pt>
                      <c:pt idx="242">
                        <c:v>242</c:v>
                      </c:pt>
                      <c:pt idx="243">
                        <c:v>243</c:v>
                      </c:pt>
                      <c:pt idx="244">
                        <c:v>244</c:v>
                      </c:pt>
                      <c:pt idx="245">
                        <c:v>245</c:v>
                      </c:pt>
                      <c:pt idx="246">
                        <c:v>246</c:v>
                      </c:pt>
                      <c:pt idx="247">
                        <c:v>247</c:v>
                      </c:pt>
                      <c:pt idx="248">
                        <c:v>248</c:v>
                      </c:pt>
                      <c:pt idx="249">
                        <c:v>249</c:v>
                      </c:pt>
                      <c:pt idx="250">
                        <c:v>250</c:v>
                      </c:pt>
                      <c:pt idx="251">
                        <c:v>251</c:v>
                      </c:pt>
                      <c:pt idx="252">
                        <c:v>252</c:v>
                      </c:pt>
                      <c:pt idx="253">
                        <c:v>253</c:v>
                      </c:pt>
                      <c:pt idx="254">
                        <c:v>254</c:v>
                      </c:pt>
                      <c:pt idx="255">
                        <c:v>255</c:v>
                      </c:pt>
                      <c:pt idx="256">
                        <c:v>256</c:v>
                      </c:pt>
                      <c:pt idx="257">
                        <c:v>257</c:v>
                      </c:pt>
                      <c:pt idx="258">
                        <c:v>258</c:v>
                      </c:pt>
                      <c:pt idx="259">
                        <c:v>259</c:v>
                      </c:pt>
                      <c:pt idx="260">
                        <c:v>260</c:v>
                      </c:pt>
                      <c:pt idx="261">
                        <c:v>261</c:v>
                      </c:pt>
                      <c:pt idx="262">
                        <c:v>262</c:v>
                      </c:pt>
                      <c:pt idx="263">
                        <c:v>263</c:v>
                      </c:pt>
                      <c:pt idx="264">
                        <c:v>264</c:v>
                      </c:pt>
                      <c:pt idx="265">
                        <c:v>265</c:v>
                      </c:pt>
                      <c:pt idx="266">
                        <c:v>266</c:v>
                      </c:pt>
                      <c:pt idx="267">
                        <c:v>267</c:v>
                      </c:pt>
                      <c:pt idx="268">
                        <c:v>268</c:v>
                      </c:pt>
                      <c:pt idx="269">
                        <c:v>269</c:v>
                      </c:pt>
                      <c:pt idx="270">
                        <c:v>270</c:v>
                      </c:pt>
                      <c:pt idx="271">
                        <c:v>271</c:v>
                      </c:pt>
                      <c:pt idx="272">
                        <c:v>272</c:v>
                      </c:pt>
                      <c:pt idx="273">
                        <c:v>273</c:v>
                      </c:pt>
                      <c:pt idx="274">
                        <c:v>274</c:v>
                      </c:pt>
                      <c:pt idx="275">
                        <c:v>275</c:v>
                      </c:pt>
                      <c:pt idx="276">
                        <c:v>276</c:v>
                      </c:pt>
                      <c:pt idx="277">
                        <c:v>277</c:v>
                      </c:pt>
                      <c:pt idx="278">
                        <c:v>278</c:v>
                      </c:pt>
                      <c:pt idx="279">
                        <c:v>279</c:v>
                      </c:pt>
                      <c:pt idx="280">
                        <c:v>280</c:v>
                      </c:pt>
                      <c:pt idx="281">
                        <c:v>281</c:v>
                      </c:pt>
                      <c:pt idx="282">
                        <c:v>282</c:v>
                      </c:pt>
                      <c:pt idx="283">
                        <c:v>283</c:v>
                      </c:pt>
                      <c:pt idx="284">
                        <c:v>284</c:v>
                      </c:pt>
                      <c:pt idx="285">
                        <c:v>285</c:v>
                      </c:pt>
                      <c:pt idx="286">
                        <c:v>286</c:v>
                      </c:pt>
                      <c:pt idx="287">
                        <c:v>287</c:v>
                      </c:pt>
                      <c:pt idx="288">
                        <c:v>288</c:v>
                      </c:pt>
                      <c:pt idx="289">
                        <c:v>289</c:v>
                      </c:pt>
                      <c:pt idx="290">
                        <c:v>290</c:v>
                      </c:pt>
                      <c:pt idx="291">
                        <c:v>291</c:v>
                      </c:pt>
                      <c:pt idx="292">
                        <c:v>292</c:v>
                      </c:pt>
                      <c:pt idx="293">
                        <c:v>293</c:v>
                      </c:pt>
                      <c:pt idx="294">
                        <c:v>294</c:v>
                      </c:pt>
                      <c:pt idx="295">
                        <c:v>295</c:v>
                      </c:pt>
                      <c:pt idx="296">
                        <c:v>296</c:v>
                      </c:pt>
                      <c:pt idx="297">
                        <c:v>297</c:v>
                      </c:pt>
                      <c:pt idx="298">
                        <c:v>298</c:v>
                      </c:pt>
                      <c:pt idx="299">
                        <c:v>299</c:v>
                      </c:pt>
                      <c:pt idx="300">
                        <c:v>300</c:v>
                      </c:pt>
                      <c:pt idx="301">
                        <c:v>301</c:v>
                      </c:pt>
                      <c:pt idx="302">
                        <c:v>302</c:v>
                      </c:pt>
                      <c:pt idx="303">
                        <c:v>303</c:v>
                      </c:pt>
                      <c:pt idx="304">
                        <c:v>304</c:v>
                      </c:pt>
                      <c:pt idx="305">
                        <c:v>305</c:v>
                      </c:pt>
                      <c:pt idx="306">
                        <c:v>306</c:v>
                      </c:pt>
                      <c:pt idx="307">
                        <c:v>307</c:v>
                      </c:pt>
                      <c:pt idx="308">
                        <c:v>308</c:v>
                      </c:pt>
                      <c:pt idx="309">
                        <c:v>309</c:v>
                      </c:pt>
                      <c:pt idx="310">
                        <c:v>310</c:v>
                      </c:pt>
                      <c:pt idx="311">
                        <c:v>311</c:v>
                      </c:pt>
                      <c:pt idx="312">
                        <c:v>312</c:v>
                      </c:pt>
                      <c:pt idx="313">
                        <c:v>313</c:v>
                      </c:pt>
                      <c:pt idx="314">
                        <c:v>314</c:v>
                      </c:pt>
                      <c:pt idx="315">
                        <c:v>315</c:v>
                      </c:pt>
                      <c:pt idx="316">
                        <c:v>316</c:v>
                      </c:pt>
                      <c:pt idx="317">
                        <c:v>317</c:v>
                      </c:pt>
                      <c:pt idx="318">
                        <c:v>318</c:v>
                      </c:pt>
                      <c:pt idx="319">
                        <c:v>319</c:v>
                      </c:pt>
                      <c:pt idx="320">
                        <c:v>320</c:v>
                      </c:pt>
                      <c:pt idx="321">
                        <c:v>321</c:v>
                      </c:pt>
                      <c:pt idx="322">
                        <c:v>322</c:v>
                      </c:pt>
                      <c:pt idx="323">
                        <c:v>323</c:v>
                      </c:pt>
                      <c:pt idx="324">
                        <c:v>324</c:v>
                      </c:pt>
                      <c:pt idx="325">
                        <c:v>325</c:v>
                      </c:pt>
                      <c:pt idx="326">
                        <c:v>326</c:v>
                      </c:pt>
                      <c:pt idx="327">
                        <c:v>327</c:v>
                      </c:pt>
                      <c:pt idx="328">
                        <c:v>328</c:v>
                      </c:pt>
                      <c:pt idx="329">
                        <c:v>329</c:v>
                      </c:pt>
                      <c:pt idx="330">
                        <c:v>330</c:v>
                      </c:pt>
                      <c:pt idx="331">
                        <c:v>331</c:v>
                      </c:pt>
                      <c:pt idx="332">
                        <c:v>332</c:v>
                      </c:pt>
                      <c:pt idx="333">
                        <c:v>333</c:v>
                      </c:pt>
                      <c:pt idx="334">
                        <c:v>334</c:v>
                      </c:pt>
                      <c:pt idx="335">
                        <c:v>335</c:v>
                      </c:pt>
                      <c:pt idx="336">
                        <c:v>336</c:v>
                      </c:pt>
                      <c:pt idx="337">
                        <c:v>337</c:v>
                      </c:pt>
                      <c:pt idx="338">
                        <c:v>338</c:v>
                      </c:pt>
                      <c:pt idx="339">
                        <c:v>339</c:v>
                      </c:pt>
                      <c:pt idx="340">
                        <c:v>340</c:v>
                      </c:pt>
                      <c:pt idx="341">
                        <c:v>341</c:v>
                      </c:pt>
                      <c:pt idx="342">
                        <c:v>342</c:v>
                      </c:pt>
                      <c:pt idx="343">
                        <c:v>343</c:v>
                      </c:pt>
                      <c:pt idx="344">
                        <c:v>344</c:v>
                      </c:pt>
                      <c:pt idx="345">
                        <c:v>345</c:v>
                      </c:pt>
                      <c:pt idx="346">
                        <c:v>346</c:v>
                      </c:pt>
                      <c:pt idx="347">
                        <c:v>347</c:v>
                      </c:pt>
                      <c:pt idx="348">
                        <c:v>348</c:v>
                      </c:pt>
                      <c:pt idx="349">
                        <c:v>349</c:v>
                      </c:pt>
                      <c:pt idx="350">
                        <c:v>350</c:v>
                      </c:pt>
                      <c:pt idx="351">
                        <c:v>351</c:v>
                      </c:pt>
                      <c:pt idx="352">
                        <c:v>352</c:v>
                      </c:pt>
                      <c:pt idx="353">
                        <c:v>353</c:v>
                      </c:pt>
                      <c:pt idx="354">
                        <c:v>354</c:v>
                      </c:pt>
                      <c:pt idx="355">
                        <c:v>355</c:v>
                      </c:pt>
                      <c:pt idx="356">
                        <c:v>356</c:v>
                      </c:pt>
                      <c:pt idx="357">
                        <c:v>357</c:v>
                      </c:pt>
                      <c:pt idx="358">
                        <c:v>358</c:v>
                      </c:pt>
                      <c:pt idx="359">
                        <c:v>359</c:v>
                      </c:pt>
                      <c:pt idx="360">
                        <c:v>360</c:v>
                      </c:pt>
                      <c:pt idx="361">
                        <c:v>361</c:v>
                      </c:pt>
                      <c:pt idx="362">
                        <c:v>362</c:v>
                      </c:pt>
                      <c:pt idx="363">
                        <c:v>363</c:v>
                      </c:pt>
                      <c:pt idx="364">
                        <c:v>364</c:v>
                      </c:pt>
                      <c:pt idx="365">
                        <c:v>365</c:v>
                      </c:pt>
                      <c:pt idx="366">
                        <c:v>366</c:v>
                      </c:pt>
                      <c:pt idx="367">
                        <c:v>367</c:v>
                      </c:pt>
                      <c:pt idx="368">
                        <c:v>368</c:v>
                      </c:pt>
                      <c:pt idx="369">
                        <c:v>369</c:v>
                      </c:pt>
                      <c:pt idx="370">
                        <c:v>370</c:v>
                      </c:pt>
                      <c:pt idx="371">
                        <c:v>371</c:v>
                      </c:pt>
                      <c:pt idx="372">
                        <c:v>372</c:v>
                      </c:pt>
                      <c:pt idx="373">
                        <c:v>373</c:v>
                      </c:pt>
                      <c:pt idx="374">
                        <c:v>374</c:v>
                      </c:pt>
                      <c:pt idx="375">
                        <c:v>375</c:v>
                      </c:pt>
                      <c:pt idx="376">
                        <c:v>376</c:v>
                      </c:pt>
                      <c:pt idx="377">
                        <c:v>377</c:v>
                      </c:pt>
                      <c:pt idx="378">
                        <c:v>378</c:v>
                      </c:pt>
                      <c:pt idx="379">
                        <c:v>379</c:v>
                      </c:pt>
                      <c:pt idx="380">
                        <c:v>380</c:v>
                      </c:pt>
                      <c:pt idx="381">
                        <c:v>381</c:v>
                      </c:pt>
                      <c:pt idx="382">
                        <c:v>382</c:v>
                      </c:pt>
                      <c:pt idx="383">
                        <c:v>383</c:v>
                      </c:pt>
                      <c:pt idx="384">
                        <c:v>384</c:v>
                      </c:pt>
                      <c:pt idx="385">
                        <c:v>385</c:v>
                      </c:pt>
                      <c:pt idx="386">
                        <c:v>386</c:v>
                      </c:pt>
                      <c:pt idx="387">
                        <c:v>387</c:v>
                      </c:pt>
                      <c:pt idx="388">
                        <c:v>388</c:v>
                      </c:pt>
                      <c:pt idx="389">
                        <c:v>389</c:v>
                      </c:pt>
                      <c:pt idx="390">
                        <c:v>390</c:v>
                      </c:pt>
                      <c:pt idx="391">
                        <c:v>391</c:v>
                      </c:pt>
                      <c:pt idx="392">
                        <c:v>392</c:v>
                      </c:pt>
                      <c:pt idx="393">
                        <c:v>393</c:v>
                      </c:pt>
                      <c:pt idx="394">
                        <c:v>394</c:v>
                      </c:pt>
                      <c:pt idx="395">
                        <c:v>395</c:v>
                      </c:pt>
                      <c:pt idx="396">
                        <c:v>396</c:v>
                      </c:pt>
                      <c:pt idx="397">
                        <c:v>397</c:v>
                      </c:pt>
                      <c:pt idx="398">
                        <c:v>398</c:v>
                      </c:pt>
                      <c:pt idx="399">
                        <c:v>399</c:v>
                      </c:pt>
                      <c:pt idx="400">
                        <c:v>400</c:v>
                      </c:pt>
                      <c:pt idx="401">
                        <c:v>401</c:v>
                      </c:pt>
                      <c:pt idx="402">
                        <c:v>402</c:v>
                      </c:pt>
                      <c:pt idx="403">
                        <c:v>403</c:v>
                      </c:pt>
                      <c:pt idx="404">
                        <c:v>404</c:v>
                      </c:pt>
                      <c:pt idx="405">
                        <c:v>405</c:v>
                      </c:pt>
                      <c:pt idx="406">
                        <c:v>406</c:v>
                      </c:pt>
                      <c:pt idx="407">
                        <c:v>407</c:v>
                      </c:pt>
                      <c:pt idx="408">
                        <c:v>408</c:v>
                      </c:pt>
                      <c:pt idx="409">
                        <c:v>409</c:v>
                      </c:pt>
                      <c:pt idx="410">
                        <c:v>410</c:v>
                      </c:pt>
                      <c:pt idx="411">
                        <c:v>411</c:v>
                      </c:pt>
                      <c:pt idx="412">
                        <c:v>412</c:v>
                      </c:pt>
                      <c:pt idx="413">
                        <c:v>413</c:v>
                      </c:pt>
                      <c:pt idx="414">
                        <c:v>414</c:v>
                      </c:pt>
                      <c:pt idx="415">
                        <c:v>415</c:v>
                      </c:pt>
                      <c:pt idx="416">
                        <c:v>416</c:v>
                      </c:pt>
                      <c:pt idx="417">
                        <c:v>417</c:v>
                      </c:pt>
                      <c:pt idx="418">
                        <c:v>418</c:v>
                      </c:pt>
                      <c:pt idx="419">
                        <c:v>419</c:v>
                      </c:pt>
                      <c:pt idx="420">
                        <c:v>420</c:v>
                      </c:pt>
                      <c:pt idx="421">
                        <c:v>421</c:v>
                      </c:pt>
                      <c:pt idx="422">
                        <c:v>422</c:v>
                      </c:pt>
                      <c:pt idx="423">
                        <c:v>423</c:v>
                      </c:pt>
                      <c:pt idx="424">
                        <c:v>424</c:v>
                      </c:pt>
                      <c:pt idx="425">
                        <c:v>425</c:v>
                      </c:pt>
                      <c:pt idx="426">
                        <c:v>426</c:v>
                      </c:pt>
                      <c:pt idx="427">
                        <c:v>427</c:v>
                      </c:pt>
                      <c:pt idx="428">
                        <c:v>428</c:v>
                      </c:pt>
                      <c:pt idx="429">
                        <c:v>429</c:v>
                      </c:pt>
                      <c:pt idx="430">
                        <c:v>430</c:v>
                      </c:pt>
                      <c:pt idx="431">
                        <c:v>431</c:v>
                      </c:pt>
                      <c:pt idx="432">
                        <c:v>432</c:v>
                      </c:pt>
                      <c:pt idx="433">
                        <c:v>433</c:v>
                      </c:pt>
                      <c:pt idx="434">
                        <c:v>434</c:v>
                      </c:pt>
                      <c:pt idx="435">
                        <c:v>435</c:v>
                      </c:pt>
                      <c:pt idx="436">
                        <c:v>436</c:v>
                      </c:pt>
                      <c:pt idx="437">
                        <c:v>437</c:v>
                      </c:pt>
                      <c:pt idx="438">
                        <c:v>438</c:v>
                      </c:pt>
                      <c:pt idx="439">
                        <c:v>439</c:v>
                      </c:pt>
                      <c:pt idx="440">
                        <c:v>440</c:v>
                      </c:pt>
                      <c:pt idx="441">
                        <c:v>441</c:v>
                      </c:pt>
                      <c:pt idx="442">
                        <c:v>442</c:v>
                      </c:pt>
                      <c:pt idx="443">
                        <c:v>443</c:v>
                      </c:pt>
                      <c:pt idx="444">
                        <c:v>444</c:v>
                      </c:pt>
                      <c:pt idx="445">
                        <c:v>445</c:v>
                      </c:pt>
                      <c:pt idx="446">
                        <c:v>446</c:v>
                      </c:pt>
                      <c:pt idx="447">
                        <c:v>447</c:v>
                      </c:pt>
                      <c:pt idx="448">
                        <c:v>448</c:v>
                      </c:pt>
                      <c:pt idx="449">
                        <c:v>449</c:v>
                      </c:pt>
                      <c:pt idx="450">
                        <c:v>450</c:v>
                      </c:pt>
                      <c:pt idx="451">
                        <c:v>451</c:v>
                      </c:pt>
                      <c:pt idx="452">
                        <c:v>452</c:v>
                      </c:pt>
                      <c:pt idx="453">
                        <c:v>453</c:v>
                      </c:pt>
                      <c:pt idx="454">
                        <c:v>454</c:v>
                      </c:pt>
                      <c:pt idx="455">
                        <c:v>455</c:v>
                      </c:pt>
                      <c:pt idx="456">
                        <c:v>456</c:v>
                      </c:pt>
                      <c:pt idx="457">
                        <c:v>457</c:v>
                      </c:pt>
                      <c:pt idx="458">
                        <c:v>458</c:v>
                      </c:pt>
                      <c:pt idx="459">
                        <c:v>459</c:v>
                      </c:pt>
                      <c:pt idx="460">
                        <c:v>460</c:v>
                      </c:pt>
                      <c:pt idx="461">
                        <c:v>461</c:v>
                      </c:pt>
                      <c:pt idx="462">
                        <c:v>462</c:v>
                      </c:pt>
                      <c:pt idx="463">
                        <c:v>463</c:v>
                      </c:pt>
                      <c:pt idx="464">
                        <c:v>464</c:v>
                      </c:pt>
                      <c:pt idx="465">
                        <c:v>465</c:v>
                      </c:pt>
                      <c:pt idx="466">
                        <c:v>466</c:v>
                      </c:pt>
                      <c:pt idx="467">
                        <c:v>467</c:v>
                      </c:pt>
                      <c:pt idx="468">
                        <c:v>468</c:v>
                      </c:pt>
                      <c:pt idx="469">
                        <c:v>469</c:v>
                      </c:pt>
                      <c:pt idx="470">
                        <c:v>470</c:v>
                      </c:pt>
                      <c:pt idx="471">
                        <c:v>471</c:v>
                      </c:pt>
                      <c:pt idx="472">
                        <c:v>472</c:v>
                      </c:pt>
                      <c:pt idx="473">
                        <c:v>473</c:v>
                      </c:pt>
                      <c:pt idx="474">
                        <c:v>474</c:v>
                      </c:pt>
                      <c:pt idx="475">
                        <c:v>475</c:v>
                      </c:pt>
                      <c:pt idx="476">
                        <c:v>476</c:v>
                      </c:pt>
                      <c:pt idx="477">
                        <c:v>477</c:v>
                      </c:pt>
                      <c:pt idx="478">
                        <c:v>478</c:v>
                      </c:pt>
                      <c:pt idx="479">
                        <c:v>479</c:v>
                      </c:pt>
                      <c:pt idx="480">
                        <c:v>480</c:v>
                      </c:pt>
                      <c:pt idx="481">
                        <c:v>481</c:v>
                      </c:pt>
                      <c:pt idx="482">
                        <c:v>482</c:v>
                      </c:pt>
                      <c:pt idx="483">
                        <c:v>483</c:v>
                      </c:pt>
                      <c:pt idx="484">
                        <c:v>484</c:v>
                      </c:pt>
                      <c:pt idx="485">
                        <c:v>485</c:v>
                      </c:pt>
                      <c:pt idx="486">
                        <c:v>486</c:v>
                      </c:pt>
                      <c:pt idx="487">
                        <c:v>487</c:v>
                      </c:pt>
                      <c:pt idx="488">
                        <c:v>488</c:v>
                      </c:pt>
                      <c:pt idx="489">
                        <c:v>489</c:v>
                      </c:pt>
                      <c:pt idx="490">
                        <c:v>490</c:v>
                      </c:pt>
                      <c:pt idx="491">
                        <c:v>491</c:v>
                      </c:pt>
                      <c:pt idx="492">
                        <c:v>492</c:v>
                      </c:pt>
                      <c:pt idx="493">
                        <c:v>493</c:v>
                      </c:pt>
                      <c:pt idx="494">
                        <c:v>494</c:v>
                      </c:pt>
                      <c:pt idx="495">
                        <c:v>495</c:v>
                      </c:pt>
                      <c:pt idx="496">
                        <c:v>496</c:v>
                      </c:pt>
                      <c:pt idx="497">
                        <c:v>497</c:v>
                      </c:pt>
                      <c:pt idx="498">
                        <c:v>498</c:v>
                      </c:pt>
                      <c:pt idx="499">
                        <c:v>499</c:v>
                      </c:pt>
                      <c:pt idx="500">
                        <c:v>500</c:v>
                      </c:pt>
                      <c:pt idx="501">
                        <c:v>501</c:v>
                      </c:pt>
                      <c:pt idx="502">
                        <c:v>502</c:v>
                      </c:pt>
                      <c:pt idx="503">
                        <c:v>503</c:v>
                      </c:pt>
                      <c:pt idx="504">
                        <c:v>504</c:v>
                      </c:pt>
                      <c:pt idx="505">
                        <c:v>505</c:v>
                      </c:pt>
                      <c:pt idx="506">
                        <c:v>506</c:v>
                      </c:pt>
                      <c:pt idx="507">
                        <c:v>507</c:v>
                      </c:pt>
                      <c:pt idx="508">
                        <c:v>508</c:v>
                      </c:pt>
                      <c:pt idx="509">
                        <c:v>509</c:v>
                      </c:pt>
                      <c:pt idx="510">
                        <c:v>510</c:v>
                      </c:pt>
                      <c:pt idx="511">
                        <c:v>511</c:v>
                      </c:pt>
                      <c:pt idx="512">
                        <c:v>512</c:v>
                      </c:pt>
                      <c:pt idx="513">
                        <c:v>513</c:v>
                      </c:pt>
                      <c:pt idx="514">
                        <c:v>514</c:v>
                      </c:pt>
                      <c:pt idx="515">
                        <c:v>515</c:v>
                      </c:pt>
                      <c:pt idx="516">
                        <c:v>516</c:v>
                      </c:pt>
                      <c:pt idx="517">
                        <c:v>517</c:v>
                      </c:pt>
                      <c:pt idx="518">
                        <c:v>518</c:v>
                      </c:pt>
                      <c:pt idx="519">
                        <c:v>519</c:v>
                      </c:pt>
                      <c:pt idx="520">
                        <c:v>520</c:v>
                      </c:pt>
                      <c:pt idx="521">
                        <c:v>521</c:v>
                      </c:pt>
                      <c:pt idx="522">
                        <c:v>522</c:v>
                      </c:pt>
                      <c:pt idx="523">
                        <c:v>523</c:v>
                      </c:pt>
                      <c:pt idx="524">
                        <c:v>524</c:v>
                      </c:pt>
                      <c:pt idx="525">
                        <c:v>525</c:v>
                      </c:pt>
                      <c:pt idx="526">
                        <c:v>526</c:v>
                      </c:pt>
                      <c:pt idx="527">
                        <c:v>527</c:v>
                      </c:pt>
                      <c:pt idx="528">
                        <c:v>528</c:v>
                      </c:pt>
                      <c:pt idx="529">
                        <c:v>529</c:v>
                      </c:pt>
                      <c:pt idx="530">
                        <c:v>530</c:v>
                      </c:pt>
                      <c:pt idx="531">
                        <c:v>531</c:v>
                      </c:pt>
                      <c:pt idx="532">
                        <c:v>532</c:v>
                      </c:pt>
                      <c:pt idx="533">
                        <c:v>533</c:v>
                      </c:pt>
                      <c:pt idx="534">
                        <c:v>534</c:v>
                      </c:pt>
                      <c:pt idx="535">
                        <c:v>535</c:v>
                      </c:pt>
                      <c:pt idx="536">
                        <c:v>536</c:v>
                      </c:pt>
                      <c:pt idx="537">
                        <c:v>537</c:v>
                      </c:pt>
                      <c:pt idx="538">
                        <c:v>538</c:v>
                      </c:pt>
                      <c:pt idx="539">
                        <c:v>539</c:v>
                      </c:pt>
                      <c:pt idx="540">
                        <c:v>540</c:v>
                      </c:pt>
                      <c:pt idx="541">
                        <c:v>541</c:v>
                      </c:pt>
                      <c:pt idx="542">
                        <c:v>542</c:v>
                      </c:pt>
                      <c:pt idx="543">
                        <c:v>543</c:v>
                      </c:pt>
                      <c:pt idx="544">
                        <c:v>544</c:v>
                      </c:pt>
                      <c:pt idx="545">
                        <c:v>545</c:v>
                      </c:pt>
                      <c:pt idx="546">
                        <c:v>546</c:v>
                      </c:pt>
                      <c:pt idx="547">
                        <c:v>547</c:v>
                      </c:pt>
                      <c:pt idx="548">
                        <c:v>548</c:v>
                      </c:pt>
                      <c:pt idx="549">
                        <c:v>549</c:v>
                      </c:pt>
                      <c:pt idx="550">
                        <c:v>550</c:v>
                      </c:pt>
                      <c:pt idx="551">
                        <c:v>551</c:v>
                      </c:pt>
                      <c:pt idx="552">
                        <c:v>552</c:v>
                      </c:pt>
                      <c:pt idx="553">
                        <c:v>553</c:v>
                      </c:pt>
                      <c:pt idx="554">
                        <c:v>554</c:v>
                      </c:pt>
                      <c:pt idx="555">
                        <c:v>555</c:v>
                      </c:pt>
                      <c:pt idx="556">
                        <c:v>556</c:v>
                      </c:pt>
                      <c:pt idx="557">
                        <c:v>557</c:v>
                      </c:pt>
                      <c:pt idx="558">
                        <c:v>558</c:v>
                      </c:pt>
                      <c:pt idx="559">
                        <c:v>559</c:v>
                      </c:pt>
                      <c:pt idx="560">
                        <c:v>560</c:v>
                      </c:pt>
                      <c:pt idx="561">
                        <c:v>561</c:v>
                      </c:pt>
                      <c:pt idx="562">
                        <c:v>562</c:v>
                      </c:pt>
                      <c:pt idx="563">
                        <c:v>563</c:v>
                      </c:pt>
                      <c:pt idx="564">
                        <c:v>564</c:v>
                      </c:pt>
                      <c:pt idx="565">
                        <c:v>565</c:v>
                      </c:pt>
                      <c:pt idx="566">
                        <c:v>566</c:v>
                      </c:pt>
                      <c:pt idx="567">
                        <c:v>567</c:v>
                      </c:pt>
                      <c:pt idx="568">
                        <c:v>568</c:v>
                      </c:pt>
                      <c:pt idx="569">
                        <c:v>569</c:v>
                      </c:pt>
                      <c:pt idx="570">
                        <c:v>570</c:v>
                      </c:pt>
                      <c:pt idx="571">
                        <c:v>571</c:v>
                      </c:pt>
                      <c:pt idx="572">
                        <c:v>572</c:v>
                      </c:pt>
                      <c:pt idx="573">
                        <c:v>573</c:v>
                      </c:pt>
                      <c:pt idx="574">
                        <c:v>574</c:v>
                      </c:pt>
                      <c:pt idx="575">
                        <c:v>575</c:v>
                      </c:pt>
                      <c:pt idx="576">
                        <c:v>576</c:v>
                      </c:pt>
                      <c:pt idx="577">
                        <c:v>577</c:v>
                      </c:pt>
                      <c:pt idx="578">
                        <c:v>578</c:v>
                      </c:pt>
                      <c:pt idx="579">
                        <c:v>579</c:v>
                      </c:pt>
                      <c:pt idx="580">
                        <c:v>580</c:v>
                      </c:pt>
                      <c:pt idx="581">
                        <c:v>581</c:v>
                      </c:pt>
                      <c:pt idx="582">
                        <c:v>582</c:v>
                      </c:pt>
                      <c:pt idx="583">
                        <c:v>583</c:v>
                      </c:pt>
                      <c:pt idx="584">
                        <c:v>584</c:v>
                      </c:pt>
                      <c:pt idx="585">
                        <c:v>585</c:v>
                      </c:pt>
                      <c:pt idx="586">
                        <c:v>586</c:v>
                      </c:pt>
                      <c:pt idx="587">
                        <c:v>587</c:v>
                      </c:pt>
                      <c:pt idx="588">
                        <c:v>588</c:v>
                      </c:pt>
                      <c:pt idx="589">
                        <c:v>589</c:v>
                      </c:pt>
                      <c:pt idx="590">
                        <c:v>590</c:v>
                      </c:pt>
                      <c:pt idx="591">
                        <c:v>591</c:v>
                      </c:pt>
                      <c:pt idx="592">
                        <c:v>592</c:v>
                      </c:pt>
                      <c:pt idx="593">
                        <c:v>593</c:v>
                      </c:pt>
                      <c:pt idx="594">
                        <c:v>594</c:v>
                      </c:pt>
                      <c:pt idx="595">
                        <c:v>595</c:v>
                      </c:pt>
                      <c:pt idx="596">
                        <c:v>596</c:v>
                      </c:pt>
                      <c:pt idx="597">
                        <c:v>597</c:v>
                      </c:pt>
                      <c:pt idx="598">
                        <c:v>598</c:v>
                      </c:pt>
                      <c:pt idx="599">
                        <c:v>599</c:v>
                      </c:pt>
                      <c:pt idx="600">
                        <c:v>600</c:v>
                      </c:pt>
                      <c:pt idx="601">
                        <c:v>601</c:v>
                      </c:pt>
                      <c:pt idx="602">
                        <c:v>602</c:v>
                      </c:pt>
                      <c:pt idx="603">
                        <c:v>603</c:v>
                      </c:pt>
                      <c:pt idx="604">
                        <c:v>604</c:v>
                      </c:pt>
                      <c:pt idx="605">
                        <c:v>605</c:v>
                      </c:pt>
                      <c:pt idx="606">
                        <c:v>606</c:v>
                      </c:pt>
                      <c:pt idx="607">
                        <c:v>607</c:v>
                      </c:pt>
                      <c:pt idx="608">
                        <c:v>608</c:v>
                      </c:pt>
                      <c:pt idx="609">
                        <c:v>609</c:v>
                      </c:pt>
                      <c:pt idx="610">
                        <c:v>610</c:v>
                      </c:pt>
                      <c:pt idx="611">
                        <c:v>611</c:v>
                      </c:pt>
                      <c:pt idx="612">
                        <c:v>612</c:v>
                      </c:pt>
                      <c:pt idx="613">
                        <c:v>613</c:v>
                      </c:pt>
                      <c:pt idx="614">
                        <c:v>614</c:v>
                      </c:pt>
                      <c:pt idx="615">
                        <c:v>615</c:v>
                      </c:pt>
                      <c:pt idx="616">
                        <c:v>616</c:v>
                      </c:pt>
                      <c:pt idx="617">
                        <c:v>617</c:v>
                      </c:pt>
                      <c:pt idx="618">
                        <c:v>618</c:v>
                      </c:pt>
                      <c:pt idx="619">
                        <c:v>619</c:v>
                      </c:pt>
                      <c:pt idx="620">
                        <c:v>620</c:v>
                      </c:pt>
                      <c:pt idx="621">
                        <c:v>621</c:v>
                      </c:pt>
                      <c:pt idx="622">
                        <c:v>622</c:v>
                      </c:pt>
                      <c:pt idx="623">
                        <c:v>623</c:v>
                      </c:pt>
                      <c:pt idx="624">
                        <c:v>624</c:v>
                      </c:pt>
                      <c:pt idx="625">
                        <c:v>625</c:v>
                      </c:pt>
                      <c:pt idx="626">
                        <c:v>626</c:v>
                      </c:pt>
                      <c:pt idx="627">
                        <c:v>627</c:v>
                      </c:pt>
                      <c:pt idx="628">
                        <c:v>628</c:v>
                      </c:pt>
                      <c:pt idx="629">
                        <c:v>629</c:v>
                      </c:pt>
                      <c:pt idx="630">
                        <c:v>630</c:v>
                      </c:pt>
                      <c:pt idx="631">
                        <c:v>631</c:v>
                      </c:pt>
                      <c:pt idx="632">
                        <c:v>632</c:v>
                      </c:pt>
                      <c:pt idx="633">
                        <c:v>633</c:v>
                      </c:pt>
                      <c:pt idx="634">
                        <c:v>634</c:v>
                      </c:pt>
                      <c:pt idx="635">
                        <c:v>635</c:v>
                      </c:pt>
                      <c:pt idx="636">
                        <c:v>636</c:v>
                      </c:pt>
                      <c:pt idx="637">
                        <c:v>637</c:v>
                      </c:pt>
                      <c:pt idx="638">
                        <c:v>638</c:v>
                      </c:pt>
                      <c:pt idx="639">
                        <c:v>639</c:v>
                      </c:pt>
                      <c:pt idx="640">
                        <c:v>640</c:v>
                      </c:pt>
                      <c:pt idx="641">
                        <c:v>641</c:v>
                      </c:pt>
                      <c:pt idx="642">
                        <c:v>642</c:v>
                      </c:pt>
                      <c:pt idx="643">
                        <c:v>643</c:v>
                      </c:pt>
                      <c:pt idx="644">
                        <c:v>644</c:v>
                      </c:pt>
                      <c:pt idx="645">
                        <c:v>645</c:v>
                      </c:pt>
                      <c:pt idx="646">
                        <c:v>646</c:v>
                      </c:pt>
                      <c:pt idx="647">
                        <c:v>647</c:v>
                      </c:pt>
                      <c:pt idx="648">
                        <c:v>648</c:v>
                      </c:pt>
                      <c:pt idx="649">
                        <c:v>649</c:v>
                      </c:pt>
                      <c:pt idx="650">
                        <c:v>650</c:v>
                      </c:pt>
                      <c:pt idx="651">
                        <c:v>651</c:v>
                      </c:pt>
                      <c:pt idx="652">
                        <c:v>652</c:v>
                      </c:pt>
                      <c:pt idx="653">
                        <c:v>653</c:v>
                      </c:pt>
                      <c:pt idx="654">
                        <c:v>654</c:v>
                      </c:pt>
                      <c:pt idx="655">
                        <c:v>655</c:v>
                      </c:pt>
                      <c:pt idx="656">
                        <c:v>656</c:v>
                      </c:pt>
                      <c:pt idx="657">
                        <c:v>657</c:v>
                      </c:pt>
                      <c:pt idx="658">
                        <c:v>658</c:v>
                      </c:pt>
                      <c:pt idx="659">
                        <c:v>659</c:v>
                      </c:pt>
                      <c:pt idx="660">
                        <c:v>660</c:v>
                      </c:pt>
                      <c:pt idx="661">
                        <c:v>661</c:v>
                      </c:pt>
                      <c:pt idx="662">
                        <c:v>662</c:v>
                      </c:pt>
                      <c:pt idx="663">
                        <c:v>663</c:v>
                      </c:pt>
                      <c:pt idx="664">
                        <c:v>664</c:v>
                      </c:pt>
                      <c:pt idx="665">
                        <c:v>665</c:v>
                      </c:pt>
                      <c:pt idx="666">
                        <c:v>666</c:v>
                      </c:pt>
                      <c:pt idx="667">
                        <c:v>667</c:v>
                      </c:pt>
                      <c:pt idx="668">
                        <c:v>668</c:v>
                      </c:pt>
                      <c:pt idx="669">
                        <c:v>669</c:v>
                      </c:pt>
                      <c:pt idx="670">
                        <c:v>670</c:v>
                      </c:pt>
                      <c:pt idx="671">
                        <c:v>671</c:v>
                      </c:pt>
                      <c:pt idx="672">
                        <c:v>672</c:v>
                      </c:pt>
                      <c:pt idx="673">
                        <c:v>673</c:v>
                      </c:pt>
                      <c:pt idx="674">
                        <c:v>674</c:v>
                      </c:pt>
                      <c:pt idx="675">
                        <c:v>675</c:v>
                      </c:pt>
                      <c:pt idx="676">
                        <c:v>676</c:v>
                      </c:pt>
                      <c:pt idx="677">
                        <c:v>677</c:v>
                      </c:pt>
                      <c:pt idx="678">
                        <c:v>678</c:v>
                      </c:pt>
                      <c:pt idx="679">
                        <c:v>679</c:v>
                      </c:pt>
                      <c:pt idx="680">
                        <c:v>680</c:v>
                      </c:pt>
                      <c:pt idx="681">
                        <c:v>681</c:v>
                      </c:pt>
                      <c:pt idx="682">
                        <c:v>682</c:v>
                      </c:pt>
                      <c:pt idx="683">
                        <c:v>683</c:v>
                      </c:pt>
                      <c:pt idx="684">
                        <c:v>684</c:v>
                      </c:pt>
                      <c:pt idx="685">
                        <c:v>685</c:v>
                      </c:pt>
                      <c:pt idx="686">
                        <c:v>686</c:v>
                      </c:pt>
                      <c:pt idx="687">
                        <c:v>687</c:v>
                      </c:pt>
                      <c:pt idx="688">
                        <c:v>688</c:v>
                      </c:pt>
                      <c:pt idx="689">
                        <c:v>689</c:v>
                      </c:pt>
                      <c:pt idx="690">
                        <c:v>690</c:v>
                      </c:pt>
                      <c:pt idx="691">
                        <c:v>691</c:v>
                      </c:pt>
                      <c:pt idx="692">
                        <c:v>692</c:v>
                      </c:pt>
                      <c:pt idx="693">
                        <c:v>693</c:v>
                      </c:pt>
                      <c:pt idx="694">
                        <c:v>694</c:v>
                      </c:pt>
                      <c:pt idx="695">
                        <c:v>695</c:v>
                      </c:pt>
                      <c:pt idx="696">
                        <c:v>696</c:v>
                      </c:pt>
                      <c:pt idx="697">
                        <c:v>697</c:v>
                      </c:pt>
                      <c:pt idx="698">
                        <c:v>698</c:v>
                      </c:pt>
                      <c:pt idx="699">
                        <c:v>699</c:v>
                      </c:pt>
                      <c:pt idx="700">
                        <c:v>700</c:v>
                      </c:pt>
                      <c:pt idx="701">
                        <c:v>701</c:v>
                      </c:pt>
                      <c:pt idx="702">
                        <c:v>702</c:v>
                      </c:pt>
                      <c:pt idx="703">
                        <c:v>703</c:v>
                      </c:pt>
                      <c:pt idx="704">
                        <c:v>704</c:v>
                      </c:pt>
                      <c:pt idx="705">
                        <c:v>705</c:v>
                      </c:pt>
                      <c:pt idx="706">
                        <c:v>706</c:v>
                      </c:pt>
                      <c:pt idx="707">
                        <c:v>707</c:v>
                      </c:pt>
                      <c:pt idx="708">
                        <c:v>708</c:v>
                      </c:pt>
                      <c:pt idx="709">
                        <c:v>709</c:v>
                      </c:pt>
                      <c:pt idx="710">
                        <c:v>710</c:v>
                      </c:pt>
                      <c:pt idx="711">
                        <c:v>711</c:v>
                      </c:pt>
                      <c:pt idx="712">
                        <c:v>712</c:v>
                      </c:pt>
                      <c:pt idx="713">
                        <c:v>713</c:v>
                      </c:pt>
                      <c:pt idx="714">
                        <c:v>714</c:v>
                      </c:pt>
                      <c:pt idx="715">
                        <c:v>715</c:v>
                      </c:pt>
                      <c:pt idx="716">
                        <c:v>716</c:v>
                      </c:pt>
                      <c:pt idx="717">
                        <c:v>717</c:v>
                      </c:pt>
                      <c:pt idx="718">
                        <c:v>718</c:v>
                      </c:pt>
                      <c:pt idx="719">
                        <c:v>719</c:v>
                      </c:pt>
                      <c:pt idx="720">
                        <c:v>720</c:v>
                      </c:pt>
                      <c:pt idx="721">
                        <c:v>721</c:v>
                      </c:pt>
                      <c:pt idx="722">
                        <c:v>722</c:v>
                      </c:pt>
                      <c:pt idx="723">
                        <c:v>723</c:v>
                      </c:pt>
                      <c:pt idx="724">
                        <c:v>724</c:v>
                      </c:pt>
                      <c:pt idx="725">
                        <c:v>725</c:v>
                      </c:pt>
                      <c:pt idx="726">
                        <c:v>726</c:v>
                      </c:pt>
                      <c:pt idx="727">
                        <c:v>727</c:v>
                      </c:pt>
                      <c:pt idx="728">
                        <c:v>728</c:v>
                      </c:pt>
                      <c:pt idx="729">
                        <c:v>729</c:v>
                      </c:pt>
                      <c:pt idx="730">
                        <c:v>730</c:v>
                      </c:pt>
                      <c:pt idx="731">
                        <c:v>731</c:v>
                      </c:pt>
                      <c:pt idx="732">
                        <c:v>732</c:v>
                      </c:pt>
                      <c:pt idx="733">
                        <c:v>733</c:v>
                      </c:pt>
                      <c:pt idx="734">
                        <c:v>734</c:v>
                      </c:pt>
                      <c:pt idx="735">
                        <c:v>735</c:v>
                      </c:pt>
                      <c:pt idx="736">
                        <c:v>736</c:v>
                      </c:pt>
                      <c:pt idx="737">
                        <c:v>737</c:v>
                      </c:pt>
                      <c:pt idx="738">
                        <c:v>738</c:v>
                      </c:pt>
                      <c:pt idx="739">
                        <c:v>739</c:v>
                      </c:pt>
                      <c:pt idx="740">
                        <c:v>740</c:v>
                      </c:pt>
                      <c:pt idx="741">
                        <c:v>741</c:v>
                      </c:pt>
                      <c:pt idx="742">
                        <c:v>742</c:v>
                      </c:pt>
                      <c:pt idx="743">
                        <c:v>743</c:v>
                      </c:pt>
                      <c:pt idx="744">
                        <c:v>744</c:v>
                      </c:pt>
                      <c:pt idx="745">
                        <c:v>745</c:v>
                      </c:pt>
                      <c:pt idx="746">
                        <c:v>746</c:v>
                      </c:pt>
                      <c:pt idx="747">
                        <c:v>747</c:v>
                      </c:pt>
                      <c:pt idx="748">
                        <c:v>748</c:v>
                      </c:pt>
                      <c:pt idx="749">
                        <c:v>749</c:v>
                      </c:pt>
                      <c:pt idx="750">
                        <c:v>750</c:v>
                      </c:pt>
                      <c:pt idx="751">
                        <c:v>751</c:v>
                      </c:pt>
                      <c:pt idx="752">
                        <c:v>752</c:v>
                      </c:pt>
                      <c:pt idx="753">
                        <c:v>753</c:v>
                      </c:pt>
                      <c:pt idx="754">
                        <c:v>754</c:v>
                      </c:pt>
                      <c:pt idx="755">
                        <c:v>755</c:v>
                      </c:pt>
                      <c:pt idx="756">
                        <c:v>756</c:v>
                      </c:pt>
                      <c:pt idx="757">
                        <c:v>757</c:v>
                      </c:pt>
                      <c:pt idx="758">
                        <c:v>758</c:v>
                      </c:pt>
                      <c:pt idx="759">
                        <c:v>759</c:v>
                      </c:pt>
                      <c:pt idx="760">
                        <c:v>760</c:v>
                      </c:pt>
                      <c:pt idx="761">
                        <c:v>761</c:v>
                      </c:pt>
                      <c:pt idx="762">
                        <c:v>762</c:v>
                      </c:pt>
                      <c:pt idx="763">
                        <c:v>763</c:v>
                      </c:pt>
                      <c:pt idx="764">
                        <c:v>764</c:v>
                      </c:pt>
                      <c:pt idx="765">
                        <c:v>765</c:v>
                      </c:pt>
                      <c:pt idx="766">
                        <c:v>766</c:v>
                      </c:pt>
                      <c:pt idx="767">
                        <c:v>767</c:v>
                      </c:pt>
                      <c:pt idx="768">
                        <c:v>768</c:v>
                      </c:pt>
                      <c:pt idx="769">
                        <c:v>769</c:v>
                      </c:pt>
                      <c:pt idx="770">
                        <c:v>770</c:v>
                      </c:pt>
                      <c:pt idx="771">
                        <c:v>771</c:v>
                      </c:pt>
                      <c:pt idx="772">
                        <c:v>772</c:v>
                      </c:pt>
                      <c:pt idx="773">
                        <c:v>773</c:v>
                      </c:pt>
                      <c:pt idx="774">
                        <c:v>774</c:v>
                      </c:pt>
                      <c:pt idx="775">
                        <c:v>775</c:v>
                      </c:pt>
                      <c:pt idx="776">
                        <c:v>776</c:v>
                      </c:pt>
                      <c:pt idx="777">
                        <c:v>777</c:v>
                      </c:pt>
                      <c:pt idx="778">
                        <c:v>778</c:v>
                      </c:pt>
                      <c:pt idx="779">
                        <c:v>779</c:v>
                      </c:pt>
                      <c:pt idx="780">
                        <c:v>780</c:v>
                      </c:pt>
                      <c:pt idx="781">
                        <c:v>781</c:v>
                      </c:pt>
                      <c:pt idx="782">
                        <c:v>782</c:v>
                      </c:pt>
                      <c:pt idx="783">
                        <c:v>783</c:v>
                      </c:pt>
                      <c:pt idx="784">
                        <c:v>784</c:v>
                      </c:pt>
                      <c:pt idx="785">
                        <c:v>785</c:v>
                      </c:pt>
                      <c:pt idx="786">
                        <c:v>786</c:v>
                      </c:pt>
                      <c:pt idx="787">
                        <c:v>787</c:v>
                      </c:pt>
                      <c:pt idx="788">
                        <c:v>788</c:v>
                      </c:pt>
                      <c:pt idx="789">
                        <c:v>789</c:v>
                      </c:pt>
                      <c:pt idx="790">
                        <c:v>790</c:v>
                      </c:pt>
                      <c:pt idx="791">
                        <c:v>791</c:v>
                      </c:pt>
                      <c:pt idx="792">
                        <c:v>792</c:v>
                      </c:pt>
                      <c:pt idx="793">
                        <c:v>793</c:v>
                      </c:pt>
                      <c:pt idx="794">
                        <c:v>794</c:v>
                      </c:pt>
                      <c:pt idx="795">
                        <c:v>795</c:v>
                      </c:pt>
                      <c:pt idx="796">
                        <c:v>796</c:v>
                      </c:pt>
                      <c:pt idx="797">
                        <c:v>797</c:v>
                      </c:pt>
                      <c:pt idx="798">
                        <c:v>798</c:v>
                      </c:pt>
                      <c:pt idx="799">
                        <c:v>799</c:v>
                      </c:pt>
                      <c:pt idx="800">
                        <c:v>800</c:v>
                      </c:pt>
                      <c:pt idx="801">
                        <c:v>801</c:v>
                      </c:pt>
                      <c:pt idx="802">
                        <c:v>802</c:v>
                      </c:pt>
                      <c:pt idx="803">
                        <c:v>803</c:v>
                      </c:pt>
                      <c:pt idx="804">
                        <c:v>804</c:v>
                      </c:pt>
                      <c:pt idx="805">
                        <c:v>805</c:v>
                      </c:pt>
                      <c:pt idx="806">
                        <c:v>806</c:v>
                      </c:pt>
                      <c:pt idx="807">
                        <c:v>807</c:v>
                      </c:pt>
                      <c:pt idx="808">
                        <c:v>808</c:v>
                      </c:pt>
                      <c:pt idx="809">
                        <c:v>809</c:v>
                      </c:pt>
                      <c:pt idx="810">
                        <c:v>810</c:v>
                      </c:pt>
                      <c:pt idx="811">
                        <c:v>811</c:v>
                      </c:pt>
                      <c:pt idx="812">
                        <c:v>812</c:v>
                      </c:pt>
                      <c:pt idx="813">
                        <c:v>813</c:v>
                      </c:pt>
                      <c:pt idx="814">
                        <c:v>814</c:v>
                      </c:pt>
                      <c:pt idx="815">
                        <c:v>815</c:v>
                      </c:pt>
                      <c:pt idx="816">
                        <c:v>816</c:v>
                      </c:pt>
                      <c:pt idx="817">
                        <c:v>817</c:v>
                      </c:pt>
                      <c:pt idx="818">
                        <c:v>818</c:v>
                      </c:pt>
                      <c:pt idx="819">
                        <c:v>819</c:v>
                      </c:pt>
                      <c:pt idx="820">
                        <c:v>820</c:v>
                      </c:pt>
                      <c:pt idx="821">
                        <c:v>821</c:v>
                      </c:pt>
                      <c:pt idx="822">
                        <c:v>822</c:v>
                      </c:pt>
                      <c:pt idx="823">
                        <c:v>823</c:v>
                      </c:pt>
                      <c:pt idx="824">
                        <c:v>824</c:v>
                      </c:pt>
                      <c:pt idx="825">
                        <c:v>825</c:v>
                      </c:pt>
                      <c:pt idx="826">
                        <c:v>826</c:v>
                      </c:pt>
                      <c:pt idx="827">
                        <c:v>827</c:v>
                      </c:pt>
                      <c:pt idx="828">
                        <c:v>828</c:v>
                      </c:pt>
                      <c:pt idx="829">
                        <c:v>829</c:v>
                      </c:pt>
                      <c:pt idx="830">
                        <c:v>830</c:v>
                      </c:pt>
                      <c:pt idx="831">
                        <c:v>831</c:v>
                      </c:pt>
                      <c:pt idx="832">
                        <c:v>832</c:v>
                      </c:pt>
                      <c:pt idx="833">
                        <c:v>833</c:v>
                      </c:pt>
                      <c:pt idx="834">
                        <c:v>834</c:v>
                      </c:pt>
                      <c:pt idx="835">
                        <c:v>835</c:v>
                      </c:pt>
                      <c:pt idx="836">
                        <c:v>836</c:v>
                      </c:pt>
                      <c:pt idx="837">
                        <c:v>837</c:v>
                      </c:pt>
                      <c:pt idx="838">
                        <c:v>838</c:v>
                      </c:pt>
                      <c:pt idx="839">
                        <c:v>839</c:v>
                      </c:pt>
                      <c:pt idx="840">
                        <c:v>840</c:v>
                      </c:pt>
                      <c:pt idx="841">
                        <c:v>841</c:v>
                      </c:pt>
                      <c:pt idx="842">
                        <c:v>842</c:v>
                      </c:pt>
                      <c:pt idx="843">
                        <c:v>843</c:v>
                      </c:pt>
                      <c:pt idx="844">
                        <c:v>844</c:v>
                      </c:pt>
                      <c:pt idx="845">
                        <c:v>845</c:v>
                      </c:pt>
                      <c:pt idx="846">
                        <c:v>846</c:v>
                      </c:pt>
                      <c:pt idx="847">
                        <c:v>847</c:v>
                      </c:pt>
                      <c:pt idx="848">
                        <c:v>848</c:v>
                      </c:pt>
                      <c:pt idx="849">
                        <c:v>849</c:v>
                      </c:pt>
                      <c:pt idx="850">
                        <c:v>850</c:v>
                      </c:pt>
                      <c:pt idx="851">
                        <c:v>851</c:v>
                      </c:pt>
                      <c:pt idx="852">
                        <c:v>852</c:v>
                      </c:pt>
                      <c:pt idx="853">
                        <c:v>853</c:v>
                      </c:pt>
                      <c:pt idx="854">
                        <c:v>854</c:v>
                      </c:pt>
                      <c:pt idx="855">
                        <c:v>855</c:v>
                      </c:pt>
                      <c:pt idx="856">
                        <c:v>856</c:v>
                      </c:pt>
                      <c:pt idx="857">
                        <c:v>857</c:v>
                      </c:pt>
                      <c:pt idx="858">
                        <c:v>858</c:v>
                      </c:pt>
                      <c:pt idx="859">
                        <c:v>859</c:v>
                      </c:pt>
                      <c:pt idx="860">
                        <c:v>860</c:v>
                      </c:pt>
                      <c:pt idx="861">
                        <c:v>861</c:v>
                      </c:pt>
                      <c:pt idx="862">
                        <c:v>862</c:v>
                      </c:pt>
                      <c:pt idx="863">
                        <c:v>863</c:v>
                      </c:pt>
                      <c:pt idx="864">
                        <c:v>864</c:v>
                      </c:pt>
                      <c:pt idx="865">
                        <c:v>865</c:v>
                      </c:pt>
                      <c:pt idx="866">
                        <c:v>866</c:v>
                      </c:pt>
                      <c:pt idx="867">
                        <c:v>867</c:v>
                      </c:pt>
                      <c:pt idx="868">
                        <c:v>868</c:v>
                      </c:pt>
                      <c:pt idx="869">
                        <c:v>869</c:v>
                      </c:pt>
                      <c:pt idx="870">
                        <c:v>870</c:v>
                      </c:pt>
                      <c:pt idx="871">
                        <c:v>871</c:v>
                      </c:pt>
                      <c:pt idx="872">
                        <c:v>872</c:v>
                      </c:pt>
                      <c:pt idx="873">
                        <c:v>873</c:v>
                      </c:pt>
                      <c:pt idx="874">
                        <c:v>874</c:v>
                      </c:pt>
                      <c:pt idx="875">
                        <c:v>875</c:v>
                      </c:pt>
                      <c:pt idx="876">
                        <c:v>876</c:v>
                      </c:pt>
                      <c:pt idx="877">
                        <c:v>877</c:v>
                      </c:pt>
                      <c:pt idx="878">
                        <c:v>878</c:v>
                      </c:pt>
                      <c:pt idx="879">
                        <c:v>879</c:v>
                      </c:pt>
                      <c:pt idx="880">
                        <c:v>880</c:v>
                      </c:pt>
                      <c:pt idx="881">
                        <c:v>881</c:v>
                      </c:pt>
                      <c:pt idx="882">
                        <c:v>882</c:v>
                      </c:pt>
                      <c:pt idx="883">
                        <c:v>883</c:v>
                      </c:pt>
                      <c:pt idx="884">
                        <c:v>884</c:v>
                      </c:pt>
                      <c:pt idx="885">
                        <c:v>885</c:v>
                      </c:pt>
                      <c:pt idx="886">
                        <c:v>886</c:v>
                      </c:pt>
                      <c:pt idx="887">
                        <c:v>887</c:v>
                      </c:pt>
                      <c:pt idx="888">
                        <c:v>888</c:v>
                      </c:pt>
                      <c:pt idx="889">
                        <c:v>889</c:v>
                      </c:pt>
                      <c:pt idx="890">
                        <c:v>890</c:v>
                      </c:pt>
                      <c:pt idx="891">
                        <c:v>891</c:v>
                      </c:pt>
                      <c:pt idx="892">
                        <c:v>892</c:v>
                      </c:pt>
                      <c:pt idx="893">
                        <c:v>893</c:v>
                      </c:pt>
                      <c:pt idx="894">
                        <c:v>894</c:v>
                      </c:pt>
                      <c:pt idx="895">
                        <c:v>895</c:v>
                      </c:pt>
                      <c:pt idx="896">
                        <c:v>896</c:v>
                      </c:pt>
                      <c:pt idx="897">
                        <c:v>897</c:v>
                      </c:pt>
                      <c:pt idx="898">
                        <c:v>898</c:v>
                      </c:pt>
                      <c:pt idx="899">
                        <c:v>899</c:v>
                      </c:pt>
                      <c:pt idx="900">
                        <c:v>900</c:v>
                      </c:pt>
                      <c:pt idx="901">
                        <c:v>901</c:v>
                      </c:pt>
                      <c:pt idx="902">
                        <c:v>902</c:v>
                      </c:pt>
                      <c:pt idx="903">
                        <c:v>903</c:v>
                      </c:pt>
                      <c:pt idx="904">
                        <c:v>904</c:v>
                      </c:pt>
                      <c:pt idx="905">
                        <c:v>905</c:v>
                      </c:pt>
                      <c:pt idx="906">
                        <c:v>906</c:v>
                      </c:pt>
                      <c:pt idx="907">
                        <c:v>907</c:v>
                      </c:pt>
                      <c:pt idx="908">
                        <c:v>908</c:v>
                      </c:pt>
                      <c:pt idx="909">
                        <c:v>909</c:v>
                      </c:pt>
                      <c:pt idx="910">
                        <c:v>910</c:v>
                      </c:pt>
                      <c:pt idx="911">
                        <c:v>911</c:v>
                      </c:pt>
                      <c:pt idx="912">
                        <c:v>912</c:v>
                      </c:pt>
                      <c:pt idx="913">
                        <c:v>913</c:v>
                      </c:pt>
                      <c:pt idx="914">
                        <c:v>914</c:v>
                      </c:pt>
                      <c:pt idx="915">
                        <c:v>915</c:v>
                      </c:pt>
                      <c:pt idx="916">
                        <c:v>916</c:v>
                      </c:pt>
                      <c:pt idx="917">
                        <c:v>917</c:v>
                      </c:pt>
                      <c:pt idx="918">
                        <c:v>918</c:v>
                      </c:pt>
                      <c:pt idx="919">
                        <c:v>919</c:v>
                      </c:pt>
                      <c:pt idx="920">
                        <c:v>920</c:v>
                      </c:pt>
                      <c:pt idx="921">
                        <c:v>921</c:v>
                      </c:pt>
                      <c:pt idx="922">
                        <c:v>922</c:v>
                      </c:pt>
                      <c:pt idx="923">
                        <c:v>923</c:v>
                      </c:pt>
                      <c:pt idx="924">
                        <c:v>924</c:v>
                      </c:pt>
                      <c:pt idx="925">
                        <c:v>925</c:v>
                      </c:pt>
                      <c:pt idx="926">
                        <c:v>926</c:v>
                      </c:pt>
                      <c:pt idx="927">
                        <c:v>927</c:v>
                      </c:pt>
                      <c:pt idx="928">
                        <c:v>928</c:v>
                      </c:pt>
                      <c:pt idx="929">
                        <c:v>929</c:v>
                      </c:pt>
                      <c:pt idx="930">
                        <c:v>930</c:v>
                      </c:pt>
                      <c:pt idx="931">
                        <c:v>931</c:v>
                      </c:pt>
                      <c:pt idx="932">
                        <c:v>932</c:v>
                      </c:pt>
                      <c:pt idx="933">
                        <c:v>933</c:v>
                      </c:pt>
                      <c:pt idx="934">
                        <c:v>934</c:v>
                      </c:pt>
                      <c:pt idx="935">
                        <c:v>935</c:v>
                      </c:pt>
                      <c:pt idx="936">
                        <c:v>936</c:v>
                      </c:pt>
                      <c:pt idx="937">
                        <c:v>937</c:v>
                      </c:pt>
                      <c:pt idx="938">
                        <c:v>938</c:v>
                      </c:pt>
                      <c:pt idx="939">
                        <c:v>939</c:v>
                      </c:pt>
                      <c:pt idx="940">
                        <c:v>940</c:v>
                      </c:pt>
                      <c:pt idx="941">
                        <c:v>941</c:v>
                      </c:pt>
                      <c:pt idx="942">
                        <c:v>942</c:v>
                      </c:pt>
                      <c:pt idx="943">
                        <c:v>943</c:v>
                      </c:pt>
                      <c:pt idx="944">
                        <c:v>944</c:v>
                      </c:pt>
                      <c:pt idx="945">
                        <c:v>945</c:v>
                      </c:pt>
                      <c:pt idx="946">
                        <c:v>946</c:v>
                      </c:pt>
                      <c:pt idx="947">
                        <c:v>947</c:v>
                      </c:pt>
                      <c:pt idx="948">
                        <c:v>948</c:v>
                      </c:pt>
                      <c:pt idx="949">
                        <c:v>949</c:v>
                      </c:pt>
                      <c:pt idx="950">
                        <c:v>950</c:v>
                      </c:pt>
                      <c:pt idx="951">
                        <c:v>951</c:v>
                      </c:pt>
                      <c:pt idx="952">
                        <c:v>952</c:v>
                      </c:pt>
                      <c:pt idx="953">
                        <c:v>953</c:v>
                      </c:pt>
                      <c:pt idx="954">
                        <c:v>954</c:v>
                      </c:pt>
                      <c:pt idx="955">
                        <c:v>955</c:v>
                      </c:pt>
                      <c:pt idx="956">
                        <c:v>956</c:v>
                      </c:pt>
                      <c:pt idx="957">
                        <c:v>957</c:v>
                      </c:pt>
                      <c:pt idx="958">
                        <c:v>958</c:v>
                      </c:pt>
                      <c:pt idx="959">
                        <c:v>959</c:v>
                      </c:pt>
                      <c:pt idx="960">
                        <c:v>960</c:v>
                      </c:pt>
                      <c:pt idx="961">
                        <c:v>961</c:v>
                      </c:pt>
                      <c:pt idx="962">
                        <c:v>962</c:v>
                      </c:pt>
                      <c:pt idx="963">
                        <c:v>963</c:v>
                      </c:pt>
                      <c:pt idx="964">
                        <c:v>964</c:v>
                      </c:pt>
                      <c:pt idx="965">
                        <c:v>965</c:v>
                      </c:pt>
                      <c:pt idx="966">
                        <c:v>966</c:v>
                      </c:pt>
                      <c:pt idx="967">
                        <c:v>967</c:v>
                      </c:pt>
                      <c:pt idx="968">
                        <c:v>968</c:v>
                      </c:pt>
                      <c:pt idx="969">
                        <c:v>969</c:v>
                      </c:pt>
                      <c:pt idx="970">
                        <c:v>970</c:v>
                      </c:pt>
                      <c:pt idx="971">
                        <c:v>971</c:v>
                      </c:pt>
                      <c:pt idx="972">
                        <c:v>972</c:v>
                      </c:pt>
                      <c:pt idx="973">
                        <c:v>973</c:v>
                      </c:pt>
                      <c:pt idx="974">
                        <c:v>974</c:v>
                      </c:pt>
                      <c:pt idx="975">
                        <c:v>975</c:v>
                      </c:pt>
                      <c:pt idx="976">
                        <c:v>976</c:v>
                      </c:pt>
                      <c:pt idx="977">
                        <c:v>977</c:v>
                      </c:pt>
                      <c:pt idx="978">
                        <c:v>978</c:v>
                      </c:pt>
                      <c:pt idx="979">
                        <c:v>979</c:v>
                      </c:pt>
                      <c:pt idx="980">
                        <c:v>980</c:v>
                      </c:pt>
                      <c:pt idx="981">
                        <c:v>981</c:v>
                      </c:pt>
                      <c:pt idx="982">
                        <c:v>982</c:v>
                      </c:pt>
                      <c:pt idx="983">
                        <c:v>983</c:v>
                      </c:pt>
                      <c:pt idx="984">
                        <c:v>984</c:v>
                      </c:pt>
                      <c:pt idx="985">
                        <c:v>985</c:v>
                      </c:pt>
                      <c:pt idx="986">
                        <c:v>986</c:v>
                      </c:pt>
                      <c:pt idx="987">
                        <c:v>987</c:v>
                      </c:pt>
                      <c:pt idx="988">
                        <c:v>988</c:v>
                      </c:pt>
                      <c:pt idx="989">
                        <c:v>989</c:v>
                      </c:pt>
                      <c:pt idx="990">
                        <c:v>990</c:v>
                      </c:pt>
                      <c:pt idx="991">
                        <c:v>991</c:v>
                      </c:pt>
                      <c:pt idx="992">
                        <c:v>992</c:v>
                      </c:pt>
                      <c:pt idx="993">
                        <c:v>993</c:v>
                      </c:pt>
                      <c:pt idx="994">
                        <c:v>994</c:v>
                      </c:pt>
                      <c:pt idx="995">
                        <c:v>995</c:v>
                      </c:pt>
                      <c:pt idx="996">
                        <c:v>996</c:v>
                      </c:pt>
                      <c:pt idx="997">
                        <c:v>997</c:v>
                      </c:pt>
                      <c:pt idx="998">
                        <c:v>998</c:v>
                      </c:pt>
                      <c:pt idx="999">
                        <c:v>999</c:v>
                      </c:pt>
                      <c:pt idx="1000">
                        <c:v>1000</c:v>
                      </c:pt>
                      <c:pt idx="1001">
                        <c:v>1001</c:v>
                      </c:pt>
                      <c:pt idx="1002">
                        <c:v>1002</c:v>
                      </c:pt>
                      <c:pt idx="1003">
                        <c:v>1003</c:v>
                      </c:pt>
                      <c:pt idx="1004">
                        <c:v>1004</c:v>
                      </c:pt>
                      <c:pt idx="1005">
                        <c:v>1005</c:v>
                      </c:pt>
                      <c:pt idx="1006">
                        <c:v>1006</c:v>
                      </c:pt>
                      <c:pt idx="1007">
                        <c:v>1007</c:v>
                      </c:pt>
                      <c:pt idx="1008">
                        <c:v>1008</c:v>
                      </c:pt>
                      <c:pt idx="1009">
                        <c:v>1009</c:v>
                      </c:pt>
                      <c:pt idx="1010">
                        <c:v>1010</c:v>
                      </c:pt>
                      <c:pt idx="1011">
                        <c:v>1011</c:v>
                      </c:pt>
                      <c:pt idx="1012">
                        <c:v>1012</c:v>
                      </c:pt>
                      <c:pt idx="1013">
                        <c:v>1013</c:v>
                      </c:pt>
                      <c:pt idx="1014">
                        <c:v>1014</c:v>
                      </c:pt>
                      <c:pt idx="1015">
                        <c:v>1015</c:v>
                      </c:pt>
                      <c:pt idx="1016">
                        <c:v>1016</c:v>
                      </c:pt>
                      <c:pt idx="1017">
                        <c:v>1017</c:v>
                      </c:pt>
                      <c:pt idx="1018">
                        <c:v>1018</c:v>
                      </c:pt>
                      <c:pt idx="1019">
                        <c:v>1019</c:v>
                      </c:pt>
                      <c:pt idx="1020">
                        <c:v>1020</c:v>
                      </c:pt>
                      <c:pt idx="1021">
                        <c:v>1021</c:v>
                      </c:pt>
                      <c:pt idx="1022">
                        <c:v>1022</c:v>
                      </c:pt>
                      <c:pt idx="1023">
                        <c:v>1023</c:v>
                      </c:pt>
                      <c:pt idx="1024">
                        <c:v>1024</c:v>
                      </c:pt>
                      <c:pt idx="1025">
                        <c:v>1025</c:v>
                      </c:pt>
                      <c:pt idx="1026">
                        <c:v>1026</c:v>
                      </c:pt>
                      <c:pt idx="1027">
                        <c:v>1027</c:v>
                      </c:pt>
                      <c:pt idx="1028">
                        <c:v>1028</c:v>
                      </c:pt>
                      <c:pt idx="1029">
                        <c:v>1029</c:v>
                      </c:pt>
                      <c:pt idx="1030">
                        <c:v>1030</c:v>
                      </c:pt>
                      <c:pt idx="1031">
                        <c:v>1031</c:v>
                      </c:pt>
                      <c:pt idx="1032">
                        <c:v>1032</c:v>
                      </c:pt>
                      <c:pt idx="1033">
                        <c:v>1033</c:v>
                      </c:pt>
                      <c:pt idx="1034">
                        <c:v>1034</c:v>
                      </c:pt>
                      <c:pt idx="1035">
                        <c:v>1035</c:v>
                      </c:pt>
                      <c:pt idx="1036">
                        <c:v>1036</c:v>
                      </c:pt>
                      <c:pt idx="1037">
                        <c:v>1037</c:v>
                      </c:pt>
                      <c:pt idx="1038">
                        <c:v>1038</c:v>
                      </c:pt>
                      <c:pt idx="1039">
                        <c:v>1039</c:v>
                      </c:pt>
                      <c:pt idx="1040">
                        <c:v>1040</c:v>
                      </c:pt>
                      <c:pt idx="1041">
                        <c:v>1041</c:v>
                      </c:pt>
                      <c:pt idx="1042">
                        <c:v>1042</c:v>
                      </c:pt>
                      <c:pt idx="1043">
                        <c:v>1043</c:v>
                      </c:pt>
                      <c:pt idx="1044">
                        <c:v>1044</c:v>
                      </c:pt>
                      <c:pt idx="1045">
                        <c:v>1045</c:v>
                      </c:pt>
                      <c:pt idx="1046">
                        <c:v>1046</c:v>
                      </c:pt>
                      <c:pt idx="1047">
                        <c:v>1047</c:v>
                      </c:pt>
                      <c:pt idx="1048">
                        <c:v>1048</c:v>
                      </c:pt>
                      <c:pt idx="1049">
                        <c:v>1049</c:v>
                      </c:pt>
                      <c:pt idx="1050">
                        <c:v>1050</c:v>
                      </c:pt>
                      <c:pt idx="1051">
                        <c:v>1051</c:v>
                      </c:pt>
                      <c:pt idx="1052">
                        <c:v>1052</c:v>
                      </c:pt>
                      <c:pt idx="1053">
                        <c:v>1053</c:v>
                      </c:pt>
                      <c:pt idx="1054">
                        <c:v>1054</c:v>
                      </c:pt>
                      <c:pt idx="1055">
                        <c:v>1055</c:v>
                      </c:pt>
                      <c:pt idx="1056">
                        <c:v>1056</c:v>
                      </c:pt>
                      <c:pt idx="1057">
                        <c:v>1057</c:v>
                      </c:pt>
                      <c:pt idx="1058">
                        <c:v>1058</c:v>
                      </c:pt>
                      <c:pt idx="1059">
                        <c:v>1059</c:v>
                      </c:pt>
                      <c:pt idx="1060">
                        <c:v>1060</c:v>
                      </c:pt>
                      <c:pt idx="1061">
                        <c:v>1061</c:v>
                      </c:pt>
                      <c:pt idx="1062">
                        <c:v>1062</c:v>
                      </c:pt>
                      <c:pt idx="1063">
                        <c:v>1063</c:v>
                      </c:pt>
                      <c:pt idx="1064">
                        <c:v>1064</c:v>
                      </c:pt>
                      <c:pt idx="1065">
                        <c:v>1065</c:v>
                      </c:pt>
                      <c:pt idx="1066">
                        <c:v>1066</c:v>
                      </c:pt>
                      <c:pt idx="1067">
                        <c:v>1067</c:v>
                      </c:pt>
                      <c:pt idx="1068">
                        <c:v>1068</c:v>
                      </c:pt>
                      <c:pt idx="1069">
                        <c:v>1069</c:v>
                      </c:pt>
                      <c:pt idx="1070">
                        <c:v>1070</c:v>
                      </c:pt>
                      <c:pt idx="1071">
                        <c:v>1071</c:v>
                      </c:pt>
                      <c:pt idx="1072">
                        <c:v>1072</c:v>
                      </c:pt>
                      <c:pt idx="1073">
                        <c:v>1073</c:v>
                      </c:pt>
                      <c:pt idx="1074">
                        <c:v>1074</c:v>
                      </c:pt>
                      <c:pt idx="1075">
                        <c:v>1075</c:v>
                      </c:pt>
                      <c:pt idx="1076">
                        <c:v>1076</c:v>
                      </c:pt>
                      <c:pt idx="1077">
                        <c:v>1077</c:v>
                      </c:pt>
                      <c:pt idx="1078">
                        <c:v>1078</c:v>
                      </c:pt>
                      <c:pt idx="1079">
                        <c:v>1079</c:v>
                      </c:pt>
                      <c:pt idx="1080">
                        <c:v>1080</c:v>
                      </c:pt>
                      <c:pt idx="1081">
                        <c:v>1081</c:v>
                      </c:pt>
                      <c:pt idx="1082">
                        <c:v>1082</c:v>
                      </c:pt>
                      <c:pt idx="1083">
                        <c:v>1083</c:v>
                      </c:pt>
                      <c:pt idx="1084">
                        <c:v>1084</c:v>
                      </c:pt>
                      <c:pt idx="1085">
                        <c:v>1085</c:v>
                      </c:pt>
                      <c:pt idx="1086">
                        <c:v>1086</c:v>
                      </c:pt>
                      <c:pt idx="1087">
                        <c:v>1087</c:v>
                      </c:pt>
                      <c:pt idx="1088">
                        <c:v>1088</c:v>
                      </c:pt>
                      <c:pt idx="1089">
                        <c:v>1089</c:v>
                      </c:pt>
                      <c:pt idx="1090">
                        <c:v>1090</c:v>
                      </c:pt>
                      <c:pt idx="1091">
                        <c:v>1091</c:v>
                      </c:pt>
                      <c:pt idx="1092">
                        <c:v>1092</c:v>
                      </c:pt>
                      <c:pt idx="1093">
                        <c:v>1093</c:v>
                      </c:pt>
                      <c:pt idx="1094">
                        <c:v>1094</c:v>
                      </c:pt>
                      <c:pt idx="1095">
                        <c:v>1095</c:v>
                      </c:pt>
                      <c:pt idx="1096">
                        <c:v>1096</c:v>
                      </c:pt>
                      <c:pt idx="1097">
                        <c:v>1097</c:v>
                      </c:pt>
                      <c:pt idx="1098">
                        <c:v>1098</c:v>
                      </c:pt>
                      <c:pt idx="1099">
                        <c:v>1099</c:v>
                      </c:pt>
                      <c:pt idx="1100">
                        <c:v>1100</c:v>
                      </c:pt>
                      <c:pt idx="1101">
                        <c:v>1101</c:v>
                      </c:pt>
                      <c:pt idx="1102">
                        <c:v>1102</c:v>
                      </c:pt>
                      <c:pt idx="1103">
                        <c:v>1103</c:v>
                      </c:pt>
                      <c:pt idx="1104">
                        <c:v>1104</c:v>
                      </c:pt>
                      <c:pt idx="1105">
                        <c:v>1105</c:v>
                      </c:pt>
                      <c:pt idx="1106">
                        <c:v>1106</c:v>
                      </c:pt>
                      <c:pt idx="1107">
                        <c:v>1107</c:v>
                      </c:pt>
                      <c:pt idx="1108">
                        <c:v>1108</c:v>
                      </c:pt>
                      <c:pt idx="1109">
                        <c:v>1109</c:v>
                      </c:pt>
                      <c:pt idx="1110">
                        <c:v>1110</c:v>
                      </c:pt>
                      <c:pt idx="1111">
                        <c:v>1111</c:v>
                      </c:pt>
                      <c:pt idx="1112">
                        <c:v>1112</c:v>
                      </c:pt>
                      <c:pt idx="1113">
                        <c:v>1113</c:v>
                      </c:pt>
                      <c:pt idx="1114">
                        <c:v>1114</c:v>
                      </c:pt>
                      <c:pt idx="1115">
                        <c:v>1115</c:v>
                      </c:pt>
                      <c:pt idx="1116">
                        <c:v>1116</c:v>
                      </c:pt>
                      <c:pt idx="1117">
                        <c:v>1117</c:v>
                      </c:pt>
                      <c:pt idx="1118">
                        <c:v>1118</c:v>
                      </c:pt>
                      <c:pt idx="1119">
                        <c:v>1119</c:v>
                      </c:pt>
                      <c:pt idx="1120">
                        <c:v>1120</c:v>
                      </c:pt>
                      <c:pt idx="1121">
                        <c:v>1121</c:v>
                      </c:pt>
                      <c:pt idx="1122">
                        <c:v>1122</c:v>
                      </c:pt>
                      <c:pt idx="1123">
                        <c:v>1123</c:v>
                      </c:pt>
                      <c:pt idx="1124">
                        <c:v>1124</c:v>
                      </c:pt>
                      <c:pt idx="1125">
                        <c:v>1125</c:v>
                      </c:pt>
                      <c:pt idx="1126">
                        <c:v>1126</c:v>
                      </c:pt>
                      <c:pt idx="1127">
                        <c:v>1127</c:v>
                      </c:pt>
                      <c:pt idx="1128">
                        <c:v>1128</c:v>
                      </c:pt>
                      <c:pt idx="1129">
                        <c:v>1129</c:v>
                      </c:pt>
                      <c:pt idx="1130">
                        <c:v>1130</c:v>
                      </c:pt>
                      <c:pt idx="1131">
                        <c:v>1131</c:v>
                      </c:pt>
                      <c:pt idx="1132">
                        <c:v>1132</c:v>
                      </c:pt>
                      <c:pt idx="1133">
                        <c:v>1133</c:v>
                      </c:pt>
                      <c:pt idx="1134">
                        <c:v>1134</c:v>
                      </c:pt>
                      <c:pt idx="1135">
                        <c:v>1135</c:v>
                      </c:pt>
                      <c:pt idx="1136">
                        <c:v>1136</c:v>
                      </c:pt>
                      <c:pt idx="1137">
                        <c:v>1137</c:v>
                      </c:pt>
                      <c:pt idx="1138">
                        <c:v>1138</c:v>
                      </c:pt>
                      <c:pt idx="1139">
                        <c:v>1139</c:v>
                      </c:pt>
                      <c:pt idx="1140">
                        <c:v>1140</c:v>
                      </c:pt>
                      <c:pt idx="1141">
                        <c:v>1141</c:v>
                      </c:pt>
                      <c:pt idx="1142">
                        <c:v>1142</c:v>
                      </c:pt>
                      <c:pt idx="1143">
                        <c:v>1143</c:v>
                      </c:pt>
                      <c:pt idx="1144">
                        <c:v>1144</c:v>
                      </c:pt>
                      <c:pt idx="1145">
                        <c:v>1145</c:v>
                      </c:pt>
                      <c:pt idx="1146">
                        <c:v>1146</c:v>
                      </c:pt>
                      <c:pt idx="1147">
                        <c:v>1147</c:v>
                      </c:pt>
                      <c:pt idx="1148">
                        <c:v>1148</c:v>
                      </c:pt>
                      <c:pt idx="1149">
                        <c:v>1149</c:v>
                      </c:pt>
                      <c:pt idx="1150">
                        <c:v>1150</c:v>
                      </c:pt>
                      <c:pt idx="1151">
                        <c:v>1151</c:v>
                      </c:pt>
                      <c:pt idx="1152">
                        <c:v>1152</c:v>
                      </c:pt>
                      <c:pt idx="1153">
                        <c:v>1153</c:v>
                      </c:pt>
                      <c:pt idx="1154">
                        <c:v>1154</c:v>
                      </c:pt>
                      <c:pt idx="1155">
                        <c:v>1155</c:v>
                      </c:pt>
                      <c:pt idx="1156">
                        <c:v>1156</c:v>
                      </c:pt>
                      <c:pt idx="1157">
                        <c:v>1157</c:v>
                      </c:pt>
                      <c:pt idx="1158">
                        <c:v>1158</c:v>
                      </c:pt>
                      <c:pt idx="1159">
                        <c:v>1159</c:v>
                      </c:pt>
                      <c:pt idx="1160">
                        <c:v>1160</c:v>
                      </c:pt>
                      <c:pt idx="1161">
                        <c:v>1161</c:v>
                      </c:pt>
                      <c:pt idx="1162">
                        <c:v>1162</c:v>
                      </c:pt>
                      <c:pt idx="1163">
                        <c:v>1163</c:v>
                      </c:pt>
                      <c:pt idx="1164">
                        <c:v>1164</c:v>
                      </c:pt>
                      <c:pt idx="1165">
                        <c:v>1165</c:v>
                      </c:pt>
                      <c:pt idx="1166">
                        <c:v>1166</c:v>
                      </c:pt>
                      <c:pt idx="1167">
                        <c:v>1167</c:v>
                      </c:pt>
                      <c:pt idx="1168">
                        <c:v>1168</c:v>
                      </c:pt>
                      <c:pt idx="1169">
                        <c:v>1169</c:v>
                      </c:pt>
                      <c:pt idx="1170">
                        <c:v>1170</c:v>
                      </c:pt>
                      <c:pt idx="1171">
                        <c:v>1171</c:v>
                      </c:pt>
                      <c:pt idx="1172">
                        <c:v>1172</c:v>
                      </c:pt>
                      <c:pt idx="1173">
                        <c:v>1173</c:v>
                      </c:pt>
                      <c:pt idx="1174">
                        <c:v>1174</c:v>
                      </c:pt>
                      <c:pt idx="1175">
                        <c:v>1175</c:v>
                      </c:pt>
                      <c:pt idx="1176">
                        <c:v>1176</c:v>
                      </c:pt>
                      <c:pt idx="1177">
                        <c:v>1177</c:v>
                      </c:pt>
                      <c:pt idx="1178">
                        <c:v>1178</c:v>
                      </c:pt>
                      <c:pt idx="1179">
                        <c:v>1179</c:v>
                      </c:pt>
                      <c:pt idx="1180">
                        <c:v>1180</c:v>
                      </c:pt>
                      <c:pt idx="1181">
                        <c:v>1181</c:v>
                      </c:pt>
                      <c:pt idx="1182">
                        <c:v>1182</c:v>
                      </c:pt>
                      <c:pt idx="1183">
                        <c:v>1183</c:v>
                      </c:pt>
                      <c:pt idx="1184">
                        <c:v>1184</c:v>
                      </c:pt>
                      <c:pt idx="1185">
                        <c:v>1185</c:v>
                      </c:pt>
                      <c:pt idx="1186">
                        <c:v>1186</c:v>
                      </c:pt>
                      <c:pt idx="1187">
                        <c:v>1187</c:v>
                      </c:pt>
                      <c:pt idx="1188">
                        <c:v>1188</c:v>
                      </c:pt>
                      <c:pt idx="1189">
                        <c:v>1189</c:v>
                      </c:pt>
                      <c:pt idx="1190">
                        <c:v>1190</c:v>
                      </c:pt>
                      <c:pt idx="1191">
                        <c:v>1191</c:v>
                      </c:pt>
                      <c:pt idx="1192">
                        <c:v>1192</c:v>
                      </c:pt>
                      <c:pt idx="1193">
                        <c:v>1193</c:v>
                      </c:pt>
                      <c:pt idx="1194">
                        <c:v>1194</c:v>
                      </c:pt>
                      <c:pt idx="1195">
                        <c:v>1195</c:v>
                      </c:pt>
                      <c:pt idx="1196">
                        <c:v>1196</c:v>
                      </c:pt>
                      <c:pt idx="1197">
                        <c:v>1197</c:v>
                      </c:pt>
                      <c:pt idx="1198">
                        <c:v>1198</c:v>
                      </c:pt>
                      <c:pt idx="1199">
                        <c:v>1199</c:v>
                      </c:pt>
                      <c:pt idx="1200">
                        <c:v>1200</c:v>
                      </c:pt>
                      <c:pt idx="1201">
                        <c:v>1201</c:v>
                      </c:pt>
                      <c:pt idx="1202">
                        <c:v>1202</c:v>
                      </c:pt>
                      <c:pt idx="1203">
                        <c:v>1203</c:v>
                      </c:pt>
                      <c:pt idx="1204">
                        <c:v>1204</c:v>
                      </c:pt>
                      <c:pt idx="1205">
                        <c:v>1205</c:v>
                      </c:pt>
                      <c:pt idx="1206">
                        <c:v>1206</c:v>
                      </c:pt>
                      <c:pt idx="1207">
                        <c:v>1207</c:v>
                      </c:pt>
                      <c:pt idx="1208">
                        <c:v>1208</c:v>
                      </c:pt>
                      <c:pt idx="1209">
                        <c:v>1209</c:v>
                      </c:pt>
                      <c:pt idx="1210">
                        <c:v>1210</c:v>
                      </c:pt>
                      <c:pt idx="1211">
                        <c:v>1211</c:v>
                      </c:pt>
                      <c:pt idx="1212">
                        <c:v>1212</c:v>
                      </c:pt>
                      <c:pt idx="1213">
                        <c:v>1213</c:v>
                      </c:pt>
                      <c:pt idx="1214">
                        <c:v>1214</c:v>
                      </c:pt>
                      <c:pt idx="1215">
                        <c:v>1215</c:v>
                      </c:pt>
                      <c:pt idx="1216">
                        <c:v>1216</c:v>
                      </c:pt>
                      <c:pt idx="1217">
                        <c:v>1217</c:v>
                      </c:pt>
                      <c:pt idx="1218">
                        <c:v>1218</c:v>
                      </c:pt>
                      <c:pt idx="1219">
                        <c:v>1219</c:v>
                      </c:pt>
                      <c:pt idx="1220">
                        <c:v>1220</c:v>
                      </c:pt>
                      <c:pt idx="1221">
                        <c:v>1221</c:v>
                      </c:pt>
                      <c:pt idx="1222">
                        <c:v>1222</c:v>
                      </c:pt>
                      <c:pt idx="1223">
                        <c:v>1223</c:v>
                      </c:pt>
                      <c:pt idx="1224">
                        <c:v>1224</c:v>
                      </c:pt>
                      <c:pt idx="1225">
                        <c:v>1225</c:v>
                      </c:pt>
                      <c:pt idx="1226">
                        <c:v>1226</c:v>
                      </c:pt>
                      <c:pt idx="1227">
                        <c:v>1227</c:v>
                      </c:pt>
                      <c:pt idx="1228">
                        <c:v>1228</c:v>
                      </c:pt>
                      <c:pt idx="1229">
                        <c:v>1229</c:v>
                      </c:pt>
                      <c:pt idx="1230">
                        <c:v>1230</c:v>
                      </c:pt>
                      <c:pt idx="1231">
                        <c:v>1231</c:v>
                      </c:pt>
                      <c:pt idx="1232">
                        <c:v>1232</c:v>
                      </c:pt>
                      <c:pt idx="1233">
                        <c:v>1233</c:v>
                      </c:pt>
                      <c:pt idx="1234">
                        <c:v>1234</c:v>
                      </c:pt>
                      <c:pt idx="1235">
                        <c:v>1235</c:v>
                      </c:pt>
                      <c:pt idx="1236">
                        <c:v>1236</c:v>
                      </c:pt>
                      <c:pt idx="1237">
                        <c:v>1237</c:v>
                      </c:pt>
                      <c:pt idx="1238">
                        <c:v>1238</c:v>
                      </c:pt>
                      <c:pt idx="1239">
                        <c:v>1239</c:v>
                      </c:pt>
                      <c:pt idx="1240">
                        <c:v>1240</c:v>
                      </c:pt>
                      <c:pt idx="1241">
                        <c:v>1241</c:v>
                      </c:pt>
                      <c:pt idx="1242">
                        <c:v>1242</c:v>
                      </c:pt>
                      <c:pt idx="1243">
                        <c:v>1243</c:v>
                      </c:pt>
                      <c:pt idx="1244">
                        <c:v>1244</c:v>
                      </c:pt>
                      <c:pt idx="1245">
                        <c:v>1245</c:v>
                      </c:pt>
                      <c:pt idx="1246">
                        <c:v>1246</c:v>
                      </c:pt>
                      <c:pt idx="1247">
                        <c:v>1247</c:v>
                      </c:pt>
                      <c:pt idx="1248">
                        <c:v>1248</c:v>
                      </c:pt>
                      <c:pt idx="1249">
                        <c:v>1249</c:v>
                      </c:pt>
                      <c:pt idx="1250">
                        <c:v>1250</c:v>
                      </c:pt>
                      <c:pt idx="1251">
                        <c:v>1251</c:v>
                      </c:pt>
                      <c:pt idx="1252">
                        <c:v>1252</c:v>
                      </c:pt>
                      <c:pt idx="1253">
                        <c:v>1253</c:v>
                      </c:pt>
                      <c:pt idx="1254">
                        <c:v>1254</c:v>
                      </c:pt>
                      <c:pt idx="1255">
                        <c:v>1255</c:v>
                      </c:pt>
                      <c:pt idx="1256">
                        <c:v>1256</c:v>
                      </c:pt>
                      <c:pt idx="1257">
                        <c:v>1257</c:v>
                      </c:pt>
                      <c:pt idx="1258">
                        <c:v>1258</c:v>
                      </c:pt>
                      <c:pt idx="1259">
                        <c:v>1259</c:v>
                      </c:pt>
                      <c:pt idx="1260">
                        <c:v>1260</c:v>
                      </c:pt>
                      <c:pt idx="1261">
                        <c:v>1261</c:v>
                      </c:pt>
                      <c:pt idx="1262">
                        <c:v>1262</c:v>
                      </c:pt>
                      <c:pt idx="1263">
                        <c:v>1263</c:v>
                      </c:pt>
                      <c:pt idx="1264">
                        <c:v>1264</c:v>
                      </c:pt>
                      <c:pt idx="1265">
                        <c:v>1265</c:v>
                      </c:pt>
                      <c:pt idx="1266">
                        <c:v>1266</c:v>
                      </c:pt>
                      <c:pt idx="1267">
                        <c:v>1267</c:v>
                      </c:pt>
                      <c:pt idx="1268">
                        <c:v>1268</c:v>
                      </c:pt>
                      <c:pt idx="1269">
                        <c:v>1269</c:v>
                      </c:pt>
                      <c:pt idx="1270">
                        <c:v>1270</c:v>
                      </c:pt>
                      <c:pt idx="1271">
                        <c:v>1271</c:v>
                      </c:pt>
                      <c:pt idx="1272">
                        <c:v>1272</c:v>
                      </c:pt>
                      <c:pt idx="1273">
                        <c:v>1273</c:v>
                      </c:pt>
                      <c:pt idx="1274">
                        <c:v>1274</c:v>
                      </c:pt>
                      <c:pt idx="1275">
                        <c:v>1275</c:v>
                      </c:pt>
                      <c:pt idx="1276">
                        <c:v>1276</c:v>
                      </c:pt>
                      <c:pt idx="1277">
                        <c:v>1277</c:v>
                      </c:pt>
                      <c:pt idx="1278">
                        <c:v>1278</c:v>
                      </c:pt>
                      <c:pt idx="1279">
                        <c:v>1279</c:v>
                      </c:pt>
                      <c:pt idx="1280">
                        <c:v>1280</c:v>
                      </c:pt>
                      <c:pt idx="1281">
                        <c:v>1281</c:v>
                      </c:pt>
                      <c:pt idx="1282">
                        <c:v>1282</c:v>
                      </c:pt>
                      <c:pt idx="1283">
                        <c:v>1283</c:v>
                      </c:pt>
                      <c:pt idx="1284">
                        <c:v>1284</c:v>
                      </c:pt>
                      <c:pt idx="1285">
                        <c:v>1285</c:v>
                      </c:pt>
                      <c:pt idx="1286">
                        <c:v>1286</c:v>
                      </c:pt>
                      <c:pt idx="1287">
                        <c:v>1287</c:v>
                      </c:pt>
                      <c:pt idx="1288">
                        <c:v>1288</c:v>
                      </c:pt>
                      <c:pt idx="1289">
                        <c:v>1289</c:v>
                      </c:pt>
                      <c:pt idx="1290">
                        <c:v>1290</c:v>
                      </c:pt>
                      <c:pt idx="1291">
                        <c:v>1291</c:v>
                      </c:pt>
                      <c:pt idx="1292">
                        <c:v>1292</c:v>
                      </c:pt>
                      <c:pt idx="1293">
                        <c:v>1293</c:v>
                      </c:pt>
                      <c:pt idx="1294">
                        <c:v>1294</c:v>
                      </c:pt>
                      <c:pt idx="1295">
                        <c:v>1295</c:v>
                      </c:pt>
                      <c:pt idx="1296">
                        <c:v>1296</c:v>
                      </c:pt>
                      <c:pt idx="1297">
                        <c:v>1297</c:v>
                      </c:pt>
                      <c:pt idx="1298">
                        <c:v>1298</c:v>
                      </c:pt>
                      <c:pt idx="1299">
                        <c:v>1299</c:v>
                      </c:pt>
                      <c:pt idx="1300">
                        <c:v>1300</c:v>
                      </c:pt>
                      <c:pt idx="1301">
                        <c:v>1301</c:v>
                      </c:pt>
                      <c:pt idx="1302">
                        <c:v>1302</c:v>
                      </c:pt>
                      <c:pt idx="1303">
                        <c:v>1303</c:v>
                      </c:pt>
                      <c:pt idx="1304">
                        <c:v>1304</c:v>
                      </c:pt>
                      <c:pt idx="1305">
                        <c:v>1305</c:v>
                      </c:pt>
                      <c:pt idx="1306">
                        <c:v>1306</c:v>
                      </c:pt>
                      <c:pt idx="1307">
                        <c:v>1307</c:v>
                      </c:pt>
                      <c:pt idx="1308">
                        <c:v>1308</c:v>
                      </c:pt>
                      <c:pt idx="1309">
                        <c:v>1309</c:v>
                      </c:pt>
                      <c:pt idx="1310">
                        <c:v>1310</c:v>
                      </c:pt>
                      <c:pt idx="1311">
                        <c:v>1311</c:v>
                      </c:pt>
                      <c:pt idx="1312">
                        <c:v>1312</c:v>
                      </c:pt>
                      <c:pt idx="1313">
                        <c:v>1313</c:v>
                      </c:pt>
                      <c:pt idx="1314">
                        <c:v>1314</c:v>
                      </c:pt>
                      <c:pt idx="1315">
                        <c:v>1315</c:v>
                      </c:pt>
                      <c:pt idx="1316">
                        <c:v>1316</c:v>
                      </c:pt>
                      <c:pt idx="1317">
                        <c:v>1317</c:v>
                      </c:pt>
                      <c:pt idx="1318">
                        <c:v>1318</c:v>
                      </c:pt>
                      <c:pt idx="1319">
                        <c:v>1319</c:v>
                      </c:pt>
                      <c:pt idx="1320">
                        <c:v>1320</c:v>
                      </c:pt>
                      <c:pt idx="1321">
                        <c:v>1321</c:v>
                      </c:pt>
                      <c:pt idx="1322">
                        <c:v>1322</c:v>
                      </c:pt>
                      <c:pt idx="1323">
                        <c:v>1323</c:v>
                      </c:pt>
                      <c:pt idx="1324">
                        <c:v>1324</c:v>
                      </c:pt>
                      <c:pt idx="1325">
                        <c:v>1325</c:v>
                      </c:pt>
                      <c:pt idx="1326">
                        <c:v>1326</c:v>
                      </c:pt>
                      <c:pt idx="1327">
                        <c:v>1327</c:v>
                      </c:pt>
                      <c:pt idx="1328">
                        <c:v>1328</c:v>
                      </c:pt>
                      <c:pt idx="1329">
                        <c:v>1329</c:v>
                      </c:pt>
                      <c:pt idx="1330">
                        <c:v>1330</c:v>
                      </c:pt>
                      <c:pt idx="1331">
                        <c:v>1331</c:v>
                      </c:pt>
                      <c:pt idx="1332">
                        <c:v>1332</c:v>
                      </c:pt>
                      <c:pt idx="1333">
                        <c:v>1333</c:v>
                      </c:pt>
                      <c:pt idx="1334">
                        <c:v>1334</c:v>
                      </c:pt>
                      <c:pt idx="1335">
                        <c:v>1335</c:v>
                      </c:pt>
                      <c:pt idx="1336">
                        <c:v>1336</c:v>
                      </c:pt>
                      <c:pt idx="1337">
                        <c:v>1337</c:v>
                      </c:pt>
                      <c:pt idx="1338">
                        <c:v>1338</c:v>
                      </c:pt>
                      <c:pt idx="1339">
                        <c:v>1339</c:v>
                      </c:pt>
                      <c:pt idx="1340">
                        <c:v>1340</c:v>
                      </c:pt>
                      <c:pt idx="1341">
                        <c:v>1341</c:v>
                      </c:pt>
                      <c:pt idx="1342">
                        <c:v>1342</c:v>
                      </c:pt>
                      <c:pt idx="1343">
                        <c:v>1343</c:v>
                      </c:pt>
                      <c:pt idx="1344">
                        <c:v>1344</c:v>
                      </c:pt>
                      <c:pt idx="1345">
                        <c:v>1345</c:v>
                      </c:pt>
                      <c:pt idx="1346">
                        <c:v>1346</c:v>
                      </c:pt>
                      <c:pt idx="1347">
                        <c:v>1347</c:v>
                      </c:pt>
                      <c:pt idx="1348">
                        <c:v>1348</c:v>
                      </c:pt>
                      <c:pt idx="1349">
                        <c:v>1349</c:v>
                      </c:pt>
                      <c:pt idx="1350">
                        <c:v>1350</c:v>
                      </c:pt>
                      <c:pt idx="1351">
                        <c:v>1351</c:v>
                      </c:pt>
                      <c:pt idx="1352">
                        <c:v>1352</c:v>
                      </c:pt>
                      <c:pt idx="1353">
                        <c:v>1353</c:v>
                      </c:pt>
                      <c:pt idx="1354">
                        <c:v>1354</c:v>
                      </c:pt>
                      <c:pt idx="1355">
                        <c:v>1355</c:v>
                      </c:pt>
                      <c:pt idx="1356">
                        <c:v>1356</c:v>
                      </c:pt>
                      <c:pt idx="1357">
                        <c:v>1357</c:v>
                      </c:pt>
                      <c:pt idx="1358">
                        <c:v>1358</c:v>
                      </c:pt>
                      <c:pt idx="1359">
                        <c:v>1359</c:v>
                      </c:pt>
                      <c:pt idx="1360">
                        <c:v>1360</c:v>
                      </c:pt>
                      <c:pt idx="1361">
                        <c:v>1361</c:v>
                      </c:pt>
                      <c:pt idx="1362">
                        <c:v>1362</c:v>
                      </c:pt>
                      <c:pt idx="1363">
                        <c:v>1363</c:v>
                      </c:pt>
                      <c:pt idx="1364">
                        <c:v>1364</c:v>
                      </c:pt>
                      <c:pt idx="1365">
                        <c:v>1365</c:v>
                      </c:pt>
                      <c:pt idx="1366">
                        <c:v>1366</c:v>
                      </c:pt>
                      <c:pt idx="1367">
                        <c:v>1367</c:v>
                      </c:pt>
                      <c:pt idx="1368">
                        <c:v>1368</c:v>
                      </c:pt>
                      <c:pt idx="1369">
                        <c:v>1369</c:v>
                      </c:pt>
                      <c:pt idx="1370">
                        <c:v>1370</c:v>
                      </c:pt>
                      <c:pt idx="1371">
                        <c:v>1371</c:v>
                      </c:pt>
                      <c:pt idx="1372">
                        <c:v>1372</c:v>
                      </c:pt>
                      <c:pt idx="1373">
                        <c:v>1373</c:v>
                      </c:pt>
                      <c:pt idx="1374">
                        <c:v>1374</c:v>
                      </c:pt>
                      <c:pt idx="1375">
                        <c:v>1375</c:v>
                      </c:pt>
                      <c:pt idx="1376">
                        <c:v>1376</c:v>
                      </c:pt>
                      <c:pt idx="1377">
                        <c:v>1377</c:v>
                      </c:pt>
                      <c:pt idx="1378">
                        <c:v>1378</c:v>
                      </c:pt>
                      <c:pt idx="1379">
                        <c:v>1379</c:v>
                      </c:pt>
                      <c:pt idx="1380">
                        <c:v>1380</c:v>
                      </c:pt>
                      <c:pt idx="1381">
                        <c:v>1381</c:v>
                      </c:pt>
                      <c:pt idx="1382">
                        <c:v>1382</c:v>
                      </c:pt>
                      <c:pt idx="1383">
                        <c:v>1383</c:v>
                      </c:pt>
                      <c:pt idx="1384">
                        <c:v>1384</c:v>
                      </c:pt>
                      <c:pt idx="1385">
                        <c:v>1385</c:v>
                      </c:pt>
                      <c:pt idx="1386">
                        <c:v>1386</c:v>
                      </c:pt>
                      <c:pt idx="1387">
                        <c:v>1387</c:v>
                      </c:pt>
                      <c:pt idx="1388">
                        <c:v>1388</c:v>
                      </c:pt>
                      <c:pt idx="1389">
                        <c:v>1389</c:v>
                      </c:pt>
                      <c:pt idx="1390">
                        <c:v>1390</c:v>
                      </c:pt>
                      <c:pt idx="1391">
                        <c:v>1391</c:v>
                      </c:pt>
                      <c:pt idx="1392">
                        <c:v>1392</c:v>
                      </c:pt>
                      <c:pt idx="1393">
                        <c:v>1393</c:v>
                      </c:pt>
                      <c:pt idx="1394">
                        <c:v>1394</c:v>
                      </c:pt>
                      <c:pt idx="1395">
                        <c:v>1395</c:v>
                      </c:pt>
                      <c:pt idx="1396">
                        <c:v>1396</c:v>
                      </c:pt>
                      <c:pt idx="1397">
                        <c:v>1397</c:v>
                      </c:pt>
                      <c:pt idx="1398">
                        <c:v>1398</c:v>
                      </c:pt>
                      <c:pt idx="1399">
                        <c:v>1399</c:v>
                      </c:pt>
                      <c:pt idx="1400">
                        <c:v>1400</c:v>
                      </c:pt>
                      <c:pt idx="1401">
                        <c:v>1401</c:v>
                      </c:pt>
                      <c:pt idx="1402">
                        <c:v>1402</c:v>
                      </c:pt>
                      <c:pt idx="1403">
                        <c:v>1403</c:v>
                      </c:pt>
                      <c:pt idx="1404">
                        <c:v>1404</c:v>
                      </c:pt>
                      <c:pt idx="1405">
                        <c:v>1405</c:v>
                      </c:pt>
                      <c:pt idx="1406">
                        <c:v>1406</c:v>
                      </c:pt>
                      <c:pt idx="1407">
                        <c:v>1407</c:v>
                      </c:pt>
                      <c:pt idx="1408">
                        <c:v>1408</c:v>
                      </c:pt>
                      <c:pt idx="1409">
                        <c:v>1409</c:v>
                      </c:pt>
                      <c:pt idx="1410">
                        <c:v>1410</c:v>
                      </c:pt>
                      <c:pt idx="1411">
                        <c:v>1411</c:v>
                      </c:pt>
                      <c:pt idx="1412">
                        <c:v>1412</c:v>
                      </c:pt>
                      <c:pt idx="1413">
                        <c:v>1413</c:v>
                      </c:pt>
                      <c:pt idx="1414">
                        <c:v>1414</c:v>
                      </c:pt>
                      <c:pt idx="1415">
                        <c:v>1415</c:v>
                      </c:pt>
                      <c:pt idx="1416">
                        <c:v>1416</c:v>
                      </c:pt>
                      <c:pt idx="1417">
                        <c:v>1417</c:v>
                      </c:pt>
                      <c:pt idx="1418">
                        <c:v>1418</c:v>
                      </c:pt>
                      <c:pt idx="1419">
                        <c:v>1419</c:v>
                      </c:pt>
                      <c:pt idx="1420">
                        <c:v>1420</c:v>
                      </c:pt>
                      <c:pt idx="1421">
                        <c:v>1421</c:v>
                      </c:pt>
                      <c:pt idx="1422">
                        <c:v>1422</c:v>
                      </c:pt>
                      <c:pt idx="1423">
                        <c:v>1423</c:v>
                      </c:pt>
                      <c:pt idx="1424">
                        <c:v>1424</c:v>
                      </c:pt>
                      <c:pt idx="1425">
                        <c:v>1425</c:v>
                      </c:pt>
                      <c:pt idx="1426">
                        <c:v>1426</c:v>
                      </c:pt>
                      <c:pt idx="1427">
                        <c:v>1427</c:v>
                      </c:pt>
                      <c:pt idx="1428">
                        <c:v>1428</c:v>
                      </c:pt>
                      <c:pt idx="1429">
                        <c:v>1429</c:v>
                      </c:pt>
                      <c:pt idx="1430">
                        <c:v>1430</c:v>
                      </c:pt>
                      <c:pt idx="1431">
                        <c:v>1431</c:v>
                      </c:pt>
                      <c:pt idx="1432">
                        <c:v>1432</c:v>
                      </c:pt>
                      <c:pt idx="1433">
                        <c:v>1433</c:v>
                      </c:pt>
                      <c:pt idx="1434">
                        <c:v>1434</c:v>
                      </c:pt>
                      <c:pt idx="1435">
                        <c:v>1435</c:v>
                      </c:pt>
                      <c:pt idx="1436">
                        <c:v>1436</c:v>
                      </c:pt>
                      <c:pt idx="1437">
                        <c:v>1437</c:v>
                      </c:pt>
                      <c:pt idx="1438">
                        <c:v>1438</c:v>
                      </c:pt>
                      <c:pt idx="1439">
                        <c:v>1439</c:v>
                      </c:pt>
                      <c:pt idx="1440">
                        <c:v>1440</c:v>
                      </c:pt>
                      <c:pt idx="1441">
                        <c:v>1441</c:v>
                      </c:pt>
                      <c:pt idx="1442">
                        <c:v>1442</c:v>
                      </c:pt>
                      <c:pt idx="1443">
                        <c:v>1443</c:v>
                      </c:pt>
                      <c:pt idx="1444">
                        <c:v>1444</c:v>
                      </c:pt>
                      <c:pt idx="1445">
                        <c:v>1445</c:v>
                      </c:pt>
                      <c:pt idx="1446">
                        <c:v>1446</c:v>
                      </c:pt>
                      <c:pt idx="1447">
                        <c:v>1447</c:v>
                      </c:pt>
                      <c:pt idx="1448">
                        <c:v>1448</c:v>
                      </c:pt>
                      <c:pt idx="1449">
                        <c:v>1449</c:v>
                      </c:pt>
                      <c:pt idx="1450">
                        <c:v>1450</c:v>
                      </c:pt>
                      <c:pt idx="1451">
                        <c:v>1451</c:v>
                      </c:pt>
                      <c:pt idx="1452">
                        <c:v>1452</c:v>
                      </c:pt>
                      <c:pt idx="1453">
                        <c:v>1453</c:v>
                      </c:pt>
                      <c:pt idx="1454">
                        <c:v>1454</c:v>
                      </c:pt>
                      <c:pt idx="1455">
                        <c:v>1455</c:v>
                      </c:pt>
                      <c:pt idx="1456">
                        <c:v>1456</c:v>
                      </c:pt>
                      <c:pt idx="1457">
                        <c:v>1457</c:v>
                      </c:pt>
                      <c:pt idx="1458">
                        <c:v>1458</c:v>
                      </c:pt>
                      <c:pt idx="1459">
                        <c:v>1459</c:v>
                      </c:pt>
                      <c:pt idx="1460">
                        <c:v>1460</c:v>
                      </c:pt>
                      <c:pt idx="1461">
                        <c:v>1461</c:v>
                      </c:pt>
                      <c:pt idx="1462">
                        <c:v>1462</c:v>
                      </c:pt>
                      <c:pt idx="1463">
                        <c:v>1463</c:v>
                      </c:pt>
                      <c:pt idx="1464">
                        <c:v>1464</c:v>
                      </c:pt>
                      <c:pt idx="1465">
                        <c:v>1465</c:v>
                      </c:pt>
                      <c:pt idx="1466">
                        <c:v>1466</c:v>
                      </c:pt>
                      <c:pt idx="1467">
                        <c:v>1467</c:v>
                      </c:pt>
                      <c:pt idx="1468">
                        <c:v>1468</c:v>
                      </c:pt>
                      <c:pt idx="1469">
                        <c:v>1469</c:v>
                      </c:pt>
                      <c:pt idx="1470">
                        <c:v>1470</c:v>
                      </c:pt>
                      <c:pt idx="1471">
                        <c:v>1471</c:v>
                      </c:pt>
                      <c:pt idx="1472">
                        <c:v>1472</c:v>
                      </c:pt>
                      <c:pt idx="1473">
                        <c:v>1473</c:v>
                      </c:pt>
                      <c:pt idx="1474">
                        <c:v>1474</c:v>
                      </c:pt>
                      <c:pt idx="1475">
                        <c:v>1475</c:v>
                      </c:pt>
                      <c:pt idx="1476">
                        <c:v>1476</c:v>
                      </c:pt>
                      <c:pt idx="1477">
                        <c:v>1477</c:v>
                      </c:pt>
                      <c:pt idx="1478">
                        <c:v>1478</c:v>
                      </c:pt>
                      <c:pt idx="1479">
                        <c:v>1479</c:v>
                      </c:pt>
                      <c:pt idx="1480">
                        <c:v>1480</c:v>
                      </c:pt>
                      <c:pt idx="1481">
                        <c:v>1481</c:v>
                      </c:pt>
                      <c:pt idx="1482">
                        <c:v>1482</c:v>
                      </c:pt>
                      <c:pt idx="1483">
                        <c:v>1483</c:v>
                      </c:pt>
                      <c:pt idx="1484">
                        <c:v>1484</c:v>
                      </c:pt>
                      <c:pt idx="1485">
                        <c:v>1485</c:v>
                      </c:pt>
                      <c:pt idx="1486">
                        <c:v>1486</c:v>
                      </c:pt>
                      <c:pt idx="1487">
                        <c:v>1487</c:v>
                      </c:pt>
                      <c:pt idx="1488">
                        <c:v>1488</c:v>
                      </c:pt>
                      <c:pt idx="1489">
                        <c:v>1489</c:v>
                      </c:pt>
                      <c:pt idx="1490">
                        <c:v>1490</c:v>
                      </c:pt>
                      <c:pt idx="1491">
                        <c:v>1491</c:v>
                      </c:pt>
                      <c:pt idx="1492">
                        <c:v>1492</c:v>
                      </c:pt>
                      <c:pt idx="1493">
                        <c:v>1493</c:v>
                      </c:pt>
                      <c:pt idx="1494">
                        <c:v>1494</c:v>
                      </c:pt>
                      <c:pt idx="1495">
                        <c:v>1495</c:v>
                      </c:pt>
                      <c:pt idx="1496">
                        <c:v>1496</c:v>
                      </c:pt>
                      <c:pt idx="1497">
                        <c:v>1497</c:v>
                      </c:pt>
                      <c:pt idx="1498">
                        <c:v>1498</c:v>
                      </c:pt>
                      <c:pt idx="1499">
                        <c:v>1499</c:v>
                      </c:pt>
                      <c:pt idx="1500">
                        <c:v>1500</c:v>
                      </c:pt>
                      <c:pt idx="1501">
                        <c:v>1501</c:v>
                      </c:pt>
                      <c:pt idx="1502">
                        <c:v>1502</c:v>
                      </c:pt>
                      <c:pt idx="1503">
                        <c:v>1503</c:v>
                      </c:pt>
                      <c:pt idx="1504">
                        <c:v>1504</c:v>
                      </c:pt>
                      <c:pt idx="1505">
                        <c:v>1505</c:v>
                      </c:pt>
                      <c:pt idx="1506">
                        <c:v>1506</c:v>
                      </c:pt>
                      <c:pt idx="1507">
                        <c:v>1507</c:v>
                      </c:pt>
                      <c:pt idx="1508">
                        <c:v>1508</c:v>
                      </c:pt>
                      <c:pt idx="1509">
                        <c:v>1509</c:v>
                      </c:pt>
                      <c:pt idx="1510">
                        <c:v>1510</c:v>
                      </c:pt>
                      <c:pt idx="1511">
                        <c:v>1511</c:v>
                      </c:pt>
                      <c:pt idx="1512">
                        <c:v>1512</c:v>
                      </c:pt>
                      <c:pt idx="1513">
                        <c:v>1513</c:v>
                      </c:pt>
                      <c:pt idx="1514">
                        <c:v>1514</c:v>
                      </c:pt>
                      <c:pt idx="1515">
                        <c:v>1515</c:v>
                      </c:pt>
                      <c:pt idx="1516">
                        <c:v>1516</c:v>
                      </c:pt>
                      <c:pt idx="1517">
                        <c:v>1517</c:v>
                      </c:pt>
                      <c:pt idx="1518">
                        <c:v>1518</c:v>
                      </c:pt>
                      <c:pt idx="1519">
                        <c:v>1519</c:v>
                      </c:pt>
                      <c:pt idx="1520">
                        <c:v>1520</c:v>
                      </c:pt>
                      <c:pt idx="1521">
                        <c:v>1521</c:v>
                      </c:pt>
                      <c:pt idx="1522">
                        <c:v>1522</c:v>
                      </c:pt>
                      <c:pt idx="1523">
                        <c:v>1523</c:v>
                      </c:pt>
                      <c:pt idx="1524">
                        <c:v>1524</c:v>
                      </c:pt>
                      <c:pt idx="1525">
                        <c:v>1525</c:v>
                      </c:pt>
                      <c:pt idx="1526">
                        <c:v>1526</c:v>
                      </c:pt>
                      <c:pt idx="1527">
                        <c:v>1527</c:v>
                      </c:pt>
                      <c:pt idx="1528">
                        <c:v>1528</c:v>
                      </c:pt>
                      <c:pt idx="1529">
                        <c:v>1529</c:v>
                      </c:pt>
                      <c:pt idx="1530">
                        <c:v>1530</c:v>
                      </c:pt>
                      <c:pt idx="1531">
                        <c:v>1531</c:v>
                      </c:pt>
                      <c:pt idx="1532">
                        <c:v>1532</c:v>
                      </c:pt>
                      <c:pt idx="1533">
                        <c:v>1533</c:v>
                      </c:pt>
                      <c:pt idx="1534">
                        <c:v>1534</c:v>
                      </c:pt>
                      <c:pt idx="1535">
                        <c:v>1535</c:v>
                      </c:pt>
                      <c:pt idx="1536">
                        <c:v>1536</c:v>
                      </c:pt>
                      <c:pt idx="1537">
                        <c:v>1537</c:v>
                      </c:pt>
                      <c:pt idx="1538">
                        <c:v>1538</c:v>
                      </c:pt>
                      <c:pt idx="1539">
                        <c:v>1539</c:v>
                      </c:pt>
                      <c:pt idx="1540">
                        <c:v>1540</c:v>
                      </c:pt>
                      <c:pt idx="1541">
                        <c:v>1541</c:v>
                      </c:pt>
                      <c:pt idx="1542">
                        <c:v>1542</c:v>
                      </c:pt>
                      <c:pt idx="1543">
                        <c:v>1543</c:v>
                      </c:pt>
                      <c:pt idx="1544">
                        <c:v>1544</c:v>
                      </c:pt>
                      <c:pt idx="1545">
                        <c:v>1545</c:v>
                      </c:pt>
                      <c:pt idx="1546">
                        <c:v>1546</c:v>
                      </c:pt>
                      <c:pt idx="1547">
                        <c:v>1547</c:v>
                      </c:pt>
                      <c:pt idx="1548">
                        <c:v>1548</c:v>
                      </c:pt>
                      <c:pt idx="1549">
                        <c:v>1549</c:v>
                      </c:pt>
                      <c:pt idx="1550">
                        <c:v>1550</c:v>
                      </c:pt>
                      <c:pt idx="1551">
                        <c:v>1551</c:v>
                      </c:pt>
                      <c:pt idx="1552">
                        <c:v>1552</c:v>
                      </c:pt>
                      <c:pt idx="1553">
                        <c:v>1553</c:v>
                      </c:pt>
                      <c:pt idx="1554">
                        <c:v>1554</c:v>
                      </c:pt>
                      <c:pt idx="1555">
                        <c:v>1555</c:v>
                      </c:pt>
                      <c:pt idx="1556">
                        <c:v>1556</c:v>
                      </c:pt>
                      <c:pt idx="1557">
                        <c:v>1557</c:v>
                      </c:pt>
                      <c:pt idx="1558">
                        <c:v>1558</c:v>
                      </c:pt>
                      <c:pt idx="1559">
                        <c:v>1559</c:v>
                      </c:pt>
                      <c:pt idx="1560">
                        <c:v>1560</c:v>
                      </c:pt>
                      <c:pt idx="1561">
                        <c:v>1561</c:v>
                      </c:pt>
                      <c:pt idx="1562">
                        <c:v>1562</c:v>
                      </c:pt>
                      <c:pt idx="1563">
                        <c:v>1563</c:v>
                      </c:pt>
                      <c:pt idx="1564">
                        <c:v>1564</c:v>
                      </c:pt>
                      <c:pt idx="1565">
                        <c:v>1565</c:v>
                      </c:pt>
                      <c:pt idx="1566">
                        <c:v>1566</c:v>
                      </c:pt>
                      <c:pt idx="1567">
                        <c:v>1567</c:v>
                      </c:pt>
                      <c:pt idx="1568">
                        <c:v>1568</c:v>
                      </c:pt>
                      <c:pt idx="1569">
                        <c:v>1569</c:v>
                      </c:pt>
                      <c:pt idx="1570">
                        <c:v>1570</c:v>
                      </c:pt>
                      <c:pt idx="1571">
                        <c:v>1571</c:v>
                      </c:pt>
                      <c:pt idx="1572">
                        <c:v>1572</c:v>
                      </c:pt>
                      <c:pt idx="1573">
                        <c:v>1573</c:v>
                      </c:pt>
                      <c:pt idx="1574">
                        <c:v>1574</c:v>
                      </c:pt>
                      <c:pt idx="1575">
                        <c:v>1575</c:v>
                      </c:pt>
                      <c:pt idx="1576">
                        <c:v>1576</c:v>
                      </c:pt>
                      <c:pt idx="1577">
                        <c:v>1577</c:v>
                      </c:pt>
                      <c:pt idx="1578">
                        <c:v>1578</c:v>
                      </c:pt>
                      <c:pt idx="1579">
                        <c:v>1579</c:v>
                      </c:pt>
                      <c:pt idx="1580">
                        <c:v>1580</c:v>
                      </c:pt>
                      <c:pt idx="1581">
                        <c:v>1581</c:v>
                      </c:pt>
                      <c:pt idx="1582">
                        <c:v>1582</c:v>
                      </c:pt>
                      <c:pt idx="1583">
                        <c:v>1583</c:v>
                      </c:pt>
                      <c:pt idx="1584">
                        <c:v>1584</c:v>
                      </c:pt>
                      <c:pt idx="1585">
                        <c:v>1585</c:v>
                      </c:pt>
                      <c:pt idx="1586">
                        <c:v>1586</c:v>
                      </c:pt>
                      <c:pt idx="1587">
                        <c:v>1587</c:v>
                      </c:pt>
                      <c:pt idx="1588">
                        <c:v>1588</c:v>
                      </c:pt>
                      <c:pt idx="1589">
                        <c:v>1589</c:v>
                      </c:pt>
                      <c:pt idx="1590">
                        <c:v>1590</c:v>
                      </c:pt>
                      <c:pt idx="1591">
                        <c:v>1591</c:v>
                      </c:pt>
                      <c:pt idx="1592">
                        <c:v>1592</c:v>
                      </c:pt>
                      <c:pt idx="1593">
                        <c:v>1593</c:v>
                      </c:pt>
                      <c:pt idx="1594">
                        <c:v>1594</c:v>
                      </c:pt>
                      <c:pt idx="1595">
                        <c:v>1595</c:v>
                      </c:pt>
                      <c:pt idx="1596">
                        <c:v>1596</c:v>
                      </c:pt>
                      <c:pt idx="1597">
                        <c:v>1597</c:v>
                      </c:pt>
                      <c:pt idx="1598">
                        <c:v>1598</c:v>
                      </c:pt>
                      <c:pt idx="1599">
                        <c:v>1599</c:v>
                      </c:pt>
                      <c:pt idx="1600">
                        <c:v>1600</c:v>
                      </c:pt>
                      <c:pt idx="1601">
                        <c:v>1601</c:v>
                      </c:pt>
                      <c:pt idx="1602">
                        <c:v>1602</c:v>
                      </c:pt>
                      <c:pt idx="1603">
                        <c:v>1603</c:v>
                      </c:pt>
                      <c:pt idx="1604">
                        <c:v>1604</c:v>
                      </c:pt>
                      <c:pt idx="1605">
                        <c:v>1605</c:v>
                      </c:pt>
                      <c:pt idx="1606">
                        <c:v>1606</c:v>
                      </c:pt>
                      <c:pt idx="1607">
                        <c:v>1607</c:v>
                      </c:pt>
                      <c:pt idx="1608">
                        <c:v>1608</c:v>
                      </c:pt>
                      <c:pt idx="1609">
                        <c:v>1609</c:v>
                      </c:pt>
                      <c:pt idx="1610">
                        <c:v>1610</c:v>
                      </c:pt>
                      <c:pt idx="1611">
                        <c:v>1611</c:v>
                      </c:pt>
                      <c:pt idx="1612">
                        <c:v>1612</c:v>
                      </c:pt>
                      <c:pt idx="1613">
                        <c:v>1613</c:v>
                      </c:pt>
                      <c:pt idx="1614">
                        <c:v>1614</c:v>
                      </c:pt>
                      <c:pt idx="1615">
                        <c:v>1615</c:v>
                      </c:pt>
                      <c:pt idx="1616">
                        <c:v>1616</c:v>
                      </c:pt>
                      <c:pt idx="1617">
                        <c:v>1617</c:v>
                      </c:pt>
                      <c:pt idx="1618">
                        <c:v>1618</c:v>
                      </c:pt>
                      <c:pt idx="1619">
                        <c:v>1619</c:v>
                      </c:pt>
                      <c:pt idx="1620">
                        <c:v>1620</c:v>
                      </c:pt>
                      <c:pt idx="1621">
                        <c:v>1621</c:v>
                      </c:pt>
                      <c:pt idx="1622">
                        <c:v>1622</c:v>
                      </c:pt>
                      <c:pt idx="1623">
                        <c:v>1623</c:v>
                      </c:pt>
                      <c:pt idx="1624">
                        <c:v>1624</c:v>
                      </c:pt>
                      <c:pt idx="1625">
                        <c:v>1625</c:v>
                      </c:pt>
                      <c:pt idx="1626">
                        <c:v>1626</c:v>
                      </c:pt>
                      <c:pt idx="1627">
                        <c:v>1627</c:v>
                      </c:pt>
                      <c:pt idx="1628">
                        <c:v>1628</c:v>
                      </c:pt>
                      <c:pt idx="1629">
                        <c:v>1629</c:v>
                      </c:pt>
                      <c:pt idx="1630">
                        <c:v>1630</c:v>
                      </c:pt>
                      <c:pt idx="1631">
                        <c:v>1631</c:v>
                      </c:pt>
                      <c:pt idx="1632">
                        <c:v>1632</c:v>
                      </c:pt>
                      <c:pt idx="1633">
                        <c:v>1633</c:v>
                      </c:pt>
                      <c:pt idx="1634">
                        <c:v>1634</c:v>
                      </c:pt>
                      <c:pt idx="1635">
                        <c:v>1635</c:v>
                      </c:pt>
                      <c:pt idx="1636">
                        <c:v>1636</c:v>
                      </c:pt>
                      <c:pt idx="1637">
                        <c:v>1637</c:v>
                      </c:pt>
                      <c:pt idx="1638">
                        <c:v>1638</c:v>
                      </c:pt>
                      <c:pt idx="1639">
                        <c:v>1639</c:v>
                      </c:pt>
                      <c:pt idx="1640">
                        <c:v>1640</c:v>
                      </c:pt>
                      <c:pt idx="1641">
                        <c:v>1641</c:v>
                      </c:pt>
                      <c:pt idx="1642">
                        <c:v>1642</c:v>
                      </c:pt>
                      <c:pt idx="1643">
                        <c:v>1643</c:v>
                      </c:pt>
                      <c:pt idx="1644">
                        <c:v>1644</c:v>
                      </c:pt>
                      <c:pt idx="1645">
                        <c:v>1645</c:v>
                      </c:pt>
                      <c:pt idx="1646">
                        <c:v>1646</c:v>
                      </c:pt>
                      <c:pt idx="1647">
                        <c:v>1647</c:v>
                      </c:pt>
                      <c:pt idx="1648">
                        <c:v>1648</c:v>
                      </c:pt>
                      <c:pt idx="1649">
                        <c:v>1649</c:v>
                      </c:pt>
                      <c:pt idx="1650">
                        <c:v>1650</c:v>
                      </c:pt>
                      <c:pt idx="1651">
                        <c:v>1651</c:v>
                      </c:pt>
                      <c:pt idx="1652">
                        <c:v>1652</c:v>
                      </c:pt>
                      <c:pt idx="1653">
                        <c:v>1653</c:v>
                      </c:pt>
                      <c:pt idx="1654">
                        <c:v>1654</c:v>
                      </c:pt>
                      <c:pt idx="1655">
                        <c:v>1655</c:v>
                      </c:pt>
                      <c:pt idx="1656">
                        <c:v>1656</c:v>
                      </c:pt>
                      <c:pt idx="1657">
                        <c:v>1657</c:v>
                      </c:pt>
                      <c:pt idx="1658">
                        <c:v>1658</c:v>
                      </c:pt>
                      <c:pt idx="1659">
                        <c:v>1659</c:v>
                      </c:pt>
                      <c:pt idx="1660">
                        <c:v>1660</c:v>
                      </c:pt>
                      <c:pt idx="1661">
                        <c:v>1661</c:v>
                      </c:pt>
                      <c:pt idx="1662">
                        <c:v>1662</c:v>
                      </c:pt>
                      <c:pt idx="1663">
                        <c:v>1663</c:v>
                      </c:pt>
                      <c:pt idx="1664">
                        <c:v>1664</c:v>
                      </c:pt>
                      <c:pt idx="1665">
                        <c:v>1665</c:v>
                      </c:pt>
                      <c:pt idx="1666">
                        <c:v>1666</c:v>
                      </c:pt>
                      <c:pt idx="1667">
                        <c:v>1667</c:v>
                      </c:pt>
                      <c:pt idx="1668">
                        <c:v>1668</c:v>
                      </c:pt>
                      <c:pt idx="1669">
                        <c:v>1669</c:v>
                      </c:pt>
                      <c:pt idx="1670">
                        <c:v>1670</c:v>
                      </c:pt>
                      <c:pt idx="1671">
                        <c:v>1671</c:v>
                      </c:pt>
                      <c:pt idx="1672">
                        <c:v>1672</c:v>
                      </c:pt>
                      <c:pt idx="1673">
                        <c:v>1673</c:v>
                      </c:pt>
                      <c:pt idx="1674">
                        <c:v>1674</c:v>
                      </c:pt>
                      <c:pt idx="1675">
                        <c:v>1675</c:v>
                      </c:pt>
                      <c:pt idx="1676">
                        <c:v>1676</c:v>
                      </c:pt>
                      <c:pt idx="1677">
                        <c:v>1677</c:v>
                      </c:pt>
                      <c:pt idx="1678">
                        <c:v>1678</c:v>
                      </c:pt>
                      <c:pt idx="1679">
                        <c:v>1679</c:v>
                      </c:pt>
                      <c:pt idx="1680">
                        <c:v>1680</c:v>
                      </c:pt>
                      <c:pt idx="1681">
                        <c:v>1681</c:v>
                      </c:pt>
                      <c:pt idx="1682">
                        <c:v>1682</c:v>
                      </c:pt>
                      <c:pt idx="1683">
                        <c:v>1683</c:v>
                      </c:pt>
                      <c:pt idx="1684">
                        <c:v>1684</c:v>
                      </c:pt>
                      <c:pt idx="1685">
                        <c:v>1685</c:v>
                      </c:pt>
                      <c:pt idx="1686">
                        <c:v>1686</c:v>
                      </c:pt>
                      <c:pt idx="1687">
                        <c:v>1687</c:v>
                      </c:pt>
                      <c:pt idx="1688">
                        <c:v>1688</c:v>
                      </c:pt>
                      <c:pt idx="1689">
                        <c:v>1689</c:v>
                      </c:pt>
                      <c:pt idx="1690">
                        <c:v>1690</c:v>
                      </c:pt>
                      <c:pt idx="1691">
                        <c:v>1691</c:v>
                      </c:pt>
                      <c:pt idx="1692">
                        <c:v>1692</c:v>
                      </c:pt>
                      <c:pt idx="1693">
                        <c:v>1693</c:v>
                      </c:pt>
                      <c:pt idx="1694">
                        <c:v>1694</c:v>
                      </c:pt>
                      <c:pt idx="1695">
                        <c:v>1695</c:v>
                      </c:pt>
                      <c:pt idx="1696">
                        <c:v>1696</c:v>
                      </c:pt>
                      <c:pt idx="1697">
                        <c:v>1697</c:v>
                      </c:pt>
                      <c:pt idx="1698">
                        <c:v>1698</c:v>
                      </c:pt>
                      <c:pt idx="1699">
                        <c:v>1699</c:v>
                      </c:pt>
                      <c:pt idx="1700">
                        <c:v>1700</c:v>
                      </c:pt>
                      <c:pt idx="1701">
                        <c:v>1701</c:v>
                      </c:pt>
                      <c:pt idx="1702">
                        <c:v>1702</c:v>
                      </c:pt>
                      <c:pt idx="1703">
                        <c:v>1703</c:v>
                      </c:pt>
                      <c:pt idx="1704">
                        <c:v>1704</c:v>
                      </c:pt>
                      <c:pt idx="1705">
                        <c:v>1705</c:v>
                      </c:pt>
                      <c:pt idx="1706">
                        <c:v>1706</c:v>
                      </c:pt>
                      <c:pt idx="1707">
                        <c:v>1707</c:v>
                      </c:pt>
                      <c:pt idx="1708">
                        <c:v>1708</c:v>
                      </c:pt>
                      <c:pt idx="1709">
                        <c:v>1709</c:v>
                      </c:pt>
                      <c:pt idx="1710">
                        <c:v>1710</c:v>
                      </c:pt>
                      <c:pt idx="1711">
                        <c:v>1711</c:v>
                      </c:pt>
                      <c:pt idx="1712">
                        <c:v>1712</c:v>
                      </c:pt>
                      <c:pt idx="1713">
                        <c:v>1713</c:v>
                      </c:pt>
                      <c:pt idx="1714">
                        <c:v>1714</c:v>
                      </c:pt>
                      <c:pt idx="1715">
                        <c:v>1715</c:v>
                      </c:pt>
                      <c:pt idx="1716">
                        <c:v>1716</c:v>
                      </c:pt>
                      <c:pt idx="1717">
                        <c:v>1717</c:v>
                      </c:pt>
                      <c:pt idx="1718">
                        <c:v>1718</c:v>
                      </c:pt>
                      <c:pt idx="1719">
                        <c:v>1719</c:v>
                      </c:pt>
                      <c:pt idx="1720">
                        <c:v>1720</c:v>
                      </c:pt>
                      <c:pt idx="1721">
                        <c:v>1721</c:v>
                      </c:pt>
                      <c:pt idx="1722">
                        <c:v>1722</c:v>
                      </c:pt>
                      <c:pt idx="1723">
                        <c:v>1723</c:v>
                      </c:pt>
                      <c:pt idx="1724">
                        <c:v>1724</c:v>
                      </c:pt>
                      <c:pt idx="1725">
                        <c:v>1725</c:v>
                      </c:pt>
                      <c:pt idx="1726">
                        <c:v>1726</c:v>
                      </c:pt>
                      <c:pt idx="1727">
                        <c:v>1727</c:v>
                      </c:pt>
                      <c:pt idx="1728">
                        <c:v>1728</c:v>
                      </c:pt>
                      <c:pt idx="1729">
                        <c:v>1729</c:v>
                      </c:pt>
                      <c:pt idx="1730">
                        <c:v>1730</c:v>
                      </c:pt>
                      <c:pt idx="1731">
                        <c:v>1731</c:v>
                      </c:pt>
                      <c:pt idx="1732">
                        <c:v>1732</c:v>
                      </c:pt>
                      <c:pt idx="1733">
                        <c:v>1733</c:v>
                      </c:pt>
                      <c:pt idx="1734">
                        <c:v>1734</c:v>
                      </c:pt>
                      <c:pt idx="1735">
                        <c:v>1735</c:v>
                      </c:pt>
                      <c:pt idx="1736">
                        <c:v>1736</c:v>
                      </c:pt>
                      <c:pt idx="1737">
                        <c:v>1737</c:v>
                      </c:pt>
                      <c:pt idx="1738">
                        <c:v>1738</c:v>
                      </c:pt>
                      <c:pt idx="1739">
                        <c:v>1739</c:v>
                      </c:pt>
                      <c:pt idx="1740">
                        <c:v>1740</c:v>
                      </c:pt>
                      <c:pt idx="1741">
                        <c:v>1741</c:v>
                      </c:pt>
                      <c:pt idx="1742">
                        <c:v>1742</c:v>
                      </c:pt>
                      <c:pt idx="1743">
                        <c:v>1743</c:v>
                      </c:pt>
                      <c:pt idx="1744">
                        <c:v>1744</c:v>
                      </c:pt>
                      <c:pt idx="1745">
                        <c:v>1745</c:v>
                      </c:pt>
                      <c:pt idx="1746">
                        <c:v>1746</c:v>
                      </c:pt>
                      <c:pt idx="1747">
                        <c:v>1747</c:v>
                      </c:pt>
                      <c:pt idx="1748">
                        <c:v>1748</c:v>
                      </c:pt>
                      <c:pt idx="1749">
                        <c:v>1749</c:v>
                      </c:pt>
                      <c:pt idx="1750">
                        <c:v>1750</c:v>
                      </c:pt>
                      <c:pt idx="1751">
                        <c:v>1751</c:v>
                      </c:pt>
                      <c:pt idx="1752">
                        <c:v>1752</c:v>
                      </c:pt>
                      <c:pt idx="1753">
                        <c:v>1753</c:v>
                      </c:pt>
                      <c:pt idx="1754">
                        <c:v>1754</c:v>
                      </c:pt>
                      <c:pt idx="1755">
                        <c:v>1755</c:v>
                      </c:pt>
                      <c:pt idx="1756">
                        <c:v>1756</c:v>
                      </c:pt>
                      <c:pt idx="1757">
                        <c:v>1757</c:v>
                      </c:pt>
                      <c:pt idx="1758">
                        <c:v>1758</c:v>
                      </c:pt>
                      <c:pt idx="1759">
                        <c:v>1759</c:v>
                      </c:pt>
                      <c:pt idx="1760">
                        <c:v>1760</c:v>
                      </c:pt>
                      <c:pt idx="1761">
                        <c:v>1761</c:v>
                      </c:pt>
                      <c:pt idx="1762">
                        <c:v>1762</c:v>
                      </c:pt>
                      <c:pt idx="1763">
                        <c:v>1763</c:v>
                      </c:pt>
                      <c:pt idx="1764">
                        <c:v>1764</c:v>
                      </c:pt>
                      <c:pt idx="1765">
                        <c:v>1765</c:v>
                      </c:pt>
                      <c:pt idx="1766">
                        <c:v>1766</c:v>
                      </c:pt>
                      <c:pt idx="1767">
                        <c:v>1767</c:v>
                      </c:pt>
                      <c:pt idx="1768">
                        <c:v>1768</c:v>
                      </c:pt>
                      <c:pt idx="1769">
                        <c:v>1769</c:v>
                      </c:pt>
                      <c:pt idx="1770">
                        <c:v>1770</c:v>
                      </c:pt>
                      <c:pt idx="1771">
                        <c:v>1771</c:v>
                      </c:pt>
                      <c:pt idx="1772">
                        <c:v>1772</c:v>
                      </c:pt>
                      <c:pt idx="1773">
                        <c:v>1773</c:v>
                      </c:pt>
                      <c:pt idx="1774">
                        <c:v>1774</c:v>
                      </c:pt>
                      <c:pt idx="1775">
                        <c:v>1775</c:v>
                      </c:pt>
                      <c:pt idx="1776">
                        <c:v>1776</c:v>
                      </c:pt>
                      <c:pt idx="1777">
                        <c:v>1777</c:v>
                      </c:pt>
                      <c:pt idx="1778">
                        <c:v>1778</c:v>
                      </c:pt>
                      <c:pt idx="1779">
                        <c:v>1779</c:v>
                      </c:pt>
                      <c:pt idx="1780">
                        <c:v>1780</c:v>
                      </c:pt>
                      <c:pt idx="1781">
                        <c:v>1781</c:v>
                      </c:pt>
                      <c:pt idx="1782">
                        <c:v>1782</c:v>
                      </c:pt>
                      <c:pt idx="1783">
                        <c:v>1783</c:v>
                      </c:pt>
                      <c:pt idx="1784">
                        <c:v>1784</c:v>
                      </c:pt>
                      <c:pt idx="1785">
                        <c:v>1785</c:v>
                      </c:pt>
                      <c:pt idx="1786">
                        <c:v>1786</c:v>
                      </c:pt>
                      <c:pt idx="1787">
                        <c:v>1787</c:v>
                      </c:pt>
                      <c:pt idx="1788">
                        <c:v>1788</c:v>
                      </c:pt>
                      <c:pt idx="1789">
                        <c:v>1789</c:v>
                      </c:pt>
                      <c:pt idx="1790">
                        <c:v>1790</c:v>
                      </c:pt>
                      <c:pt idx="1791">
                        <c:v>1791</c:v>
                      </c:pt>
                      <c:pt idx="1792">
                        <c:v>1792</c:v>
                      </c:pt>
                      <c:pt idx="1793">
                        <c:v>1793</c:v>
                      </c:pt>
                      <c:pt idx="1794">
                        <c:v>1794</c:v>
                      </c:pt>
                      <c:pt idx="1795">
                        <c:v>1795</c:v>
                      </c:pt>
                      <c:pt idx="1796">
                        <c:v>1796</c:v>
                      </c:pt>
                      <c:pt idx="1797">
                        <c:v>1797</c:v>
                      </c:pt>
                      <c:pt idx="1798">
                        <c:v>1798</c:v>
                      </c:pt>
                      <c:pt idx="1799">
                        <c:v>1799</c:v>
                      </c:pt>
                      <c:pt idx="1800">
                        <c:v>1800</c:v>
                      </c:pt>
                      <c:pt idx="1801">
                        <c:v>1801</c:v>
                      </c:pt>
                      <c:pt idx="1802">
                        <c:v>1802</c:v>
                      </c:pt>
                      <c:pt idx="1803">
                        <c:v>1803</c:v>
                      </c:pt>
                      <c:pt idx="1804">
                        <c:v>1804</c:v>
                      </c:pt>
                      <c:pt idx="1805">
                        <c:v>1805</c:v>
                      </c:pt>
                      <c:pt idx="1806">
                        <c:v>1806</c:v>
                      </c:pt>
                      <c:pt idx="1807">
                        <c:v>1807</c:v>
                      </c:pt>
                      <c:pt idx="1808">
                        <c:v>1808</c:v>
                      </c:pt>
                      <c:pt idx="1809">
                        <c:v>1809</c:v>
                      </c:pt>
                      <c:pt idx="1810">
                        <c:v>1810</c:v>
                      </c:pt>
                      <c:pt idx="1811">
                        <c:v>1811</c:v>
                      </c:pt>
                      <c:pt idx="1812">
                        <c:v>1812</c:v>
                      </c:pt>
                      <c:pt idx="1813">
                        <c:v>1813</c:v>
                      </c:pt>
                      <c:pt idx="1814">
                        <c:v>1814</c:v>
                      </c:pt>
                      <c:pt idx="1815">
                        <c:v>1815</c:v>
                      </c:pt>
                      <c:pt idx="1816">
                        <c:v>1816</c:v>
                      </c:pt>
                      <c:pt idx="1817">
                        <c:v>1817</c:v>
                      </c:pt>
                      <c:pt idx="1818">
                        <c:v>1818</c:v>
                      </c:pt>
                      <c:pt idx="1819">
                        <c:v>1819</c:v>
                      </c:pt>
                      <c:pt idx="1820">
                        <c:v>1820</c:v>
                      </c:pt>
                      <c:pt idx="1821">
                        <c:v>1821</c:v>
                      </c:pt>
                      <c:pt idx="1822">
                        <c:v>1822</c:v>
                      </c:pt>
                      <c:pt idx="1823">
                        <c:v>1823</c:v>
                      </c:pt>
                      <c:pt idx="1824">
                        <c:v>1824</c:v>
                      </c:pt>
                      <c:pt idx="1825">
                        <c:v>1825</c:v>
                      </c:pt>
                      <c:pt idx="1826">
                        <c:v>1826</c:v>
                      </c:pt>
                      <c:pt idx="1827">
                        <c:v>1827</c:v>
                      </c:pt>
                      <c:pt idx="1828">
                        <c:v>1828</c:v>
                      </c:pt>
                      <c:pt idx="1829">
                        <c:v>1829</c:v>
                      </c:pt>
                      <c:pt idx="1830">
                        <c:v>1830</c:v>
                      </c:pt>
                      <c:pt idx="1831">
                        <c:v>1831</c:v>
                      </c:pt>
                      <c:pt idx="1832">
                        <c:v>1832</c:v>
                      </c:pt>
                      <c:pt idx="1833">
                        <c:v>1833</c:v>
                      </c:pt>
                      <c:pt idx="1834">
                        <c:v>1834</c:v>
                      </c:pt>
                      <c:pt idx="1835">
                        <c:v>1835</c:v>
                      </c:pt>
                      <c:pt idx="1836">
                        <c:v>1836</c:v>
                      </c:pt>
                      <c:pt idx="1837">
                        <c:v>1837</c:v>
                      </c:pt>
                      <c:pt idx="1838">
                        <c:v>1838</c:v>
                      </c:pt>
                      <c:pt idx="1839">
                        <c:v>1839</c:v>
                      </c:pt>
                      <c:pt idx="1840">
                        <c:v>1840</c:v>
                      </c:pt>
                      <c:pt idx="1841">
                        <c:v>1841</c:v>
                      </c:pt>
                      <c:pt idx="1842">
                        <c:v>1842</c:v>
                      </c:pt>
                      <c:pt idx="1843">
                        <c:v>1843</c:v>
                      </c:pt>
                      <c:pt idx="1844">
                        <c:v>1844</c:v>
                      </c:pt>
                      <c:pt idx="1845">
                        <c:v>1845</c:v>
                      </c:pt>
                      <c:pt idx="1846">
                        <c:v>1846</c:v>
                      </c:pt>
                      <c:pt idx="1847">
                        <c:v>1847</c:v>
                      </c:pt>
                      <c:pt idx="1848">
                        <c:v>1848</c:v>
                      </c:pt>
                      <c:pt idx="1849">
                        <c:v>1849</c:v>
                      </c:pt>
                      <c:pt idx="1850">
                        <c:v>1850</c:v>
                      </c:pt>
                      <c:pt idx="1851">
                        <c:v>1851</c:v>
                      </c:pt>
                      <c:pt idx="1852">
                        <c:v>1852</c:v>
                      </c:pt>
                      <c:pt idx="1853">
                        <c:v>1853</c:v>
                      </c:pt>
                      <c:pt idx="1854">
                        <c:v>1854</c:v>
                      </c:pt>
                      <c:pt idx="1855">
                        <c:v>1855</c:v>
                      </c:pt>
                      <c:pt idx="1856">
                        <c:v>1856</c:v>
                      </c:pt>
                      <c:pt idx="1857">
                        <c:v>1857</c:v>
                      </c:pt>
                      <c:pt idx="1858">
                        <c:v>1858</c:v>
                      </c:pt>
                      <c:pt idx="1859">
                        <c:v>1859</c:v>
                      </c:pt>
                      <c:pt idx="1860">
                        <c:v>1860</c:v>
                      </c:pt>
                      <c:pt idx="1861">
                        <c:v>1861</c:v>
                      </c:pt>
                      <c:pt idx="1862">
                        <c:v>1862</c:v>
                      </c:pt>
                      <c:pt idx="1863">
                        <c:v>1863</c:v>
                      </c:pt>
                      <c:pt idx="1864">
                        <c:v>1864</c:v>
                      </c:pt>
                      <c:pt idx="1865">
                        <c:v>1865</c:v>
                      </c:pt>
                      <c:pt idx="1866">
                        <c:v>1866</c:v>
                      </c:pt>
                      <c:pt idx="1867">
                        <c:v>1867</c:v>
                      </c:pt>
                      <c:pt idx="1868">
                        <c:v>1868</c:v>
                      </c:pt>
                      <c:pt idx="1869">
                        <c:v>1869</c:v>
                      </c:pt>
                      <c:pt idx="1870">
                        <c:v>1870</c:v>
                      </c:pt>
                      <c:pt idx="1871">
                        <c:v>1871</c:v>
                      </c:pt>
                      <c:pt idx="1872">
                        <c:v>1872</c:v>
                      </c:pt>
                      <c:pt idx="1873">
                        <c:v>1873</c:v>
                      </c:pt>
                      <c:pt idx="1874">
                        <c:v>1874</c:v>
                      </c:pt>
                      <c:pt idx="1875">
                        <c:v>1875</c:v>
                      </c:pt>
                      <c:pt idx="1876">
                        <c:v>1876</c:v>
                      </c:pt>
                      <c:pt idx="1877">
                        <c:v>1877</c:v>
                      </c:pt>
                      <c:pt idx="1878">
                        <c:v>1878</c:v>
                      </c:pt>
                      <c:pt idx="1879">
                        <c:v>1879</c:v>
                      </c:pt>
                      <c:pt idx="1880">
                        <c:v>1880</c:v>
                      </c:pt>
                      <c:pt idx="1881">
                        <c:v>1881</c:v>
                      </c:pt>
                      <c:pt idx="1882">
                        <c:v>1882</c:v>
                      </c:pt>
                      <c:pt idx="1883">
                        <c:v>1883</c:v>
                      </c:pt>
                      <c:pt idx="1884">
                        <c:v>1884</c:v>
                      </c:pt>
                      <c:pt idx="1885">
                        <c:v>1885</c:v>
                      </c:pt>
                      <c:pt idx="1886">
                        <c:v>1886</c:v>
                      </c:pt>
                      <c:pt idx="1887">
                        <c:v>1887</c:v>
                      </c:pt>
                      <c:pt idx="1888">
                        <c:v>1888</c:v>
                      </c:pt>
                      <c:pt idx="1889">
                        <c:v>1889</c:v>
                      </c:pt>
                      <c:pt idx="1890">
                        <c:v>1890</c:v>
                      </c:pt>
                      <c:pt idx="1891">
                        <c:v>1891</c:v>
                      </c:pt>
                      <c:pt idx="1892">
                        <c:v>1892</c:v>
                      </c:pt>
                      <c:pt idx="1893">
                        <c:v>1893</c:v>
                      </c:pt>
                      <c:pt idx="1894">
                        <c:v>1894</c:v>
                      </c:pt>
                      <c:pt idx="1895">
                        <c:v>1895</c:v>
                      </c:pt>
                      <c:pt idx="1896">
                        <c:v>1896</c:v>
                      </c:pt>
                      <c:pt idx="1897">
                        <c:v>1897</c:v>
                      </c:pt>
                      <c:pt idx="1898">
                        <c:v>1898</c:v>
                      </c:pt>
                      <c:pt idx="1899">
                        <c:v>1899</c:v>
                      </c:pt>
                      <c:pt idx="1900">
                        <c:v>1900</c:v>
                      </c:pt>
                      <c:pt idx="1901">
                        <c:v>1901</c:v>
                      </c:pt>
                      <c:pt idx="1902">
                        <c:v>1902</c:v>
                      </c:pt>
                      <c:pt idx="1903">
                        <c:v>1903</c:v>
                      </c:pt>
                      <c:pt idx="1904">
                        <c:v>1904</c:v>
                      </c:pt>
                      <c:pt idx="1905">
                        <c:v>1905</c:v>
                      </c:pt>
                      <c:pt idx="1906">
                        <c:v>1906</c:v>
                      </c:pt>
                      <c:pt idx="1907">
                        <c:v>1907</c:v>
                      </c:pt>
                      <c:pt idx="1908">
                        <c:v>1908</c:v>
                      </c:pt>
                      <c:pt idx="1909">
                        <c:v>1909</c:v>
                      </c:pt>
                      <c:pt idx="1910">
                        <c:v>1910</c:v>
                      </c:pt>
                      <c:pt idx="1911">
                        <c:v>1911</c:v>
                      </c:pt>
                      <c:pt idx="1912">
                        <c:v>1912</c:v>
                      </c:pt>
                      <c:pt idx="1913">
                        <c:v>1913</c:v>
                      </c:pt>
                      <c:pt idx="1914">
                        <c:v>1914</c:v>
                      </c:pt>
                      <c:pt idx="1915">
                        <c:v>1915</c:v>
                      </c:pt>
                      <c:pt idx="1916">
                        <c:v>1916</c:v>
                      </c:pt>
                      <c:pt idx="1917">
                        <c:v>1917</c:v>
                      </c:pt>
                      <c:pt idx="1918">
                        <c:v>1918</c:v>
                      </c:pt>
                      <c:pt idx="1919">
                        <c:v>1919</c:v>
                      </c:pt>
                      <c:pt idx="1920">
                        <c:v>1920</c:v>
                      </c:pt>
                      <c:pt idx="1921">
                        <c:v>1921</c:v>
                      </c:pt>
                      <c:pt idx="1922">
                        <c:v>1922</c:v>
                      </c:pt>
                      <c:pt idx="1923">
                        <c:v>1923</c:v>
                      </c:pt>
                      <c:pt idx="1924">
                        <c:v>1924</c:v>
                      </c:pt>
                      <c:pt idx="1925">
                        <c:v>1925</c:v>
                      </c:pt>
                      <c:pt idx="1926">
                        <c:v>1926</c:v>
                      </c:pt>
                      <c:pt idx="1927">
                        <c:v>1927</c:v>
                      </c:pt>
                      <c:pt idx="1928">
                        <c:v>1928</c:v>
                      </c:pt>
                      <c:pt idx="1929">
                        <c:v>1929</c:v>
                      </c:pt>
                      <c:pt idx="1930">
                        <c:v>1930</c:v>
                      </c:pt>
                      <c:pt idx="1931">
                        <c:v>1931</c:v>
                      </c:pt>
                      <c:pt idx="1932">
                        <c:v>1932</c:v>
                      </c:pt>
                      <c:pt idx="1933">
                        <c:v>1933</c:v>
                      </c:pt>
                      <c:pt idx="1934">
                        <c:v>1934</c:v>
                      </c:pt>
                      <c:pt idx="1935">
                        <c:v>1935</c:v>
                      </c:pt>
                      <c:pt idx="1936">
                        <c:v>1936</c:v>
                      </c:pt>
                      <c:pt idx="1937">
                        <c:v>1937</c:v>
                      </c:pt>
                      <c:pt idx="1938">
                        <c:v>1938</c:v>
                      </c:pt>
                      <c:pt idx="1939">
                        <c:v>1939</c:v>
                      </c:pt>
                      <c:pt idx="1940">
                        <c:v>1940</c:v>
                      </c:pt>
                      <c:pt idx="1941">
                        <c:v>1941</c:v>
                      </c:pt>
                      <c:pt idx="1942">
                        <c:v>1942</c:v>
                      </c:pt>
                      <c:pt idx="1943">
                        <c:v>1943</c:v>
                      </c:pt>
                      <c:pt idx="1944">
                        <c:v>1944</c:v>
                      </c:pt>
                      <c:pt idx="1945">
                        <c:v>1945</c:v>
                      </c:pt>
                      <c:pt idx="1946">
                        <c:v>1946</c:v>
                      </c:pt>
                      <c:pt idx="1947">
                        <c:v>1947</c:v>
                      </c:pt>
                      <c:pt idx="1948">
                        <c:v>1948</c:v>
                      </c:pt>
                      <c:pt idx="1949">
                        <c:v>1949</c:v>
                      </c:pt>
                      <c:pt idx="1950">
                        <c:v>1950</c:v>
                      </c:pt>
                      <c:pt idx="1951">
                        <c:v>1951</c:v>
                      </c:pt>
                      <c:pt idx="1952">
                        <c:v>1952</c:v>
                      </c:pt>
                      <c:pt idx="1953">
                        <c:v>1953</c:v>
                      </c:pt>
                      <c:pt idx="1954">
                        <c:v>1954</c:v>
                      </c:pt>
                      <c:pt idx="1955">
                        <c:v>1955</c:v>
                      </c:pt>
                      <c:pt idx="1956">
                        <c:v>1956</c:v>
                      </c:pt>
                      <c:pt idx="1957">
                        <c:v>1957</c:v>
                      </c:pt>
                      <c:pt idx="1958">
                        <c:v>1958</c:v>
                      </c:pt>
                      <c:pt idx="1959">
                        <c:v>1959</c:v>
                      </c:pt>
                      <c:pt idx="1960">
                        <c:v>1960</c:v>
                      </c:pt>
                      <c:pt idx="1961">
                        <c:v>1961</c:v>
                      </c:pt>
                      <c:pt idx="1962">
                        <c:v>1962</c:v>
                      </c:pt>
                      <c:pt idx="1963">
                        <c:v>1963</c:v>
                      </c:pt>
                      <c:pt idx="1964">
                        <c:v>1964</c:v>
                      </c:pt>
                      <c:pt idx="1965">
                        <c:v>1965</c:v>
                      </c:pt>
                      <c:pt idx="1966">
                        <c:v>1966</c:v>
                      </c:pt>
                      <c:pt idx="1967">
                        <c:v>1967</c:v>
                      </c:pt>
                      <c:pt idx="1968">
                        <c:v>1968</c:v>
                      </c:pt>
                      <c:pt idx="1969">
                        <c:v>1969</c:v>
                      </c:pt>
                      <c:pt idx="1970">
                        <c:v>1970</c:v>
                      </c:pt>
                      <c:pt idx="1971">
                        <c:v>1971</c:v>
                      </c:pt>
                      <c:pt idx="1972">
                        <c:v>1972</c:v>
                      </c:pt>
                      <c:pt idx="1973">
                        <c:v>1973</c:v>
                      </c:pt>
                      <c:pt idx="1974">
                        <c:v>1974</c:v>
                      </c:pt>
                      <c:pt idx="1975">
                        <c:v>1975</c:v>
                      </c:pt>
                      <c:pt idx="1976">
                        <c:v>1976</c:v>
                      </c:pt>
                      <c:pt idx="1977">
                        <c:v>1977</c:v>
                      </c:pt>
                      <c:pt idx="1978">
                        <c:v>1978</c:v>
                      </c:pt>
                      <c:pt idx="1979">
                        <c:v>1979</c:v>
                      </c:pt>
                      <c:pt idx="1980">
                        <c:v>1980</c:v>
                      </c:pt>
                      <c:pt idx="1981">
                        <c:v>1981</c:v>
                      </c:pt>
                      <c:pt idx="1982">
                        <c:v>1982</c:v>
                      </c:pt>
                      <c:pt idx="1983">
                        <c:v>1983</c:v>
                      </c:pt>
                      <c:pt idx="1984">
                        <c:v>1984</c:v>
                      </c:pt>
                      <c:pt idx="1985">
                        <c:v>1985</c:v>
                      </c:pt>
                      <c:pt idx="1986">
                        <c:v>1986</c:v>
                      </c:pt>
                      <c:pt idx="1987">
                        <c:v>1987</c:v>
                      </c:pt>
                      <c:pt idx="1988">
                        <c:v>1988</c:v>
                      </c:pt>
                      <c:pt idx="1989">
                        <c:v>1989</c:v>
                      </c:pt>
                      <c:pt idx="1990">
                        <c:v>1990</c:v>
                      </c:pt>
                      <c:pt idx="1991">
                        <c:v>1991</c:v>
                      </c:pt>
                      <c:pt idx="1992">
                        <c:v>1992</c:v>
                      </c:pt>
                      <c:pt idx="1993">
                        <c:v>1993</c:v>
                      </c:pt>
                      <c:pt idx="1994">
                        <c:v>1994</c:v>
                      </c:pt>
                      <c:pt idx="1995">
                        <c:v>1995</c:v>
                      </c:pt>
                      <c:pt idx="1996">
                        <c:v>1996</c:v>
                      </c:pt>
                      <c:pt idx="1997">
                        <c:v>1997</c:v>
                      </c:pt>
                      <c:pt idx="1998">
                        <c:v>1998</c:v>
                      </c:pt>
                      <c:pt idx="1999">
                        <c:v>1999</c:v>
                      </c:pt>
                      <c:pt idx="2000">
                        <c:v>2000</c:v>
                      </c:pt>
                      <c:pt idx="2001">
                        <c:v>2001</c:v>
                      </c:pt>
                      <c:pt idx="2002">
                        <c:v>2002</c:v>
                      </c:pt>
                      <c:pt idx="2003">
                        <c:v>2003</c:v>
                      </c:pt>
                      <c:pt idx="2004">
                        <c:v>2004</c:v>
                      </c:pt>
                      <c:pt idx="2005">
                        <c:v>2005</c:v>
                      </c:pt>
                      <c:pt idx="2006">
                        <c:v>2006</c:v>
                      </c:pt>
                      <c:pt idx="2007">
                        <c:v>2007</c:v>
                      </c:pt>
                      <c:pt idx="2008">
                        <c:v>2008</c:v>
                      </c:pt>
                      <c:pt idx="2009">
                        <c:v>2009</c:v>
                      </c:pt>
                      <c:pt idx="2010">
                        <c:v>2010</c:v>
                      </c:pt>
                      <c:pt idx="2011">
                        <c:v>2011</c:v>
                      </c:pt>
                      <c:pt idx="2012">
                        <c:v>2012</c:v>
                      </c:pt>
                      <c:pt idx="2013">
                        <c:v>2013</c:v>
                      </c:pt>
                      <c:pt idx="2014">
                        <c:v>2014</c:v>
                      </c:pt>
                      <c:pt idx="2015">
                        <c:v>2015</c:v>
                      </c:pt>
                      <c:pt idx="2016">
                        <c:v>2016</c:v>
                      </c:pt>
                      <c:pt idx="2017">
                        <c:v>2017</c:v>
                      </c:pt>
                      <c:pt idx="2018">
                        <c:v>2018</c:v>
                      </c:pt>
                      <c:pt idx="2019">
                        <c:v>2019</c:v>
                      </c:pt>
                      <c:pt idx="2020">
                        <c:v>2020</c:v>
                      </c:pt>
                      <c:pt idx="2021">
                        <c:v>2021</c:v>
                      </c:pt>
                      <c:pt idx="2022">
                        <c:v>2022</c:v>
                      </c:pt>
                      <c:pt idx="2023">
                        <c:v>2023</c:v>
                      </c:pt>
                      <c:pt idx="2024">
                        <c:v>2024</c:v>
                      </c:pt>
                      <c:pt idx="2025">
                        <c:v>2025</c:v>
                      </c:pt>
                      <c:pt idx="2026">
                        <c:v>2026</c:v>
                      </c:pt>
                      <c:pt idx="2027">
                        <c:v>2027</c:v>
                      </c:pt>
                      <c:pt idx="2028">
                        <c:v>2028</c:v>
                      </c:pt>
                      <c:pt idx="2029">
                        <c:v>2029</c:v>
                      </c:pt>
                      <c:pt idx="2030">
                        <c:v>2030</c:v>
                      </c:pt>
                      <c:pt idx="2031">
                        <c:v>2031</c:v>
                      </c:pt>
                      <c:pt idx="2032">
                        <c:v>2032</c:v>
                      </c:pt>
                      <c:pt idx="2033">
                        <c:v>2033</c:v>
                      </c:pt>
                      <c:pt idx="2034">
                        <c:v>2034</c:v>
                      </c:pt>
                      <c:pt idx="2035">
                        <c:v>2035</c:v>
                      </c:pt>
                      <c:pt idx="2036">
                        <c:v>2036</c:v>
                      </c:pt>
                      <c:pt idx="2037">
                        <c:v>2037</c:v>
                      </c:pt>
                      <c:pt idx="2038">
                        <c:v>2038</c:v>
                      </c:pt>
                      <c:pt idx="2039">
                        <c:v>2039</c:v>
                      </c:pt>
                      <c:pt idx="2040">
                        <c:v>2040</c:v>
                      </c:pt>
                      <c:pt idx="2041">
                        <c:v>2041</c:v>
                      </c:pt>
                      <c:pt idx="2042">
                        <c:v>2042</c:v>
                      </c:pt>
                      <c:pt idx="2043">
                        <c:v>2043</c:v>
                      </c:pt>
                      <c:pt idx="2044">
                        <c:v>2044</c:v>
                      </c:pt>
                      <c:pt idx="2045">
                        <c:v>2045</c:v>
                      </c:pt>
                      <c:pt idx="2046">
                        <c:v>2046</c:v>
                      </c:pt>
                      <c:pt idx="2047">
                        <c:v>2047</c:v>
                      </c:pt>
                      <c:pt idx="2048">
                        <c:v>2048</c:v>
                      </c:pt>
                      <c:pt idx="2049">
                        <c:v>2049</c:v>
                      </c:pt>
                      <c:pt idx="2050">
                        <c:v>2050</c:v>
                      </c:pt>
                      <c:pt idx="2051">
                        <c:v>2051</c:v>
                      </c:pt>
                      <c:pt idx="2052">
                        <c:v>2052</c:v>
                      </c:pt>
                      <c:pt idx="2053">
                        <c:v>2053</c:v>
                      </c:pt>
                      <c:pt idx="2054">
                        <c:v>2054</c:v>
                      </c:pt>
                      <c:pt idx="2055">
                        <c:v>2055</c:v>
                      </c:pt>
                      <c:pt idx="2056">
                        <c:v>2056</c:v>
                      </c:pt>
                      <c:pt idx="2057">
                        <c:v>2057</c:v>
                      </c:pt>
                      <c:pt idx="2058">
                        <c:v>2058</c:v>
                      </c:pt>
                      <c:pt idx="2059">
                        <c:v>2059</c:v>
                      </c:pt>
                      <c:pt idx="2060">
                        <c:v>2060</c:v>
                      </c:pt>
                      <c:pt idx="2061">
                        <c:v>2061</c:v>
                      </c:pt>
                      <c:pt idx="2062">
                        <c:v>2062</c:v>
                      </c:pt>
                      <c:pt idx="2063">
                        <c:v>2063</c:v>
                      </c:pt>
                      <c:pt idx="2064">
                        <c:v>2064</c:v>
                      </c:pt>
                      <c:pt idx="2065">
                        <c:v>2065</c:v>
                      </c:pt>
                      <c:pt idx="2066">
                        <c:v>2066</c:v>
                      </c:pt>
                      <c:pt idx="2067">
                        <c:v>2067</c:v>
                      </c:pt>
                      <c:pt idx="2068">
                        <c:v>2068</c:v>
                      </c:pt>
                      <c:pt idx="2069">
                        <c:v>2069</c:v>
                      </c:pt>
                      <c:pt idx="2070">
                        <c:v>2070</c:v>
                      </c:pt>
                      <c:pt idx="2071">
                        <c:v>2071</c:v>
                      </c:pt>
                      <c:pt idx="2072">
                        <c:v>2072</c:v>
                      </c:pt>
                      <c:pt idx="2073">
                        <c:v>2073</c:v>
                      </c:pt>
                      <c:pt idx="2074">
                        <c:v>2074</c:v>
                      </c:pt>
                      <c:pt idx="2075">
                        <c:v>2075</c:v>
                      </c:pt>
                      <c:pt idx="2076">
                        <c:v>2076</c:v>
                      </c:pt>
                      <c:pt idx="2077">
                        <c:v>2077</c:v>
                      </c:pt>
                      <c:pt idx="2078">
                        <c:v>2078</c:v>
                      </c:pt>
                      <c:pt idx="2079">
                        <c:v>2079</c:v>
                      </c:pt>
                      <c:pt idx="2080">
                        <c:v>2080</c:v>
                      </c:pt>
                      <c:pt idx="2081">
                        <c:v>2081</c:v>
                      </c:pt>
                      <c:pt idx="2082">
                        <c:v>2082</c:v>
                      </c:pt>
                      <c:pt idx="2083">
                        <c:v>2083</c:v>
                      </c:pt>
                      <c:pt idx="2084">
                        <c:v>2084</c:v>
                      </c:pt>
                      <c:pt idx="2085">
                        <c:v>2085</c:v>
                      </c:pt>
                      <c:pt idx="2086">
                        <c:v>2086</c:v>
                      </c:pt>
                      <c:pt idx="2087">
                        <c:v>2087</c:v>
                      </c:pt>
                      <c:pt idx="2088">
                        <c:v>2088</c:v>
                      </c:pt>
                      <c:pt idx="2089">
                        <c:v>2089</c:v>
                      </c:pt>
                      <c:pt idx="2090">
                        <c:v>2090</c:v>
                      </c:pt>
                      <c:pt idx="2091">
                        <c:v>2091</c:v>
                      </c:pt>
                      <c:pt idx="2092">
                        <c:v>2092</c:v>
                      </c:pt>
                      <c:pt idx="2093">
                        <c:v>2093</c:v>
                      </c:pt>
                      <c:pt idx="2094">
                        <c:v>2094</c:v>
                      </c:pt>
                      <c:pt idx="2095">
                        <c:v>2095</c:v>
                      </c:pt>
                      <c:pt idx="2096">
                        <c:v>2096</c:v>
                      </c:pt>
                      <c:pt idx="2097">
                        <c:v>2097</c:v>
                      </c:pt>
                      <c:pt idx="2098">
                        <c:v>2098</c:v>
                      </c:pt>
                      <c:pt idx="2099">
                        <c:v>2099</c:v>
                      </c:pt>
                      <c:pt idx="2100">
                        <c:v>2100</c:v>
                      </c:pt>
                      <c:pt idx="2101">
                        <c:v>2101</c:v>
                      </c:pt>
                      <c:pt idx="2102">
                        <c:v>2102</c:v>
                      </c:pt>
                      <c:pt idx="2103">
                        <c:v>2103</c:v>
                      </c:pt>
                      <c:pt idx="2104">
                        <c:v>2104</c:v>
                      </c:pt>
                      <c:pt idx="2105">
                        <c:v>2105</c:v>
                      </c:pt>
                      <c:pt idx="2106">
                        <c:v>2106</c:v>
                      </c:pt>
                      <c:pt idx="2107">
                        <c:v>2107</c:v>
                      </c:pt>
                      <c:pt idx="2108">
                        <c:v>2108</c:v>
                      </c:pt>
                      <c:pt idx="2109">
                        <c:v>2109</c:v>
                      </c:pt>
                      <c:pt idx="2110">
                        <c:v>2110</c:v>
                      </c:pt>
                      <c:pt idx="2111">
                        <c:v>2111</c:v>
                      </c:pt>
                      <c:pt idx="2112">
                        <c:v>2112</c:v>
                      </c:pt>
                      <c:pt idx="2113">
                        <c:v>2113</c:v>
                      </c:pt>
                      <c:pt idx="2114">
                        <c:v>2114</c:v>
                      </c:pt>
                      <c:pt idx="2115">
                        <c:v>2115</c:v>
                      </c:pt>
                      <c:pt idx="2116">
                        <c:v>2116</c:v>
                      </c:pt>
                      <c:pt idx="2117">
                        <c:v>2117</c:v>
                      </c:pt>
                      <c:pt idx="2118">
                        <c:v>2118</c:v>
                      </c:pt>
                      <c:pt idx="2119">
                        <c:v>2119</c:v>
                      </c:pt>
                      <c:pt idx="2120">
                        <c:v>2120</c:v>
                      </c:pt>
                      <c:pt idx="2121">
                        <c:v>2121</c:v>
                      </c:pt>
                      <c:pt idx="2122">
                        <c:v>2122</c:v>
                      </c:pt>
                      <c:pt idx="2123">
                        <c:v>2123</c:v>
                      </c:pt>
                      <c:pt idx="2124">
                        <c:v>2124</c:v>
                      </c:pt>
                      <c:pt idx="2125">
                        <c:v>2125</c:v>
                      </c:pt>
                      <c:pt idx="2126">
                        <c:v>2126</c:v>
                      </c:pt>
                      <c:pt idx="2127">
                        <c:v>2127</c:v>
                      </c:pt>
                      <c:pt idx="2128">
                        <c:v>2128</c:v>
                      </c:pt>
                      <c:pt idx="2129">
                        <c:v>2129</c:v>
                      </c:pt>
                      <c:pt idx="2130">
                        <c:v>2130</c:v>
                      </c:pt>
                      <c:pt idx="2131">
                        <c:v>2131</c:v>
                      </c:pt>
                      <c:pt idx="2132">
                        <c:v>2132</c:v>
                      </c:pt>
                      <c:pt idx="2133">
                        <c:v>2133</c:v>
                      </c:pt>
                      <c:pt idx="2134">
                        <c:v>2134</c:v>
                      </c:pt>
                      <c:pt idx="2135">
                        <c:v>2135</c:v>
                      </c:pt>
                      <c:pt idx="2136">
                        <c:v>2136</c:v>
                      </c:pt>
                      <c:pt idx="2137">
                        <c:v>2137</c:v>
                      </c:pt>
                      <c:pt idx="2138">
                        <c:v>2138</c:v>
                      </c:pt>
                      <c:pt idx="2139">
                        <c:v>2139</c:v>
                      </c:pt>
                      <c:pt idx="2140">
                        <c:v>2140</c:v>
                      </c:pt>
                      <c:pt idx="2141">
                        <c:v>2141</c:v>
                      </c:pt>
                      <c:pt idx="2142">
                        <c:v>2142</c:v>
                      </c:pt>
                      <c:pt idx="2143">
                        <c:v>2143</c:v>
                      </c:pt>
                      <c:pt idx="2144">
                        <c:v>2144</c:v>
                      </c:pt>
                      <c:pt idx="2145">
                        <c:v>2145</c:v>
                      </c:pt>
                      <c:pt idx="2146">
                        <c:v>2146</c:v>
                      </c:pt>
                      <c:pt idx="2147">
                        <c:v>2147</c:v>
                      </c:pt>
                      <c:pt idx="2148">
                        <c:v>2148</c:v>
                      </c:pt>
                      <c:pt idx="2149">
                        <c:v>2149</c:v>
                      </c:pt>
                      <c:pt idx="2150">
                        <c:v>2150</c:v>
                      </c:pt>
                      <c:pt idx="2151">
                        <c:v>2151</c:v>
                      </c:pt>
                      <c:pt idx="2152">
                        <c:v>2152</c:v>
                      </c:pt>
                      <c:pt idx="2153">
                        <c:v>2153</c:v>
                      </c:pt>
                      <c:pt idx="2154">
                        <c:v>2154</c:v>
                      </c:pt>
                      <c:pt idx="2155">
                        <c:v>2155</c:v>
                      </c:pt>
                      <c:pt idx="2156">
                        <c:v>2156</c:v>
                      </c:pt>
                      <c:pt idx="2157">
                        <c:v>2157</c:v>
                      </c:pt>
                      <c:pt idx="2158">
                        <c:v>2158</c:v>
                      </c:pt>
                      <c:pt idx="2159">
                        <c:v>2159</c:v>
                      </c:pt>
                      <c:pt idx="2160">
                        <c:v>2160</c:v>
                      </c:pt>
                      <c:pt idx="2161">
                        <c:v>2161</c:v>
                      </c:pt>
                      <c:pt idx="2162">
                        <c:v>2162</c:v>
                      </c:pt>
                      <c:pt idx="2163">
                        <c:v>2163</c:v>
                      </c:pt>
                      <c:pt idx="2164">
                        <c:v>2164</c:v>
                      </c:pt>
                      <c:pt idx="2165">
                        <c:v>2165</c:v>
                      </c:pt>
                      <c:pt idx="2166">
                        <c:v>2166</c:v>
                      </c:pt>
                      <c:pt idx="2167">
                        <c:v>2167</c:v>
                      </c:pt>
                      <c:pt idx="2168">
                        <c:v>2168</c:v>
                      </c:pt>
                      <c:pt idx="2169">
                        <c:v>2169</c:v>
                      </c:pt>
                      <c:pt idx="2170">
                        <c:v>2170</c:v>
                      </c:pt>
                      <c:pt idx="2171">
                        <c:v>2171</c:v>
                      </c:pt>
                      <c:pt idx="2172">
                        <c:v>2172</c:v>
                      </c:pt>
                      <c:pt idx="2173">
                        <c:v>2173</c:v>
                      </c:pt>
                      <c:pt idx="2174">
                        <c:v>2174</c:v>
                      </c:pt>
                      <c:pt idx="2175">
                        <c:v>2175</c:v>
                      </c:pt>
                      <c:pt idx="2176">
                        <c:v>2176</c:v>
                      </c:pt>
                      <c:pt idx="2177">
                        <c:v>2177</c:v>
                      </c:pt>
                      <c:pt idx="2178">
                        <c:v>2178</c:v>
                      </c:pt>
                      <c:pt idx="2179">
                        <c:v>2179</c:v>
                      </c:pt>
                      <c:pt idx="2180">
                        <c:v>2180</c:v>
                      </c:pt>
                      <c:pt idx="2181">
                        <c:v>2181</c:v>
                      </c:pt>
                      <c:pt idx="2182">
                        <c:v>2182</c:v>
                      </c:pt>
                      <c:pt idx="2183">
                        <c:v>2183</c:v>
                      </c:pt>
                      <c:pt idx="2184">
                        <c:v>2184</c:v>
                      </c:pt>
                      <c:pt idx="2185">
                        <c:v>2185</c:v>
                      </c:pt>
                      <c:pt idx="2186">
                        <c:v>2186</c:v>
                      </c:pt>
                      <c:pt idx="2187">
                        <c:v>2187</c:v>
                      </c:pt>
                      <c:pt idx="2188">
                        <c:v>2188</c:v>
                      </c:pt>
                      <c:pt idx="2189">
                        <c:v>2189</c:v>
                      </c:pt>
                      <c:pt idx="2190">
                        <c:v>2190</c:v>
                      </c:pt>
                      <c:pt idx="2191">
                        <c:v>2191</c:v>
                      </c:pt>
                      <c:pt idx="2192">
                        <c:v>2192</c:v>
                      </c:pt>
                      <c:pt idx="2193">
                        <c:v>2193</c:v>
                      </c:pt>
                      <c:pt idx="2194">
                        <c:v>2194</c:v>
                      </c:pt>
                      <c:pt idx="2195">
                        <c:v>2195</c:v>
                      </c:pt>
                      <c:pt idx="2196">
                        <c:v>2196</c:v>
                      </c:pt>
                      <c:pt idx="2197">
                        <c:v>2197</c:v>
                      </c:pt>
                      <c:pt idx="2198">
                        <c:v>2198</c:v>
                      </c:pt>
                      <c:pt idx="2199">
                        <c:v>2199</c:v>
                      </c:pt>
                      <c:pt idx="2200">
                        <c:v>2200</c:v>
                      </c:pt>
                      <c:pt idx="2201">
                        <c:v>2201</c:v>
                      </c:pt>
                      <c:pt idx="2202">
                        <c:v>2202</c:v>
                      </c:pt>
                      <c:pt idx="2203">
                        <c:v>2203</c:v>
                      </c:pt>
                      <c:pt idx="2204">
                        <c:v>2204</c:v>
                      </c:pt>
                      <c:pt idx="2205">
                        <c:v>2205</c:v>
                      </c:pt>
                      <c:pt idx="2206">
                        <c:v>2206</c:v>
                      </c:pt>
                      <c:pt idx="2207">
                        <c:v>2207</c:v>
                      </c:pt>
                      <c:pt idx="2208">
                        <c:v>2208</c:v>
                      </c:pt>
                      <c:pt idx="2209">
                        <c:v>2209</c:v>
                      </c:pt>
                      <c:pt idx="2210">
                        <c:v>2210</c:v>
                      </c:pt>
                      <c:pt idx="2211">
                        <c:v>2211</c:v>
                      </c:pt>
                      <c:pt idx="2212">
                        <c:v>2212</c:v>
                      </c:pt>
                      <c:pt idx="2213">
                        <c:v>2213</c:v>
                      </c:pt>
                      <c:pt idx="2214">
                        <c:v>2214</c:v>
                      </c:pt>
                      <c:pt idx="2215">
                        <c:v>2215</c:v>
                      </c:pt>
                      <c:pt idx="2216">
                        <c:v>2216</c:v>
                      </c:pt>
                      <c:pt idx="2217">
                        <c:v>2217</c:v>
                      </c:pt>
                      <c:pt idx="2218">
                        <c:v>2218</c:v>
                      </c:pt>
                      <c:pt idx="2219">
                        <c:v>2219</c:v>
                      </c:pt>
                      <c:pt idx="2220">
                        <c:v>2220</c:v>
                      </c:pt>
                      <c:pt idx="2221">
                        <c:v>2221</c:v>
                      </c:pt>
                      <c:pt idx="2222">
                        <c:v>2222</c:v>
                      </c:pt>
                      <c:pt idx="2223">
                        <c:v>2223</c:v>
                      </c:pt>
                      <c:pt idx="2224">
                        <c:v>2224</c:v>
                      </c:pt>
                      <c:pt idx="2225">
                        <c:v>2225</c:v>
                      </c:pt>
                      <c:pt idx="2226">
                        <c:v>2226</c:v>
                      </c:pt>
                      <c:pt idx="2227">
                        <c:v>2227</c:v>
                      </c:pt>
                      <c:pt idx="2228">
                        <c:v>2228</c:v>
                      </c:pt>
                      <c:pt idx="2229">
                        <c:v>2229</c:v>
                      </c:pt>
                      <c:pt idx="2230">
                        <c:v>2230</c:v>
                      </c:pt>
                      <c:pt idx="2231">
                        <c:v>2231</c:v>
                      </c:pt>
                      <c:pt idx="2232">
                        <c:v>2232</c:v>
                      </c:pt>
                      <c:pt idx="2233">
                        <c:v>2233</c:v>
                      </c:pt>
                      <c:pt idx="2234">
                        <c:v>2234</c:v>
                      </c:pt>
                      <c:pt idx="2235">
                        <c:v>2235</c:v>
                      </c:pt>
                      <c:pt idx="2236">
                        <c:v>2236</c:v>
                      </c:pt>
                      <c:pt idx="2237">
                        <c:v>2237</c:v>
                      </c:pt>
                      <c:pt idx="2238">
                        <c:v>2238</c:v>
                      </c:pt>
                      <c:pt idx="2239">
                        <c:v>2239</c:v>
                      </c:pt>
                      <c:pt idx="2240">
                        <c:v>2240</c:v>
                      </c:pt>
                      <c:pt idx="2241">
                        <c:v>2241</c:v>
                      </c:pt>
                      <c:pt idx="2242">
                        <c:v>2242</c:v>
                      </c:pt>
                      <c:pt idx="2243">
                        <c:v>2243</c:v>
                      </c:pt>
                      <c:pt idx="2244">
                        <c:v>2244</c:v>
                      </c:pt>
                      <c:pt idx="2245">
                        <c:v>2245</c:v>
                      </c:pt>
                      <c:pt idx="2246">
                        <c:v>2246</c:v>
                      </c:pt>
                      <c:pt idx="2247">
                        <c:v>2247</c:v>
                      </c:pt>
                      <c:pt idx="2248">
                        <c:v>2248</c:v>
                      </c:pt>
                      <c:pt idx="2249">
                        <c:v>2249</c:v>
                      </c:pt>
                      <c:pt idx="2250">
                        <c:v>2250</c:v>
                      </c:pt>
                      <c:pt idx="2251">
                        <c:v>2251</c:v>
                      </c:pt>
                      <c:pt idx="2252">
                        <c:v>2252</c:v>
                      </c:pt>
                      <c:pt idx="2253">
                        <c:v>2253</c:v>
                      </c:pt>
                      <c:pt idx="2254">
                        <c:v>2254</c:v>
                      </c:pt>
                      <c:pt idx="2255">
                        <c:v>2255</c:v>
                      </c:pt>
                      <c:pt idx="2256">
                        <c:v>2256</c:v>
                      </c:pt>
                      <c:pt idx="2257">
                        <c:v>2257</c:v>
                      </c:pt>
                      <c:pt idx="2258">
                        <c:v>2258</c:v>
                      </c:pt>
                      <c:pt idx="2259">
                        <c:v>2259</c:v>
                      </c:pt>
                      <c:pt idx="2260">
                        <c:v>2260</c:v>
                      </c:pt>
                      <c:pt idx="2261">
                        <c:v>2261</c:v>
                      </c:pt>
                      <c:pt idx="2262">
                        <c:v>2262</c:v>
                      </c:pt>
                      <c:pt idx="2263">
                        <c:v>2263</c:v>
                      </c:pt>
                      <c:pt idx="2264">
                        <c:v>2264</c:v>
                      </c:pt>
                      <c:pt idx="2265">
                        <c:v>2265</c:v>
                      </c:pt>
                      <c:pt idx="2266">
                        <c:v>2266</c:v>
                      </c:pt>
                      <c:pt idx="2267">
                        <c:v>2267</c:v>
                      </c:pt>
                      <c:pt idx="2268">
                        <c:v>2268</c:v>
                      </c:pt>
                      <c:pt idx="2269">
                        <c:v>2269</c:v>
                      </c:pt>
                      <c:pt idx="2270">
                        <c:v>2270</c:v>
                      </c:pt>
                      <c:pt idx="2271">
                        <c:v>2271</c:v>
                      </c:pt>
                      <c:pt idx="2272">
                        <c:v>2272</c:v>
                      </c:pt>
                      <c:pt idx="2273">
                        <c:v>2273</c:v>
                      </c:pt>
                      <c:pt idx="2274">
                        <c:v>2274</c:v>
                      </c:pt>
                      <c:pt idx="2275">
                        <c:v>2275</c:v>
                      </c:pt>
                      <c:pt idx="2276">
                        <c:v>2276</c:v>
                      </c:pt>
                      <c:pt idx="2277">
                        <c:v>2277</c:v>
                      </c:pt>
                      <c:pt idx="2278">
                        <c:v>2278</c:v>
                      </c:pt>
                      <c:pt idx="2279">
                        <c:v>2279</c:v>
                      </c:pt>
                      <c:pt idx="2280">
                        <c:v>2280</c:v>
                      </c:pt>
                      <c:pt idx="2281">
                        <c:v>2281</c:v>
                      </c:pt>
                      <c:pt idx="2282">
                        <c:v>2282</c:v>
                      </c:pt>
                      <c:pt idx="2283">
                        <c:v>2283</c:v>
                      </c:pt>
                      <c:pt idx="2284">
                        <c:v>2284</c:v>
                      </c:pt>
                      <c:pt idx="2285">
                        <c:v>2285</c:v>
                      </c:pt>
                      <c:pt idx="2286">
                        <c:v>2286</c:v>
                      </c:pt>
                      <c:pt idx="2287">
                        <c:v>2287</c:v>
                      </c:pt>
                      <c:pt idx="2288">
                        <c:v>2288</c:v>
                      </c:pt>
                      <c:pt idx="2289">
                        <c:v>2289</c:v>
                      </c:pt>
                      <c:pt idx="2290">
                        <c:v>2290</c:v>
                      </c:pt>
                      <c:pt idx="2291">
                        <c:v>2291</c:v>
                      </c:pt>
                      <c:pt idx="2292">
                        <c:v>2292</c:v>
                      </c:pt>
                      <c:pt idx="2293">
                        <c:v>2293</c:v>
                      </c:pt>
                      <c:pt idx="2294">
                        <c:v>2294</c:v>
                      </c:pt>
                      <c:pt idx="2295">
                        <c:v>2295</c:v>
                      </c:pt>
                      <c:pt idx="2296">
                        <c:v>2296</c:v>
                      </c:pt>
                      <c:pt idx="2297">
                        <c:v>2297</c:v>
                      </c:pt>
                      <c:pt idx="2298">
                        <c:v>2298</c:v>
                      </c:pt>
                      <c:pt idx="2299">
                        <c:v>2299</c:v>
                      </c:pt>
                      <c:pt idx="2300">
                        <c:v>2300</c:v>
                      </c:pt>
                      <c:pt idx="2301">
                        <c:v>2301</c:v>
                      </c:pt>
                      <c:pt idx="2302">
                        <c:v>2302</c:v>
                      </c:pt>
                      <c:pt idx="2303">
                        <c:v>2303</c:v>
                      </c:pt>
                      <c:pt idx="2304">
                        <c:v>2304</c:v>
                      </c:pt>
                      <c:pt idx="2305">
                        <c:v>2305</c:v>
                      </c:pt>
                      <c:pt idx="2306">
                        <c:v>2306</c:v>
                      </c:pt>
                      <c:pt idx="2307">
                        <c:v>2307</c:v>
                      </c:pt>
                      <c:pt idx="2308">
                        <c:v>2308</c:v>
                      </c:pt>
                      <c:pt idx="2309">
                        <c:v>2309</c:v>
                      </c:pt>
                      <c:pt idx="2310">
                        <c:v>2310</c:v>
                      </c:pt>
                      <c:pt idx="2311">
                        <c:v>2311</c:v>
                      </c:pt>
                      <c:pt idx="2312">
                        <c:v>2312</c:v>
                      </c:pt>
                      <c:pt idx="2313">
                        <c:v>2313</c:v>
                      </c:pt>
                      <c:pt idx="2314">
                        <c:v>2314</c:v>
                      </c:pt>
                      <c:pt idx="2315">
                        <c:v>2315</c:v>
                      </c:pt>
                      <c:pt idx="2316">
                        <c:v>2316</c:v>
                      </c:pt>
                      <c:pt idx="2317">
                        <c:v>2317</c:v>
                      </c:pt>
                      <c:pt idx="2318">
                        <c:v>2318</c:v>
                      </c:pt>
                      <c:pt idx="2319">
                        <c:v>2319</c:v>
                      </c:pt>
                      <c:pt idx="2320">
                        <c:v>2320</c:v>
                      </c:pt>
                      <c:pt idx="2321">
                        <c:v>2321</c:v>
                      </c:pt>
                      <c:pt idx="2322">
                        <c:v>2322</c:v>
                      </c:pt>
                      <c:pt idx="2323">
                        <c:v>2323</c:v>
                      </c:pt>
                      <c:pt idx="2324">
                        <c:v>2324</c:v>
                      </c:pt>
                      <c:pt idx="2325">
                        <c:v>2325</c:v>
                      </c:pt>
                      <c:pt idx="2326">
                        <c:v>2326</c:v>
                      </c:pt>
                      <c:pt idx="2327">
                        <c:v>2327</c:v>
                      </c:pt>
                      <c:pt idx="2328">
                        <c:v>2328</c:v>
                      </c:pt>
                      <c:pt idx="2329">
                        <c:v>2329</c:v>
                      </c:pt>
                      <c:pt idx="2330">
                        <c:v>2330</c:v>
                      </c:pt>
                      <c:pt idx="2331">
                        <c:v>2331</c:v>
                      </c:pt>
                      <c:pt idx="2332">
                        <c:v>2332</c:v>
                      </c:pt>
                      <c:pt idx="2333">
                        <c:v>2333</c:v>
                      </c:pt>
                      <c:pt idx="2334">
                        <c:v>2334</c:v>
                      </c:pt>
                      <c:pt idx="2335">
                        <c:v>2335</c:v>
                      </c:pt>
                      <c:pt idx="2336">
                        <c:v>2336</c:v>
                      </c:pt>
                      <c:pt idx="2337">
                        <c:v>2337</c:v>
                      </c:pt>
                      <c:pt idx="2338">
                        <c:v>2338</c:v>
                      </c:pt>
                      <c:pt idx="2339">
                        <c:v>2339</c:v>
                      </c:pt>
                      <c:pt idx="2340">
                        <c:v>2340</c:v>
                      </c:pt>
                      <c:pt idx="2341">
                        <c:v>2341</c:v>
                      </c:pt>
                      <c:pt idx="2342">
                        <c:v>2342</c:v>
                      </c:pt>
                      <c:pt idx="2343">
                        <c:v>2343</c:v>
                      </c:pt>
                      <c:pt idx="2344">
                        <c:v>2344</c:v>
                      </c:pt>
                      <c:pt idx="2345">
                        <c:v>2345</c:v>
                      </c:pt>
                      <c:pt idx="2346">
                        <c:v>2346</c:v>
                      </c:pt>
                      <c:pt idx="2347">
                        <c:v>2347</c:v>
                      </c:pt>
                      <c:pt idx="2348">
                        <c:v>2348</c:v>
                      </c:pt>
                      <c:pt idx="2349">
                        <c:v>2349</c:v>
                      </c:pt>
                      <c:pt idx="2350">
                        <c:v>2350</c:v>
                      </c:pt>
                      <c:pt idx="2351">
                        <c:v>2351</c:v>
                      </c:pt>
                      <c:pt idx="2352">
                        <c:v>2352</c:v>
                      </c:pt>
                      <c:pt idx="2353">
                        <c:v>2353</c:v>
                      </c:pt>
                      <c:pt idx="2354">
                        <c:v>2354</c:v>
                      </c:pt>
                      <c:pt idx="2355">
                        <c:v>2355</c:v>
                      </c:pt>
                      <c:pt idx="2356">
                        <c:v>2356</c:v>
                      </c:pt>
                      <c:pt idx="2357">
                        <c:v>2357</c:v>
                      </c:pt>
                      <c:pt idx="2358">
                        <c:v>2358</c:v>
                      </c:pt>
                      <c:pt idx="2359">
                        <c:v>2359</c:v>
                      </c:pt>
                      <c:pt idx="2360">
                        <c:v>2360</c:v>
                      </c:pt>
                      <c:pt idx="2361">
                        <c:v>2361</c:v>
                      </c:pt>
                      <c:pt idx="2362">
                        <c:v>2362</c:v>
                      </c:pt>
                      <c:pt idx="2363">
                        <c:v>2363</c:v>
                      </c:pt>
                      <c:pt idx="2364">
                        <c:v>2364</c:v>
                      </c:pt>
                      <c:pt idx="2365">
                        <c:v>2365</c:v>
                      </c:pt>
                      <c:pt idx="2366">
                        <c:v>2366</c:v>
                      </c:pt>
                      <c:pt idx="2367">
                        <c:v>2367</c:v>
                      </c:pt>
                      <c:pt idx="2368">
                        <c:v>2368</c:v>
                      </c:pt>
                      <c:pt idx="2369">
                        <c:v>2369</c:v>
                      </c:pt>
                      <c:pt idx="2370">
                        <c:v>2370</c:v>
                      </c:pt>
                      <c:pt idx="2371">
                        <c:v>2371</c:v>
                      </c:pt>
                      <c:pt idx="2372">
                        <c:v>2372</c:v>
                      </c:pt>
                      <c:pt idx="2373">
                        <c:v>2373</c:v>
                      </c:pt>
                      <c:pt idx="2374">
                        <c:v>2374</c:v>
                      </c:pt>
                      <c:pt idx="2375">
                        <c:v>2375</c:v>
                      </c:pt>
                      <c:pt idx="2376">
                        <c:v>2376</c:v>
                      </c:pt>
                      <c:pt idx="2377">
                        <c:v>2377</c:v>
                      </c:pt>
                      <c:pt idx="2378">
                        <c:v>2378</c:v>
                      </c:pt>
                      <c:pt idx="2379">
                        <c:v>2379</c:v>
                      </c:pt>
                      <c:pt idx="2380">
                        <c:v>2380</c:v>
                      </c:pt>
                      <c:pt idx="2381">
                        <c:v>2381</c:v>
                      </c:pt>
                      <c:pt idx="2382">
                        <c:v>2382</c:v>
                      </c:pt>
                      <c:pt idx="2383">
                        <c:v>2383</c:v>
                      </c:pt>
                      <c:pt idx="2384">
                        <c:v>2384</c:v>
                      </c:pt>
                      <c:pt idx="2385">
                        <c:v>2385</c:v>
                      </c:pt>
                      <c:pt idx="2386">
                        <c:v>2386</c:v>
                      </c:pt>
                      <c:pt idx="2387">
                        <c:v>2387</c:v>
                      </c:pt>
                      <c:pt idx="2388">
                        <c:v>2388</c:v>
                      </c:pt>
                      <c:pt idx="2389">
                        <c:v>2389</c:v>
                      </c:pt>
                      <c:pt idx="2390">
                        <c:v>2390</c:v>
                      </c:pt>
                      <c:pt idx="2391">
                        <c:v>2391</c:v>
                      </c:pt>
                      <c:pt idx="2392">
                        <c:v>2392</c:v>
                      </c:pt>
                      <c:pt idx="2393">
                        <c:v>2393</c:v>
                      </c:pt>
                      <c:pt idx="2394">
                        <c:v>2394</c:v>
                      </c:pt>
                      <c:pt idx="2395">
                        <c:v>2395</c:v>
                      </c:pt>
                      <c:pt idx="2396">
                        <c:v>2396</c:v>
                      </c:pt>
                      <c:pt idx="2397">
                        <c:v>2397</c:v>
                      </c:pt>
                      <c:pt idx="2398">
                        <c:v>2398</c:v>
                      </c:pt>
                      <c:pt idx="2399">
                        <c:v>2399</c:v>
                      </c:pt>
                      <c:pt idx="2400">
                        <c:v>2400</c:v>
                      </c:pt>
                      <c:pt idx="2401">
                        <c:v>2401</c:v>
                      </c:pt>
                      <c:pt idx="2402">
                        <c:v>2402</c:v>
                      </c:pt>
                      <c:pt idx="2403">
                        <c:v>2403</c:v>
                      </c:pt>
                      <c:pt idx="2404">
                        <c:v>2404</c:v>
                      </c:pt>
                      <c:pt idx="2405">
                        <c:v>2405</c:v>
                      </c:pt>
                      <c:pt idx="2406">
                        <c:v>2406</c:v>
                      </c:pt>
                      <c:pt idx="2407">
                        <c:v>2407</c:v>
                      </c:pt>
                      <c:pt idx="2408">
                        <c:v>2408</c:v>
                      </c:pt>
                      <c:pt idx="2409">
                        <c:v>2409</c:v>
                      </c:pt>
                      <c:pt idx="2410">
                        <c:v>2410</c:v>
                      </c:pt>
                      <c:pt idx="2411">
                        <c:v>2411</c:v>
                      </c:pt>
                      <c:pt idx="2412">
                        <c:v>2412</c:v>
                      </c:pt>
                      <c:pt idx="2413">
                        <c:v>2413</c:v>
                      </c:pt>
                      <c:pt idx="2414">
                        <c:v>2414</c:v>
                      </c:pt>
                      <c:pt idx="2415">
                        <c:v>2415</c:v>
                      </c:pt>
                      <c:pt idx="2416">
                        <c:v>2416</c:v>
                      </c:pt>
                      <c:pt idx="2417">
                        <c:v>2417</c:v>
                      </c:pt>
                      <c:pt idx="2418">
                        <c:v>2418</c:v>
                      </c:pt>
                      <c:pt idx="2419">
                        <c:v>2419</c:v>
                      </c:pt>
                      <c:pt idx="2420">
                        <c:v>2420</c:v>
                      </c:pt>
                      <c:pt idx="2421">
                        <c:v>2421</c:v>
                      </c:pt>
                      <c:pt idx="2422">
                        <c:v>2422</c:v>
                      </c:pt>
                      <c:pt idx="2423">
                        <c:v>2423</c:v>
                      </c:pt>
                      <c:pt idx="2424">
                        <c:v>2424</c:v>
                      </c:pt>
                      <c:pt idx="2425">
                        <c:v>2425</c:v>
                      </c:pt>
                      <c:pt idx="2426">
                        <c:v>2426</c:v>
                      </c:pt>
                      <c:pt idx="2427">
                        <c:v>2427</c:v>
                      </c:pt>
                      <c:pt idx="2428">
                        <c:v>2428</c:v>
                      </c:pt>
                      <c:pt idx="2429">
                        <c:v>2429</c:v>
                      </c:pt>
                      <c:pt idx="2430">
                        <c:v>2430</c:v>
                      </c:pt>
                      <c:pt idx="2431">
                        <c:v>2431</c:v>
                      </c:pt>
                      <c:pt idx="2432">
                        <c:v>2432</c:v>
                      </c:pt>
                      <c:pt idx="2433">
                        <c:v>2433</c:v>
                      </c:pt>
                      <c:pt idx="2434">
                        <c:v>2434</c:v>
                      </c:pt>
                      <c:pt idx="2435">
                        <c:v>2435</c:v>
                      </c:pt>
                      <c:pt idx="2436">
                        <c:v>2436</c:v>
                      </c:pt>
                      <c:pt idx="2437">
                        <c:v>2437</c:v>
                      </c:pt>
                      <c:pt idx="2438">
                        <c:v>2438</c:v>
                      </c:pt>
                      <c:pt idx="2439">
                        <c:v>2439</c:v>
                      </c:pt>
                      <c:pt idx="2440">
                        <c:v>2440</c:v>
                      </c:pt>
                      <c:pt idx="2441">
                        <c:v>2441</c:v>
                      </c:pt>
                      <c:pt idx="2442">
                        <c:v>2442</c:v>
                      </c:pt>
                      <c:pt idx="2443">
                        <c:v>2443</c:v>
                      </c:pt>
                      <c:pt idx="2444">
                        <c:v>2444</c:v>
                      </c:pt>
                      <c:pt idx="2445">
                        <c:v>2445</c:v>
                      </c:pt>
                      <c:pt idx="2446">
                        <c:v>2446</c:v>
                      </c:pt>
                      <c:pt idx="2447">
                        <c:v>2447</c:v>
                      </c:pt>
                      <c:pt idx="2448">
                        <c:v>2448</c:v>
                      </c:pt>
                      <c:pt idx="2449">
                        <c:v>2449</c:v>
                      </c:pt>
                      <c:pt idx="2450">
                        <c:v>2450</c:v>
                      </c:pt>
                      <c:pt idx="2451">
                        <c:v>2451</c:v>
                      </c:pt>
                      <c:pt idx="2452">
                        <c:v>2452</c:v>
                      </c:pt>
                      <c:pt idx="2453">
                        <c:v>2453</c:v>
                      </c:pt>
                      <c:pt idx="2454">
                        <c:v>2454</c:v>
                      </c:pt>
                      <c:pt idx="2455">
                        <c:v>2455</c:v>
                      </c:pt>
                      <c:pt idx="2456">
                        <c:v>2456</c:v>
                      </c:pt>
                      <c:pt idx="2457">
                        <c:v>2457</c:v>
                      </c:pt>
                      <c:pt idx="2458">
                        <c:v>2458</c:v>
                      </c:pt>
                      <c:pt idx="2459">
                        <c:v>2459</c:v>
                      </c:pt>
                      <c:pt idx="2460">
                        <c:v>2460</c:v>
                      </c:pt>
                      <c:pt idx="2461">
                        <c:v>2461</c:v>
                      </c:pt>
                      <c:pt idx="2462">
                        <c:v>2462</c:v>
                      </c:pt>
                      <c:pt idx="2463">
                        <c:v>2463</c:v>
                      </c:pt>
                      <c:pt idx="2464">
                        <c:v>2464</c:v>
                      </c:pt>
                      <c:pt idx="2465">
                        <c:v>2465</c:v>
                      </c:pt>
                      <c:pt idx="2466">
                        <c:v>2466</c:v>
                      </c:pt>
                      <c:pt idx="2467">
                        <c:v>2467</c:v>
                      </c:pt>
                      <c:pt idx="2468">
                        <c:v>2468</c:v>
                      </c:pt>
                      <c:pt idx="2469">
                        <c:v>2469</c:v>
                      </c:pt>
                      <c:pt idx="2470">
                        <c:v>2470</c:v>
                      </c:pt>
                      <c:pt idx="2471">
                        <c:v>2471</c:v>
                      </c:pt>
                      <c:pt idx="2472">
                        <c:v>2472</c:v>
                      </c:pt>
                      <c:pt idx="2473">
                        <c:v>2473</c:v>
                      </c:pt>
                      <c:pt idx="2474">
                        <c:v>2474</c:v>
                      </c:pt>
                      <c:pt idx="2475">
                        <c:v>2475</c:v>
                      </c:pt>
                      <c:pt idx="2476">
                        <c:v>2476</c:v>
                      </c:pt>
                      <c:pt idx="2477">
                        <c:v>2477</c:v>
                      </c:pt>
                      <c:pt idx="2478">
                        <c:v>2478</c:v>
                      </c:pt>
                      <c:pt idx="2479">
                        <c:v>2479</c:v>
                      </c:pt>
                      <c:pt idx="2480">
                        <c:v>2480</c:v>
                      </c:pt>
                      <c:pt idx="2481">
                        <c:v>2481</c:v>
                      </c:pt>
                      <c:pt idx="2482">
                        <c:v>2482</c:v>
                      </c:pt>
                      <c:pt idx="2483">
                        <c:v>2483</c:v>
                      </c:pt>
                      <c:pt idx="2484">
                        <c:v>2484</c:v>
                      </c:pt>
                      <c:pt idx="2485">
                        <c:v>2485</c:v>
                      </c:pt>
                      <c:pt idx="2486">
                        <c:v>2486</c:v>
                      </c:pt>
                      <c:pt idx="2487">
                        <c:v>2487</c:v>
                      </c:pt>
                      <c:pt idx="2488">
                        <c:v>2488</c:v>
                      </c:pt>
                      <c:pt idx="2489">
                        <c:v>2489</c:v>
                      </c:pt>
                      <c:pt idx="2490">
                        <c:v>2490</c:v>
                      </c:pt>
                      <c:pt idx="2491">
                        <c:v>2491</c:v>
                      </c:pt>
                      <c:pt idx="2492">
                        <c:v>2492</c:v>
                      </c:pt>
                      <c:pt idx="2493">
                        <c:v>2493</c:v>
                      </c:pt>
                      <c:pt idx="2494">
                        <c:v>2494</c:v>
                      </c:pt>
                      <c:pt idx="2495">
                        <c:v>2495</c:v>
                      </c:pt>
                      <c:pt idx="2496">
                        <c:v>2496</c:v>
                      </c:pt>
                      <c:pt idx="2497">
                        <c:v>2497</c:v>
                      </c:pt>
                      <c:pt idx="2498">
                        <c:v>2498</c:v>
                      </c:pt>
                      <c:pt idx="2499">
                        <c:v>2499</c:v>
                      </c:pt>
                      <c:pt idx="2500">
                        <c:v>2500</c:v>
                      </c:pt>
                      <c:pt idx="2501">
                        <c:v>2501</c:v>
                      </c:pt>
                      <c:pt idx="2502">
                        <c:v>2502</c:v>
                      </c:pt>
                      <c:pt idx="2503">
                        <c:v>2503</c:v>
                      </c:pt>
                      <c:pt idx="2504">
                        <c:v>2504</c:v>
                      </c:pt>
                      <c:pt idx="2505">
                        <c:v>2505</c:v>
                      </c:pt>
                      <c:pt idx="2506">
                        <c:v>2506</c:v>
                      </c:pt>
                      <c:pt idx="2507">
                        <c:v>2507</c:v>
                      </c:pt>
                      <c:pt idx="2508">
                        <c:v>2508</c:v>
                      </c:pt>
                      <c:pt idx="2509">
                        <c:v>2509</c:v>
                      </c:pt>
                      <c:pt idx="2510">
                        <c:v>2510</c:v>
                      </c:pt>
                      <c:pt idx="2511">
                        <c:v>2511</c:v>
                      </c:pt>
                      <c:pt idx="2512">
                        <c:v>2512</c:v>
                      </c:pt>
                      <c:pt idx="2513">
                        <c:v>2513</c:v>
                      </c:pt>
                      <c:pt idx="2514">
                        <c:v>2514</c:v>
                      </c:pt>
                      <c:pt idx="2515">
                        <c:v>2515</c:v>
                      </c:pt>
                      <c:pt idx="2516">
                        <c:v>2516</c:v>
                      </c:pt>
                      <c:pt idx="2517">
                        <c:v>2517</c:v>
                      </c:pt>
                      <c:pt idx="2518">
                        <c:v>2518</c:v>
                      </c:pt>
                      <c:pt idx="2519">
                        <c:v>2519</c:v>
                      </c:pt>
                      <c:pt idx="2520">
                        <c:v>2520</c:v>
                      </c:pt>
                      <c:pt idx="2521">
                        <c:v>2521</c:v>
                      </c:pt>
                      <c:pt idx="2522">
                        <c:v>2522</c:v>
                      </c:pt>
                      <c:pt idx="2523">
                        <c:v>2523</c:v>
                      </c:pt>
                      <c:pt idx="2524">
                        <c:v>2524</c:v>
                      </c:pt>
                      <c:pt idx="2525">
                        <c:v>2525</c:v>
                      </c:pt>
                      <c:pt idx="2526">
                        <c:v>2526</c:v>
                      </c:pt>
                      <c:pt idx="2527">
                        <c:v>2527</c:v>
                      </c:pt>
                      <c:pt idx="2528">
                        <c:v>2528</c:v>
                      </c:pt>
                      <c:pt idx="2529">
                        <c:v>2529</c:v>
                      </c:pt>
                      <c:pt idx="2530">
                        <c:v>2530</c:v>
                      </c:pt>
                      <c:pt idx="2531">
                        <c:v>2531</c:v>
                      </c:pt>
                      <c:pt idx="2532">
                        <c:v>2532</c:v>
                      </c:pt>
                      <c:pt idx="2533">
                        <c:v>2533</c:v>
                      </c:pt>
                      <c:pt idx="2534">
                        <c:v>2534</c:v>
                      </c:pt>
                      <c:pt idx="2535">
                        <c:v>2535</c:v>
                      </c:pt>
                      <c:pt idx="2536">
                        <c:v>2536</c:v>
                      </c:pt>
                      <c:pt idx="2537">
                        <c:v>2537</c:v>
                      </c:pt>
                      <c:pt idx="2538">
                        <c:v>2538</c:v>
                      </c:pt>
                      <c:pt idx="2539">
                        <c:v>2539</c:v>
                      </c:pt>
                      <c:pt idx="2540">
                        <c:v>2540</c:v>
                      </c:pt>
                      <c:pt idx="2541">
                        <c:v>2541</c:v>
                      </c:pt>
                      <c:pt idx="2542">
                        <c:v>2542</c:v>
                      </c:pt>
                      <c:pt idx="2543">
                        <c:v>2543</c:v>
                      </c:pt>
                      <c:pt idx="2544">
                        <c:v>2544</c:v>
                      </c:pt>
                      <c:pt idx="2545">
                        <c:v>2545</c:v>
                      </c:pt>
                      <c:pt idx="2546">
                        <c:v>2546</c:v>
                      </c:pt>
                      <c:pt idx="2547">
                        <c:v>2547</c:v>
                      </c:pt>
                      <c:pt idx="2548">
                        <c:v>2548</c:v>
                      </c:pt>
                      <c:pt idx="2549">
                        <c:v>2549</c:v>
                      </c:pt>
                      <c:pt idx="2550">
                        <c:v>2550</c:v>
                      </c:pt>
                      <c:pt idx="2551">
                        <c:v>2551</c:v>
                      </c:pt>
                      <c:pt idx="2552">
                        <c:v>2552</c:v>
                      </c:pt>
                      <c:pt idx="2553">
                        <c:v>2553</c:v>
                      </c:pt>
                      <c:pt idx="2554">
                        <c:v>2554</c:v>
                      </c:pt>
                      <c:pt idx="2555">
                        <c:v>2555</c:v>
                      </c:pt>
                      <c:pt idx="2556">
                        <c:v>2556</c:v>
                      </c:pt>
                      <c:pt idx="2557">
                        <c:v>2557</c:v>
                      </c:pt>
                      <c:pt idx="2558">
                        <c:v>2558</c:v>
                      </c:pt>
                      <c:pt idx="2559">
                        <c:v>2559</c:v>
                      </c:pt>
                      <c:pt idx="2560">
                        <c:v>2560</c:v>
                      </c:pt>
                      <c:pt idx="2561">
                        <c:v>2561</c:v>
                      </c:pt>
                      <c:pt idx="2562">
                        <c:v>2562</c:v>
                      </c:pt>
                      <c:pt idx="2563">
                        <c:v>2563</c:v>
                      </c:pt>
                      <c:pt idx="2564">
                        <c:v>2564</c:v>
                      </c:pt>
                      <c:pt idx="2565">
                        <c:v>2565</c:v>
                      </c:pt>
                      <c:pt idx="2566">
                        <c:v>2566</c:v>
                      </c:pt>
                      <c:pt idx="2567">
                        <c:v>2567</c:v>
                      </c:pt>
                      <c:pt idx="2568">
                        <c:v>2568</c:v>
                      </c:pt>
                      <c:pt idx="2569">
                        <c:v>2569</c:v>
                      </c:pt>
                      <c:pt idx="2570">
                        <c:v>2570</c:v>
                      </c:pt>
                      <c:pt idx="2571">
                        <c:v>2571</c:v>
                      </c:pt>
                      <c:pt idx="2572">
                        <c:v>2572</c:v>
                      </c:pt>
                      <c:pt idx="2573">
                        <c:v>2573</c:v>
                      </c:pt>
                      <c:pt idx="2574">
                        <c:v>2574</c:v>
                      </c:pt>
                      <c:pt idx="2575">
                        <c:v>2575</c:v>
                      </c:pt>
                      <c:pt idx="2576">
                        <c:v>2576</c:v>
                      </c:pt>
                      <c:pt idx="2577">
                        <c:v>2577</c:v>
                      </c:pt>
                      <c:pt idx="2578">
                        <c:v>2578</c:v>
                      </c:pt>
                      <c:pt idx="2579">
                        <c:v>2579</c:v>
                      </c:pt>
                      <c:pt idx="2580">
                        <c:v>2580</c:v>
                      </c:pt>
                      <c:pt idx="2581">
                        <c:v>2581</c:v>
                      </c:pt>
                      <c:pt idx="2582">
                        <c:v>2582</c:v>
                      </c:pt>
                      <c:pt idx="2583">
                        <c:v>2583</c:v>
                      </c:pt>
                      <c:pt idx="2584">
                        <c:v>2584</c:v>
                      </c:pt>
                      <c:pt idx="2585">
                        <c:v>2585</c:v>
                      </c:pt>
                      <c:pt idx="2586">
                        <c:v>2586</c:v>
                      </c:pt>
                      <c:pt idx="2587">
                        <c:v>2587</c:v>
                      </c:pt>
                      <c:pt idx="2588">
                        <c:v>2588</c:v>
                      </c:pt>
                      <c:pt idx="2589">
                        <c:v>2589</c:v>
                      </c:pt>
                      <c:pt idx="2590">
                        <c:v>2590</c:v>
                      </c:pt>
                      <c:pt idx="2591">
                        <c:v>2591</c:v>
                      </c:pt>
                      <c:pt idx="2592">
                        <c:v>2592</c:v>
                      </c:pt>
                      <c:pt idx="2593">
                        <c:v>2593</c:v>
                      </c:pt>
                      <c:pt idx="2594">
                        <c:v>2594</c:v>
                      </c:pt>
                      <c:pt idx="2595">
                        <c:v>2595</c:v>
                      </c:pt>
                      <c:pt idx="2596">
                        <c:v>2596</c:v>
                      </c:pt>
                      <c:pt idx="2597">
                        <c:v>2597</c:v>
                      </c:pt>
                      <c:pt idx="2598">
                        <c:v>2598</c:v>
                      </c:pt>
                      <c:pt idx="2599">
                        <c:v>2599</c:v>
                      </c:pt>
                      <c:pt idx="2600">
                        <c:v>2600</c:v>
                      </c:pt>
                      <c:pt idx="2601">
                        <c:v>2601</c:v>
                      </c:pt>
                      <c:pt idx="2602">
                        <c:v>2602</c:v>
                      </c:pt>
                      <c:pt idx="2603">
                        <c:v>2603</c:v>
                      </c:pt>
                      <c:pt idx="2604">
                        <c:v>2604</c:v>
                      </c:pt>
                      <c:pt idx="2605">
                        <c:v>2605</c:v>
                      </c:pt>
                      <c:pt idx="2606">
                        <c:v>2606</c:v>
                      </c:pt>
                      <c:pt idx="2607">
                        <c:v>2607</c:v>
                      </c:pt>
                      <c:pt idx="2608">
                        <c:v>2608</c:v>
                      </c:pt>
                      <c:pt idx="2609">
                        <c:v>2609</c:v>
                      </c:pt>
                      <c:pt idx="2610">
                        <c:v>2610</c:v>
                      </c:pt>
                      <c:pt idx="2611">
                        <c:v>2611</c:v>
                      </c:pt>
                      <c:pt idx="2612">
                        <c:v>2612</c:v>
                      </c:pt>
                      <c:pt idx="2613">
                        <c:v>2613</c:v>
                      </c:pt>
                      <c:pt idx="2614">
                        <c:v>2614</c:v>
                      </c:pt>
                      <c:pt idx="2615">
                        <c:v>2615</c:v>
                      </c:pt>
                      <c:pt idx="2616">
                        <c:v>2616</c:v>
                      </c:pt>
                      <c:pt idx="2617">
                        <c:v>2617</c:v>
                      </c:pt>
                      <c:pt idx="2618">
                        <c:v>2618</c:v>
                      </c:pt>
                      <c:pt idx="2619">
                        <c:v>2619</c:v>
                      </c:pt>
                      <c:pt idx="2620">
                        <c:v>2620</c:v>
                      </c:pt>
                      <c:pt idx="2621">
                        <c:v>2621</c:v>
                      </c:pt>
                      <c:pt idx="2622">
                        <c:v>2622</c:v>
                      </c:pt>
                      <c:pt idx="2623">
                        <c:v>2623</c:v>
                      </c:pt>
                      <c:pt idx="2624">
                        <c:v>2624</c:v>
                      </c:pt>
                      <c:pt idx="2625">
                        <c:v>2625</c:v>
                      </c:pt>
                      <c:pt idx="2626">
                        <c:v>2626</c:v>
                      </c:pt>
                      <c:pt idx="2627">
                        <c:v>2627</c:v>
                      </c:pt>
                      <c:pt idx="2628">
                        <c:v>2628</c:v>
                      </c:pt>
                      <c:pt idx="2629">
                        <c:v>2629</c:v>
                      </c:pt>
                      <c:pt idx="2630">
                        <c:v>2630</c:v>
                      </c:pt>
                      <c:pt idx="2631">
                        <c:v>2631</c:v>
                      </c:pt>
                      <c:pt idx="2632">
                        <c:v>2632</c:v>
                      </c:pt>
                      <c:pt idx="2633">
                        <c:v>2633</c:v>
                      </c:pt>
                      <c:pt idx="2634">
                        <c:v>2634</c:v>
                      </c:pt>
                      <c:pt idx="2635">
                        <c:v>2635</c:v>
                      </c:pt>
                      <c:pt idx="2636">
                        <c:v>2636</c:v>
                      </c:pt>
                      <c:pt idx="2637">
                        <c:v>2637</c:v>
                      </c:pt>
                      <c:pt idx="2638">
                        <c:v>2638</c:v>
                      </c:pt>
                      <c:pt idx="2639">
                        <c:v>2639</c:v>
                      </c:pt>
                      <c:pt idx="2640">
                        <c:v>2640</c:v>
                      </c:pt>
                      <c:pt idx="2641">
                        <c:v>2641</c:v>
                      </c:pt>
                      <c:pt idx="2642">
                        <c:v>2642</c:v>
                      </c:pt>
                      <c:pt idx="2643">
                        <c:v>2643</c:v>
                      </c:pt>
                      <c:pt idx="2644">
                        <c:v>2644</c:v>
                      </c:pt>
                      <c:pt idx="2645">
                        <c:v>2645</c:v>
                      </c:pt>
                      <c:pt idx="2646">
                        <c:v>2646</c:v>
                      </c:pt>
                      <c:pt idx="2647">
                        <c:v>2647</c:v>
                      </c:pt>
                      <c:pt idx="2648">
                        <c:v>2648</c:v>
                      </c:pt>
                      <c:pt idx="2649">
                        <c:v>2649</c:v>
                      </c:pt>
                      <c:pt idx="2650">
                        <c:v>2650</c:v>
                      </c:pt>
                      <c:pt idx="2651">
                        <c:v>2651</c:v>
                      </c:pt>
                      <c:pt idx="2652">
                        <c:v>2652</c:v>
                      </c:pt>
                      <c:pt idx="2653">
                        <c:v>2653</c:v>
                      </c:pt>
                      <c:pt idx="2654">
                        <c:v>2654</c:v>
                      </c:pt>
                      <c:pt idx="2655">
                        <c:v>2655</c:v>
                      </c:pt>
                      <c:pt idx="2656">
                        <c:v>2656</c:v>
                      </c:pt>
                      <c:pt idx="2657">
                        <c:v>2657</c:v>
                      </c:pt>
                      <c:pt idx="2658">
                        <c:v>2658</c:v>
                      </c:pt>
                      <c:pt idx="2659">
                        <c:v>2659</c:v>
                      </c:pt>
                      <c:pt idx="2660">
                        <c:v>2660</c:v>
                      </c:pt>
                      <c:pt idx="2661">
                        <c:v>2661</c:v>
                      </c:pt>
                      <c:pt idx="2662">
                        <c:v>2662</c:v>
                      </c:pt>
                      <c:pt idx="2663">
                        <c:v>2663</c:v>
                      </c:pt>
                      <c:pt idx="2664">
                        <c:v>2664</c:v>
                      </c:pt>
                      <c:pt idx="2665">
                        <c:v>2665</c:v>
                      </c:pt>
                      <c:pt idx="2666">
                        <c:v>2666</c:v>
                      </c:pt>
                      <c:pt idx="2667">
                        <c:v>2667</c:v>
                      </c:pt>
                      <c:pt idx="2668">
                        <c:v>2668</c:v>
                      </c:pt>
                      <c:pt idx="2669">
                        <c:v>2669</c:v>
                      </c:pt>
                      <c:pt idx="2670">
                        <c:v>2670</c:v>
                      </c:pt>
                      <c:pt idx="2671">
                        <c:v>2671</c:v>
                      </c:pt>
                      <c:pt idx="2672">
                        <c:v>2672</c:v>
                      </c:pt>
                      <c:pt idx="2673">
                        <c:v>2673</c:v>
                      </c:pt>
                      <c:pt idx="2674">
                        <c:v>2674</c:v>
                      </c:pt>
                      <c:pt idx="2675">
                        <c:v>2675</c:v>
                      </c:pt>
                      <c:pt idx="2676">
                        <c:v>2676</c:v>
                      </c:pt>
                      <c:pt idx="2677">
                        <c:v>2677</c:v>
                      </c:pt>
                      <c:pt idx="2678">
                        <c:v>2678</c:v>
                      </c:pt>
                      <c:pt idx="2679">
                        <c:v>2679</c:v>
                      </c:pt>
                      <c:pt idx="2680">
                        <c:v>2680</c:v>
                      </c:pt>
                      <c:pt idx="2681">
                        <c:v>2681</c:v>
                      </c:pt>
                      <c:pt idx="2682">
                        <c:v>2682</c:v>
                      </c:pt>
                      <c:pt idx="2683">
                        <c:v>2683</c:v>
                      </c:pt>
                      <c:pt idx="2684">
                        <c:v>2684</c:v>
                      </c:pt>
                      <c:pt idx="2685">
                        <c:v>2685</c:v>
                      </c:pt>
                      <c:pt idx="2686">
                        <c:v>2686</c:v>
                      </c:pt>
                      <c:pt idx="2687">
                        <c:v>2687</c:v>
                      </c:pt>
                      <c:pt idx="2688">
                        <c:v>2688</c:v>
                      </c:pt>
                      <c:pt idx="2689">
                        <c:v>2689</c:v>
                      </c:pt>
                      <c:pt idx="2690">
                        <c:v>2690</c:v>
                      </c:pt>
                      <c:pt idx="2691">
                        <c:v>2691</c:v>
                      </c:pt>
                      <c:pt idx="2692">
                        <c:v>2692</c:v>
                      </c:pt>
                      <c:pt idx="2693">
                        <c:v>2693</c:v>
                      </c:pt>
                      <c:pt idx="2694">
                        <c:v>2694</c:v>
                      </c:pt>
                      <c:pt idx="2695">
                        <c:v>2695</c:v>
                      </c:pt>
                      <c:pt idx="2696">
                        <c:v>2696</c:v>
                      </c:pt>
                      <c:pt idx="2697">
                        <c:v>2697</c:v>
                      </c:pt>
                      <c:pt idx="2698">
                        <c:v>2698</c:v>
                      </c:pt>
                      <c:pt idx="2699">
                        <c:v>2699</c:v>
                      </c:pt>
                      <c:pt idx="2700">
                        <c:v>2700</c:v>
                      </c:pt>
                      <c:pt idx="2701">
                        <c:v>2701</c:v>
                      </c:pt>
                      <c:pt idx="2702">
                        <c:v>2702</c:v>
                      </c:pt>
                      <c:pt idx="2703">
                        <c:v>2703</c:v>
                      </c:pt>
                      <c:pt idx="2704">
                        <c:v>2704</c:v>
                      </c:pt>
                      <c:pt idx="2705">
                        <c:v>2705</c:v>
                      </c:pt>
                      <c:pt idx="2706">
                        <c:v>2706</c:v>
                      </c:pt>
                      <c:pt idx="2707">
                        <c:v>2707</c:v>
                      </c:pt>
                      <c:pt idx="2708">
                        <c:v>2708</c:v>
                      </c:pt>
                      <c:pt idx="2709">
                        <c:v>2709</c:v>
                      </c:pt>
                      <c:pt idx="2710">
                        <c:v>2710</c:v>
                      </c:pt>
                      <c:pt idx="2711">
                        <c:v>2711</c:v>
                      </c:pt>
                      <c:pt idx="2712">
                        <c:v>2712</c:v>
                      </c:pt>
                      <c:pt idx="2713">
                        <c:v>2713</c:v>
                      </c:pt>
                      <c:pt idx="2714">
                        <c:v>2714</c:v>
                      </c:pt>
                      <c:pt idx="2715">
                        <c:v>2715</c:v>
                      </c:pt>
                      <c:pt idx="2716">
                        <c:v>2716</c:v>
                      </c:pt>
                      <c:pt idx="2717">
                        <c:v>2717</c:v>
                      </c:pt>
                      <c:pt idx="2718">
                        <c:v>2718</c:v>
                      </c:pt>
                      <c:pt idx="2719">
                        <c:v>2719</c:v>
                      </c:pt>
                      <c:pt idx="2720">
                        <c:v>2720</c:v>
                      </c:pt>
                      <c:pt idx="2721">
                        <c:v>2721</c:v>
                      </c:pt>
                      <c:pt idx="2722">
                        <c:v>2722</c:v>
                      </c:pt>
                      <c:pt idx="2723">
                        <c:v>2723</c:v>
                      </c:pt>
                      <c:pt idx="2724">
                        <c:v>2724</c:v>
                      </c:pt>
                      <c:pt idx="2725">
                        <c:v>2725</c:v>
                      </c:pt>
                      <c:pt idx="2726">
                        <c:v>2726</c:v>
                      </c:pt>
                      <c:pt idx="2727">
                        <c:v>2727</c:v>
                      </c:pt>
                      <c:pt idx="2728">
                        <c:v>2728</c:v>
                      </c:pt>
                      <c:pt idx="2729">
                        <c:v>2729</c:v>
                      </c:pt>
                      <c:pt idx="2730">
                        <c:v>2730</c:v>
                      </c:pt>
                      <c:pt idx="2731">
                        <c:v>2731</c:v>
                      </c:pt>
                      <c:pt idx="2732">
                        <c:v>2732</c:v>
                      </c:pt>
                      <c:pt idx="2733">
                        <c:v>2733</c:v>
                      </c:pt>
                      <c:pt idx="2734">
                        <c:v>2734</c:v>
                      </c:pt>
                      <c:pt idx="2735">
                        <c:v>2735</c:v>
                      </c:pt>
                      <c:pt idx="2736">
                        <c:v>2736</c:v>
                      </c:pt>
                      <c:pt idx="2737">
                        <c:v>2737</c:v>
                      </c:pt>
                      <c:pt idx="2738">
                        <c:v>2738</c:v>
                      </c:pt>
                      <c:pt idx="2739">
                        <c:v>2739</c:v>
                      </c:pt>
                      <c:pt idx="2740">
                        <c:v>2740</c:v>
                      </c:pt>
                      <c:pt idx="2741">
                        <c:v>2741</c:v>
                      </c:pt>
                      <c:pt idx="2742">
                        <c:v>2742</c:v>
                      </c:pt>
                      <c:pt idx="2743">
                        <c:v>2743</c:v>
                      </c:pt>
                      <c:pt idx="2744">
                        <c:v>2744</c:v>
                      </c:pt>
                      <c:pt idx="2745">
                        <c:v>2745</c:v>
                      </c:pt>
                      <c:pt idx="2746">
                        <c:v>2746</c:v>
                      </c:pt>
                      <c:pt idx="2747">
                        <c:v>2747</c:v>
                      </c:pt>
                      <c:pt idx="2748">
                        <c:v>2748</c:v>
                      </c:pt>
                      <c:pt idx="2749">
                        <c:v>2749</c:v>
                      </c:pt>
                      <c:pt idx="2750">
                        <c:v>2750</c:v>
                      </c:pt>
                      <c:pt idx="2751">
                        <c:v>2751</c:v>
                      </c:pt>
                      <c:pt idx="2752">
                        <c:v>2752</c:v>
                      </c:pt>
                      <c:pt idx="2753">
                        <c:v>2753</c:v>
                      </c:pt>
                      <c:pt idx="2754">
                        <c:v>2754</c:v>
                      </c:pt>
                      <c:pt idx="2755">
                        <c:v>2755</c:v>
                      </c:pt>
                      <c:pt idx="2756">
                        <c:v>2756</c:v>
                      </c:pt>
                      <c:pt idx="2757">
                        <c:v>2757</c:v>
                      </c:pt>
                      <c:pt idx="2758">
                        <c:v>2758</c:v>
                      </c:pt>
                      <c:pt idx="2759">
                        <c:v>2759</c:v>
                      </c:pt>
                      <c:pt idx="2760">
                        <c:v>2760</c:v>
                      </c:pt>
                      <c:pt idx="2761">
                        <c:v>2761</c:v>
                      </c:pt>
                      <c:pt idx="2762">
                        <c:v>2762</c:v>
                      </c:pt>
                      <c:pt idx="2763">
                        <c:v>2763</c:v>
                      </c:pt>
                      <c:pt idx="2764">
                        <c:v>2764</c:v>
                      </c:pt>
                      <c:pt idx="2765">
                        <c:v>2765</c:v>
                      </c:pt>
                      <c:pt idx="2766">
                        <c:v>2766</c:v>
                      </c:pt>
                      <c:pt idx="2767">
                        <c:v>2767</c:v>
                      </c:pt>
                      <c:pt idx="2768">
                        <c:v>2768</c:v>
                      </c:pt>
                      <c:pt idx="2769">
                        <c:v>2769</c:v>
                      </c:pt>
                      <c:pt idx="2770">
                        <c:v>2770</c:v>
                      </c:pt>
                      <c:pt idx="2771">
                        <c:v>2771</c:v>
                      </c:pt>
                      <c:pt idx="2772">
                        <c:v>2772</c:v>
                      </c:pt>
                      <c:pt idx="2773">
                        <c:v>2773</c:v>
                      </c:pt>
                      <c:pt idx="2774">
                        <c:v>2774</c:v>
                      </c:pt>
                      <c:pt idx="2775">
                        <c:v>2775</c:v>
                      </c:pt>
                      <c:pt idx="2776">
                        <c:v>2776</c:v>
                      </c:pt>
                      <c:pt idx="2777">
                        <c:v>2777</c:v>
                      </c:pt>
                      <c:pt idx="2778">
                        <c:v>2778</c:v>
                      </c:pt>
                      <c:pt idx="2779">
                        <c:v>2779</c:v>
                      </c:pt>
                      <c:pt idx="2780">
                        <c:v>2780</c:v>
                      </c:pt>
                      <c:pt idx="2781">
                        <c:v>2781</c:v>
                      </c:pt>
                      <c:pt idx="2782">
                        <c:v>2782</c:v>
                      </c:pt>
                      <c:pt idx="2783">
                        <c:v>2783</c:v>
                      </c:pt>
                      <c:pt idx="2784">
                        <c:v>2784</c:v>
                      </c:pt>
                      <c:pt idx="2785">
                        <c:v>2785</c:v>
                      </c:pt>
                      <c:pt idx="2786">
                        <c:v>2786</c:v>
                      </c:pt>
                      <c:pt idx="2787">
                        <c:v>2787</c:v>
                      </c:pt>
                      <c:pt idx="2788">
                        <c:v>2788</c:v>
                      </c:pt>
                      <c:pt idx="2789">
                        <c:v>2789</c:v>
                      </c:pt>
                      <c:pt idx="2790">
                        <c:v>2790</c:v>
                      </c:pt>
                      <c:pt idx="2791">
                        <c:v>2791</c:v>
                      </c:pt>
                      <c:pt idx="2792">
                        <c:v>2792</c:v>
                      </c:pt>
                      <c:pt idx="2793">
                        <c:v>2793</c:v>
                      </c:pt>
                      <c:pt idx="2794">
                        <c:v>2794</c:v>
                      </c:pt>
                      <c:pt idx="2795">
                        <c:v>2795</c:v>
                      </c:pt>
                      <c:pt idx="2796">
                        <c:v>2796</c:v>
                      </c:pt>
                      <c:pt idx="2797">
                        <c:v>2797</c:v>
                      </c:pt>
                      <c:pt idx="2798">
                        <c:v>2798</c:v>
                      </c:pt>
                      <c:pt idx="2799">
                        <c:v>2799</c:v>
                      </c:pt>
                      <c:pt idx="2800">
                        <c:v>2800</c:v>
                      </c:pt>
                      <c:pt idx="2801">
                        <c:v>2801</c:v>
                      </c:pt>
                      <c:pt idx="2802">
                        <c:v>2802</c:v>
                      </c:pt>
                      <c:pt idx="2803">
                        <c:v>2803</c:v>
                      </c:pt>
                      <c:pt idx="2804">
                        <c:v>2804</c:v>
                      </c:pt>
                      <c:pt idx="2805">
                        <c:v>2805</c:v>
                      </c:pt>
                      <c:pt idx="2806">
                        <c:v>2806</c:v>
                      </c:pt>
                      <c:pt idx="2807">
                        <c:v>2807</c:v>
                      </c:pt>
                      <c:pt idx="2808">
                        <c:v>2808</c:v>
                      </c:pt>
                      <c:pt idx="2809">
                        <c:v>2809</c:v>
                      </c:pt>
                      <c:pt idx="2810">
                        <c:v>2810</c:v>
                      </c:pt>
                      <c:pt idx="2811">
                        <c:v>2811</c:v>
                      </c:pt>
                      <c:pt idx="2812">
                        <c:v>2812</c:v>
                      </c:pt>
                      <c:pt idx="2813">
                        <c:v>2813</c:v>
                      </c:pt>
                      <c:pt idx="2814">
                        <c:v>2814</c:v>
                      </c:pt>
                      <c:pt idx="2815">
                        <c:v>2815</c:v>
                      </c:pt>
                      <c:pt idx="2816">
                        <c:v>2816</c:v>
                      </c:pt>
                      <c:pt idx="2817">
                        <c:v>2817</c:v>
                      </c:pt>
                      <c:pt idx="2818">
                        <c:v>2818</c:v>
                      </c:pt>
                      <c:pt idx="2819">
                        <c:v>2819</c:v>
                      </c:pt>
                      <c:pt idx="2820">
                        <c:v>2820</c:v>
                      </c:pt>
                      <c:pt idx="2821">
                        <c:v>2821</c:v>
                      </c:pt>
                      <c:pt idx="2822">
                        <c:v>2822</c:v>
                      </c:pt>
                      <c:pt idx="2823">
                        <c:v>2823</c:v>
                      </c:pt>
                      <c:pt idx="2824">
                        <c:v>2824</c:v>
                      </c:pt>
                      <c:pt idx="2825">
                        <c:v>2825</c:v>
                      </c:pt>
                      <c:pt idx="2826">
                        <c:v>2826</c:v>
                      </c:pt>
                      <c:pt idx="2827">
                        <c:v>2827</c:v>
                      </c:pt>
                      <c:pt idx="2828">
                        <c:v>2828</c:v>
                      </c:pt>
                      <c:pt idx="2829">
                        <c:v>2829</c:v>
                      </c:pt>
                      <c:pt idx="2830">
                        <c:v>2830</c:v>
                      </c:pt>
                      <c:pt idx="2831">
                        <c:v>2831</c:v>
                      </c:pt>
                      <c:pt idx="2832">
                        <c:v>2832</c:v>
                      </c:pt>
                      <c:pt idx="2833">
                        <c:v>2833</c:v>
                      </c:pt>
                      <c:pt idx="2834">
                        <c:v>2834</c:v>
                      </c:pt>
                      <c:pt idx="2835">
                        <c:v>2835</c:v>
                      </c:pt>
                      <c:pt idx="2836">
                        <c:v>2836</c:v>
                      </c:pt>
                      <c:pt idx="2837">
                        <c:v>2837</c:v>
                      </c:pt>
                      <c:pt idx="2838">
                        <c:v>2838</c:v>
                      </c:pt>
                      <c:pt idx="2839">
                        <c:v>2839</c:v>
                      </c:pt>
                      <c:pt idx="2840">
                        <c:v>2840</c:v>
                      </c:pt>
                      <c:pt idx="2841">
                        <c:v>2841</c:v>
                      </c:pt>
                      <c:pt idx="2842">
                        <c:v>2842</c:v>
                      </c:pt>
                      <c:pt idx="2843">
                        <c:v>2843</c:v>
                      </c:pt>
                      <c:pt idx="2844">
                        <c:v>2844</c:v>
                      </c:pt>
                      <c:pt idx="2845">
                        <c:v>2845</c:v>
                      </c:pt>
                      <c:pt idx="2846">
                        <c:v>2846</c:v>
                      </c:pt>
                      <c:pt idx="2847">
                        <c:v>2847</c:v>
                      </c:pt>
                      <c:pt idx="2848">
                        <c:v>2848</c:v>
                      </c:pt>
                      <c:pt idx="2849">
                        <c:v>2849</c:v>
                      </c:pt>
                      <c:pt idx="2850">
                        <c:v>2850</c:v>
                      </c:pt>
                      <c:pt idx="2851">
                        <c:v>2851</c:v>
                      </c:pt>
                      <c:pt idx="2852">
                        <c:v>2852</c:v>
                      </c:pt>
                      <c:pt idx="2853">
                        <c:v>2853</c:v>
                      </c:pt>
                      <c:pt idx="2854">
                        <c:v>2854</c:v>
                      </c:pt>
                      <c:pt idx="2855">
                        <c:v>2855</c:v>
                      </c:pt>
                      <c:pt idx="2856">
                        <c:v>2856</c:v>
                      </c:pt>
                      <c:pt idx="2857">
                        <c:v>2857</c:v>
                      </c:pt>
                      <c:pt idx="2858">
                        <c:v>2858</c:v>
                      </c:pt>
                      <c:pt idx="2859">
                        <c:v>2859</c:v>
                      </c:pt>
                      <c:pt idx="2860">
                        <c:v>2860</c:v>
                      </c:pt>
                      <c:pt idx="2861">
                        <c:v>2861</c:v>
                      </c:pt>
                      <c:pt idx="2862">
                        <c:v>2862</c:v>
                      </c:pt>
                      <c:pt idx="2863">
                        <c:v>2863</c:v>
                      </c:pt>
                      <c:pt idx="2864">
                        <c:v>2864</c:v>
                      </c:pt>
                      <c:pt idx="2865">
                        <c:v>2865</c:v>
                      </c:pt>
                      <c:pt idx="2866">
                        <c:v>2866</c:v>
                      </c:pt>
                      <c:pt idx="2867">
                        <c:v>2867</c:v>
                      </c:pt>
                      <c:pt idx="2868">
                        <c:v>2868</c:v>
                      </c:pt>
                      <c:pt idx="2869">
                        <c:v>2869</c:v>
                      </c:pt>
                      <c:pt idx="2870">
                        <c:v>2870</c:v>
                      </c:pt>
                      <c:pt idx="2871">
                        <c:v>2871</c:v>
                      </c:pt>
                      <c:pt idx="2872">
                        <c:v>2872</c:v>
                      </c:pt>
                      <c:pt idx="2873">
                        <c:v>2873</c:v>
                      </c:pt>
                      <c:pt idx="2874">
                        <c:v>2874</c:v>
                      </c:pt>
                      <c:pt idx="2875">
                        <c:v>2875</c:v>
                      </c:pt>
                      <c:pt idx="2876">
                        <c:v>2876</c:v>
                      </c:pt>
                      <c:pt idx="2877">
                        <c:v>2877</c:v>
                      </c:pt>
                      <c:pt idx="2878">
                        <c:v>2878</c:v>
                      </c:pt>
                      <c:pt idx="2879">
                        <c:v>2879</c:v>
                      </c:pt>
                      <c:pt idx="2880">
                        <c:v>2880</c:v>
                      </c:pt>
                      <c:pt idx="2881">
                        <c:v>2881</c:v>
                      </c:pt>
                      <c:pt idx="2882">
                        <c:v>2882</c:v>
                      </c:pt>
                      <c:pt idx="2883">
                        <c:v>2883</c:v>
                      </c:pt>
                      <c:pt idx="2884">
                        <c:v>2884</c:v>
                      </c:pt>
                      <c:pt idx="2885">
                        <c:v>2885</c:v>
                      </c:pt>
                      <c:pt idx="2886">
                        <c:v>2886</c:v>
                      </c:pt>
                      <c:pt idx="2887">
                        <c:v>2887</c:v>
                      </c:pt>
                      <c:pt idx="2888">
                        <c:v>2888</c:v>
                      </c:pt>
                      <c:pt idx="2889">
                        <c:v>2889</c:v>
                      </c:pt>
                      <c:pt idx="2890">
                        <c:v>2890</c:v>
                      </c:pt>
                      <c:pt idx="2891">
                        <c:v>2891</c:v>
                      </c:pt>
                      <c:pt idx="2892">
                        <c:v>2892</c:v>
                      </c:pt>
                      <c:pt idx="2893">
                        <c:v>2893</c:v>
                      </c:pt>
                      <c:pt idx="2894">
                        <c:v>2894</c:v>
                      </c:pt>
                      <c:pt idx="2895">
                        <c:v>2895</c:v>
                      </c:pt>
                      <c:pt idx="2896">
                        <c:v>2896</c:v>
                      </c:pt>
                      <c:pt idx="2897">
                        <c:v>2897</c:v>
                      </c:pt>
                      <c:pt idx="2898">
                        <c:v>2898</c:v>
                      </c:pt>
                      <c:pt idx="2899">
                        <c:v>2899</c:v>
                      </c:pt>
                      <c:pt idx="2900">
                        <c:v>2900</c:v>
                      </c:pt>
                      <c:pt idx="2901">
                        <c:v>2901</c:v>
                      </c:pt>
                      <c:pt idx="2902">
                        <c:v>2902</c:v>
                      </c:pt>
                      <c:pt idx="2903">
                        <c:v>2903</c:v>
                      </c:pt>
                      <c:pt idx="2904">
                        <c:v>2904</c:v>
                      </c:pt>
                      <c:pt idx="2905">
                        <c:v>2905</c:v>
                      </c:pt>
                      <c:pt idx="2906">
                        <c:v>2906</c:v>
                      </c:pt>
                      <c:pt idx="2907">
                        <c:v>2907</c:v>
                      </c:pt>
                      <c:pt idx="2908">
                        <c:v>2908</c:v>
                      </c:pt>
                      <c:pt idx="2909">
                        <c:v>2909</c:v>
                      </c:pt>
                      <c:pt idx="2910">
                        <c:v>2910</c:v>
                      </c:pt>
                      <c:pt idx="2911">
                        <c:v>2911</c:v>
                      </c:pt>
                      <c:pt idx="2912">
                        <c:v>2912</c:v>
                      </c:pt>
                      <c:pt idx="2913">
                        <c:v>2913</c:v>
                      </c:pt>
                      <c:pt idx="2914">
                        <c:v>2914</c:v>
                      </c:pt>
                      <c:pt idx="2915">
                        <c:v>2915</c:v>
                      </c:pt>
                      <c:pt idx="2916">
                        <c:v>2916</c:v>
                      </c:pt>
                      <c:pt idx="2917">
                        <c:v>2917</c:v>
                      </c:pt>
                      <c:pt idx="2918">
                        <c:v>2918</c:v>
                      </c:pt>
                      <c:pt idx="2919">
                        <c:v>2919</c:v>
                      </c:pt>
                      <c:pt idx="2920">
                        <c:v>2920</c:v>
                      </c:pt>
                      <c:pt idx="2921">
                        <c:v>2921</c:v>
                      </c:pt>
                      <c:pt idx="2922">
                        <c:v>2922</c:v>
                      </c:pt>
                      <c:pt idx="2923">
                        <c:v>2923</c:v>
                      </c:pt>
                      <c:pt idx="2924">
                        <c:v>2924</c:v>
                      </c:pt>
                      <c:pt idx="2925">
                        <c:v>2925</c:v>
                      </c:pt>
                      <c:pt idx="2926">
                        <c:v>2926</c:v>
                      </c:pt>
                      <c:pt idx="2927">
                        <c:v>2927</c:v>
                      </c:pt>
                      <c:pt idx="2928">
                        <c:v>2928</c:v>
                      </c:pt>
                      <c:pt idx="2929">
                        <c:v>2929</c:v>
                      </c:pt>
                      <c:pt idx="2930">
                        <c:v>2930</c:v>
                      </c:pt>
                      <c:pt idx="2931">
                        <c:v>2931</c:v>
                      </c:pt>
                      <c:pt idx="2932">
                        <c:v>2932</c:v>
                      </c:pt>
                      <c:pt idx="2933">
                        <c:v>2933</c:v>
                      </c:pt>
                      <c:pt idx="2934">
                        <c:v>2934</c:v>
                      </c:pt>
                      <c:pt idx="2935">
                        <c:v>2935</c:v>
                      </c:pt>
                      <c:pt idx="2936">
                        <c:v>2936</c:v>
                      </c:pt>
                      <c:pt idx="2937">
                        <c:v>2937</c:v>
                      </c:pt>
                      <c:pt idx="2938">
                        <c:v>2938</c:v>
                      </c:pt>
                      <c:pt idx="2939">
                        <c:v>2939</c:v>
                      </c:pt>
                      <c:pt idx="2940">
                        <c:v>2940</c:v>
                      </c:pt>
                      <c:pt idx="2941">
                        <c:v>2941</c:v>
                      </c:pt>
                      <c:pt idx="2942">
                        <c:v>2942</c:v>
                      </c:pt>
                      <c:pt idx="2943">
                        <c:v>2943</c:v>
                      </c:pt>
                      <c:pt idx="2944">
                        <c:v>2944</c:v>
                      </c:pt>
                      <c:pt idx="2945">
                        <c:v>2945</c:v>
                      </c:pt>
                      <c:pt idx="2946">
                        <c:v>2946</c:v>
                      </c:pt>
                      <c:pt idx="2947">
                        <c:v>2947</c:v>
                      </c:pt>
                      <c:pt idx="2948">
                        <c:v>2948</c:v>
                      </c:pt>
                      <c:pt idx="2949">
                        <c:v>2949</c:v>
                      </c:pt>
                      <c:pt idx="2950">
                        <c:v>2950</c:v>
                      </c:pt>
                      <c:pt idx="2951">
                        <c:v>2951</c:v>
                      </c:pt>
                      <c:pt idx="2952">
                        <c:v>2952</c:v>
                      </c:pt>
                      <c:pt idx="2953">
                        <c:v>2953</c:v>
                      </c:pt>
                      <c:pt idx="2954">
                        <c:v>2954</c:v>
                      </c:pt>
                      <c:pt idx="2955">
                        <c:v>2955</c:v>
                      </c:pt>
                      <c:pt idx="2956">
                        <c:v>2956</c:v>
                      </c:pt>
                      <c:pt idx="2957">
                        <c:v>2957</c:v>
                      </c:pt>
                      <c:pt idx="2958">
                        <c:v>2958</c:v>
                      </c:pt>
                      <c:pt idx="2959">
                        <c:v>2959</c:v>
                      </c:pt>
                      <c:pt idx="2960">
                        <c:v>2960</c:v>
                      </c:pt>
                      <c:pt idx="2961">
                        <c:v>2961</c:v>
                      </c:pt>
                      <c:pt idx="2962">
                        <c:v>2962</c:v>
                      </c:pt>
                      <c:pt idx="2963">
                        <c:v>2963</c:v>
                      </c:pt>
                      <c:pt idx="2964">
                        <c:v>2964</c:v>
                      </c:pt>
                      <c:pt idx="2965">
                        <c:v>2965</c:v>
                      </c:pt>
                      <c:pt idx="2966">
                        <c:v>2966</c:v>
                      </c:pt>
                      <c:pt idx="2967">
                        <c:v>2967</c:v>
                      </c:pt>
                      <c:pt idx="2968">
                        <c:v>2968</c:v>
                      </c:pt>
                      <c:pt idx="2969">
                        <c:v>2969</c:v>
                      </c:pt>
                      <c:pt idx="2970">
                        <c:v>2970</c:v>
                      </c:pt>
                      <c:pt idx="2971">
                        <c:v>2971</c:v>
                      </c:pt>
                      <c:pt idx="2972">
                        <c:v>2972</c:v>
                      </c:pt>
                      <c:pt idx="2973">
                        <c:v>2973</c:v>
                      </c:pt>
                      <c:pt idx="2974">
                        <c:v>2974</c:v>
                      </c:pt>
                      <c:pt idx="2975">
                        <c:v>2975</c:v>
                      </c:pt>
                      <c:pt idx="2976">
                        <c:v>2976</c:v>
                      </c:pt>
                      <c:pt idx="2977">
                        <c:v>2977</c:v>
                      </c:pt>
                      <c:pt idx="2978">
                        <c:v>2978</c:v>
                      </c:pt>
                      <c:pt idx="2979">
                        <c:v>2979</c:v>
                      </c:pt>
                      <c:pt idx="2980">
                        <c:v>2980</c:v>
                      </c:pt>
                      <c:pt idx="2981">
                        <c:v>2981</c:v>
                      </c:pt>
                      <c:pt idx="2982">
                        <c:v>2982</c:v>
                      </c:pt>
                      <c:pt idx="2983">
                        <c:v>2983</c:v>
                      </c:pt>
                      <c:pt idx="2984">
                        <c:v>2984</c:v>
                      </c:pt>
                      <c:pt idx="2985">
                        <c:v>2985</c:v>
                      </c:pt>
                      <c:pt idx="2986">
                        <c:v>2986</c:v>
                      </c:pt>
                      <c:pt idx="2987">
                        <c:v>2987</c:v>
                      </c:pt>
                      <c:pt idx="2988">
                        <c:v>2988</c:v>
                      </c:pt>
                      <c:pt idx="2989">
                        <c:v>2989</c:v>
                      </c:pt>
                      <c:pt idx="2990">
                        <c:v>2990</c:v>
                      </c:pt>
                      <c:pt idx="2991">
                        <c:v>2991</c:v>
                      </c:pt>
                      <c:pt idx="2992">
                        <c:v>2992</c:v>
                      </c:pt>
                      <c:pt idx="2993">
                        <c:v>2993</c:v>
                      </c:pt>
                      <c:pt idx="2994">
                        <c:v>2994</c:v>
                      </c:pt>
                      <c:pt idx="2995">
                        <c:v>2995</c:v>
                      </c:pt>
                      <c:pt idx="2996">
                        <c:v>2996</c:v>
                      </c:pt>
                      <c:pt idx="2997">
                        <c:v>2997</c:v>
                      </c:pt>
                      <c:pt idx="2998">
                        <c:v>2998</c:v>
                      </c:pt>
                      <c:pt idx="2999">
                        <c:v>2999</c:v>
                      </c:pt>
                      <c:pt idx="3000">
                        <c:v>3000</c:v>
                      </c:pt>
                      <c:pt idx="3001">
                        <c:v>3001</c:v>
                      </c:pt>
                      <c:pt idx="3002">
                        <c:v>3002</c:v>
                      </c:pt>
                      <c:pt idx="3003">
                        <c:v>3003</c:v>
                      </c:pt>
                      <c:pt idx="3004">
                        <c:v>3004</c:v>
                      </c:pt>
                      <c:pt idx="3005">
                        <c:v>3005</c:v>
                      </c:pt>
                      <c:pt idx="3006">
                        <c:v>3006</c:v>
                      </c:pt>
                      <c:pt idx="3007">
                        <c:v>3007</c:v>
                      </c:pt>
                      <c:pt idx="3008">
                        <c:v>3008</c:v>
                      </c:pt>
                      <c:pt idx="3009">
                        <c:v>3009</c:v>
                      </c:pt>
                      <c:pt idx="3010">
                        <c:v>3010</c:v>
                      </c:pt>
                      <c:pt idx="3011">
                        <c:v>3011</c:v>
                      </c:pt>
                      <c:pt idx="3012">
                        <c:v>3012</c:v>
                      </c:pt>
                      <c:pt idx="3013">
                        <c:v>3013</c:v>
                      </c:pt>
                      <c:pt idx="3014">
                        <c:v>3014</c:v>
                      </c:pt>
                      <c:pt idx="3015">
                        <c:v>3015</c:v>
                      </c:pt>
                      <c:pt idx="3016">
                        <c:v>3016</c:v>
                      </c:pt>
                      <c:pt idx="3017">
                        <c:v>3017</c:v>
                      </c:pt>
                      <c:pt idx="3018">
                        <c:v>3018</c:v>
                      </c:pt>
                      <c:pt idx="3019">
                        <c:v>3019</c:v>
                      </c:pt>
                      <c:pt idx="3020">
                        <c:v>3020</c:v>
                      </c:pt>
                      <c:pt idx="3021">
                        <c:v>3021</c:v>
                      </c:pt>
                      <c:pt idx="3022">
                        <c:v>3022</c:v>
                      </c:pt>
                      <c:pt idx="3023">
                        <c:v>3023</c:v>
                      </c:pt>
                      <c:pt idx="3024">
                        <c:v>3024</c:v>
                      </c:pt>
                      <c:pt idx="3025">
                        <c:v>3025</c:v>
                      </c:pt>
                      <c:pt idx="3026">
                        <c:v>3026</c:v>
                      </c:pt>
                      <c:pt idx="3027">
                        <c:v>3027</c:v>
                      </c:pt>
                      <c:pt idx="3028">
                        <c:v>3028</c:v>
                      </c:pt>
                      <c:pt idx="3029">
                        <c:v>3029</c:v>
                      </c:pt>
                      <c:pt idx="3030">
                        <c:v>3030</c:v>
                      </c:pt>
                      <c:pt idx="3031">
                        <c:v>3031</c:v>
                      </c:pt>
                      <c:pt idx="3032">
                        <c:v>3032</c:v>
                      </c:pt>
                      <c:pt idx="3033">
                        <c:v>3033</c:v>
                      </c:pt>
                      <c:pt idx="3034">
                        <c:v>3034</c:v>
                      </c:pt>
                      <c:pt idx="3035">
                        <c:v>3035</c:v>
                      </c:pt>
                      <c:pt idx="3036">
                        <c:v>3036</c:v>
                      </c:pt>
                      <c:pt idx="3037">
                        <c:v>3037</c:v>
                      </c:pt>
                      <c:pt idx="3038">
                        <c:v>3038</c:v>
                      </c:pt>
                      <c:pt idx="3039">
                        <c:v>3039</c:v>
                      </c:pt>
                      <c:pt idx="3040">
                        <c:v>3040</c:v>
                      </c:pt>
                      <c:pt idx="3041">
                        <c:v>3041</c:v>
                      </c:pt>
                      <c:pt idx="3042">
                        <c:v>3042</c:v>
                      </c:pt>
                      <c:pt idx="3043">
                        <c:v>3043</c:v>
                      </c:pt>
                      <c:pt idx="3044">
                        <c:v>3044</c:v>
                      </c:pt>
                      <c:pt idx="3045">
                        <c:v>3045</c:v>
                      </c:pt>
                      <c:pt idx="3046">
                        <c:v>3046</c:v>
                      </c:pt>
                      <c:pt idx="3047">
                        <c:v>3047</c:v>
                      </c:pt>
                      <c:pt idx="3048">
                        <c:v>3048</c:v>
                      </c:pt>
                      <c:pt idx="3049">
                        <c:v>3049</c:v>
                      </c:pt>
                      <c:pt idx="3050">
                        <c:v>3050</c:v>
                      </c:pt>
                      <c:pt idx="3051">
                        <c:v>3051</c:v>
                      </c:pt>
                      <c:pt idx="3052">
                        <c:v>3052</c:v>
                      </c:pt>
                      <c:pt idx="3053">
                        <c:v>3053</c:v>
                      </c:pt>
                      <c:pt idx="3054">
                        <c:v>3054</c:v>
                      </c:pt>
                      <c:pt idx="3055">
                        <c:v>3055</c:v>
                      </c:pt>
                      <c:pt idx="3056">
                        <c:v>3056</c:v>
                      </c:pt>
                      <c:pt idx="3057">
                        <c:v>3057</c:v>
                      </c:pt>
                      <c:pt idx="3058">
                        <c:v>3058</c:v>
                      </c:pt>
                      <c:pt idx="3059">
                        <c:v>3059</c:v>
                      </c:pt>
                      <c:pt idx="3060">
                        <c:v>3060</c:v>
                      </c:pt>
                      <c:pt idx="3061">
                        <c:v>3061</c:v>
                      </c:pt>
                      <c:pt idx="3062">
                        <c:v>3062</c:v>
                      </c:pt>
                      <c:pt idx="3063">
                        <c:v>3063</c:v>
                      </c:pt>
                      <c:pt idx="3064">
                        <c:v>3064</c:v>
                      </c:pt>
                      <c:pt idx="3065">
                        <c:v>3065</c:v>
                      </c:pt>
                      <c:pt idx="3066">
                        <c:v>3066</c:v>
                      </c:pt>
                      <c:pt idx="3067">
                        <c:v>3067</c:v>
                      </c:pt>
                      <c:pt idx="3068">
                        <c:v>3068</c:v>
                      </c:pt>
                      <c:pt idx="3069">
                        <c:v>3069</c:v>
                      </c:pt>
                      <c:pt idx="3070">
                        <c:v>3070</c:v>
                      </c:pt>
                      <c:pt idx="3071">
                        <c:v>3071</c:v>
                      </c:pt>
                      <c:pt idx="3072">
                        <c:v>3072</c:v>
                      </c:pt>
                      <c:pt idx="3073">
                        <c:v>3073</c:v>
                      </c:pt>
                      <c:pt idx="3074">
                        <c:v>3074</c:v>
                      </c:pt>
                      <c:pt idx="3075">
                        <c:v>3075</c:v>
                      </c:pt>
                      <c:pt idx="3076">
                        <c:v>3076</c:v>
                      </c:pt>
                      <c:pt idx="3077">
                        <c:v>3077</c:v>
                      </c:pt>
                      <c:pt idx="3078">
                        <c:v>3078</c:v>
                      </c:pt>
                      <c:pt idx="3079">
                        <c:v>3079</c:v>
                      </c:pt>
                      <c:pt idx="3080">
                        <c:v>3080</c:v>
                      </c:pt>
                      <c:pt idx="3081">
                        <c:v>3081</c:v>
                      </c:pt>
                      <c:pt idx="3082">
                        <c:v>3082</c:v>
                      </c:pt>
                      <c:pt idx="3083">
                        <c:v>3083</c:v>
                      </c:pt>
                      <c:pt idx="3084">
                        <c:v>3084</c:v>
                      </c:pt>
                      <c:pt idx="3085">
                        <c:v>3085</c:v>
                      </c:pt>
                      <c:pt idx="3086">
                        <c:v>3086</c:v>
                      </c:pt>
                      <c:pt idx="3087">
                        <c:v>3087</c:v>
                      </c:pt>
                      <c:pt idx="3088">
                        <c:v>3088</c:v>
                      </c:pt>
                      <c:pt idx="3089">
                        <c:v>3089</c:v>
                      </c:pt>
                      <c:pt idx="3090">
                        <c:v>3090</c:v>
                      </c:pt>
                      <c:pt idx="3091">
                        <c:v>3091</c:v>
                      </c:pt>
                      <c:pt idx="3092">
                        <c:v>3092</c:v>
                      </c:pt>
                      <c:pt idx="3093">
                        <c:v>3093</c:v>
                      </c:pt>
                      <c:pt idx="3094">
                        <c:v>3094</c:v>
                      </c:pt>
                      <c:pt idx="3095">
                        <c:v>3095</c:v>
                      </c:pt>
                      <c:pt idx="3096">
                        <c:v>3096</c:v>
                      </c:pt>
                      <c:pt idx="3097">
                        <c:v>3097</c:v>
                      </c:pt>
                      <c:pt idx="3098">
                        <c:v>3098</c:v>
                      </c:pt>
                      <c:pt idx="3099">
                        <c:v>3099</c:v>
                      </c:pt>
                      <c:pt idx="3100">
                        <c:v>3100</c:v>
                      </c:pt>
                      <c:pt idx="3101">
                        <c:v>3101</c:v>
                      </c:pt>
                      <c:pt idx="3102">
                        <c:v>3102</c:v>
                      </c:pt>
                      <c:pt idx="3103">
                        <c:v>3103</c:v>
                      </c:pt>
                      <c:pt idx="3104">
                        <c:v>3104</c:v>
                      </c:pt>
                      <c:pt idx="3105">
                        <c:v>3105</c:v>
                      </c:pt>
                      <c:pt idx="3106">
                        <c:v>3106</c:v>
                      </c:pt>
                      <c:pt idx="3107">
                        <c:v>3107</c:v>
                      </c:pt>
                      <c:pt idx="3108">
                        <c:v>3108</c:v>
                      </c:pt>
                      <c:pt idx="3109">
                        <c:v>3109</c:v>
                      </c:pt>
                      <c:pt idx="3110">
                        <c:v>3110</c:v>
                      </c:pt>
                      <c:pt idx="3111">
                        <c:v>3111</c:v>
                      </c:pt>
                      <c:pt idx="3112">
                        <c:v>3112</c:v>
                      </c:pt>
                      <c:pt idx="3113">
                        <c:v>3113</c:v>
                      </c:pt>
                      <c:pt idx="3114">
                        <c:v>3114</c:v>
                      </c:pt>
                      <c:pt idx="3115">
                        <c:v>3115</c:v>
                      </c:pt>
                      <c:pt idx="3116">
                        <c:v>3116</c:v>
                      </c:pt>
                      <c:pt idx="3117">
                        <c:v>3117</c:v>
                      </c:pt>
                      <c:pt idx="3118">
                        <c:v>3118</c:v>
                      </c:pt>
                      <c:pt idx="3119">
                        <c:v>3119</c:v>
                      </c:pt>
                      <c:pt idx="3120">
                        <c:v>3120</c:v>
                      </c:pt>
                      <c:pt idx="3121">
                        <c:v>3121</c:v>
                      </c:pt>
                      <c:pt idx="3122">
                        <c:v>3122</c:v>
                      </c:pt>
                      <c:pt idx="3123">
                        <c:v>3123</c:v>
                      </c:pt>
                      <c:pt idx="3124">
                        <c:v>3124</c:v>
                      </c:pt>
                      <c:pt idx="3125">
                        <c:v>3125</c:v>
                      </c:pt>
                      <c:pt idx="3126">
                        <c:v>3126</c:v>
                      </c:pt>
                      <c:pt idx="3127">
                        <c:v>3127</c:v>
                      </c:pt>
                      <c:pt idx="3128">
                        <c:v>3128</c:v>
                      </c:pt>
                      <c:pt idx="3129">
                        <c:v>3129</c:v>
                      </c:pt>
                      <c:pt idx="3130">
                        <c:v>3130</c:v>
                      </c:pt>
                      <c:pt idx="3131">
                        <c:v>3131</c:v>
                      </c:pt>
                      <c:pt idx="3132">
                        <c:v>3132</c:v>
                      </c:pt>
                      <c:pt idx="3133">
                        <c:v>3133</c:v>
                      </c:pt>
                      <c:pt idx="3134">
                        <c:v>3134</c:v>
                      </c:pt>
                      <c:pt idx="3135">
                        <c:v>3135</c:v>
                      </c:pt>
                      <c:pt idx="3136">
                        <c:v>3136</c:v>
                      </c:pt>
                      <c:pt idx="3137">
                        <c:v>3137</c:v>
                      </c:pt>
                      <c:pt idx="3138">
                        <c:v>3138</c:v>
                      </c:pt>
                      <c:pt idx="3139">
                        <c:v>3139</c:v>
                      </c:pt>
                      <c:pt idx="3140">
                        <c:v>3140</c:v>
                      </c:pt>
                      <c:pt idx="3141">
                        <c:v>3141</c:v>
                      </c:pt>
                      <c:pt idx="3142">
                        <c:v>3142</c:v>
                      </c:pt>
                      <c:pt idx="3143">
                        <c:v>3143</c:v>
                      </c:pt>
                      <c:pt idx="3144">
                        <c:v>3144</c:v>
                      </c:pt>
                      <c:pt idx="3145">
                        <c:v>3145</c:v>
                      </c:pt>
                      <c:pt idx="3146">
                        <c:v>3146</c:v>
                      </c:pt>
                      <c:pt idx="3147">
                        <c:v>3147</c:v>
                      </c:pt>
                      <c:pt idx="3148">
                        <c:v>3148</c:v>
                      </c:pt>
                      <c:pt idx="3149">
                        <c:v>3149</c:v>
                      </c:pt>
                      <c:pt idx="3150">
                        <c:v>3150</c:v>
                      </c:pt>
                      <c:pt idx="3151">
                        <c:v>3151</c:v>
                      </c:pt>
                      <c:pt idx="3152">
                        <c:v>3152</c:v>
                      </c:pt>
                      <c:pt idx="3153">
                        <c:v>3153</c:v>
                      </c:pt>
                      <c:pt idx="3154">
                        <c:v>3154</c:v>
                      </c:pt>
                      <c:pt idx="3155">
                        <c:v>3155</c:v>
                      </c:pt>
                      <c:pt idx="3156">
                        <c:v>3156</c:v>
                      </c:pt>
                      <c:pt idx="3157">
                        <c:v>3157</c:v>
                      </c:pt>
                      <c:pt idx="3158">
                        <c:v>3158</c:v>
                      </c:pt>
                      <c:pt idx="3159">
                        <c:v>3159</c:v>
                      </c:pt>
                      <c:pt idx="3160">
                        <c:v>3160</c:v>
                      </c:pt>
                      <c:pt idx="3161">
                        <c:v>3161</c:v>
                      </c:pt>
                      <c:pt idx="3162">
                        <c:v>3162</c:v>
                      </c:pt>
                      <c:pt idx="3163">
                        <c:v>3163</c:v>
                      </c:pt>
                      <c:pt idx="3164">
                        <c:v>3164</c:v>
                      </c:pt>
                      <c:pt idx="3165">
                        <c:v>3165</c:v>
                      </c:pt>
                      <c:pt idx="3166">
                        <c:v>3166</c:v>
                      </c:pt>
                      <c:pt idx="3167">
                        <c:v>3167</c:v>
                      </c:pt>
                      <c:pt idx="3168">
                        <c:v>3168</c:v>
                      </c:pt>
                      <c:pt idx="3169">
                        <c:v>3169</c:v>
                      </c:pt>
                      <c:pt idx="3170">
                        <c:v>3170</c:v>
                      </c:pt>
                      <c:pt idx="3171">
                        <c:v>3171</c:v>
                      </c:pt>
                      <c:pt idx="3172">
                        <c:v>3172</c:v>
                      </c:pt>
                      <c:pt idx="3173">
                        <c:v>3173</c:v>
                      </c:pt>
                      <c:pt idx="3174">
                        <c:v>3174</c:v>
                      </c:pt>
                      <c:pt idx="3175">
                        <c:v>3175</c:v>
                      </c:pt>
                      <c:pt idx="3176">
                        <c:v>3176</c:v>
                      </c:pt>
                      <c:pt idx="3177">
                        <c:v>3177</c:v>
                      </c:pt>
                      <c:pt idx="3178">
                        <c:v>3178</c:v>
                      </c:pt>
                      <c:pt idx="3179">
                        <c:v>3179</c:v>
                      </c:pt>
                      <c:pt idx="3180">
                        <c:v>3180</c:v>
                      </c:pt>
                      <c:pt idx="3181">
                        <c:v>3181</c:v>
                      </c:pt>
                      <c:pt idx="3182">
                        <c:v>3182</c:v>
                      </c:pt>
                      <c:pt idx="3183">
                        <c:v>3183</c:v>
                      </c:pt>
                      <c:pt idx="3184">
                        <c:v>3184</c:v>
                      </c:pt>
                      <c:pt idx="3185">
                        <c:v>3185</c:v>
                      </c:pt>
                      <c:pt idx="3186">
                        <c:v>3186</c:v>
                      </c:pt>
                      <c:pt idx="3187">
                        <c:v>3187</c:v>
                      </c:pt>
                      <c:pt idx="3188">
                        <c:v>3188</c:v>
                      </c:pt>
                      <c:pt idx="3189">
                        <c:v>3189</c:v>
                      </c:pt>
                      <c:pt idx="3190">
                        <c:v>3190</c:v>
                      </c:pt>
                      <c:pt idx="3191">
                        <c:v>3191</c:v>
                      </c:pt>
                      <c:pt idx="3192">
                        <c:v>3192</c:v>
                      </c:pt>
                      <c:pt idx="3193">
                        <c:v>3193</c:v>
                      </c:pt>
                      <c:pt idx="3194">
                        <c:v>3194</c:v>
                      </c:pt>
                      <c:pt idx="3195">
                        <c:v>3195</c:v>
                      </c:pt>
                      <c:pt idx="3196">
                        <c:v>3196</c:v>
                      </c:pt>
                      <c:pt idx="3197">
                        <c:v>3197</c:v>
                      </c:pt>
                      <c:pt idx="3198">
                        <c:v>3198</c:v>
                      </c:pt>
                      <c:pt idx="3199">
                        <c:v>3199</c:v>
                      </c:pt>
                      <c:pt idx="3200">
                        <c:v>3200</c:v>
                      </c:pt>
                      <c:pt idx="3201">
                        <c:v>3201</c:v>
                      </c:pt>
                      <c:pt idx="3202">
                        <c:v>3202</c:v>
                      </c:pt>
                      <c:pt idx="3203">
                        <c:v>3203</c:v>
                      </c:pt>
                      <c:pt idx="3204">
                        <c:v>3204</c:v>
                      </c:pt>
                      <c:pt idx="3205">
                        <c:v>3205</c:v>
                      </c:pt>
                      <c:pt idx="3206">
                        <c:v>3206</c:v>
                      </c:pt>
                      <c:pt idx="3207">
                        <c:v>3207</c:v>
                      </c:pt>
                      <c:pt idx="3208">
                        <c:v>3208</c:v>
                      </c:pt>
                      <c:pt idx="3209">
                        <c:v>3209</c:v>
                      </c:pt>
                      <c:pt idx="3210">
                        <c:v>3210</c:v>
                      </c:pt>
                      <c:pt idx="3211">
                        <c:v>3211</c:v>
                      </c:pt>
                      <c:pt idx="3212">
                        <c:v>3212</c:v>
                      </c:pt>
                      <c:pt idx="3213">
                        <c:v>3213</c:v>
                      </c:pt>
                      <c:pt idx="3214">
                        <c:v>3214</c:v>
                      </c:pt>
                      <c:pt idx="3215">
                        <c:v>3215</c:v>
                      </c:pt>
                      <c:pt idx="3216">
                        <c:v>3216</c:v>
                      </c:pt>
                      <c:pt idx="3217">
                        <c:v>3217</c:v>
                      </c:pt>
                      <c:pt idx="3218">
                        <c:v>3218</c:v>
                      </c:pt>
                      <c:pt idx="3219">
                        <c:v>3219</c:v>
                      </c:pt>
                      <c:pt idx="3220">
                        <c:v>3220</c:v>
                      </c:pt>
                      <c:pt idx="3221">
                        <c:v>3221</c:v>
                      </c:pt>
                      <c:pt idx="3222">
                        <c:v>3222</c:v>
                      </c:pt>
                      <c:pt idx="3223">
                        <c:v>3223</c:v>
                      </c:pt>
                      <c:pt idx="3224">
                        <c:v>3224</c:v>
                      </c:pt>
                      <c:pt idx="3225">
                        <c:v>3225</c:v>
                      </c:pt>
                      <c:pt idx="3226">
                        <c:v>3226</c:v>
                      </c:pt>
                      <c:pt idx="3227">
                        <c:v>3227</c:v>
                      </c:pt>
                      <c:pt idx="3228">
                        <c:v>3228</c:v>
                      </c:pt>
                      <c:pt idx="3229">
                        <c:v>3229</c:v>
                      </c:pt>
                      <c:pt idx="3230">
                        <c:v>3230</c:v>
                      </c:pt>
                      <c:pt idx="3231">
                        <c:v>3231</c:v>
                      </c:pt>
                      <c:pt idx="3232">
                        <c:v>3232</c:v>
                      </c:pt>
                      <c:pt idx="3233">
                        <c:v>3233</c:v>
                      </c:pt>
                      <c:pt idx="3234">
                        <c:v>3234</c:v>
                      </c:pt>
                      <c:pt idx="3235">
                        <c:v>3235</c:v>
                      </c:pt>
                      <c:pt idx="3236">
                        <c:v>3236</c:v>
                      </c:pt>
                      <c:pt idx="3237">
                        <c:v>3237</c:v>
                      </c:pt>
                      <c:pt idx="3238">
                        <c:v>3238</c:v>
                      </c:pt>
                      <c:pt idx="3239">
                        <c:v>3239</c:v>
                      </c:pt>
                      <c:pt idx="3240">
                        <c:v>3240</c:v>
                      </c:pt>
                      <c:pt idx="3241">
                        <c:v>3241</c:v>
                      </c:pt>
                      <c:pt idx="3242">
                        <c:v>3242</c:v>
                      </c:pt>
                      <c:pt idx="3243">
                        <c:v>3243</c:v>
                      </c:pt>
                      <c:pt idx="3244">
                        <c:v>3244</c:v>
                      </c:pt>
                      <c:pt idx="3245">
                        <c:v>3245</c:v>
                      </c:pt>
                      <c:pt idx="3246">
                        <c:v>3246</c:v>
                      </c:pt>
                      <c:pt idx="3247">
                        <c:v>3247</c:v>
                      </c:pt>
                      <c:pt idx="3248">
                        <c:v>3248</c:v>
                      </c:pt>
                      <c:pt idx="3249">
                        <c:v>3249</c:v>
                      </c:pt>
                      <c:pt idx="3250">
                        <c:v>3250</c:v>
                      </c:pt>
                      <c:pt idx="3251">
                        <c:v>3251</c:v>
                      </c:pt>
                      <c:pt idx="3252">
                        <c:v>3252</c:v>
                      </c:pt>
                      <c:pt idx="3253">
                        <c:v>3253</c:v>
                      </c:pt>
                      <c:pt idx="3254">
                        <c:v>3254</c:v>
                      </c:pt>
                      <c:pt idx="3255">
                        <c:v>3255</c:v>
                      </c:pt>
                      <c:pt idx="3256">
                        <c:v>3256</c:v>
                      </c:pt>
                      <c:pt idx="3257">
                        <c:v>3257</c:v>
                      </c:pt>
                      <c:pt idx="3258">
                        <c:v>3258</c:v>
                      </c:pt>
                      <c:pt idx="3259">
                        <c:v>3259</c:v>
                      </c:pt>
                      <c:pt idx="3260">
                        <c:v>3260</c:v>
                      </c:pt>
                      <c:pt idx="3261">
                        <c:v>3261</c:v>
                      </c:pt>
                      <c:pt idx="3262">
                        <c:v>3262</c:v>
                      </c:pt>
                      <c:pt idx="3263">
                        <c:v>3263</c:v>
                      </c:pt>
                      <c:pt idx="3264">
                        <c:v>3264</c:v>
                      </c:pt>
                      <c:pt idx="3265">
                        <c:v>3265</c:v>
                      </c:pt>
                      <c:pt idx="3266">
                        <c:v>3266</c:v>
                      </c:pt>
                      <c:pt idx="3267">
                        <c:v>3267</c:v>
                      </c:pt>
                      <c:pt idx="3268">
                        <c:v>3268</c:v>
                      </c:pt>
                      <c:pt idx="3269">
                        <c:v>3269</c:v>
                      </c:pt>
                      <c:pt idx="3270">
                        <c:v>3270</c:v>
                      </c:pt>
                      <c:pt idx="3271">
                        <c:v>3271</c:v>
                      </c:pt>
                      <c:pt idx="3272">
                        <c:v>3272</c:v>
                      </c:pt>
                      <c:pt idx="3273">
                        <c:v>3273</c:v>
                      </c:pt>
                      <c:pt idx="3274">
                        <c:v>3274</c:v>
                      </c:pt>
                      <c:pt idx="3275">
                        <c:v>3275</c:v>
                      </c:pt>
                      <c:pt idx="3276">
                        <c:v>3276</c:v>
                      </c:pt>
                      <c:pt idx="3277">
                        <c:v>3277</c:v>
                      </c:pt>
                      <c:pt idx="3278">
                        <c:v>3278</c:v>
                      </c:pt>
                      <c:pt idx="3279">
                        <c:v>3279</c:v>
                      </c:pt>
                      <c:pt idx="3280">
                        <c:v>3280</c:v>
                      </c:pt>
                      <c:pt idx="3281">
                        <c:v>3281</c:v>
                      </c:pt>
                      <c:pt idx="3282">
                        <c:v>3282</c:v>
                      </c:pt>
                      <c:pt idx="3283">
                        <c:v>3283</c:v>
                      </c:pt>
                      <c:pt idx="3284">
                        <c:v>3284</c:v>
                      </c:pt>
                      <c:pt idx="3285">
                        <c:v>3285</c:v>
                      </c:pt>
                      <c:pt idx="3286">
                        <c:v>3286</c:v>
                      </c:pt>
                      <c:pt idx="3287">
                        <c:v>3287</c:v>
                      </c:pt>
                      <c:pt idx="3288">
                        <c:v>3288</c:v>
                      </c:pt>
                      <c:pt idx="3289">
                        <c:v>3289</c:v>
                      </c:pt>
                      <c:pt idx="3290">
                        <c:v>3290</c:v>
                      </c:pt>
                      <c:pt idx="3291">
                        <c:v>3291</c:v>
                      </c:pt>
                      <c:pt idx="3292">
                        <c:v>3292</c:v>
                      </c:pt>
                      <c:pt idx="3293">
                        <c:v>3293</c:v>
                      </c:pt>
                      <c:pt idx="3294">
                        <c:v>3294</c:v>
                      </c:pt>
                      <c:pt idx="3295">
                        <c:v>3295</c:v>
                      </c:pt>
                      <c:pt idx="3296">
                        <c:v>3296</c:v>
                      </c:pt>
                      <c:pt idx="3297">
                        <c:v>3297</c:v>
                      </c:pt>
                      <c:pt idx="3298">
                        <c:v>3298</c:v>
                      </c:pt>
                      <c:pt idx="3299">
                        <c:v>3299</c:v>
                      </c:pt>
                      <c:pt idx="3300">
                        <c:v>3300</c:v>
                      </c:pt>
                      <c:pt idx="3301">
                        <c:v>3301</c:v>
                      </c:pt>
                      <c:pt idx="3302">
                        <c:v>3302</c:v>
                      </c:pt>
                      <c:pt idx="3303">
                        <c:v>3303</c:v>
                      </c:pt>
                      <c:pt idx="3304">
                        <c:v>3304</c:v>
                      </c:pt>
                      <c:pt idx="3305">
                        <c:v>3305</c:v>
                      </c:pt>
                      <c:pt idx="3306">
                        <c:v>3306</c:v>
                      </c:pt>
                      <c:pt idx="3307">
                        <c:v>3307</c:v>
                      </c:pt>
                      <c:pt idx="3308">
                        <c:v>3308</c:v>
                      </c:pt>
                      <c:pt idx="3309">
                        <c:v>3309</c:v>
                      </c:pt>
                      <c:pt idx="3310">
                        <c:v>3310</c:v>
                      </c:pt>
                      <c:pt idx="3311">
                        <c:v>3311</c:v>
                      </c:pt>
                      <c:pt idx="3312">
                        <c:v>3312</c:v>
                      </c:pt>
                      <c:pt idx="3313">
                        <c:v>3313</c:v>
                      </c:pt>
                      <c:pt idx="3314">
                        <c:v>3314</c:v>
                      </c:pt>
                      <c:pt idx="3315">
                        <c:v>3315</c:v>
                      </c:pt>
                      <c:pt idx="3316">
                        <c:v>3316</c:v>
                      </c:pt>
                      <c:pt idx="3317">
                        <c:v>3317</c:v>
                      </c:pt>
                      <c:pt idx="3318">
                        <c:v>3318</c:v>
                      </c:pt>
                      <c:pt idx="3319">
                        <c:v>3319</c:v>
                      </c:pt>
                      <c:pt idx="3320">
                        <c:v>3320</c:v>
                      </c:pt>
                      <c:pt idx="3321">
                        <c:v>3321</c:v>
                      </c:pt>
                      <c:pt idx="3322">
                        <c:v>3322</c:v>
                      </c:pt>
                      <c:pt idx="3323">
                        <c:v>3323</c:v>
                      </c:pt>
                      <c:pt idx="3324">
                        <c:v>3324</c:v>
                      </c:pt>
                      <c:pt idx="3325">
                        <c:v>3325</c:v>
                      </c:pt>
                      <c:pt idx="3326">
                        <c:v>3326</c:v>
                      </c:pt>
                      <c:pt idx="3327">
                        <c:v>3327</c:v>
                      </c:pt>
                      <c:pt idx="3328">
                        <c:v>3328</c:v>
                      </c:pt>
                      <c:pt idx="3329">
                        <c:v>3329</c:v>
                      </c:pt>
                      <c:pt idx="3330">
                        <c:v>3330</c:v>
                      </c:pt>
                      <c:pt idx="3331">
                        <c:v>3331</c:v>
                      </c:pt>
                      <c:pt idx="3332">
                        <c:v>3332</c:v>
                      </c:pt>
                      <c:pt idx="3333">
                        <c:v>3333</c:v>
                      </c:pt>
                      <c:pt idx="3334">
                        <c:v>3334</c:v>
                      </c:pt>
                      <c:pt idx="3335">
                        <c:v>3335</c:v>
                      </c:pt>
                      <c:pt idx="3336">
                        <c:v>3336</c:v>
                      </c:pt>
                      <c:pt idx="3337">
                        <c:v>3337</c:v>
                      </c:pt>
                      <c:pt idx="3338">
                        <c:v>3338</c:v>
                      </c:pt>
                      <c:pt idx="3339">
                        <c:v>3339</c:v>
                      </c:pt>
                      <c:pt idx="3340">
                        <c:v>3340</c:v>
                      </c:pt>
                      <c:pt idx="3341">
                        <c:v>3341</c:v>
                      </c:pt>
                      <c:pt idx="3342">
                        <c:v>3342</c:v>
                      </c:pt>
                      <c:pt idx="3343">
                        <c:v>3343</c:v>
                      </c:pt>
                      <c:pt idx="3344">
                        <c:v>3344</c:v>
                      </c:pt>
                      <c:pt idx="3345">
                        <c:v>3345</c:v>
                      </c:pt>
                      <c:pt idx="3346">
                        <c:v>3346</c:v>
                      </c:pt>
                      <c:pt idx="3347">
                        <c:v>3347</c:v>
                      </c:pt>
                      <c:pt idx="3348">
                        <c:v>3348</c:v>
                      </c:pt>
                      <c:pt idx="3349">
                        <c:v>3349</c:v>
                      </c:pt>
                      <c:pt idx="3350">
                        <c:v>3350</c:v>
                      </c:pt>
                      <c:pt idx="3351">
                        <c:v>3351</c:v>
                      </c:pt>
                      <c:pt idx="3352">
                        <c:v>3352</c:v>
                      </c:pt>
                      <c:pt idx="3353">
                        <c:v>3353</c:v>
                      </c:pt>
                      <c:pt idx="3354">
                        <c:v>3354</c:v>
                      </c:pt>
                      <c:pt idx="3355">
                        <c:v>3355</c:v>
                      </c:pt>
                      <c:pt idx="3356">
                        <c:v>3356</c:v>
                      </c:pt>
                      <c:pt idx="3357">
                        <c:v>3357</c:v>
                      </c:pt>
                      <c:pt idx="3358">
                        <c:v>3358</c:v>
                      </c:pt>
                      <c:pt idx="3359">
                        <c:v>3359</c:v>
                      </c:pt>
                      <c:pt idx="3360">
                        <c:v>3360</c:v>
                      </c:pt>
                      <c:pt idx="3361">
                        <c:v>3361</c:v>
                      </c:pt>
                      <c:pt idx="3362">
                        <c:v>3362</c:v>
                      </c:pt>
                      <c:pt idx="3363">
                        <c:v>3363</c:v>
                      </c:pt>
                      <c:pt idx="3364">
                        <c:v>3364</c:v>
                      </c:pt>
                      <c:pt idx="3365">
                        <c:v>3365</c:v>
                      </c:pt>
                      <c:pt idx="3366">
                        <c:v>3366</c:v>
                      </c:pt>
                      <c:pt idx="3367">
                        <c:v>3367</c:v>
                      </c:pt>
                      <c:pt idx="3368">
                        <c:v>3368</c:v>
                      </c:pt>
                      <c:pt idx="3369">
                        <c:v>3369</c:v>
                      </c:pt>
                      <c:pt idx="3370">
                        <c:v>3370</c:v>
                      </c:pt>
                      <c:pt idx="3371">
                        <c:v>3371</c:v>
                      </c:pt>
                      <c:pt idx="3372">
                        <c:v>3372</c:v>
                      </c:pt>
                      <c:pt idx="3373">
                        <c:v>3373</c:v>
                      </c:pt>
                      <c:pt idx="3374">
                        <c:v>3374</c:v>
                      </c:pt>
                      <c:pt idx="3375">
                        <c:v>3375</c:v>
                      </c:pt>
                      <c:pt idx="3376">
                        <c:v>3376</c:v>
                      </c:pt>
                      <c:pt idx="3377">
                        <c:v>3377</c:v>
                      </c:pt>
                      <c:pt idx="3378">
                        <c:v>3378</c:v>
                      </c:pt>
                      <c:pt idx="3379">
                        <c:v>3379</c:v>
                      </c:pt>
                      <c:pt idx="3380">
                        <c:v>3380</c:v>
                      </c:pt>
                      <c:pt idx="3381">
                        <c:v>3381</c:v>
                      </c:pt>
                      <c:pt idx="3382">
                        <c:v>3382</c:v>
                      </c:pt>
                      <c:pt idx="3383">
                        <c:v>3383</c:v>
                      </c:pt>
                      <c:pt idx="3384">
                        <c:v>3384</c:v>
                      </c:pt>
                      <c:pt idx="3385">
                        <c:v>3385</c:v>
                      </c:pt>
                      <c:pt idx="3386">
                        <c:v>3386</c:v>
                      </c:pt>
                      <c:pt idx="3387">
                        <c:v>3387</c:v>
                      </c:pt>
                      <c:pt idx="3388">
                        <c:v>3388</c:v>
                      </c:pt>
                      <c:pt idx="3389">
                        <c:v>3389</c:v>
                      </c:pt>
                      <c:pt idx="3390">
                        <c:v>3390</c:v>
                      </c:pt>
                      <c:pt idx="3391">
                        <c:v>3391</c:v>
                      </c:pt>
                      <c:pt idx="3392">
                        <c:v>3392</c:v>
                      </c:pt>
                      <c:pt idx="3393">
                        <c:v>3393</c:v>
                      </c:pt>
                      <c:pt idx="3394">
                        <c:v>3394</c:v>
                      </c:pt>
                      <c:pt idx="3395">
                        <c:v>3395</c:v>
                      </c:pt>
                      <c:pt idx="3396">
                        <c:v>3396</c:v>
                      </c:pt>
                      <c:pt idx="3397">
                        <c:v>3397</c:v>
                      </c:pt>
                      <c:pt idx="3398">
                        <c:v>3398</c:v>
                      </c:pt>
                      <c:pt idx="3399">
                        <c:v>3399</c:v>
                      </c:pt>
                      <c:pt idx="3400">
                        <c:v>3400</c:v>
                      </c:pt>
                      <c:pt idx="3401">
                        <c:v>3401</c:v>
                      </c:pt>
                      <c:pt idx="3402">
                        <c:v>3402</c:v>
                      </c:pt>
                      <c:pt idx="3403">
                        <c:v>3403</c:v>
                      </c:pt>
                      <c:pt idx="3404">
                        <c:v>3404</c:v>
                      </c:pt>
                      <c:pt idx="3405">
                        <c:v>3405</c:v>
                      </c:pt>
                      <c:pt idx="3406">
                        <c:v>3406</c:v>
                      </c:pt>
                      <c:pt idx="3407">
                        <c:v>3407</c:v>
                      </c:pt>
                      <c:pt idx="3408">
                        <c:v>3408</c:v>
                      </c:pt>
                      <c:pt idx="3409">
                        <c:v>3409</c:v>
                      </c:pt>
                      <c:pt idx="3410">
                        <c:v>3410</c:v>
                      </c:pt>
                      <c:pt idx="3411">
                        <c:v>3411</c:v>
                      </c:pt>
                      <c:pt idx="3412">
                        <c:v>3412</c:v>
                      </c:pt>
                      <c:pt idx="3413">
                        <c:v>3413</c:v>
                      </c:pt>
                      <c:pt idx="3414">
                        <c:v>3414</c:v>
                      </c:pt>
                      <c:pt idx="3415">
                        <c:v>3415</c:v>
                      </c:pt>
                      <c:pt idx="3416">
                        <c:v>3416</c:v>
                      </c:pt>
                      <c:pt idx="3417">
                        <c:v>3417</c:v>
                      </c:pt>
                      <c:pt idx="3418">
                        <c:v>3418</c:v>
                      </c:pt>
                      <c:pt idx="3419">
                        <c:v>3419</c:v>
                      </c:pt>
                      <c:pt idx="3420">
                        <c:v>3420</c:v>
                      </c:pt>
                      <c:pt idx="3421">
                        <c:v>3421</c:v>
                      </c:pt>
                      <c:pt idx="3422">
                        <c:v>3422</c:v>
                      </c:pt>
                      <c:pt idx="3423">
                        <c:v>3423</c:v>
                      </c:pt>
                      <c:pt idx="3424">
                        <c:v>3424</c:v>
                      </c:pt>
                      <c:pt idx="3425">
                        <c:v>3425</c:v>
                      </c:pt>
                      <c:pt idx="3426">
                        <c:v>3426</c:v>
                      </c:pt>
                      <c:pt idx="3427">
                        <c:v>3427</c:v>
                      </c:pt>
                      <c:pt idx="3428">
                        <c:v>3428</c:v>
                      </c:pt>
                      <c:pt idx="3429">
                        <c:v>3429</c:v>
                      </c:pt>
                      <c:pt idx="3430">
                        <c:v>3430</c:v>
                      </c:pt>
                      <c:pt idx="3431">
                        <c:v>3431</c:v>
                      </c:pt>
                      <c:pt idx="3432">
                        <c:v>3432</c:v>
                      </c:pt>
                      <c:pt idx="3433">
                        <c:v>3433</c:v>
                      </c:pt>
                      <c:pt idx="3434">
                        <c:v>3434</c:v>
                      </c:pt>
                      <c:pt idx="3435">
                        <c:v>3435</c:v>
                      </c:pt>
                      <c:pt idx="3436">
                        <c:v>3436</c:v>
                      </c:pt>
                      <c:pt idx="3437">
                        <c:v>3437</c:v>
                      </c:pt>
                      <c:pt idx="3438">
                        <c:v>3438</c:v>
                      </c:pt>
                      <c:pt idx="3439">
                        <c:v>3439</c:v>
                      </c:pt>
                      <c:pt idx="3440">
                        <c:v>3440</c:v>
                      </c:pt>
                      <c:pt idx="3441">
                        <c:v>3441</c:v>
                      </c:pt>
                      <c:pt idx="3442">
                        <c:v>3442</c:v>
                      </c:pt>
                      <c:pt idx="3443">
                        <c:v>3443</c:v>
                      </c:pt>
                      <c:pt idx="3444">
                        <c:v>3444</c:v>
                      </c:pt>
                      <c:pt idx="3445">
                        <c:v>3445</c:v>
                      </c:pt>
                      <c:pt idx="3446">
                        <c:v>3446</c:v>
                      </c:pt>
                      <c:pt idx="3447">
                        <c:v>3447</c:v>
                      </c:pt>
                      <c:pt idx="3448">
                        <c:v>3448</c:v>
                      </c:pt>
                      <c:pt idx="3449">
                        <c:v>3449</c:v>
                      </c:pt>
                      <c:pt idx="3450">
                        <c:v>3450</c:v>
                      </c:pt>
                      <c:pt idx="3451">
                        <c:v>3451</c:v>
                      </c:pt>
                      <c:pt idx="3452">
                        <c:v>3452</c:v>
                      </c:pt>
                      <c:pt idx="3453">
                        <c:v>3453</c:v>
                      </c:pt>
                      <c:pt idx="3454">
                        <c:v>3454</c:v>
                      </c:pt>
                      <c:pt idx="3455">
                        <c:v>3455</c:v>
                      </c:pt>
                      <c:pt idx="3456">
                        <c:v>3456</c:v>
                      </c:pt>
                      <c:pt idx="3457">
                        <c:v>3457</c:v>
                      </c:pt>
                      <c:pt idx="3458">
                        <c:v>3458</c:v>
                      </c:pt>
                      <c:pt idx="3459">
                        <c:v>3459</c:v>
                      </c:pt>
                      <c:pt idx="3460">
                        <c:v>3460</c:v>
                      </c:pt>
                      <c:pt idx="3461">
                        <c:v>3461</c:v>
                      </c:pt>
                      <c:pt idx="3462">
                        <c:v>3462</c:v>
                      </c:pt>
                      <c:pt idx="3463">
                        <c:v>3463</c:v>
                      </c:pt>
                      <c:pt idx="3464">
                        <c:v>3464</c:v>
                      </c:pt>
                      <c:pt idx="3465">
                        <c:v>3465</c:v>
                      </c:pt>
                      <c:pt idx="3466">
                        <c:v>3466</c:v>
                      </c:pt>
                      <c:pt idx="3467">
                        <c:v>3467</c:v>
                      </c:pt>
                      <c:pt idx="3468">
                        <c:v>3468</c:v>
                      </c:pt>
                      <c:pt idx="3469">
                        <c:v>3469</c:v>
                      </c:pt>
                      <c:pt idx="3470">
                        <c:v>3470</c:v>
                      </c:pt>
                      <c:pt idx="3471">
                        <c:v>3471</c:v>
                      </c:pt>
                      <c:pt idx="3472">
                        <c:v>3472</c:v>
                      </c:pt>
                      <c:pt idx="3473">
                        <c:v>3473</c:v>
                      </c:pt>
                      <c:pt idx="3474">
                        <c:v>3474</c:v>
                      </c:pt>
                      <c:pt idx="3475">
                        <c:v>3475</c:v>
                      </c:pt>
                      <c:pt idx="3476">
                        <c:v>3476</c:v>
                      </c:pt>
                      <c:pt idx="3477">
                        <c:v>3477</c:v>
                      </c:pt>
                      <c:pt idx="3478">
                        <c:v>3478</c:v>
                      </c:pt>
                      <c:pt idx="3479">
                        <c:v>3479</c:v>
                      </c:pt>
                      <c:pt idx="3480">
                        <c:v>3480</c:v>
                      </c:pt>
                      <c:pt idx="3481">
                        <c:v>3481</c:v>
                      </c:pt>
                      <c:pt idx="3482">
                        <c:v>3482</c:v>
                      </c:pt>
                      <c:pt idx="3483">
                        <c:v>3483</c:v>
                      </c:pt>
                      <c:pt idx="3484">
                        <c:v>3484</c:v>
                      </c:pt>
                      <c:pt idx="3485">
                        <c:v>3485</c:v>
                      </c:pt>
                      <c:pt idx="3486">
                        <c:v>3486</c:v>
                      </c:pt>
                      <c:pt idx="3487">
                        <c:v>3487</c:v>
                      </c:pt>
                      <c:pt idx="3488">
                        <c:v>3488</c:v>
                      </c:pt>
                      <c:pt idx="3489">
                        <c:v>3489</c:v>
                      </c:pt>
                      <c:pt idx="3490">
                        <c:v>3490</c:v>
                      </c:pt>
                      <c:pt idx="3491">
                        <c:v>3491</c:v>
                      </c:pt>
                      <c:pt idx="3492">
                        <c:v>3492</c:v>
                      </c:pt>
                      <c:pt idx="3493">
                        <c:v>3493</c:v>
                      </c:pt>
                      <c:pt idx="3494">
                        <c:v>3494</c:v>
                      </c:pt>
                      <c:pt idx="3495">
                        <c:v>3495</c:v>
                      </c:pt>
                      <c:pt idx="3496">
                        <c:v>3496</c:v>
                      </c:pt>
                      <c:pt idx="3497">
                        <c:v>3497</c:v>
                      </c:pt>
                      <c:pt idx="3498">
                        <c:v>3498</c:v>
                      </c:pt>
                      <c:pt idx="3499">
                        <c:v>3499</c:v>
                      </c:pt>
                      <c:pt idx="3500">
                        <c:v>3500</c:v>
                      </c:pt>
                      <c:pt idx="3501">
                        <c:v>3501</c:v>
                      </c:pt>
                      <c:pt idx="3502">
                        <c:v>3502</c:v>
                      </c:pt>
                      <c:pt idx="3503">
                        <c:v>3503</c:v>
                      </c:pt>
                      <c:pt idx="3504">
                        <c:v>3504</c:v>
                      </c:pt>
                      <c:pt idx="3505">
                        <c:v>3505</c:v>
                      </c:pt>
                      <c:pt idx="3506">
                        <c:v>3506</c:v>
                      </c:pt>
                      <c:pt idx="3507">
                        <c:v>3507</c:v>
                      </c:pt>
                      <c:pt idx="3508">
                        <c:v>3508</c:v>
                      </c:pt>
                      <c:pt idx="3509">
                        <c:v>3509</c:v>
                      </c:pt>
                      <c:pt idx="3510">
                        <c:v>3510</c:v>
                      </c:pt>
                      <c:pt idx="3511">
                        <c:v>3511</c:v>
                      </c:pt>
                      <c:pt idx="3512">
                        <c:v>3512</c:v>
                      </c:pt>
                      <c:pt idx="3513">
                        <c:v>3513</c:v>
                      </c:pt>
                      <c:pt idx="3514">
                        <c:v>3514</c:v>
                      </c:pt>
                      <c:pt idx="3515">
                        <c:v>3515</c:v>
                      </c:pt>
                      <c:pt idx="3516">
                        <c:v>3516</c:v>
                      </c:pt>
                      <c:pt idx="3517">
                        <c:v>3517</c:v>
                      </c:pt>
                      <c:pt idx="3518">
                        <c:v>3518</c:v>
                      </c:pt>
                      <c:pt idx="3519">
                        <c:v>3519</c:v>
                      </c:pt>
                      <c:pt idx="3520">
                        <c:v>3520</c:v>
                      </c:pt>
                      <c:pt idx="3521">
                        <c:v>3521</c:v>
                      </c:pt>
                      <c:pt idx="3522">
                        <c:v>3522</c:v>
                      </c:pt>
                      <c:pt idx="3523">
                        <c:v>3523</c:v>
                      </c:pt>
                      <c:pt idx="3524">
                        <c:v>3524</c:v>
                      </c:pt>
                      <c:pt idx="3525">
                        <c:v>3525</c:v>
                      </c:pt>
                      <c:pt idx="3526">
                        <c:v>3526</c:v>
                      </c:pt>
                      <c:pt idx="3527">
                        <c:v>3527</c:v>
                      </c:pt>
                      <c:pt idx="3528">
                        <c:v>3528</c:v>
                      </c:pt>
                      <c:pt idx="3529">
                        <c:v>3529</c:v>
                      </c:pt>
                      <c:pt idx="3530">
                        <c:v>3530</c:v>
                      </c:pt>
                      <c:pt idx="3531">
                        <c:v>3531</c:v>
                      </c:pt>
                      <c:pt idx="3532">
                        <c:v>3532</c:v>
                      </c:pt>
                      <c:pt idx="3533">
                        <c:v>3533</c:v>
                      </c:pt>
                      <c:pt idx="3534">
                        <c:v>3534</c:v>
                      </c:pt>
                      <c:pt idx="3535">
                        <c:v>3535</c:v>
                      </c:pt>
                      <c:pt idx="3536">
                        <c:v>3536</c:v>
                      </c:pt>
                      <c:pt idx="3537">
                        <c:v>3537</c:v>
                      </c:pt>
                      <c:pt idx="3538">
                        <c:v>3538</c:v>
                      </c:pt>
                      <c:pt idx="3539">
                        <c:v>3539</c:v>
                      </c:pt>
                      <c:pt idx="3540">
                        <c:v>3540</c:v>
                      </c:pt>
                      <c:pt idx="3541">
                        <c:v>3541</c:v>
                      </c:pt>
                      <c:pt idx="3542">
                        <c:v>3542</c:v>
                      </c:pt>
                      <c:pt idx="3543">
                        <c:v>3543</c:v>
                      </c:pt>
                      <c:pt idx="3544">
                        <c:v>3544</c:v>
                      </c:pt>
                      <c:pt idx="3545">
                        <c:v>3545</c:v>
                      </c:pt>
                      <c:pt idx="3546">
                        <c:v>3546</c:v>
                      </c:pt>
                      <c:pt idx="3547">
                        <c:v>3547</c:v>
                      </c:pt>
                      <c:pt idx="3548">
                        <c:v>3548</c:v>
                      </c:pt>
                      <c:pt idx="3549">
                        <c:v>3549</c:v>
                      </c:pt>
                      <c:pt idx="3550">
                        <c:v>3550</c:v>
                      </c:pt>
                      <c:pt idx="3551">
                        <c:v>3551</c:v>
                      </c:pt>
                      <c:pt idx="3552">
                        <c:v>3552</c:v>
                      </c:pt>
                      <c:pt idx="3553">
                        <c:v>3553</c:v>
                      </c:pt>
                      <c:pt idx="3554">
                        <c:v>3554</c:v>
                      </c:pt>
                      <c:pt idx="3555">
                        <c:v>3555</c:v>
                      </c:pt>
                      <c:pt idx="3556">
                        <c:v>3556</c:v>
                      </c:pt>
                      <c:pt idx="3557">
                        <c:v>3557</c:v>
                      </c:pt>
                      <c:pt idx="3558">
                        <c:v>3558</c:v>
                      </c:pt>
                      <c:pt idx="3559">
                        <c:v>3559</c:v>
                      </c:pt>
                      <c:pt idx="3560">
                        <c:v>3560</c:v>
                      </c:pt>
                      <c:pt idx="3561">
                        <c:v>3561</c:v>
                      </c:pt>
                      <c:pt idx="3562">
                        <c:v>3562</c:v>
                      </c:pt>
                      <c:pt idx="3563">
                        <c:v>3563</c:v>
                      </c:pt>
                      <c:pt idx="3564">
                        <c:v>3564</c:v>
                      </c:pt>
                      <c:pt idx="3565">
                        <c:v>3565</c:v>
                      </c:pt>
                      <c:pt idx="3566">
                        <c:v>3566</c:v>
                      </c:pt>
                      <c:pt idx="3567">
                        <c:v>3567</c:v>
                      </c:pt>
                      <c:pt idx="3568">
                        <c:v>3568</c:v>
                      </c:pt>
                      <c:pt idx="3569">
                        <c:v>3569</c:v>
                      </c:pt>
                      <c:pt idx="3570">
                        <c:v>3570</c:v>
                      </c:pt>
                      <c:pt idx="3571">
                        <c:v>3571</c:v>
                      </c:pt>
                      <c:pt idx="3572">
                        <c:v>3572</c:v>
                      </c:pt>
                      <c:pt idx="3573">
                        <c:v>3573</c:v>
                      </c:pt>
                      <c:pt idx="3574">
                        <c:v>3574</c:v>
                      </c:pt>
                      <c:pt idx="3575">
                        <c:v>3575</c:v>
                      </c:pt>
                      <c:pt idx="3576">
                        <c:v>3576</c:v>
                      </c:pt>
                      <c:pt idx="3577">
                        <c:v>3577</c:v>
                      </c:pt>
                      <c:pt idx="3578">
                        <c:v>3578</c:v>
                      </c:pt>
                      <c:pt idx="3579">
                        <c:v>3579</c:v>
                      </c:pt>
                      <c:pt idx="3580">
                        <c:v>3580</c:v>
                      </c:pt>
                      <c:pt idx="3581">
                        <c:v>3581</c:v>
                      </c:pt>
                      <c:pt idx="3582">
                        <c:v>3582</c:v>
                      </c:pt>
                      <c:pt idx="3583">
                        <c:v>3583</c:v>
                      </c:pt>
                      <c:pt idx="3584">
                        <c:v>3584</c:v>
                      </c:pt>
                      <c:pt idx="3585">
                        <c:v>3585</c:v>
                      </c:pt>
                      <c:pt idx="3586">
                        <c:v>3586</c:v>
                      </c:pt>
                      <c:pt idx="3587">
                        <c:v>3587</c:v>
                      </c:pt>
                      <c:pt idx="3588">
                        <c:v>3588</c:v>
                      </c:pt>
                      <c:pt idx="3589">
                        <c:v>3589</c:v>
                      </c:pt>
                      <c:pt idx="3590">
                        <c:v>3590</c:v>
                      </c:pt>
                      <c:pt idx="3591">
                        <c:v>3591</c:v>
                      </c:pt>
                      <c:pt idx="3592">
                        <c:v>3592</c:v>
                      </c:pt>
                      <c:pt idx="3593">
                        <c:v>3593</c:v>
                      </c:pt>
                      <c:pt idx="3594">
                        <c:v>3594</c:v>
                      </c:pt>
                      <c:pt idx="3595">
                        <c:v>3595</c:v>
                      </c:pt>
                      <c:pt idx="3596">
                        <c:v>3596</c:v>
                      </c:pt>
                      <c:pt idx="3597">
                        <c:v>3597</c:v>
                      </c:pt>
                      <c:pt idx="3598">
                        <c:v>3598</c:v>
                      </c:pt>
                      <c:pt idx="3599">
                        <c:v>3599</c:v>
                      </c:pt>
                      <c:pt idx="3600">
                        <c:v>3600</c:v>
                      </c:pt>
                      <c:pt idx="3601">
                        <c:v>3601</c:v>
                      </c:pt>
                      <c:pt idx="3602">
                        <c:v>3602</c:v>
                      </c:pt>
                      <c:pt idx="3603">
                        <c:v>3603</c:v>
                      </c:pt>
                      <c:pt idx="3604">
                        <c:v>3604</c:v>
                      </c:pt>
                      <c:pt idx="3605">
                        <c:v>3605</c:v>
                      </c:pt>
                      <c:pt idx="3606">
                        <c:v>3606</c:v>
                      </c:pt>
                      <c:pt idx="3607">
                        <c:v>3607</c:v>
                      </c:pt>
                      <c:pt idx="3608">
                        <c:v>3608</c:v>
                      </c:pt>
                      <c:pt idx="3609">
                        <c:v>3609</c:v>
                      </c:pt>
                      <c:pt idx="3610">
                        <c:v>3610</c:v>
                      </c:pt>
                      <c:pt idx="3611">
                        <c:v>3611</c:v>
                      </c:pt>
                      <c:pt idx="3612">
                        <c:v>3612</c:v>
                      </c:pt>
                      <c:pt idx="3613">
                        <c:v>3613</c:v>
                      </c:pt>
                      <c:pt idx="3614">
                        <c:v>3614</c:v>
                      </c:pt>
                      <c:pt idx="3615">
                        <c:v>3615</c:v>
                      </c:pt>
                      <c:pt idx="3616">
                        <c:v>3616</c:v>
                      </c:pt>
                      <c:pt idx="3617">
                        <c:v>3617</c:v>
                      </c:pt>
                      <c:pt idx="3618">
                        <c:v>3618</c:v>
                      </c:pt>
                      <c:pt idx="3619">
                        <c:v>3619</c:v>
                      </c:pt>
                      <c:pt idx="3620">
                        <c:v>3620</c:v>
                      </c:pt>
                      <c:pt idx="3621">
                        <c:v>3621</c:v>
                      </c:pt>
                      <c:pt idx="3622">
                        <c:v>3622</c:v>
                      </c:pt>
                      <c:pt idx="3623">
                        <c:v>3623</c:v>
                      </c:pt>
                      <c:pt idx="3624">
                        <c:v>3624</c:v>
                      </c:pt>
                      <c:pt idx="3625">
                        <c:v>3625</c:v>
                      </c:pt>
                      <c:pt idx="3626">
                        <c:v>3626</c:v>
                      </c:pt>
                      <c:pt idx="3627">
                        <c:v>3627</c:v>
                      </c:pt>
                      <c:pt idx="3628">
                        <c:v>3628</c:v>
                      </c:pt>
                      <c:pt idx="3629">
                        <c:v>3629</c:v>
                      </c:pt>
                      <c:pt idx="3630">
                        <c:v>3630</c:v>
                      </c:pt>
                      <c:pt idx="3631">
                        <c:v>3631</c:v>
                      </c:pt>
                      <c:pt idx="3632">
                        <c:v>3632</c:v>
                      </c:pt>
                      <c:pt idx="3633">
                        <c:v>3633</c:v>
                      </c:pt>
                      <c:pt idx="3634">
                        <c:v>3634</c:v>
                      </c:pt>
                      <c:pt idx="3635">
                        <c:v>3635</c:v>
                      </c:pt>
                      <c:pt idx="3636">
                        <c:v>3636</c:v>
                      </c:pt>
                      <c:pt idx="3637">
                        <c:v>3637</c:v>
                      </c:pt>
                      <c:pt idx="3638">
                        <c:v>3638</c:v>
                      </c:pt>
                      <c:pt idx="3639">
                        <c:v>3639</c:v>
                      </c:pt>
                      <c:pt idx="3640">
                        <c:v>3640</c:v>
                      </c:pt>
                      <c:pt idx="3641">
                        <c:v>3641</c:v>
                      </c:pt>
                      <c:pt idx="3642">
                        <c:v>3642</c:v>
                      </c:pt>
                      <c:pt idx="3643">
                        <c:v>3643</c:v>
                      </c:pt>
                      <c:pt idx="3644">
                        <c:v>3644</c:v>
                      </c:pt>
                      <c:pt idx="3645">
                        <c:v>3645</c:v>
                      </c:pt>
                      <c:pt idx="3646">
                        <c:v>3646</c:v>
                      </c:pt>
                      <c:pt idx="3647">
                        <c:v>3647</c:v>
                      </c:pt>
                      <c:pt idx="3648">
                        <c:v>3648</c:v>
                      </c:pt>
                      <c:pt idx="3649">
                        <c:v>3649</c:v>
                      </c:pt>
                      <c:pt idx="3650">
                        <c:v>3650</c:v>
                      </c:pt>
                      <c:pt idx="3651">
                        <c:v>3651</c:v>
                      </c:pt>
                      <c:pt idx="3652">
                        <c:v>3652</c:v>
                      </c:pt>
                      <c:pt idx="3653">
                        <c:v>3653</c:v>
                      </c:pt>
                      <c:pt idx="3654">
                        <c:v>3654</c:v>
                      </c:pt>
                      <c:pt idx="3655">
                        <c:v>3655</c:v>
                      </c:pt>
                      <c:pt idx="3656">
                        <c:v>3656</c:v>
                      </c:pt>
                      <c:pt idx="3657">
                        <c:v>3657</c:v>
                      </c:pt>
                      <c:pt idx="3658">
                        <c:v>3658</c:v>
                      </c:pt>
                      <c:pt idx="3659">
                        <c:v>3659</c:v>
                      </c:pt>
                      <c:pt idx="3660">
                        <c:v>3660</c:v>
                      </c:pt>
                      <c:pt idx="3661">
                        <c:v>3661</c:v>
                      </c:pt>
                      <c:pt idx="3662">
                        <c:v>3662</c:v>
                      </c:pt>
                      <c:pt idx="3663">
                        <c:v>3663</c:v>
                      </c:pt>
                      <c:pt idx="3664">
                        <c:v>3664</c:v>
                      </c:pt>
                      <c:pt idx="3665">
                        <c:v>3665</c:v>
                      </c:pt>
                      <c:pt idx="3666">
                        <c:v>3666</c:v>
                      </c:pt>
                      <c:pt idx="3667">
                        <c:v>3667</c:v>
                      </c:pt>
                      <c:pt idx="3668">
                        <c:v>3668</c:v>
                      </c:pt>
                      <c:pt idx="3669">
                        <c:v>3669</c:v>
                      </c:pt>
                      <c:pt idx="3670">
                        <c:v>3670</c:v>
                      </c:pt>
                      <c:pt idx="3671">
                        <c:v>3671</c:v>
                      </c:pt>
                      <c:pt idx="3672">
                        <c:v>3672</c:v>
                      </c:pt>
                      <c:pt idx="3673">
                        <c:v>3673</c:v>
                      </c:pt>
                      <c:pt idx="3674">
                        <c:v>3674</c:v>
                      </c:pt>
                      <c:pt idx="3675">
                        <c:v>3675</c:v>
                      </c:pt>
                      <c:pt idx="3676">
                        <c:v>3676</c:v>
                      </c:pt>
                      <c:pt idx="3677">
                        <c:v>3677</c:v>
                      </c:pt>
                      <c:pt idx="3678">
                        <c:v>3678</c:v>
                      </c:pt>
                      <c:pt idx="3679">
                        <c:v>3679</c:v>
                      </c:pt>
                      <c:pt idx="3680">
                        <c:v>3680</c:v>
                      </c:pt>
                      <c:pt idx="3681">
                        <c:v>3681</c:v>
                      </c:pt>
                      <c:pt idx="3682">
                        <c:v>3682</c:v>
                      </c:pt>
                      <c:pt idx="3683">
                        <c:v>3683</c:v>
                      </c:pt>
                      <c:pt idx="3684">
                        <c:v>3684</c:v>
                      </c:pt>
                      <c:pt idx="3685">
                        <c:v>3685</c:v>
                      </c:pt>
                      <c:pt idx="3686">
                        <c:v>3686</c:v>
                      </c:pt>
                      <c:pt idx="3687">
                        <c:v>3687</c:v>
                      </c:pt>
                      <c:pt idx="3688">
                        <c:v>3688</c:v>
                      </c:pt>
                      <c:pt idx="3689">
                        <c:v>3689</c:v>
                      </c:pt>
                      <c:pt idx="3690">
                        <c:v>3690</c:v>
                      </c:pt>
                      <c:pt idx="3691">
                        <c:v>3691</c:v>
                      </c:pt>
                      <c:pt idx="3692">
                        <c:v>3692</c:v>
                      </c:pt>
                      <c:pt idx="3693">
                        <c:v>3693</c:v>
                      </c:pt>
                      <c:pt idx="3694">
                        <c:v>3694</c:v>
                      </c:pt>
                      <c:pt idx="3695">
                        <c:v>3695</c:v>
                      </c:pt>
                      <c:pt idx="3696">
                        <c:v>3696</c:v>
                      </c:pt>
                      <c:pt idx="3697">
                        <c:v>3697</c:v>
                      </c:pt>
                      <c:pt idx="3698">
                        <c:v>3698</c:v>
                      </c:pt>
                      <c:pt idx="3699">
                        <c:v>3699</c:v>
                      </c:pt>
                      <c:pt idx="3700">
                        <c:v>3700</c:v>
                      </c:pt>
                      <c:pt idx="3701">
                        <c:v>3701</c:v>
                      </c:pt>
                      <c:pt idx="3702">
                        <c:v>3702</c:v>
                      </c:pt>
                      <c:pt idx="3703">
                        <c:v>3703</c:v>
                      </c:pt>
                      <c:pt idx="3704">
                        <c:v>3704</c:v>
                      </c:pt>
                      <c:pt idx="3705">
                        <c:v>3705</c:v>
                      </c:pt>
                      <c:pt idx="3706">
                        <c:v>3706</c:v>
                      </c:pt>
                      <c:pt idx="3707">
                        <c:v>3707</c:v>
                      </c:pt>
                      <c:pt idx="3708">
                        <c:v>3708</c:v>
                      </c:pt>
                      <c:pt idx="3709">
                        <c:v>3709</c:v>
                      </c:pt>
                      <c:pt idx="3710">
                        <c:v>3710</c:v>
                      </c:pt>
                      <c:pt idx="3711">
                        <c:v>3711</c:v>
                      </c:pt>
                      <c:pt idx="3712">
                        <c:v>3712</c:v>
                      </c:pt>
                      <c:pt idx="3713">
                        <c:v>3713</c:v>
                      </c:pt>
                      <c:pt idx="3714">
                        <c:v>3714</c:v>
                      </c:pt>
                      <c:pt idx="3715">
                        <c:v>3715</c:v>
                      </c:pt>
                      <c:pt idx="3716">
                        <c:v>3716</c:v>
                      </c:pt>
                      <c:pt idx="3717">
                        <c:v>3717</c:v>
                      </c:pt>
                      <c:pt idx="3718">
                        <c:v>3718</c:v>
                      </c:pt>
                      <c:pt idx="3719">
                        <c:v>3719</c:v>
                      </c:pt>
                      <c:pt idx="3720">
                        <c:v>3720</c:v>
                      </c:pt>
                      <c:pt idx="3721">
                        <c:v>3721</c:v>
                      </c:pt>
                      <c:pt idx="3722">
                        <c:v>3722</c:v>
                      </c:pt>
                      <c:pt idx="3723">
                        <c:v>3723</c:v>
                      </c:pt>
                      <c:pt idx="3724">
                        <c:v>3724</c:v>
                      </c:pt>
                      <c:pt idx="3725">
                        <c:v>3725</c:v>
                      </c:pt>
                      <c:pt idx="3726">
                        <c:v>3726</c:v>
                      </c:pt>
                      <c:pt idx="3727">
                        <c:v>3727</c:v>
                      </c:pt>
                      <c:pt idx="3728">
                        <c:v>3728</c:v>
                      </c:pt>
                      <c:pt idx="3729">
                        <c:v>3729</c:v>
                      </c:pt>
                      <c:pt idx="3730">
                        <c:v>3730</c:v>
                      </c:pt>
                      <c:pt idx="3731">
                        <c:v>3731</c:v>
                      </c:pt>
                      <c:pt idx="3732">
                        <c:v>3732</c:v>
                      </c:pt>
                      <c:pt idx="3733">
                        <c:v>3733</c:v>
                      </c:pt>
                      <c:pt idx="3734">
                        <c:v>3734</c:v>
                      </c:pt>
                      <c:pt idx="3735">
                        <c:v>3735</c:v>
                      </c:pt>
                      <c:pt idx="3736">
                        <c:v>3736</c:v>
                      </c:pt>
                      <c:pt idx="3737">
                        <c:v>3737</c:v>
                      </c:pt>
                      <c:pt idx="3738">
                        <c:v>3738</c:v>
                      </c:pt>
                      <c:pt idx="3739">
                        <c:v>3739</c:v>
                      </c:pt>
                      <c:pt idx="3740">
                        <c:v>3740</c:v>
                      </c:pt>
                      <c:pt idx="3741">
                        <c:v>3741</c:v>
                      </c:pt>
                      <c:pt idx="3742">
                        <c:v>3742</c:v>
                      </c:pt>
                      <c:pt idx="3743">
                        <c:v>3743</c:v>
                      </c:pt>
                      <c:pt idx="3744">
                        <c:v>3744</c:v>
                      </c:pt>
                      <c:pt idx="3745">
                        <c:v>3745</c:v>
                      </c:pt>
                      <c:pt idx="3746">
                        <c:v>3746</c:v>
                      </c:pt>
                      <c:pt idx="3747">
                        <c:v>3747</c:v>
                      </c:pt>
                      <c:pt idx="3748">
                        <c:v>3748</c:v>
                      </c:pt>
                      <c:pt idx="3749">
                        <c:v>3749</c:v>
                      </c:pt>
                      <c:pt idx="3750">
                        <c:v>3750</c:v>
                      </c:pt>
                      <c:pt idx="3751">
                        <c:v>3751</c:v>
                      </c:pt>
                      <c:pt idx="3752">
                        <c:v>3752</c:v>
                      </c:pt>
                      <c:pt idx="3753">
                        <c:v>3753</c:v>
                      </c:pt>
                      <c:pt idx="3754">
                        <c:v>3754</c:v>
                      </c:pt>
                      <c:pt idx="3755">
                        <c:v>3755</c:v>
                      </c:pt>
                      <c:pt idx="3756">
                        <c:v>3756</c:v>
                      </c:pt>
                      <c:pt idx="3757">
                        <c:v>3757</c:v>
                      </c:pt>
                      <c:pt idx="3758">
                        <c:v>3758</c:v>
                      </c:pt>
                      <c:pt idx="3759">
                        <c:v>3759</c:v>
                      </c:pt>
                      <c:pt idx="3760">
                        <c:v>3760</c:v>
                      </c:pt>
                      <c:pt idx="3761">
                        <c:v>3761</c:v>
                      </c:pt>
                      <c:pt idx="3762">
                        <c:v>3762</c:v>
                      </c:pt>
                      <c:pt idx="3763">
                        <c:v>3763</c:v>
                      </c:pt>
                      <c:pt idx="3764">
                        <c:v>3764</c:v>
                      </c:pt>
                      <c:pt idx="3765">
                        <c:v>3765</c:v>
                      </c:pt>
                      <c:pt idx="3766">
                        <c:v>3766</c:v>
                      </c:pt>
                      <c:pt idx="3767">
                        <c:v>3767</c:v>
                      </c:pt>
                      <c:pt idx="3768">
                        <c:v>3768</c:v>
                      </c:pt>
                      <c:pt idx="3769">
                        <c:v>3769</c:v>
                      </c:pt>
                      <c:pt idx="3770">
                        <c:v>3770</c:v>
                      </c:pt>
                      <c:pt idx="3771">
                        <c:v>3771</c:v>
                      </c:pt>
                      <c:pt idx="3772">
                        <c:v>3772</c:v>
                      </c:pt>
                      <c:pt idx="3773">
                        <c:v>3773</c:v>
                      </c:pt>
                      <c:pt idx="3774">
                        <c:v>3774</c:v>
                      </c:pt>
                      <c:pt idx="3775">
                        <c:v>3775</c:v>
                      </c:pt>
                      <c:pt idx="3776">
                        <c:v>3776</c:v>
                      </c:pt>
                      <c:pt idx="3777">
                        <c:v>3777</c:v>
                      </c:pt>
                      <c:pt idx="3778">
                        <c:v>3778</c:v>
                      </c:pt>
                      <c:pt idx="3779">
                        <c:v>3779</c:v>
                      </c:pt>
                      <c:pt idx="3780">
                        <c:v>3780</c:v>
                      </c:pt>
                      <c:pt idx="3781">
                        <c:v>3781</c:v>
                      </c:pt>
                      <c:pt idx="3782">
                        <c:v>3782</c:v>
                      </c:pt>
                      <c:pt idx="3783">
                        <c:v>3783</c:v>
                      </c:pt>
                      <c:pt idx="3784">
                        <c:v>3784</c:v>
                      </c:pt>
                      <c:pt idx="3785">
                        <c:v>3785</c:v>
                      </c:pt>
                      <c:pt idx="3786">
                        <c:v>3786</c:v>
                      </c:pt>
                      <c:pt idx="3787">
                        <c:v>3787</c:v>
                      </c:pt>
                      <c:pt idx="3788">
                        <c:v>3788</c:v>
                      </c:pt>
                      <c:pt idx="3789">
                        <c:v>3789</c:v>
                      </c:pt>
                      <c:pt idx="3790">
                        <c:v>3790</c:v>
                      </c:pt>
                      <c:pt idx="3791">
                        <c:v>3791</c:v>
                      </c:pt>
                      <c:pt idx="3792">
                        <c:v>3792</c:v>
                      </c:pt>
                      <c:pt idx="3793">
                        <c:v>3793</c:v>
                      </c:pt>
                      <c:pt idx="3794">
                        <c:v>3794</c:v>
                      </c:pt>
                      <c:pt idx="3795">
                        <c:v>3795</c:v>
                      </c:pt>
                      <c:pt idx="3796">
                        <c:v>3796</c:v>
                      </c:pt>
                      <c:pt idx="3797">
                        <c:v>3797</c:v>
                      </c:pt>
                      <c:pt idx="3798">
                        <c:v>3798</c:v>
                      </c:pt>
                      <c:pt idx="3799">
                        <c:v>3799</c:v>
                      </c:pt>
                      <c:pt idx="3800">
                        <c:v>3800</c:v>
                      </c:pt>
                      <c:pt idx="3801">
                        <c:v>3801</c:v>
                      </c:pt>
                      <c:pt idx="3802">
                        <c:v>3802</c:v>
                      </c:pt>
                      <c:pt idx="3803">
                        <c:v>3803</c:v>
                      </c:pt>
                      <c:pt idx="3804">
                        <c:v>3804</c:v>
                      </c:pt>
                      <c:pt idx="3805">
                        <c:v>3805</c:v>
                      </c:pt>
                      <c:pt idx="3806">
                        <c:v>3806</c:v>
                      </c:pt>
                      <c:pt idx="3807">
                        <c:v>3807</c:v>
                      </c:pt>
                      <c:pt idx="3808">
                        <c:v>3808</c:v>
                      </c:pt>
                      <c:pt idx="3809">
                        <c:v>3809</c:v>
                      </c:pt>
                      <c:pt idx="3810">
                        <c:v>3810</c:v>
                      </c:pt>
                      <c:pt idx="3811">
                        <c:v>3811</c:v>
                      </c:pt>
                      <c:pt idx="3812">
                        <c:v>3812</c:v>
                      </c:pt>
                      <c:pt idx="3813">
                        <c:v>3813</c:v>
                      </c:pt>
                      <c:pt idx="3814">
                        <c:v>3814</c:v>
                      </c:pt>
                      <c:pt idx="3815">
                        <c:v>3815</c:v>
                      </c:pt>
                      <c:pt idx="3816">
                        <c:v>3816</c:v>
                      </c:pt>
                      <c:pt idx="3817">
                        <c:v>3817</c:v>
                      </c:pt>
                      <c:pt idx="3818">
                        <c:v>3818</c:v>
                      </c:pt>
                      <c:pt idx="3819">
                        <c:v>3819</c:v>
                      </c:pt>
                      <c:pt idx="3820">
                        <c:v>3820</c:v>
                      </c:pt>
                      <c:pt idx="3821">
                        <c:v>3821</c:v>
                      </c:pt>
                      <c:pt idx="3822">
                        <c:v>3822</c:v>
                      </c:pt>
                      <c:pt idx="3823">
                        <c:v>3823</c:v>
                      </c:pt>
                      <c:pt idx="3824">
                        <c:v>3824</c:v>
                      </c:pt>
                      <c:pt idx="3825">
                        <c:v>3825</c:v>
                      </c:pt>
                      <c:pt idx="3826">
                        <c:v>3826</c:v>
                      </c:pt>
                      <c:pt idx="3827">
                        <c:v>3827</c:v>
                      </c:pt>
                      <c:pt idx="3828">
                        <c:v>3828</c:v>
                      </c:pt>
                      <c:pt idx="3829">
                        <c:v>3829</c:v>
                      </c:pt>
                      <c:pt idx="3830">
                        <c:v>3830</c:v>
                      </c:pt>
                      <c:pt idx="3831">
                        <c:v>3831</c:v>
                      </c:pt>
                      <c:pt idx="3832">
                        <c:v>3832</c:v>
                      </c:pt>
                      <c:pt idx="3833">
                        <c:v>3833</c:v>
                      </c:pt>
                      <c:pt idx="3834">
                        <c:v>3834</c:v>
                      </c:pt>
                      <c:pt idx="3835">
                        <c:v>3835</c:v>
                      </c:pt>
                      <c:pt idx="3836">
                        <c:v>3836</c:v>
                      </c:pt>
                      <c:pt idx="3837">
                        <c:v>3837</c:v>
                      </c:pt>
                      <c:pt idx="3838">
                        <c:v>3838</c:v>
                      </c:pt>
                      <c:pt idx="3839">
                        <c:v>3839</c:v>
                      </c:pt>
                      <c:pt idx="3840">
                        <c:v>3840</c:v>
                      </c:pt>
                      <c:pt idx="3841">
                        <c:v>3841</c:v>
                      </c:pt>
                      <c:pt idx="3842">
                        <c:v>3842</c:v>
                      </c:pt>
                      <c:pt idx="3843">
                        <c:v>3843</c:v>
                      </c:pt>
                      <c:pt idx="3844">
                        <c:v>3844</c:v>
                      </c:pt>
                      <c:pt idx="3845">
                        <c:v>3845</c:v>
                      </c:pt>
                      <c:pt idx="3846">
                        <c:v>3846</c:v>
                      </c:pt>
                      <c:pt idx="3847">
                        <c:v>3847</c:v>
                      </c:pt>
                      <c:pt idx="3848">
                        <c:v>3848</c:v>
                      </c:pt>
                      <c:pt idx="3849">
                        <c:v>3849</c:v>
                      </c:pt>
                      <c:pt idx="3850">
                        <c:v>3850</c:v>
                      </c:pt>
                      <c:pt idx="3851">
                        <c:v>3851</c:v>
                      </c:pt>
                      <c:pt idx="3852">
                        <c:v>3852</c:v>
                      </c:pt>
                      <c:pt idx="3853">
                        <c:v>3853</c:v>
                      </c:pt>
                      <c:pt idx="3854">
                        <c:v>3854</c:v>
                      </c:pt>
                      <c:pt idx="3855">
                        <c:v>3855</c:v>
                      </c:pt>
                      <c:pt idx="3856">
                        <c:v>3856</c:v>
                      </c:pt>
                      <c:pt idx="3857">
                        <c:v>3857</c:v>
                      </c:pt>
                      <c:pt idx="3858">
                        <c:v>3858</c:v>
                      </c:pt>
                      <c:pt idx="3859">
                        <c:v>3859</c:v>
                      </c:pt>
                      <c:pt idx="3860">
                        <c:v>3860</c:v>
                      </c:pt>
                      <c:pt idx="3861">
                        <c:v>3861</c:v>
                      </c:pt>
                      <c:pt idx="3862">
                        <c:v>3862</c:v>
                      </c:pt>
                      <c:pt idx="3863">
                        <c:v>3863</c:v>
                      </c:pt>
                      <c:pt idx="3864">
                        <c:v>3864</c:v>
                      </c:pt>
                      <c:pt idx="3865">
                        <c:v>3865</c:v>
                      </c:pt>
                      <c:pt idx="3866">
                        <c:v>3866</c:v>
                      </c:pt>
                      <c:pt idx="3867">
                        <c:v>3867</c:v>
                      </c:pt>
                      <c:pt idx="3868">
                        <c:v>3868</c:v>
                      </c:pt>
                      <c:pt idx="3869">
                        <c:v>3869</c:v>
                      </c:pt>
                      <c:pt idx="3870">
                        <c:v>3870</c:v>
                      </c:pt>
                      <c:pt idx="3871">
                        <c:v>3871</c:v>
                      </c:pt>
                      <c:pt idx="3872">
                        <c:v>3872</c:v>
                      </c:pt>
                      <c:pt idx="3873">
                        <c:v>3873</c:v>
                      </c:pt>
                      <c:pt idx="3874">
                        <c:v>3874</c:v>
                      </c:pt>
                      <c:pt idx="3875">
                        <c:v>3875</c:v>
                      </c:pt>
                      <c:pt idx="3876">
                        <c:v>3876</c:v>
                      </c:pt>
                      <c:pt idx="3877">
                        <c:v>3877</c:v>
                      </c:pt>
                      <c:pt idx="3878">
                        <c:v>3878</c:v>
                      </c:pt>
                      <c:pt idx="3879">
                        <c:v>3879</c:v>
                      </c:pt>
                      <c:pt idx="3880">
                        <c:v>3880</c:v>
                      </c:pt>
                      <c:pt idx="3881">
                        <c:v>3881</c:v>
                      </c:pt>
                      <c:pt idx="3882">
                        <c:v>3882</c:v>
                      </c:pt>
                      <c:pt idx="3883">
                        <c:v>3883</c:v>
                      </c:pt>
                      <c:pt idx="3884">
                        <c:v>3884</c:v>
                      </c:pt>
                      <c:pt idx="3885">
                        <c:v>3885</c:v>
                      </c:pt>
                      <c:pt idx="3886">
                        <c:v>3886</c:v>
                      </c:pt>
                      <c:pt idx="3887">
                        <c:v>3887</c:v>
                      </c:pt>
                      <c:pt idx="3888">
                        <c:v>3888</c:v>
                      </c:pt>
                      <c:pt idx="3889">
                        <c:v>3889</c:v>
                      </c:pt>
                      <c:pt idx="3890">
                        <c:v>3890</c:v>
                      </c:pt>
                      <c:pt idx="3891">
                        <c:v>3891</c:v>
                      </c:pt>
                      <c:pt idx="3892">
                        <c:v>3892</c:v>
                      </c:pt>
                      <c:pt idx="3893">
                        <c:v>3893</c:v>
                      </c:pt>
                      <c:pt idx="3894">
                        <c:v>3894</c:v>
                      </c:pt>
                      <c:pt idx="3895">
                        <c:v>3895</c:v>
                      </c:pt>
                      <c:pt idx="3896">
                        <c:v>3896</c:v>
                      </c:pt>
                      <c:pt idx="3897">
                        <c:v>3897</c:v>
                      </c:pt>
                      <c:pt idx="3898">
                        <c:v>3898</c:v>
                      </c:pt>
                      <c:pt idx="3899">
                        <c:v>3899</c:v>
                      </c:pt>
                      <c:pt idx="3900">
                        <c:v>3900</c:v>
                      </c:pt>
                      <c:pt idx="3901">
                        <c:v>3901</c:v>
                      </c:pt>
                      <c:pt idx="3902">
                        <c:v>3902</c:v>
                      </c:pt>
                      <c:pt idx="3903">
                        <c:v>3903</c:v>
                      </c:pt>
                      <c:pt idx="3904">
                        <c:v>3904</c:v>
                      </c:pt>
                      <c:pt idx="3905">
                        <c:v>3905</c:v>
                      </c:pt>
                      <c:pt idx="3906">
                        <c:v>3906</c:v>
                      </c:pt>
                      <c:pt idx="3907">
                        <c:v>3907</c:v>
                      </c:pt>
                      <c:pt idx="3908">
                        <c:v>3908</c:v>
                      </c:pt>
                      <c:pt idx="3909">
                        <c:v>3909</c:v>
                      </c:pt>
                      <c:pt idx="3910">
                        <c:v>3910</c:v>
                      </c:pt>
                      <c:pt idx="3911">
                        <c:v>3911</c:v>
                      </c:pt>
                      <c:pt idx="3912">
                        <c:v>3912</c:v>
                      </c:pt>
                      <c:pt idx="3913">
                        <c:v>3913</c:v>
                      </c:pt>
                      <c:pt idx="3914">
                        <c:v>3914</c:v>
                      </c:pt>
                      <c:pt idx="3915">
                        <c:v>3915</c:v>
                      </c:pt>
                      <c:pt idx="3916">
                        <c:v>3916</c:v>
                      </c:pt>
                      <c:pt idx="3917">
                        <c:v>3917</c:v>
                      </c:pt>
                      <c:pt idx="3918">
                        <c:v>3918</c:v>
                      </c:pt>
                      <c:pt idx="3919">
                        <c:v>3919</c:v>
                      </c:pt>
                      <c:pt idx="3920">
                        <c:v>3920</c:v>
                      </c:pt>
                      <c:pt idx="3921">
                        <c:v>3921</c:v>
                      </c:pt>
                      <c:pt idx="3922">
                        <c:v>3922</c:v>
                      </c:pt>
                      <c:pt idx="3923">
                        <c:v>3923</c:v>
                      </c:pt>
                      <c:pt idx="3924">
                        <c:v>3924</c:v>
                      </c:pt>
                      <c:pt idx="3925">
                        <c:v>3925</c:v>
                      </c:pt>
                      <c:pt idx="3926">
                        <c:v>3926</c:v>
                      </c:pt>
                      <c:pt idx="3927">
                        <c:v>3927</c:v>
                      </c:pt>
                      <c:pt idx="3928">
                        <c:v>3928</c:v>
                      </c:pt>
                      <c:pt idx="3929">
                        <c:v>3929</c:v>
                      </c:pt>
                      <c:pt idx="3930">
                        <c:v>3930</c:v>
                      </c:pt>
                      <c:pt idx="3931">
                        <c:v>3931</c:v>
                      </c:pt>
                      <c:pt idx="3932">
                        <c:v>3932</c:v>
                      </c:pt>
                      <c:pt idx="3933">
                        <c:v>3933</c:v>
                      </c:pt>
                      <c:pt idx="3934">
                        <c:v>3934</c:v>
                      </c:pt>
                      <c:pt idx="3935">
                        <c:v>3935</c:v>
                      </c:pt>
                      <c:pt idx="3936">
                        <c:v>3936</c:v>
                      </c:pt>
                      <c:pt idx="3937">
                        <c:v>3937</c:v>
                      </c:pt>
                      <c:pt idx="3938">
                        <c:v>3938</c:v>
                      </c:pt>
                      <c:pt idx="3939">
                        <c:v>3939</c:v>
                      </c:pt>
                      <c:pt idx="3940">
                        <c:v>3940</c:v>
                      </c:pt>
                      <c:pt idx="3941">
                        <c:v>3941</c:v>
                      </c:pt>
                      <c:pt idx="3942">
                        <c:v>3942</c:v>
                      </c:pt>
                      <c:pt idx="3943">
                        <c:v>3943</c:v>
                      </c:pt>
                      <c:pt idx="3944">
                        <c:v>3944</c:v>
                      </c:pt>
                      <c:pt idx="3945">
                        <c:v>3945</c:v>
                      </c:pt>
                      <c:pt idx="3946">
                        <c:v>3946</c:v>
                      </c:pt>
                      <c:pt idx="3947">
                        <c:v>3947</c:v>
                      </c:pt>
                      <c:pt idx="3948">
                        <c:v>3948</c:v>
                      </c:pt>
                      <c:pt idx="3949">
                        <c:v>3949</c:v>
                      </c:pt>
                      <c:pt idx="3950">
                        <c:v>3950</c:v>
                      </c:pt>
                      <c:pt idx="3951">
                        <c:v>3951</c:v>
                      </c:pt>
                      <c:pt idx="3952">
                        <c:v>3952</c:v>
                      </c:pt>
                      <c:pt idx="3953">
                        <c:v>3953</c:v>
                      </c:pt>
                      <c:pt idx="3954">
                        <c:v>3954</c:v>
                      </c:pt>
                      <c:pt idx="3955">
                        <c:v>3955</c:v>
                      </c:pt>
                      <c:pt idx="3956">
                        <c:v>3956</c:v>
                      </c:pt>
                      <c:pt idx="3957">
                        <c:v>3957</c:v>
                      </c:pt>
                      <c:pt idx="3958">
                        <c:v>3958</c:v>
                      </c:pt>
                      <c:pt idx="3959">
                        <c:v>3959</c:v>
                      </c:pt>
                      <c:pt idx="3960">
                        <c:v>3960</c:v>
                      </c:pt>
                      <c:pt idx="3961">
                        <c:v>3961</c:v>
                      </c:pt>
                      <c:pt idx="3962">
                        <c:v>3962</c:v>
                      </c:pt>
                      <c:pt idx="3963">
                        <c:v>3963</c:v>
                      </c:pt>
                      <c:pt idx="3964">
                        <c:v>3964</c:v>
                      </c:pt>
                      <c:pt idx="3965">
                        <c:v>3965</c:v>
                      </c:pt>
                      <c:pt idx="3966">
                        <c:v>3966</c:v>
                      </c:pt>
                      <c:pt idx="3967">
                        <c:v>3967</c:v>
                      </c:pt>
                      <c:pt idx="3968">
                        <c:v>3968</c:v>
                      </c:pt>
                      <c:pt idx="3969">
                        <c:v>3969</c:v>
                      </c:pt>
                      <c:pt idx="3970">
                        <c:v>3970</c:v>
                      </c:pt>
                      <c:pt idx="3971">
                        <c:v>3971</c:v>
                      </c:pt>
                      <c:pt idx="3972">
                        <c:v>3972</c:v>
                      </c:pt>
                      <c:pt idx="3973">
                        <c:v>3973</c:v>
                      </c:pt>
                      <c:pt idx="3974">
                        <c:v>3974</c:v>
                      </c:pt>
                      <c:pt idx="3975">
                        <c:v>3975</c:v>
                      </c:pt>
                      <c:pt idx="3976">
                        <c:v>3976</c:v>
                      </c:pt>
                      <c:pt idx="3977">
                        <c:v>3977</c:v>
                      </c:pt>
                      <c:pt idx="3978">
                        <c:v>3978</c:v>
                      </c:pt>
                      <c:pt idx="3979">
                        <c:v>3979</c:v>
                      </c:pt>
                      <c:pt idx="3980">
                        <c:v>3980</c:v>
                      </c:pt>
                      <c:pt idx="3981">
                        <c:v>3981</c:v>
                      </c:pt>
                      <c:pt idx="3982">
                        <c:v>3982</c:v>
                      </c:pt>
                      <c:pt idx="3983">
                        <c:v>3983</c:v>
                      </c:pt>
                      <c:pt idx="3984">
                        <c:v>3984</c:v>
                      </c:pt>
                      <c:pt idx="3985">
                        <c:v>3985</c:v>
                      </c:pt>
                      <c:pt idx="3986">
                        <c:v>3986</c:v>
                      </c:pt>
                      <c:pt idx="3987">
                        <c:v>3987</c:v>
                      </c:pt>
                      <c:pt idx="3988">
                        <c:v>3988</c:v>
                      </c:pt>
                      <c:pt idx="3989">
                        <c:v>3989</c:v>
                      </c:pt>
                      <c:pt idx="3990">
                        <c:v>3990</c:v>
                      </c:pt>
                      <c:pt idx="3991">
                        <c:v>3991</c:v>
                      </c:pt>
                      <c:pt idx="3992">
                        <c:v>3992</c:v>
                      </c:pt>
                      <c:pt idx="3993">
                        <c:v>3993</c:v>
                      </c:pt>
                      <c:pt idx="3994">
                        <c:v>3994</c:v>
                      </c:pt>
                      <c:pt idx="3995">
                        <c:v>3995</c:v>
                      </c:pt>
                      <c:pt idx="3996">
                        <c:v>3996</c:v>
                      </c:pt>
                      <c:pt idx="3997">
                        <c:v>3997</c:v>
                      </c:pt>
                      <c:pt idx="3998">
                        <c:v>3998</c:v>
                      </c:pt>
                      <c:pt idx="3999">
                        <c:v>3999</c:v>
                      </c:pt>
                      <c:pt idx="4000">
                        <c:v>4000</c:v>
                      </c:pt>
                      <c:pt idx="4001">
                        <c:v>4001</c:v>
                      </c:pt>
                      <c:pt idx="4002">
                        <c:v>4002</c:v>
                      </c:pt>
                      <c:pt idx="4003">
                        <c:v>4003</c:v>
                      </c:pt>
                      <c:pt idx="4004">
                        <c:v>4004</c:v>
                      </c:pt>
                      <c:pt idx="4005">
                        <c:v>4005</c:v>
                      </c:pt>
                      <c:pt idx="4006">
                        <c:v>4006</c:v>
                      </c:pt>
                      <c:pt idx="4007">
                        <c:v>4007</c:v>
                      </c:pt>
                      <c:pt idx="4008">
                        <c:v>4008</c:v>
                      </c:pt>
                      <c:pt idx="4009">
                        <c:v>4009</c:v>
                      </c:pt>
                      <c:pt idx="4010">
                        <c:v>4010</c:v>
                      </c:pt>
                      <c:pt idx="4011">
                        <c:v>4011</c:v>
                      </c:pt>
                      <c:pt idx="4012">
                        <c:v>4012</c:v>
                      </c:pt>
                      <c:pt idx="4013">
                        <c:v>4013</c:v>
                      </c:pt>
                      <c:pt idx="4014">
                        <c:v>4014</c:v>
                      </c:pt>
                      <c:pt idx="4015">
                        <c:v>4015</c:v>
                      </c:pt>
                      <c:pt idx="4016">
                        <c:v>4016</c:v>
                      </c:pt>
                      <c:pt idx="4017">
                        <c:v>4017</c:v>
                      </c:pt>
                      <c:pt idx="4018">
                        <c:v>4018</c:v>
                      </c:pt>
                      <c:pt idx="4019">
                        <c:v>4019</c:v>
                      </c:pt>
                      <c:pt idx="4020">
                        <c:v>4020</c:v>
                      </c:pt>
                      <c:pt idx="4021">
                        <c:v>4021</c:v>
                      </c:pt>
                      <c:pt idx="4022">
                        <c:v>4022</c:v>
                      </c:pt>
                      <c:pt idx="4023">
                        <c:v>4023</c:v>
                      </c:pt>
                      <c:pt idx="4024">
                        <c:v>4024</c:v>
                      </c:pt>
                      <c:pt idx="4025">
                        <c:v>4025</c:v>
                      </c:pt>
                      <c:pt idx="4026">
                        <c:v>4026</c:v>
                      </c:pt>
                      <c:pt idx="4027">
                        <c:v>4027</c:v>
                      </c:pt>
                      <c:pt idx="4028">
                        <c:v>4028</c:v>
                      </c:pt>
                      <c:pt idx="4029">
                        <c:v>4029</c:v>
                      </c:pt>
                      <c:pt idx="4030">
                        <c:v>4030</c:v>
                      </c:pt>
                      <c:pt idx="4031">
                        <c:v>4031</c:v>
                      </c:pt>
                      <c:pt idx="4032">
                        <c:v>4032</c:v>
                      </c:pt>
                      <c:pt idx="4033">
                        <c:v>4033</c:v>
                      </c:pt>
                      <c:pt idx="4034">
                        <c:v>4034</c:v>
                      </c:pt>
                      <c:pt idx="4035">
                        <c:v>4035</c:v>
                      </c:pt>
                      <c:pt idx="4036">
                        <c:v>4036</c:v>
                      </c:pt>
                      <c:pt idx="4037">
                        <c:v>4037</c:v>
                      </c:pt>
                      <c:pt idx="4038">
                        <c:v>4038</c:v>
                      </c:pt>
                      <c:pt idx="4039">
                        <c:v>4039</c:v>
                      </c:pt>
                      <c:pt idx="4040">
                        <c:v>4040</c:v>
                      </c:pt>
                      <c:pt idx="4041">
                        <c:v>4041</c:v>
                      </c:pt>
                      <c:pt idx="4042">
                        <c:v>4042</c:v>
                      </c:pt>
                      <c:pt idx="4043">
                        <c:v>4043</c:v>
                      </c:pt>
                      <c:pt idx="4044">
                        <c:v>4044</c:v>
                      </c:pt>
                      <c:pt idx="4045">
                        <c:v>4045</c:v>
                      </c:pt>
                      <c:pt idx="4046">
                        <c:v>4046</c:v>
                      </c:pt>
                      <c:pt idx="4047">
                        <c:v>4047</c:v>
                      </c:pt>
                      <c:pt idx="4048">
                        <c:v>4048</c:v>
                      </c:pt>
                      <c:pt idx="4049">
                        <c:v>4049</c:v>
                      </c:pt>
                      <c:pt idx="4050">
                        <c:v>4050</c:v>
                      </c:pt>
                      <c:pt idx="4051">
                        <c:v>4051</c:v>
                      </c:pt>
                      <c:pt idx="4052">
                        <c:v>4052</c:v>
                      </c:pt>
                      <c:pt idx="4053">
                        <c:v>4053</c:v>
                      </c:pt>
                      <c:pt idx="4054">
                        <c:v>4054</c:v>
                      </c:pt>
                      <c:pt idx="4055">
                        <c:v>4055</c:v>
                      </c:pt>
                      <c:pt idx="4056">
                        <c:v>4056</c:v>
                      </c:pt>
                      <c:pt idx="4057">
                        <c:v>4057</c:v>
                      </c:pt>
                      <c:pt idx="4058">
                        <c:v>4058</c:v>
                      </c:pt>
                      <c:pt idx="4059">
                        <c:v>4059</c:v>
                      </c:pt>
                      <c:pt idx="4060">
                        <c:v>4060</c:v>
                      </c:pt>
                      <c:pt idx="4061">
                        <c:v>4061</c:v>
                      </c:pt>
                      <c:pt idx="4062">
                        <c:v>4062</c:v>
                      </c:pt>
                      <c:pt idx="4063">
                        <c:v>4063</c:v>
                      </c:pt>
                      <c:pt idx="4064">
                        <c:v>4064</c:v>
                      </c:pt>
                      <c:pt idx="4065">
                        <c:v>4065</c:v>
                      </c:pt>
                      <c:pt idx="4066">
                        <c:v>4066</c:v>
                      </c:pt>
                      <c:pt idx="4067">
                        <c:v>4067</c:v>
                      </c:pt>
                      <c:pt idx="4068">
                        <c:v>4068</c:v>
                      </c:pt>
                      <c:pt idx="4069">
                        <c:v>4069</c:v>
                      </c:pt>
                      <c:pt idx="4070">
                        <c:v>4070</c:v>
                      </c:pt>
                      <c:pt idx="4071">
                        <c:v>4071</c:v>
                      </c:pt>
                      <c:pt idx="4072">
                        <c:v>4072</c:v>
                      </c:pt>
                      <c:pt idx="4073">
                        <c:v>4073</c:v>
                      </c:pt>
                      <c:pt idx="4074">
                        <c:v>4074</c:v>
                      </c:pt>
                      <c:pt idx="4075">
                        <c:v>4075</c:v>
                      </c:pt>
                      <c:pt idx="4076">
                        <c:v>4076</c:v>
                      </c:pt>
                      <c:pt idx="4077">
                        <c:v>4077</c:v>
                      </c:pt>
                      <c:pt idx="4078">
                        <c:v>4078</c:v>
                      </c:pt>
                      <c:pt idx="4079">
                        <c:v>4079</c:v>
                      </c:pt>
                      <c:pt idx="4080">
                        <c:v>4080</c:v>
                      </c:pt>
                      <c:pt idx="4081">
                        <c:v>4081</c:v>
                      </c:pt>
                      <c:pt idx="4082">
                        <c:v>4082</c:v>
                      </c:pt>
                      <c:pt idx="4083">
                        <c:v>4083</c:v>
                      </c:pt>
                      <c:pt idx="4084">
                        <c:v>4084</c:v>
                      </c:pt>
                      <c:pt idx="4085">
                        <c:v>4085</c:v>
                      </c:pt>
                      <c:pt idx="4086">
                        <c:v>4086</c:v>
                      </c:pt>
                      <c:pt idx="4087">
                        <c:v>4087</c:v>
                      </c:pt>
                      <c:pt idx="4088">
                        <c:v>4088</c:v>
                      </c:pt>
                      <c:pt idx="4089">
                        <c:v>4089</c:v>
                      </c:pt>
                      <c:pt idx="4090">
                        <c:v>4090</c:v>
                      </c:pt>
                      <c:pt idx="4091">
                        <c:v>4091</c:v>
                      </c:pt>
                      <c:pt idx="4092">
                        <c:v>4092</c:v>
                      </c:pt>
                      <c:pt idx="4093">
                        <c:v>4093</c:v>
                      </c:pt>
                      <c:pt idx="4094">
                        <c:v>4094</c:v>
                      </c:pt>
                      <c:pt idx="4095">
                        <c:v>4095</c:v>
                      </c:pt>
                      <c:pt idx="4096">
                        <c:v>4096</c:v>
                      </c:pt>
                      <c:pt idx="4097">
                        <c:v>4097</c:v>
                      </c:pt>
                      <c:pt idx="4098">
                        <c:v>4098</c:v>
                      </c:pt>
                      <c:pt idx="4099">
                        <c:v>4099</c:v>
                      </c:pt>
                      <c:pt idx="4100">
                        <c:v>4100</c:v>
                      </c:pt>
                      <c:pt idx="4101">
                        <c:v>4101</c:v>
                      </c:pt>
                      <c:pt idx="4102">
                        <c:v>4102</c:v>
                      </c:pt>
                      <c:pt idx="4103">
                        <c:v>4103</c:v>
                      </c:pt>
                      <c:pt idx="4104">
                        <c:v>4104</c:v>
                      </c:pt>
                      <c:pt idx="4105">
                        <c:v>4105</c:v>
                      </c:pt>
                      <c:pt idx="4106">
                        <c:v>4106</c:v>
                      </c:pt>
                      <c:pt idx="4107">
                        <c:v>4107</c:v>
                      </c:pt>
                      <c:pt idx="4108">
                        <c:v>4108</c:v>
                      </c:pt>
                      <c:pt idx="4109">
                        <c:v>4109</c:v>
                      </c:pt>
                      <c:pt idx="4110">
                        <c:v>4110</c:v>
                      </c:pt>
                      <c:pt idx="4111">
                        <c:v>4111</c:v>
                      </c:pt>
                      <c:pt idx="4112">
                        <c:v>4112</c:v>
                      </c:pt>
                      <c:pt idx="4113">
                        <c:v>4113</c:v>
                      </c:pt>
                      <c:pt idx="4114">
                        <c:v>4114</c:v>
                      </c:pt>
                      <c:pt idx="4115">
                        <c:v>4115</c:v>
                      </c:pt>
                      <c:pt idx="4116">
                        <c:v>4116</c:v>
                      </c:pt>
                      <c:pt idx="4117">
                        <c:v>4117</c:v>
                      </c:pt>
                      <c:pt idx="4118">
                        <c:v>4118</c:v>
                      </c:pt>
                      <c:pt idx="4119">
                        <c:v>4119</c:v>
                      </c:pt>
                      <c:pt idx="4120">
                        <c:v>4120</c:v>
                      </c:pt>
                      <c:pt idx="4121">
                        <c:v>4121</c:v>
                      </c:pt>
                      <c:pt idx="4122">
                        <c:v>4122</c:v>
                      </c:pt>
                      <c:pt idx="4123">
                        <c:v>4123</c:v>
                      </c:pt>
                      <c:pt idx="4124">
                        <c:v>4124</c:v>
                      </c:pt>
                      <c:pt idx="4125">
                        <c:v>4125</c:v>
                      </c:pt>
                      <c:pt idx="4126">
                        <c:v>4126</c:v>
                      </c:pt>
                      <c:pt idx="4127">
                        <c:v>4127</c:v>
                      </c:pt>
                      <c:pt idx="4128">
                        <c:v>4128</c:v>
                      </c:pt>
                      <c:pt idx="4129">
                        <c:v>4129</c:v>
                      </c:pt>
                      <c:pt idx="4130">
                        <c:v>4130</c:v>
                      </c:pt>
                      <c:pt idx="4131">
                        <c:v>4131</c:v>
                      </c:pt>
                      <c:pt idx="4132">
                        <c:v>4132</c:v>
                      </c:pt>
                      <c:pt idx="4133">
                        <c:v>4133</c:v>
                      </c:pt>
                      <c:pt idx="4134">
                        <c:v>4134</c:v>
                      </c:pt>
                      <c:pt idx="4135">
                        <c:v>4135</c:v>
                      </c:pt>
                      <c:pt idx="4136">
                        <c:v>4136</c:v>
                      </c:pt>
                      <c:pt idx="4137">
                        <c:v>4137</c:v>
                      </c:pt>
                      <c:pt idx="4138">
                        <c:v>4138</c:v>
                      </c:pt>
                      <c:pt idx="4139">
                        <c:v>4139</c:v>
                      </c:pt>
                      <c:pt idx="4140">
                        <c:v>4140</c:v>
                      </c:pt>
                      <c:pt idx="4141">
                        <c:v>4141</c:v>
                      </c:pt>
                      <c:pt idx="4142">
                        <c:v>4142</c:v>
                      </c:pt>
                      <c:pt idx="4143">
                        <c:v>4143</c:v>
                      </c:pt>
                      <c:pt idx="4144">
                        <c:v>4144</c:v>
                      </c:pt>
                      <c:pt idx="4145">
                        <c:v>4145</c:v>
                      </c:pt>
                      <c:pt idx="4146">
                        <c:v>4146</c:v>
                      </c:pt>
                      <c:pt idx="4147">
                        <c:v>4147</c:v>
                      </c:pt>
                      <c:pt idx="4148">
                        <c:v>4148</c:v>
                      </c:pt>
                      <c:pt idx="4149">
                        <c:v>4149</c:v>
                      </c:pt>
                      <c:pt idx="4150">
                        <c:v>4150</c:v>
                      </c:pt>
                      <c:pt idx="4151">
                        <c:v>4151</c:v>
                      </c:pt>
                      <c:pt idx="4152">
                        <c:v>4152</c:v>
                      </c:pt>
                      <c:pt idx="4153">
                        <c:v>4153</c:v>
                      </c:pt>
                      <c:pt idx="4154">
                        <c:v>4154</c:v>
                      </c:pt>
                      <c:pt idx="4155">
                        <c:v>4155</c:v>
                      </c:pt>
                      <c:pt idx="4156">
                        <c:v>4156</c:v>
                      </c:pt>
                      <c:pt idx="4157">
                        <c:v>4157</c:v>
                      </c:pt>
                      <c:pt idx="4158">
                        <c:v>4158</c:v>
                      </c:pt>
                      <c:pt idx="4159">
                        <c:v>4159</c:v>
                      </c:pt>
                      <c:pt idx="4160">
                        <c:v>4160</c:v>
                      </c:pt>
                      <c:pt idx="4161">
                        <c:v>4161</c:v>
                      </c:pt>
                      <c:pt idx="4162">
                        <c:v>4162</c:v>
                      </c:pt>
                      <c:pt idx="4163">
                        <c:v>4163</c:v>
                      </c:pt>
                      <c:pt idx="4164">
                        <c:v>4164</c:v>
                      </c:pt>
                      <c:pt idx="4165">
                        <c:v>4165</c:v>
                      </c:pt>
                      <c:pt idx="4166">
                        <c:v>4166</c:v>
                      </c:pt>
                      <c:pt idx="4167">
                        <c:v>4167</c:v>
                      </c:pt>
                      <c:pt idx="4168">
                        <c:v>4168</c:v>
                      </c:pt>
                      <c:pt idx="4169">
                        <c:v>4169</c:v>
                      </c:pt>
                      <c:pt idx="4170">
                        <c:v>4170</c:v>
                      </c:pt>
                      <c:pt idx="4171">
                        <c:v>4171</c:v>
                      </c:pt>
                      <c:pt idx="4172">
                        <c:v>4172</c:v>
                      </c:pt>
                      <c:pt idx="4173">
                        <c:v>4173</c:v>
                      </c:pt>
                      <c:pt idx="4174">
                        <c:v>4174</c:v>
                      </c:pt>
                      <c:pt idx="4175">
                        <c:v>4175</c:v>
                      </c:pt>
                      <c:pt idx="4176">
                        <c:v>4176</c:v>
                      </c:pt>
                      <c:pt idx="4177">
                        <c:v>4177</c:v>
                      </c:pt>
                      <c:pt idx="4178">
                        <c:v>4178</c:v>
                      </c:pt>
                      <c:pt idx="4179">
                        <c:v>4179</c:v>
                      </c:pt>
                      <c:pt idx="4180">
                        <c:v>4180</c:v>
                      </c:pt>
                      <c:pt idx="4181">
                        <c:v>4181</c:v>
                      </c:pt>
                      <c:pt idx="4182">
                        <c:v>4182</c:v>
                      </c:pt>
                      <c:pt idx="4183">
                        <c:v>4183</c:v>
                      </c:pt>
                      <c:pt idx="4184">
                        <c:v>4184</c:v>
                      </c:pt>
                      <c:pt idx="4185">
                        <c:v>4185</c:v>
                      </c:pt>
                      <c:pt idx="4186">
                        <c:v>4186</c:v>
                      </c:pt>
                      <c:pt idx="4187">
                        <c:v>4187</c:v>
                      </c:pt>
                      <c:pt idx="4188">
                        <c:v>4188</c:v>
                      </c:pt>
                      <c:pt idx="4189">
                        <c:v>4189</c:v>
                      </c:pt>
                      <c:pt idx="4190">
                        <c:v>4190</c:v>
                      </c:pt>
                      <c:pt idx="4191">
                        <c:v>4191</c:v>
                      </c:pt>
                      <c:pt idx="4192">
                        <c:v>4192</c:v>
                      </c:pt>
                      <c:pt idx="4193">
                        <c:v>4193</c:v>
                      </c:pt>
                      <c:pt idx="4194">
                        <c:v>4194</c:v>
                      </c:pt>
                      <c:pt idx="4195">
                        <c:v>4195</c:v>
                      </c:pt>
                      <c:pt idx="4196">
                        <c:v>4196</c:v>
                      </c:pt>
                      <c:pt idx="4197">
                        <c:v>4197</c:v>
                      </c:pt>
                      <c:pt idx="4198">
                        <c:v>4198</c:v>
                      </c:pt>
                      <c:pt idx="4199">
                        <c:v>4199</c:v>
                      </c:pt>
                      <c:pt idx="4200">
                        <c:v>4200</c:v>
                      </c:pt>
                      <c:pt idx="4201">
                        <c:v>4201</c:v>
                      </c:pt>
                      <c:pt idx="4202">
                        <c:v>4202</c:v>
                      </c:pt>
                      <c:pt idx="4203">
                        <c:v>4203</c:v>
                      </c:pt>
                      <c:pt idx="4204">
                        <c:v>4204</c:v>
                      </c:pt>
                      <c:pt idx="4205">
                        <c:v>4205</c:v>
                      </c:pt>
                      <c:pt idx="4206">
                        <c:v>4206</c:v>
                      </c:pt>
                      <c:pt idx="4207">
                        <c:v>4207</c:v>
                      </c:pt>
                      <c:pt idx="4208">
                        <c:v>4208</c:v>
                      </c:pt>
                      <c:pt idx="4209">
                        <c:v>4209</c:v>
                      </c:pt>
                      <c:pt idx="4210">
                        <c:v>4210</c:v>
                      </c:pt>
                      <c:pt idx="4211">
                        <c:v>4211</c:v>
                      </c:pt>
                      <c:pt idx="4212">
                        <c:v>4212</c:v>
                      </c:pt>
                      <c:pt idx="4213">
                        <c:v>4213</c:v>
                      </c:pt>
                      <c:pt idx="4214">
                        <c:v>4214</c:v>
                      </c:pt>
                      <c:pt idx="4215">
                        <c:v>4215</c:v>
                      </c:pt>
                      <c:pt idx="4216">
                        <c:v>4216</c:v>
                      </c:pt>
                      <c:pt idx="4217">
                        <c:v>4217</c:v>
                      </c:pt>
                      <c:pt idx="4218">
                        <c:v>4218</c:v>
                      </c:pt>
                      <c:pt idx="4219">
                        <c:v>4219</c:v>
                      </c:pt>
                      <c:pt idx="4220">
                        <c:v>4220</c:v>
                      </c:pt>
                      <c:pt idx="4221">
                        <c:v>4221</c:v>
                      </c:pt>
                      <c:pt idx="4222">
                        <c:v>4222</c:v>
                      </c:pt>
                      <c:pt idx="4223">
                        <c:v>4223</c:v>
                      </c:pt>
                      <c:pt idx="4224">
                        <c:v>4224</c:v>
                      </c:pt>
                      <c:pt idx="4225">
                        <c:v>4225</c:v>
                      </c:pt>
                      <c:pt idx="4226">
                        <c:v>4226</c:v>
                      </c:pt>
                      <c:pt idx="4227">
                        <c:v>4227</c:v>
                      </c:pt>
                      <c:pt idx="4228">
                        <c:v>4228</c:v>
                      </c:pt>
                      <c:pt idx="4229">
                        <c:v>4229</c:v>
                      </c:pt>
                      <c:pt idx="4230">
                        <c:v>4230</c:v>
                      </c:pt>
                      <c:pt idx="4231">
                        <c:v>4231</c:v>
                      </c:pt>
                      <c:pt idx="4232">
                        <c:v>4232</c:v>
                      </c:pt>
                      <c:pt idx="4233">
                        <c:v>4233</c:v>
                      </c:pt>
                      <c:pt idx="4234">
                        <c:v>4234</c:v>
                      </c:pt>
                      <c:pt idx="4235">
                        <c:v>4235</c:v>
                      </c:pt>
                      <c:pt idx="4236">
                        <c:v>4236</c:v>
                      </c:pt>
                      <c:pt idx="4237">
                        <c:v>4237</c:v>
                      </c:pt>
                      <c:pt idx="4238">
                        <c:v>4238</c:v>
                      </c:pt>
                      <c:pt idx="4239">
                        <c:v>4239</c:v>
                      </c:pt>
                      <c:pt idx="4240">
                        <c:v>4240</c:v>
                      </c:pt>
                      <c:pt idx="4241">
                        <c:v>4241</c:v>
                      </c:pt>
                      <c:pt idx="4242">
                        <c:v>4242</c:v>
                      </c:pt>
                      <c:pt idx="4243">
                        <c:v>4243</c:v>
                      </c:pt>
                      <c:pt idx="4244">
                        <c:v>4244</c:v>
                      </c:pt>
                      <c:pt idx="4245">
                        <c:v>4245</c:v>
                      </c:pt>
                      <c:pt idx="4246">
                        <c:v>4246</c:v>
                      </c:pt>
                      <c:pt idx="4247">
                        <c:v>4247</c:v>
                      </c:pt>
                      <c:pt idx="4248">
                        <c:v>4248</c:v>
                      </c:pt>
                      <c:pt idx="4249">
                        <c:v>4249</c:v>
                      </c:pt>
                      <c:pt idx="4250">
                        <c:v>4250</c:v>
                      </c:pt>
                      <c:pt idx="4251">
                        <c:v>4251</c:v>
                      </c:pt>
                      <c:pt idx="4252">
                        <c:v>4252</c:v>
                      </c:pt>
                      <c:pt idx="4253">
                        <c:v>4253</c:v>
                      </c:pt>
                      <c:pt idx="4254">
                        <c:v>4254</c:v>
                      </c:pt>
                      <c:pt idx="4255">
                        <c:v>4255</c:v>
                      </c:pt>
                      <c:pt idx="4256">
                        <c:v>4256</c:v>
                      </c:pt>
                      <c:pt idx="4257">
                        <c:v>4257</c:v>
                      </c:pt>
                      <c:pt idx="4258">
                        <c:v>4258</c:v>
                      </c:pt>
                      <c:pt idx="4259">
                        <c:v>4259</c:v>
                      </c:pt>
                      <c:pt idx="4260">
                        <c:v>4260</c:v>
                      </c:pt>
                      <c:pt idx="4261">
                        <c:v>4261</c:v>
                      </c:pt>
                      <c:pt idx="4262">
                        <c:v>4262</c:v>
                      </c:pt>
                      <c:pt idx="4263">
                        <c:v>4263</c:v>
                      </c:pt>
                      <c:pt idx="4264">
                        <c:v>4264</c:v>
                      </c:pt>
                      <c:pt idx="4265">
                        <c:v>4265</c:v>
                      </c:pt>
                      <c:pt idx="4266">
                        <c:v>4266</c:v>
                      </c:pt>
                      <c:pt idx="4267">
                        <c:v>4267</c:v>
                      </c:pt>
                      <c:pt idx="4268">
                        <c:v>4268</c:v>
                      </c:pt>
                      <c:pt idx="4269">
                        <c:v>4269</c:v>
                      </c:pt>
                      <c:pt idx="4270">
                        <c:v>4270</c:v>
                      </c:pt>
                      <c:pt idx="4271">
                        <c:v>4271</c:v>
                      </c:pt>
                      <c:pt idx="4272">
                        <c:v>4272</c:v>
                      </c:pt>
                      <c:pt idx="4273">
                        <c:v>4273</c:v>
                      </c:pt>
                      <c:pt idx="4274">
                        <c:v>4274</c:v>
                      </c:pt>
                      <c:pt idx="4275">
                        <c:v>4275</c:v>
                      </c:pt>
                      <c:pt idx="4276">
                        <c:v>4276</c:v>
                      </c:pt>
                      <c:pt idx="4277">
                        <c:v>4277</c:v>
                      </c:pt>
                      <c:pt idx="4278">
                        <c:v>4278</c:v>
                      </c:pt>
                      <c:pt idx="4279">
                        <c:v>4279</c:v>
                      </c:pt>
                      <c:pt idx="4280">
                        <c:v>4280</c:v>
                      </c:pt>
                      <c:pt idx="4281">
                        <c:v>4281</c:v>
                      </c:pt>
                      <c:pt idx="4282">
                        <c:v>4282</c:v>
                      </c:pt>
                      <c:pt idx="4283">
                        <c:v>4283</c:v>
                      </c:pt>
                      <c:pt idx="4284">
                        <c:v>4284</c:v>
                      </c:pt>
                      <c:pt idx="4285">
                        <c:v>4285</c:v>
                      </c:pt>
                      <c:pt idx="4286">
                        <c:v>4286</c:v>
                      </c:pt>
                      <c:pt idx="4287">
                        <c:v>4287</c:v>
                      </c:pt>
                      <c:pt idx="4288">
                        <c:v>4288</c:v>
                      </c:pt>
                      <c:pt idx="4289">
                        <c:v>4289</c:v>
                      </c:pt>
                      <c:pt idx="4290">
                        <c:v>4290</c:v>
                      </c:pt>
                      <c:pt idx="4291">
                        <c:v>4291</c:v>
                      </c:pt>
                      <c:pt idx="4292">
                        <c:v>4292</c:v>
                      </c:pt>
                      <c:pt idx="4293">
                        <c:v>4293</c:v>
                      </c:pt>
                      <c:pt idx="4294">
                        <c:v>4294</c:v>
                      </c:pt>
                      <c:pt idx="4295">
                        <c:v>4295</c:v>
                      </c:pt>
                      <c:pt idx="4296">
                        <c:v>4296</c:v>
                      </c:pt>
                      <c:pt idx="4297">
                        <c:v>4297</c:v>
                      </c:pt>
                      <c:pt idx="4298">
                        <c:v>4298</c:v>
                      </c:pt>
                      <c:pt idx="4299">
                        <c:v>4299</c:v>
                      </c:pt>
                      <c:pt idx="4300">
                        <c:v>4300</c:v>
                      </c:pt>
                      <c:pt idx="4301">
                        <c:v>4301</c:v>
                      </c:pt>
                      <c:pt idx="4302">
                        <c:v>4302</c:v>
                      </c:pt>
                      <c:pt idx="4303">
                        <c:v>4303</c:v>
                      </c:pt>
                      <c:pt idx="4304">
                        <c:v>4304</c:v>
                      </c:pt>
                      <c:pt idx="4305">
                        <c:v>4305</c:v>
                      </c:pt>
                      <c:pt idx="4306">
                        <c:v>4306</c:v>
                      </c:pt>
                      <c:pt idx="4307">
                        <c:v>4307</c:v>
                      </c:pt>
                      <c:pt idx="4308">
                        <c:v>4308</c:v>
                      </c:pt>
                      <c:pt idx="4309">
                        <c:v>4309</c:v>
                      </c:pt>
                      <c:pt idx="4310">
                        <c:v>4310</c:v>
                      </c:pt>
                      <c:pt idx="4311">
                        <c:v>4311</c:v>
                      </c:pt>
                      <c:pt idx="4312">
                        <c:v>4312</c:v>
                      </c:pt>
                      <c:pt idx="4313">
                        <c:v>4313</c:v>
                      </c:pt>
                      <c:pt idx="4314">
                        <c:v>4314</c:v>
                      </c:pt>
                      <c:pt idx="4315">
                        <c:v>4315</c:v>
                      </c:pt>
                      <c:pt idx="4316">
                        <c:v>4316</c:v>
                      </c:pt>
                      <c:pt idx="4317">
                        <c:v>4317</c:v>
                      </c:pt>
                      <c:pt idx="4318">
                        <c:v>4318</c:v>
                      </c:pt>
                      <c:pt idx="4319">
                        <c:v>4319</c:v>
                      </c:pt>
                      <c:pt idx="4320">
                        <c:v>4320</c:v>
                      </c:pt>
                      <c:pt idx="4321">
                        <c:v>4321</c:v>
                      </c:pt>
                      <c:pt idx="4322">
                        <c:v>4322</c:v>
                      </c:pt>
                      <c:pt idx="4323">
                        <c:v>4323</c:v>
                      </c:pt>
                      <c:pt idx="4324">
                        <c:v>4324</c:v>
                      </c:pt>
                      <c:pt idx="4325">
                        <c:v>4325</c:v>
                      </c:pt>
                      <c:pt idx="4326">
                        <c:v>4326</c:v>
                      </c:pt>
                      <c:pt idx="4327">
                        <c:v>4327</c:v>
                      </c:pt>
                      <c:pt idx="4328">
                        <c:v>4328</c:v>
                      </c:pt>
                      <c:pt idx="4329">
                        <c:v>4329</c:v>
                      </c:pt>
                      <c:pt idx="4330">
                        <c:v>4330</c:v>
                      </c:pt>
                      <c:pt idx="4331">
                        <c:v>4331</c:v>
                      </c:pt>
                      <c:pt idx="4332">
                        <c:v>4332</c:v>
                      </c:pt>
                      <c:pt idx="4333">
                        <c:v>4333</c:v>
                      </c:pt>
                      <c:pt idx="4334">
                        <c:v>4334</c:v>
                      </c:pt>
                      <c:pt idx="4335">
                        <c:v>4335</c:v>
                      </c:pt>
                      <c:pt idx="4336">
                        <c:v>4336</c:v>
                      </c:pt>
                      <c:pt idx="4337">
                        <c:v>4337</c:v>
                      </c:pt>
                      <c:pt idx="4338">
                        <c:v>4338</c:v>
                      </c:pt>
                      <c:pt idx="4339">
                        <c:v>4339</c:v>
                      </c:pt>
                      <c:pt idx="4340">
                        <c:v>4340</c:v>
                      </c:pt>
                      <c:pt idx="4341">
                        <c:v>4341</c:v>
                      </c:pt>
                      <c:pt idx="4342">
                        <c:v>4342</c:v>
                      </c:pt>
                      <c:pt idx="4343">
                        <c:v>4343</c:v>
                      </c:pt>
                      <c:pt idx="4344">
                        <c:v>4344</c:v>
                      </c:pt>
                      <c:pt idx="4345">
                        <c:v>4345</c:v>
                      </c:pt>
                      <c:pt idx="4346">
                        <c:v>4346</c:v>
                      </c:pt>
                      <c:pt idx="4347">
                        <c:v>4347</c:v>
                      </c:pt>
                      <c:pt idx="4348">
                        <c:v>4348</c:v>
                      </c:pt>
                      <c:pt idx="4349">
                        <c:v>4349</c:v>
                      </c:pt>
                      <c:pt idx="4350">
                        <c:v>4350</c:v>
                      </c:pt>
                      <c:pt idx="4351">
                        <c:v>4351</c:v>
                      </c:pt>
                      <c:pt idx="4352">
                        <c:v>4352</c:v>
                      </c:pt>
                      <c:pt idx="4353">
                        <c:v>4353</c:v>
                      </c:pt>
                      <c:pt idx="4354">
                        <c:v>4354</c:v>
                      </c:pt>
                      <c:pt idx="4355">
                        <c:v>4355</c:v>
                      </c:pt>
                      <c:pt idx="4356">
                        <c:v>4356</c:v>
                      </c:pt>
                      <c:pt idx="4357">
                        <c:v>4357</c:v>
                      </c:pt>
                      <c:pt idx="4358">
                        <c:v>4358</c:v>
                      </c:pt>
                      <c:pt idx="4359">
                        <c:v>4359</c:v>
                      </c:pt>
                      <c:pt idx="4360">
                        <c:v>4360</c:v>
                      </c:pt>
                      <c:pt idx="4361">
                        <c:v>4361</c:v>
                      </c:pt>
                      <c:pt idx="4362">
                        <c:v>4362</c:v>
                      </c:pt>
                      <c:pt idx="4363">
                        <c:v>4363</c:v>
                      </c:pt>
                      <c:pt idx="4364">
                        <c:v>4364</c:v>
                      </c:pt>
                      <c:pt idx="4365">
                        <c:v>4365</c:v>
                      </c:pt>
                      <c:pt idx="4366">
                        <c:v>4366</c:v>
                      </c:pt>
                      <c:pt idx="4367">
                        <c:v>4367</c:v>
                      </c:pt>
                      <c:pt idx="4368">
                        <c:v>4368</c:v>
                      </c:pt>
                      <c:pt idx="4369">
                        <c:v>4369</c:v>
                      </c:pt>
                      <c:pt idx="4370">
                        <c:v>4370</c:v>
                      </c:pt>
                      <c:pt idx="4371">
                        <c:v>4371</c:v>
                      </c:pt>
                      <c:pt idx="4372">
                        <c:v>4372</c:v>
                      </c:pt>
                      <c:pt idx="4373">
                        <c:v>4373</c:v>
                      </c:pt>
                      <c:pt idx="4374">
                        <c:v>4374</c:v>
                      </c:pt>
                      <c:pt idx="4375">
                        <c:v>4375</c:v>
                      </c:pt>
                      <c:pt idx="4376">
                        <c:v>4376</c:v>
                      </c:pt>
                      <c:pt idx="4377">
                        <c:v>4377</c:v>
                      </c:pt>
                      <c:pt idx="4378">
                        <c:v>4378</c:v>
                      </c:pt>
                      <c:pt idx="4379">
                        <c:v>4379</c:v>
                      </c:pt>
                      <c:pt idx="4380">
                        <c:v>4380</c:v>
                      </c:pt>
                      <c:pt idx="4381">
                        <c:v>4381</c:v>
                      </c:pt>
                      <c:pt idx="4382">
                        <c:v>4382</c:v>
                      </c:pt>
                      <c:pt idx="4383">
                        <c:v>4383</c:v>
                      </c:pt>
                      <c:pt idx="4384">
                        <c:v>4384</c:v>
                      </c:pt>
                      <c:pt idx="4385">
                        <c:v>4385</c:v>
                      </c:pt>
                      <c:pt idx="4386">
                        <c:v>4386</c:v>
                      </c:pt>
                      <c:pt idx="4387">
                        <c:v>4387</c:v>
                      </c:pt>
                      <c:pt idx="4388">
                        <c:v>4388</c:v>
                      </c:pt>
                      <c:pt idx="4389">
                        <c:v>4389</c:v>
                      </c:pt>
                      <c:pt idx="4390">
                        <c:v>4390</c:v>
                      </c:pt>
                      <c:pt idx="4391">
                        <c:v>4391</c:v>
                      </c:pt>
                      <c:pt idx="4392">
                        <c:v>4392</c:v>
                      </c:pt>
                      <c:pt idx="4393">
                        <c:v>4393</c:v>
                      </c:pt>
                      <c:pt idx="4394">
                        <c:v>4394</c:v>
                      </c:pt>
                      <c:pt idx="4395">
                        <c:v>4395</c:v>
                      </c:pt>
                      <c:pt idx="4396">
                        <c:v>4396</c:v>
                      </c:pt>
                      <c:pt idx="4397">
                        <c:v>4397</c:v>
                      </c:pt>
                      <c:pt idx="4398">
                        <c:v>4398</c:v>
                      </c:pt>
                      <c:pt idx="4399">
                        <c:v>4399</c:v>
                      </c:pt>
                      <c:pt idx="4400">
                        <c:v>4400</c:v>
                      </c:pt>
                      <c:pt idx="4401">
                        <c:v>4401</c:v>
                      </c:pt>
                      <c:pt idx="4402">
                        <c:v>4402</c:v>
                      </c:pt>
                      <c:pt idx="4403">
                        <c:v>4403</c:v>
                      </c:pt>
                      <c:pt idx="4404">
                        <c:v>4404</c:v>
                      </c:pt>
                      <c:pt idx="4405">
                        <c:v>4405</c:v>
                      </c:pt>
                      <c:pt idx="4406">
                        <c:v>4406</c:v>
                      </c:pt>
                      <c:pt idx="4407">
                        <c:v>4407</c:v>
                      </c:pt>
                      <c:pt idx="4408">
                        <c:v>4408</c:v>
                      </c:pt>
                      <c:pt idx="4409">
                        <c:v>4409</c:v>
                      </c:pt>
                      <c:pt idx="4410">
                        <c:v>4410</c:v>
                      </c:pt>
                      <c:pt idx="4411">
                        <c:v>4411</c:v>
                      </c:pt>
                      <c:pt idx="4412">
                        <c:v>4412</c:v>
                      </c:pt>
                      <c:pt idx="4413">
                        <c:v>4413</c:v>
                      </c:pt>
                      <c:pt idx="4414">
                        <c:v>4414</c:v>
                      </c:pt>
                      <c:pt idx="4415">
                        <c:v>4415</c:v>
                      </c:pt>
                      <c:pt idx="4416">
                        <c:v>4416</c:v>
                      </c:pt>
                      <c:pt idx="4417">
                        <c:v>4417</c:v>
                      </c:pt>
                      <c:pt idx="4418">
                        <c:v>4418</c:v>
                      </c:pt>
                      <c:pt idx="4419">
                        <c:v>4419</c:v>
                      </c:pt>
                      <c:pt idx="4420">
                        <c:v>4420</c:v>
                      </c:pt>
                      <c:pt idx="4421">
                        <c:v>4421</c:v>
                      </c:pt>
                      <c:pt idx="4422">
                        <c:v>4422</c:v>
                      </c:pt>
                      <c:pt idx="4423">
                        <c:v>4423</c:v>
                      </c:pt>
                      <c:pt idx="4424">
                        <c:v>4424</c:v>
                      </c:pt>
                      <c:pt idx="4425">
                        <c:v>4425</c:v>
                      </c:pt>
                      <c:pt idx="4426">
                        <c:v>4426</c:v>
                      </c:pt>
                      <c:pt idx="4427">
                        <c:v>4427</c:v>
                      </c:pt>
                      <c:pt idx="4428">
                        <c:v>4428</c:v>
                      </c:pt>
                      <c:pt idx="4429">
                        <c:v>4429</c:v>
                      </c:pt>
                      <c:pt idx="4430">
                        <c:v>4430</c:v>
                      </c:pt>
                      <c:pt idx="4431">
                        <c:v>4431</c:v>
                      </c:pt>
                      <c:pt idx="4432">
                        <c:v>4432</c:v>
                      </c:pt>
                      <c:pt idx="4433">
                        <c:v>4433</c:v>
                      </c:pt>
                      <c:pt idx="4434">
                        <c:v>4434</c:v>
                      </c:pt>
                      <c:pt idx="4435">
                        <c:v>4435</c:v>
                      </c:pt>
                      <c:pt idx="4436">
                        <c:v>4436</c:v>
                      </c:pt>
                      <c:pt idx="4437">
                        <c:v>4437</c:v>
                      </c:pt>
                      <c:pt idx="4438">
                        <c:v>4438</c:v>
                      </c:pt>
                      <c:pt idx="4439">
                        <c:v>4439</c:v>
                      </c:pt>
                      <c:pt idx="4440">
                        <c:v>4440</c:v>
                      </c:pt>
                      <c:pt idx="4441">
                        <c:v>4441</c:v>
                      </c:pt>
                      <c:pt idx="4442">
                        <c:v>4442</c:v>
                      </c:pt>
                      <c:pt idx="4443">
                        <c:v>4443</c:v>
                      </c:pt>
                      <c:pt idx="4444">
                        <c:v>4444</c:v>
                      </c:pt>
                      <c:pt idx="4445">
                        <c:v>4445</c:v>
                      </c:pt>
                      <c:pt idx="4446">
                        <c:v>4446</c:v>
                      </c:pt>
                      <c:pt idx="4447">
                        <c:v>4447</c:v>
                      </c:pt>
                      <c:pt idx="4448">
                        <c:v>4448</c:v>
                      </c:pt>
                      <c:pt idx="4449">
                        <c:v>4449</c:v>
                      </c:pt>
                      <c:pt idx="4450">
                        <c:v>4450</c:v>
                      </c:pt>
                      <c:pt idx="4451">
                        <c:v>4451</c:v>
                      </c:pt>
                      <c:pt idx="4452">
                        <c:v>4452</c:v>
                      </c:pt>
                      <c:pt idx="4453">
                        <c:v>4453</c:v>
                      </c:pt>
                      <c:pt idx="4454">
                        <c:v>4454</c:v>
                      </c:pt>
                      <c:pt idx="4455">
                        <c:v>4455</c:v>
                      </c:pt>
                      <c:pt idx="4456">
                        <c:v>4456</c:v>
                      </c:pt>
                      <c:pt idx="4457">
                        <c:v>4457</c:v>
                      </c:pt>
                      <c:pt idx="4458">
                        <c:v>4458</c:v>
                      </c:pt>
                      <c:pt idx="4459">
                        <c:v>4459</c:v>
                      </c:pt>
                      <c:pt idx="4460">
                        <c:v>4460</c:v>
                      </c:pt>
                      <c:pt idx="4461">
                        <c:v>4461</c:v>
                      </c:pt>
                      <c:pt idx="4462">
                        <c:v>4462</c:v>
                      </c:pt>
                      <c:pt idx="4463">
                        <c:v>4463</c:v>
                      </c:pt>
                      <c:pt idx="4464">
                        <c:v>4464</c:v>
                      </c:pt>
                      <c:pt idx="4465">
                        <c:v>4465</c:v>
                      </c:pt>
                      <c:pt idx="4466">
                        <c:v>4466</c:v>
                      </c:pt>
                      <c:pt idx="4467">
                        <c:v>4467</c:v>
                      </c:pt>
                      <c:pt idx="4468">
                        <c:v>4468</c:v>
                      </c:pt>
                      <c:pt idx="4469">
                        <c:v>4469</c:v>
                      </c:pt>
                      <c:pt idx="4470">
                        <c:v>4470</c:v>
                      </c:pt>
                      <c:pt idx="4471">
                        <c:v>4471</c:v>
                      </c:pt>
                      <c:pt idx="4472">
                        <c:v>4472</c:v>
                      </c:pt>
                      <c:pt idx="4473">
                        <c:v>4473</c:v>
                      </c:pt>
                      <c:pt idx="4474">
                        <c:v>4474</c:v>
                      </c:pt>
                      <c:pt idx="4475">
                        <c:v>4475</c:v>
                      </c:pt>
                      <c:pt idx="4476">
                        <c:v>4476</c:v>
                      </c:pt>
                      <c:pt idx="4477">
                        <c:v>4477</c:v>
                      </c:pt>
                      <c:pt idx="4478">
                        <c:v>4478</c:v>
                      </c:pt>
                      <c:pt idx="4479">
                        <c:v>4479</c:v>
                      </c:pt>
                      <c:pt idx="4480">
                        <c:v>4480</c:v>
                      </c:pt>
                      <c:pt idx="4481">
                        <c:v>4481</c:v>
                      </c:pt>
                      <c:pt idx="4482">
                        <c:v>4482</c:v>
                      </c:pt>
                      <c:pt idx="4483">
                        <c:v>4483</c:v>
                      </c:pt>
                      <c:pt idx="4484">
                        <c:v>4484</c:v>
                      </c:pt>
                      <c:pt idx="4485">
                        <c:v>4485</c:v>
                      </c:pt>
                      <c:pt idx="4486">
                        <c:v>4486</c:v>
                      </c:pt>
                      <c:pt idx="4487">
                        <c:v>4487</c:v>
                      </c:pt>
                      <c:pt idx="4488">
                        <c:v>4488</c:v>
                      </c:pt>
                      <c:pt idx="4489">
                        <c:v>4489</c:v>
                      </c:pt>
                      <c:pt idx="4490">
                        <c:v>4490</c:v>
                      </c:pt>
                      <c:pt idx="4491">
                        <c:v>4491</c:v>
                      </c:pt>
                      <c:pt idx="4492">
                        <c:v>4492</c:v>
                      </c:pt>
                      <c:pt idx="4493">
                        <c:v>4493</c:v>
                      </c:pt>
                      <c:pt idx="4494">
                        <c:v>4494</c:v>
                      </c:pt>
                      <c:pt idx="4495">
                        <c:v>4495</c:v>
                      </c:pt>
                      <c:pt idx="4496">
                        <c:v>4496</c:v>
                      </c:pt>
                      <c:pt idx="4497">
                        <c:v>4497</c:v>
                      </c:pt>
                      <c:pt idx="4498">
                        <c:v>4498</c:v>
                      </c:pt>
                      <c:pt idx="4499">
                        <c:v>4499</c:v>
                      </c:pt>
                      <c:pt idx="4500">
                        <c:v>4500</c:v>
                      </c:pt>
                      <c:pt idx="4501">
                        <c:v>4501</c:v>
                      </c:pt>
                      <c:pt idx="4502">
                        <c:v>4502</c:v>
                      </c:pt>
                      <c:pt idx="4503">
                        <c:v>4503</c:v>
                      </c:pt>
                      <c:pt idx="4504">
                        <c:v>4504</c:v>
                      </c:pt>
                      <c:pt idx="4505">
                        <c:v>4505</c:v>
                      </c:pt>
                      <c:pt idx="4506">
                        <c:v>4506</c:v>
                      </c:pt>
                      <c:pt idx="4507">
                        <c:v>4507</c:v>
                      </c:pt>
                      <c:pt idx="4508">
                        <c:v>4508</c:v>
                      </c:pt>
                      <c:pt idx="4509">
                        <c:v>4509</c:v>
                      </c:pt>
                      <c:pt idx="4510">
                        <c:v>4510</c:v>
                      </c:pt>
                      <c:pt idx="4511">
                        <c:v>4511</c:v>
                      </c:pt>
                      <c:pt idx="4512">
                        <c:v>4512</c:v>
                      </c:pt>
                      <c:pt idx="4513">
                        <c:v>4513</c:v>
                      </c:pt>
                      <c:pt idx="4514">
                        <c:v>4514</c:v>
                      </c:pt>
                      <c:pt idx="4515">
                        <c:v>4515</c:v>
                      </c:pt>
                      <c:pt idx="4516">
                        <c:v>4516</c:v>
                      </c:pt>
                      <c:pt idx="4517">
                        <c:v>4517</c:v>
                      </c:pt>
                      <c:pt idx="4518">
                        <c:v>4518</c:v>
                      </c:pt>
                      <c:pt idx="4519">
                        <c:v>4519</c:v>
                      </c:pt>
                      <c:pt idx="4520">
                        <c:v>4520</c:v>
                      </c:pt>
                      <c:pt idx="4521">
                        <c:v>4521</c:v>
                      </c:pt>
                      <c:pt idx="4522">
                        <c:v>4522</c:v>
                      </c:pt>
                      <c:pt idx="4523">
                        <c:v>4523</c:v>
                      </c:pt>
                      <c:pt idx="4524">
                        <c:v>4524</c:v>
                      </c:pt>
                      <c:pt idx="4525">
                        <c:v>4525</c:v>
                      </c:pt>
                      <c:pt idx="4526">
                        <c:v>4526</c:v>
                      </c:pt>
                      <c:pt idx="4527">
                        <c:v>4527</c:v>
                      </c:pt>
                      <c:pt idx="4528">
                        <c:v>4528</c:v>
                      </c:pt>
                      <c:pt idx="4529">
                        <c:v>4529</c:v>
                      </c:pt>
                      <c:pt idx="4530">
                        <c:v>4530</c:v>
                      </c:pt>
                      <c:pt idx="4531">
                        <c:v>4531</c:v>
                      </c:pt>
                      <c:pt idx="4532">
                        <c:v>4532</c:v>
                      </c:pt>
                      <c:pt idx="4533">
                        <c:v>4533</c:v>
                      </c:pt>
                      <c:pt idx="4534">
                        <c:v>4534</c:v>
                      </c:pt>
                      <c:pt idx="4535">
                        <c:v>4535</c:v>
                      </c:pt>
                      <c:pt idx="4536">
                        <c:v>4536</c:v>
                      </c:pt>
                      <c:pt idx="4537">
                        <c:v>4537</c:v>
                      </c:pt>
                      <c:pt idx="4538">
                        <c:v>4538</c:v>
                      </c:pt>
                      <c:pt idx="4539">
                        <c:v>4539</c:v>
                      </c:pt>
                      <c:pt idx="4540">
                        <c:v>4540</c:v>
                      </c:pt>
                      <c:pt idx="4541">
                        <c:v>4541</c:v>
                      </c:pt>
                      <c:pt idx="4542">
                        <c:v>4542</c:v>
                      </c:pt>
                      <c:pt idx="4543">
                        <c:v>4543</c:v>
                      </c:pt>
                      <c:pt idx="4544">
                        <c:v>4544</c:v>
                      </c:pt>
                      <c:pt idx="4545">
                        <c:v>4545</c:v>
                      </c:pt>
                      <c:pt idx="4546">
                        <c:v>4546</c:v>
                      </c:pt>
                      <c:pt idx="4547">
                        <c:v>4547</c:v>
                      </c:pt>
                      <c:pt idx="4548">
                        <c:v>4548</c:v>
                      </c:pt>
                      <c:pt idx="4549">
                        <c:v>4549</c:v>
                      </c:pt>
                      <c:pt idx="4550">
                        <c:v>4550</c:v>
                      </c:pt>
                      <c:pt idx="4551">
                        <c:v>4551</c:v>
                      </c:pt>
                      <c:pt idx="4552">
                        <c:v>4552</c:v>
                      </c:pt>
                      <c:pt idx="4553">
                        <c:v>4553</c:v>
                      </c:pt>
                      <c:pt idx="4554">
                        <c:v>4554</c:v>
                      </c:pt>
                      <c:pt idx="4555">
                        <c:v>4555</c:v>
                      </c:pt>
                      <c:pt idx="4556">
                        <c:v>4556</c:v>
                      </c:pt>
                      <c:pt idx="4557">
                        <c:v>4557</c:v>
                      </c:pt>
                      <c:pt idx="4558">
                        <c:v>4558</c:v>
                      </c:pt>
                      <c:pt idx="4559">
                        <c:v>4559</c:v>
                      </c:pt>
                      <c:pt idx="4560">
                        <c:v>4560</c:v>
                      </c:pt>
                      <c:pt idx="4561">
                        <c:v>4561</c:v>
                      </c:pt>
                      <c:pt idx="4562">
                        <c:v>4562</c:v>
                      </c:pt>
                      <c:pt idx="4563">
                        <c:v>4563</c:v>
                      </c:pt>
                      <c:pt idx="4564">
                        <c:v>4564</c:v>
                      </c:pt>
                      <c:pt idx="4565">
                        <c:v>4565</c:v>
                      </c:pt>
                      <c:pt idx="4566">
                        <c:v>4566</c:v>
                      </c:pt>
                      <c:pt idx="4567">
                        <c:v>4567</c:v>
                      </c:pt>
                      <c:pt idx="4568">
                        <c:v>4568</c:v>
                      </c:pt>
                      <c:pt idx="4569">
                        <c:v>4569</c:v>
                      </c:pt>
                      <c:pt idx="4570">
                        <c:v>4570</c:v>
                      </c:pt>
                      <c:pt idx="4571">
                        <c:v>4571</c:v>
                      </c:pt>
                      <c:pt idx="4572">
                        <c:v>4572</c:v>
                      </c:pt>
                      <c:pt idx="4573">
                        <c:v>4573</c:v>
                      </c:pt>
                      <c:pt idx="4574">
                        <c:v>4574</c:v>
                      </c:pt>
                      <c:pt idx="4575">
                        <c:v>4575</c:v>
                      </c:pt>
                      <c:pt idx="4576">
                        <c:v>4576</c:v>
                      </c:pt>
                      <c:pt idx="4577">
                        <c:v>4577</c:v>
                      </c:pt>
                      <c:pt idx="4578">
                        <c:v>4578</c:v>
                      </c:pt>
                      <c:pt idx="4579">
                        <c:v>4579</c:v>
                      </c:pt>
                      <c:pt idx="4580">
                        <c:v>4580</c:v>
                      </c:pt>
                      <c:pt idx="4581">
                        <c:v>4581</c:v>
                      </c:pt>
                      <c:pt idx="4582">
                        <c:v>4582</c:v>
                      </c:pt>
                      <c:pt idx="4583">
                        <c:v>4583</c:v>
                      </c:pt>
                      <c:pt idx="4584">
                        <c:v>4584</c:v>
                      </c:pt>
                      <c:pt idx="4585">
                        <c:v>4585</c:v>
                      </c:pt>
                      <c:pt idx="4586">
                        <c:v>4586</c:v>
                      </c:pt>
                      <c:pt idx="4587">
                        <c:v>4587</c:v>
                      </c:pt>
                      <c:pt idx="4588">
                        <c:v>4588</c:v>
                      </c:pt>
                      <c:pt idx="4589">
                        <c:v>4589</c:v>
                      </c:pt>
                      <c:pt idx="4590">
                        <c:v>4590</c:v>
                      </c:pt>
                      <c:pt idx="4591">
                        <c:v>4591</c:v>
                      </c:pt>
                      <c:pt idx="4592">
                        <c:v>4592</c:v>
                      </c:pt>
                      <c:pt idx="4593">
                        <c:v>4593</c:v>
                      </c:pt>
                      <c:pt idx="4594">
                        <c:v>4594</c:v>
                      </c:pt>
                      <c:pt idx="4595">
                        <c:v>4595</c:v>
                      </c:pt>
                      <c:pt idx="4596">
                        <c:v>4596</c:v>
                      </c:pt>
                      <c:pt idx="4597">
                        <c:v>4597</c:v>
                      </c:pt>
                      <c:pt idx="4598">
                        <c:v>4598</c:v>
                      </c:pt>
                      <c:pt idx="4599">
                        <c:v>4599</c:v>
                      </c:pt>
                      <c:pt idx="4600">
                        <c:v>4600</c:v>
                      </c:pt>
                      <c:pt idx="4601">
                        <c:v>4601</c:v>
                      </c:pt>
                      <c:pt idx="4602">
                        <c:v>4602</c:v>
                      </c:pt>
                      <c:pt idx="4603">
                        <c:v>4603</c:v>
                      </c:pt>
                      <c:pt idx="4604">
                        <c:v>4604</c:v>
                      </c:pt>
                      <c:pt idx="4605">
                        <c:v>4605</c:v>
                      </c:pt>
                      <c:pt idx="4606">
                        <c:v>4606</c:v>
                      </c:pt>
                      <c:pt idx="4607">
                        <c:v>4607</c:v>
                      </c:pt>
                      <c:pt idx="4608">
                        <c:v>4608</c:v>
                      </c:pt>
                      <c:pt idx="4609">
                        <c:v>4609</c:v>
                      </c:pt>
                      <c:pt idx="4610">
                        <c:v>4610</c:v>
                      </c:pt>
                      <c:pt idx="4611">
                        <c:v>4611</c:v>
                      </c:pt>
                      <c:pt idx="4612">
                        <c:v>4612</c:v>
                      </c:pt>
                      <c:pt idx="4613">
                        <c:v>4613</c:v>
                      </c:pt>
                      <c:pt idx="4614">
                        <c:v>4614</c:v>
                      </c:pt>
                      <c:pt idx="4615">
                        <c:v>4615</c:v>
                      </c:pt>
                      <c:pt idx="4616">
                        <c:v>4616</c:v>
                      </c:pt>
                      <c:pt idx="4617">
                        <c:v>4617</c:v>
                      </c:pt>
                      <c:pt idx="4618">
                        <c:v>4618</c:v>
                      </c:pt>
                      <c:pt idx="4619">
                        <c:v>4619</c:v>
                      </c:pt>
                      <c:pt idx="4620">
                        <c:v>4620</c:v>
                      </c:pt>
                      <c:pt idx="4621">
                        <c:v>4621</c:v>
                      </c:pt>
                      <c:pt idx="4622">
                        <c:v>4622</c:v>
                      </c:pt>
                      <c:pt idx="4623">
                        <c:v>4623</c:v>
                      </c:pt>
                      <c:pt idx="4624">
                        <c:v>4624</c:v>
                      </c:pt>
                      <c:pt idx="4625">
                        <c:v>4625</c:v>
                      </c:pt>
                      <c:pt idx="4626">
                        <c:v>4626</c:v>
                      </c:pt>
                      <c:pt idx="4627">
                        <c:v>4627</c:v>
                      </c:pt>
                      <c:pt idx="4628">
                        <c:v>4628</c:v>
                      </c:pt>
                      <c:pt idx="4629">
                        <c:v>4629</c:v>
                      </c:pt>
                      <c:pt idx="4630">
                        <c:v>4630</c:v>
                      </c:pt>
                      <c:pt idx="4631">
                        <c:v>4631</c:v>
                      </c:pt>
                      <c:pt idx="4632">
                        <c:v>4632</c:v>
                      </c:pt>
                      <c:pt idx="4633">
                        <c:v>4633</c:v>
                      </c:pt>
                      <c:pt idx="4634">
                        <c:v>4634</c:v>
                      </c:pt>
                      <c:pt idx="4635">
                        <c:v>4635</c:v>
                      </c:pt>
                      <c:pt idx="4636">
                        <c:v>4636</c:v>
                      </c:pt>
                      <c:pt idx="4637">
                        <c:v>4637</c:v>
                      </c:pt>
                      <c:pt idx="4638">
                        <c:v>4638</c:v>
                      </c:pt>
                      <c:pt idx="4639">
                        <c:v>4639</c:v>
                      </c:pt>
                      <c:pt idx="4640">
                        <c:v>4640</c:v>
                      </c:pt>
                      <c:pt idx="4641">
                        <c:v>4641</c:v>
                      </c:pt>
                      <c:pt idx="4642">
                        <c:v>4642</c:v>
                      </c:pt>
                      <c:pt idx="4643">
                        <c:v>4643</c:v>
                      </c:pt>
                      <c:pt idx="4644">
                        <c:v>4644</c:v>
                      </c:pt>
                      <c:pt idx="4645">
                        <c:v>4645</c:v>
                      </c:pt>
                      <c:pt idx="4646">
                        <c:v>4646</c:v>
                      </c:pt>
                      <c:pt idx="4647">
                        <c:v>4647</c:v>
                      </c:pt>
                      <c:pt idx="4648">
                        <c:v>4648</c:v>
                      </c:pt>
                      <c:pt idx="4649">
                        <c:v>4649</c:v>
                      </c:pt>
                      <c:pt idx="4650">
                        <c:v>4650</c:v>
                      </c:pt>
                      <c:pt idx="4651">
                        <c:v>4651</c:v>
                      </c:pt>
                      <c:pt idx="4652">
                        <c:v>4652</c:v>
                      </c:pt>
                      <c:pt idx="4653">
                        <c:v>4653</c:v>
                      </c:pt>
                      <c:pt idx="4654">
                        <c:v>4654</c:v>
                      </c:pt>
                      <c:pt idx="4655">
                        <c:v>4655</c:v>
                      </c:pt>
                      <c:pt idx="4656">
                        <c:v>4656</c:v>
                      </c:pt>
                      <c:pt idx="4657">
                        <c:v>4657</c:v>
                      </c:pt>
                      <c:pt idx="4658">
                        <c:v>4658</c:v>
                      </c:pt>
                      <c:pt idx="4659">
                        <c:v>4659</c:v>
                      </c:pt>
                      <c:pt idx="4660">
                        <c:v>4660</c:v>
                      </c:pt>
                      <c:pt idx="4661">
                        <c:v>4661</c:v>
                      </c:pt>
                      <c:pt idx="4662">
                        <c:v>4662</c:v>
                      </c:pt>
                      <c:pt idx="4663">
                        <c:v>4663</c:v>
                      </c:pt>
                      <c:pt idx="4664">
                        <c:v>4664</c:v>
                      </c:pt>
                      <c:pt idx="4665">
                        <c:v>4665</c:v>
                      </c:pt>
                      <c:pt idx="4666">
                        <c:v>4666</c:v>
                      </c:pt>
                      <c:pt idx="4667">
                        <c:v>4667</c:v>
                      </c:pt>
                      <c:pt idx="4668">
                        <c:v>4668</c:v>
                      </c:pt>
                      <c:pt idx="4669">
                        <c:v>4669</c:v>
                      </c:pt>
                      <c:pt idx="4670">
                        <c:v>4670</c:v>
                      </c:pt>
                      <c:pt idx="4671">
                        <c:v>4671</c:v>
                      </c:pt>
                      <c:pt idx="4672">
                        <c:v>4672</c:v>
                      </c:pt>
                      <c:pt idx="4673">
                        <c:v>4673</c:v>
                      </c:pt>
                      <c:pt idx="4674">
                        <c:v>4674</c:v>
                      </c:pt>
                      <c:pt idx="4675">
                        <c:v>4675</c:v>
                      </c:pt>
                      <c:pt idx="4676">
                        <c:v>4676</c:v>
                      </c:pt>
                      <c:pt idx="4677">
                        <c:v>4677</c:v>
                      </c:pt>
                      <c:pt idx="4678">
                        <c:v>4678</c:v>
                      </c:pt>
                      <c:pt idx="4679">
                        <c:v>4679</c:v>
                      </c:pt>
                      <c:pt idx="4680">
                        <c:v>4680</c:v>
                      </c:pt>
                      <c:pt idx="4681">
                        <c:v>4681</c:v>
                      </c:pt>
                      <c:pt idx="4682">
                        <c:v>4682</c:v>
                      </c:pt>
                      <c:pt idx="4683">
                        <c:v>4683</c:v>
                      </c:pt>
                      <c:pt idx="4684">
                        <c:v>4684</c:v>
                      </c:pt>
                      <c:pt idx="4685">
                        <c:v>4685</c:v>
                      </c:pt>
                      <c:pt idx="4686">
                        <c:v>4686</c:v>
                      </c:pt>
                      <c:pt idx="4687">
                        <c:v>4687</c:v>
                      </c:pt>
                      <c:pt idx="4688">
                        <c:v>4688</c:v>
                      </c:pt>
                      <c:pt idx="4689">
                        <c:v>4689</c:v>
                      </c:pt>
                      <c:pt idx="4690">
                        <c:v>4690</c:v>
                      </c:pt>
                      <c:pt idx="4691">
                        <c:v>4691</c:v>
                      </c:pt>
                      <c:pt idx="4692">
                        <c:v>4692</c:v>
                      </c:pt>
                      <c:pt idx="4693">
                        <c:v>4693</c:v>
                      </c:pt>
                      <c:pt idx="4694">
                        <c:v>4694</c:v>
                      </c:pt>
                      <c:pt idx="4695">
                        <c:v>4695</c:v>
                      </c:pt>
                      <c:pt idx="4696">
                        <c:v>4696</c:v>
                      </c:pt>
                      <c:pt idx="4697">
                        <c:v>4697</c:v>
                      </c:pt>
                      <c:pt idx="4698">
                        <c:v>4698</c:v>
                      </c:pt>
                      <c:pt idx="4699">
                        <c:v>4699</c:v>
                      </c:pt>
                      <c:pt idx="4700">
                        <c:v>4700</c:v>
                      </c:pt>
                      <c:pt idx="4701">
                        <c:v>4701</c:v>
                      </c:pt>
                      <c:pt idx="4702">
                        <c:v>4702</c:v>
                      </c:pt>
                      <c:pt idx="4703">
                        <c:v>4703</c:v>
                      </c:pt>
                      <c:pt idx="4704">
                        <c:v>4704</c:v>
                      </c:pt>
                      <c:pt idx="4705">
                        <c:v>4705</c:v>
                      </c:pt>
                      <c:pt idx="4706">
                        <c:v>4706</c:v>
                      </c:pt>
                      <c:pt idx="4707">
                        <c:v>4707</c:v>
                      </c:pt>
                      <c:pt idx="4708">
                        <c:v>4708</c:v>
                      </c:pt>
                      <c:pt idx="4709">
                        <c:v>4709</c:v>
                      </c:pt>
                      <c:pt idx="4710">
                        <c:v>4710</c:v>
                      </c:pt>
                      <c:pt idx="4711">
                        <c:v>4711</c:v>
                      </c:pt>
                      <c:pt idx="4712">
                        <c:v>4712</c:v>
                      </c:pt>
                      <c:pt idx="4713">
                        <c:v>4713</c:v>
                      </c:pt>
                      <c:pt idx="4714">
                        <c:v>4714</c:v>
                      </c:pt>
                      <c:pt idx="4715">
                        <c:v>4715</c:v>
                      </c:pt>
                      <c:pt idx="4716">
                        <c:v>4716</c:v>
                      </c:pt>
                      <c:pt idx="4717">
                        <c:v>4717</c:v>
                      </c:pt>
                      <c:pt idx="4718">
                        <c:v>4718</c:v>
                      </c:pt>
                      <c:pt idx="4719">
                        <c:v>4719</c:v>
                      </c:pt>
                      <c:pt idx="4720">
                        <c:v>4720</c:v>
                      </c:pt>
                      <c:pt idx="4721">
                        <c:v>4721</c:v>
                      </c:pt>
                      <c:pt idx="4722">
                        <c:v>4722</c:v>
                      </c:pt>
                      <c:pt idx="4723">
                        <c:v>4723</c:v>
                      </c:pt>
                      <c:pt idx="4724">
                        <c:v>4724</c:v>
                      </c:pt>
                      <c:pt idx="4725">
                        <c:v>4725</c:v>
                      </c:pt>
                      <c:pt idx="4726">
                        <c:v>4726</c:v>
                      </c:pt>
                      <c:pt idx="4727">
                        <c:v>4727</c:v>
                      </c:pt>
                      <c:pt idx="4728">
                        <c:v>4728</c:v>
                      </c:pt>
                      <c:pt idx="4729">
                        <c:v>4729</c:v>
                      </c:pt>
                      <c:pt idx="4730">
                        <c:v>4730</c:v>
                      </c:pt>
                      <c:pt idx="4731">
                        <c:v>4731</c:v>
                      </c:pt>
                      <c:pt idx="4732">
                        <c:v>4732</c:v>
                      </c:pt>
                      <c:pt idx="4733">
                        <c:v>4733</c:v>
                      </c:pt>
                      <c:pt idx="4734">
                        <c:v>4734</c:v>
                      </c:pt>
                      <c:pt idx="4735">
                        <c:v>4735</c:v>
                      </c:pt>
                      <c:pt idx="4736">
                        <c:v>4736</c:v>
                      </c:pt>
                      <c:pt idx="4737">
                        <c:v>4737</c:v>
                      </c:pt>
                      <c:pt idx="4738">
                        <c:v>4738</c:v>
                      </c:pt>
                      <c:pt idx="4739">
                        <c:v>4739</c:v>
                      </c:pt>
                      <c:pt idx="4740">
                        <c:v>4740</c:v>
                      </c:pt>
                      <c:pt idx="4741">
                        <c:v>4741</c:v>
                      </c:pt>
                      <c:pt idx="4742">
                        <c:v>4742</c:v>
                      </c:pt>
                      <c:pt idx="4743">
                        <c:v>4743</c:v>
                      </c:pt>
                      <c:pt idx="4744">
                        <c:v>4744</c:v>
                      </c:pt>
                      <c:pt idx="4745">
                        <c:v>4745</c:v>
                      </c:pt>
                      <c:pt idx="4746">
                        <c:v>4746</c:v>
                      </c:pt>
                      <c:pt idx="4747">
                        <c:v>4747</c:v>
                      </c:pt>
                      <c:pt idx="4748">
                        <c:v>4748</c:v>
                      </c:pt>
                      <c:pt idx="4749">
                        <c:v>4749</c:v>
                      </c:pt>
                      <c:pt idx="4750">
                        <c:v>4750</c:v>
                      </c:pt>
                      <c:pt idx="4751">
                        <c:v>4751</c:v>
                      </c:pt>
                      <c:pt idx="4752">
                        <c:v>4752</c:v>
                      </c:pt>
                      <c:pt idx="4753">
                        <c:v>4753</c:v>
                      </c:pt>
                      <c:pt idx="4754">
                        <c:v>4754</c:v>
                      </c:pt>
                      <c:pt idx="4755">
                        <c:v>4755</c:v>
                      </c:pt>
                      <c:pt idx="4756">
                        <c:v>4756</c:v>
                      </c:pt>
                      <c:pt idx="4757">
                        <c:v>4757</c:v>
                      </c:pt>
                      <c:pt idx="4758">
                        <c:v>4758</c:v>
                      </c:pt>
                      <c:pt idx="4759">
                        <c:v>4759</c:v>
                      </c:pt>
                      <c:pt idx="4760">
                        <c:v>4760</c:v>
                      </c:pt>
                      <c:pt idx="4761">
                        <c:v>4761</c:v>
                      </c:pt>
                      <c:pt idx="4762">
                        <c:v>4762</c:v>
                      </c:pt>
                      <c:pt idx="4763">
                        <c:v>4763</c:v>
                      </c:pt>
                      <c:pt idx="4764">
                        <c:v>4764</c:v>
                      </c:pt>
                      <c:pt idx="4765">
                        <c:v>4765</c:v>
                      </c:pt>
                      <c:pt idx="4766">
                        <c:v>4766</c:v>
                      </c:pt>
                      <c:pt idx="4767">
                        <c:v>4767</c:v>
                      </c:pt>
                      <c:pt idx="4768">
                        <c:v>4768</c:v>
                      </c:pt>
                      <c:pt idx="4769">
                        <c:v>4769</c:v>
                      </c:pt>
                      <c:pt idx="4770">
                        <c:v>4770</c:v>
                      </c:pt>
                      <c:pt idx="4771">
                        <c:v>4771</c:v>
                      </c:pt>
                      <c:pt idx="4772">
                        <c:v>4772</c:v>
                      </c:pt>
                      <c:pt idx="4773">
                        <c:v>4773</c:v>
                      </c:pt>
                      <c:pt idx="4774">
                        <c:v>4774</c:v>
                      </c:pt>
                      <c:pt idx="4775">
                        <c:v>4775</c:v>
                      </c:pt>
                      <c:pt idx="4776">
                        <c:v>4776</c:v>
                      </c:pt>
                      <c:pt idx="4777">
                        <c:v>4777</c:v>
                      </c:pt>
                      <c:pt idx="4778">
                        <c:v>4778</c:v>
                      </c:pt>
                      <c:pt idx="4779">
                        <c:v>4779</c:v>
                      </c:pt>
                      <c:pt idx="4780">
                        <c:v>4780</c:v>
                      </c:pt>
                      <c:pt idx="4781">
                        <c:v>4781</c:v>
                      </c:pt>
                      <c:pt idx="4782">
                        <c:v>4782</c:v>
                      </c:pt>
                      <c:pt idx="4783">
                        <c:v>4783</c:v>
                      </c:pt>
                      <c:pt idx="4784">
                        <c:v>4784</c:v>
                      </c:pt>
                      <c:pt idx="4785">
                        <c:v>4785</c:v>
                      </c:pt>
                      <c:pt idx="4786">
                        <c:v>4786</c:v>
                      </c:pt>
                      <c:pt idx="4787">
                        <c:v>4787</c:v>
                      </c:pt>
                      <c:pt idx="4788">
                        <c:v>4788</c:v>
                      </c:pt>
                      <c:pt idx="4789">
                        <c:v>4789</c:v>
                      </c:pt>
                      <c:pt idx="4790">
                        <c:v>4790</c:v>
                      </c:pt>
                      <c:pt idx="4791">
                        <c:v>4791</c:v>
                      </c:pt>
                      <c:pt idx="4792">
                        <c:v>4792</c:v>
                      </c:pt>
                      <c:pt idx="4793">
                        <c:v>4793</c:v>
                      </c:pt>
                      <c:pt idx="4794">
                        <c:v>4794</c:v>
                      </c:pt>
                      <c:pt idx="4795">
                        <c:v>4795</c:v>
                      </c:pt>
                      <c:pt idx="4796">
                        <c:v>4796</c:v>
                      </c:pt>
                      <c:pt idx="4797">
                        <c:v>4797</c:v>
                      </c:pt>
                      <c:pt idx="4798">
                        <c:v>4798</c:v>
                      </c:pt>
                      <c:pt idx="4799">
                        <c:v>4799</c:v>
                      </c:pt>
                      <c:pt idx="4800">
                        <c:v>4800</c:v>
                      </c:pt>
                      <c:pt idx="4801">
                        <c:v>4801</c:v>
                      </c:pt>
                      <c:pt idx="4802">
                        <c:v>4802</c:v>
                      </c:pt>
                      <c:pt idx="4803">
                        <c:v>4803</c:v>
                      </c:pt>
                      <c:pt idx="4804">
                        <c:v>4804</c:v>
                      </c:pt>
                      <c:pt idx="4805">
                        <c:v>4805</c:v>
                      </c:pt>
                      <c:pt idx="4806">
                        <c:v>4806</c:v>
                      </c:pt>
                      <c:pt idx="4807">
                        <c:v>4807</c:v>
                      </c:pt>
                      <c:pt idx="4808">
                        <c:v>4808</c:v>
                      </c:pt>
                      <c:pt idx="4809">
                        <c:v>4809</c:v>
                      </c:pt>
                      <c:pt idx="4810">
                        <c:v>4810</c:v>
                      </c:pt>
                      <c:pt idx="4811">
                        <c:v>4811</c:v>
                      </c:pt>
                      <c:pt idx="4812">
                        <c:v>4812</c:v>
                      </c:pt>
                      <c:pt idx="4813">
                        <c:v>4813</c:v>
                      </c:pt>
                      <c:pt idx="4814">
                        <c:v>4814</c:v>
                      </c:pt>
                      <c:pt idx="4815">
                        <c:v>4815</c:v>
                      </c:pt>
                      <c:pt idx="4816">
                        <c:v>4816</c:v>
                      </c:pt>
                      <c:pt idx="4817">
                        <c:v>4817</c:v>
                      </c:pt>
                      <c:pt idx="4818">
                        <c:v>4818</c:v>
                      </c:pt>
                      <c:pt idx="4819">
                        <c:v>4819</c:v>
                      </c:pt>
                      <c:pt idx="4820">
                        <c:v>4820</c:v>
                      </c:pt>
                      <c:pt idx="4821">
                        <c:v>4821</c:v>
                      </c:pt>
                      <c:pt idx="4822">
                        <c:v>4822</c:v>
                      </c:pt>
                      <c:pt idx="4823">
                        <c:v>4823</c:v>
                      </c:pt>
                      <c:pt idx="4824">
                        <c:v>4824</c:v>
                      </c:pt>
                      <c:pt idx="4825">
                        <c:v>4825</c:v>
                      </c:pt>
                      <c:pt idx="4826">
                        <c:v>4826</c:v>
                      </c:pt>
                      <c:pt idx="4827">
                        <c:v>4827</c:v>
                      </c:pt>
                      <c:pt idx="4828">
                        <c:v>4828</c:v>
                      </c:pt>
                      <c:pt idx="4829">
                        <c:v>4829</c:v>
                      </c:pt>
                      <c:pt idx="4830">
                        <c:v>4830</c:v>
                      </c:pt>
                      <c:pt idx="4831">
                        <c:v>4831</c:v>
                      </c:pt>
                      <c:pt idx="4832">
                        <c:v>4832</c:v>
                      </c:pt>
                      <c:pt idx="4833">
                        <c:v>4833</c:v>
                      </c:pt>
                      <c:pt idx="4834">
                        <c:v>4834</c:v>
                      </c:pt>
                      <c:pt idx="4835">
                        <c:v>4835</c:v>
                      </c:pt>
                      <c:pt idx="4836">
                        <c:v>4836</c:v>
                      </c:pt>
                      <c:pt idx="4837">
                        <c:v>4837</c:v>
                      </c:pt>
                      <c:pt idx="4838">
                        <c:v>4838</c:v>
                      </c:pt>
                      <c:pt idx="4839">
                        <c:v>4839</c:v>
                      </c:pt>
                      <c:pt idx="4840">
                        <c:v>4840</c:v>
                      </c:pt>
                      <c:pt idx="4841">
                        <c:v>4841</c:v>
                      </c:pt>
                      <c:pt idx="4842">
                        <c:v>4842</c:v>
                      </c:pt>
                      <c:pt idx="4843">
                        <c:v>4843</c:v>
                      </c:pt>
                      <c:pt idx="4844">
                        <c:v>4844</c:v>
                      </c:pt>
                      <c:pt idx="4845">
                        <c:v>4845</c:v>
                      </c:pt>
                      <c:pt idx="4846">
                        <c:v>4846</c:v>
                      </c:pt>
                      <c:pt idx="4847">
                        <c:v>4847</c:v>
                      </c:pt>
                      <c:pt idx="4848">
                        <c:v>4848</c:v>
                      </c:pt>
                      <c:pt idx="4849">
                        <c:v>4849</c:v>
                      </c:pt>
                      <c:pt idx="4850">
                        <c:v>4850</c:v>
                      </c:pt>
                      <c:pt idx="4851">
                        <c:v>4851</c:v>
                      </c:pt>
                      <c:pt idx="4852">
                        <c:v>4852</c:v>
                      </c:pt>
                      <c:pt idx="4853">
                        <c:v>4853</c:v>
                      </c:pt>
                      <c:pt idx="4854">
                        <c:v>4854</c:v>
                      </c:pt>
                      <c:pt idx="4855">
                        <c:v>4855</c:v>
                      </c:pt>
                      <c:pt idx="4856">
                        <c:v>4856</c:v>
                      </c:pt>
                      <c:pt idx="4857">
                        <c:v>4857</c:v>
                      </c:pt>
                      <c:pt idx="4858">
                        <c:v>4858</c:v>
                      </c:pt>
                      <c:pt idx="4859">
                        <c:v>4859</c:v>
                      </c:pt>
                      <c:pt idx="4860">
                        <c:v>4860</c:v>
                      </c:pt>
                      <c:pt idx="4861">
                        <c:v>4861</c:v>
                      </c:pt>
                      <c:pt idx="4862">
                        <c:v>4862</c:v>
                      </c:pt>
                      <c:pt idx="4863">
                        <c:v>4863</c:v>
                      </c:pt>
                      <c:pt idx="4864">
                        <c:v>4864</c:v>
                      </c:pt>
                      <c:pt idx="4865">
                        <c:v>4865</c:v>
                      </c:pt>
                      <c:pt idx="4866">
                        <c:v>4866</c:v>
                      </c:pt>
                      <c:pt idx="4867">
                        <c:v>4867</c:v>
                      </c:pt>
                      <c:pt idx="4868">
                        <c:v>4868</c:v>
                      </c:pt>
                      <c:pt idx="4869">
                        <c:v>4869</c:v>
                      </c:pt>
                      <c:pt idx="4870">
                        <c:v>4870</c:v>
                      </c:pt>
                      <c:pt idx="4871">
                        <c:v>4871</c:v>
                      </c:pt>
                      <c:pt idx="4872">
                        <c:v>4872</c:v>
                      </c:pt>
                      <c:pt idx="4873">
                        <c:v>4873</c:v>
                      </c:pt>
                      <c:pt idx="4874">
                        <c:v>4874</c:v>
                      </c:pt>
                      <c:pt idx="4875">
                        <c:v>4875</c:v>
                      </c:pt>
                      <c:pt idx="4876">
                        <c:v>4876</c:v>
                      </c:pt>
                      <c:pt idx="4877">
                        <c:v>4877</c:v>
                      </c:pt>
                      <c:pt idx="4878">
                        <c:v>4878</c:v>
                      </c:pt>
                      <c:pt idx="4879">
                        <c:v>4879</c:v>
                      </c:pt>
                      <c:pt idx="4880">
                        <c:v>4880</c:v>
                      </c:pt>
                      <c:pt idx="4881">
                        <c:v>4881</c:v>
                      </c:pt>
                      <c:pt idx="4882">
                        <c:v>4882</c:v>
                      </c:pt>
                      <c:pt idx="4883">
                        <c:v>4883</c:v>
                      </c:pt>
                      <c:pt idx="4884">
                        <c:v>4884</c:v>
                      </c:pt>
                      <c:pt idx="4885">
                        <c:v>4885</c:v>
                      </c:pt>
                      <c:pt idx="4886">
                        <c:v>4886</c:v>
                      </c:pt>
                      <c:pt idx="4887">
                        <c:v>4887</c:v>
                      </c:pt>
                      <c:pt idx="4888">
                        <c:v>4888</c:v>
                      </c:pt>
                      <c:pt idx="4889">
                        <c:v>4889</c:v>
                      </c:pt>
                      <c:pt idx="4890">
                        <c:v>4890</c:v>
                      </c:pt>
                      <c:pt idx="4891">
                        <c:v>4891</c:v>
                      </c:pt>
                      <c:pt idx="4892">
                        <c:v>4892</c:v>
                      </c:pt>
                      <c:pt idx="4893">
                        <c:v>4893</c:v>
                      </c:pt>
                      <c:pt idx="4894">
                        <c:v>4894</c:v>
                      </c:pt>
                      <c:pt idx="4895">
                        <c:v>4895</c:v>
                      </c:pt>
                      <c:pt idx="4896">
                        <c:v>4896</c:v>
                      </c:pt>
                      <c:pt idx="4897">
                        <c:v>4897</c:v>
                      </c:pt>
                      <c:pt idx="4898">
                        <c:v>4898</c:v>
                      </c:pt>
                      <c:pt idx="4899">
                        <c:v>4899</c:v>
                      </c:pt>
                      <c:pt idx="4900">
                        <c:v>4900</c:v>
                      </c:pt>
                      <c:pt idx="4901">
                        <c:v>4901</c:v>
                      </c:pt>
                      <c:pt idx="4902">
                        <c:v>4902</c:v>
                      </c:pt>
                      <c:pt idx="4903">
                        <c:v>4903</c:v>
                      </c:pt>
                      <c:pt idx="4904">
                        <c:v>4904</c:v>
                      </c:pt>
                      <c:pt idx="4905">
                        <c:v>4905</c:v>
                      </c:pt>
                      <c:pt idx="4906">
                        <c:v>4906</c:v>
                      </c:pt>
                      <c:pt idx="4907">
                        <c:v>4907</c:v>
                      </c:pt>
                      <c:pt idx="4908">
                        <c:v>4908</c:v>
                      </c:pt>
                      <c:pt idx="4909">
                        <c:v>4909</c:v>
                      </c:pt>
                      <c:pt idx="4910">
                        <c:v>4910</c:v>
                      </c:pt>
                      <c:pt idx="4911">
                        <c:v>4911</c:v>
                      </c:pt>
                      <c:pt idx="4912">
                        <c:v>4912</c:v>
                      </c:pt>
                      <c:pt idx="4913">
                        <c:v>4913</c:v>
                      </c:pt>
                      <c:pt idx="4914">
                        <c:v>4914</c:v>
                      </c:pt>
                      <c:pt idx="4915">
                        <c:v>4915</c:v>
                      </c:pt>
                      <c:pt idx="4916">
                        <c:v>4916</c:v>
                      </c:pt>
                      <c:pt idx="4917">
                        <c:v>4917</c:v>
                      </c:pt>
                      <c:pt idx="4918">
                        <c:v>4918</c:v>
                      </c:pt>
                      <c:pt idx="4919">
                        <c:v>4919</c:v>
                      </c:pt>
                      <c:pt idx="4920">
                        <c:v>4920</c:v>
                      </c:pt>
                      <c:pt idx="4921">
                        <c:v>4921</c:v>
                      </c:pt>
                      <c:pt idx="4922">
                        <c:v>4922</c:v>
                      </c:pt>
                      <c:pt idx="4923">
                        <c:v>4923</c:v>
                      </c:pt>
                      <c:pt idx="4924">
                        <c:v>4924</c:v>
                      </c:pt>
                      <c:pt idx="4925">
                        <c:v>4925</c:v>
                      </c:pt>
                      <c:pt idx="4926">
                        <c:v>4926</c:v>
                      </c:pt>
                      <c:pt idx="4927">
                        <c:v>4927</c:v>
                      </c:pt>
                      <c:pt idx="4928">
                        <c:v>4928</c:v>
                      </c:pt>
                      <c:pt idx="4929">
                        <c:v>4929</c:v>
                      </c:pt>
                      <c:pt idx="4930">
                        <c:v>4930</c:v>
                      </c:pt>
                      <c:pt idx="4931">
                        <c:v>4931</c:v>
                      </c:pt>
                      <c:pt idx="4932">
                        <c:v>4932</c:v>
                      </c:pt>
                      <c:pt idx="4933">
                        <c:v>4933</c:v>
                      </c:pt>
                      <c:pt idx="4934">
                        <c:v>4934</c:v>
                      </c:pt>
                      <c:pt idx="4935">
                        <c:v>4935</c:v>
                      </c:pt>
                      <c:pt idx="4936">
                        <c:v>4936</c:v>
                      </c:pt>
                      <c:pt idx="4937">
                        <c:v>4937</c:v>
                      </c:pt>
                      <c:pt idx="4938">
                        <c:v>4938</c:v>
                      </c:pt>
                      <c:pt idx="4939">
                        <c:v>4939</c:v>
                      </c:pt>
                      <c:pt idx="4940">
                        <c:v>4940</c:v>
                      </c:pt>
                      <c:pt idx="4941">
                        <c:v>4941</c:v>
                      </c:pt>
                      <c:pt idx="4942">
                        <c:v>4942</c:v>
                      </c:pt>
                      <c:pt idx="4943">
                        <c:v>4943</c:v>
                      </c:pt>
                      <c:pt idx="4944">
                        <c:v>4944</c:v>
                      </c:pt>
                      <c:pt idx="4945">
                        <c:v>4945</c:v>
                      </c:pt>
                      <c:pt idx="4946">
                        <c:v>4946</c:v>
                      </c:pt>
                      <c:pt idx="4947">
                        <c:v>4947</c:v>
                      </c:pt>
                      <c:pt idx="4948">
                        <c:v>4948</c:v>
                      </c:pt>
                      <c:pt idx="4949">
                        <c:v>4949</c:v>
                      </c:pt>
                      <c:pt idx="4950">
                        <c:v>4950</c:v>
                      </c:pt>
                      <c:pt idx="4951">
                        <c:v>4951</c:v>
                      </c:pt>
                      <c:pt idx="4952">
                        <c:v>4952</c:v>
                      </c:pt>
                      <c:pt idx="4953">
                        <c:v>4953</c:v>
                      </c:pt>
                      <c:pt idx="4954">
                        <c:v>4954</c:v>
                      </c:pt>
                      <c:pt idx="4955">
                        <c:v>4955</c:v>
                      </c:pt>
                      <c:pt idx="4956">
                        <c:v>4956</c:v>
                      </c:pt>
                      <c:pt idx="4957">
                        <c:v>4957</c:v>
                      </c:pt>
                      <c:pt idx="4958">
                        <c:v>4958</c:v>
                      </c:pt>
                      <c:pt idx="4959">
                        <c:v>4959</c:v>
                      </c:pt>
                      <c:pt idx="4960">
                        <c:v>4960</c:v>
                      </c:pt>
                      <c:pt idx="4961">
                        <c:v>4961</c:v>
                      </c:pt>
                      <c:pt idx="4962">
                        <c:v>4962</c:v>
                      </c:pt>
                      <c:pt idx="4963">
                        <c:v>4963</c:v>
                      </c:pt>
                      <c:pt idx="4964">
                        <c:v>4964</c:v>
                      </c:pt>
                      <c:pt idx="4965">
                        <c:v>4965</c:v>
                      </c:pt>
                      <c:pt idx="4966">
                        <c:v>4966</c:v>
                      </c:pt>
                      <c:pt idx="4967">
                        <c:v>4967</c:v>
                      </c:pt>
                      <c:pt idx="4968">
                        <c:v>4968</c:v>
                      </c:pt>
                      <c:pt idx="4969">
                        <c:v>4969</c:v>
                      </c:pt>
                      <c:pt idx="4970">
                        <c:v>4970</c:v>
                      </c:pt>
                      <c:pt idx="4971">
                        <c:v>4971</c:v>
                      </c:pt>
                      <c:pt idx="4972">
                        <c:v>4972</c:v>
                      </c:pt>
                      <c:pt idx="4973">
                        <c:v>4973</c:v>
                      </c:pt>
                      <c:pt idx="4974">
                        <c:v>4974</c:v>
                      </c:pt>
                      <c:pt idx="4975">
                        <c:v>4975</c:v>
                      </c:pt>
                      <c:pt idx="4976">
                        <c:v>4976</c:v>
                      </c:pt>
                      <c:pt idx="4977">
                        <c:v>4977</c:v>
                      </c:pt>
                      <c:pt idx="4978">
                        <c:v>4978</c:v>
                      </c:pt>
                      <c:pt idx="4979">
                        <c:v>4979</c:v>
                      </c:pt>
                      <c:pt idx="4980">
                        <c:v>4980</c:v>
                      </c:pt>
                      <c:pt idx="4981">
                        <c:v>4981</c:v>
                      </c:pt>
                      <c:pt idx="4982">
                        <c:v>4982</c:v>
                      </c:pt>
                      <c:pt idx="4983">
                        <c:v>4983</c:v>
                      </c:pt>
                      <c:pt idx="4984">
                        <c:v>4984</c:v>
                      </c:pt>
                      <c:pt idx="4985">
                        <c:v>4985</c:v>
                      </c:pt>
                      <c:pt idx="4986">
                        <c:v>4986</c:v>
                      </c:pt>
                      <c:pt idx="4987">
                        <c:v>4987</c:v>
                      </c:pt>
                      <c:pt idx="4988">
                        <c:v>4988</c:v>
                      </c:pt>
                      <c:pt idx="4989">
                        <c:v>4989</c:v>
                      </c:pt>
                      <c:pt idx="4990">
                        <c:v>4990</c:v>
                      </c:pt>
                      <c:pt idx="4991">
                        <c:v>4991</c:v>
                      </c:pt>
                      <c:pt idx="4992">
                        <c:v>4992</c:v>
                      </c:pt>
                      <c:pt idx="4993">
                        <c:v>4993</c:v>
                      </c:pt>
                      <c:pt idx="4994">
                        <c:v>4994</c:v>
                      </c:pt>
                      <c:pt idx="4995">
                        <c:v>4995</c:v>
                      </c:pt>
                      <c:pt idx="4996">
                        <c:v>4996</c:v>
                      </c:pt>
                      <c:pt idx="4997">
                        <c:v>4997</c:v>
                      </c:pt>
                      <c:pt idx="4998">
                        <c:v>4998</c:v>
                      </c:pt>
                      <c:pt idx="4999">
                        <c:v>4999</c:v>
                      </c:pt>
                      <c:pt idx="5000">
                        <c:v>5000</c:v>
                      </c:pt>
                      <c:pt idx="5001">
                        <c:v>5001</c:v>
                      </c:pt>
                      <c:pt idx="5002">
                        <c:v>5002</c:v>
                      </c:pt>
                      <c:pt idx="5003">
                        <c:v>5003</c:v>
                      </c:pt>
                      <c:pt idx="5004">
                        <c:v>5004</c:v>
                      </c:pt>
                      <c:pt idx="5005">
                        <c:v>5005</c:v>
                      </c:pt>
                      <c:pt idx="5006">
                        <c:v>5006</c:v>
                      </c:pt>
                      <c:pt idx="5007">
                        <c:v>5007</c:v>
                      </c:pt>
                      <c:pt idx="5008">
                        <c:v>5008</c:v>
                      </c:pt>
                      <c:pt idx="5009">
                        <c:v>5009</c:v>
                      </c:pt>
                      <c:pt idx="5010">
                        <c:v>5010</c:v>
                      </c:pt>
                      <c:pt idx="5011">
                        <c:v>5011</c:v>
                      </c:pt>
                      <c:pt idx="5012">
                        <c:v>5012</c:v>
                      </c:pt>
                      <c:pt idx="5013">
                        <c:v>5013</c:v>
                      </c:pt>
                      <c:pt idx="5014">
                        <c:v>5014</c:v>
                      </c:pt>
                      <c:pt idx="5015">
                        <c:v>5015</c:v>
                      </c:pt>
                      <c:pt idx="5016">
                        <c:v>5016</c:v>
                      </c:pt>
                      <c:pt idx="5017">
                        <c:v>5017</c:v>
                      </c:pt>
                      <c:pt idx="5018">
                        <c:v>5018</c:v>
                      </c:pt>
                      <c:pt idx="5019">
                        <c:v>5019</c:v>
                      </c:pt>
                      <c:pt idx="5020">
                        <c:v>5020</c:v>
                      </c:pt>
                      <c:pt idx="5021">
                        <c:v>5021</c:v>
                      </c:pt>
                      <c:pt idx="5022">
                        <c:v>5022</c:v>
                      </c:pt>
                      <c:pt idx="5023">
                        <c:v>5023</c:v>
                      </c:pt>
                      <c:pt idx="5024">
                        <c:v>5024</c:v>
                      </c:pt>
                      <c:pt idx="5025">
                        <c:v>5025</c:v>
                      </c:pt>
                      <c:pt idx="5026">
                        <c:v>5026</c:v>
                      </c:pt>
                      <c:pt idx="5027">
                        <c:v>5027</c:v>
                      </c:pt>
                      <c:pt idx="5028">
                        <c:v>5028</c:v>
                      </c:pt>
                      <c:pt idx="5029">
                        <c:v>5029</c:v>
                      </c:pt>
                      <c:pt idx="5030">
                        <c:v>5030</c:v>
                      </c:pt>
                      <c:pt idx="5031">
                        <c:v>5031</c:v>
                      </c:pt>
                      <c:pt idx="5032">
                        <c:v>5032</c:v>
                      </c:pt>
                      <c:pt idx="5033">
                        <c:v>5033</c:v>
                      </c:pt>
                      <c:pt idx="5034">
                        <c:v>5034</c:v>
                      </c:pt>
                      <c:pt idx="5035">
                        <c:v>5035</c:v>
                      </c:pt>
                      <c:pt idx="5036">
                        <c:v>5036</c:v>
                      </c:pt>
                      <c:pt idx="5037">
                        <c:v>5037</c:v>
                      </c:pt>
                      <c:pt idx="5038">
                        <c:v>5038</c:v>
                      </c:pt>
                      <c:pt idx="5039">
                        <c:v>5039</c:v>
                      </c:pt>
                      <c:pt idx="5040">
                        <c:v>5040</c:v>
                      </c:pt>
                      <c:pt idx="5041">
                        <c:v>5041</c:v>
                      </c:pt>
                      <c:pt idx="5042">
                        <c:v>5042</c:v>
                      </c:pt>
                      <c:pt idx="5043">
                        <c:v>5043</c:v>
                      </c:pt>
                      <c:pt idx="5044">
                        <c:v>5044</c:v>
                      </c:pt>
                      <c:pt idx="5045">
                        <c:v>5045</c:v>
                      </c:pt>
                      <c:pt idx="5046">
                        <c:v>5046</c:v>
                      </c:pt>
                      <c:pt idx="5047">
                        <c:v>5047</c:v>
                      </c:pt>
                      <c:pt idx="5048">
                        <c:v>5048</c:v>
                      </c:pt>
                      <c:pt idx="5049">
                        <c:v>5049</c:v>
                      </c:pt>
                      <c:pt idx="5050">
                        <c:v>5050</c:v>
                      </c:pt>
                      <c:pt idx="5051">
                        <c:v>5051</c:v>
                      </c:pt>
                      <c:pt idx="5052">
                        <c:v>5052</c:v>
                      </c:pt>
                      <c:pt idx="5053">
                        <c:v>5053</c:v>
                      </c:pt>
                      <c:pt idx="5054">
                        <c:v>5054</c:v>
                      </c:pt>
                      <c:pt idx="5055">
                        <c:v>5055</c:v>
                      </c:pt>
                      <c:pt idx="5056">
                        <c:v>5056</c:v>
                      </c:pt>
                      <c:pt idx="5057">
                        <c:v>5057</c:v>
                      </c:pt>
                      <c:pt idx="5058">
                        <c:v>5058</c:v>
                      </c:pt>
                      <c:pt idx="5059">
                        <c:v>5059</c:v>
                      </c:pt>
                      <c:pt idx="5060">
                        <c:v>5060</c:v>
                      </c:pt>
                      <c:pt idx="5061">
                        <c:v>5061</c:v>
                      </c:pt>
                      <c:pt idx="5062">
                        <c:v>5062</c:v>
                      </c:pt>
                      <c:pt idx="5063">
                        <c:v>5063</c:v>
                      </c:pt>
                      <c:pt idx="5064">
                        <c:v>5064</c:v>
                      </c:pt>
                      <c:pt idx="5065">
                        <c:v>5065</c:v>
                      </c:pt>
                      <c:pt idx="5066">
                        <c:v>5066</c:v>
                      </c:pt>
                      <c:pt idx="5067">
                        <c:v>5067</c:v>
                      </c:pt>
                      <c:pt idx="5068">
                        <c:v>5068</c:v>
                      </c:pt>
                      <c:pt idx="5069">
                        <c:v>5069</c:v>
                      </c:pt>
                      <c:pt idx="5070">
                        <c:v>5070</c:v>
                      </c:pt>
                      <c:pt idx="5071">
                        <c:v>5071</c:v>
                      </c:pt>
                      <c:pt idx="5072">
                        <c:v>5072</c:v>
                      </c:pt>
                      <c:pt idx="5073">
                        <c:v>5073</c:v>
                      </c:pt>
                      <c:pt idx="5074">
                        <c:v>5074</c:v>
                      </c:pt>
                      <c:pt idx="5075">
                        <c:v>5075</c:v>
                      </c:pt>
                      <c:pt idx="5076">
                        <c:v>5076</c:v>
                      </c:pt>
                      <c:pt idx="5077">
                        <c:v>5077</c:v>
                      </c:pt>
                      <c:pt idx="5078">
                        <c:v>5078</c:v>
                      </c:pt>
                      <c:pt idx="5079">
                        <c:v>5079</c:v>
                      </c:pt>
                      <c:pt idx="5080">
                        <c:v>5080</c:v>
                      </c:pt>
                      <c:pt idx="5081">
                        <c:v>5081</c:v>
                      </c:pt>
                      <c:pt idx="5082">
                        <c:v>5082</c:v>
                      </c:pt>
                      <c:pt idx="5083">
                        <c:v>5083</c:v>
                      </c:pt>
                      <c:pt idx="5084">
                        <c:v>5084</c:v>
                      </c:pt>
                      <c:pt idx="5085">
                        <c:v>5085</c:v>
                      </c:pt>
                      <c:pt idx="5086">
                        <c:v>5086</c:v>
                      </c:pt>
                      <c:pt idx="5087">
                        <c:v>5087</c:v>
                      </c:pt>
                      <c:pt idx="5088">
                        <c:v>5088</c:v>
                      </c:pt>
                      <c:pt idx="5089">
                        <c:v>5089</c:v>
                      </c:pt>
                      <c:pt idx="5090">
                        <c:v>5090</c:v>
                      </c:pt>
                      <c:pt idx="5091">
                        <c:v>5091</c:v>
                      </c:pt>
                      <c:pt idx="5092">
                        <c:v>5092</c:v>
                      </c:pt>
                      <c:pt idx="5093">
                        <c:v>5093</c:v>
                      </c:pt>
                      <c:pt idx="5094">
                        <c:v>5094</c:v>
                      </c:pt>
                      <c:pt idx="5095">
                        <c:v>5095</c:v>
                      </c:pt>
                      <c:pt idx="5096">
                        <c:v>5096</c:v>
                      </c:pt>
                      <c:pt idx="5097">
                        <c:v>5097</c:v>
                      </c:pt>
                      <c:pt idx="5098">
                        <c:v>5098</c:v>
                      </c:pt>
                      <c:pt idx="5099">
                        <c:v>5099</c:v>
                      </c:pt>
                      <c:pt idx="5100">
                        <c:v>5100</c:v>
                      </c:pt>
                      <c:pt idx="5101">
                        <c:v>5101</c:v>
                      </c:pt>
                      <c:pt idx="5102">
                        <c:v>5102</c:v>
                      </c:pt>
                      <c:pt idx="5103">
                        <c:v>5103</c:v>
                      </c:pt>
                      <c:pt idx="5104">
                        <c:v>5104</c:v>
                      </c:pt>
                      <c:pt idx="5105">
                        <c:v>5105</c:v>
                      </c:pt>
                      <c:pt idx="5106">
                        <c:v>5106</c:v>
                      </c:pt>
                      <c:pt idx="5107">
                        <c:v>5107</c:v>
                      </c:pt>
                      <c:pt idx="5108">
                        <c:v>5108</c:v>
                      </c:pt>
                      <c:pt idx="5109">
                        <c:v>5109</c:v>
                      </c:pt>
                      <c:pt idx="5110">
                        <c:v>5110</c:v>
                      </c:pt>
                      <c:pt idx="5111">
                        <c:v>5111</c:v>
                      </c:pt>
                      <c:pt idx="5112">
                        <c:v>5112</c:v>
                      </c:pt>
                      <c:pt idx="5113">
                        <c:v>5113</c:v>
                      </c:pt>
                      <c:pt idx="5114">
                        <c:v>5114</c:v>
                      </c:pt>
                      <c:pt idx="5115">
                        <c:v>5115</c:v>
                      </c:pt>
                      <c:pt idx="5116">
                        <c:v>5116</c:v>
                      </c:pt>
                      <c:pt idx="5117">
                        <c:v>5117</c:v>
                      </c:pt>
                      <c:pt idx="5118">
                        <c:v>5118</c:v>
                      </c:pt>
                      <c:pt idx="5119">
                        <c:v>5119</c:v>
                      </c:pt>
                      <c:pt idx="5120">
                        <c:v>5120</c:v>
                      </c:pt>
                      <c:pt idx="5121">
                        <c:v>5121</c:v>
                      </c:pt>
                      <c:pt idx="5122">
                        <c:v>5122</c:v>
                      </c:pt>
                      <c:pt idx="5123">
                        <c:v>5123</c:v>
                      </c:pt>
                      <c:pt idx="5124">
                        <c:v>5124</c:v>
                      </c:pt>
                      <c:pt idx="5125">
                        <c:v>5125</c:v>
                      </c:pt>
                      <c:pt idx="5126">
                        <c:v>5126</c:v>
                      </c:pt>
                      <c:pt idx="5127">
                        <c:v>5127</c:v>
                      </c:pt>
                      <c:pt idx="5128">
                        <c:v>5128</c:v>
                      </c:pt>
                      <c:pt idx="5129">
                        <c:v>5129</c:v>
                      </c:pt>
                      <c:pt idx="5130">
                        <c:v>5130</c:v>
                      </c:pt>
                      <c:pt idx="5131">
                        <c:v>5131</c:v>
                      </c:pt>
                      <c:pt idx="5132">
                        <c:v>5132</c:v>
                      </c:pt>
                      <c:pt idx="5133">
                        <c:v>5133</c:v>
                      </c:pt>
                      <c:pt idx="5134">
                        <c:v>5134</c:v>
                      </c:pt>
                      <c:pt idx="5135">
                        <c:v>5135</c:v>
                      </c:pt>
                      <c:pt idx="5136">
                        <c:v>5136</c:v>
                      </c:pt>
                      <c:pt idx="5137">
                        <c:v>5137</c:v>
                      </c:pt>
                      <c:pt idx="5138">
                        <c:v>5138</c:v>
                      </c:pt>
                      <c:pt idx="5139">
                        <c:v>5139</c:v>
                      </c:pt>
                      <c:pt idx="5140">
                        <c:v>5140</c:v>
                      </c:pt>
                      <c:pt idx="5141">
                        <c:v>5141</c:v>
                      </c:pt>
                      <c:pt idx="5142">
                        <c:v>5142</c:v>
                      </c:pt>
                      <c:pt idx="5143">
                        <c:v>5143</c:v>
                      </c:pt>
                      <c:pt idx="5144">
                        <c:v>5144</c:v>
                      </c:pt>
                      <c:pt idx="5145">
                        <c:v>5145</c:v>
                      </c:pt>
                      <c:pt idx="5146">
                        <c:v>5146</c:v>
                      </c:pt>
                      <c:pt idx="5147">
                        <c:v>5147</c:v>
                      </c:pt>
                      <c:pt idx="5148">
                        <c:v>5148</c:v>
                      </c:pt>
                      <c:pt idx="5149">
                        <c:v>5149</c:v>
                      </c:pt>
                      <c:pt idx="5150">
                        <c:v>5150</c:v>
                      </c:pt>
                      <c:pt idx="5151">
                        <c:v>5151</c:v>
                      </c:pt>
                      <c:pt idx="5152">
                        <c:v>5152</c:v>
                      </c:pt>
                      <c:pt idx="5153">
                        <c:v>5153</c:v>
                      </c:pt>
                      <c:pt idx="5154">
                        <c:v>5154</c:v>
                      </c:pt>
                      <c:pt idx="5155">
                        <c:v>5155</c:v>
                      </c:pt>
                      <c:pt idx="5156">
                        <c:v>5156</c:v>
                      </c:pt>
                      <c:pt idx="5157">
                        <c:v>5157</c:v>
                      </c:pt>
                      <c:pt idx="5158">
                        <c:v>5158</c:v>
                      </c:pt>
                      <c:pt idx="5159">
                        <c:v>5159</c:v>
                      </c:pt>
                      <c:pt idx="5160">
                        <c:v>5160</c:v>
                      </c:pt>
                      <c:pt idx="5161">
                        <c:v>5161</c:v>
                      </c:pt>
                      <c:pt idx="5162">
                        <c:v>5162</c:v>
                      </c:pt>
                      <c:pt idx="5163">
                        <c:v>5163</c:v>
                      </c:pt>
                      <c:pt idx="5164">
                        <c:v>5164</c:v>
                      </c:pt>
                      <c:pt idx="5165">
                        <c:v>5165</c:v>
                      </c:pt>
                      <c:pt idx="5166">
                        <c:v>5166</c:v>
                      </c:pt>
                      <c:pt idx="5167">
                        <c:v>5167</c:v>
                      </c:pt>
                      <c:pt idx="5168">
                        <c:v>5168</c:v>
                      </c:pt>
                      <c:pt idx="5169">
                        <c:v>5169</c:v>
                      </c:pt>
                      <c:pt idx="5170">
                        <c:v>5170</c:v>
                      </c:pt>
                      <c:pt idx="5171">
                        <c:v>5171</c:v>
                      </c:pt>
                      <c:pt idx="5172">
                        <c:v>5172</c:v>
                      </c:pt>
                      <c:pt idx="5173">
                        <c:v>5173</c:v>
                      </c:pt>
                      <c:pt idx="5174">
                        <c:v>5174</c:v>
                      </c:pt>
                      <c:pt idx="5175">
                        <c:v>5175</c:v>
                      </c:pt>
                      <c:pt idx="5176">
                        <c:v>5176</c:v>
                      </c:pt>
                      <c:pt idx="5177">
                        <c:v>5177</c:v>
                      </c:pt>
                      <c:pt idx="5178">
                        <c:v>5178</c:v>
                      </c:pt>
                      <c:pt idx="5179">
                        <c:v>5179</c:v>
                      </c:pt>
                      <c:pt idx="5180">
                        <c:v>5180</c:v>
                      </c:pt>
                      <c:pt idx="5181">
                        <c:v>5181</c:v>
                      </c:pt>
                      <c:pt idx="5182">
                        <c:v>5182</c:v>
                      </c:pt>
                      <c:pt idx="5183">
                        <c:v>5183</c:v>
                      </c:pt>
                      <c:pt idx="5184">
                        <c:v>5184</c:v>
                      </c:pt>
                      <c:pt idx="5185">
                        <c:v>5185</c:v>
                      </c:pt>
                      <c:pt idx="5186">
                        <c:v>5186</c:v>
                      </c:pt>
                      <c:pt idx="5187">
                        <c:v>5187</c:v>
                      </c:pt>
                      <c:pt idx="5188">
                        <c:v>5188</c:v>
                      </c:pt>
                      <c:pt idx="5189">
                        <c:v>5189</c:v>
                      </c:pt>
                      <c:pt idx="5190">
                        <c:v>5190</c:v>
                      </c:pt>
                      <c:pt idx="5191">
                        <c:v>5191</c:v>
                      </c:pt>
                      <c:pt idx="5192">
                        <c:v>5192</c:v>
                      </c:pt>
                      <c:pt idx="5193">
                        <c:v>5193</c:v>
                      </c:pt>
                      <c:pt idx="5194">
                        <c:v>5194</c:v>
                      </c:pt>
                      <c:pt idx="5195">
                        <c:v>5195</c:v>
                      </c:pt>
                      <c:pt idx="5196">
                        <c:v>5196</c:v>
                      </c:pt>
                      <c:pt idx="5197">
                        <c:v>5197</c:v>
                      </c:pt>
                      <c:pt idx="5198">
                        <c:v>5198</c:v>
                      </c:pt>
                      <c:pt idx="5199">
                        <c:v>5199</c:v>
                      </c:pt>
                      <c:pt idx="5200">
                        <c:v>5200</c:v>
                      </c:pt>
                      <c:pt idx="5201">
                        <c:v>5201</c:v>
                      </c:pt>
                      <c:pt idx="5202">
                        <c:v>5202</c:v>
                      </c:pt>
                      <c:pt idx="5203">
                        <c:v>5203</c:v>
                      </c:pt>
                      <c:pt idx="5204">
                        <c:v>5204</c:v>
                      </c:pt>
                      <c:pt idx="5205">
                        <c:v>5205</c:v>
                      </c:pt>
                      <c:pt idx="5206">
                        <c:v>5206</c:v>
                      </c:pt>
                      <c:pt idx="5207">
                        <c:v>5207</c:v>
                      </c:pt>
                      <c:pt idx="5208">
                        <c:v>5208</c:v>
                      </c:pt>
                      <c:pt idx="5209">
                        <c:v>5209</c:v>
                      </c:pt>
                      <c:pt idx="5210">
                        <c:v>5210</c:v>
                      </c:pt>
                      <c:pt idx="5211">
                        <c:v>5211</c:v>
                      </c:pt>
                      <c:pt idx="5212">
                        <c:v>5212</c:v>
                      </c:pt>
                      <c:pt idx="5213">
                        <c:v>5213</c:v>
                      </c:pt>
                      <c:pt idx="5214">
                        <c:v>5214</c:v>
                      </c:pt>
                      <c:pt idx="5215">
                        <c:v>5215</c:v>
                      </c:pt>
                      <c:pt idx="5216">
                        <c:v>5216</c:v>
                      </c:pt>
                      <c:pt idx="5217">
                        <c:v>5217</c:v>
                      </c:pt>
                      <c:pt idx="5218">
                        <c:v>5218</c:v>
                      </c:pt>
                      <c:pt idx="5219">
                        <c:v>5219</c:v>
                      </c:pt>
                      <c:pt idx="5220">
                        <c:v>5220</c:v>
                      </c:pt>
                      <c:pt idx="5221">
                        <c:v>5221</c:v>
                      </c:pt>
                      <c:pt idx="5222">
                        <c:v>5222</c:v>
                      </c:pt>
                      <c:pt idx="5223">
                        <c:v>5223</c:v>
                      </c:pt>
                      <c:pt idx="5224">
                        <c:v>5224</c:v>
                      </c:pt>
                      <c:pt idx="5225">
                        <c:v>5225</c:v>
                      </c:pt>
                      <c:pt idx="5226">
                        <c:v>5226</c:v>
                      </c:pt>
                      <c:pt idx="5227">
                        <c:v>5227</c:v>
                      </c:pt>
                      <c:pt idx="5228">
                        <c:v>5228</c:v>
                      </c:pt>
                      <c:pt idx="5229">
                        <c:v>5229</c:v>
                      </c:pt>
                      <c:pt idx="5230">
                        <c:v>5230</c:v>
                      </c:pt>
                      <c:pt idx="5231">
                        <c:v>5231</c:v>
                      </c:pt>
                      <c:pt idx="5232">
                        <c:v>5232</c:v>
                      </c:pt>
                      <c:pt idx="5233">
                        <c:v>5233</c:v>
                      </c:pt>
                      <c:pt idx="5234">
                        <c:v>5234</c:v>
                      </c:pt>
                      <c:pt idx="5235">
                        <c:v>5235</c:v>
                      </c:pt>
                      <c:pt idx="5236">
                        <c:v>5236</c:v>
                      </c:pt>
                      <c:pt idx="5237">
                        <c:v>5237</c:v>
                      </c:pt>
                      <c:pt idx="5238">
                        <c:v>5238</c:v>
                      </c:pt>
                      <c:pt idx="5239">
                        <c:v>5239</c:v>
                      </c:pt>
                      <c:pt idx="5240">
                        <c:v>5240</c:v>
                      </c:pt>
                      <c:pt idx="5241">
                        <c:v>5241</c:v>
                      </c:pt>
                      <c:pt idx="5242">
                        <c:v>5242</c:v>
                      </c:pt>
                      <c:pt idx="5243">
                        <c:v>5243</c:v>
                      </c:pt>
                      <c:pt idx="5244">
                        <c:v>5244</c:v>
                      </c:pt>
                      <c:pt idx="5245">
                        <c:v>5245</c:v>
                      </c:pt>
                      <c:pt idx="5246">
                        <c:v>5246</c:v>
                      </c:pt>
                      <c:pt idx="5247">
                        <c:v>5247</c:v>
                      </c:pt>
                      <c:pt idx="5248">
                        <c:v>5248</c:v>
                      </c:pt>
                      <c:pt idx="5249">
                        <c:v>5249</c:v>
                      </c:pt>
                      <c:pt idx="5250">
                        <c:v>5250</c:v>
                      </c:pt>
                      <c:pt idx="5251">
                        <c:v>5251</c:v>
                      </c:pt>
                      <c:pt idx="5252">
                        <c:v>5252</c:v>
                      </c:pt>
                      <c:pt idx="5253">
                        <c:v>5253</c:v>
                      </c:pt>
                      <c:pt idx="5254">
                        <c:v>5254</c:v>
                      </c:pt>
                      <c:pt idx="5255">
                        <c:v>5255</c:v>
                      </c:pt>
                      <c:pt idx="5256">
                        <c:v>5256</c:v>
                      </c:pt>
                      <c:pt idx="5257">
                        <c:v>5257</c:v>
                      </c:pt>
                      <c:pt idx="5258">
                        <c:v>5258</c:v>
                      </c:pt>
                      <c:pt idx="5259">
                        <c:v>5259</c:v>
                      </c:pt>
                      <c:pt idx="5260">
                        <c:v>5260</c:v>
                      </c:pt>
                      <c:pt idx="5261">
                        <c:v>5261</c:v>
                      </c:pt>
                      <c:pt idx="5262">
                        <c:v>5262</c:v>
                      </c:pt>
                      <c:pt idx="5263">
                        <c:v>5263</c:v>
                      </c:pt>
                      <c:pt idx="5264">
                        <c:v>5264</c:v>
                      </c:pt>
                      <c:pt idx="5265">
                        <c:v>5265</c:v>
                      </c:pt>
                      <c:pt idx="5266">
                        <c:v>5266</c:v>
                      </c:pt>
                      <c:pt idx="5267">
                        <c:v>5267</c:v>
                      </c:pt>
                      <c:pt idx="5268">
                        <c:v>5268</c:v>
                      </c:pt>
                      <c:pt idx="5269">
                        <c:v>5269</c:v>
                      </c:pt>
                      <c:pt idx="5270">
                        <c:v>5270</c:v>
                      </c:pt>
                      <c:pt idx="5271">
                        <c:v>5271</c:v>
                      </c:pt>
                      <c:pt idx="5272">
                        <c:v>5272</c:v>
                      </c:pt>
                      <c:pt idx="5273">
                        <c:v>5273</c:v>
                      </c:pt>
                      <c:pt idx="5274">
                        <c:v>5274</c:v>
                      </c:pt>
                      <c:pt idx="5275">
                        <c:v>5275</c:v>
                      </c:pt>
                      <c:pt idx="5276">
                        <c:v>5276</c:v>
                      </c:pt>
                      <c:pt idx="5277">
                        <c:v>5277</c:v>
                      </c:pt>
                      <c:pt idx="5278">
                        <c:v>5278</c:v>
                      </c:pt>
                      <c:pt idx="5279">
                        <c:v>5279</c:v>
                      </c:pt>
                      <c:pt idx="5280">
                        <c:v>5280</c:v>
                      </c:pt>
                      <c:pt idx="5281">
                        <c:v>5281</c:v>
                      </c:pt>
                      <c:pt idx="5282">
                        <c:v>5282</c:v>
                      </c:pt>
                      <c:pt idx="5283">
                        <c:v>5283</c:v>
                      </c:pt>
                      <c:pt idx="5284">
                        <c:v>5284</c:v>
                      </c:pt>
                      <c:pt idx="5285">
                        <c:v>5285</c:v>
                      </c:pt>
                      <c:pt idx="5286">
                        <c:v>5286</c:v>
                      </c:pt>
                      <c:pt idx="5287">
                        <c:v>5287</c:v>
                      </c:pt>
                      <c:pt idx="5288">
                        <c:v>5288</c:v>
                      </c:pt>
                      <c:pt idx="5289">
                        <c:v>5289</c:v>
                      </c:pt>
                      <c:pt idx="5290">
                        <c:v>5290</c:v>
                      </c:pt>
                      <c:pt idx="5291">
                        <c:v>5291</c:v>
                      </c:pt>
                      <c:pt idx="5292">
                        <c:v>5292</c:v>
                      </c:pt>
                      <c:pt idx="5293">
                        <c:v>5293</c:v>
                      </c:pt>
                      <c:pt idx="5294">
                        <c:v>5294</c:v>
                      </c:pt>
                      <c:pt idx="5295">
                        <c:v>5295</c:v>
                      </c:pt>
                      <c:pt idx="5296">
                        <c:v>5296</c:v>
                      </c:pt>
                      <c:pt idx="5297">
                        <c:v>5297</c:v>
                      </c:pt>
                      <c:pt idx="5298">
                        <c:v>5298</c:v>
                      </c:pt>
                      <c:pt idx="5299">
                        <c:v>5299</c:v>
                      </c:pt>
                      <c:pt idx="5300">
                        <c:v>5300</c:v>
                      </c:pt>
                      <c:pt idx="5301">
                        <c:v>5301</c:v>
                      </c:pt>
                      <c:pt idx="5302">
                        <c:v>5302</c:v>
                      </c:pt>
                      <c:pt idx="5303">
                        <c:v>5303</c:v>
                      </c:pt>
                      <c:pt idx="5304">
                        <c:v>5304</c:v>
                      </c:pt>
                      <c:pt idx="5305">
                        <c:v>5305</c:v>
                      </c:pt>
                      <c:pt idx="5306">
                        <c:v>5306</c:v>
                      </c:pt>
                      <c:pt idx="5307">
                        <c:v>5307</c:v>
                      </c:pt>
                      <c:pt idx="5308">
                        <c:v>5308</c:v>
                      </c:pt>
                      <c:pt idx="5309">
                        <c:v>5309</c:v>
                      </c:pt>
                      <c:pt idx="5310">
                        <c:v>5310</c:v>
                      </c:pt>
                      <c:pt idx="5311">
                        <c:v>5311</c:v>
                      </c:pt>
                      <c:pt idx="5312">
                        <c:v>5312</c:v>
                      </c:pt>
                      <c:pt idx="5313">
                        <c:v>5313</c:v>
                      </c:pt>
                      <c:pt idx="5314">
                        <c:v>5314</c:v>
                      </c:pt>
                      <c:pt idx="5315">
                        <c:v>5315</c:v>
                      </c:pt>
                      <c:pt idx="5316">
                        <c:v>5316</c:v>
                      </c:pt>
                      <c:pt idx="5317">
                        <c:v>5317</c:v>
                      </c:pt>
                      <c:pt idx="5318">
                        <c:v>5318</c:v>
                      </c:pt>
                      <c:pt idx="5319">
                        <c:v>5319</c:v>
                      </c:pt>
                      <c:pt idx="5320">
                        <c:v>5320</c:v>
                      </c:pt>
                      <c:pt idx="5321">
                        <c:v>5321</c:v>
                      </c:pt>
                      <c:pt idx="5322">
                        <c:v>5322</c:v>
                      </c:pt>
                      <c:pt idx="5323">
                        <c:v>5323</c:v>
                      </c:pt>
                      <c:pt idx="5324">
                        <c:v>5324</c:v>
                      </c:pt>
                      <c:pt idx="5325">
                        <c:v>5325</c:v>
                      </c:pt>
                      <c:pt idx="5326">
                        <c:v>5326</c:v>
                      </c:pt>
                      <c:pt idx="5327">
                        <c:v>5327</c:v>
                      </c:pt>
                      <c:pt idx="5328">
                        <c:v>5328</c:v>
                      </c:pt>
                      <c:pt idx="5329">
                        <c:v>5329</c:v>
                      </c:pt>
                      <c:pt idx="5330">
                        <c:v>5330</c:v>
                      </c:pt>
                      <c:pt idx="5331">
                        <c:v>5331</c:v>
                      </c:pt>
                      <c:pt idx="5332">
                        <c:v>5332</c:v>
                      </c:pt>
                      <c:pt idx="5333">
                        <c:v>5333</c:v>
                      </c:pt>
                      <c:pt idx="5334">
                        <c:v>5334</c:v>
                      </c:pt>
                      <c:pt idx="5335">
                        <c:v>5335</c:v>
                      </c:pt>
                      <c:pt idx="5336">
                        <c:v>5336</c:v>
                      </c:pt>
                      <c:pt idx="5337">
                        <c:v>5337</c:v>
                      </c:pt>
                      <c:pt idx="5338">
                        <c:v>5338</c:v>
                      </c:pt>
                      <c:pt idx="5339">
                        <c:v>5339</c:v>
                      </c:pt>
                      <c:pt idx="5340">
                        <c:v>5340</c:v>
                      </c:pt>
                      <c:pt idx="5341">
                        <c:v>5341</c:v>
                      </c:pt>
                      <c:pt idx="5342">
                        <c:v>5342</c:v>
                      </c:pt>
                      <c:pt idx="5343">
                        <c:v>5343</c:v>
                      </c:pt>
                      <c:pt idx="5344">
                        <c:v>5344</c:v>
                      </c:pt>
                      <c:pt idx="5345">
                        <c:v>5345</c:v>
                      </c:pt>
                      <c:pt idx="5346">
                        <c:v>5346</c:v>
                      </c:pt>
                      <c:pt idx="5347">
                        <c:v>5347</c:v>
                      </c:pt>
                      <c:pt idx="5348">
                        <c:v>5348</c:v>
                      </c:pt>
                      <c:pt idx="5349">
                        <c:v>5349</c:v>
                      </c:pt>
                      <c:pt idx="5350">
                        <c:v>5350</c:v>
                      </c:pt>
                      <c:pt idx="5351">
                        <c:v>5351</c:v>
                      </c:pt>
                      <c:pt idx="5352">
                        <c:v>5352</c:v>
                      </c:pt>
                      <c:pt idx="5353">
                        <c:v>5353</c:v>
                      </c:pt>
                      <c:pt idx="5354">
                        <c:v>5354</c:v>
                      </c:pt>
                      <c:pt idx="5355">
                        <c:v>5355</c:v>
                      </c:pt>
                      <c:pt idx="5356">
                        <c:v>5356</c:v>
                      </c:pt>
                      <c:pt idx="5357">
                        <c:v>5357</c:v>
                      </c:pt>
                      <c:pt idx="5358">
                        <c:v>5358</c:v>
                      </c:pt>
                      <c:pt idx="5359">
                        <c:v>5359</c:v>
                      </c:pt>
                      <c:pt idx="5360">
                        <c:v>5360</c:v>
                      </c:pt>
                      <c:pt idx="5361">
                        <c:v>5361</c:v>
                      </c:pt>
                      <c:pt idx="5362">
                        <c:v>5362</c:v>
                      </c:pt>
                      <c:pt idx="5363">
                        <c:v>5363</c:v>
                      </c:pt>
                      <c:pt idx="5364">
                        <c:v>5364</c:v>
                      </c:pt>
                      <c:pt idx="5365">
                        <c:v>5365</c:v>
                      </c:pt>
                      <c:pt idx="5366">
                        <c:v>5366</c:v>
                      </c:pt>
                      <c:pt idx="5367">
                        <c:v>5367</c:v>
                      </c:pt>
                      <c:pt idx="5368">
                        <c:v>5368</c:v>
                      </c:pt>
                      <c:pt idx="5369">
                        <c:v>5369</c:v>
                      </c:pt>
                      <c:pt idx="5370">
                        <c:v>5370</c:v>
                      </c:pt>
                      <c:pt idx="5371">
                        <c:v>5371</c:v>
                      </c:pt>
                      <c:pt idx="5372">
                        <c:v>5372</c:v>
                      </c:pt>
                      <c:pt idx="5373">
                        <c:v>5373</c:v>
                      </c:pt>
                      <c:pt idx="5374">
                        <c:v>5374</c:v>
                      </c:pt>
                      <c:pt idx="5375">
                        <c:v>5375</c:v>
                      </c:pt>
                      <c:pt idx="5376">
                        <c:v>5376</c:v>
                      </c:pt>
                      <c:pt idx="5377">
                        <c:v>5377</c:v>
                      </c:pt>
                      <c:pt idx="5378">
                        <c:v>5378</c:v>
                      </c:pt>
                      <c:pt idx="5379">
                        <c:v>5379</c:v>
                      </c:pt>
                      <c:pt idx="5380">
                        <c:v>5380</c:v>
                      </c:pt>
                      <c:pt idx="5381">
                        <c:v>5381</c:v>
                      </c:pt>
                      <c:pt idx="5382">
                        <c:v>5382</c:v>
                      </c:pt>
                      <c:pt idx="5383">
                        <c:v>5383</c:v>
                      </c:pt>
                      <c:pt idx="5384">
                        <c:v>5384</c:v>
                      </c:pt>
                      <c:pt idx="5385">
                        <c:v>5385</c:v>
                      </c:pt>
                      <c:pt idx="5386">
                        <c:v>5386</c:v>
                      </c:pt>
                      <c:pt idx="5387">
                        <c:v>5387</c:v>
                      </c:pt>
                      <c:pt idx="5388">
                        <c:v>5388</c:v>
                      </c:pt>
                      <c:pt idx="5389">
                        <c:v>5389</c:v>
                      </c:pt>
                      <c:pt idx="5390">
                        <c:v>5390</c:v>
                      </c:pt>
                      <c:pt idx="5391">
                        <c:v>5391</c:v>
                      </c:pt>
                      <c:pt idx="5392">
                        <c:v>5392</c:v>
                      </c:pt>
                      <c:pt idx="5393">
                        <c:v>5393</c:v>
                      </c:pt>
                      <c:pt idx="5394">
                        <c:v>5394</c:v>
                      </c:pt>
                      <c:pt idx="5395">
                        <c:v>5395</c:v>
                      </c:pt>
                      <c:pt idx="5396">
                        <c:v>5396</c:v>
                      </c:pt>
                      <c:pt idx="5397">
                        <c:v>5397</c:v>
                      </c:pt>
                      <c:pt idx="5398">
                        <c:v>5398</c:v>
                      </c:pt>
                      <c:pt idx="5399">
                        <c:v>5399</c:v>
                      </c:pt>
                      <c:pt idx="5400">
                        <c:v>5400</c:v>
                      </c:pt>
                      <c:pt idx="5401">
                        <c:v>5401</c:v>
                      </c:pt>
                      <c:pt idx="5402">
                        <c:v>5402</c:v>
                      </c:pt>
                      <c:pt idx="5403">
                        <c:v>5403</c:v>
                      </c:pt>
                      <c:pt idx="5404">
                        <c:v>5404</c:v>
                      </c:pt>
                      <c:pt idx="5405">
                        <c:v>5405</c:v>
                      </c:pt>
                      <c:pt idx="5406">
                        <c:v>5406</c:v>
                      </c:pt>
                      <c:pt idx="5407">
                        <c:v>5407</c:v>
                      </c:pt>
                      <c:pt idx="5408">
                        <c:v>5408</c:v>
                      </c:pt>
                      <c:pt idx="5409">
                        <c:v>5409</c:v>
                      </c:pt>
                      <c:pt idx="5410">
                        <c:v>5410</c:v>
                      </c:pt>
                      <c:pt idx="5411">
                        <c:v>5411</c:v>
                      </c:pt>
                      <c:pt idx="5412">
                        <c:v>5412</c:v>
                      </c:pt>
                      <c:pt idx="5413">
                        <c:v>5413</c:v>
                      </c:pt>
                      <c:pt idx="5414">
                        <c:v>5414</c:v>
                      </c:pt>
                      <c:pt idx="5415">
                        <c:v>5415</c:v>
                      </c:pt>
                      <c:pt idx="5416">
                        <c:v>5416</c:v>
                      </c:pt>
                      <c:pt idx="5417">
                        <c:v>5417</c:v>
                      </c:pt>
                      <c:pt idx="5418">
                        <c:v>5418</c:v>
                      </c:pt>
                      <c:pt idx="5419">
                        <c:v>5419</c:v>
                      </c:pt>
                      <c:pt idx="5420">
                        <c:v>5420</c:v>
                      </c:pt>
                      <c:pt idx="5421">
                        <c:v>5421</c:v>
                      </c:pt>
                      <c:pt idx="5422">
                        <c:v>5422</c:v>
                      </c:pt>
                      <c:pt idx="5423">
                        <c:v>5423</c:v>
                      </c:pt>
                      <c:pt idx="5424">
                        <c:v>5424</c:v>
                      </c:pt>
                      <c:pt idx="5425">
                        <c:v>5425</c:v>
                      </c:pt>
                      <c:pt idx="5426">
                        <c:v>5426</c:v>
                      </c:pt>
                      <c:pt idx="5427">
                        <c:v>5427</c:v>
                      </c:pt>
                      <c:pt idx="5428">
                        <c:v>5428</c:v>
                      </c:pt>
                      <c:pt idx="5429">
                        <c:v>5429</c:v>
                      </c:pt>
                      <c:pt idx="5430">
                        <c:v>5430</c:v>
                      </c:pt>
                      <c:pt idx="5431">
                        <c:v>5431</c:v>
                      </c:pt>
                      <c:pt idx="5432">
                        <c:v>5432</c:v>
                      </c:pt>
                      <c:pt idx="5433">
                        <c:v>5433</c:v>
                      </c:pt>
                      <c:pt idx="5434">
                        <c:v>5434</c:v>
                      </c:pt>
                      <c:pt idx="5435">
                        <c:v>5435</c:v>
                      </c:pt>
                      <c:pt idx="5436">
                        <c:v>5436</c:v>
                      </c:pt>
                      <c:pt idx="5437">
                        <c:v>5437</c:v>
                      </c:pt>
                      <c:pt idx="5438">
                        <c:v>5438</c:v>
                      </c:pt>
                      <c:pt idx="5439">
                        <c:v>5439</c:v>
                      </c:pt>
                      <c:pt idx="5440">
                        <c:v>5440</c:v>
                      </c:pt>
                      <c:pt idx="5441">
                        <c:v>5441</c:v>
                      </c:pt>
                      <c:pt idx="5442">
                        <c:v>5442</c:v>
                      </c:pt>
                      <c:pt idx="5443">
                        <c:v>5443</c:v>
                      </c:pt>
                      <c:pt idx="5444">
                        <c:v>5444</c:v>
                      </c:pt>
                      <c:pt idx="5445">
                        <c:v>5445</c:v>
                      </c:pt>
                      <c:pt idx="5446">
                        <c:v>5446</c:v>
                      </c:pt>
                      <c:pt idx="5447">
                        <c:v>5447</c:v>
                      </c:pt>
                      <c:pt idx="5448">
                        <c:v>5448</c:v>
                      </c:pt>
                      <c:pt idx="5449">
                        <c:v>5449</c:v>
                      </c:pt>
                      <c:pt idx="5450">
                        <c:v>5450</c:v>
                      </c:pt>
                      <c:pt idx="5451">
                        <c:v>5451</c:v>
                      </c:pt>
                      <c:pt idx="5452">
                        <c:v>5452</c:v>
                      </c:pt>
                      <c:pt idx="5453">
                        <c:v>5453</c:v>
                      </c:pt>
                      <c:pt idx="5454">
                        <c:v>5454</c:v>
                      </c:pt>
                      <c:pt idx="5455">
                        <c:v>5455</c:v>
                      </c:pt>
                      <c:pt idx="5456">
                        <c:v>5456</c:v>
                      </c:pt>
                      <c:pt idx="5457">
                        <c:v>5457</c:v>
                      </c:pt>
                      <c:pt idx="5458">
                        <c:v>5458</c:v>
                      </c:pt>
                      <c:pt idx="5459">
                        <c:v>5459</c:v>
                      </c:pt>
                      <c:pt idx="5460">
                        <c:v>5460</c:v>
                      </c:pt>
                      <c:pt idx="5461">
                        <c:v>5461</c:v>
                      </c:pt>
                      <c:pt idx="5462">
                        <c:v>5462</c:v>
                      </c:pt>
                      <c:pt idx="5463">
                        <c:v>5463</c:v>
                      </c:pt>
                      <c:pt idx="5464">
                        <c:v>5464</c:v>
                      </c:pt>
                      <c:pt idx="5465">
                        <c:v>5465</c:v>
                      </c:pt>
                      <c:pt idx="5466">
                        <c:v>5466</c:v>
                      </c:pt>
                      <c:pt idx="5467">
                        <c:v>5467</c:v>
                      </c:pt>
                      <c:pt idx="5468">
                        <c:v>5468</c:v>
                      </c:pt>
                      <c:pt idx="5469">
                        <c:v>5469</c:v>
                      </c:pt>
                      <c:pt idx="5470">
                        <c:v>5470</c:v>
                      </c:pt>
                      <c:pt idx="5471">
                        <c:v>5471</c:v>
                      </c:pt>
                      <c:pt idx="5472">
                        <c:v>5472</c:v>
                      </c:pt>
                      <c:pt idx="5473">
                        <c:v>5473</c:v>
                      </c:pt>
                      <c:pt idx="5474">
                        <c:v>5474</c:v>
                      </c:pt>
                      <c:pt idx="5475">
                        <c:v>5475</c:v>
                      </c:pt>
                      <c:pt idx="5476">
                        <c:v>5476</c:v>
                      </c:pt>
                      <c:pt idx="5477">
                        <c:v>5477</c:v>
                      </c:pt>
                      <c:pt idx="5478">
                        <c:v>5478</c:v>
                      </c:pt>
                      <c:pt idx="5479">
                        <c:v>5479</c:v>
                      </c:pt>
                      <c:pt idx="5480">
                        <c:v>5480</c:v>
                      </c:pt>
                      <c:pt idx="5481">
                        <c:v>5481</c:v>
                      </c:pt>
                      <c:pt idx="5482">
                        <c:v>5482</c:v>
                      </c:pt>
                      <c:pt idx="5483">
                        <c:v>5483</c:v>
                      </c:pt>
                      <c:pt idx="5484">
                        <c:v>5484</c:v>
                      </c:pt>
                      <c:pt idx="5485">
                        <c:v>5485</c:v>
                      </c:pt>
                      <c:pt idx="5486">
                        <c:v>5486</c:v>
                      </c:pt>
                      <c:pt idx="5487">
                        <c:v>5487</c:v>
                      </c:pt>
                      <c:pt idx="5488">
                        <c:v>5488</c:v>
                      </c:pt>
                      <c:pt idx="5489">
                        <c:v>5489</c:v>
                      </c:pt>
                      <c:pt idx="5490">
                        <c:v>5490</c:v>
                      </c:pt>
                      <c:pt idx="5491">
                        <c:v>5491</c:v>
                      </c:pt>
                      <c:pt idx="5492">
                        <c:v>5492</c:v>
                      </c:pt>
                      <c:pt idx="5493">
                        <c:v>5493</c:v>
                      </c:pt>
                      <c:pt idx="5494">
                        <c:v>5494</c:v>
                      </c:pt>
                      <c:pt idx="5495">
                        <c:v>5495</c:v>
                      </c:pt>
                      <c:pt idx="5496">
                        <c:v>5496</c:v>
                      </c:pt>
                      <c:pt idx="5497">
                        <c:v>5497</c:v>
                      </c:pt>
                      <c:pt idx="5498">
                        <c:v>5498</c:v>
                      </c:pt>
                      <c:pt idx="5499">
                        <c:v>5499</c:v>
                      </c:pt>
                      <c:pt idx="5500">
                        <c:v>5500</c:v>
                      </c:pt>
                      <c:pt idx="5501">
                        <c:v>5501</c:v>
                      </c:pt>
                      <c:pt idx="5502">
                        <c:v>5502</c:v>
                      </c:pt>
                      <c:pt idx="5503">
                        <c:v>5503</c:v>
                      </c:pt>
                      <c:pt idx="5504">
                        <c:v>5504</c:v>
                      </c:pt>
                      <c:pt idx="5505">
                        <c:v>5505</c:v>
                      </c:pt>
                      <c:pt idx="5506">
                        <c:v>5506</c:v>
                      </c:pt>
                      <c:pt idx="5507">
                        <c:v>5507</c:v>
                      </c:pt>
                      <c:pt idx="5508">
                        <c:v>5508</c:v>
                      </c:pt>
                      <c:pt idx="5509">
                        <c:v>5509</c:v>
                      </c:pt>
                      <c:pt idx="5510">
                        <c:v>5510</c:v>
                      </c:pt>
                      <c:pt idx="5511">
                        <c:v>5511</c:v>
                      </c:pt>
                      <c:pt idx="5512">
                        <c:v>5512</c:v>
                      </c:pt>
                      <c:pt idx="5513">
                        <c:v>5513</c:v>
                      </c:pt>
                      <c:pt idx="5514">
                        <c:v>5514</c:v>
                      </c:pt>
                      <c:pt idx="5515">
                        <c:v>5515</c:v>
                      </c:pt>
                      <c:pt idx="5516">
                        <c:v>5516</c:v>
                      </c:pt>
                      <c:pt idx="5517">
                        <c:v>5517</c:v>
                      </c:pt>
                      <c:pt idx="5518">
                        <c:v>5518</c:v>
                      </c:pt>
                      <c:pt idx="5519">
                        <c:v>5519</c:v>
                      </c:pt>
                      <c:pt idx="5520">
                        <c:v>5520</c:v>
                      </c:pt>
                      <c:pt idx="5521">
                        <c:v>5521</c:v>
                      </c:pt>
                      <c:pt idx="5522">
                        <c:v>5522</c:v>
                      </c:pt>
                      <c:pt idx="5523">
                        <c:v>5523</c:v>
                      </c:pt>
                      <c:pt idx="5524">
                        <c:v>5524</c:v>
                      </c:pt>
                      <c:pt idx="5525">
                        <c:v>5525</c:v>
                      </c:pt>
                      <c:pt idx="5526">
                        <c:v>5526</c:v>
                      </c:pt>
                      <c:pt idx="5527">
                        <c:v>5527</c:v>
                      </c:pt>
                      <c:pt idx="5528">
                        <c:v>5528</c:v>
                      </c:pt>
                      <c:pt idx="5529">
                        <c:v>5529</c:v>
                      </c:pt>
                      <c:pt idx="5530">
                        <c:v>5530</c:v>
                      </c:pt>
                      <c:pt idx="5531">
                        <c:v>5531</c:v>
                      </c:pt>
                      <c:pt idx="5532">
                        <c:v>5532</c:v>
                      </c:pt>
                      <c:pt idx="5533">
                        <c:v>5533</c:v>
                      </c:pt>
                      <c:pt idx="5534">
                        <c:v>5534</c:v>
                      </c:pt>
                      <c:pt idx="5535">
                        <c:v>5535</c:v>
                      </c:pt>
                      <c:pt idx="5536">
                        <c:v>5536</c:v>
                      </c:pt>
                      <c:pt idx="5537">
                        <c:v>5537</c:v>
                      </c:pt>
                      <c:pt idx="5538">
                        <c:v>5538</c:v>
                      </c:pt>
                      <c:pt idx="5539">
                        <c:v>5539</c:v>
                      </c:pt>
                      <c:pt idx="5540">
                        <c:v>5540</c:v>
                      </c:pt>
                      <c:pt idx="5541">
                        <c:v>5541</c:v>
                      </c:pt>
                      <c:pt idx="5542">
                        <c:v>5542</c:v>
                      </c:pt>
                      <c:pt idx="5543">
                        <c:v>5543</c:v>
                      </c:pt>
                      <c:pt idx="5544">
                        <c:v>5544</c:v>
                      </c:pt>
                      <c:pt idx="5545">
                        <c:v>5545</c:v>
                      </c:pt>
                      <c:pt idx="5546">
                        <c:v>5546</c:v>
                      </c:pt>
                      <c:pt idx="5547">
                        <c:v>5547</c:v>
                      </c:pt>
                      <c:pt idx="5548">
                        <c:v>5548</c:v>
                      </c:pt>
                      <c:pt idx="5549">
                        <c:v>5549</c:v>
                      </c:pt>
                      <c:pt idx="5550">
                        <c:v>5550</c:v>
                      </c:pt>
                      <c:pt idx="5551">
                        <c:v>5551</c:v>
                      </c:pt>
                      <c:pt idx="5552">
                        <c:v>5552</c:v>
                      </c:pt>
                      <c:pt idx="5553">
                        <c:v>5553</c:v>
                      </c:pt>
                      <c:pt idx="5554">
                        <c:v>5554</c:v>
                      </c:pt>
                      <c:pt idx="5555">
                        <c:v>5555</c:v>
                      </c:pt>
                      <c:pt idx="5556">
                        <c:v>5556</c:v>
                      </c:pt>
                      <c:pt idx="5557">
                        <c:v>5557</c:v>
                      </c:pt>
                      <c:pt idx="5558">
                        <c:v>5558</c:v>
                      </c:pt>
                      <c:pt idx="5559">
                        <c:v>5559</c:v>
                      </c:pt>
                      <c:pt idx="5560">
                        <c:v>5560</c:v>
                      </c:pt>
                      <c:pt idx="5561">
                        <c:v>5561</c:v>
                      </c:pt>
                      <c:pt idx="5562">
                        <c:v>5562</c:v>
                      </c:pt>
                      <c:pt idx="5563">
                        <c:v>5563</c:v>
                      </c:pt>
                      <c:pt idx="5564">
                        <c:v>5564</c:v>
                      </c:pt>
                      <c:pt idx="5565">
                        <c:v>5565</c:v>
                      </c:pt>
                      <c:pt idx="5566">
                        <c:v>5566</c:v>
                      </c:pt>
                      <c:pt idx="5567">
                        <c:v>5567</c:v>
                      </c:pt>
                      <c:pt idx="5568">
                        <c:v>5568</c:v>
                      </c:pt>
                      <c:pt idx="5569">
                        <c:v>5569</c:v>
                      </c:pt>
                      <c:pt idx="5570">
                        <c:v>5570</c:v>
                      </c:pt>
                      <c:pt idx="5571">
                        <c:v>5571</c:v>
                      </c:pt>
                      <c:pt idx="5572">
                        <c:v>5572</c:v>
                      </c:pt>
                      <c:pt idx="5573">
                        <c:v>5573</c:v>
                      </c:pt>
                      <c:pt idx="5574">
                        <c:v>5574</c:v>
                      </c:pt>
                      <c:pt idx="5575">
                        <c:v>5575</c:v>
                      </c:pt>
                      <c:pt idx="5576">
                        <c:v>5576</c:v>
                      </c:pt>
                      <c:pt idx="5577">
                        <c:v>5577</c:v>
                      </c:pt>
                      <c:pt idx="5578">
                        <c:v>5578</c:v>
                      </c:pt>
                      <c:pt idx="5579">
                        <c:v>5579</c:v>
                      </c:pt>
                      <c:pt idx="5580">
                        <c:v>5580</c:v>
                      </c:pt>
                      <c:pt idx="5581">
                        <c:v>5581</c:v>
                      </c:pt>
                      <c:pt idx="5582">
                        <c:v>5582</c:v>
                      </c:pt>
                      <c:pt idx="5583">
                        <c:v>5583</c:v>
                      </c:pt>
                      <c:pt idx="5584">
                        <c:v>5584</c:v>
                      </c:pt>
                      <c:pt idx="5585">
                        <c:v>5585</c:v>
                      </c:pt>
                      <c:pt idx="5586">
                        <c:v>5586</c:v>
                      </c:pt>
                      <c:pt idx="5587">
                        <c:v>5587</c:v>
                      </c:pt>
                      <c:pt idx="5588">
                        <c:v>5588</c:v>
                      </c:pt>
                      <c:pt idx="5589">
                        <c:v>5589</c:v>
                      </c:pt>
                      <c:pt idx="5590">
                        <c:v>5590</c:v>
                      </c:pt>
                      <c:pt idx="5591">
                        <c:v>5591</c:v>
                      </c:pt>
                      <c:pt idx="5592">
                        <c:v>5592</c:v>
                      </c:pt>
                      <c:pt idx="5593">
                        <c:v>5593</c:v>
                      </c:pt>
                      <c:pt idx="5594">
                        <c:v>5594</c:v>
                      </c:pt>
                      <c:pt idx="5595">
                        <c:v>5595</c:v>
                      </c:pt>
                      <c:pt idx="5596">
                        <c:v>5596</c:v>
                      </c:pt>
                      <c:pt idx="5597">
                        <c:v>5597</c:v>
                      </c:pt>
                      <c:pt idx="5598">
                        <c:v>5598</c:v>
                      </c:pt>
                      <c:pt idx="5599">
                        <c:v>5599</c:v>
                      </c:pt>
                      <c:pt idx="5600">
                        <c:v>5600</c:v>
                      </c:pt>
                      <c:pt idx="5601">
                        <c:v>5601</c:v>
                      </c:pt>
                      <c:pt idx="5602">
                        <c:v>5602</c:v>
                      </c:pt>
                      <c:pt idx="5603">
                        <c:v>5603</c:v>
                      </c:pt>
                      <c:pt idx="5604">
                        <c:v>5604</c:v>
                      </c:pt>
                      <c:pt idx="5605">
                        <c:v>5605</c:v>
                      </c:pt>
                      <c:pt idx="5606">
                        <c:v>5606</c:v>
                      </c:pt>
                      <c:pt idx="5607">
                        <c:v>5607</c:v>
                      </c:pt>
                      <c:pt idx="5608">
                        <c:v>5608</c:v>
                      </c:pt>
                      <c:pt idx="5609">
                        <c:v>5609</c:v>
                      </c:pt>
                      <c:pt idx="5610">
                        <c:v>5610</c:v>
                      </c:pt>
                      <c:pt idx="5611">
                        <c:v>5611</c:v>
                      </c:pt>
                      <c:pt idx="5612">
                        <c:v>5612</c:v>
                      </c:pt>
                      <c:pt idx="5613">
                        <c:v>5613</c:v>
                      </c:pt>
                      <c:pt idx="5614">
                        <c:v>5614</c:v>
                      </c:pt>
                      <c:pt idx="5615">
                        <c:v>5615</c:v>
                      </c:pt>
                      <c:pt idx="5616">
                        <c:v>5616</c:v>
                      </c:pt>
                      <c:pt idx="5617">
                        <c:v>5617</c:v>
                      </c:pt>
                      <c:pt idx="5618">
                        <c:v>5618</c:v>
                      </c:pt>
                      <c:pt idx="5619">
                        <c:v>5619</c:v>
                      </c:pt>
                      <c:pt idx="5620">
                        <c:v>5620</c:v>
                      </c:pt>
                      <c:pt idx="5621">
                        <c:v>5621</c:v>
                      </c:pt>
                      <c:pt idx="5622">
                        <c:v>5622</c:v>
                      </c:pt>
                      <c:pt idx="5623">
                        <c:v>5623</c:v>
                      </c:pt>
                      <c:pt idx="5624">
                        <c:v>5624</c:v>
                      </c:pt>
                      <c:pt idx="5625">
                        <c:v>5625</c:v>
                      </c:pt>
                      <c:pt idx="5626">
                        <c:v>5626</c:v>
                      </c:pt>
                      <c:pt idx="5627">
                        <c:v>5627</c:v>
                      </c:pt>
                      <c:pt idx="5628">
                        <c:v>5628</c:v>
                      </c:pt>
                      <c:pt idx="5629">
                        <c:v>5629</c:v>
                      </c:pt>
                      <c:pt idx="5630">
                        <c:v>5630</c:v>
                      </c:pt>
                      <c:pt idx="5631">
                        <c:v>5631</c:v>
                      </c:pt>
                      <c:pt idx="5632">
                        <c:v>5632</c:v>
                      </c:pt>
                      <c:pt idx="5633">
                        <c:v>5633</c:v>
                      </c:pt>
                      <c:pt idx="5634">
                        <c:v>5634</c:v>
                      </c:pt>
                      <c:pt idx="5635">
                        <c:v>5635</c:v>
                      </c:pt>
                      <c:pt idx="5636">
                        <c:v>5636</c:v>
                      </c:pt>
                      <c:pt idx="5637">
                        <c:v>5637</c:v>
                      </c:pt>
                      <c:pt idx="5638">
                        <c:v>5638</c:v>
                      </c:pt>
                      <c:pt idx="5639">
                        <c:v>5639</c:v>
                      </c:pt>
                      <c:pt idx="5640">
                        <c:v>5640</c:v>
                      </c:pt>
                      <c:pt idx="5641">
                        <c:v>5641</c:v>
                      </c:pt>
                      <c:pt idx="5642">
                        <c:v>5642</c:v>
                      </c:pt>
                      <c:pt idx="5643">
                        <c:v>5643</c:v>
                      </c:pt>
                      <c:pt idx="5644">
                        <c:v>5644</c:v>
                      </c:pt>
                      <c:pt idx="5645">
                        <c:v>5645</c:v>
                      </c:pt>
                      <c:pt idx="5646">
                        <c:v>5646</c:v>
                      </c:pt>
                      <c:pt idx="5647">
                        <c:v>5647</c:v>
                      </c:pt>
                      <c:pt idx="5648">
                        <c:v>5648</c:v>
                      </c:pt>
                      <c:pt idx="5649">
                        <c:v>5649</c:v>
                      </c:pt>
                      <c:pt idx="5650">
                        <c:v>5650</c:v>
                      </c:pt>
                      <c:pt idx="5651">
                        <c:v>5651</c:v>
                      </c:pt>
                      <c:pt idx="5652">
                        <c:v>5652</c:v>
                      </c:pt>
                      <c:pt idx="5653">
                        <c:v>5653</c:v>
                      </c:pt>
                      <c:pt idx="5654">
                        <c:v>5654</c:v>
                      </c:pt>
                      <c:pt idx="5655">
                        <c:v>5655</c:v>
                      </c:pt>
                      <c:pt idx="5656">
                        <c:v>5656</c:v>
                      </c:pt>
                      <c:pt idx="5657">
                        <c:v>5657</c:v>
                      </c:pt>
                      <c:pt idx="5658">
                        <c:v>5658</c:v>
                      </c:pt>
                      <c:pt idx="5659">
                        <c:v>5659</c:v>
                      </c:pt>
                      <c:pt idx="5660">
                        <c:v>5660</c:v>
                      </c:pt>
                      <c:pt idx="5661">
                        <c:v>5661</c:v>
                      </c:pt>
                      <c:pt idx="5662">
                        <c:v>5662</c:v>
                      </c:pt>
                      <c:pt idx="5663">
                        <c:v>5663</c:v>
                      </c:pt>
                      <c:pt idx="5664">
                        <c:v>5664</c:v>
                      </c:pt>
                      <c:pt idx="5665">
                        <c:v>5665</c:v>
                      </c:pt>
                      <c:pt idx="5666">
                        <c:v>5666</c:v>
                      </c:pt>
                      <c:pt idx="5667">
                        <c:v>5667</c:v>
                      </c:pt>
                      <c:pt idx="5668">
                        <c:v>5668</c:v>
                      </c:pt>
                      <c:pt idx="5669">
                        <c:v>5669</c:v>
                      </c:pt>
                      <c:pt idx="5670">
                        <c:v>5670</c:v>
                      </c:pt>
                      <c:pt idx="5671">
                        <c:v>5671</c:v>
                      </c:pt>
                      <c:pt idx="5672">
                        <c:v>5672</c:v>
                      </c:pt>
                      <c:pt idx="5673">
                        <c:v>5673</c:v>
                      </c:pt>
                      <c:pt idx="5674">
                        <c:v>5674</c:v>
                      </c:pt>
                      <c:pt idx="5675">
                        <c:v>5675</c:v>
                      </c:pt>
                      <c:pt idx="5676">
                        <c:v>5676</c:v>
                      </c:pt>
                      <c:pt idx="5677">
                        <c:v>5677</c:v>
                      </c:pt>
                      <c:pt idx="5678">
                        <c:v>5678</c:v>
                      </c:pt>
                      <c:pt idx="5679">
                        <c:v>5679</c:v>
                      </c:pt>
                      <c:pt idx="5680">
                        <c:v>5680</c:v>
                      </c:pt>
                      <c:pt idx="5681">
                        <c:v>5681</c:v>
                      </c:pt>
                      <c:pt idx="5682">
                        <c:v>5682</c:v>
                      </c:pt>
                      <c:pt idx="5683">
                        <c:v>5683</c:v>
                      </c:pt>
                      <c:pt idx="5684">
                        <c:v>5684</c:v>
                      </c:pt>
                      <c:pt idx="5685">
                        <c:v>5685</c:v>
                      </c:pt>
                      <c:pt idx="5686">
                        <c:v>5686</c:v>
                      </c:pt>
                      <c:pt idx="5687">
                        <c:v>5687</c:v>
                      </c:pt>
                      <c:pt idx="5688">
                        <c:v>5688</c:v>
                      </c:pt>
                      <c:pt idx="5689">
                        <c:v>5689</c:v>
                      </c:pt>
                      <c:pt idx="5690">
                        <c:v>5690</c:v>
                      </c:pt>
                      <c:pt idx="5691">
                        <c:v>5691</c:v>
                      </c:pt>
                      <c:pt idx="5692">
                        <c:v>5692</c:v>
                      </c:pt>
                      <c:pt idx="5693">
                        <c:v>5693</c:v>
                      </c:pt>
                      <c:pt idx="5694">
                        <c:v>5694</c:v>
                      </c:pt>
                      <c:pt idx="5695">
                        <c:v>5695</c:v>
                      </c:pt>
                      <c:pt idx="5696">
                        <c:v>5696</c:v>
                      </c:pt>
                      <c:pt idx="5697">
                        <c:v>5697</c:v>
                      </c:pt>
                      <c:pt idx="5698">
                        <c:v>5698</c:v>
                      </c:pt>
                      <c:pt idx="5699">
                        <c:v>5699</c:v>
                      </c:pt>
                      <c:pt idx="5700">
                        <c:v>5700</c:v>
                      </c:pt>
                      <c:pt idx="5701">
                        <c:v>5701</c:v>
                      </c:pt>
                      <c:pt idx="5702">
                        <c:v>5702</c:v>
                      </c:pt>
                      <c:pt idx="5703">
                        <c:v>5703</c:v>
                      </c:pt>
                      <c:pt idx="5704">
                        <c:v>5704</c:v>
                      </c:pt>
                      <c:pt idx="5705">
                        <c:v>5705</c:v>
                      </c:pt>
                      <c:pt idx="5706">
                        <c:v>5706</c:v>
                      </c:pt>
                      <c:pt idx="5707">
                        <c:v>5707</c:v>
                      </c:pt>
                      <c:pt idx="5708">
                        <c:v>5708</c:v>
                      </c:pt>
                      <c:pt idx="5709">
                        <c:v>5709</c:v>
                      </c:pt>
                      <c:pt idx="5710">
                        <c:v>5710</c:v>
                      </c:pt>
                      <c:pt idx="5711">
                        <c:v>5711</c:v>
                      </c:pt>
                      <c:pt idx="5712">
                        <c:v>5712</c:v>
                      </c:pt>
                      <c:pt idx="5713">
                        <c:v>5713</c:v>
                      </c:pt>
                      <c:pt idx="5714">
                        <c:v>5714</c:v>
                      </c:pt>
                      <c:pt idx="5715">
                        <c:v>5715</c:v>
                      </c:pt>
                      <c:pt idx="5716">
                        <c:v>5716</c:v>
                      </c:pt>
                      <c:pt idx="5717">
                        <c:v>5717</c:v>
                      </c:pt>
                      <c:pt idx="5718">
                        <c:v>5718</c:v>
                      </c:pt>
                      <c:pt idx="5719">
                        <c:v>5719</c:v>
                      </c:pt>
                      <c:pt idx="5720">
                        <c:v>5720</c:v>
                      </c:pt>
                      <c:pt idx="5721">
                        <c:v>5721</c:v>
                      </c:pt>
                      <c:pt idx="5722">
                        <c:v>5722</c:v>
                      </c:pt>
                      <c:pt idx="5723">
                        <c:v>5723</c:v>
                      </c:pt>
                      <c:pt idx="5724">
                        <c:v>5724</c:v>
                      </c:pt>
                      <c:pt idx="5725">
                        <c:v>5725</c:v>
                      </c:pt>
                      <c:pt idx="5726">
                        <c:v>5726</c:v>
                      </c:pt>
                      <c:pt idx="5727">
                        <c:v>5727</c:v>
                      </c:pt>
                      <c:pt idx="5728">
                        <c:v>5728</c:v>
                      </c:pt>
                      <c:pt idx="5729">
                        <c:v>5729</c:v>
                      </c:pt>
                      <c:pt idx="5730">
                        <c:v>5730</c:v>
                      </c:pt>
                      <c:pt idx="5731">
                        <c:v>5731</c:v>
                      </c:pt>
                      <c:pt idx="5732">
                        <c:v>5732</c:v>
                      </c:pt>
                      <c:pt idx="5733">
                        <c:v>5733</c:v>
                      </c:pt>
                      <c:pt idx="5734">
                        <c:v>5734</c:v>
                      </c:pt>
                      <c:pt idx="5735">
                        <c:v>5735</c:v>
                      </c:pt>
                      <c:pt idx="5736">
                        <c:v>5736</c:v>
                      </c:pt>
                      <c:pt idx="5737">
                        <c:v>5737</c:v>
                      </c:pt>
                      <c:pt idx="5738">
                        <c:v>5738</c:v>
                      </c:pt>
                      <c:pt idx="5739">
                        <c:v>5739</c:v>
                      </c:pt>
                      <c:pt idx="5740">
                        <c:v>5740</c:v>
                      </c:pt>
                      <c:pt idx="5741">
                        <c:v>5741</c:v>
                      </c:pt>
                      <c:pt idx="5742">
                        <c:v>5742</c:v>
                      </c:pt>
                      <c:pt idx="5743">
                        <c:v>5743</c:v>
                      </c:pt>
                      <c:pt idx="5744">
                        <c:v>5744</c:v>
                      </c:pt>
                      <c:pt idx="5745">
                        <c:v>5745</c:v>
                      </c:pt>
                      <c:pt idx="5746">
                        <c:v>5746</c:v>
                      </c:pt>
                      <c:pt idx="5747">
                        <c:v>5747</c:v>
                      </c:pt>
                      <c:pt idx="5748">
                        <c:v>5748</c:v>
                      </c:pt>
                      <c:pt idx="5749">
                        <c:v>5749</c:v>
                      </c:pt>
                      <c:pt idx="5750">
                        <c:v>5750</c:v>
                      </c:pt>
                      <c:pt idx="5751">
                        <c:v>5751</c:v>
                      </c:pt>
                      <c:pt idx="5752">
                        <c:v>5752</c:v>
                      </c:pt>
                      <c:pt idx="5753">
                        <c:v>5753</c:v>
                      </c:pt>
                      <c:pt idx="5754">
                        <c:v>5754</c:v>
                      </c:pt>
                      <c:pt idx="5755">
                        <c:v>5755</c:v>
                      </c:pt>
                      <c:pt idx="5756">
                        <c:v>5756</c:v>
                      </c:pt>
                      <c:pt idx="5757">
                        <c:v>5757</c:v>
                      </c:pt>
                      <c:pt idx="5758">
                        <c:v>5758</c:v>
                      </c:pt>
                      <c:pt idx="5759">
                        <c:v>5759</c:v>
                      </c:pt>
                      <c:pt idx="5760">
                        <c:v>5760</c:v>
                      </c:pt>
                      <c:pt idx="5761">
                        <c:v>5761</c:v>
                      </c:pt>
                      <c:pt idx="5762">
                        <c:v>5762</c:v>
                      </c:pt>
                      <c:pt idx="5763">
                        <c:v>5763</c:v>
                      </c:pt>
                      <c:pt idx="5764">
                        <c:v>5764</c:v>
                      </c:pt>
                      <c:pt idx="5765">
                        <c:v>5765</c:v>
                      </c:pt>
                      <c:pt idx="5766">
                        <c:v>5766</c:v>
                      </c:pt>
                      <c:pt idx="5767">
                        <c:v>5767</c:v>
                      </c:pt>
                      <c:pt idx="5768">
                        <c:v>5768</c:v>
                      </c:pt>
                      <c:pt idx="5769">
                        <c:v>5769</c:v>
                      </c:pt>
                      <c:pt idx="5770">
                        <c:v>5770</c:v>
                      </c:pt>
                      <c:pt idx="5771">
                        <c:v>5771</c:v>
                      </c:pt>
                      <c:pt idx="5772">
                        <c:v>5772</c:v>
                      </c:pt>
                      <c:pt idx="5773">
                        <c:v>5773</c:v>
                      </c:pt>
                      <c:pt idx="5774">
                        <c:v>5774</c:v>
                      </c:pt>
                      <c:pt idx="5775">
                        <c:v>5775</c:v>
                      </c:pt>
                      <c:pt idx="5776">
                        <c:v>5776</c:v>
                      </c:pt>
                      <c:pt idx="5777">
                        <c:v>5777</c:v>
                      </c:pt>
                      <c:pt idx="5778">
                        <c:v>5778</c:v>
                      </c:pt>
                      <c:pt idx="5779">
                        <c:v>5779</c:v>
                      </c:pt>
                      <c:pt idx="5780">
                        <c:v>5780</c:v>
                      </c:pt>
                      <c:pt idx="5781">
                        <c:v>5781</c:v>
                      </c:pt>
                      <c:pt idx="5782">
                        <c:v>5782</c:v>
                      </c:pt>
                      <c:pt idx="5783">
                        <c:v>5783</c:v>
                      </c:pt>
                      <c:pt idx="5784">
                        <c:v>5784</c:v>
                      </c:pt>
                      <c:pt idx="5785">
                        <c:v>5785</c:v>
                      </c:pt>
                      <c:pt idx="5786">
                        <c:v>5786</c:v>
                      </c:pt>
                      <c:pt idx="5787">
                        <c:v>5787</c:v>
                      </c:pt>
                      <c:pt idx="5788">
                        <c:v>5788</c:v>
                      </c:pt>
                      <c:pt idx="5789">
                        <c:v>5789</c:v>
                      </c:pt>
                      <c:pt idx="5790">
                        <c:v>5790</c:v>
                      </c:pt>
                      <c:pt idx="5791">
                        <c:v>5791</c:v>
                      </c:pt>
                      <c:pt idx="5792">
                        <c:v>5792</c:v>
                      </c:pt>
                      <c:pt idx="5793">
                        <c:v>5793</c:v>
                      </c:pt>
                      <c:pt idx="5794">
                        <c:v>5794</c:v>
                      </c:pt>
                      <c:pt idx="5795">
                        <c:v>5795</c:v>
                      </c:pt>
                      <c:pt idx="5796">
                        <c:v>5796</c:v>
                      </c:pt>
                      <c:pt idx="5797">
                        <c:v>5797</c:v>
                      </c:pt>
                      <c:pt idx="5798">
                        <c:v>5798</c:v>
                      </c:pt>
                      <c:pt idx="5799">
                        <c:v>5799</c:v>
                      </c:pt>
                      <c:pt idx="5800">
                        <c:v>5800</c:v>
                      </c:pt>
                      <c:pt idx="5801">
                        <c:v>5801</c:v>
                      </c:pt>
                      <c:pt idx="5802">
                        <c:v>5802</c:v>
                      </c:pt>
                      <c:pt idx="5803">
                        <c:v>5803</c:v>
                      </c:pt>
                      <c:pt idx="5804">
                        <c:v>5804</c:v>
                      </c:pt>
                      <c:pt idx="5805">
                        <c:v>5805</c:v>
                      </c:pt>
                      <c:pt idx="5806">
                        <c:v>5806</c:v>
                      </c:pt>
                      <c:pt idx="5807">
                        <c:v>5807</c:v>
                      </c:pt>
                      <c:pt idx="5808">
                        <c:v>5808</c:v>
                      </c:pt>
                      <c:pt idx="5809">
                        <c:v>5809</c:v>
                      </c:pt>
                      <c:pt idx="5810">
                        <c:v>5810</c:v>
                      </c:pt>
                      <c:pt idx="5811">
                        <c:v>5811</c:v>
                      </c:pt>
                      <c:pt idx="5812">
                        <c:v>5812</c:v>
                      </c:pt>
                      <c:pt idx="5813">
                        <c:v>5813</c:v>
                      </c:pt>
                      <c:pt idx="5814">
                        <c:v>5814</c:v>
                      </c:pt>
                      <c:pt idx="5815">
                        <c:v>5815</c:v>
                      </c:pt>
                      <c:pt idx="5816">
                        <c:v>5816</c:v>
                      </c:pt>
                      <c:pt idx="5817">
                        <c:v>5817</c:v>
                      </c:pt>
                      <c:pt idx="5818">
                        <c:v>5818</c:v>
                      </c:pt>
                      <c:pt idx="5819">
                        <c:v>5819</c:v>
                      </c:pt>
                      <c:pt idx="5820">
                        <c:v>5820</c:v>
                      </c:pt>
                      <c:pt idx="5821">
                        <c:v>5821</c:v>
                      </c:pt>
                      <c:pt idx="5822">
                        <c:v>5822</c:v>
                      </c:pt>
                      <c:pt idx="5823">
                        <c:v>5823</c:v>
                      </c:pt>
                      <c:pt idx="5824">
                        <c:v>5824</c:v>
                      </c:pt>
                      <c:pt idx="5825">
                        <c:v>5825</c:v>
                      </c:pt>
                      <c:pt idx="5826">
                        <c:v>5826</c:v>
                      </c:pt>
                      <c:pt idx="5827">
                        <c:v>5827</c:v>
                      </c:pt>
                      <c:pt idx="5828">
                        <c:v>5828</c:v>
                      </c:pt>
                      <c:pt idx="5829">
                        <c:v>5829</c:v>
                      </c:pt>
                      <c:pt idx="5830">
                        <c:v>5830</c:v>
                      </c:pt>
                      <c:pt idx="5831">
                        <c:v>5831</c:v>
                      </c:pt>
                      <c:pt idx="5832">
                        <c:v>5832</c:v>
                      </c:pt>
                      <c:pt idx="5833">
                        <c:v>5833</c:v>
                      </c:pt>
                      <c:pt idx="5834">
                        <c:v>5834</c:v>
                      </c:pt>
                      <c:pt idx="5835">
                        <c:v>5835</c:v>
                      </c:pt>
                      <c:pt idx="5836">
                        <c:v>5836</c:v>
                      </c:pt>
                      <c:pt idx="5837">
                        <c:v>5837</c:v>
                      </c:pt>
                      <c:pt idx="5838">
                        <c:v>5838</c:v>
                      </c:pt>
                      <c:pt idx="5839">
                        <c:v>5839</c:v>
                      </c:pt>
                      <c:pt idx="5840">
                        <c:v>5840</c:v>
                      </c:pt>
                      <c:pt idx="5841">
                        <c:v>5841</c:v>
                      </c:pt>
                      <c:pt idx="5842">
                        <c:v>5842</c:v>
                      </c:pt>
                      <c:pt idx="5843">
                        <c:v>5843</c:v>
                      </c:pt>
                      <c:pt idx="5844">
                        <c:v>5844</c:v>
                      </c:pt>
                      <c:pt idx="5845">
                        <c:v>5845</c:v>
                      </c:pt>
                      <c:pt idx="5846">
                        <c:v>5846</c:v>
                      </c:pt>
                      <c:pt idx="5847">
                        <c:v>5847</c:v>
                      </c:pt>
                      <c:pt idx="5848">
                        <c:v>5848</c:v>
                      </c:pt>
                      <c:pt idx="5849">
                        <c:v>5849</c:v>
                      </c:pt>
                      <c:pt idx="5850">
                        <c:v>5850</c:v>
                      </c:pt>
                      <c:pt idx="5851">
                        <c:v>5851</c:v>
                      </c:pt>
                      <c:pt idx="5852">
                        <c:v>5852</c:v>
                      </c:pt>
                      <c:pt idx="5853">
                        <c:v>5853</c:v>
                      </c:pt>
                      <c:pt idx="5854">
                        <c:v>5854</c:v>
                      </c:pt>
                      <c:pt idx="5855">
                        <c:v>5855</c:v>
                      </c:pt>
                      <c:pt idx="5856">
                        <c:v>5856</c:v>
                      </c:pt>
                      <c:pt idx="5857">
                        <c:v>5857</c:v>
                      </c:pt>
                      <c:pt idx="5858">
                        <c:v>5858</c:v>
                      </c:pt>
                      <c:pt idx="5859">
                        <c:v>5859</c:v>
                      </c:pt>
                      <c:pt idx="5860">
                        <c:v>5860</c:v>
                      </c:pt>
                      <c:pt idx="5861">
                        <c:v>5861</c:v>
                      </c:pt>
                      <c:pt idx="5862">
                        <c:v>5862</c:v>
                      </c:pt>
                      <c:pt idx="5863">
                        <c:v>5863</c:v>
                      </c:pt>
                      <c:pt idx="5864">
                        <c:v>5864</c:v>
                      </c:pt>
                      <c:pt idx="5865">
                        <c:v>5865</c:v>
                      </c:pt>
                      <c:pt idx="5866">
                        <c:v>5866</c:v>
                      </c:pt>
                      <c:pt idx="5867">
                        <c:v>5867</c:v>
                      </c:pt>
                      <c:pt idx="5868">
                        <c:v>5868</c:v>
                      </c:pt>
                      <c:pt idx="5869">
                        <c:v>5869</c:v>
                      </c:pt>
                      <c:pt idx="5870">
                        <c:v>5870</c:v>
                      </c:pt>
                      <c:pt idx="5871">
                        <c:v>5871</c:v>
                      </c:pt>
                      <c:pt idx="5872">
                        <c:v>5872</c:v>
                      </c:pt>
                      <c:pt idx="5873">
                        <c:v>5873</c:v>
                      </c:pt>
                      <c:pt idx="5874">
                        <c:v>5874</c:v>
                      </c:pt>
                      <c:pt idx="5875">
                        <c:v>5875</c:v>
                      </c:pt>
                      <c:pt idx="5876">
                        <c:v>5876</c:v>
                      </c:pt>
                      <c:pt idx="5877">
                        <c:v>5877</c:v>
                      </c:pt>
                      <c:pt idx="5878">
                        <c:v>5878</c:v>
                      </c:pt>
                      <c:pt idx="5879">
                        <c:v>5879</c:v>
                      </c:pt>
                      <c:pt idx="5880">
                        <c:v>5880</c:v>
                      </c:pt>
                      <c:pt idx="5881">
                        <c:v>5881</c:v>
                      </c:pt>
                      <c:pt idx="5882">
                        <c:v>5882</c:v>
                      </c:pt>
                      <c:pt idx="5883">
                        <c:v>5883</c:v>
                      </c:pt>
                      <c:pt idx="5884">
                        <c:v>5884</c:v>
                      </c:pt>
                      <c:pt idx="5885">
                        <c:v>5885</c:v>
                      </c:pt>
                      <c:pt idx="5886">
                        <c:v>5886</c:v>
                      </c:pt>
                      <c:pt idx="5887">
                        <c:v>5887</c:v>
                      </c:pt>
                      <c:pt idx="5888">
                        <c:v>5888</c:v>
                      </c:pt>
                      <c:pt idx="5889">
                        <c:v>5889</c:v>
                      </c:pt>
                      <c:pt idx="5890">
                        <c:v>5890</c:v>
                      </c:pt>
                      <c:pt idx="5891">
                        <c:v>5891</c:v>
                      </c:pt>
                      <c:pt idx="5892">
                        <c:v>5892</c:v>
                      </c:pt>
                      <c:pt idx="5893">
                        <c:v>5893</c:v>
                      </c:pt>
                      <c:pt idx="5894">
                        <c:v>5894</c:v>
                      </c:pt>
                      <c:pt idx="5895">
                        <c:v>5895</c:v>
                      </c:pt>
                      <c:pt idx="5896">
                        <c:v>5896</c:v>
                      </c:pt>
                      <c:pt idx="5897">
                        <c:v>5897</c:v>
                      </c:pt>
                      <c:pt idx="5898">
                        <c:v>5898</c:v>
                      </c:pt>
                      <c:pt idx="5899">
                        <c:v>5899</c:v>
                      </c:pt>
                      <c:pt idx="5900">
                        <c:v>5900</c:v>
                      </c:pt>
                      <c:pt idx="5901">
                        <c:v>5901</c:v>
                      </c:pt>
                      <c:pt idx="5902">
                        <c:v>5902</c:v>
                      </c:pt>
                      <c:pt idx="5903">
                        <c:v>5903</c:v>
                      </c:pt>
                      <c:pt idx="5904">
                        <c:v>5904</c:v>
                      </c:pt>
                      <c:pt idx="5905">
                        <c:v>5905</c:v>
                      </c:pt>
                      <c:pt idx="5906">
                        <c:v>5906</c:v>
                      </c:pt>
                      <c:pt idx="5907">
                        <c:v>5907</c:v>
                      </c:pt>
                      <c:pt idx="5908">
                        <c:v>5908</c:v>
                      </c:pt>
                      <c:pt idx="5909">
                        <c:v>5909</c:v>
                      </c:pt>
                      <c:pt idx="5910">
                        <c:v>5910</c:v>
                      </c:pt>
                      <c:pt idx="5911">
                        <c:v>5911</c:v>
                      </c:pt>
                      <c:pt idx="5912">
                        <c:v>5912</c:v>
                      </c:pt>
                      <c:pt idx="5913">
                        <c:v>5913</c:v>
                      </c:pt>
                      <c:pt idx="5914">
                        <c:v>5914</c:v>
                      </c:pt>
                      <c:pt idx="5915">
                        <c:v>5915</c:v>
                      </c:pt>
                      <c:pt idx="5916">
                        <c:v>5916</c:v>
                      </c:pt>
                      <c:pt idx="5917">
                        <c:v>5917</c:v>
                      </c:pt>
                      <c:pt idx="5918">
                        <c:v>5918</c:v>
                      </c:pt>
                      <c:pt idx="5919">
                        <c:v>5919</c:v>
                      </c:pt>
                      <c:pt idx="5920">
                        <c:v>5920</c:v>
                      </c:pt>
                      <c:pt idx="5921">
                        <c:v>5921</c:v>
                      </c:pt>
                      <c:pt idx="5922">
                        <c:v>5922</c:v>
                      </c:pt>
                      <c:pt idx="5923">
                        <c:v>5923</c:v>
                      </c:pt>
                      <c:pt idx="5924">
                        <c:v>5924</c:v>
                      </c:pt>
                      <c:pt idx="5925">
                        <c:v>5925</c:v>
                      </c:pt>
                      <c:pt idx="5926">
                        <c:v>5926</c:v>
                      </c:pt>
                      <c:pt idx="5927">
                        <c:v>5927</c:v>
                      </c:pt>
                      <c:pt idx="5928">
                        <c:v>5928</c:v>
                      </c:pt>
                      <c:pt idx="5929">
                        <c:v>5929</c:v>
                      </c:pt>
                      <c:pt idx="5930">
                        <c:v>5930</c:v>
                      </c:pt>
                      <c:pt idx="5931">
                        <c:v>5931</c:v>
                      </c:pt>
                      <c:pt idx="5932">
                        <c:v>5932</c:v>
                      </c:pt>
                      <c:pt idx="5933">
                        <c:v>5933</c:v>
                      </c:pt>
                      <c:pt idx="5934">
                        <c:v>5934</c:v>
                      </c:pt>
                      <c:pt idx="5935">
                        <c:v>5935</c:v>
                      </c:pt>
                      <c:pt idx="5936">
                        <c:v>5936</c:v>
                      </c:pt>
                      <c:pt idx="5937">
                        <c:v>5937</c:v>
                      </c:pt>
                      <c:pt idx="5938">
                        <c:v>5938</c:v>
                      </c:pt>
                      <c:pt idx="5939">
                        <c:v>5939</c:v>
                      </c:pt>
                      <c:pt idx="5940">
                        <c:v>5940</c:v>
                      </c:pt>
                      <c:pt idx="5941">
                        <c:v>5941</c:v>
                      </c:pt>
                      <c:pt idx="5942">
                        <c:v>5942</c:v>
                      </c:pt>
                      <c:pt idx="5943">
                        <c:v>5943</c:v>
                      </c:pt>
                      <c:pt idx="5944">
                        <c:v>5944</c:v>
                      </c:pt>
                      <c:pt idx="5945">
                        <c:v>5945</c:v>
                      </c:pt>
                      <c:pt idx="5946">
                        <c:v>5946</c:v>
                      </c:pt>
                      <c:pt idx="5947">
                        <c:v>5947</c:v>
                      </c:pt>
                      <c:pt idx="5948">
                        <c:v>5948</c:v>
                      </c:pt>
                      <c:pt idx="5949">
                        <c:v>5949</c:v>
                      </c:pt>
                      <c:pt idx="5950">
                        <c:v>5950</c:v>
                      </c:pt>
                      <c:pt idx="5951">
                        <c:v>5951</c:v>
                      </c:pt>
                      <c:pt idx="5952">
                        <c:v>5952</c:v>
                      </c:pt>
                      <c:pt idx="5953">
                        <c:v>5953</c:v>
                      </c:pt>
                      <c:pt idx="5954">
                        <c:v>5954</c:v>
                      </c:pt>
                      <c:pt idx="5955">
                        <c:v>5955</c:v>
                      </c:pt>
                      <c:pt idx="5956">
                        <c:v>5956</c:v>
                      </c:pt>
                      <c:pt idx="5957">
                        <c:v>5957</c:v>
                      </c:pt>
                      <c:pt idx="5958">
                        <c:v>5958</c:v>
                      </c:pt>
                      <c:pt idx="5959">
                        <c:v>5959</c:v>
                      </c:pt>
                      <c:pt idx="5960">
                        <c:v>5960</c:v>
                      </c:pt>
                      <c:pt idx="5961">
                        <c:v>5961</c:v>
                      </c:pt>
                      <c:pt idx="5962">
                        <c:v>5962</c:v>
                      </c:pt>
                      <c:pt idx="5963">
                        <c:v>5963</c:v>
                      </c:pt>
                      <c:pt idx="5964">
                        <c:v>5964</c:v>
                      </c:pt>
                      <c:pt idx="5965">
                        <c:v>5965</c:v>
                      </c:pt>
                      <c:pt idx="5966">
                        <c:v>5966</c:v>
                      </c:pt>
                      <c:pt idx="5967">
                        <c:v>5967</c:v>
                      </c:pt>
                      <c:pt idx="5968">
                        <c:v>5968</c:v>
                      </c:pt>
                      <c:pt idx="5969">
                        <c:v>5969</c:v>
                      </c:pt>
                      <c:pt idx="5970">
                        <c:v>5970</c:v>
                      </c:pt>
                      <c:pt idx="5971">
                        <c:v>5971</c:v>
                      </c:pt>
                      <c:pt idx="5972">
                        <c:v>5972</c:v>
                      </c:pt>
                      <c:pt idx="5973">
                        <c:v>5973</c:v>
                      </c:pt>
                      <c:pt idx="5974">
                        <c:v>5974</c:v>
                      </c:pt>
                      <c:pt idx="5975">
                        <c:v>5975</c:v>
                      </c:pt>
                      <c:pt idx="5976">
                        <c:v>5976</c:v>
                      </c:pt>
                      <c:pt idx="5977">
                        <c:v>5977</c:v>
                      </c:pt>
                      <c:pt idx="5978">
                        <c:v>5978</c:v>
                      </c:pt>
                      <c:pt idx="5979">
                        <c:v>5979</c:v>
                      </c:pt>
                      <c:pt idx="5980">
                        <c:v>5980</c:v>
                      </c:pt>
                      <c:pt idx="5981">
                        <c:v>5981</c:v>
                      </c:pt>
                      <c:pt idx="5982">
                        <c:v>5982</c:v>
                      </c:pt>
                      <c:pt idx="5983">
                        <c:v>5983</c:v>
                      </c:pt>
                      <c:pt idx="5984">
                        <c:v>5984</c:v>
                      </c:pt>
                      <c:pt idx="5985">
                        <c:v>5985</c:v>
                      </c:pt>
                      <c:pt idx="5986">
                        <c:v>5986</c:v>
                      </c:pt>
                      <c:pt idx="5987">
                        <c:v>5987</c:v>
                      </c:pt>
                      <c:pt idx="5988">
                        <c:v>5988</c:v>
                      </c:pt>
                      <c:pt idx="5989">
                        <c:v>5989</c:v>
                      </c:pt>
                      <c:pt idx="5990">
                        <c:v>5990</c:v>
                      </c:pt>
                      <c:pt idx="5991">
                        <c:v>5991</c:v>
                      </c:pt>
                      <c:pt idx="5992">
                        <c:v>5992</c:v>
                      </c:pt>
                      <c:pt idx="5993">
                        <c:v>5993</c:v>
                      </c:pt>
                      <c:pt idx="5994">
                        <c:v>5994</c:v>
                      </c:pt>
                      <c:pt idx="5995">
                        <c:v>5995</c:v>
                      </c:pt>
                      <c:pt idx="5996">
                        <c:v>5996</c:v>
                      </c:pt>
                      <c:pt idx="5997">
                        <c:v>5997</c:v>
                      </c:pt>
                      <c:pt idx="5998">
                        <c:v>5998</c:v>
                      </c:pt>
                      <c:pt idx="5999">
                        <c:v>5999</c:v>
                      </c:pt>
                      <c:pt idx="6000">
                        <c:v>6000</c:v>
                      </c:pt>
                      <c:pt idx="6001">
                        <c:v>6001</c:v>
                      </c:pt>
                      <c:pt idx="6002">
                        <c:v>6002</c:v>
                      </c:pt>
                      <c:pt idx="6003">
                        <c:v>6003</c:v>
                      </c:pt>
                      <c:pt idx="6004">
                        <c:v>6004</c:v>
                      </c:pt>
                      <c:pt idx="6005">
                        <c:v>6005</c:v>
                      </c:pt>
                      <c:pt idx="6006">
                        <c:v>6006</c:v>
                      </c:pt>
                      <c:pt idx="6007">
                        <c:v>6007</c:v>
                      </c:pt>
                      <c:pt idx="6008">
                        <c:v>6008</c:v>
                      </c:pt>
                      <c:pt idx="6009">
                        <c:v>6009</c:v>
                      </c:pt>
                      <c:pt idx="6010">
                        <c:v>6010</c:v>
                      </c:pt>
                      <c:pt idx="6011">
                        <c:v>6011</c:v>
                      </c:pt>
                      <c:pt idx="6012">
                        <c:v>6012</c:v>
                      </c:pt>
                      <c:pt idx="6013">
                        <c:v>6013</c:v>
                      </c:pt>
                      <c:pt idx="6014">
                        <c:v>6014</c:v>
                      </c:pt>
                      <c:pt idx="6015">
                        <c:v>6015</c:v>
                      </c:pt>
                      <c:pt idx="6016">
                        <c:v>6016</c:v>
                      </c:pt>
                      <c:pt idx="6017">
                        <c:v>6017</c:v>
                      </c:pt>
                      <c:pt idx="6018">
                        <c:v>6018</c:v>
                      </c:pt>
                      <c:pt idx="6019">
                        <c:v>6019</c:v>
                      </c:pt>
                      <c:pt idx="6020">
                        <c:v>6020</c:v>
                      </c:pt>
                      <c:pt idx="6021">
                        <c:v>6021</c:v>
                      </c:pt>
                      <c:pt idx="6022">
                        <c:v>6022</c:v>
                      </c:pt>
                      <c:pt idx="6023">
                        <c:v>6023</c:v>
                      </c:pt>
                      <c:pt idx="6024">
                        <c:v>6024</c:v>
                      </c:pt>
                      <c:pt idx="6025">
                        <c:v>6025</c:v>
                      </c:pt>
                      <c:pt idx="6026">
                        <c:v>6026</c:v>
                      </c:pt>
                      <c:pt idx="6027">
                        <c:v>6027</c:v>
                      </c:pt>
                      <c:pt idx="6028">
                        <c:v>6028</c:v>
                      </c:pt>
                      <c:pt idx="6029">
                        <c:v>6029</c:v>
                      </c:pt>
                      <c:pt idx="6030">
                        <c:v>6030</c:v>
                      </c:pt>
                      <c:pt idx="6031">
                        <c:v>6031</c:v>
                      </c:pt>
                      <c:pt idx="6032">
                        <c:v>6032</c:v>
                      </c:pt>
                      <c:pt idx="6033">
                        <c:v>6033</c:v>
                      </c:pt>
                      <c:pt idx="6034">
                        <c:v>6034</c:v>
                      </c:pt>
                      <c:pt idx="6035">
                        <c:v>6035</c:v>
                      </c:pt>
                      <c:pt idx="6036">
                        <c:v>6036</c:v>
                      </c:pt>
                      <c:pt idx="6037">
                        <c:v>6037</c:v>
                      </c:pt>
                      <c:pt idx="6038">
                        <c:v>6038</c:v>
                      </c:pt>
                      <c:pt idx="6039">
                        <c:v>6039</c:v>
                      </c:pt>
                      <c:pt idx="6040">
                        <c:v>6040</c:v>
                      </c:pt>
                      <c:pt idx="6041">
                        <c:v>6041</c:v>
                      </c:pt>
                      <c:pt idx="6042">
                        <c:v>6042</c:v>
                      </c:pt>
                      <c:pt idx="6043">
                        <c:v>6043</c:v>
                      </c:pt>
                      <c:pt idx="6044">
                        <c:v>6044</c:v>
                      </c:pt>
                      <c:pt idx="6045">
                        <c:v>6045</c:v>
                      </c:pt>
                      <c:pt idx="6046">
                        <c:v>6046</c:v>
                      </c:pt>
                      <c:pt idx="6047">
                        <c:v>6047</c:v>
                      </c:pt>
                      <c:pt idx="6048">
                        <c:v>6048</c:v>
                      </c:pt>
                      <c:pt idx="6049">
                        <c:v>6049</c:v>
                      </c:pt>
                      <c:pt idx="6050">
                        <c:v>6050</c:v>
                      </c:pt>
                      <c:pt idx="6051">
                        <c:v>6051</c:v>
                      </c:pt>
                      <c:pt idx="6052">
                        <c:v>6052</c:v>
                      </c:pt>
                      <c:pt idx="6053">
                        <c:v>6053</c:v>
                      </c:pt>
                      <c:pt idx="6054">
                        <c:v>6054</c:v>
                      </c:pt>
                      <c:pt idx="6055">
                        <c:v>6055</c:v>
                      </c:pt>
                      <c:pt idx="6056">
                        <c:v>6056</c:v>
                      </c:pt>
                      <c:pt idx="6057">
                        <c:v>6057</c:v>
                      </c:pt>
                      <c:pt idx="6058">
                        <c:v>6058</c:v>
                      </c:pt>
                      <c:pt idx="6059">
                        <c:v>6059</c:v>
                      </c:pt>
                      <c:pt idx="6060">
                        <c:v>6060</c:v>
                      </c:pt>
                      <c:pt idx="6061">
                        <c:v>6061</c:v>
                      </c:pt>
                      <c:pt idx="6062">
                        <c:v>6062</c:v>
                      </c:pt>
                      <c:pt idx="6063">
                        <c:v>6063</c:v>
                      </c:pt>
                      <c:pt idx="6064">
                        <c:v>6064</c:v>
                      </c:pt>
                      <c:pt idx="6065">
                        <c:v>6065</c:v>
                      </c:pt>
                      <c:pt idx="6066">
                        <c:v>6066</c:v>
                      </c:pt>
                      <c:pt idx="6067">
                        <c:v>6067</c:v>
                      </c:pt>
                      <c:pt idx="6068">
                        <c:v>6068</c:v>
                      </c:pt>
                      <c:pt idx="6069">
                        <c:v>6069</c:v>
                      </c:pt>
                      <c:pt idx="6070">
                        <c:v>6070</c:v>
                      </c:pt>
                      <c:pt idx="6071">
                        <c:v>6071</c:v>
                      </c:pt>
                      <c:pt idx="6072">
                        <c:v>6072</c:v>
                      </c:pt>
                      <c:pt idx="6073">
                        <c:v>6073</c:v>
                      </c:pt>
                      <c:pt idx="6074">
                        <c:v>6074</c:v>
                      </c:pt>
                      <c:pt idx="6075">
                        <c:v>6075</c:v>
                      </c:pt>
                      <c:pt idx="6076">
                        <c:v>6076</c:v>
                      </c:pt>
                      <c:pt idx="6077">
                        <c:v>6077</c:v>
                      </c:pt>
                      <c:pt idx="6078">
                        <c:v>6078</c:v>
                      </c:pt>
                      <c:pt idx="6079">
                        <c:v>6079</c:v>
                      </c:pt>
                      <c:pt idx="6080">
                        <c:v>6080</c:v>
                      </c:pt>
                      <c:pt idx="6081">
                        <c:v>6081</c:v>
                      </c:pt>
                      <c:pt idx="6082">
                        <c:v>6082</c:v>
                      </c:pt>
                      <c:pt idx="6083">
                        <c:v>6083</c:v>
                      </c:pt>
                      <c:pt idx="6084">
                        <c:v>6084</c:v>
                      </c:pt>
                      <c:pt idx="6085">
                        <c:v>6085</c:v>
                      </c:pt>
                      <c:pt idx="6086">
                        <c:v>6086</c:v>
                      </c:pt>
                      <c:pt idx="6087">
                        <c:v>6087</c:v>
                      </c:pt>
                      <c:pt idx="6088">
                        <c:v>6088</c:v>
                      </c:pt>
                      <c:pt idx="6089">
                        <c:v>6089</c:v>
                      </c:pt>
                      <c:pt idx="6090">
                        <c:v>6090</c:v>
                      </c:pt>
                      <c:pt idx="6091">
                        <c:v>6091</c:v>
                      </c:pt>
                      <c:pt idx="6092">
                        <c:v>6092</c:v>
                      </c:pt>
                      <c:pt idx="6093">
                        <c:v>6093</c:v>
                      </c:pt>
                      <c:pt idx="6094">
                        <c:v>6094</c:v>
                      </c:pt>
                      <c:pt idx="6095">
                        <c:v>6095</c:v>
                      </c:pt>
                      <c:pt idx="6096">
                        <c:v>6096</c:v>
                      </c:pt>
                      <c:pt idx="6097">
                        <c:v>6097</c:v>
                      </c:pt>
                      <c:pt idx="6098">
                        <c:v>6098</c:v>
                      </c:pt>
                      <c:pt idx="6099">
                        <c:v>6099</c:v>
                      </c:pt>
                      <c:pt idx="6100">
                        <c:v>6100</c:v>
                      </c:pt>
                      <c:pt idx="6101">
                        <c:v>6101</c:v>
                      </c:pt>
                      <c:pt idx="6102">
                        <c:v>6102</c:v>
                      </c:pt>
                      <c:pt idx="6103">
                        <c:v>6103</c:v>
                      </c:pt>
                      <c:pt idx="6104">
                        <c:v>6104</c:v>
                      </c:pt>
                      <c:pt idx="6105">
                        <c:v>6105</c:v>
                      </c:pt>
                      <c:pt idx="6106">
                        <c:v>6106</c:v>
                      </c:pt>
                      <c:pt idx="6107">
                        <c:v>6107</c:v>
                      </c:pt>
                      <c:pt idx="6108">
                        <c:v>6108</c:v>
                      </c:pt>
                      <c:pt idx="6109">
                        <c:v>6109</c:v>
                      </c:pt>
                      <c:pt idx="6110">
                        <c:v>6110</c:v>
                      </c:pt>
                      <c:pt idx="6111">
                        <c:v>6111</c:v>
                      </c:pt>
                      <c:pt idx="6112">
                        <c:v>6112</c:v>
                      </c:pt>
                      <c:pt idx="6113">
                        <c:v>6113</c:v>
                      </c:pt>
                      <c:pt idx="6114">
                        <c:v>6114</c:v>
                      </c:pt>
                      <c:pt idx="6115">
                        <c:v>6115</c:v>
                      </c:pt>
                      <c:pt idx="6116">
                        <c:v>6116</c:v>
                      </c:pt>
                      <c:pt idx="6117">
                        <c:v>6117</c:v>
                      </c:pt>
                      <c:pt idx="6118">
                        <c:v>6118</c:v>
                      </c:pt>
                      <c:pt idx="6119">
                        <c:v>6119</c:v>
                      </c:pt>
                      <c:pt idx="6120">
                        <c:v>6120</c:v>
                      </c:pt>
                      <c:pt idx="6121">
                        <c:v>6121</c:v>
                      </c:pt>
                      <c:pt idx="6122">
                        <c:v>6122</c:v>
                      </c:pt>
                      <c:pt idx="6123">
                        <c:v>6123</c:v>
                      </c:pt>
                      <c:pt idx="6124">
                        <c:v>6124</c:v>
                      </c:pt>
                      <c:pt idx="6125">
                        <c:v>6125</c:v>
                      </c:pt>
                      <c:pt idx="6126">
                        <c:v>6126</c:v>
                      </c:pt>
                      <c:pt idx="6127">
                        <c:v>6127</c:v>
                      </c:pt>
                      <c:pt idx="6128">
                        <c:v>6128</c:v>
                      </c:pt>
                      <c:pt idx="6129">
                        <c:v>6129</c:v>
                      </c:pt>
                      <c:pt idx="6130">
                        <c:v>6130</c:v>
                      </c:pt>
                      <c:pt idx="6131">
                        <c:v>6131</c:v>
                      </c:pt>
                      <c:pt idx="6132">
                        <c:v>6132</c:v>
                      </c:pt>
                      <c:pt idx="6133">
                        <c:v>6133</c:v>
                      </c:pt>
                      <c:pt idx="6134">
                        <c:v>6134</c:v>
                      </c:pt>
                      <c:pt idx="6135">
                        <c:v>6135</c:v>
                      </c:pt>
                      <c:pt idx="6136">
                        <c:v>6136</c:v>
                      </c:pt>
                      <c:pt idx="6137">
                        <c:v>6137</c:v>
                      </c:pt>
                      <c:pt idx="6138">
                        <c:v>6138</c:v>
                      </c:pt>
                      <c:pt idx="6139">
                        <c:v>6139</c:v>
                      </c:pt>
                      <c:pt idx="6140">
                        <c:v>6140</c:v>
                      </c:pt>
                      <c:pt idx="6141">
                        <c:v>6141</c:v>
                      </c:pt>
                      <c:pt idx="6142">
                        <c:v>6142</c:v>
                      </c:pt>
                      <c:pt idx="6143">
                        <c:v>6143</c:v>
                      </c:pt>
                      <c:pt idx="6144">
                        <c:v>6144</c:v>
                      </c:pt>
                      <c:pt idx="6145">
                        <c:v>6145</c:v>
                      </c:pt>
                      <c:pt idx="6146">
                        <c:v>6146</c:v>
                      </c:pt>
                      <c:pt idx="6147">
                        <c:v>6147</c:v>
                      </c:pt>
                      <c:pt idx="6148">
                        <c:v>6148</c:v>
                      </c:pt>
                      <c:pt idx="6149">
                        <c:v>6149</c:v>
                      </c:pt>
                      <c:pt idx="6150">
                        <c:v>6150</c:v>
                      </c:pt>
                      <c:pt idx="6151">
                        <c:v>6151</c:v>
                      </c:pt>
                      <c:pt idx="6152">
                        <c:v>6152</c:v>
                      </c:pt>
                      <c:pt idx="6153">
                        <c:v>6153</c:v>
                      </c:pt>
                      <c:pt idx="6154">
                        <c:v>6154</c:v>
                      </c:pt>
                      <c:pt idx="6155">
                        <c:v>6155</c:v>
                      </c:pt>
                      <c:pt idx="6156">
                        <c:v>6156</c:v>
                      </c:pt>
                      <c:pt idx="6157">
                        <c:v>6157</c:v>
                      </c:pt>
                      <c:pt idx="6158">
                        <c:v>6158</c:v>
                      </c:pt>
                      <c:pt idx="6159">
                        <c:v>6159</c:v>
                      </c:pt>
                      <c:pt idx="6160">
                        <c:v>6160</c:v>
                      </c:pt>
                      <c:pt idx="6161">
                        <c:v>6161</c:v>
                      </c:pt>
                      <c:pt idx="6162">
                        <c:v>6162</c:v>
                      </c:pt>
                      <c:pt idx="6163">
                        <c:v>6163</c:v>
                      </c:pt>
                      <c:pt idx="6164">
                        <c:v>6164</c:v>
                      </c:pt>
                      <c:pt idx="6165">
                        <c:v>6165</c:v>
                      </c:pt>
                      <c:pt idx="6166">
                        <c:v>6166</c:v>
                      </c:pt>
                      <c:pt idx="6167">
                        <c:v>6167</c:v>
                      </c:pt>
                      <c:pt idx="6168">
                        <c:v>6168</c:v>
                      </c:pt>
                      <c:pt idx="6169">
                        <c:v>6169</c:v>
                      </c:pt>
                      <c:pt idx="6170">
                        <c:v>6170</c:v>
                      </c:pt>
                      <c:pt idx="6171">
                        <c:v>6171</c:v>
                      </c:pt>
                      <c:pt idx="6172">
                        <c:v>6172</c:v>
                      </c:pt>
                      <c:pt idx="6173">
                        <c:v>6173</c:v>
                      </c:pt>
                      <c:pt idx="6174">
                        <c:v>6174</c:v>
                      </c:pt>
                      <c:pt idx="6175">
                        <c:v>6175</c:v>
                      </c:pt>
                      <c:pt idx="6176">
                        <c:v>6176</c:v>
                      </c:pt>
                      <c:pt idx="6177">
                        <c:v>6177</c:v>
                      </c:pt>
                      <c:pt idx="6178">
                        <c:v>6178</c:v>
                      </c:pt>
                      <c:pt idx="6179">
                        <c:v>6179</c:v>
                      </c:pt>
                      <c:pt idx="6180">
                        <c:v>6180</c:v>
                      </c:pt>
                      <c:pt idx="6181">
                        <c:v>6181</c:v>
                      </c:pt>
                      <c:pt idx="6182">
                        <c:v>6182</c:v>
                      </c:pt>
                      <c:pt idx="6183">
                        <c:v>6183</c:v>
                      </c:pt>
                      <c:pt idx="6184">
                        <c:v>6184</c:v>
                      </c:pt>
                      <c:pt idx="6185">
                        <c:v>6185</c:v>
                      </c:pt>
                      <c:pt idx="6186">
                        <c:v>6186</c:v>
                      </c:pt>
                      <c:pt idx="6187">
                        <c:v>6187</c:v>
                      </c:pt>
                      <c:pt idx="6188">
                        <c:v>6188</c:v>
                      </c:pt>
                      <c:pt idx="6189">
                        <c:v>6189</c:v>
                      </c:pt>
                      <c:pt idx="6190">
                        <c:v>6190</c:v>
                      </c:pt>
                      <c:pt idx="6191">
                        <c:v>6191</c:v>
                      </c:pt>
                      <c:pt idx="6192">
                        <c:v>6192</c:v>
                      </c:pt>
                      <c:pt idx="6193">
                        <c:v>6193</c:v>
                      </c:pt>
                      <c:pt idx="6194">
                        <c:v>6194</c:v>
                      </c:pt>
                      <c:pt idx="6195">
                        <c:v>6195</c:v>
                      </c:pt>
                      <c:pt idx="6196">
                        <c:v>6196</c:v>
                      </c:pt>
                      <c:pt idx="6197">
                        <c:v>6197</c:v>
                      </c:pt>
                      <c:pt idx="6198">
                        <c:v>6198</c:v>
                      </c:pt>
                      <c:pt idx="6199">
                        <c:v>6199</c:v>
                      </c:pt>
                      <c:pt idx="6200">
                        <c:v>6200</c:v>
                      </c:pt>
                      <c:pt idx="6201">
                        <c:v>6201</c:v>
                      </c:pt>
                      <c:pt idx="6202">
                        <c:v>6202</c:v>
                      </c:pt>
                      <c:pt idx="6203">
                        <c:v>6203</c:v>
                      </c:pt>
                      <c:pt idx="6204">
                        <c:v>6204</c:v>
                      </c:pt>
                      <c:pt idx="6205">
                        <c:v>6205</c:v>
                      </c:pt>
                      <c:pt idx="6206">
                        <c:v>6206</c:v>
                      </c:pt>
                      <c:pt idx="6207">
                        <c:v>6207</c:v>
                      </c:pt>
                      <c:pt idx="6208">
                        <c:v>6208</c:v>
                      </c:pt>
                      <c:pt idx="6209">
                        <c:v>6209</c:v>
                      </c:pt>
                      <c:pt idx="6210">
                        <c:v>6210</c:v>
                      </c:pt>
                      <c:pt idx="6211">
                        <c:v>6211</c:v>
                      </c:pt>
                      <c:pt idx="6212">
                        <c:v>6212</c:v>
                      </c:pt>
                      <c:pt idx="6213">
                        <c:v>6213</c:v>
                      </c:pt>
                      <c:pt idx="6214">
                        <c:v>6214</c:v>
                      </c:pt>
                      <c:pt idx="6215">
                        <c:v>6215</c:v>
                      </c:pt>
                      <c:pt idx="6216">
                        <c:v>6216</c:v>
                      </c:pt>
                      <c:pt idx="6217">
                        <c:v>6217</c:v>
                      </c:pt>
                      <c:pt idx="6218">
                        <c:v>6218</c:v>
                      </c:pt>
                      <c:pt idx="6219">
                        <c:v>6219</c:v>
                      </c:pt>
                      <c:pt idx="6220">
                        <c:v>6220</c:v>
                      </c:pt>
                      <c:pt idx="6221">
                        <c:v>6221</c:v>
                      </c:pt>
                      <c:pt idx="6222">
                        <c:v>6222</c:v>
                      </c:pt>
                      <c:pt idx="6223">
                        <c:v>6223</c:v>
                      </c:pt>
                      <c:pt idx="6224">
                        <c:v>6224</c:v>
                      </c:pt>
                      <c:pt idx="6225">
                        <c:v>6225</c:v>
                      </c:pt>
                      <c:pt idx="6226">
                        <c:v>6226</c:v>
                      </c:pt>
                      <c:pt idx="6227">
                        <c:v>6227</c:v>
                      </c:pt>
                      <c:pt idx="6228">
                        <c:v>6228</c:v>
                      </c:pt>
                      <c:pt idx="6229">
                        <c:v>6229</c:v>
                      </c:pt>
                      <c:pt idx="6230">
                        <c:v>6230</c:v>
                      </c:pt>
                      <c:pt idx="6231">
                        <c:v>6231</c:v>
                      </c:pt>
                      <c:pt idx="6232">
                        <c:v>6232</c:v>
                      </c:pt>
                      <c:pt idx="6233">
                        <c:v>6233</c:v>
                      </c:pt>
                      <c:pt idx="6234">
                        <c:v>6234</c:v>
                      </c:pt>
                      <c:pt idx="6235">
                        <c:v>6235</c:v>
                      </c:pt>
                      <c:pt idx="6236">
                        <c:v>6236</c:v>
                      </c:pt>
                      <c:pt idx="6237">
                        <c:v>6237</c:v>
                      </c:pt>
                      <c:pt idx="6238">
                        <c:v>6238</c:v>
                      </c:pt>
                      <c:pt idx="6239">
                        <c:v>6239</c:v>
                      </c:pt>
                      <c:pt idx="6240">
                        <c:v>6240</c:v>
                      </c:pt>
                      <c:pt idx="6241">
                        <c:v>6241</c:v>
                      </c:pt>
                      <c:pt idx="6242">
                        <c:v>6242</c:v>
                      </c:pt>
                      <c:pt idx="6243">
                        <c:v>6243</c:v>
                      </c:pt>
                      <c:pt idx="6244">
                        <c:v>6244</c:v>
                      </c:pt>
                      <c:pt idx="6245">
                        <c:v>6245</c:v>
                      </c:pt>
                      <c:pt idx="6246">
                        <c:v>6246</c:v>
                      </c:pt>
                      <c:pt idx="6247">
                        <c:v>6247</c:v>
                      </c:pt>
                      <c:pt idx="6248">
                        <c:v>6248</c:v>
                      </c:pt>
                      <c:pt idx="6249">
                        <c:v>6249</c:v>
                      </c:pt>
                      <c:pt idx="6250">
                        <c:v>6250</c:v>
                      </c:pt>
                      <c:pt idx="6251">
                        <c:v>6251</c:v>
                      </c:pt>
                      <c:pt idx="6252">
                        <c:v>6252</c:v>
                      </c:pt>
                      <c:pt idx="6253">
                        <c:v>6253</c:v>
                      </c:pt>
                      <c:pt idx="6254">
                        <c:v>6254</c:v>
                      </c:pt>
                      <c:pt idx="6255">
                        <c:v>6255</c:v>
                      </c:pt>
                      <c:pt idx="6256">
                        <c:v>6256</c:v>
                      </c:pt>
                      <c:pt idx="6257">
                        <c:v>6257</c:v>
                      </c:pt>
                      <c:pt idx="6258">
                        <c:v>6258</c:v>
                      </c:pt>
                      <c:pt idx="6259">
                        <c:v>6259</c:v>
                      </c:pt>
                      <c:pt idx="6260">
                        <c:v>6260</c:v>
                      </c:pt>
                      <c:pt idx="6261">
                        <c:v>6261</c:v>
                      </c:pt>
                      <c:pt idx="6262">
                        <c:v>6262</c:v>
                      </c:pt>
                      <c:pt idx="6263">
                        <c:v>6263</c:v>
                      </c:pt>
                      <c:pt idx="6264">
                        <c:v>6264</c:v>
                      </c:pt>
                      <c:pt idx="6265">
                        <c:v>6265</c:v>
                      </c:pt>
                      <c:pt idx="6266">
                        <c:v>6266</c:v>
                      </c:pt>
                      <c:pt idx="6267">
                        <c:v>6267</c:v>
                      </c:pt>
                      <c:pt idx="6268">
                        <c:v>6268</c:v>
                      </c:pt>
                      <c:pt idx="6269">
                        <c:v>6269</c:v>
                      </c:pt>
                      <c:pt idx="6270">
                        <c:v>6270</c:v>
                      </c:pt>
                      <c:pt idx="6271">
                        <c:v>6271</c:v>
                      </c:pt>
                      <c:pt idx="6272">
                        <c:v>6272</c:v>
                      </c:pt>
                      <c:pt idx="6273">
                        <c:v>6273</c:v>
                      </c:pt>
                      <c:pt idx="6274">
                        <c:v>6274</c:v>
                      </c:pt>
                      <c:pt idx="6275">
                        <c:v>6275</c:v>
                      </c:pt>
                      <c:pt idx="6276">
                        <c:v>6276</c:v>
                      </c:pt>
                      <c:pt idx="6277">
                        <c:v>6277</c:v>
                      </c:pt>
                      <c:pt idx="6278">
                        <c:v>6278</c:v>
                      </c:pt>
                      <c:pt idx="6279">
                        <c:v>6279</c:v>
                      </c:pt>
                      <c:pt idx="6280">
                        <c:v>6280</c:v>
                      </c:pt>
                      <c:pt idx="6281">
                        <c:v>6281</c:v>
                      </c:pt>
                      <c:pt idx="6282">
                        <c:v>6282</c:v>
                      </c:pt>
                      <c:pt idx="6283">
                        <c:v>6283</c:v>
                      </c:pt>
                      <c:pt idx="6284">
                        <c:v>6284</c:v>
                      </c:pt>
                      <c:pt idx="6285">
                        <c:v>6285</c:v>
                      </c:pt>
                      <c:pt idx="6286">
                        <c:v>6286</c:v>
                      </c:pt>
                      <c:pt idx="6287">
                        <c:v>6287</c:v>
                      </c:pt>
                      <c:pt idx="6288">
                        <c:v>6288</c:v>
                      </c:pt>
                      <c:pt idx="6289">
                        <c:v>6289</c:v>
                      </c:pt>
                      <c:pt idx="6290">
                        <c:v>6290</c:v>
                      </c:pt>
                      <c:pt idx="6291">
                        <c:v>6291</c:v>
                      </c:pt>
                      <c:pt idx="6292">
                        <c:v>6292</c:v>
                      </c:pt>
                      <c:pt idx="6293">
                        <c:v>6293</c:v>
                      </c:pt>
                      <c:pt idx="6294">
                        <c:v>6294</c:v>
                      </c:pt>
                      <c:pt idx="6295">
                        <c:v>6295</c:v>
                      </c:pt>
                      <c:pt idx="6296">
                        <c:v>6296</c:v>
                      </c:pt>
                      <c:pt idx="6297">
                        <c:v>6297</c:v>
                      </c:pt>
                      <c:pt idx="6298">
                        <c:v>6298</c:v>
                      </c:pt>
                      <c:pt idx="6299">
                        <c:v>6299</c:v>
                      </c:pt>
                      <c:pt idx="6300">
                        <c:v>6300</c:v>
                      </c:pt>
                      <c:pt idx="6301">
                        <c:v>6301</c:v>
                      </c:pt>
                      <c:pt idx="6302">
                        <c:v>6302</c:v>
                      </c:pt>
                      <c:pt idx="6303">
                        <c:v>6303</c:v>
                      </c:pt>
                      <c:pt idx="6304">
                        <c:v>6304</c:v>
                      </c:pt>
                      <c:pt idx="6305">
                        <c:v>6305</c:v>
                      </c:pt>
                      <c:pt idx="6306">
                        <c:v>6306</c:v>
                      </c:pt>
                      <c:pt idx="6307">
                        <c:v>6307</c:v>
                      </c:pt>
                      <c:pt idx="6308">
                        <c:v>6308</c:v>
                      </c:pt>
                      <c:pt idx="6309">
                        <c:v>6309</c:v>
                      </c:pt>
                      <c:pt idx="6310">
                        <c:v>6310</c:v>
                      </c:pt>
                      <c:pt idx="6311">
                        <c:v>6311</c:v>
                      </c:pt>
                      <c:pt idx="6312">
                        <c:v>6312</c:v>
                      </c:pt>
                      <c:pt idx="6313">
                        <c:v>6313</c:v>
                      </c:pt>
                      <c:pt idx="6314">
                        <c:v>6314</c:v>
                      </c:pt>
                      <c:pt idx="6315">
                        <c:v>6315</c:v>
                      </c:pt>
                      <c:pt idx="6316">
                        <c:v>6316</c:v>
                      </c:pt>
                      <c:pt idx="6317">
                        <c:v>6317</c:v>
                      </c:pt>
                      <c:pt idx="6318">
                        <c:v>6318</c:v>
                      </c:pt>
                      <c:pt idx="6319">
                        <c:v>6319</c:v>
                      </c:pt>
                      <c:pt idx="6320">
                        <c:v>6320</c:v>
                      </c:pt>
                      <c:pt idx="6321">
                        <c:v>6321</c:v>
                      </c:pt>
                      <c:pt idx="6322">
                        <c:v>6322</c:v>
                      </c:pt>
                      <c:pt idx="6323">
                        <c:v>6323</c:v>
                      </c:pt>
                      <c:pt idx="6324">
                        <c:v>6324</c:v>
                      </c:pt>
                      <c:pt idx="6325">
                        <c:v>6325</c:v>
                      </c:pt>
                      <c:pt idx="6326">
                        <c:v>6326</c:v>
                      </c:pt>
                      <c:pt idx="6327">
                        <c:v>6327</c:v>
                      </c:pt>
                      <c:pt idx="6328">
                        <c:v>6328</c:v>
                      </c:pt>
                      <c:pt idx="6329">
                        <c:v>6329</c:v>
                      </c:pt>
                      <c:pt idx="6330">
                        <c:v>6330</c:v>
                      </c:pt>
                      <c:pt idx="6331">
                        <c:v>6331</c:v>
                      </c:pt>
                      <c:pt idx="6332">
                        <c:v>6332</c:v>
                      </c:pt>
                      <c:pt idx="6333">
                        <c:v>6333</c:v>
                      </c:pt>
                      <c:pt idx="6334">
                        <c:v>6334</c:v>
                      </c:pt>
                      <c:pt idx="6335">
                        <c:v>6335</c:v>
                      </c:pt>
                      <c:pt idx="6336">
                        <c:v>6336</c:v>
                      </c:pt>
                      <c:pt idx="6337">
                        <c:v>6337</c:v>
                      </c:pt>
                      <c:pt idx="6338">
                        <c:v>6338</c:v>
                      </c:pt>
                      <c:pt idx="6339">
                        <c:v>6339</c:v>
                      </c:pt>
                      <c:pt idx="6340">
                        <c:v>6340</c:v>
                      </c:pt>
                      <c:pt idx="6341">
                        <c:v>6341</c:v>
                      </c:pt>
                      <c:pt idx="6342">
                        <c:v>6342</c:v>
                      </c:pt>
                      <c:pt idx="6343">
                        <c:v>6343</c:v>
                      </c:pt>
                      <c:pt idx="6344">
                        <c:v>6344</c:v>
                      </c:pt>
                      <c:pt idx="6345">
                        <c:v>6345</c:v>
                      </c:pt>
                      <c:pt idx="6346">
                        <c:v>6346</c:v>
                      </c:pt>
                      <c:pt idx="6347">
                        <c:v>6347</c:v>
                      </c:pt>
                      <c:pt idx="6348">
                        <c:v>6348</c:v>
                      </c:pt>
                      <c:pt idx="6349">
                        <c:v>6349</c:v>
                      </c:pt>
                      <c:pt idx="6350">
                        <c:v>6350</c:v>
                      </c:pt>
                      <c:pt idx="6351">
                        <c:v>6351</c:v>
                      </c:pt>
                      <c:pt idx="6352">
                        <c:v>6352</c:v>
                      </c:pt>
                      <c:pt idx="6353">
                        <c:v>6353</c:v>
                      </c:pt>
                      <c:pt idx="6354">
                        <c:v>6354</c:v>
                      </c:pt>
                      <c:pt idx="6355">
                        <c:v>6355</c:v>
                      </c:pt>
                      <c:pt idx="6356">
                        <c:v>6356</c:v>
                      </c:pt>
                      <c:pt idx="6357">
                        <c:v>6357</c:v>
                      </c:pt>
                      <c:pt idx="6358">
                        <c:v>6358</c:v>
                      </c:pt>
                      <c:pt idx="6359">
                        <c:v>6359</c:v>
                      </c:pt>
                      <c:pt idx="6360">
                        <c:v>6360</c:v>
                      </c:pt>
                      <c:pt idx="6361">
                        <c:v>6361</c:v>
                      </c:pt>
                      <c:pt idx="6362">
                        <c:v>6362</c:v>
                      </c:pt>
                      <c:pt idx="6363">
                        <c:v>6363</c:v>
                      </c:pt>
                      <c:pt idx="6364">
                        <c:v>6364</c:v>
                      </c:pt>
                      <c:pt idx="6365">
                        <c:v>6365</c:v>
                      </c:pt>
                      <c:pt idx="6366">
                        <c:v>6366</c:v>
                      </c:pt>
                      <c:pt idx="6367">
                        <c:v>6367</c:v>
                      </c:pt>
                      <c:pt idx="6368">
                        <c:v>6368</c:v>
                      </c:pt>
                      <c:pt idx="6369">
                        <c:v>6369</c:v>
                      </c:pt>
                      <c:pt idx="6370">
                        <c:v>6370</c:v>
                      </c:pt>
                      <c:pt idx="6371">
                        <c:v>6371</c:v>
                      </c:pt>
                      <c:pt idx="6372">
                        <c:v>6372</c:v>
                      </c:pt>
                      <c:pt idx="6373">
                        <c:v>6373</c:v>
                      </c:pt>
                      <c:pt idx="6374">
                        <c:v>6374</c:v>
                      </c:pt>
                      <c:pt idx="6375">
                        <c:v>6375</c:v>
                      </c:pt>
                      <c:pt idx="6376">
                        <c:v>6376</c:v>
                      </c:pt>
                      <c:pt idx="6377">
                        <c:v>6377</c:v>
                      </c:pt>
                      <c:pt idx="6378">
                        <c:v>6378</c:v>
                      </c:pt>
                      <c:pt idx="6379">
                        <c:v>6379</c:v>
                      </c:pt>
                      <c:pt idx="6380">
                        <c:v>6380</c:v>
                      </c:pt>
                      <c:pt idx="6381">
                        <c:v>6381</c:v>
                      </c:pt>
                      <c:pt idx="6382">
                        <c:v>6382</c:v>
                      </c:pt>
                      <c:pt idx="6383">
                        <c:v>6383</c:v>
                      </c:pt>
                      <c:pt idx="6384">
                        <c:v>6384</c:v>
                      </c:pt>
                      <c:pt idx="6385">
                        <c:v>6385</c:v>
                      </c:pt>
                      <c:pt idx="6386">
                        <c:v>6386</c:v>
                      </c:pt>
                      <c:pt idx="6387">
                        <c:v>6387</c:v>
                      </c:pt>
                      <c:pt idx="6388">
                        <c:v>6388</c:v>
                      </c:pt>
                      <c:pt idx="6389">
                        <c:v>6389</c:v>
                      </c:pt>
                      <c:pt idx="6390">
                        <c:v>6390</c:v>
                      </c:pt>
                      <c:pt idx="6391">
                        <c:v>6391</c:v>
                      </c:pt>
                      <c:pt idx="6392">
                        <c:v>6392</c:v>
                      </c:pt>
                      <c:pt idx="6393">
                        <c:v>6393</c:v>
                      </c:pt>
                      <c:pt idx="6394">
                        <c:v>6394</c:v>
                      </c:pt>
                      <c:pt idx="6395">
                        <c:v>6395</c:v>
                      </c:pt>
                      <c:pt idx="6396">
                        <c:v>6396</c:v>
                      </c:pt>
                      <c:pt idx="6397">
                        <c:v>6397</c:v>
                      </c:pt>
                      <c:pt idx="6398">
                        <c:v>6398</c:v>
                      </c:pt>
                      <c:pt idx="6399">
                        <c:v>6399</c:v>
                      </c:pt>
                      <c:pt idx="6400">
                        <c:v>6400</c:v>
                      </c:pt>
                      <c:pt idx="6401">
                        <c:v>6401</c:v>
                      </c:pt>
                      <c:pt idx="6402">
                        <c:v>6402</c:v>
                      </c:pt>
                      <c:pt idx="6403">
                        <c:v>6403</c:v>
                      </c:pt>
                      <c:pt idx="6404">
                        <c:v>6404</c:v>
                      </c:pt>
                      <c:pt idx="6405">
                        <c:v>6405</c:v>
                      </c:pt>
                      <c:pt idx="6406">
                        <c:v>6406</c:v>
                      </c:pt>
                      <c:pt idx="6407">
                        <c:v>6407</c:v>
                      </c:pt>
                      <c:pt idx="6408">
                        <c:v>6408</c:v>
                      </c:pt>
                      <c:pt idx="6409">
                        <c:v>6409</c:v>
                      </c:pt>
                      <c:pt idx="6410">
                        <c:v>6410</c:v>
                      </c:pt>
                      <c:pt idx="6411">
                        <c:v>6411</c:v>
                      </c:pt>
                      <c:pt idx="6412">
                        <c:v>6412</c:v>
                      </c:pt>
                      <c:pt idx="6413">
                        <c:v>6413</c:v>
                      </c:pt>
                      <c:pt idx="6414">
                        <c:v>6414</c:v>
                      </c:pt>
                      <c:pt idx="6415">
                        <c:v>6415</c:v>
                      </c:pt>
                      <c:pt idx="6416">
                        <c:v>6416</c:v>
                      </c:pt>
                      <c:pt idx="6417">
                        <c:v>6417</c:v>
                      </c:pt>
                      <c:pt idx="6418">
                        <c:v>6418</c:v>
                      </c:pt>
                      <c:pt idx="6419">
                        <c:v>6419</c:v>
                      </c:pt>
                      <c:pt idx="6420">
                        <c:v>6420</c:v>
                      </c:pt>
                      <c:pt idx="6421">
                        <c:v>6421</c:v>
                      </c:pt>
                      <c:pt idx="6422">
                        <c:v>6422</c:v>
                      </c:pt>
                      <c:pt idx="6423">
                        <c:v>6423</c:v>
                      </c:pt>
                      <c:pt idx="6424">
                        <c:v>6424</c:v>
                      </c:pt>
                      <c:pt idx="6425">
                        <c:v>6425</c:v>
                      </c:pt>
                      <c:pt idx="6426">
                        <c:v>6426</c:v>
                      </c:pt>
                      <c:pt idx="6427">
                        <c:v>6427</c:v>
                      </c:pt>
                      <c:pt idx="6428">
                        <c:v>6428</c:v>
                      </c:pt>
                      <c:pt idx="6429">
                        <c:v>6429</c:v>
                      </c:pt>
                      <c:pt idx="6430">
                        <c:v>6430</c:v>
                      </c:pt>
                      <c:pt idx="6431">
                        <c:v>6431</c:v>
                      </c:pt>
                      <c:pt idx="6432">
                        <c:v>6432</c:v>
                      </c:pt>
                      <c:pt idx="6433">
                        <c:v>6433</c:v>
                      </c:pt>
                      <c:pt idx="6434">
                        <c:v>6434</c:v>
                      </c:pt>
                      <c:pt idx="6435">
                        <c:v>6435</c:v>
                      </c:pt>
                      <c:pt idx="6436">
                        <c:v>6436</c:v>
                      </c:pt>
                      <c:pt idx="6437">
                        <c:v>6437</c:v>
                      </c:pt>
                      <c:pt idx="6438">
                        <c:v>6438</c:v>
                      </c:pt>
                      <c:pt idx="6439">
                        <c:v>6439</c:v>
                      </c:pt>
                      <c:pt idx="6440">
                        <c:v>6440</c:v>
                      </c:pt>
                      <c:pt idx="6441">
                        <c:v>6441</c:v>
                      </c:pt>
                      <c:pt idx="6442">
                        <c:v>6442</c:v>
                      </c:pt>
                      <c:pt idx="6443">
                        <c:v>6443</c:v>
                      </c:pt>
                      <c:pt idx="6444">
                        <c:v>6444</c:v>
                      </c:pt>
                      <c:pt idx="6445">
                        <c:v>6445</c:v>
                      </c:pt>
                      <c:pt idx="6446">
                        <c:v>6446</c:v>
                      </c:pt>
                      <c:pt idx="6447">
                        <c:v>6447</c:v>
                      </c:pt>
                      <c:pt idx="6448">
                        <c:v>6448</c:v>
                      </c:pt>
                      <c:pt idx="6449">
                        <c:v>6449</c:v>
                      </c:pt>
                      <c:pt idx="6450">
                        <c:v>6450</c:v>
                      </c:pt>
                      <c:pt idx="6451">
                        <c:v>6451</c:v>
                      </c:pt>
                      <c:pt idx="6452">
                        <c:v>6452</c:v>
                      </c:pt>
                      <c:pt idx="6453">
                        <c:v>6453</c:v>
                      </c:pt>
                      <c:pt idx="6454">
                        <c:v>6454</c:v>
                      </c:pt>
                      <c:pt idx="6455">
                        <c:v>6455</c:v>
                      </c:pt>
                      <c:pt idx="6456">
                        <c:v>6456</c:v>
                      </c:pt>
                      <c:pt idx="6457">
                        <c:v>6457</c:v>
                      </c:pt>
                      <c:pt idx="6458">
                        <c:v>6458</c:v>
                      </c:pt>
                      <c:pt idx="6459">
                        <c:v>6459</c:v>
                      </c:pt>
                      <c:pt idx="6460">
                        <c:v>6460</c:v>
                      </c:pt>
                      <c:pt idx="6461">
                        <c:v>6461</c:v>
                      </c:pt>
                      <c:pt idx="6462">
                        <c:v>6462</c:v>
                      </c:pt>
                      <c:pt idx="6463">
                        <c:v>6463</c:v>
                      </c:pt>
                      <c:pt idx="6464">
                        <c:v>6464</c:v>
                      </c:pt>
                      <c:pt idx="6465">
                        <c:v>6465</c:v>
                      </c:pt>
                      <c:pt idx="6466">
                        <c:v>6466</c:v>
                      </c:pt>
                      <c:pt idx="6467">
                        <c:v>6467</c:v>
                      </c:pt>
                      <c:pt idx="6468">
                        <c:v>6468</c:v>
                      </c:pt>
                      <c:pt idx="6469">
                        <c:v>6469</c:v>
                      </c:pt>
                      <c:pt idx="6470">
                        <c:v>6470</c:v>
                      </c:pt>
                      <c:pt idx="6471">
                        <c:v>6471</c:v>
                      </c:pt>
                      <c:pt idx="6472">
                        <c:v>6472</c:v>
                      </c:pt>
                      <c:pt idx="6473">
                        <c:v>6473</c:v>
                      </c:pt>
                      <c:pt idx="6474">
                        <c:v>6474</c:v>
                      </c:pt>
                      <c:pt idx="6475">
                        <c:v>6475</c:v>
                      </c:pt>
                      <c:pt idx="6476">
                        <c:v>6476</c:v>
                      </c:pt>
                      <c:pt idx="6477">
                        <c:v>6477</c:v>
                      </c:pt>
                      <c:pt idx="6478">
                        <c:v>6478</c:v>
                      </c:pt>
                      <c:pt idx="6479">
                        <c:v>6479</c:v>
                      </c:pt>
                      <c:pt idx="6480">
                        <c:v>6480</c:v>
                      </c:pt>
                      <c:pt idx="6481">
                        <c:v>6481</c:v>
                      </c:pt>
                      <c:pt idx="6482">
                        <c:v>6482</c:v>
                      </c:pt>
                      <c:pt idx="6483">
                        <c:v>6483</c:v>
                      </c:pt>
                      <c:pt idx="6484">
                        <c:v>6484</c:v>
                      </c:pt>
                      <c:pt idx="6485">
                        <c:v>6485</c:v>
                      </c:pt>
                      <c:pt idx="6486">
                        <c:v>6486</c:v>
                      </c:pt>
                      <c:pt idx="6487">
                        <c:v>6487</c:v>
                      </c:pt>
                      <c:pt idx="6488">
                        <c:v>6488</c:v>
                      </c:pt>
                      <c:pt idx="6489">
                        <c:v>6489</c:v>
                      </c:pt>
                      <c:pt idx="6490">
                        <c:v>6490</c:v>
                      </c:pt>
                      <c:pt idx="6491">
                        <c:v>6491</c:v>
                      </c:pt>
                      <c:pt idx="6492">
                        <c:v>6492</c:v>
                      </c:pt>
                      <c:pt idx="6493">
                        <c:v>6493</c:v>
                      </c:pt>
                      <c:pt idx="6494">
                        <c:v>6494</c:v>
                      </c:pt>
                      <c:pt idx="6495">
                        <c:v>6495</c:v>
                      </c:pt>
                      <c:pt idx="6496">
                        <c:v>6496</c:v>
                      </c:pt>
                      <c:pt idx="6497">
                        <c:v>6497</c:v>
                      </c:pt>
                      <c:pt idx="6498">
                        <c:v>6498</c:v>
                      </c:pt>
                      <c:pt idx="6499">
                        <c:v>6499</c:v>
                      </c:pt>
                      <c:pt idx="6500">
                        <c:v>6500</c:v>
                      </c:pt>
                      <c:pt idx="6501">
                        <c:v>6501</c:v>
                      </c:pt>
                      <c:pt idx="6502">
                        <c:v>6502</c:v>
                      </c:pt>
                      <c:pt idx="6503">
                        <c:v>6503</c:v>
                      </c:pt>
                      <c:pt idx="6504">
                        <c:v>6504</c:v>
                      </c:pt>
                      <c:pt idx="6505">
                        <c:v>6505</c:v>
                      </c:pt>
                      <c:pt idx="6506">
                        <c:v>6506</c:v>
                      </c:pt>
                      <c:pt idx="6507">
                        <c:v>6507</c:v>
                      </c:pt>
                      <c:pt idx="6508">
                        <c:v>6508</c:v>
                      </c:pt>
                      <c:pt idx="6509">
                        <c:v>6509</c:v>
                      </c:pt>
                      <c:pt idx="6510">
                        <c:v>6510</c:v>
                      </c:pt>
                      <c:pt idx="6511">
                        <c:v>6511</c:v>
                      </c:pt>
                      <c:pt idx="6512">
                        <c:v>6512</c:v>
                      </c:pt>
                      <c:pt idx="6513">
                        <c:v>6513</c:v>
                      </c:pt>
                      <c:pt idx="6514">
                        <c:v>6514</c:v>
                      </c:pt>
                      <c:pt idx="6515">
                        <c:v>6515</c:v>
                      </c:pt>
                      <c:pt idx="6516">
                        <c:v>6516</c:v>
                      </c:pt>
                      <c:pt idx="6517">
                        <c:v>6517</c:v>
                      </c:pt>
                      <c:pt idx="6518">
                        <c:v>6518</c:v>
                      </c:pt>
                      <c:pt idx="6519">
                        <c:v>6519</c:v>
                      </c:pt>
                      <c:pt idx="6520">
                        <c:v>6520</c:v>
                      </c:pt>
                      <c:pt idx="6521">
                        <c:v>6521</c:v>
                      </c:pt>
                      <c:pt idx="6522">
                        <c:v>6522</c:v>
                      </c:pt>
                      <c:pt idx="6523">
                        <c:v>6523</c:v>
                      </c:pt>
                      <c:pt idx="6524">
                        <c:v>6524</c:v>
                      </c:pt>
                      <c:pt idx="6525">
                        <c:v>6525</c:v>
                      </c:pt>
                      <c:pt idx="6526">
                        <c:v>6526</c:v>
                      </c:pt>
                      <c:pt idx="6527">
                        <c:v>6527</c:v>
                      </c:pt>
                      <c:pt idx="6528">
                        <c:v>6528</c:v>
                      </c:pt>
                      <c:pt idx="6529">
                        <c:v>6529</c:v>
                      </c:pt>
                      <c:pt idx="6530">
                        <c:v>6530</c:v>
                      </c:pt>
                      <c:pt idx="6531">
                        <c:v>6531</c:v>
                      </c:pt>
                      <c:pt idx="6532">
                        <c:v>6532</c:v>
                      </c:pt>
                      <c:pt idx="6533">
                        <c:v>6533</c:v>
                      </c:pt>
                      <c:pt idx="6534">
                        <c:v>6534</c:v>
                      </c:pt>
                      <c:pt idx="6535">
                        <c:v>6535</c:v>
                      </c:pt>
                      <c:pt idx="6536">
                        <c:v>6536</c:v>
                      </c:pt>
                      <c:pt idx="6537">
                        <c:v>6537</c:v>
                      </c:pt>
                      <c:pt idx="6538">
                        <c:v>6538</c:v>
                      </c:pt>
                      <c:pt idx="6539">
                        <c:v>6539</c:v>
                      </c:pt>
                      <c:pt idx="6540">
                        <c:v>6540</c:v>
                      </c:pt>
                      <c:pt idx="6541">
                        <c:v>6541</c:v>
                      </c:pt>
                      <c:pt idx="6542">
                        <c:v>6542</c:v>
                      </c:pt>
                      <c:pt idx="6543">
                        <c:v>6543</c:v>
                      </c:pt>
                      <c:pt idx="6544">
                        <c:v>6544</c:v>
                      </c:pt>
                      <c:pt idx="6545">
                        <c:v>6545</c:v>
                      </c:pt>
                      <c:pt idx="6546">
                        <c:v>6546</c:v>
                      </c:pt>
                      <c:pt idx="6547">
                        <c:v>6547</c:v>
                      </c:pt>
                      <c:pt idx="6548">
                        <c:v>6548</c:v>
                      </c:pt>
                      <c:pt idx="6549">
                        <c:v>6549</c:v>
                      </c:pt>
                      <c:pt idx="6550">
                        <c:v>6550</c:v>
                      </c:pt>
                      <c:pt idx="6551">
                        <c:v>6551</c:v>
                      </c:pt>
                      <c:pt idx="6552">
                        <c:v>6552</c:v>
                      </c:pt>
                      <c:pt idx="6553">
                        <c:v>6553</c:v>
                      </c:pt>
                      <c:pt idx="6554">
                        <c:v>6554</c:v>
                      </c:pt>
                      <c:pt idx="6555">
                        <c:v>6555</c:v>
                      </c:pt>
                      <c:pt idx="6556">
                        <c:v>6556</c:v>
                      </c:pt>
                      <c:pt idx="6557">
                        <c:v>6557</c:v>
                      </c:pt>
                      <c:pt idx="6558">
                        <c:v>6558</c:v>
                      </c:pt>
                      <c:pt idx="6559">
                        <c:v>6559</c:v>
                      </c:pt>
                      <c:pt idx="6560">
                        <c:v>6560</c:v>
                      </c:pt>
                      <c:pt idx="6561">
                        <c:v>6561</c:v>
                      </c:pt>
                      <c:pt idx="6562">
                        <c:v>6562</c:v>
                      </c:pt>
                      <c:pt idx="6563">
                        <c:v>6563</c:v>
                      </c:pt>
                      <c:pt idx="6564">
                        <c:v>6564</c:v>
                      </c:pt>
                      <c:pt idx="6565">
                        <c:v>6565</c:v>
                      </c:pt>
                      <c:pt idx="6566">
                        <c:v>6566</c:v>
                      </c:pt>
                      <c:pt idx="6567">
                        <c:v>6567</c:v>
                      </c:pt>
                      <c:pt idx="6568">
                        <c:v>6568</c:v>
                      </c:pt>
                      <c:pt idx="6569">
                        <c:v>6569</c:v>
                      </c:pt>
                      <c:pt idx="6570">
                        <c:v>6570</c:v>
                      </c:pt>
                      <c:pt idx="6571">
                        <c:v>6571</c:v>
                      </c:pt>
                      <c:pt idx="6572">
                        <c:v>6572</c:v>
                      </c:pt>
                      <c:pt idx="6573">
                        <c:v>6573</c:v>
                      </c:pt>
                      <c:pt idx="6574">
                        <c:v>6574</c:v>
                      </c:pt>
                      <c:pt idx="6575">
                        <c:v>6575</c:v>
                      </c:pt>
                      <c:pt idx="6576">
                        <c:v>6576</c:v>
                      </c:pt>
                      <c:pt idx="6577">
                        <c:v>6577</c:v>
                      </c:pt>
                      <c:pt idx="6578">
                        <c:v>6578</c:v>
                      </c:pt>
                      <c:pt idx="6579">
                        <c:v>6579</c:v>
                      </c:pt>
                      <c:pt idx="6580">
                        <c:v>6580</c:v>
                      </c:pt>
                      <c:pt idx="6581">
                        <c:v>6581</c:v>
                      </c:pt>
                      <c:pt idx="6582">
                        <c:v>6582</c:v>
                      </c:pt>
                      <c:pt idx="6583">
                        <c:v>6583</c:v>
                      </c:pt>
                      <c:pt idx="6584">
                        <c:v>6584</c:v>
                      </c:pt>
                      <c:pt idx="6585">
                        <c:v>6585</c:v>
                      </c:pt>
                      <c:pt idx="6586">
                        <c:v>6586</c:v>
                      </c:pt>
                      <c:pt idx="6587">
                        <c:v>6587</c:v>
                      </c:pt>
                      <c:pt idx="6588">
                        <c:v>6588</c:v>
                      </c:pt>
                      <c:pt idx="6589">
                        <c:v>6589</c:v>
                      </c:pt>
                      <c:pt idx="6590">
                        <c:v>6590</c:v>
                      </c:pt>
                      <c:pt idx="6591">
                        <c:v>6591</c:v>
                      </c:pt>
                      <c:pt idx="6592">
                        <c:v>6592</c:v>
                      </c:pt>
                      <c:pt idx="6593">
                        <c:v>6593</c:v>
                      </c:pt>
                      <c:pt idx="6594">
                        <c:v>6594</c:v>
                      </c:pt>
                      <c:pt idx="6595">
                        <c:v>6595</c:v>
                      </c:pt>
                      <c:pt idx="6596">
                        <c:v>6596</c:v>
                      </c:pt>
                      <c:pt idx="6597">
                        <c:v>6597</c:v>
                      </c:pt>
                      <c:pt idx="6598">
                        <c:v>6598</c:v>
                      </c:pt>
                      <c:pt idx="6599">
                        <c:v>6599</c:v>
                      </c:pt>
                      <c:pt idx="6600">
                        <c:v>6600</c:v>
                      </c:pt>
                      <c:pt idx="6601">
                        <c:v>6601</c:v>
                      </c:pt>
                      <c:pt idx="6602">
                        <c:v>6602</c:v>
                      </c:pt>
                      <c:pt idx="6603">
                        <c:v>6603</c:v>
                      </c:pt>
                      <c:pt idx="6604">
                        <c:v>6604</c:v>
                      </c:pt>
                      <c:pt idx="6605">
                        <c:v>6605</c:v>
                      </c:pt>
                      <c:pt idx="6606">
                        <c:v>6606</c:v>
                      </c:pt>
                      <c:pt idx="6607">
                        <c:v>6607</c:v>
                      </c:pt>
                      <c:pt idx="6608">
                        <c:v>6608</c:v>
                      </c:pt>
                      <c:pt idx="6609">
                        <c:v>6609</c:v>
                      </c:pt>
                      <c:pt idx="6610">
                        <c:v>6610</c:v>
                      </c:pt>
                      <c:pt idx="6611">
                        <c:v>6611</c:v>
                      </c:pt>
                      <c:pt idx="6612">
                        <c:v>6612</c:v>
                      </c:pt>
                      <c:pt idx="6613">
                        <c:v>6613</c:v>
                      </c:pt>
                      <c:pt idx="6614">
                        <c:v>6614</c:v>
                      </c:pt>
                      <c:pt idx="6615">
                        <c:v>6615</c:v>
                      </c:pt>
                      <c:pt idx="6616">
                        <c:v>6616</c:v>
                      </c:pt>
                      <c:pt idx="6617">
                        <c:v>6617</c:v>
                      </c:pt>
                      <c:pt idx="6618">
                        <c:v>6618</c:v>
                      </c:pt>
                      <c:pt idx="6619">
                        <c:v>6619</c:v>
                      </c:pt>
                      <c:pt idx="6620">
                        <c:v>6620</c:v>
                      </c:pt>
                      <c:pt idx="6621">
                        <c:v>6621</c:v>
                      </c:pt>
                      <c:pt idx="6622">
                        <c:v>6622</c:v>
                      </c:pt>
                      <c:pt idx="6623">
                        <c:v>6623</c:v>
                      </c:pt>
                      <c:pt idx="6624">
                        <c:v>6624</c:v>
                      </c:pt>
                      <c:pt idx="6625">
                        <c:v>6625</c:v>
                      </c:pt>
                      <c:pt idx="6626">
                        <c:v>6626</c:v>
                      </c:pt>
                      <c:pt idx="6627">
                        <c:v>6627</c:v>
                      </c:pt>
                      <c:pt idx="6628">
                        <c:v>6628</c:v>
                      </c:pt>
                      <c:pt idx="6629">
                        <c:v>6629</c:v>
                      </c:pt>
                      <c:pt idx="6630">
                        <c:v>6630</c:v>
                      </c:pt>
                      <c:pt idx="6631">
                        <c:v>6631</c:v>
                      </c:pt>
                      <c:pt idx="6632">
                        <c:v>6632</c:v>
                      </c:pt>
                      <c:pt idx="6633">
                        <c:v>6633</c:v>
                      </c:pt>
                      <c:pt idx="6634">
                        <c:v>6634</c:v>
                      </c:pt>
                      <c:pt idx="6635">
                        <c:v>6635</c:v>
                      </c:pt>
                      <c:pt idx="6636">
                        <c:v>6636</c:v>
                      </c:pt>
                      <c:pt idx="6637">
                        <c:v>6637</c:v>
                      </c:pt>
                      <c:pt idx="6638">
                        <c:v>6638</c:v>
                      </c:pt>
                      <c:pt idx="6639">
                        <c:v>6639</c:v>
                      </c:pt>
                      <c:pt idx="6640">
                        <c:v>6640</c:v>
                      </c:pt>
                      <c:pt idx="6641">
                        <c:v>6641</c:v>
                      </c:pt>
                      <c:pt idx="6642">
                        <c:v>6642</c:v>
                      </c:pt>
                      <c:pt idx="6643">
                        <c:v>6643</c:v>
                      </c:pt>
                      <c:pt idx="6644">
                        <c:v>6644</c:v>
                      </c:pt>
                      <c:pt idx="6645">
                        <c:v>6645</c:v>
                      </c:pt>
                      <c:pt idx="6646">
                        <c:v>6646</c:v>
                      </c:pt>
                      <c:pt idx="6647">
                        <c:v>6647</c:v>
                      </c:pt>
                      <c:pt idx="6648">
                        <c:v>6648</c:v>
                      </c:pt>
                      <c:pt idx="6649">
                        <c:v>6649</c:v>
                      </c:pt>
                      <c:pt idx="6650">
                        <c:v>6650</c:v>
                      </c:pt>
                      <c:pt idx="6651">
                        <c:v>6651</c:v>
                      </c:pt>
                      <c:pt idx="6652">
                        <c:v>6652</c:v>
                      </c:pt>
                      <c:pt idx="6653">
                        <c:v>6653</c:v>
                      </c:pt>
                      <c:pt idx="6654">
                        <c:v>6654</c:v>
                      </c:pt>
                      <c:pt idx="6655">
                        <c:v>6655</c:v>
                      </c:pt>
                      <c:pt idx="6656">
                        <c:v>6656</c:v>
                      </c:pt>
                      <c:pt idx="6657">
                        <c:v>6657</c:v>
                      </c:pt>
                      <c:pt idx="6658">
                        <c:v>6658</c:v>
                      </c:pt>
                      <c:pt idx="6659">
                        <c:v>6659</c:v>
                      </c:pt>
                      <c:pt idx="6660">
                        <c:v>6660</c:v>
                      </c:pt>
                      <c:pt idx="6661">
                        <c:v>6661</c:v>
                      </c:pt>
                      <c:pt idx="6662">
                        <c:v>6662</c:v>
                      </c:pt>
                      <c:pt idx="6663">
                        <c:v>6663</c:v>
                      </c:pt>
                      <c:pt idx="6664">
                        <c:v>6664</c:v>
                      </c:pt>
                      <c:pt idx="6665">
                        <c:v>6665</c:v>
                      </c:pt>
                      <c:pt idx="6666">
                        <c:v>6666</c:v>
                      </c:pt>
                      <c:pt idx="6667">
                        <c:v>6667</c:v>
                      </c:pt>
                      <c:pt idx="6668">
                        <c:v>6668</c:v>
                      </c:pt>
                      <c:pt idx="6669">
                        <c:v>6669</c:v>
                      </c:pt>
                      <c:pt idx="6670">
                        <c:v>6670</c:v>
                      </c:pt>
                      <c:pt idx="6671">
                        <c:v>6671</c:v>
                      </c:pt>
                      <c:pt idx="6672">
                        <c:v>6672</c:v>
                      </c:pt>
                      <c:pt idx="6673">
                        <c:v>6673</c:v>
                      </c:pt>
                      <c:pt idx="6674">
                        <c:v>6674</c:v>
                      </c:pt>
                      <c:pt idx="6675">
                        <c:v>6675</c:v>
                      </c:pt>
                      <c:pt idx="6676">
                        <c:v>6676</c:v>
                      </c:pt>
                      <c:pt idx="6677">
                        <c:v>6677</c:v>
                      </c:pt>
                      <c:pt idx="6678">
                        <c:v>6678</c:v>
                      </c:pt>
                      <c:pt idx="6679">
                        <c:v>6679</c:v>
                      </c:pt>
                      <c:pt idx="6680">
                        <c:v>6680</c:v>
                      </c:pt>
                      <c:pt idx="6681">
                        <c:v>6681</c:v>
                      </c:pt>
                      <c:pt idx="6682">
                        <c:v>6682</c:v>
                      </c:pt>
                      <c:pt idx="6683">
                        <c:v>6683</c:v>
                      </c:pt>
                      <c:pt idx="6684">
                        <c:v>6684</c:v>
                      </c:pt>
                      <c:pt idx="6685">
                        <c:v>6685</c:v>
                      </c:pt>
                      <c:pt idx="6686">
                        <c:v>6686</c:v>
                      </c:pt>
                      <c:pt idx="6687">
                        <c:v>6687</c:v>
                      </c:pt>
                      <c:pt idx="6688">
                        <c:v>6688</c:v>
                      </c:pt>
                      <c:pt idx="6689">
                        <c:v>6689</c:v>
                      </c:pt>
                      <c:pt idx="6690">
                        <c:v>6690</c:v>
                      </c:pt>
                      <c:pt idx="6691">
                        <c:v>6691</c:v>
                      </c:pt>
                      <c:pt idx="6692">
                        <c:v>6692</c:v>
                      </c:pt>
                      <c:pt idx="6693">
                        <c:v>6693</c:v>
                      </c:pt>
                      <c:pt idx="6694">
                        <c:v>6694</c:v>
                      </c:pt>
                      <c:pt idx="6695">
                        <c:v>6695</c:v>
                      </c:pt>
                      <c:pt idx="6696">
                        <c:v>6696</c:v>
                      </c:pt>
                      <c:pt idx="6697">
                        <c:v>6697</c:v>
                      </c:pt>
                      <c:pt idx="6698">
                        <c:v>6698</c:v>
                      </c:pt>
                      <c:pt idx="6699">
                        <c:v>6699</c:v>
                      </c:pt>
                      <c:pt idx="6700">
                        <c:v>6700</c:v>
                      </c:pt>
                      <c:pt idx="6701">
                        <c:v>6701</c:v>
                      </c:pt>
                      <c:pt idx="6702">
                        <c:v>6702</c:v>
                      </c:pt>
                      <c:pt idx="6703">
                        <c:v>6703</c:v>
                      </c:pt>
                      <c:pt idx="6704">
                        <c:v>6704</c:v>
                      </c:pt>
                      <c:pt idx="6705">
                        <c:v>6705</c:v>
                      </c:pt>
                      <c:pt idx="6706">
                        <c:v>6706</c:v>
                      </c:pt>
                      <c:pt idx="6707">
                        <c:v>6707</c:v>
                      </c:pt>
                      <c:pt idx="6708">
                        <c:v>6708</c:v>
                      </c:pt>
                      <c:pt idx="6709">
                        <c:v>6709</c:v>
                      </c:pt>
                      <c:pt idx="6710">
                        <c:v>6710</c:v>
                      </c:pt>
                      <c:pt idx="6711">
                        <c:v>6711</c:v>
                      </c:pt>
                      <c:pt idx="6712">
                        <c:v>6712</c:v>
                      </c:pt>
                      <c:pt idx="6713">
                        <c:v>6713</c:v>
                      </c:pt>
                      <c:pt idx="6714">
                        <c:v>6714</c:v>
                      </c:pt>
                      <c:pt idx="6715">
                        <c:v>6715</c:v>
                      </c:pt>
                      <c:pt idx="6716">
                        <c:v>6716</c:v>
                      </c:pt>
                      <c:pt idx="6717">
                        <c:v>6717</c:v>
                      </c:pt>
                      <c:pt idx="6718">
                        <c:v>6718</c:v>
                      </c:pt>
                      <c:pt idx="6719">
                        <c:v>6719</c:v>
                      </c:pt>
                      <c:pt idx="6720">
                        <c:v>6720</c:v>
                      </c:pt>
                      <c:pt idx="6721">
                        <c:v>6721</c:v>
                      </c:pt>
                      <c:pt idx="6722">
                        <c:v>6722</c:v>
                      </c:pt>
                      <c:pt idx="6723">
                        <c:v>6723</c:v>
                      </c:pt>
                      <c:pt idx="6724">
                        <c:v>6724</c:v>
                      </c:pt>
                      <c:pt idx="6725">
                        <c:v>6725</c:v>
                      </c:pt>
                      <c:pt idx="6726">
                        <c:v>6726</c:v>
                      </c:pt>
                      <c:pt idx="6727">
                        <c:v>6727</c:v>
                      </c:pt>
                      <c:pt idx="6728">
                        <c:v>6728</c:v>
                      </c:pt>
                      <c:pt idx="6729">
                        <c:v>6729</c:v>
                      </c:pt>
                      <c:pt idx="6730">
                        <c:v>6730</c:v>
                      </c:pt>
                      <c:pt idx="6731">
                        <c:v>6731</c:v>
                      </c:pt>
                      <c:pt idx="6732">
                        <c:v>6732</c:v>
                      </c:pt>
                      <c:pt idx="6733">
                        <c:v>6733</c:v>
                      </c:pt>
                      <c:pt idx="6734">
                        <c:v>6734</c:v>
                      </c:pt>
                      <c:pt idx="6735">
                        <c:v>6735</c:v>
                      </c:pt>
                      <c:pt idx="6736">
                        <c:v>6736</c:v>
                      </c:pt>
                      <c:pt idx="6737">
                        <c:v>6737</c:v>
                      </c:pt>
                      <c:pt idx="6738">
                        <c:v>6738</c:v>
                      </c:pt>
                      <c:pt idx="6739">
                        <c:v>6739</c:v>
                      </c:pt>
                      <c:pt idx="6740">
                        <c:v>6740</c:v>
                      </c:pt>
                      <c:pt idx="6741">
                        <c:v>6741</c:v>
                      </c:pt>
                      <c:pt idx="6742">
                        <c:v>6742</c:v>
                      </c:pt>
                      <c:pt idx="6743">
                        <c:v>6743</c:v>
                      </c:pt>
                      <c:pt idx="6744">
                        <c:v>6744</c:v>
                      </c:pt>
                      <c:pt idx="6745">
                        <c:v>6745</c:v>
                      </c:pt>
                      <c:pt idx="6746">
                        <c:v>6746</c:v>
                      </c:pt>
                      <c:pt idx="6747">
                        <c:v>6747</c:v>
                      </c:pt>
                      <c:pt idx="6748">
                        <c:v>6748</c:v>
                      </c:pt>
                      <c:pt idx="6749">
                        <c:v>6749</c:v>
                      </c:pt>
                      <c:pt idx="6750">
                        <c:v>6750</c:v>
                      </c:pt>
                      <c:pt idx="6751">
                        <c:v>6751</c:v>
                      </c:pt>
                      <c:pt idx="6752">
                        <c:v>6752</c:v>
                      </c:pt>
                      <c:pt idx="6753">
                        <c:v>6753</c:v>
                      </c:pt>
                      <c:pt idx="6754">
                        <c:v>6754</c:v>
                      </c:pt>
                      <c:pt idx="6755">
                        <c:v>6755</c:v>
                      </c:pt>
                      <c:pt idx="6756">
                        <c:v>6756</c:v>
                      </c:pt>
                      <c:pt idx="6757">
                        <c:v>6757</c:v>
                      </c:pt>
                      <c:pt idx="6758">
                        <c:v>6758</c:v>
                      </c:pt>
                      <c:pt idx="6759">
                        <c:v>6759</c:v>
                      </c:pt>
                      <c:pt idx="6760">
                        <c:v>6760</c:v>
                      </c:pt>
                      <c:pt idx="6761">
                        <c:v>6761</c:v>
                      </c:pt>
                      <c:pt idx="6762">
                        <c:v>6762</c:v>
                      </c:pt>
                      <c:pt idx="6763">
                        <c:v>6763</c:v>
                      </c:pt>
                      <c:pt idx="6764">
                        <c:v>6764</c:v>
                      </c:pt>
                      <c:pt idx="6765">
                        <c:v>6765</c:v>
                      </c:pt>
                      <c:pt idx="6766">
                        <c:v>6766</c:v>
                      </c:pt>
                      <c:pt idx="6767">
                        <c:v>6767</c:v>
                      </c:pt>
                      <c:pt idx="6768">
                        <c:v>6768</c:v>
                      </c:pt>
                      <c:pt idx="6769">
                        <c:v>6769</c:v>
                      </c:pt>
                      <c:pt idx="6770">
                        <c:v>6770</c:v>
                      </c:pt>
                      <c:pt idx="6771">
                        <c:v>6771</c:v>
                      </c:pt>
                      <c:pt idx="6772">
                        <c:v>6772</c:v>
                      </c:pt>
                      <c:pt idx="6773">
                        <c:v>6773</c:v>
                      </c:pt>
                      <c:pt idx="6774">
                        <c:v>6774</c:v>
                      </c:pt>
                      <c:pt idx="6775">
                        <c:v>6775</c:v>
                      </c:pt>
                      <c:pt idx="6776">
                        <c:v>6776</c:v>
                      </c:pt>
                      <c:pt idx="6777">
                        <c:v>6777</c:v>
                      </c:pt>
                      <c:pt idx="6778">
                        <c:v>6778</c:v>
                      </c:pt>
                      <c:pt idx="6779">
                        <c:v>6779</c:v>
                      </c:pt>
                      <c:pt idx="6780">
                        <c:v>6780</c:v>
                      </c:pt>
                      <c:pt idx="6781">
                        <c:v>6781</c:v>
                      </c:pt>
                      <c:pt idx="6782">
                        <c:v>6782</c:v>
                      </c:pt>
                      <c:pt idx="6783">
                        <c:v>6783</c:v>
                      </c:pt>
                      <c:pt idx="6784">
                        <c:v>6784</c:v>
                      </c:pt>
                      <c:pt idx="6785">
                        <c:v>6785</c:v>
                      </c:pt>
                      <c:pt idx="6786">
                        <c:v>6786</c:v>
                      </c:pt>
                      <c:pt idx="6787">
                        <c:v>6787</c:v>
                      </c:pt>
                      <c:pt idx="6788">
                        <c:v>6788</c:v>
                      </c:pt>
                      <c:pt idx="6789">
                        <c:v>6789</c:v>
                      </c:pt>
                      <c:pt idx="6790">
                        <c:v>6790</c:v>
                      </c:pt>
                      <c:pt idx="6791">
                        <c:v>6791</c:v>
                      </c:pt>
                      <c:pt idx="6792">
                        <c:v>6792</c:v>
                      </c:pt>
                      <c:pt idx="6793">
                        <c:v>6793</c:v>
                      </c:pt>
                      <c:pt idx="6794">
                        <c:v>6794</c:v>
                      </c:pt>
                      <c:pt idx="6795">
                        <c:v>6795</c:v>
                      </c:pt>
                      <c:pt idx="6796">
                        <c:v>6796</c:v>
                      </c:pt>
                      <c:pt idx="6797">
                        <c:v>6797</c:v>
                      </c:pt>
                      <c:pt idx="6798">
                        <c:v>6798</c:v>
                      </c:pt>
                      <c:pt idx="6799">
                        <c:v>6799</c:v>
                      </c:pt>
                      <c:pt idx="6800">
                        <c:v>6800</c:v>
                      </c:pt>
                      <c:pt idx="6801">
                        <c:v>6801</c:v>
                      </c:pt>
                      <c:pt idx="6802">
                        <c:v>6802</c:v>
                      </c:pt>
                      <c:pt idx="6803">
                        <c:v>6803</c:v>
                      </c:pt>
                      <c:pt idx="6804">
                        <c:v>6804</c:v>
                      </c:pt>
                      <c:pt idx="6805">
                        <c:v>6805</c:v>
                      </c:pt>
                      <c:pt idx="6806">
                        <c:v>6806</c:v>
                      </c:pt>
                      <c:pt idx="6807">
                        <c:v>6807</c:v>
                      </c:pt>
                      <c:pt idx="6808">
                        <c:v>6808</c:v>
                      </c:pt>
                      <c:pt idx="6809">
                        <c:v>6809</c:v>
                      </c:pt>
                      <c:pt idx="6810">
                        <c:v>6810</c:v>
                      </c:pt>
                      <c:pt idx="6811">
                        <c:v>6811</c:v>
                      </c:pt>
                      <c:pt idx="6812">
                        <c:v>6812</c:v>
                      </c:pt>
                      <c:pt idx="6813">
                        <c:v>6813</c:v>
                      </c:pt>
                      <c:pt idx="6814">
                        <c:v>6814</c:v>
                      </c:pt>
                      <c:pt idx="6815">
                        <c:v>6815</c:v>
                      </c:pt>
                      <c:pt idx="6816">
                        <c:v>6816</c:v>
                      </c:pt>
                      <c:pt idx="6817">
                        <c:v>6817</c:v>
                      </c:pt>
                      <c:pt idx="6818">
                        <c:v>6818</c:v>
                      </c:pt>
                      <c:pt idx="6819">
                        <c:v>6819</c:v>
                      </c:pt>
                      <c:pt idx="6820">
                        <c:v>6820</c:v>
                      </c:pt>
                      <c:pt idx="6821">
                        <c:v>6821</c:v>
                      </c:pt>
                      <c:pt idx="6822">
                        <c:v>6822</c:v>
                      </c:pt>
                      <c:pt idx="6823">
                        <c:v>6823</c:v>
                      </c:pt>
                      <c:pt idx="6824">
                        <c:v>6824</c:v>
                      </c:pt>
                      <c:pt idx="6825">
                        <c:v>6825</c:v>
                      </c:pt>
                      <c:pt idx="6826">
                        <c:v>6826</c:v>
                      </c:pt>
                      <c:pt idx="6827">
                        <c:v>6827</c:v>
                      </c:pt>
                      <c:pt idx="6828">
                        <c:v>6828</c:v>
                      </c:pt>
                      <c:pt idx="6829">
                        <c:v>6829</c:v>
                      </c:pt>
                      <c:pt idx="6830">
                        <c:v>6830</c:v>
                      </c:pt>
                      <c:pt idx="6831">
                        <c:v>6831</c:v>
                      </c:pt>
                      <c:pt idx="6832">
                        <c:v>6832</c:v>
                      </c:pt>
                      <c:pt idx="6833">
                        <c:v>6833</c:v>
                      </c:pt>
                      <c:pt idx="6834">
                        <c:v>6834</c:v>
                      </c:pt>
                      <c:pt idx="6835">
                        <c:v>6835</c:v>
                      </c:pt>
                      <c:pt idx="6836">
                        <c:v>6836</c:v>
                      </c:pt>
                      <c:pt idx="6837">
                        <c:v>6837</c:v>
                      </c:pt>
                      <c:pt idx="6838">
                        <c:v>6838</c:v>
                      </c:pt>
                      <c:pt idx="6839">
                        <c:v>6839</c:v>
                      </c:pt>
                      <c:pt idx="6840">
                        <c:v>6840</c:v>
                      </c:pt>
                      <c:pt idx="6841">
                        <c:v>6841</c:v>
                      </c:pt>
                      <c:pt idx="6842">
                        <c:v>6842</c:v>
                      </c:pt>
                      <c:pt idx="6843">
                        <c:v>6843</c:v>
                      </c:pt>
                      <c:pt idx="6844">
                        <c:v>6844</c:v>
                      </c:pt>
                      <c:pt idx="6845">
                        <c:v>6845</c:v>
                      </c:pt>
                      <c:pt idx="6846">
                        <c:v>6846</c:v>
                      </c:pt>
                      <c:pt idx="6847">
                        <c:v>6847</c:v>
                      </c:pt>
                      <c:pt idx="6848">
                        <c:v>6848</c:v>
                      </c:pt>
                      <c:pt idx="6849">
                        <c:v>6849</c:v>
                      </c:pt>
                      <c:pt idx="6850">
                        <c:v>6850</c:v>
                      </c:pt>
                      <c:pt idx="6851">
                        <c:v>6851</c:v>
                      </c:pt>
                      <c:pt idx="6852">
                        <c:v>6852</c:v>
                      </c:pt>
                      <c:pt idx="6853">
                        <c:v>6853</c:v>
                      </c:pt>
                      <c:pt idx="6854">
                        <c:v>6854</c:v>
                      </c:pt>
                      <c:pt idx="6855">
                        <c:v>6855</c:v>
                      </c:pt>
                      <c:pt idx="6856">
                        <c:v>6856</c:v>
                      </c:pt>
                      <c:pt idx="6857">
                        <c:v>6857</c:v>
                      </c:pt>
                      <c:pt idx="6858">
                        <c:v>6858</c:v>
                      </c:pt>
                      <c:pt idx="6859">
                        <c:v>6859</c:v>
                      </c:pt>
                      <c:pt idx="6860">
                        <c:v>6860</c:v>
                      </c:pt>
                      <c:pt idx="6861">
                        <c:v>6861</c:v>
                      </c:pt>
                      <c:pt idx="6862">
                        <c:v>6862</c:v>
                      </c:pt>
                      <c:pt idx="6863">
                        <c:v>6863</c:v>
                      </c:pt>
                      <c:pt idx="6864">
                        <c:v>6864</c:v>
                      </c:pt>
                      <c:pt idx="6865">
                        <c:v>6865</c:v>
                      </c:pt>
                      <c:pt idx="6866">
                        <c:v>6866</c:v>
                      </c:pt>
                      <c:pt idx="6867">
                        <c:v>6867</c:v>
                      </c:pt>
                      <c:pt idx="6868">
                        <c:v>6868</c:v>
                      </c:pt>
                      <c:pt idx="6869">
                        <c:v>6869</c:v>
                      </c:pt>
                      <c:pt idx="6870">
                        <c:v>6870</c:v>
                      </c:pt>
                      <c:pt idx="6871">
                        <c:v>6871</c:v>
                      </c:pt>
                      <c:pt idx="6872">
                        <c:v>6872</c:v>
                      </c:pt>
                      <c:pt idx="6873">
                        <c:v>6873</c:v>
                      </c:pt>
                      <c:pt idx="6874">
                        <c:v>6874</c:v>
                      </c:pt>
                      <c:pt idx="6875">
                        <c:v>6875</c:v>
                      </c:pt>
                      <c:pt idx="6876">
                        <c:v>6876</c:v>
                      </c:pt>
                      <c:pt idx="6877">
                        <c:v>6877</c:v>
                      </c:pt>
                      <c:pt idx="6878">
                        <c:v>6878</c:v>
                      </c:pt>
                      <c:pt idx="6879">
                        <c:v>6879</c:v>
                      </c:pt>
                      <c:pt idx="6880">
                        <c:v>6880</c:v>
                      </c:pt>
                      <c:pt idx="6881">
                        <c:v>6881</c:v>
                      </c:pt>
                      <c:pt idx="6882">
                        <c:v>6882</c:v>
                      </c:pt>
                      <c:pt idx="6883">
                        <c:v>6883</c:v>
                      </c:pt>
                      <c:pt idx="6884">
                        <c:v>6884</c:v>
                      </c:pt>
                      <c:pt idx="6885">
                        <c:v>6885</c:v>
                      </c:pt>
                      <c:pt idx="6886">
                        <c:v>6886</c:v>
                      </c:pt>
                      <c:pt idx="6887">
                        <c:v>6887</c:v>
                      </c:pt>
                      <c:pt idx="6888">
                        <c:v>6888</c:v>
                      </c:pt>
                      <c:pt idx="6889">
                        <c:v>6889</c:v>
                      </c:pt>
                      <c:pt idx="6890">
                        <c:v>6890</c:v>
                      </c:pt>
                      <c:pt idx="6891">
                        <c:v>6891</c:v>
                      </c:pt>
                      <c:pt idx="6892">
                        <c:v>6892</c:v>
                      </c:pt>
                      <c:pt idx="6893">
                        <c:v>6893</c:v>
                      </c:pt>
                      <c:pt idx="6894">
                        <c:v>6894</c:v>
                      </c:pt>
                      <c:pt idx="6895">
                        <c:v>6895</c:v>
                      </c:pt>
                      <c:pt idx="6896">
                        <c:v>6896</c:v>
                      </c:pt>
                      <c:pt idx="6897">
                        <c:v>6897</c:v>
                      </c:pt>
                      <c:pt idx="6898">
                        <c:v>6898</c:v>
                      </c:pt>
                      <c:pt idx="6899">
                        <c:v>6899</c:v>
                      </c:pt>
                      <c:pt idx="6900">
                        <c:v>6900</c:v>
                      </c:pt>
                      <c:pt idx="6901">
                        <c:v>6901</c:v>
                      </c:pt>
                      <c:pt idx="6902">
                        <c:v>6902</c:v>
                      </c:pt>
                      <c:pt idx="6903">
                        <c:v>6903</c:v>
                      </c:pt>
                      <c:pt idx="6904">
                        <c:v>6904</c:v>
                      </c:pt>
                      <c:pt idx="6905">
                        <c:v>6905</c:v>
                      </c:pt>
                      <c:pt idx="6906">
                        <c:v>6906</c:v>
                      </c:pt>
                      <c:pt idx="6907">
                        <c:v>6907</c:v>
                      </c:pt>
                      <c:pt idx="6908">
                        <c:v>6908</c:v>
                      </c:pt>
                      <c:pt idx="6909">
                        <c:v>6909</c:v>
                      </c:pt>
                      <c:pt idx="6910">
                        <c:v>6910</c:v>
                      </c:pt>
                      <c:pt idx="6911">
                        <c:v>6911</c:v>
                      </c:pt>
                      <c:pt idx="6912">
                        <c:v>6912</c:v>
                      </c:pt>
                      <c:pt idx="6913">
                        <c:v>6913</c:v>
                      </c:pt>
                      <c:pt idx="6914">
                        <c:v>6914</c:v>
                      </c:pt>
                      <c:pt idx="6915">
                        <c:v>6915</c:v>
                      </c:pt>
                      <c:pt idx="6916">
                        <c:v>6916</c:v>
                      </c:pt>
                      <c:pt idx="6917">
                        <c:v>6917</c:v>
                      </c:pt>
                      <c:pt idx="6918">
                        <c:v>6918</c:v>
                      </c:pt>
                      <c:pt idx="6919">
                        <c:v>6919</c:v>
                      </c:pt>
                      <c:pt idx="6920">
                        <c:v>6920</c:v>
                      </c:pt>
                      <c:pt idx="6921">
                        <c:v>6921</c:v>
                      </c:pt>
                      <c:pt idx="6922">
                        <c:v>6922</c:v>
                      </c:pt>
                      <c:pt idx="6923">
                        <c:v>6923</c:v>
                      </c:pt>
                      <c:pt idx="6924">
                        <c:v>6924</c:v>
                      </c:pt>
                      <c:pt idx="6925">
                        <c:v>6925</c:v>
                      </c:pt>
                      <c:pt idx="6926">
                        <c:v>6926</c:v>
                      </c:pt>
                      <c:pt idx="6927">
                        <c:v>6927</c:v>
                      </c:pt>
                      <c:pt idx="6928">
                        <c:v>6928</c:v>
                      </c:pt>
                      <c:pt idx="6929">
                        <c:v>6929</c:v>
                      </c:pt>
                      <c:pt idx="6930">
                        <c:v>6930</c:v>
                      </c:pt>
                      <c:pt idx="6931">
                        <c:v>6931</c:v>
                      </c:pt>
                      <c:pt idx="6932">
                        <c:v>6932</c:v>
                      </c:pt>
                      <c:pt idx="6933">
                        <c:v>6933</c:v>
                      </c:pt>
                      <c:pt idx="6934">
                        <c:v>6934</c:v>
                      </c:pt>
                      <c:pt idx="6935">
                        <c:v>6935</c:v>
                      </c:pt>
                      <c:pt idx="6936">
                        <c:v>6936</c:v>
                      </c:pt>
                      <c:pt idx="6937">
                        <c:v>6937</c:v>
                      </c:pt>
                      <c:pt idx="6938">
                        <c:v>6938</c:v>
                      </c:pt>
                      <c:pt idx="6939">
                        <c:v>6939</c:v>
                      </c:pt>
                      <c:pt idx="6940">
                        <c:v>6940</c:v>
                      </c:pt>
                      <c:pt idx="6941">
                        <c:v>6941</c:v>
                      </c:pt>
                      <c:pt idx="6942">
                        <c:v>6942</c:v>
                      </c:pt>
                      <c:pt idx="6943">
                        <c:v>6943</c:v>
                      </c:pt>
                      <c:pt idx="6944">
                        <c:v>6944</c:v>
                      </c:pt>
                      <c:pt idx="6945">
                        <c:v>6945</c:v>
                      </c:pt>
                      <c:pt idx="6946">
                        <c:v>6946</c:v>
                      </c:pt>
                      <c:pt idx="6947">
                        <c:v>6947</c:v>
                      </c:pt>
                      <c:pt idx="6948">
                        <c:v>6948</c:v>
                      </c:pt>
                      <c:pt idx="6949">
                        <c:v>6949</c:v>
                      </c:pt>
                      <c:pt idx="6950">
                        <c:v>6950</c:v>
                      </c:pt>
                      <c:pt idx="6951">
                        <c:v>6951</c:v>
                      </c:pt>
                      <c:pt idx="6952">
                        <c:v>6952</c:v>
                      </c:pt>
                      <c:pt idx="6953">
                        <c:v>6953</c:v>
                      </c:pt>
                      <c:pt idx="6954">
                        <c:v>6954</c:v>
                      </c:pt>
                      <c:pt idx="6955">
                        <c:v>6955</c:v>
                      </c:pt>
                      <c:pt idx="6956">
                        <c:v>6956</c:v>
                      </c:pt>
                      <c:pt idx="6957">
                        <c:v>6957</c:v>
                      </c:pt>
                      <c:pt idx="6958">
                        <c:v>6958</c:v>
                      </c:pt>
                      <c:pt idx="6959">
                        <c:v>6959</c:v>
                      </c:pt>
                      <c:pt idx="6960">
                        <c:v>6960</c:v>
                      </c:pt>
                      <c:pt idx="6961">
                        <c:v>6961</c:v>
                      </c:pt>
                      <c:pt idx="6962">
                        <c:v>6962</c:v>
                      </c:pt>
                      <c:pt idx="6963">
                        <c:v>6963</c:v>
                      </c:pt>
                      <c:pt idx="6964">
                        <c:v>6964</c:v>
                      </c:pt>
                      <c:pt idx="6965">
                        <c:v>6965</c:v>
                      </c:pt>
                      <c:pt idx="6966">
                        <c:v>6966</c:v>
                      </c:pt>
                      <c:pt idx="6967">
                        <c:v>6967</c:v>
                      </c:pt>
                      <c:pt idx="6968">
                        <c:v>6968</c:v>
                      </c:pt>
                      <c:pt idx="6969">
                        <c:v>6969</c:v>
                      </c:pt>
                      <c:pt idx="6970">
                        <c:v>6970</c:v>
                      </c:pt>
                      <c:pt idx="6971">
                        <c:v>6971</c:v>
                      </c:pt>
                      <c:pt idx="6972">
                        <c:v>6972</c:v>
                      </c:pt>
                      <c:pt idx="6973">
                        <c:v>6973</c:v>
                      </c:pt>
                      <c:pt idx="6974">
                        <c:v>6974</c:v>
                      </c:pt>
                      <c:pt idx="6975">
                        <c:v>6975</c:v>
                      </c:pt>
                      <c:pt idx="6976">
                        <c:v>6976</c:v>
                      </c:pt>
                      <c:pt idx="6977">
                        <c:v>6977</c:v>
                      </c:pt>
                      <c:pt idx="6978">
                        <c:v>6978</c:v>
                      </c:pt>
                      <c:pt idx="6979">
                        <c:v>6979</c:v>
                      </c:pt>
                      <c:pt idx="6980">
                        <c:v>6980</c:v>
                      </c:pt>
                      <c:pt idx="6981">
                        <c:v>6981</c:v>
                      </c:pt>
                      <c:pt idx="6982">
                        <c:v>6982</c:v>
                      </c:pt>
                      <c:pt idx="6983">
                        <c:v>6983</c:v>
                      </c:pt>
                      <c:pt idx="6984">
                        <c:v>6984</c:v>
                      </c:pt>
                      <c:pt idx="6985">
                        <c:v>6985</c:v>
                      </c:pt>
                      <c:pt idx="6986">
                        <c:v>6986</c:v>
                      </c:pt>
                      <c:pt idx="6987">
                        <c:v>6987</c:v>
                      </c:pt>
                      <c:pt idx="6988">
                        <c:v>6988</c:v>
                      </c:pt>
                      <c:pt idx="6989">
                        <c:v>6989</c:v>
                      </c:pt>
                      <c:pt idx="6990">
                        <c:v>6990</c:v>
                      </c:pt>
                      <c:pt idx="6991">
                        <c:v>6991</c:v>
                      </c:pt>
                      <c:pt idx="6992">
                        <c:v>6992</c:v>
                      </c:pt>
                      <c:pt idx="6993">
                        <c:v>6993</c:v>
                      </c:pt>
                      <c:pt idx="6994">
                        <c:v>6994</c:v>
                      </c:pt>
                      <c:pt idx="6995">
                        <c:v>6995</c:v>
                      </c:pt>
                      <c:pt idx="6996">
                        <c:v>6996</c:v>
                      </c:pt>
                      <c:pt idx="6997">
                        <c:v>6997</c:v>
                      </c:pt>
                      <c:pt idx="6998">
                        <c:v>6998</c:v>
                      </c:pt>
                      <c:pt idx="6999">
                        <c:v>6999</c:v>
                      </c:pt>
                      <c:pt idx="7000">
                        <c:v>7000</c:v>
                      </c:pt>
                      <c:pt idx="7001">
                        <c:v>7001</c:v>
                      </c:pt>
                      <c:pt idx="7002">
                        <c:v>7002</c:v>
                      </c:pt>
                      <c:pt idx="7003">
                        <c:v>7003</c:v>
                      </c:pt>
                      <c:pt idx="7004">
                        <c:v>7004</c:v>
                      </c:pt>
                      <c:pt idx="7005">
                        <c:v>7005</c:v>
                      </c:pt>
                      <c:pt idx="7006">
                        <c:v>7006</c:v>
                      </c:pt>
                      <c:pt idx="7007">
                        <c:v>7007</c:v>
                      </c:pt>
                      <c:pt idx="7008">
                        <c:v>7008</c:v>
                      </c:pt>
                      <c:pt idx="7009">
                        <c:v>7009</c:v>
                      </c:pt>
                      <c:pt idx="7010">
                        <c:v>7010</c:v>
                      </c:pt>
                      <c:pt idx="7011">
                        <c:v>7011</c:v>
                      </c:pt>
                      <c:pt idx="7012">
                        <c:v>7012</c:v>
                      </c:pt>
                      <c:pt idx="7013">
                        <c:v>7013</c:v>
                      </c:pt>
                      <c:pt idx="7014">
                        <c:v>7014</c:v>
                      </c:pt>
                      <c:pt idx="7015">
                        <c:v>7015</c:v>
                      </c:pt>
                      <c:pt idx="7016">
                        <c:v>7016</c:v>
                      </c:pt>
                      <c:pt idx="7017">
                        <c:v>7017</c:v>
                      </c:pt>
                      <c:pt idx="7018">
                        <c:v>7018</c:v>
                      </c:pt>
                      <c:pt idx="7019">
                        <c:v>7019</c:v>
                      </c:pt>
                      <c:pt idx="7020">
                        <c:v>7020</c:v>
                      </c:pt>
                      <c:pt idx="7021">
                        <c:v>7021</c:v>
                      </c:pt>
                      <c:pt idx="7022">
                        <c:v>7022</c:v>
                      </c:pt>
                      <c:pt idx="7023">
                        <c:v>7023</c:v>
                      </c:pt>
                      <c:pt idx="7024">
                        <c:v>7024</c:v>
                      </c:pt>
                      <c:pt idx="7025">
                        <c:v>7025</c:v>
                      </c:pt>
                      <c:pt idx="7026">
                        <c:v>7026</c:v>
                      </c:pt>
                      <c:pt idx="7027">
                        <c:v>7027</c:v>
                      </c:pt>
                      <c:pt idx="7028">
                        <c:v>7028</c:v>
                      </c:pt>
                      <c:pt idx="7029">
                        <c:v>7029</c:v>
                      </c:pt>
                      <c:pt idx="7030">
                        <c:v>7030</c:v>
                      </c:pt>
                      <c:pt idx="7031">
                        <c:v>7031</c:v>
                      </c:pt>
                      <c:pt idx="7032">
                        <c:v>7032</c:v>
                      </c:pt>
                      <c:pt idx="7033">
                        <c:v>7033</c:v>
                      </c:pt>
                      <c:pt idx="7034">
                        <c:v>7034</c:v>
                      </c:pt>
                      <c:pt idx="7035">
                        <c:v>7035</c:v>
                      </c:pt>
                      <c:pt idx="7036">
                        <c:v>7036</c:v>
                      </c:pt>
                      <c:pt idx="7037">
                        <c:v>7037</c:v>
                      </c:pt>
                      <c:pt idx="7038">
                        <c:v>7038</c:v>
                      </c:pt>
                      <c:pt idx="7039">
                        <c:v>7039</c:v>
                      </c:pt>
                      <c:pt idx="7040">
                        <c:v>7040</c:v>
                      </c:pt>
                      <c:pt idx="7041">
                        <c:v>7041</c:v>
                      </c:pt>
                      <c:pt idx="7042">
                        <c:v>7042</c:v>
                      </c:pt>
                      <c:pt idx="7043">
                        <c:v>7043</c:v>
                      </c:pt>
                      <c:pt idx="7044">
                        <c:v>7044</c:v>
                      </c:pt>
                      <c:pt idx="7045">
                        <c:v>7045</c:v>
                      </c:pt>
                      <c:pt idx="7046">
                        <c:v>7046</c:v>
                      </c:pt>
                      <c:pt idx="7047">
                        <c:v>7047</c:v>
                      </c:pt>
                      <c:pt idx="7048">
                        <c:v>7048</c:v>
                      </c:pt>
                      <c:pt idx="7049">
                        <c:v>7049</c:v>
                      </c:pt>
                      <c:pt idx="7050">
                        <c:v>7050</c:v>
                      </c:pt>
                      <c:pt idx="7051">
                        <c:v>7051</c:v>
                      </c:pt>
                      <c:pt idx="7052">
                        <c:v>7052</c:v>
                      </c:pt>
                      <c:pt idx="7053">
                        <c:v>7053</c:v>
                      </c:pt>
                      <c:pt idx="7054">
                        <c:v>7054</c:v>
                      </c:pt>
                      <c:pt idx="7055">
                        <c:v>7055</c:v>
                      </c:pt>
                      <c:pt idx="7056">
                        <c:v>7056</c:v>
                      </c:pt>
                      <c:pt idx="7057">
                        <c:v>7057</c:v>
                      </c:pt>
                      <c:pt idx="7058">
                        <c:v>7058</c:v>
                      </c:pt>
                      <c:pt idx="7059">
                        <c:v>7059</c:v>
                      </c:pt>
                      <c:pt idx="7060">
                        <c:v>7060</c:v>
                      </c:pt>
                      <c:pt idx="7061">
                        <c:v>7061</c:v>
                      </c:pt>
                      <c:pt idx="7062">
                        <c:v>7062</c:v>
                      </c:pt>
                      <c:pt idx="7063">
                        <c:v>7063</c:v>
                      </c:pt>
                      <c:pt idx="7064">
                        <c:v>7064</c:v>
                      </c:pt>
                      <c:pt idx="7065">
                        <c:v>7065</c:v>
                      </c:pt>
                      <c:pt idx="7066">
                        <c:v>7066</c:v>
                      </c:pt>
                      <c:pt idx="7067">
                        <c:v>7067</c:v>
                      </c:pt>
                      <c:pt idx="7068">
                        <c:v>7068</c:v>
                      </c:pt>
                      <c:pt idx="7069">
                        <c:v>7069</c:v>
                      </c:pt>
                      <c:pt idx="7070">
                        <c:v>7070</c:v>
                      </c:pt>
                      <c:pt idx="7071">
                        <c:v>7071</c:v>
                      </c:pt>
                      <c:pt idx="7072">
                        <c:v>7072</c:v>
                      </c:pt>
                      <c:pt idx="7073">
                        <c:v>7073</c:v>
                      </c:pt>
                      <c:pt idx="7074">
                        <c:v>7074</c:v>
                      </c:pt>
                      <c:pt idx="7075">
                        <c:v>7075</c:v>
                      </c:pt>
                      <c:pt idx="7076">
                        <c:v>7076</c:v>
                      </c:pt>
                      <c:pt idx="7077">
                        <c:v>7077</c:v>
                      </c:pt>
                      <c:pt idx="7078">
                        <c:v>7078</c:v>
                      </c:pt>
                      <c:pt idx="7079">
                        <c:v>7079</c:v>
                      </c:pt>
                      <c:pt idx="7080">
                        <c:v>7080</c:v>
                      </c:pt>
                      <c:pt idx="7081">
                        <c:v>7081</c:v>
                      </c:pt>
                      <c:pt idx="7082">
                        <c:v>7082</c:v>
                      </c:pt>
                      <c:pt idx="7083">
                        <c:v>7083</c:v>
                      </c:pt>
                      <c:pt idx="7084">
                        <c:v>7084</c:v>
                      </c:pt>
                      <c:pt idx="7085">
                        <c:v>7085</c:v>
                      </c:pt>
                      <c:pt idx="7086">
                        <c:v>7086</c:v>
                      </c:pt>
                      <c:pt idx="7087">
                        <c:v>7087</c:v>
                      </c:pt>
                      <c:pt idx="7088">
                        <c:v>7088</c:v>
                      </c:pt>
                      <c:pt idx="7089">
                        <c:v>7089</c:v>
                      </c:pt>
                      <c:pt idx="7090">
                        <c:v>7090</c:v>
                      </c:pt>
                      <c:pt idx="7091">
                        <c:v>7091</c:v>
                      </c:pt>
                      <c:pt idx="7092">
                        <c:v>7092</c:v>
                      </c:pt>
                      <c:pt idx="7093">
                        <c:v>7093</c:v>
                      </c:pt>
                      <c:pt idx="7094">
                        <c:v>7094</c:v>
                      </c:pt>
                      <c:pt idx="7095">
                        <c:v>7095</c:v>
                      </c:pt>
                      <c:pt idx="7096">
                        <c:v>7096</c:v>
                      </c:pt>
                      <c:pt idx="7097">
                        <c:v>7097</c:v>
                      </c:pt>
                      <c:pt idx="7098">
                        <c:v>7098</c:v>
                      </c:pt>
                      <c:pt idx="7099">
                        <c:v>7099</c:v>
                      </c:pt>
                      <c:pt idx="7100">
                        <c:v>7100</c:v>
                      </c:pt>
                      <c:pt idx="7101">
                        <c:v>7101</c:v>
                      </c:pt>
                      <c:pt idx="7102">
                        <c:v>7102</c:v>
                      </c:pt>
                      <c:pt idx="7103">
                        <c:v>7103</c:v>
                      </c:pt>
                      <c:pt idx="7104">
                        <c:v>7104</c:v>
                      </c:pt>
                      <c:pt idx="7105">
                        <c:v>7105</c:v>
                      </c:pt>
                      <c:pt idx="7106">
                        <c:v>7106</c:v>
                      </c:pt>
                      <c:pt idx="7107">
                        <c:v>7107</c:v>
                      </c:pt>
                      <c:pt idx="7108">
                        <c:v>7108</c:v>
                      </c:pt>
                      <c:pt idx="7109">
                        <c:v>7109</c:v>
                      </c:pt>
                      <c:pt idx="7110">
                        <c:v>7110</c:v>
                      </c:pt>
                      <c:pt idx="7111">
                        <c:v>7111</c:v>
                      </c:pt>
                      <c:pt idx="7112">
                        <c:v>7112</c:v>
                      </c:pt>
                      <c:pt idx="7113">
                        <c:v>7113</c:v>
                      </c:pt>
                      <c:pt idx="7114">
                        <c:v>7114</c:v>
                      </c:pt>
                      <c:pt idx="7115">
                        <c:v>7115</c:v>
                      </c:pt>
                      <c:pt idx="7116">
                        <c:v>7116</c:v>
                      </c:pt>
                      <c:pt idx="7117">
                        <c:v>7117</c:v>
                      </c:pt>
                      <c:pt idx="7118">
                        <c:v>7118</c:v>
                      </c:pt>
                      <c:pt idx="7119">
                        <c:v>7119</c:v>
                      </c:pt>
                      <c:pt idx="7120">
                        <c:v>7120</c:v>
                      </c:pt>
                      <c:pt idx="7121">
                        <c:v>7121</c:v>
                      </c:pt>
                      <c:pt idx="7122">
                        <c:v>7122</c:v>
                      </c:pt>
                      <c:pt idx="7123">
                        <c:v>7123</c:v>
                      </c:pt>
                      <c:pt idx="7124">
                        <c:v>7124</c:v>
                      </c:pt>
                      <c:pt idx="7125">
                        <c:v>7125</c:v>
                      </c:pt>
                      <c:pt idx="7126">
                        <c:v>7126</c:v>
                      </c:pt>
                      <c:pt idx="7127">
                        <c:v>7127</c:v>
                      </c:pt>
                      <c:pt idx="7128">
                        <c:v>7128</c:v>
                      </c:pt>
                      <c:pt idx="7129">
                        <c:v>7129</c:v>
                      </c:pt>
                      <c:pt idx="7130">
                        <c:v>7130</c:v>
                      </c:pt>
                      <c:pt idx="7131">
                        <c:v>7131</c:v>
                      </c:pt>
                      <c:pt idx="7132">
                        <c:v>7132</c:v>
                      </c:pt>
                      <c:pt idx="7133">
                        <c:v>7133</c:v>
                      </c:pt>
                      <c:pt idx="7134">
                        <c:v>7134</c:v>
                      </c:pt>
                      <c:pt idx="7135">
                        <c:v>7135</c:v>
                      </c:pt>
                      <c:pt idx="7136">
                        <c:v>7136</c:v>
                      </c:pt>
                      <c:pt idx="7137">
                        <c:v>7137</c:v>
                      </c:pt>
                      <c:pt idx="7138">
                        <c:v>7138</c:v>
                      </c:pt>
                      <c:pt idx="7139">
                        <c:v>7139</c:v>
                      </c:pt>
                      <c:pt idx="7140">
                        <c:v>7140</c:v>
                      </c:pt>
                      <c:pt idx="7141">
                        <c:v>7141</c:v>
                      </c:pt>
                      <c:pt idx="7142">
                        <c:v>7142</c:v>
                      </c:pt>
                      <c:pt idx="7143">
                        <c:v>7143</c:v>
                      </c:pt>
                      <c:pt idx="7144">
                        <c:v>7144</c:v>
                      </c:pt>
                      <c:pt idx="7145">
                        <c:v>7145</c:v>
                      </c:pt>
                      <c:pt idx="7146">
                        <c:v>7146</c:v>
                      </c:pt>
                      <c:pt idx="7147">
                        <c:v>7147</c:v>
                      </c:pt>
                      <c:pt idx="7148">
                        <c:v>7148</c:v>
                      </c:pt>
                      <c:pt idx="7149">
                        <c:v>7149</c:v>
                      </c:pt>
                      <c:pt idx="7150">
                        <c:v>7150</c:v>
                      </c:pt>
                      <c:pt idx="7151">
                        <c:v>7151</c:v>
                      </c:pt>
                      <c:pt idx="7152">
                        <c:v>7152</c:v>
                      </c:pt>
                      <c:pt idx="7153">
                        <c:v>7153</c:v>
                      </c:pt>
                      <c:pt idx="7154">
                        <c:v>7154</c:v>
                      </c:pt>
                      <c:pt idx="7155">
                        <c:v>7155</c:v>
                      </c:pt>
                      <c:pt idx="7156">
                        <c:v>7156</c:v>
                      </c:pt>
                      <c:pt idx="7157">
                        <c:v>7157</c:v>
                      </c:pt>
                      <c:pt idx="7158">
                        <c:v>7158</c:v>
                      </c:pt>
                      <c:pt idx="7159">
                        <c:v>7159</c:v>
                      </c:pt>
                      <c:pt idx="7160">
                        <c:v>7160</c:v>
                      </c:pt>
                      <c:pt idx="7161">
                        <c:v>7161</c:v>
                      </c:pt>
                      <c:pt idx="7162">
                        <c:v>7162</c:v>
                      </c:pt>
                      <c:pt idx="7163">
                        <c:v>7163</c:v>
                      </c:pt>
                      <c:pt idx="7164">
                        <c:v>7164</c:v>
                      </c:pt>
                      <c:pt idx="7165">
                        <c:v>7165</c:v>
                      </c:pt>
                      <c:pt idx="7166">
                        <c:v>7166</c:v>
                      </c:pt>
                      <c:pt idx="7167">
                        <c:v>7167</c:v>
                      </c:pt>
                      <c:pt idx="7168">
                        <c:v>7168</c:v>
                      </c:pt>
                      <c:pt idx="7169">
                        <c:v>7169</c:v>
                      </c:pt>
                      <c:pt idx="7170">
                        <c:v>7170</c:v>
                      </c:pt>
                      <c:pt idx="7171">
                        <c:v>7171</c:v>
                      </c:pt>
                      <c:pt idx="7172">
                        <c:v>7172</c:v>
                      </c:pt>
                      <c:pt idx="7173">
                        <c:v>7173</c:v>
                      </c:pt>
                      <c:pt idx="7174">
                        <c:v>7174</c:v>
                      </c:pt>
                      <c:pt idx="7175">
                        <c:v>7175</c:v>
                      </c:pt>
                      <c:pt idx="7176">
                        <c:v>7176</c:v>
                      </c:pt>
                      <c:pt idx="7177">
                        <c:v>7177</c:v>
                      </c:pt>
                      <c:pt idx="7178">
                        <c:v>7178</c:v>
                      </c:pt>
                      <c:pt idx="7179">
                        <c:v>7179</c:v>
                      </c:pt>
                      <c:pt idx="7180">
                        <c:v>7180</c:v>
                      </c:pt>
                      <c:pt idx="7181">
                        <c:v>7181</c:v>
                      </c:pt>
                      <c:pt idx="7182">
                        <c:v>7182</c:v>
                      </c:pt>
                      <c:pt idx="7183">
                        <c:v>7183</c:v>
                      </c:pt>
                      <c:pt idx="7184">
                        <c:v>7184</c:v>
                      </c:pt>
                      <c:pt idx="7185">
                        <c:v>7185</c:v>
                      </c:pt>
                      <c:pt idx="7186">
                        <c:v>7186</c:v>
                      </c:pt>
                      <c:pt idx="7187">
                        <c:v>7187</c:v>
                      </c:pt>
                      <c:pt idx="7188">
                        <c:v>7188</c:v>
                      </c:pt>
                      <c:pt idx="7189">
                        <c:v>7189</c:v>
                      </c:pt>
                      <c:pt idx="7190">
                        <c:v>7190</c:v>
                      </c:pt>
                      <c:pt idx="7191">
                        <c:v>7191</c:v>
                      </c:pt>
                      <c:pt idx="7192">
                        <c:v>7192</c:v>
                      </c:pt>
                      <c:pt idx="7193">
                        <c:v>7193</c:v>
                      </c:pt>
                      <c:pt idx="7194">
                        <c:v>7194</c:v>
                      </c:pt>
                      <c:pt idx="7195">
                        <c:v>7195</c:v>
                      </c:pt>
                      <c:pt idx="7196">
                        <c:v>7196</c:v>
                      </c:pt>
                      <c:pt idx="7197">
                        <c:v>7197</c:v>
                      </c:pt>
                      <c:pt idx="7198">
                        <c:v>7198</c:v>
                      </c:pt>
                      <c:pt idx="7199">
                        <c:v>7199</c:v>
                      </c:pt>
                      <c:pt idx="7200">
                        <c:v>7200</c:v>
                      </c:pt>
                      <c:pt idx="7201">
                        <c:v>7201</c:v>
                      </c:pt>
                      <c:pt idx="7202">
                        <c:v>7202</c:v>
                      </c:pt>
                      <c:pt idx="7203">
                        <c:v>7203</c:v>
                      </c:pt>
                      <c:pt idx="7204">
                        <c:v>7204</c:v>
                      </c:pt>
                      <c:pt idx="7205">
                        <c:v>7205</c:v>
                      </c:pt>
                      <c:pt idx="7206">
                        <c:v>7206</c:v>
                      </c:pt>
                      <c:pt idx="7207">
                        <c:v>7207</c:v>
                      </c:pt>
                      <c:pt idx="7208">
                        <c:v>7208</c:v>
                      </c:pt>
                      <c:pt idx="7209">
                        <c:v>7209</c:v>
                      </c:pt>
                      <c:pt idx="7210">
                        <c:v>7210</c:v>
                      </c:pt>
                      <c:pt idx="7211">
                        <c:v>7211</c:v>
                      </c:pt>
                      <c:pt idx="7212">
                        <c:v>7212</c:v>
                      </c:pt>
                      <c:pt idx="7213">
                        <c:v>7213</c:v>
                      </c:pt>
                      <c:pt idx="7214">
                        <c:v>7214</c:v>
                      </c:pt>
                      <c:pt idx="7215">
                        <c:v>7215</c:v>
                      </c:pt>
                      <c:pt idx="7216">
                        <c:v>7216</c:v>
                      </c:pt>
                      <c:pt idx="7217">
                        <c:v>7217</c:v>
                      </c:pt>
                      <c:pt idx="7218">
                        <c:v>7218</c:v>
                      </c:pt>
                      <c:pt idx="7219">
                        <c:v>7219</c:v>
                      </c:pt>
                      <c:pt idx="7220">
                        <c:v>7220</c:v>
                      </c:pt>
                      <c:pt idx="7221">
                        <c:v>7221</c:v>
                      </c:pt>
                      <c:pt idx="7222">
                        <c:v>7222</c:v>
                      </c:pt>
                      <c:pt idx="7223">
                        <c:v>7223</c:v>
                      </c:pt>
                      <c:pt idx="7224">
                        <c:v>7224</c:v>
                      </c:pt>
                      <c:pt idx="7225">
                        <c:v>7225</c:v>
                      </c:pt>
                      <c:pt idx="7226">
                        <c:v>7226</c:v>
                      </c:pt>
                      <c:pt idx="7227">
                        <c:v>7227</c:v>
                      </c:pt>
                      <c:pt idx="7228">
                        <c:v>7228</c:v>
                      </c:pt>
                      <c:pt idx="7229">
                        <c:v>7229</c:v>
                      </c:pt>
                      <c:pt idx="7230">
                        <c:v>7230</c:v>
                      </c:pt>
                      <c:pt idx="7231">
                        <c:v>7231</c:v>
                      </c:pt>
                      <c:pt idx="7232">
                        <c:v>7232</c:v>
                      </c:pt>
                      <c:pt idx="7233">
                        <c:v>7233</c:v>
                      </c:pt>
                      <c:pt idx="7234">
                        <c:v>7234</c:v>
                      </c:pt>
                      <c:pt idx="7235">
                        <c:v>7235</c:v>
                      </c:pt>
                      <c:pt idx="7236">
                        <c:v>7236</c:v>
                      </c:pt>
                      <c:pt idx="7237">
                        <c:v>7237</c:v>
                      </c:pt>
                      <c:pt idx="7238">
                        <c:v>7238</c:v>
                      </c:pt>
                      <c:pt idx="7239">
                        <c:v>7239</c:v>
                      </c:pt>
                      <c:pt idx="7240">
                        <c:v>7240</c:v>
                      </c:pt>
                      <c:pt idx="7241">
                        <c:v>7241</c:v>
                      </c:pt>
                      <c:pt idx="7242">
                        <c:v>7242</c:v>
                      </c:pt>
                      <c:pt idx="7243">
                        <c:v>7243</c:v>
                      </c:pt>
                      <c:pt idx="7244">
                        <c:v>7244</c:v>
                      </c:pt>
                      <c:pt idx="7245">
                        <c:v>7245</c:v>
                      </c:pt>
                      <c:pt idx="7246">
                        <c:v>7246</c:v>
                      </c:pt>
                      <c:pt idx="7247">
                        <c:v>7247</c:v>
                      </c:pt>
                      <c:pt idx="7248">
                        <c:v>7248</c:v>
                      </c:pt>
                      <c:pt idx="7249">
                        <c:v>7249</c:v>
                      </c:pt>
                      <c:pt idx="7250">
                        <c:v>7250</c:v>
                      </c:pt>
                      <c:pt idx="7251">
                        <c:v>7251</c:v>
                      </c:pt>
                      <c:pt idx="7252">
                        <c:v>7252</c:v>
                      </c:pt>
                      <c:pt idx="7253">
                        <c:v>7253</c:v>
                      </c:pt>
                      <c:pt idx="7254">
                        <c:v>7254</c:v>
                      </c:pt>
                      <c:pt idx="7255">
                        <c:v>7255</c:v>
                      </c:pt>
                      <c:pt idx="7256">
                        <c:v>7256</c:v>
                      </c:pt>
                      <c:pt idx="7257">
                        <c:v>7257</c:v>
                      </c:pt>
                      <c:pt idx="7258">
                        <c:v>7258</c:v>
                      </c:pt>
                      <c:pt idx="7259">
                        <c:v>7259</c:v>
                      </c:pt>
                      <c:pt idx="7260">
                        <c:v>7260</c:v>
                      </c:pt>
                      <c:pt idx="7261">
                        <c:v>7261</c:v>
                      </c:pt>
                      <c:pt idx="7262">
                        <c:v>7262</c:v>
                      </c:pt>
                      <c:pt idx="7263">
                        <c:v>7263</c:v>
                      </c:pt>
                      <c:pt idx="7264">
                        <c:v>7264</c:v>
                      </c:pt>
                      <c:pt idx="7265">
                        <c:v>7265</c:v>
                      </c:pt>
                      <c:pt idx="7266">
                        <c:v>7266</c:v>
                      </c:pt>
                      <c:pt idx="7267">
                        <c:v>7267</c:v>
                      </c:pt>
                      <c:pt idx="7268">
                        <c:v>7268</c:v>
                      </c:pt>
                      <c:pt idx="7269">
                        <c:v>7269</c:v>
                      </c:pt>
                      <c:pt idx="7270">
                        <c:v>7270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'DL-Model'!$AO$2:$AO$7272</c15:sqref>
                        </c15:formulaRef>
                      </c:ext>
                    </c:extLst>
                    <c:numCache>
                      <c:formatCode>General</c:formatCode>
                      <c:ptCount val="7271"/>
                      <c:pt idx="0">
                        <c:v>40.938980000000001</c:v>
                      </c:pt>
                      <c:pt idx="1">
                        <c:v>40.943961999999999</c:v>
                      </c:pt>
                      <c:pt idx="2">
                        <c:v>40.947234999999999</c:v>
                      </c:pt>
                      <c:pt idx="3">
                        <c:v>40.944710000000001</c:v>
                      </c:pt>
                      <c:pt idx="4">
                        <c:v>40.943184000000002</c:v>
                      </c:pt>
                      <c:pt idx="5">
                        <c:v>40.948444000000002</c:v>
                      </c:pt>
                      <c:pt idx="6">
                        <c:v>40.957790000000003</c:v>
                      </c:pt>
                      <c:pt idx="7">
                        <c:v>40.972003999999998</c:v>
                      </c:pt>
                      <c:pt idx="8">
                        <c:v>40.989738000000003</c:v>
                      </c:pt>
                      <c:pt idx="9">
                        <c:v>41.003773000000002</c:v>
                      </c:pt>
                      <c:pt idx="10">
                        <c:v>41.014637</c:v>
                      </c:pt>
                      <c:pt idx="11">
                        <c:v>41.026394000000003</c:v>
                      </c:pt>
                      <c:pt idx="12">
                        <c:v>41.037888000000002</c:v>
                      </c:pt>
                      <c:pt idx="13">
                        <c:v>41.047085000000003</c:v>
                      </c:pt>
                      <c:pt idx="14">
                        <c:v>41.055962000000001</c:v>
                      </c:pt>
                      <c:pt idx="15">
                        <c:v>41.067135</c:v>
                      </c:pt>
                      <c:pt idx="16">
                        <c:v>41.076031</c:v>
                      </c:pt>
                      <c:pt idx="17">
                        <c:v>41.076962000000002</c:v>
                      </c:pt>
                      <c:pt idx="18">
                        <c:v>41.071159000000002</c:v>
                      </c:pt>
                      <c:pt idx="19">
                        <c:v>41.065857000000001</c:v>
                      </c:pt>
                      <c:pt idx="20">
                        <c:v>41.061149999999998</c:v>
                      </c:pt>
                      <c:pt idx="21">
                        <c:v>41.053356000000001</c:v>
                      </c:pt>
                      <c:pt idx="22">
                        <c:v>41.042850000000001</c:v>
                      </c:pt>
                      <c:pt idx="23">
                        <c:v>41.035431000000003</c:v>
                      </c:pt>
                      <c:pt idx="24">
                        <c:v>41.035110000000003</c:v>
                      </c:pt>
                      <c:pt idx="25">
                        <c:v>41.033591999999999</c:v>
                      </c:pt>
                      <c:pt idx="26">
                        <c:v>41.030003000000001</c:v>
                      </c:pt>
                      <c:pt idx="27">
                        <c:v>41.026057999999999</c:v>
                      </c:pt>
                      <c:pt idx="28">
                        <c:v>41.023758000000001</c:v>
                      </c:pt>
                      <c:pt idx="29">
                        <c:v>41.021061000000003</c:v>
                      </c:pt>
                      <c:pt idx="30">
                        <c:v>41.019050999999997</c:v>
                      </c:pt>
                      <c:pt idx="31">
                        <c:v>41.017899</c:v>
                      </c:pt>
                      <c:pt idx="32">
                        <c:v>41.017631999999999</c:v>
                      </c:pt>
                      <c:pt idx="33">
                        <c:v>41.019759999999998</c:v>
                      </c:pt>
                      <c:pt idx="34">
                        <c:v>41.027161</c:v>
                      </c:pt>
                      <c:pt idx="35">
                        <c:v>41.040874000000002</c:v>
                      </c:pt>
                      <c:pt idx="36">
                        <c:v>41.058475000000001</c:v>
                      </c:pt>
                      <c:pt idx="37">
                        <c:v>41.069488999999997</c:v>
                      </c:pt>
                      <c:pt idx="38">
                        <c:v>41.072158999999999</c:v>
                      </c:pt>
                      <c:pt idx="39">
                        <c:v>41.076358999999997</c:v>
                      </c:pt>
                      <c:pt idx="40">
                        <c:v>41.082321</c:v>
                      </c:pt>
                      <c:pt idx="41">
                        <c:v>41.089500000000001</c:v>
                      </c:pt>
                      <c:pt idx="42">
                        <c:v>41.100856999999998</c:v>
                      </c:pt>
                      <c:pt idx="43">
                        <c:v>41.115143000000003</c:v>
                      </c:pt>
                      <c:pt idx="44">
                        <c:v>41.128551000000002</c:v>
                      </c:pt>
                      <c:pt idx="45">
                        <c:v>41.139220999999999</c:v>
                      </c:pt>
                      <c:pt idx="46">
                        <c:v>41.152659999999997</c:v>
                      </c:pt>
                      <c:pt idx="47">
                        <c:v>41.167121999999999</c:v>
                      </c:pt>
                      <c:pt idx="48">
                        <c:v>41.179400999999999</c:v>
                      </c:pt>
                      <c:pt idx="49">
                        <c:v>41.196533000000002</c:v>
                      </c:pt>
                      <c:pt idx="50">
                        <c:v>41.222042000000002</c:v>
                      </c:pt>
                      <c:pt idx="51">
                        <c:v>41.249329000000003</c:v>
                      </c:pt>
                      <c:pt idx="52">
                        <c:v>41.278809000000003</c:v>
                      </c:pt>
                      <c:pt idx="53">
                        <c:v>41.313271</c:v>
                      </c:pt>
                      <c:pt idx="54">
                        <c:v>41.352226000000002</c:v>
                      </c:pt>
                      <c:pt idx="55">
                        <c:v>41.396782000000002</c:v>
                      </c:pt>
                      <c:pt idx="56">
                        <c:v>41.442225999999998</c:v>
                      </c:pt>
                      <c:pt idx="57">
                        <c:v>41.483336999999999</c:v>
                      </c:pt>
                      <c:pt idx="58">
                        <c:v>41.518870999999997</c:v>
                      </c:pt>
                      <c:pt idx="59">
                        <c:v>41.550713000000002</c:v>
                      </c:pt>
                      <c:pt idx="60">
                        <c:v>41.578125</c:v>
                      </c:pt>
                      <c:pt idx="61">
                        <c:v>41.60463</c:v>
                      </c:pt>
                      <c:pt idx="62">
                        <c:v>41.629233999999997</c:v>
                      </c:pt>
                      <c:pt idx="63">
                        <c:v>41.650986000000003</c:v>
                      </c:pt>
                      <c:pt idx="64">
                        <c:v>41.670363999999999</c:v>
                      </c:pt>
                      <c:pt idx="65">
                        <c:v>41.688308999999997</c:v>
                      </c:pt>
                      <c:pt idx="66">
                        <c:v>41.706901999999999</c:v>
                      </c:pt>
                      <c:pt idx="67">
                        <c:v>41.727500999999997</c:v>
                      </c:pt>
                      <c:pt idx="68">
                        <c:v>41.754379</c:v>
                      </c:pt>
                      <c:pt idx="69">
                        <c:v>41.789619000000002</c:v>
                      </c:pt>
                      <c:pt idx="70">
                        <c:v>41.828434000000001</c:v>
                      </c:pt>
                      <c:pt idx="71">
                        <c:v>41.870280999999999</c:v>
                      </c:pt>
                      <c:pt idx="72">
                        <c:v>41.918556000000002</c:v>
                      </c:pt>
                      <c:pt idx="73">
                        <c:v>41.964782999999997</c:v>
                      </c:pt>
                      <c:pt idx="74">
                        <c:v>42.008212999999998</c:v>
                      </c:pt>
                      <c:pt idx="75">
                        <c:v>42.053393999999997</c:v>
                      </c:pt>
                      <c:pt idx="76">
                        <c:v>42.103149000000002</c:v>
                      </c:pt>
                      <c:pt idx="77">
                        <c:v>42.152500000000003</c:v>
                      </c:pt>
                      <c:pt idx="78">
                        <c:v>42.191422000000003</c:v>
                      </c:pt>
                      <c:pt idx="79">
                        <c:v>42.220222</c:v>
                      </c:pt>
                      <c:pt idx="80">
                        <c:v>42.24456</c:v>
                      </c:pt>
                      <c:pt idx="81">
                        <c:v>42.269516000000003</c:v>
                      </c:pt>
                      <c:pt idx="82">
                        <c:v>42.300797000000003</c:v>
                      </c:pt>
                      <c:pt idx="83">
                        <c:v>42.335175</c:v>
                      </c:pt>
                      <c:pt idx="84">
                        <c:v>42.371174000000003</c:v>
                      </c:pt>
                      <c:pt idx="85">
                        <c:v>42.409641000000001</c:v>
                      </c:pt>
                      <c:pt idx="86">
                        <c:v>42.452674999999999</c:v>
                      </c:pt>
                      <c:pt idx="87">
                        <c:v>42.504508999999999</c:v>
                      </c:pt>
                      <c:pt idx="88">
                        <c:v>42.567123000000002</c:v>
                      </c:pt>
                      <c:pt idx="89">
                        <c:v>42.633983999999998</c:v>
                      </c:pt>
                      <c:pt idx="90">
                        <c:v>42.696877000000001</c:v>
                      </c:pt>
                      <c:pt idx="91">
                        <c:v>42.754424999999998</c:v>
                      </c:pt>
                      <c:pt idx="92">
                        <c:v>42.804287000000002</c:v>
                      </c:pt>
                      <c:pt idx="93">
                        <c:v>42.850838000000003</c:v>
                      </c:pt>
                      <c:pt idx="94">
                        <c:v>42.897747000000003</c:v>
                      </c:pt>
                      <c:pt idx="95">
                        <c:v>42.940773</c:v>
                      </c:pt>
                      <c:pt idx="96">
                        <c:v>42.976429000000003</c:v>
                      </c:pt>
                      <c:pt idx="97">
                        <c:v>43.007342999999999</c:v>
                      </c:pt>
                      <c:pt idx="98">
                        <c:v>43.035336000000001</c:v>
                      </c:pt>
                      <c:pt idx="99">
                        <c:v>43.060532000000002</c:v>
                      </c:pt>
                      <c:pt idx="100">
                        <c:v>43.080131999999999</c:v>
                      </c:pt>
                      <c:pt idx="101">
                        <c:v>43.099148</c:v>
                      </c:pt>
                      <c:pt idx="102">
                        <c:v>43.121468</c:v>
                      </c:pt>
                      <c:pt idx="103">
                        <c:v>43.146549</c:v>
                      </c:pt>
                      <c:pt idx="104">
                        <c:v>43.170448</c:v>
                      </c:pt>
                      <c:pt idx="105">
                        <c:v>43.188277999999997</c:v>
                      </c:pt>
                      <c:pt idx="106">
                        <c:v>43.201256000000001</c:v>
                      </c:pt>
                      <c:pt idx="107">
                        <c:v>43.217812000000002</c:v>
                      </c:pt>
                      <c:pt idx="108">
                        <c:v>43.237526000000003</c:v>
                      </c:pt>
                      <c:pt idx="109">
                        <c:v>43.259273999999998</c:v>
                      </c:pt>
                      <c:pt idx="110">
                        <c:v>43.284950000000002</c:v>
                      </c:pt>
                      <c:pt idx="111">
                        <c:v>43.316569999999999</c:v>
                      </c:pt>
                      <c:pt idx="112">
                        <c:v>43.350548000000003</c:v>
                      </c:pt>
                      <c:pt idx="113">
                        <c:v>43.382213999999998</c:v>
                      </c:pt>
                      <c:pt idx="114">
                        <c:v>43.410366000000003</c:v>
                      </c:pt>
                      <c:pt idx="115">
                        <c:v>43.439945000000002</c:v>
                      </c:pt>
                      <c:pt idx="116">
                        <c:v>43.475861000000002</c:v>
                      </c:pt>
                      <c:pt idx="117">
                        <c:v>43.517291999999998</c:v>
                      </c:pt>
                      <c:pt idx="118">
                        <c:v>43.55986</c:v>
                      </c:pt>
                      <c:pt idx="119">
                        <c:v>43.603451</c:v>
                      </c:pt>
                      <c:pt idx="120">
                        <c:v>43.648968000000004</c:v>
                      </c:pt>
                      <c:pt idx="121">
                        <c:v>43.701042000000001</c:v>
                      </c:pt>
                      <c:pt idx="122">
                        <c:v>43.762146000000001</c:v>
                      </c:pt>
                      <c:pt idx="123">
                        <c:v>43.835738999999997</c:v>
                      </c:pt>
                      <c:pt idx="124">
                        <c:v>43.925086999999998</c:v>
                      </c:pt>
                      <c:pt idx="125">
                        <c:v>44.022804000000001</c:v>
                      </c:pt>
                      <c:pt idx="126">
                        <c:v>44.126677999999998</c:v>
                      </c:pt>
                      <c:pt idx="127">
                        <c:v>44.224986999999999</c:v>
                      </c:pt>
                      <c:pt idx="128">
                        <c:v>44.307727999999997</c:v>
                      </c:pt>
                      <c:pt idx="129">
                        <c:v>44.385928999999997</c:v>
                      </c:pt>
                      <c:pt idx="130">
                        <c:v>44.466189999999997</c:v>
                      </c:pt>
                      <c:pt idx="131">
                        <c:v>44.549816</c:v>
                      </c:pt>
                      <c:pt idx="132">
                        <c:v>44.629440000000002</c:v>
                      </c:pt>
                      <c:pt idx="133">
                        <c:v>44.704655000000002</c:v>
                      </c:pt>
                      <c:pt idx="134">
                        <c:v>44.796382999999999</c:v>
                      </c:pt>
                      <c:pt idx="135">
                        <c:v>44.908893999999997</c:v>
                      </c:pt>
                      <c:pt idx="136">
                        <c:v>45.029442000000003</c:v>
                      </c:pt>
                      <c:pt idx="137">
                        <c:v>45.151817000000001</c:v>
                      </c:pt>
                      <c:pt idx="138">
                        <c:v>45.274403</c:v>
                      </c:pt>
                      <c:pt idx="139">
                        <c:v>45.397002999999998</c:v>
                      </c:pt>
                      <c:pt idx="140">
                        <c:v>45.518475000000002</c:v>
                      </c:pt>
                      <c:pt idx="141">
                        <c:v>45.639141000000002</c:v>
                      </c:pt>
                      <c:pt idx="142">
                        <c:v>45.761974000000002</c:v>
                      </c:pt>
                      <c:pt idx="143">
                        <c:v>45.887157000000002</c:v>
                      </c:pt>
                      <c:pt idx="144">
                        <c:v>46.011561999999998</c:v>
                      </c:pt>
                      <c:pt idx="145">
                        <c:v>46.134155</c:v>
                      </c:pt>
                      <c:pt idx="146">
                        <c:v>46.253020999999997</c:v>
                      </c:pt>
                      <c:pt idx="147">
                        <c:v>46.364531999999997</c:v>
                      </c:pt>
                      <c:pt idx="148">
                        <c:v>46.473129</c:v>
                      </c:pt>
                      <c:pt idx="149">
                        <c:v>46.584907999999999</c:v>
                      </c:pt>
                      <c:pt idx="150">
                        <c:v>46.690120999999998</c:v>
                      </c:pt>
                      <c:pt idx="151">
                        <c:v>46.785629</c:v>
                      </c:pt>
                      <c:pt idx="152">
                        <c:v>46.884524999999996</c:v>
                      </c:pt>
                      <c:pt idx="153">
                        <c:v>46.988567000000003</c:v>
                      </c:pt>
                      <c:pt idx="154">
                        <c:v>47.100879999999997</c:v>
                      </c:pt>
                      <c:pt idx="155">
                        <c:v>47.212874999999997</c:v>
                      </c:pt>
                      <c:pt idx="156">
                        <c:v>47.309913999999999</c:v>
                      </c:pt>
                      <c:pt idx="157">
                        <c:v>47.390450000000001</c:v>
                      </c:pt>
                      <c:pt idx="158">
                        <c:v>47.458762999999998</c:v>
                      </c:pt>
                      <c:pt idx="159">
                        <c:v>47.514178999999999</c:v>
                      </c:pt>
                      <c:pt idx="160">
                        <c:v>47.566451999999998</c:v>
                      </c:pt>
                      <c:pt idx="161">
                        <c:v>47.619076</c:v>
                      </c:pt>
                      <c:pt idx="162">
                        <c:v>47.669189000000003</c:v>
                      </c:pt>
                      <c:pt idx="163">
                        <c:v>47.718307000000003</c:v>
                      </c:pt>
                      <c:pt idx="164">
                        <c:v>47.766579</c:v>
                      </c:pt>
                      <c:pt idx="165">
                        <c:v>47.814365000000002</c:v>
                      </c:pt>
                      <c:pt idx="166">
                        <c:v>47.863056</c:v>
                      </c:pt>
                      <c:pt idx="167">
                        <c:v>47.913685000000001</c:v>
                      </c:pt>
                      <c:pt idx="168">
                        <c:v>47.971767</c:v>
                      </c:pt>
                      <c:pt idx="169">
                        <c:v>48.035922999999997</c:v>
                      </c:pt>
                      <c:pt idx="170">
                        <c:v>48.095730000000003</c:v>
                      </c:pt>
                      <c:pt idx="171">
                        <c:v>48.149180999999999</c:v>
                      </c:pt>
                      <c:pt idx="172">
                        <c:v>48.199038999999999</c:v>
                      </c:pt>
                      <c:pt idx="173">
                        <c:v>48.247852000000002</c:v>
                      </c:pt>
                      <c:pt idx="174">
                        <c:v>48.295955999999997</c:v>
                      </c:pt>
                      <c:pt idx="175">
                        <c:v>48.342457000000003</c:v>
                      </c:pt>
                      <c:pt idx="176">
                        <c:v>48.387996999999999</c:v>
                      </c:pt>
                      <c:pt idx="177">
                        <c:v>48.432834999999997</c:v>
                      </c:pt>
                      <c:pt idx="178">
                        <c:v>48.477916999999998</c:v>
                      </c:pt>
                      <c:pt idx="179">
                        <c:v>48.522078999999998</c:v>
                      </c:pt>
                      <c:pt idx="180">
                        <c:v>48.565410999999997</c:v>
                      </c:pt>
                      <c:pt idx="181">
                        <c:v>48.608471000000002</c:v>
                      </c:pt>
                      <c:pt idx="182">
                        <c:v>48.650841</c:v>
                      </c:pt>
                      <c:pt idx="183">
                        <c:v>48.698746</c:v>
                      </c:pt>
                      <c:pt idx="184">
                        <c:v>48.749149000000003</c:v>
                      </c:pt>
                      <c:pt idx="185">
                        <c:v>48.790691000000002</c:v>
                      </c:pt>
                      <c:pt idx="186">
                        <c:v>48.825794000000002</c:v>
                      </c:pt>
                      <c:pt idx="187">
                        <c:v>48.859329000000002</c:v>
                      </c:pt>
                      <c:pt idx="188">
                        <c:v>48.895598999999997</c:v>
                      </c:pt>
                      <c:pt idx="189">
                        <c:v>48.936709999999998</c:v>
                      </c:pt>
                      <c:pt idx="190">
                        <c:v>48.987850000000002</c:v>
                      </c:pt>
                      <c:pt idx="191">
                        <c:v>49.044159000000001</c:v>
                      </c:pt>
                      <c:pt idx="192">
                        <c:v>49.096572999999999</c:v>
                      </c:pt>
                      <c:pt idx="193">
                        <c:v>49.146385000000002</c:v>
                      </c:pt>
                      <c:pt idx="194">
                        <c:v>49.203223999999999</c:v>
                      </c:pt>
                      <c:pt idx="195">
                        <c:v>49.273353999999998</c:v>
                      </c:pt>
                      <c:pt idx="196">
                        <c:v>49.352921000000002</c:v>
                      </c:pt>
                      <c:pt idx="197">
                        <c:v>49.450073000000003</c:v>
                      </c:pt>
                      <c:pt idx="198">
                        <c:v>49.575336</c:v>
                      </c:pt>
                      <c:pt idx="199">
                        <c:v>49.712631000000002</c:v>
                      </c:pt>
                      <c:pt idx="200">
                        <c:v>49.845900999999998</c:v>
                      </c:pt>
                      <c:pt idx="201">
                        <c:v>49.980136999999999</c:v>
                      </c:pt>
                      <c:pt idx="202">
                        <c:v>50.115982000000002</c:v>
                      </c:pt>
                      <c:pt idx="203">
                        <c:v>50.237560000000002</c:v>
                      </c:pt>
                      <c:pt idx="204">
                        <c:v>50.347659999999998</c:v>
                      </c:pt>
                      <c:pt idx="205">
                        <c:v>50.456820999999998</c:v>
                      </c:pt>
                      <c:pt idx="206">
                        <c:v>50.568195000000003</c:v>
                      </c:pt>
                      <c:pt idx="207">
                        <c:v>50.679554000000003</c:v>
                      </c:pt>
                      <c:pt idx="208">
                        <c:v>50.792023</c:v>
                      </c:pt>
                      <c:pt idx="209">
                        <c:v>50.903168000000001</c:v>
                      </c:pt>
                      <c:pt idx="210">
                        <c:v>51.012264000000002</c:v>
                      </c:pt>
                      <c:pt idx="211">
                        <c:v>51.119853999999997</c:v>
                      </c:pt>
                      <c:pt idx="212">
                        <c:v>51.230227999999997</c:v>
                      </c:pt>
                      <c:pt idx="213">
                        <c:v>51.345405999999997</c:v>
                      </c:pt>
                      <c:pt idx="214">
                        <c:v>51.463923999999999</c:v>
                      </c:pt>
                      <c:pt idx="215">
                        <c:v>51.582298000000002</c:v>
                      </c:pt>
                      <c:pt idx="216">
                        <c:v>51.699477999999999</c:v>
                      </c:pt>
                      <c:pt idx="217">
                        <c:v>51.819771000000003</c:v>
                      </c:pt>
                      <c:pt idx="218">
                        <c:v>51.932194000000003</c:v>
                      </c:pt>
                      <c:pt idx="219">
                        <c:v>52.031033000000001</c:v>
                      </c:pt>
                      <c:pt idx="220">
                        <c:v>52.115383000000001</c:v>
                      </c:pt>
                      <c:pt idx="221">
                        <c:v>52.191456000000002</c:v>
                      </c:pt>
                      <c:pt idx="222">
                        <c:v>52.248874999999998</c:v>
                      </c:pt>
                      <c:pt idx="223">
                        <c:v>52.288815</c:v>
                      </c:pt>
                      <c:pt idx="224">
                        <c:v>52.324589000000003</c:v>
                      </c:pt>
                      <c:pt idx="225">
                        <c:v>52.363067999999998</c:v>
                      </c:pt>
                      <c:pt idx="226">
                        <c:v>52.405388000000002</c:v>
                      </c:pt>
                      <c:pt idx="227">
                        <c:v>52.444167999999998</c:v>
                      </c:pt>
                      <c:pt idx="228">
                        <c:v>52.479103000000002</c:v>
                      </c:pt>
                      <c:pt idx="229">
                        <c:v>52.512855999999999</c:v>
                      </c:pt>
                      <c:pt idx="230">
                        <c:v>52.546889999999998</c:v>
                      </c:pt>
                      <c:pt idx="231">
                        <c:v>52.581817999999998</c:v>
                      </c:pt>
                      <c:pt idx="232">
                        <c:v>52.618977000000001</c:v>
                      </c:pt>
                      <c:pt idx="233">
                        <c:v>52.653140999999998</c:v>
                      </c:pt>
                      <c:pt idx="234">
                        <c:v>52.684322000000002</c:v>
                      </c:pt>
                      <c:pt idx="235">
                        <c:v>52.718829999999997</c:v>
                      </c:pt>
                      <c:pt idx="236">
                        <c:v>52.758285999999998</c:v>
                      </c:pt>
                      <c:pt idx="237">
                        <c:v>52.800797000000003</c:v>
                      </c:pt>
                      <c:pt idx="238">
                        <c:v>52.840224999999997</c:v>
                      </c:pt>
                      <c:pt idx="239">
                        <c:v>52.873600000000003</c:v>
                      </c:pt>
                      <c:pt idx="240">
                        <c:v>52.906441000000001</c:v>
                      </c:pt>
                      <c:pt idx="241">
                        <c:v>52.937710000000003</c:v>
                      </c:pt>
                      <c:pt idx="242">
                        <c:v>52.964759999999998</c:v>
                      </c:pt>
                      <c:pt idx="243">
                        <c:v>52.989586000000003</c:v>
                      </c:pt>
                      <c:pt idx="244">
                        <c:v>53.016075000000001</c:v>
                      </c:pt>
                      <c:pt idx="245">
                        <c:v>53.050190000000001</c:v>
                      </c:pt>
                      <c:pt idx="246">
                        <c:v>53.094912999999998</c:v>
                      </c:pt>
                      <c:pt idx="247">
                        <c:v>53.137290999999998</c:v>
                      </c:pt>
                      <c:pt idx="248">
                        <c:v>53.166508</c:v>
                      </c:pt>
                      <c:pt idx="249">
                        <c:v>53.192604000000003</c:v>
                      </c:pt>
                      <c:pt idx="250">
                        <c:v>53.228718000000001</c:v>
                      </c:pt>
                      <c:pt idx="251">
                        <c:v>53.272731999999998</c:v>
                      </c:pt>
                      <c:pt idx="252">
                        <c:v>53.315520999999997</c:v>
                      </c:pt>
                      <c:pt idx="253">
                        <c:v>53.353973000000003</c:v>
                      </c:pt>
                      <c:pt idx="254">
                        <c:v>53.390414999999997</c:v>
                      </c:pt>
                      <c:pt idx="255">
                        <c:v>53.425418999999998</c:v>
                      </c:pt>
                      <c:pt idx="256">
                        <c:v>53.458179000000001</c:v>
                      </c:pt>
                      <c:pt idx="257">
                        <c:v>53.490077999999997</c:v>
                      </c:pt>
                      <c:pt idx="258">
                        <c:v>53.525219</c:v>
                      </c:pt>
                      <c:pt idx="259">
                        <c:v>53.559887000000003</c:v>
                      </c:pt>
                      <c:pt idx="260">
                        <c:v>53.591178999999997</c:v>
                      </c:pt>
                      <c:pt idx="261">
                        <c:v>53.620334999999997</c:v>
                      </c:pt>
                      <c:pt idx="262">
                        <c:v>53.651600000000002</c:v>
                      </c:pt>
                      <c:pt idx="263">
                        <c:v>53.683990000000001</c:v>
                      </c:pt>
                      <c:pt idx="264">
                        <c:v>53.718581999999998</c:v>
                      </c:pt>
                      <c:pt idx="265">
                        <c:v>53.760756999999998</c:v>
                      </c:pt>
                      <c:pt idx="266">
                        <c:v>53.811233999999999</c:v>
                      </c:pt>
                      <c:pt idx="267">
                        <c:v>53.868031000000002</c:v>
                      </c:pt>
                      <c:pt idx="268">
                        <c:v>53.924590999999999</c:v>
                      </c:pt>
                      <c:pt idx="269">
                        <c:v>53.980578999999999</c:v>
                      </c:pt>
                      <c:pt idx="270">
                        <c:v>54.038978999999998</c:v>
                      </c:pt>
                      <c:pt idx="271">
                        <c:v>54.104103000000002</c:v>
                      </c:pt>
                      <c:pt idx="272">
                        <c:v>54.171740999999997</c:v>
                      </c:pt>
                      <c:pt idx="273">
                        <c:v>54.232914000000001</c:v>
                      </c:pt>
                      <c:pt idx="274">
                        <c:v>54.291606999999999</c:v>
                      </c:pt>
                      <c:pt idx="275">
                        <c:v>54.355972000000001</c:v>
                      </c:pt>
                      <c:pt idx="276">
                        <c:v>54.427073999999998</c:v>
                      </c:pt>
                      <c:pt idx="277">
                        <c:v>54.5</c:v>
                      </c:pt>
                      <c:pt idx="278">
                        <c:v>54.571486999999998</c:v>
                      </c:pt>
                      <c:pt idx="279">
                        <c:v>54.658397999999998</c:v>
                      </c:pt>
                      <c:pt idx="280">
                        <c:v>54.755459000000002</c:v>
                      </c:pt>
                      <c:pt idx="281">
                        <c:v>54.850074999999997</c:v>
                      </c:pt>
                      <c:pt idx="282">
                        <c:v>54.947575000000001</c:v>
                      </c:pt>
                      <c:pt idx="283">
                        <c:v>55.058093999999997</c:v>
                      </c:pt>
                      <c:pt idx="284">
                        <c:v>55.175353999999999</c:v>
                      </c:pt>
                      <c:pt idx="285">
                        <c:v>55.295883000000003</c:v>
                      </c:pt>
                      <c:pt idx="286">
                        <c:v>55.421123999999999</c:v>
                      </c:pt>
                      <c:pt idx="287">
                        <c:v>55.556365999999997</c:v>
                      </c:pt>
                      <c:pt idx="288">
                        <c:v>55.699370999999999</c:v>
                      </c:pt>
                      <c:pt idx="289">
                        <c:v>55.830807</c:v>
                      </c:pt>
                      <c:pt idx="290">
                        <c:v>55.949477999999999</c:v>
                      </c:pt>
                      <c:pt idx="291">
                        <c:v>56.065910000000002</c:v>
                      </c:pt>
                      <c:pt idx="292">
                        <c:v>56.190154999999997</c:v>
                      </c:pt>
                      <c:pt idx="293">
                        <c:v>56.318843999999999</c:v>
                      </c:pt>
                      <c:pt idx="294">
                        <c:v>56.438206000000001</c:v>
                      </c:pt>
                      <c:pt idx="295">
                        <c:v>56.538772999999999</c:v>
                      </c:pt>
                      <c:pt idx="296">
                        <c:v>56.622523999999999</c:v>
                      </c:pt>
                      <c:pt idx="297">
                        <c:v>56.694186999999999</c:v>
                      </c:pt>
                      <c:pt idx="298">
                        <c:v>56.755015999999998</c:v>
                      </c:pt>
                      <c:pt idx="299">
                        <c:v>56.792144999999998</c:v>
                      </c:pt>
                      <c:pt idx="300">
                        <c:v>56.810054999999998</c:v>
                      </c:pt>
                      <c:pt idx="301">
                        <c:v>56.826759000000003</c:v>
                      </c:pt>
                      <c:pt idx="302">
                        <c:v>56.845078000000001</c:v>
                      </c:pt>
                      <c:pt idx="303">
                        <c:v>56.860973000000001</c:v>
                      </c:pt>
                      <c:pt idx="304">
                        <c:v>56.873714</c:v>
                      </c:pt>
                      <c:pt idx="305">
                        <c:v>56.884602000000001</c:v>
                      </c:pt>
                      <c:pt idx="306">
                        <c:v>56.897891999999999</c:v>
                      </c:pt>
                      <c:pt idx="307">
                        <c:v>56.911735999999998</c:v>
                      </c:pt>
                      <c:pt idx="308">
                        <c:v>56.924301</c:v>
                      </c:pt>
                      <c:pt idx="309">
                        <c:v>56.933540000000001</c:v>
                      </c:pt>
                      <c:pt idx="310">
                        <c:v>56.940162999999998</c:v>
                      </c:pt>
                      <c:pt idx="311">
                        <c:v>56.945244000000002</c:v>
                      </c:pt>
                      <c:pt idx="312">
                        <c:v>56.948166000000001</c:v>
                      </c:pt>
                      <c:pt idx="313">
                        <c:v>56.953754000000004</c:v>
                      </c:pt>
                      <c:pt idx="314">
                        <c:v>56.962681000000003</c:v>
                      </c:pt>
                      <c:pt idx="315">
                        <c:v>56.969245999999998</c:v>
                      </c:pt>
                      <c:pt idx="316">
                        <c:v>56.97448</c:v>
                      </c:pt>
                      <c:pt idx="317">
                        <c:v>56.981048999999999</c:v>
                      </c:pt>
                      <c:pt idx="318">
                        <c:v>56.988284999999998</c:v>
                      </c:pt>
                      <c:pt idx="319">
                        <c:v>56.992972999999999</c:v>
                      </c:pt>
                      <c:pt idx="320">
                        <c:v>56.996048000000002</c:v>
                      </c:pt>
                      <c:pt idx="321">
                        <c:v>57.000393000000003</c:v>
                      </c:pt>
                      <c:pt idx="322">
                        <c:v>57.006176000000004</c:v>
                      </c:pt>
                      <c:pt idx="323">
                        <c:v>57.011642000000002</c:v>
                      </c:pt>
                      <c:pt idx="324">
                        <c:v>57.010852999999997</c:v>
                      </c:pt>
                      <c:pt idx="325">
                        <c:v>57.008178999999998</c:v>
                      </c:pt>
                      <c:pt idx="326">
                        <c:v>57.009579000000002</c:v>
                      </c:pt>
                      <c:pt idx="327">
                        <c:v>57.015697000000003</c:v>
                      </c:pt>
                      <c:pt idx="328">
                        <c:v>57.019393999999998</c:v>
                      </c:pt>
                      <c:pt idx="329">
                        <c:v>57.015255000000003</c:v>
                      </c:pt>
                      <c:pt idx="330">
                        <c:v>57.005211000000003</c:v>
                      </c:pt>
                      <c:pt idx="331">
                        <c:v>56.997748999999999</c:v>
                      </c:pt>
                      <c:pt idx="332">
                        <c:v>56.997191999999998</c:v>
                      </c:pt>
                      <c:pt idx="333">
                        <c:v>57.002960000000002</c:v>
                      </c:pt>
                      <c:pt idx="334">
                        <c:v>57.014515000000003</c:v>
                      </c:pt>
                      <c:pt idx="335">
                        <c:v>57.028365999999998</c:v>
                      </c:pt>
                      <c:pt idx="336">
                        <c:v>57.041466</c:v>
                      </c:pt>
                      <c:pt idx="337">
                        <c:v>57.052917000000001</c:v>
                      </c:pt>
                      <c:pt idx="338">
                        <c:v>57.063178999999998</c:v>
                      </c:pt>
                      <c:pt idx="339">
                        <c:v>57.079158999999997</c:v>
                      </c:pt>
                      <c:pt idx="340">
                        <c:v>57.100333999999997</c:v>
                      </c:pt>
                      <c:pt idx="341">
                        <c:v>57.124775</c:v>
                      </c:pt>
                      <c:pt idx="342">
                        <c:v>57.151477999999997</c:v>
                      </c:pt>
                      <c:pt idx="343">
                        <c:v>57.176547999999997</c:v>
                      </c:pt>
                      <c:pt idx="344">
                        <c:v>57.200588000000003</c:v>
                      </c:pt>
                      <c:pt idx="345">
                        <c:v>57.229733000000003</c:v>
                      </c:pt>
                      <c:pt idx="346">
                        <c:v>57.264896</c:v>
                      </c:pt>
                      <c:pt idx="347">
                        <c:v>57.309010000000001</c:v>
                      </c:pt>
                      <c:pt idx="348">
                        <c:v>57.374167999999997</c:v>
                      </c:pt>
                      <c:pt idx="349">
                        <c:v>57.473267</c:v>
                      </c:pt>
                      <c:pt idx="350">
                        <c:v>57.600341999999998</c:v>
                      </c:pt>
                      <c:pt idx="351">
                        <c:v>57.723782</c:v>
                      </c:pt>
                      <c:pt idx="352">
                        <c:v>57.847023</c:v>
                      </c:pt>
                      <c:pt idx="353">
                        <c:v>57.974705</c:v>
                      </c:pt>
                      <c:pt idx="354">
                        <c:v>58.092751</c:v>
                      </c:pt>
                      <c:pt idx="355">
                        <c:v>58.195670999999997</c:v>
                      </c:pt>
                      <c:pt idx="356">
                        <c:v>58.28463</c:v>
                      </c:pt>
                      <c:pt idx="357">
                        <c:v>58.355080000000001</c:v>
                      </c:pt>
                      <c:pt idx="358">
                        <c:v>58.417633000000002</c:v>
                      </c:pt>
                      <c:pt idx="359">
                        <c:v>58.470661</c:v>
                      </c:pt>
                      <c:pt idx="360">
                        <c:v>58.528412000000003</c:v>
                      </c:pt>
                      <c:pt idx="361">
                        <c:v>58.601570000000002</c:v>
                      </c:pt>
                      <c:pt idx="362">
                        <c:v>58.692340999999999</c:v>
                      </c:pt>
                      <c:pt idx="363">
                        <c:v>58.796444000000001</c:v>
                      </c:pt>
                      <c:pt idx="364">
                        <c:v>58.896419999999999</c:v>
                      </c:pt>
                      <c:pt idx="365">
                        <c:v>58.986609999999999</c:v>
                      </c:pt>
                      <c:pt idx="366">
                        <c:v>59.072071000000001</c:v>
                      </c:pt>
                      <c:pt idx="367">
                        <c:v>59.169463999999998</c:v>
                      </c:pt>
                      <c:pt idx="368">
                        <c:v>59.290882000000003</c:v>
                      </c:pt>
                      <c:pt idx="369">
                        <c:v>59.426464000000003</c:v>
                      </c:pt>
                      <c:pt idx="370">
                        <c:v>59.562331999999998</c:v>
                      </c:pt>
                      <c:pt idx="371">
                        <c:v>59.687049999999999</c:v>
                      </c:pt>
                      <c:pt idx="372">
                        <c:v>59.790484999999997</c:v>
                      </c:pt>
                      <c:pt idx="373">
                        <c:v>59.883614000000001</c:v>
                      </c:pt>
                      <c:pt idx="374">
                        <c:v>59.975479</c:v>
                      </c:pt>
                      <c:pt idx="375">
                        <c:v>60.066108999999997</c:v>
                      </c:pt>
                      <c:pt idx="376">
                        <c:v>60.155296</c:v>
                      </c:pt>
                      <c:pt idx="377">
                        <c:v>60.247002000000002</c:v>
                      </c:pt>
                      <c:pt idx="378">
                        <c:v>60.346744999999999</c:v>
                      </c:pt>
                      <c:pt idx="379">
                        <c:v>60.463740999999999</c:v>
                      </c:pt>
                      <c:pt idx="380">
                        <c:v>60.592666999999999</c:v>
                      </c:pt>
                      <c:pt idx="381">
                        <c:v>60.717154999999998</c:v>
                      </c:pt>
                      <c:pt idx="382">
                        <c:v>60.825287000000003</c:v>
                      </c:pt>
                      <c:pt idx="383">
                        <c:v>60.926071</c:v>
                      </c:pt>
                      <c:pt idx="384">
                        <c:v>61.029300999999997</c:v>
                      </c:pt>
                      <c:pt idx="385">
                        <c:v>61.134627999999999</c:v>
                      </c:pt>
                      <c:pt idx="386">
                        <c:v>61.237965000000003</c:v>
                      </c:pt>
                      <c:pt idx="387">
                        <c:v>61.326363000000001</c:v>
                      </c:pt>
                      <c:pt idx="388">
                        <c:v>61.395256000000003</c:v>
                      </c:pt>
                      <c:pt idx="389">
                        <c:v>61.459679000000001</c:v>
                      </c:pt>
                      <c:pt idx="390">
                        <c:v>61.523769000000001</c:v>
                      </c:pt>
                      <c:pt idx="391">
                        <c:v>61.588546999999998</c:v>
                      </c:pt>
                      <c:pt idx="392">
                        <c:v>61.645614999999999</c:v>
                      </c:pt>
                      <c:pt idx="393">
                        <c:v>61.688972</c:v>
                      </c:pt>
                      <c:pt idx="394">
                        <c:v>61.726452000000002</c:v>
                      </c:pt>
                      <c:pt idx="395">
                        <c:v>61.769191999999997</c:v>
                      </c:pt>
                      <c:pt idx="396">
                        <c:v>61.819313000000001</c:v>
                      </c:pt>
                      <c:pt idx="397">
                        <c:v>61.889533999999998</c:v>
                      </c:pt>
                      <c:pt idx="398">
                        <c:v>61.975932999999998</c:v>
                      </c:pt>
                      <c:pt idx="399">
                        <c:v>62.054707000000001</c:v>
                      </c:pt>
                      <c:pt idx="400">
                        <c:v>62.118679</c:v>
                      </c:pt>
                      <c:pt idx="401">
                        <c:v>62.163738000000002</c:v>
                      </c:pt>
                      <c:pt idx="402">
                        <c:v>62.198462999999997</c:v>
                      </c:pt>
                      <c:pt idx="403">
                        <c:v>62.235137999999999</c:v>
                      </c:pt>
                      <c:pt idx="404">
                        <c:v>62.271656</c:v>
                      </c:pt>
                      <c:pt idx="405">
                        <c:v>62.302619999999997</c:v>
                      </c:pt>
                      <c:pt idx="406">
                        <c:v>62.329166000000001</c:v>
                      </c:pt>
                      <c:pt idx="407">
                        <c:v>62.355075999999997</c:v>
                      </c:pt>
                      <c:pt idx="408">
                        <c:v>62.389068999999999</c:v>
                      </c:pt>
                      <c:pt idx="409">
                        <c:v>62.438332000000003</c:v>
                      </c:pt>
                      <c:pt idx="410">
                        <c:v>62.509456999999998</c:v>
                      </c:pt>
                      <c:pt idx="411">
                        <c:v>62.607235000000003</c:v>
                      </c:pt>
                      <c:pt idx="412">
                        <c:v>62.722523000000002</c:v>
                      </c:pt>
                      <c:pt idx="413">
                        <c:v>62.843941000000001</c:v>
                      </c:pt>
                      <c:pt idx="414">
                        <c:v>62.969799000000002</c:v>
                      </c:pt>
                      <c:pt idx="415">
                        <c:v>63.100822000000001</c:v>
                      </c:pt>
                      <c:pt idx="416">
                        <c:v>63.236682999999999</c:v>
                      </c:pt>
                      <c:pt idx="417">
                        <c:v>63.368293999999999</c:v>
                      </c:pt>
                      <c:pt idx="418">
                        <c:v>63.482224000000002</c:v>
                      </c:pt>
                      <c:pt idx="419">
                        <c:v>63.584975999999997</c:v>
                      </c:pt>
                      <c:pt idx="420">
                        <c:v>63.679993000000003</c:v>
                      </c:pt>
                      <c:pt idx="421">
                        <c:v>63.769447</c:v>
                      </c:pt>
                      <c:pt idx="422">
                        <c:v>63.851188999999998</c:v>
                      </c:pt>
                      <c:pt idx="423">
                        <c:v>63.924827999999998</c:v>
                      </c:pt>
                      <c:pt idx="424">
                        <c:v>63.984752999999998</c:v>
                      </c:pt>
                      <c:pt idx="425">
                        <c:v>64.026275999999996</c:v>
                      </c:pt>
                      <c:pt idx="426">
                        <c:v>64.047156999999999</c:v>
                      </c:pt>
                      <c:pt idx="427">
                        <c:v>64.059601000000001</c:v>
                      </c:pt>
                      <c:pt idx="428">
                        <c:v>64.075142</c:v>
                      </c:pt>
                      <c:pt idx="429">
                        <c:v>64.095580999999996</c:v>
                      </c:pt>
                      <c:pt idx="430">
                        <c:v>64.116707000000005</c:v>
                      </c:pt>
                      <c:pt idx="431">
                        <c:v>64.130500999999995</c:v>
                      </c:pt>
                      <c:pt idx="432">
                        <c:v>64.139977000000002</c:v>
                      </c:pt>
                      <c:pt idx="433">
                        <c:v>64.150795000000002</c:v>
                      </c:pt>
                      <c:pt idx="434">
                        <c:v>64.164794999999998</c:v>
                      </c:pt>
                      <c:pt idx="435">
                        <c:v>64.180565000000001</c:v>
                      </c:pt>
                      <c:pt idx="436">
                        <c:v>64.199721999999994</c:v>
                      </c:pt>
                      <c:pt idx="437">
                        <c:v>64.227012999999999</c:v>
                      </c:pt>
                      <c:pt idx="438">
                        <c:v>64.255431999999999</c:v>
                      </c:pt>
                      <c:pt idx="439">
                        <c:v>64.272537</c:v>
                      </c:pt>
                      <c:pt idx="440">
                        <c:v>64.279572000000002</c:v>
                      </c:pt>
                      <c:pt idx="441">
                        <c:v>64.285431000000003</c:v>
                      </c:pt>
                      <c:pt idx="442">
                        <c:v>64.290970000000002</c:v>
                      </c:pt>
                      <c:pt idx="443">
                        <c:v>64.302238000000003</c:v>
                      </c:pt>
                      <c:pt idx="444">
                        <c:v>64.320250999999999</c:v>
                      </c:pt>
                      <c:pt idx="445">
                        <c:v>64.346847999999994</c:v>
                      </c:pt>
                      <c:pt idx="446">
                        <c:v>64.379424999999998</c:v>
                      </c:pt>
                      <c:pt idx="447">
                        <c:v>64.408919999999995</c:v>
                      </c:pt>
                      <c:pt idx="448">
                        <c:v>64.431915000000004</c:v>
                      </c:pt>
                      <c:pt idx="449">
                        <c:v>64.450851</c:v>
                      </c:pt>
                      <c:pt idx="450">
                        <c:v>64.47184</c:v>
                      </c:pt>
                      <c:pt idx="451">
                        <c:v>64.494484</c:v>
                      </c:pt>
                      <c:pt idx="452">
                        <c:v>64.517989999999998</c:v>
                      </c:pt>
                      <c:pt idx="453">
                        <c:v>64.545897999999994</c:v>
                      </c:pt>
                      <c:pt idx="454">
                        <c:v>64.582497000000004</c:v>
                      </c:pt>
                      <c:pt idx="455">
                        <c:v>64.631675999999999</c:v>
                      </c:pt>
                      <c:pt idx="456">
                        <c:v>64.697745999999995</c:v>
                      </c:pt>
                      <c:pt idx="457">
                        <c:v>64.777709999999999</c:v>
                      </c:pt>
                      <c:pt idx="458">
                        <c:v>64.865959000000004</c:v>
                      </c:pt>
                      <c:pt idx="459">
                        <c:v>64.948127999999997</c:v>
                      </c:pt>
                      <c:pt idx="460">
                        <c:v>65.018860000000004</c:v>
                      </c:pt>
                      <c:pt idx="461">
                        <c:v>65.081649999999996</c:v>
                      </c:pt>
                      <c:pt idx="462">
                        <c:v>65.144356000000002</c:v>
                      </c:pt>
                      <c:pt idx="463">
                        <c:v>65.218254000000002</c:v>
                      </c:pt>
                      <c:pt idx="464">
                        <c:v>65.315551999999997</c:v>
                      </c:pt>
                      <c:pt idx="465">
                        <c:v>65.430717000000001</c:v>
                      </c:pt>
                      <c:pt idx="466">
                        <c:v>65.549025999999998</c:v>
                      </c:pt>
                      <c:pt idx="467">
                        <c:v>65.668694000000002</c:v>
                      </c:pt>
                      <c:pt idx="468">
                        <c:v>65.777503999999993</c:v>
                      </c:pt>
                      <c:pt idx="469">
                        <c:v>65.877585999999994</c:v>
                      </c:pt>
                      <c:pt idx="470">
                        <c:v>65.976860000000002</c:v>
                      </c:pt>
                      <c:pt idx="471">
                        <c:v>66.074782999999996</c:v>
                      </c:pt>
                      <c:pt idx="472">
                        <c:v>66.167914999999994</c:v>
                      </c:pt>
                      <c:pt idx="473">
                        <c:v>66.248481999999996</c:v>
                      </c:pt>
                      <c:pt idx="474">
                        <c:v>66.309066999999999</c:v>
                      </c:pt>
                      <c:pt idx="475">
                        <c:v>66.33802</c:v>
                      </c:pt>
                      <c:pt idx="476">
                        <c:v>66.347747999999996</c:v>
                      </c:pt>
                      <c:pt idx="477">
                        <c:v>66.359673000000001</c:v>
                      </c:pt>
                      <c:pt idx="478">
                        <c:v>66.373726000000005</c:v>
                      </c:pt>
                      <c:pt idx="479">
                        <c:v>66.388710000000003</c:v>
                      </c:pt>
                      <c:pt idx="480">
                        <c:v>66.402725000000004</c:v>
                      </c:pt>
                      <c:pt idx="481">
                        <c:v>66.416488999999999</c:v>
                      </c:pt>
                      <c:pt idx="482">
                        <c:v>66.431297000000001</c:v>
                      </c:pt>
                      <c:pt idx="483">
                        <c:v>66.457847999999998</c:v>
                      </c:pt>
                      <c:pt idx="484">
                        <c:v>66.498519999999999</c:v>
                      </c:pt>
                      <c:pt idx="485">
                        <c:v>66.554535000000001</c:v>
                      </c:pt>
                      <c:pt idx="486">
                        <c:v>66.632896000000002</c:v>
                      </c:pt>
                      <c:pt idx="487">
                        <c:v>66.738540999999998</c:v>
                      </c:pt>
                      <c:pt idx="488">
                        <c:v>66.862564000000006</c:v>
                      </c:pt>
                      <c:pt idx="489">
                        <c:v>66.983208000000005</c:v>
                      </c:pt>
                      <c:pt idx="490">
                        <c:v>67.106476000000001</c:v>
                      </c:pt>
                      <c:pt idx="491">
                        <c:v>67.226027999999999</c:v>
                      </c:pt>
                      <c:pt idx="492">
                        <c:v>67.333748</c:v>
                      </c:pt>
                      <c:pt idx="493">
                        <c:v>67.432288999999997</c:v>
                      </c:pt>
                      <c:pt idx="494">
                        <c:v>67.521705999999995</c:v>
                      </c:pt>
                      <c:pt idx="495">
                        <c:v>67.604384999999994</c:v>
                      </c:pt>
                      <c:pt idx="496">
                        <c:v>67.691665999999998</c:v>
                      </c:pt>
                      <c:pt idx="497">
                        <c:v>67.789931999999993</c:v>
                      </c:pt>
                      <c:pt idx="498">
                        <c:v>67.899887000000007</c:v>
                      </c:pt>
                      <c:pt idx="499">
                        <c:v>68.012726000000001</c:v>
                      </c:pt>
                      <c:pt idx="500">
                        <c:v>68.125632999999993</c:v>
                      </c:pt>
                      <c:pt idx="501">
                        <c:v>68.244247000000001</c:v>
                      </c:pt>
                      <c:pt idx="502">
                        <c:v>68.369720000000001</c:v>
                      </c:pt>
                      <c:pt idx="503">
                        <c:v>68.492621999999997</c:v>
                      </c:pt>
                      <c:pt idx="504">
                        <c:v>68.599318999999994</c:v>
                      </c:pt>
                      <c:pt idx="505">
                        <c:v>68.690460000000002</c:v>
                      </c:pt>
                      <c:pt idx="506">
                        <c:v>68.766425999999996</c:v>
                      </c:pt>
                      <c:pt idx="507">
                        <c:v>68.831695999999994</c:v>
                      </c:pt>
                      <c:pt idx="508">
                        <c:v>68.888740999999996</c:v>
                      </c:pt>
                      <c:pt idx="509">
                        <c:v>68.930992000000003</c:v>
                      </c:pt>
                      <c:pt idx="510">
                        <c:v>68.958449999999999</c:v>
                      </c:pt>
                      <c:pt idx="511">
                        <c:v>68.973015000000004</c:v>
                      </c:pt>
                      <c:pt idx="512">
                        <c:v>68.979782</c:v>
                      </c:pt>
                      <c:pt idx="513">
                        <c:v>68.988654999999994</c:v>
                      </c:pt>
                      <c:pt idx="514">
                        <c:v>68.999290000000002</c:v>
                      </c:pt>
                      <c:pt idx="515">
                        <c:v>69.019965999999997</c:v>
                      </c:pt>
                      <c:pt idx="516">
                        <c:v>69.046584999999993</c:v>
                      </c:pt>
                      <c:pt idx="517">
                        <c:v>69.075607000000005</c:v>
                      </c:pt>
                      <c:pt idx="518">
                        <c:v>69.102654000000001</c:v>
                      </c:pt>
                      <c:pt idx="519">
                        <c:v>69.133026000000001</c:v>
                      </c:pt>
                      <c:pt idx="520">
                        <c:v>69.160422999999994</c:v>
                      </c:pt>
                      <c:pt idx="521">
                        <c:v>69.182288999999997</c:v>
                      </c:pt>
                      <c:pt idx="522">
                        <c:v>69.203117000000006</c:v>
                      </c:pt>
                      <c:pt idx="523">
                        <c:v>69.225387999999995</c:v>
                      </c:pt>
                      <c:pt idx="524">
                        <c:v>69.251189999999994</c:v>
                      </c:pt>
                      <c:pt idx="525">
                        <c:v>69.274071000000006</c:v>
                      </c:pt>
                      <c:pt idx="526">
                        <c:v>69.292205999999993</c:v>
                      </c:pt>
                      <c:pt idx="527">
                        <c:v>69.311583999999996</c:v>
                      </c:pt>
                      <c:pt idx="528">
                        <c:v>69.335059999999999</c:v>
                      </c:pt>
                      <c:pt idx="529">
                        <c:v>69.374153000000007</c:v>
                      </c:pt>
                      <c:pt idx="530">
                        <c:v>69.420990000000003</c:v>
                      </c:pt>
                      <c:pt idx="531">
                        <c:v>69.464989000000003</c:v>
                      </c:pt>
                      <c:pt idx="532">
                        <c:v>69.505600000000001</c:v>
                      </c:pt>
                      <c:pt idx="533">
                        <c:v>69.545035999999996</c:v>
                      </c:pt>
                      <c:pt idx="534">
                        <c:v>69.581856000000002</c:v>
                      </c:pt>
                      <c:pt idx="535">
                        <c:v>69.619240000000005</c:v>
                      </c:pt>
                      <c:pt idx="536">
                        <c:v>69.658683999999994</c:v>
                      </c:pt>
                      <c:pt idx="537">
                        <c:v>69.696387999999999</c:v>
                      </c:pt>
                      <c:pt idx="538">
                        <c:v>69.730545000000006</c:v>
                      </c:pt>
                      <c:pt idx="539">
                        <c:v>69.758895999999993</c:v>
                      </c:pt>
                      <c:pt idx="540">
                        <c:v>69.778694000000002</c:v>
                      </c:pt>
                      <c:pt idx="541">
                        <c:v>69.791656000000003</c:v>
                      </c:pt>
                      <c:pt idx="542">
                        <c:v>69.802025</c:v>
                      </c:pt>
                      <c:pt idx="543">
                        <c:v>69.813384999999997</c:v>
                      </c:pt>
                      <c:pt idx="544">
                        <c:v>69.824248999999995</c:v>
                      </c:pt>
                      <c:pt idx="545">
                        <c:v>69.833168000000001</c:v>
                      </c:pt>
                      <c:pt idx="546">
                        <c:v>69.838013000000004</c:v>
                      </c:pt>
                      <c:pt idx="547">
                        <c:v>69.843079000000003</c:v>
                      </c:pt>
                      <c:pt idx="548">
                        <c:v>69.852431999999993</c:v>
                      </c:pt>
                      <c:pt idx="549">
                        <c:v>69.871245999999999</c:v>
                      </c:pt>
                      <c:pt idx="550">
                        <c:v>69.902618000000004</c:v>
                      </c:pt>
                      <c:pt idx="551">
                        <c:v>69.94014</c:v>
                      </c:pt>
                      <c:pt idx="552">
                        <c:v>69.967170999999993</c:v>
                      </c:pt>
                      <c:pt idx="553">
                        <c:v>69.979598999999993</c:v>
                      </c:pt>
                      <c:pt idx="554">
                        <c:v>69.982269000000002</c:v>
                      </c:pt>
                      <c:pt idx="555">
                        <c:v>69.982628000000005</c:v>
                      </c:pt>
                      <c:pt idx="556">
                        <c:v>69.985129999999998</c:v>
                      </c:pt>
                      <c:pt idx="557">
                        <c:v>69.987740000000002</c:v>
                      </c:pt>
                      <c:pt idx="558">
                        <c:v>69.987388999999993</c:v>
                      </c:pt>
                      <c:pt idx="559">
                        <c:v>69.984329000000002</c:v>
                      </c:pt>
                      <c:pt idx="560">
                        <c:v>69.979431000000005</c:v>
                      </c:pt>
                      <c:pt idx="561">
                        <c:v>69.973845999999995</c:v>
                      </c:pt>
                      <c:pt idx="562">
                        <c:v>69.968040000000002</c:v>
                      </c:pt>
                      <c:pt idx="563">
                        <c:v>69.965125999999998</c:v>
                      </c:pt>
                      <c:pt idx="564">
                        <c:v>69.965614000000002</c:v>
                      </c:pt>
                      <c:pt idx="565">
                        <c:v>69.969536000000005</c:v>
                      </c:pt>
                      <c:pt idx="566">
                        <c:v>69.973411999999996</c:v>
                      </c:pt>
                      <c:pt idx="567">
                        <c:v>69.974884000000003</c:v>
                      </c:pt>
                      <c:pt idx="568">
                        <c:v>69.977424999999997</c:v>
                      </c:pt>
                      <c:pt idx="569">
                        <c:v>69.978554000000003</c:v>
                      </c:pt>
                      <c:pt idx="570">
                        <c:v>69.977058</c:v>
                      </c:pt>
                      <c:pt idx="571">
                        <c:v>69.971794000000003</c:v>
                      </c:pt>
                      <c:pt idx="572">
                        <c:v>69.960999000000001</c:v>
                      </c:pt>
                      <c:pt idx="573">
                        <c:v>69.951294000000004</c:v>
                      </c:pt>
                      <c:pt idx="574">
                        <c:v>69.941199999999995</c:v>
                      </c:pt>
                      <c:pt idx="575">
                        <c:v>69.931952999999993</c:v>
                      </c:pt>
                      <c:pt idx="576">
                        <c:v>69.913917999999995</c:v>
                      </c:pt>
                      <c:pt idx="577">
                        <c:v>69.908790999999994</c:v>
                      </c:pt>
                      <c:pt idx="578">
                        <c:v>69.903175000000005</c:v>
                      </c:pt>
                      <c:pt idx="579">
                        <c:v>69.897803999999994</c:v>
                      </c:pt>
                      <c:pt idx="580">
                        <c:v>69.890686000000002</c:v>
                      </c:pt>
                      <c:pt idx="581">
                        <c:v>69.886436000000003</c:v>
                      </c:pt>
                      <c:pt idx="582">
                        <c:v>69.883681999999993</c:v>
                      </c:pt>
                      <c:pt idx="583">
                        <c:v>69.879845000000003</c:v>
                      </c:pt>
                      <c:pt idx="584">
                        <c:v>69.876868999999999</c:v>
                      </c:pt>
                      <c:pt idx="585">
                        <c:v>69.875136999999995</c:v>
                      </c:pt>
                      <c:pt idx="586">
                        <c:v>69.876525999999998</c:v>
                      </c:pt>
                      <c:pt idx="587">
                        <c:v>69.877762000000004</c:v>
                      </c:pt>
                      <c:pt idx="588">
                        <c:v>69.876250999999996</c:v>
                      </c:pt>
                      <c:pt idx="589">
                        <c:v>69.873817000000003</c:v>
                      </c:pt>
                      <c:pt idx="590">
                        <c:v>69.872596999999999</c:v>
                      </c:pt>
                      <c:pt idx="591">
                        <c:v>69.875450000000001</c:v>
                      </c:pt>
                      <c:pt idx="592">
                        <c:v>69.887100000000004</c:v>
                      </c:pt>
                      <c:pt idx="593">
                        <c:v>69.909615000000002</c:v>
                      </c:pt>
                      <c:pt idx="594">
                        <c:v>69.930176000000003</c:v>
                      </c:pt>
                      <c:pt idx="595">
                        <c:v>69.952620999999994</c:v>
                      </c:pt>
                      <c:pt idx="596">
                        <c:v>69.986846999999997</c:v>
                      </c:pt>
                      <c:pt idx="597">
                        <c:v>70.03492</c:v>
                      </c:pt>
                      <c:pt idx="598">
                        <c:v>70.097046000000006</c:v>
                      </c:pt>
                      <c:pt idx="599">
                        <c:v>70.173866000000004</c:v>
                      </c:pt>
                      <c:pt idx="600">
                        <c:v>70.271927000000005</c:v>
                      </c:pt>
                      <c:pt idx="601">
                        <c:v>70.383339000000007</c:v>
                      </c:pt>
                      <c:pt idx="602">
                        <c:v>70.493622000000002</c:v>
                      </c:pt>
                      <c:pt idx="603">
                        <c:v>70.599213000000006</c:v>
                      </c:pt>
                      <c:pt idx="604">
                        <c:v>70.694855000000004</c:v>
                      </c:pt>
                      <c:pt idx="605">
                        <c:v>70.778724999999994</c:v>
                      </c:pt>
                      <c:pt idx="606">
                        <c:v>70.850928999999994</c:v>
                      </c:pt>
                      <c:pt idx="607">
                        <c:v>70.900077999999993</c:v>
                      </c:pt>
                      <c:pt idx="608">
                        <c:v>70.930610999999999</c:v>
                      </c:pt>
                      <c:pt idx="609">
                        <c:v>70.956726000000003</c:v>
                      </c:pt>
                      <c:pt idx="610">
                        <c:v>70.991257000000004</c:v>
                      </c:pt>
                      <c:pt idx="611">
                        <c:v>71.039428999999998</c:v>
                      </c:pt>
                      <c:pt idx="612">
                        <c:v>71.091148000000004</c:v>
                      </c:pt>
                      <c:pt idx="613">
                        <c:v>71.151084999999995</c:v>
                      </c:pt>
                      <c:pt idx="614">
                        <c:v>71.218909999999994</c:v>
                      </c:pt>
                      <c:pt idx="615">
                        <c:v>71.301826000000005</c:v>
                      </c:pt>
                      <c:pt idx="616">
                        <c:v>71.408271999999997</c:v>
                      </c:pt>
                      <c:pt idx="617">
                        <c:v>71.526687999999993</c:v>
                      </c:pt>
                      <c:pt idx="618">
                        <c:v>71.649704</c:v>
                      </c:pt>
                      <c:pt idx="619">
                        <c:v>71.774146999999999</c:v>
                      </c:pt>
                      <c:pt idx="620">
                        <c:v>71.900092999999998</c:v>
                      </c:pt>
                      <c:pt idx="621">
                        <c:v>72.023537000000005</c:v>
                      </c:pt>
                      <c:pt idx="622">
                        <c:v>72.140181999999996</c:v>
                      </c:pt>
                      <c:pt idx="623">
                        <c:v>72.248412999999999</c:v>
                      </c:pt>
                      <c:pt idx="624">
                        <c:v>72.353438999999995</c:v>
                      </c:pt>
                      <c:pt idx="625">
                        <c:v>72.452231999999995</c:v>
                      </c:pt>
                      <c:pt idx="626">
                        <c:v>72.543723999999997</c:v>
                      </c:pt>
                      <c:pt idx="627">
                        <c:v>72.623024000000001</c:v>
                      </c:pt>
                      <c:pt idx="628">
                        <c:v>72.693184000000002</c:v>
                      </c:pt>
                      <c:pt idx="629">
                        <c:v>72.758469000000005</c:v>
                      </c:pt>
                      <c:pt idx="630">
                        <c:v>72.826424000000003</c:v>
                      </c:pt>
                      <c:pt idx="631">
                        <c:v>72.894454999999994</c:v>
                      </c:pt>
                      <c:pt idx="632">
                        <c:v>72.962012999999999</c:v>
                      </c:pt>
                      <c:pt idx="633">
                        <c:v>73.034835999999999</c:v>
                      </c:pt>
                      <c:pt idx="634">
                        <c:v>73.119072000000003</c:v>
                      </c:pt>
                      <c:pt idx="635">
                        <c:v>73.216255000000004</c:v>
                      </c:pt>
                      <c:pt idx="636">
                        <c:v>73.324012999999994</c:v>
                      </c:pt>
                      <c:pt idx="637">
                        <c:v>73.443932000000004</c:v>
                      </c:pt>
                      <c:pt idx="638">
                        <c:v>73.570847000000001</c:v>
                      </c:pt>
                      <c:pt idx="639">
                        <c:v>73.692740999999998</c:v>
                      </c:pt>
                      <c:pt idx="640">
                        <c:v>73.807220000000001</c:v>
                      </c:pt>
                      <c:pt idx="641">
                        <c:v>73.916588000000004</c:v>
                      </c:pt>
                      <c:pt idx="642">
                        <c:v>74.016959999999997</c:v>
                      </c:pt>
                      <c:pt idx="643">
                        <c:v>74.104111000000003</c:v>
                      </c:pt>
                      <c:pt idx="644">
                        <c:v>74.183090000000007</c:v>
                      </c:pt>
                      <c:pt idx="645">
                        <c:v>74.257430999999997</c:v>
                      </c:pt>
                      <c:pt idx="646">
                        <c:v>74.331856000000002</c:v>
                      </c:pt>
                      <c:pt idx="647">
                        <c:v>74.401534999999996</c:v>
                      </c:pt>
                      <c:pt idx="648">
                        <c:v>74.463500999999994</c:v>
                      </c:pt>
                      <c:pt idx="649">
                        <c:v>74.525374999999997</c:v>
                      </c:pt>
                      <c:pt idx="650">
                        <c:v>74.583160000000007</c:v>
                      </c:pt>
                      <c:pt idx="651">
                        <c:v>74.637917000000002</c:v>
                      </c:pt>
                      <c:pt idx="652">
                        <c:v>74.699860000000001</c:v>
                      </c:pt>
                      <c:pt idx="653">
                        <c:v>74.773155000000003</c:v>
                      </c:pt>
                      <c:pt idx="654">
                        <c:v>74.855827000000005</c:v>
                      </c:pt>
                      <c:pt idx="655">
                        <c:v>74.950432000000006</c:v>
                      </c:pt>
                      <c:pt idx="656">
                        <c:v>75.061638000000002</c:v>
                      </c:pt>
                      <c:pt idx="657">
                        <c:v>75.185721999999998</c:v>
                      </c:pt>
                      <c:pt idx="658">
                        <c:v>75.311813000000001</c:v>
                      </c:pt>
                      <c:pt idx="659">
                        <c:v>75.438254999999998</c:v>
                      </c:pt>
                      <c:pt idx="660">
                        <c:v>75.566642999999999</c:v>
                      </c:pt>
                      <c:pt idx="661">
                        <c:v>75.701438999999993</c:v>
                      </c:pt>
                      <c:pt idx="662">
                        <c:v>75.842856999999995</c:v>
                      </c:pt>
                      <c:pt idx="663">
                        <c:v>75.977005000000005</c:v>
                      </c:pt>
                      <c:pt idx="664">
                        <c:v>76.096030999999996</c:v>
                      </c:pt>
                      <c:pt idx="665">
                        <c:v>76.199744999999993</c:v>
                      </c:pt>
                      <c:pt idx="666">
                        <c:v>76.297691</c:v>
                      </c:pt>
                      <c:pt idx="667">
                        <c:v>76.398239000000004</c:v>
                      </c:pt>
                      <c:pt idx="668">
                        <c:v>76.504233999999997</c:v>
                      </c:pt>
                      <c:pt idx="669">
                        <c:v>76.608513000000002</c:v>
                      </c:pt>
                      <c:pt idx="670">
                        <c:v>76.712317999999996</c:v>
                      </c:pt>
                      <c:pt idx="671">
                        <c:v>76.823066999999995</c:v>
                      </c:pt>
                      <c:pt idx="672">
                        <c:v>76.942665000000005</c:v>
                      </c:pt>
                      <c:pt idx="673">
                        <c:v>77.067284000000001</c:v>
                      </c:pt>
                      <c:pt idx="674">
                        <c:v>77.187859000000003</c:v>
                      </c:pt>
                      <c:pt idx="675">
                        <c:v>77.306563999999995</c:v>
                      </c:pt>
                      <c:pt idx="676">
                        <c:v>77.429976999999994</c:v>
                      </c:pt>
                      <c:pt idx="677">
                        <c:v>77.552734000000001</c:v>
                      </c:pt>
                      <c:pt idx="678">
                        <c:v>77.668105999999995</c:v>
                      </c:pt>
                      <c:pt idx="679">
                        <c:v>77.772400000000005</c:v>
                      </c:pt>
                      <c:pt idx="680">
                        <c:v>77.857474999999994</c:v>
                      </c:pt>
                      <c:pt idx="681">
                        <c:v>77.930237000000005</c:v>
                      </c:pt>
                      <c:pt idx="682">
                        <c:v>77.997955000000005</c:v>
                      </c:pt>
                      <c:pt idx="683">
                        <c:v>78.062279000000004</c:v>
                      </c:pt>
                      <c:pt idx="684">
                        <c:v>78.125480999999994</c:v>
                      </c:pt>
                      <c:pt idx="685">
                        <c:v>78.181968999999995</c:v>
                      </c:pt>
                      <c:pt idx="686">
                        <c:v>78.227348000000006</c:v>
                      </c:pt>
                      <c:pt idx="687">
                        <c:v>78.264579999999995</c:v>
                      </c:pt>
                      <c:pt idx="688">
                        <c:v>78.299965</c:v>
                      </c:pt>
                      <c:pt idx="689">
                        <c:v>78.337624000000005</c:v>
                      </c:pt>
                      <c:pt idx="690">
                        <c:v>78.378380000000007</c:v>
                      </c:pt>
                      <c:pt idx="691">
                        <c:v>78.414619000000002</c:v>
                      </c:pt>
                      <c:pt idx="692">
                        <c:v>78.447235000000006</c:v>
                      </c:pt>
                      <c:pt idx="693">
                        <c:v>78.487183000000002</c:v>
                      </c:pt>
                      <c:pt idx="694">
                        <c:v>78.542473000000001</c:v>
                      </c:pt>
                      <c:pt idx="695">
                        <c:v>78.609283000000005</c:v>
                      </c:pt>
                      <c:pt idx="696">
                        <c:v>78.681685999999999</c:v>
                      </c:pt>
                      <c:pt idx="697">
                        <c:v>78.756720999999999</c:v>
                      </c:pt>
                      <c:pt idx="698">
                        <c:v>78.839141999999995</c:v>
                      </c:pt>
                      <c:pt idx="699">
                        <c:v>78.932533000000006</c:v>
                      </c:pt>
                      <c:pt idx="700">
                        <c:v>79.028305000000003</c:v>
                      </c:pt>
                      <c:pt idx="701">
                        <c:v>79.124695000000003</c:v>
                      </c:pt>
                      <c:pt idx="702">
                        <c:v>79.219703999999993</c:v>
                      </c:pt>
                      <c:pt idx="703">
                        <c:v>79.306358000000003</c:v>
                      </c:pt>
                      <c:pt idx="704">
                        <c:v>79.380218999999997</c:v>
                      </c:pt>
                      <c:pt idx="705">
                        <c:v>79.439887999999996</c:v>
                      </c:pt>
                      <c:pt idx="706">
                        <c:v>79.482651000000004</c:v>
                      </c:pt>
                      <c:pt idx="707">
                        <c:v>79.507705999999999</c:v>
                      </c:pt>
                      <c:pt idx="708">
                        <c:v>79.525772000000003</c:v>
                      </c:pt>
                      <c:pt idx="709">
                        <c:v>79.544830000000005</c:v>
                      </c:pt>
                      <c:pt idx="710">
                        <c:v>79.572823</c:v>
                      </c:pt>
                      <c:pt idx="711">
                        <c:v>79.608481999999995</c:v>
                      </c:pt>
                      <c:pt idx="712">
                        <c:v>79.637969999999996</c:v>
                      </c:pt>
                      <c:pt idx="713">
                        <c:v>79.649780000000007</c:v>
                      </c:pt>
                      <c:pt idx="714">
                        <c:v>79.6511</c:v>
                      </c:pt>
                      <c:pt idx="715">
                        <c:v>79.648658999999995</c:v>
                      </c:pt>
                      <c:pt idx="716">
                        <c:v>79.642921000000001</c:v>
                      </c:pt>
                      <c:pt idx="717">
                        <c:v>79.633499</c:v>
                      </c:pt>
                      <c:pt idx="718">
                        <c:v>79.621055999999996</c:v>
                      </c:pt>
                      <c:pt idx="719">
                        <c:v>79.607658000000001</c:v>
                      </c:pt>
                      <c:pt idx="720">
                        <c:v>79.593834000000001</c:v>
                      </c:pt>
                      <c:pt idx="721">
                        <c:v>79.573372000000006</c:v>
                      </c:pt>
                      <c:pt idx="722">
                        <c:v>79.553314</c:v>
                      </c:pt>
                      <c:pt idx="723">
                        <c:v>79.531715000000005</c:v>
                      </c:pt>
                      <c:pt idx="724">
                        <c:v>79.508469000000005</c:v>
                      </c:pt>
                      <c:pt idx="725">
                        <c:v>79.487099000000001</c:v>
                      </c:pt>
                      <c:pt idx="726">
                        <c:v>79.474770000000007</c:v>
                      </c:pt>
                      <c:pt idx="727">
                        <c:v>79.474091000000001</c:v>
                      </c:pt>
                      <c:pt idx="728">
                        <c:v>79.469489999999993</c:v>
                      </c:pt>
                      <c:pt idx="729">
                        <c:v>79.456749000000002</c:v>
                      </c:pt>
                      <c:pt idx="730">
                        <c:v>79.437325000000001</c:v>
                      </c:pt>
                      <c:pt idx="731">
                        <c:v>79.411124999999998</c:v>
                      </c:pt>
                      <c:pt idx="732">
                        <c:v>79.363784999999993</c:v>
                      </c:pt>
                      <c:pt idx="733">
                        <c:v>79.300719999999998</c:v>
                      </c:pt>
                      <c:pt idx="734">
                        <c:v>79.238074999999995</c:v>
                      </c:pt>
                      <c:pt idx="735">
                        <c:v>79.179230000000004</c:v>
                      </c:pt>
                      <c:pt idx="736">
                        <c:v>79.127098000000004</c:v>
                      </c:pt>
                      <c:pt idx="737">
                        <c:v>79.072577999999993</c:v>
                      </c:pt>
                      <c:pt idx="738">
                        <c:v>79.012946999999997</c:v>
                      </c:pt>
                      <c:pt idx="739">
                        <c:v>78.950935000000001</c:v>
                      </c:pt>
                      <c:pt idx="740">
                        <c:v>78.88073</c:v>
                      </c:pt>
                      <c:pt idx="741">
                        <c:v>78.805160999999998</c:v>
                      </c:pt>
                      <c:pt idx="742">
                        <c:v>78.729736000000003</c:v>
                      </c:pt>
                      <c:pt idx="743">
                        <c:v>78.647209000000004</c:v>
                      </c:pt>
                      <c:pt idx="744">
                        <c:v>78.554955000000007</c:v>
                      </c:pt>
                      <c:pt idx="745">
                        <c:v>78.462729999999993</c:v>
                      </c:pt>
                      <c:pt idx="746">
                        <c:v>78.370659000000003</c:v>
                      </c:pt>
                      <c:pt idx="747">
                        <c:v>78.274826000000004</c:v>
                      </c:pt>
                      <c:pt idx="748">
                        <c:v>78.187775000000002</c:v>
                      </c:pt>
                      <c:pt idx="749">
                        <c:v>78.110328999999993</c:v>
                      </c:pt>
                      <c:pt idx="750">
                        <c:v>78.027794</c:v>
                      </c:pt>
                      <c:pt idx="751">
                        <c:v>77.934546999999995</c:v>
                      </c:pt>
                      <c:pt idx="752">
                        <c:v>77.840301999999994</c:v>
                      </c:pt>
                      <c:pt idx="753">
                        <c:v>77.742194999999995</c:v>
                      </c:pt>
                      <c:pt idx="754">
                        <c:v>77.646957</c:v>
                      </c:pt>
                      <c:pt idx="755">
                        <c:v>77.567413000000002</c:v>
                      </c:pt>
                      <c:pt idx="756">
                        <c:v>77.512978000000004</c:v>
                      </c:pt>
                      <c:pt idx="757">
                        <c:v>77.470673000000005</c:v>
                      </c:pt>
                      <c:pt idx="758">
                        <c:v>77.429039000000003</c:v>
                      </c:pt>
                      <c:pt idx="759">
                        <c:v>77.384293</c:v>
                      </c:pt>
                      <c:pt idx="760">
                        <c:v>77.340569000000002</c:v>
                      </c:pt>
                      <c:pt idx="761">
                        <c:v>77.302017000000006</c:v>
                      </c:pt>
                      <c:pt idx="762">
                        <c:v>77.269524000000004</c:v>
                      </c:pt>
                      <c:pt idx="763">
                        <c:v>77.241737000000001</c:v>
                      </c:pt>
                      <c:pt idx="764">
                        <c:v>77.211815000000001</c:v>
                      </c:pt>
                      <c:pt idx="765">
                        <c:v>77.172500999999997</c:v>
                      </c:pt>
                      <c:pt idx="766">
                        <c:v>77.128365000000002</c:v>
                      </c:pt>
                      <c:pt idx="767">
                        <c:v>77.084029999999998</c:v>
                      </c:pt>
                      <c:pt idx="768">
                        <c:v>77.041083999999998</c:v>
                      </c:pt>
                      <c:pt idx="769">
                        <c:v>77.000259</c:v>
                      </c:pt>
                      <c:pt idx="770">
                        <c:v>76.963486000000003</c:v>
                      </c:pt>
                      <c:pt idx="771">
                        <c:v>76.931495999999996</c:v>
                      </c:pt>
                      <c:pt idx="772">
                        <c:v>76.899719000000005</c:v>
                      </c:pt>
                      <c:pt idx="773">
                        <c:v>76.864333999999999</c:v>
                      </c:pt>
                      <c:pt idx="774">
                        <c:v>76.827613999999997</c:v>
                      </c:pt>
                      <c:pt idx="775">
                        <c:v>76.794189000000003</c:v>
                      </c:pt>
                      <c:pt idx="776">
                        <c:v>76.764403999999999</c:v>
                      </c:pt>
                      <c:pt idx="777">
                        <c:v>76.734924000000007</c:v>
                      </c:pt>
                      <c:pt idx="778">
                        <c:v>76.706374999999994</c:v>
                      </c:pt>
                      <c:pt idx="779">
                        <c:v>76.679085000000001</c:v>
                      </c:pt>
                      <c:pt idx="780">
                        <c:v>76.654137000000006</c:v>
                      </c:pt>
                      <c:pt idx="781">
                        <c:v>76.632439000000005</c:v>
                      </c:pt>
                      <c:pt idx="782">
                        <c:v>76.613533000000004</c:v>
                      </c:pt>
                      <c:pt idx="783">
                        <c:v>76.594025000000002</c:v>
                      </c:pt>
                      <c:pt idx="784">
                        <c:v>76.573241999999993</c:v>
                      </c:pt>
                      <c:pt idx="785">
                        <c:v>76.552086000000003</c:v>
                      </c:pt>
                      <c:pt idx="786">
                        <c:v>76.531647000000007</c:v>
                      </c:pt>
                      <c:pt idx="787">
                        <c:v>76.510970999999998</c:v>
                      </c:pt>
                      <c:pt idx="788">
                        <c:v>76.487251000000001</c:v>
                      </c:pt>
                      <c:pt idx="789">
                        <c:v>76.456924000000001</c:v>
                      </c:pt>
                      <c:pt idx="790">
                        <c:v>76.421181000000004</c:v>
                      </c:pt>
                      <c:pt idx="791">
                        <c:v>76.382644999999997</c:v>
                      </c:pt>
                      <c:pt idx="792">
                        <c:v>76.342185999999998</c:v>
                      </c:pt>
                      <c:pt idx="793">
                        <c:v>76.288971000000004</c:v>
                      </c:pt>
                      <c:pt idx="794">
                        <c:v>76.224853999999993</c:v>
                      </c:pt>
                      <c:pt idx="795">
                        <c:v>76.150215000000003</c:v>
                      </c:pt>
                      <c:pt idx="796">
                        <c:v>76.056579999999997</c:v>
                      </c:pt>
                      <c:pt idx="797">
                        <c:v>75.944664000000003</c:v>
                      </c:pt>
                      <c:pt idx="798">
                        <c:v>75.828132999999994</c:v>
                      </c:pt>
                      <c:pt idx="799">
                        <c:v>75.710151999999994</c:v>
                      </c:pt>
                      <c:pt idx="800">
                        <c:v>75.583786000000003</c:v>
                      </c:pt>
                      <c:pt idx="801">
                        <c:v>75.462181000000001</c:v>
                      </c:pt>
                      <c:pt idx="802">
                        <c:v>75.355354000000005</c:v>
                      </c:pt>
                      <c:pt idx="803">
                        <c:v>75.25573</c:v>
                      </c:pt>
                      <c:pt idx="804">
                        <c:v>75.150017000000005</c:v>
                      </c:pt>
                      <c:pt idx="805">
                        <c:v>75.045944000000006</c:v>
                      </c:pt>
                      <c:pt idx="806">
                        <c:v>74.946197999999995</c:v>
                      </c:pt>
                      <c:pt idx="807">
                        <c:v>74.848892000000006</c:v>
                      </c:pt>
                      <c:pt idx="808">
                        <c:v>74.752617000000001</c:v>
                      </c:pt>
                      <c:pt idx="809">
                        <c:v>74.656563000000006</c:v>
                      </c:pt>
                      <c:pt idx="810">
                        <c:v>74.559464000000006</c:v>
                      </c:pt>
                      <c:pt idx="811">
                        <c:v>74.461250000000007</c:v>
                      </c:pt>
                      <c:pt idx="812">
                        <c:v>74.365036000000003</c:v>
                      </c:pt>
                      <c:pt idx="813">
                        <c:v>74.270095999999995</c:v>
                      </c:pt>
                      <c:pt idx="814">
                        <c:v>74.170624000000004</c:v>
                      </c:pt>
                      <c:pt idx="815">
                        <c:v>74.069168000000005</c:v>
                      </c:pt>
                      <c:pt idx="816">
                        <c:v>73.975219999999993</c:v>
                      </c:pt>
                      <c:pt idx="817">
                        <c:v>73.901107999999994</c:v>
                      </c:pt>
                      <c:pt idx="818">
                        <c:v>73.852515999999994</c:v>
                      </c:pt>
                      <c:pt idx="819">
                        <c:v>73.825378000000001</c:v>
                      </c:pt>
                      <c:pt idx="820">
                        <c:v>73.817711000000003</c:v>
                      </c:pt>
                      <c:pt idx="821">
                        <c:v>73.823273</c:v>
                      </c:pt>
                      <c:pt idx="822">
                        <c:v>73.836571000000006</c:v>
                      </c:pt>
                      <c:pt idx="823">
                        <c:v>73.862555999999998</c:v>
                      </c:pt>
                      <c:pt idx="824">
                        <c:v>73.895065000000002</c:v>
                      </c:pt>
                      <c:pt idx="825">
                        <c:v>73.927672999999999</c:v>
                      </c:pt>
                      <c:pt idx="826">
                        <c:v>73.958336000000003</c:v>
                      </c:pt>
                      <c:pt idx="827">
                        <c:v>73.978966</c:v>
                      </c:pt>
                      <c:pt idx="828">
                        <c:v>73.984786999999997</c:v>
                      </c:pt>
                      <c:pt idx="829">
                        <c:v>73.980331000000007</c:v>
                      </c:pt>
                      <c:pt idx="830">
                        <c:v>73.975800000000007</c:v>
                      </c:pt>
                      <c:pt idx="831">
                        <c:v>73.976005999999998</c:v>
                      </c:pt>
                      <c:pt idx="832">
                        <c:v>73.975348999999994</c:v>
                      </c:pt>
                      <c:pt idx="833">
                        <c:v>73.962722999999997</c:v>
                      </c:pt>
                      <c:pt idx="834">
                        <c:v>73.940101999999996</c:v>
                      </c:pt>
                      <c:pt idx="835">
                        <c:v>73.919150999999999</c:v>
                      </c:pt>
                      <c:pt idx="836">
                        <c:v>73.908210999999994</c:v>
                      </c:pt>
                      <c:pt idx="837">
                        <c:v>73.900786999999994</c:v>
                      </c:pt>
                      <c:pt idx="838">
                        <c:v>73.894478000000007</c:v>
                      </c:pt>
                      <c:pt idx="839">
                        <c:v>73.893187999999995</c:v>
                      </c:pt>
                      <c:pt idx="840">
                        <c:v>73.892685</c:v>
                      </c:pt>
                      <c:pt idx="841">
                        <c:v>73.894440000000003</c:v>
                      </c:pt>
                      <c:pt idx="842">
                        <c:v>73.900063000000003</c:v>
                      </c:pt>
                      <c:pt idx="843">
                        <c:v>73.905319000000006</c:v>
                      </c:pt>
                      <c:pt idx="844">
                        <c:v>73.910004000000001</c:v>
                      </c:pt>
                      <c:pt idx="845">
                        <c:v>73.918221000000003</c:v>
                      </c:pt>
                      <c:pt idx="846">
                        <c:v>73.926963999999998</c:v>
                      </c:pt>
                      <c:pt idx="847">
                        <c:v>73.934653999999995</c:v>
                      </c:pt>
                      <c:pt idx="848">
                        <c:v>73.934227000000007</c:v>
                      </c:pt>
                      <c:pt idx="849">
                        <c:v>73.924094999999994</c:v>
                      </c:pt>
                      <c:pt idx="850">
                        <c:v>73.903862000000004</c:v>
                      </c:pt>
                      <c:pt idx="851">
                        <c:v>73.876746999999995</c:v>
                      </c:pt>
                      <c:pt idx="852">
                        <c:v>73.849174000000005</c:v>
                      </c:pt>
                      <c:pt idx="853">
                        <c:v>73.826415999999995</c:v>
                      </c:pt>
                      <c:pt idx="854">
                        <c:v>73.806685999999999</c:v>
                      </c:pt>
                      <c:pt idx="855">
                        <c:v>73.784385999999998</c:v>
                      </c:pt>
                      <c:pt idx="856">
                        <c:v>73.759681999999998</c:v>
                      </c:pt>
                      <c:pt idx="857">
                        <c:v>73.736960999999994</c:v>
                      </c:pt>
                      <c:pt idx="858">
                        <c:v>73.714714000000001</c:v>
                      </c:pt>
                      <c:pt idx="859">
                        <c:v>73.693466000000001</c:v>
                      </c:pt>
                      <c:pt idx="860">
                        <c:v>73.672852000000006</c:v>
                      </c:pt>
                      <c:pt idx="861">
                        <c:v>73.651711000000006</c:v>
                      </c:pt>
                      <c:pt idx="862">
                        <c:v>73.629638999999997</c:v>
                      </c:pt>
                      <c:pt idx="863">
                        <c:v>73.606139999999996</c:v>
                      </c:pt>
                      <c:pt idx="864">
                        <c:v>73.582053999999999</c:v>
                      </c:pt>
                      <c:pt idx="865">
                        <c:v>73.555183</c:v>
                      </c:pt>
                      <c:pt idx="866">
                        <c:v>73.523392000000001</c:v>
                      </c:pt>
                      <c:pt idx="867">
                        <c:v>73.487305000000006</c:v>
                      </c:pt>
                      <c:pt idx="868">
                        <c:v>73.442047000000002</c:v>
                      </c:pt>
                      <c:pt idx="869">
                        <c:v>73.389847000000003</c:v>
                      </c:pt>
                      <c:pt idx="870">
                        <c:v>73.337661999999995</c:v>
                      </c:pt>
                      <c:pt idx="871">
                        <c:v>73.293853999999996</c:v>
                      </c:pt>
                      <c:pt idx="872">
                        <c:v>73.257216999999997</c:v>
                      </c:pt>
                      <c:pt idx="873">
                        <c:v>73.220848000000004</c:v>
                      </c:pt>
                      <c:pt idx="874">
                        <c:v>73.176192999999998</c:v>
                      </c:pt>
                      <c:pt idx="875">
                        <c:v>73.117019999999997</c:v>
                      </c:pt>
                      <c:pt idx="876">
                        <c:v>73.047379000000006</c:v>
                      </c:pt>
                      <c:pt idx="877">
                        <c:v>72.973320000000001</c:v>
                      </c:pt>
                      <c:pt idx="878">
                        <c:v>72.899162000000004</c:v>
                      </c:pt>
                      <c:pt idx="879">
                        <c:v>72.825774999999993</c:v>
                      </c:pt>
                      <c:pt idx="880">
                        <c:v>72.748047</c:v>
                      </c:pt>
                      <c:pt idx="881">
                        <c:v>72.662368999999998</c:v>
                      </c:pt>
                      <c:pt idx="882">
                        <c:v>72.573441000000003</c:v>
                      </c:pt>
                      <c:pt idx="883">
                        <c:v>72.491401999999994</c:v>
                      </c:pt>
                      <c:pt idx="884">
                        <c:v>72.411315999999999</c:v>
                      </c:pt>
                      <c:pt idx="885">
                        <c:v>72.317466999999994</c:v>
                      </c:pt>
                      <c:pt idx="886">
                        <c:v>72.210999000000001</c:v>
                      </c:pt>
                      <c:pt idx="887">
                        <c:v>72.109343999999993</c:v>
                      </c:pt>
                      <c:pt idx="888">
                        <c:v>72.025413999999998</c:v>
                      </c:pt>
                      <c:pt idx="889">
                        <c:v>71.949623000000003</c:v>
                      </c:pt>
                      <c:pt idx="890">
                        <c:v>71.871773000000005</c:v>
                      </c:pt>
                      <c:pt idx="891">
                        <c:v>71.789505000000005</c:v>
                      </c:pt>
                      <c:pt idx="892">
                        <c:v>71.714455000000001</c:v>
                      </c:pt>
                      <c:pt idx="893">
                        <c:v>71.664985999999999</c:v>
                      </c:pt>
                      <c:pt idx="894">
                        <c:v>71.64743</c:v>
                      </c:pt>
                      <c:pt idx="895">
                        <c:v>71.656379999999999</c:v>
                      </c:pt>
                      <c:pt idx="896">
                        <c:v>71.678443999999999</c:v>
                      </c:pt>
                      <c:pt idx="897">
                        <c:v>71.721039000000005</c:v>
                      </c:pt>
                      <c:pt idx="898">
                        <c:v>71.791388999999995</c:v>
                      </c:pt>
                      <c:pt idx="899">
                        <c:v>71.875220999999996</c:v>
                      </c:pt>
                      <c:pt idx="900">
                        <c:v>71.960144</c:v>
                      </c:pt>
                      <c:pt idx="901">
                        <c:v>72.041695000000004</c:v>
                      </c:pt>
                      <c:pt idx="902">
                        <c:v>72.126709000000005</c:v>
                      </c:pt>
                      <c:pt idx="903">
                        <c:v>72.210944999999995</c:v>
                      </c:pt>
                      <c:pt idx="904">
                        <c:v>72.294075000000007</c:v>
                      </c:pt>
                      <c:pt idx="905">
                        <c:v>72.377266000000006</c:v>
                      </c:pt>
                      <c:pt idx="906">
                        <c:v>72.449921000000003</c:v>
                      </c:pt>
                      <c:pt idx="907">
                        <c:v>72.515929999999997</c:v>
                      </c:pt>
                      <c:pt idx="908">
                        <c:v>72.573227000000003</c:v>
                      </c:pt>
                      <c:pt idx="909">
                        <c:v>72.621155000000002</c:v>
                      </c:pt>
                      <c:pt idx="910">
                        <c:v>72.674994999999996</c:v>
                      </c:pt>
                      <c:pt idx="911">
                        <c:v>72.728699000000006</c:v>
                      </c:pt>
                      <c:pt idx="912">
                        <c:v>72.766486999999998</c:v>
                      </c:pt>
                      <c:pt idx="913">
                        <c:v>72.787537</c:v>
                      </c:pt>
                      <c:pt idx="914">
                        <c:v>72.797927999999999</c:v>
                      </c:pt>
                      <c:pt idx="915">
                        <c:v>72.806899999999999</c:v>
                      </c:pt>
                      <c:pt idx="916">
                        <c:v>72.817870999999997</c:v>
                      </c:pt>
                      <c:pt idx="917">
                        <c:v>72.833693999999994</c:v>
                      </c:pt>
                      <c:pt idx="918">
                        <c:v>72.845939999999999</c:v>
                      </c:pt>
                      <c:pt idx="919">
                        <c:v>72.853783000000007</c:v>
                      </c:pt>
                      <c:pt idx="920">
                        <c:v>72.861762999999996</c:v>
                      </c:pt>
                      <c:pt idx="921">
                        <c:v>72.871551999999994</c:v>
                      </c:pt>
                      <c:pt idx="922">
                        <c:v>72.885551000000007</c:v>
                      </c:pt>
                      <c:pt idx="923">
                        <c:v>72.901450999999994</c:v>
                      </c:pt>
                      <c:pt idx="924">
                        <c:v>72.913269</c:v>
                      </c:pt>
                      <c:pt idx="925">
                        <c:v>72.925308000000001</c:v>
                      </c:pt>
                      <c:pt idx="926">
                        <c:v>72.944023000000001</c:v>
                      </c:pt>
                      <c:pt idx="927">
                        <c:v>72.971824999999995</c:v>
                      </c:pt>
                      <c:pt idx="928">
                        <c:v>73.013084000000006</c:v>
                      </c:pt>
                      <c:pt idx="929">
                        <c:v>73.058295999999999</c:v>
                      </c:pt>
                      <c:pt idx="930">
                        <c:v>73.092513999999994</c:v>
                      </c:pt>
                      <c:pt idx="931">
                        <c:v>73.112091000000007</c:v>
                      </c:pt>
                      <c:pt idx="932">
                        <c:v>73.128876000000005</c:v>
                      </c:pt>
                      <c:pt idx="933">
                        <c:v>73.149612000000005</c:v>
                      </c:pt>
                      <c:pt idx="934">
                        <c:v>73.172256000000004</c:v>
                      </c:pt>
                      <c:pt idx="935">
                        <c:v>73.189605999999998</c:v>
                      </c:pt>
                      <c:pt idx="936">
                        <c:v>73.197456000000003</c:v>
                      </c:pt>
                      <c:pt idx="937">
                        <c:v>73.196731999999997</c:v>
                      </c:pt>
                      <c:pt idx="938">
                        <c:v>73.185813999999993</c:v>
                      </c:pt>
                      <c:pt idx="939">
                        <c:v>73.170860000000005</c:v>
                      </c:pt>
                      <c:pt idx="940">
                        <c:v>73.156943999999996</c:v>
                      </c:pt>
                      <c:pt idx="941">
                        <c:v>73.144240999999994</c:v>
                      </c:pt>
                      <c:pt idx="942">
                        <c:v>73.127312000000003</c:v>
                      </c:pt>
                      <c:pt idx="943">
                        <c:v>73.104720999999998</c:v>
                      </c:pt>
                      <c:pt idx="944">
                        <c:v>73.075958</c:v>
                      </c:pt>
                      <c:pt idx="945">
                        <c:v>73.041320999999996</c:v>
                      </c:pt>
                      <c:pt idx="946">
                        <c:v>72.987930000000006</c:v>
                      </c:pt>
                      <c:pt idx="947">
                        <c:v>72.914589000000007</c:v>
                      </c:pt>
                      <c:pt idx="948">
                        <c:v>72.825705999999997</c:v>
                      </c:pt>
                      <c:pt idx="949">
                        <c:v>72.723022</c:v>
                      </c:pt>
                      <c:pt idx="950">
                        <c:v>72.612731999999994</c:v>
                      </c:pt>
                      <c:pt idx="951">
                        <c:v>72.496689000000003</c:v>
                      </c:pt>
                      <c:pt idx="952">
                        <c:v>72.380684000000002</c:v>
                      </c:pt>
                      <c:pt idx="953">
                        <c:v>72.271041999999994</c:v>
                      </c:pt>
                      <c:pt idx="954">
                        <c:v>72.177277000000004</c:v>
                      </c:pt>
                      <c:pt idx="955">
                        <c:v>72.110946999999996</c:v>
                      </c:pt>
                      <c:pt idx="956">
                        <c:v>72.062843000000001</c:v>
                      </c:pt>
                      <c:pt idx="957">
                        <c:v>72.016227999999998</c:v>
                      </c:pt>
                      <c:pt idx="958">
                        <c:v>71.963768000000002</c:v>
                      </c:pt>
                      <c:pt idx="959">
                        <c:v>71.904488000000001</c:v>
                      </c:pt>
                      <c:pt idx="960">
                        <c:v>71.838898</c:v>
                      </c:pt>
                      <c:pt idx="961">
                        <c:v>71.767257999999998</c:v>
                      </c:pt>
                      <c:pt idx="962">
                        <c:v>71.693213999999998</c:v>
                      </c:pt>
                      <c:pt idx="963">
                        <c:v>71.627791999999999</c:v>
                      </c:pt>
                      <c:pt idx="964">
                        <c:v>71.568222000000006</c:v>
                      </c:pt>
                      <c:pt idx="965">
                        <c:v>71.499595999999997</c:v>
                      </c:pt>
                      <c:pt idx="966">
                        <c:v>71.413116000000002</c:v>
                      </c:pt>
                      <c:pt idx="967">
                        <c:v>71.313202000000004</c:v>
                      </c:pt>
                      <c:pt idx="968">
                        <c:v>71.206092999999996</c:v>
                      </c:pt>
                      <c:pt idx="969">
                        <c:v>71.099106000000006</c:v>
                      </c:pt>
                      <c:pt idx="970">
                        <c:v>71.006659999999997</c:v>
                      </c:pt>
                      <c:pt idx="971">
                        <c:v>70.927788000000007</c:v>
                      </c:pt>
                      <c:pt idx="972">
                        <c:v>70.851089000000002</c:v>
                      </c:pt>
                      <c:pt idx="973">
                        <c:v>70.769028000000006</c:v>
                      </c:pt>
                      <c:pt idx="974">
                        <c:v>70.683678</c:v>
                      </c:pt>
                      <c:pt idx="975">
                        <c:v>70.594809999999995</c:v>
                      </c:pt>
                      <c:pt idx="976">
                        <c:v>70.499306000000004</c:v>
                      </c:pt>
                      <c:pt idx="977">
                        <c:v>70.392653999999993</c:v>
                      </c:pt>
                      <c:pt idx="978">
                        <c:v>70.273124999999993</c:v>
                      </c:pt>
                      <c:pt idx="979">
                        <c:v>70.154694000000006</c:v>
                      </c:pt>
                      <c:pt idx="980">
                        <c:v>70.048659999999998</c:v>
                      </c:pt>
                      <c:pt idx="981">
                        <c:v>69.949188000000007</c:v>
                      </c:pt>
                      <c:pt idx="982">
                        <c:v>69.843047999999996</c:v>
                      </c:pt>
                      <c:pt idx="983">
                        <c:v>69.732498000000007</c:v>
                      </c:pt>
                      <c:pt idx="984">
                        <c:v>69.624397000000002</c:v>
                      </c:pt>
                      <c:pt idx="985">
                        <c:v>69.528259000000006</c:v>
                      </c:pt>
                      <c:pt idx="986">
                        <c:v>69.456192000000001</c:v>
                      </c:pt>
                      <c:pt idx="987">
                        <c:v>69.401473999999993</c:v>
                      </c:pt>
                      <c:pt idx="988">
                        <c:v>69.345421000000002</c:v>
                      </c:pt>
                      <c:pt idx="989">
                        <c:v>69.283828999999997</c:v>
                      </c:pt>
                      <c:pt idx="990">
                        <c:v>69.224113000000003</c:v>
                      </c:pt>
                      <c:pt idx="991">
                        <c:v>69.178711000000007</c:v>
                      </c:pt>
                      <c:pt idx="992">
                        <c:v>69.138572999999994</c:v>
                      </c:pt>
                      <c:pt idx="993">
                        <c:v>69.090652000000006</c:v>
                      </c:pt>
                      <c:pt idx="994">
                        <c:v>69.032616000000004</c:v>
                      </c:pt>
                      <c:pt idx="995">
                        <c:v>68.964493000000004</c:v>
                      </c:pt>
                      <c:pt idx="996">
                        <c:v>68.889258999999996</c:v>
                      </c:pt>
                      <c:pt idx="997">
                        <c:v>68.817336999999995</c:v>
                      </c:pt>
                      <c:pt idx="998">
                        <c:v>68.764144999999999</c:v>
                      </c:pt>
                      <c:pt idx="999">
                        <c:v>68.731551999999994</c:v>
                      </c:pt>
                      <c:pt idx="1000">
                        <c:v>68.714211000000006</c:v>
                      </c:pt>
                      <c:pt idx="1001">
                        <c:v>68.702759</c:v>
                      </c:pt>
                      <c:pt idx="1002">
                        <c:v>68.697379999999995</c:v>
                      </c:pt>
                      <c:pt idx="1003">
                        <c:v>68.701248000000007</c:v>
                      </c:pt>
                      <c:pt idx="1004">
                        <c:v>68.709518000000003</c:v>
                      </c:pt>
                      <c:pt idx="1005">
                        <c:v>68.713256999999999</c:v>
                      </c:pt>
                      <c:pt idx="1006">
                        <c:v>68.708893000000003</c:v>
                      </c:pt>
                      <c:pt idx="1007">
                        <c:v>68.700699</c:v>
                      </c:pt>
                      <c:pt idx="1008">
                        <c:v>68.681404000000001</c:v>
                      </c:pt>
                      <c:pt idx="1009">
                        <c:v>68.641295999999997</c:v>
                      </c:pt>
                      <c:pt idx="1010">
                        <c:v>68.578979000000004</c:v>
                      </c:pt>
                      <c:pt idx="1011">
                        <c:v>68.495354000000006</c:v>
                      </c:pt>
                      <c:pt idx="1012">
                        <c:v>68.392487000000003</c:v>
                      </c:pt>
                      <c:pt idx="1013">
                        <c:v>68.281906000000006</c:v>
                      </c:pt>
                      <c:pt idx="1014">
                        <c:v>68.165122999999994</c:v>
                      </c:pt>
                      <c:pt idx="1015">
                        <c:v>68.045860000000005</c:v>
                      </c:pt>
                      <c:pt idx="1016">
                        <c:v>67.933539999999994</c:v>
                      </c:pt>
                      <c:pt idx="1017">
                        <c:v>67.832419999999999</c:v>
                      </c:pt>
                      <c:pt idx="1018">
                        <c:v>67.740905999999995</c:v>
                      </c:pt>
                      <c:pt idx="1019">
                        <c:v>67.659576000000001</c:v>
                      </c:pt>
                      <c:pt idx="1020">
                        <c:v>67.595291000000003</c:v>
                      </c:pt>
                      <c:pt idx="1021">
                        <c:v>67.539992999999996</c:v>
                      </c:pt>
                      <c:pt idx="1022">
                        <c:v>67.489517000000006</c:v>
                      </c:pt>
                      <c:pt idx="1023">
                        <c:v>67.452950000000001</c:v>
                      </c:pt>
                      <c:pt idx="1024">
                        <c:v>67.436745000000002</c:v>
                      </c:pt>
                      <c:pt idx="1025">
                        <c:v>67.429687999999999</c:v>
                      </c:pt>
                      <c:pt idx="1026">
                        <c:v>67.423446999999996</c:v>
                      </c:pt>
                      <c:pt idx="1027">
                        <c:v>67.416702000000001</c:v>
                      </c:pt>
                      <c:pt idx="1028">
                        <c:v>67.413177000000005</c:v>
                      </c:pt>
                      <c:pt idx="1029">
                        <c:v>67.415497000000002</c:v>
                      </c:pt>
                      <c:pt idx="1030">
                        <c:v>67.425231999999994</c:v>
                      </c:pt>
                      <c:pt idx="1031">
                        <c:v>67.437866</c:v>
                      </c:pt>
                      <c:pt idx="1032">
                        <c:v>67.445969000000005</c:v>
                      </c:pt>
                      <c:pt idx="1033">
                        <c:v>67.449707000000004</c:v>
                      </c:pt>
                      <c:pt idx="1034">
                        <c:v>67.451590999999993</c:v>
                      </c:pt>
                      <c:pt idx="1035">
                        <c:v>67.452972000000003</c:v>
                      </c:pt>
                      <c:pt idx="1036">
                        <c:v>67.453598</c:v>
                      </c:pt>
                      <c:pt idx="1037">
                        <c:v>67.451819999999998</c:v>
                      </c:pt>
                      <c:pt idx="1038">
                        <c:v>67.449188000000007</c:v>
                      </c:pt>
                      <c:pt idx="1039">
                        <c:v>67.454521</c:v>
                      </c:pt>
                      <c:pt idx="1040">
                        <c:v>67.465439000000003</c:v>
                      </c:pt>
                      <c:pt idx="1041">
                        <c:v>67.474204999999998</c:v>
                      </c:pt>
                      <c:pt idx="1042">
                        <c:v>67.474074999999999</c:v>
                      </c:pt>
                      <c:pt idx="1043">
                        <c:v>67.464134000000001</c:v>
                      </c:pt>
                      <c:pt idx="1044">
                        <c:v>67.452933999999999</c:v>
                      </c:pt>
                      <c:pt idx="1045">
                        <c:v>67.446006999999994</c:v>
                      </c:pt>
                      <c:pt idx="1046">
                        <c:v>67.443038999999999</c:v>
                      </c:pt>
                      <c:pt idx="1047">
                        <c:v>67.443404999999998</c:v>
                      </c:pt>
                      <c:pt idx="1048">
                        <c:v>67.448089999999993</c:v>
                      </c:pt>
                      <c:pt idx="1049">
                        <c:v>67.457199000000003</c:v>
                      </c:pt>
                      <c:pt idx="1050">
                        <c:v>67.471039000000005</c:v>
                      </c:pt>
                      <c:pt idx="1051">
                        <c:v>67.492737000000005</c:v>
                      </c:pt>
                      <c:pt idx="1052">
                        <c:v>67.512649999999994</c:v>
                      </c:pt>
                      <c:pt idx="1053">
                        <c:v>67.524520999999993</c:v>
                      </c:pt>
                      <c:pt idx="1054">
                        <c:v>67.514510999999999</c:v>
                      </c:pt>
                      <c:pt idx="1055">
                        <c:v>67.487350000000006</c:v>
                      </c:pt>
                      <c:pt idx="1056">
                        <c:v>67.447670000000002</c:v>
                      </c:pt>
                      <c:pt idx="1057">
                        <c:v>67.404953000000006</c:v>
                      </c:pt>
                      <c:pt idx="1058">
                        <c:v>67.371437</c:v>
                      </c:pt>
                      <c:pt idx="1059">
                        <c:v>67.351082000000005</c:v>
                      </c:pt>
                      <c:pt idx="1060">
                        <c:v>67.328659000000002</c:v>
                      </c:pt>
                      <c:pt idx="1061">
                        <c:v>67.297225999999995</c:v>
                      </c:pt>
                      <c:pt idx="1062">
                        <c:v>67.254608000000005</c:v>
                      </c:pt>
                      <c:pt idx="1063">
                        <c:v>67.198265000000006</c:v>
                      </c:pt>
                      <c:pt idx="1064">
                        <c:v>67.128189000000006</c:v>
                      </c:pt>
                      <c:pt idx="1065">
                        <c:v>67.051063999999997</c:v>
                      </c:pt>
                      <c:pt idx="1066">
                        <c:v>66.974853999999993</c:v>
                      </c:pt>
                      <c:pt idx="1067">
                        <c:v>66.901038999999997</c:v>
                      </c:pt>
                      <c:pt idx="1068">
                        <c:v>66.823372000000006</c:v>
                      </c:pt>
                      <c:pt idx="1069">
                        <c:v>66.742531</c:v>
                      </c:pt>
                      <c:pt idx="1070">
                        <c:v>66.662422000000007</c:v>
                      </c:pt>
                      <c:pt idx="1071">
                        <c:v>66.597397000000001</c:v>
                      </c:pt>
                      <c:pt idx="1072">
                        <c:v>66.558791999999997</c:v>
                      </c:pt>
                      <c:pt idx="1073">
                        <c:v>66.551070999999993</c:v>
                      </c:pt>
                      <c:pt idx="1074">
                        <c:v>66.553284000000005</c:v>
                      </c:pt>
                      <c:pt idx="1075">
                        <c:v>66.562659999999994</c:v>
                      </c:pt>
                      <c:pt idx="1076">
                        <c:v>66.570007000000004</c:v>
                      </c:pt>
                      <c:pt idx="1077">
                        <c:v>66.576346999999998</c:v>
                      </c:pt>
                      <c:pt idx="1078">
                        <c:v>66.584564</c:v>
                      </c:pt>
                      <c:pt idx="1079">
                        <c:v>66.593018000000001</c:v>
                      </c:pt>
                      <c:pt idx="1080">
                        <c:v>66.595909000000006</c:v>
                      </c:pt>
                      <c:pt idx="1081">
                        <c:v>66.587387000000007</c:v>
                      </c:pt>
                      <c:pt idx="1082">
                        <c:v>66.569496000000001</c:v>
                      </c:pt>
                      <c:pt idx="1083">
                        <c:v>66.537261999999998</c:v>
                      </c:pt>
                      <c:pt idx="1084">
                        <c:v>66.487601999999995</c:v>
                      </c:pt>
                      <c:pt idx="1085">
                        <c:v>66.421982</c:v>
                      </c:pt>
                      <c:pt idx="1086">
                        <c:v>66.345978000000002</c:v>
                      </c:pt>
                      <c:pt idx="1087">
                        <c:v>66.258499</c:v>
                      </c:pt>
                      <c:pt idx="1088">
                        <c:v>66.163642999999993</c:v>
                      </c:pt>
                      <c:pt idx="1089">
                        <c:v>66.068702999999999</c:v>
                      </c:pt>
                      <c:pt idx="1090">
                        <c:v>65.984047000000004</c:v>
                      </c:pt>
                      <c:pt idx="1091">
                        <c:v>65.914505000000005</c:v>
                      </c:pt>
                      <c:pt idx="1092">
                        <c:v>65.859222000000003</c:v>
                      </c:pt>
                      <c:pt idx="1093">
                        <c:v>65.812256000000005</c:v>
                      </c:pt>
                      <c:pt idx="1094">
                        <c:v>65.757750999999999</c:v>
                      </c:pt>
                      <c:pt idx="1095">
                        <c:v>65.689803999999995</c:v>
                      </c:pt>
                      <c:pt idx="1096">
                        <c:v>65.615066999999996</c:v>
                      </c:pt>
                      <c:pt idx="1097">
                        <c:v>65.535622000000004</c:v>
                      </c:pt>
                      <c:pt idx="1098">
                        <c:v>65.454880000000003</c:v>
                      </c:pt>
                      <c:pt idx="1099">
                        <c:v>65.368522999999996</c:v>
                      </c:pt>
                      <c:pt idx="1100">
                        <c:v>65.277473000000001</c:v>
                      </c:pt>
                      <c:pt idx="1101">
                        <c:v>65.189803999999995</c:v>
                      </c:pt>
                      <c:pt idx="1102">
                        <c:v>65.121132000000003</c:v>
                      </c:pt>
                      <c:pt idx="1103">
                        <c:v>65.075699</c:v>
                      </c:pt>
                      <c:pt idx="1104">
                        <c:v>65.052216000000001</c:v>
                      </c:pt>
                      <c:pt idx="1105">
                        <c:v>65.039894000000004</c:v>
                      </c:pt>
                      <c:pt idx="1106">
                        <c:v>65.028244000000001</c:v>
                      </c:pt>
                      <c:pt idx="1107">
                        <c:v>65.019035000000002</c:v>
                      </c:pt>
                      <c:pt idx="1108">
                        <c:v>65.013908000000001</c:v>
                      </c:pt>
                      <c:pt idx="1109">
                        <c:v>65.026236999999995</c:v>
                      </c:pt>
                      <c:pt idx="1110">
                        <c:v>65.047043000000002</c:v>
                      </c:pt>
                      <c:pt idx="1111">
                        <c:v>65.070839000000007</c:v>
                      </c:pt>
                      <c:pt idx="1112">
                        <c:v>65.091804999999994</c:v>
                      </c:pt>
                      <c:pt idx="1113">
                        <c:v>65.105461000000005</c:v>
                      </c:pt>
                      <c:pt idx="1114">
                        <c:v>65.114067000000006</c:v>
                      </c:pt>
                      <c:pt idx="1115">
                        <c:v>65.124167999999997</c:v>
                      </c:pt>
                      <c:pt idx="1116">
                        <c:v>65.143874999999994</c:v>
                      </c:pt>
                      <c:pt idx="1117">
                        <c:v>65.163314999999997</c:v>
                      </c:pt>
                      <c:pt idx="1118">
                        <c:v>65.165588</c:v>
                      </c:pt>
                      <c:pt idx="1119">
                        <c:v>65.158966000000007</c:v>
                      </c:pt>
                      <c:pt idx="1120">
                        <c:v>65.186927999999995</c:v>
                      </c:pt>
                      <c:pt idx="1121">
                        <c:v>65.204291999999995</c:v>
                      </c:pt>
                      <c:pt idx="1122">
                        <c:v>65.217087000000006</c:v>
                      </c:pt>
                      <c:pt idx="1123">
                        <c:v>65.227333000000002</c:v>
                      </c:pt>
                      <c:pt idx="1124">
                        <c:v>65.237808000000001</c:v>
                      </c:pt>
                      <c:pt idx="1125">
                        <c:v>65.248694999999998</c:v>
                      </c:pt>
                      <c:pt idx="1126">
                        <c:v>65.257110999999995</c:v>
                      </c:pt>
                      <c:pt idx="1127">
                        <c:v>65.256568999999999</c:v>
                      </c:pt>
                      <c:pt idx="1128">
                        <c:v>65.247528000000003</c:v>
                      </c:pt>
                      <c:pt idx="1129">
                        <c:v>65.236487999999994</c:v>
                      </c:pt>
                      <c:pt idx="1130">
                        <c:v>65.227028000000004</c:v>
                      </c:pt>
                      <c:pt idx="1131">
                        <c:v>65.219481999999999</c:v>
                      </c:pt>
                      <c:pt idx="1132">
                        <c:v>65.215294</c:v>
                      </c:pt>
                      <c:pt idx="1133">
                        <c:v>65.212836999999993</c:v>
                      </c:pt>
                      <c:pt idx="1134">
                        <c:v>65.214409000000003</c:v>
                      </c:pt>
                      <c:pt idx="1135">
                        <c:v>65.219215000000005</c:v>
                      </c:pt>
                      <c:pt idx="1136">
                        <c:v>65.225288000000006</c:v>
                      </c:pt>
                      <c:pt idx="1137">
                        <c:v>65.234916999999996</c:v>
                      </c:pt>
                      <c:pt idx="1138">
                        <c:v>65.251480000000001</c:v>
                      </c:pt>
                      <c:pt idx="1139">
                        <c:v>65.279007000000007</c:v>
                      </c:pt>
                      <c:pt idx="1140">
                        <c:v>65.313514999999995</c:v>
                      </c:pt>
                      <c:pt idx="1141">
                        <c:v>65.353745000000004</c:v>
                      </c:pt>
                      <c:pt idx="1142">
                        <c:v>65.398521000000002</c:v>
                      </c:pt>
                      <c:pt idx="1143">
                        <c:v>65.448791999999997</c:v>
                      </c:pt>
                      <c:pt idx="1144">
                        <c:v>65.504638999999997</c:v>
                      </c:pt>
                      <c:pt idx="1145">
                        <c:v>65.566742000000005</c:v>
                      </c:pt>
                      <c:pt idx="1146">
                        <c:v>65.643646000000004</c:v>
                      </c:pt>
                      <c:pt idx="1147">
                        <c:v>65.724029999999999</c:v>
                      </c:pt>
                      <c:pt idx="1148">
                        <c:v>65.797034999999994</c:v>
                      </c:pt>
                      <c:pt idx="1149">
                        <c:v>65.865211000000002</c:v>
                      </c:pt>
                      <c:pt idx="1150">
                        <c:v>65.928664999999995</c:v>
                      </c:pt>
                      <c:pt idx="1151">
                        <c:v>66.006607000000002</c:v>
                      </c:pt>
                      <c:pt idx="1152">
                        <c:v>66.108292000000006</c:v>
                      </c:pt>
                      <c:pt idx="1153">
                        <c:v>66.237526000000003</c:v>
                      </c:pt>
                      <c:pt idx="1154">
                        <c:v>66.386925000000005</c:v>
                      </c:pt>
                      <c:pt idx="1155">
                        <c:v>66.546576999999999</c:v>
                      </c:pt>
                      <c:pt idx="1156">
                        <c:v>66.700325000000007</c:v>
                      </c:pt>
                      <c:pt idx="1157">
                        <c:v>66.844772000000006</c:v>
                      </c:pt>
                      <c:pt idx="1158">
                        <c:v>66.981482999999997</c:v>
                      </c:pt>
                      <c:pt idx="1159">
                        <c:v>67.115516999999997</c:v>
                      </c:pt>
                      <c:pt idx="1160">
                        <c:v>67.249390000000005</c:v>
                      </c:pt>
                      <c:pt idx="1161">
                        <c:v>67.391434000000004</c:v>
                      </c:pt>
                      <c:pt idx="1162">
                        <c:v>67.542655999999994</c:v>
                      </c:pt>
                      <c:pt idx="1163">
                        <c:v>67.700546000000003</c:v>
                      </c:pt>
                      <c:pt idx="1164">
                        <c:v>67.861450000000005</c:v>
                      </c:pt>
                      <c:pt idx="1165">
                        <c:v>68.015152</c:v>
                      </c:pt>
                      <c:pt idx="1166">
                        <c:v>68.155708000000004</c:v>
                      </c:pt>
                      <c:pt idx="1167">
                        <c:v>68.286300999999995</c:v>
                      </c:pt>
                      <c:pt idx="1168">
                        <c:v>68.409073000000006</c:v>
                      </c:pt>
                      <c:pt idx="1169">
                        <c:v>68.528717</c:v>
                      </c:pt>
                      <c:pt idx="1170">
                        <c:v>68.652625999999998</c:v>
                      </c:pt>
                      <c:pt idx="1171">
                        <c:v>68.785186999999993</c:v>
                      </c:pt>
                      <c:pt idx="1172">
                        <c:v>68.925612999999998</c:v>
                      </c:pt>
                      <c:pt idx="1173">
                        <c:v>69.075119000000001</c:v>
                      </c:pt>
                      <c:pt idx="1174">
                        <c:v>69.251671000000002</c:v>
                      </c:pt>
                      <c:pt idx="1175">
                        <c:v>69.427543999999997</c:v>
                      </c:pt>
                      <c:pt idx="1176">
                        <c:v>69.599052</c:v>
                      </c:pt>
                      <c:pt idx="1177">
                        <c:v>69.765174999999999</c:v>
                      </c:pt>
                      <c:pt idx="1178">
                        <c:v>69.927536000000003</c:v>
                      </c:pt>
                      <c:pt idx="1179">
                        <c:v>70.092865000000003</c:v>
                      </c:pt>
                      <c:pt idx="1180">
                        <c:v>70.257194999999996</c:v>
                      </c:pt>
                      <c:pt idx="1181">
                        <c:v>70.408896999999996</c:v>
                      </c:pt>
                      <c:pt idx="1182">
                        <c:v>70.537070999999997</c:v>
                      </c:pt>
                      <c:pt idx="1183">
                        <c:v>70.642707999999999</c:v>
                      </c:pt>
                      <c:pt idx="1184">
                        <c:v>70.728706000000003</c:v>
                      </c:pt>
                      <c:pt idx="1185">
                        <c:v>70.803130999999993</c:v>
                      </c:pt>
                      <c:pt idx="1186">
                        <c:v>70.867690999999994</c:v>
                      </c:pt>
                      <c:pt idx="1187">
                        <c:v>70.927352999999997</c:v>
                      </c:pt>
                      <c:pt idx="1188">
                        <c:v>70.978461999999993</c:v>
                      </c:pt>
                      <c:pt idx="1189">
                        <c:v>71.026657</c:v>
                      </c:pt>
                      <c:pt idx="1190">
                        <c:v>71.071579</c:v>
                      </c:pt>
                      <c:pt idx="1191">
                        <c:v>71.112410999999994</c:v>
                      </c:pt>
                      <c:pt idx="1192">
                        <c:v>71.152457999999996</c:v>
                      </c:pt>
                      <c:pt idx="1193">
                        <c:v>71.187766999999994</c:v>
                      </c:pt>
                      <c:pt idx="1194">
                        <c:v>71.213661000000002</c:v>
                      </c:pt>
                      <c:pt idx="1195">
                        <c:v>71.223243999999994</c:v>
                      </c:pt>
                      <c:pt idx="1196">
                        <c:v>71.219879000000006</c:v>
                      </c:pt>
                      <c:pt idx="1197">
                        <c:v>71.204162999999994</c:v>
                      </c:pt>
                      <c:pt idx="1198">
                        <c:v>71.175467999999995</c:v>
                      </c:pt>
                      <c:pt idx="1199">
                        <c:v>71.145454000000001</c:v>
                      </c:pt>
                      <c:pt idx="1200">
                        <c:v>71.118545999999995</c:v>
                      </c:pt>
                      <c:pt idx="1201">
                        <c:v>71.092078999999998</c:v>
                      </c:pt>
                      <c:pt idx="1202">
                        <c:v>71.078841999999995</c:v>
                      </c:pt>
                      <c:pt idx="1203">
                        <c:v>71.088249000000005</c:v>
                      </c:pt>
                      <c:pt idx="1204">
                        <c:v>71.115166000000002</c:v>
                      </c:pt>
                      <c:pt idx="1205">
                        <c:v>71.144737000000006</c:v>
                      </c:pt>
                      <c:pt idx="1206">
                        <c:v>71.179885999999996</c:v>
                      </c:pt>
                      <c:pt idx="1207">
                        <c:v>71.205589000000003</c:v>
                      </c:pt>
                      <c:pt idx="1208">
                        <c:v>71.231162999999995</c:v>
                      </c:pt>
                      <c:pt idx="1209">
                        <c:v>71.250427000000002</c:v>
                      </c:pt>
                      <c:pt idx="1210">
                        <c:v>71.260384000000002</c:v>
                      </c:pt>
                      <c:pt idx="1211">
                        <c:v>71.258529999999993</c:v>
                      </c:pt>
                      <c:pt idx="1212">
                        <c:v>71.245666999999997</c:v>
                      </c:pt>
                      <c:pt idx="1213">
                        <c:v>71.224013999999997</c:v>
                      </c:pt>
                      <c:pt idx="1214">
                        <c:v>71.190398999999999</c:v>
                      </c:pt>
                      <c:pt idx="1215">
                        <c:v>71.149635000000004</c:v>
                      </c:pt>
                      <c:pt idx="1216">
                        <c:v>71.109466999999995</c:v>
                      </c:pt>
                      <c:pt idx="1217">
                        <c:v>71.073493999999997</c:v>
                      </c:pt>
                      <c:pt idx="1218">
                        <c:v>71.045471000000006</c:v>
                      </c:pt>
                      <c:pt idx="1219">
                        <c:v>71.018967000000004</c:v>
                      </c:pt>
                      <c:pt idx="1220">
                        <c:v>70.988883999999999</c:v>
                      </c:pt>
                      <c:pt idx="1221">
                        <c:v>70.965003999999993</c:v>
                      </c:pt>
                      <c:pt idx="1222">
                        <c:v>70.953093999999993</c:v>
                      </c:pt>
                      <c:pt idx="1223">
                        <c:v>70.952042000000006</c:v>
                      </c:pt>
                      <c:pt idx="1224">
                        <c:v>70.963607999999994</c:v>
                      </c:pt>
                      <c:pt idx="1225">
                        <c:v>71.005591999999993</c:v>
                      </c:pt>
                      <c:pt idx="1226">
                        <c:v>71.070435000000003</c:v>
                      </c:pt>
                      <c:pt idx="1227">
                        <c:v>71.144240999999994</c:v>
                      </c:pt>
                      <c:pt idx="1228">
                        <c:v>71.220817999999994</c:v>
                      </c:pt>
                      <c:pt idx="1229">
                        <c:v>71.287009999999995</c:v>
                      </c:pt>
                      <c:pt idx="1230">
                        <c:v>71.342155000000005</c:v>
                      </c:pt>
                      <c:pt idx="1231">
                        <c:v>71.392585999999994</c:v>
                      </c:pt>
                      <c:pt idx="1232">
                        <c:v>71.428595999999999</c:v>
                      </c:pt>
                      <c:pt idx="1233">
                        <c:v>71.441047999999995</c:v>
                      </c:pt>
                      <c:pt idx="1234">
                        <c:v>71.422866999999997</c:v>
                      </c:pt>
                      <c:pt idx="1235">
                        <c:v>71.383681999999993</c:v>
                      </c:pt>
                      <c:pt idx="1236">
                        <c:v>71.337135000000004</c:v>
                      </c:pt>
                      <c:pt idx="1237">
                        <c:v>71.289863999999994</c:v>
                      </c:pt>
                      <c:pt idx="1238">
                        <c:v>71.245506000000006</c:v>
                      </c:pt>
                      <c:pt idx="1239">
                        <c:v>71.212051000000002</c:v>
                      </c:pt>
                      <c:pt idx="1240">
                        <c:v>71.191162000000006</c:v>
                      </c:pt>
                      <c:pt idx="1241">
                        <c:v>71.180526999999998</c:v>
                      </c:pt>
                      <c:pt idx="1242">
                        <c:v>71.174706</c:v>
                      </c:pt>
                      <c:pt idx="1243">
                        <c:v>71.168892</c:v>
                      </c:pt>
                      <c:pt idx="1244">
                        <c:v>71.164551000000003</c:v>
                      </c:pt>
                      <c:pt idx="1245">
                        <c:v>71.162650999999997</c:v>
                      </c:pt>
                      <c:pt idx="1246">
                        <c:v>71.161445999999998</c:v>
                      </c:pt>
                      <c:pt idx="1247">
                        <c:v>71.164046999999997</c:v>
                      </c:pt>
                      <c:pt idx="1248">
                        <c:v>71.173171999999994</c:v>
                      </c:pt>
                      <c:pt idx="1249">
                        <c:v>71.192169000000007</c:v>
                      </c:pt>
                      <c:pt idx="1250">
                        <c:v>71.218742000000006</c:v>
                      </c:pt>
                      <c:pt idx="1251">
                        <c:v>71.242797999999993</c:v>
                      </c:pt>
                      <c:pt idx="1252">
                        <c:v>71.256645000000006</c:v>
                      </c:pt>
                      <c:pt idx="1253">
                        <c:v>71.247107999999997</c:v>
                      </c:pt>
                      <c:pt idx="1254">
                        <c:v>71.219420999999997</c:v>
                      </c:pt>
                      <c:pt idx="1255">
                        <c:v>71.186272000000002</c:v>
                      </c:pt>
                      <c:pt idx="1256">
                        <c:v>71.144813999999997</c:v>
                      </c:pt>
                      <c:pt idx="1257">
                        <c:v>71.094391000000002</c:v>
                      </c:pt>
                      <c:pt idx="1258">
                        <c:v>71.045974999999999</c:v>
                      </c:pt>
                      <c:pt idx="1259">
                        <c:v>71.005615000000006</c:v>
                      </c:pt>
                      <c:pt idx="1260">
                        <c:v>70.966330999999997</c:v>
                      </c:pt>
                      <c:pt idx="1261">
                        <c:v>70.927634999999995</c:v>
                      </c:pt>
                      <c:pt idx="1262">
                        <c:v>70.879470999999995</c:v>
                      </c:pt>
                      <c:pt idx="1263">
                        <c:v>70.827065000000005</c:v>
                      </c:pt>
                      <c:pt idx="1264">
                        <c:v>70.771996000000001</c:v>
                      </c:pt>
                      <c:pt idx="1265">
                        <c:v>70.713310000000007</c:v>
                      </c:pt>
                      <c:pt idx="1266">
                        <c:v>70.654555999999999</c:v>
                      </c:pt>
                      <c:pt idx="1267">
                        <c:v>70.578888000000006</c:v>
                      </c:pt>
                      <c:pt idx="1268">
                        <c:v>70.509299999999996</c:v>
                      </c:pt>
                      <c:pt idx="1269">
                        <c:v>70.435721999999998</c:v>
                      </c:pt>
                      <c:pt idx="1270">
                        <c:v>70.366187999999994</c:v>
                      </c:pt>
                      <c:pt idx="1271">
                        <c:v>70.291206000000003</c:v>
                      </c:pt>
                      <c:pt idx="1272">
                        <c:v>70.217788999999996</c:v>
                      </c:pt>
                      <c:pt idx="1273">
                        <c:v>70.159415999999993</c:v>
                      </c:pt>
                      <c:pt idx="1274">
                        <c:v>70.121544</c:v>
                      </c:pt>
                      <c:pt idx="1275">
                        <c:v>70.086594000000005</c:v>
                      </c:pt>
                      <c:pt idx="1276">
                        <c:v>70.045586</c:v>
                      </c:pt>
                      <c:pt idx="1277">
                        <c:v>69.998772000000002</c:v>
                      </c:pt>
                      <c:pt idx="1278">
                        <c:v>69.956283999999997</c:v>
                      </c:pt>
                      <c:pt idx="1279">
                        <c:v>69.919556</c:v>
                      </c:pt>
                      <c:pt idx="1280">
                        <c:v>69.888953999999998</c:v>
                      </c:pt>
                      <c:pt idx="1281">
                        <c:v>69.857803000000004</c:v>
                      </c:pt>
                      <c:pt idx="1282">
                        <c:v>69.829155</c:v>
                      </c:pt>
                      <c:pt idx="1283">
                        <c:v>69.80471</c:v>
                      </c:pt>
                      <c:pt idx="1284">
                        <c:v>69.790229999999994</c:v>
                      </c:pt>
                      <c:pt idx="1285">
                        <c:v>69.782416999999995</c:v>
                      </c:pt>
                      <c:pt idx="1286">
                        <c:v>69.774878999999999</c:v>
                      </c:pt>
                      <c:pt idx="1287">
                        <c:v>69.769264000000007</c:v>
                      </c:pt>
                      <c:pt idx="1288">
                        <c:v>69.769005000000007</c:v>
                      </c:pt>
                      <c:pt idx="1289">
                        <c:v>69.775345000000002</c:v>
                      </c:pt>
                      <c:pt idx="1290">
                        <c:v>69.785865999999999</c:v>
                      </c:pt>
                      <c:pt idx="1291">
                        <c:v>69.794769000000002</c:v>
                      </c:pt>
                      <c:pt idx="1292">
                        <c:v>69.797522999999998</c:v>
                      </c:pt>
                      <c:pt idx="1293">
                        <c:v>69.802436999999998</c:v>
                      </c:pt>
                      <c:pt idx="1294">
                        <c:v>69.805695</c:v>
                      </c:pt>
                      <c:pt idx="1295">
                        <c:v>69.793137000000002</c:v>
                      </c:pt>
                      <c:pt idx="1296">
                        <c:v>69.766891000000001</c:v>
                      </c:pt>
                      <c:pt idx="1297">
                        <c:v>69.732947999999993</c:v>
                      </c:pt>
                      <c:pt idx="1298">
                        <c:v>69.697013999999996</c:v>
                      </c:pt>
                      <c:pt idx="1299">
                        <c:v>69.662064000000001</c:v>
                      </c:pt>
                      <c:pt idx="1300">
                        <c:v>69.629661999999996</c:v>
                      </c:pt>
                      <c:pt idx="1301">
                        <c:v>69.600928999999994</c:v>
                      </c:pt>
                      <c:pt idx="1302">
                        <c:v>69.579268999999996</c:v>
                      </c:pt>
                      <c:pt idx="1303">
                        <c:v>69.570839000000007</c:v>
                      </c:pt>
                      <c:pt idx="1304">
                        <c:v>69.581467000000004</c:v>
                      </c:pt>
                      <c:pt idx="1305">
                        <c:v>69.607360999999997</c:v>
                      </c:pt>
                      <c:pt idx="1306">
                        <c:v>69.640747000000005</c:v>
                      </c:pt>
                      <c:pt idx="1307">
                        <c:v>69.667441999999994</c:v>
                      </c:pt>
                      <c:pt idx="1308">
                        <c:v>69.691376000000005</c:v>
                      </c:pt>
                      <c:pt idx="1309">
                        <c:v>69.713927999999996</c:v>
                      </c:pt>
                      <c:pt idx="1310">
                        <c:v>69.736732000000003</c:v>
                      </c:pt>
                      <c:pt idx="1311">
                        <c:v>69.775054999999995</c:v>
                      </c:pt>
                      <c:pt idx="1312">
                        <c:v>69.832001000000005</c:v>
                      </c:pt>
                      <c:pt idx="1313">
                        <c:v>69.902884999999998</c:v>
                      </c:pt>
                      <c:pt idx="1314">
                        <c:v>69.984367000000006</c:v>
                      </c:pt>
                      <c:pt idx="1315">
                        <c:v>70.080810999999997</c:v>
                      </c:pt>
                      <c:pt idx="1316">
                        <c:v>70.191474999999997</c:v>
                      </c:pt>
                      <c:pt idx="1317">
                        <c:v>70.308768999999998</c:v>
                      </c:pt>
                      <c:pt idx="1318">
                        <c:v>70.429039000000003</c:v>
                      </c:pt>
                      <c:pt idx="1319">
                        <c:v>70.544951999999995</c:v>
                      </c:pt>
                      <c:pt idx="1320">
                        <c:v>70.646895999999998</c:v>
                      </c:pt>
                      <c:pt idx="1321">
                        <c:v>70.745270000000005</c:v>
                      </c:pt>
                      <c:pt idx="1322">
                        <c:v>70.841269999999994</c:v>
                      </c:pt>
                      <c:pt idx="1323">
                        <c:v>70.926261999999994</c:v>
                      </c:pt>
                      <c:pt idx="1324">
                        <c:v>71.005272000000005</c:v>
                      </c:pt>
                      <c:pt idx="1325">
                        <c:v>71.074828999999994</c:v>
                      </c:pt>
                      <c:pt idx="1326">
                        <c:v>71.135979000000006</c:v>
                      </c:pt>
                      <c:pt idx="1327">
                        <c:v>71.194678999999994</c:v>
                      </c:pt>
                      <c:pt idx="1328">
                        <c:v>71.255981000000006</c:v>
                      </c:pt>
                      <c:pt idx="1329">
                        <c:v>71.331374999999994</c:v>
                      </c:pt>
                      <c:pt idx="1330">
                        <c:v>71.426002999999994</c:v>
                      </c:pt>
                      <c:pt idx="1331">
                        <c:v>71.532227000000006</c:v>
                      </c:pt>
                      <c:pt idx="1332">
                        <c:v>71.638664000000006</c:v>
                      </c:pt>
                      <c:pt idx="1333">
                        <c:v>71.739044000000007</c:v>
                      </c:pt>
                      <c:pt idx="1334">
                        <c:v>71.831740999999994</c:v>
                      </c:pt>
                      <c:pt idx="1335">
                        <c:v>71.916634000000002</c:v>
                      </c:pt>
                      <c:pt idx="1336">
                        <c:v>71.999770999999996</c:v>
                      </c:pt>
                      <c:pt idx="1337">
                        <c:v>72.088638000000003</c:v>
                      </c:pt>
                      <c:pt idx="1338">
                        <c:v>72.185203999999999</c:v>
                      </c:pt>
                      <c:pt idx="1339">
                        <c:v>72.285659999999993</c:v>
                      </c:pt>
                      <c:pt idx="1340">
                        <c:v>72.396827999999999</c:v>
                      </c:pt>
                      <c:pt idx="1341">
                        <c:v>72.518326000000002</c:v>
                      </c:pt>
                      <c:pt idx="1342">
                        <c:v>72.648787999999996</c:v>
                      </c:pt>
                      <c:pt idx="1343">
                        <c:v>72.785483999999997</c:v>
                      </c:pt>
                      <c:pt idx="1344">
                        <c:v>72.932472000000004</c:v>
                      </c:pt>
                      <c:pt idx="1345">
                        <c:v>73.084586999999999</c:v>
                      </c:pt>
                      <c:pt idx="1346">
                        <c:v>73.234961999999996</c:v>
                      </c:pt>
                      <c:pt idx="1347">
                        <c:v>73.387862999999996</c:v>
                      </c:pt>
                      <c:pt idx="1348">
                        <c:v>73.537719999999993</c:v>
                      </c:pt>
                      <c:pt idx="1349">
                        <c:v>73.672568999999996</c:v>
                      </c:pt>
                      <c:pt idx="1350">
                        <c:v>73.791435000000007</c:v>
                      </c:pt>
                      <c:pt idx="1351">
                        <c:v>73.903969000000004</c:v>
                      </c:pt>
                      <c:pt idx="1352">
                        <c:v>74.018958999999995</c:v>
                      </c:pt>
                      <c:pt idx="1353">
                        <c:v>74.137450999999999</c:v>
                      </c:pt>
                      <c:pt idx="1354">
                        <c:v>74.261512999999994</c:v>
                      </c:pt>
                      <c:pt idx="1355">
                        <c:v>74.386223000000001</c:v>
                      </c:pt>
                      <c:pt idx="1356">
                        <c:v>74.501389000000003</c:v>
                      </c:pt>
                      <c:pt idx="1357">
                        <c:v>74.615844999999993</c:v>
                      </c:pt>
                      <c:pt idx="1358">
                        <c:v>74.738602</c:v>
                      </c:pt>
                      <c:pt idx="1359">
                        <c:v>74.857574</c:v>
                      </c:pt>
                      <c:pt idx="1360">
                        <c:v>74.965987999999996</c:v>
                      </c:pt>
                      <c:pt idx="1361">
                        <c:v>75.065665999999993</c:v>
                      </c:pt>
                      <c:pt idx="1362">
                        <c:v>75.157416999999995</c:v>
                      </c:pt>
                      <c:pt idx="1363">
                        <c:v>75.240097000000006</c:v>
                      </c:pt>
                      <c:pt idx="1364">
                        <c:v>75.315826000000001</c:v>
                      </c:pt>
                      <c:pt idx="1365">
                        <c:v>75.381682999999995</c:v>
                      </c:pt>
                      <c:pt idx="1366">
                        <c:v>75.440887000000004</c:v>
                      </c:pt>
                      <c:pt idx="1367">
                        <c:v>75.497428999999997</c:v>
                      </c:pt>
                      <c:pt idx="1368">
                        <c:v>75.552002000000002</c:v>
                      </c:pt>
                      <c:pt idx="1369">
                        <c:v>75.605994999999993</c:v>
                      </c:pt>
                      <c:pt idx="1370">
                        <c:v>75.663360999999995</c:v>
                      </c:pt>
                      <c:pt idx="1371">
                        <c:v>75.728188000000003</c:v>
                      </c:pt>
                      <c:pt idx="1372">
                        <c:v>75.797859000000003</c:v>
                      </c:pt>
                      <c:pt idx="1373">
                        <c:v>75.864479000000003</c:v>
                      </c:pt>
                      <c:pt idx="1374">
                        <c:v>75.921654000000004</c:v>
                      </c:pt>
                      <c:pt idx="1375">
                        <c:v>75.976333999999994</c:v>
                      </c:pt>
                      <c:pt idx="1376">
                        <c:v>76.032668999999999</c:v>
                      </c:pt>
                      <c:pt idx="1377">
                        <c:v>76.094573999999994</c:v>
                      </c:pt>
                      <c:pt idx="1378">
                        <c:v>76.173378</c:v>
                      </c:pt>
                      <c:pt idx="1379">
                        <c:v>76.260138999999995</c:v>
                      </c:pt>
                      <c:pt idx="1380">
                        <c:v>76.334900000000005</c:v>
                      </c:pt>
                      <c:pt idx="1381">
                        <c:v>76.406768999999997</c:v>
                      </c:pt>
                      <c:pt idx="1382">
                        <c:v>76.46772</c:v>
                      </c:pt>
                      <c:pt idx="1383">
                        <c:v>76.526664999999994</c:v>
                      </c:pt>
                      <c:pt idx="1384">
                        <c:v>76.587883000000005</c:v>
                      </c:pt>
                      <c:pt idx="1385">
                        <c:v>76.649635000000004</c:v>
                      </c:pt>
                      <c:pt idx="1386">
                        <c:v>76.708679000000004</c:v>
                      </c:pt>
                      <c:pt idx="1387">
                        <c:v>76.768196000000003</c:v>
                      </c:pt>
                      <c:pt idx="1388">
                        <c:v>76.827217000000005</c:v>
                      </c:pt>
                      <c:pt idx="1389">
                        <c:v>76.888251999999994</c:v>
                      </c:pt>
                      <c:pt idx="1390">
                        <c:v>76.951042000000001</c:v>
                      </c:pt>
                      <c:pt idx="1391">
                        <c:v>77.014114000000006</c:v>
                      </c:pt>
                      <c:pt idx="1392">
                        <c:v>77.078048999999993</c:v>
                      </c:pt>
                      <c:pt idx="1393">
                        <c:v>77.142204000000007</c:v>
                      </c:pt>
                      <c:pt idx="1394">
                        <c:v>77.210387999999995</c:v>
                      </c:pt>
                      <c:pt idx="1395">
                        <c:v>77.291222000000005</c:v>
                      </c:pt>
                      <c:pt idx="1396">
                        <c:v>77.391746999999995</c:v>
                      </c:pt>
                      <c:pt idx="1397">
                        <c:v>77.512810000000002</c:v>
                      </c:pt>
                      <c:pt idx="1398">
                        <c:v>77.650490000000005</c:v>
                      </c:pt>
                      <c:pt idx="1399">
                        <c:v>77.798575999999997</c:v>
                      </c:pt>
                      <c:pt idx="1400">
                        <c:v>77.948684999999998</c:v>
                      </c:pt>
                      <c:pt idx="1401">
                        <c:v>78.097999999999999</c:v>
                      </c:pt>
                      <c:pt idx="1402">
                        <c:v>78.251648000000003</c:v>
                      </c:pt>
                      <c:pt idx="1403">
                        <c:v>78.402145000000004</c:v>
                      </c:pt>
                      <c:pt idx="1404">
                        <c:v>78.547843999999998</c:v>
                      </c:pt>
                      <c:pt idx="1405">
                        <c:v>78.693862999999993</c:v>
                      </c:pt>
                      <c:pt idx="1406">
                        <c:v>78.839248999999995</c:v>
                      </c:pt>
                      <c:pt idx="1407">
                        <c:v>78.972206</c:v>
                      </c:pt>
                      <c:pt idx="1408">
                        <c:v>79.088341</c:v>
                      </c:pt>
                      <c:pt idx="1409">
                        <c:v>79.191681000000003</c:v>
                      </c:pt>
                      <c:pt idx="1410">
                        <c:v>79.294212000000002</c:v>
                      </c:pt>
                      <c:pt idx="1411">
                        <c:v>79.403191000000007</c:v>
                      </c:pt>
                      <c:pt idx="1412">
                        <c:v>79.52449</c:v>
                      </c:pt>
                      <c:pt idx="1413">
                        <c:v>79.647614000000004</c:v>
                      </c:pt>
                      <c:pt idx="1414">
                        <c:v>79.758133000000001</c:v>
                      </c:pt>
                      <c:pt idx="1415">
                        <c:v>79.854729000000006</c:v>
                      </c:pt>
                      <c:pt idx="1416">
                        <c:v>79.943398000000002</c:v>
                      </c:pt>
                      <c:pt idx="1417">
                        <c:v>80.037987000000001</c:v>
                      </c:pt>
                      <c:pt idx="1418">
                        <c:v>80.142821999999995</c:v>
                      </c:pt>
                      <c:pt idx="1419">
                        <c:v>80.251204999999999</c:v>
                      </c:pt>
                      <c:pt idx="1420">
                        <c:v>80.353415999999996</c:v>
                      </c:pt>
                      <c:pt idx="1421">
                        <c:v>80.443603999999993</c:v>
                      </c:pt>
                      <c:pt idx="1422">
                        <c:v>80.520042000000004</c:v>
                      </c:pt>
                      <c:pt idx="1423">
                        <c:v>80.586830000000006</c:v>
                      </c:pt>
                      <c:pt idx="1424">
                        <c:v>80.643378999999996</c:v>
                      </c:pt>
                      <c:pt idx="1425">
                        <c:v>80.693038999999999</c:v>
                      </c:pt>
                      <c:pt idx="1426">
                        <c:v>80.743392999999998</c:v>
                      </c:pt>
                      <c:pt idx="1427">
                        <c:v>80.796188000000001</c:v>
                      </c:pt>
                      <c:pt idx="1428">
                        <c:v>80.853638000000004</c:v>
                      </c:pt>
                      <c:pt idx="1429">
                        <c:v>80.913345000000007</c:v>
                      </c:pt>
                      <c:pt idx="1430">
                        <c:v>80.979957999999996</c:v>
                      </c:pt>
                      <c:pt idx="1431">
                        <c:v>81.060524000000001</c:v>
                      </c:pt>
                      <c:pt idx="1432">
                        <c:v>81.148109000000005</c:v>
                      </c:pt>
                      <c:pt idx="1433">
                        <c:v>81.241325000000003</c:v>
                      </c:pt>
                      <c:pt idx="1434">
                        <c:v>81.337547000000001</c:v>
                      </c:pt>
                      <c:pt idx="1435">
                        <c:v>81.436104</c:v>
                      </c:pt>
                      <c:pt idx="1436">
                        <c:v>81.52758</c:v>
                      </c:pt>
                      <c:pt idx="1437">
                        <c:v>81.604506999999998</c:v>
                      </c:pt>
                      <c:pt idx="1438">
                        <c:v>81.669876000000002</c:v>
                      </c:pt>
                      <c:pt idx="1439">
                        <c:v>81.731032999999996</c:v>
                      </c:pt>
                      <c:pt idx="1440">
                        <c:v>81.776938999999999</c:v>
                      </c:pt>
                      <c:pt idx="1441">
                        <c:v>81.811133999999996</c:v>
                      </c:pt>
                      <c:pt idx="1442">
                        <c:v>81.838272000000003</c:v>
                      </c:pt>
                      <c:pt idx="1443">
                        <c:v>81.865302999999997</c:v>
                      </c:pt>
                      <c:pt idx="1444">
                        <c:v>81.890181999999996</c:v>
                      </c:pt>
                      <c:pt idx="1445">
                        <c:v>81.910706000000005</c:v>
                      </c:pt>
                      <c:pt idx="1446">
                        <c:v>81.933655000000002</c:v>
                      </c:pt>
                      <c:pt idx="1447">
                        <c:v>81.965477000000007</c:v>
                      </c:pt>
                      <c:pt idx="1448">
                        <c:v>82.004493999999994</c:v>
                      </c:pt>
                      <c:pt idx="1449">
                        <c:v>82.048446999999996</c:v>
                      </c:pt>
                      <c:pt idx="1450">
                        <c:v>82.096680000000006</c:v>
                      </c:pt>
                      <c:pt idx="1451">
                        <c:v>82.146904000000006</c:v>
                      </c:pt>
                      <c:pt idx="1452">
                        <c:v>82.198936000000003</c:v>
                      </c:pt>
                      <c:pt idx="1453">
                        <c:v>82.257476999999994</c:v>
                      </c:pt>
                      <c:pt idx="1454">
                        <c:v>82.320723999999998</c:v>
                      </c:pt>
                      <c:pt idx="1455">
                        <c:v>82.385589999999993</c:v>
                      </c:pt>
                      <c:pt idx="1456">
                        <c:v>82.448920999999999</c:v>
                      </c:pt>
                      <c:pt idx="1457">
                        <c:v>82.510047999999998</c:v>
                      </c:pt>
                      <c:pt idx="1458">
                        <c:v>82.570510999999996</c:v>
                      </c:pt>
                      <c:pt idx="1459">
                        <c:v>82.628951999999998</c:v>
                      </c:pt>
                      <c:pt idx="1460">
                        <c:v>82.680305000000004</c:v>
                      </c:pt>
                      <c:pt idx="1461">
                        <c:v>82.721610999999996</c:v>
                      </c:pt>
                      <c:pt idx="1462">
                        <c:v>82.754219000000006</c:v>
                      </c:pt>
                      <c:pt idx="1463">
                        <c:v>82.792350999999996</c:v>
                      </c:pt>
                      <c:pt idx="1464">
                        <c:v>82.839661000000007</c:v>
                      </c:pt>
                      <c:pt idx="1465">
                        <c:v>82.888390000000001</c:v>
                      </c:pt>
                      <c:pt idx="1466">
                        <c:v>82.935516000000007</c:v>
                      </c:pt>
                      <c:pt idx="1467">
                        <c:v>82.983176999999998</c:v>
                      </c:pt>
                      <c:pt idx="1468">
                        <c:v>83.033423999999997</c:v>
                      </c:pt>
                      <c:pt idx="1469">
                        <c:v>83.083297999999999</c:v>
                      </c:pt>
                      <c:pt idx="1470">
                        <c:v>83.123206999999994</c:v>
                      </c:pt>
                      <c:pt idx="1471">
                        <c:v>83.155593999999994</c:v>
                      </c:pt>
                      <c:pt idx="1472">
                        <c:v>83.190002000000007</c:v>
                      </c:pt>
                      <c:pt idx="1473">
                        <c:v>83.225250000000003</c:v>
                      </c:pt>
                      <c:pt idx="1474">
                        <c:v>83.262321</c:v>
                      </c:pt>
                      <c:pt idx="1475">
                        <c:v>83.300644000000005</c:v>
                      </c:pt>
                      <c:pt idx="1476">
                        <c:v>83.341125000000005</c:v>
                      </c:pt>
                      <c:pt idx="1477">
                        <c:v>83.379608000000005</c:v>
                      </c:pt>
                      <c:pt idx="1478">
                        <c:v>83.413657999999998</c:v>
                      </c:pt>
                      <c:pt idx="1479">
                        <c:v>83.445442</c:v>
                      </c:pt>
                      <c:pt idx="1480">
                        <c:v>83.467331000000001</c:v>
                      </c:pt>
                      <c:pt idx="1481">
                        <c:v>83.483672999999996</c:v>
                      </c:pt>
                      <c:pt idx="1482">
                        <c:v>83.503051999999997</c:v>
                      </c:pt>
                      <c:pt idx="1483">
                        <c:v>83.531570000000002</c:v>
                      </c:pt>
                      <c:pt idx="1484">
                        <c:v>83.571647999999996</c:v>
                      </c:pt>
                      <c:pt idx="1485">
                        <c:v>83.617912000000004</c:v>
                      </c:pt>
                      <c:pt idx="1486">
                        <c:v>83.656525000000002</c:v>
                      </c:pt>
                      <c:pt idx="1487">
                        <c:v>83.680862000000005</c:v>
                      </c:pt>
                      <c:pt idx="1488">
                        <c:v>83.697342000000006</c:v>
                      </c:pt>
                      <c:pt idx="1489">
                        <c:v>83.707358999999997</c:v>
                      </c:pt>
                      <c:pt idx="1490">
                        <c:v>83.710944999999995</c:v>
                      </c:pt>
                      <c:pt idx="1491">
                        <c:v>83.704559000000003</c:v>
                      </c:pt>
                      <c:pt idx="1492">
                        <c:v>83.689048999999997</c:v>
                      </c:pt>
                      <c:pt idx="1493">
                        <c:v>83.675231999999994</c:v>
                      </c:pt>
                      <c:pt idx="1494">
                        <c:v>83.663971000000004</c:v>
                      </c:pt>
                      <c:pt idx="1495">
                        <c:v>83.644081</c:v>
                      </c:pt>
                      <c:pt idx="1496">
                        <c:v>83.607253999999998</c:v>
                      </c:pt>
                      <c:pt idx="1497">
                        <c:v>83.558600999999996</c:v>
                      </c:pt>
                      <c:pt idx="1498">
                        <c:v>83.512787000000003</c:v>
                      </c:pt>
                      <c:pt idx="1499">
                        <c:v>83.472838999999993</c:v>
                      </c:pt>
                      <c:pt idx="1500">
                        <c:v>83.435126999999994</c:v>
                      </c:pt>
                      <c:pt idx="1501">
                        <c:v>83.395988000000003</c:v>
                      </c:pt>
                      <c:pt idx="1502">
                        <c:v>83.356048999999999</c:v>
                      </c:pt>
                      <c:pt idx="1503">
                        <c:v>83.317100999999994</c:v>
                      </c:pt>
                      <c:pt idx="1504">
                        <c:v>83.285499999999999</c:v>
                      </c:pt>
                      <c:pt idx="1505">
                        <c:v>83.267487000000003</c:v>
                      </c:pt>
                      <c:pt idx="1506">
                        <c:v>83.261619999999994</c:v>
                      </c:pt>
                      <c:pt idx="1507">
                        <c:v>83.261864000000003</c:v>
                      </c:pt>
                      <c:pt idx="1508">
                        <c:v>83.259299999999996</c:v>
                      </c:pt>
                      <c:pt idx="1509">
                        <c:v>83.258194000000003</c:v>
                      </c:pt>
                      <c:pt idx="1510">
                        <c:v>83.267914000000005</c:v>
                      </c:pt>
                      <c:pt idx="1511">
                        <c:v>83.295410000000004</c:v>
                      </c:pt>
                      <c:pt idx="1512">
                        <c:v>83.331023999999999</c:v>
                      </c:pt>
                      <c:pt idx="1513">
                        <c:v>83.373069999999998</c:v>
                      </c:pt>
                      <c:pt idx="1514">
                        <c:v>83.420058999999995</c:v>
                      </c:pt>
                      <c:pt idx="1515">
                        <c:v>83.475632000000004</c:v>
                      </c:pt>
                      <c:pt idx="1516">
                        <c:v>83.535622000000004</c:v>
                      </c:pt>
                      <c:pt idx="1517">
                        <c:v>83.589889999999997</c:v>
                      </c:pt>
                      <c:pt idx="1518">
                        <c:v>83.643257000000006</c:v>
                      </c:pt>
                      <c:pt idx="1519">
                        <c:v>83.699889999999996</c:v>
                      </c:pt>
                      <c:pt idx="1520">
                        <c:v>83.762649999999994</c:v>
                      </c:pt>
                      <c:pt idx="1521">
                        <c:v>83.833129999999997</c:v>
                      </c:pt>
                      <c:pt idx="1522">
                        <c:v>83.909401000000003</c:v>
                      </c:pt>
                      <c:pt idx="1523">
                        <c:v>83.985930999999994</c:v>
                      </c:pt>
                      <c:pt idx="1524">
                        <c:v>84.061638000000002</c:v>
                      </c:pt>
                      <c:pt idx="1525">
                        <c:v>84.130508000000006</c:v>
                      </c:pt>
                      <c:pt idx="1526">
                        <c:v>84.195335</c:v>
                      </c:pt>
                      <c:pt idx="1527">
                        <c:v>84.258842000000001</c:v>
                      </c:pt>
                      <c:pt idx="1528">
                        <c:v>84.326935000000006</c:v>
                      </c:pt>
                      <c:pt idx="1529">
                        <c:v>84.407829000000007</c:v>
                      </c:pt>
                      <c:pt idx="1530">
                        <c:v>84.495827000000006</c:v>
                      </c:pt>
                      <c:pt idx="1531">
                        <c:v>84.581787000000006</c:v>
                      </c:pt>
                      <c:pt idx="1532">
                        <c:v>84.656600999999995</c:v>
                      </c:pt>
                      <c:pt idx="1533">
                        <c:v>84.720305999999994</c:v>
                      </c:pt>
                      <c:pt idx="1534">
                        <c:v>84.787903</c:v>
                      </c:pt>
                      <c:pt idx="1535">
                        <c:v>84.865707</c:v>
                      </c:pt>
                      <c:pt idx="1536">
                        <c:v>84.956519999999998</c:v>
                      </c:pt>
                      <c:pt idx="1537">
                        <c:v>85.058952000000005</c:v>
                      </c:pt>
                      <c:pt idx="1538">
                        <c:v>85.161963999999998</c:v>
                      </c:pt>
                      <c:pt idx="1539">
                        <c:v>85.258437999999998</c:v>
                      </c:pt>
                      <c:pt idx="1540">
                        <c:v>85.353476999999998</c:v>
                      </c:pt>
                      <c:pt idx="1541">
                        <c:v>85.455078</c:v>
                      </c:pt>
                      <c:pt idx="1542">
                        <c:v>85.570815999999994</c:v>
                      </c:pt>
                      <c:pt idx="1543">
                        <c:v>85.698547000000005</c:v>
                      </c:pt>
                      <c:pt idx="1544">
                        <c:v>85.829093999999998</c:v>
                      </c:pt>
                      <c:pt idx="1545">
                        <c:v>85.957031000000001</c:v>
                      </c:pt>
                      <c:pt idx="1546">
                        <c:v>86.079978999999994</c:v>
                      </c:pt>
                      <c:pt idx="1547">
                        <c:v>86.203063999999998</c:v>
                      </c:pt>
                      <c:pt idx="1548">
                        <c:v>86.324989000000002</c:v>
                      </c:pt>
                      <c:pt idx="1549">
                        <c:v>86.443939</c:v>
                      </c:pt>
                      <c:pt idx="1550">
                        <c:v>86.564055999999994</c:v>
                      </c:pt>
                      <c:pt idx="1551">
                        <c:v>86.690346000000005</c:v>
                      </c:pt>
                      <c:pt idx="1552">
                        <c:v>86.825699</c:v>
                      </c:pt>
                      <c:pt idx="1553">
                        <c:v>86.964827999999997</c:v>
                      </c:pt>
                      <c:pt idx="1554">
                        <c:v>87.107094000000004</c:v>
                      </c:pt>
                      <c:pt idx="1555">
                        <c:v>87.247649999999993</c:v>
                      </c:pt>
                      <c:pt idx="1556">
                        <c:v>87.383667000000003</c:v>
                      </c:pt>
                      <c:pt idx="1557">
                        <c:v>87.518112000000002</c:v>
                      </c:pt>
                      <c:pt idx="1558">
                        <c:v>87.640754999999999</c:v>
                      </c:pt>
                      <c:pt idx="1559">
                        <c:v>87.756172000000007</c:v>
                      </c:pt>
                      <c:pt idx="1560">
                        <c:v>87.869941999999995</c:v>
                      </c:pt>
                      <c:pt idx="1561">
                        <c:v>87.996521000000001</c:v>
                      </c:pt>
                      <c:pt idx="1562">
                        <c:v>88.134917999999999</c:v>
                      </c:pt>
                      <c:pt idx="1563">
                        <c:v>88.280700999999993</c:v>
                      </c:pt>
                      <c:pt idx="1564">
                        <c:v>88.420990000000003</c:v>
                      </c:pt>
                      <c:pt idx="1565">
                        <c:v>88.543487999999996</c:v>
                      </c:pt>
                      <c:pt idx="1566">
                        <c:v>88.649581999999995</c:v>
                      </c:pt>
                      <c:pt idx="1567">
                        <c:v>88.743019000000004</c:v>
                      </c:pt>
                      <c:pt idx="1568">
                        <c:v>88.829659000000007</c:v>
                      </c:pt>
                      <c:pt idx="1569">
                        <c:v>88.915512000000007</c:v>
                      </c:pt>
                      <c:pt idx="1570">
                        <c:v>89.003410000000002</c:v>
                      </c:pt>
                      <c:pt idx="1571">
                        <c:v>89.098251000000005</c:v>
                      </c:pt>
                      <c:pt idx="1572">
                        <c:v>89.204123999999993</c:v>
                      </c:pt>
                      <c:pt idx="1573">
                        <c:v>89.311501000000007</c:v>
                      </c:pt>
                      <c:pt idx="1574">
                        <c:v>89.414978000000005</c:v>
                      </c:pt>
                      <c:pt idx="1575">
                        <c:v>89.513351</c:v>
                      </c:pt>
                      <c:pt idx="1576">
                        <c:v>89.604927000000004</c:v>
                      </c:pt>
                      <c:pt idx="1577">
                        <c:v>89.684387000000001</c:v>
                      </c:pt>
                      <c:pt idx="1578">
                        <c:v>89.753608999999997</c:v>
                      </c:pt>
                      <c:pt idx="1579">
                        <c:v>89.822136</c:v>
                      </c:pt>
                      <c:pt idx="1580">
                        <c:v>89.894829000000001</c:v>
                      </c:pt>
                      <c:pt idx="1581">
                        <c:v>89.969871999999995</c:v>
                      </c:pt>
                      <c:pt idx="1582">
                        <c:v>90.046813999999998</c:v>
                      </c:pt>
                      <c:pt idx="1583">
                        <c:v>90.124336</c:v>
                      </c:pt>
                      <c:pt idx="1584">
                        <c:v>90.197120999999996</c:v>
                      </c:pt>
                      <c:pt idx="1585">
                        <c:v>90.263351</c:v>
                      </c:pt>
                      <c:pt idx="1586">
                        <c:v>90.328163000000004</c:v>
                      </c:pt>
                      <c:pt idx="1587">
                        <c:v>90.396240000000006</c:v>
                      </c:pt>
                      <c:pt idx="1588">
                        <c:v>90.474402999999995</c:v>
                      </c:pt>
                      <c:pt idx="1589">
                        <c:v>90.565703999999997</c:v>
                      </c:pt>
                      <c:pt idx="1590">
                        <c:v>90.668494999999993</c:v>
                      </c:pt>
                      <c:pt idx="1591">
                        <c:v>90.780349999999999</c:v>
                      </c:pt>
                      <c:pt idx="1592">
                        <c:v>90.895720999999995</c:v>
                      </c:pt>
                      <c:pt idx="1593">
                        <c:v>91.006020000000007</c:v>
                      </c:pt>
                      <c:pt idx="1594">
                        <c:v>91.107879999999994</c:v>
                      </c:pt>
                      <c:pt idx="1595">
                        <c:v>91.200714000000005</c:v>
                      </c:pt>
                      <c:pt idx="1596">
                        <c:v>91.284110999999996</c:v>
                      </c:pt>
                      <c:pt idx="1597">
                        <c:v>91.359741</c:v>
                      </c:pt>
                      <c:pt idx="1598">
                        <c:v>91.433029000000005</c:v>
                      </c:pt>
                      <c:pt idx="1599">
                        <c:v>91.508469000000005</c:v>
                      </c:pt>
                      <c:pt idx="1600">
                        <c:v>91.589554000000007</c:v>
                      </c:pt>
                      <c:pt idx="1601">
                        <c:v>91.678855999999996</c:v>
                      </c:pt>
                      <c:pt idx="1602">
                        <c:v>91.777206000000007</c:v>
                      </c:pt>
                      <c:pt idx="1603">
                        <c:v>91.879051000000004</c:v>
                      </c:pt>
                      <c:pt idx="1604">
                        <c:v>91.980652000000006</c:v>
                      </c:pt>
                      <c:pt idx="1605">
                        <c:v>92.083083999999999</c:v>
                      </c:pt>
                      <c:pt idx="1606">
                        <c:v>92.189384000000004</c:v>
                      </c:pt>
                      <c:pt idx="1607">
                        <c:v>92.302550999999994</c:v>
                      </c:pt>
                      <c:pt idx="1608">
                        <c:v>92.433273</c:v>
                      </c:pt>
                      <c:pt idx="1609">
                        <c:v>92.582808999999997</c:v>
                      </c:pt>
                      <c:pt idx="1610">
                        <c:v>92.747107999999997</c:v>
                      </c:pt>
                      <c:pt idx="1611">
                        <c:v>92.912909999999997</c:v>
                      </c:pt>
                      <c:pt idx="1612">
                        <c:v>93.074286999999998</c:v>
                      </c:pt>
                      <c:pt idx="1613">
                        <c:v>93.228713999999997</c:v>
                      </c:pt>
                      <c:pt idx="1614">
                        <c:v>93.379372000000004</c:v>
                      </c:pt>
                      <c:pt idx="1615">
                        <c:v>93.529410999999996</c:v>
                      </c:pt>
                      <c:pt idx="1616">
                        <c:v>93.669701000000003</c:v>
                      </c:pt>
                      <c:pt idx="1617">
                        <c:v>93.796951000000007</c:v>
                      </c:pt>
                      <c:pt idx="1618">
                        <c:v>93.919746000000004</c:v>
                      </c:pt>
                      <c:pt idx="1619">
                        <c:v>94.051720000000003</c:v>
                      </c:pt>
                      <c:pt idx="1620">
                        <c:v>94.192138999999997</c:v>
                      </c:pt>
                      <c:pt idx="1621">
                        <c:v>94.336082000000005</c:v>
                      </c:pt>
                      <c:pt idx="1622">
                        <c:v>94.481460999999996</c:v>
                      </c:pt>
                      <c:pt idx="1623">
                        <c:v>94.628189000000006</c:v>
                      </c:pt>
                      <c:pt idx="1624">
                        <c:v>94.774238999999994</c:v>
                      </c:pt>
                      <c:pt idx="1625">
                        <c:v>94.917175</c:v>
                      </c:pt>
                      <c:pt idx="1626">
                        <c:v>95.056137000000007</c:v>
                      </c:pt>
                      <c:pt idx="1627">
                        <c:v>95.190437000000003</c:v>
                      </c:pt>
                      <c:pt idx="1628">
                        <c:v>95.324432000000002</c:v>
                      </c:pt>
                      <c:pt idx="1629">
                        <c:v>95.464127000000005</c:v>
                      </c:pt>
                      <c:pt idx="1630">
                        <c:v>95.615325999999996</c:v>
                      </c:pt>
                      <c:pt idx="1631">
                        <c:v>95.776840000000007</c:v>
                      </c:pt>
                      <c:pt idx="1632">
                        <c:v>95.941451999999998</c:v>
                      </c:pt>
                      <c:pt idx="1633">
                        <c:v>96.101806999999994</c:v>
                      </c:pt>
                      <c:pt idx="1634">
                        <c:v>96.257378000000003</c:v>
                      </c:pt>
                      <c:pt idx="1635">
                        <c:v>96.406302999999994</c:v>
                      </c:pt>
                      <c:pt idx="1636">
                        <c:v>96.555892999999998</c:v>
                      </c:pt>
                      <c:pt idx="1637">
                        <c:v>96.705414000000005</c:v>
                      </c:pt>
                      <c:pt idx="1638">
                        <c:v>96.855423000000002</c:v>
                      </c:pt>
                      <c:pt idx="1639">
                        <c:v>97.005836000000002</c:v>
                      </c:pt>
                      <c:pt idx="1640">
                        <c:v>97.152161000000007</c:v>
                      </c:pt>
                      <c:pt idx="1641">
                        <c:v>97.284187000000003</c:v>
                      </c:pt>
                      <c:pt idx="1642">
                        <c:v>97.417732000000001</c:v>
                      </c:pt>
                      <c:pt idx="1643">
                        <c:v>97.550499000000002</c:v>
                      </c:pt>
                      <c:pt idx="1644">
                        <c:v>97.681258999999997</c:v>
                      </c:pt>
                      <c:pt idx="1645">
                        <c:v>97.833641</c:v>
                      </c:pt>
                      <c:pt idx="1646">
                        <c:v>98.000061000000002</c:v>
                      </c:pt>
                      <c:pt idx="1647">
                        <c:v>98.175803999999999</c:v>
                      </c:pt>
                      <c:pt idx="1648">
                        <c:v>98.353713999999997</c:v>
                      </c:pt>
                      <c:pt idx="1649">
                        <c:v>98.522803999999994</c:v>
                      </c:pt>
                      <c:pt idx="1650">
                        <c:v>98.681045999999995</c:v>
                      </c:pt>
                      <c:pt idx="1651">
                        <c:v>98.833443000000003</c:v>
                      </c:pt>
                      <c:pt idx="1652">
                        <c:v>98.979812999999993</c:v>
                      </c:pt>
                      <c:pt idx="1653">
                        <c:v>99.127471999999997</c:v>
                      </c:pt>
                      <c:pt idx="1654">
                        <c:v>99.287064000000001</c:v>
                      </c:pt>
                      <c:pt idx="1655">
                        <c:v>99.454796000000002</c:v>
                      </c:pt>
                      <c:pt idx="1656">
                        <c:v>99.619606000000005</c:v>
                      </c:pt>
                      <c:pt idx="1657">
                        <c:v>99.773544000000001</c:v>
                      </c:pt>
                      <c:pt idx="1658">
                        <c:v>99.911873</c:v>
                      </c:pt>
                      <c:pt idx="1659">
                        <c:v>100.03273</c:v>
                      </c:pt>
                      <c:pt idx="1660">
                        <c:v>100.13963</c:v>
                      </c:pt>
                      <c:pt idx="1661">
                        <c:v>100.23761</c:v>
                      </c:pt>
                      <c:pt idx="1662">
                        <c:v>100.33457</c:v>
                      </c:pt>
                      <c:pt idx="1663">
                        <c:v>100.43685000000001</c:v>
                      </c:pt>
                      <c:pt idx="1664">
                        <c:v>100.54974</c:v>
                      </c:pt>
                      <c:pt idx="1665">
                        <c:v>100.66901</c:v>
                      </c:pt>
                      <c:pt idx="1666">
                        <c:v>100.79194</c:v>
                      </c:pt>
                      <c:pt idx="1667">
                        <c:v>100.90949999999999</c:v>
                      </c:pt>
                      <c:pt idx="1668">
                        <c:v>101.01985000000001</c:v>
                      </c:pt>
                      <c:pt idx="1669">
                        <c:v>101.12533999999999</c:v>
                      </c:pt>
                      <c:pt idx="1670">
                        <c:v>101.22235000000001</c:v>
                      </c:pt>
                      <c:pt idx="1671">
                        <c:v>101.30897</c:v>
                      </c:pt>
                      <c:pt idx="1672">
                        <c:v>101.39201</c:v>
                      </c:pt>
                      <c:pt idx="1673">
                        <c:v>101.47171</c:v>
                      </c:pt>
                      <c:pt idx="1674">
                        <c:v>101.55636</c:v>
                      </c:pt>
                      <c:pt idx="1675">
                        <c:v>101.6469</c:v>
                      </c:pt>
                      <c:pt idx="1676">
                        <c:v>101.74275</c:v>
                      </c:pt>
                      <c:pt idx="1677">
                        <c:v>101.84220999999999</c:v>
                      </c:pt>
                      <c:pt idx="1678">
                        <c:v>101.9461</c:v>
                      </c:pt>
                      <c:pt idx="1679">
                        <c:v>102.05018</c:v>
                      </c:pt>
                      <c:pt idx="1680">
                        <c:v>102.15383</c:v>
                      </c:pt>
                      <c:pt idx="1681">
                        <c:v>102.26497000000001</c:v>
                      </c:pt>
                      <c:pt idx="1682">
                        <c:v>102.37826</c:v>
                      </c:pt>
                      <c:pt idx="1683">
                        <c:v>102.48327</c:v>
                      </c:pt>
                      <c:pt idx="1684">
                        <c:v>102.57928</c:v>
                      </c:pt>
                      <c:pt idx="1685">
                        <c:v>102.66007</c:v>
                      </c:pt>
                      <c:pt idx="1686">
                        <c:v>102.72869</c:v>
                      </c:pt>
                      <c:pt idx="1687">
                        <c:v>102.79553</c:v>
                      </c:pt>
                      <c:pt idx="1688">
                        <c:v>102.85947</c:v>
                      </c:pt>
                      <c:pt idx="1689">
                        <c:v>102.92026</c:v>
                      </c:pt>
                      <c:pt idx="1690">
                        <c:v>102.98354999999999</c:v>
                      </c:pt>
                      <c:pt idx="1691">
                        <c:v>103.05504999999999</c:v>
                      </c:pt>
                      <c:pt idx="1692">
                        <c:v>103.13894999999999</c:v>
                      </c:pt>
                      <c:pt idx="1693">
                        <c:v>103.2319</c:v>
                      </c:pt>
                      <c:pt idx="1694">
                        <c:v>103.33691</c:v>
                      </c:pt>
                      <c:pt idx="1695">
                        <c:v>103.45545</c:v>
                      </c:pt>
                      <c:pt idx="1696">
                        <c:v>103.58418</c:v>
                      </c:pt>
                      <c:pt idx="1697">
                        <c:v>103.72019</c:v>
                      </c:pt>
                      <c:pt idx="1698">
                        <c:v>103.85628</c:v>
                      </c:pt>
                      <c:pt idx="1699">
                        <c:v>103.97829</c:v>
                      </c:pt>
                      <c:pt idx="1700">
                        <c:v>104.08304</c:v>
                      </c:pt>
                      <c:pt idx="1701">
                        <c:v>104.17471</c:v>
                      </c:pt>
                      <c:pt idx="1702">
                        <c:v>104.26091</c:v>
                      </c:pt>
                      <c:pt idx="1703">
                        <c:v>104.34479</c:v>
                      </c:pt>
                      <c:pt idx="1704">
                        <c:v>104.42768</c:v>
                      </c:pt>
                      <c:pt idx="1705">
                        <c:v>104.50702</c:v>
                      </c:pt>
                      <c:pt idx="1706">
                        <c:v>104.57886999999999</c:v>
                      </c:pt>
                      <c:pt idx="1707">
                        <c:v>104.63393000000001</c:v>
                      </c:pt>
                      <c:pt idx="1708">
                        <c:v>104.67498999999999</c:v>
                      </c:pt>
                      <c:pt idx="1709">
                        <c:v>104.70493999999999</c:v>
                      </c:pt>
                      <c:pt idx="1710">
                        <c:v>104.72978000000001</c:v>
                      </c:pt>
                      <c:pt idx="1711">
                        <c:v>104.75783</c:v>
                      </c:pt>
                      <c:pt idx="1712">
                        <c:v>104.78637000000001</c:v>
                      </c:pt>
                      <c:pt idx="1713">
                        <c:v>104.80977</c:v>
                      </c:pt>
                      <c:pt idx="1714">
                        <c:v>104.83109</c:v>
                      </c:pt>
                      <c:pt idx="1715">
                        <c:v>104.85745</c:v>
                      </c:pt>
                      <c:pt idx="1716">
                        <c:v>104.88822</c:v>
                      </c:pt>
                      <c:pt idx="1717">
                        <c:v>104.91418</c:v>
                      </c:pt>
                      <c:pt idx="1718">
                        <c:v>104.94103</c:v>
                      </c:pt>
                      <c:pt idx="1719">
                        <c:v>104.97083000000001</c:v>
                      </c:pt>
                      <c:pt idx="1720">
                        <c:v>105.00574</c:v>
                      </c:pt>
                      <c:pt idx="1721">
                        <c:v>105.04386</c:v>
                      </c:pt>
                      <c:pt idx="1722">
                        <c:v>105.07655</c:v>
                      </c:pt>
                      <c:pt idx="1723">
                        <c:v>105.10420999999999</c:v>
                      </c:pt>
                      <c:pt idx="1724">
                        <c:v>105.12942</c:v>
                      </c:pt>
                      <c:pt idx="1725">
                        <c:v>105.1524</c:v>
                      </c:pt>
                      <c:pt idx="1726">
                        <c:v>105.17374</c:v>
                      </c:pt>
                      <c:pt idx="1727">
                        <c:v>105.19516</c:v>
                      </c:pt>
                      <c:pt idx="1728">
                        <c:v>105.218</c:v>
                      </c:pt>
                      <c:pt idx="1729">
                        <c:v>105.23953</c:v>
                      </c:pt>
                      <c:pt idx="1730">
                        <c:v>105.26148999999999</c:v>
                      </c:pt>
                      <c:pt idx="1731">
                        <c:v>105.28205</c:v>
                      </c:pt>
                      <c:pt idx="1732">
                        <c:v>105.29792999999999</c:v>
                      </c:pt>
                      <c:pt idx="1733">
                        <c:v>105.30877</c:v>
                      </c:pt>
                      <c:pt idx="1734">
                        <c:v>105.32093999999999</c:v>
                      </c:pt>
                      <c:pt idx="1735">
                        <c:v>105.33439</c:v>
                      </c:pt>
                      <c:pt idx="1736">
                        <c:v>105.34717000000001</c:v>
                      </c:pt>
                      <c:pt idx="1737">
                        <c:v>105.35384000000001</c:v>
                      </c:pt>
                      <c:pt idx="1738">
                        <c:v>105.35541000000001</c:v>
                      </c:pt>
                      <c:pt idx="1739">
                        <c:v>105.35722</c:v>
                      </c:pt>
                      <c:pt idx="1740">
                        <c:v>105.35898</c:v>
                      </c:pt>
                      <c:pt idx="1741">
                        <c:v>105.36264</c:v>
                      </c:pt>
                      <c:pt idx="1742">
                        <c:v>105.36184</c:v>
                      </c:pt>
                      <c:pt idx="1743">
                        <c:v>105.34715</c:v>
                      </c:pt>
                      <c:pt idx="1744">
                        <c:v>105.31985</c:v>
                      </c:pt>
                      <c:pt idx="1745">
                        <c:v>105.28167999999999</c:v>
                      </c:pt>
                      <c:pt idx="1746">
                        <c:v>105.23979</c:v>
                      </c:pt>
                      <c:pt idx="1747">
                        <c:v>105.20113000000001</c:v>
                      </c:pt>
                      <c:pt idx="1748">
                        <c:v>105.16708</c:v>
                      </c:pt>
                      <c:pt idx="1749">
                        <c:v>105.12838000000001</c:v>
                      </c:pt>
                      <c:pt idx="1750">
                        <c:v>105.07055</c:v>
                      </c:pt>
                      <c:pt idx="1751">
                        <c:v>104.99654</c:v>
                      </c:pt>
                      <c:pt idx="1752">
                        <c:v>104.91431</c:v>
                      </c:pt>
                      <c:pt idx="1753">
                        <c:v>104.82603</c:v>
                      </c:pt>
                      <c:pt idx="1754">
                        <c:v>104.73676</c:v>
                      </c:pt>
                      <c:pt idx="1755">
                        <c:v>104.65345000000001</c:v>
                      </c:pt>
                      <c:pt idx="1756">
                        <c:v>104.58092000000001</c:v>
                      </c:pt>
                      <c:pt idx="1757">
                        <c:v>104.51394000000001</c:v>
                      </c:pt>
                      <c:pt idx="1758">
                        <c:v>104.44687999999999</c:v>
                      </c:pt>
                      <c:pt idx="1759">
                        <c:v>104.37685</c:v>
                      </c:pt>
                      <c:pt idx="1760">
                        <c:v>104.29588</c:v>
                      </c:pt>
                      <c:pt idx="1761">
                        <c:v>104.19971</c:v>
                      </c:pt>
                      <c:pt idx="1762">
                        <c:v>104.09614000000001</c:v>
                      </c:pt>
                      <c:pt idx="1763">
                        <c:v>103.99336</c:v>
                      </c:pt>
                      <c:pt idx="1764">
                        <c:v>103.90075</c:v>
                      </c:pt>
                      <c:pt idx="1765">
                        <c:v>103.81959000000001</c:v>
                      </c:pt>
                      <c:pt idx="1766">
                        <c:v>103.74863000000001</c:v>
                      </c:pt>
                      <c:pt idx="1767">
                        <c:v>103.68595999999999</c:v>
                      </c:pt>
                      <c:pt idx="1768">
                        <c:v>103.62369</c:v>
                      </c:pt>
                      <c:pt idx="1769">
                        <c:v>103.5573</c:v>
                      </c:pt>
                      <c:pt idx="1770">
                        <c:v>103.48166999999999</c:v>
                      </c:pt>
                      <c:pt idx="1771">
                        <c:v>103.39485999999999</c:v>
                      </c:pt>
                      <c:pt idx="1772">
                        <c:v>103.30059</c:v>
                      </c:pt>
                      <c:pt idx="1773">
                        <c:v>103.20363999999999</c:v>
                      </c:pt>
                      <c:pt idx="1774">
                        <c:v>103.10642</c:v>
                      </c:pt>
                      <c:pt idx="1775">
                        <c:v>103.00779</c:v>
                      </c:pt>
                      <c:pt idx="1776">
                        <c:v>102.90819</c:v>
                      </c:pt>
                      <c:pt idx="1777">
                        <c:v>102.80713</c:v>
                      </c:pt>
                      <c:pt idx="1778">
                        <c:v>102.70151</c:v>
                      </c:pt>
                      <c:pt idx="1779">
                        <c:v>102.59818</c:v>
                      </c:pt>
                      <c:pt idx="1780">
                        <c:v>102.51116</c:v>
                      </c:pt>
                      <c:pt idx="1781">
                        <c:v>102.44077</c:v>
                      </c:pt>
                      <c:pt idx="1782">
                        <c:v>102.39297000000001</c:v>
                      </c:pt>
                      <c:pt idx="1783">
                        <c:v>102.36870999999999</c:v>
                      </c:pt>
                      <c:pt idx="1784">
                        <c:v>102.35724999999999</c:v>
                      </c:pt>
                      <c:pt idx="1785">
                        <c:v>102.35026999999999</c:v>
                      </c:pt>
                      <c:pt idx="1786">
                        <c:v>102.34178</c:v>
                      </c:pt>
                      <c:pt idx="1787">
                        <c:v>102.32928</c:v>
                      </c:pt>
                      <c:pt idx="1788">
                        <c:v>102.31437</c:v>
                      </c:pt>
                      <c:pt idx="1789">
                        <c:v>102.30065</c:v>
                      </c:pt>
                      <c:pt idx="1790">
                        <c:v>102.28708</c:v>
                      </c:pt>
                      <c:pt idx="1791">
                        <c:v>102.27419999999999</c:v>
                      </c:pt>
                      <c:pt idx="1792">
                        <c:v>102.26678</c:v>
                      </c:pt>
                      <c:pt idx="1793">
                        <c:v>102.26361</c:v>
                      </c:pt>
                      <c:pt idx="1794">
                        <c:v>102.25924000000001</c:v>
                      </c:pt>
                      <c:pt idx="1795">
                        <c:v>102.25320000000001</c:v>
                      </c:pt>
                      <c:pt idx="1796">
                        <c:v>102.24903999999999</c:v>
                      </c:pt>
                      <c:pt idx="1797">
                        <c:v>102.2413</c:v>
                      </c:pt>
                      <c:pt idx="1798">
                        <c:v>102.23035</c:v>
                      </c:pt>
                      <c:pt idx="1799">
                        <c:v>102.21711999999999</c:v>
                      </c:pt>
                      <c:pt idx="1800">
                        <c:v>102.18725000000001</c:v>
                      </c:pt>
                      <c:pt idx="1801">
                        <c:v>102.13924</c:v>
                      </c:pt>
                      <c:pt idx="1802">
                        <c:v>102.08063</c:v>
                      </c:pt>
                      <c:pt idx="1803">
                        <c:v>102.02762</c:v>
                      </c:pt>
                      <c:pt idx="1804">
                        <c:v>101.98611</c:v>
                      </c:pt>
                      <c:pt idx="1805">
                        <c:v>101.95097</c:v>
                      </c:pt>
                      <c:pt idx="1806">
                        <c:v>101.91793</c:v>
                      </c:pt>
                      <c:pt idx="1807">
                        <c:v>101.8858</c:v>
                      </c:pt>
                      <c:pt idx="1808">
                        <c:v>101.85925</c:v>
                      </c:pt>
                      <c:pt idx="1809">
                        <c:v>101.83967</c:v>
                      </c:pt>
                      <c:pt idx="1810">
                        <c:v>101.82276</c:v>
                      </c:pt>
                      <c:pt idx="1811">
                        <c:v>101.80289</c:v>
                      </c:pt>
                      <c:pt idx="1812">
                        <c:v>101.78043</c:v>
                      </c:pt>
                      <c:pt idx="1813">
                        <c:v>101.76945000000001</c:v>
                      </c:pt>
                      <c:pt idx="1814">
                        <c:v>101.77499</c:v>
                      </c:pt>
                      <c:pt idx="1815">
                        <c:v>101.7961</c:v>
                      </c:pt>
                      <c:pt idx="1816">
                        <c:v>101.84274000000001</c:v>
                      </c:pt>
                      <c:pt idx="1817">
                        <c:v>101.91891</c:v>
                      </c:pt>
                      <c:pt idx="1818">
                        <c:v>102.00519</c:v>
                      </c:pt>
                      <c:pt idx="1819">
                        <c:v>102.09186</c:v>
                      </c:pt>
                      <c:pt idx="1820">
                        <c:v>102.18422</c:v>
                      </c:pt>
                      <c:pt idx="1821">
                        <c:v>102.27171</c:v>
                      </c:pt>
                      <c:pt idx="1822">
                        <c:v>102.35448</c:v>
                      </c:pt>
                      <c:pt idx="1823">
                        <c:v>102.41267000000001</c:v>
                      </c:pt>
                      <c:pt idx="1824">
                        <c:v>102.44929999999999</c:v>
                      </c:pt>
                      <c:pt idx="1825">
                        <c:v>102.48287000000001</c:v>
                      </c:pt>
                      <c:pt idx="1826">
                        <c:v>102.50555</c:v>
                      </c:pt>
                      <c:pt idx="1827">
                        <c:v>102.53063</c:v>
                      </c:pt>
                      <c:pt idx="1828">
                        <c:v>102.56363</c:v>
                      </c:pt>
                      <c:pt idx="1829">
                        <c:v>102.59048</c:v>
                      </c:pt>
                      <c:pt idx="1830">
                        <c:v>102.62197</c:v>
                      </c:pt>
                      <c:pt idx="1831">
                        <c:v>102.65903</c:v>
                      </c:pt>
                      <c:pt idx="1832">
                        <c:v>102.70650000000001</c:v>
                      </c:pt>
                      <c:pt idx="1833">
                        <c:v>102.75879999999999</c:v>
                      </c:pt>
                      <c:pt idx="1834">
                        <c:v>102.81137</c:v>
                      </c:pt>
                      <c:pt idx="1835">
                        <c:v>102.8626</c:v>
                      </c:pt>
                      <c:pt idx="1836">
                        <c:v>102.91119</c:v>
                      </c:pt>
                      <c:pt idx="1837">
                        <c:v>102.95283000000001</c:v>
                      </c:pt>
                      <c:pt idx="1838">
                        <c:v>102.98430999999999</c:v>
                      </c:pt>
                      <c:pt idx="1839">
                        <c:v>103.01279</c:v>
                      </c:pt>
                      <c:pt idx="1840">
                        <c:v>103.04589</c:v>
                      </c:pt>
                      <c:pt idx="1841">
                        <c:v>103.08716</c:v>
                      </c:pt>
                      <c:pt idx="1842">
                        <c:v>103.13512</c:v>
                      </c:pt>
                      <c:pt idx="1843">
                        <c:v>103.1848</c:v>
                      </c:pt>
                      <c:pt idx="1844">
                        <c:v>103.23443</c:v>
                      </c:pt>
                      <c:pt idx="1845">
                        <c:v>103.2771</c:v>
                      </c:pt>
                      <c:pt idx="1846">
                        <c:v>103.29655</c:v>
                      </c:pt>
                      <c:pt idx="1847">
                        <c:v>103.2906</c:v>
                      </c:pt>
                      <c:pt idx="1848">
                        <c:v>103.2599</c:v>
                      </c:pt>
                      <c:pt idx="1849">
                        <c:v>103.21651</c:v>
                      </c:pt>
                      <c:pt idx="1850">
                        <c:v>103.16912000000001</c:v>
                      </c:pt>
                      <c:pt idx="1851">
                        <c:v>103.12141</c:v>
                      </c:pt>
                      <c:pt idx="1852">
                        <c:v>103.07863</c:v>
                      </c:pt>
                      <c:pt idx="1853">
                        <c:v>103.04300000000001</c:v>
                      </c:pt>
                      <c:pt idx="1854">
                        <c:v>103.02752</c:v>
                      </c:pt>
                      <c:pt idx="1855">
                        <c:v>103.02833</c:v>
                      </c:pt>
                      <c:pt idx="1856">
                        <c:v>103.03416</c:v>
                      </c:pt>
                      <c:pt idx="1857">
                        <c:v>103.03201</c:v>
                      </c:pt>
                      <c:pt idx="1858">
                        <c:v>103.03055999999999</c:v>
                      </c:pt>
                      <c:pt idx="1859">
                        <c:v>103.02378</c:v>
                      </c:pt>
                      <c:pt idx="1860">
                        <c:v>103.02081</c:v>
                      </c:pt>
                      <c:pt idx="1861">
                        <c:v>103.02682</c:v>
                      </c:pt>
                      <c:pt idx="1862">
                        <c:v>103.03852999999999</c:v>
                      </c:pt>
                      <c:pt idx="1863">
                        <c:v>103.04955</c:v>
                      </c:pt>
                      <c:pt idx="1864">
                        <c:v>103.0733</c:v>
                      </c:pt>
                      <c:pt idx="1865">
                        <c:v>103.08826999999999</c:v>
                      </c:pt>
                      <c:pt idx="1866">
                        <c:v>103.1208</c:v>
                      </c:pt>
                      <c:pt idx="1867">
                        <c:v>103.14400000000001</c:v>
                      </c:pt>
                      <c:pt idx="1868">
                        <c:v>103.16567999999999</c:v>
                      </c:pt>
                      <c:pt idx="1869">
                        <c:v>103.19016999999999</c:v>
                      </c:pt>
                      <c:pt idx="1870">
                        <c:v>103.20005999999999</c:v>
                      </c:pt>
                      <c:pt idx="1871">
                        <c:v>103.19946</c:v>
                      </c:pt>
                      <c:pt idx="1872">
                        <c:v>103.19674999999999</c:v>
                      </c:pt>
                      <c:pt idx="1873">
                        <c:v>103.21187999999999</c:v>
                      </c:pt>
                      <c:pt idx="1874">
                        <c:v>103.25172000000001</c:v>
                      </c:pt>
                      <c:pt idx="1875">
                        <c:v>103.31586</c:v>
                      </c:pt>
                      <c:pt idx="1876">
                        <c:v>103.3998</c:v>
                      </c:pt>
                      <c:pt idx="1877">
                        <c:v>103.49370999999999</c:v>
                      </c:pt>
                      <c:pt idx="1878">
                        <c:v>103.59387</c:v>
                      </c:pt>
                      <c:pt idx="1879">
                        <c:v>103.69129</c:v>
                      </c:pt>
                      <c:pt idx="1880">
                        <c:v>103.78207</c:v>
                      </c:pt>
                      <c:pt idx="1881">
                        <c:v>103.8716</c:v>
                      </c:pt>
                      <c:pt idx="1882">
                        <c:v>103.96040000000001</c:v>
                      </c:pt>
                      <c:pt idx="1883">
                        <c:v>104.0521</c:v>
                      </c:pt>
                      <c:pt idx="1884">
                        <c:v>104.14230999999999</c:v>
                      </c:pt>
                      <c:pt idx="1885">
                        <c:v>104.22497</c:v>
                      </c:pt>
                      <c:pt idx="1886">
                        <c:v>104.29888</c:v>
                      </c:pt>
                      <c:pt idx="1887">
                        <c:v>104.36229</c:v>
                      </c:pt>
                      <c:pt idx="1888">
                        <c:v>104.4091</c:v>
                      </c:pt>
                      <c:pt idx="1889">
                        <c:v>104.44083000000001</c:v>
                      </c:pt>
                      <c:pt idx="1890">
                        <c:v>104.46217</c:v>
                      </c:pt>
                      <c:pt idx="1891">
                        <c:v>104.48209</c:v>
                      </c:pt>
                      <c:pt idx="1892">
                        <c:v>104.51644</c:v>
                      </c:pt>
                      <c:pt idx="1893">
                        <c:v>104.57599</c:v>
                      </c:pt>
                      <c:pt idx="1894">
                        <c:v>104.6528</c:v>
                      </c:pt>
                      <c:pt idx="1895">
                        <c:v>104.73209</c:v>
                      </c:pt>
                      <c:pt idx="1896">
                        <c:v>104.80846</c:v>
                      </c:pt>
                      <c:pt idx="1897">
                        <c:v>104.87999000000001</c:v>
                      </c:pt>
                      <c:pt idx="1898">
                        <c:v>104.95050999999999</c:v>
                      </c:pt>
                      <c:pt idx="1899">
                        <c:v>105.01633</c:v>
                      </c:pt>
                      <c:pt idx="1900">
                        <c:v>105.06737</c:v>
                      </c:pt>
                      <c:pt idx="1901">
                        <c:v>105.10011</c:v>
                      </c:pt>
                      <c:pt idx="1902">
                        <c:v>105.11556</c:v>
                      </c:pt>
                      <c:pt idx="1903">
                        <c:v>105.12427</c:v>
                      </c:pt>
                      <c:pt idx="1904">
                        <c:v>105.12994999999999</c:v>
                      </c:pt>
                      <c:pt idx="1905">
                        <c:v>105.13299000000001</c:v>
                      </c:pt>
                      <c:pt idx="1906">
                        <c:v>105.13218999999999</c:v>
                      </c:pt>
                      <c:pt idx="1907">
                        <c:v>105.13173999999999</c:v>
                      </c:pt>
                      <c:pt idx="1908">
                        <c:v>105.13781</c:v>
                      </c:pt>
                      <c:pt idx="1909">
                        <c:v>105.13835</c:v>
                      </c:pt>
                      <c:pt idx="1910">
                        <c:v>105.1263</c:v>
                      </c:pt>
                      <c:pt idx="1911">
                        <c:v>105.10559000000001</c:v>
                      </c:pt>
                      <c:pt idx="1912">
                        <c:v>105.07832000000001</c:v>
                      </c:pt>
                      <c:pt idx="1913">
                        <c:v>105.03837</c:v>
                      </c:pt>
                      <c:pt idx="1914">
                        <c:v>104.98426000000001</c:v>
                      </c:pt>
                      <c:pt idx="1915">
                        <c:v>104.92699</c:v>
                      </c:pt>
                      <c:pt idx="1916">
                        <c:v>104.86887</c:v>
                      </c:pt>
                      <c:pt idx="1917">
                        <c:v>104.81106</c:v>
                      </c:pt>
                      <c:pt idx="1918">
                        <c:v>104.75436000000001</c:v>
                      </c:pt>
                      <c:pt idx="1919">
                        <c:v>104.68684</c:v>
                      </c:pt>
                      <c:pt idx="1920">
                        <c:v>104.61313</c:v>
                      </c:pt>
                      <c:pt idx="1921">
                        <c:v>104.54501999999999</c:v>
                      </c:pt>
                      <c:pt idx="1922">
                        <c:v>104.48256000000001</c:v>
                      </c:pt>
                      <c:pt idx="1923">
                        <c:v>104.42533</c:v>
                      </c:pt>
                      <c:pt idx="1924">
                        <c:v>104.37339</c:v>
                      </c:pt>
                      <c:pt idx="1925">
                        <c:v>104.32735</c:v>
                      </c:pt>
                      <c:pt idx="1926">
                        <c:v>104.27985</c:v>
                      </c:pt>
                      <c:pt idx="1927">
                        <c:v>104.22649</c:v>
                      </c:pt>
                      <c:pt idx="1928">
                        <c:v>104.16691</c:v>
                      </c:pt>
                      <c:pt idx="1929">
                        <c:v>104.10523999999999</c:v>
                      </c:pt>
                      <c:pt idx="1930">
                        <c:v>104.04442</c:v>
                      </c:pt>
                      <c:pt idx="1931">
                        <c:v>103.98622</c:v>
                      </c:pt>
                      <c:pt idx="1932">
                        <c:v>103.93714</c:v>
                      </c:pt>
                      <c:pt idx="1933">
                        <c:v>103.90882000000001</c:v>
                      </c:pt>
                      <c:pt idx="1934">
                        <c:v>103.90430000000001</c:v>
                      </c:pt>
                      <c:pt idx="1935">
                        <c:v>103.90646</c:v>
                      </c:pt>
                      <c:pt idx="1936">
                        <c:v>103.90603</c:v>
                      </c:pt>
                      <c:pt idx="1937">
                        <c:v>103.89209</c:v>
                      </c:pt>
                      <c:pt idx="1938">
                        <c:v>103.86243</c:v>
                      </c:pt>
                      <c:pt idx="1939">
                        <c:v>103.82859000000001</c:v>
                      </c:pt>
                      <c:pt idx="1940">
                        <c:v>103.80171</c:v>
                      </c:pt>
                      <c:pt idx="1941">
                        <c:v>103.78274999999999</c:v>
                      </c:pt>
                      <c:pt idx="1942">
                        <c:v>103.76517</c:v>
                      </c:pt>
                      <c:pt idx="1943">
                        <c:v>103.74636</c:v>
                      </c:pt>
                      <c:pt idx="1944">
                        <c:v>103.73112999999999</c:v>
                      </c:pt>
                      <c:pt idx="1945">
                        <c:v>103.71825</c:v>
                      </c:pt>
                      <c:pt idx="1946">
                        <c:v>103.70191</c:v>
                      </c:pt>
                      <c:pt idx="1947">
                        <c:v>103.69105999999999</c:v>
                      </c:pt>
                      <c:pt idx="1948">
                        <c:v>103.694</c:v>
                      </c:pt>
                      <c:pt idx="1949">
                        <c:v>103.70795</c:v>
                      </c:pt>
                      <c:pt idx="1950">
                        <c:v>103.72359</c:v>
                      </c:pt>
                      <c:pt idx="1951">
                        <c:v>103.73819</c:v>
                      </c:pt>
                      <c:pt idx="1952">
                        <c:v>103.75388</c:v>
                      </c:pt>
                      <c:pt idx="1953">
                        <c:v>103.76982</c:v>
                      </c:pt>
                      <c:pt idx="1954">
                        <c:v>103.78561000000001</c:v>
                      </c:pt>
                      <c:pt idx="1955">
                        <c:v>103.80094</c:v>
                      </c:pt>
                      <c:pt idx="1956">
                        <c:v>103.81189000000001</c:v>
                      </c:pt>
                      <c:pt idx="1957">
                        <c:v>103.81943</c:v>
                      </c:pt>
                      <c:pt idx="1958">
                        <c:v>103.82668</c:v>
                      </c:pt>
                      <c:pt idx="1959">
                        <c:v>103.83167</c:v>
                      </c:pt>
                      <c:pt idx="1960">
                        <c:v>103.83365999999999</c:v>
                      </c:pt>
                      <c:pt idx="1961">
                        <c:v>103.8437</c:v>
                      </c:pt>
                      <c:pt idx="1962">
                        <c:v>103.87662</c:v>
                      </c:pt>
                      <c:pt idx="1963">
                        <c:v>103.93679</c:v>
                      </c:pt>
                      <c:pt idx="1964">
                        <c:v>104.01609999999999</c:v>
                      </c:pt>
                      <c:pt idx="1965">
                        <c:v>104.10151999999999</c:v>
                      </c:pt>
                      <c:pt idx="1966">
                        <c:v>104.18874</c:v>
                      </c:pt>
                      <c:pt idx="1967">
                        <c:v>104.27203</c:v>
                      </c:pt>
                      <c:pt idx="1968">
                        <c:v>104.35087</c:v>
                      </c:pt>
                      <c:pt idx="1969">
                        <c:v>104.42465</c:v>
                      </c:pt>
                      <c:pt idx="1970">
                        <c:v>104.49361</c:v>
                      </c:pt>
                      <c:pt idx="1971">
                        <c:v>104.55804999999999</c:v>
                      </c:pt>
                      <c:pt idx="1972">
                        <c:v>104.622</c:v>
                      </c:pt>
                      <c:pt idx="1973">
                        <c:v>104.67941</c:v>
                      </c:pt>
                      <c:pt idx="1974">
                        <c:v>104.7229</c:v>
                      </c:pt>
                      <c:pt idx="1975">
                        <c:v>104.75758999999999</c:v>
                      </c:pt>
                      <c:pt idx="1976">
                        <c:v>104.77966000000001</c:v>
                      </c:pt>
                      <c:pt idx="1977">
                        <c:v>104.79765</c:v>
                      </c:pt>
                      <c:pt idx="1978">
                        <c:v>104.82159</c:v>
                      </c:pt>
                      <c:pt idx="1979">
                        <c:v>104.85297</c:v>
                      </c:pt>
                      <c:pt idx="1980">
                        <c:v>104.89914</c:v>
                      </c:pt>
                      <c:pt idx="1981">
                        <c:v>104.95783</c:v>
                      </c:pt>
                      <c:pt idx="1982">
                        <c:v>105.0254</c:v>
                      </c:pt>
                      <c:pt idx="1983">
                        <c:v>105.0966</c:v>
                      </c:pt>
                      <c:pt idx="1984">
                        <c:v>105.16198</c:v>
                      </c:pt>
                      <c:pt idx="1985">
                        <c:v>105.21619</c:v>
                      </c:pt>
                      <c:pt idx="1986">
                        <c:v>105.25854</c:v>
                      </c:pt>
                      <c:pt idx="1987">
                        <c:v>105.28904</c:v>
                      </c:pt>
                      <c:pt idx="1988">
                        <c:v>105.30983000000001</c:v>
                      </c:pt>
                      <c:pt idx="1989">
                        <c:v>105.32379</c:v>
                      </c:pt>
                      <c:pt idx="1990">
                        <c:v>105.33322</c:v>
                      </c:pt>
                      <c:pt idx="1991">
                        <c:v>105.33685</c:v>
                      </c:pt>
                      <c:pt idx="1992">
                        <c:v>105.33877</c:v>
                      </c:pt>
                      <c:pt idx="1993">
                        <c:v>105.32884</c:v>
                      </c:pt>
                      <c:pt idx="1994">
                        <c:v>105.30965999999999</c:v>
                      </c:pt>
                      <c:pt idx="1995">
                        <c:v>105.27936</c:v>
                      </c:pt>
                      <c:pt idx="1996">
                        <c:v>105.2328</c:v>
                      </c:pt>
                      <c:pt idx="1997">
                        <c:v>105.17151</c:v>
                      </c:pt>
                      <c:pt idx="1998">
                        <c:v>105.09820000000001</c:v>
                      </c:pt>
                      <c:pt idx="1999">
                        <c:v>105.01600999999999</c:v>
                      </c:pt>
                      <c:pt idx="2000">
                        <c:v>104.92757</c:v>
                      </c:pt>
                      <c:pt idx="2001">
                        <c:v>104.83897</c:v>
                      </c:pt>
                      <c:pt idx="2002">
                        <c:v>104.75537</c:v>
                      </c:pt>
                      <c:pt idx="2003">
                        <c:v>104.6733</c:v>
                      </c:pt>
                      <c:pt idx="2004">
                        <c:v>104.59305999999999</c:v>
                      </c:pt>
                      <c:pt idx="2005">
                        <c:v>104.52088999999999</c:v>
                      </c:pt>
                      <c:pt idx="2006">
                        <c:v>104.46453</c:v>
                      </c:pt>
                      <c:pt idx="2007">
                        <c:v>104.42249</c:v>
                      </c:pt>
                      <c:pt idx="2008">
                        <c:v>104.3784</c:v>
                      </c:pt>
                      <c:pt idx="2009">
                        <c:v>104.32987</c:v>
                      </c:pt>
                      <c:pt idx="2010">
                        <c:v>104.28088</c:v>
                      </c:pt>
                      <c:pt idx="2011">
                        <c:v>104.23388</c:v>
                      </c:pt>
                      <c:pt idx="2012">
                        <c:v>104.19501</c:v>
                      </c:pt>
                      <c:pt idx="2013">
                        <c:v>104.16755000000001</c:v>
                      </c:pt>
                      <c:pt idx="2014">
                        <c:v>104.13807</c:v>
                      </c:pt>
                      <c:pt idx="2015">
                        <c:v>104.09343</c:v>
                      </c:pt>
                      <c:pt idx="2016">
                        <c:v>104.03789999999999</c:v>
                      </c:pt>
                      <c:pt idx="2017">
                        <c:v>103.98196</c:v>
                      </c:pt>
                      <c:pt idx="2018">
                        <c:v>103.93035999999999</c:v>
                      </c:pt>
                      <c:pt idx="2019">
                        <c:v>103.88718</c:v>
                      </c:pt>
                      <c:pt idx="2020">
                        <c:v>103.85401</c:v>
                      </c:pt>
                      <c:pt idx="2021">
                        <c:v>103.83682</c:v>
                      </c:pt>
                      <c:pt idx="2022">
                        <c:v>103.84095000000001</c:v>
                      </c:pt>
                      <c:pt idx="2023">
                        <c:v>103.8625</c:v>
                      </c:pt>
                      <c:pt idx="2024">
                        <c:v>103.90138</c:v>
                      </c:pt>
                      <c:pt idx="2025">
                        <c:v>103.95683</c:v>
                      </c:pt>
                      <c:pt idx="2026">
                        <c:v>104.01732</c:v>
                      </c:pt>
                      <c:pt idx="2027">
                        <c:v>104.06954</c:v>
                      </c:pt>
                      <c:pt idx="2028">
                        <c:v>104.1066</c:v>
                      </c:pt>
                      <c:pt idx="2029">
                        <c:v>104.13043</c:v>
                      </c:pt>
                      <c:pt idx="2030">
                        <c:v>104.13702000000001</c:v>
                      </c:pt>
                      <c:pt idx="2031">
                        <c:v>104.13039000000001</c:v>
                      </c:pt>
                      <c:pt idx="2032">
                        <c:v>104.11874</c:v>
                      </c:pt>
                      <c:pt idx="2033">
                        <c:v>104.09818</c:v>
                      </c:pt>
                      <c:pt idx="2034">
                        <c:v>104.06937000000001</c:v>
                      </c:pt>
                      <c:pt idx="2035">
                        <c:v>104.0385</c:v>
                      </c:pt>
                      <c:pt idx="2036">
                        <c:v>104.01034</c:v>
                      </c:pt>
                      <c:pt idx="2037">
                        <c:v>103.98990999999999</c:v>
                      </c:pt>
                      <c:pt idx="2038">
                        <c:v>103.98013</c:v>
                      </c:pt>
                      <c:pt idx="2039">
                        <c:v>103.97775</c:v>
                      </c:pt>
                      <c:pt idx="2040">
                        <c:v>103.98071</c:v>
                      </c:pt>
                      <c:pt idx="2041">
                        <c:v>103.99014</c:v>
                      </c:pt>
                      <c:pt idx="2042">
                        <c:v>104.0057</c:v>
                      </c:pt>
                      <c:pt idx="2043">
                        <c:v>104.02460000000001</c:v>
                      </c:pt>
                      <c:pt idx="2044">
                        <c:v>104.04304</c:v>
                      </c:pt>
                      <c:pt idx="2045">
                        <c:v>104.06498999999999</c:v>
                      </c:pt>
                      <c:pt idx="2046">
                        <c:v>104.09549</c:v>
                      </c:pt>
                      <c:pt idx="2047">
                        <c:v>104.13908000000001</c:v>
                      </c:pt>
                      <c:pt idx="2048">
                        <c:v>104.18468</c:v>
                      </c:pt>
                      <c:pt idx="2049">
                        <c:v>104.22713</c:v>
                      </c:pt>
                      <c:pt idx="2050">
                        <c:v>104.26294</c:v>
                      </c:pt>
                      <c:pt idx="2051">
                        <c:v>104.29244</c:v>
                      </c:pt>
                      <c:pt idx="2052">
                        <c:v>104.3194</c:v>
                      </c:pt>
                      <c:pt idx="2053">
                        <c:v>104.34833</c:v>
                      </c:pt>
                      <c:pt idx="2054">
                        <c:v>104.38314</c:v>
                      </c:pt>
                      <c:pt idx="2055">
                        <c:v>104.42274</c:v>
                      </c:pt>
                      <c:pt idx="2056">
                        <c:v>104.46832999999999</c:v>
                      </c:pt>
                      <c:pt idx="2057">
                        <c:v>104.51473</c:v>
                      </c:pt>
                      <c:pt idx="2058">
                        <c:v>104.55627</c:v>
                      </c:pt>
                      <c:pt idx="2059">
                        <c:v>104.59408000000001</c:v>
                      </c:pt>
                      <c:pt idx="2060">
                        <c:v>104.62781</c:v>
                      </c:pt>
                      <c:pt idx="2061">
                        <c:v>104.64919999999999</c:v>
                      </c:pt>
                      <c:pt idx="2062">
                        <c:v>104.66415000000001</c:v>
                      </c:pt>
                      <c:pt idx="2063">
                        <c:v>104.67794000000001</c:v>
                      </c:pt>
                      <c:pt idx="2064">
                        <c:v>104.68994000000001</c:v>
                      </c:pt>
                      <c:pt idx="2065">
                        <c:v>104.70032999999999</c:v>
                      </c:pt>
                      <c:pt idx="2066">
                        <c:v>104.70945</c:v>
                      </c:pt>
                      <c:pt idx="2067">
                        <c:v>104.71876</c:v>
                      </c:pt>
                      <c:pt idx="2068">
                        <c:v>104.72747</c:v>
                      </c:pt>
                      <c:pt idx="2069">
                        <c:v>104.73714</c:v>
                      </c:pt>
                      <c:pt idx="2070">
                        <c:v>104.74679999999999</c:v>
                      </c:pt>
                      <c:pt idx="2071">
                        <c:v>104.7557</c:v>
                      </c:pt>
                      <c:pt idx="2072">
                        <c:v>104.76206999999999</c:v>
                      </c:pt>
                      <c:pt idx="2073">
                        <c:v>104.76785</c:v>
                      </c:pt>
                      <c:pt idx="2074">
                        <c:v>104.77500000000001</c:v>
                      </c:pt>
                      <c:pt idx="2075">
                        <c:v>104.78476000000001</c:v>
                      </c:pt>
                      <c:pt idx="2076">
                        <c:v>104.79771</c:v>
                      </c:pt>
                      <c:pt idx="2077">
                        <c:v>104.81162</c:v>
                      </c:pt>
                      <c:pt idx="2078">
                        <c:v>104.82934</c:v>
                      </c:pt>
                      <c:pt idx="2079">
                        <c:v>104.84921</c:v>
                      </c:pt>
                      <c:pt idx="2080">
                        <c:v>104.86038000000001</c:v>
                      </c:pt>
                      <c:pt idx="2081">
                        <c:v>104.85981</c:v>
                      </c:pt>
                      <c:pt idx="2082">
                        <c:v>104.84232</c:v>
                      </c:pt>
                      <c:pt idx="2083">
                        <c:v>104.81835</c:v>
                      </c:pt>
                      <c:pt idx="2084">
                        <c:v>104.79919</c:v>
                      </c:pt>
                      <c:pt idx="2085">
                        <c:v>104.79</c:v>
                      </c:pt>
                      <c:pt idx="2086">
                        <c:v>104.78951000000001</c:v>
                      </c:pt>
                      <c:pt idx="2087">
                        <c:v>104.79633</c:v>
                      </c:pt>
                      <c:pt idx="2088">
                        <c:v>104.80938</c:v>
                      </c:pt>
                      <c:pt idx="2089">
                        <c:v>104.82813</c:v>
                      </c:pt>
                      <c:pt idx="2090">
                        <c:v>104.85129999999999</c:v>
                      </c:pt>
                      <c:pt idx="2091">
                        <c:v>104.87423</c:v>
                      </c:pt>
                      <c:pt idx="2092">
                        <c:v>104.89716</c:v>
                      </c:pt>
                      <c:pt idx="2093">
                        <c:v>104.92496</c:v>
                      </c:pt>
                      <c:pt idx="2094">
                        <c:v>104.96127</c:v>
                      </c:pt>
                      <c:pt idx="2095">
                        <c:v>105.0078</c:v>
                      </c:pt>
                      <c:pt idx="2096">
                        <c:v>105.05582</c:v>
                      </c:pt>
                      <c:pt idx="2097">
                        <c:v>105.09045999999999</c:v>
                      </c:pt>
                      <c:pt idx="2098">
                        <c:v>105.11124</c:v>
                      </c:pt>
                      <c:pt idx="2099">
                        <c:v>105.12837</c:v>
                      </c:pt>
                      <c:pt idx="2100">
                        <c:v>105.1448</c:v>
                      </c:pt>
                      <c:pt idx="2101">
                        <c:v>105.15788000000001</c:v>
                      </c:pt>
                      <c:pt idx="2102">
                        <c:v>105.16951</c:v>
                      </c:pt>
                      <c:pt idx="2103">
                        <c:v>105.18407999999999</c:v>
                      </c:pt>
                      <c:pt idx="2104">
                        <c:v>105.20684</c:v>
                      </c:pt>
                      <c:pt idx="2105">
                        <c:v>105.23990999999999</c:v>
                      </c:pt>
                      <c:pt idx="2106">
                        <c:v>105.27754</c:v>
                      </c:pt>
                      <c:pt idx="2107">
                        <c:v>105.30916000000001</c:v>
                      </c:pt>
                      <c:pt idx="2108">
                        <c:v>105.33076</c:v>
                      </c:pt>
                      <c:pt idx="2109">
                        <c:v>105.34695000000001</c:v>
                      </c:pt>
                      <c:pt idx="2110">
                        <c:v>105.36157</c:v>
                      </c:pt>
                      <c:pt idx="2111">
                        <c:v>105.37148000000001</c:v>
                      </c:pt>
                      <c:pt idx="2112">
                        <c:v>105.36939</c:v>
                      </c:pt>
                      <c:pt idx="2113">
                        <c:v>105.35799</c:v>
                      </c:pt>
                      <c:pt idx="2114">
                        <c:v>105.34196</c:v>
                      </c:pt>
                      <c:pt idx="2115">
                        <c:v>105.32716000000001</c:v>
                      </c:pt>
                      <c:pt idx="2116">
                        <c:v>105.30958</c:v>
                      </c:pt>
                      <c:pt idx="2117">
                        <c:v>105.2856</c:v>
                      </c:pt>
                      <c:pt idx="2118">
                        <c:v>105.25584000000001</c:v>
                      </c:pt>
                      <c:pt idx="2119">
                        <c:v>105.22169</c:v>
                      </c:pt>
                      <c:pt idx="2120">
                        <c:v>105.19092000000001</c:v>
                      </c:pt>
                      <c:pt idx="2121">
                        <c:v>105.16256</c:v>
                      </c:pt>
                      <c:pt idx="2122">
                        <c:v>105.13056</c:v>
                      </c:pt>
                      <c:pt idx="2123">
                        <c:v>105.09595</c:v>
                      </c:pt>
                      <c:pt idx="2124">
                        <c:v>105.06171000000001</c:v>
                      </c:pt>
                      <c:pt idx="2125">
                        <c:v>105.0265</c:v>
                      </c:pt>
                      <c:pt idx="2126">
                        <c:v>104.98626</c:v>
                      </c:pt>
                      <c:pt idx="2127">
                        <c:v>104.93882000000001</c:v>
                      </c:pt>
                      <c:pt idx="2128">
                        <c:v>104.89068</c:v>
                      </c:pt>
                      <c:pt idx="2129">
                        <c:v>104.85451999999999</c:v>
                      </c:pt>
                      <c:pt idx="2130">
                        <c:v>104.84126000000001</c:v>
                      </c:pt>
                      <c:pt idx="2131">
                        <c:v>104.85686</c:v>
                      </c:pt>
                      <c:pt idx="2132">
                        <c:v>104.88563000000001</c:v>
                      </c:pt>
                      <c:pt idx="2133">
                        <c:v>104.91106000000001</c:v>
                      </c:pt>
                      <c:pt idx="2134">
                        <c:v>104.92336</c:v>
                      </c:pt>
                      <c:pt idx="2135">
                        <c:v>104.9269</c:v>
                      </c:pt>
                      <c:pt idx="2136">
                        <c:v>104.93445</c:v>
                      </c:pt>
                      <c:pt idx="2137">
                        <c:v>104.95105</c:v>
                      </c:pt>
                      <c:pt idx="2138">
                        <c:v>104.97826000000001</c:v>
                      </c:pt>
                      <c:pt idx="2139">
                        <c:v>105.00563</c:v>
                      </c:pt>
                      <c:pt idx="2140">
                        <c:v>105.02109</c:v>
                      </c:pt>
                      <c:pt idx="2141">
                        <c:v>105.02068</c:v>
                      </c:pt>
                      <c:pt idx="2142">
                        <c:v>105.01192</c:v>
                      </c:pt>
                      <c:pt idx="2143">
                        <c:v>104.99863999999999</c:v>
                      </c:pt>
                      <c:pt idx="2144">
                        <c:v>104.97435</c:v>
                      </c:pt>
                      <c:pt idx="2145">
                        <c:v>104.93998999999999</c:v>
                      </c:pt>
                      <c:pt idx="2146">
                        <c:v>104.90696</c:v>
                      </c:pt>
                      <c:pt idx="2147">
                        <c:v>104.87845</c:v>
                      </c:pt>
                      <c:pt idx="2148">
                        <c:v>104.85248</c:v>
                      </c:pt>
                      <c:pt idx="2149">
                        <c:v>104.82704</c:v>
                      </c:pt>
                      <c:pt idx="2150">
                        <c:v>104.80262999999999</c:v>
                      </c:pt>
                      <c:pt idx="2151">
                        <c:v>104.78223</c:v>
                      </c:pt>
                      <c:pt idx="2152">
                        <c:v>104.76824999999999</c:v>
                      </c:pt>
                      <c:pt idx="2153">
                        <c:v>104.75892</c:v>
                      </c:pt>
                      <c:pt idx="2154">
                        <c:v>104.74588</c:v>
                      </c:pt>
                      <c:pt idx="2155">
                        <c:v>104.7243</c:v>
                      </c:pt>
                      <c:pt idx="2156">
                        <c:v>104.69991</c:v>
                      </c:pt>
                      <c:pt idx="2157">
                        <c:v>104.67551</c:v>
                      </c:pt>
                      <c:pt idx="2158">
                        <c:v>104.64977</c:v>
                      </c:pt>
                      <c:pt idx="2159">
                        <c:v>104.61954</c:v>
                      </c:pt>
                      <c:pt idx="2160">
                        <c:v>104.58833</c:v>
                      </c:pt>
                      <c:pt idx="2161">
                        <c:v>104.56191</c:v>
                      </c:pt>
                      <c:pt idx="2162">
                        <c:v>104.54456</c:v>
                      </c:pt>
                      <c:pt idx="2163">
                        <c:v>104.54752000000001</c:v>
                      </c:pt>
                      <c:pt idx="2164">
                        <c:v>104.56910999999999</c:v>
                      </c:pt>
                      <c:pt idx="2165">
                        <c:v>104.61</c:v>
                      </c:pt>
                      <c:pt idx="2166">
                        <c:v>104.66634000000001</c:v>
                      </c:pt>
                      <c:pt idx="2167">
                        <c:v>104.7308</c:v>
                      </c:pt>
                      <c:pt idx="2168">
                        <c:v>104.79322000000001</c:v>
                      </c:pt>
                      <c:pt idx="2169">
                        <c:v>104.84775999999999</c:v>
                      </c:pt>
                      <c:pt idx="2170">
                        <c:v>104.89632</c:v>
                      </c:pt>
                      <c:pt idx="2171">
                        <c:v>104.94636</c:v>
                      </c:pt>
                      <c:pt idx="2172">
                        <c:v>104.99834</c:v>
                      </c:pt>
                      <c:pt idx="2173">
                        <c:v>105.05334000000001</c:v>
                      </c:pt>
                      <c:pt idx="2174">
                        <c:v>105.11758</c:v>
                      </c:pt>
                      <c:pt idx="2175">
                        <c:v>105.18691</c:v>
                      </c:pt>
                      <c:pt idx="2176">
                        <c:v>105.261</c:v>
                      </c:pt>
                      <c:pt idx="2177">
                        <c:v>105.34505</c:v>
                      </c:pt>
                      <c:pt idx="2178">
                        <c:v>105.43550999999999</c:v>
                      </c:pt>
                      <c:pt idx="2179">
                        <c:v>105.5308</c:v>
                      </c:pt>
                      <c:pt idx="2180">
                        <c:v>105.62826</c:v>
                      </c:pt>
                      <c:pt idx="2181">
                        <c:v>105.73520000000001</c:v>
                      </c:pt>
                      <c:pt idx="2182">
                        <c:v>105.85217</c:v>
                      </c:pt>
                      <c:pt idx="2183">
                        <c:v>105.97511</c:v>
                      </c:pt>
                      <c:pt idx="2184">
                        <c:v>106.09087</c:v>
                      </c:pt>
                      <c:pt idx="2185">
                        <c:v>106.19101999999999</c:v>
                      </c:pt>
                      <c:pt idx="2186">
                        <c:v>106.27128</c:v>
                      </c:pt>
                      <c:pt idx="2187">
                        <c:v>106.33923</c:v>
                      </c:pt>
                      <c:pt idx="2188">
                        <c:v>106.39718999999999</c:v>
                      </c:pt>
                      <c:pt idx="2189">
                        <c:v>106.45164</c:v>
                      </c:pt>
                      <c:pt idx="2190">
                        <c:v>106.50530999999999</c:v>
                      </c:pt>
                      <c:pt idx="2191">
                        <c:v>106.5575</c:v>
                      </c:pt>
                      <c:pt idx="2192">
                        <c:v>106.60729000000001</c:v>
                      </c:pt>
                      <c:pt idx="2193">
                        <c:v>106.65414</c:v>
                      </c:pt>
                      <c:pt idx="2194">
                        <c:v>106.69994</c:v>
                      </c:pt>
                      <c:pt idx="2195">
                        <c:v>106.75328</c:v>
                      </c:pt>
                      <c:pt idx="2196">
                        <c:v>106.81950000000001</c:v>
                      </c:pt>
                      <c:pt idx="2197">
                        <c:v>106.87940999999999</c:v>
                      </c:pt>
                      <c:pt idx="2198">
                        <c:v>106.90801</c:v>
                      </c:pt>
                      <c:pt idx="2199">
                        <c:v>106.90763</c:v>
                      </c:pt>
                      <c:pt idx="2200">
                        <c:v>106.89164</c:v>
                      </c:pt>
                      <c:pt idx="2201">
                        <c:v>106.86843</c:v>
                      </c:pt>
                      <c:pt idx="2202">
                        <c:v>106.84177</c:v>
                      </c:pt>
                      <c:pt idx="2203">
                        <c:v>106.81001999999999</c:v>
                      </c:pt>
                      <c:pt idx="2204">
                        <c:v>106.77642</c:v>
                      </c:pt>
                      <c:pt idx="2205">
                        <c:v>106.74316</c:v>
                      </c:pt>
                      <c:pt idx="2206">
                        <c:v>106.70603</c:v>
                      </c:pt>
                      <c:pt idx="2207">
                        <c:v>106.67214</c:v>
                      </c:pt>
                      <c:pt idx="2208">
                        <c:v>106.65088</c:v>
                      </c:pt>
                      <c:pt idx="2209">
                        <c:v>106.6422</c:v>
                      </c:pt>
                      <c:pt idx="2210">
                        <c:v>106.6408</c:v>
                      </c:pt>
                      <c:pt idx="2211">
                        <c:v>106.63882</c:v>
                      </c:pt>
                      <c:pt idx="2212">
                        <c:v>106.63412</c:v>
                      </c:pt>
                      <c:pt idx="2213">
                        <c:v>106.63003999999999</c:v>
                      </c:pt>
                      <c:pt idx="2214">
                        <c:v>106.62132</c:v>
                      </c:pt>
                      <c:pt idx="2215">
                        <c:v>106.61964</c:v>
                      </c:pt>
                      <c:pt idx="2216">
                        <c:v>106.62822</c:v>
                      </c:pt>
                      <c:pt idx="2217">
                        <c:v>106.63473999999999</c:v>
                      </c:pt>
                      <c:pt idx="2218">
                        <c:v>106.63245000000001</c:v>
                      </c:pt>
                      <c:pt idx="2219">
                        <c:v>106.62044</c:v>
                      </c:pt>
                      <c:pt idx="2220">
                        <c:v>106.59827</c:v>
                      </c:pt>
                      <c:pt idx="2221">
                        <c:v>106.57008999999999</c:v>
                      </c:pt>
                      <c:pt idx="2222">
                        <c:v>106.54111</c:v>
                      </c:pt>
                      <c:pt idx="2223">
                        <c:v>106.51806999999999</c:v>
                      </c:pt>
                      <c:pt idx="2224">
                        <c:v>106.50015</c:v>
                      </c:pt>
                      <c:pt idx="2225">
                        <c:v>106.48976</c:v>
                      </c:pt>
                      <c:pt idx="2226">
                        <c:v>106.48783</c:v>
                      </c:pt>
                      <c:pt idx="2227">
                        <c:v>106.49133</c:v>
                      </c:pt>
                      <c:pt idx="2228">
                        <c:v>106.49404</c:v>
                      </c:pt>
                      <c:pt idx="2229">
                        <c:v>106.48974</c:v>
                      </c:pt>
                      <c:pt idx="2230">
                        <c:v>106.48027</c:v>
                      </c:pt>
                      <c:pt idx="2231">
                        <c:v>106.46151</c:v>
                      </c:pt>
                      <c:pt idx="2232">
                        <c:v>106.43764</c:v>
                      </c:pt>
                      <c:pt idx="2233">
                        <c:v>106.41771</c:v>
                      </c:pt>
                      <c:pt idx="2234">
                        <c:v>106.39928999999999</c:v>
                      </c:pt>
                      <c:pt idx="2235">
                        <c:v>106.38115000000001</c:v>
                      </c:pt>
                      <c:pt idx="2236">
                        <c:v>106.35696</c:v>
                      </c:pt>
                      <c:pt idx="2237">
                        <c:v>106.32668</c:v>
                      </c:pt>
                      <c:pt idx="2238">
                        <c:v>106.29823</c:v>
                      </c:pt>
                      <c:pt idx="2239">
                        <c:v>106.28067</c:v>
                      </c:pt>
                      <c:pt idx="2240">
                        <c:v>106.26751</c:v>
                      </c:pt>
                      <c:pt idx="2241">
                        <c:v>106.25033999999999</c:v>
                      </c:pt>
                      <c:pt idx="2242">
                        <c:v>106.23390000000001</c:v>
                      </c:pt>
                      <c:pt idx="2243">
                        <c:v>106.20549</c:v>
                      </c:pt>
                      <c:pt idx="2244">
                        <c:v>106.16041</c:v>
                      </c:pt>
                      <c:pt idx="2245">
                        <c:v>106.10126</c:v>
                      </c:pt>
                      <c:pt idx="2246">
                        <c:v>106.03149000000001</c:v>
                      </c:pt>
                      <c:pt idx="2247">
                        <c:v>105.9576</c:v>
                      </c:pt>
                      <c:pt idx="2248">
                        <c:v>105.88387</c:v>
                      </c:pt>
                      <c:pt idx="2249">
                        <c:v>105.81558</c:v>
                      </c:pt>
                      <c:pt idx="2250">
                        <c:v>105.75642000000001</c:v>
                      </c:pt>
                      <c:pt idx="2251">
                        <c:v>105.70259</c:v>
                      </c:pt>
                      <c:pt idx="2252">
                        <c:v>105.64859</c:v>
                      </c:pt>
                      <c:pt idx="2253">
                        <c:v>105.59486</c:v>
                      </c:pt>
                      <c:pt idx="2254">
                        <c:v>105.55176</c:v>
                      </c:pt>
                      <c:pt idx="2255">
                        <c:v>105.5209</c:v>
                      </c:pt>
                      <c:pt idx="2256">
                        <c:v>105.50149999999999</c:v>
                      </c:pt>
                      <c:pt idx="2257">
                        <c:v>105.49406</c:v>
                      </c:pt>
                      <c:pt idx="2258">
                        <c:v>105.49309</c:v>
                      </c:pt>
                      <c:pt idx="2259">
                        <c:v>105.49733000000001</c:v>
                      </c:pt>
                      <c:pt idx="2260">
                        <c:v>105.5018</c:v>
                      </c:pt>
                      <c:pt idx="2261">
                        <c:v>105.50299</c:v>
                      </c:pt>
                      <c:pt idx="2262">
                        <c:v>105.49539</c:v>
                      </c:pt>
                      <c:pt idx="2263">
                        <c:v>105.4806</c:v>
                      </c:pt>
                      <c:pt idx="2264">
                        <c:v>105.46366999999999</c:v>
                      </c:pt>
                      <c:pt idx="2265">
                        <c:v>105.45065</c:v>
                      </c:pt>
                      <c:pt idx="2266">
                        <c:v>105.44387</c:v>
                      </c:pt>
                      <c:pt idx="2267">
                        <c:v>105.44019</c:v>
                      </c:pt>
                      <c:pt idx="2268">
                        <c:v>105.44099</c:v>
                      </c:pt>
                      <c:pt idx="2269">
                        <c:v>105.45614</c:v>
                      </c:pt>
                      <c:pt idx="2270">
                        <c:v>105.48193999999999</c:v>
                      </c:pt>
                      <c:pt idx="2271">
                        <c:v>105.5106</c:v>
                      </c:pt>
                      <c:pt idx="2272">
                        <c:v>105.53167999999999</c:v>
                      </c:pt>
                      <c:pt idx="2273">
                        <c:v>105.5472</c:v>
                      </c:pt>
                      <c:pt idx="2274">
                        <c:v>105.56274000000001</c:v>
                      </c:pt>
                      <c:pt idx="2275">
                        <c:v>105.57944000000001</c:v>
                      </c:pt>
                      <c:pt idx="2276">
                        <c:v>105.59573</c:v>
                      </c:pt>
                      <c:pt idx="2277">
                        <c:v>105.61271000000001</c:v>
                      </c:pt>
                      <c:pt idx="2278">
                        <c:v>105.63248</c:v>
                      </c:pt>
                      <c:pt idx="2279">
                        <c:v>105.64874</c:v>
                      </c:pt>
                      <c:pt idx="2280">
                        <c:v>105.66139</c:v>
                      </c:pt>
                      <c:pt idx="2281">
                        <c:v>105.67740000000001</c:v>
                      </c:pt>
                      <c:pt idx="2282">
                        <c:v>105.69436</c:v>
                      </c:pt>
                      <c:pt idx="2283">
                        <c:v>105.72056000000001</c:v>
                      </c:pt>
                      <c:pt idx="2284">
                        <c:v>105.76752</c:v>
                      </c:pt>
                      <c:pt idx="2285">
                        <c:v>105.82813</c:v>
                      </c:pt>
                      <c:pt idx="2286">
                        <c:v>105.89682000000001</c:v>
                      </c:pt>
                      <c:pt idx="2287">
                        <c:v>105.97232</c:v>
                      </c:pt>
                      <c:pt idx="2288">
                        <c:v>106.05477</c:v>
                      </c:pt>
                      <c:pt idx="2289">
                        <c:v>106.14357</c:v>
                      </c:pt>
                      <c:pt idx="2290">
                        <c:v>106.22935</c:v>
                      </c:pt>
                      <c:pt idx="2291">
                        <c:v>106.30994</c:v>
                      </c:pt>
                      <c:pt idx="2292">
                        <c:v>106.38630999999999</c:v>
                      </c:pt>
                      <c:pt idx="2293">
                        <c:v>106.44974999999999</c:v>
                      </c:pt>
                      <c:pt idx="2294">
                        <c:v>106.4966</c:v>
                      </c:pt>
                      <c:pt idx="2295">
                        <c:v>106.52851</c:v>
                      </c:pt>
                      <c:pt idx="2296">
                        <c:v>106.55033</c:v>
                      </c:pt>
                      <c:pt idx="2297">
                        <c:v>106.57577999999999</c:v>
                      </c:pt>
                      <c:pt idx="2298">
                        <c:v>106.59842999999999</c:v>
                      </c:pt>
                      <c:pt idx="2299">
                        <c:v>106.64087000000001</c:v>
                      </c:pt>
                      <c:pt idx="2300">
                        <c:v>106.67784</c:v>
                      </c:pt>
                      <c:pt idx="2301">
                        <c:v>106.71091</c:v>
                      </c:pt>
                      <c:pt idx="2302">
                        <c:v>106.75116</c:v>
                      </c:pt>
                      <c:pt idx="2303">
                        <c:v>106.80364</c:v>
                      </c:pt>
                      <c:pt idx="2304">
                        <c:v>106.86799999999999</c:v>
                      </c:pt>
                      <c:pt idx="2305">
                        <c:v>106.93916</c:v>
                      </c:pt>
                      <c:pt idx="2306">
                        <c:v>107.01568</c:v>
                      </c:pt>
                      <c:pt idx="2307">
                        <c:v>107.10229</c:v>
                      </c:pt>
                      <c:pt idx="2308">
                        <c:v>107.19576000000001</c:v>
                      </c:pt>
                      <c:pt idx="2309">
                        <c:v>107.29388</c:v>
                      </c:pt>
                      <c:pt idx="2310">
                        <c:v>107.39378000000001</c:v>
                      </c:pt>
                      <c:pt idx="2311">
                        <c:v>107.48936999999999</c:v>
                      </c:pt>
                      <c:pt idx="2312">
                        <c:v>107.58196</c:v>
                      </c:pt>
                      <c:pt idx="2313">
                        <c:v>107.67740999999999</c:v>
                      </c:pt>
                      <c:pt idx="2314">
                        <c:v>107.77912000000001</c:v>
                      </c:pt>
                      <c:pt idx="2315">
                        <c:v>107.88439</c:v>
                      </c:pt>
                      <c:pt idx="2316">
                        <c:v>107.98827</c:v>
                      </c:pt>
                      <c:pt idx="2317">
                        <c:v>108.08495000000001</c:v>
                      </c:pt>
                      <c:pt idx="2318">
                        <c:v>108.17798999999999</c:v>
                      </c:pt>
                      <c:pt idx="2319">
                        <c:v>108.27</c:v>
                      </c:pt>
                      <c:pt idx="2320">
                        <c:v>108.36296</c:v>
                      </c:pt>
                      <c:pt idx="2321">
                        <c:v>108.45303</c:v>
                      </c:pt>
                      <c:pt idx="2322">
                        <c:v>108.53954</c:v>
                      </c:pt>
                      <c:pt idx="2323">
                        <c:v>108.6357</c:v>
                      </c:pt>
                      <c:pt idx="2324">
                        <c:v>108.73996</c:v>
                      </c:pt>
                      <c:pt idx="2325">
                        <c:v>108.85289</c:v>
                      </c:pt>
                      <c:pt idx="2326">
                        <c:v>108.97566</c:v>
                      </c:pt>
                      <c:pt idx="2327">
                        <c:v>109.09842999999999</c:v>
                      </c:pt>
                      <c:pt idx="2328">
                        <c:v>109.21759</c:v>
                      </c:pt>
                      <c:pt idx="2329">
                        <c:v>109.33553999999999</c:v>
                      </c:pt>
                      <c:pt idx="2330">
                        <c:v>109.45538999999999</c:v>
                      </c:pt>
                      <c:pt idx="2331">
                        <c:v>109.57379</c:v>
                      </c:pt>
                      <c:pt idx="2332">
                        <c:v>109.69126</c:v>
                      </c:pt>
                      <c:pt idx="2333">
                        <c:v>109.80683000000001</c:v>
                      </c:pt>
                      <c:pt idx="2334">
                        <c:v>109.91838</c:v>
                      </c:pt>
                      <c:pt idx="2335">
                        <c:v>110.02399</c:v>
                      </c:pt>
                      <c:pt idx="2336">
                        <c:v>110.12488999999999</c:v>
                      </c:pt>
                      <c:pt idx="2337">
                        <c:v>110.22432999999999</c:v>
                      </c:pt>
                      <c:pt idx="2338">
                        <c:v>110.32503</c:v>
                      </c:pt>
                      <c:pt idx="2339">
                        <c:v>110.42612</c:v>
                      </c:pt>
                      <c:pt idx="2340">
                        <c:v>110.52507</c:v>
                      </c:pt>
                      <c:pt idx="2341">
                        <c:v>110.61771</c:v>
                      </c:pt>
                      <c:pt idx="2342">
                        <c:v>110.70071</c:v>
                      </c:pt>
                      <c:pt idx="2343">
                        <c:v>110.78162</c:v>
                      </c:pt>
                      <c:pt idx="2344">
                        <c:v>110.86548000000001</c:v>
                      </c:pt>
                      <c:pt idx="2345">
                        <c:v>110.95398</c:v>
                      </c:pt>
                      <c:pt idx="2346">
                        <c:v>111.04496</c:v>
                      </c:pt>
                      <c:pt idx="2347">
                        <c:v>111.13249</c:v>
                      </c:pt>
                      <c:pt idx="2348">
                        <c:v>111.21722</c:v>
                      </c:pt>
                      <c:pt idx="2349">
                        <c:v>111.30109</c:v>
                      </c:pt>
                      <c:pt idx="2350">
                        <c:v>111.38011</c:v>
                      </c:pt>
                      <c:pt idx="2351">
                        <c:v>111.46001</c:v>
                      </c:pt>
                      <c:pt idx="2352">
                        <c:v>111.54104</c:v>
                      </c:pt>
                      <c:pt idx="2353">
                        <c:v>111.61705000000001</c:v>
                      </c:pt>
                      <c:pt idx="2354">
                        <c:v>111.68841999999999</c:v>
                      </c:pt>
                      <c:pt idx="2355">
                        <c:v>111.75557999999999</c:v>
                      </c:pt>
                      <c:pt idx="2356">
                        <c:v>111.81861000000001</c:v>
                      </c:pt>
                      <c:pt idx="2357">
                        <c:v>111.87882</c:v>
                      </c:pt>
                      <c:pt idx="2358">
                        <c:v>111.93913000000001</c:v>
                      </c:pt>
                      <c:pt idx="2359">
                        <c:v>112.00375</c:v>
                      </c:pt>
                      <c:pt idx="2360">
                        <c:v>112.0714</c:v>
                      </c:pt>
                      <c:pt idx="2361">
                        <c:v>112.13831</c:v>
                      </c:pt>
                      <c:pt idx="2362">
                        <c:v>112.20453999999999</c:v>
                      </c:pt>
                      <c:pt idx="2363">
                        <c:v>112.27175</c:v>
                      </c:pt>
                      <c:pt idx="2364">
                        <c:v>112.34045</c:v>
                      </c:pt>
                      <c:pt idx="2365">
                        <c:v>112.40427</c:v>
                      </c:pt>
                      <c:pt idx="2366">
                        <c:v>112.46526</c:v>
                      </c:pt>
                      <c:pt idx="2367">
                        <c:v>112.52509999999999</c:v>
                      </c:pt>
                      <c:pt idx="2368">
                        <c:v>112.58617</c:v>
                      </c:pt>
                      <c:pt idx="2369">
                        <c:v>112.64596</c:v>
                      </c:pt>
                      <c:pt idx="2370">
                        <c:v>112.70258</c:v>
                      </c:pt>
                      <c:pt idx="2371">
                        <c:v>112.75783</c:v>
                      </c:pt>
                      <c:pt idx="2372">
                        <c:v>112.81198000000001</c:v>
                      </c:pt>
                      <c:pt idx="2373">
                        <c:v>112.85883</c:v>
                      </c:pt>
                      <c:pt idx="2374">
                        <c:v>112.89758999999999</c:v>
                      </c:pt>
                      <c:pt idx="2375">
                        <c:v>112.92570000000001</c:v>
                      </c:pt>
                      <c:pt idx="2376">
                        <c:v>112.94601</c:v>
                      </c:pt>
                      <c:pt idx="2377">
                        <c:v>112.96805000000001</c:v>
                      </c:pt>
                      <c:pt idx="2378">
                        <c:v>112.99638</c:v>
                      </c:pt>
                      <c:pt idx="2379">
                        <c:v>113.02670999999999</c:v>
                      </c:pt>
                      <c:pt idx="2380">
                        <c:v>113.0536</c:v>
                      </c:pt>
                      <c:pt idx="2381">
                        <c:v>113.07671999999999</c:v>
                      </c:pt>
                      <c:pt idx="2382">
                        <c:v>113.09319000000001</c:v>
                      </c:pt>
                      <c:pt idx="2383">
                        <c:v>113.10347</c:v>
                      </c:pt>
                      <c:pt idx="2384">
                        <c:v>113.10845</c:v>
                      </c:pt>
                      <c:pt idx="2385">
                        <c:v>113.13093000000001</c:v>
                      </c:pt>
                      <c:pt idx="2386">
                        <c:v>113.17153</c:v>
                      </c:pt>
                      <c:pt idx="2387">
                        <c:v>113.21368</c:v>
                      </c:pt>
                      <c:pt idx="2388">
                        <c:v>113.24835</c:v>
                      </c:pt>
                      <c:pt idx="2389">
                        <c:v>113.27412</c:v>
                      </c:pt>
                      <c:pt idx="2390">
                        <c:v>113.29817</c:v>
                      </c:pt>
                      <c:pt idx="2391">
                        <c:v>113.32896</c:v>
                      </c:pt>
                      <c:pt idx="2392">
                        <c:v>113.37385999999999</c:v>
                      </c:pt>
                      <c:pt idx="2393">
                        <c:v>113.43068</c:v>
                      </c:pt>
                      <c:pt idx="2394">
                        <c:v>113.49263000000001</c:v>
                      </c:pt>
                      <c:pt idx="2395">
                        <c:v>113.55557</c:v>
                      </c:pt>
                      <c:pt idx="2396">
                        <c:v>113.61802</c:v>
                      </c:pt>
                      <c:pt idx="2397">
                        <c:v>113.68368</c:v>
                      </c:pt>
                      <c:pt idx="2398">
                        <c:v>113.75637999999999</c:v>
                      </c:pt>
                      <c:pt idx="2399">
                        <c:v>113.83498</c:v>
                      </c:pt>
                      <c:pt idx="2400">
                        <c:v>113.91409</c:v>
                      </c:pt>
                      <c:pt idx="2401">
                        <c:v>113.98846</c:v>
                      </c:pt>
                      <c:pt idx="2402">
                        <c:v>114.05745</c:v>
                      </c:pt>
                      <c:pt idx="2403">
                        <c:v>114.11969999999999</c:v>
                      </c:pt>
                      <c:pt idx="2404">
                        <c:v>114.17797</c:v>
                      </c:pt>
                      <c:pt idx="2405">
                        <c:v>114.23907</c:v>
                      </c:pt>
                      <c:pt idx="2406">
                        <c:v>114.30148</c:v>
                      </c:pt>
                      <c:pt idx="2407">
                        <c:v>114.366</c:v>
                      </c:pt>
                      <c:pt idx="2408">
                        <c:v>114.43489</c:v>
                      </c:pt>
                      <c:pt idx="2409">
                        <c:v>114.50693</c:v>
                      </c:pt>
                      <c:pt idx="2410">
                        <c:v>114.57809</c:v>
                      </c:pt>
                      <c:pt idx="2411">
                        <c:v>114.63648999999999</c:v>
                      </c:pt>
                      <c:pt idx="2412">
                        <c:v>114.67001999999999</c:v>
                      </c:pt>
                      <c:pt idx="2413">
                        <c:v>114.68557</c:v>
                      </c:pt>
                      <c:pt idx="2414">
                        <c:v>114.68275</c:v>
                      </c:pt>
                      <c:pt idx="2415">
                        <c:v>114.67027</c:v>
                      </c:pt>
                      <c:pt idx="2416">
                        <c:v>114.65658999999999</c:v>
                      </c:pt>
                      <c:pt idx="2417">
                        <c:v>114.60437</c:v>
                      </c:pt>
                      <c:pt idx="2418">
                        <c:v>114.49393000000001</c:v>
                      </c:pt>
                      <c:pt idx="2419">
                        <c:v>114.35437</c:v>
                      </c:pt>
                      <c:pt idx="2420">
                        <c:v>114.21115</c:v>
                      </c:pt>
                      <c:pt idx="2421">
                        <c:v>114.07883</c:v>
                      </c:pt>
                      <c:pt idx="2422">
                        <c:v>113.96026999999999</c:v>
                      </c:pt>
                      <c:pt idx="2423">
                        <c:v>113.8503</c:v>
                      </c:pt>
                      <c:pt idx="2424">
                        <c:v>113.74854000000001</c:v>
                      </c:pt>
                      <c:pt idx="2425">
                        <c:v>113.65079</c:v>
                      </c:pt>
                      <c:pt idx="2426">
                        <c:v>113.55076</c:v>
                      </c:pt>
                      <c:pt idx="2427">
                        <c:v>113.45396</c:v>
                      </c:pt>
                      <c:pt idx="2428">
                        <c:v>113.36096999999999</c:v>
                      </c:pt>
                      <c:pt idx="2429">
                        <c:v>113.27159</c:v>
                      </c:pt>
                      <c:pt idx="2430">
                        <c:v>113.18855000000001</c:v>
                      </c:pt>
                      <c:pt idx="2431">
                        <c:v>113.11671</c:v>
                      </c:pt>
                      <c:pt idx="2432">
                        <c:v>113.05204000000001</c:v>
                      </c:pt>
                      <c:pt idx="2433">
                        <c:v>112.98886</c:v>
                      </c:pt>
                      <c:pt idx="2434">
                        <c:v>112.92661</c:v>
                      </c:pt>
                      <c:pt idx="2435">
                        <c:v>112.86987000000001</c:v>
                      </c:pt>
                      <c:pt idx="2436">
                        <c:v>112.81913</c:v>
                      </c:pt>
                      <c:pt idx="2437">
                        <c:v>112.77016999999999</c:v>
                      </c:pt>
                      <c:pt idx="2438">
                        <c:v>112.71857</c:v>
                      </c:pt>
                      <c:pt idx="2439">
                        <c:v>112.66285999999999</c:v>
                      </c:pt>
                      <c:pt idx="2440">
                        <c:v>112.60471</c:v>
                      </c:pt>
                      <c:pt idx="2441">
                        <c:v>112.54447</c:v>
                      </c:pt>
                      <c:pt idx="2442">
                        <c:v>112.48353</c:v>
                      </c:pt>
                      <c:pt idx="2443">
                        <c:v>112.4278</c:v>
                      </c:pt>
                      <c:pt idx="2444">
                        <c:v>112.38815</c:v>
                      </c:pt>
                      <c:pt idx="2445">
                        <c:v>112.37511000000001</c:v>
                      </c:pt>
                      <c:pt idx="2446">
                        <c:v>112.39091000000001</c:v>
                      </c:pt>
                      <c:pt idx="2447">
                        <c:v>112.41959</c:v>
                      </c:pt>
                      <c:pt idx="2448">
                        <c:v>112.44943000000001</c:v>
                      </c:pt>
                      <c:pt idx="2449">
                        <c:v>112.47964</c:v>
                      </c:pt>
                      <c:pt idx="2450">
                        <c:v>112.50754999999999</c:v>
                      </c:pt>
                      <c:pt idx="2451">
                        <c:v>112.53310999999999</c:v>
                      </c:pt>
                      <c:pt idx="2452">
                        <c:v>112.55947999999999</c:v>
                      </c:pt>
                      <c:pt idx="2453">
                        <c:v>112.59287999999999</c:v>
                      </c:pt>
                      <c:pt idx="2454">
                        <c:v>112.63008000000001</c:v>
                      </c:pt>
                      <c:pt idx="2455">
                        <c:v>112.66789</c:v>
                      </c:pt>
                      <c:pt idx="2456">
                        <c:v>112.70782</c:v>
                      </c:pt>
                      <c:pt idx="2457">
                        <c:v>112.74988999999999</c:v>
                      </c:pt>
                      <c:pt idx="2458">
                        <c:v>112.79555999999999</c:v>
                      </c:pt>
                      <c:pt idx="2459">
                        <c:v>112.8417</c:v>
                      </c:pt>
                      <c:pt idx="2460">
                        <c:v>112.88287</c:v>
                      </c:pt>
                      <c:pt idx="2461">
                        <c:v>112.91718</c:v>
                      </c:pt>
                      <c:pt idx="2462">
                        <c:v>112.94153</c:v>
                      </c:pt>
                      <c:pt idx="2463">
                        <c:v>112.95831</c:v>
                      </c:pt>
                      <c:pt idx="2464">
                        <c:v>112.97363</c:v>
                      </c:pt>
                      <c:pt idx="2465">
                        <c:v>112.99447000000001</c:v>
                      </c:pt>
                      <c:pt idx="2466">
                        <c:v>113.02030000000001</c:v>
                      </c:pt>
                      <c:pt idx="2467">
                        <c:v>113.04971999999999</c:v>
                      </c:pt>
                      <c:pt idx="2468">
                        <c:v>113.07953000000001</c:v>
                      </c:pt>
                      <c:pt idx="2469">
                        <c:v>113.09678</c:v>
                      </c:pt>
                      <c:pt idx="2470">
                        <c:v>113.09565000000001</c:v>
                      </c:pt>
                      <c:pt idx="2471">
                        <c:v>113.07724</c:v>
                      </c:pt>
                      <c:pt idx="2472">
                        <c:v>113.04098999999999</c:v>
                      </c:pt>
                      <c:pt idx="2473">
                        <c:v>112.99388999999999</c:v>
                      </c:pt>
                      <c:pt idx="2474">
                        <c:v>112.9389</c:v>
                      </c:pt>
                      <c:pt idx="2475">
                        <c:v>112.87125</c:v>
                      </c:pt>
                      <c:pt idx="2476">
                        <c:v>112.79118</c:v>
                      </c:pt>
                      <c:pt idx="2477">
                        <c:v>112.70589</c:v>
                      </c:pt>
                      <c:pt idx="2478">
                        <c:v>112.62260000000001</c:v>
                      </c:pt>
                      <c:pt idx="2479">
                        <c:v>112.53743</c:v>
                      </c:pt>
                      <c:pt idx="2480">
                        <c:v>112.45004</c:v>
                      </c:pt>
                      <c:pt idx="2481">
                        <c:v>112.36212</c:v>
                      </c:pt>
                      <c:pt idx="2482">
                        <c:v>112.27477</c:v>
                      </c:pt>
                      <c:pt idx="2483">
                        <c:v>112.1908</c:v>
                      </c:pt>
                      <c:pt idx="2484">
                        <c:v>112.10848</c:v>
                      </c:pt>
                      <c:pt idx="2485">
                        <c:v>112.03048</c:v>
                      </c:pt>
                      <c:pt idx="2486">
                        <c:v>111.96605</c:v>
                      </c:pt>
                      <c:pt idx="2487">
                        <c:v>111.91755999999999</c:v>
                      </c:pt>
                      <c:pt idx="2488">
                        <c:v>111.87958999999999</c:v>
                      </c:pt>
                      <c:pt idx="2489">
                        <c:v>111.83864</c:v>
                      </c:pt>
                      <c:pt idx="2490">
                        <c:v>111.78586</c:v>
                      </c:pt>
                      <c:pt idx="2491">
                        <c:v>111.72704</c:v>
                      </c:pt>
                      <c:pt idx="2492">
                        <c:v>111.6686</c:v>
                      </c:pt>
                      <c:pt idx="2493">
                        <c:v>111.60911</c:v>
                      </c:pt>
                      <c:pt idx="2494">
                        <c:v>111.54792</c:v>
                      </c:pt>
                      <c:pt idx="2495">
                        <c:v>111.48797</c:v>
                      </c:pt>
                      <c:pt idx="2496">
                        <c:v>111.43245</c:v>
                      </c:pt>
                      <c:pt idx="2497">
                        <c:v>111.38187000000001</c:v>
                      </c:pt>
                      <c:pt idx="2498">
                        <c:v>111.34018</c:v>
                      </c:pt>
                      <c:pt idx="2499">
                        <c:v>111.30782000000001</c:v>
                      </c:pt>
                      <c:pt idx="2500">
                        <c:v>111.28899</c:v>
                      </c:pt>
                      <c:pt idx="2501">
                        <c:v>111.28151</c:v>
                      </c:pt>
                      <c:pt idx="2502">
                        <c:v>111.28172000000001</c:v>
                      </c:pt>
                      <c:pt idx="2503">
                        <c:v>111.28608</c:v>
                      </c:pt>
                      <c:pt idx="2504">
                        <c:v>111.29227</c:v>
                      </c:pt>
                      <c:pt idx="2505">
                        <c:v>111.29698999999999</c:v>
                      </c:pt>
                      <c:pt idx="2506">
                        <c:v>111.29652</c:v>
                      </c:pt>
                      <c:pt idx="2507">
                        <c:v>111.2936</c:v>
                      </c:pt>
                      <c:pt idx="2508">
                        <c:v>111.29219999999999</c:v>
                      </c:pt>
                      <c:pt idx="2509">
                        <c:v>111.28975</c:v>
                      </c:pt>
                      <c:pt idx="2510">
                        <c:v>111.28803000000001</c:v>
                      </c:pt>
                      <c:pt idx="2511">
                        <c:v>111.28691999999999</c:v>
                      </c:pt>
                      <c:pt idx="2512">
                        <c:v>111.28182</c:v>
                      </c:pt>
                      <c:pt idx="2513">
                        <c:v>111.27143</c:v>
                      </c:pt>
                      <c:pt idx="2514">
                        <c:v>111.25716</c:v>
                      </c:pt>
                      <c:pt idx="2515">
                        <c:v>111.24166</c:v>
                      </c:pt>
                      <c:pt idx="2516">
                        <c:v>111.22532</c:v>
                      </c:pt>
                      <c:pt idx="2517">
                        <c:v>111.21239</c:v>
                      </c:pt>
                      <c:pt idx="2518">
                        <c:v>111.20473</c:v>
                      </c:pt>
                      <c:pt idx="2519">
                        <c:v>111.19717</c:v>
                      </c:pt>
                      <c:pt idx="2520">
                        <c:v>111.18792999999999</c:v>
                      </c:pt>
                      <c:pt idx="2521">
                        <c:v>111.18004999999999</c:v>
                      </c:pt>
                      <c:pt idx="2522">
                        <c:v>111.17523</c:v>
                      </c:pt>
                      <c:pt idx="2523">
                        <c:v>111.17228</c:v>
                      </c:pt>
                      <c:pt idx="2524">
                        <c:v>111.1691</c:v>
                      </c:pt>
                      <c:pt idx="2525">
                        <c:v>111.16857</c:v>
                      </c:pt>
                      <c:pt idx="2526">
                        <c:v>111.17310999999999</c:v>
                      </c:pt>
                      <c:pt idx="2527">
                        <c:v>111.17796</c:v>
                      </c:pt>
                      <c:pt idx="2528">
                        <c:v>111.1797</c:v>
                      </c:pt>
                      <c:pt idx="2529">
                        <c:v>111.18053999999999</c:v>
                      </c:pt>
                      <c:pt idx="2530">
                        <c:v>111.18183000000001</c:v>
                      </c:pt>
                      <c:pt idx="2531">
                        <c:v>111.17448</c:v>
                      </c:pt>
                      <c:pt idx="2532">
                        <c:v>111.15147</c:v>
                      </c:pt>
                      <c:pt idx="2533">
                        <c:v>111.12609999999999</c:v>
                      </c:pt>
                      <c:pt idx="2534">
                        <c:v>111.11706</c:v>
                      </c:pt>
                      <c:pt idx="2535">
                        <c:v>111.123</c:v>
                      </c:pt>
                      <c:pt idx="2536">
                        <c:v>111.13993000000001</c:v>
                      </c:pt>
                      <c:pt idx="2537">
                        <c:v>111.1601</c:v>
                      </c:pt>
                      <c:pt idx="2538">
                        <c:v>111.17359999999999</c:v>
                      </c:pt>
                      <c:pt idx="2539">
                        <c:v>111.18001</c:v>
                      </c:pt>
                      <c:pt idx="2540">
                        <c:v>111.1829</c:v>
                      </c:pt>
                      <c:pt idx="2541">
                        <c:v>111.18304999999999</c:v>
                      </c:pt>
                      <c:pt idx="2542">
                        <c:v>111.17972</c:v>
                      </c:pt>
                      <c:pt idx="2543">
                        <c:v>111.17303</c:v>
                      </c:pt>
                      <c:pt idx="2544">
                        <c:v>111.16622</c:v>
                      </c:pt>
                      <c:pt idx="2545">
                        <c:v>111.15667999999999</c:v>
                      </c:pt>
                      <c:pt idx="2546">
                        <c:v>111.14</c:v>
                      </c:pt>
                      <c:pt idx="2547">
                        <c:v>111.12341000000001</c:v>
                      </c:pt>
                      <c:pt idx="2548">
                        <c:v>111.11418</c:v>
                      </c:pt>
                      <c:pt idx="2549">
                        <c:v>111.11198</c:v>
                      </c:pt>
                      <c:pt idx="2550">
                        <c:v>111.11246</c:v>
                      </c:pt>
                      <c:pt idx="2551">
                        <c:v>111.11284999999999</c:v>
                      </c:pt>
                      <c:pt idx="2552">
                        <c:v>111.11427999999999</c:v>
                      </c:pt>
                      <c:pt idx="2553">
                        <c:v>111.11457</c:v>
                      </c:pt>
                      <c:pt idx="2554">
                        <c:v>111.11269</c:v>
                      </c:pt>
                      <c:pt idx="2555">
                        <c:v>111.10863999999999</c:v>
                      </c:pt>
                      <c:pt idx="2556">
                        <c:v>111.09603</c:v>
                      </c:pt>
                      <c:pt idx="2557">
                        <c:v>111.08193</c:v>
                      </c:pt>
                      <c:pt idx="2558">
                        <c:v>111.07691</c:v>
                      </c:pt>
                      <c:pt idx="2559">
                        <c:v>111.08054</c:v>
                      </c:pt>
                      <c:pt idx="2560">
                        <c:v>111.08188</c:v>
                      </c:pt>
                      <c:pt idx="2561">
                        <c:v>111.06623999999999</c:v>
                      </c:pt>
                      <c:pt idx="2562">
                        <c:v>111.03682999999999</c:v>
                      </c:pt>
                      <c:pt idx="2563">
                        <c:v>111.00237</c:v>
                      </c:pt>
                      <c:pt idx="2564">
                        <c:v>110.96495</c:v>
                      </c:pt>
                      <c:pt idx="2565">
                        <c:v>110.92623</c:v>
                      </c:pt>
                      <c:pt idx="2566">
                        <c:v>110.88847</c:v>
                      </c:pt>
                      <c:pt idx="2567">
                        <c:v>110.8523</c:v>
                      </c:pt>
                      <c:pt idx="2568">
                        <c:v>110.81771999999999</c:v>
                      </c:pt>
                      <c:pt idx="2569">
                        <c:v>110.78915000000001</c:v>
                      </c:pt>
                      <c:pt idx="2570">
                        <c:v>110.76797000000001</c:v>
                      </c:pt>
                      <c:pt idx="2571">
                        <c:v>110.76367</c:v>
                      </c:pt>
                      <c:pt idx="2572">
                        <c:v>110.77663</c:v>
                      </c:pt>
                      <c:pt idx="2573">
                        <c:v>110.79792999999999</c:v>
                      </c:pt>
                      <c:pt idx="2574">
                        <c:v>110.81519</c:v>
                      </c:pt>
                      <c:pt idx="2575">
                        <c:v>110.81921</c:v>
                      </c:pt>
                      <c:pt idx="2576">
                        <c:v>110.80713</c:v>
                      </c:pt>
                      <c:pt idx="2577">
                        <c:v>110.78211</c:v>
                      </c:pt>
                      <c:pt idx="2578">
                        <c:v>110.74571</c:v>
                      </c:pt>
                      <c:pt idx="2579">
                        <c:v>110.70854</c:v>
                      </c:pt>
                      <c:pt idx="2580">
                        <c:v>110.67221000000001</c:v>
                      </c:pt>
                      <c:pt idx="2581">
                        <c:v>110.63866</c:v>
                      </c:pt>
                      <c:pt idx="2582">
                        <c:v>110.61118</c:v>
                      </c:pt>
                      <c:pt idx="2583">
                        <c:v>110.58967</c:v>
                      </c:pt>
                      <c:pt idx="2584">
                        <c:v>110.57067000000001</c:v>
                      </c:pt>
                      <c:pt idx="2585">
                        <c:v>110.55275</c:v>
                      </c:pt>
                      <c:pt idx="2586">
                        <c:v>110.53427000000001</c:v>
                      </c:pt>
                      <c:pt idx="2587">
                        <c:v>110.52106000000001</c:v>
                      </c:pt>
                      <c:pt idx="2588">
                        <c:v>110.51486</c:v>
                      </c:pt>
                      <c:pt idx="2589">
                        <c:v>110.51009000000001</c:v>
                      </c:pt>
                      <c:pt idx="2590">
                        <c:v>110.50519</c:v>
                      </c:pt>
                      <c:pt idx="2591">
                        <c:v>110.50561999999999</c:v>
                      </c:pt>
                      <c:pt idx="2592">
                        <c:v>110.51817</c:v>
                      </c:pt>
                      <c:pt idx="2593">
                        <c:v>110.53748</c:v>
                      </c:pt>
                      <c:pt idx="2594">
                        <c:v>110.55364</c:v>
                      </c:pt>
                      <c:pt idx="2595">
                        <c:v>110.56771999999999</c:v>
                      </c:pt>
                      <c:pt idx="2596">
                        <c:v>110.58665000000001</c:v>
                      </c:pt>
                      <c:pt idx="2597">
                        <c:v>110.61166</c:v>
                      </c:pt>
                      <c:pt idx="2598">
                        <c:v>110.63685</c:v>
                      </c:pt>
                      <c:pt idx="2599">
                        <c:v>110.66162</c:v>
                      </c:pt>
                      <c:pt idx="2600">
                        <c:v>110.68387</c:v>
                      </c:pt>
                      <c:pt idx="2601">
                        <c:v>110.705</c:v>
                      </c:pt>
                      <c:pt idx="2602">
                        <c:v>110.72948</c:v>
                      </c:pt>
                      <c:pt idx="2603">
                        <c:v>110.75851</c:v>
                      </c:pt>
                      <c:pt idx="2604">
                        <c:v>110.79434999999999</c:v>
                      </c:pt>
                      <c:pt idx="2605">
                        <c:v>110.8245</c:v>
                      </c:pt>
                      <c:pt idx="2606">
                        <c:v>110.85097</c:v>
                      </c:pt>
                      <c:pt idx="2607">
                        <c:v>110.87302</c:v>
                      </c:pt>
                      <c:pt idx="2608">
                        <c:v>110.88086</c:v>
                      </c:pt>
                      <c:pt idx="2609">
                        <c:v>110.88077</c:v>
                      </c:pt>
                      <c:pt idx="2610">
                        <c:v>110.87521</c:v>
                      </c:pt>
                      <c:pt idx="2611">
                        <c:v>110.86572</c:v>
                      </c:pt>
                      <c:pt idx="2612">
                        <c:v>110.86404</c:v>
                      </c:pt>
                      <c:pt idx="2613">
                        <c:v>110.87469</c:v>
                      </c:pt>
                      <c:pt idx="2614">
                        <c:v>110.89163000000001</c:v>
                      </c:pt>
                      <c:pt idx="2615">
                        <c:v>110.90667999999999</c:v>
                      </c:pt>
                      <c:pt idx="2616">
                        <c:v>110.91622</c:v>
                      </c:pt>
                      <c:pt idx="2617">
                        <c:v>110.93301</c:v>
                      </c:pt>
                      <c:pt idx="2618">
                        <c:v>110.95393</c:v>
                      </c:pt>
                      <c:pt idx="2619">
                        <c:v>110.97410000000001</c:v>
                      </c:pt>
                      <c:pt idx="2620">
                        <c:v>110.98513</c:v>
                      </c:pt>
                      <c:pt idx="2621">
                        <c:v>110.98049</c:v>
                      </c:pt>
                      <c:pt idx="2622">
                        <c:v>110.95636</c:v>
                      </c:pt>
                      <c:pt idx="2623">
                        <c:v>110.91708</c:v>
                      </c:pt>
                      <c:pt idx="2624">
                        <c:v>110.86526000000001</c:v>
                      </c:pt>
                      <c:pt idx="2625">
                        <c:v>110.80834</c:v>
                      </c:pt>
                      <c:pt idx="2626">
                        <c:v>110.7533</c:v>
                      </c:pt>
                      <c:pt idx="2627">
                        <c:v>110.70139</c:v>
                      </c:pt>
                      <c:pt idx="2628">
                        <c:v>110.65597</c:v>
                      </c:pt>
                      <c:pt idx="2629">
                        <c:v>110.61673</c:v>
                      </c:pt>
                      <c:pt idx="2630">
                        <c:v>110.58443</c:v>
                      </c:pt>
                      <c:pt idx="2631">
                        <c:v>110.56012</c:v>
                      </c:pt>
                      <c:pt idx="2632">
                        <c:v>110.54543</c:v>
                      </c:pt>
                      <c:pt idx="2633">
                        <c:v>110.54034</c:v>
                      </c:pt>
                      <c:pt idx="2634">
                        <c:v>110.54138</c:v>
                      </c:pt>
                      <c:pt idx="2635">
                        <c:v>110.54237000000001</c:v>
                      </c:pt>
                      <c:pt idx="2636">
                        <c:v>110.54015</c:v>
                      </c:pt>
                      <c:pt idx="2637">
                        <c:v>110.53776999999999</c:v>
                      </c:pt>
                      <c:pt idx="2638">
                        <c:v>110.53448</c:v>
                      </c:pt>
                      <c:pt idx="2639">
                        <c:v>110.529</c:v>
                      </c:pt>
                      <c:pt idx="2640">
                        <c:v>110.5209</c:v>
                      </c:pt>
                      <c:pt idx="2641">
                        <c:v>110.51183</c:v>
                      </c:pt>
                      <c:pt idx="2642">
                        <c:v>110.50215</c:v>
                      </c:pt>
                      <c:pt idx="2643">
                        <c:v>110.49008000000001</c:v>
                      </c:pt>
                      <c:pt idx="2644">
                        <c:v>110.46929</c:v>
                      </c:pt>
                      <c:pt idx="2645">
                        <c:v>110.44353</c:v>
                      </c:pt>
                      <c:pt idx="2646">
                        <c:v>110.41897</c:v>
                      </c:pt>
                      <c:pt idx="2647">
                        <c:v>110.39653</c:v>
                      </c:pt>
                      <c:pt idx="2648">
                        <c:v>110.37693</c:v>
                      </c:pt>
                      <c:pt idx="2649">
                        <c:v>110.35944000000001</c:v>
                      </c:pt>
                      <c:pt idx="2650">
                        <c:v>110.34425</c:v>
                      </c:pt>
                      <c:pt idx="2651">
                        <c:v>110.3259</c:v>
                      </c:pt>
                      <c:pt idx="2652">
                        <c:v>110.30115000000001</c:v>
                      </c:pt>
                      <c:pt idx="2653">
                        <c:v>110.2728</c:v>
                      </c:pt>
                      <c:pt idx="2654">
                        <c:v>110.24590000000001</c:v>
                      </c:pt>
                      <c:pt idx="2655">
                        <c:v>110.22674000000001</c:v>
                      </c:pt>
                      <c:pt idx="2656">
                        <c:v>110.21417</c:v>
                      </c:pt>
                      <c:pt idx="2657">
                        <c:v>110.20438</c:v>
                      </c:pt>
                      <c:pt idx="2658">
                        <c:v>110.19911999999999</c:v>
                      </c:pt>
                      <c:pt idx="2659">
                        <c:v>110.20196</c:v>
                      </c:pt>
                      <c:pt idx="2660">
                        <c:v>110.20465</c:v>
                      </c:pt>
                      <c:pt idx="2661">
                        <c:v>110.20396</c:v>
                      </c:pt>
                      <c:pt idx="2662">
                        <c:v>110.20726999999999</c:v>
                      </c:pt>
                      <c:pt idx="2663">
                        <c:v>110.2145</c:v>
                      </c:pt>
                      <c:pt idx="2664">
                        <c:v>110.22597</c:v>
                      </c:pt>
                      <c:pt idx="2665">
                        <c:v>110.24576999999999</c:v>
                      </c:pt>
                      <c:pt idx="2666">
                        <c:v>110.27158</c:v>
                      </c:pt>
                      <c:pt idx="2667">
                        <c:v>110.29813</c:v>
                      </c:pt>
                      <c:pt idx="2668">
                        <c:v>110.3252</c:v>
                      </c:pt>
                      <c:pt idx="2669">
                        <c:v>110.36082</c:v>
                      </c:pt>
                      <c:pt idx="2670">
                        <c:v>110.39924999999999</c:v>
                      </c:pt>
                      <c:pt idx="2671">
                        <c:v>110.43309000000001</c:v>
                      </c:pt>
                      <c:pt idx="2672">
                        <c:v>110.46455</c:v>
                      </c:pt>
                      <c:pt idx="2673">
                        <c:v>110.49818</c:v>
                      </c:pt>
                      <c:pt idx="2674">
                        <c:v>110.53731000000001</c:v>
                      </c:pt>
                      <c:pt idx="2675">
                        <c:v>110.57886999999999</c:v>
                      </c:pt>
                      <c:pt idx="2676">
                        <c:v>110.62461999999999</c:v>
                      </c:pt>
                      <c:pt idx="2677">
                        <c:v>110.66952999999999</c:v>
                      </c:pt>
                      <c:pt idx="2678">
                        <c:v>110.70448</c:v>
                      </c:pt>
                      <c:pt idx="2679">
                        <c:v>110.73124</c:v>
                      </c:pt>
                      <c:pt idx="2680">
                        <c:v>110.76087</c:v>
                      </c:pt>
                      <c:pt idx="2681">
                        <c:v>110.80204999999999</c:v>
                      </c:pt>
                      <c:pt idx="2682">
                        <c:v>110.84817</c:v>
                      </c:pt>
                      <c:pt idx="2683">
                        <c:v>110.89162</c:v>
                      </c:pt>
                      <c:pt idx="2684">
                        <c:v>110.92749999999999</c:v>
                      </c:pt>
                      <c:pt idx="2685">
                        <c:v>110.94904</c:v>
                      </c:pt>
                      <c:pt idx="2686">
                        <c:v>110.96353999999999</c:v>
                      </c:pt>
                      <c:pt idx="2687">
                        <c:v>110.97526999999999</c:v>
                      </c:pt>
                      <c:pt idx="2688">
                        <c:v>110.98226</c:v>
                      </c:pt>
                      <c:pt idx="2689">
                        <c:v>110.9823</c:v>
                      </c:pt>
                      <c:pt idx="2690">
                        <c:v>110.98105</c:v>
                      </c:pt>
                      <c:pt idx="2691">
                        <c:v>110.97986</c:v>
                      </c:pt>
                      <c:pt idx="2692">
                        <c:v>110.9753</c:v>
                      </c:pt>
                      <c:pt idx="2693">
                        <c:v>110.96653999999999</c:v>
                      </c:pt>
                      <c:pt idx="2694">
                        <c:v>110.95097</c:v>
                      </c:pt>
                      <c:pt idx="2695">
                        <c:v>110.93713</c:v>
                      </c:pt>
                      <c:pt idx="2696">
                        <c:v>110.93106</c:v>
                      </c:pt>
                      <c:pt idx="2697">
                        <c:v>110.93380999999999</c:v>
                      </c:pt>
                      <c:pt idx="2698">
                        <c:v>110.94517999999999</c:v>
                      </c:pt>
                      <c:pt idx="2699">
                        <c:v>110.96335999999999</c:v>
                      </c:pt>
                      <c:pt idx="2700">
                        <c:v>110.9875</c:v>
                      </c:pt>
                      <c:pt idx="2701">
                        <c:v>111.01357</c:v>
                      </c:pt>
                      <c:pt idx="2702">
                        <c:v>111.03773</c:v>
                      </c:pt>
                      <c:pt idx="2703">
                        <c:v>111.05878</c:v>
                      </c:pt>
                      <c:pt idx="2704">
                        <c:v>111.07993999999999</c:v>
                      </c:pt>
                      <c:pt idx="2705">
                        <c:v>111.1026</c:v>
                      </c:pt>
                      <c:pt idx="2706">
                        <c:v>111.12833000000001</c:v>
                      </c:pt>
                      <c:pt idx="2707">
                        <c:v>111.15684</c:v>
                      </c:pt>
                      <c:pt idx="2708">
                        <c:v>111.18409</c:v>
                      </c:pt>
                      <c:pt idx="2709">
                        <c:v>111.19154</c:v>
                      </c:pt>
                      <c:pt idx="2710">
                        <c:v>111.19378</c:v>
                      </c:pt>
                      <c:pt idx="2711">
                        <c:v>111.19476</c:v>
                      </c:pt>
                      <c:pt idx="2712">
                        <c:v>111.19662</c:v>
                      </c:pt>
                      <c:pt idx="2713">
                        <c:v>111.19401000000001</c:v>
                      </c:pt>
                      <c:pt idx="2714">
                        <c:v>111.19005</c:v>
                      </c:pt>
                      <c:pt idx="2715">
                        <c:v>111.18667000000001</c:v>
                      </c:pt>
                      <c:pt idx="2716">
                        <c:v>111.18832999999999</c:v>
                      </c:pt>
                      <c:pt idx="2717">
                        <c:v>111.18828999999999</c:v>
                      </c:pt>
                      <c:pt idx="2718">
                        <c:v>111.18085000000001</c:v>
                      </c:pt>
                      <c:pt idx="2719">
                        <c:v>111.16607999999999</c:v>
                      </c:pt>
                      <c:pt idx="2720">
                        <c:v>111.14552</c:v>
                      </c:pt>
                      <c:pt idx="2721">
                        <c:v>111.12502000000001</c:v>
                      </c:pt>
                      <c:pt idx="2722">
                        <c:v>111.10298</c:v>
                      </c:pt>
                      <c:pt idx="2723">
                        <c:v>111.08378999999999</c:v>
                      </c:pt>
                      <c:pt idx="2724">
                        <c:v>111.06814</c:v>
                      </c:pt>
                      <c:pt idx="2725">
                        <c:v>111.05094</c:v>
                      </c:pt>
                      <c:pt idx="2726">
                        <c:v>111.02838</c:v>
                      </c:pt>
                      <c:pt idx="2727">
                        <c:v>110.99590999999999</c:v>
                      </c:pt>
                      <c:pt idx="2728">
                        <c:v>110.95213</c:v>
                      </c:pt>
                      <c:pt idx="2729">
                        <c:v>110.89566000000001</c:v>
                      </c:pt>
                      <c:pt idx="2730">
                        <c:v>110.82829</c:v>
                      </c:pt>
                      <c:pt idx="2731">
                        <c:v>110.75642999999999</c:v>
                      </c:pt>
                      <c:pt idx="2732">
                        <c:v>110.68768</c:v>
                      </c:pt>
                      <c:pt idx="2733">
                        <c:v>110.62035</c:v>
                      </c:pt>
                      <c:pt idx="2734">
                        <c:v>110.54922999999999</c:v>
                      </c:pt>
                      <c:pt idx="2735">
                        <c:v>110.47044</c:v>
                      </c:pt>
                      <c:pt idx="2736">
                        <c:v>110.38348000000001</c:v>
                      </c:pt>
                      <c:pt idx="2737">
                        <c:v>110.29346</c:v>
                      </c:pt>
                      <c:pt idx="2738">
                        <c:v>110.20425</c:v>
                      </c:pt>
                      <c:pt idx="2739">
                        <c:v>110.11803</c:v>
                      </c:pt>
                      <c:pt idx="2740">
                        <c:v>110.03608</c:v>
                      </c:pt>
                      <c:pt idx="2741">
                        <c:v>109.9585</c:v>
                      </c:pt>
                      <c:pt idx="2742">
                        <c:v>109.88809000000001</c:v>
                      </c:pt>
                      <c:pt idx="2743">
                        <c:v>109.82462</c:v>
                      </c:pt>
                      <c:pt idx="2744">
                        <c:v>109.76204</c:v>
                      </c:pt>
                      <c:pt idx="2745">
                        <c:v>109.69871999999999</c:v>
                      </c:pt>
                      <c:pt idx="2746">
                        <c:v>109.6347</c:v>
                      </c:pt>
                      <c:pt idx="2747">
                        <c:v>109.56733</c:v>
                      </c:pt>
                      <c:pt idx="2748">
                        <c:v>109.49386</c:v>
                      </c:pt>
                      <c:pt idx="2749">
                        <c:v>109.41378</c:v>
                      </c:pt>
                      <c:pt idx="2750">
                        <c:v>109.3272</c:v>
                      </c:pt>
                      <c:pt idx="2751">
                        <c:v>109.23676</c:v>
                      </c:pt>
                      <c:pt idx="2752">
                        <c:v>109.14879999999999</c:v>
                      </c:pt>
                      <c:pt idx="2753">
                        <c:v>109.06759</c:v>
                      </c:pt>
                      <c:pt idx="2754">
                        <c:v>108.99118</c:v>
                      </c:pt>
                      <c:pt idx="2755">
                        <c:v>108.91689</c:v>
                      </c:pt>
                      <c:pt idx="2756">
                        <c:v>108.84350999999999</c:v>
                      </c:pt>
                      <c:pt idx="2757">
                        <c:v>108.76711</c:v>
                      </c:pt>
                      <c:pt idx="2758">
                        <c:v>108.68433</c:v>
                      </c:pt>
                      <c:pt idx="2759">
                        <c:v>108.5937</c:v>
                      </c:pt>
                      <c:pt idx="2760">
                        <c:v>108.49458</c:v>
                      </c:pt>
                      <c:pt idx="2761">
                        <c:v>108.38682</c:v>
                      </c:pt>
                      <c:pt idx="2762">
                        <c:v>108.27413</c:v>
                      </c:pt>
                      <c:pt idx="2763">
                        <c:v>108.1571</c:v>
                      </c:pt>
                      <c:pt idx="2764">
                        <c:v>108.03493</c:v>
                      </c:pt>
                      <c:pt idx="2765">
                        <c:v>107.90961</c:v>
                      </c:pt>
                      <c:pt idx="2766">
                        <c:v>107.78561000000001</c:v>
                      </c:pt>
                      <c:pt idx="2767">
                        <c:v>107.66502</c:v>
                      </c:pt>
                      <c:pt idx="2768">
                        <c:v>107.54595999999999</c:v>
                      </c:pt>
                      <c:pt idx="2769">
                        <c:v>107.42719</c:v>
                      </c:pt>
                      <c:pt idx="2770">
                        <c:v>107.31128</c:v>
                      </c:pt>
                      <c:pt idx="2771">
                        <c:v>107.19757</c:v>
                      </c:pt>
                      <c:pt idx="2772">
                        <c:v>107.08408</c:v>
                      </c:pt>
                      <c:pt idx="2773">
                        <c:v>106.97161</c:v>
                      </c:pt>
                      <c:pt idx="2774">
                        <c:v>106.85908999999999</c:v>
                      </c:pt>
                      <c:pt idx="2775">
                        <c:v>106.74258</c:v>
                      </c:pt>
                      <c:pt idx="2776">
                        <c:v>106.62103</c:v>
                      </c:pt>
                      <c:pt idx="2777">
                        <c:v>106.49558</c:v>
                      </c:pt>
                      <c:pt idx="2778">
                        <c:v>106.36526000000001</c:v>
                      </c:pt>
                      <c:pt idx="2779">
                        <c:v>106.22741000000001</c:v>
                      </c:pt>
                      <c:pt idx="2780">
                        <c:v>106.08293999999999</c:v>
                      </c:pt>
                      <c:pt idx="2781">
                        <c:v>105.93633</c:v>
                      </c:pt>
                      <c:pt idx="2782">
                        <c:v>105.79459</c:v>
                      </c:pt>
                      <c:pt idx="2783">
                        <c:v>105.66127</c:v>
                      </c:pt>
                      <c:pt idx="2784">
                        <c:v>105.53664999999999</c:v>
                      </c:pt>
                      <c:pt idx="2785">
                        <c:v>105.41737000000001</c:v>
                      </c:pt>
                      <c:pt idx="2786">
                        <c:v>105.29992</c:v>
                      </c:pt>
                      <c:pt idx="2787">
                        <c:v>105.1837</c:v>
                      </c:pt>
                      <c:pt idx="2788">
                        <c:v>105.06738</c:v>
                      </c:pt>
                      <c:pt idx="2789">
                        <c:v>104.95371</c:v>
                      </c:pt>
                      <c:pt idx="2790">
                        <c:v>104.84542</c:v>
                      </c:pt>
                      <c:pt idx="2791">
                        <c:v>104.74298</c:v>
                      </c:pt>
                      <c:pt idx="2792">
                        <c:v>104.64053</c:v>
                      </c:pt>
                      <c:pt idx="2793">
                        <c:v>104.53254</c:v>
                      </c:pt>
                      <c:pt idx="2794">
                        <c:v>104.41804999999999</c:v>
                      </c:pt>
                      <c:pt idx="2795">
                        <c:v>104.30244999999999</c:v>
                      </c:pt>
                      <c:pt idx="2796">
                        <c:v>104.20005</c:v>
                      </c:pt>
                      <c:pt idx="2797">
                        <c:v>104.11577</c:v>
                      </c:pt>
                      <c:pt idx="2798">
                        <c:v>104.04339</c:v>
                      </c:pt>
                      <c:pt idx="2799">
                        <c:v>103.97644</c:v>
                      </c:pt>
                      <c:pt idx="2800">
                        <c:v>103.91041</c:v>
                      </c:pt>
                      <c:pt idx="2801">
                        <c:v>103.84344</c:v>
                      </c:pt>
                      <c:pt idx="2802">
                        <c:v>103.77273</c:v>
                      </c:pt>
                      <c:pt idx="2803">
                        <c:v>103.69604</c:v>
                      </c:pt>
                      <c:pt idx="2804">
                        <c:v>103.61427</c:v>
                      </c:pt>
                      <c:pt idx="2805">
                        <c:v>103.52193</c:v>
                      </c:pt>
                      <c:pt idx="2806">
                        <c:v>103.41472</c:v>
                      </c:pt>
                      <c:pt idx="2807">
                        <c:v>103.29799</c:v>
                      </c:pt>
                      <c:pt idx="2808">
                        <c:v>103.17945</c:v>
                      </c:pt>
                      <c:pt idx="2809">
                        <c:v>103.06244</c:v>
                      </c:pt>
                      <c:pt idx="2810">
                        <c:v>102.94777999999999</c:v>
                      </c:pt>
                      <c:pt idx="2811">
                        <c:v>102.83698</c:v>
                      </c:pt>
                      <c:pt idx="2812">
                        <c:v>102.73165</c:v>
                      </c:pt>
                      <c:pt idx="2813">
                        <c:v>102.62585</c:v>
                      </c:pt>
                      <c:pt idx="2814">
                        <c:v>102.51295</c:v>
                      </c:pt>
                      <c:pt idx="2815">
                        <c:v>102.39892</c:v>
                      </c:pt>
                      <c:pt idx="2816">
                        <c:v>102.29038</c:v>
                      </c:pt>
                      <c:pt idx="2817">
                        <c:v>102.18819000000001</c:v>
                      </c:pt>
                      <c:pt idx="2818">
                        <c:v>102.09327</c:v>
                      </c:pt>
                      <c:pt idx="2819">
                        <c:v>102.003</c:v>
                      </c:pt>
                      <c:pt idx="2820">
                        <c:v>101.91401999999999</c:v>
                      </c:pt>
                      <c:pt idx="2821">
                        <c:v>101.82283</c:v>
                      </c:pt>
                      <c:pt idx="2822">
                        <c:v>101.72865</c:v>
                      </c:pt>
                      <c:pt idx="2823">
                        <c:v>101.62846999999999</c:v>
                      </c:pt>
                      <c:pt idx="2824">
                        <c:v>101.52043</c:v>
                      </c:pt>
                      <c:pt idx="2825">
                        <c:v>101.40272</c:v>
                      </c:pt>
                      <c:pt idx="2826">
                        <c:v>101.27924</c:v>
                      </c:pt>
                      <c:pt idx="2827">
                        <c:v>101.15546000000001</c:v>
                      </c:pt>
                      <c:pt idx="2828">
                        <c:v>101.0331</c:v>
                      </c:pt>
                      <c:pt idx="2829">
                        <c:v>100.91598999999999</c:v>
                      </c:pt>
                      <c:pt idx="2830">
                        <c:v>100.80459999999999</c:v>
                      </c:pt>
                      <c:pt idx="2831">
                        <c:v>100.69499999999999</c:v>
                      </c:pt>
                      <c:pt idx="2832">
                        <c:v>100.58704</c:v>
                      </c:pt>
                      <c:pt idx="2833">
                        <c:v>100.48381000000001</c:v>
                      </c:pt>
                      <c:pt idx="2834">
                        <c:v>100.386</c:v>
                      </c:pt>
                      <c:pt idx="2835">
                        <c:v>100.29016</c:v>
                      </c:pt>
                      <c:pt idx="2836">
                        <c:v>100.19549000000001</c:v>
                      </c:pt>
                      <c:pt idx="2837">
                        <c:v>100.1006</c:v>
                      </c:pt>
                      <c:pt idx="2838">
                        <c:v>100.00456</c:v>
                      </c:pt>
                      <c:pt idx="2839">
                        <c:v>99.907805999999994</c:v>
                      </c:pt>
                      <c:pt idx="2840">
                        <c:v>99.808914000000001</c:v>
                      </c:pt>
                      <c:pt idx="2841">
                        <c:v>99.708939000000001</c:v>
                      </c:pt>
                      <c:pt idx="2842">
                        <c:v>99.609702999999996</c:v>
                      </c:pt>
                      <c:pt idx="2843">
                        <c:v>99.513274999999993</c:v>
                      </c:pt>
                      <c:pt idx="2844">
                        <c:v>99.418746999999996</c:v>
                      </c:pt>
                      <c:pt idx="2845">
                        <c:v>99.325385999999995</c:v>
                      </c:pt>
                      <c:pt idx="2846">
                        <c:v>99.232605000000007</c:v>
                      </c:pt>
                      <c:pt idx="2847">
                        <c:v>99.137932000000006</c:v>
                      </c:pt>
                      <c:pt idx="2848">
                        <c:v>99.039199999999994</c:v>
                      </c:pt>
                      <c:pt idx="2849">
                        <c:v>98.937484999999995</c:v>
                      </c:pt>
                      <c:pt idx="2850">
                        <c:v>98.834068000000002</c:v>
                      </c:pt>
                      <c:pt idx="2851">
                        <c:v>98.726112000000001</c:v>
                      </c:pt>
                      <c:pt idx="2852">
                        <c:v>98.612166999999999</c:v>
                      </c:pt>
                      <c:pt idx="2853">
                        <c:v>98.49485</c:v>
                      </c:pt>
                      <c:pt idx="2854">
                        <c:v>98.376755000000003</c:v>
                      </c:pt>
                      <c:pt idx="2855">
                        <c:v>98.258849999999995</c:v>
                      </c:pt>
                      <c:pt idx="2856">
                        <c:v>98.143058999999994</c:v>
                      </c:pt>
                      <c:pt idx="2857">
                        <c:v>98.031066999999993</c:v>
                      </c:pt>
                      <c:pt idx="2858">
                        <c:v>97.922606999999999</c:v>
                      </c:pt>
                      <c:pt idx="2859">
                        <c:v>97.816231000000002</c:v>
                      </c:pt>
                      <c:pt idx="2860">
                        <c:v>97.714416999999997</c:v>
                      </c:pt>
                      <c:pt idx="2861">
                        <c:v>97.619422999999998</c:v>
                      </c:pt>
                      <c:pt idx="2862">
                        <c:v>97.529860999999997</c:v>
                      </c:pt>
                      <c:pt idx="2863">
                        <c:v>97.442222999999998</c:v>
                      </c:pt>
                      <c:pt idx="2864">
                        <c:v>97.355652000000006</c:v>
                      </c:pt>
                      <c:pt idx="2865">
                        <c:v>97.271552999999997</c:v>
                      </c:pt>
                      <c:pt idx="2866">
                        <c:v>97.189796000000001</c:v>
                      </c:pt>
                      <c:pt idx="2867">
                        <c:v>97.106133</c:v>
                      </c:pt>
                      <c:pt idx="2868">
                        <c:v>97.018897999999993</c:v>
                      </c:pt>
                      <c:pt idx="2869">
                        <c:v>96.930672000000001</c:v>
                      </c:pt>
                      <c:pt idx="2870">
                        <c:v>96.844429000000005</c:v>
                      </c:pt>
                      <c:pt idx="2871">
                        <c:v>96.759972000000005</c:v>
                      </c:pt>
                      <c:pt idx="2872">
                        <c:v>96.671233999999998</c:v>
                      </c:pt>
                      <c:pt idx="2873">
                        <c:v>96.577415000000002</c:v>
                      </c:pt>
                      <c:pt idx="2874">
                        <c:v>96.480964999999998</c:v>
                      </c:pt>
                      <c:pt idx="2875">
                        <c:v>96.382462000000004</c:v>
                      </c:pt>
                      <c:pt idx="2876">
                        <c:v>96.281479000000004</c:v>
                      </c:pt>
                      <c:pt idx="2877">
                        <c:v>96.180237000000005</c:v>
                      </c:pt>
                      <c:pt idx="2878">
                        <c:v>96.080573999999999</c:v>
                      </c:pt>
                      <c:pt idx="2879">
                        <c:v>95.982056</c:v>
                      </c:pt>
                      <c:pt idx="2880">
                        <c:v>95.883492000000004</c:v>
                      </c:pt>
                      <c:pt idx="2881">
                        <c:v>95.782623000000001</c:v>
                      </c:pt>
                      <c:pt idx="2882">
                        <c:v>95.676345999999995</c:v>
                      </c:pt>
                      <c:pt idx="2883">
                        <c:v>95.56353</c:v>
                      </c:pt>
                      <c:pt idx="2884">
                        <c:v>95.444076999999993</c:v>
                      </c:pt>
                      <c:pt idx="2885">
                        <c:v>95.316040000000001</c:v>
                      </c:pt>
                      <c:pt idx="2886">
                        <c:v>95.177436999999998</c:v>
                      </c:pt>
                      <c:pt idx="2887">
                        <c:v>95.030181999999996</c:v>
                      </c:pt>
                      <c:pt idx="2888">
                        <c:v>94.878547999999995</c:v>
                      </c:pt>
                      <c:pt idx="2889">
                        <c:v>94.723517999999999</c:v>
                      </c:pt>
                      <c:pt idx="2890">
                        <c:v>94.565781000000001</c:v>
                      </c:pt>
                      <c:pt idx="2891">
                        <c:v>94.409476999999995</c:v>
                      </c:pt>
                      <c:pt idx="2892">
                        <c:v>94.257346999999996</c:v>
                      </c:pt>
                      <c:pt idx="2893">
                        <c:v>94.109131000000005</c:v>
                      </c:pt>
                      <c:pt idx="2894">
                        <c:v>93.964775000000003</c:v>
                      </c:pt>
                      <c:pt idx="2895">
                        <c:v>93.822852999999995</c:v>
                      </c:pt>
                      <c:pt idx="2896">
                        <c:v>93.680533999999994</c:v>
                      </c:pt>
                      <c:pt idx="2897">
                        <c:v>93.539291000000006</c:v>
                      </c:pt>
                      <c:pt idx="2898">
                        <c:v>93.402884999999998</c:v>
                      </c:pt>
                      <c:pt idx="2899">
                        <c:v>93.270988000000003</c:v>
                      </c:pt>
                      <c:pt idx="2900">
                        <c:v>93.139129999999994</c:v>
                      </c:pt>
                      <c:pt idx="2901">
                        <c:v>93.005454999999998</c:v>
                      </c:pt>
                      <c:pt idx="2902">
                        <c:v>92.873131000000001</c:v>
                      </c:pt>
                      <c:pt idx="2903">
                        <c:v>92.746025000000003</c:v>
                      </c:pt>
                      <c:pt idx="2904">
                        <c:v>92.626045000000005</c:v>
                      </c:pt>
                      <c:pt idx="2905">
                        <c:v>92.507507000000004</c:v>
                      </c:pt>
                      <c:pt idx="2906">
                        <c:v>92.390029999999996</c:v>
                      </c:pt>
                      <c:pt idx="2907">
                        <c:v>92.273269999999997</c:v>
                      </c:pt>
                      <c:pt idx="2908">
                        <c:v>92.157248999999993</c:v>
                      </c:pt>
                      <c:pt idx="2909">
                        <c:v>92.041847000000004</c:v>
                      </c:pt>
                      <c:pt idx="2910">
                        <c:v>91.923919999999995</c:v>
                      </c:pt>
                      <c:pt idx="2911">
                        <c:v>91.803191999999996</c:v>
                      </c:pt>
                      <c:pt idx="2912">
                        <c:v>91.680961999999994</c:v>
                      </c:pt>
                      <c:pt idx="2913">
                        <c:v>91.559601000000001</c:v>
                      </c:pt>
                      <c:pt idx="2914">
                        <c:v>91.439751000000001</c:v>
                      </c:pt>
                      <c:pt idx="2915">
                        <c:v>91.320847000000001</c:v>
                      </c:pt>
                      <c:pt idx="2916">
                        <c:v>91.203322999999997</c:v>
                      </c:pt>
                      <c:pt idx="2917">
                        <c:v>91.086333999999994</c:v>
                      </c:pt>
                      <c:pt idx="2918">
                        <c:v>90.971405000000004</c:v>
                      </c:pt>
                      <c:pt idx="2919">
                        <c:v>90.858337000000006</c:v>
                      </c:pt>
                      <c:pt idx="2920">
                        <c:v>90.749176000000006</c:v>
                      </c:pt>
                      <c:pt idx="2921">
                        <c:v>90.640975999999995</c:v>
                      </c:pt>
                      <c:pt idx="2922">
                        <c:v>90.526871</c:v>
                      </c:pt>
                      <c:pt idx="2923">
                        <c:v>90.404640000000001</c:v>
                      </c:pt>
                      <c:pt idx="2924">
                        <c:v>90.275786999999994</c:v>
                      </c:pt>
                      <c:pt idx="2925">
                        <c:v>90.144867000000005</c:v>
                      </c:pt>
                      <c:pt idx="2926">
                        <c:v>90.013701999999995</c:v>
                      </c:pt>
                      <c:pt idx="2927">
                        <c:v>89.881432000000004</c:v>
                      </c:pt>
                      <c:pt idx="2928">
                        <c:v>89.748581000000001</c:v>
                      </c:pt>
                      <c:pt idx="2929">
                        <c:v>89.617012000000003</c:v>
                      </c:pt>
                      <c:pt idx="2930">
                        <c:v>89.487610000000004</c:v>
                      </c:pt>
                      <c:pt idx="2931">
                        <c:v>89.361464999999995</c:v>
                      </c:pt>
                      <c:pt idx="2932">
                        <c:v>89.239609000000002</c:v>
                      </c:pt>
                      <c:pt idx="2933">
                        <c:v>89.123374999999996</c:v>
                      </c:pt>
                      <c:pt idx="2934">
                        <c:v>89.010375999999994</c:v>
                      </c:pt>
                      <c:pt idx="2935">
                        <c:v>88.897514000000001</c:v>
                      </c:pt>
                      <c:pt idx="2936">
                        <c:v>88.782264999999995</c:v>
                      </c:pt>
                      <c:pt idx="2937">
                        <c:v>88.665374999999997</c:v>
                      </c:pt>
                      <c:pt idx="2938">
                        <c:v>88.550072</c:v>
                      </c:pt>
                      <c:pt idx="2939">
                        <c:v>88.440787999999998</c:v>
                      </c:pt>
                      <c:pt idx="2940">
                        <c:v>88.33963</c:v>
                      </c:pt>
                      <c:pt idx="2941">
                        <c:v>88.242644999999996</c:v>
                      </c:pt>
                      <c:pt idx="2942">
                        <c:v>88.146384999999995</c:v>
                      </c:pt>
                      <c:pt idx="2943">
                        <c:v>88.049126000000001</c:v>
                      </c:pt>
                      <c:pt idx="2944">
                        <c:v>87.951706000000001</c:v>
                      </c:pt>
                      <c:pt idx="2945">
                        <c:v>87.856071</c:v>
                      </c:pt>
                      <c:pt idx="2946">
                        <c:v>87.761764999999997</c:v>
                      </c:pt>
                      <c:pt idx="2947">
                        <c:v>87.667854000000005</c:v>
                      </c:pt>
                      <c:pt idx="2948">
                        <c:v>87.574768000000006</c:v>
                      </c:pt>
                      <c:pt idx="2949">
                        <c:v>87.482162000000002</c:v>
                      </c:pt>
                      <c:pt idx="2950">
                        <c:v>87.389281999999994</c:v>
                      </c:pt>
                      <c:pt idx="2951">
                        <c:v>87.296417000000005</c:v>
                      </c:pt>
                      <c:pt idx="2952">
                        <c:v>87.205146999999997</c:v>
                      </c:pt>
                      <c:pt idx="2953">
                        <c:v>87.116028</c:v>
                      </c:pt>
                      <c:pt idx="2954">
                        <c:v>87.028412000000003</c:v>
                      </c:pt>
                      <c:pt idx="2955">
                        <c:v>86.942368000000002</c:v>
                      </c:pt>
                      <c:pt idx="2956">
                        <c:v>86.857521000000006</c:v>
                      </c:pt>
                      <c:pt idx="2957">
                        <c:v>86.773842000000002</c:v>
                      </c:pt>
                      <c:pt idx="2958">
                        <c:v>86.691322</c:v>
                      </c:pt>
                      <c:pt idx="2959">
                        <c:v>86.609656999999999</c:v>
                      </c:pt>
                      <c:pt idx="2960">
                        <c:v>86.529105999999999</c:v>
                      </c:pt>
                      <c:pt idx="2961">
                        <c:v>86.449912999999995</c:v>
                      </c:pt>
                      <c:pt idx="2962">
                        <c:v>86.371971000000002</c:v>
                      </c:pt>
                      <c:pt idx="2963">
                        <c:v>86.294280999999998</c:v>
                      </c:pt>
                      <c:pt idx="2964">
                        <c:v>86.217277999999993</c:v>
                      </c:pt>
                      <c:pt idx="2965">
                        <c:v>86.141907000000003</c:v>
                      </c:pt>
                      <c:pt idx="2966">
                        <c:v>86.067970000000003</c:v>
                      </c:pt>
                      <c:pt idx="2967">
                        <c:v>85.994781000000003</c:v>
                      </c:pt>
                      <c:pt idx="2968">
                        <c:v>85.922545999999997</c:v>
                      </c:pt>
                      <c:pt idx="2969">
                        <c:v>85.850669999999994</c:v>
                      </c:pt>
                      <c:pt idx="2970">
                        <c:v>85.780251000000007</c:v>
                      </c:pt>
                      <c:pt idx="2971">
                        <c:v>85.714080999999993</c:v>
                      </c:pt>
                      <c:pt idx="2972">
                        <c:v>85.655640000000005</c:v>
                      </c:pt>
                      <c:pt idx="2973">
                        <c:v>85.605987999999996</c:v>
                      </c:pt>
                      <c:pt idx="2974">
                        <c:v>85.565948000000006</c:v>
                      </c:pt>
                      <c:pt idx="2975">
                        <c:v>85.530106000000004</c:v>
                      </c:pt>
                      <c:pt idx="2976">
                        <c:v>85.491287</c:v>
                      </c:pt>
                      <c:pt idx="2977">
                        <c:v>85.449562</c:v>
                      </c:pt>
                      <c:pt idx="2978">
                        <c:v>85.407753</c:v>
                      </c:pt>
                      <c:pt idx="2979">
                        <c:v>85.372292000000002</c:v>
                      </c:pt>
                      <c:pt idx="2980">
                        <c:v>85.340774999999994</c:v>
                      </c:pt>
                      <c:pt idx="2981">
                        <c:v>85.305938999999995</c:v>
                      </c:pt>
                      <c:pt idx="2982">
                        <c:v>85.304862999999997</c:v>
                      </c:pt>
                      <c:pt idx="2983">
                        <c:v>85.280868999999996</c:v>
                      </c:pt>
                      <c:pt idx="2984">
                        <c:v>85.246161999999998</c:v>
                      </c:pt>
                      <c:pt idx="2985">
                        <c:v>85.208618000000001</c:v>
                      </c:pt>
                      <c:pt idx="2986">
                        <c:v>85.172470000000004</c:v>
                      </c:pt>
                      <c:pt idx="2987">
                        <c:v>85.138503999999998</c:v>
                      </c:pt>
                      <c:pt idx="2988">
                        <c:v>85.102699000000001</c:v>
                      </c:pt>
                      <c:pt idx="2989">
                        <c:v>85.060158000000001</c:v>
                      </c:pt>
                      <c:pt idx="2990">
                        <c:v>85.008460999999997</c:v>
                      </c:pt>
                      <c:pt idx="2991">
                        <c:v>84.948150999999996</c:v>
                      </c:pt>
                      <c:pt idx="2992">
                        <c:v>84.881637999999995</c:v>
                      </c:pt>
                      <c:pt idx="2993">
                        <c:v>84.810822000000002</c:v>
                      </c:pt>
                      <c:pt idx="2994">
                        <c:v>84.735847000000007</c:v>
                      </c:pt>
                      <c:pt idx="2995">
                        <c:v>84.657486000000006</c:v>
                      </c:pt>
                      <c:pt idx="2996">
                        <c:v>84.576819999999998</c:v>
                      </c:pt>
                      <c:pt idx="2997">
                        <c:v>84.495307999999994</c:v>
                      </c:pt>
                      <c:pt idx="2998">
                        <c:v>84.415749000000005</c:v>
                      </c:pt>
                      <c:pt idx="2999">
                        <c:v>84.340964999999997</c:v>
                      </c:pt>
                      <c:pt idx="3000">
                        <c:v>84.270843999999997</c:v>
                      </c:pt>
                      <c:pt idx="3001">
                        <c:v>84.204223999999996</c:v>
                      </c:pt>
                      <c:pt idx="3002">
                        <c:v>84.138762999999997</c:v>
                      </c:pt>
                      <c:pt idx="3003">
                        <c:v>84.072829999999996</c:v>
                      </c:pt>
                      <c:pt idx="3004">
                        <c:v>84.005629999999996</c:v>
                      </c:pt>
                      <c:pt idx="3005">
                        <c:v>83.937920000000005</c:v>
                      </c:pt>
                      <c:pt idx="3006">
                        <c:v>83.866973999999999</c:v>
                      </c:pt>
                      <c:pt idx="3007">
                        <c:v>83.793426999999994</c:v>
                      </c:pt>
                      <c:pt idx="3008">
                        <c:v>83.721305999999998</c:v>
                      </c:pt>
                      <c:pt idx="3009">
                        <c:v>83.653037999999995</c:v>
                      </c:pt>
                      <c:pt idx="3010">
                        <c:v>83.587990000000005</c:v>
                      </c:pt>
                      <c:pt idx="3011">
                        <c:v>83.523574999999994</c:v>
                      </c:pt>
                      <c:pt idx="3012">
                        <c:v>83.450134000000006</c:v>
                      </c:pt>
                      <c:pt idx="3013">
                        <c:v>83.370238999999998</c:v>
                      </c:pt>
                      <c:pt idx="3014">
                        <c:v>83.290244999999999</c:v>
                      </c:pt>
                      <c:pt idx="3015">
                        <c:v>83.213936000000004</c:v>
                      </c:pt>
                      <c:pt idx="3016">
                        <c:v>83.170203999999998</c:v>
                      </c:pt>
                      <c:pt idx="3017">
                        <c:v>83.161788999999999</c:v>
                      </c:pt>
                      <c:pt idx="3018">
                        <c:v>83.166060999999999</c:v>
                      </c:pt>
                      <c:pt idx="3019">
                        <c:v>83.169487000000004</c:v>
                      </c:pt>
                      <c:pt idx="3020">
                        <c:v>83.164696000000006</c:v>
                      </c:pt>
                      <c:pt idx="3021">
                        <c:v>83.154182000000006</c:v>
                      </c:pt>
                      <c:pt idx="3022">
                        <c:v>83.139129999999994</c:v>
                      </c:pt>
                      <c:pt idx="3023">
                        <c:v>83.122733999999994</c:v>
                      </c:pt>
                      <c:pt idx="3024">
                        <c:v>83.105057000000002</c:v>
                      </c:pt>
                      <c:pt idx="3025">
                        <c:v>83.086455999999998</c:v>
                      </c:pt>
                      <c:pt idx="3026">
                        <c:v>83.066237999999998</c:v>
                      </c:pt>
                      <c:pt idx="3027">
                        <c:v>83.044510000000002</c:v>
                      </c:pt>
                      <c:pt idx="3028">
                        <c:v>83.022155999999995</c:v>
                      </c:pt>
                      <c:pt idx="3029">
                        <c:v>82.999420000000001</c:v>
                      </c:pt>
                      <c:pt idx="3030">
                        <c:v>82.976851999999994</c:v>
                      </c:pt>
                      <c:pt idx="3031">
                        <c:v>82.954505999999995</c:v>
                      </c:pt>
                      <c:pt idx="3032">
                        <c:v>82.930808999999996</c:v>
                      </c:pt>
                      <c:pt idx="3033">
                        <c:v>82.905983000000006</c:v>
                      </c:pt>
                      <c:pt idx="3034">
                        <c:v>82.881348000000003</c:v>
                      </c:pt>
                      <c:pt idx="3035">
                        <c:v>82.857758000000004</c:v>
                      </c:pt>
                      <c:pt idx="3036">
                        <c:v>82.834464999999994</c:v>
                      </c:pt>
                      <c:pt idx="3037">
                        <c:v>82.811508000000003</c:v>
                      </c:pt>
                      <c:pt idx="3038">
                        <c:v>82.788741999999999</c:v>
                      </c:pt>
                      <c:pt idx="3039">
                        <c:v>82.764915000000002</c:v>
                      </c:pt>
                      <c:pt idx="3040">
                        <c:v>82.738410999999999</c:v>
                      </c:pt>
                      <c:pt idx="3041">
                        <c:v>82.706649999999996</c:v>
                      </c:pt>
                      <c:pt idx="3042">
                        <c:v>82.666945999999996</c:v>
                      </c:pt>
                      <c:pt idx="3043">
                        <c:v>82.620215999999999</c:v>
                      </c:pt>
                      <c:pt idx="3044">
                        <c:v>82.570992000000004</c:v>
                      </c:pt>
                      <c:pt idx="3045">
                        <c:v>82.521064999999993</c:v>
                      </c:pt>
                      <c:pt idx="3046">
                        <c:v>82.473442000000006</c:v>
                      </c:pt>
                      <c:pt idx="3047">
                        <c:v>82.424178999999995</c:v>
                      </c:pt>
                      <c:pt idx="3048">
                        <c:v>82.371384000000006</c:v>
                      </c:pt>
                      <c:pt idx="3049">
                        <c:v>82.313598999999996</c:v>
                      </c:pt>
                      <c:pt idx="3050">
                        <c:v>82.248588999999996</c:v>
                      </c:pt>
                      <c:pt idx="3051">
                        <c:v>82.173552999999998</c:v>
                      </c:pt>
                      <c:pt idx="3052">
                        <c:v>82.089873999999995</c:v>
                      </c:pt>
                      <c:pt idx="3053">
                        <c:v>82.002525000000006</c:v>
                      </c:pt>
                      <c:pt idx="3054">
                        <c:v>81.912589999999994</c:v>
                      </c:pt>
                      <c:pt idx="3055">
                        <c:v>81.823029000000005</c:v>
                      </c:pt>
                      <c:pt idx="3056">
                        <c:v>81.734961999999996</c:v>
                      </c:pt>
                      <c:pt idx="3057">
                        <c:v>81.647942</c:v>
                      </c:pt>
                      <c:pt idx="3058">
                        <c:v>81.562904000000003</c:v>
                      </c:pt>
                      <c:pt idx="3059">
                        <c:v>81.481269999999995</c:v>
                      </c:pt>
                      <c:pt idx="3060">
                        <c:v>81.404929999999993</c:v>
                      </c:pt>
                      <c:pt idx="3061">
                        <c:v>81.333877999999999</c:v>
                      </c:pt>
                      <c:pt idx="3062">
                        <c:v>81.263000000000005</c:v>
                      </c:pt>
                      <c:pt idx="3063">
                        <c:v>81.188141000000002</c:v>
                      </c:pt>
                      <c:pt idx="3064">
                        <c:v>81.108337000000006</c:v>
                      </c:pt>
                      <c:pt idx="3065">
                        <c:v>81.027602999999999</c:v>
                      </c:pt>
                      <c:pt idx="3066">
                        <c:v>80.947875999999994</c:v>
                      </c:pt>
                      <c:pt idx="3067">
                        <c:v>80.875609999999995</c:v>
                      </c:pt>
                      <c:pt idx="3068">
                        <c:v>80.812042000000005</c:v>
                      </c:pt>
                      <c:pt idx="3069">
                        <c:v>80.754463000000001</c:v>
                      </c:pt>
                      <c:pt idx="3070">
                        <c:v>80.701035000000005</c:v>
                      </c:pt>
                      <c:pt idx="3071">
                        <c:v>80.651320999999996</c:v>
                      </c:pt>
                      <c:pt idx="3072">
                        <c:v>80.603531000000004</c:v>
                      </c:pt>
                      <c:pt idx="3073">
                        <c:v>80.559562999999997</c:v>
                      </c:pt>
                      <c:pt idx="3074">
                        <c:v>80.521355</c:v>
                      </c:pt>
                      <c:pt idx="3075">
                        <c:v>80.486464999999995</c:v>
                      </c:pt>
                      <c:pt idx="3076">
                        <c:v>80.451697999999993</c:v>
                      </c:pt>
                      <c:pt idx="3077">
                        <c:v>80.415665000000004</c:v>
                      </c:pt>
                      <c:pt idx="3078">
                        <c:v>80.378615999999994</c:v>
                      </c:pt>
                      <c:pt idx="3079">
                        <c:v>80.342308000000003</c:v>
                      </c:pt>
                      <c:pt idx="3080">
                        <c:v>80.307868999999997</c:v>
                      </c:pt>
                      <c:pt idx="3081">
                        <c:v>80.274628000000007</c:v>
                      </c:pt>
                      <c:pt idx="3082">
                        <c:v>80.242301999999995</c:v>
                      </c:pt>
                      <c:pt idx="3083">
                        <c:v>80.210708999999994</c:v>
                      </c:pt>
                      <c:pt idx="3084">
                        <c:v>80.179237000000001</c:v>
                      </c:pt>
                      <c:pt idx="3085">
                        <c:v>80.147323999999998</c:v>
                      </c:pt>
                      <c:pt idx="3086">
                        <c:v>80.114647000000005</c:v>
                      </c:pt>
                      <c:pt idx="3087">
                        <c:v>80.080933000000002</c:v>
                      </c:pt>
                      <c:pt idx="3088">
                        <c:v>80.046631000000005</c:v>
                      </c:pt>
                      <c:pt idx="3089">
                        <c:v>80.010536000000002</c:v>
                      </c:pt>
                      <c:pt idx="3090">
                        <c:v>79.972160000000002</c:v>
                      </c:pt>
                      <c:pt idx="3091">
                        <c:v>79.934471000000002</c:v>
                      </c:pt>
                      <c:pt idx="3092">
                        <c:v>79.898124999999993</c:v>
                      </c:pt>
                      <c:pt idx="3093">
                        <c:v>79.859283000000005</c:v>
                      </c:pt>
                      <c:pt idx="3094">
                        <c:v>79.816817999999998</c:v>
                      </c:pt>
                      <c:pt idx="3095">
                        <c:v>79.773560000000003</c:v>
                      </c:pt>
                      <c:pt idx="3096">
                        <c:v>79.731232000000006</c:v>
                      </c:pt>
                      <c:pt idx="3097">
                        <c:v>79.691208000000003</c:v>
                      </c:pt>
                      <c:pt idx="3098">
                        <c:v>79.655654999999996</c:v>
                      </c:pt>
                      <c:pt idx="3099">
                        <c:v>79.622992999999994</c:v>
                      </c:pt>
                      <c:pt idx="3100">
                        <c:v>79.589302000000004</c:v>
                      </c:pt>
                      <c:pt idx="3101">
                        <c:v>79.552093999999997</c:v>
                      </c:pt>
                      <c:pt idx="3102">
                        <c:v>79.512855999999999</c:v>
                      </c:pt>
                      <c:pt idx="3103">
                        <c:v>79.474959999999996</c:v>
                      </c:pt>
                      <c:pt idx="3104">
                        <c:v>79.439407000000003</c:v>
                      </c:pt>
                      <c:pt idx="3105">
                        <c:v>79.405288999999996</c:v>
                      </c:pt>
                      <c:pt idx="3106">
                        <c:v>79.371864000000002</c:v>
                      </c:pt>
                      <c:pt idx="3107">
                        <c:v>79.339600000000004</c:v>
                      </c:pt>
                      <c:pt idx="3108">
                        <c:v>79.308791999999997</c:v>
                      </c:pt>
                      <c:pt idx="3109">
                        <c:v>79.278060999999994</c:v>
                      </c:pt>
                      <c:pt idx="3110">
                        <c:v>79.246978999999996</c:v>
                      </c:pt>
                      <c:pt idx="3111">
                        <c:v>79.216339000000005</c:v>
                      </c:pt>
                      <c:pt idx="3112">
                        <c:v>79.187042000000005</c:v>
                      </c:pt>
                      <c:pt idx="3113">
                        <c:v>79.158874999999995</c:v>
                      </c:pt>
                      <c:pt idx="3114">
                        <c:v>79.131789999999995</c:v>
                      </c:pt>
                      <c:pt idx="3115">
                        <c:v>79.105759000000006</c:v>
                      </c:pt>
                      <c:pt idx="3116">
                        <c:v>79.079787999999994</c:v>
                      </c:pt>
                      <c:pt idx="3117">
                        <c:v>79.052932999999996</c:v>
                      </c:pt>
                      <c:pt idx="3118">
                        <c:v>79.025452000000001</c:v>
                      </c:pt>
                      <c:pt idx="3119">
                        <c:v>78.998008999999996</c:v>
                      </c:pt>
                      <c:pt idx="3120">
                        <c:v>78.970528000000002</c:v>
                      </c:pt>
                      <c:pt idx="3121">
                        <c:v>78.94162</c:v>
                      </c:pt>
                      <c:pt idx="3122">
                        <c:v>78.910988000000003</c:v>
                      </c:pt>
                      <c:pt idx="3123">
                        <c:v>78.879097000000002</c:v>
                      </c:pt>
                      <c:pt idx="3124">
                        <c:v>78.844397999999998</c:v>
                      </c:pt>
                      <c:pt idx="3125">
                        <c:v>78.808395000000004</c:v>
                      </c:pt>
                      <c:pt idx="3126">
                        <c:v>78.768508999999995</c:v>
                      </c:pt>
                      <c:pt idx="3127">
                        <c:v>78.723167000000004</c:v>
                      </c:pt>
                      <c:pt idx="3128">
                        <c:v>78.673653000000002</c:v>
                      </c:pt>
                      <c:pt idx="3129">
                        <c:v>78.622382999999999</c:v>
                      </c:pt>
                      <c:pt idx="3130">
                        <c:v>78.569710000000001</c:v>
                      </c:pt>
                      <c:pt idx="3131">
                        <c:v>78.510231000000005</c:v>
                      </c:pt>
                      <c:pt idx="3132">
                        <c:v>78.437973</c:v>
                      </c:pt>
                      <c:pt idx="3133">
                        <c:v>78.353904999999997</c:v>
                      </c:pt>
                      <c:pt idx="3134">
                        <c:v>78.266463999999999</c:v>
                      </c:pt>
                      <c:pt idx="3135">
                        <c:v>78.174225000000007</c:v>
                      </c:pt>
                      <c:pt idx="3136">
                        <c:v>78.079093999999998</c:v>
                      </c:pt>
                      <c:pt idx="3137">
                        <c:v>77.983779999999996</c:v>
                      </c:pt>
                      <c:pt idx="3138">
                        <c:v>77.888030999999998</c:v>
                      </c:pt>
                      <c:pt idx="3139">
                        <c:v>77.791916000000001</c:v>
                      </c:pt>
                      <c:pt idx="3140">
                        <c:v>77.696526000000006</c:v>
                      </c:pt>
                      <c:pt idx="3141">
                        <c:v>77.602249</c:v>
                      </c:pt>
                      <c:pt idx="3142">
                        <c:v>77.509658999999999</c:v>
                      </c:pt>
                      <c:pt idx="3143">
                        <c:v>77.423698000000002</c:v>
                      </c:pt>
                      <c:pt idx="3144">
                        <c:v>77.344727000000006</c:v>
                      </c:pt>
                      <c:pt idx="3145">
                        <c:v>77.263817000000003</c:v>
                      </c:pt>
                      <c:pt idx="3146">
                        <c:v>77.175217000000004</c:v>
                      </c:pt>
                      <c:pt idx="3147">
                        <c:v>77.083008000000007</c:v>
                      </c:pt>
                      <c:pt idx="3148">
                        <c:v>76.990746000000001</c:v>
                      </c:pt>
                      <c:pt idx="3149">
                        <c:v>76.898658999999995</c:v>
                      </c:pt>
                      <c:pt idx="3150">
                        <c:v>76.807449000000005</c:v>
                      </c:pt>
                      <c:pt idx="3151">
                        <c:v>76.717262000000005</c:v>
                      </c:pt>
                      <c:pt idx="3152">
                        <c:v>76.627426</c:v>
                      </c:pt>
                      <c:pt idx="3153">
                        <c:v>76.540588</c:v>
                      </c:pt>
                      <c:pt idx="3154">
                        <c:v>76.464302000000004</c:v>
                      </c:pt>
                      <c:pt idx="3155">
                        <c:v>76.398696999999999</c:v>
                      </c:pt>
                      <c:pt idx="3156">
                        <c:v>76.331451000000001</c:v>
                      </c:pt>
                      <c:pt idx="3157">
                        <c:v>76.256798000000003</c:v>
                      </c:pt>
                      <c:pt idx="3158">
                        <c:v>76.179931999999994</c:v>
                      </c:pt>
                      <c:pt idx="3159">
                        <c:v>76.108329999999995</c:v>
                      </c:pt>
                      <c:pt idx="3160">
                        <c:v>76.042755</c:v>
                      </c:pt>
                      <c:pt idx="3161">
                        <c:v>75.978461999999993</c:v>
                      </c:pt>
                      <c:pt idx="3162">
                        <c:v>75.914101000000002</c:v>
                      </c:pt>
                      <c:pt idx="3163">
                        <c:v>75.850998000000004</c:v>
                      </c:pt>
                      <c:pt idx="3164">
                        <c:v>75.788498000000004</c:v>
                      </c:pt>
                      <c:pt idx="3165">
                        <c:v>75.726128000000003</c:v>
                      </c:pt>
                      <c:pt idx="3166">
                        <c:v>75.665099999999995</c:v>
                      </c:pt>
                      <c:pt idx="3167">
                        <c:v>75.603843999999995</c:v>
                      </c:pt>
                      <c:pt idx="3168">
                        <c:v>75.538773000000006</c:v>
                      </c:pt>
                      <c:pt idx="3169">
                        <c:v>75.466971999999998</c:v>
                      </c:pt>
                      <c:pt idx="3170">
                        <c:v>75.384827000000001</c:v>
                      </c:pt>
                      <c:pt idx="3171">
                        <c:v>75.298942999999994</c:v>
                      </c:pt>
                      <c:pt idx="3172">
                        <c:v>75.214118999999997</c:v>
                      </c:pt>
                      <c:pt idx="3173">
                        <c:v>75.137375000000006</c:v>
                      </c:pt>
                      <c:pt idx="3174">
                        <c:v>75.075905000000006</c:v>
                      </c:pt>
                      <c:pt idx="3175">
                        <c:v>75.027946</c:v>
                      </c:pt>
                      <c:pt idx="3176">
                        <c:v>74.982292000000001</c:v>
                      </c:pt>
                      <c:pt idx="3177">
                        <c:v>74.932952999999998</c:v>
                      </c:pt>
                      <c:pt idx="3178">
                        <c:v>74.879692000000006</c:v>
                      </c:pt>
                      <c:pt idx="3179">
                        <c:v>74.822815000000006</c:v>
                      </c:pt>
                      <c:pt idx="3180">
                        <c:v>74.763367000000002</c:v>
                      </c:pt>
                      <c:pt idx="3181">
                        <c:v>74.705016999999998</c:v>
                      </c:pt>
                      <c:pt idx="3182">
                        <c:v>74.649612000000005</c:v>
                      </c:pt>
                      <c:pt idx="3183">
                        <c:v>74.600273000000001</c:v>
                      </c:pt>
                      <c:pt idx="3184">
                        <c:v>74.559905999999998</c:v>
                      </c:pt>
                      <c:pt idx="3185">
                        <c:v>74.525711000000001</c:v>
                      </c:pt>
                      <c:pt idx="3186">
                        <c:v>74.495925999999997</c:v>
                      </c:pt>
                      <c:pt idx="3187">
                        <c:v>74.465935000000002</c:v>
                      </c:pt>
                      <c:pt idx="3188">
                        <c:v>74.432158999999999</c:v>
                      </c:pt>
                      <c:pt idx="3189">
                        <c:v>74.389999000000003</c:v>
                      </c:pt>
                      <c:pt idx="3190">
                        <c:v>74.340819999999994</c:v>
                      </c:pt>
                      <c:pt idx="3191">
                        <c:v>74.288216000000006</c:v>
                      </c:pt>
                      <c:pt idx="3192">
                        <c:v>74.239318999999995</c:v>
                      </c:pt>
                      <c:pt idx="3193">
                        <c:v>74.194710000000001</c:v>
                      </c:pt>
                      <c:pt idx="3194">
                        <c:v>74.1511</c:v>
                      </c:pt>
                      <c:pt idx="3195">
                        <c:v>74.106009999999998</c:v>
                      </c:pt>
                      <c:pt idx="3196">
                        <c:v>74.061035000000004</c:v>
                      </c:pt>
                      <c:pt idx="3197">
                        <c:v>74.017059000000003</c:v>
                      </c:pt>
                      <c:pt idx="3198">
                        <c:v>73.973015000000004</c:v>
                      </c:pt>
                      <c:pt idx="3199">
                        <c:v>73.926826000000005</c:v>
                      </c:pt>
                      <c:pt idx="3200">
                        <c:v>73.876671000000002</c:v>
                      </c:pt>
                      <c:pt idx="3201">
                        <c:v>73.822104999999993</c:v>
                      </c:pt>
                      <c:pt idx="3202">
                        <c:v>73.765456999999998</c:v>
                      </c:pt>
                      <c:pt idx="3203">
                        <c:v>73.709350999999998</c:v>
                      </c:pt>
                      <c:pt idx="3204">
                        <c:v>73.654151999999996</c:v>
                      </c:pt>
                      <c:pt idx="3205">
                        <c:v>73.599654999999998</c:v>
                      </c:pt>
                      <c:pt idx="3206">
                        <c:v>73.551544000000007</c:v>
                      </c:pt>
                      <c:pt idx="3207">
                        <c:v>73.509056000000001</c:v>
                      </c:pt>
                      <c:pt idx="3208">
                        <c:v>73.472115000000002</c:v>
                      </c:pt>
                      <c:pt idx="3209">
                        <c:v>73.431258999999997</c:v>
                      </c:pt>
                      <c:pt idx="3210">
                        <c:v>73.383560000000003</c:v>
                      </c:pt>
                      <c:pt idx="3211">
                        <c:v>73.329857000000004</c:v>
                      </c:pt>
                      <c:pt idx="3212">
                        <c:v>73.274901999999997</c:v>
                      </c:pt>
                      <c:pt idx="3213">
                        <c:v>73.219025000000002</c:v>
                      </c:pt>
                      <c:pt idx="3214">
                        <c:v>73.161643999999995</c:v>
                      </c:pt>
                      <c:pt idx="3215">
                        <c:v>73.095032000000003</c:v>
                      </c:pt>
                      <c:pt idx="3216">
                        <c:v>73.017837999999998</c:v>
                      </c:pt>
                      <c:pt idx="3217">
                        <c:v>72.938911000000004</c:v>
                      </c:pt>
                      <c:pt idx="3218">
                        <c:v>72.860550000000003</c:v>
                      </c:pt>
                      <c:pt idx="3219">
                        <c:v>72.783028000000002</c:v>
                      </c:pt>
                      <c:pt idx="3220">
                        <c:v>72.711417999999995</c:v>
                      </c:pt>
                      <c:pt idx="3221">
                        <c:v>72.651093000000003</c:v>
                      </c:pt>
                      <c:pt idx="3222">
                        <c:v>72.600966999999997</c:v>
                      </c:pt>
                      <c:pt idx="3223">
                        <c:v>72.560401999999996</c:v>
                      </c:pt>
                      <c:pt idx="3224">
                        <c:v>72.527473000000001</c:v>
                      </c:pt>
                      <c:pt idx="3225">
                        <c:v>72.501266000000001</c:v>
                      </c:pt>
                      <c:pt idx="3226">
                        <c:v>72.478431999999998</c:v>
                      </c:pt>
                      <c:pt idx="3227">
                        <c:v>72.456749000000002</c:v>
                      </c:pt>
                      <c:pt idx="3228">
                        <c:v>72.434798999999998</c:v>
                      </c:pt>
                      <c:pt idx="3229">
                        <c:v>72.412955999999994</c:v>
                      </c:pt>
                      <c:pt idx="3230">
                        <c:v>72.391693000000004</c:v>
                      </c:pt>
                      <c:pt idx="3231">
                        <c:v>72.369370000000004</c:v>
                      </c:pt>
                      <c:pt idx="3232">
                        <c:v>72.345817999999994</c:v>
                      </c:pt>
                      <c:pt idx="3233">
                        <c:v>72.322556000000006</c:v>
                      </c:pt>
                      <c:pt idx="3234">
                        <c:v>72.300407000000007</c:v>
                      </c:pt>
                      <c:pt idx="3235">
                        <c:v>72.277855000000002</c:v>
                      </c:pt>
                      <c:pt idx="3236">
                        <c:v>72.256653</c:v>
                      </c:pt>
                      <c:pt idx="3237">
                        <c:v>72.236946000000003</c:v>
                      </c:pt>
                      <c:pt idx="3238">
                        <c:v>72.217262000000005</c:v>
                      </c:pt>
                      <c:pt idx="3239">
                        <c:v>72.198158000000006</c:v>
                      </c:pt>
                      <c:pt idx="3240">
                        <c:v>72.179221999999996</c:v>
                      </c:pt>
                      <c:pt idx="3241">
                        <c:v>72.160408000000004</c:v>
                      </c:pt>
                      <c:pt idx="3242">
                        <c:v>72.141289</c:v>
                      </c:pt>
                      <c:pt idx="3243">
                        <c:v>72.121573999999995</c:v>
                      </c:pt>
                      <c:pt idx="3244">
                        <c:v>72.100966999999997</c:v>
                      </c:pt>
                      <c:pt idx="3245">
                        <c:v>72.080391000000006</c:v>
                      </c:pt>
                      <c:pt idx="3246">
                        <c:v>72.057495000000003</c:v>
                      </c:pt>
                      <c:pt idx="3247">
                        <c:v>72.031143</c:v>
                      </c:pt>
                      <c:pt idx="3248">
                        <c:v>72.002037000000001</c:v>
                      </c:pt>
                      <c:pt idx="3249">
                        <c:v>71.97287</c:v>
                      </c:pt>
                      <c:pt idx="3250">
                        <c:v>71.945815999999994</c:v>
                      </c:pt>
                      <c:pt idx="3251">
                        <c:v>71.918884000000006</c:v>
                      </c:pt>
                      <c:pt idx="3252">
                        <c:v>71.886841000000004</c:v>
                      </c:pt>
                      <c:pt idx="3253">
                        <c:v>71.849007</c:v>
                      </c:pt>
                      <c:pt idx="3254">
                        <c:v>71.811890000000005</c:v>
                      </c:pt>
                      <c:pt idx="3255">
                        <c:v>71.779655000000005</c:v>
                      </c:pt>
                      <c:pt idx="3256">
                        <c:v>71.747283999999993</c:v>
                      </c:pt>
                      <c:pt idx="3257">
                        <c:v>71.714568999999997</c:v>
                      </c:pt>
                      <c:pt idx="3258">
                        <c:v>71.684494000000001</c:v>
                      </c:pt>
                      <c:pt idx="3259">
                        <c:v>71.659392999999994</c:v>
                      </c:pt>
                      <c:pt idx="3260">
                        <c:v>71.634765999999999</c:v>
                      </c:pt>
                      <c:pt idx="3261">
                        <c:v>71.606255000000004</c:v>
                      </c:pt>
                      <c:pt idx="3262">
                        <c:v>71.575928000000005</c:v>
                      </c:pt>
                      <c:pt idx="3263">
                        <c:v>71.542877000000004</c:v>
                      </c:pt>
                      <c:pt idx="3264">
                        <c:v>71.508087000000003</c:v>
                      </c:pt>
                      <c:pt idx="3265">
                        <c:v>71.474579000000006</c:v>
                      </c:pt>
                      <c:pt idx="3266">
                        <c:v>71.438773999999995</c:v>
                      </c:pt>
                      <c:pt idx="3267">
                        <c:v>71.397330999999994</c:v>
                      </c:pt>
                      <c:pt idx="3268">
                        <c:v>71.353935000000007</c:v>
                      </c:pt>
                      <c:pt idx="3269">
                        <c:v>71.313202000000004</c:v>
                      </c:pt>
                      <c:pt idx="3270">
                        <c:v>71.271705999999995</c:v>
                      </c:pt>
                      <c:pt idx="3271">
                        <c:v>71.225700000000003</c:v>
                      </c:pt>
                      <c:pt idx="3272">
                        <c:v>71.175719999999998</c:v>
                      </c:pt>
                      <c:pt idx="3273">
                        <c:v>71.123206999999994</c:v>
                      </c:pt>
                      <c:pt idx="3274">
                        <c:v>71.068123</c:v>
                      </c:pt>
                      <c:pt idx="3275">
                        <c:v>71.011168999999995</c:v>
                      </c:pt>
                      <c:pt idx="3276">
                        <c:v>70.960442</c:v>
                      </c:pt>
                      <c:pt idx="3277">
                        <c:v>70.922950999999998</c:v>
                      </c:pt>
                      <c:pt idx="3278">
                        <c:v>70.884940999999998</c:v>
                      </c:pt>
                      <c:pt idx="3279">
                        <c:v>70.839211000000006</c:v>
                      </c:pt>
                      <c:pt idx="3280">
                        <c:v>70.786102</c:v>
                      </c:pt>
                      <c:pt idx="3281">
                        <c:v>70.735373999999993</c:v>
                      </c:pt>
                      <c:pt idx="3282">
                        <c:v>70.688430999999994</c:v>
                      </c:pt>
                      <c:pt idx="3283">
                        <c:v>70.648330999999999</c:v>
                      </c:pt>
                      <c:pt idx="3284">
                        <c:v>70.609870999999998</c:v>
                      </c:pt>
                      <c:pt idx="3285">
                        <c:v>70.569282999999999</c:v>
                      </c:pt>
                      <c:pt idx="3286">
                        <c:v>70.530434</c:v>
                      </c:pt>
                      <c:pt idx="3287">
                        <c:v>70.494225</c:v>
                      </c:pt>
                      <c:pt idx="3288">
                        <c:v>70.456260999999998</c:v>
                      </c:pt>
                      <c:pt idx="3289">
                        <c:v>70.414230000000003</c:v>
                      </c:pt>
                      <c:pt idx="3290">
                        <c:v>70.371291999999997</c:v>
                      </c:pt>
                      <c:pt idx="3291">
                        <c:v>70.330719000000002</c:v>
                      </c:pt>
                      <c:pt idx="3292">
                        <c:v>70.295685000000006</c:v>
                      </c:pt>
                      <c:pt idx="3293">
                        <c:v>70.265822999999997</c:v>
                      </c:pt>
                      <c:pt idx="3294">
                        <c:v>70.233551000000006</c:v>
                      </c:pt>
                      <c:pt idx="3295">
                        <c:v>70.195342999999994</c:v>
                      </c:pt>
                      <c:pt idx="3296">
                        <c:v>70.152801999999994</c:v>
                      </c:pt>
                      <c:pt idx="3297">
                        <c:v>70.108001999999999</c:v>
                      </c:pt>
                      <c:pt idx="3298">
                        <c:v>70.058784000000003</c:v>
                      </c:pt>
                      <c:pt idx="3299">
                        <c:v>70.005309999999994</c:v>
                      </c:pt>
                      <c:pt idx="3300">
                        <c:v>69.949554000000006</c:v>
                      </c:pt>
                      <c:pt idx="3301">
                        <c:v>69.892798999999997</c:v>
                      </c:pt>
                      <c:pt idx="3302">
                        <c:v>69.836074999999994</c:v>
                      </c:pt>
                      <c:pt idx="3303">
                        <c:v>69.779015000000001</c:v>
                      </c:pt>
                      <c:pt idx="3304">
                        <c:v>69.721367000000001</c:v>
                      </c:pt>
                      <c:pt idx="3305">
                        <c:v>69.662941000000004</c:v>
                      </c:pt>
                      <c:pt idx="3306">
                        <c:v>69.605057000000002</c:v>
                      </c:pt>
                      <c:pt idx="3307">
                        <c:v>69.560753000000005</c:v>
                      </c:pt>
                      <c:pt idx="3308">
                        <c:v>69.527771000000001</c:v>
                      </c:pt>
                      <c:pt idx="3309">
                        <c:v>69.511809999999997</c:v>
                      </c:pt>
                      <c:pt idx="3310">
                        <c:v>69.497253000000001</c:v>
                      </c:pt>
                      <c:pt idx="3311">
                        <c:v>69.483565999999996</c:v>
                      </c:pt>
                      <c:pt idx="3312">
                        <c:v>69.471969999999999</c:v>
                      </c:pt>
                      <c:pt idx="3313">
                        <c:v>69.461624</c:v>
                      </c:pt>
                      <c:pt idx="3314">
                        <c:v>69.450362999999996</c:v>
                      </c:pt>
                      <c:pt idx="3315">
                        <c:v>69.440033</c:v>
                      </c:pt>
                      <c:pt idx="3316">
                        <c:v>69.432250999999994</c:v>
                      </c:pt>
                      <c:pt idx="3317">
                        <c:v>69.427222999999998</c:v>
                      </c:pt>
                      <c:pt idx="3318">
                        <c:v>69.429862999999997</c:v>
                      </c:pt>
                      <c:pt idx="3319">
                        <c:v>69.432404000000005</c:v>
                      </c:pt>
                      <c:pt idx="3320">
                        <c:v>69.433762000000002</c:v>
                      </c:pt>
                      <c:pt idx="3321">
                        <c:v>69.434380000000004</c:v>
                      </c:pt>
                      <c:pt idx="3322">
                        <c:v>69.434258</c:v>
                      </c:pt>
                      <c:pt idx="3323">
                        <c:v>69.433593999999999</c:v>
                      </c:pt>
                      <c:pt idx="3324">
                        <c:v>69.432686000000004</c:v>
                      </c:pt>
                      <c:pt idx="3325">
                        <c:v>69.431656000000004</c:v>
                      </c:pt>
                      <c:pt idx="3326">
                        <c:v>69.430649000000003</c:v>
                      </c:pt>
                      <c:pt idx="3327">
                        <c:v>69.429558</c:v>
                      </c:pt>
                      <c:pt idx="3328">
                        <c:v>69.428489999999996</c:v>
                      </c:pt>
                      <c:pt idx="3329">
                        <c:v>69.427588999999998</c:v>
                      </c:pt>
                      <c:pt idx="3330">
                        <c:v>69.426772999999997</c:v>
                      </c:pt>
                      <c:pt idx="3331">
                        <c:v>69.426063999999997</c:v>
                      </c:pt>
                      <c:pt idx="3332">
                        <c:v>69.425376999999997</c:v>
                      </c:pt>
                      <c:pt idx="3333">
                        <c:v>69.424767000000003</c:v>
                      </c:pt>
                      <c:pt idx="3334">
                        <c:v>69.424294000000003</c:v>
                      </c:pt>
                      <c:pt idx="3335">
                        <c:v>69.423835999999994</c:v>
                      </c:pt>
                      <c:pt idx="3336">
                        <c:v>69.423423999999997</c:v>
                      </c:pt>
                      <c:pt idx="3337">
                        <c:v>69.423073000000002</c:v>
                      </c:pt>
                      <c:pt idx="3338">
                        <c:v>69.422836000000004</c:v>
                      </c:pt>
                      <c:pt idx="3339">
                        <c:v>69.422675999999996</c:v>
                      </c:pt>
                      <c:pt idx="3340">
                        <c:v>69.422646</c:v>
                      </c:pt>
                      <c:pt idx="3341">
                        <c:v>69.422454999999999</c:v>
                      </c:pt>
                      <c:pt idx="3342">
                        <c:v>69.422066000000001</c:v>
                      </c:pt>
                      <c:pt idx="3343">
                        <c:v>69.421576999999999</c:v>
                      </c:pt>
                      <c:pt idx="3344">
                        <c:v>69.420815000000005</c:v>
                      </c:pt>
                      <c:pt idx="3345">
                        <c:v>69.419846000000007</c:v>
                      </c:pt>
                      <c:pt idx="3346">
                        <c:v>69.418357999999998</c:v>
                      </c:pt>
                      <c:pt idx="3347">
                        <c:v>69.416579999999996</c:v>
                      </c:pt>
                      <c:pt idx="3348">
                        <c:v>69.414687999999998</c:v>
                      </c:pt>
                      <c:pt idx="3349">
                        <c:v>69.412627999999998</c:v>
                      </c:pt>
                      <c:pt idx="3350">
                        <c:v>69.410606000000001</c:v>
                      </c:pt>
                      <c:pt idx="3351">
                        <c:v>69.408744999999996</c:v>
                      </c:pt>
                      <c:pt idx="3352">
                        <c:v>69.406814999999995</c:v>
                      </c:pt>
                      <c:pt idx="3353">
                        <c:v>69.405212000000006</c:v>
                      </c:pt>
                      <c:pt idx="3354">
                        <c:v>69.403510999999995</c:v>
                      </c:pt>
                      <c:pt idx="3355">
                        <c:v>69.401741000000001</c:v>
                      </c:pt>
                      <c:pt idx="3356">
                        <c:v>69.399994000000007</c:v>
                      </c:pt>
                      <c:pt idx="3357">
                        <c:v>69.398589999999999</c:v>
                      </c:pt>
                      <c:pt idx="3358">
                        <c:v>69.397178999999994</c:v>
                      </c:pt>
                      <c:pt idx="3359">
                        <c:v>69.396193999999994</c:v>
                      </c:pt>
                      <c:pt idx="3360">
                        <c:v>69.394729999999996</c:v>
                      </c:pt>
                      <c:pt idx="3361">
                        <c:v>69.393585000000002</c:v>
                      </c:pt>
                      <c:pt idx="3362">
                        <c:v>69.392493999999999</c:v>
                      </c:pt>
                      <c:pt idx="3363">
                        <c:v>69.391036999999997</c:v>
                      </c:pt>
                      <c:pt idx="3364">
                        <c:v>69.389472999999995</c:v>
                      </c:pt>
                      <c:pt idx="3365">
                        <c:v>69.388114999999999</c:v>
                      </c:pt>
                      <c:pt idx="3366">
                        <c:v>69.386771999999993</c:v>
                      </c:pt>
                      <c:pt idx="3367">
                        <c:v>69.385681000000005</c:v>
                      </c:pt>
                      <c:pt idx="3368">
                        <c:v>69.384583000000006</c:v>
                      </c:pt>
                      <c:pt idx="3369">
                        <c:v>69.383369000000002</c:v>
                      </c:pt>
                      <c:pt idx="3370">
                        <c:v>69.382362000000001</c:v>
                      </c:pt>
                      <c:pt idx="3371">
                        <c:v>69.381172000000007</c:v>
                      </c:pt>
                      <c:pt idx="3372">
                        <c:v>69.379852</c:v>
                      </c:pt>
                      <c:pt idx="3373">
                        <c:v>69.378349</c:v>
                      </c:pt>
                      <c:pt idx="3374">
                        <c:v>69.376801</c:v>
                      </c:pt>
                      <c:pt idx="3375">
                        <c:v>69.375174999999999</c:v>
                      </c:pt>
                      <c:pt idx="3376">
                        <c:v>69.373619000000005</c:v>
                      </c:pt>
                      <c:pt idx="3377">
                        <c:v>69.371727000000007</c:v>
                      </c:pt>
                      <c:pt idx="3378">
                        <c:v>69.370232000000001</c:v>
                      </c:pt>
                      <c:pt idx="3379">
                        <c:v>69.368576000000004</c:v>
                      </c:pt>
                      <c:pt idx="3380">
                        <c:v>69.366912999999997</c:v>
                      </c:pt>
                      <c:pt idx="3381">
                        <c:v>69.365143000000003</c:v>
                      </c:pt>
                      <c:pt idx="3382">
                        <c:v>69.363815000000002</c:v>
                      </c:pt>
                      <c:pt idx="3383">
                        <c:v>69.362350000000006</c:v>
                      </c:pt>
                      <c:pt idx="3384">
                        <c:v>69.361114999999998</c:v>
                      </c:pt>
                      <c:pt idx="3385">
                        <c:v>69.360138000000006</c:v>
                      </c:pt>
                      <c:pt idx="3386">
                        <c:v>69.359534999999994</c:v>
                      </c:pt>
                      <c:pt idx="3387">
                        <c:v>69.358733999999998</c:v>
                      </c:pt>
                      <c:pt idx="3388">
                        <c:v>69.357879999999994</c:v>
                      </c:pt>
                      <c:pt idx="3389">
                        <c:v>69.356689000000003</c:v>
                      </c:pt>
                      <c:pt idx="3390">
                        <c:v>69.355682000000002</c:v>
                      </c:pt>
                      <c:pt idx="3391">
                        <c:v>69.354477000000003</c:v>
                      </c:pt>
                      <c:pt idx="3392">
                        <c:v>69.353393999999994</c:v>
                      </c:pt>
                      <c:pt idx="3393">
                        <c:v>69.351973999999998</c:v>
                      </c:pt>
                      <c:pt idx="3394">
                        <c:v>69.350432999999995</c:v>
                      </c:pt>
                      <c:pt idx="3395">
                        <c:v>69.349013999999997</c:v>
                      </c:pt>
                      <c:pt idx="3396">
                        <c:v>69.347465999999997</c:v>
                      </c:pt>
                      <c:pt idx="3397">
                        <c:v>69.346114999999998</c:v>
                      </c:pt>
                      <c:pt idx="3398">
                        <c:v>69.344573999999994</c:v>
                      </c:pt>
                      <c:pt idx="3399">
                        <c:v>69.343200999999993</c:v>
                      </c:pt>
                      <c:pt idx="3400">
                        <c:v>69.341530000000006</c:v>
                      </c:pt>
                      <c:pt idx="3401">
                        <c:v>69.339813000000007</c:v>
                      </c:pt>
                      <c:pt idx="3402">
                        <c:v>69.338120000000004</c:v>
                      </c:pt>
                      <c:pt idx="3403">
                        <c:v>69.336571000000006</c:v>
                      </c:pt>
                      <c:pt idx="3404">
                        <c:v>69.335098000000002</c:v>
                      </c:pt>
                      <c:pt idx="3405">
                        <c:v>69.333922999999999</c:v>
                      </c:pt>
                      <c:pt idx="3406">
                        <c:v>69.333198999999993</c:v>
                      </c:pt>
                      <c:pt idx="3407">
                        <c:v>69.332390000000004</c:v>
                      </c:pt>
                      <c:pt idx="3408">
                        <c:v>69.331642000000002</c:v>
                      </c:pt>
                      <c:pt idx="3409">
                        <c:v>69.330742000000001</c:v>
                      </c:pt>
                      <c:pt idx="3410">
                        <c:v>69.329536000000004</c:v>
                      </c:pt>
                      <c:pt idx="3411">
                        <c:v>69.328270000000003</c:v>
                      </c:pt>
                      <c:pt idx="3412">
                        <c:v>69.326897000000002</c:v>
                      </c:pt>
                      <c:pt idx="3413">
                        <c:v>69.325339999999997</c:v>
                      </c:pt>
                      <c:pt idx="3414">
                        <c:v>69.323836999999997</c:v>
                      </c:pt>
                      <c:pt idx="3415">
                        <c:v>69.322165999999996</c:v>
                      </c:pt>
                      <c:pt idx="3416">
                        <c:v>69.320625000000007</c:v>
                      </c:pt>
                      <c:pt idx="3417">
                        <c:v>69.319046</c:v>
                      </c:pt>
                      <c:pt idx="3418">
                        <c:v>69.317702999999995</c:v>
                      </c:pt>
                      <c:pt idx="3419">
                        <c:v>69.316292000000004</c:v>
                      </c:pt>
                      <c:pt idx="3420">
                        <c:v>69.315117000000001</c:v>
                      </c:pt>
                      <c:pt idx="3421">
                        <c:v>69.314055999999994</c:v>
                      </c:pt>
                      <c:pt idx="3422">
                        <c:v>69.313064999999995</c:v>
                      </c:pt>
                      <c:pt idx="3423">
                        <c:v>69.311942999999999</c:v>
                      </c:pt>
                      <c:pt idx="3424">
                        <c:v>69.310997</c:v>
                      </c:pt>
                      <c:pt idx="3425">
                        <c:v>69.309685000000002</c:v>
                      </c:pt>
                      <c:pt idx="3426">
                        <c:v>69.308434000000005</c:v>
                      </c:pt>
                      <c:pt idx="3427">
                        <c:v>69.302413999999999</c:v>
                      </c:pt>
                      <c:pt idx="3428">
                        <c:v>69.290154000000001</c:v>
                      </c:pt>
                      <c:pt idx="3429">
                        <c:v>69.272880999999998</c:v>
                      </c:pt>
                      <c:pt idx="3430">
                        <c:v>69.265579000000002</c:v>
                      </c:pt>
                      <c:pt idx="3431">
                        <c:v>69.263283000000001</c:v>
                      </c:pt>
                      <c:pt idx="3432">
                        <c:v>69.261520000000004</c:v>
                      </c:pt>
                      <c:pt idx="3433">
                        <c:v>69.259879999999995</c:v>
                      </c:pt>
                      <c:pt idx="3434">
                        <c:v>69.258185999999995</c:v>
                      </c:pt>
                      <c:pt idx="3435">
                        <c:v>69.256309999999999</c:v>
                      </c:pt>
                      <c:pt idx="3436">
                        <c:v>69.254638999999997</c:v>
                      </c:pt>
                      <c:pt idx="3437">
                        <c:v>69.252785000000003</c:v>
                      </c:pt>
                      <c:pt idx="3438">
                        <c:v>69.251305000000002</c:v>
                      </c:pt>
                      <c:pt idx="3439">
                        <c:v>69.249602999999993</c:v>
                      </c:pt>
                      <c:pt idx="3440">
                        <c:v>69.248215000000002</c:v>
                      </c:pt>
                      <c:pt idx="3441">
                        <c:v>69.246780000000001</c:v>
                      </c:pt>
                      <c:pt idx="3442">
                        <c:v>69.245621</c:v>
                      </c:pt>
                      <c:pt idx="3443">
                        <c:v>69.244361999999995</c:v>
                      </c:pt>
                      <c:pt idx="3444">
                        <c:v>69.243072999999995</c:v>
                      </c:pt>
                      <c:pt idx="3445">
                        <c:v>69.241721999999996</c:v>
                      </c:pt>
                      <c:pt idx="3446">
                        <c:v>69.240189000000001</c:v>
                      </c:pt>
                      <c:pt idx="3447">
                        <c:v>69.238815000000002</c:v>
                      </c:pt>
                      <c:pt idx="3448">
                        <c:v>69.237426999999997</c:v>
                      </c:pt>
                      <c:pt idx="3449">
                        <c:v>69.235962000000001</c:v>
                      </c:pt>
                      <c:pt idx="3450">
                        <c:v>69.234656999999999</c:v>
                      </c:pt>
                      <c:pt idx="3451">
                        <c:v>69.233292000000006</c:v>
                      </c:pt>
                      <c:pt idx="3452">
                        <c:v>69.231903000000003</c:v>
                      </c:pt>
                      <c:pt idx="3453">
                        <c:v>69.230369999999994</c:v>
                      </c:pt>
                      <c:pt idx="3454">
                        <c:v>69.229118</c:v>
                      </c:pt>
                      <c:pt idx="3455">
                        <c:v>69.228179999999995</c:v>
                      </c:pt>
                      <c:pt idx="3456">
                        <c:v>69.227378999999999</c:v>
                      </c:pt>
                      <c:pt idx="3457">
                        <c:v>69.226746000000006</c:v>
                      </c:pt>
                      <c:pt idx="3458">
                        <c:v>69.225989999999996</c:v>
                      </c:pt>
                      <c:pt idx="3459">
                        <c:v>69.225136000000006</c:v>
                      </c:pt>
                      <c:pt idx="3460">
                        <c:v>69.224197000000004</c:v>
                      </c:pt>
                      <c:pt idx="3461">
                        <c:v>69.223022</c:v>
                      </c:pt>
                      <c:pt idx="3462">
                        <c:v>69.221549999999993</c:v>
                      </c:pt>
                      <c:pt idx="3463">
                        <c:v>69.220153999999994</c:v>
                      </c:pt>
                      <c:pt idx="3464">
                        <c:v>69.218445000000003</c:v>
                      </c:pt>
                      <c:pt idx="3465">
                        <c:v>69.216826999999995</c:v>
                      </c:pt>
                      <c:pt idx="3466">
                        <c:v>69.215339999999998</c:v>
                      </c:pt>
                      <c:pt idx="3467">
                        <c:v>69.213904999999997</c:v>
                      </c:pt>
                      <c:pt idx="3468">
                        <c:v>69.212615999999997</c:v>
                      </c:pt>
                      <c:pt idx="3469">
                        <c:v>69.211585999999997</c:v>
                      </c:pt>
                      <c:pt idx="3470">
                        <c:v>69.210517999999993</c:v>
                      </c:pt>
                      <c:pt idx="3471">
                        <c:v>69.209778</c:v>
                      </c:pt>
                      <c:pt idx="3472">
                        <c:v>69.209175000000002</c:v>
                      </c:pt>
                      <c:pt idx="3473">
                        <c:v>69.208656000000005</c:v>
                      </c:pt>
                      <c:pt idx="3474">
                        <c:v>69.208220999999995</c:v>
                      </c:pt>
                      <c:pt idx="3475">
                        <c:v>69.207786999999996</c:v>
                      </c:pt>
                      <c:pt idx="3476">
                        <c:v>69.207390000000004</c:v>
                      </c:pt>
                      <c:pt idx="3477">
                        <c:v>69.207108000000005</c:v>
                      </c:pt>
                      <c:pt idx="3478">
                        <c:v>69.206710999999999</c:v>
                      </c:pt>
                      <c:pt idx="3479">
                        <c:v>69.206328999999997</c:v>
                      </c:pt>
                      <c:pt idx="3480">
                        <c:v>69.205933000000002</c:v>
                      </c:pt>
                      <c:pt idx="3481">
                        <c:v>69.205428999999995</c:v>
                      </c:pt>
                      <c:pt idx="3482">
                        <c:v>69.204864999999998</c:v>
                      </c:pt>
                      <c:pt idx="3483">
                        <c:v>69.204193000000004</c:v>
                      </c:pt>
                      <c:pt idx="3484">
                        <c:v>69.203270000000003</c:v>
                      </c:pt>
                      <c:pt idx="3485">
                        <c:v>69.202324000000004</c:v>
                      </c:pt>
                      <c:pt idx="3486">
                        <c:v>69.201042000000001</c:v>
                      </c:pt>
                      <c:pt idx="3487">
                        <c:v>69.199730000000002</c:v>
                      </c:pt>
                      <c:pt idx="3488">
                        <c:v>69.198043999999996</c:v>
                      </c:pt>
                      <c:pt idx="3489">
                        <c:v>69.196395999999993</c:v>
                      </c:pt>
                      <c:pt idx="3490">
                        <c:v>69.194610999999995</c:v>
                      </c:pt>
                      <c:pt idx="3491">
                        <c:v>69.192893999999995</c:v>
                      </c:pt>
                      <c:pt idx="3492">
                        <c:v>69.191451999999998</c:v>
                      </c:pt>
                      <c:pt idx="3493">
                        <c:v>69.190085999999994</c:v>
                      </c:pt>
                      <c:pt idx="3494">
                        <c:v>69.189132999999998</c:v>
                      </c:pt>
                      <c:pt idx="3495">
                        <c:v>69.188354000000004</c:v>
                      </c:pt>
                      <c:pt idx="3496">
                        <c:v>69.187599000000006</c:v>
                      </c:pt>
                      <c:pt idx="3497">
                        <c:v>69.186790000000002</c:v>
                      </c:pt>
                      <c:pt idx="3498">
                        <c:v>69.185822000000002</c:v>
                      </c:pt>
                      <c:pt idx="3499">
                        <c:v>69.184890999999993</c:v>
                      </c:pt>
                      <c:pt idx="3500">
                        <c:v>69.183700999999999</c:v>
                      </c:pt>
                      <c:pt idx="3501">
                        <c:v>69.182686000000004</c:v>
                      </c:pt>
                      <c:pt idx="3502">
                        <c:v>69.181244000000007</c:v>
                      </c:pt>
                      <c:pt idx="3503">
                        <c:v>69.180069000000003</c:v>
                      </c:pt>
                      <c:pt idx="3504">
                        <c:v>69.178512999999995</c:v>
                      </c:pt>
                      <c:pt idx="3505">
                        <c:v>69.177124000000006</c:v>
                      </c:pt>
                      <c:pt idx="3506">
                        <c:v>69.175545</c:v>
                      </c:pt>
                      <c:pt idx="3507">
                        <c:v>69.173964999999995</c:v>
                      </c:pt>
                      <c:pt idx="3508">
                        <c:v>69.172424000000007</c:v>
                      </c:pt>
                      <c:pt idx="3509">
                        <c:v>69.170974999999999</c:v>
                      </c:pt>
                      <c:pt idx="3510">
                        <c:v>69.169494999999998</c:v>
                      </c:pt>
                      <c:pt idx="3511">
                        <c:v>69.168036999999998</c:v>
                      </c:pt>
                      <c:pt idx="3512">
                        <c:v>69.166550000000001</c:v>
                      </c:pt>
                      <c:pt idx="3513">
                        <c:v>69.165053999999998</c:v>
                      </c:pt>
                      <c:pt idx="3514">
                        <c:v>69.163535999999993</c:v>
                      </c:pt>
                      <c:pt idx="3515">
                        <c:v>69.161995000000005</c:v>
                      </c:pt>
                      <c:pt idx="3516">
                        <c:v>69.16037</c:v>
                      </c:pt>
                      <c:pt idx="3517">
                        <c:v>69.158707000000007</c:v>
                      </c:pt>
                      <c:pt idx="3518">
                        <c:v>69.157318000000004</c:v>
                      </c:pt>
                      <c:pt idx="3519">
                        <c:v>69.155777</c:v>
                      </c:pt>
                      <c:pt idx="3520">
                        <c:v>69.154601999999997</c:v>
                      </c:pt>
                      <c:pt idx="3521">
                        <c:v>69.153305000000003</c:v>
                      </c:pt>
                      <c:pt idx="3522">
                        <c:v>69.152266999999995</c:v>
                      </c:pt>
                      <c:pt idx="3523">
                        <c:v>69.151413000000005</c:v>
                      </c:pt>
                      <c:pt idx="3524">
                        <c:v>69.150810000000007</c:v>
                      </c:pt>
                      <c:pt idx="3525">
                        <c:v>69.150313999999995</c:v>
                      </c:pt>
                      <c:pt idx="3526">
                        <c:v>69.149895000000001</c:v>
                      </c:pt>
                      <c:pt idx="3527">
                        <c:v>69.149276999999998</c:v>
                      </c:pt>
                      <c:pt idx="3528">
                        <c:v>69.148848999999998</c:v>
                      </c:pt>
                      <c:pt idx="3529">
                        <c:v>69.148132000000004</c:v>
                      </c:pt>
                      <c:pt idx="3530">
                        <c:v>69.147644</c:v>
                      </c:pt>
                      <c:pt idx="3531">
                        <c:v>69.146682999999996</c:v>
                      </c:pt>
                      <c:pt idx="3532">
                        <c:v>69.145957999999993</c:v>
                      </c:pt>
                      <c:pt idx="3533">
                        <c:v>69.144820999999993</c:v>
                      </c:pt>
                      <c:pt idx="3534">
                        <c:v>69.143630999999999</c:v>
                      </c:pt>
                      <c:pt idx="3535">
                        <c:v>69.142380000000003</c:v>
                      </c:pt>
                      <c:pt idx="3536">
                        <c:v>69.141090000000005</c:v>
                      </c:pt>
                      <c:pt idx="3537">
                        <c:v>69.140038000000004</c:v>
                      </c:pt>
                      <c:pt idx="3538">
                        <c:v>69.138938999999993</c:v>
                      </c:pt>
                      <c:pt idx="3539">
                        <c:v>69.138062000000005</c:v>
                      </c:pt>
                      <c:pt idx="3540">
                        <c:v>69.137114999999994</c:v>
                      </c:pt>
                      <c:pt idx="3541">
                        <c:v>69.136062999999993</c:v>
                      </c:pt>
                      <c:pt idx="3542">
                        <c:v>69.134895</c:v>
                      </c:pt>
                      <c:pt idx="3543">
                        <c:v>69.133453000000003</c:v>
                      </c:pt>
                      <c:pt idx="3544">
                        <c:v>69.132103000000001</c:v>
                      </c:pt>
                      <c:pt idx="3545">
                        <c:v>69.130645999999999</c:v>
                      </c:pt>
                      <c:pt idx="3546">
                        <c:v>69.129242000000005</c:v>
                      </c:pt>
                      <c:pt idx="3547">
                        <c:v>69.127921999999998</c:v>
                      </c:pt>
                      <c:pt idx="3548">
                        <c:v>69.126534000000007</c:v>
                      </c:pt>
                      <c:pt idx="3549">
                        <c:v>69.125214</c:v>
                      </c:pt>
                      <c:pt idx="3550">
                        <c:v>69.123901000000004</c:v>
                      </c:pt>
                      <c:pt idx="3551">
                        <c:v>69.122580999999997</c:v>
                      </c:pt>
                      <c:pt idx="3552">
                        <c:v>69.121384000000006</c:v>
                      </c:pt>
                      <c:pt idx="3553">
                        <c:v>69.120223999999993</c:v>
                      </c:pt>
                      <c:pt idx="3554">
                        <c:v>69.119179000000003</c:v>
                      </c:pt>
                      <c:pt idx="3555">
                        <c:v>69.118217000000001</c:v>
                      </c:pt>
                      <c:pt idx="3556">
                        <c:v>69.117255999999998</c:v>
                      </c:pt>
                      <c:pt idx="3557">
                        <c:v>69.116280000000003</c:v>
                      </c:pt>
                      <c:pt idx="3558">
                        <c:v>69.115211000000002</c:v>
                      </c:pt>
                      <c:pt idx="3559">
                        <c:v>69.114006000000003</c:v>
                      </c:pt>
                      <c:pt idx="3560">
                        <c:v>69.112823000000006</c:v>
                      </c:pt>
                      <c:pt idx="3561">
                        <c:v>69.111571999999995</c:v>
                      </c:pt>
                      <c:pt idx="3562">
                        <c:v>69.110420000000005</c:v>
                      </c:pt>
                      <c:pt idx="3563">
                        <c:v>69.109116</c:v>
                      </c:pt>
                      <c:pt idx="3564">
                        <c:v>69.107833999999997</c:v>
                      </c:pt>
                      <c:pt idx="3565">
                        <c:v>69.106560000000002</c:v>
                      </c:pt>
                      <c:pt idx="3566">
                        <c:v>69.105446000000001</c:v>
                      </c:pt>
                      <c:pt idx="3567">
                        <c:v>69.104538000000005</c:v>
                      </c:pt>
                      <c:pt idx="3568">
                        <c:v>69.103859</c:v>
                      </c:pt>
                      <c:pt idx="3569">
                        <c:v>69.103378000000006</c:v>
                      </c:pt>
                      <c:pt idx="3570">
                        <c:v>69.103026999999997</c:v>
                      </c:pt>
                      <c:pt idx="3571">
                        <c:v>69.102744999999999</c:v>
                      </c:pt>
                      <c:pt idx="3572">
                        <c:v>69.102501000000004</c:v>
                      </c:pt>
                      <c:pt idx="3573">
                        <c:v>69.102279999999993</c:v>
                      </c:pt>
                      <c:pt idx="3574">
                        <c:v>69.102097000000001</c:v>
                      </c:pt>
                      <c:pt idx="3575">
                        <c:v>69.101928999999998</c:v>
                      </c:pt>
                      <c:pt idx="3576">
                        <c:v>69.101746000000006</c:v>
                      </c:pt>
                      <c:pt idx="3577">
                        <c:v>69.101562999999999</c:v>
                      </c:pt>
                      <c:pt idx="3578">
                        <c:v>69.101401999999993</c:v>
                      </c:pt>
                      <c:pt idx="3579">
                        <c:v>69.101226999999994</c:v>
                      </c:pt>
                      <c:pt idx="3580">
                        <c:v>69.101073999999997</c:v>
                      </c:pt>
                      <c:pt idx="3581">
                        <c:v>69.100937000000002</c:v>
                      </c:pt>
                      <c:pt idx="3582">
                        <c:v>69.100776999999994</c:v>
                      </c:pt>
                      <c:pt idx="3583">
                        <c:v>69.100609000000006</c:v>
                      </c:pt>
                      <c:pt idx="3584">
                        <c:v>69.100418000000005</c:v>
                      </c:pt>
                      <c:pt idx="3585">
                        <c:v>69.100257999999997</c:v>
                      </c:pt>
                      <c:pt idx="3586">
                        <c:v>69.100089999999994</c:v>
                      </c:pt>
                      <c:pt idx="3587">
                        <c:v>69.099898999999994</c:v>
                      </c:pt>
                      <c:pt idx="3588">
                        <c:v>69.099716000000001</c:v>
                      </c:pt>
                      <c:pt idx="3589">
                        <c:v>69.099556000000007</c:v>
                      </c:pt>
                      <c:pt idx="3590">
                        <c:v>69.099388000000005</c:v>
                      </c:pt>
                      <c:pt idx="3591">
                        <c:v>69.099250999999995</c:v>
                      </c:pt>
                      <c:pt idx="3592">
                        <c:v>69.099091000000001</c:v>
                      </c:pt>
                      <c:pt idx="3593">
                        <c:v>69.098938000000004</c:v>
                      </c:pt>
                      <c:pt idx="3594">
                        <c:v>69.098754999999997</c:v>
                      </c:pt>
                      <c:pt idx="3595">
                        <c:v>69.098526000000007</c:v>
                      </c:pt>
                      <c:pt idx="3596">
                        <c:v>69.098312000000007</c:v>
                      </c:pt>
                      <c:pt idx="3597">
                        <c:v>69.098052999999993</c:v>
                      </c:pt>
                      <c:pt idx="3598">
                        <c:v>69.097824000000003</c:v>
                      </c:pt>
                      <c:pt idx="3599">
                        <c:v>69.097610000000003</c:v>
                      </c:pt>
                      <c:pt idx="3600">
                        <c:v>69.097403999999997</c:v>
                      </c:pt>
                      <c:pt idx="3601">
                        <c:v>69.097213999999994</c:v>
                      </c:pt>
                      <c:pt idx="3602">
                        <c:v>69.096999999999994</c:v>
                      </c:pt>
                      <c:pt idx="3603">
                        <c:v>69.096808999999993</c:v>
                      </c:pt>
                      <c:pt idx="3604">
                        <c:v>69.096610999999996</c:v>
                      </c:pt>
                      <c:pt idx="3605">
                        <c:v>69.096442999999994</c:v>
                      </c:pt>
                      <c:pt idx="3606">
                        <c:v>69.096305999999998</c:v>
                      </c:pt>
                      <c:pt idx="3607">
                        <c:v>69.096214000000003</c:v>
                      </c:pt>
                      <c:pt idx="3608">
                        <c:v>69.096076999999994</c:v>
                      </c:pt>
                      <c:pt idx="3609">
                        <c:v>69.096024</c:v>
                      </c:pt>
                      <c:pt idx="3610">
                        <c:v>69.095939999999999</c:v>
                      </c:pt>
                      <c:pt idx="3611">
                        <c:v>69.095885999999993</c:v>
                      </c:pt>
                      <c:pt idx="3612">
                        <c:v>69.095894000000001</c:v>
                      </c:pt>
                      <c:pt idx="3613">
                        <c:v>69.095839999999995</c:v>
                      </c:pt>
                      <c:pt idx="3614">
                        <c:v>69.095839999999995</c:v>
                      </c:pt>
                      <c:pt idx="3615">
                        <c:v>69.09581</c:v>
                      </c:pt>
                      <c:pt idx="3616">
                        <c:v>69.095787000000001</c:v>
                      </c:pt>
                      <c:pt idx="3617">
                        <c:v>69.095771999999997</c:v>
                      </c:pt>
                      <c:pt idx="3618">
                        <c:v>69.095778999999993</c:v>
                      </c:pt>
                      <c:pt idx="3619">
                        <c:v>69.095778999999993</c:v>
                      </c:pt>
                      <c:pt idx="3620">
                        <c:v>69.095778999999993</c:v>
                      </c:pt>
                      <c:pt idx="3621">
                        <c:v>69.095778999999993</c:v>
                      </c:pt>
                      <c:pt idx="3622">
                        <c:v>69.095748999999998</c:v>
                      </c:pt>
                      <c:pt idx="3623">
                        <c:v>69.095718000000005</c:v>
                      </c:pt>
                      <c:pt idx="3624">
                        <c:v>69.095687999999996</c:v>
                      </c:pt>
                      <c:pt idx="3625">
                        <c:v>69.095657000000003</c:v>
                      </c:pt>
                      <c:pt idx="3626">
                        <c:v>69.095664999999997</c:v>
                      </c:pt>
                      <c:pt idx="3627">
                        <c:v>69.095641999999998</c:v>
                      </c:pt>
                      <c:pt idx="3628">
                        <c:v>69.095641999999998</c:v>
                      </c:pt>
                      <c:pt idx="3629">
                        <c:v>69.095641999999998</c:v>
                      </c:pt>
                      <c:pt idx="3630">
                        <c:v>69.095634000000004</c:v>
                      </c:pt>
                      <c:pt idx="3631">
                        <c:v>69.095596</c:v>
                      </c:pt>
                      <c:pt idx="3632">
                        <c:v>69.095566000000005</c:v>
                      </c:pt>
                      <c:pt idx="3633">
                        <c:v>69.095534999999998</c:v>
                      </c:pt>
                      <c:pt idx="3634">
                        <c:v>69.095534999999998</c:v>
                      </c:pt>
                      <c:pt idx="3635">
                        <c:v>69.095489999999998</c:v>
                      </c:pt>
                      <c:pt idx="3636">
                        <c:v>69.095421000000002</c:v>
                      </c:pt>
                      <c:pt idx="3637">
                        <c:v>69.095359999999999</c:v>
                      </c:pt>
                      <c:pt idx="3638">
                        <c:v>69.095237999999995</c:v>
                      </c:pt>
                      <c:pt idx="3639">
                        <c:v>69.095191999999997</c:v>
                      </c:pt>
                      <c:pt idx="3640">
                        <c:v>69.095161000000004</c:v>
                      </c:pt>
                      <c:pt idx="3641">
                        <c:v>69.095130999999995</c:v>
                      </c:pt>
                      <c:pt idx="3642">
                        <c:v>69.095139000000003</c:v>
                      </c:pt>
                      <c:pt idx="3643">
                        <c:v>69.095168999999999</c:v>
                      </c:pt>
                      <c:pt idx="3644">
                        <c:v>69.095184000000003</c:v>
                      </c:pt>
                      <c:pt idx="3645">
                        <c:v>69.095191999999997</c:v>
                      </c:pt>
                      <c:pt idx="3646">
                        <c:v>69.095184000000003</c:v>
                      </c:pt>
                      <c:pt idx="3647">
                        <c:v>69.095139000000003</c:v>
                      </c:pt>
                      <c:pt idx="3648">
                        <c:v>69.095061999999999</c:v>
                      </c:pt>
                      <c:pt idx="3649">
                        <c:v>69.095009000000005</c:v>
                      </c:pt>
                      <c:pt idx="3650">
                        <c:v>69.094893999999996</c:v>
                      </c:pt>
                      <c:pt idx="3651">
                        <c:v>69.094772000000006</c:v>
                      </c:pt>
                      <c:pt idx="3652">
                        <c:v>69.094650000000001</c:v>
                      </c:pt>
                      <c:pt idx="3653">
                        <c:v>69.094527999999997</c:v>
                      </c:pt>
                      <c:pt idx="3654">
                        <c:v>69.094368000000003</c:v>
                      </c:pt>
                      <c:pt idx="3655">
                        <c:v>69.094261000000003</c:v>
                      </c:pt>
                      <c:pt idx="3656">
                        <c:v>69.093993999999995</c:v>
                      </c:pt>
                      <c:pt idx="3657">
                        <c:v>69.093818999999996</c:v>
                      </c:pt>
                      <c:pt idx="3658">
                        <c:v>69.093558999999999</c:v>
                      </c:pt>
                      <c:pt idx="3659">
                        <c:v>69.093338000000003</c:v>
                      </c:pt>
                      <c:pt idx="3660">
                        <c:v>69.093108999999998</c:v>
                      </c:pt>
                      <c:pt idx="3661">
                        <c:v>69.092911000000001</c:v>
                      </c:pt>
                      <c:pt idx="3662">
                        <c:v>69.092704999999995</c:v>
                      </c:pt>
                      <c:pt idx="3663">
                        <c:v>69.092490999999995</c:v>
                      </c:pt>
                      <c:pt idx="3664">
                        <c:v>69.092299999999994</c:v>
                      </c:pt>
                      <c:pt idx="3665">
                        <c:v>69.092117000000002</c:v>
                      </c:pt>
                      <c:pt idx="3666">
                        <c:v>69.091956999999994</c:v>
                      </c:pt>
                      <c:pt idx="3667">
                        <c:v>69.091858000000002</c:v>
                      </c:pt>
                      <c:pt idx="3668">
                        <c:v>69.091712999999999</c:v>
                      </c:pt>
                      <c:pt idx="3669">
                        <c:v>69.091628999999998</c:v>
                      </c:pt>
                      <c:pt idx="3670">
                        <c:v>69.091507000000007</c:v>
                      </c:pt>
                      <c:pt idx="3671">
                        <c:v>69.091392999999997</c:v>
                      </c:pt>
                      <c:pt idx="3672">
                        <c:v>69.091324</c:v>
                      </c:pt>
                      <c:pt idx="3673">
                        <c:v>69.091269999999994</c:v>
                      </c:pt>
                      <c:pt idx="3674">
                        <c:v>69.091239999999999</c:v>
                      </c:pt>
                      <c:pt idx="3675">
                        <c:v>69.091194000000002</c:v>
                      </c:pt>
                      <c:pt idx="3676">
                        <c:v>69.091164000000006</c:v>
                      </c:pt>
                      <c:pt idx="3677">
                        <c:v>69.09111</c:v>
                      </c:pt>
                      <c:pt idx="3678">
                        <c:v>69.091103000000004</c:v>
                      </c:pt>
                      <c:pt idx="3679">
                        <c:v>69.091064000000003</c:v>
                      </c:pt>
                      <c:pt idx="3680">
                        <c:v>69.091048999999998</c:v>
                      </c:pt>
                      <c:pt idx="3681">
                        <c:v>69.091019000000003</c:v>
                      </c:pt>
                      <c:pt idx="3682">
                        <c:v>69.090973000000005</c:v>
                      </c:pt>
                      <c:pt idx="3683">
                        <c:v>69.090941999999998</c:v>
                      </c:pt>
                      <c:pt idx="3684">
                        <c:v>69.090843000000007</c:v>
                      </c:pt>
                      <c:pt idx="3685">
                        <c:v>69.090125999999998</c:v>
                      </c:pt>
                      <c:pt idx="3686">
                        <c:v>69.08802</c:v>
                      </c:pt>
                      <c:pt idx="3687">
                        <c:v>69.084655999999995</c:v>
                      </c:pt>
                      <c:pt idx="3688">
                        <c:v>69.080275999999998</c:v>
                      </c:pt>
                      <c:pt idx="3689">
                        <c:v>69.074928</c:v>
                      </c:pt>
                      <c:pt idx="3690">
                        <c:v>69.069153</c:v>
                      </c:pt>
                      <c:pt idx="3691">
                        <c:v>69.063300999999996</c:v>
                      </c:pt>
                      <c:pt idx="3692">
                        <c:v>69.057541000000001</c:v>
                      </c:pt>
                      <c:pt idx="3693">
                        <c:v>69.052154999999999</c:v>
                      </c:pt>
                      <c:pt idx="3694">
                        <c:v>69.046897999999999</c:v>
                      </c:pt>
                      <c:pt idx="3695">
                        <c:v>69.041435000000007</c:v>
                      </c:pt>
                      <c:pt idx="3696">
                        <c:v>69.033882000000006</c:v>
                      </c:pt>
                      <c:pt idx="3697">
                        <c:v>69.023101999999994</c:v>
                      </c:pt>
                      <c:pt idx="3698">
                        <c:v>69.007758999999993</c:v>
                      </c:pt>
                      <c:pt idx="3699">
                        <c:v>68.987633000000002</c:v>
                      </c:pt>
                      <c:pt idx="3700">
                        <c:v>68.962540000000004</c:v>
                      </c:pt>
                      <c:pt idx="3701">
                        <c:v>68.931777999999994</c:v>
                      </c:pt>
                      <c:pt idx="3702">
                        <c:v>68.896789999999996</c:v>
                      </c:pt>
                      <c:pt idx="3703">
                        <c:v>68.858436999999995</c:v>
                      </c:pt>
                      <c:pt idx="3704">
                        <c:v>68.817276000000007</c:v>
                      </c:pt>
                      <c:pt idx="3705">
                        <c:v>68.774924999999996</c:v>
                      </c:pt>
                      <c:pt idx="3706">
                        <c:v>68.731605999999999</c:v>
                      </c:pt>
                      <c:pt idx="3707">
                        <c:v>68.687019000000006</c:v>
                      </c:pt>
                      <c:pt idx="3708">
                        <c:v>68.641334999999998</c:v>
                      </c:pt>
                      <c:pt idx="3709">
                        <c:v>68.595009000000005</c:v>
                      </c:pt>
                      <c:pt idx="3710">
                        <c:v>68.548873999999998</c:v>
                      </c:pt>
                      <c:pt idx="3711">
                        <c:v>68.503983000000005</c:v>
                      </c:pt>
                      <c:pt idx="3712">
                        <c:v>68.461319000000003</c:v>
                      </c:pt>
                      <c:pt idx="3713">
                        <c:v>68.421813999999998</c:v>
                      </c:pt>
                      <c:pt idx="3714">
                        <c:v>68.385574000000005</c:v>
                      </c:pt>
                      <c:pt idx="3715">
                        <c:v>68.351546999999997</c:v>
                      </c:pt>
                      <c:pt idx="3716">
                        <c:v>68.318389999999994</c:v>
                      </c:pt>
                      <c:pt idx="3717">
                        <c:v>68.28434</c:v>
                      </c:pt>
                      <c:pt idx="3718">
                        <c:v>68.248397999999995</c:v>
                      </c:pt>
                      <c:pt idx="3719">
                        <c:v>68.210487000000001</c:v>
                      </c:pt>
                      <c:pt idx="3720">
                        <c:v>68.170601000000005</c:v>
                      </c:pt>
                      <c:pt idx="3721">
                        <c:v>68.129486</c:v>
                      </c:pt>
                      <c:pt idx="3722">
                        <c:v>68.087975</c:v>
                      </c:pt>
                      <c:pt idx="3723">
                        <c:v>68.047043000000002</c:v>
                      </c:pt>
                      <c:pt idx="3724">
                        <c:v>68.007446000000002</c:v>
                      </c:pt>
                      <c:pt idx="3725">
                        <c:v>67.969215000000005</c:v>
                      </c:pt>
                      <c:pt idx="3726">
                        <c:v>67.931800999999993</c:v>
                      </c:pt>
                      <c:pt idx="3727">
                        <c:v>67.894028000000006</c:v>
                      </c:pt>
                      <c:pt idx="3728">
                        <c:v>67.854904000000005</c:v>
                      </c:pt>
                      <c:pt idx="3729">
                        <c:v>67.813911000000004</c:v>
                      </c:pt>
                      <c:pt idx="3730">
                        <c:v>67.771377999999999</c:v>
                      </c:pt>
                      <c:pt idx="3731">
                        <c:v>67.728226000000006</c:v>
                      </c:pt>
                      <c:pt idx="3732">
                        <c:v>67.685660999999996</c:v>
                      </c:pt>
                      <c:pt idx="3733">
                        <c:v>67.644485000000003</c:v>
                      </c:pt>
                      <c:pt idx="3734">
                        <c:v>67.605209000000002</c:v>
                      </c:pt>
                      <c:pt idx="3735">
                        <c:v>67.567276000000007</c:v>
                      </c:pt>
                      <c:pt idx="3736">
                        <c:v>67.529678000000004</c:v>
                      </c:pt>
                      <c:pt idx="3737">
                        <c:v>67.491257000000004</c:v>
                      </c:pt>
                      <c:pt idx="3738">
                        <c:v>67.451530000000005</c:v>
                      </c:pt>
                      <c:pt idx="3739">
                        <c:v>67.409660000000002</c:v>
                      </c:pt>
                      <c:pt idx="3740">
                        <c:v>67.365234000000001</c:v>
                      </c:pt>
                      <c:pt idx="3741">
                        <c:v>67.318909000000005</c:v>
                      </c:pt>
                      <c:pt idx="3742">
                        <c:v>67.271682999999996</c:v>
                      </c:pt>
                      <c:pt idx="3743">
                        <c:v>67.224853999999993</c:v>
                      </c:pt>
                      <c:pt idx="3744">
                        <c:v>67.179214000000002</c:v>
                      </c:pt>
                      <c:pt idx="3745">
                        <c:v>67.134772999999996</c:v>
                      </c:pt>
                      <c:pt idx="3746">
                        <c:v>67.090698000000003</c:v>
                      </c:pt>
                      <c:pt idx="3747">
                        <c:v>67.045944000000006</c:v>
                      </c:pt>
                      <c:pt idx="3748">
                        <c:v>66.999763000000002</c:v>
                      </c:pt>
                      <c:pt idx="3749">
                        <c:v>66.952331999999998</c:v>
                      </c:pt>
                      <c:pt idx="3750">
                        <c:v>66.904326999999995</c:v>
                      </c:pt>
                      <c:pt idx="3751">
                        <c:v>66.856796000000003</c:v>
                      </c:pt>
                      <c:pt idx="3752">
                        <c:v>66.810547</c:v>
                      </c:pt>
                      <c:pt idx="3753">
                        <c:v>66.766166999999996</c:v>
                      </c:pt>
                      <c:pt idx="3754">
                        <c:v>66.723419000000007</c:v>
                      </c:pt>
                      <c:pt idx="3755">
                        <c:v>66.681640999999999</c:v>
                      </c:pt>
                      <c:pt idx="3756">
                        <c:v>66.639770999999996</c:v>
                      </c:pt>
                      <c:pt idx="3757">
                        <c:v>66.596367000000001</c:v>
                      </c:pt>
                      <c:pt idx="3758">
                        <c:v>66.550735000000003</c:v>
                      </c:pt>
                      <c:pt idx="3759">
                        <c:v>66.502762000000004</c:v>
                      </c:pt>
                      <c:pt idx="3760">
                        <c:v>66.453040999999999</c:v>
                      </c:pt>
                      <c:pt idx="3761">
                        <c:v>66.402039000000002</c:v>
                      </c:pt>
                      <c:pt idx="3762">
                        <c:v>66.350326999999993</c:v>
                      </c:pt>
                      <c:pt idx="3763">
                        <c:v>66.298575999999997</c:v>
                      </c:pt>
                      <c:pt idx="3764">
                        <c:v>66.246917999999994</c:v>
                      </c:pt>
                      <c:pt idx="3765">
                        <c:v>66.195556999999994</c:v>
                      </c:pt>
                      <c:pt idx="3766">
                        <c:v>66.144272000000001</c:v>
                      </c:pt>
                      <c:pt idx="3767">
                        <c:v>66.092476000000005</c:v>
                      </c:pt>
                      <c:pt idx="3768">
                        <c:v>66.039863999999994</c:v>
                      </c:pt>
                      <c:pt idx="3769">
                        <c:v>65.986649</c:v>
                      </c:pt>
                      <c:pt idx="3770">
                        <c:v>65.932998999999995</c:v>
                      </c:pt>
                      <c:pt idx="3771">
                        <c:v>65.879615999999999</c:v>
                      </c:pt>
                      <c:pt idx="3772">
                        <c:v>65.827110000000005</c:v>
                      </c:pt>
                      <c:pt idx="3773">
                        <c:v>65.775658000000007</c:v>
                      </c:pt>
                      <c:pt idx="3774">
                        <c:v>65.725173999999996</c:v>
                      </c:pt>
                      <c:pt idx="3775">
                        <c:v>65.675246999999999</c:v>
                      </c:pt>
                      <c:pt idx="3776">
                        <c:v>65.625220999999996</c:v>
                      </c:pt>
                      <c:pt idx="3777">
                        <c:v>65.574676999999994</c:v>
                      </c:pt>
                      <c:pt idx="3778">
                        <c:v>65.522910999999993</c:v>
                      </c:pt>
                      <c:pt idx="3779">
                        <c:v>65.470177000000007</c:v>
                      </c:pt>
                      <c:pt idx="3780">
                        <c:v>65.416672000000005</c:v>
                      </c:pt>
                      <c:pt idx="3781">
                        <c:v>65.362740000000002</c:v>
                      </c:pt>
                      <c:pt idx="3782">
                        <c:v>65.308768999999998</c:v>
                      </c:pt>
                      <c:pt idx="3783">
                        <c:v>65.255279999999999</c:v>
                      </c:pt>
                      <c:pt idx="3784">
                        <c:v>65.202545000000001</c:v>
                      </c:pt>
                      <c:pt idx="3785">
                        <c:v>65.150283999999999</c:v>
                      </c:pt>
                      <c:pt idx="3786">
                        <c:v>65.097908000000004</c:v>
                      </c:pt>
                      <c:pt idx="3787">
                        <c:v>65.045035999999996</c:v>
                      </c:pt>
                      <c:pt idx="3788">
                        <c:v>64.991470000000007</c:v>
                      </c:pt>
                      <c:pt idx="3789">
                        <c:v>64.937140999999997</c:v>
                      </c:pt>
                      <c:pt idx="3790">
                        <c:v>64.882171999999997</c:v>
                      </c:pt>
                      <c:pt idx="3791">
                        <c:v>64.826920000000001</c:v>
                      </c:pt>
                      <c:pt idx="3792">
                        <c:v>64.771759000000003</c:v>
                      </c:pt>
                      <c:pt idx="3793">
                        <c:v>64.716904</c:v>
                      </c:pt>
                      <c:pt idx="3794">
                        <c:v>64.662482999999995</c:v>
                      </c:pt>
                      <c:pt idx="3795">
                        <c:v>64.608360000000005</c:v>
                      </c:pt>
                      <c:pt idx="3796">
                        <c:v>64.554298000000003</c:v>
                      </c:pt>
                      <c:pt idx="3797">
                        <c:v>64.499984999999995</c:v>
                      </c:pt>
                      <c:pt idx="3798">
                        <c:v>64.445053000000001</c:v>
                      </c:pt>
                      <c:pt idx="3799">
                        <c:v>64.389472999999995</c:v>
                      </c:pt>
                      <c:pt idx="3800">
                        <c:v>64.333336000000003</c:v>
                      </c:pt>
                      <c:pt idx="3801">
                        <c:v>64.276932000000002</c:v>
                      </c:pt>
                      <c:pt idx="3802">
                        <c:v>64.220634000000004</c:v>
                      </c:pt>
                      <c:pt idx="3803">
                        <c:v>64.164664999999999</c:v>
                      </c:pt>
                      <c:pt idx="3804">
                        <c:v>64.109229999999997</c:v>
                      </c:pt>
                      <c:pt idx="3805">
                        <c:v>64.054169000000002</c:v>
                      </c:pt>
                      <c:pt idx="3806">
                        <c:v>63.999077</c:v>
                      </c:pt>
                      <c:pt idx="3807">
                        <c:v>63.943821</c:v>
                      </c:pt>
                      <c:pt idx="3808">
                        <c:v>63.887855999999999</c:v>
                      </c:pt>
                      <c:pt idx="3809">
                        <c:v>63.831302999999998</c:v>
                      </c:pt>
                      <c:pt idx="3810">
                        <c:v>63.774113</c:v>
                      </c:pt>
                      <c:pt idx="3811">
                        <c:v>63.716728000000003</c:v>
                      </c:pt>
                      <c:pt idx="3812">
                        <c:v>63.659560999999997</c:v>
                      </c:pt>
                      <c:pt idx="3813">
                        <c:v>63.602801999999997</c:v>
                      </c:pt>
                      <c:pt idx="3814">
                        <c:v>63.546478</c:v>
                      </c:pt>
                      <c:pt idx="3815">
                        <c:v>63.490386999999998</c:v>
                      </c:pt>
                      <c:pt idx="3816">
                        <c:v>63.434314999999998</c:v>
                      </c:pt>
                      <c:pt idx="3817">
                        <c:v>63.377907</c:v>
                      </c:pt>
                      <c:pt idx="3818">
                        <c:v>63.321007000000002</c:v>
                      </c:pt>
                      <c:pt idx="3819">
                        <c:v>63.263511999999999</c:v>
                      </c:pt>
                      <c:pt idx="3820">
                        <c:v>63.205635000000001</c:v>
                      </c:pt>
                      <c:pt idx="3821">
                        <c:v>63.147571999999997</c:v>
                      </c:pt>
                      <c:pt idx="3822">
                        <c:v>63.089554</c:v>
                      </c:pt>
                      <c:pt idx="3823">
                        <c:v>63.031928999999998</c:v>
                      </c:pt>
                      <c:pt idx="3824">
                        <c:v>62.974719999999998</c:v>
                      </c:pt>
                      <c:pt idx="3825">
                        <c:v>62.917786</c:v>
                      </c:pt>
                      <c:pt idx="3826">
                        <c:v>62.860847</c:v>
                      </c:pt>
                      <c:pt idx="3827">
                        <c:v>62.803612000000001</c:v>
                      </c:pt>
                      <c:pt idx="3828">
                        <c:v>62.746032999999997</c:v>
                      </c:pt>
                      <c:pt idx="3829">
                        <c:v>62.687958000000002</c:v>
                      </c:pt>
                      <c:pt idx="3830">
                        <c:v>62.629489999999997</c:v>
                      </c:pt>
                      <c:pt idx="3831">
                        <c:v>62.570811999999997</c:v>
                      </c:pt>
                      <c:pt idx="3832">
                        <c:v>62.512000999999998</c:v>
                      </c:pt>
                      <c:pt idx="3833">
                        <c:v>62.453387999999997</c:v>
                      </c:pt>
                      <c:pt idx="3834">
                        <c:v>62.395012000000001</c:v>
                      </c:pt>
                      <c:pt idx="3835">
                        <c:v>62.336826000000002</c:v>
                      </c:pt>
                      <c:pt idx="3836">
                        <c:v>62.278621999999999</c:v>
                      </c:pt>
                      <c:pt idx="3837">
                        <c:v>62.220267999999997</c:v>
                      </c:pt>
                      <c:pt idx="3838">
                        <c:v>62.161681999999999</c:v>
                      </c:pt>
                      <c:pt idx="3839">
                        <c:v>62.102767999999998</c:v>
                      </c:pt>
                      <c:pt idx="3840">
                        <c:v>62.043629000000003</c:v>
                      </c:pt>
                      <c:pt idx="3841">
                        <c:v>61.984344</c:v>
                      </c:pt>
                      <c:pt idx="3842">
                        <c:v>61.925055999999998</c:v>
                      </c:pt>
                      <c:pt idx="3843">
                        <c:v>61.865803</c:v>
                      </c:pt>
                      <c:pt idx="3844">
                        <c:v>61.806716999999999</c:v>
                      </c:pt>
                      <c:pt idx="3845">
                        <c:v>61.747802999999998</c:v>
                      </c:pt>
                      <c:pt idx="3846">
                        <c:v>61.688910999999997</c:v>
                      </c:pt>
                      <c:pt idx="3847">
                        <c:v>61.629931999999997</c:v>
                      </c:pt>
                      <c:pt idx="3848">
                        <c:v>61.570801000000003</c:v>
                      </c:pt>
                      <c:pt idx="3849">
                        <c:v>61.511386999999999</c:v>
                      </c:pt>
                      <c:pt idx="3850">
                        <c:v>61.451735999999997</c:v>
                      </c:pt>
                      <c:pt idx="3851">
                        <c:v>61.391925999999998</c:v>
                      </c:pt>
                      <c:pt idx="3852">
                        <c:v>61.332175999999997</c:v>
                      </c:pt>
                      <c:pt idx="3853">
                        <c:v>61.272655</c:v>
                      </c:pt>
                      <c:pt idx="3854">
                        <c:v>61.213383</c:v>
                      </c:pt>
                      <c:pt idx="3855">
                        <c:v>61.154288999999999</c:v>
                      </c:pt>
                      <c:pt idx="3856">
                        <c:v>61.095188</c:v>
                      </c:pt>
                      <c:pt idx="3857">
                        <c:v>61.035980000000002</c:v>
                      </c:pt>
                      <c:pt idx="3858">
                        <c:v>60.976512999999997</c:v>
                      </c:pt>
                      <c:pt idx="3859">
                        <c:v>60.916843</c:v>
                      </c:pt>
                      <c:pt idx="3860">
                        <c:v>60.856873</c:v>
                      </c:pt>
                      <c:pt idx="3861">
                        <c:v>60.796836999999996</c:v>
                      </c:pt>
                      <c:pt idx="3862">
                        <c:v>60.736832</c:v>
                      </c:pt>
                      <c:pt idx="3863">
                        <c:v>60.677101</c:v>
                      </c:pt>
                      <c:pt idx="3864">
                        <c:v>60.617645000000003</c:v>
                      </c:pt>
                      <c:pt idx="3865">
                        <c:v>60.558331000000003</c:v>
                      </c:pt>
                      <c:pt idx="3866">
                        <c:v>60.499043</c:v>
                      </c:pt>
                      <c:pt idx="3867">
                        <c:v>60.439587000000003</c:v>
                      </c:pt>
                      <c:pt idx="3868">
                        <c:v>60.379868000000002</c:v>
                      </c:pt>
                      <c:pt idx="3869">
                        <c:v>60.319851</c:v>
                      </c:pt>
                      <c:pt idx="3870">
                        <c:v>60.259666000000003</c:v>
                      </c:pt>
                      <c:pt idx="3871">
                        <c:v>60.199432000000002</c:v>
                      </c:pt>
                      <c:pt idx="3872">
                        <c:v>60.139308999999997</c:v>
                      </c:pt>
                      <c:pt idx="3873">
                        <c:v>60.079422000000001</c:v>
                      </c:pt>
                      <c:pt idx="3874">
                        <c:v>60.021068999999997</c:v>
                      </c:pt>
                      <c:pt idx="3875">
                        <c:v>59.963839999999998</c:v>
                      </c:pt>
                      <c:pt idx="3876">
                        <c:v>59.906692999999997</c:v>
                      </c:pt>
                      <c:pt idx="3877">
                        <c:v>59.849243000000001</c:v>
                      </c:pt>
                      <c:pt idx="3878">
                        <c:v>59.791587999999997</c:v>
                      </c:pt>
                      <c:pt idx="3879">
                        <c:v>59.733749000000003</c:v>
                      </c:pt>
                      <c:pt idx="3880">
                        <c:v>59.675742999999997</c:v>
                      </c:pt>
                      <c:pt idx="3881">
                        <c:v>59.617725</c:v>
                      </c:pt>
                      <c:pt idx="3882">
                        <c:v>59.559704000000004</c:v>
                      </c:pt>
                      <c:pt idx="3883">
                        <c:v>59.501933999999999</c:v>
                      </c:pt>
                      <c:pt idx="3884">
                        <c:v>59.444408000000003</c:v>
                      </c:pt>
                      <c:pt idx="3885">
                        <c:v>59.387073999999998</c:v>
                      </c:pt>
                      <c:pt idx="3886">
                        <c:v>59.329563</c:v>
                      </c:pt>
                      <c:pt idx="3887">
                        <c:v>59.271937999999999</c:v>
                      </c:pt>
                      <c:pt idx="3888">
                        <c:v>59.213920999999999</c:v>
                      </c:pt>
                      <c:pt idx="3889">
                        <c:v>59.155884</c:v>
                      </c:pt>
                      <c:pt idx="3890">
                        <c:v>59.097549000000001</c:v>
                      </c:pt>
                      <c:pt idx="3891">
                        <c:v>59.039279999999998</c:v>
                      </c:pt>
                      <c:pt idx="3892">
                        <c:v>58.981236000000003</c:v>
                      </c:pt>
                      <c:pt idx="3893">
                        <c:v>58.923358999999998</c:v>
                      </c:pt>
                      <c:pt idx="3894">
                        <c:v>58.865684999999999</c:v>
                      </c:pt>
                      <c:pt idx="3895">
                        <c:v>58.808052000000004</c:v>
                      </c:pt>
                      <c:pt idx="3896">
                        <c:v>58.750312999999998</c:v>
                      </c:pt>
                      <c:pt idx="3897">
                        <c:v>58.692478000000001</c:v>
                      </c:pt>
                      <c:pt idx="3898">
                        <c:v>58.634377000000001</c:v>
                      </c:pt>
                      <c:pt idx="3899">
                        <c:v>58.576061000000003</c:v>
                      </c:pt>
                      <c:pt idx="3900">
                        <c:v>58.517792</c:v>
                      </c:pt>
                      <c:pt idx="3901">
                        <c:v>58.459395999999998</c:v>
                      </c:pt>
                      <c:pt idx="3902">
                        <c:v>58.401206999999999</c:v>
                      </c:pt>
                      <c:pt idx="3903">
                        <c:v>58.343246000000001</c:v>
                      </c:pt>
                      <c:pt idx="3904">
                        <c:v>58.285483999999997</c:v>
                      </c:pt>
                      <c:pt idx="3905">
                        <c:v>58.227753</c:v>
                      </c:pt>
                      <c:pt idx="3906">
                        <c:v>58.170017000000001</c:v>
                      </c:pt>
                      <c:pt idx="3907">
                        <c:v>58.112018999999997</c:v>
                      </c:pt>
                      <c:pt idx="3908">
                        <c:v>58.043804000000002</c:v>
                      </c:pt>
                      <c:pt idx="3909">
                        <c:v>57.973869000000001</c:v>
                      </c:pt>
                      <c:pt idx="3910">
                        <c:v>57.903976</c:v>
                      </c:pt>
                      <c:pt idx="3911">
                        <c:v>57.834136999999998</c:v>
                      </c:pt>
                      <c:pt idx="3912">
                        <c:v>57.764561</c:v>
                      </c:pt>
                      <c:pt idx="3913">
                        <c:v>57.695121999999998</c:v>
                      </c:pt>
                      <c:pt idx="3914">
                        <c:v>57.625801000000003</c:v>
                      </c:pt>
                      <c:pt idx="3915">
                        <c:v>57.556519000000002</c:v>
                      </c:pt>
                      <c:pt idx="3916">
                        <c:v>57.487087000000002</c:v>
                      </c:pt>
                      <c:pt idx="3917">
                        <c:v>57.417468999999997</c:v>
                      </c:pt>
                      <c:pt idx="3918">
                        <c:v>57.347591000000001</c:v>
                      </c:pt>
                      <c:pt idx="3919">
                        <c:v>57.277591999999999</c:v>
                      </c:pt>
                      <c:pt idx="3920">
                        <c:v>57.207580999999998</c:v>
                      </c:pt>
                      <c:pt idx="3921">
                        <c:v>57.137732999999997</c:v>
                      </c:pt>
                      <c:pt idx="3922">
                        <c:v>57.068095999999997</c:v>
                      </c:pt>
                      <c:pt idx="3923">
                        <c:v>56.998600000000003</c:v>
                      </c:pt>
                      <c:pt idx="3924">
                        <c:v>56.929226</c:v>
                      </c:pt>
                      <c:pt idx="3925">
                        <c:v>56.859805999999999</c:v>
                      </c:pt>
                      <c:pt idx="3926">
                        <c:v>56.790264000000001</c:v>
                      </c:pt>
                      <c:pt idx="3927">
                        <c:v>56.720528000000002</c:v>
                      </c:pt>
                      <c:pt idx="3928">
                        <c:v>56.650570000000002</c:v>
                      </c:pt>
                      <c:pt idx="3929">
                        <c:v>56.580505000000002</c:v>
                      </c:pt>
                      <c:pt idx="3930">
                        <c:v>56.510353000000002</c:v>
                      </c:pt>
                      <c:pt idx="3931">
                        <c:v>56.440387999999999</c:v>
                      </c:pt>
                      <c:pt idx="3932">
                        <c:v>56.370601999999998</c:v>
                      </c:pt>
                      <c:pt idx="3933">
                        <c:v>56.301124999999999</c:v>
                      </c:pt>
                      <c:pt idx="3934">
                        <c:v>56.231746999999999</c:v>
                      </c:pt>
                      <c:pt idx="3935">
                        <c:v>56.162388</c:v>
                      </c:pt>
                      <c:pt idx="3936">
                        <c:v>56.092793</c:v>
                      </c:pt>
                      <c:pt idx="3937">
                        <c:v>56.022938000000003</c:v>
                      </c:pt>
                      <c:pt idx="3938">
                        <c:v>55.952755000000003</c:v>
                      </c:pt>
                      <c:pt idx="3939">
                        <c:v>55.882565</c:v>
                      </c:pt>
                      <c:pt idx="3940">
                        <c:v>55.812347000000003</c:v>
                      </c:pt>
                      <c:pt idx="3941">
                        <c:v>55.742401000000001</c:v>
                      </c:pt>
                      <c:pt idx="3942">
                        <c:v>55.672553999999998</c:v>
                      </c:pt>
                      <c:pt idx="3943">
                        <c:v>55.602916999999998</c:v>
                      </c:pt>
                      <c:pt idx="3944">
                        <c:v>55.533417</c:v>
                      </c:pt>
                      <c:pt idx="3945">
                        <c:v>55.463875000000002</c:v>
                      </c:pt>
                      <c:pt idx="3946">
                        <c:v>55.394160999999997</c:v>
                      </c:pt>
                      <c:pt idx="3947">
                        <c:v>55.324226000000003</c:v>
                      </c:pt>
                      <c:pt idx="3948">
                        <c:v>55.254173000000002</c:v>
                      </c:pt>
                      <c:pt idx="3949">
                        <c:v>55.184040000000003</c:v>
                      </c:pt>
                      <c:pt idx="3950">
                        <c:v>55.114021000000001</c:v>
                      </c:pt>
                      <c:pt idx="3951">
                        <c:v>55.044159000000001</c:v>
                      </c:pt>
                      <c:pt idx="3952">
                        <c:v>54.974556</c:v>
                      </c:pt>
                      <c:pt idx="3953">
                        <c:v>54.905064000000003</c:v>
                      </c:pt>
                      <c:pt idx="3954">
                        <c:v>54.835639999999998</c:v>
                      </c:pt>
                      <c:pt idx="3955">
                        <c:v>54.765991</c:v>
                      </c:pt>
                      <c:pt idx="3956">
                        <c:v>54.696086999999999</c:v>
                      </c:pt>
                      <c:pt idx="3957">
                        <c:v>54.626002999999997</c:v>
                      </c:pt>
                      <c:pt idx="3958">
                        <c:v>54.555847</c:v>
                      </c:pt>
                      <c:pt idx="3959">
                        <c:v>54.485767000000003</c:v>
                      </c:pt>
                      <c:pt idx="3960">
                        <c:v>54.415782999999998</c:v>
                      </c:pt>
                      <c:pt idx="3961">
                        <c:v>54.346004000000001</c:v>
                      </c:pt>
                      <c:pt idx="3962">
                        <c:v>54.276401999999997</c:v>
                      </c:pt>
                      <c:pt idx="3963">
                        <c:v>54.206859999999999</c:v>
                      </c:pt>
                      <c:pt idx="3964">
                        <c:v>54.137383</c:v>
                      </c:pt>
                      <c:pt idx="3965">
                        <c:v>54.067748999999999</c:v>
                      </c:pt>
                      <c:pt idx="3966">
                        <c:v>53.998013</c:v>
                      </c:pt>
                      <c:pt idx="3967">
                        <c:v>53.928168999999997</c:v>
                      </c:pt>
                      <c:pt idx="3968">
                        <c:v>53.858199999999997</c:v>
                      </c:pt>
                      <c:pt idx="3969">
                        <c:v>53.788235</c:v>
                      </c:pt>
                      <c:pt idx="3970">
                        <c:v>53.718345999999997</c:v>
                      </c:pt>
                      <c:pt idx="3971">
                        <c:v>53.648659000000002</c:v>
                      </c:pt>
                      <c:pt idx="3972">
                        <c:v>53.579079</c:v>
                      </c:pt>
                      <c:pt idx="3973">
                        <c:v>53.509757999999998</c:v>
                      </c:pt>
                      <c:pt idx="3974">
                        <c:v>53.440300000000001</c:v>
                      </c:pt>
                      <c:pt idx="3975">
                        <c:v>53.37088</c:v>
                      </c:pt>
                      <c:pt idx="3976">
                        <c:v>53.301246999999996</c:v>
                      </c:pt>
                      <c:pt idx="3977">
                        <c:v>53.231532999999999</c:v>
                      </c:pt>
                      <c:pt idx="3978">
                        <c:v>53.161724</c:v>
                      </c:pt>
                      <c:pt idx="3979">
                        <c:v>53.092075000000001</c:v>
                      </c:pt>
                      <c:pt idx="3980">
                        <c:v>53.022396000000001</c:v>
                      </c:pt>
                      <c:pt idx="3981">
                        <c:v>52.952938000000003</c:v>
                      </c:pt>
                      <c:pt idx="3982">
                        <c:v>52.883450000000003</c:v>
                      </c:pt>
                      <c:pt idx="3983">
                        <c:v>52.814067999999999</c:v>
                      </c:pt>
                      <c:pt idx="3984">
                        <c:v>52.744605999999997</c:v>
                      </c:pt>
                      <c:pt idx="3985">
                        <c:v>52.675072</c:v>
                      </c:pt>
                      <c:pt idx="3986">
                        <c:v>52.605370000000001</c:v>
                      </c:pt>
                      <c:pt idx="3987">
                        <c:v>52.535774000000004</c:v>
                      </c:pt>
                      <c:pt idx="3988">
                        <c:v>52.466037999999998</c:v>
                      </c:pt>
                      <c:pt idx="3989">
                        <c:v>52.396431</c:v>
                      </c:pt>
                      <c:pt idx="3990">
                        <c:v>52.326866000000003</c:v>
                      </c:pt>
                      <c:pt idx="3991">
                        <c:v>52.257491999999999</c:v>
                      </c:pt>
                      <c:pt idx="3992">
                        <c:v>52.188274</c:v>
                      </c:pt>
                      <c:pt idx="3993">
                        <c:v>52.119140999999999</c:v>
                      </c:pt>
                      <c:pt idx="3994">
                        <c:v>52.050018000000001</c:v>
                      </c:pt>
                      <c:pt idx="3995">
                        <c:v>51.980801</c:v>
                      </c:pt>
                      <c:pt idx="3996">
                        <c:v>51.911521999999998</c:v>
                      </c:pt>
                      <c:pt idx="3997">
                        <c:v>51.842185999999998</c:v>
                      </c:pt>
                      <c:pt idx="3998">
                        <c:v>51.772854000000002</c:v>
                      </c:pt>
                      <c:pt idx="3999">
                        <c:v>51.703567999999997</c:v>
                      </c:pt>
                      <c:pt idx="4000">
                        <c:v>51.634338</c:v>
                      </c:pt>
                      <c:pt idx="4001">
                        <c:v>51.565182</c:v>
                      </c:pt>
                      <c:pt idx="4002">
                        <c:v>51.496105</c:v>
                      </c:pt>
                      <c:pt idx="4003">
                        <c:v>51.427132</c:v>
                      </c:pt>
                      <c:pt idx="4004">
                        <c:v>51.358055</c:v>
                      </c:pt>
                      <c:pt idx="4005">
                        <c:v>51.288955999999999</c:v>
                      </c:pt>
                      <c:pt idx="4006">
                        <c:v>51.219692000000002</c:v>
                      </c:pt>
                      <c:pt idx="4007">
                        <c:v>51.150410000000001</c:v>
                      </c:pt>
                      <c:pt idx="4008">
                        <c:v>51.081139</c:v>
                      </c:pt>
                      <c:pt idx="4009">
                        <c:v>51.011916999999997</c:v>
                      </c:pt>
                      <c:pt idx="4010">
                        <c:v>50.942771999999998</c:v>
                      </c:pt>
                      <c:pt idx="4011">
                        <c:v>50.873730000000002</c:v>
                      </c:pt>
                      <c:pt idx="4012">
                        <c:v>50.804768000000003</c:v>
                      </c:pt>
                      <c:pt idx="4013">
                        <c:v>50.735850999999997</c:v>
                      </c:pt>
                      <c:pt idx="4014">
                        <c:v>50.666946000000003</c:v>
                      </c:pt>
                      <c:pt idx="4015">
                        <c:v>50.597954000000001</c:v>
                      </c:pt>
                      <c:pt idx="4016">
                        <c:v>50.528908000000001</c:v>
                      </c:pt>
                      <c:pt idx="4017">
                        <c:v>50.459792999999998</c:v>
                      </c:pt>
                      <c:pt idx="4018">
                        <c:v>50.390723999999999</c:v>
                      </c:pt>
                      <c:pt idx="4019">
                        <c:v>50.321742999999998</c:v>
                      </c:pt>
                      <c:pt idx="4020">
                        <c:v>50.252746999999999</c:v>
                      </c:pt>
                      <c:pt idx="4021">
                        <c:v>50.183903000000001</c:v>
                      </c:pt>
                      <c:pt idx="4022">
                        <c:v>50.115734000000003</c:v>
                      </c:pt>
                      <c:pt idx="4023">
                        <c:v>50.045715000000001</c:v>
                      </c:pt>
                      <c:pt idx="4024">
                        <c:v>49.977055</c:v>
                      </c:pt>
                      <c:pt idx="4025">
                        <c:v>49.911887999999998</c:v>
                      </c:pt>
                      <c:pt idx="4026">
                        <c:v>49.840243999999998</c:v>
                      </c:pt>
                      <c:pt idx="4027">
                        <c:v>49.786113999999998</c:v>
                      </c:pt>
                      <c:pt idx="4028">
                        <c:v>49.728661000000002</c:v>
                      </c:pt>
                      <c:pt idx="4029">
                        <c:v>49.666283</c:v>
                      </c:pt>
                      <c:pt idx="4030">
                        <c:v>49.601357</c:v>
                      </c:pt>
                      <c:pt idx="4031">
                        <c:v>49.534779</c:v>
                      </c:pt>
                      <c:pt idx="4032">
                        <c:v>49.467373000000002</c:v>
                      </c:pt>
                      <c:pt idx="4033">
                        <c:v>49.399517000000003</c:v>
                      </c:pt>
                      <c:pt idx="4034">
                        <c:v>49.331386999999999</c:v>
                      </c:pt>
                      <c:pt idx="4035">
                        <c:v>49.26305</c:v>
                      </c:pt>
                      <c:pt idx="4036">
                        <c:v>49.194572000000001</c:v>
                      </c:pt>
                      <c:pt idx="4037">
                        <c:v>49.125976999999999</c:v>
                      </c:pt>
                      <c:pt idx="4038">
                        <c:v>49.057361999999998</c:v>
                      </c:pt>
                      <c:pt idx="4039">
                        <c:v>48.988810999999998</c:v>
                      </c:pt>
                      <c:pt idx="4040">
                        <c:v>48.920363999999999</c:v>
                      </c:pt>
                      <c:pt idx="4041">
                        <c:v>48.851967000000002</c:v>
                      </c:pt>
                      <c:pt idx="4042">
                        <c:v>48.783603999999997</c:v>
                      </c:pt>
                      <c:pt idx="4043">
                        <c:v>48.715255999999997</c:v>
                      </c:pt>
                      <c:pt idx="4044">
                        <c:v>48.646918999999997</c:v>
                      </c:pt>
                      <c:pt idx="4045">
                        <c:v>48.578606000000001</c:v>
                      </c:pt>
                      <c:pt idx="4046">
                        <c:v>48.510300000000001</c:v>
                      </c:pt>
                      <c:pt idx="4047">
                        <c:v>48.442031999999998</c:v>
                      </c:pt>
                      <c:pt idx="4048">
                        <c:v>48.373745</c:v>
                      </c:pt>
                      <c:pt idx="4049">
                        <c:v>48.305458000000002</c:v>
                      </c:pt>
                      <c:pt idx="4050">
                        <c:v>48.237152000000002</c:v>
                      </c:pt>
                      <c:pt idx="4051">
                        <c:v>48.168854000000003</c:v>
                      </c:pt>
                      <c:pt idx="4052">
                        <c:v>48.100532999999999</c:v>
                      </c:pt>
                      <c:pt idx="4053">
                        <c:v>48.032200000000003</c:v>
                      </c:pt>
                      <c:pt idx="4054">
                        <c:v>47.963881999999998</c:v>
                      </c:pt>
                      <c:pt idx="4055">
                        <c:v>47.895569000000002</c:v>
                      </c:pt>
                      <c:pt idx="4056">
                        <c:v>47.827266999999999</c:v>
                      </c:pt>
                      <c:pt idx="4057">
                        <c:v>47.758972</c:v>
                      </c:pt>
                      <c:pt idx="4058">
                        <c:v>47.690674000000001</c:v>
                      </c:pt>
                      <c:pt idx="4059">
                        <c:v>47.622387000000003</c:v>
                      </c:pt>
                      <c:pt idx="4060">
                        <c:v>47.554110999999999</c:v>
                      </c:pt>
                      <c:pt idx="4061">
                        <c:v>47.485855000000001</c:v>
                      </c:pt>
                      <c:pt idx="4062">
                        <c:v>47.417617999999997</c:v>
                      </c:pt>
                      <c:pt idx="4063">
                        <c:v>47.349415</c:v>
                      </c:pt>
                      <c:pt idx="4064">
                        <c:v>47.281227000000001</c:v>
                      </c:pt>
                      <c:pt idx="4065">
                        <c:v>47.213012999999997</c:v>
                      </c:pt>
                      <c:pt idx="4066">
                        <c:v>47.144790999999998</c:v>
                      </c:pt>
                      <c:pt idx="4067">
                        <c:v>47.076571999999999</c:v>
                      </c:pt>
                      <c:pt idx="4068">
                        <c:v>47.008366000000002</c:v>
                      </c:pt>
                      <c:pt idx="4069">
                        <c:v>46.940182</c:v>
                      </c:pt>
                      <c:pt idx="4070">
                        <c:v>46.872059</c:v>
                      </c:pt>
                      <c:pt idx="4071">
                        <c:v>46.803992999999998</c:v>
                      </c:pt>
                      <c:pt idx="4072">
                        <c:v>46.735984999999999</c:v>
                      </c:pt>
                      <c:pt idx="4073">
                        <c:v>46.667937999999999</c:v>
                      </c:pt>
                      <c:pt idx="4074">
                        <c:v>46.599921999999999</c:v>
                      </c:pt>
                      <c:pt idx="4075">
                        <c:v>46.531818000000001</c:v>
                      </c:pt>
                      <c:pt idx="4076">
                        <c:v>46.463692000000002</c:v>
                      </c:pt>
                      <c:pt idx="4077">
                        <c:v>46.395538000000002</c:v>
                      </c:pt>
                      <c:pt idx="4078">
                        <c:v>46.327404000000001</c:v>
                      </c:pt>
                      <c:pt idx="4079">
                        <c:v>46.259335</c:v>
                      </c:pt>
                      <c:pt idx="4080">
                        <c:v>46.191315000000003</c:v>
                      </c:pt>
                      <c:pt idx="4081">
                        <c:v>46.123356000000001</c:v>
                      </c:pt>
                      <c:pt idx="4082">
                        <c:v>46.055461999999999</c:v>
                      </c:pt>
                      <c:pt idx="4083">
                        <c:v>45.987563999999999</c:v>
                      </c:pt>
                      <c:pt idx="4084">
                        <c:v>45.919659000000003</c:v>
                      </c:pt>
                      <c:pt idx="4085">
                        <c:v>45.851685000000003</c:v>
                      </c:pt>
                      <c:pt idx="4086">
                        <c:v>45.783684000000001</c:v>
                      </c:pt>
                      <c:pt idx="4087">
                        <c:v>45.715674999999997</c:v>
                      </c:pt>
                      <c:pt idx="4088">
                        <c:v>45.647635999999999</c:v>
                      </c:pt>
                      <c:pt idx="4089">
                        <c:v>45.579619999999998</c:v>
                      </c:pt>
                      <c:pt idx="4090">
                        <c:v>45.511668999999998</c:v>
                      </c:pt>
                      <c:pt idx="4091">
                        <c:v>45.443793999999997</c:v>
                      </c:pt>
                      <c:pt idx="4092">
                        <c:v>45.375973000000002</c:v>
                      </c:pt>
                      <c:pt idx="4093">
                        <c:v>45.308174000000001</c:v>
                      </c:pt>
                      <c:pt idx="4094">
                        <c:v>45.240318000000002</c:v>
                      </c:pt>
                      <c:pt idx="4095">
                        <c:v>45.172454999999999</c:v>
                      </c:pt>
                      <c:pt idx="4096">
                        <c:v>45.104526999999997</c:v>
                      </c:pt>
                      <c:pt idx="4097">
                        <c:v>45.036610000000003</c:v>
                      </c:pt>
                      <c:pt idx="4098">
                        <c:v>44.968727000000001</c:v>
                      </c:pt>
                      <c:pt idx="4099">
                        <c:v>44.900886999999997</c:v>
                      </c:pt>
                      <c:pt idx="4100">
                        <c:v>44.833087999999996</c:v>
                      </c:pt>
                      <c:pt idx="4101">
                        <c:v>44.765338999999997</c:v>
                      </c:pt>
                      <c:pt idx="4102">
                        <c:v>44.697631999999999</c:v>
                      </c:pt>
                      <c:pt idx="4103">
                        <c:v>44.629939999999998</c:v>
                      </c:pt>
                      <c:pt idx="4104">
                        <c:v>44.562218000000001</c:v>
                      </c:pt>
                      <c:pt idx="4105">
                        <c:v>44.494414999999996</c:v>
                      </c:pt>
                      <c:pt idx="4106">
                        <c:v>44.426566999999999</c:v>
                      </c:pt>
                      <c:pt idx="4107">
                        <c:v>44.358707000000003</c:v>
                      </c:pt>
                      <c:pt idx="4108">
                        <c:v>44.290871000000003</c:v>
                      </c:pt>
                      <c:pt idx="4109">
                        <c:v>44.223075999999999</c:v>
                      </c:pt>
                      <c:pt idx="4110">
                        <c:v>44.155346000000002</c:v>
                      </c:pt>
                      <c:pt idx="4111">
                        <c:v>44.087676999999999</c:v>
                      </c:pt>
                      <c:pt idx="4112">
                        <c:v>44.020060999999998</c:v>
                      </c:pt>
                      <c:pt idx="4113">
                        <c:v>43.952469000000001</c:v>
                      </c:pt>
                      <c:pt idx="4114">
                        <c:v>43.88485</c:v>
                      </c:pt>
                      <c:pt idx="4115">
                        <c:v>43.817154000000002</c:v>
                      </c:pt>
                      <c:pt idx="4116">
                        <c:v>43.749386000000001</c:v>
                      </c:pt>
                      <c:pt idx="4117">
                        <c:v>43.681629000000001</c:v>
                      </c:pt>
                      <c:pt idx="4118">
                        <c:v>43.613875999999998</c:v>
                      </c:pt>
                      <c:pt idx="4119">
                        <c:v>43.546180999999997</c:v>
                      </c:pt>
                      <c:pt idx="4120">
                        <c:v>43.478496999999997</c:v>
                      </c:pt>
                      <c:pt idx="4121">
                        <c:v>43.410865999999999</c:v>
                      </c:pt>
                      <c:pt idx="4122">
                        <c:v>43.343285000000002</c:v>
                      </c:pt>
                      <c:pt idx="4123">
                        <c:v>43.275714999999998</c:v>
                      </c:pt>
                      <c:pt idx="4124">
                        <c:v>43.208114999999999</c:v>
                      </c:pt>
                      <c:pt idx="4125">
                        <c:v>43.140479999999997</c:v>
                      </c:pt>
                      <c:pt idx="4126">
                        <c:v>43.072830000000003</c:v>
                      </c:pt>
                      <c:pt idx="4127">
                        <c:v>43.005156999999997</c:v>
                      </c:pt>
                      <c:pt idx="4128">
                        <c:v>42.937472999999997</c:v>
                      </c:pt>
                      <c:pt idx="4129">
                        <c:v>42.869804000000002</c:v>
                      </c:pt>
                      <c:pt idx="4130">
                        <c:v>42.802185000000001</c:v>
                      </c:pt>
                      <c:pt idx="4131">
                        <c:v>42.734603999999997</c:v>
                      </c:pt>
                      <c:pt idx="4132">
                        <c:v>42.667107000000001</c:v>
                      </c:pt>
                      <c:pt idx="4133">
                        <c:v>42.599609000000001</c:v>
                      </c:pt>
                      <c:pt idx="4134">
                        <c:v>42.532066</c:v>
                      </c:pt>
                      <c:pt idx="4135">
                        <c:v>42.464455000000001</c:v>
                      </c:pt>
                      <c:pt idx="4136">
                        <c:v>42.396777999999998</c:v>
                      </c:pt>
                      <c:pt idx="4137">
                        <c:v>42.329075000000003</c:v>
                      </c:pt>
                      <c:pt idx="4138">
                        <c:v>42.261336999999997</c:v>
                      </c:pt>
                      <c:pt idx="4139">
                        <c:v>42.193641999999997</c:v>
                      </c:pt>
                      <c:pt idx="4140">
                        <c:v>42.125988</c:v>
                      </c:pt>
                      <c:pt idx="4141">
                        <c:v>42.058391999999998</c:v>
                      </c:pt>
                      <c:pt idx="4142">
                        <c:v>41.990848999999997</c:v>
                      </c:pt>
                      <c:pt idx="4143">
                        <c:v>41.923309000000003</c:v>
                      </c:pt>
                      <c:pt idx="4144">
                        <c:v>41.855713000000002</c:v>
                      </c:pt>
                      <c:pt idx="4145">
                        <c:v>41.788017000000004</c:v>
                      </c:pt>
                      <c:pt idx="4146">
                        <c:v>41.720275999999998</c:v>
                      </c:pt>
                      <c:pt idx="4147">
                        <c:v>41.652495999999999</c:v>
                      </c:pt>
                      <c:pt idx="4148">
                        <c:v>41.584705</c:v>
                      </c:pt>
                      <c:pt idx="4149">
                        <c:v>41.516936999999999</c:v>
                      </c:pt>
                      <c:pt idx="4150">
                        <c:v>41.449233999999997</c:v>
                      </c:pt>
                      <c:pt idx="4151">
                        <c:v>41.381591999999998</c:v>
                      </c:pt>
                      <c:pt idx="4152">
                        <c:v>41.314003</c:v>
                      </c:pt>
                      <c:pt idx="4153">
                        <c:v>41.246414000000001</c:v>
                      </c:pt>
                      <c:pt idx="4154">
                        <c:v>41.178787</c:v>
                      </c:pt>
                      <c:pt idx="4155">
                        <c:v>41.111080000000001</c:v>
                      </c:pt>
                      <c:pt idx="4156">
                        <c:v>41.043255000000002</c:v>
                      </c:pt>
                      <c:pt idx="4157">
                        <c:v>40.975403</c:v>
                      </c:pt>
                      <c:pt idx="4158">
                        <c:v>40.907589000000002</c:v>
                      </c:pt>
                      <c:pt idx="4159">
                        <c:v>40.839801999999999</c:v>
                      </c:pt>
                      <c:pt idx="4160">
                        <c:v>40.772075999999998</c:v>
                      </c:pt>
                      <c:pt idx="4161">
                        <c:v>40.704411</c:v>
                      </c:pt>
                      <c:pt idx="4162">
                        <c:v>40.636803</c:v>
                      </c:pt>
                      <c:pt idx="4163">
                        <c:v>40.569201999999997</c:v>
                      </c:pt>
                      <c:pt idx="4164">
                        <c:v>40.501536999999999</c:v>
                      </c:pt>
                      <c:pt idx="4165">
                        <c:v>40.433773000000002</c:v>
                      </c:pt>
                      <c:pt idx="4166">
                        <c:v>40.365912999999999</c:v>
                      </c:pt>
                      <c:pt idx="4167">
                        <c:v>40.298012</c:v>
                      </c:pt>
                      <c:pt idx="4168">
                        <c:v>40.230128999999998</c:v>
                      </c:pt>
                      <c:pt idx="4169">
                        <c:v>40.162308000000003</c:v>
                      </c:pt>
                      <c:pt idx="4170">
                        <c:v>40.094527999999997</c:v>
                      </c:pt>
                      <c:pt idx="4171">
                        <c:v>40.026833000000003</c:v>
                      </c:pt>
                      <c:pt idx="4172">
                        <c:v>39.959170999999998</c:v>
                      </c:pt>
                      <c:pt idx="4173">
                        <c:v>39.891540999999997</c:v>
                      </c:pt>
                      <c:pt idx="4174">
                        <c:v>39.823855999999999</c:v>
                      </c:pt>
                      <c:pt idx="4175">
                        <c:v>39.756062</c:v>
                      </c:pt>
                      <c:pt idx="4176">
                        <c:v>39.688183000000002</c:v>
                      </c:pt>
                      <c:pt idx="4177">
                        <c:v>39.620258</c:v>
                      </c:pt>
                      <c:pt idx="4178">
                        <c:v>39.552360999999998</c:v>
                      </c:pt>
                      <c:pt idx="4179">
                        <c:v>39.484512000000002</c:v>
                      </c:pt>
                      <c:pt idx="4180">
                        <c:v>39.416736999999998</c:v>
                      </c:pt>
                      <c:pt idx="4181">
                        <c:v>39.349037000000003</c:v>
                      </c:pt>
                      <c:pt idx="4182">
                        <c:v>39.281379999999999</c:v>
                      </c:pt>
                      <c:pt idx="4183">
                        <c:v>39.213760000000001</c:v>
                      </c:pt>
                      <c:pt idx="4184">
                        <c:v>39.146068999999997</c:v>
                      </c:pt>
                      <c:pt idx="4185">
                        <c:v>39.078251000000002</c:v>
                      </c:pt>
                      <c:pt idx="4186">
                        <c:v>39.010306999999997</c:v>
                      </c:pt>
                      <c:pt idx="4187">
                        <c:v>38.942332999999998</c:v>
                      </c:pt>
                      <c:pt idx="4188">
                        <c:v>38.874370999999996</c:v>
                      </c:pt>
                      <c:pt idx="4189">
                        <c:v>38.806477000000001</c:v>
                      </c:pt>
                      <c:pt idx="4190">
                        <c:v>38.738655000000001</c:v>
                      </c:pt>
                      <c:pt idx="4191">
                        <c:v>38.670932999999998</c:v>
                      </c:pt>
                      <c:pt idx="4192">
                        <c:v>38.603279000000001</c:v>
                      </c:pt>
                      <c:pt idx="4193">
                        <c:v>38.535648000000002</c:v>
                      </c:pt>
                      <c:pt idx="4194">
                        <c:v>38.467953000000001</c:v>
                      </c:pt>
                      <c:pt idx="4195">
                        <c:v>38.400120000000001</c:v>
                      </c:pt>
                      <c:pt idx="4196">
                        <c:v>38.332183999999998</c:v>
                      </c:pt>
                      <c:pt idx="4197">
                        <c:v>38.264183000000003</c:v>
                      </c:pt>
                      <c:pt idx="4198">
                        <c:v>38.196213</c:v>
                      </c:pt>
                      <c:pt idx="4199">
                        <c:v>38.128304</c:v>
                      </c:pt>
                      <c:pt idx="4200">
                        <c:v>38.060496999999998</c:v>
                      </c:pt>
                      <c:pt idx="4201">
                        <c:v>37.992794000000004</c:v>
                      </c:pt>
                      <c:pt idx="4202">
                        <c:v>37.925128999999998</c:v>
                      </c:pt>
                      <c:pt idx="4203">
                        <c:v>37.857467999999997</c:v>
                      </c:pt>
                      <c:pt idx="4204">
                        <c:v>37.789760999999999</c:v>
                      </c:pt>
                      <c:pt idx="4205">
                        <c:v>37.721896999999998</c:v>
                      </c:pt>
                      <c:pt idx="4206">
                        <c:v>37.653919000000002</c:v>
                      </c:pt>
                      <c:pt idx="4207">
                        <c:v>37.585872999999999</c:v>
                      </c:pt>
                      <c:pt idx="4208">
                        <c:v>37.517853000000002</c:v>
                      </c:pt>
                      <c:pt idx="4209">
                        <c:v>37.449897999999997</c:v>
                      </c:pt>
                      <c:pt idx="4210">
                        <c:v>37.382004000000002</c:v>
                      </c:pt>
                      <c:pt idx="4211">
                        <c:v>37.314239999999998</c:v>
                      </c:pt>
                      <c:pt idx="4212">
                        <c:v>37.246566999999999</c:v>
                      </c:pt>
                      <c:pt idx="4213">
                        <c:v>37.178916999999998</c:v>
                      </c:pt>
                      <c:pt idx="4214">
                        <c:v>37.111206000000003</c:v>
                      </c:pt>
                      <c:pt idx="4215">
                        <c:v>37.043343</c:v>
                      </c:pt>
                      <c:pt idx="4216">
                        <c:v>36.975372</c:v>
                      </c:pt>
                      <c:pt idx="4217">
                        <c:v>36.907352000000003</c:v>
                      </c:pt>
                      <c:pt idx="4218">
                        <c:v>36.839336000000003</c:v>
                      </c:pt>
                      <c:pt idx="4219">
                        <c:v>36.771408000000001</c:v>
                      </c:pt>
                      <c:pt idx="4220">
                        <c:v>36.703586999999999</c:v>
                      </c:pt>
                      <c:pt idx="4221">
                        <c:v>36.635886999999997</c:v>
                      </c:pt>
                      <c:pt idx="4222">
                        <c:v>36.568252999999999</c:v>
                      </c:pt>
                      <c:pt idx="4223">
                        <c:v>36.500613999999999</c:v>
                      </c:pt>
                      <c:pt idx="4224">
                        <c:v>36.432868999999997</c:v>
                      </c:pt>
                      <c:pt idx="4225">
                        <c:v>36.364970999999997</c:v>
                      </c:pt>
                      <c:pt idx="4226">
                        <c:v>36.296959000000001</c:v>
                      </c:pt>
                      <c:pt idx="4227">
                        <c:v>36.228886000000003</c:v>
                      </c:pt>
                      <c:pt idx="4228">
                        <c:v>36.160820000000001</c:v>
                      </c:pt>
                      <c:pt idx="4229">
                        <c:v>36.092838</c:v>
                      </c:pt>
                      <c:pt idx="4230">
                        <c:v>36.024929</c:v>
                      </c:pt>
                      <c:pt idx="4231">
                        <c:v>35.957127</c:v>
                      </c:pt>
                      <c:pt idx="4232">
                        <c:v>35.889384999999997</c:v>
                      </c:pt>
                      <c:pt idx="4233">
                        <c:v>35.821674000000002</c:v>
                      </c:pt>
                      <c:pt idx="4234">
                        <c:v>35.753922000000003</c:v>
                      </c:pt>
                      <c:pt idx="4235">
                        <c:v>35.686042999999998</c:v>
                      </c:pt>
                      <c:pt idx="4236">
                        <c:v>35.618046</c:v>
                      </c:pt>
                      <c:pt idx="4237">
                        <c:v>35.550013999999997</c:v>
                      </c:pt>
                      <c:pt idx="4238">
                        <c:v>35.481971999999999</c:v>
                      </c:pt>
                      <c:pt idx="4239">
                        <c:v>35.414031999999999</c:v>
                      </c:pt>
                      <c:pt idx="4240">
                        <c:v>35.346179999999997</c:v>
                      </c:pt>
                      <c:pt idx="4241">
                        <c:v>35.278416</c:v>
                      </c:pt>
                      <c:pt idx="4242">
                        <c:v>35.210709000000001</c:v>
                      </c:pt>
                      <c:pt idx="4243">
                        <c:v>35.142966999999999</c:v>
                      </c:pt>
                      <c:pt idx="4244">
                        <c:v>35.075133999999998</c:v>
                      </c:pt>
                      <c:pt idx="4245">
                        <c:v>35.007182999999998</c:v>
                      </c:pt>
                      <c:pt idx="4246">
                        <c:v>34.939129000000001</c:v>
                      </c:pt>
                      <c:pt idx="4247">
                        <c:v>34.871006000000001</c:v>
                      </c:pt>
                      <c:pt idx="4248">
                        <c:v>34.802937</c:v>
                      </c:pt>
                      <c:pt idx="4249">
                        <c:v>34.734951000000002</c:v>
                      </c:pt>
                      <c:pt idx="4250">
                        <c:v>34.667057</c:v>
                      </c:pt>
                      <c:pt idx="4251">
                        <c:v>34.599251000000002</c:v>
                      </c:pt>
                      <c:pt idx="4252">
                        <c:v>34.531509</c:v>
                      </c:pt>
                      <c:pt idx="4253">
                        <c:v>34.463745000000003</c:v>
                      </c:pt>
                      <c:pt idx="4254">
                        <c:v>34.395904999999999</c:v>
                      </c:pt>
                      <c:pt idx="4255">
                        <c:v>34.327919000000001</c:v>
                      </c:pt>
                      <c:pt idx="4256">
                        <c:v>34.259841999999999</c:v>
                      </c:pt>
                      <c:pt idx="4257">
                        <c:v>34.191723000000003</c:v>
                      </c:pt>
                      <c:pt idx="4258">
                        <c:v>34.123631000000003</c:v>
                      </c:pt>
                      <c:pt idx="4259">
                        <c:v>34.055613999999998</c:v>
                      </c:pt>
                      <c:pt idx="4260">
                        <c:v>33.987709000000002</c:v>
                      </c:pt>
                      <c:pt idx="4261">
                        <c:v>33.919894999999997</c:v>
                      </c:pt>
                      <c:pt idx="4262">
                        <c:v>33.852150000000002</c:v>
                      </c:pt>
                      <c:pt idx="4263">
                        <c:v>33.784396999999998</c:v>
                      </c:pt>
                      <c:pt idx="4264">
                        <c:v>33.716529999999999</c:v>
                      </c:pt>
                      <c:pt idx="4265">
                        <c:v>33.648499000000001</c:v>
                      </c:pt>
                      <c:pt idx="4266">
                        <c:v>33.580368</c:v>
                      </c:pt>
                      <c:pt idx="4267">
                        <c:v>33.512217999999997</c:v>
                      </c:pt>
                      <c:pt idx="4268">
                        <c:v>33.444083999999997</c:v>
                      </c:pt>
                      <c:pt idx="4269">
                        <c:v>33.376033999999997</c:v>
                      </c:pt>
                      <c:pt idx="4270">
                        <c:v>33.308083000000003</c:v>
                      </c:pt>
                      <c:pt idx="4271">
                        <c:v>33.240234000000001</c:v>
                      </c:pt>
                      <c:pt idx="4272">
                        <c:v>33.172462000000003</c:v>
                      </c:pt>
                      <c:pt idx="4273">
                        <c:v>33.104694000000002</c:v>
                      </c:pt>
                      <c:pt idx="4274">
                        <c:v>33.036830999999999</c:v>
                      </c:pt>
                      <c:pt idx="4275">
                        <c:v>32.968857</c:v>
                      </c:pt>
                      <c:pt idx="4276">
                        <c:v>32.900795000000002</c:v>
                      </c:pt>
                      <c:pt idx="4277">
                        <c:v>32.832706000000002</c:v>
                      </c:pt>
                      <c:pt idx="4278">
                        <c:v>32.764637</c:v>
                      </c:pt>
                      <c:pt idx="4279">
                        <c:v>32.696648000000003</c:v>
                      </c:pt>
                      <c:pt idx="4280">
                        <c:v>32.628830000000001</c:v>
                      </c:pt>
                      <c:pt idx="4281">
                        <c:v>32.561225999999998</c:v>
                      </c:pt>
                      <c:pt idx="4282">
                        <c:v>32.493996000000003</c:v>
                      </c:pt>
                      <c:pt idx="4283">
                        <c:v>32.427318999999997</c:v>
                      </c:pt>
                      <c:pt idx="4284">
                        <c:v>32.361342999999998</c:v>
                      </c:pt>
                      <c:pt idx="4285">
                        <c:v>32.296497000000002</c:v>
                      </c:pt>
                      <c:pt idx="4286">
                        <c:v>32.233108999999999</c:v>
                      </c:pt>
                      <c:pt idx="4287">
                        <c:v>32.170848999999997</c:v>
                      </c:pt>
                      <c:pt idx="4288">
                        <c:v>32.109366999999999</c:v>
                      </c:pt>
                      <c:pt idx="4289">
                        <c:v>32.048282999999998</c:v>
                      </c:pt>
                      <c:pt idx="4290">
                        <c:v>31.987293000000001</c:v>
                      </c:pt>
                      <c:pt idx="4291">
                        <c:v>31.926485</c:v>
                      </c:pt>
                      <c:pt idx="4292">
                        <c:v>31.865662</c:v>
                      </c:pt>
                      <c:pt idx="4293">
                        <c:v>31.804955</c:v>
                      </c:pt>
                      <c:pt idx="4294">
                        <c:v>31.745691000000001</c:v>
                      </c:pt>
                      <c:pt idx="4295">
                        <c:v>31.688725000000002</c:v>
                      </c:pt>
                      <c:pt idx="4296">
                        <c:v>31.636126999999998</c:v>
                      </c:pt>
                      <c:pt idx="4297">
                        <c:v>31.589064</c:v>
                      </c:pt>
                      <c:pt idx="4298">
                        <c:v>31.548615999999999</c:v>
                      </c:pt>
                      <c:pt idx="4299">
                        <c:v>31.513451</c:v>
                      </c:pt>
                      <c:pt idx="4300">
                        <c:v>31.481788999999999</c:v>
                      </c:pt>
                      <c:pt idx="4301">
                        <c:v>31.453644000000001</c:v>
                      </c:pt>
                      <c:pt idx="4302">
                        <c:v>31.428896000000002</c:v>
                      </c:pt>
                      <c:pt idx="4303">
                        <c:v>31.407160000000001</c:v>
                      </c:pt>
                      <c:pt idx="4304">
                        <c:v>31.387771999999998</c:v>
                      </c:pt>
                      <c:pt idx="4305">
                        <c:v>31.370283000000001</c:v>
                      </c:pt>
                      <c:pt idx="4306">
                        <c:v>31.354084</c:v>
                      </c:pt>
                      <c:pt idx="4307">
                        <c:v>31.338795000000001</c:v>
                      </c:pt>
                      <c:pt idx="4308">
                        <c:v>31.323419999999999</c:v>
                      </c:pt>
                      <c:pt idx="4309">
                        <c:v>31.306850000000001</c:v>
                      </c:pt>
                      <c:pt idx="4310">
                        <c:v>31.288184999999999</c:v>
                      </c:pt>
                      <c:pt idx="4311">
                        <c:v>31.267479000000002</c:v>
                      </c:pt>
                      <c:pt idx="4312">
                        <c:v>31.244292999999999</c:v>
                      </c:pt>
                      <c:pt idx="4313">
                        <c:v>31.218847</c:v>
                      </c:pt>
                      <c:pt idx="4314">
                        <c:v>31.191673000000002</c:v>
                      </c:pt>
                      <c:pt idx="4315">
                        <c:v>31.163882999999998</c:v>
                      </c:pt>
                      <c:pt idx="4316">
                        <c:v>31.136918999999999</c:v>
                      </c:pt>
                      <c:pt idx="4317">
                        <c:v>31.111519000000001</c:v>
                      </c:pt>
                      <c:pt idx="4318">
                        <c:v>31.088077999999999</c:v>
                      </c:pt>
                      <c:pt idx="4319">
                        <c:v>31.066313000000001</c:v>
                      </c:pt>
                      <c:pt idx="4320">
                        <c:v>31.045504000000001</c:v>
                      </c:pt>
                      <c:pt idx="4321">
                        <c:v>31.024640999999999</c:v>
                      </c:pt>
                      <c:pt idx="4322">
                        <c:v>31.002918000000001</c:v>
                      </c:pt>
                      <c:pt idx="4323">
                        <c:v>30.980046999999999</c:v>
                      </c:pt>
                      <c:pt idx="4324">
                        <c:v>30.956520000000001</c:v>
                      </c:pt>
                      <c:pt idx="4325">
                        <c:v>30.932960999999999</c:v>
                      </c:pt>
                      <c:pt idx="4326">
                        <c:v>30.910404</c:v>
                      </c:pt>
                      <c:pt idx="4327">
                        <c:v>30.889403999999999</c:v>
                      </c:pt>
                      <c:pt idx="4328">
                        <c:v>30.869866999999999</c:v>
                      </c:pt>
                      <c:pt idx="4329">
                        <c:v>30.851050999999998</c:v>
                      </c:pt>
                      <c:pt idx="4330">
                        <c:v>30.832056000000001</c:v>
                      </c:pt>
                      <c:pt idx="4331">
                        <c:v>30.811973999999999</c:v>
                      </c:pt>
                      <c:pt idx="4332">
                        <c:v>30.790396000000001</c:v>
                      </c:pt>
                      <c:pt idx="4333">
                        <c:v>30.767548000000001</c:v>
                      </c:pt>
                      <c:pt idx="4334">
                        <c:v>30.744116000000002</c:v>
                      </c:pt>
                      <c:pt idx="4335">
                        <c:v>30.721150999999999</c:v>
                      </c:pt>
                      <c:pt idx="4336">
                        <c:v>30.699470999999999</c:v>
                      </c:pt>
                      <c:pt idx="4337">
                        <c:v>30.679527</c:v>
                      </c:pt>
                      <c:pt idx="4338">
                        <c:v>30.661840000000002</c:v>
                      </c:pt>
                      <c:pt idx="4339">
                        <c:v>30.646284000000001</c:v>
                      </c:pt>
                      <c:pt idx="4340">
                        <c:v>30.632093000000001</c:v>
                      </c:pt>
                      <c:pt idx="4341">
                        <c:v>30.617920000000002</c:v>
                      </c:pt>
                      <c:pt idx="4342">
                        <c:v>30.602872999999999</c:v>
                      </c:pt>
                      <c:pt idx="4343">
                        <c:v>30.586836000000002</c:v>
                      </c:pt>
                      <c:pt idx="4344">
                        <c:v>30.570305000000001</c:v>
                      </c:pt>
                      <c:pt idx="4345">
                        <c:v>30.554237000000001</c:v>
                      </c:pt>
                      <c:pt idx="4346">
                        <c:v>30.539114000000001</c:v>
                      </c:pt>
                      <c:pt idx="4347">
                        <c:v>30.525133</c:v>
                      </c:pt>
                      <c:pt idx="4348">
                        <c:v>30.511744</c:v>
                      </c:pt>
                      <c:pt idx="4349">
                        <c:v>30.498228000000001</c:v>
                      </c:pt>
                      <c:pt idx="4350">
                        <c:v>30.483609999999999</c:v>
                      </c:pt>
                      <c:pt idx="4351">
                        <c:v>30.467338999999999</c:v>
                      </c:pt>
                      <c:pt idx="4352">
                        <c:v>30.449494999999999</c:v>
                      </c:pt>
                      <c:pt idx="4353">
                        <c:v>30.430745999999999</c:v>
                      </c:pt>
                      <c:pt idx="4354">
                        <c:v>30.412116999999999</c:v>
                      </c:pt>
                      <c:pt idx="4355">
                        <c:v>30.394359999999999</c:v>
                      </c:pt>
                      <c:pt idx="4356">
                        <c:v>30.378418</c:v>
                      </c:pt>
                      <c:pt idx="4357">
                        <c:v>30.364462</c:v>
                      </c:pt>
                      <c:pt idx="4358">
                        <c:v>30.352585000000001</c:v>
                      </c:pt>
                      <c:pt idx="4359">
                        <c:v>30.342188</c:v>
                      </c:pt>
                      <c:pt idx="4360">
                        <c:v>30.332868999999999</c:v>
                      </c:pt>
                      <c:pt idx="4361">
                        <c:v>30.324265</c:v>
                      </c:pt>
                      <c:pt idx="4362">
                        <c:v>30.315842</c:v>
                      </c:pt>
                      <c:pt idx="4363">
                        <c:v>30.307220000000001</c:v>
                      </c:pt>
                      <c:pt idx="4364">
                        <c:v>30.298508000000002</c:v>
                      </c:pt>
                      <c:pt idx="4365">
                        <c:v>30.289915000000001</c:v>
                      </c:pt>
                      <c:pt idx="4366">
                        <c:v>30.281735999999999</c:v>
                      </c:pt>
                      <c:pt idx="4367">
                        <c:v>30.274211999999999</c:v>
                      </c:pt>
                      <c:pt idx="4368">
                        <c:v>30.267284</c:v>
                      </c:pt>
                      <c:pt idx="4369">
                        <c:v>30.260538</c:v>
                      </c:pt>
                      <c:pt idx="4370">
                        <c:v>30.253537999999999</c:v>
                      </c:pt>
                      <c:pt idx="4371">
                        <c:v>30.245695000000001</c:v>
                      </c:pt>
                      <c:pt idx="4372">
                        <c:v>30.236941999999999</c:v>
                      </c:pt>
                      <c:pt idx="4373">
                        <c:v>30.227323999999999</c:v>
                      </c:pt>
                      <c:pt idx="4374">
                        <c:v>30.21726</c:v>
                      </c:pt>
                      <c:pt idx="4375">
                        <c:v>30.207481000000001</c:v>
                      </c:pt>
                      <c:pt idx="4376">
                        <c:v>30.198295999999999</c:v>
                      </c:pt>
                      <c:pt idx="4377">
                        <c:v>30.190016</c:v>
                      </c:pt>
                      <c:pt idx="4378">
                        <c:v>30.182693</c:v>
                      </c:pt>
                      <c:pt idx="4379">
                        <c:v>30.176089999999999</c:v>
                      </c:pt>
                      <c:pt idx="4380">
                        <c:v>30.169888</c:v>
                      </c:pt>
                      <c:pt idx="4381">
                        <c:v>30.163665999999999</c:v>
                      </c:pt>
                      <c:pt idx="4382">
                        <c:v>30.157187</c:v>
                      </c:pt>
                      <c:pt idx="4383">
                        <c:v>30.150106000000001</c:v>
                      </c:pt>
                      <c:pt idx="4384">
                        <c:v>30.142595</c:v>
                      </c:pt>
                      <c:pt idx="4385">
                        <c:v>30.135124000000001</c:v>
                      </c:pt>
                      <c:pt idx="4386">
                        <c:v>30.128197</c:v>
                      </c:pt>
                      <c:pt idx="4387">
                        <c:v>30.121970999999998</c:v>
                      </c:pt>
                      <c:pt idx="4388">
                        <c:v>30.116479999999999</c:v>
                      </c:pt>
                      <c:pt idx="4389">
                        <c:v>30.11158</c:v>
                      </c:pt>
                      <c:pt idx="4390">
                        <c:v>30.107042</c:v>
                      </c:pt>
                      <c:pt idx="4391">
                        <c:v>30.102505000000001</c:v>
                      </c:pt>
                      <c:pt idx="4392">
                        <c:v>30.097695999999999</c:v>
                      </c:pt>
                      <c:pt idx="4393">
                        <c:v>30.092468</c:v>
                      </c:pt>
                      <c:pt idx="4394">
                        <c:v>30.086983</c:v>
                      </c:pt>
                      <c:pt idx="4395">
                        <c:v>30.081465000000001</c:v>
                      </c:pt>
                      <c:pt idx="4396">
                        <c:v>30.076229000000001</c:v>
                      </c:pt>
                      <c:pt idx="4397">
                        <c:v>30.071449000000001</c:v>
                      </c:pt>
                      <c:pt idx="4398">
                        <c:v>30.067350000000001</c:v>
                      </c:pt>
                      <c:pt idx="4399">
                        <c:v>30.063766000000001</c:v>
                      </c:pt>
                      <c:pt idx="4400">
                        <c:v>30.060513</c:v>
                      </c:pt>
                      <c:pt idx="4401">
                        <c:v>30.057217000000001</c:v>
                      </c:pt>
                      <c:pt idx="4402">
                        <c:v>30.053643999999998</c:v>
                      </c:pt>
                      <c:pt idx="4403">
                        <c:v>30.049616</c:v>
                      </c:pt>
                      <c:pt idx="4404">
                        <c:v>30.045162000000001</c:v>
                      </c:pt>
                      <c:pt idx="4405">
                        <c:v>30.040644</c:v>
                      </c:pt>
                      <c:pt idx="4406">
                        <c:v>30.036377000000002</c:v>
                      </c:pt>
                      <c:pt idx="4407">
                        <c:v>30.032679000000002</c:v>
                      </c:pt>
                      <c:pt idx="4408">
                        <c:v>30.029693999999999</c:v>
                      </c:pt>
                      <c:pt idx="4409">
                        <c:v>30.026968</c:v>
                      </c:pt>
                      <c:pt idx="4410">
                        <c:v>30.024650999999999</c:v>
                      </c:pt>
                      <c:pt idx="4411">
                        <c:v>30.022345999999999</c:v>
                      </c:pt>
                      <c:pt idx="4412">
                        <c:v>30.01981</c:v>
                      </c:pt>
                      <c:pt idx="4413">
                        <c:v>30.016795999999999</c:v>
                      </c:pt>
                      <c:pt idx="4414">
                        <c:v>30.013484999999999</c:v>
                      </c:pt>
                      <c:pt idx="4415">
                        <c:v>30.010092</c:v>
                      </c:pt>
                      <c:pt idx="4416">
                        <c:v>30.007086000000001</c:v>
                      </c:pt>
                      <c:pt idx="4417">
                        <c:v>30.004487999999998</c:v>
                      </c:pt>
                      <c:pt idx="4418">
                        <c:v>30.002486999999999</c:v>
                      </c:pt>
                      <c:pt idx="4419">
                        <c:v>30.000858000000001</c:v>
                      </c:pt>
                      <c:pt idx="4420">
                        <c:v>29.999413000000001</c:v>
                      </c:pt>
                      <c:pt idx="4421">
                        <c:v>29.998038999999999</c:v>
                      </c:pt>
                      <c:pt idx="4422">
                        <c:v>29.996475</c:v>
                      </c:pt>
                      <c:pt idx="4423">
                        <c:v>29.994510999999999</c:v>
                      </c:pt>
                      <c:pt idx="4424">
                        <c:v>29.9923</c:v>
                      </c:pt>
                      <c:pt idx="4425">
                        <c:v>29.989951999999999</c:v>
                      </c:pt>
                      <c:pt idx="4426">
                        <c:v>29.987777999999999</c:v>
                      </c:pt>
                      <c:pt idx="4427">
                        <c:v>29.986022999999999</c:v>
                      </c:pt>
                      <c:pt idx="4428">
                        <c:v>29.984832999999998</c:v>
                      </c:pt>
                      <c:pt idx="4429">
                        <c:v>29.984044999999998</c:v>
                      </c:pt>
                      <c:pt idx="4430">
                        <c:v>29.983585000000001</c:v>
                      </c:pt>
                      <c:pt idx="4431">
                        <c:v>29.983248</c:v>
                      </c:pt>
                      <c:pt idx="4432">
                        <c:v>29.982932999999999</c:v>
                      </c:pt>
                      <c:pt idx="4433">
                        <c:v>29.982367</c:v>
                      </c:pt>
                      <c:pt idx="4434">
                        <c:v>29.981562</c:v>
                      </c:pt>
                      <c:pt idx="4435">
                        <c:v>29.980658999999999</c:v>
                      </c:pt>
                      <c:pt idx="4436">
                        <c:v>29.979869999999998</c:v>
                      </c:pt>
                      <c:pt idx="4437">
                        <c:v>29.979341999999999</c:v>
                      </c:pt>
                      <c:pt idx="4438">
                        <c:v>29.979136</c:v>
                      </c:pt>
                      <c:pt idx="4439">
                        <c:v>29.979279999999999</c:v>
                      </c:pt>
                      <c:pt idx="4440">
                        <c:v>29.979652000000002</c:v>
                      </c:pt>
                      <c:pt idx="4441">
                        <c:v>29.980046999999999</c:v>
                      </c:pt>
                      <c:pt idx="4442">
                        <c:v>29.980446000000001</c:v>
                      </c:pt>
                      <c:pt idx="4443">
                        <c:v>29.980656</c:v>
                      </c:pt>
                      <c:pt idx="4444">
                        <c:v>29.980633000000001</c:v>
                      </c:pt>
                      <c:pt idx="4445">
                        <c:v>29.980450000000001</c:v>
                      </c:pt>
                      <c:pt idx="4446">
                        <c:v>29.980291000000001</c:v>
                      </c:pt>
                      <c:pt idx="4447">
                        <c:v>29.980383</c:v>
                      </c:pt>
                      <c:pt idx="4448">
                        <c:v>29.980758999999999</c:v>
                      </c:pt>
                      <c:pt idx="4449">
                        <c:v>29.981421999999998</c:v>
                      </c:pt>
                      <c:pt idx="4450">
                        <c:v>29.982239</c:v>
                      </c:pt>
                      <c:pt idx="4451">
                        <c:v>29.983128000000001</c:v>
                      </c:pt>
                      <c:pt idx="4452">
                        <c:v>29.983829</c:v>
                      </c:pt>
                      <c:pt idx="4453">
                        <c:v>29.984238000000001</c:v>
                      </c:pt>
                      <c:pt idx="4454">
                        <c:v>29.984370999999999</c:v>
                      </c:pt>
                      <c:pt idx="4455">
                        <c:v>29.984337</c:v>
                      </c:pt>
                      <c:pt idx="4456">
                        <c:v>29.984425000000002</c:v>
                      </c:pt>
                      <c:pt idx="4457">
                        <c:v>29.984708999999999</c:v>
                      </c:pt>
                      <c:pt idx="4458">
                        <c:v>29.985347999999998</c:v>
                      </c:pt>
                      <c:pt idx="4459">
                        <c:v>29.986248</c:v>
                      </c:pt>
                      <c:pt idx="4460">
                        <c:v>29.987311999999999</c:v>
                      </c:pt>
                      <c:pt idx="4461">
                        <c:v>29.988350000000001</c:v>
                      </c:pt>
                      <c:pt idx="4462">
                        <c:v>29.989263999999999</c:v>
                      </c:pt>
                      <c:pt idx="4463">
                        <c:v>29.989923000000001</c:v>
                      </c:pt>
                      <c:pt idx="4464">
                        <c:v>29.990355000000001</c:v>
                      </c:pt>
                      <c:pt idx="4465">
                        <c:v>29.990711000000001</c:v>
                      </c:pt>
                      <c:pt idx="4466">
                        <c:v>29.991130999999999</c:v>
                      </c:pt>
                      <c:pt idx="4467">
                        <c:v>29.991841999999998</c:v>
                      </c:pt>
                      <c:pt idx="4468">
                        <c:v>29.992844000000002</c:v>
                      </c:pt>
                      <c:pt idx="4469">
                        <c:v>29.994059</c:v>
                      </c:pt>
                      <c:pt idx="4470">
                        <c:v>29.995373000000001</c:v>
                      </c:pt>
                      <c:pt idx="4471">
                        <c:v>29.996663999999999</c:v>
                      </c:pt>
                      <c:pt idx="4472">
                        <c:v>29.997795</c:v>
                      </c:pt>
                      <c:pt idx="4473">
                        <c:v>29.998667000000001</c:v>
                      </c:pt>
                      <c:pt idx="4474">
                        <c:v>29.999344000000001</c:v>
                      </c:pt>
                      <c:pt idx="4475">
                        <c:v>29.999973000000001</c:v>
                      </c:pt>
                      <c:pt idx="4476">
                        <c:v>30.000751000000001</c:v>
                      </c:pt>
                      <c:pt idx="4477">
                        <c:v>30.001759</c:v>
                      </c:pt>
                      <c:pt idx="4478">
                        <c:v>30.003032999999999</c:v>
                      </c:pt>
                      <c:pt idx="4479">
                        <c:v>30.008261000000001</c:v>
                      </c:pt>
                      <c:pt idx="4480">
                        <c:v>30.016148000000001</c:v>
                      </c:pt>
                      <c:pt idx="4481">
                        <c:v>30.018929</c:v>
                      </c:pt>
                      <c:pt idx="4482">
                        <c:v>30.019613</c:v>
                      </c:pt>
                      <c:pt idx="4483">
                        <c:v>30.030994</c:v>
                      </c:pt>
                      <c:pt idx="4484">
                        <c:v>30.060385</c:v>
                      </c:pt>
                      <c:pt idx="4485">
                        <c:v>30.080134999999999</c:v>
                      </c:pt>
                      <c:pt idx="4486">
                        <c:v>30.113651000000001</c:v>
                      </c:pt>
                      <c:pt idx="4487">
                        <c:v>30.151039000000001</c:v>
                      </c:pt>
                      <c:pt idx="4488">
                        <c:v>30.182272000000001</c:v>
                      </c:pt>
                      <c:pt idx="4489">
                        <c:v>30.203312</c:v>
                      </c:pt>
                      <c:pt idx="4490">
                        <c:v>30.222569</c:v>
                      </c:pt>
                      <c:pt idx="4491">
                        <c:v>30.241918999999999</c:v>
                      </c:pt>
                      <c:pt idx="4492">
                        <c:v>30.263216</c:v>
                      </c:pt>
                      <c:pt idx="4493">
                        <c:v>30.285627000000002</c:v>
                      </c:pt>
                      <c:pt idx="4494">
                        <c:v>30.309052000000001</c:v>
                      </c:pt>
                      <c:pt idx="4495">
                        <c:v>30.335975999999999</c:v>
                      </c:pt>
                      <c:pt idx="4496">
                        <c:v>30.361954000000001</c:v>
                      </c:pt>
                      <c:pt idx="4497">
                        <c:v>30.375312999999998</c:v>
                      </c:pt>
                      <c:pt idx="4498">
                        <c:v>30.385961999999999</c:v>
                      </c:pt>
                      <c:pt idx="4499">
                        <c:v>30.397787000000001</c:v>
                      </c:pt>
                      <c:pt idx="4500">
                        <c:v>30.410032000000001</c:v>
                      </c:pt>
                      <c:pt idx="4501">
                        <c:v>30.425058</c:v>
                      </c:pt>
                      <c:pt idx="4502">
                        <c:v>30.438862</c:v>
                      </c:pt>
                      <c:pt idx="4503">
                        <c:v>30.445087000000001</c:v>
                      </c:pt>
                      <c:pt idx="4504">
                        <c:v>30.443853000000001</c:v>
                      </c:pt>
                      <c:pt idx="4505">
                        <c:v>30.444365000000001</c:v>
                      </c:pt>
                      <c:pt idx="4506">
                        <c:v>30.448093</c:v>
                      </c:pt>
                      <c:pt idx="4507">
                        <c:v>30.44595</c:v>
                      </c:pt>
                      <c:pt idx="4508">
                        <c:v>30.438424999999999</c:v>
                      </c:pt>
                      <c:pt idx="4509">
                        <c:v>30.430524999999999</c:v>
                      </c:pt>
                      <c:pt idx="4510">
                        <c:v>30.428272</c:v>
                      </c:pt>
                      <c:pt idx="4511">
                        <c:v>30.424994999999999</c:v>
                      </c:pt>
                      <c:pt idx="4512">
                        <c:v>30.421620999999998</c:v>
                      </c:pt>
                      <c:pt idx="4513">
                        <c:v>30.417363999999999</c:v>
                      </c:pt>
                      <c:pt idx="4514">
                        <c:v>30.416367999999999</c:v>
                      </c:pt>
                      <c:pt idx="4515">
                        <c:v>30.414793</c:v>
                      </c:pt>
                      <c:pt idx="4516">
                        <c:v>30.413252</c:v>
                      </c:pt>
                      <c:pt idx="4517">
                        <c:v>30.412030999999999</c:v>
                      </c:pt>
                      <c:pt idx="4518">
                        <c:v>30.411556000000001</c:v>
                      </c:pt>
                      <c:pt idx="4519">
                        <c:v>30.411615000000001</c:v>
                      </c:pt>
                      <c:pt idx="4520">
                        <c:v>30.412571</c:v>
                      </c:pt>
                      <c:pt idx="4521">
                        <c:v>30.419968000000001</c:v>
                      </c:pt>
                      <c:pt idx="4522">
                        <c:v>30.434608000000001</c:v>
                      </c:pt>
                      <c:pt idx="4523">
                        <c:v>30.446262000000001</c:v>
                      </c:pt>
                      <c:pt idx="4524">
                        <c:v>30.447535999999999</c:v>
                      </c:pt>
                      <c:pt idx="4525">
                        <c:v>30.452490000000001</c:v>
                      </c:pt>
                      <c:pt idx="4526">
                        <c:v>30.458549000000001</c:v>
                      </c:pt>
                      <c:pt idx="4527">
                        <c:v>30.467037000000001</c:v>
                      </c:pt>
                      <c:pt idx="4528">
                        <c:v>30.478441</c:v>
                      </c:pt>
                      <c:pt idx="4529">
                        <c:v>30.493074</c:v>
                      </c:pt>
                      <c:pt idx="4530">
                        <c:v>30.503471000000001</c:v>
                      </c:pt>
                      <c:pt idx="4531">
                        <c:v>30.512753</c:v>
                      </c:pt>
                      <c:pt idx="4532">
                        <c:v>30.523951</c:v>
                      </c:pt>
                      <c:pt idx="4533">
                        <c:v>30.535678999999998</c:v>
                      </c:pt>
                      <c:pt idx="4534">
                        <c:v>30.544764000000001</c:v>
                      </c:pt>
                      <c:pt idx="4535">
                        <c:v>30.558813000000001</c:v>
                      </c:pt>
                      <c:pt idx="4536">
                        <c:v>30.582785000000001</c:v>
                      </c:pt>
                      <c:pt idx="4537">
                        <c:v>30.609026</c:v>
                      </c:pt>
                      <c:pt idx="4538">
                        <c:v>30.635693</c:v>
                      </c:pt>
                      <c:pt idx="4539">
                        <c:v>30.666004000000001</c:v>
                      </c:pt>
                      <c:pt idx="4540">
                        <c:v>30.700182000000002</c:v>
                      </c:pt>
                      <c:pt idx="4541">
                        <c:v>30.740175000000001</c:v>
                      </c:pt>
                      <c:pt idx="4542">
                        <c:v>30.780766</c:v>
                      </c:pt>
                      <c:pt idx="4543">
                        <c:v>30.819006000000002</c:v>
                      </c:pt>
                      <c:pt idx="4544">
                        <c:v>30.852266</c:v>
                      </c:pt>
                      <c:pt idx="4545">
                        <c:v>30.882021000000002</c:v>
                      </c:pt>
                      <c:pt idx="4546">
                        <c:v>30.908424</c:v>
                      </c:pt>
                      <c:pt idx="4547">
                        <c:v>30.934070999999999</c:v>
                      </c:pt>
                      <c:pt idx="4548">
                        <c:v>30.958196999999998</c:v>
                      </c:pt>
                      <c:pt idx="4549">
                        <c:v>30.980091000000002</c:v>
                      </c:pt>
                      <c:pt idx="4550">
                        <c:v>30.999846000000002</c:v>
                      </c:pt>
                      <c:pt idx="4551">
                        <c:v>31.018388999999999</c:v>
                      </c:pt>
                      <c:pt idx="4552">
                        <c:v>31.036771999999999</c:v>
                      </c:pt>
                      <c:pt idx="4553">
                        <c:v>31.057327000000001</c:v>
                      </c:pt>
                      <c:pt idx="4554">
                        <c:v>31.083126</c:v>
                      </c:pt>
                      <c:pt idx="4555">
                        <c:v>31.115179000000001</c:v>
                      </c:pt>
                      <c:pt idx="4556">
                        <c:v>31.14967</c:v>
                      </c:pt>
                      <c:pt idx="4557">
                        <c:v>31.187172</c:v>
                      </c:pt>
                      <c:pt idx="4558">
                        <c:v>31.229939000000002</c:v>
                      </c:pt>
                      <c:pt idx="4559">
                        <c:v>31.272545000000001</c:v>
                      </c:pt>
                      <c:pt idx="4560">
                        <c:v>31.312691000000001</c:v>
                      </c:pt>
                      <c:pt idx="4561">
                        <c:v>31.354315</c:v>
                      </c:pt>
                      <c:pt idx="4562">
                        <c:v>31.400041999999999</c:v>
                      </c:pt>
                      <c:pt idx="4563">
                        <c:v>31.445612000000001</c:v>
                      </c:pt>
                      <c:pt idx="4564">
                        <c:v>31.482455999999999</c:v>
                      </c:pt>
                      <c:pt idx="4565">
                        <c:v>31.509551999999999</c:v>
                      </c:pt>
                      <c:pt idx="4566">
                        <c:v>31.533611000000001</c:v>
                      </c:pt>
                      <c:pt idx="4567">
                        <c:v>31.559387000000001</c:v>
                      </c:pt>
                      <c:pt idx="4568">
                        <c:v>31.588888000000001</c:v>
                      </c:pt>
                      <c:pt idx="4569">
                        <c:v>31.620846</c:v>
                      </c:pt>
                      <c:pt idx="4570">
                        <c:v>31.653437</c:v>
                      </c:pt>
                      <c:pt idx="4571">
                        <c:v>31.687985999999999</c:v>
                      </c:pt>
                      <c:pt idx="4572">
                        <c:v>31.726599</c:v>
                      </c:pt>
                      <c:pt idx="4573">
                        <c:v>31.772337</c:v>
                      </c:pt>
                      <c:pt idx="4574">
                        <c:v>31.829782000000002</c:v>
                      </c:pt>
                      <c:pt idx="4575">
                        <c:v>31.893063999999999</c:v>
                      </c:pt>
                      <c:pt idx="4576">
                        <c:v>31.952497000000001</c:v>
                      </c:pt>
                      <c:pt idx="4577">
                        <c:v>32.005809999999997</c:v>
                      </c:pt>
                      <c:pt idx="4578">
                        <c:v>32.051940999999999</c:v>
                      </c:pt>
                      <c:pt idx="4579">
                        <c:v>32.094963</c:v>
                      </c:pt>
                      <c:pt idx="4580">
                        <c:v>32.139034000000002</c:v>
                      </c:pt>
                      <c:pt idx="4581">
                        <c:v>32.179985000000002</c:v>
                      </c:pt>
                      <c:pt idx="4582">
                        <c:v>32.212769000000002</c:v>
                      </c:pt>
                      <c:pt idx="4583">
                        <c:v>32.241619</c:v>
                      </c:pt>
                      <c:pt idx="4584">
                        <c:v>32.269398000000002</c:v>
                      </c:pt>
                      <c:pt idx="4585">
                        <c:v>32.294125000000001</c:v>
                      </c:pt>
                      <c:pt idx="4586">
                        <c:v>32.313873000000001</c:v>
                      </c:pt>
                      <c:pt idx="4587">
                        <c:v>32.332366999999998</c:v>
                      </c:pt>
                      <c:pt idx="4588">
                        <c:v>32.354278999999998</c:v>
                      </c:pt>
                      <c:pt idx="4589">
                        <c:v>32.379508999999999</c:v>
                      </c:pt>
                      <c:pt idx="4590">
                        <c:v>32.402588000000002</c:v>
                      </c:pt>
                      <c:pt idx="4591">
                        <c:v>32.419204999999998</c:v>
                      </c:pt>
                      <c:pt idx="4592">
                        <c:v>32.431263000000001</c:v>
                      </c:pt>
                      <c:pt idx="4593">
                        <c:v>32.446213</c:v>
                      </c:pt>
                      <c:pt idx="4594">
                        <c:v>32.465294</c:v>
                      </c:pt>
                      <c:pt idx="4595">
                        <c:v>32.486027</c:v>
                      </c:pt>
                      <c:pt idx="4596">
                        <c:v>32.509475999999999</c:v>
                      </c:pt>
                      <c:pt idx="4597">
                        <c:v>32.538485999999999</c:v>
                      </c:pt>
                      <c:pt idx="4598">
                        <c:v>32.568297999999999</c:v>
                      </c:pt>
                      <c:pt idx="4599">
                        <c:v>32.594849000000004</c:v>
                      </c:pt>
                      <c:pt idx="4600">
                        <c:v>32.619106000000002</c:v>
                      </c:pt>
                      <c:pt idx="4601">
                        <c:v>32.645977000000002</c:v>
                      </c:pt>
                      <c:pt idx="4602">
                        <c:v>32.678412999999999</c:v>
                      </c:pt>
                      <c:pt idx="4603">
                        <c:v>32.715595</c:v>
                      </c:pt>
                      <c:pt idx="4604">
                        <c:v>32.753051999999997</c:v>
                      </c:pt>
                      <c:pt idx="4605">
                        <c:v>32.791710000000002</c:v>
                      </c:pt>
                      <c:pt idx="4606">
                        <c:v>32.833019</c:v>
                      </c:pt>
                      <c:pt idx="4607">
                        <c:v>32.880187999999997</c:v>
                      </c:pt>
                      <c:pt idx="4608">
                        <c:v>32.936419999999998</c:v>
                      </c:pt>
                      <c:pt idx="4609">
                        <c:v>33.006171999999999</c:v>
                      </c:pt>
                      <c:pt idx="4610">
                        <c:v>33.090904000000002</c:v>
                      </c:pt>
                      <c:pt idx="4611">
                        <c:v>33.181393</c:v>
                      </c:pt>
                      <c:pt idx="4612">
                        <c:v>33.280735</c:v>
                      </c:pt>
                      <c:pt idx="4613">
                        <c:v>33.374305999999997</c:v>
                      </c:pt>
                      <c:pt idx="4614">
                        <c:v>33.452198000000003</c:v>
                      </c:pt>
                      <c:pt idx="4615">
                        <c:v>33.524116999999997</c:v>
                      </c:pt>
                      <c:pt idx="4616">
                        <c:v>33.598080000000003</c:v>
                      </c:pt>
                      <c:pt idx="4617">
                        <c:v>33.676281000000003</c:v>
                      </c:pt>
                      <c:pt idx="4618">
                        <c:v>33.749302</c:v>
                      </c:pt>
                      <c:pt idx="4619">
                        <c:v>33.817799000000001</c:v>
                      </c:pt>
                      <c:pt idx="4620">
                        <c:v>33.902102999999997</c:v>
                      </c:pt>
                      <c:pt idx="4621">
                        <c:v>34.012141999999997</c:v>
                      </c:pt>
                      <c:pt idx="4622">
                        <c:v>34.133450000000003</c:v>
                      </c:pt>
                      <c:pt idx="4623">
                        <c:v>34.263190999999999</c:v>
                      </c:pt>
                      <c:pt idx="4624">
                        <c:v>34.393859999999997</c:v>
                      </c:pt>
                      <c:pt idx="4625">
                        <c:v>34.523560000000003</c:v>
                      </c:pt>
                      <c:pt idx="4626">
                        <c:v>34.650959</c:v>
                      </c:pt>
                      <c:pt idx="4627">
                        <c:v>34.777343999999999</c:v>
                      </c:pt>
                      <c:pt idx="4628">
                        <c:v>34.905197000000001</c:v>
                      </c:pt>
                      <c:pt idx="4629">
                        <c:v>35.033985000000001</c:v>
                      </c:pt>
                      <c:pt idx="4630">
                        <c:v>35.161648</c:v>
                      </c:pt>
                      <c:pt idx="4631">
                        <c:v>35.287860999999999</c:v>
                      </c:pt>
                      <c:pt idx="4632">
                        <c:v>35.410839000000003</c:v>
                      </c:pt>
                      <c:pt idx="4633">
                        <c:v>35.526992999999997</c:v>
                      </c:pt>
                      <c:pt idx="4634">
                        <c:v>35.641269999999999</c:v>
                      </c:pt>
                      <c:pt idx="4635">
                        <c:v>35.756599000000001</c:v>
                      </c:pt>
                      <c:pt idx="4636">
                        <c:v>35.865200000000002</c:v>
                      </c:pt>
                      <c:pt idx="4637">
                        <c:v>35.962311</c:v>
                      </c:pt>
                      <c:pt idx="4638">
                        <c:v>36.063437999999998</c:v>
                      </c:pt>
                      <c:pt idx="4639">
                        <c:v>36.169876000000002</c:v>
                      </c:pt>
                      <c:pt idx="4640">
                        <c:v>36.287616999999997</c:v>
                      </c:pt>
                      <c:pt idx="4641">
                        <c:v>36.406418000000002</c:v>
                      </c:pt>
                      <c:pt idx="4642">
                        <c:v>36.506374000000001</c:v>
                      </c:pt>
                      <c:pt idx="4643">
                        <c:v>36.585720000000002</c:v>
                      </c:pt>
                      <c:pt idx="4644">
                        <c:v>36.643250000000002</c:v>
                      </c:pt>
                      <c:pt idx="4645">
                        <c:v>36.686965999999998</c:v>
                      </c:pt>
                      <c:pt idx="4646">
                        <c:v>36.731926000000001</c:v>
                      </c:pt>
                      <c:pt idx="4647">
                        <c:v>36.779221</c:v>
                      </c:pt>
                      <c:pt idx="4648">
                        <c:v>36.824238000000001</c:v>
                      </c:pt>
                      <c:pt idx="4649">
                        <c:v>36.867396999999997</c:v>
                      </c:pt>
                      <c:pt idx="4650">
                        <c:v>36.91037</c:v>
                      </c:pt>
                      <c:pt idx="4651">
                        <c:v>36.953747</c:v>
                      </c:pt>
                      <c:pt idx="4652">
                        <c:v>36.997326000000001</c:v>
                      </c:pt>
                      <c:pt idx="4653">
                        <c:v>37.042591000000002</c:v>
                      </c:pt>
                      <c:pt idx="4654">
                        <c:v>37.093601</c:v>
                      </c:pt>
                      <c:pt idx="4655">
                        <c:v>37.151542999999997</c:v>
                      </c:pt>
                      <c:pt idx="4656">
                        <c:v>37.204757999999998</c:v>
                      </c:pt>
                      <c:pt idx="4657">
                        <c:v>37.250892999999998</c:v>
                      </c:pt>
                      <c:pt idx="4658">
                        <c:v>37.294333999999999</c:v>
                      </c:pt>
                      <c:pt idx="4659">
                        <c:v>37.337780000000002</c:v>
                      </c:pt>
                      <c:pt idx="4660">
                        <c:v>37.380347999999998</c:v>
                      </c:pt>
                      <c:pt idx="4661">
                        <c:v>37.421768</c:v>
                      </c:pt>
                      <c:pt idx="4662">
                        <c:v>37.462463</c:v>
                      </c:pt>
                      <c:pt idx="4663">
                        <c:v>37.502704999999999</c:v>
                      </c:pt>
                      <c:pt idx="4664">
                        <c:v>37.543067999999998</c:v>
                      </c:pt>
                      <c:pt idx="4665">
                        <c:v>37.582473999999998</c:v>
                      </c:pt>
                      <c:pt idx="4666">
                        <c:v>37.620922</c:v>
                      </c:pt>
                      <c:pt idx="4667">
                        <c:v>37.659064999999998</c:v>
                      </c:pt>
                      <c:pt idx="4668">
                        <c:v>37.696807999999997</c:v>
                      </c:pt>
                      <c:pt idx="4669">
                        <c:v>37.739147000000003</c:v>
                      </c:pt>
                      <c:pt idx="4670">
                        <c:v>37.783836000000001</c:v>
                      </c:pt>
                      <c:pt idx="4671">
                        <c:v>37.821323</c:v>
                      </c:pt>
                      <c:pt idx="4672">
                        <c:v>37.852862999999999</c:v>
                      </c:pt>
                      <c:pt idx="4673">
                        <c:v>37.883682</c:v>
                      </c:pt>
                      <c:pt idx="4674">
                        <c:v>37.917316</c:v>
                      </c:pt>
                      <c:pt idx="4675">
                        <c:v>37.953845999999999</c:v>
                      </c:pt>
                      <c:pt idx="4676">
                        <c:v>37.997931999999999</c:v>
                      </c:pt>
                      <c:pt idx="4677">
                        <c:v>38.047652999999997</c:v>
                      </c:pt>
                      <c:pt idx="4678">
                        <c:v>38.094700000000003</c:v>
                      </c:pt>
                      <c:pt idx="4679">
                        <c:v>38.138950000000001</c:v>
                      </c:pt>
                      <c:pt idx="4680">
                        <c:v>38.189574999999998</c:v>
                      </c:pt>
                      <c:pt idx="4681">
                        <c:v>38.253590000000003</c:v>
                      </c:pt>
                      <c:pt idx="4682">
                        <c:v>38.328738999999999</c:v>
                      </c:pt>
                      <c:pt idx="4683">
                        <c:v>38.417499999999997</c:v>
                      </c:pt>
                      <c:pt idx="4684">
                        <c:v>38.536296999999998</c:v>
                      </c:pt>
                      <c:pt idx="4685">
                        <c:v>38.676291999999997</c:v>
                      </c:pt>
                      <c:pt idx="4686">
                        <c:v>38.818565</c:v>
                      </c:pt>
                      <c:pt idx="4687">
                        <c:v>38.956370999999997</c:v>
                      </c:pt>
                      <c:pt idx="4688">
                        <c:v>39.094237999999997</c:v>
                      </c:pt>
                      <c:pt idx="4689">
                        <c:v>39.219147</c:v>
                      </c:pt>
                      <c:pt idx="4690">
                        <c:v>39.333595000000003</c:v>
                      </c:pt>
                      <c:pt idx="4691">
                        <c:v>39.447524999999999</c:v>
                      </c:pt>
                      <c:pt idx="4692">
                        <c:v>39.563006999999999</c:v>
                      </c:pt>
                      <c:pt idx="4693">
                        <c:v>39.678184999999999</c:v>
                      </c:pt>
                      <c:pt idx="4694">
                        <c:v>39.796207000000003</c:v>
                      </c:pt>
                      <c:pt idx="4695">
                        <c:v>39.912368999999998</c:v>
                      </c:pt>
                      <c:pt idx="4696">
                        <c:v>40.026404999999997</c:v>
                      </c:pt>
                      <c:pt idx="4697">
                        <c:v>40.138168</c:v>
                      </c:pt>
                      <c:pt idx="4698">
                        <c:v>40.252670000000002</c:v>
                      </c:pt>
                      <c:pt idx="4699">
                        <c:v>40.373916999999999</c:v>
                      </c:pt>
                      <c:pt idx="4700">
                        <c:v>40.498421</c:v>
                      </c:pt>
                      <c:pt idx="4701">
                        <c:v>40.622196000000002</c:v>
                      </c:pt>
                      <c:pt idx="4702">
                        <c:v>40.743664000000003</c:v>
                      </c:pt>
                      <c:pt idx="4703">
                        <c:v>40.867764000000001</c:v>
                      </c:pt>
                      <c:pt idx="4704">
                        <c:v>40.982787999999999</c:v>
                      </c:pt>
                      <c:pt idx="4705">
                        <c:v>41.083011999999997</c:v>
                      </c:pt>
                      <c:pt idx="4706">
                        <c:v>41.164444000000003</c:v>
                      </c:pt>
                      <c:pt idx="4707">
                        <c:v>41.226379000000001</c:v>
                      </c:pt>
                      <c:pt idx="4708">
                        <c:v>41.276184000000001</c:v>
                      </c:pt>
                      <c:pt idx="4709">
                        <c:v>41.313679</c:v>
                      </c:pt>
                      <c:pt idx="4710">
                        <c:v>41.346232999999998</c:v>
                      </c:pt>
                      <c:pt idx="4711">
                        <c:v>41.380946999999999</c:v>
                      </c:pt>
                      <c:pt idx="4712">
                        <c:v>41.419742999999997</c:v>
                      </c:pt>
                      <c:pt idx="4713">
                        <c:v>41.453999000000003</c:v>
                      </c:pt>
                      <c:pt idx="4714">
                        <c:v>41.484763999999998</c:v>
                      </c:pt>
                      <c:pt idx="4715">
                        <c:v>41.515003</c:v>
                      </c:pt>
                      <c:pt idx="4716">
                        <c:v>41.545485999999997</c:v>
                      </c:pt>
                      <c:pt idx="4717">
                        <c:v>41.576618000000003</c:v>
                      </c:pt>
                      <c:pt idx="4718">
                        <c:v>41.609637999999997</c:v>
                      </c:pt>
                      <c:pt idx="4719">
                        <c:v>41.639870000000002</c:v>
                      </c:pt>
                      <c:pt idx="4720">
                        <c:v>41.667693999999997</c:v>
                      </c:pt>
                      <c:pt idx="4721">
                        <c:v>41.698985999999998</c:v>
                      </c:pt>
                      <c:pt idx="4722">
                        <c:v>41.734271999999997</c:v>
                      </c:pt>
                      <c:pt idx="4723">
                        <c:v>41.771351000000003</c:v>
                      </c:pt>
                      <c:pt idx="4724">
                        <c:v>41.805489000000001</c:v>
                      </c:pt>
                      <c:pt idx="4725">
                        <c:v>41.834941999999998</c:v>
                      </c:pt>
                      <c:pt idx="4726">
                        <c:v>41.864235000000001</c:v>
                      </c:pt>
                      <c:pt idx="4727">
                        <c:v>41.892871999999997</c:v>
                      </c:pt>
                      <c:pt idx="4728">
                        <c:v>41.917664000000002</c:v>
                      </c:pt>
                      <c:pt idx="4729">
                        <c:v>41.940224000000001</c:v>
                      </c:pt>
                      <c:pt idx="4730">
                        <c:v>41.964283000000002</c:v>
                      </c:pt>
                      <c:pt idx="4731">
                        <c:v>41.994675000000001</c:v>
                      </c:pt>
                      <c:pt idx="4732">
                        <c:v>42.033904999999997</c:v>
                      </c:pt>
                      <c:pt idx="4733">
                        <c:v>42.069381999999997</c:v>
                      </c:pt>
                      <c:pt idx="4734">
                        <c:v>42.094059000000001</c:v>
                      </c:pt>
                      <c:pt idx="4735">
                        <c:v>42.117370999999999</c:v>
                      </c:pt>
                      <c:pt idx="4736">
                        <c:v>42.150252999999999</c:v>
                      </c:pt>
                      <c:pt idx="4737">
                        <c:v>42.188488</c:v>
                      </c:pt>
                      <c:pt idx="4738">
                        <c:v>42.224727999999999</c:v>
                      </c:pt>
                      <c:pt idx="4739">
                        <c:v>42.258175000000001</c:v>
                      </c:pt>
                      <c:pt idx="4740">
                        <c:v>42.290633999999997</c:v>
                      </c:pt>
                      <c:pt idx="4741">
                        <c:v>42.322215999999997</c:v>
                      </c:pt>
                      <c:pt idx="4742">
                        <c:v>42.351978000000003</c:v>
                      </c:pt>
                      <c:pt idx="4743">
                        <c:v>42.381115000000001</c:v>
                      </c:pt>
                      <c:pt idx="4744">
                        <c:v>42.412258000000001</c:v>
                      </c:pt>
                      <c:pt idx="4745">
                        <c:v>42.442664999999998</c:v>
                      </c:pt>
                      <c:pt idx="4746">
                        <c:v>42.470219</c:v>
                      </c:pt>
                      <c:pt idx="4747">
                        <c:v>42.496657999999996</c:v>
                      </c:pt>
                      <c:pt idx="4748">
                        <c:v>42.524920999999999</c:v>
                      </c:pt>
                      <c:pt idx="4749">
                        <c:v>42.554096000000001</c:v>
                      </c:pt>
                      <c:pt idx="4750">
                        <c:v>42.584755000000001</c:v>
                      </c:pt>
                      <c:pt idx="4751">
                        <c:v>42.621906000000003</c:v>
                      </c:pt>
                      <c:pt idx="4752">
                        <c:v>42.665962</c:v>
                      </c:pt>
                      <c:pt idx="4753">
                        <c:v>42.716662999999997</c:v>
                      </c:pt>
                      <c:pt idx="4754">
                        <c:v>42.768158</c:v>
                      </c:pt>
                      <c:pt idx="4755">
                        <c:v>42.818072999999998</c:v>
                      </c:pt>
                      <c:pt idx="4756">
                        <c:v>42.870102000000003</c:v>
                      </c:pt>
                      <c:pt idx="4757">
                        <c:v>42.928489999999996</c:v>
                      </c:pt>
                      <c:pt idx="4758">
                        <c:v>42.989693000000003</c:v>
                      </c:pt>
                      <c:pt idx="4759">
                        <c:v>43.045349000000002</c:v>
                      </c:pt>
                      <c:pt idx="4760">
                        <c:v>43.098488000000003</c:v>
                      </c:pt>
                      <c:pt idx="4761">
                        <c:v>43.158355999999998</c:v>
                      </c:pt>
                      <c:pt idx="4762">
                        <c:v>43.224269999999997</c:v>
                      </c:pt>
                      <c:pt idx="4763">
                        <c:v>43.290923999999997</c:v>
                      </c:pt>
                      <c:pt idx="4764">
                        <c:v>43.365360000000003</c:v>
                      </c:pt>
                      <c:pt idx="4765">
                        <c:v>43.456885999999997</c:v>
                      </c:pt>
                      <c:pt idx="4766">
                        <c:v>43.559249999999999</c:v>
                      </c:pt>
                      <c:pt idx="4767">
                        <c:v>43.658225999999999</c:v>
                      </c:pt>
                      <c:pt idx="4768">
                        <c:v>43.763241000000001</c:v>
                      </c:pt>
                      <c:pt idx="4769">
                        <c:v>43.885581999999999</c:v>
                      </c:pt>
                      <c:pt idx="4770">
                        <c:v>44.021000000000001</c:v>
                      </c:pt>
                      <c:pt idx="4771">
                        <c:v>44.156807000000001</c:v>
                      </c:pt>
                      <c:pt idx="4772">
                        <c:v>44.294777000000003</c:v>
                      </c:pt>
                      <c:pt idx="4773">
                        <c:v>44.437916000000001</c:v>
                      </c:pt>
                      <c:pt idx="4774">
                        <c:v>44.588996999999999</c:v>
                      </c:pt>
                      <c:pt idx="4775">
                        <c:v>44.729885000000003</c:v>
                      </c:pt>
                      <c:pt idx="4776">
                        <c:v>44.860489000000001</c:v>
                      </c:pt>
                      <c:pt idx="4777">
                        <c:v>44.989986000000002</c:v>
                      </c:pt>
                      <c:pt idx="4778">
                        <c:v>45.127459999999999</c:v>
                      </c:pt>
                      <c:pt idx="4779">
                        <c:v>45.269444</c:v>
                      </c:pt>
                      <c:pt idx="4780">
                        <c:v>45.403122000000003</c:v>
                      </c:pt>
                      <c:pt idx="4781">
                        <c:v>45.517288000000001</c:v>
                      </c:pt>
                      <c:pt idx="4782">
                        <c:v>45.615600999999998</c:v>
                      </c:pt>
                      <c:pt idx="4783">
                        <c:v>45.696316000000003</c:v>
                      </c:pt>
                      <c:pt idx="4784">
                        <c:v>45.754936000000001</c:v>
                      </c:pt>
                      <c:pt idx="4785">
                        <c:v>45.797268000000003</c:v>
                      </c:pt>
                      <c:pt idx="4786">
                        <c:v>45.825538999999999</c:v>
                      </c:pt>
                      <c:pt idx="4787">
                        <c:v>45.852341000000003</c:v>
                      </c:pt>
                      <c:pt idx="4788">
                        <c:v>45.879299000000003</c:v>
                      </c:pt>
                      <c:pt idx="4789">
                        <c:v>45.905330999999997</c:v>
                      </c:pt>
                      <c:pt idx="4790">
                        <c:v>45.927062999999997</c:v>
                      </c:pt>
                      <c:pt idx="4791">
                        <c:v>45.946967999999998</c:v>
                      </c:pt>
                      <c:pt idx="4792">
                        <c:v>45.968719</c:v>
                      </c:pt>
                      <c:pt idx="4793">
                        <c:v>45.991467</c:v>
                      </c:pt>
                      <c:pt idx="4794">
                        <c:v>46.012253000000001</c:v>
                      </c:pt>
                      <c:pt idx="4795">
                        <c:v>46.029907000000001</c:v>
                      </c:pt>
                      <c:pt idx="4796">
                        <c:v>46.044860999999997</c:v>
                      </c:pt>
                      <c:pt idx="4797">
                        <c:v>46.058311000000003</c:v>
                      </c:pt>
                      <c:pt idx="4798">
                        <c:v>46.069415999999997</c:v>
                      </c:pt>
                      <c:pt idx="4799">
                        <c:v>46.082943</c:v>
                      </c:pt>
                      <c:pt idx="4800">
                        <c:v>46.099086999999997</c:v>
                      </c:pt>
                      <c:pt idx="4801">
                        <c:v>46.113224000000002</c:v>
                      </c:pt>
                      <c:pt idx="4802">
                        <c:v>46.125565000000002</c:v>
                      </c:pt>
                      <c:pt idx="4803">
                        <c:v>46.138966000000003</c:v>
                      </c:pt>
                      <c:pt idx="4804">
                        <c:v>46.153305000000003</c:v>
                      </c:pt>
                      <c:pt idx="4805">
                        <c:v>46.165390000000002</c:v>
                      </c:pt>
                      <c:pt idx="4806">
                        <c:v>46.175995</c:v>
                      </c:pt>
                      <c:pt idx="4807">
                        <c:v>46.187919999999998</c:v>
                      </c:pt>
                      <c:pt idx="4808">
                        <c:v>46.201214</c:v>
                      </c:pt>
                      <c:pt idx="4809">
                        <c:v>46.213928000000003</c:v>
                      </c:pt>
                      <c:pt idx="4810">
                        <c:v>46.222282</c:v>
                      </c:pt>
                      <c:pt idx="4811">
                        <c:v>46.227825000000003</c:v>
                      </c:pt>
                      <c:pt idx="4812">
                        <c:v>46.236477000000001</c:v>
                      </c:pt>
                      <c:pt idx="4813">
                        <c:v>46.248393999999998</c:v>
                      </c:pt>
                      <c:pt idx="4814">
                        <c:v>46.258609999999997</c:v>
                      </c:pt>
                      <c:pt idx="4815">
                        <c:v>46.261817999999998</c:v>
                      </c:pt>
                      <c:pt idx="4816">
                        <c:v>46.257435000000001</c:v>
                      </c:pt>
                      <c:pt idx="4817">
                        <c:v>46.252434000000001</c:v>
                      </c:pt>
                      <c:pt idx="4818">
                        <c:v>46.254292</c:v>
                      </c:pt>
                      <c:pt idx="4819">
                        <c:v>46.264083999999997</c:v>
                      </c:pt>
                      <c:pt idx="4820">
                        <c:v>46.280620999999996</c:v>
                      </c:pt>
                      <c:pt idx="4821">
                        <c:v>46.303618999999998</c:v>
                      </c:pt>
                      <c:pt idx="4822">
                        <c:v>46.323447999999999</c:v>
                      </c:pt>
                      <c:pt idx="4823">
                        <c:v>46.340561000000001</c:v>
                      </c:pt>
                      <c:pt idx="4824">
                        <c:v>46.356918</c:v>
                      </c:pt>
                      <c:pt idx="4825">
                        <c:v>46.378838000000002</c:v>
                      </c:pt>
                      <c:pt idx="4826">
                        <c:v>46.406112999999998</c:v>
                      </c:pt>
                      <c:pt idx="4827">
                        <c:v>46.436478000000001</c:v>
                      </c:pt>
                      <c:pt idx="4828">
                        <c:v>46.469150999999997</c:v>
                      </c:pt>
                      <c:pt idx="4829">
                        <c:v>46.500571999999998</c:v>
                      </c:pt>
                      <c:pt idx="4830">
                        <c:v>46.531157999999998</c:v>
                      </c:pt>
                      <c:pt idx="4831">
                        <c:v>46.566558999999998</c:v>
                      </c:pt>
                      <c:pt idx="4832">
                        <c:v>46.607413999999999</c:v>
                      </c:pt>
                      <c:pt idx="4833">
                        <c:v>46.655845999999997</c:v>
                      </c:pt>
                      <c:pt idx="4834">
                        <c:v>46.725909999999999</c:v>
                      </c:pt>
                      <c:pt idx="4835">
                        <c:v>46.827213</c:v>
                      </c:pt>
                      <c:pt idx="4836">
                        <c:v>46.952205999999997</c:v>
                      </c:pt>
                      <c:pt idx="4837">
                        <c:v>47.087539999999997</c:v>
                      </c:pt>
                      <c:pt idx="4838">
                        <c:v>47.221642000000003</c:v>
                      </c:pt>
                      <c:pt idx="4839">
                        <c:v>47.359447000000003</c:v>
                      </c:pt>
                      <c:pt idx="4840">
                        <c:v>47.488337999999999</c:v>
                      </c:pt>
                      <c:pt idx="4841">
                        <c:v>47.605232000000001</c:v>
                      </c:pt>
                      <c:pt idx="4842">
                        <c:v>47.708182999999998</c:v>
                      </c:pt>
                      <c:pt idx="4843">
                        <c:v>47.789622999999999</c:v>
                      </c:pt>
                      <c:pt idx="4844">
                        <c:v>47.850189</c:v>
                      </c:pt>
                      <c:pt idx="4845">
                        <c:v>47.906894999999999</c:v>
                      </c:pt>
                      <c:pt idx="4846">
                        <c:v>47.971024</c:v>
                      </c:pt>
                      <c:pt idx="4847">
                        <c:v>48.049399999999999</c:v>
                      </c:pt>
                      <c:pt idx="4848">
                        <c:v>48.144782999999997</c:v>
                      </c:pt>
                      <c:pt idx="4849">
                        <c:v>48.254272</c:v>
                      </c:pt>
                      <c:pt idx="4850">
                        <c:v>48.364345999999998</c:v>
                      </c:pt>
                      <c:pt idx="4851">
                        <c:v>48.461533000000003</c:v>
                      </c:pt>
                      <c:pt idx="4852">
                        <c:v>48.553165</c:v>
                      </c:pt>
                      <c:pt idx="4853">
                        <c:v>48.661586999999997</c:v>
                      </c:pt>
                      <c:pt idx="4854">
                        <c:v>48.797203000000003</c:v>
                      </c:pt>
                      <c:pt idx="4855">
                        <c:v>48.949359999999999</c:v>
                      </c:pt>
                      <c:pt idx="4856">
                        <c:v>49.095779</c:v>
                      </c:pt>
                      <c:pt idx="4857">
                        <c:v>49.231212999999997</c:v>
                      </c:pt>
                      <c:pt idx="4858">
                        <c:v>49.347690999999998</c:v>
                      </c:pt>
                      <c:pt idx="4859">
                        <c:v>49.455753000000001</c:v>
                      </c:pt>
                      <c:pt idx="4860">
                        <c:v>49.560513</c:v>
                      </c:pt>
                      <c:pt idx="4861">
                        <c:v>49.660674999999998</c:v>
                      </c:pt>
                      <c:pt idx="4862">
                        <c:v>49.758437999999998</c:v>
                      </c:pt>
                      <c:pt idx="4863">
                        <c:v>49.859749000000001</c:v>
                      </c:pt>
                      <c:pt idx="4864">
                        <c:v>49.972197999999999</c:v>
                      </c:pt>
                      <c:pt idx="4865">
                        <c:v>50.107036999999998</c:v>
                      </c:pt>
                      <c:pt idx="4866">
                        <c:v>50.255629999999996</c:v>
                      </c:pt>
                      <c:pt idx="4867">
                        <c:v>50.392741999999998</c:v>
                      </c:pt>
                      <c:pt idx="4868">
                        <c:v>50.515366</c:v>
                      </c:pt>
                      <c:pt idx="4869">
                        <c:v>50.629989999999999</c:v>
                      </c:pt>
                      <c:pt idx="4870">
                        <c:v>50.748417000000003</c:v>
                      </c:pt>
                      <c:pt idx="4871">
                        <c:v>50.868949999999998</c:v>
                      </c:pt>
                      <c:pt idx="4872">
                        <c:v>50.986809000000001</c:v>
                      </c:pt>
                      <c:pt idx="4873">
                        <c:v>51.087387</c:v>
                      </c:pt>
                      <c:pt idx="4874">
                        <c:v>51.164738</c:v>
                      </c:pt>
                      <c:pt idx="4875">
                        <c:v>51.226925000000001</c:v>
                      </c:pt>
                      <c:pt idx="4876">
                        <c:v>51.293762000000001</c:v>
                      </c:pt>
                      <c:pt idx="4877">
                        <c:v>51.364311000000001</c:v>
                      </c:pt>
                      <c:pt idx="4878">
                        <c:v>51.425465000000003</c:v>
                      </c:pt>
                      <c:pt idx="4879">
                        <c:v>51.474606000000001</c:v>
                      </c:pt>
                      <c:pt idx="4880">
                        <c:v>51.519649999999999</c:v>
                      </c:pt>
                      <c:pt idx="4881">
                        <c:v>51.569285999999998</c:v>
                      </c:pt>
                      <c:pt idx="4882">
                        <c:v>51.625523000000001</c:v>
                      </c:pt>
                      <c:pt idx="4883">
                        <c:v>51.701529999999998</c:v>
                      </c:pt>
                      <c:pt idx="4884">
                        <c:v>51.790958000000003</c:v>
                      </c:pt>
                      <c:pt idx="4885">
                        <c:v>51.873592000000002</c:v>
                      </c:pt>
                      <c:pt idx="4886">
                        <c:v>51.940331</c:v>
                      </c:pt>
                      <c:pt idx="4887">
                        <c:v>51.990017000000002</c:v>
                      </c:pt>
                      <c:pt idx="4888">
                        <c:v>52.032459000000003</c:v>
                      </c:pt>
                      <c:pt idx="4889">
                        <c:v>52.076236999999999</c:v>
                      </c:pt>
                      <c:pt idx="4890">
                        <c:v>52.120773</c:v>
                      </c:pt>
                      <c:pt idx="4891">
                        <c:v>52.159996</c:v>
                      </c:pt>
                      <c:pt idx="4892">
                        <c:v>52.194344000000001</c:v>
                      </c:pt>
                      <c:pt idx="4893">
                        <c:v>52.228732999999998</c:v>
                      </c:pt>
                      <c:pt idx="4894">
                        <c:v>52.269444</c:v>
                      </c:pt>
                      <c:pt idx="4895">
                        <c:v>52.323086000000004</c:v>
                      </c:pt>
                      <c:pt idx="4896">
                        <c:v>52.396774000000001</c:v>
                      </c:pt>
                      <c:pt idx="4897">
                        <c:v>52.487884999999999</c:v>
                      </c:pt>
                      <c:pt idx="4898">
                        <c:v>52.597191000000002</c:v>
                      </c:pt>
                      <c:pt idx="4899">
                        <c:v>52.722496</c:v>
                      </c:pt>
                      <c:pt idx="4900">
                        <c:v>52.852623000000001</c:v>
                      </c:pt>
                      <c:pt idx="4901">
                        <c:v>52.983100999999998</c:v>
                      </c:pt>
                      <c:pt idx="4902">
                        <c:v>53.117480999999998</c:v>
                      </c:pt>
                      <c:pt idx="4903">
                        <c:v>53.248924000000002</c:v>
                      </c:pt>
                      <c:pt idx="4904">
                        <c:v>53.365639000000002</c:v>
                      </c:pt>
                      <c:pt idx="4905">
                        <c:v>53.471893000000001</c:v>
                      </c:pt>
                      <c:pt idx="4906">
                        <c:v>53.571216999999997</c:v>
                      </c:pt>
                      <c:pt idx="4907">
                        <c:v>53.664200000000001</c:v>
                      </c:pt>
                      <c:pt idx="4908">
                        <c:v>53.744129000000001</c:v>
                      </c:pt>
                      <c:pt idx="4909">
                        <c:v>53.811774999999997</c:v>
                      </c:pt>
                      <c:pt idx="4910">
                        <c:v>53.865443999999997</c:v>
                      </c:pt>
                      <c:pt idx="4911">
                        <c:v>53.904998999999997</c:v>
                      </c:pt>
                      <c:pt idx="4912">
                        <c:v>53.929465999999998</c:v>
                      </c:pt>
                      <c:pt idx="4913">
                        <c:v>53.944671999999997</c:v>
                      </c:pt>
                      <c:pt idx="4914">
                        <c:v>53.960495000000002</c:v>
                      </c:pt>
                      <c:pt idx="4915">
                        <c:v>53.981796000000003</c:v>
                      </c:pt>
                      <c:pt idx="4916">
                        <c:v>54.002369000000002</c:v>
                      </c:pt>
                      <c:pt idx="4917">
                        <c:v>54.016582</c:v>
                      </c:pt>
                      <c:pt idx="4918">
                        <c:v>54.026721999999999</c:v>
                      </c:pt>
                      <c:pt idx="4919">
                        <c:v>54.03783</c:v>
                      </c:pt>
                      <c:pt idx="4920">
                        <c:v>54.052062999999997</c:v>
                      </c:pt>
                      <c:pt idx="4921">
                        <c:v>54.068072999999998</c:v>
                      </c:pt>
                      <c:pt idx="4922">
                        <c:v>54.085326999999999</c:v>
                      </c:pt>
                      <c:pt idx="4923">
                        <c:v>54.109473999999999</c:v>
                      </c:pt>
                      <c:pt idx="4924">
                        <c:v>54.135596999999997</c:v>
                      </c:pt>
                      <c:pt idx="4925">
                        <c:v>54.151375000000002</c:v>
                      </c:pt>
                      <c:pt idx="4926">
                        <c:v>54.159484999999997</c:v>
                      </c:pt>
                      <c:pt idx="4927">
                        <c:v>54.165557999999997</c:v>
                      </c:pt>
                      <c:pt idx="4928">
                        <c:v>54.171188000000001</c:v>
                      </c:pt>
                      <c:pt idx="4929">
                        <c:v>54.181446000000001</c:v>
                      </c:pt>
                      <c:pt idx="4930">
                        <c:v>54.198677000000004</c:v>
                      </c:pt>
                      <c:pt idx="4931">
                        <c:v>54.223202000000001</c:v>
                      </c:pt>
                      <c:pt idx="4932">
                        <c:v>54.252079000000002</c:v>
                      </c:pt>
                      <c:pt idx="4933">
                        <c:v>54.277335999999998</c:v>
                      </c:pt>
                      <c:pt idx="4934">
                        <c:v>54.297935000000003</c:v>
                      </c:pt>
                      <c:pt idx="4935">
                        <c:v>54.317017</c:v>
                      </c:pt>
                      <c:pt idx="4936">
                        <c:v>54.337798999999997</c:v>
                      </c:pt>
                      <c:pt idx="4937">
                        <c:v>54.359627000000003</c:v>
                      </c:pt>
                      <c:pt idx="4938">
                        <c:v>54.381798000000003</c:v>
                      </c:pt>
                      <c:pt idx="4939">
                        <c:v>54.406914</c:v>
                      </c:pt>
                      <c:pt idx="4940">
                        <c:v>54.439804000000002</c:v>
                      </c:pt>
                      <c:pt idx="4941">
                        <c:v>54.483646</c:v>
                      </c:pt>
                      <c:pt idx="4942">
                        <c:v>54.546768</c:v>
                      </c:pt>
                      <c:pt idx="4943">
                        <c:v>54.622436999999998</c:v>
                      </c:pt>
                      <c:pt idx="4944">
                        <c:v>54.703609</c:v>
                      </c:pt>
                      <c:pt idx="4945">
                        <c:v>54.779980000000002</c:v>
                      </c:pt>
                      <c:pt idx="4946">
                        <c:v>54.845863000000001</c:v>
                      </c:pt>
                      <c:pt idx="4947">
                        <c:v>54.904778</c:v>
                      </c:pt>
                      <c:pt idx="4948">
                        <c:v>54.963321999999998</c:v>
                      </c:pt>
                      <c:pt idx="4949">
                        <c:v>55.033707</c:v>
                      </c:pt>
                      <c:pt idx="4950">
                        <c:v>55.127952999999998</c:v>
                      </c:pt>
                      <c:pt idx="4951">
                        <c:v>55.241321999999997</c:v>
                      </c:pt>
                      <c:pt idx="4952">
                        <c:v>55.364628000000003</c:v>
                      </c:pt>
                      <c:pt idx="4953">
                        <c:v>55.490561999999997</c:v>
                      </c:pt>
                      <c:pt idx="4954">
                        <c:v>55.603454999999997</c:v>
                      </c:pt>
                      <c:pt idx="4955">
                        <c:v>55.707484999999998</c:v>
                      </c:pt>
                      <c:pt idx="4956">
                        <c:v>55.811881999999997</c:v>
                      </c:pt>
                      <c:pt idx="4957">
                        <c:v>55.91328</c:v>
                      </c:pt>
                      <c:pt idx="4958">
                        <c:v>56.010081999999997</c:v>
                      </c:pt>
                      <c:pt idx="4959">
                        <c:v>56.088572999999997</c:v>
                      </c:pt>
                      <c:pt idx="4960">
                        <c:v>56.141871999999999</c:v>
                      </c:pt>
                      <c:pt idx="4961">
                        <c:v>56.16798</c:v>
                      </c:pt>
                      <c:pt idx="4962">
                        <c:v>56.181328000000001</c:v>
                      </c:pt>
                      <c:pt idx="4963">
                        <c:v>56.195613999999999</c:v>
                      </c:pt>
                      <c:pt idx="4964">
                        <c:v>56.211319000000003</c:v>
                      </c:pt>
                      <c:pt idx="4965">
                        <c:v>56.22625</c:v>
                      </c:pt>
                      <c:pt idx="4966">
                        <c:v>56.240025000000003</c:v>
                      </c:pt>
                      <c:pt idx="4967">
                        <c:v>56.253712</c:v>
                      </c:pt>
                      <c:pt idx="4968">
                        <c:v>56.268379000000003</c:v>
                      </c:pt>
                      <c:pt idx="4969">
                        <c:v>56.292746999999999</c:v>
                      </c:pt>
                      <c:pt idx="4970">
                        <c:v>56.330306999999998</c:v>
                      </c:pt>
                      <c:pt idx="4971">
                        <c:v>56.382308999999999</c:v>
                      </c:pt>
                      <c:pt idx="4972">
                        <c:v>56.454642999999997</c:v>
                      </c:pt>
                      <c:pt idx="4973">
                        <c:v>56.553542999999998</c:v>
                      </c:pt>
                      <c:pt idx="4974">
                        <c:v>56.675441999999997</c:v>
                      </c:pt>
                      <c:pt idx="4975">
                        <c:v>56.801482999999998</c:v>
                      </c:pt>
                      <c:pt idx="4976">
                        <c:v>56.927382999999999</c:v>
                      </c:pt>
                      <c:pt idx="4977">
                        <c:v>57.047958000000001</c:v>
                      </c:pt>
                      <c:pt idx="4978">
                        <c:v>57.158493</c:v>
                      </c:pt>
                      <c:pt idx="4979">
                        <c:v>57.261848000000001</c:v>
                      </c:pt>
                      <c:pt idx="4980">
                        <c:v>57.356644000000003</c:v>
                      </c:pt>
                      <c:pt idx="4981">
                        <c:v>57.441696</c:v>
                      </c:pt>
                      <c:pt idx="4982">
                        <c:v>57.528174999999997</c:v>
                      </c:pt>
                      <c:pt idx="4983">
                        <c:v>57.628506000000002</c:v>
                      </c:pt>
                      <c:pt idx="4984">
                        <c:v>57.743523000000003</c:v>
                      </c:pt>
                      <c:pt idx="4985">
                        <c:v>57.863059999999997</c:v>
                      </c:pt>
                      <c:pt idx="4986">
                        <c:v>57.982937</c:v>
                      </c:pt>
                      <c:pt idx="4987">
                        <c:v>58.105179</c:v>
                      </c:pt>
                      <c:pt idx="4988">
                        <c:v>58.233947999999998</c:v>
                      </c:pt>
                      <c:pt idx="4989">
                        <c:v>58.360126000000001</c:v>
                      </c:pt>
                      <c:pt idx="4990">
                        <c:v>58.471221999999997</c:v>
                      </c:pt>
                      <c:pt idx="4991">
                        <c:v>58.567450999999998</c:v>
                      </c:pt>
                      <c:pt idx="4992">
                        <c:v>58.650593000000001</c:v>
                      </c:pt>
                      <c:pt idx="4993">
                        <c:v>58.716712999999999</c:v>
                      </c:pt>
                      <c:pt idx="4994">
                        <c:v>58.773555999999999</c:v>
                      </c:pt>
                      <c:pt idx="4995">
                        <c:v>58.816746000000002</c:v>
                      </c:pt>
                      <c:pt idx="4996">
                        <c:v>58.846218</c:v>
                      </c:pt>
                      <c:pt idx="4997">
                        <c:v>58.863197</c:v>
                      </c:pt>
                      <c:pt idx="4998">
                        <c:v>58.875160000000001</c:v>
                      </c:pt>
                      <c:pt idx="4999">
                        <c:v>58.886783999999999</c:v>
                      </c:pt>
                      <c:pt idx="5000">
                        <c:v>58.898890999999999</c:v>
                      </c:pt>
                      <c:pt idx="5001">
                        <c:v>58.919327000000003</c:v>
                      </c:pt>
                      <c:pt idx="5002">
                        <c:v>58.948132000000001</c:v>
                      </c:pt>
                      <c:pt idx="5003">
                        <c:v>58.977939999999997</c:v>
                      </c:pt>
                      <c:pt idx="5004">
                        <c:v>59.006050000000002</c:v>
                      </c:pt>
                      <c:pt idx="5005">
                        <c:v>59.038254000000002</c:v>
                      </c:pt>
                      <c:pt idx="5006">
                        <c:v>59.072048000000002</c:v>
                      </c:pt>
                      <c:pt idx="5007">
                        <c:v>59.107418000000003</c:v>
                      </c:pt>
                      <c:pt idx="5008">
                        <c:v>59.143044000000003</c:v>
                      </c:pt>
                      <c:pt idx="5009">
                        <c:v>59.174885000000003</c:v>
                      </c:pt>
                      <c:pt idx="5010">
                        <c:v>59.205719000000002</c:v>
                      </c:pt>
                      <c:pt idx="5011">
                        <c:v>59.233272999999997</c:v>
                      </c:pt>
                      <c:pt idx="5012">
                        <c:v>59.254638999999997</c:v>
                      </c:pt>
                      <c:pt idx="5013">
                        <c:v>59.272930000000002</c:v>
                      </c:pt>
                      <c:pt idx="5014">
                        <c:v>59.296871000000003</c:v>
                      </c:pt>
                      <c:pt idx="5015">
                        <c:v>59.331535000000002</c:v>
                      </c:pt>
                      <c:pt idx="5016">
                        <c:v>59.372745999999999</c:v>
                      </c:pt>
                      <c:pt idx="5017">
                        <c:v>59.411076000000001</c:v>
                      </c:pt>
                      <c:pt idx="5018">
                        <c:v>59.446739000000001</c:v>
                      </c:pt>
                      <c:pt idx="5019">
                        <c:v>59.483111999999998</c:v>
                      </c:pt>
                      <c:pt idx="5020">
                        <c:v>59.518447999999999</c:v>
                      </c:pt>
                      <c:pt idx="5021">
                        <c:v>59.554687999999999</c:v>
                      </c:pt>
                      <c:pt idx="5022">
                        <c:v>59.592796</c:v>
                      </c:pt>
                      <c:pt idx="5023">
                        <c:v>59.630257</c:v>
                      </c:pt>
                      <c:pt idx="5024">
                        <c:v>59.663853000000003</c:v>
                      </c:pt>
                      <c:pt idx="5025">
                        <c:v>59.690361000000003</c:v>
                      </c:pt>
                      <c:pt idx="5026">
                        <c:v>59.709792999999998</c:v>
                      </c:pt>
                      <c:pt idx="5027">
                        <c:v>59.723812000000002</c:v>
                      </c:pt>
                      <c:pt idx="5028">
                        <c:v>59.736274999999999</c:v>
                      </c:pt>
                      <c:pt idx="5029">
                        <c:v>59.748370999999999</c:v>
                      </c:pt>
                      <c:pt idx="5030">
                        <c:v>59.759182000000003</c:v>
                      </c:pt>
                      <c:pt idx="5031">
                        <c:v>59.768752999999997</c:v>
                      </c:pt>
                      <c:pt idx="5032">
                        <c:v>59.774878999999999</c:v>
                      </c:pt>
                      <c:pt idx="5033">
                        <c:v>59.779784999999997</c:v>
                      </c:pt>
                      <c:pt idx="5034">
                        <c:v>59.789020999999998</c:v>
                      </c:pt>
                      <c:pt idx="5035">
                        <c:v>59.804661000000003</c:v>
                      </c:pt>
                      <c:pt idx="5036">
                        <c:v>59.831389999999999</c:v>
                      </c:pt>
                      <c:pt idx="5037">
                        <c:v>59.862800999999997</c:v>
                      </c:pt>
                      <c:pt idx="5038">
                        <c:v>59.885693000000003</c:v>
                      </c:pt>
                      <c:pt idx="5039">
                        <c:v>59.896712999999998</c:v>
                      </c:pt>
                      <c:pt idx="5040">
                        <c:v>59.904175000000002</c:v>
                      </c:pt>
                      <c:pt idx="5041">
                        <c:v>59.908028000000002</c:v>
                      </c:pt>
                      <c:pt idx="5042">
                        <c:v>59.911830999999999</c:v>
                      </c:pt>
                      <c:pt idx="5043">
                        <c:v>59.915199000000001</c:v>
                      </c:pt>
                      <c:pt idx="5044">
                        <c:v>59.914078000000003</c:v>
                      </c:pt>
                      <c:pt idx="5045">
                        <c:v>59.909374</c:v>
                      </c:pt>
                      <c:pt idx="5046">
                        <c:v>59.899631999999997</c:v>
                      </c:pt>
                      <c:pt idx="5047">
                        <c:v>59.889930999999997</c:v>
                      </c:pt>
                      <c:pt idx="5048">
                        <c:v>59.881138</c:v>
                      </c:pt>
                      <c:pt idx="5049">
                        <c:v>59.876052999999999</c:v>
                      </c:pt>
                      <c:pt idx="5050">
                        <c:v>59.873573</c:v>
                      </c:pt>
                      <c:pt idx="5051">
                        <c:v>59.873824999999997</c:v>
                      </c:pt>
                      <c:pt idx="5052">
                        <c:v>59.876362</c:v>
                      </c:pt>
                      <c:pt idx="5053">
                        <c:v>59.878056000000001</c:v>
                      </c:pt>
                      <c:pt idx="5054">
                        <c:v>59.879852</c:v>
                      </c:pt>
                      <c:pt idx="5055">
                        <c:v>59.880206999999999</c:v>
                      </c:pt>
                      <c:pt idx="5056">
                        <c:v>59.878501999999997</c:v>
                      </c:pt>
                      <c:pt idx="5057">
                        <c:v>59.874583999999999</c:v>
                      </c:pt>
                      <c:pt idx="5058">
                        <c:v>59.865653999999999</c:v>
                      </c:pt>
                      <c:pt idx="5059">
                        <c:v>59.855465000000002</c:v>
                      </c:pt>
                      <c:pt idx="5060">
                        <c:v>59.845790999999998</c:v>
                      </c:pt>
                      <c:pt idx="5061">
                        <c:v>59.837966999999999</c:v>
                      </c:pt>
                      <c:pt idx="5062">
                        <c:v>59.834454000000001</c:v>
                      </c:pt>
                      <c:pt idx="5063">
                        <c:v>59.831699</c:v>
                      </c:pt>
                      <c:pt idx="5064">
                        <c:v>59.826549999999997</c:v>
                      </c:pt>
                      <c:pt idx="5065">
                        <c:v>59.818179999999998</c:v>
                      </c:pt>
                      <c:pt idx="5066">
                        <c:v>59.807133</c:v>
                      </c:pt>
                      <c:pt idx="5067">
                        <c:v>59.799767000000003</c:v>
                      </c:pt>
                      <c:pt idx="5068">
                        <c:v>59.794150999999999</c:v>
                      </c:pt>
                      <c:pt idx="5069">
                        <c:v>59.788176999999997</c:v>
                      </c:pt>
                      <c:pt idx="5070">
                        <c:v>59.782791000000003</c:v>
                      </c:pt>
                      <c:pt idx="5071">
                        <c:v>59.779212999999999</c:v>
                      </c:pt>
                      <c:pt idx="5072">
                        <c:v>59.779324000000003</c:v>
                      </c:pt>
                      <c:pt idx="5073">
                        <c:v>59.778629000000002</c:v>
                      </c:pt>
                      <c:pt idx="5074">
                        <c:v>59.775528000000001</c:v>
                      </c:pt>
                      <c:pt idx="5075">
                        <c:v>59.768974</c:v>
                      </c:pt>
                      <c:pt idx="5076">
                        <c:v>59.767864000000003</c:v>
                      </c:pt>
                      <c:pt idx="5077">
                        <c:v>59.770949999999999</c:v>
                      </c:pt>
                      <c:pt idx="5078">
                        <c:v>59.785117999999997</c:v>
                      </c:pt>
                      <c:pt idx="5079">
                        <c:v>59.803992999999998</c:v>
                      </c:pt>
                      <c:pt idx="5080">
                        <c:v>59.818893000000003</c:v>
                      </c:pt>
                      <c:pt idx="5081">
                        <c:v>59.833309</c:v>
                      </c:pt>
                      <c:pt idx="5082">
                        <c:v>59.855441999999996</c:v>
                      </c:pt>
                      <c:pt idx="5083">
                        <c:v>59.885348999999998</c:v>
                      </c:pt>
                      <c:pt idx="5084">
                        <c:v>59.920380000000002</c:v>
                      </c:pt>
                      <c:pt idx="5085">
                        <c:v>59.966163999999999</c:v>
                      </c:pt>
                      <c:pt idx="5086">
                        <c:v>60.031711999999999</c:v>
                      </c:pt>
                      <c:pt idx="5087">
                        <c:v>60.119183</c:v>
                      </c:pt>
                      <c:pt idx="5088">
                        <c:v>60.214869999999998</c:v>
                      </c:pt>
                      <c:pt idx="5089">
                        <c:v>60.312820000000002</c:v>
                      </c:pt>
                      <c:pt idx="5090">
                        <c:v>60.401080999999998</c:v>
                      </c:pt>
                      <c:pt idx="5091">
                        <c:v>60.489303999999997</c:v>
                      </c:pt>
                      <c:pt idx="5092">
                        <c:v>60.559483</c:v>
                      </c:pt>
                      <c:pt idx="5093">
                        <c:v>60.611637000000002</c:v>
                      </c:pt>
                      <c:pt idx="5094">
                        <c:v>60.644053999999997</c:v>
                      </c:pt>
                      <c:pt idx="5095">
                        <c:v>60.664326000000003</c:v>
                      </c:pt>
                      <c:pt idx="5096">
                        <c:v>60.691090000000003</c:v>
                      </c:pt>
                      <c:pt idx="5097">
                        <c:v>60.731686000000003</c:v>
                      </c:pt>
                      <c:pt idx="5098">
                        <c:v>60.778312999999997</c:v>
                      </c:pt>
                      <c:pt idx="5099">
                        <c:v>60.828856999999999</c:v>
                      </c:pt>
                      <c:pt idx="5100">
                        <c:v>60.887135000000001</c:v>
                      </c:pt>
                      <c:pt idx="5101">
                        <c:v>60.955021000000002</c:v>
                      </c:pt>
                      <c:pt idx="5102">
                        <c:v>61.036456999999999</c:v>
                      </c:pt>
                      <c:pt idx="5103">
                        <c:v>61.134788999999998</c:v>
                      </c:pt>
                      <c:pt idx="5104">
                        <c:v>61.24194</c:v>
                      </c:pt>
                      <c:pt idx="5105">
                        <c:v>61.347346999999999</c:v>
                      </c:pt>
                      <c:pt idx="5106">
                        <c:v>61.453071999999999</c:v>
                      </c:pt>
                      <c:pt idx="5107">
                        <c:v>61.561442999999997</c:v>
                      </c:pt>
                      <c:pt idx="5108">
                        <c:v>61.664710999999997</c:v>
                      </c:pt>
                      <c:pt idx="5109">
                        <c:v>61.766373000000002</c:v>
                      </c:pt>
                      <c:pt idx="5110">
                        <c:v>61.859729999999999</c:v>
                      </c:pt>
                      <c:pt idx="5111">
                        <c:v>61.946896000000002</c:v>
                      </c:pt>
                      <c:pt idx="5112">
                        <c:v>62.027377999999999</c:v>
                      </c:pt>
                      <c:pt idx="5113">
                        <c:v>62.098972000000003</c:v>
                      </c:pt>
                      <c:pt idx="5114">
                        <c:v>62.163970999999997</c:v>
                      </c:pt>
                      <c:pt idx="5115">
                        <c:v>62.228408999999999</c:v>
                      </c:pt>
                      <c:pt idx="5116">
                        <c:v>62.294578999999999</c:v>
                      </c:pt>
                      <c:pt idx="5117">
                        <c:v>62.359760000000001</c:v>
                      </c:pt>
                      <c:pt idx="5118">
                        <c:v>62.426837999999996</c:v>
                      </c:pt>
                      <c:pt idx="5119">
                        <c:v>62.490414000000001</c:v>
                      </c:pt>
                      <c:pt idx="5120">
                        <c:v>62.562592000000002</c:v>
                      </c:pt>
                      <c:pt idx="5121">
                        <c:v>62.647469000000001</c:v>
                      </c:pt>
                      <c:pt idx="5122">
                        <c:v>62.740341000000001</c:v>
                      </c:pt>
                      <c:pt idx="5123">
                        <c:v>62.841735999999997</c:v>
                      </c:pt>
                      <c:pt idx="5124">
                        <c:v>62.948169999999998</c:v>
                      </c:pt>
                      <c:pt idx="5125">
                        <c:v>63.049103000000002</c:v>
                      </c:pt>
                      <c:pt idx="5126">
                        <c:v>63.145797999999999</c:v>
                      </c:pt>
                      <c:pt idx="5127">
                        <c:v>63.238998000000002</c:v>
                      </c:pt>
                      <c:pt idx="5128">
                        <c:v>63.325648999999999</c:v>
                      </c:pt>
                      <c:pt idx="5129">
                        <c:v>63.402583999999997</c:v>
                      </c:pt>
                      <c:pt idx="5130">
                        <c:v>63.472752</c:v>
                      </c:pt>
                      <c:pt idx="5131">
                        <c:v>63.539527999999997</c:v>
                      </c:pt>
                      <c:pt idx="5132">
                        <c:v>63.606636000000002</c:v>
                      </c:pt>
                      <c:pt idx="5133">
                        <c:v>63.669601</c:v>
                      </c:pt>
                      <c:pt idx="5134">
                        <c:v>63.725403</c:v>
                      </c:pt>
                      <c:pt idx="5135">
                        <c:v>63.780354000000003</c:v>
                      </c:pt>
                      <c:pt idx="5136">
                        <c:v>63.830406000000004</c:v>
                      </c:pt>
                      <c:pt idx="5137">
                        <c:v>63.876289</c:v>
                      </c:pt>
                      <c:pt idx="5138">
                        <c:v>63.926448999999998</c:v>
                      </c:pt>
                      <c:pt idx="5139">
                        <c:v>63.985256</c:v>
                      </c:pt>
                      <c:pt idx="5140">
                        <c:v>64.052482999999995</c:v>
                      </c:pt>
                      <c:pt idx="5141">
                        <c:v>64.132300999999998</c:v>
                      </c:pt>
                      <c:pt idx="5142">
                        <c:v>64.237328000000005</c:v>
                      </c:pt>
                      <c:pt idx="5143">
                        <c:v>64.349936999999997</c:v>
                      </c:pt>
                      <c:pt idx="5144">
                        <c:v>64.447654999999997</c:v>
                      </c:pt>
                      <c:pt idx="5145">
                        <c:v>64.561119000000005</c:v>
                      </c:pt>
                      <c:pt idx="5146">
                        <c:v>64.673484999999999</c:v>
                      </c:pt>
                      <c:pt idx="5147">
                        <c:v>64.790733000000003</c:v>
                      </c:pt>
                      <c:pt idx="5148">
                        <c:v>64.914398000000006</c:v>
                      </c:pt>
                      <c:pt idx="5149">
                        <c:v>65.032096999999993</c:v>
                      </c:pt>
                      <c:pt idx="5150">
                        <c:v>65.136734000000004</c:v>
                      </c:pt>
                      <c:pt idx="5151">
                        <c:v>65.229568</c:v>
                      </c:pt>
                      <c:pt idx="5152">
                        <c:v>65.316635000000005</c:v>
                      </c:pt>
                      <c:pt idx="5153">
                        <c:v>65.405426000000006</c:v>
                      </c:pt>
                      <c:pt idx="5154">
                        <c:v>65.495818999999997</c:v>
                      </c:pt>
                      <c:pt idx="5155">
                        <c:v>65.580253999999996</c:v>
                      </c:pt>
                      <c:pt idx="5156">
                        <c:v>65.668633</c:v>
                      </c:pt>
                      <c:pt idx="5157">
                        <c:v>65.761902000000006</c:v>
                      </c:pt>
                      <c:pt idx="5158">
                        <c:v>65.862007000000006</c:v>
                      </c:pt>
                      <c:pt idx="5159">
                        <c:v>65.965171999999995</c:v>
                      </c:pt>
                      <c:pt idx="5160">
                        <c:v>66.065002000000007</c:v>
                      </c:pt>
                      <c:pt idx="5161">
                        <c:v>66.165749000000005</c:v>
                      </c:pt>
                      <c:pt idx="5162">
                        <c:v>66.272186000000005</c:v>
                      </c:pt>
                      <c:pt idx="5163">
                        <c:v>66.378021000000004</c:v>
                      </c:pt>
                      <c:pt idx="5164">
                        <c:v>66.479881000000006</c:v>
                      </c:pt>
                      <c:pt idx="5165">
                        <c:v>66.573340999999999</c:v>
                      </c:pt>
                      <c:pt idx="5166">
                        <c:v>66.648865000000001</c:v>
                      </c:pt>
                      <c:pt idx="5167">
                        <c:v>66.712883000000005</c:v>
                      </c:pt>
                      <c:pt idx="5168">
                        <c:v>66.772048999999996</c:v>
                      </c:pt>
                      <c:pt idx="5169">
                        <c:v>66.826248000000007</c:v>
                      </c:pt>
                      <c:pt idx="5170">
                        <c:v>66.878731000000002</c:v>
                      </c:pt>
                      <c:pt idx="5171">
                        <c:v>66.924118000000007</c:v>
                      </c:pt>
                      <c:pt idx="5172">
                        <c:v>66.960373000000004</c:v>
                      </c:pt>
                      <c:pt idx="5173">
                        <c:v>66.990211000000002</c:v>
                      </c:pt>
                      <c:pt idx="5174">
                        <c:v>67.018021000000005</c:v>
                      </c:pt>
                      <c:pt idx="5175">
                        <c:v>67.047698999999994</c:v>
                      </c:pt>
                      <c:pt idx="5176">
                        <c:v>67.081885999999997</c:v>
                      </c:pt>
                      <c:pt idx="5177">
                        <c:v>67.113213000000002</c:v>
                      </c:pt>
                      <c:pt idx="5178">
                        <c:v>67.144615000000002</c:v>
                      </c:pt>
                      <c:pt idx="5179">
                        <c:v>67.183487</c:v>
                      </c:pt>
                      <c:pt idx="5180">
                        <c:v>67.233231000000004</c:v>
                      </c:pt>
                      <c:pt idx="5181">
                        <c:v>67.291908000000006</c:v>
                      </c:pt>
                      <c:pt idx="5182">
                        <c:v>67.353461999999993</c:v>
                      </c:pt>
                      <c:pt idx="5183">
                        <c:v>67.417038000000005</c:v>
                      </c:pt>
                      <c:pt idx="5184">
                        <c:v>67.487244000000004</c:v>
                      </c:pt>
                      <c:pt idx="5185">
                        <c:v>67.567261000000002</c:v>
                      </c:pt>
                      <c:pt idx="5186">
                        <c:v>67.651298999999995</c:v>
                      </c:pt>
                      <c:pt idx="5187">
                        <c:v>67.736389000000003</c:v>
                      </c:pt>
                      <c:pt idx="5188">
                        <c:v>67.818702999999999</c:v>
                      </c:pt>
                      <c:pt idx="5189">
                        <c:v>67.891968000000006</c:v>
                      </c:pt>
                      <c:pt idx="5190">
                        <c:v>67.954575000000006</c:v>
                      </c:pt>
                      <c:pt idx="5191">
                        <c:v>68.006675999999999</c:v>
                      </c:pt>
                      <c:pt idx="5192">
                        <c:v>68.046149999999997</c:v>
                      </c:pt>
                      <c:pt idx="5193">
                        <c:v>68.070847000000001</c:v>
                      </c:pt>
                      <c:pt idx="5194">
                        <c:v>68.090958000000001</c:v>
                      </c:pt>
                      <c:pt idx="5195">
                        <c:v>68.114410000000007</c:v>
                      </c:pt>
                      <c:pt idx="5196">
                        <c:v>68.143280000000004</c:v>
                      </c:pt>
                      <c:pt idx="5197">
                        <c:v>68.175797000000003</c:v>
                      </c:pt>
                      <c:pt idx="5198">
                        <c:v>68.201110999999997</c:v>
                      </c:pt>
                      <c:pt idx="5199">
                        <c:v>68.211997999999994</c:v>
                      </c:pt>
                      <c:pt idx="5200">
                        <c:v>68.213058000000004</c:v>
                      </c:pt>
                      <c:pt idx="5201">
                        <c:v>68.211021000000002</c:v>
                      </c:pt>
                      <c:pt idx="5202">
                        <c:v>68.207695000000001</c:v>
                      </c:pt>
                      <c:pt idx="5203">
                        <c:v>68.201415999999995</c:v>
                      </c:pt>
                      <c:pt idx="5204">
                        <c:v>68.190689000000006</c:v>
                      </c:pt>
                      <c:pt idx="5205">
                        <c:v>68.173430999999994</c:v>
                      </c:pt>
                      <c:pt idx="5206">
                        <c:v>68.151443</c:v>
                      </c:pt>
                      <c:pt idx="5207">
                        <c:v>68.129745</c:v>
                      </c:pt>
                      <c:pt idx="5208">
                        <c:v>68.106392</c:v>
                      </c:pt>
                      <c:pt idx="5209">
                        <c:v>68.080810999999997</c:v>
                      </c:pt>
                      <c:pt idx="5210">
                        <c:v>68.053696000000002</c:v>
                      </c:pt>
                      <c:pt idx="5211">
                        <c:v>68.025329999999997</c:v>
                      </c:pt>
                      <c:pt idx="5212">
                        <c:v>68.012244999999993</c:v>
                      </c:pt>
                      <c:pt idx="5213">
                        <c:v>68.007851000000002</c:v>
                      </c:pt>
                      <c:pt idx="5214">
                        <c:v>68.002814999999998</c:v>
                      </c:pt>
                      <c:pt idx="5215">
                        <c:v>67.991219000000001</c:v>
                      </c:pt>
                      <c:pt idx="5216">
                        <c:v>67.975937000000002</c:v>
                      </c:pt>
                      <c:pt idx="5217">
                        <c:v>67.955108999999993</c:v>
                      </c:pt>
                      <c:pt idx="5218">
                        <c:v>67.916054000000003</c:v>
                      </c:pt>
                      <c:pt idx="5219">
                        <c:v>67.857185000000001</c:v>
                      </c:pt>
                      <c:pt idx="5220">
                        <c:v>67.791213999999997</c:v>
                      </c:pt>
                      <c:pt idx="5221">
                        <c:v>67.729033999999999</c:v>
                      </c:pt>
                      <c:pt idx="5222">
                        <c:v>67.671622999999997</c:v>
                      </c:pt>
                      <c:pt idx="5223">
                        <c:v>67.612206</c:v>
                      </c:pt>
                      <c:pt idx="5224">
                        <c:v>67.544083000000001</c:v>
                      </c:pt>
                      <c:pt idx="5225">
                        <c:v>67.470268000000004</c:v>
                      </c:pt>
                      <c:pt idx="5226">
                        <c:v>67.391716000000002</c:v>
                      </c:pt>
                      <c:pt idx="5227">
                        <c:v>67.313338999999999</c:v>
                      </c:pt>
                      <c:pt idx="5228">
                        <c:v>67.236159999999998</c:v>
                      </c:pt>
                      <c:pt idx="5229">
                        <c:v>67.150977999999995</c:v>
                      </c:pt>
                      <c:pt idx="5230">
                        <c:v>67.056540999999996</c:v>
                      </c:pt>
                      <c:pt idx="5231">
                        <c:v>66.961867999999996</c:v>
                      </c:pt>
                      <c:pt idx="5232">
                        <c:v>66.867576999999997</c:v>
                      </c:pt>
                      <c:pt idx="5233">
                        <c:v>66.769440000000003</c:v>
                      </c:pt>
                      <c:pt idx="5234">
                        <c:v>66.676529000000002</c:v>
                      </c:pt>
                      <c:pt idx="5235">
                        <c:v>66.594406000000006</c:v>
                      </c:pt>
                      <c:pt idx="5236">
                        <c:v>66.507903999999996</c:v>
                      </c:pt>
                      <c:pt idx="5237">
                        <c:v>66.413878999999994</c:v>
                      </c:pt>
                      <c:pt idx="5238">
                        <c:v>66.315735000000004</c:v>
                      </c:pt>
                      <c:pt idx="5239">
                        <c:v>66.215012000000002</c:v>
                      </c:pt>
                      <c:pt idx="5240">
                        <c:v>66.120789000000002</c:v>
                      </c:pt>
                      <c:pt idx="5241">
                        <c:v>66.041931000000005</c:v>
                      </c:pt>
                      <c:pt idx="5242">
                        <c:v>65.986771000000005</c:v>
                      </c:pt>
                      <c:pt idx="5243">
                        <c:v>65.942656999999997</c:v>
                      </c:pt>
                      <c:pt idx="5244">
                        <c:v>65.900772000000003</c:v>
                      </c:pt>
                      <c:pt idx="5245">
                        <c:v>65.856437999999997</c:v>
                      </c:pt>
                      <c:pt idx="5246">
                        <c:v>65.812201999999999</c:v>
                      </c:pt>
                      <c:pt idx="5247">
                        <c:v>65.772345999999999</c:v>
                      </c:pt>
                      <c:pt idx="5248">
                        <c:v>65.739182</c:v>
                      </c:pt>
                      <c:pt idx="5249">
                        <c:v>65.709984000000006</c:v>
                      </c:pt>
                      <c:pt idx="5250">
                        <c:v>65.679550000000006</c:v>
                      </c:pt>
                      <c:pt idx="5251">
                        <c:v>65.640029999999996</c:v>
                      </c:pt>
                      <c:pt idx="5252">
                        <c:v>65.596137999999996</c:v>
                      </c:pt>
                      <c:pt idx="5253">
                        <c:v>65.551651000000007</c:v>
                      </c:pt>
                      <c:pt idx="5254">
                        <c:v>65.508240000000001</c:v>
                      </c:pt>
                      <c:pt idx="5255">
                        <c:v>65.466530000000006</c:v>
                      </c:pt>
                      <c:pt idx="5256">
                        <c:v>65.428184999999999</c:v>
                      </c:pt>
                      <c:pt idx="5257">
                        <c:v>65.394249000000002</c:v>
                      </c:pt>
                      <c:pt idx="5258">
                        <c:v>65.360686999999999</c:v>
                      </c:pt>
                      <c:pt idx="5259">
                        <c:v>65.323914000000002</c:v>
                      </c:pt>
                      <c:pt idx="5260">
                        <c:v>65.286095000000003</c:v>
                      </c:pt>
                      <c:pt idx="5261">
                        <c:v>65.250679000000005</c:v>
                      </c:pt>
                      <c:pt idx="5262">
                        <c:v>65.218658000000005</c:v>
                      </c:pt>
                      <c:pt idx="5263">
                        <c:v>65.186836</c:v>
                      </c:pt>
                      <c:pt idx="5264">
                        <c:v>65.156075000000001</c:v>
                      </c:pt>
                      <c:pt idx="5265">
                        <c:v>65.126953</c:v>
                      </c:pt>
                      <c:pt idx="5266">
                        <c:v>65.100037</c:v>
                      </c:pt>
                      <c:pt idx="5267">
                        <c:v>65.075867000000002</c:v>
                      </c:pt>
                      <c:pt idx="5268">
                        <c:v>65.057129000000003</c:v>
                      </c:pt>
                      <c:pt idx="5269">
                        <c:v>65.039779999999993</c:v>
                      </c:pt>
                      <c:pt idx="5270">
                        <c:v>65.018569999999997</c:v>
                      </c:pt>
                      <c:pt idx="5271">
                        <c:v>64.996437</c:v>
                      </c:pt>
                      <c:pt idx="5272">
                        <c:v>64.975960000000001</c:v>
                      </c:pt>
                      <c:pt idx="5273">
                        <c:v>64.954871999999995</c:v>
                      </c:pt>
                      <c:pt idx="5274">
                        <c:v>64.931503000000006</c:v>
                      </c:pt>
                      <c:pt idx="5275">
                        <c:v>64.902030999999994</c:v>
                      </c:pt>
                      <c:pt idx="5276">
                        <c:v>64.866851999999994</c:v>
                      </c:pt>
                      <c:pt idx="5277">
                        <c:v>64.828270000000003</c:v>
                      </c:pt>
                      <c:pt idx="5278">
                        <c:v>64.787750000000003</c:v>
                      </c:pt>
                      <c:pt idx="5279">
                        <c:v>64.737778000000006</c:v>
                      </c:pt>
                      <c:pt idx="5280">
                        <c:v>64.673820000000006</c:v>
                      </c:pt>
                      <c:pt idx="5281">
                        <c:v>64.595566000000005</c:v>
                      </c:pt>
                      <c:pt idx="5282">
                        <c:v>64.499870000000001</c:v>
                      </c:pt>
                      <c:pt idx="5283">
                        <c:v>64.388869999999997</c:v>
                      </c:pt>
                      <c:pt idx="5284">
                        <c:v>64.273482999999999</c:v>
                      </c:pt>
                      <c:pt idx="5285">
                        <c:v>64.154387999999997</c:v>
                      </c:pt>
                      <c:pt idx="5286">
                        <c:v>64.026450999999994</c:v>
                      </c:pt>
                      <c:pt idx="5287">
                        <c:v>63.900776</c:v>
                      </c:pt>
                      <c:pt idx="5288">
                        <c:v>63.788077999999999</c:v>
                      </c:pt>
                      <c:pt idx="5289">
                        <c:v>63.679912999999999</c:v>
                      </c:pt>
                      <c:pt idx="5290">
                        <c:v>63.567753000000003</c:v>
                      </c:pt>
                      <c:pt idx="5291">
                        <c:v>63.455649999999999</c:v>
                      </c:pt>
                      <c:pt idx="5292">
                        <c:v>63.346046000000001</c:v>
                      </c:pt>
                      <c:pt idx="5293">
                        <c:v>63.238354000000001</c:v>
                      </c:pt>
                      <c:pt idx="5294">
                        <c:v>63.130833000000003</c:v>
                      </c:pt>
                      <c:pt idx="5295">
                        <c:v>63.024292000000003</c:v>
                      </c:pt>
                      <c:pt idx="5296">
                        <c:v>62.917400000000001</c:v>
                      </c:pt>
                      <c:pt idx="5297">
                        <c:v>62.809956</c:v>
                      </c:pt>
                      <c:pt idx="5298">
                        <c:v>62.705345000000001</c:v>
                      </c:pt>
                      <c:pt idx="5299">
                        <c:v>62.603439000000002</c:v>
                      </c:pt>
                      <c:pt idx="5300">
                        <c:v>62.499381999999997</c:v>
                      </c:pt>
                      <c:pt idx="5301">
                        <c:v>62.392372000000002</c:v>
                      </c:pt>
                      <c:pt idx="5302">
                        <c:v>62.297069999999998</c:v>
                      </c:pt>
                      <c:pt idx="5303">
                        <c:v>62.223998999999999</c:v>
                      </c:pt>
                      <c:pt idx="5304">
                        <c:v>62.173411999999999</c:v>
                      </c:pt>
                      <c:pt idx="5305">
                        <c:v>62.143599999999999</c:v>
                      </c:pt>
                      <c:pt idx="5306">
                        <c:v>62.134158999999997</c:v>
                      </c:pt>
                      <c:pt idx="5307">
                        <c:v>62.139018999999998</c:v>
                      </c:pt>
                      <c:pt idx="5308">
                        <c:v>62.150238000000002</c:v>
                      </c:pt>
                      <c:pt idx="5309">
                        <c:v>62.173557000000002</c:v>
                      </c:pt>
                      <c:pt idx="5310">
                        <c:v>62.203910999999998</c:v>
                      </c:pt>
                      <c:pt idx="5311">
                        <c:v>62.235359000000003</c:v>
                      </c:pt>
                      <c:pt idx="5312">
                        <c:v>62.263179999999998</c:v>
                      </c:pt>
                      <c:pt idx="5313">
                        <c:v>62.283287000000001</c:v>
                      </c:pt>
                      <c:pt idx="5314">
                        <c:v>62.289673000000001</c:v>
                      </c:pt>
                      <c:pt idx="5315">
                        <c:v>62.287083000000003</c:v>
                      </c:pt>
                      <c:pt idx="5316">
                        <c:v>62.284568999999998</c:v>
                      </c:pt>
                      <c:pt idx="5317">
                        <c:v>62.285980000000002</c:v>
                      </c:pt>
                      <c:pt idx="5318">
                        <c:v>62.282615999999997</c:v>
                      </c:pt>
                      <c:pt idx="5319">
                        <c:v>62.268391000000001</c:v>
                      </c:pt>
                      <c:pt idx="5320">
                        <c:v>62.243133999999998</c:v>
                      </c:pt>
                      <c:pt idx="5321">
                        <c:v>62.225650999999999</c:v>
                      </c:pt>
                      <c:pt idx="5322">
                        <c:v>62.215178999999999</c:v>
                      </c:pt>
                      <c:pt idx="5323">
                        <c:v>62.206696000000001</c:v>
                      </c:pt>
                      <c:pt idx="5324">
                        <c:v>62.199680000000001</c:v>
                      </c:pt>
                      <c:pt idx="5325">
                        <c:v>62.196975999999999</c:v>
                      </c:pt>
                      <c:pt idx="5326">
                        <c:v>62.195968999999998</c:v>
                      </c:pt>
                      <c:pt idx="5327">
                        <c:v>62.196693000000003</c:v>
                      </c:pt>
                      <c:pt idx="5328">
                        <c:v>62.201092000000003</c:v>
                      </c:pt>
                      <c:pt idx="5329">
                        <c:v>62.205185</c:v>
                      </c:pt>
                      <c:pt idx="5330">
                        <c:v>62.208480999999999</c:v>
                      </c:pt>
                      <c:pt idx="5331">
                        <c:v>62.216442000000001</c:v>
                      </c:pt>
                      <c:pt idx="5332">
                        <c:v>62.223483999999999</c:v>
                      </c:pt>
                      <c:pt idx="5333">
                        <c:v>62.228923999999999</c:v>
                      </c:pt>
                      <c:pt idx="5334">
                        <c:v>62.229080000000003</c:v>
                      </c:pt>
                      <c:pt idx="5335">
                        <c:v>62.220356000000002</c:v>
                      </c:pt>
                      <c:pt idx="5336">
                        <c:v>62.202648000000003</c:v>
                      </c:pt>
                      <c:pt idx="5337">
                        <c:v>62.177410000000002</c:v>
                      </c:pt>
                      <c:pt idx="5338">
                        <c:v>62.150078000000001</c:v>
                      </c:pt>
                      <c:pt idx="5339">
                        <c:v>62.127163000000003</c:v>
                      </c:pt>
                      <c:pt idx="5340">
                        <c:v>62.104393000000002</c:v>
                      </c:pt>
                      <c:pt idx="5341">
                        <c:v>62.078727999999998</c:v>
                      </c:pt>
                      <c:pt idx="5342">
                        <c:v>62.049709</c:v>
                      </c:pt>
                      <c:pt idx="5343">
                        <c:v>62.020854999999997</c:v>
                      </c:pt>
                      <c:pt idx="5344">
                        <c:v>61.993918999999998</c:v>
                      </c:pt>
                      <c:pt idx="5345">
                        <c:v>61.967635999999999</c:v>
                      </c:pt>
                      <c:pt idx="5346">
                        <c:v>61.941830000000003</c:v>
                      </c:pt>
                      <c:pt idx="5347">
                        <c:v>61.916156999999998</c:v>
                      </c:pt>
                      <c:pt idx="5348">
                        <c:v>61.890686000000002</c:v>
                      </c:pt>
                      <c:pt idx="5349">
                        <c:v>61.862583000000001</c:v>
                      </c:pt>
                      <c:pt idx="5350">
                        <c:v>61.835365000000003</c:v>
                      </c:pt>
                      <c:pt idx="5351">
                        <c:v>61.809105000000002</c:v>
                      </c:pt>
                      <c:pt idx="5352">
                        <c:v>61.778286000000001</c:v>
                      </c:pt>
                      <c:pt idx="5353">
                        <c:v>61.739964000000001</c:v>
                      </c:pt>
                      <c:pt idx="5354">
                        <c:v>61.694671999999997</c:v>
                      </c:pt>
                      <c:pt idx="5355">
                        <c:v>61.643940000000001</c:v>
                      </c:pt>
                      <c:pt idx="5356">
                        <c:v>61.591994999999997</c:v>
                      </c:pt>
                      <c:pt idx="5357">
                        <c:v>61.544682000000002</c:v>
                      </c:pt>
                      <c:pt idx="5358">
                        <c:v>61.504111999999999</c:v>
                      </c:pt>
                      <c:pt idx="5359">
                        <c:v>61.465091999999999</c:v>
                      </c:pt>
                      <c:pt idx="5360">
                        <c:v>61.422728999999997</c:v>
                      </c:pt>
                      <c:pt idx="5361">
                        <c:v>61.368541999999998</c:v>
                      </c:pt>
                      <c:pt idx="5362">
                        <c:v>61.301430000000003</c:v>
                      </c:pt>
                      <c:pt idx="5363">
                        <c:v>61.229553000000003</c:v>
                      </c:pt>
                      <c:pt idx="5364">
                        <c:v>61.155631999999997</c:v>
                      </c:pt>
                      <c:pt idx="5365">
                        <c:v>61.078411000000003</c:v>
                      </c:pt>
                      <c:pt idx="5366">
                        <c:v>60.994553000000003</c:v>
                      </c:pt>
                      <c:pt idx="5367">
                        <c:v>60.901985000000003</c:v>
                      </c:pt>
                      <c:pt idx="5368">
                        <c:v>60.809623999999999</c:v>
                      </c:pt>
                      <c:pt idx="5369">
                        <c:v>60.724510000000002</c:v>
                      </c:pt>
                      <c:pt idx="5370">
                        <c:v>60.641829999999999</c:v>
                      </c:pt>
                      <c:pt idx="5371">
                        <c:v>60.547623000000002</c:v>
                      </c:pt>
                      <c:pt idx="5372">
                        <c:v>60.441761</c:v>
                      </c:pt>
                      <c:pt idx="5373">
                        <c:v>60.337418</c:v>
                      </c:pt>
                      <c:pt idx="5374">
                        <c:v>60.248268000000003</c:v>
                      </c:pt>
                      <c:pt idx="5375">
                        <c:v>60.167686000000003</c:v>
                      </c:pt>
                      <c:pt idx="5376">
                        <c:v>60.086246000000003</c:v>
                      </c:pt>
                      <c:pt idx="5377">
                        <c:v>60.000785999999998</c:v>
                      </c:pt>
                      <c:pt idx="5378">
                        <c:v>59.918610000000001</c:v>
                      </c:pt>
                      <c:pt idx="5379">
                        <c:v>59.862372999999998</c:v>
                      </c:pt>
                      <c:pt idx="5380">
                        <c:v>59.841102999999997</c:v>
                      </c:pt>
                      <c:pt idx="5381">
                        <c:v>59.844203999999998</c:v>
                      </c:pt>
                      <c:pt idx="5382">
                        <c:v>59.865929000000001</c:v>
                      </c:pt>
                      <c:pt idx="5383">
                        <c:v>59.908791000000001</c:v>
                      </c:pt>
                      <c:pt idx="5384">
                        <c:v>59.978938999999997</c:v>
                      </c:pt>
                      <c:pt idx="5385">
                        <c:v>60.065013999999998</c:v>
                      </c:pt>
                      <c:pt idx="5386">
                        <c:v>60.153534000000001</c:v>
                      </c:pt>
                      <c:pt idx="5387">
                        <c:v>60.239792000000001</c:v>
                      </c:pt>
                      <c:pt idx="5388">
                        <c:v>60.328175000000002</c:v>
                      </c:pt>
                      <c:pt idx="5389">
                        <c:v>60.416167999999999</c:v>
                      </c:pt>
                      <c:pt idx="5390">
                        <c:v>60.503464000000001</c:v>
                      </c:pt>
                      <c:pt idx="5391">
                        <c:v>60.589950999999999</c:v>
                      </c:pt>
                      <c:pt idx="5392">
                        <c:v>60.662140000000001</c:v>
                      </c:pt>
                      <c:pt idx="5393">
                        <c:v>60.723708999999999</c:v>
                      </c:pt>
                      <c:pt idx="5394">
                        <c:v>60.774075000000003</c:v>
                      </c:pt>
                      <c:pt idx="5395">
                        <c:v>60.818717999999997</c:v>
                      </c:pt>
                      <c:pt idx="5396">
                        <c:v>60.870730999999999</c:v>
                      </c:pt>
                      <c:pt idx="5397">
                        <c:v>60.923676</c:v>
                      </c:pt>
                      <c:pt idx="5398">
                        <c:v>60.963383</c:v>
                      </c:pt>
                      <c:pt idx="5399">
                        <c:v>60.988318999999997</c:v>
                      </c:pt>
                      <c:pt idx="5400">
                        <c:v>61.001907000000003</c:v>
                      </c:pt>
                      <c:pt idx="5401">
                        <c:v>61.012810000000002</c:v>
                      </c:pt>
                      <c:pt idx="5402">
                        <c:v>61.025855999999997</c:v>
                      </c:pt>
                      <c:pt idx="5403">
                        <c:v>61.040489000000001</c:v>
                      </c:pt>
                      <c:pt idx="5404">
                        <c:v>61.051926000000002</c:v>
                      </c:pt>
                      <c:pt idx="5405">
                        <c:v>61.059162000000001</c:v>
                      </c:pt>
                      <c:pt idx="5406">
                        <c:v>61.065769000000003</c:v>
                      </c:pt>
                      <c:pt idx="5407">
                        <c:v>61.074286999999998</c:v>
                      </c:pt>
                      <c:pt idx="5408">
                        <c:v>61.086528999999999</c:v>
                      </c:pt>
                      <c:pt idx="5409">
                        <c:v>61.100951999999999</c:v>
                      </c:pt>
                      <c:pt idx="5410">
                        <c:v>61.112079999999999</c:v>
                      </c:pt>
                      <c:pt idx="5411">
                        <c:v>61.123142000000001</c:v>
                      </c:pt>
                      <c:pt idx="5412">
                        <c:v>61.139656000000002</c:v>
                      </c:pt>
                      <c:pt idx="5413">
                        <c:v>61.163967</c:v>
                      </c:pt>
                      <c:pt idx="5414">
                        <c:v>61.201529999999998</c:v>
                      </c:pt>
                      <c:pt idx="5415">
                        <c:v>61.243564999999997</c:v>
                      </c:pt>
                      <c:pt idx="5416">
                        <c:v>61.277576000000003</c:v>
                      </c:pt>
                      <c:pt idx="5417">
                        <c:v>61.298717000000003</c:v>
                      </c:pt>
                      <c:pt idx="5418">
                        <c:v>61.316733999999997</c:v>
                      </c:pt>
                      <c:pt idx="5419">
                        <c:v>61.337673000000002</c:v>
                      </c:pt>
                      <c:pt idx="5420">
                        <c:v>61.359439999999999</c:v>
                      </c:pt>
                      <c:pt idx="5421">
                        <c:v>61.37632</c:v>
                      </c:pt>
                      <c:pt idx="5422">
                        <c:v>61.384456999999998</c:v>
                      </c:pt>
                      <c:pt idx="5423">
                        <c:v>61.384262</c:v>
                      </c:pt>
                      <c:pt idx="5424">
                        <c:v>61.37603</c:v>
                      </c:pt>
                      <c:pt idx="5425">
                        <c:v>61.362907</c:v>
                      </c:pt>
                      <c:pt idx="5426">
                        <c:v>61.349049000000001</c:v>
                      </c:pt>
                      <c:pt idx="5427">
                        <c:v>61.335518</c:v>
                      </c:pt>
                      <c:pt idx="5428">
                        <c:v>61.319305</c:v>
                      </c:pt>
                      <c:pt idx="5429">
                        <c:v>61.296478</c:v>
                      </c:pt>
                      <c:pt idx="5430">
                        <c:v>61.266635999999998</c:v>
                      </c:pt>
                      <c:pt idx="5431">
                        <c:v>61.232120999999999</c:v>
                      </c:pt>
                      <c:pt idx="5432">
                        <c:v>61.183140000000002</c:v>
                      </c:pt>
                      <c:pt idx="5433">
                        <c:v>61.110667999999997</c:v>
                      </c:pt>
                      <c:pt idx="5434">
                        <c:v>61.022258999999998</c:v>
                      </c:pt>
                      <c:pt idx="5435">
                        <c:v>60.921967000000002</c:v>
                      </c:pt>
                      <c:pt idx="5436">
                        <c:v>60.813975999999997</c:v>
                      </c:pt>
                      <c:pt idx="5437">
                        <c:v>60.700370999999997</c:v>
                      </c:pt>
                      <c:pt idx="5438">
                        <c:v>60.584083999999997</c:v>
                      </c:pt>
                      <c:pt idx="5439">
                        <c:v>60.473765999999998</c:v>
                      </c:pt>
                      <c:pt idx="5440">
                        <c:v>60.381537999999999</c:v>
                      </c:pt>
                      <c:pt idx="5441">
                        <c:v>60.316738000000001</c:v>
                      </c:pt>
                      <c:pt idx="5442">
                        <c:v>60.268627000000002</c:v>
                      </c:pt>
                      <c:pt idx="5443">
                        <c:v>60.225211999999999</c:v>
                      </c:pt>
                      <c:pt idx="5444">
                        <c:v>60.177883000000001</c:v>
                      </c:pt>
                      <c:pt idx="5445">
                        <c:v>60.121872000000003</c:v>
                      </c:pt>
                      <c:pt idx="5446">
                        <c:v>60.058619999999998</c:v>
                      </c:pt>
                      <c:pt idx="5447">
                        <c:v>59.989288000000002</c:v>
                      </c:pt>
                      <c:pt idx="5448">
                        <c:v>59.915176000000002</c:v>
                      </c:pt>
                      <c:pt idx="5449">
                        <c:v>59.843173999999998</c:v>
                      </c:pt>
                      <c:pt idx="5450">
                        <c:v>59.774344999999997</c:v>
                      </c:pt>
                      <c:pt idx="5451">
                        <c:v>59.702728</c:v>
                      </c:pt>
                      <c:pt idx="5452">
                        <c:v>59.615901999999998</c:v>
                      </c:pt>
                      <c:pt idx="5453">
                        <c:v>59.517059000000003</c:v>
                      </c:pt>
                      <c:pt idx="5454">
                        <c:v>59.410556999999997</c:v>
                      </c:pt>
                      <c:pt idx="5455">
                        <c:v>59.301281000000003</c:v>
                      </c:pt>
                      <c:pt idx="5456">
                        <c:v>59.205016999999998</c:v>
                      </c:pt>
                      <c:pt idx="5457">
                        <c:v>59.121338000000002</c:v>
                      </c:pt>
                      <c:pt idx="5458">
                        <c:v>59.043671000000003</c:v>
                      </c:pt>
                      <c:pt idx="5459">
                        <c:v>58.963420999999997</c:v>
                      </c:pt>
                      <c:pt idx="5460">
                        <c:v>58.877150999999998</c:v>
                      </c:pt>
                      <c:pt idx="5461">
                        <c:v>58.781756999999999</c:v>
                      </c:pt>
                      <c:pt idx="5462">
                        <c:v>58.680121999999997</c:v>
                      </c:pt>
                      <c:pt idx="5463">
                        <c:v>58.566764999999997</c:v>
                      </c:pt>
                      <c:pt idx="5464">
                        <c:v>58.440834000000002</c:v>
                      </c:pt>
                      <c:pt idx="5465">
                        <c:v>58.315899000000002</c:v>
                      </c:pt>
                      <c:pt idx="5466">
                        <c:v>58.202022999999997</c:v>
                      </c:pt>
                      <c:pt idx="5467">
                        <c:v>58.095413000000001</c:v>
                      </c:pt>
                      <c:pt idx="5468">
                        <c:v>57.983021000000001</c:v>
                      </c:pt>
                      <c:pt idx="5469">
                        <c:v>57.865501000000002</c:v>
                      </c:pt>
                      <c:pt idx="5470">
                        <c:v>57.751907000000003</c:v>
                      </c:pt>
                      <c:pt idx="5471">
                        <c:v>57.655113</c:v>
                      </c:pt>
                      <c:pt idx="5472">
                        <c:v>57.584105999999998</c:v>
                      </c:pt>
                      <c:pt idx="5473">
                        <c:v>57.528629000000002</c:v>
                      </c:pt>
                      <c:pt idx="5474">
                        <c:v>57.475681000000002</c:v>
                      </c:pt>
                      <c:pt idx="5475">
                        <c:v>57.417060999999997</c:v>
                      </c:pt>
                      <c:pt idx="5476">
                        <c:v>57.361828000000003</c:v>
                      </c:pt>
                      <c:pt idx="5477">
                        <c:v>57.317616000000001</c:v>
                      </c:pt>
                      <c:pt idx="5478">
                        <c:v>57.276772000000001</c:v>
                      </c:pt>
                      <c:pt idx="5479">
                        <c:v>57.228073000000002</c:v>
                      </c:pt>
                      <c:pt idx="5480">
                        <c:v>57.169209000000002</c:v>
                      </c:pt>
                      <c:pt idx="5481">
                        <c:v>57.102542999999997</c:v>
                      </c:pt>
                      <c:pt idx="5482">
                        <c:v>57.029491</c:v>
                      </c:pt>
                      <c:pt idx="5483">
                        <c:v>56.957436000000001</c:v>
                      </c:pt>
                      <c:pt idx="5484">
                        <c:v>56.901488999999998</c:v>
                      </c:pt>
                      <c:pt idx="5485">
                        <c:v>56.870106</c:v>
                      </c:pt>
                      <c:pt idx="5486">
                        <c:v>56.850951999999999</c:v>
                      </c:pt>
                      <c:pt idx="5487">
                        <c:v>56.836033</c:v>
                      </c:pt>
                      <c:pt idx="5488">
                        <c:v>56.828341999999999</c:v>
                      </c:pt>
                      <c:pt idx="5489">
                        <c:v>56.829445</c:v>
                      </c:pt>
                      <c:pt idx="5490">
                        <c:v>56.835383999999998</c:v>
                      </c:pt>
                      <c:pt idx="5491">
                        <c:v>56.837780000000002</c:v>
                      </c:pt>
                      <c:pt idx="5492">
                        <c:v>56.831443999999998</c:v>
                      </c:pt>
                      <c:pt idx="5493">
                        <c:v>56.823546999999998</c:v>
                      </c:pt>
                      <c:pt idx="5494">
                        <c:v>56.804698999999999</c:v>
                      </c:pt>
                      <c:pt idx="5495">
                        <c:v>56.761631000000001</c:v>
                      </c:pt>
                      <c:pt idx="5496">
                        <c:v>56.696381000000002</c:v>
                      </c:pt>
                      <c:pt idx="5497">
                        <c:v>56.612518000000001</c:v>
                      </c:pt>
                      <c:pt idx="5498">
                        <c:v>56.512588999999998</c:v>
                      </c:pt>
                      <c:pt idx="5499">
                        <c:v>56.402962000000002</c:v>
                      </c:pt>
                      <c:pt idx="5500">
                        <c:v>56.286586999999997</c:v>
                      </c:pt>
                      <c:pt idx="5501">
                        <c:v>56.165199000000001</c:v>
                      </c:pt>
                      <c:pt idx="5502">
                        <c:v>56.047108000000001</c:v>
                      </c:pt>
                      <c:pt idx="5503">
                        <c:v>55.939526000000001</c:v>
                      </c:pt>
                      <c:pt idx="5504">
                        <c:v>55.842342000000002</c:v>
                      </c:pt>
                      <c:pt idx="5505">
                        <c:v>55.760722999999999</c:v>
                      </c:pt>
                      <c:pt idx="5506">
                        <c:v>55.696261999999997</c:v>
                      </c:pt>
                      <c:pt idx="5507">
                        <c:v>55.63879</c:v>
                      </c:pt>
                      <c:pt idx="5508">
                        <c:v>55.588496999999997</c:v>
                      </c:pt>
                      <c:pt idx="5509">
                        <c:v>55.554428000000001</c:v>
                      </c:pt>
                      <c:pt idx="5510">
                        <c:v>55.534976999999998</c:v>
                      </c:pt>
                      <c:pt idx="5511">
                        <c:v>55.524647000000002</c:v>
                      </c:pt>
                      <c:pt idx="5512">
                        <c:v>55.514259000000003</c:v>
                      </c:pt>
                      <c:pt idx="5513">
                        <c:v>55.503529</c:v>
                      </c:pt>
                      <c:pt idx="5514">
                        <c:v>55.494830999999998</c:v>
                      </c:pt>
                      <c:pt idx="5515">
                        <c:v>55.491019999999999</c:v>
                      </c:pt>
                      <c:pt idx="5516">
                        <c:v>55.492984999999997</c:v>
                      </c:pt>
                      <c:pt idx="5517">
                        <c:v>55.497154000000002</c:v>
                      </c:pt>
                      <c:pt idx="5518">
                        <c:v>55.498569000000003</c:v>
                      </c:pt>
                      <c:pt idx="5519">
                        <c:v>55.495598000000001</c:v>
                      </c:pt>
                      <c:pt idx="5520">
                        <c:v>55.492424</c:v>
                      </c:pt>
                      <c:pt idx="5521">
                        <c:v>55.488667</c:v>
                      </c:pt>
                      <c:pt idx="5522">
                        <c:v>55.483131</c:v>
                      </c:pt>
                      <c:pt idx="5523">
                        <c:v>55.473770000000002</c:v>
                      </c:pt>
                      <c:pt idx="5524">
                        <c:v>55.463341</c:v>
                      </c:pt>
                      <c:pt idx="5525">
                        <c:v>55.459038</c:v>
                      </c:pt>
                      <c:pt idx="5526">
                        <c:v>55.460377000000001</c:v>
                      </c:pt>
                      <c:pt idx="5527">
                        <c:v>55.460254999999997</c:v>
                      </c:pt>
                      <c:pt idx="5528">
                        <c:v>55.452370000000002</c:v>
                      </c:pt>
                      <c:pt idx="5529">
                        <c:v>55.436278999999999</c:v>
                      </c:pt>
                      <c:pt idx="5530">
                        <c:v>55.415725999999999</c:v>
                      </c:pt>
                      <c:pt idx="5531">
                        <c:v>55.399582000000002</c:v>
                      </c:pt>
                      <c:pt idx="5532">
                        <c:v>55.385894999999998</c:v>
                      </c:pt>
                      <c:pt idx="5533">
                        <c:v>55.374825000000001</c:v>
                      </c:pt>
                      <c:pt idx="5534">
                        <c:v>55.367393</c:v>
                      </c:pt>
                      <c:pt idx="5535">
                        <c:v>55.364246000000001</c:v>
                      </c:pt>
                      <c:pt idx="5536">
                        <c:v>55.366382999999999</c:v>
                      </c:pt>
                      <c:pt idx="5537">
                        <c:v>55.374339999999997</c:v>
                      </c:pt>
                      <c:pt idx="5538">
                        <c:v>55.378951999999998</c:v>
                      </c:pt>
                      <c:pt idx="5539">
                        <c:v>55.378647000000001</c:v>
                      </c:pt>
                      <c:pt idx="5540">
                        <c:v>55.361660000000001</c:v>
                      </c:pt>
                      <c:pt idx="5541">
                        <c:v>55.327641</c:v>
                      </c:pt>
                      <c:pt idx="5542">
                        <c:v>55.280949</c:v>
                      </c:pt>
                      <c:pt idx="5543">
                        <c:v>55.230324000000003</c:v>
                      </c:pt>
                      <c:pt idx="5544">
                        <c:v>55.187542000000001</c:v>
                      </c:pt>
                      <c:pt idx="5545">
                        <c:v>55.154601999999997</c:v>
                      </c:pt>
                      <c:pt idx="5546">
                        <c:v>55.119067999999999</c:v>
                      </c:pt>
                      <c:pt idx="5547">
                        <c:v>55.073681000000001</c:v>
                      </c:pt>
                      <c:pt idx="5548">
                        <c:v>55.015529999999998</c:v>
                      </c:pt>
                      <c:pt idx="5549">
                        <c:v>54.943508000000001</c:v>
                      </c:pt>
                      <c:pt idx="5550">
                        <c:v>54.858822000000004</c:v>
                      </c:pt>
                      <c:pt idx="5551">
                        <c:v>54.765945000000002</c:v>
                      </c:pt>
                      <c:pt idx="5552">
                        <c:v>54.674118</c:v>
                      </c:pt>
                      <c:pt idx="5553">
                        <c:v>54.582970000000003</c:v>
                      </c:pt>
                      <c:pt idx="5554">
                        <c:v>54.488650999999997</c:v>
                      </c:pt>
                      <c:pt idx="5555">
                        <c:v>54.39555</c:v>
                      </c:pt>
                      <c:pt idx="5556">
                        <c:v>54.306156000000001</c:v>
                      </c:pt>
                      <c:pt idx="5557">
                        <c:v>54.225707999999997</c:v>
                      </c:pt>
                      <c:pt idx="5558">
                        <c:v>54.174560999999997</c:v>
                      </c:pt>
                      <c:pt idx="5559">
                        <c:v>54.149616000000002</c:v>
                      </c:pt>
                      <c:pt idx="5560">
                        <c:v>54.134509999999999</c:v>
                      </c:pt>
                      <c:pt idx="5561">
                        <c:v>54.123958999999999</c:v>
                      </c:pt>
                      <c:pt idx="5562">
                        <c:v>54.112087000000002</c:v>
                      </c:pt>
                      <c:pt idx="5563">
                        <c:v>54.100276999999998</c:v>
                      </c:pt>
                      <c:pt idx="5564">
                        <c:v>54.089942999999998</c:v>
                      </c:pt>
                      <c:pt idx="5565">
                        <c:v>54.078785000000003</c:v>
                      </c:pt>
                      <c:pt idx="5566">
                        <c:v>54.062339999999999</c:v>
                      </c:pt>
                      <c:pt idx="5567">
                        <c:v>54.033648999999997</c:v>
                      </c:pt>
                      <c:pt idx="5568">
                        <c:v>53.995556000000001</c:v>
                      </c:pt>
                      <c:pt idx="5569">
                        <c:v>53.946326999999997</c:v>
                      </c:pt>
                      <c:pt idx="5570">
                        <c:v>53.875537999999999</c:v>
                      </c:pt>
                      <c:pt idx="5571">
                        <c:v>53.786681999999999</c:v>
                      </c:pt>
                      <c:pt idx="5572">
                        <c:v>53.684921000000003</c:v>
                      </c:pt>
                      <c:pt idx="5573">
                        <c:v>53.571331000000001</c:v>
                      </c:pt>
                      <c:pt idx="5574">
                        <c:v>53.451068999999997</c:v>
                      </c:pt>
                      <c:pt idx="5575">
                        <c:v>53.330531999999998</c:v>
                      </c:pt>
                      <c:pt idx="5576">
                        <c:v>53.219119999999997</c:v>
                      </c:pt>
                      <c:pt idx="5577">
                        <c:v>53.119720000000001</c:v>
                      </c:pt>
                      <c:pt idx="5578">
                        <c:v>53.036419000000002</c:v>
                      </c:pt>
                      <c:pt idx="5579">
                        <c:v>52.961948</c:v>
                      </c:pt>
                      <c:pt idx="5580">
                        <c:v>52.880443999999997</c:v>
                      </c:pt>
                      <c:pt idx="5581">
                        <c:v>52.785656000000003</c:v>
                      </c:pt>
                      <c:pt idx="5582">
                        <c:v>52.685065999999999</c:v>
                      </c:pt>
                      <c:pt idx="5583">
                        <c:v>52.579383999999997</c:v>
                      </c:pt>
                      <c:pt idx="5584">
                        <c:v>52.471066</c:v>
                      </c:pt>
                      <c:pt idx="5585">
                        <c:v>52.358459000000003</c:v>
                      </c:pt>
                      <c:pt idx="5586">
                        <c:v>52.240791000000002</c:v>
                      </c:pt>
                      <c:pt idx="5587">
                        <c:v>52.125270999999998</c:v>
                      </c:pt>
                      <c:pt idx="5588">
                        <c:v>52.026066</c:v>
                      </c:pt>
                      <c:pt idx="5589">
                        <c:v>51.948588999999998</c:v>
                      </c:pt>
                      <c:pt idx="5590">
                        <c:v>51.893577999999998</c:v>
                      </c:pt>
                      <c:pt idx="5591">
                        <c:v>51.854179000000002</c:v>
                      </c:pt>
                      <c:pt idx="5592">
                        <c:v>51.820647999999998</c:v>
                      </c:pt>
                      <c:pt idx="5593">
                        <c:v>51.790871000000003</c:v>
                      </c:pt>
                      <c:pt idx="5594">
                        <c:v>51.766689</c:v>
                      </c:pt>
                      <c:pt idx="5595">
                        <c:v>51.754447999999996</c:v>
                      </c:pt>
                      <c:pt idx="5596">
                        <c:v>51.75132</c:v>
                      </c:pt>
                      <c:pt idx="5597">
                        <c:v>51.752124999999999</c:v>
                      </c:pt>
                      <c:pt idx="5598">
                        <c:v>51.750031</c:v>
                      </c:pt>
                      <c:pt idx="5599">
                        <c:v>51.741931999999998</c:v>
                      </c:pt>
                      <c:pt idx="5600">
                        <c:v>51.726951999999997</c:v>
                      </c:pt>
                      <c:pt idx="5601">
                        <c:v>51.708987999999998</c:v>
                      </c:pt>
                      <c:pt idx="5602">
                        <c:v>51.695427000000002</c:v>
                      </c:pt>
                      <c:pt idx="5603">
                        <c:v>51.681857999999998</c:v>
                      </c:pt>
                      <c:pt idx="5604">
                        <c:v>51.660057000000002</c:v>
                      </c:pt>
                      <c:pt idx="5605">
                        <c:v>51.633518000000002</c:v>
                      </c:pt>
                      <c:pt idx="5606">
                        <c:v>51.610821000000001</c:v>
                      </c:pt>
                      <c:pt idx="5607">
                        <c:v>51.592888000000002</c:v>
                      </c:pt>
                      <c:pt idx="5608">
                        <c:v>51.573188999999999</c:v>
                      </c:pt>
                      <c:pt idx="5609">
                        <c:v>51.553375000000003</c:v>
                      </c:pt>
                      <c:pt idx="5610">
                        <c:v>51.533707</c:v>
                      </c:pt>
                      <c:pt idx="5611">
                        <c:v>51.516716000000002</c:v>
                      </c:pt>
                      <c:pt idx="5612">
                        <c:v>51.498199</c:v>
                      </c:pt>
                      <c:pt idx="5613">
                        <c:v>51.470688000000003</c:v>
                      </c:pt>
                      <c:pt idx="5614">
                        <c:v>51.434547000000002</c:v>
                      </c:pt>
                      <c:pt idx="5615">
                        <c:v>51.395843999999997</c:v>
                      </c:pt>
                      <c:pt idx="5616">
                        <c:v>51.357574</c:v>
                      </c:pt>
                      <c:pt idx="5617">
                        <c:v>51.321021999999999</c:v>
                      </c:pt>
                      <c:pt idx="5618">
                        <c:v>51.287506</c:v>
                      </c:pt>
                      <c:pt idx="5619">
                        <c:v>51.254004999999999</c:v>
                      </c:pt>
                      <c:pt idx="5620">
                        <c:v>51.223185999999998</c:v>
                      </c:pt>
                      <c:pt idx="5621">
                        <c:v>51.195819999999998</c:v>
                      </c:pt>
                      <c:pt idx="5622">
                        <c:v>51.169978999999998</c:v>
                      </c:pt>
                      <c:pt idx="5623">
                        <c:v>51.148327000000002</c:v>
                      </c:pt>
                      <c:pt idx="5624">
                        <c:v>51.134106000000003</c:v>
                      </c:pt>
                      <c:pt idx="5625">
                        <c:v>51.129032000000002</c:v>
                      </c:pt>
                      <c:pt idx="5626">
                        <c:v>51.130401999999997</c:v>
                      </c:pt>
                      <c:pt idx="5627">
                        <c:v>51.137394</c:v>
                      </c:pt>
                      <c:pt idx="5628">
                        <c:v>51.148601999999997</c:v>
                      </c:pt>
                      <c:pt idx="5629">
                        <c:v>51.163795</c:v>
                      </c:pt>
                      <c:pt idx="5630">
                        <c:v>51.185616000000003</c:v>
                      </c:pt>
                      <c:pt idx="5631">
                        <c:v>51.215076000000003</c:v>
                      </c:pt>
                      <c:pt idx="5632">
                        <c:v>51.256656999999997</c:v>
                      </c:pt>
                      <c:pt idx="5633">
                        <c:v>51.306213</c:v>
                      </c:pt>
                      <c:pt idx="5634">
                        <c:v>51.353175999999998</c:v>
                      </c:pt>
                      <c:pt idx="5635">
                        <c:v>51.391804</c:v>
                      </c:pt>
                      <c:pt idx="5636">
                        <c:v>51.428040000000003</c:v>
                      </c:pt>
                      <c:pt idx="5637">
                        <c:v>51.475867999999998</c:v>
                      </c:pt>
                      <c:pt idx="5638">
                        <c:v>51.555053999999998</c:v>
                      </c:pt>
                      <c:pt idx="5639">
                        <c:v>51.666313000000002</c:v>
                      </c:pt>
                      <c:pt idx="5640">
                        <c:v>51.796585</c:v>
                      </c:pt>
                      <c:pt idx="5641">
                        <c:v>51.930370000000003</c:v>
                      </c:pt>
                      <c:pt idx="5642">
                        <c:v>52.058784000000003</c:v>
                      </c:pt>
                      <c:pt idx="5643">
                        <c:v>52.182445999999999</c:v>
                      </c:pt>
                      <c:pt idx="5644">
                        <c:v>52.303989000000001</c:v>
                      </c:pt>
                      <c:pt idx="5645">
                        <c:v>52.424754999999998</c:v>
                      </c:pt>
                      <c:pt idx="5646">
                        <c:v>52.546908999999999</c:v>
                      </c:pt>
                      <c:pt idx="5647">
                        <c:v>52.671883000000001</c:v>
                      </c:pt>
                      <c:pt idx="5648">
                        <c:v>52.801712000000002</c:v>
                      </c:pt>
                      <c:pt idx="5649">
                        <c:v>52.932304000000002</c:v>
                      </c:pt>
                      <c:pt idx="5650">
                        <c:v>53.066757000000003</c:v>
                      </c:pt>
                      <c:pt idx="5651">
                        <c:v>53.197417999999999</c:v>
                      </c:pt>
                      <c:pt idx="5652">
                        <c:v>53.317107999999998</c:v>
                      </c:pt>
                      <c:pt idx="5653">
                        <c:v>53.427298999999998</c:v>
                      </c:pt>
                      <c:pt idx="5654">
                        <c:v>53.531737999999997</c:v>
                      </c:pt>
                      <c:pt idx="5655">
                        <c:v>53.63644</c:v>
                      </c:pt>
                      <c:pt idx="5656">
                        <c:v>53.742171999999997</c:v>
                      </c:pt>
                      <c:pt idx="5657">
                        <c:v>53.856349999999999</c:v>
                      </c:pt>
                      <c:pt idx="5658">
                        <c:v>53.980376999999997</c:v>
                      </c:pt>
                      <c:pt idx="5659">
                        <c:v>54.114693000000003</c:v>
                      </c:pt>
                      <c:pt idx="5660">
                        <c:v>54.254631000000003</c:v>
                      </c:pt>
                      <c:pt idx="5661">
                        <c:v>54.392569999999999</c:v>
                      </c:pt>
                      <c:pt idx="5662">
                        <c:v>54.531970999999999</c:v>
                      </c:pt>
                      <c:pt idx="5663">
                        <c:v>54.669620999999999</c:v>
                      </c:pt>
                      <c:pt idx="5664">
                        <c:v>54.806556999999998</c:v>
                      </c:pt>
                      <c:pt idx="5665">
                        <c:v>54.946831000000003</c:v>
                      </c:pt>
                      <c:pt idx="5666">
                        <c:v>55.084667000000003</c:v>
                      </c:pt>
                      <c:pt idx="5667">
                        <c:v>55.211689</c:v>
                      </c:pt>
                      <c:pt idx="5668">
                        <c:v>55.318375000000003</c:v>
                      </c:pt>
                      <c:pt idx="5669">
                        <c:v>55.407325999999998</c:v>
                      </c:pt>
                      <c:pt idx="5670">
                        <c:v>55.474159</c:v>
                      </c:pt>
                      <c:pt idx="5671">
                        <c:v>55.511966999999999</c:v>
                      </c:pt>
                      <c:pt idx="5672">
                        <c:v>55.536045000000001</c:v>
                      </c:pt>
                      <c:pt idx="5673">
                        <c:v>55.556576</c:v>
                      </c:pt>
                      <c:pt idx="5674">
                        <c:v>55.574787000000001</c:v>
                      </c:pt>
                      <c:pt idx="5675">
                        <c:v>55.589108000000003</c:v>
                      </c:pt>
                      <c:pt idx="5676">
                        <c:v>55.597777999999998</c:v>
                      </c:pt>
                      <c:pt idx="5677">
                        <c:v>55.601536000000003</c:v>
                      </c:pt>
                      <c:pt idx="5678">
                        <c:v>55.604843000000002</c:v>
                      </c:pt>
                      <c:pt idx="5679">
                        <c:v>55.605518000000004</c:v>
                      </c:pt>
                      <c:pt idx="5680">
                        <c:v>55.595633999999997</c:v>
                      </c:pt>
                      <c:pt idx="5681">
                        <c:v>55.571860999999998</c:v>
                      </c:pt>
                      <c:pt idx="5682">
                        <c:v>55.535446</c:v>
                      </c:pt>
                      <c:pt idx="5683">
                        <c:v>55.483856000000003</c:v>
                      </c:pt>
                      <c:pt idx="5684">
                        <c:v>55.417411999999999</c:v>
                      </c:pt>
                      <c:pt idx="5685">
                        <c:v>55.342700999999998</c:v>
                      </c:pt>
                      <c:pt idx="5686">
                        <c:v>55.267330000000001</c:v>
                      </c:pt>
                      <c:pt idx="5687">
                        <c:v>55.189467999999998</c:v>
                      </c:pt>
                      <c:pt idx="5688">
                        <c:v>55.122757</c:v>
                      </c:pt>
                      <c:pt idx="5689">
                        <c:v>55.084133000000001</c:v>
                      </c:pt>
                      <c:pt idx="5690">
                        <c:v>55.074440000000003</c:v>
                      </c:pt>
                      <c:pt idx="5691">
                        <c:v>55.065125000000002</c:v>
                      </c:pt>
                      <c:pt idx="5692">
                        <c:v>55.054107999999999</c:v>
                      </c:pt>
                      <c:pt idx="5693">
                        <c:v>55.040591999999997</c:v>
                      </c:pt>
                      <c:pt idx="5694">
                        <c:v>55.036377000000002</c:v>
                      </c:pt>
                      <c:pt idx="5695">
                        <c:v>55.026404999999997</c:v>
                      </c:pt>
                      <c:pt idx="5696">
                        <c:v>55.001877</c:v>
                      </c:pt>
                      <c:pt idx="5697">
                        <c:v>54.965190999999997</c:v>
                      </c:pt>
                      <c:pt idx="5698">
                        <c:v>54.920127999999998</c:v>
                      </c:pt>
                      <c:pt idx="5699">
                        <c:v>54.871837999999997</c:v>
                      </c:pt>
                      <c:pt idx="5700">
                        <c:v>54.815876000000003</c:v>
                      </c:pt>
                      <c:pt idx="5701">
                        <c:v>54.751637000000002</c:v>
                      </c:pt>
                      <c:pt idx="5702">
                        <c:v>54.681449999999998</c:v>
                      </c:pt>
                      <c:pt idx="5703">
                        <c:v>54.615391000000002</c:v>
                      </c:pt>
                      <c:pt idx="5704">
                        <c:v>54.557720000000003</c:v>
                      </c:pt>
                      <c:pt idx="5705">
                        <c:v>54.501545</c:v>
                      </c:pt>
                      <c:pt idx="5706">
                        <c:v>54.441558999999998</c:v>
                      </c:pt>
                      <c:pt idx="5707">
                        <c:v>54.385952000000003</c:v>
                      </c:pt>
                      <c:pt idx="5708">
                        <c:v>54.343487000000003</c:v>
                      </c:pt>
                      <c:pt idx="5709">
                        <c:v>54.311829000000003</c:v>
                      </c:pt>
                      <c:pt idx="5710">
                        <c:v>54.292178999999997</c:v>
                      </c:pt>
                      <c:pt idx="5711">
                        <c:v>54.302132</c:v>
                      </c:pt>
                      <c:pt idx="5712">
                        <c:v>54.346710000000002</c:v>
                      </c:pt>
                      <c:pt idx="5713">
                        <c:v>54.403297000000002</c:v>
                      </c:pt>
                      <c:pt idx="5714">
                        <c:v>54.460835000000003</c:v>
                      </c:pt>
                      <c:pt idx="5715">
                        <c:v>54.509377000000001</c:v>
                      </c:pt>
                      <c:pt idx="5716">
                        <c:v>54.548988000000001</c:v>
                      </c:pt>
                      <c:pt idx="5717">
                        <c:v>54.585735</c:v>
                      </c:pt>
                      <c:pt idx="5718">
                        <c:v>54.610137999999999</c:v>
                      </c:pt>
                      <c:pt idx="5719">
                        <c:v>54.610424000000002</c:v>
                      </c:pt>
                      <c:pt idx="5720">
                        <c:v>54.580329999999996</c:v>
                      </c:pt>
                      <c:pt idx="5721">
                        <c:v>54.520446999999997</c:v>
                      </c:pt>
                      <c:pt idx="5722">
                        <c:v>54.448574000000001</c:v>
                      </c:pt>
                      <c:pt idx="5723">
                        <c:v>54.374786</c:v>
                      </c:pt>
                      <c:pt idx="5724">
                        <c:v>54.303741000000002</c:v>
                      </c:pt>
                      <c:pt idx="5725">
                        <c:v>54.239395000000002</c:v>
                      </c:pt>
                      <c:pt idx="5726">
                        <c:v>54.187618000000001</c:v>
                      </c:pt>
                      <c:pt idx="5727">
                        <c:v>54.144657000000002</c:v>
                      </c:pt>
                      <c:pt idx="5728">
                        <c:v>54.104301</c:v>
                      </c:pt>
                      <c:pt idx="5729">
                        <c:v>54.063884999999999</c:v>
                      </c:pt>
                      <c:pt idx="5730">
                        <c:v>54.025447999999997</c:v>
                      </c:pt>
                      <c:pt idx="5731">
                        <c:v>53.989776999999997</c:v>
                      </c:pt>
                      <c:pt idx="5732">
                        <c:v>53.954346000000001</c:v>
                      </c:pt>
                      <c:pt idx="5733">
                        <c:v>53.920704000000001</c:v>
                      </c:pt>
                      <c:pt idx="5734">
                        <c:v>53.893954999999998</c:v>
                      </c:pt>
                      <c:pt idx="5735">
                        <c:v>53.883738999999998</c:v>
                      </c:pt>
                      <c:pt idx="5736">
                        <c:v>53.888202999999997</c:v>
                      </c:pt>
                      <c:pt idx="5737">
                        <c:v>53.895828000000002</c:v>
                      </c:pt>
                      <c:pt idx="5738">
                        <c:v>53.885871999999999</c:v>
                      </c:pt>
                      <c:pt idx="5739">
                        <c:v>53.855446000000001</c:v>
                      </c:pt>
                      <c:pt idx="5740">
                        <c:v>53.797255999999997</c:v>
                      </c:pt>
                      <c:pt idx="5741">
                        <c:v>53.742339999999999</c:v>
                      </c:pt>
                      <c:pt idx="5742">
                        <c:v>53.686633999999998</c:v>
                      </c:pt>
                      <c:pt idx="5743">
                        <c:v>53.618808999999999</c:v>
                      </c:pt>
                      <c:pt idx="5744">
                        <c:v>53.552528000000002</c:v>
                      </c:pt>
                      <c:pt idx="5745">
                        <c:v>53.497352999999997</c:v>
                      </c:pt>
                      <c:pt idx="5746">
                        <c:v>53.440277000000002</c:v>
                      </c:pt>
                      <c:pt idx="5747">
                        <c:v>53.377625000000002</c:v>
                      </c:pt>
                      <c:pt idx="5748">
                        <c:v>53.304546000000002</c:v>
                      </c:pt>
                      <c:pt idx="5749">
                        <c:v>53.225085999999997</c:v>
                      </c:pt>
                      <c:pt idx="5750">
                        <c:v>53.137206999999997</c:v>
                      </c:pt>
                      <c:pt idx="5751">
                        <c:v>53.048565000000004</c:v>
                      </c:pt>
                      <c:pt idx="5752">
                        <c:v>52.961609000000003</c:v>
                      </c:pt>
                      <c:pt idx="5753">
                        <c:v>52.871780000000001</c:v>
                      </c:pt>
                      <c:pt idx="5754">
                        <c:v>52.782691999999997</c:v>
                      </c:pt>
                      <c:pt idx="5755">
                        <c:v>52.692847999999998</c:v>
                      </c:pt>
                      <c:pt idx="5756">
                        <c:v>52.598216999999998</c:v>
                      </c:pt>
                      <c:pt idx="5757">
                        <c:v>52.495292999999997</c:v>
                      </c:pt>
                      <c:pt idx="5758">
                        <c:v>52.393355999999997</c:v>
                      </c:pt>
                      <c:pt idx="5759">
                        <c:v>52.313679</c:v>
                      </c:pt>
                      <c:pt idx="5760">
                        <c:v>52.257117999999998</c:v>
                      </c:pt>
                      <c:pt idx="5761">
                        <c:v>52.194889000000003</c:v>
                      </c:pt>
                      <c:pt idx="5762">
                        <c:v>52.121364999999997</c:v>
                      </c:pt>
                      <c:pt idx="5763">
                        <c:v>52.04298</c:v>
                      </c:pt>
                      <c:pt idx="5764">
                        <c:v>51.967167000000003</c:v>
                      </c:pt>
                      <c:pt idx="5765">
                        <c:v>51.897083000000002</c:v>
                      </c:pt>
                      <c:pt idx="5766">
                        <c:v>51.834274000000001</c:v>
                      </c:pt>
                      <c:pt idx="5767">
                        <c:v>51.774261000000003</c:v>
                      </c:pt>
                      <c:pt idx="5768">
                        <c:v>51.714092000000001</c:v>
                      </c:pt>
                      <c:pt idx="5769">
                        <c:v>51.654891999999997</c:v>
                      </c:pt>
                      <c:pt idx="5770">
                        <c:v>51.603306000000003</c:v>
                      </c:pt>
                      <c:pt idx="5771">
                        <c:v>51.558261999999999</c:v>
                      </c:pt>
                      <c:pt idx="5772">
                        <c:v>51.513030999999998</c:v>
                      </c:pt>
                      <c:pt idx="5773">
                        <c:v>51.467444999999998</c:v>
                      </c:pt>
                      <c:pt idx="5774">
                        <c:v>51.426608999999999</c:v>
                      </c:pt>
                      <c:pt idx="5775">
                        <c:v>51.392539999999997</c:v>
                      </c:pt>
                      <c:pt idx="5776">
                        <c:v>51.362952999999997</c:v>
                      </c:pt>
                      <c:pt idx="5777">
                        <c:v>51.331825000000002</c:v>
                      </c:pt>
                      <c:pt idx="5778">
                        <c:v>51.296745000000001</c:v>
                      </c:pt>
                      <c:pt idx="5779">
                        <c:v>51.265231999999997</c:v>
                      </c:pt>
                      <c:pt idx="5780">
                        <c:v>51.233673000000003</c:v>
                      </c:pt>
                      <c:pt idx="5781">
                        <c:v>51.184891</c:v>
                      </c:pt>
                      <c:pt idx="5782">
                        <c:v>51.122467</c:v>
                      </c:pt>
                      <c:pt idx="5783">
                        <c:v>51.052185000000001</c:v>
                      </c:pt>
                      <c:pt idx="5784">
                        <c:v>50.982647</c:v>
                      </c:pt>
                      <c:pt idx="5785">
                        <c:v>50.916260000000001</c:v>
                      </c:pt>
                      <c:pt idx="5786">
                        <c:v>50.848320000000001</c:v>
                      </c:pt>
                      <c:pt idx="5787">
                        <c:v>50.784626000000003</c:v>
                      </c:pt>
                      <c:pt idx="5788">
                        <c:v>50.729889</c:v>
                      </c:pt>
                      <c:pt idx="5789">
                        <c:v>50.687668000000002</c:v>
                      </c:pt>
                      <c:pt idx="5790">
                        <c:v>50.661006999999998</c:v>
                      </c:pt>
                      <c:pt idx="5791">
                        <c:v>50.645080999999998</c:v>
                      </c:pt>
                      <c:pt idx="5792">
                        <c:v>50.633442000000002</c:v>
                      </c:pt>
                      <c:pt idx="5793">
                        <c:v>50.615929000000001</c:v>
                      </c:pt>
                      <c:pt idx="5794">
                        <c:v>50.595351999999998</c:v>
                      </c:pt>
                      <c:pt idx="5795">
                        <c:v>50.572890999999998</c:v>
                      </c:pt>
                      <c:pt idx="5796">
                        <c:v>50.551575</c:v>
                      </c:pt>
                      <c:pt idx="5797">
                        <c:v>50.544704000000003</c:v>
                      </c:pt>
                      <c:pt idx="5798">
                        <c:v>50.559494000000001</c:v>
                      </c:pt>
                      <c:pt idx="5799">
                        <c:v>50.588261000000003</c:v>
                      </c:pt>
                      <c:pt idx="5800">
                        <c:v>50.627341999999999</c:v>
                      </c:pt>
                      <c:pt idx="5801">
                        <c:v>50.684334</c:v>
                      </c:pt>
                      <c:pt idx="5802">
                        <c:v>50.768452000000003</c:v>
                      </c:pt>
                      <c:pt idx="5803">
                        <c:v>50.867386000000003</c:v>
                      </c:pt>
                      <c:pt idx="5804">
                        <c:v>50.967891999999999</c:v>
                      </c:pt>
                      <c:pt idx="5805">
                        <c:v>51.061889999999998</c:v>
                      </c:pt>
                      <c:pt idx="5806">
                        <c:v>51.143635000000003</c:v>
                      </c:pt>
                      <c:pt idx="5807">
                        <c:v>51.222136999999996</c:v>
                      </c:pt>
                      <c:pt idx="5808">
                        <c:v>51.295333999999997</c:v>
                      </c:pt>
                      <c:pt idx="5809">
                        <c:v>51.358764999999998</c:v>
                      </c:pt>
                      <c:pt idx="5810">
                        <c:v>51.417865999999997</c:v>
                      </c:pt>
                      <c:pt idx="5811">
                        <c:v>51.466999000000001</c:v>
                      </c:pt>
                      <c:pt idx="5812">
                        <c:v>51.505875000000003</c:v>
                      </c:pt>
                      <c:pt idx="5813">
                        <c:v>51.541691</c:v>
                      </c:pt>
                      <c:pt idx="5814">
                        <c:v>51.579791999999998</c:v>
                      </c:pt>
                      <c:pt idx="5815">
                        <c:v>51.630642000000002</c:v>
                      </c:pt>
                      <c:pt idx="5816">
                        <c:v>51.690922</c:v>
                      </c:pt>
                      <c:pt idx="5817">
                        <c:v>51.769542999999999</c:v>
                      </c:pt>
                      <c:pt idx="5818">
                        <c:v>51.852725999999997</c:v>
                      </c:pt>
                      <c:pt idx="5819">
                        <c:v>51.931423000000002</c:v>
                      </c:pt>
                      <c:pt idx="5820">
                        <c:v>51.999889000000003</c:v>
                      </c:pt>
                      <c:pt idx="5821">
                        <c:v>52.061562000000002</c:v>
                      </c:pt>
                      <c:pt idx="5822">
                        <c:v>52.121552000000001</c:v>
                      </c:pt>
                      <c:pt idx="5823">
                        <c:v>52.191803</c:v>
                      </c:pt>
                      <c:pt idx="5824">
                        <c:v>52.267845000000001</c:v>
                      </c:pt>
                      <c:pt idx="5825">
                        <c:v>52.346648999999999</c:v>
                      </c:pt>
                      <c:pt idx="5826">
                        <c:v>52.432713</c:v>
                      </c:pt>
                      <c:pt idx="5827">
                        <c:v>52.527569</c:v>
                      </c:pt>
                      <c:pt idx="5828">
                        <c:v>52.629500999999998</c:v>
                      </c:pt>
                      <c:pt idx="5829">
                        <c:v>52.737267000000003</c:v>
                      </c:pt>
                      <c:pt idx="5830">
                        <c:v>52.855141000000003</c:v>
                      </c:pt>
                      <c:pt idx="5831">
                        <c:v>52.976906</c:v>
                      </c:pt>
                      <c:pt idx="5832">
                        <c:v>53.097237</c:v>
                      </c:pt>
                      <c:pt idx="5833">
                        <c:v>53.220855999999998</c:v>
                      </c:pt>
                      <c:pt idx="5834">
                        <c:v>53.341304999999998</c:v>
                      </c:pt>
                      <c:pt idx="5835">
                        <c:v>53.448844999999999</c:v>
                      </c:pt>
                      <c:pt idx="5836">
                        <c:v>53.544955999999999</c:v>
                      </c:pt>
                      <c:pt idx="5837">
                        <c:v>53.638714</c:v>
                      </c:pt>
                      <c:pt idx="5838">
                        <c:v>53.731746999999999</c:v>
                      </c:pt>
                      <c:pt idx="5839">
                        <c:v>53.830112</c:v>
                      </c:pt>
                      <c:pt idx="5840">
                        <c:v>53.934258</c:v>
                      </c:pt>
                      <c:pt idx="5841">
                        <c:v>54.036949</c:v>
                      </c:pt>
                      <c:pt idx="5842">
                        <c:v>54.12809</c:v>
                      </c:pt>
                      <c:pt idx="5843">
                        <c:v>54.221283</c:v>
                      </c:pt>
                      <c:pt idx="5844">
                        <c:v>54.320225000000001</c:v>
                      </c:pt>
                      <c:pt idx="5845">
                        <c:v>54.412208999999997</c:v>
                      </c:pt>
                      <c:pt idx="5846">
                        <c:v>54.491923999999997</c:v>
                      </c:pt>
                      <c:pt idx="5847">
                        <c:v>54.563319999999997</c:v>
                      </c:pt>
                      <c:pt idx="5848">
                        <c:v>54.620902999999998</c:v>
                      </c:pt>
                      <c:pt idx="5849">
                        <c:v>54.664059000000002</c:v>
                      </c:pt>
                      <c:pt idx="5850">
                        <c:v>54.698273</c:v>
                      </c:pt>
                      <c:pt idx="5851">
                        <c:v>54.721809</c:v>
                      </c:pt>
                      <c:pt idx="5852">
                        <c:v>54.741024000000003</c:v>
                      </c:pt>
                      <c:pt idx="5853">
                        <c:v>54.759430000000002</c:v>
                      </c:pt>
                      <c:pt idx="5854">
                        <c:v>54.778511000000002</c:v>
                      </c:pt>
                      <c:pt idx="5855">
                        <c:v>54.794665999999999</c:v>
                      </c:pt>
                      <c:pt idx="5856">
                        <c:v>54.811233999999999</c:v>
                      </c:pt>
                      <c:pt idx="5857">
                        <c:v>54.831524000000002</c:v>
                      </c:pt>
                      <c:pt idx="5858">
                        <c:v>54.854526999999997</c:v>
                      </c:pt>
                      <c:pt idx="5859">
                        <c:v>54.875464999999998</c:v>
                      </c:pt>
                      <c:pt idx="5860">
                        <c:v>54.888927000000002</c:v>
                      </c:pt>
                      <c:pt idx="5861">
                        <c:v>54.903156000000003</c:v>
                      </c:pt>
                      <c:pt idx="5862">
                        <c:v>54.919860999999997</c:v>
                      </c:pt>
                      <c:pt idx="5863">
                        <c:v>54.939072000000003</c:v>
                      </c:pt>
                      <c:pt idx="5864">
                        <c:v>54.970202999999998</c:v>
                      </c:pt>
                      <c:pt idx="5865">
                        <c:v>55.013634000000003</c:v>
                      </c:pt>
                      <c:pt idx="5866">
                        <c:v>55.045113000000001</c:v>
                      </c:pt>
                      <c:pt idx="5867">
                        <c:v>55.067222999999998</c:v>
                      </c:pt>
                      <c:pt idx="5868">
                        <c:v>55.083678999999997</c:v>
                      </c:pt>
                      <c:pt idx="5869">
                        <c:v>55.099308000000001</c:v>
                      </c:pt>
                      <c:pt idx="5870">
                        <c:v>55.117877999999997</c:v>
                      </c:pt>
                      <c:pt idx="5871">
                        <c:v>55.138213999999998</c:v>
                      </c:pt>
                      <c:pt idx="5872">
                        <c:v>55.157715000000003</c:v>
                      </c:pt>
                      <c:pt idx="5873">
                        <c:v>55.174171000000001</c:v>
                      </c:pt>
                      <c:pt idx="5874">
                        <c:v>55.190685000000002</c:v>
                      </c:pt>
                      <c:pt idx="5875">
                        <c:v>55.210208999999999</c:v>
                      </c:pt>
                      <c:pt idx="5876">
                        <c:v>55.231884000000001</c:v>
                      </c:pt>
                      <c:pt idx="5877">
                        <c:v>55.253371999999999</c:v>
                      </c:pt>
                      <c:pt idx="5878">
                        <c:v>55.274192999999997</c:v>
                      </c:pt>
                      <c:pt idx="5879">
                        <c:v>55.294933</c:v>
                      </c:pt>
                      <c:pt idx="5880">
                        <c:v>55.317802</c:v>
                      </c:pt>
                      <c:pt idx="5881">
                        <c:v>55.350364999999996</c:v>
                      </c:pt>
                      <c:pt idx="5882">
                        <c:v>55.405406999999997</c:v>
                      </c:pt>
                      <c:pt idx="5883">
                        <c:v>55.486969000000002</c:v>
                      </c:pt>
                      <c:pt idx="5884">
                        <c:v>55.590156999999998</c:v>
                      </c:pt>
                      <c:pt idx="5885">
                        <c:v>55.710583</c:v>
                      </c:pt>
                      <c:pt idx="5886">
                        <c:v>55.830584999999999</c:v>
                      </c:pt>
                      <c:pt idx="5887">
                        <c:v>55.954692999999999</c:v>
                      </c:pt>
                      <c:pt idx="5888">
                        <c:v>56.082386</c:v>
                      </c:pt>
                      <c:pt idx="5889">
                        <c:v>56.206406000000001</c:v>
                      </c:pt>
                      <c:pt idx="5890">
                        <c:v>56.327393000000001</c:v>
                      </c:pt>
                      <c:pt idx="5891">
                        <c:v>56.449741000000003</c:v>
                      </c:pt>
                      <c:pt idx="5892">
                        <c:v>56.570435000000003</c:v>
                      </c:pt>
                      <c:pt idx="5893">
                        <c:v>56.679561999999997</c:v>
                      </c:pt>
                      <c:pt idx="5894">
                        <c:v>56.774799000000002</c:v>
                      </c:pt>
                      <c:pt idx="5895">
                        <c:v>56.857467999999997</c:v>
                      </c:pt>
                      <c:pt idx="5896">
                        <c:v>56.935951000000003</c:v>
                      </c:pt>
                      <c:pt idx="5897">
                        <c:v>57.021973000000003</c:v>
                      </c:pt>
                      <c:pt idx="5898">
                        <c:v>57.121108999999997</c:v>
                      </c:pt>
                      <c:pt idx="5899">
                        <c:v>57.221519000000001</c:v>
                      </c:pt>
                      <c:pt idx="5900">
                        <c:v>57.307388000000003</c:v>
                      </c:pt>
                      <c:pt idx="5901">
                        <c:v>57.382300999999998</c:v>
                      </c:pt>
                      <c:pt idx="5902">
                        <c:v>57.450386000000002</c:v>
                      </c:pt>
                      <c:pt idx="5903">
                        <c:v>57.525711000000001</c:v>
                      </c:pt>
                      <c:pt idx="5904">
                        <c:v>57.613289000000002</c:v>
                      </c:pt>
                      <c:pt idx="5905">
                        <c:v>57.700038999999997</c:v>
                      </c:pt>
                      <c:pt idx="5906">
                        <c:v>57.777949999999997</c:v>
                      </c:pt>
                      <c:pt idx="5907">
                        <c:v>57.844971000000001</c:v>
                      </c:pt>
                      <c:pt idx="5908">
                        <c:v>57.902484999999999</c:v>
                      </c:pt>
                      <c:pt idx="5909">
                        <c:v>57.950062000000003</c:v>
                      </c:pt>
                      <c:pt idx="5910">
                        <c:v>57.987060999999997</c:v>
                      </c:pt>
                      <c:pt idx="5911">
                        <c:v>58.015082999999997</c:v>
                      </c:pt>
                      <c:pt idx="5912">
                        <c:v>58.037993999999998</c:v>
                      </c:pt>
                      <c:pt idx="5913">
                        <c:v>58.058891000000003</c:v>
                      </c:pt>
                      <c:pt idx="5914">
                        <c:v>58.078606000000001</c:v>
                      </c:pt>
                      <c:pt idx="5915">
                        <c:v>58.097411999999998</c:v>
                      </c:pt>
                      <c:pt idx="5916">
                        <c:v>58.121386999999999</c:v>
                      </c:pt>
                      <c:pt idx="5917">
                        <c:v>58.153419</c:v>
                      </c:pt>
                      <c:pt idx="5918">
                        <c:v>58.192321999999997</c:v>
                      </c:pt>
                      <c:pt idx="5919">
                        <c:v>58.237873</c:v>
                      </c:pt>
                      <c:pt idx="5920">
                        <c:v>58.289054999999998</c:v>
                      </c:pt>
                      <c:pt idx="5921">
                        <c:v>58.347045999999999</c:v>
                      </c:pt>
                      <c:pt idx="5922">
                        <c:v>58.403343</c:v>
                      </c:pt>
                      <c:pt idx="5923">
                        <c:v>58.451908000000003</c:v>
                      </c:pt>
                      <c:pt idx="5924">
                        <c:v>58.490279999999998</c:v>
                      </c:pt>
                      <c:pt idx="5925">
                        <c:v>58.523552000000002</c:v>
                      </c:pt>
                      <c:pt idx="5926">
                        <c:v>58.544063999999999</c:v>
                      </c:pt>
                      <c:pt idx="5927">
                        <c:v>58.552624000000002</c:v>
                      </c:pt>
                      <c:pt idx="5928">
                        <c:v>58.551895000000002</c:v>
                      </c:pt>
                      <c:pt idx="5929">
                        <c:v>58.546570000000003</c:v>
                      </c:pt>
                      <c:pt idx="5930">
                        <c:v>58.537154999999998</c:v>
                      </c:pt>
                      <c:pt idx="5931">
                        <c:v>58.523426000000001</c:v>
                      </c:pt>
                      <c:pt idx="5932">
                        <c:v>58.511840999999997</c:v>
                      </c:pt>
                      <c:pt idx="5933">
                        <c:v>58.503365000000002</c:v>
                      </c:pt>
                      <c:pt idx="5934">
                        <c:v>58.499820999999997</c:v>
                      </c:pt>
                      <c:pt idx="5935">
                        <c:v>58.501102000000003</c:v>
                      </c:pt>
                      <c:pt idx="5936">
                        <c:v>58.506720999999999</c:v>
                      </c:pt>
                      <c:pt idx="5937">
                        <c:v>58.513897</c:v>
                      </c:pt>
                      <c:pt idx="5938">
                        <c:v>58.523350000000001</c:v>
                      </c:pt>
                      <c:pt idx="5939">
                        <c:v>58.536816000000002</c:v>
                      </c:pt>
                      <c:pt idx="5940">
                        <c:v>58.554786999999997</c:v>
                      </c:pt>
                      <c:pt idx="5941">
                        <c:v>58.573746</c:v>
                      </c:pt>
                      <c:pt idx="5942">
                        <c:v>58.589675999999997</c:v>
                      </c:pt>
                      <c:pt idx="5943">
                        <c:v>58.604832000000002</c:v>
                      </c:pt>
                      <c:pt idx="5944">
                        <c:v>58.620235000000001</c:v>
                      </c:pt>
                      <c:pt idx="5945">
                        <c:v>58.636223000000001</c:v>
                      </c:pt>
                      <c:pt idx="5946">
                        <c:v>58.647731999999998</c:v>
                      </c:pt>
                      <c:pt idx="5947">
                        <c:v>58.649062999999998</c:v>
                      </c:pt>
                      <c:pt idx="5948">
                        <c:v>58.648026000000002</c:v>
                      </c:pt>
                      <c:pt idx="5949">
                        <c:v>58.649653999999998</c:v>
                      </c:pt>
                      <c:pt idx="5950">
                        <c:v>58.657524000000002</c:v>
                      </c:pt>
                      <c:pt idx="5951">
                        <c:v>58.668227999999999</c:v>
                      </c:pt>
                      <c:pt idx="5952">
                        <c:v>58.680560999999997</c:v>
                      </c:pt>
                      <c:pt idx="5953">
                        <c:v>58.694705999999996</c:v>
                      </c:pt>
                      <c:pt idx="5954">
                        <c:v>58.708275</c:v>
                      </c:pt>
                      <c:pt idx="5955">
                        <c:v>58.719493999999997</c:v>
                      </c:pt>
                      <c:pt idx="5956">
                        <c:v>58.722614</c:v>
                      </c:pt>
                      <c:pt idx="5957">
                        <c:v>58.717995000000002</c:v>
                      </c:pt>
                      <c:pt idx="5958">
                        <c:v>58.710804000000003</c:v>
                      </c:pt>
                      <c:pt idx="5959">
                        <c:v>58.703262000000002</c:v>
                      </c:pt>
                      <c:pt idx="5960">
                        <c:v>58.697445000000002</c:v>
                      </c:pt>
                      <c:pt idx="5961">
                        <c:v>58.694771000000003</c:v>
                      </c:pt>
                      <c:pt idx="5962">
                        <c:v>58.692279999999997</c:v>
                      </c:pt>
                      <c:pt idx="5963">
                        <c:v>58.689548000000002</c:v>
                      </c:pt>
                      <c:pt idx="5964">
                        <c:v>58.682746999999999</c:v>
                      </c:pt>
                      <c:pt idx="5965">
                        <c:v>58.669395000000002</c:v>
                      </c:pt>
                      <c:pt idx="5966">
                        <c:v>58.651451000000002</c:v>
                      </c:pt>
                      <c:pt idx="5967">
                        <c:v>58.627963999999999</c:v>
                      </c:pt>
                      <c:pt idx="5968">
                        <c:v>58.602859000000002</c:v>
                      </c:pt>
                      <c:pt idx="5969">
                        <c:v>58.585323000000002</c:v>
                      </c:pt>
                      <c:pt idx="5970">
                        <c:v>58.577351</c:v>
                      </c:pt>
                      <c:pt idx="5971">
                        <c:v>58.575878000000003</c:v>
                      </c:pt>
                      <c:pt idx="5972">
                        <c:v>58.570450000000001</c:v>
                      </c:pt>
                      <c:pt idx="5973">
                        <c:v>58.55294</c:v>
                      </c:pt>
                      <c:pt idx="5974">
                        <c:v>58.529369000000003</c:v>
                      </c:pt>
                      <c:pt idx="5975">
                        <c:v>58.503784000000003</c:v>
                      </c:pt>
                      <c:pt idx="5976">
                        <c:v>58.473815999999999</c:v>
                      </c:pt>
                      <c:pt idx="5977">
                        <c:v>58.433700999999999</c:v>
                      </c:pt>
                      <c:pt idx="5978">
                        <c:v>58.381905000000003</c:v>
                      </c:pt>
                      <c:pt idx="5979">
                        <c:v>58.327781999999999</c:v>
                      </c:pt>
                      <c:pt idx="5980">
                        <c:v>58.271968999999999</c:v>
                      </c:pt>
                      <c:pt idx="5981">
                        <c:v>58.207546000000001</c:v>
                      </c:pt>
                      <c:pt idx="5982">
                        <c:v>58.126617000000003</c:v>
                      </c:pt>
                      <c:pt idx="5983">
                        <c:v>58.033679999999997</c:v>
                      </c:pt>
                      <c:pt idx="5984">
                        <c:v>57.941352999999999</c:v>
                      </c:pt>
                      <c:pt idx="5985">
                        <c:v>57.854675</c:v>
                      </c:pt>
                      <c:pt idx="5986">
                        <c:v>57.768593000000003</c:v>
                      </c:pt>
                      <c:pt idx="5987">
                        <c:v>57.681156000000001</c:v>
                      </c:pt>
                      <c:pt idx="5988">
                        <c:v>57.594600999999997</c:v>
                      </c:pt>
                      <c:pt idx="5989">
                        <c:v>57.510483000000001</c:v>
                      </c:pt>
                      <c:pt idx="5990">
                        <c:v>57.435676999999998</c:v>
                      </c:pt>
                      <c:pt idx="5991">
                        <c:v>57.373137999999997</c:v>
                      </c:pt>
                      <c:pt idx="5992">
                        <c:v>57.322848999999998</c:v>
                      </c:pt>
                      <c:pt idx="5993">
                        <c:v>57.278987999999998</c:v>
                      </c:pt>
                      <c:pt idx="5994">
                        <c:v>57.234099999999998</c:v>
                      </c:pt>
                      <c:pt idx="5995">
                        <c:v>57.193260000000002</c:v>
                      </c:pt>
                      <c:pt idx="5996">
                        <c:v>57.163119999999999</c:v>
                      </c:pt>
                      <c:pt idx="5997">
                        <c:v>57.143802999999998</c:v>
                      </c:pt>
                      <c:pt idx="5998">
                        <c:v>57.132190999999999</c:v>
                      </c:pt>
                      <c:pt idx="5999">
                        <c:v>57.126441999999997</c:v>
                      </c:pt>
                      <c:pt idx="6000">
                        <c:v>57.126263000000002</c:v>
                      </c:pt>
                      <c:pt idx="6001">
                        <c:v>57.133884000000002</c:v>
                      </c:pt>
                      <c:pt idx="6002">
                        <c:v>57.145428000000003</c:v>
                      </c:pt>
                      <c:pt idx="6003">
                        <c:v>57.152785999999999</c:v>
                      </c:pt>
                      <c:pt idx="6004">
                        <c:v>57.160792999999998</c:v>
                      </c:pt>
                      <c:pt idx="6005">
                        <c:v>57.174613999999998</c:v>
                      </c:pt>
                      <c:pt idx="6006">
                        <c:v>57.193199</c:v>
                      </c:pt>
                      <c:pt idx="6007">
                        <c:v>57.218947999999997</c:v>
                      </c:pt>
                      <c:pt idx="6008">
                        <c:v>57.251057000000003</c:v>
                      </c:pt>
                      <c:pt idx="6009">
                        <c:v>57.284739999999999</c:v>
                      </c:pt>
                      <c:pt idx="6010">
                        <c:v>57.319781999999996</c:v>
                      </c:pt>
                      <c:pt idx="6011">
                        <c:v>57.350394999999999</c:v>
                      </c:pt>
                      <c:pt idx="6012">
                        <c:v>57.376328000000001</c:v>
                      </c:pt>
                      <c:pt idx="6013">
                        <c:v>57.399597</c:v>
                      </c:pt>
                      <c:pt idx="6014">
                        <c:v>57.427570000000003</c:v>
                      </c:pt>
                      <c:pt idx="6015">
                        <c:v>57.472220999999998</c:v>
                      </c:pt>
                      <c:pt idx="6016">
                        <c:v>57.527813000000002</c:v>
                      </c:pt>
                      <c:pt idx="6017">
                        <c:v>57.582042999999999</c:v>
                      </c:pt>
                      <c:pt idx="6018">
                        <c:v>57.623069999999998</c:v>
                      </c:pt>
                      <c:pt idx="6019">
                        <c:v>57.653103000000002</c:v>
                      </c:pt>
                      <c:pt idx="6020">
                        <c:v>57.681057000000003</c:v>
                      </c:pt>
                      <c:pt idx="6021">
                        <c:v>57.720047000000001</c:v>
                      </c:pt>
                      <c:pt idx="6022">
                        <c:v>57.776882000000001</c:v>
                      </c:pt>
                      <c:pt idx="6023">
                        <c:v>57.841845999999997</c:v>
                      </c:pt>
                      <c:pt idx="6024">
                        <c:v>57.907085000000002</c:v>
                      </c:pt>
                      <c:pt idx="6025">
                        <c:v>57.970154000000001</c:v>
                      </c:pt>
                      <c:pt idx="6026">
                        <c:v>58.033951000000002</c:v>
                      </c:pt>
                      <c:pt idx="6027">
                        <c:v>58.102631000000002</c:v>
                      </c:pt>
                      <c:pt idx="6028">
                        <c:v>58.190842000000004</c:v>
                      </c:pt>
                      <c:pt idx="6029">
                        <c:v>58.292698000000001</c:v>
                      </c:pt>
                      <c:pt idx="6030">
                        <c:v>58.398330999999999</c:v>
                      </c:pt>
                      <c:pt idx="6031">
                        <c:v>58.501685999999999</c:v>
                      </c:pt>
                      <c:pt idx="6032">
                        <c:v>58.599601999999997</c:v>
                      </c:pt>
                      <c:pt idx="6033">
                        <c:v>58.697913999999997</c:v>
                      </c:pt>
                      <c:pt idx="6034">
                        <c:v>58.795025000000003</c:v>
                      </c:pt>
                      <c:pt idx="6035">
                        <c:v>58.890171000000002</c:v>
                      </c:pt>
                      <c:pt idx="6036">
                        <c:v>58.987243999999997</c:v>
                      </c:pt>
                      <c:pt idx="6037">
                        <c:v>59.090328</c:v>
                      </c:pt>
                      <c:pt idx="6038">
                        <c:v>59.203952999999998</c:v>
                      </c:pt>
                      <c:pt idx="6039">
                        <c:v>59.318260000000002</c:v>
                      </c:pt>
                      <c:pt idx="6040">
                        <c:v>59.434604999999998</c:v>
                      </c:pt>
                      <c:pt idx="6041">
                        <c:v>59.547573</c:v>
                      </c:pt>
                      <c:pt idx="6042">
                        <c:v>59.657200000000003</c:v>
                      </c:pt>
                      <c:pt idx="6043">
                        <c:v>59.763278999999997</c:v>
                      </c:pt>
                      <c:pt idx="6044">
                        <c:v>59.860053999999998</c:v>
                      </c:pt>
                      <c:pt idx="6045">
                        <c:v>59.952587000000001</c:v>
                      </c:pt>
                      <c:pt idx="6046">
                        <c:v>60.043900000000001</c:v>
                      </c:pt>
                      <c:pt idx="6047">
                        <c:v>60.146785999999999</c:v>
                      </c:pt>
                      <c:pt idx="6048">
                        <c:v>60.257201999999999</c:v>
                      </c:pt>
                      <c:pt idx="6049">
                        <c:v>60.373649999999998</c:v>
                      </c:pt>
                      <c:pt idx="6050">
                        <c:v>60.484881999999999</c:v>
                      </c:pt>
                      <c:pt idx="6051">
                        <c:v>60.580528000000001</c:v>
                      </c:pt>
                      <c:pt idx="6052">
                        <c:v>60.663550999999998</c:v>
                      </c:pt>
                      <c:pt idx="6053">
                        <c:v>60.735809000000003</c:v>
                      </c:pt>
                      <c:pt idx="6054">
                        <c:v>60.798687000000001</c:v>
                      </c:pt>
                      <c:pt idx="6055">
                        <c:v>60.855426999999999</c:v>
                      </c:pt>
                      <c:pt idx="6056">
                        <c:v>60.908703000000003</c:v>
                      </c:pt>
                      <c:pt idx="6057">
                        <c:v>60.967308000000003</c:v>
                      </c:pt>
                      <c:pt idx="6058">
                        <c:v>61.038193</c:v>
                      </c:pt>
                      <c:pt idx="6059">
                        <c:v>61.111503999999996</c:v>
                      </c:pt>
                      <c:pt idx="6060">
                        <c:v>61.181258999999997</c:v>
                      </c:pt>
                      <c:pt idx="6061">
                        <c:v>61.244273999999997</c:v>
                      </c:pt>
                      <c:pt idx="6062">
                        <c:v>61.298755999999997</c:v>
                      </c:pt>
                      <c:pt idx="6063">
                        <c:v>61.342834000000003</c:v>
                      </c:pt>
                      <c:pt idx="6064">
                        <c:v>61.380572999999998</c:v>
                      </c:pt>
                      <c:pt idx="6065">
                        <c:v>61.423439000000002</c:v>
                      </c:pt>
                      <c:pt idx="6066">
                        <c:v>61.468800000000002</c:v>
                      </c:pt>
                      <c:pt idx="6067">
                        <c:v>61.511046999999998</c:v>
                      </c:pt>
                      <c:pt idx="6068">
                        <c:v>61.548847000000002</c:v>
                      </c:pt>
                      <c:pt idx="6069">
                        <c:v>61.580879000000003</c:v>
                      </c:pt>
                      <c:pt idx="6070">
                        <c:v>61.606358</c:v>
                      </c:pt>
                      <c:pt idx="6071">
                        <c:v>61.627316</c:v>
                      </c:pt>
                      <c:pt idx="6072">
                        <c:v>61.649605000000001</c:v>
                      </c:pt>
                      <c:pt idx="6073">
                        <c:v>61.676338000000001</c:v>
                      </c:pt>
                      <c:pt idx="6074">
                        <c:v>61.709964999999997</c:v>
                      </c:pt>
                      <c:pt idx="6075">
                        <c:v>61.757277999999999</c:v>
                      </c:pt>
                      <c:pt idx="6076">
                        <c:v>61.817135</c:v>
                      </c:pt>
                      <c:pt idx="6077">
                        <c:v>61.887622999999998</c:v>
                      </c:pt>
                      <c:pt idx="6078">
                        <c:v>61.962502000000001</c:v>
                      </c:pt>
                      <c:pt idx="6079">
                        <c:v>62.035130000000002</c:v>
                      </c:pt>
                      <c:pt idx="6080">
                        <c:v>62.099730999999998</c:v>
                      </c:pt>
                      <c:pt idx="6081">
                        <c:v>62.157223000000002</c:v>
                      </c:pt>
                      <c:pt idx="6082">
                        <c:v>62.210360999999999</c:v>
                      </c:pt>
                      <c:pt idx="6083">
                        <c:v>62.257843000000001</c:v>
                      </c:pt>
                      <c:pt idx="6084">
                        <c:v>62.300353999999999</c:v>
                      </c:pt>
                      <c:pt idx="6085">
                        <c:v>62.339809000000002</c:v>
                      </c:pt>
                      <c:pt idx="6086">
                        <c:v>62.387188000000002</c:v>
                      </c:pt>
                      <c:pt idx="6087">
                        <c:v>62.449008999999997</c:v>
                      </c:pt>
                      <c:pt idx="6088">
                        <c:v>62.522647999999997</c:v>
                      </c:pt>
                      <c:pt idx="6089">
                        <c:v>62.601348999999999</c:v>
                      </c:pt>
                      <c:pt idx="6090">
                        <c:v>62.679538999999998</c:v>
                      </c:pt>
                      <c:pt idx="6091">
                        <c:v>62.757022999999997</c:v>
                      </c:pt>
                      <c:pt idx="6092">
                        <c:v>62.837981999999997</c:v>
                      </c:pt>
                      <c:pt idx="6093">
                        <c:v>62.922691</c:v>
                      </c:pt>
                      <c:pt idx="6094">
                        <c:v>63.021495999999999</c:v>
                      </c:pt>
                      <c:pt idx="6095">
                        <c:v>63.132446000000002</c:v>
                      </c:pt>
                      <c:pt idx="6096">
                        <c:v>63.251553000000001</c:v>
                      </c:pt>
                      <c:pt idx="6097">
                        <c:v>63.371943999999999</c:v>
                      </c:pt>
                      <c:pt idx="6098">
                        <c:v>63.486012000000002</c:v>
                      </c:pt>
                      <c:pt idx="6099">
                        <c:v>63.593108999999998</c:v>
                      </c:pt>
                      <c:pt idx="6100">
                        <c:v>63.701267000000001</c:v>
                      </c:pt>
                      <c:pt idx="6101">
                        <c:v>63.812621999999998</c:v>
                      </c:pt>
                      <c:pt idx="6102">
                        <c:v>63.918036999999998</c:v>
                      </c:pt>
                      <c:pt idx="6103">
                        <c:v>64.015861999999998</c:v>
                      </c:pt>
                      <c:pt idx="6104">
                        <c:v>64.110221999999993</c:v>
                      </c:pt>
                      <c:pt idx="6105">
                        <c:v>64.202811999999994</c:v>
                      </c:pt>
                      <c:pt idx="6106">
                        <c:v>64.291702000000001</c:v>
                      </c:pt>
                      <c:pt idx="6107">
                        <c:v>64.382767000000001</c:v>
                      </c:pt>
                      <c:pt idx="6108">
                        <c:v>64.476027999999999</c:v>
                      </c:pt>
                      <c:pt idx="6109">
                        <c:v>64.571053000000006</c:v>
                      </c:pt>
                      <c:pt idx="6110">
                        <c:v>64.666649000000007</c:v>
                      </c:pt>
                      <c:pt idx="6111">
                        <c:v>64.759925999999993</c:v>
                      </c:pt>
                      <c:pt idx="6112">
                        <c:v>64.850876</c:v>
                      </c:pt>
                      <c:pt idx="6113">
                        <c:v>64.938034000000002</c:v>
                      </c:pt>
                      <c:pt idx="6114">
                        <c:v>65.027137999999994</c:v>
                      </c:pt>
                      <c:pt idx="6115">
                        <c:v>65.122765000000001</c:v>
                      </c:pt>
                      <c:pt idx="6116">
                        <c:v>65.227806000000001</c:v>
                      </c:pt>
                      <c:pt idx="6117">
                        <c:v>65.342055999999999</c:v>
                      </c:pt>
                      <c:pt idx="6118">
                        <c:v>65.460144</c:v>
                      </c:pt>
                      <c:pt idx="6119">
                        <c:v>65.575325000000007</c:v>
                      </c:pt>
                      <c:pt idx="6120">
                        <c:v>65.685867000000002</c:v>
                      </c:pt>
                      <c:pt idx="6121">
                        <c:v>65.791938999999999</c:v>
                      </c:pt>
                      <c:pt idx="6122">
                        <c:v>65.904785000000004</c:v>
                      </c:pt>
                      <c:pt idx="6123">
                        <c:v>66.022636000000006</c:v>
                      </c:pt>
                      <c:pt idx="6124">
                        <c:v>66.144485000000003</c:v>
                      </c:pt>
                      <c:pt idx="6125">
                        <c:v>66.269729999999996</c:v>
                      </c:pt>
                      <c:pt idx="6126">
                        <c:v>66.393187999999995</c:v>
                      </c:pt>
                      <c:pt idx="6127">
                        <c:v>66.505249000000006</c:v>
                      </c:pt>
                      <c:pt idx="6128">
                        <c:v>66.623901000000004</c:v>
                      </c:pt>
                      <c:pt idx="6129">
                        <c:v>66.738326999999998</c:v>
                      </c:pt>
                      <c:pt idx="6130">
                        <c:v>66.851257000000004</c:v>
                      </c:pt>
                      <c:pt idx="6131">
                        <c:v>66.980705</c:v>
                      </c:pt>
                      <c:pt idx="6132">
                        <c:v>67.116507999999996</c:v>
                      </c:pt>
                      <c:pt idx="6133">
                        <c:v>67.259597999999997</c:v>
                      </c:pt>
                      <c:pt idx="6134">
                        <c:v>67.401886000000005</c:v>
                      </c:pt>
                      <c:pt idx="6135">
                        <c:v>67.529892000000004</c:v>
                      </c:pt>
                      <c:pt idx="6136">
                        <c:v>67.639824000000004</c:v>
                      </c:pt>
                      <c:pt idx="6137">
                        <c:v>67.745177999999996</c:v>
                      </c:pt>
                      <c:pt idx="6138">
                        <c:v>67.844802999999999</c:v>
                      </c:pt>
                      <c:pt idx="6139">
                        <c:v>67.947272999999996</c:v>
                      </c:pt>
                      <c:pt idx="6140">
                        <c:v>68.059653999999995</c:v>
                      </c:pt>
                      <c:pt idx="6141">
                        <c:v>68.17765</c:v>
                      </c:pt>
                      <c:pt idx="6142">
                        <c:v>68.290961999999993</c:v>
                      </c:pt>
                      <c:pt idx="6143">
                        <c:v>68.395759999999996</c:v>
                      </c:pt>
                      <c:pt idx="6144">
                        <c:v>68.486832000000007</c:v>
                      </c:pt>
                      <c:pt idx="6145">
                        <c:v>68.562897000000007</c:v>
                      </c:pt>
                      <c:pt idx="6146">
                        <c:v>68.627914000000004</c:v>
                      </c:pt>
                      <c:pt idx="6147">
                        <c:v>68.684166000000005</c:v>
                      </c:pt>
                      <c:pt idx="6148">
                        <c:v>68.738014000000007</c:v>
                      </c:pt>
                      <c:pt idx="6149">
                        <c:v>68.796265000000005</c:v>
                      </c:pt>
                      <c:pt idx="6150">
                        <c:v>68.861198000000002</c:v>
                      </c:pt>
                      <c:pt idx="6151">
                        <c:v>68.931122000000002</c:v>
                      </c:pt>
                      <c:pt idx="6152">
                        <c:v>69.005759999999995</c:v>
                      </c:pt>
                      <c:pt idx="6153">
                        <c:v>69.078697000000005</c:v>
                      </c:pt>
                      <c:pt idx="6154">
                        <c:v>69.148514000000006</c:v>
                      </c:pt>
                      <c:pt idx="6155">
                        <c:v>69.21772</c:v>
                      </c:pt>
                      <c:pt idx="6156">
                        <c:v>69.283034999999998</c:v>
                      </c:pt>
                      <c:pt idx="6157">
                        <c:v>69.345139000000003</c:v>
                      </c:pt>
                      <c:pt idx="6158">
                        <c:v>69.409194999999997</c:v>
                      </c:pt>
                      <c:pt idx="6159">
                        <c:v>69.477271999999999</c:v>
                      </c:pt>
                      <c:pt idx="6160">
                        <c:v>69.550612999999998</c:v>
                      </c:pt>
                      <c:pt idx="6161">
                        <c:v>69.630356000000006</c:v>
                      </c:pt>
                      <c:pt idx="6162">
                        <c:v>69.716339000000005</c:v>
                      </c:pt>
                      <c:pt idx="6163">
                        <c:v>69.806633000000005</c:v>
                      </c:pt>
                      <c:pt idx="6164">
                        <c:v>69.903671000000003</c:v>
                      </c:pt>
                      <c:pt idx="6165">
                        <c:v>70.001541000000003</c:v>
                      </c:pt>
                      <c:pt idx="6166">
                        <c:v>70.100898999999998</c:v>
                      </c:pt>
                      <c:pt idx="6167">
                        <c:v>70.211494000000002</c:v>
                      </c:pt>
                      <c:pt idx="6168">
                        <c:v>70.324837000000002</c:v>
                      </c:pt>
                      <c:pt idx="6169">
                        <c:v>70.430335999999997</c:v>
                      </c:pt>
                      <c:pt idx="6170">
                        <c:v>70.520484999999994</c:v>
                      </c:pt>
                      <c:pt idx="6171">
                        <c:v>70.591414999999998</c:v>
                      </c:pt>
                      <c:pt idx="6172">
                        <c:v>70.642380000000003</c:v>
                      </c:pt>
                      <c:pt idx="6173">
                        <c:v>70.679146000000003</c:v>
                      </c:pt>
                      <c:pt idx="6174">
                        <c:v>70.709045000000003</c:v>
                      </c:pt>
                      <c:pt idx="6175">
                        <c:v>70.742133999999993</c:v>
                      </c:pt>
                      <c:pt idx="6176">
                        <c:v>70.776848000000001</c:v>
                      </c:pt>
                      <c:pt idx="6177">
                        <c:v>70.815291999999999</c:v>
                      </c:pt>
                      <c:pt idx="6178">
                        <c:v>70.859604000000004</c:v>
                      </c:pt>
                      <c:pt idx="6179">
                        <c:v>70.915779000000001</c:v>
                      </c:pt>
                      <c:pt idx="6180">
                        <c:v>70.984283000000005</c:v>
                      </c:pt>
                      <c:pt idx="6181">
                        <c:v>71.069999999999993</c:v>
                      </c:pt>
                      <c:pt idx="6182">
                        <c:v>71.167679000000007</c:v>
                      </c:pt>
                      <c:pt idx="6183">
                        <c:v>71.270004</c:v>
                      </c:pt>
                      <c:pt idx="6184">
                        <c:v>71.371323000000004</c:v>
                      </c:pt>
                      <c:pt idx="6185">
                        <c:v>71.464271999999994</c:v>
                      </c:pt>
                      <c:pt idx="6186">
                        <c:v>71.543861000000007</c:v>
                      </c:pt>
                      <c:pt idx="6187">
                        <c:v>71.610412999999994</c:v>
                      </c:pt>
                      <c:pt idx="6188">
                        <c:v>71.670424999999994</c:v>
                      </c:pt>
                      <c:pt idx="6189">
                        <c:v>71.728095999999994</c:v>
                      </c:pt>
                      <c:pt idx="6190">
                        <c:v>71.788321999999994</c:v>
                      </c:pt>
                      <c:pt idx="6191">
                        <c:v>71.850227000000004</c:v>
                      </c:pt>
                      <c:pt idx="6192">
                        <c:v>71.909676000000005</c:v>
                      </c:pt>
                      <c:pt idx="6193">
                        <c:v>71.959250999999995</c:v>
                      </c:pt>
                      <c:pt idx="6194">
                        <c:v>71.997849000000002</c:v>
                      </c:pt>
                      <c:pt idx="6195">
                        <c:v>72.022094999999993</c:v>
                      </c:pt>
                      <c:pt idx="6196">
                        <c:v>72.035103000000007</c:v>
                      </c:pt>
                      <c:pt idx="6197">
                        <c:v>72.045653999999999</c:v>
                      </c:pt>
                      <c:pt idx="6198">
                        <c:v>72.055488999999994</c:v>
                      </c:pt>
                      <c:pt idx="6199">
                        <c:v>72.066772</c:v>
                      </c:pt>
                      <c:pt idx="6200">
                        <c:v>72.079063000000005</c:v>
                      </c:pt>
                      <c:pt idx="6201">
                        <c:v>72.096680000000006</c:v>
                      </c:pt>
                      <c:pt idx="6202">
                        <c:v>72.114547999999999</c:v>
                      </c:pt>
                      <c:pt idx="6203">
                        <c:v>72.130065999999999</c:v>
                      </c:pt>
                      <c:pt idx="6204">
                        <c:v>72.148246999999998</c:v>
                      </c:pt>
                      <c:pt idx="6205">
                        <c:v>72.168327000000005</c:v>
                      </c:pt>
                      <c:pt idx="6206">
                        <c:v>72.190117000000001</c:v>
                      </c:pt>
                      <c:pt idx="6207">
                        <c:v>72.212967000000006</c:v>
                      </c:pt>
                      <c:pt idx="6208">
                        <c:v>72.234748999999994</c:v>
                      </c:pt>
                      <c:pt idx="6209">
                        <c:v>72.258842000000001</c:v>
                      </c:pt>
                      <c:pt idx="6210">
                        <c:v>72.281975000000003</c:v>
                      </c:pt>
                      <c:pt idx="6211">
                        <c:v>72.299744000000004</c:v>
                      </c:pt>
                      <c:pt idx="6212">
                        <c:v>72.315926000000005</c:v>
                      </c:pt>
                      <c:pt idx="6213">
                        <c:v>72.336044000000001</c:v>
                      </c:pt>
                      <c:pt idx="6214">
                        <c:v>72.359558000000007</c:v>
                      </c:pt>
                      <c:pt idx="6215">
                        <c:v>72.382544999999993</c:v>
                      </c:pt>
                      <c:pt idx="6216">
                        <c:v>72.405197000000001</c:v>
                      </c:pt>
                      <c:pt idx="6217">
                        <c:v>72.426224000000005</c:v>
                      </c:pt>
                      <c:pt idx="6218">
                        <c:v>72.441933000000006</c:v>
                      </c:pt>
                      <c:pt idx="6219">
                        <c:v>72.453040999999999</c:v>
                      </c:pt>
                      <c:pt idx="6220">
                        <c:v>72.462676999999999</c:v>
                      </c:pt>
                      <c:pt idx="6221">
                        <c:v>72.472603000000007</c:v>
                      </c:pt>
                      <c:pt idx="6222">
                        <c:v>72.481269999999995</c:v>
                      </c:pt>
                      <c:pt idx="6223">
                        <c:v>72.485091999999995</c:v>
                      </c:pt>
                      <c:pt idx="6224">
                        <c:v>72.484390000000005</c:v>
                      </c:pt>
                      <c:pt idx="6225">
                        <c:v>72.484313999999998</c:v>
                      </c:pt>
                      <c:pt idx="6226">
                        <c:v>72.484566000000001</c:v>
                      </c:pt>
                      <c:pt idx="6227">
                        <c:v>72.485802000000007</c:v>
                      </c:pt>
                      <c:pt idx="6228">
                        <c:v>72.482498000000007</c:v>
                      </c:pt>
                      <c:pt idx="6229">
                        <c:v>72.468215999999998</c:v>
                      </c:pt>
                      <c:pt idx="6230">
                        <c:v>72.442008999999999</c:v>
                      </c:pt>
                      <c:pt idx="6231">
                        <c:v>72.404503000000005</c:v>
                      </c:pt>
                      <c:pt idx="6232">
                        <c:v>72.360221999999993</c:v>
                      </c:pt>
                      <c:pt idx="6233">
                        <c:v>72.316406000000001</c:v>
                      </c:pt>
                      <c:pt idx="6234">
                        <c:v>72.275161999999995</c:v>
                      </c:pt>
                      <c:pt idx="6235">
                        <c:v>72.22654</c:v>
                      </c:pt>
                      <c:pt idx="6236">
                        <c:v>72.160872999999995</c:v>
                      </c:pt>
                      <c:pt idx="6237">
                        <c:v>72.082656999999998</c:v>
                      </c:pt>
                      <c:pt idx="6238">
                        <c:v>71.995711999999997</c:v>
                      </c:pt>
                      <c:pt idx="6239">
                        <c:v>71.899451999999997</c:v>
                      </c:pt>
                      <c:pt idx="6240">
                        <c:v>71.799605999999997</c:v>
                      </c:pt>
                      <c:pt idx="6241">
                        <c:v>71.704093999999998</c:v>
                      </c:pt>
                      <c:pt idx="6242">
                        <c:v>71.619225</c:v>
                      </c:pt>
                      <c:pt idx="6243">
                        <c:v>71.543189999999996</c:v>
                      </c:pt>
                      <c:pt idx="6244">
                        <c:v>71.472037999999998</c:v>
                      </c:pt>
                      <c:pt idx="6245">
                        <c:v>71.401611000000003</c:v>
                      </c:pt>
                      <c:pt idx="6246">
                        <c:v>71.324546999999995</c:v>
                      </c:pt>
                      <c:pt idx="6247">
                        <c:v>71.233024999999998</c:v>
                      </c:pt>
                      <c:pt idx="6248">
                        <c:v>71.133453000000003</c:v>
                      </c:pt>
                      <c:pt idx="6249">
                        <c:v>71.033203</c:v>
                      </c:pt>
                      <c:pt idx="6250">
                        <c:v>70.937781999999999</c:v>
                      </c:pt>
                      <c:pt idx="6251">
                        <c:v>70.849532999999994</c:v>
                      </c:pt>
                      <c:pt idx="6252">
                        <c:v>70.767448000000002</c:v>
                      </c:pt>
                      <c:pt idx="6253">
                        <c:v>70.695510999999996</c:v>
                      </c:pt>
                      <c:pt idx="6254">
                        <c:v>70.626311999999999</c:v>
                      </c:pt>
                      <c:pt idx="6255">
                        <c:v>70.558197000000007</c:v>
                      </c:pt>
                      <c:pt idx="6256">
                        <c:v>70.486114999999998</c:v>
                      </c:pt>
                      <c:pt idx="6257">
                        <c:v>70.405067000000003</c:v>
                      </c:pt>
                      <c:pt idx="6258">
                        <c:v>70.314200999999997</c:v>
                      </c:pt>
                      <c:pt idx="6259">
                        <c:v>70.217003000000005</c:v>
                      </c:pt>
                      <c:pt idx="6260">
                        <c:v>70.120116999999993</c:v>
                      </c:pt>
                      <c:pt idx="6261">
                        <c:v>70.020767000000006</c:v>
                      </c:pt>
                      <c:pt idx="6262">
                        <c:v>69.920021000000006</c:v>
                      </c:pt>
                      <c:pt idx="6263">
                        <c:v>69.819916000000006</c:v>
                      </c:pt>
                      <c:pt idx="6264">
                        <c:v>69.713500999999994</c:v>
                      </c:pt>
                      <c:pt idx="6265">
                        <c:v>69.605025999999995</c:v>
                      </c:pt>
                      <c:pt idx="6266">
                        <c:v>69.512198999999995</c:v>
                      </c:pt>
                      <c:pt idx="6267">
                        <c:v>69.445060999999995</c:v>
                      </c:pt>
                      <c:pt idx="6268">
                        <c:v>69.408783</c:v>
                      </c:pt>
                      <c:pt idx="6269">
                        <c:v>69.398078999999996</c:v>
                      </c:pt>
                      <c:pt idx="6270">
                        <c:v>69.397354000000007</c:v>
                      </c:pt>
                      <c:pt idx="6271">
                        <c:v>69.403296999999995</c:v>
                      </c:pt>
                      <c:pt idx="6272">
                        <c:v>69.411300999999995</c:v>
                      </c:pt>
                      <c:pt idx="6273">
                        <c:v>69.419548000000006</c:v>
                      </c:pt>
                      <c:pt idx="6274">
                        <c:v>69.425644000000005</c:v>
                      </c:pt>
                      <c:pt idx="6275">
                        <c:v>69.430289999999999</c:v>
                      </c:pt>
                      <c:pt idx="6276">
                        <c:v>69.432937999999993</c:v>
                      </c:pt>
                      <c:pt idx="6277">
                        <c:v>69.438911000000004</c:v>
                      </c:pt>
                      <c:pt idx="6278">
                        <c:v>69.449698999999995</c:v>
                      </c:pt>
                      <c:pt idx="6279">
                        <c:v>69.465416000000005</c:v>
                      </c:pt>
                      <c:pt idx="6280">
                        <c:v>69.484527999999997</c:v>
                      </c:pt>
                      <c:pt idx="6281">
                        <c:v>69.505882</c:v>
                      </c:pt>
                      <c:pt idx="6282">
                        <c:v>69.528969000000004</c:v>
                      </c:pt>
                      <c:pt idx="6283">
                        <c:v>69.552254000000005</c:v>
                      </c:pt>
                      <c:pt idx="6284">
                        <c:v>69.571815000000001</c:v>
                      </c:pt>
                      <c:pt idx="6285">
                        <c:v>69.583031000000005</c:v>
                      </c:pt>
                      <c:pt idx="6286">
                        <c:v>69.582145999999995</c:v>
                      </c:pt>
                      <c:pt idx="6287">
                        <c:v>69.563727999999998</c:v>
                      </c:pt>
                      <c:pt idx="6288">
                        <c:v>69.534760000000006</c:v>
                      </c:pt>
                      <c:pt idx="6289">
                        <c:v>69.504836999999995</c:v>
                      </c:pt>
                      <c:pt idx="6290">
                        <c:v>69.478927999999996</c:v>
                      </c:pt>
                      <c:pt idx="6291">
                        <c:v>69.463997000000006</c:v>
                      </c:pt>
                      <c:pt idx="6292">
                        <c:v>69.454918000000006</c:v>
                      </c:pt>
                      <c:pt idx="6293">
                        <c:v>69.446556000000001</c:v>
                      </c:pt>
                      <c:pt idx="6294">
                        <c:v>69.446426000000002</c:v>
                      </c:pt>
                      <c:pt idx="6295">
                        <c:v>69.448807000000002</c:v>
                      </c:pt>
                      <c:pt idx="6296">
                        <c:v>69.456573000000006</c:v>
                      </c:pt>
                      <c:pt idx="6297">
                        <c:v>69.462592999999998</c:v>
                      </c:pt>
                      <c:pt idx="6298">
                        <c:v>69.466751000000002</c:v>
                      </c:pt>
                      <c:pt idx="6299">
                        <c:v>69.481078999999994</c:v>
                      </c:pt>
                      <c:pt idx="6300">
                        <c:v>69.517455999999996</c:v>
                      </c:pt>
                      <c:pt idx="6301">
                        <c:v>69.575835999999995</c:v>
                      </c:pt>
                      <c:pt idx="6302">
                        <c:v>69.658271999999997</c:v>
                      </c:pt>
                      <c:pt idx="6303">
                        <c:v>69.771927000000005</c:v>
                      </c:pt>
                      <c:pt idx="6304">
                        <c:v>69.893280000000004</c:v>
                      </c:pt>
                      <c:pt idx="6305">
                        <c:v>70.016578999999993</c:v>
                      </c:pt>
                      <c:pt idx="6306">
                        <c:v>70.149635000000004</c:v>
                      </c:pt>
                      <c:pt idx="6307">
                        <c:v>70.271332000000001</c:v>
                      </c:pt>
                      <c:pt idx="6308">
                        <c:v>70.383965000000003</c:v>
                      </c:pt>
                      <c:pt idx="6309">
                        <c:v>70.468079000000003</c:v>
                      </c:pt>
                      <c:pt idx="6310">
                        <c:v>70.527953999999994</c:v>
                      </c:pt>
                      <c:pt idx="6311">
                        <c:v>70.581207000000006</c:v>
                      </c:pt>
                      <c:pt idx="6312">
                        <c:v>70.620636000000005</c:v>
                      </c:pt>
                      <c:pt idx="6313">
                        <c:v>70.664719000000005</c:v>
                      </c:pt>
                      <c:pt idx="6314">
                        <c:v>70.714873999999995</c:v>
                      </c:pt>
                      <c:pt idx="6315">
                        <c:v>70.760673999999995</c:v>
                      </c:pt>
                      <c:pt idx="6316">
                        <c:v>70.815917999999996</c:v>
                      </c:pt>
                      <c:pt idx="6317">
                        <c:v>70.879493999999994</c:v>
                      </c:pt>
                      <c:pt idx="6318">
                        <c:v>70.957863000000003</c:v>
                      </c:pt>
                      <c:pt idx="6319">
                        <c:v>71.048743999999999</c:v>
                      </c:pt>
                      <c:pt idx="6320">
                        <c:v>71.143722999999994</c:v>
                      </c:pt>
                      <c:pt idx="6321">
                        <c:v>71.238997999999995</c:v>
                      </c:pt>
                      <c:pt idx="6322">
                        <c:v>71.331963000000002</c:v>
                      </c:pt>
                      <c:pt idx="6323">
                        <c:v>71.419846000000007</c:v>
                      </c:pt>
                      <c:pt idx="6324">
                        <c:v>71.500007999999994</c:v>
                      </c:pt>
                      <c:pt idx="6325">
                        <c:v>71.575111000000007</c:v>
                      </c:pt>
                      <c:pt idx="6326">
                        <c:v>71.654792999999998</c:v>
                      </c:pt>
                      <c:pt idx="6327">
                        <c:v>71.741776000000002</c:v>
                      </c:pt>
                      <c:pt idx="6328">
                        <c:v>71.834327999999999</c:v>
                      </c:pt>
                      <c:pt idx="6329">
                        <c:v>71.930167999999995</c:v>
                      </c:pt>
                      <c:pt idx="6330">
                        <c:v>72.025497000000001</c:v>
                      </c:pt>
                      <c:pt idx="6331">
                        <c:v>72.112846000000005</c:v>
                      </c:pt>
                      <c:pt idx="6332">
                        <c:v>72.182975999999996</c:v>
                      </c:pt>
                      <c:pt idx="6333">
                        <c:v>72.226646000000002</c:v>
                      </c:pt>
                      <c:pt idx="6334">
                        <c:v>72.241234000000006</c:v>
                      </c:pt>
                      <c:pt idx="6335">
                        <c:v>72.227660999999998</c:v>
                      </c:pt>
                      <c:pt idx="6336">
                        <c:v>72.202895999999996</c:v>
                      </c:pt>
                      <c:pt idx="6337">
                        <c:v>72.185340999999994</c:v>
                      </c:pt>
                      <c:pt idx="6338">
                        <c:v>72.175583000000003</c:v>
                      </c:pt>
                      <c:pt idx="6339">
                        <c:v>72.175483999999997</c:v>
                      </c:pt>
                      <c:pt idx="6340">
                        <c:v>72.192870999999997</c:v>
                      </c:pt>
                      <c:pt idx="6341">
                        <c:v>72.230712999999994</c:v>
                      </c:pt>
                      <c:pt idx="6342">
                        <c:v>72.278412000000003</c:v>
                      </c:pt>
                      <c:pt idx="6343">
                        <c:v>72.319930999999997</c:v>
                      </c:pt>
                      <c:pt idx="6344">
                        <c:v>72.360457999999994</c:v>
                      </c:pt>
                      <c:pt idx="6345">
                        <c:v>72.395020000000002</c:v>
                      </c:pt>
                      <c:pt idx="6346">
                        <c:v>72.435822000000002</c:v>
                      </c:pt>
                      <c:pt idx="6347">
                        <c:v>72.488731000000001</c:v>
                      </c:pt>
                      <c:pt idx="6348">
                        <c:v>72.546622999999997</c:v>
                      </c:pt>
                      <c:pt idx="6349">
                        <c:v>72.609359999999995</c:v>
                      </c:pt>
                      <c:pt idx="6350">
                        <c:v>72.677597000000006</c:v>
                      </c:pt>
                      <c:pt idx="6351">
                        <c:v>72.750107</c:v>
                      </c:pt>
                      <c:pt idx="6352">
                        <c:v>72.823043999999996</c:v>
                      </c:pt>
                      <c:pt idx="6353">
                        <c:v>72.893378999999996</c:v>
                      </c:pt>
                      <c:pt idx="6354">
                        <c:v>72.965607000000006</c:v>
                      </c:pt>
                      <c:pt idx="6355">
                        <c:v>73.037803999999994</c:v>
                      </c:pt>
                      <c:pt idx="6356">
                        <c:v>73.100716000000006</c:v>
                      </c:pt>
                      <c:pt idx="6357">
                        <c:v>73.152648999999997</c:v>
                      </c:pt>
                      <c:pt idx="6358">
                        <c:v>73.201042000000001</c:v>
                      </c:pt>
                      <c:pt idx="6359">
                        <c:v>73.263831999999994</c:v>
                      </c:pt>
                      <c:pt idx="6360">
                        <c:v>73.351630999999998</c:v>
                      </c:pt>
                      <c:pt idx="6361">
                        <c:v>73.466209000000006</c:v>
                      </c:pt>
                      <c:pt idx="6362">
                        <c:v>73.597908000000004</c:v>
                      </c:pt>
                      <c:pt idx="6363">
                        <c:v>73.739647000000005</c:v>
                      </c:pt>
                      <c:pt idx="6364">
                        <c:v>73.889076000000003</c:v>
                      </c:pt>
                      <c:pt idx="6365">
                        <c:v>74.039321999999999</c:v>
                      </c:pt>
                      <c:pt idx="6366">
                        <c:v>74.184173999999999</c:v>
                      </c:pt>
                      <c:pt idx="6367">
                        <c:v>74.328948999999994</c:v>
                      </c:pt>
                      <c:pt idx="6368">
                        <c:v>74.472115000000002</c:v>
                      </c:pt>
                      <c:pt idx="6369">
                        <c:v>74.618049999999997</c:v>
                      </c:pt>
                      <c:pt idx="6370">
                        <c:v>74.759086999999994</c:v>
                      </c:pt>
                      <c:pt idx="6371">
                        <c:v>74.892775999999998</c:v>
                      </c:pt>
                      <c:pt idx="6372">
                        <c:v>75.019073000000006</c:v>
                      </c:pt>
                      <c:pt idx="6373">
                        <c:v>75.134888000000004</c:v>
                      </c:pt>
                      <c:pt idx="6374">
                        <c:v>75.235839999999996</c:v>
                      </c:pt>
                      <c:pt idx="6375">
                        <c:v>75.322570999999996</c:v>
                      </c:pt>
                      <c:pt idx="6376">
                        <c:v>75.400290999999996</c:v>
                      </c:pt>
                      <c:pt idx="6377">
                        <c:v>75.478424000000004</c:v>
                      </c:pt>
                      <c:pt idx="6378">
                        <c:v>75.566451999999998</c:v>
                      </c:pt>
                      <c:pt idx="6379">
                        <c:v>75.680098999999998</c:v>
                      </c:pt>
                      <c:pt idx="6380">
                        <c:v>75.808639999999997</c:v>
                      </c:pt>
                      <c:pt idx="6381">
                        <c:v>75.941399000000004</c:v>
                      </c:pt>
                      <c:pt idx="6382">
                        <c:v>76.075126999999995</c:v>
                      </c:pt>
                      <c:pt idx="6383">
                        <c:v>76.204498000000001</c:v>
                      </c:pt>
                      <c:pt idx="6384">
                        <c:v>76.330642999999995</c:v>
                      </c:pt>
                      <c:pt idx="6385">
                        <c:v>76.451065</c:v>
                      </c:pt>
                      <c:pt idx="6386">
                        <c:v>76.558341999999996</c:v>
                      </c:pt>
                      <c:pt idx="6387">
                        <c:v>76.649367999999996</c:v>
                      </c:pt>
                      <c:pt idx="6388">
                        <c:v>76.725677000000005</c:v>
                      </c:pt>
                      <c:pt idx="6389">
                        <c:v>76.794701000000003</c:v>
                      </c:pt>
                      <c:pt idx="6390">
                        <c:v>76.861915999999994</c:v>
                      </c:pt>
                      <c:pt idx="6391">
                        <c:v>76.925797000000003</c:v>
                      </c:pt>
                      <c:pt idx="6392">
                        <c:v>76.985885999999994</c:v>
                      </c:pt>
                      <c:pt idx="6393">
                        <c:v>77.047141999999994</c:v>
                      </c:pt>
                      <c:pt idx="6394">
                        <c:v>77.111816000000005</c:v>
                      </c:pt>
                      <c:pt idx="6395">
                        <c:v>77.170501999999999</c:v>
                      </c:pt>
                      <c:pt idx="6396">
                        <c:v>77.221207000000007</c:v>
                      </c:pt>
                      <c:pt idx="6397">
                        <c:v>77.260779999999997</c:v>
                      </c:pt>
                      <c:pt idx="6398">
                        <c:v>77.287704000000005</c:v>
                      </c:pt>
                      <c:pt idx="6399">
                        <c:v>77.296477999999993</c:v>
                      </c:pt>
                      <c:pt idx="6400">
                        <c:v>77.288833999999994</c:v>
                      </c:pt>
                      <c:pt idx="6401">
                        <c:v>77.276093000000003</c:v>
                      </c:pt>
                      <c:pt idx="6402">
                        <c:v>77.261977999999999</c:v>
                      </c:pt>
                      <c:pt idx="6403">
                        <c:v>77.248840000000001</c:v>
                      </c:pt>
                      <c:pt idx="6404">
                        <c:v>77.235732999999996</c:v>
                      </c:pt>
                      <c:pt idx="6405">
                        <c:v>77.210632000000004</c:v>
                      </c:pt>
                      <c:pt idx="6406">
                        <c:v>77.179062000000002</c:v>
                      </c:pt>
                      <c:pt idx="6407">
                        <c:v>77.151871</c:v>
                      </c:pt>
                      <c:pt idx="6408">
                        <c:v>77.128754000000001</c:v>
                      </c:pt>
                      <c:pt idx="6409">
                        <c:v>77.109245000000001</c:v>
                      </c:pt>
                      <c:pt idx="6410">
                        <c:v>77.096999999999994</c:v>
                      </c:pt>
                      <c:pt idx="6411">
                        <c:v>77.092406999999994</c:v>
                      </c:pt>
                      <c:pt idx="6412">
                        <c:v>77.089866999999998</c:v>
                      </c:pt>
                      <c:pt idx="6413">
                        <c:v>77.079528999999994</c:v>
                      </c:pt>
                      <c:pt idx="6414">
                        <c:v>77.063179000000005</c:v>
                      </c:pt>
                      <c:pt idx="6415">
                        <c:v>77.045554999999993</c:v>
                      </c:pt>
                      <c:pt idx="6416">
                        <c:v>77.028580000000005</c:v>
                      </c:pt>
                      <c:pt idx="6417">
                        <c:v>77.014954000000003</c:v>
                      </c:pt>
                      <c:pt idx="6418">
                        <c:v>77.009452999999993</c:v>
                      </c:pt>
                      <c:pt idx="6419">
                        <c:v>77.022400000000005</c:v>
                      </c:pt>
                      <c:pt idx="6420">
                        <c:v>77.060660999999996</c:v>
                      </c:pt>
                      <c:pt idx="6421">
                        <c:v>77.105620999999999</c:v>
                      </c:pt>
                      <c:pt idx="6422">
                        <c:v>77.149590000000003</c:v>
                      </c:pt>
                      <c:pt idx="6423">
                        <c:v>77.182945000000004</c:v>
                      </c:pt>
                      <c:pt idx="6424">
                        <c:v>77.201378000000005</c:v>
                      </c:pt>
                      <c:pt idx="6425">
                        <c:v>77.214989000000003</c:v>
                      </c:pt>
                      <c:pt idx="6426">
                        <c:v>77.234932000000001</c:v>
                      </c:pt>
                      <c:pt idx="6427">
                        <c:v>77.263465999999994</c:v>
                      </c:pt>
                      <c:pt idx="6428">
                        <c:v>77.293021999999993</c:v>
                      </c:pt>
                      <c:pt idx="6429">
                        <c:v>77.321579</c:v>
                      </c:pt>
                      <c:pt idx="6430">
                        <c:v>77.352417000000003</c:v>
                      </c:pt>
                      <c:pt idx="6431">
                        <c:v>77.382523000000006</c:v>
                      </c:pt>
                      <c:pt idx="6432">
                        <c:v>77.409217999999996</c:v>
                      </c:pt>
                      <c:pt idx="6433">
                        <c:v>77.440772999999993</c:v>
                      </c:pt>
                      <c:pt idx="6434">
                        <c:v>77.483849000000006</c:v>
                      </c:pt>
                      <c:pt idx="6435">
                        <c:v>77.540488999999994</c:v>
                      </c:pt>
                      <c:pt idx="6436">
                        <c:v>77.601890999999995</c:v>
                      </c:pt>
                      <c:pt idx="6437">
                        <c:v>77.663330000000002</c:v>
                      </c:pt>
                      <c:pt idx="6438">
                        <c:v>77.724639999999994</c:v>
                      </c:pt>
                      <c:pt idx="6439">
                        <c:v>77.784599</c:v>
                      </c:pt>
                      <c:pt idx="6440">
                        <c:v>77.847130000000007</c:v>
                      </c:pt>
                      <c:pt idx="6441">
                        <c:v>77.911736000000005</c:v>
                      </c:pt>
                      <c:pt idx="6442">
                        <c:v>77.972717000000003</c:v>
                      </c:pt>
                      <c:pt idx="6443">
                        <c:v>78.029983999999999</c:v>
                      </c:pt>
                      <c:pt idx="6444">
                        <c:v>78.089568999999997</c:v>
                      </c:pt>
                      <c:pt idx="6445">
                        <c:v>78.150031999999996</c:v>
                      </c:pt>
                      <c:pt idx="6446">
                        <c:v>78.213310000000007</c:v>
                      </c:pt>
                      <c:pt idx="6447">
                        <c:v>78.289185000000003</c:v>
                      </c:pt>
                      <c:pt idx="6448">
                        <c:v>78.386832999999996</c:v>
                      </c:pt>
                      <c:pt idx="6449">
                        <c:v>78.507216999999997</c:v>
                      </c:pt>
                      <c:pt idx="6450">
                        <c:v>78.644829000000001</c:v>
                      </c:pt>
                      <c:pt idx="6451">
                        <c:v>78.791077000000001</c:v>
                      </c:pt>
                      <c:pt idx="6452">
                        <c:v>78.942183999999997</c:v>
                      </c:pt>
                      <c:pt idx="6453">
                        <c:v>79.092758000000003</c:v>
                      </c:pt>
                      <c:pt idx="6454">
                        <c:v>79.241095999999999</c:v>
                      </c:pt>
                      <c:pt idx="6455">
                        <c:v>79.386016999999995</c:v>
                      </c:pt>
                      <c:pt idx="6456">
                        <c:v>79.524651000000006</c:v>
                      </c:pt>
                      <c:pt idx="6457">
                        <c:v>79.655097999999995</c:v>
                      </c:pt>
                      <c:pt idx="6458">
                        <c:v>79.782272000000006</c:v>
                      </c:pt>
                      <c:pt idx="6459">
                        <c:v>79.904990999999995</c:v>
                      </c:pt>
                      <c:pt idx="6460">
                        <c:v>80.020966000000001</c:v>
                      </c:pt>
                      <c:pt idx="6461">
                        <c:v>80.125450000000001</c:v>
                      </c:pt>
                      <c:pt idx="6462">
                        <c:v>80.222244000000003</c:v>
                      </c:pt>
                      <c:pt idx="6463">
                        <c:v>80.311508000000003</c:v>
                      </c:pt>
                      <c:pt idx="6464">
                        <c:v>80.402930999999995</c:v>
                      </c:pt>
                      <c:pt idx="6465">
                        <c:v>80.493103000000005</c:v>
                      </c:pt>
                      <c:pt idx="6466">
                        <c:v>80.594200000000001</c:v>
                      </c:pt>
                      <c:pt idx="6467">
                        <c:v>80.705956</c:v>
                      </c:pt>
                      <c:pt idx="6468">
                        <c:v>80.826545999999993</c:v>
                      </c:pt>
                      <c:pt idx="6469">
                        <c:v>80.953093999999993</c:v>
                      </c:pt>
                      <c:pt idx="6470">
                        <c:v>81.074455</c:v>
                      </c:pt>
                      <c:pt idx="6471">
                        <c:v>81.183898999999997</c:v>
                      </c:pt>
                      <c:pt idx="6472">
                        <c:v>81.281143</c:v>
                      </c:pt>
                      <c:pt idx="6473">
                        <c:v>81.368178999999998</c:v>
                      </c:pt>
                      <c:pt idx="6474">
                        <c:v>81.447220000000002</c:v>
                      </c:pt>
                      <c:pt idx="6475">
                        <c:v>81.518539000000004</c:v>
                      </c:pt>
                      <c:pt idx="6476">
                        <c:v>81.585555999999997</c:v>
                      </c:pt>
                      <c:pt idx="6477">
                        <c:v>81.648773000000006</c:v>
                      </c:pt>
                      <c:pt idx="6478">
                        <c:v>81.706603999999999</c:v>
                      </c:pt>
                      <c:pt idx="6479">
                        <c:v>81.757050000000007</c:v>
                      </c:pt>
                      <c:pt idx="6480">
                        <c:v>81.793289000000001</c:v>
                      </c:pt>
                      <c:pt idx="6481">
                        <c:v>81.809937000000005</c:v>
                      </c:pt>
                      <c:pt idx="6482">
                        <c:v>81.8078</c:v>
                      </c:pt>
                      <c:pt idx="6483">
                        <c:v>81.786552</c:v>
                      </c:pt>
                      <c:pt idx="6484">
                        <c:v>81.751655999999997</c:v>
                      </c:pt>
                      <c:pt idx="6485">
                        <c:v>81.706130999999999</c:v>
                      </c:pt>
                      <c:pt idx="6486">
                        <c:v>81.653992000000002</c:v>
                      </c:pt>
                      <c:pt idx="6487">
                        <c:v>81.602126999999996</c:v>
                      </c:pt>
                      <c:pt idx="6488">
                        <c:v>81.553657999999999</c:v>
                      </c:pt>
                      <c:pt idx="6489">
                        <c:v>81.505118999999993</c:v>
                      </c:pt>
                      <c:pt idx="6490">
                        <c:v>81.457603000000006</c:v>
                      </c:pt>
                      <c:pt idx="6491">
                        <c:v>81.416770999999997</c:v>
                      </c:pt>
                      <c:pt idx="6492">
                        <c:v>81.391373000000002</c:v>
                      </c:pt>
                      <c:pt idx="6493">
                        <c:v>81.384345999999994</c:v>
                      </c:pt>
                      <c:pt idx="6494">
                        <c:v>81.379440000000002</c:v>
                      </c:pt>
                      <c:pt idx="6495">
                        <c:v>81.370316000000003</c:v>
                      </c:pt>
                      <c:pt idx="6496">
                        <c:v>81.357956000000001</c:v>
                      </c:pt>
                      <c:pt idx="6497">
                        <c:v>81.345078000000001</c:v>
                      </c:pt>
                      <c:pt idx="6498">
                        <c:v>81.340018999999998</c:v>
                      </c:pt>
                      <c:pt idx="6499">
                        <c:v>81.346832000000006</c:v>
                      </c:pt>
                      <c:pt idx="6500">
                        <c:v>81.354668000000004</c:v>
                      </c:pt>
                      <c:pt idx="6501">
                        <c:v>81.349120999999997</c:v>
                      </c:pt>
                      <c:pt idx="6502">
                        <c:v>81.332138</c:v>
                      </c:pt>
                      <c:pt idx="6503">
                        <c:v>81.314010999999994</c:v>
                      </c:pt>
                      <c:pt idx="6504">
                        <c:v>81.298835999999994</c:v>
                      </c:pt>
                      <c:pt idx="6505">
                        <c:v>81.290260000000004</c:v>
                      </c:pt>
                      <c:pt idx="6506">
                        <c:v>81.291718000000003</c:v>
                      </c:pt>
                      <c:pt idx="6507">
                        <c:v>81.309676999999994</c:v>
                      </c:pt>
                      <c:pt idx="6508">
                        <c:v>81.351021000000003</c:v>
                      </c:pt>
                      <c:pt idx="6509">
                        <c:v>81.415131000000002</c:v>
                      </c:pt>
                      <c:pt idx="6510">
                        <c:v>81.498878000000005</c:v>
                      </c:pt>
                      <c:pt idx="6511">
                        <c:v>81.601746000000006</c:v>
                      </c:pt>
                      <c:pt idx="6512">
                        <c:v>81.716728000000003</c:v>
                      </c:pt>
                      <c:pt idx="6513">
                        <c:v>81.828018</c:v>
                      </c:pt>
                      <c:pt idx="6514">
                        <c:v>81.925224</c:v>
                      </c:pt>
                      <c:pt idx="6515">
                        <c:v>82.010574000000005</c:v>
                      </c:pt>
                      <c:pt idx="6516">
                        <c:v>82.079750000000004</c:v>
                      </c:pt>
                      <c:pt idx="6517">
                        <c:v>82.134499000000005</c:v>
                      </c:pt>
                      <c:pt idx="6518">
                        <c:v>82.176238999999995</c:v>
                      </c:pt>
                      <c:pt idx="6519">
                        <c:v>82.202583000000004</c:v>
                      </c:pt>
                      <c:pt idx="6520">
                        <c:v>82.217322999999993</c:v>
                      </c:pt>
                      <c:pt idx="6521">
                        <c:v>82.228333000000006</c:v>
                      </c:pt>
                      <c:pt idx="6522">
                        <c:v>82.240584999999996</c:v>
                      </c:pt>
                      <c:pt idx="6523">
                        <c:v>82.260216</c:v>
                      </c:pt>
                      <c:pt idx="6524">
                        <c:v>82.291656000000003</c:v>
                      </c:pt>
                      <c:pt idx="6525">
                        <c:v>82.331931999999995</c:v>
                      </c:pt>
                      <c:pt idx="6526">
                        <c:v>82.380263999999997</c:v>
                      </c:pt>
                      <c:pt idx="6527">
                        <c:v>82.437820000000002</c:v>
                      </c:pt>
                      <c:pt idx="6528">
                        <c:v>82.504813999999996</c:v>
                      </c:pt>
                      <c:pt idx="6529">
                        <c:v>82.576981000000004</c:v>
                      </c:pt>
                      <c:pt idx="6530">
                        <c:v>82.651259999999994</c:v>
                      </c:pt>
                      <c:pt idx="6531">
                        <c:v>82.730759000000006</c:v>
                      </c:pt>
                      <c:pt idx="6532">
                        <c:v>82.818314000000001</c:v>
                      </c:pt>
                      <c:pt idx="6533">
                        <c:v>82.916740000000004</c:v>
                      </c:pt>
                      <c:pt idx="6534">
                        <c:v>83.018203999999997</c:v>
                      </c:pt>
                      <c:pt idx="6535">
                        <c:v>83.11721</c:v>
                      </c:pt>
                      <c:pt idx="6536">
                        <c:v>83.212128000000007</c:v>
                      </c:pt>
                      <c:pt idx="6537">
                        <c:v>83.301993999999993</c:v>
                      </c:pt>
                      <c:pt idx="6538">
                        <c:v>83.391243000000003</c:v>
                      </c:pt>
                      <c:pt idx="6539">
                        <c:v>83.483413999999996</c:v>
                      </c:pt>
                      <c:pt idx="6540">
                        <c:v>83.580153999999993</c:v>
                      </c:pt>
                      <c:pt idx="6541">
                        <c:v>83.680687000000006</c:v>
                      </c:pt>
                      <c:pt idx="6542">
                        <c:v>83.784706</c:v>
                      </c:pt>
                      <c:pt idx="6543">
                        <c:v>83.889747999999997</c:v>
                      </c:pt>
                      <c:pt idx="6544">
                        <c:v>83.989136000000002</c:v>
                      </c:pt>
                      <c:pt idx="6545">
                        <c:v>84.080794999999995</c:v>
                      </c:pt>
                      <c:pt idx="6546">
                        <c:v>84.166145</c:v>
                      </c:pt>
                      <c:pt idx="6547">
                        <c:v>84.243804999999995</c:v>
                      </c:pt>
                      <c:pt idx="6548">
                        <c:v>84.316208000000003</c:v>
                      </c:pt>
                      <c:pt idx="6549">
                        <c:v>84.382689999999997</c:v>
                      </c:pt>
                      <c:pt idx="6550">
                        <c:v>84.448097000000004</c:v>
                      </c:pt>
                      <c:pt idx="6551">
                        <c:v>84.514313000000001</c:v>
                      </c:pt>
                      <c:pt idx="6552">
                        <c:v>84.581992999999997</c:v>
                      </c:pt>
                      <c:pt idx="6553">
                        <c:v>84.650810000000007</c:v>
                      </c:pt>
                      <c:pt idx="6554">
                        <c:v>84.718277</c:v>
                      </c:pt>
                      <c:pt idx="6555">
                        <c:v>84.784698000000006</c:v>
                      </c:pt>
                      <c:pt idx="6556">
                        <c:v>84.850219999999993</c:v>
                      </c:pt>
                      <c:pt idx="6557">
                        <c:v>84.915290999999996</c:v>
                      </c:pt>
                      <c:pt idx="6558">
                        <c:v>84.981064000000003</c:v>
                      </c:pt>
                      <c:pt idx="6559">
                        <c:v>85.048537999999994</c:v>
                      </c:pt>
                      <c:pt idx="6560">
                        <c:v>85.119163999999998</c:v>
                      </c:pt>
                      <c:pt idx="6561">
                        <c:v>85.191231000000002</c:v>
                      </c:pt>
                      <c:pt idx="6562">
                        <c:v>85.263137999999998</c:v>
                      </c:pt>
                      <c:pt idx="6563">
                        <c:v>85.333611000000005</c:v>
                      </c:pt>
                      <c:pt idx="6564">
                        <c:v>85.406334000000001</c:v>
                      </c:pt>
                      <c:pt idx="6565">
                        <c:v>85.480743000000004</c:v>
                      </c:pt>
                      <c:pt idx="6566">
                        <c:v>85.549994999999996</c:v>
                      </c:pt>
                      <c:pt idx="6567">
                        <c:v>85.609061999999994</c:v>
                      </c:pt>
                      <c:pt idx="6568">
                        <c:v>85.652541999999997</c:v>
                      </c:pt>
                      <c:pt idx="6569">
                        <c:v>85.687195000000003</c:v>
                      </c:pt>
                      <c:pt idx="6570">
                        <c:v>85.725479000000007</c:v>
                      </c:pt>
                      <c:pt idx="6571">
                        <c:v>85.768630999999999</c:v>
                      </c:pt>
                      <c:pt idx="6572">
                        <c:v>85.819107000000002</c:v>
                      </c:pt>
                      <c:pt idx="6573">
                        <c:v>85.878715999999997</c:v>
                      </c:pt>
                      <c:pt idx="6574">
                        <c:v>85.945892000000001</c:v>
                      </c:pt>
                      <c:pt idx="6575">
                        <c:v>86.020118999999994</c:v>
                      </c:pt>
                      <c:pt idx="6576">
                        <c:v>86.100280999999995</c:v>
                      </c:pt>
                      <c:pt idx="6577">
                        <c:v>86.182190000000006</c:v>
                      </c:pt>
                      <c:pt idx="6578">
                        <c:v>86.263130000000004</c:v>
                      </c:pt>
                      <c:pt idx="6579">
                        <c:v>86.346412999999998</c:v>
                      </c:pt>
                      <c:pt idx="6580">
                        <c:v>86.437461999999996</c:v>
                      </c:pt>
                      <c:pt idx="6581">
                        <c:v>86.537955999999994</c:v>
                      </c:pt>
                      <c:pt idx="6582">
                        <c:v>86.641082999999995</c:v>
                      </c:pt>
                      <c:pt idx="6583">
                        <c:v>86.734145999999996</c:v>
                      </c:pt>
                      <c:pt idx="6584">
                        <c:v>86.814734999999999</c:v>
                      </c:pt>
                      <c:pt idx="6585">
                        <c:v>86.890433999999999</c:v>
                      </c:pt>
                      <c:pt idx="6586">
                        <c:v>86.964813000000007</c:v>
                      </c:pt>
                      <c:pt idx="6587">
                        <c:v>87.036545000000004</c:v>
                      </c:pt>
                      <c:pt idx="6588">
                        <c:v>87.106849999999994</c:v>
                      </c:pt>
                      <c:pt idx="6589">
                        <c:v>87.179321000000002</c:v>
                      </c:pt>
                      <c:pt idx="6590">
                        <c:v>87.259048000000007</c:v>
                      </c:pt>
                      <c:pt idx="6591">
                        <c:v>87.347504000000001</c:v>
                      </c:pt>
                      <c:pt idx="6592">
                        <c:v>87.439293000000006</c:v>
                      </c:pt>
                      <c:pt idx="6593">
                        <c:v>87.527953999999994</c:v>
                      </c:pt>
                      <c:pt idx="6594">
                        <c:v>87.608581999999998</c:v>
                      </c:pt>
                      <c:pt idx="6595">
                        <c:v>87.683539999999994</c:v>
                      </c:pt>
                      <c:pt idx="6596">
                        <c:v>87.756568999999999</c:v>
                      </c:pt>
                      <c:pt idx="6597">
                        <c:v>87.824157999999997</c:v>
                      </c:pt>
                      <c:pt idx="6598">
                        <c:v>87.881614999999996</c:v>
                      </c:pt>
                      <c:pt idx="6599">
                        <c:v>87.929512000000003</c:v>
                      </c:pt>
                      <c:pt idx="6600">
                        <c:v>87.972678999999999</c:v>
                      </c:pt>
                      <c:pt idx="6601">
                        <c:v>88.013153000000003</c:v>
                      </c:pt>
                      <c:pt idx="6602">
                        <c:v>88.051040999999998</c:v>
                      </c:pt>
                      <c:pt idx="6603">
                        <c:v>88.084770000000006</c:v>
                      </c:pt>
                      <c:pt idx="6604">
                        <c:v>88.111571999999995</c:v>
                      </c:pt>
                      <c:pt idx="6605">
                        <c:v>88.133933999999996</c:v>
                      </c:pt>
                      <c:pt idx="6606">
                        <c:v>88.157775999999998</c:v>
                      </c:pt>
                      <c:pt idx="6607">
                        <c:v>88.183456000000007</c:v>
                      </c:pt>
                      <c:pt idx="6608">
                        <c:v>88.203163000000004</c:v>
                      </c:pt>
                      <c:pt idx="6609">
                        <c:v>88.220771999999997</c:v>
                      </c:pt>
                      <c:pt idx="6610">
                        <c:v>88.237235999999996</c:v>
                      </c:pt>
                      <c:pt idx="6611">
                        <c:v>88.252540999999994</c:v>
                      </c:pt>
                      <c:pt idx="6612">
                        <c:v>88.263007999999999</c:v>
                      </c:pt>
                      <c:pt idx="6613">
                        <c:v>88.264495999999994</c:v>
                      </c:pt>
                      <c:pt idx="6614">
                        <c:v>88.262816999999998</c:v>
                      </c:pt>
                      <c:pt idx="6615">
                        <c:v>88.269295</c:v>
                      </c:pt>
                      <c:pt idx="6616">
                        <c:v>88.299187000000003</c:v>
                      </c:pt>
                      <c:pt idx="6617">
                        <c:v>88.358513000000002</c:v>
                      </c:pt>
                      <c:pt idx="6618">
                        <c:v>88.434921000000003</c:v>
                      </c:pt>
                      <c:pt idx="6619">
                        <c:v>88.510147000000003</c:v>
                      </c:pt>
                      <c:pt idx="6620">
                        <c:v>88.570853999999997</c:v>
                      </c:pt>
                      <c:pt idx="6621">
                        <c:v>88.620734999999996</c:v>
                      </c:pt>
                      <c:pt idx="6622">
                        <c:v>88.672225999999995</c:v>
                      </c:pt>
                      <c:pt idx="6623">
                        <c:v>88.732658000000001</c:v>
                      </c:pt>
                      <c:pt idx="6624">
                        <c:v>88.800826999999998</c:v>
                      </c:pt>
                      <c:pt idx="6625">
                        <c:v>88.871109000000004</c:v>
                      </c:pt>
                      <c:pt idx="6626">
                        <c:v>88.927681000000007</c:v>
                      </c:pt>
                      <c:pt idx="6627">
                        <c:v>88.965553</c:v>
                      </c:pt>
                      <c:pt idx="6628">
                        <c:v>88.992844000000005</c:v>
                      </c:pt>
                      <c:pt idx="6629">
                        <c:v>89.014472999999995</c:v>
                      </c:pt>
                      <c:pt idx="6630">
                        <c:v>89.024878999999999</c:v>
                      </c:pt>
                      <c:pt idx="6631">
                        <c:v>89.022354000000007</c:v>
                      </c:pt>
                      <c:pt idx="6632">
                        <c:v>89.019951000000006</c:v>
                      </c:pt>
                      <c:pt idx="6633">
                        <c:v>89.022780999999995</c:v>
                      </c:pt>
                      <c:pt idx="6634">
                        <c:v>89.029510000000002</c:v>
                      </c:pt>
                      <c:pt idx="6635">
                        <c:v>89.038109000000006</c:v>
                      </c:pt>
                      <c:pt idx="6636">
                        <c:v>89.048164</c:v>
                      </c:pt>
                      <c:pt idx="6637">
                        <c:v>89.061950999999993</c:v>
                      </c:pt>
                      <c:pt idx="6638">
                        <c:v>89.081146000000004</c:v>
                      </c:pt>
                      <c:pt idx="6639">
                        <c:v>89.105164000000002</c:v>
                      </c:pt>
                      <c:pt idx="6640">
                        <c:v>89.124542000000005</c:v>
                      </c:pt>
                      <c:pt idx="6641">
                        <c:v>89.134781000000004</c:v>
                      </c:pt>
                      <c:pt idx="6642">
                        <c:v>89.141434000000004</c:v>
                      </c:pt>
                      <c:pt idx="6643">
                        <c:v>89.151398</c:v>
                      </c:pt>
                      <c:pt idx="6644">
                        <c:v>89.162711999999999</c:v>
                      </c:pt>
                      <c:pt idx="6645">
                        <c:v>89.170280000000005</c:v>
                      </c:pt>
                      <c:pt idx="6646">
                        <c:v>89.175055999999998</c:v>
                      </c:pt>
                      <c:pt idx="6647">
                        <c:v>89.184096999999994</c:v>
                      </c:pt>
                      <c:pt idx="6648">
                        <c:v>89.198982000000001</c:v>
                      </c:pt>
                      <c:pt idx="6649">
                        <c:v>89.230095000000006</c:v>
                      </c:pt>
                      <c:pt idx="6650">
                        <c:v>89.277985000000001</c:v>
                      </c:pt>
                      <c:pt idx="6651">
                        <c:v>89.346046000000001</c:v>
                      </c:pt>
                      <c:pt idx="6652">
                        <c:v>89.436531000000002</c:v>
                      </c:pt>
                      <c:pt idx="6653">
                        <c:v>89.539603999999997</c:v>
                      </c:pt>
                      <c:pt idx="6654">
                        <c:v>89.645095999999995</c:v>
                      </c:pt>
                      <c:pt idx="6655">
                        <c:v>89.743790000000004</c:v>
                      </c:pt>
                      <c:pt idx="6656">
                        <c:v>89.834709000000004</c:v>
                      </c:pt>
                      <c:pt idx="6657">
                        <c:v>89.927002000000002</c:v>
                      </c:pt>
                      <c:pt idx="6658">
                        <c:v>90.021422999999999</c:v>
                      </c:pt>
                      <c:pt idx="6659">
                        <c:v>90.119750999999994</c:v>
                      </c:pt>
                      <c:pt idx="6660">
                        <c:v>90.226532000000006</c:v>
                      </c:pt>
                      <c:pt idx="6661">
                        <c:v>90.340141000000003</c:v>
                      </c:pt>
                      <c:pt idx="6662">
                        <c:v>90.459434999999999</c:v>
                      </c:pt>
                      <c:pt idx="6663">
                        <c:v>90.586844999999997</c:v>
                      </c:pt>
                      <c:pt idx="6664">
                        <c:v>90.721710000000002</c:v>
                      </c:pt>
                      <c:pt idx="6665">
                        <c:v>90.861892999999995</c:v>
                      </c:pt>
                      <c:pt idx="6666">
                        <c:v>91.009536999999995</c:v>
                      </c:pt>
                      <c:pt idx="6667">
                        <c:v>91.168364999999994</c:v>
                      </c:pt>
                      <c:pt idx="6668">
                        <c:v>91.337090000000003</c:v>
                      </c:pt>
                      <c:pt idx="6669">
                        <c:v>91.510863999999998</c:v>
                      </c:pt>
                      <c:pt idx="6670">
                        <c:v>91.678955000000002</c:v>
                      </c:pt>
                      <c:pt idx="6671">
                        <c:v>91.832840000000004</c:v>
                      </c:pt>
                      <c:pt idx="6672">
                        <c:v>91.969871999999995</c:v>
                      </c:pt>
                      <c:pt idx="6673">
                        <c:v>92.092613</c:v>
                      </c:pt>
                      <c:pt idx="6674">
                        <c:v>92.202965000000006</c:v>
                      </c:pt>
                      <c:pt idx="6675">
                        <c:v>92.305908000000002</c:v>
                      </c:pt>
                      <c:pt idx="6676">
                        <c:v>92.404906999999994</c:v>
                      </c:pt>
                      <c:pt idx="6677">
                        <c:v>92.499877999999995</c:v>
                      </c:pt>
                      <c:pt idx="6678">
                        <c:v>92.589928</c:v>
                      </c:pt>
                      <c:pt idx="6679">
                        <c:v>92.679175999999998</c:v>
                      </c:pt>
                      <c:pt idx="6680">
                        <c:v>92.769005000000007</c:v>
                      </c:pt>
                      <c:pt idx="6681">
                        <c:v>92.867157000000006</c:v>
                      </c:pt>
                      <c:pt idx="6682">
                        <c:v>92.9786</c:v>
                      </c:pt>
                      <c:pt idx="6683">
                        <c:v>93.085030000000003</c:v>
                      </c:pt>
                      <c:pt idx="6684">
                        <c:v>93.157570000000007</c:v>
                      </c:pt>
                      <c:pt idx="6685">
                        <c:v>93.197051999999999</c:v>
                      </c:pt>
                      <c:pt idx="6686">
                        <c:v>93.218261999999996</c:v>
                      </c:pt>
                      <c:pt idx="6687">
                        <c:v>93.234154000000004</c:v>
                      </c:pt>
                      <c:pt idx="6688">
                        <c:v>93.249306000000004</c:v>
                      </c:pt>
                      <c:pt idx="6689">
                        <c:v>93.262816999999998</c:v>
                      </c:pt>
                      <c:pt idx="6690">
                        <c:v>93.274833999999998</c:v>
                      </c:pt>
                      <c:pt idx="6691">
                        <c:v>93.287666000000002</c:v>
                      </c:pt>
                      <c:pt idx="6692">
                        <c:v>93.297027999999997</c:v>
                      </c:pt>
                      <c:pt idx="6693">
                        <c:v>93.312011999999996</c:v>
                      </c:pt>
                      <c:pt idx="6694">
                        <c:v>93.340323999999995</c:v>
                      </c:pt>
                      <c:pt idx="6695">
                        <c:v>93.383506999999994</c:v>
                      </c:pt>
                      <c:pt idx="6696">
                        <c:v>93.433075000000002</c:v>
                      </c:pt>
                      <c:pt idx="6697">
                        <c:v>93.482108999999994</c:v>
                      </c:pt>
                      <c:pt idx="6698">
                        <c:v>93.528625000000005</c:v>
                      </c:pt>
                      <c:pt idx="6699">
                        <c:v>93.570541000000006</c:v>
                      </c:pt>
                      <c:pt idx="6700">
                        <c:v>93.606926000000001</c:v>
                      </c:pt>
                      <c:pt idx="6701">
                        <c:v>93.649817999999996</c:v>
                      </c:pt>
                      <c:pt idx="6702">
                        <c:v>93.706092999999996</c:v>
                      </c:pt>
                      <c:pt idx="6703">
                        <c:v>93.763785999999996</c:v>
                      </c:pt>
                      <c:pt idx="6704">
                        <c:v>93.816665999999998</c:v>
                      </c:pt>
                      <c:pt idx="6705">
                        <c:v>93.862694000000005</c:v>
                      </c:pt>
                      <c:pt idx="6706">
                        <c:v>93.900620000000004</c:v>
                      </c:pt>
                      <c:pt idx="6707">
                        <c:v>93.933121</c:v>
                      </c:pt>
                      <c:pt idx="6708">
                        <c:v>93.965569000000002</c:v>
                      </c:pt>
                      <c:pt idx="6709">
                        <c:v>94.006073000000001</c:v>
                      </c:pt>
                      <c:pt idx="6710">
                        <c:v>94.052925000000002</c:v>
                      </c:pt>
                      <c:pt idx="6711">
                        <c:v>94.105331000000007</c:v>
                      </c:pt>
                      <c:pt idx="6712">
                        <c:v>94.162766000000005</c:v>
                      </c:pt>
                      <c:pt idx="6713">
                        <c:v>94.224288999999999</c:v>
                      </c:pt>
                      <c:pt idx="6714">
                        <c:v>94.286758000000006</c:v>
                      </c:pt>
                      <c:pt idx="6715">
                        <c:v>94.343650999999994</c:v>
                      </c:pt>
                      <c:pt idx="6716">
                        <c:v>94.395499999999998</c:v>
                      </c:pt>
                      <c:pt idx="6717">
                        <c:v>94.436126999999999</c:v>
                      </c:pt>
                      <c:pt idx="6718">
                        <c:v>94.469971000000001</c:v>
                      </c:pt>
                      <c:pt idx="6719">
                        <c:v>94.504456000000005</c:v>
                      </c:pt>
                      <c:pt idx="6720">
                        <c:v>94.536452999999995</c:v>
                      </c:pt>
                      <c:pt idx="6721">
                        <c:v>94.563927000000007</c:v>
                      </c:pt>
                      <c:pt idx="6722">
                        <c:v>94.581978000000007</c:v>
                      </c:pt>
                      <c:pt idx="6723">
                        <c:v>94.588454999999996</c:v>
                      </c:pt>
                      <c:pt idx="6724">
                        <c:v>94.595695000000006</c:v>
                      </c:pt>
                      <c:pt idx="6725">
                        <c:v>94.614036999999996</c:v>
                      </c:pt>
                      <c:pt idx="6726">
                        <c:v>94.639977000000002</c:v>
                      </c:pt>
                      <c:pt idx="6727">
                        <c:v>94.664817999999997</c:v>
                      </c:pt>
                      <c:pt idx="6728">
                        <c:v>94.691765000000004</c:v>
                      </c:pt>
                      <c:pt idx="6729">
                        <c:v>94.708961000000002</c:v>
                      </c:pt>
                      <c:pt idx="6730">
                        <c:v>94.710228000000001</c:v>
                      </c:pt>
                      <c:pt idx="6731">
                        <c:v>94.698241999999993</c:v>
                      </c:pt>
                      <c:pt idx="6732">
                        <c:v>94.678223000000003</c:v>
                      </c:pt>
                      <c:pt idx="6733">
                        <c:v>94.657332999999994</c:v>
                      </c:pt>
                      <c:pt idx="6734">
                        <c:v>94.636512999999994</c:v>
                      </c:pt>
                      <c:pt idx="6735">
                        <c:v>94.622246000000004</c:v>
                      </c:pt>
                      <c:pt idx="6736">
                        <c:v>94.615973999999994</c:v>
                      </c:pt>
                      <c:pt idx="6737">
                        <c:v>94.613433999999998</c:v>
                      </c:pt>
                      <c:pt idx="6738">
                        <c:v>94.61515</c:v>
                      </c:pt>
                      <c:pt idx="6739">
                        <c:v>94.622428999999997</c:v>
                      </c:pt>
                      <c:pt idx="6740">
                        <c:v>94.641281000000006</c:v>
                      </c:pt>
                      <c:pt idx="6741">
                        <c:v>94.669357000000005</c:v>
                      </c:pt>
                      <c:pt idx="6742">
                        <c:v>94.706207000000006</c:v>
                      </c:pt>
                      <c:pt idx="6743">
                        <c:v>94.753067000000001</c:v>
                      </c:pt>
                      <c:pt idx="6744">
                        <c:v>94.808341999999996</c:v>
                      </c:pt>
                      <c:pt idx="6745">
                        <c:v>94.869620999999995</c:v>
                      </c:pt>
                      <c:pt idx="6746">
                        <c:v>94.932877000000005</c:v>
                      </c:pt>
                      <c:pt idx="6747">
                        <c:v>94.996262000000002</c:v>
                      </c:pt>
                      <c:pt idx="6748">
                        <c:v>95.053039999999996</c:v>
                      </c:pt>
                      <c:pt idx="6749">
                        <c:v>95.100845000000007</c:v>
                      </c:pt>
                      <c:pt idx="6750">
                        <c:v>95.146445999999997</c:v>
                      </c:pt>
                      <c:pt idx="6751">
                        <c:v>95.192322000000004</c:v>
                      </c:pt>
                      <c:pt idx="6752">
                        <c:v>95.243378000000007</c:v>
                      </c:pt>
                      <c:pt idx="6753">
                        <c:v>95.294807000000006</c:v>
                      </c:pt>
                      <c:pt idx="6754">
                        <c:v>95.351378999999994</c:v>
                      </c:pt>
                      <c:pt idx="6755">
                        <c:v>95.406418000000002</c:v>
                      </c:pt>
                      <c:pt idx="6756">
                        <c:v>95.468277</c:v>
                      </c:pt>
                      <c:pt idx="6757">
                        <c:v>95.536208999999999</c:v>
                      </c:pt>
                      <c:pt idx="6758">
                        <c:v>95.600112999999993</c:v>
                      </c:pt>
                      <c:pt idx="6759">
                        <c:v>95.657768000000004</c:v>
                      </c:pt>
                      <c:pt idx="6760">
                        <c:v>95.714195000000004</c:v>
                      </c:pt>
                      <c:pt idx="6761">
                        <c:v>95.772246999999993</c:v>
                      </c:pt>
                      <c:pt idx="6762">
                        <c:v>95.827956999999998</c:v>
                      </c:pt>
                      <c:pt idx="6763">
                        <c:v>95.881027000000003</c:v>
                      </c:pt>
                      <c:pt idx="6764">
                        <c:v>95.936256</c:v>
                      </c:pt>
                      <c:pt idx="6765">
                        <c:v>95.986908</c:v>
                      </c:pt>
                      <c:pt idx="6766">
                        <c:v>96.038184999999999</c:v>
                      </c:pt>
                      <c:pt idx="6767">
                        <c:v>96.095237999999995</c:v>
                      </c:pt>
                      <c:pt idx="6768">
                        <c:v>96.156379999999999</c:v>
                      </c:pt>
                      <c:pt idx="6769">
                        <c:v>96.233665000000002</c:v>
                      </c:pt>
                      <c:pt idx="6770">
                        <c:v>96.332825</c:v>
                      </c:pt>
                      <c:pt idx="6771">
                        <c:v>96.440437000000003</c:v>
                      </c:pt>
                      <c:pt idx="6772">
                        <c:v>96.566986</c:v>
                      </c:pt>
                      <c:pt idx="6773">
                        <c:v>96.704773000000003</c:v>
                      </c:pt>
                      <c:pt idx="6774">
                        <c:v>96.853424000000004</c:v>
                      </c:pt>
                      <c:pt idx="6775">
                        <c:v>97.011711000000005</c:v>
                      </c:pt>
                      <c:pt idx="6776">
                        <c:v>97.173561000000007</c:v>
                      </c:pt>
                      <c:pt idx="6777">
                        <c:v>97.328345999999996</c:v>
                      </c:pt>
                      <c:pt idx="6778">
                        <c:v>97.475525000000005</c:v>
                      </c:pt>
                      <c:pt idx="6779">
                        <c:v>97.608681000000004</c:v>
                      </c:pt>
                      <c:pt idx="6780">
                        <c:v>97.722717000000003</c:v>
                      </c:pt>
                      <c:pt idx="6781">
                        <c:v>97.820518000000007</c:v>
                      </c:pt>
                      <c:pt idx="6782">
                        <c:v>97.910683000000006</c:v>
                      </c:pt>
                      <c:pt idx="6783">
                        <c:v>98.001639999999995</c:v>
                      </c:pt>
                      <c:pt idx="6784">
                        <c:v>98.098151999999999</c:v>
                      </c:pt>
                      <c:pt idx="6785">
                        <c:v>98.200073000000003</c:v>
                      </c:pt>
                      <c:pt idx="6786">
                        <c:v>98.302443999999994</c:v>
                      </c:pt>
                      <c:pt idx="6787">
                        <c:v>98.397071999999994</c:v>
                      </c:pt>
                      <c:pt idx="6788">
                        <c:v>98.491095999999999</c:v>
                      </c:pt>
                      <c:pt idx="6789">
                        <c:v>98.590805000000003</c:v>
                      </c:pt>
                      <c:pt idx="6790">
                        <c:v>98.702331999999998</c:v>
                      </c:pt>
                      <c:pt idx="6791">
                        <c:v>98.821037000000004</c:v>
                      </c:pt>
                      <c:pt idx="6792">
                        <c:v>98.949112</c:v>
                      </c:pt>
                      <c:pt idx="6793">
                        <c:v>99.090057000000002</c:v>
                      </c:pt>
                      <c:pt idx="6794">
                        <c:v>99.245987</c:v>
                      </c:pt>
                      <c:pt idx="6795">
                        <c:v>99.409308999999993</c:v>
                      </c:pt>
                      <c:pt idx="6796">
                        <c:v>99.572456000000003</c:v>
                      </c:pt>
                      <c:pt idx="6797">
                        <c:v>99.731032999999996</c:v>
                      </c:pt>
                      <c:pt idx="6798">
                        <c:v>99.888610999999997</c:v>
                      </c:pt>
                      <c:pt idx="6799">
                        <c:v>100.04816</c:v>
                      </c:pt>
                      <c:pt idx="6800">
                        <c:v>100.2132</c:v>
                      </c:pt>
                      <c:pt idx="6801">
                        <c:v>100.37855</c:v>
                      </c:pt>
                      <c:pt idx="6802">
                        <c:v>100.54185</c:v>
                      </c:pt>
                      <c:pt idx="6803">
                        <c:v>100.70332000000001</c:v>
                      </c:pt>
                      <c:pt idx="6804">
                        <c:v>100.85988</c:v>
                      </c:pt>
                      <c:pt idx="6805">
                        <c:v>101.01563</c:v>
                      </c:pt>
                      <c:pt idx="6806">
                        <c:v>101.17146</c:v>
                      </c:pt>
                      <c:pt idx="6807">
                        <c:v>101.32452000000001</c:v>
                      </c:pt>
                      <c:pt idx="6808">
                        <c:v>101.47803999999999</c:v>
                      </c:pt>
                      <c:pt idx="6809">
                        <c:v>101.63426</c:v>
                      </c:pt>
                      <c:pt idx="6810">
                        <c:v>101.79674</c:v>
                      </c:pt>
                      <c:pt idx="6811">
                        <c:v>101.97067</c:v>
                      </c:pt>
                      <c:pt idx="6812">
                        <c:v>102.15488000000001</c:v>
                      </c:pt>
                      <c:pt idx="6813">
                        <c:v>102.34016</c:v>
                      </c:pt>
                      <c:pt idx="6814">
                        <c:v>102.52399</c:v>
                      </c:pt>
                      <c:pt idx="6815">
                        <c:v>102.70771999999999</c:v>
                      </c:pt>
                      <c:pt idx="6816">
                        <c:v>102.89305</c:v>
                      </c:pt>
                      <c:pt idx="6817">
                        <c:v>103.07765999999999</c:v>
                      </c:pt>
                      <c:pt idx="6818">
                        <c:v>103.26134</c:v>
                      </c:pt>
                      <c:pt idx="6819">
                        <c:v>103.44347</c:v>
                      </c:pt>
                      <c:pt idx="6820">
                        <c:v>103.62217</c:v>
                      </c:pt>
                      <c:pt idx="6821">
                        <c:v>103.79575</c:v>
                      </c:pt>
                      <c:pt idx="6822">
                        <c:v>103.96395</c:v>
                      </c:pt>
                      <c:pt idx="6823">
                        <c:v>104.13074</c:v>
                      </c:pt>
                      <c:pt idx="6824">
                        <c:v>104.29854</c:v>
                      </c:pt>
                      <c:pt idx="6825">
                        <c:v>104.46777</c:v>
                      </c:pt>
                      <c:pt idx="6826">
                        <c:v>104.63562</c:v>
                      </c:pt>
                      <c:pt idx="6827">
                        <c:v>104.79703000000001</c:v>
                      </c:pt>
                      <c:pt idx="6828">
                        <c:v>104.94812</c:v>
                      </c:pt>
                      <c:pt idx="6829">
                        <c:v>105.09607</c:v>
                      </c:pt>
                      <c:pt idx="6830">
                        <c:v>105.24696</c:v>
                      </c:pt>
                      <c:pt idx="6831">
                        <c:v>105.40242000000001</c:v>
                      </c:pt>
                      <c:pt idx="6832">
                        <c:v>105.55996</c:v>
                      </c:pt>
                      <c:pt idx="6833">
                        <c:v>105.71451</c:v>
                      </c:pt>
                      <c:pt idx="6834">
                        <c:v>105.86615999999999</c:v>
                      </c:pt>
                      <c:pt idx="6835">
                        <c:v>106.01869000000001</c:v>
                      </c:pt>
                      <c:pt idx="6836">
                        <c:v>106.17744</c:v>
                      </c:pt>
                      <c:pt idx="6837">
                        <c:v>106.34508</c:v>
                      </c:pt>
                      <c:pt idx="6838">
                        <c:v>106.51383</c:v>
                      </c:pt>
                      <c:pt idx="6839">
                        <c:v>106.67865999999999</c:v>
                      </c:pt>
                      <c:pt idx="6840">
                        <c:v>106.84075</c:v>
                      </c:pt>
                      <c:pt idx="6841">
                        <c:v>106.99948999999999</c:v>
                      </c:pt>
                      <c:pt idx="6842">
                        <c:v>107.1481</c:v>
                      </c:pt>
                      <c:pt idx="6843">
                        <c:v>107.28529</c:v>
                      </c:pt>
                      <c:pt idx="6844">
                        <c:v>107.41689</c:v>
                      </c:pt>
                      <c:pt idx="6845">
                        <c:v>107.54977</c:v>
                      </c:pt>
                      <c:pt idx="6846">
                        <c:v>107.68577999999999</c:v>
                      </c:pt>
                      <c:pt idx="6847">
                        <c:v>107.82550000000001</c:v>
                      </c:pt>
                      <c:pt idx="6848">
                        <c:v>107.97031</c:v>
                      </c:pt>
                      <c:pt idx="6849">
                        <c:v>108.12188</c:v>
                      </c:pt>
                      <c:pt idx="6850">
                        <c:v>108.2831</c:v>
                      </c:pt>
                      <c:pt idx="6851">
                        <c:v>108.44763</c:v>
                      </c:pt>
                      <c:pt idx="6852">
                        <c:v>108.60794</c:v>
                      </c:pt>
                      <c:pt idx="6853">
                        <c:v>108.76297</c:v>
                      </c:pt>
                      <c:pt idx="6854">
                        <c:v>108.91537</c:v>
                      </c:pt>
                      <c:pt idx="6855">
                        <c:v>109.06395999999999</c:v>
                      </c:pt>
                      <c:pt idx="6856">
                        <c:v>109.20699</c:v>
                      </c:pt>
                      <c:pt idx="6857">
                        <c:v>109.34184999999999</c:v>
                      </c:pt>
                      <c:pt idx="6858">
                        <c:v>109.46603</c:v>
                      </c:pt>
                      <c:pt idx="6859">
                        <c:v>109.57727</c:v>
                      </c:pt>
                      <c:pt idx="6860">
                        <c:v>109.6776</c:v>
                      </c:pt>
                      <c:pt idx="6861">
                        <c:v>109.76716</c:v>
                      </c:pt>
                      <c:pt idx="6862">
                        <c:v>109.84797</c:v>
                      </c:pt>
                      <c:pt idx="6863">
                        <c:v>109.92959</c:v>
                      </c:pt>
                      <c:pt idx="6864">
                        <c:v>110.01698</c:v>
                      </c:pt>
                      <c:pt idx="6865">
                        <c:v>110.10841000000001</c:v>
                      </c:pt>
                      <c:pt idx="6866">
                        <c:v>110.19815</c:v>
                      </c:pt>
                      <c:pt idx="6867">
                        <c:v>110.28313</c:v>
                      </c:pt>
                      <c:pt idx="6868">
                        <c:v>110.36620000000001</c:v>
                      </c:pt>
                      <c:pt idx="6869">
                        <c:v>110.45126999999999</c:v>
                      </c:pt>
                      <c:pt idx="6870">
                        <c:v>110.54364</c:v>
                      </c:pt>
                      <c:pt idx="6871">
                        <c:v>110.64608</c:v>
                      </c:pt>
                      <c:pt idx="6872">
                        <c:v>110.75539999999999</c:v>
                      </c:pt>
                      <c:pt idx="6873">
                        <c:v>110.86342999999999</c:v>
                      </c:pt>
                      <c:pt idx="6874">
                        <c:v>110.96585</c:v>
                      </c:pt>
                      <c:pt idx="6875">
                        <c:v>111.0587</c:v>
                      </c:pt>
                      <c:pt idx="6876">
                        <c:v>111.14861000000001</c:v>
                      </c:pt>
                      <c:pt idx="6877">
                        <c:v>111.24323</c:v>
                      </c:pt>
                      <c:pt idx="6878">
                        <c:v>111.34837</c:v>
                      </c:pt>
                      <c:pt idx="6879">
                        <c:v>111.46386</c:v>
                      </c:pt>
                      <c:pt idx="6880">
                        <c:v>111.58578</c:v>
                      </c:pt>
                      <c:pt idx="6881">
                        <c:v>111.70923999999999</c:v>
                      </c:pt>
                      <c:pt idx="6882">
                        <c:v>111.83179</c:v>
                      </c:pt>
                      <c:pt idx="6883">
                        <c:v>111.95918</c:v>
                      </c:pt>
                      <c:pt idx="6884">
                        <c:v>112.09359000000001</c:v>
                      </c:pt>
                      <c:pt idx="6885">
                        <c:v>112.23504</c:v>
                      </c:pt>
                      <c:pt idx="6886">
                        <c:v>112.37584</c:v>
                      </c:pt>
                      <c:pt idx="6887">
                        <c:v>112.51261</c:v>
                      </c:pt>
                      <c:pt idx="6888">
                        <c:v>112.64422</c:v>
                      </c:pt>
                      <c:pt idx="6889">
                        <c:v>112.76917</c:v>
                      </c:pt>
                      <c:pt idx="6890">
                        <c:v>112.89113999999999</c:v>
                      </c:pt>
                      <c:pt idx="6891">
                        <c:v>113.01591000000001</c:v>
                      </c:pt>
                      <c:pt idx="6892">
                        <c:v>113.14224</c:v>
                      </c:pt>
                      <c:pt idx="6893">
                        <c:v>113.26976000000001</c:v>
                      </c:pt>
                      <c:pt idx="6894">
                        <c:v>113.40187</c:v>
                      </c:pt>
                      <c:pt idx="6895">
                        <c:v>113.53910999999999</c:v>
                      </c:pt>
                      <c:pt idx="6896">
                        <c:v>113.67301</c:v>
                      </c:pt>
                      <c:pt idx="6897">
                        <c:v>113.78994</c:v>
                      </c:pt>
                      <c:pt idx="6898">
                        <c:v>113.8877</c:v>
                      </c:pt>
                      <c:pt idx="6899">
                        <c:v>113.96906</c:v>
                      </c:pt>
                      <c:pt idx="6900">
                        <c:v>114.02509999999999</c:v>
                      </c:pt>
                      <c:pt idx="6901">
                        <c:v>114.06619000000001</c:v>
                      </c:pt>
                      <c:pt idx="6902">
                        <c:v>114.10632</c:v>
                      </c:pt>
                      <c:pt idx="6903">
                        <c:v>114.10941</c:v>
                      </c:pt>
                      <c:pt idx="6904">
                        <c:v>114.05345</c:v>
                      </c:pt>
                      <c:pt idx="6905">
                        <c:v>113.97408</c:v>
                      </c:pt>
                      <c:pt idx="6906">
                        <c:v>113.88718</c:v>
                      </c:pt>
                      <c:pt idx="6907">
                        <c:v>113.80457</c:v>
                      </c:pt>
                      <c:pt idx="6908">
                        <c:v>113.74218</c:v>
                      </c:pt>
                      <c:pt idx="6909">
                        <c:v>113.68576</c:v>
                      </c:pt>
                      <c:pt idx="6910">
                        <c:v>113.64224</c:v>
                      </c:pt>
                      <c:pt idx="6911">
                        <c:v>113.60411999999999</c:v>
                      </c:pt>
                      <c:pt idx="6912">
                        <c:v>113.56294</c:v>
                      </c:pt>
                      <c:pt idx="6913">
                        <c:v>113.52547</c:v>
                      </c:pt>
                      <c:pt idx="6914">
                        <c:v>113.49095</c:v>
                      </c:pt>
                      <c:pt idx="6915">
                        <c:v>113.45877</c:v>
                      </c:pt>
                      <c:pt idx="6916">
                        <c:v>113.43191</c:v>
                      </c:pt>
                      <c:pt idx="6917">
                        <c:v>113.41558999999999</c:v>
                      </c:pt>
                      <c:pt idx="6918">
                        <c:v>113.40572</c:v>
                      </c:pt>
                      <c:pt idx="6919">
                        <c:v>113.39679</c:v>
                      </c:pt>
                      <c:pt idx="6920">
                        <c:v>113.38805000000001</c:v>
                      </c:pt>
                      <c:pt idx="6921">
                        <c:v>113.38321999999999</c:v>
                      </c:pt>
                      <c:pt idx="6922">
                        <c:v>113.38464999999999</c:v>
                      </c:pt>
                      <c:pt idx="6923">
                        <c:v>113.38925</c:v>
                      </c:pt>
                      <c:pt idx="6924">
                        <c:v>113.39227</c:v>
                      </c:pt>
                      <c:pt idx="6925">
                        <c:v>113.39191</c:v>
                      </c:pt>
                      <c:pt idx="6926">
                        <c:v>113.38892</c:v>
                      </c:pt>
                      <c:pt idx="6927">
                        <c:v>113.38263000000001</c:v>
                      </c:pt>
                      <c:pt idx="6928">
                        <c:v>113.37306</c:v>
                      </c:pt>
                      <c:pt idx="6929">
                        <c:v>113.3669</c:v>
                      </c:pt>
                      <c:pt idx="6930">
                        <c:v>113.37593</c:v>
                      </c:pt>
                      <c:pt idx="6931">
                        <c:v>113.41701</c:v>
                      </c:pt>
                      <c:pt idx="6932">
                        <c:v>113.48567</c:v>
                      </c:pt>
                      <c:pt idx="6933">
                        <c:v>113.5655</c:v>
                      </c:pt>
                      <c:pt idx="6934">
                        <c:v>113.64565</c:v>
                      </c:pt>
                      <c:pt idx="6935">
                        <c:v>113.72694</c:v>
                      </c:pt>
                      <c:pt idx="6936">
                        <c:v>113.80647</c:v>
                      </c:pt>
                      <c:pt idx="6937">
                        <c:v>113.8836</c:v>
                      </c:pt>
                      <c:pt idx="6938">
                        <c:v>113.96162</c:v>
                      </c:pt>
                      <c:pt idx="6939">
                        <c:v>114.04052</c:v>
                      </c:pt>
                      <c:pt idx="6940">
                        <c:v>114.12121999999999</c:v>
                      </c:pt>
                      <c:pt idx="6941">
                        <c:v>114.20116</c:v>
                      </c:pt>
                      <c:pt idx="6942">
                        <c:v>114.28203999999999</c:v>
                      </c:pt>
                      <c:pt idx="6943">
                        <c:v>114.36492</c:v>
                      </c:pt>
                      <c:pt idx="6944">
                        <c:v>114.45415</c:v>
                      </c:pt>
                      <c:pt idx="6945">
                        <c:v>114.54404</c:v>
                      </c:pt>
                      <c:pt idx="6946">
                        <c:v>114.62897</c:v>
                      </c:pt>
                      <c:pt idx="6947">
                        <c:v>114.70712</c:v>
                      </c:pt>
                      <c:pt idx="6948">
                        <c:v>114.77472</c:v>
                      </c:pt>
                      <c:pt idx="6949">
                        <c:v>114.83336</c:v>
                      </c:pt>
                      <c:pt idx="6950">
                        <c:v>114.88936</c:v>
                      </c:pt>
                      <c:pt idx="6951">
                        <c:v>114.95044</c:v>
                      </c:pt>
                      <c:pt idx="6952">
                        <c:v>115.01703000000001</c:v>
                      </c:pt>
                      <c:pt idx="6953">
                        <c:v>115.08762</c:v>
                      </c:pt>
                      <c:pt idx="6954">
                        <c:v>115.15891000000001</c:v>
                      </c:pt>
                      <c:pt idx="6955">
                        <c:v>115.21805999999999</c:v>
                      </c:pt>
                      <c:pt idx="6956">
                        <c:v>115.258</c:v>
                      </c:pt>
                      <c:pt idx="6957">
                        <c:v>115.28100999999999</c:v>
                      </c:pt>
                      <c:pt idx="6958">
                        <c:v>115.28785999999999</c:v>
                      </c:pt>
                      <c:pt idx="6959">
                        <c:v>115.2822</c:v>
                      </c:pt>
                      <c:pt idx="6960">
                        <c:v>115.26899</c:v>
                      </c:pt>
                      <c:pt idx="6961">
                        <c:v>115.24454</c:v>
                      </c:pt>
                      <c:pt idx="6962">
                        <c:v>115.20905</c:v>
                      </c:pt>
                      <c:pt idx="6963">
                        <c:v>115.16909</c:v>
                      </c:pt>
                      <c:pt idx="6964">
                        <c:v>115.13115999999999</c:v>
                      </c:pt>
                      <c:pt idx="6965">
                        <c:v>115.09263</c:v>
                      </c:pt>
                      <c:pt idx="6966">
                        <c:v>115.0527</c:v>
                      </c:pt>
                      <c:pt idx="6967">
                        <c:v>115.01244</c:v>
                      </c:pt>
                      <c:pt idx="6968">
                        <c:v>114.97297</c:v>
                      </c:pt>
                      <c:pt idx="6969">
                        <c:v>114.93658000000001</c:v>
                      </c:pt>
                      <c:pt idx="6970">
                        <c:v>114.90148000000001</c:v>
                      </c:pt>
                      <c:pt idx="6971">
                        <c:v>114.87109</c:v>
                      </c:pt>
                      <c:pt idx="6972">
                        <c:v>114.85413</c:v>
                      </c:pt>
                      <c:pt idx="6973">
                        <c:v>114.85201000000001</c:v>
                      </c:pt>
                      <c:pt idx="6974">
                        <c:v>114.86145999999999</c:v>
                      </c:pt>
                      <c:pt idx="6975">
                        <c:v>114.86826000000001</c:v>
                      </c:pt>
                      <c:pt idx="6976">
                        <c:v>114.86327</c:v>
                      </c:pt>
                      <c:pt idx="6977">
                        <c:v>114.84977000000001</c:v>
                      </c:pt>
                      <c:pt idx="6978">
                        <c:v>114.83604</c:v>
                      </c:pt>
                      <c:pt idx="6979">
                        <c:v>114.82084999999999</c:v>
                      </c:pt>
                      <c:pt idx="6980">
                        <c:v>114.8034</c:v>
                      </c:pt>
                      <c:pt idx="6981">
                        <c:v>114.78677</c:v>
                      </c:pt>
                      <c:pt idx="6982">
                        <c:v>114.77342</c:v>
                      </c:pt>
                      <c:pt idx="6983">
                        <c:v>114.76476</c:v>
                      </c:pt>
                      <c:pt idx="6984">
                        <c:v>114.76258</c:v>
                      </c:pt>
                      <c:pt idx="6985">
                        <c:v>114.77048000000001</c:v>
                      </c:pt>
                      <c:pt idx="6986">
                        <c:v>114.79061</c:v>
                      </c:pt>
                      <c:pt idx="6987">
                        <c:v>114.82501000000001</c:v>
                      </c:pt>
                      <c:pt idx="6988">
                        <c:v>114.8687</c:v>
                      </c:pt>
                      <c:pt idx="6989">
                        <c:v>114.91697000000001</c:v>
                      </c:pt>
                      <c:pt idx="6990">
                        <c:v>114.96679</c:v>
                      </c:pt>
                      <c:pt idx="6991">
                        <c:v>115.01467</c:v>
                      </c:pt>
                      <c:pt idx="6992">
                        <c:v>115.0573</c:v>
                      </c:pt>
                      <c:pt idx="6993">
                        <c:v>115.09726999999999</c:v>
                      </c:pt>
                      <c:pt idx="6994">
                        <c:v>115.13826</c:v>
                      </c:pt>
                      <c:pt idx="6995">
                        <c:v>115.17971</c:v>
                      </c:pt>
                      <c:pt idx="6996">
                        <c:v>115.22202</c:v>
                      </c:pt>
                      <c:pt idx="6997">
                        <c:v>115.26466000000001</c:v>
                      </c:pt>
                      <c:pt idx="6998">
                        <c:v>115.30387</c:v>
                      </c:pt>
                      <c:pt idx="6999">
                        <c:v>115.33699</c:v>
                      </c:pt>
                      <c:pt idx="7000">
                        <c:v>115.36623</c:v>
                      </c:pt>
                      <c:pt idx="7001">
                        <c:v>115.39394</c:v>
                      </c:pt>
                      <c:pt idx="7002">
                        <c:v>115.42082000000001</c:v>
                      </c:pt>
                      <c:pt idx="7003">
                        <c:v>115.45113000000001</c:v>
                      </c:pt>
                      <c:pt idx="7004">
                        <c:v>115.48666</c:v>
                      </c:pt>
                      <c:pt idx="7005">
                        <c:v>115.52378</c:v>
                      </c:pt>
                      <c:pt idx="7006">
                        <c:v>115.55933</c:v>
                      </c:pt>
                      <c:pt idx="7007">
                        <c:v>115.59554</c:v>
                      </c:pt>
                      <c:pt idx="7008">
                        <c:v>115.63411000000001</c:v>
                      </c:pt>
                      <c:pt idx="7009">
                        <c:v>115.6743</c:v>
                      </c:pt>
                      <c:pt idx="7010">
                        <c:v>115.71505999999999</c:v>
                      </c:pt>
                      <c:pt idx="7011">
                        <c:v>115.75763999999999</c:v>
                      </c:pt>
                      <c:pt idx="7012">
                        <c:v>115.80354</c:v>
                      </c:pt>
                      <c:pt idx="7013">
                        <c:v>115.84874000000001</c:v>
                      </c:pt>
                      <c:pt idx="7014">
                        <c:v>115.88879</c:v>
                      </c:pt>
                      <c:pt idx="7015">
                        <c:v>115.92822</c:v>
                      </c:pt>
                      <c:pt idx="7016">
                        <c:v>115.96516</c:v>
                      </c:pt>
                      <c:pt idx="7017">
                        <c:v>115.99290000000001</c:v>
                      </c:pt>
                      <c:pt idx="7018">
                        <c:v>116.00494</c:v>
                      </c:pt>
                      <c:pt idx="7019">
                        <c:v>116.01078</c:v>
                      </c:pt>
                      <c:pt idx="7020">
                        <c:v>116.03049</c:v>
                      </c:pt>
                      <c:pt idx="7021">
                        <c:v>116.06478</c:v>
                      </c:pt>
                      <c:pt idx="7022">
                        <c:v>116.11135</c:v>
                      </c:pt>
                      <c:pt idx="7023">
                        <c:v>116.16267999999999</c:v>
                      </c:pt>
                      <c:pt idx="7024">
                        <c:v>116.20854</c:v>
                      </c:pt>
                      <c:pt idx="7025">
                        <c:v>116.24912</c:v>
                      </c:pt>
                      <c:pt idx="7026">
                        <c:v>116.28489999999999</c:v>
                      </c:pt>
                      <c:pt idx="7027">
                        <c:v>116.31586</c:v>
                      </c:pt>
                      <c:pt idx="7028">
                        <c:v>116.34235</c:v>
                      </c:pt>
                      <c:pt idx="7029">
                        <c:v>116.36526000000001</c:v>
                      </c:pt>
                      <c:pt idx="7030">
                        <c:v>116.38717</c:v>
                      </c:pt>
                      <c:pt idx="7031">
                        <c:v>116.40663000000001</c:v>
                      </c:pt>
                      <c:pt idx="7032">
                        <c:v>116.4181</c:v>
                      </c:pt>
                      <c:pt idx="7033">
                        <c:v>116.42834000000001</c:v>
                      </c:pt>
                      <c:pt idx="7034">
                        <c:v>116.44626</c:v>
                      </c:pt>
                      <c:pt idx="7035">
                        <c:v>116.47136</c:v>
                      </c:pt>
                      <c:pt idx="7036">
                        <c:v>116.49827999999999</c:v>
                      </c:pt>
                      <c:pt idx="7037">
                        <c:v>116.5266</c:v>
                      </c:pt>
                      <c:pt idx="7038">
                        <c:v>116.55732</c:v>
                      </c:pt>
                      <c:pt idx="7039">
                        <c:v>116.58701000000001</c:v>
                      </c:pt>
                      <c:pt idx="7040">
                        <c:v>116.61490999999999</c:v>
                      </c:pt>
                      <c:pt idx="7041">
                        <c:v>116.63994</c:v>
                      </c:pt>
                      <c:pt idx="7042">
                        <c:v>116.65477</c:v>
                      </c:pt>
                      <c:pt idx="7043">
                        <c:v>116.66737999999999</c:v>
                      </c:pt>
                      <c:pt idx="7044">
                        <c:v>116.68877000000001</c:v>
                      </c:pt>
                      <c:pt idx="7045">
                        <c:v>116.71975999999999</c:v>
                      </c:pt>
                      <c:pt idx="7046">
                        <c:v>116.75015999999999</c:v>
                      </c:pt>
                      <c:pt idx="7047">
                        <c:v>116.76282</c:v>
                      </c:pt>
                      <c:pt idx="7048">
                        <c:v>116.76235</c:v>
                      </c:pt>
                      <c:pt idx="7049">
                        <c:v>116.75579</c:v>
                      </c:pt>
                      <c:pt idx="7050">
                        <c:v>116.74593</c:v>
                      </c:pt>
                      <c:pt idx="7051">
                        <c:v>116.73436</c:v>
                      </c:pt>
                      <c:pt idx="7052">
                        <c:v>116.7234</c:v>
                      </c:pt>
                      <c:pt idx="7053">
                        <c:v>116.71357999999999</c:v>
                      </c:pt>
                      <c:pt idx="7054">
                        <c:v>116.70538000000001</c:v>
                      </c:pt>
                      <c:pt idx="7055">
                        <c:v>116.70349</c:v>
                      </c:pt>
                      <c:pt idx="7056">
                        <c:v>116.70994</c:v>
                      </c:pt>
                      <c:pt idx="7057">
                        <c:v>116.73081999999999</c:v>
                      </c:pt>
                      <c:pt idx="7058">
                        <c:v>116.76891999999999</c:v>
                      </c:pt>
                      <c:pt idx="7059">
                        <c:v>116.81507000000001</c:v>
                      </c:pt>
                      <c:pt idx="7060">
                        <c:v>116.85635000000001</c:v>
                      </c:pt>
                      <c:pt idx="7061">
                        <c:v>116.88513</c:v>
                      </c:pt>
                      <c:pt idx="7062">
                        <c:v>116.89857000000001</c:v>
                      </c:pt>
                      <c:pt idx="7063">
                        <c:v>116.89864</c:v>
                      </c:pt>
                      <c:pt idx="7064">
                        <c:v>116.88858</c:v>
                      </c:pt>
                      <c:pt idx="7065">
                        <c:v>116.8772</c:v>
                      </c:pt>
                      <c:pt idx="7066">
                        <c:v>116.86784</c:v>
                      </c:pt>
                      <c:pt idx="7067">
                        <c:v>116.86114000000001</c:v>
                      </c:pt>
                      <c:pt idx="7068">
                        <c:v>116.85974</c:v>
                      </c:pt>
                      <c:pt idx="7069">
                        <c:v>116.8631</c:v>
                      </c:pt>
                      <c:pt idx="7070">
                        <c:v>116.86964</c:v>
                      </c:pt>
                      <c:pt idx="7071">
                        <c:v>116.87756</c:v>
                      </c:pt>
                      <c:pt idx="7072">
                        <c:v>116.88455999999999</c:v>
                      </c:pt>
                      <c:pt idx="7073">
                        <c:v>116.89830000000001</c:v>
                      </c:pt>
                      <c:pt idx="7074">
                        <c:v>116.91968</c:v>
                      </c:pt>
                      <c:pt idx="7075">
                        <c:v>116.94372</c:v>
                      </c:pt>
                      <c:pt idx="7076">
                        <c:v>116.96905</c:v>
                      </c:pt>
                      <c:pt idx="7077">
                        <c:v>116.99956</c:v>
                      </c:pt>
                      <c:pt idx="7078">
                        <c:v>117.0395</c:v>
                      </c:pt>
                      <c:pt idx="7079">
                        <c:v>117.08458</c:v>
                      </c:pt>
                      <c:pt idx="7080">
                        <c:v>117.12599</c:v>
                      </c:pt>
                      <c:pt idx="7081">
                        <c:v>117.16501</c:v>
                      </c:pt>
                      <c:pt idx="7082">
                        <c:v>117.20806</c:v>
                      </c:pt>
                      <c:pt idx="7083">
                        <c:v>117.25662</c:v>
                      </c:pt>
                      <c:pt idx="7084">
                        <c:v>117.30744</c:v>
                      </c:pt>
                      <c:pt idx="7085">
                        <c:v>117.35814999999999</c:v>
                      </c:pt>
                      <c:pt idx="7086">
                        <c:v>117.40683</c:v>
                      </c:pt>
                      <c:pt idx="7087">
                        <c:v>117.45444999999999</c:v>
                      </c:pt>
                      <c:pt idx="7088">
                        <c:v>117.50503999999999</c:v>
                      </c:pt>
                      <c:pt idx="7089">
                        <c:v>117.55997000000001</c:v>
                      </c:pt>
                      <c:pt idx="7090">
                        <c:v>117.62035</c:v>
                      </c:pt>
                      <c:pt idx="7091">
                        <c:v>117.6748</c:v>
                      </c:pt>
                      <c:pt idx="7092">
                        <c:v>117.72516</c:v>
                      </c:pt>
                      <c:pt idx="7093">
                        <c:v>117.77208</c:v>
                      </c:pt>
                      <c:pt idx="7094">
                        <c:v>117.80526999999999</c:v>
                      </c:pt>
                      <c:pt idx="7095">
                        <c:v>117.82998000000001</c:v>
                      </c:pt>
                      <c:pt idx="7096">
                        <c:v>117.84941000000001</c:v>
                      </c:pt>
                      <c:pt idx="7097">
                        <c:v>117.86490999999999</c:v>
                      </c:pt>
                      <c:pt idx="7098">
                        <c:v>117.88912999999999</c:v>
                      </c:pt>
                      <c:pt idx="7099">
                        <c:v>117.92469</c:v>
                      </c:pt>
                      <c:pt idx="7100">
                        <c:v>117.9657</c:v>
                      </c:pt>
                      <c:pt idx="7101">
                        <c:v>118.00454999999999</c:v>
                      </c:pt>
                      <c:pt idx="7102">
                        <c:v>118.03769</c:v>
                      </c:pt>
                      <c:pt idx="7103">
                        <c:v>118.07707000000001</c:v>
                      </c:pt>
                      <c:pt idx="7104">
                        <c:v>118.12090999999999</c:v>
                      </c:pt>
                      <c:pt idx="7105">
                        <c:v>118.16463</c:v>
                      </c:pt>
                      <c:pt idx="7106">
                        <c:v>118.19946</c:v>
                      </c:pt>
                      <c:pt idx="7107">
                        <c:v>118.21827</c:v>
                      </c:pt>
                      <c:pt idx="7108">
                        <c:v>118.21856</c:v>
                      </c:pt>
                      <c:pt idx="7109">
                        <c:v>118.20162000000001</c:v>
                      </c:pt>
                      <c:pt idx="7110">
                        <c:v>118.17334</c:v>
                      </c:pt>
                      <c:pt idx="7111">
                        <c:v>118.14103</c:v>
                      </c:pt>
                      <c:pt idx="7112">
                        <c:v>118.11121</c:v>
                      </c:pt>
                      <c:pt idx="7113">
                        <c:v>118.08665000000001</c:v>
                      </c:pt>
                      <c:pt idx="7114">
                        <c:v>118.07147000000001</c:v>
                      </c:pt>
                      <c:pt idx="7115">
                        <c:v>118.06278</c:v>
                      </c:pt>
                      <c:pt idx="7116">
                        <c:v>118.06100000000001</c:v>
                      </c:pt>
                      <c:pt idx="7117">
                        <c:v>118.06836</c:v>
                      </c:pt>
                      <c:pt idx="7118">
                        <c:v>118.08691</c:v>
                      </c:pt>
                      <c:pt idx="7119">
                        <c:v>118.11562000000001</c:v>
                      </c:pt>
                      <c:pt idx="7120">
                        <c:v>118.15042</c:v>
                      </c:pt>
                      <c:pt idx="7121">
                        <c:v>118.18591000000001</c:v>
                      </c:pt>
                      <c:pt idx="7122">
                        <c:v>118.21953999999999</c:v>
                      </c:pt>
                      <c:pt idx="7123">
                        <c:v>118.25264</c:v>
                      </c:pt>
                      <c:pt idx="7124">
                        <c:v>118.28489</c:v>
                      </c:pt>
                      <c:pt idx="7125">
                        <c:v>118.31391000000001</c:v>
                      </c:pt>
                      <c:pt idx="7126">
                        <c:v>118.34097</c:v>
                      </c:pt>
                      <c:pt idx="7127">
                        <c:v>118.36729</c:v>
                      </c:pt>
                      <c:pt idx="7128">
                        <c:v>118.39324000000001</c:v>
                      </c:pt>
                      <c:pt idx="7129">
                        <c:v>118.41683</c:v>
                      </c:pt>
                      <c:pt idx="7130">
                        <c:v>118.43097</c:v>
                      </c:pt>
                      <c:pt idx="7131">
                        <c:v>118.43933</c:v>
                      </c:pt>
                      <c:pt idx="7132">
                        <c:v>118.44865</c:v>
                      </c:pt>
                      <c:pt idx="7133">
                        <c:v>118.45992</c:v>
                      </c:pt>
                      <c:pt idx="7134">
                        <c:v>118.47427999999999</c:v>
                      </c:pt>
                      <c:pt idx="7135">
                        <c:v>118.48918</c:v>
                      </c:pt>
                      <c:pt idx="7136">
                        <c:v>118.50530000000001</c:v>
                      </c:pt>
                      <c:pt idx="7137">
                        <c:v>118.51966</c:v>
                      </c:pt>
                      <c:pt idx="7138">
                        <c:v>118.52776</c:v>
                      </c:pt>
                      <c:pt idx="7139">
                        <c:v>118.52968</c:v>
                      </c:pt>
                      <c:pt idx="7140">
                        <c:v>118.53131</c:v>
                      </c:pt>
                      <c:pt idx="7141">
                        <c:v>118.53926</c:v>
                      </c:pt>
                      <c:pt idx="7142">
                        <c:v>118.55553</c:v>
                      </c:pt>
                      <c:pt idx="7143">
                        <c:v>118.57585</c:v>
                      </c:pt>
                      <c:pt idx="7144">
                        <c:v>118.5994</c:v>
                      </c:pt>
                      <c:pt idx="7145">
                        <c:v>118.63023</c:v>
                      </c:pt>
                      <c:pt idx="7146">
                        <c:v>118.66151000000001</c:v>
                      </c:pt>
                      <c:pt idx="7147">
                        <c:v>118.68984</c:v>
                      </c:pt>
                      <c:pt idx="7148">
                        <c:v>118.7212</c:v>
                      </c:pt>
                      <c:pt idx="7149">
                        <c:v>118.75851</c:v>
                      </c:pt>
                      <c:pt idx="7150">
                        <c:v>118.80054</c:v>
                      </c:pt>
                      <c:pt idx="7151">
                        <c:v>118.85001</c:v>
                      </c:pt>
                      <c:pt idx="7152">
                        <c:v>118.9064</c:v>
                      </c:pt>
                      <c:pt idx="7153">
                        <c:v>118.96342</c:v>
                      </c:pt>
                      <c:pt idx="7154">
                        <c:v>119.01994000000001</c:v>
                      </c:pt>
                      <c:pt idx="7155">
                        <c:v>119.08498</c:v>
                      </c:pt>
                      <c:pt idx="7156">
                        <c:v>119.15266</c:v>
                      </c:pt>
                      <c:pt idx="7157">
                        <c:v>119.21604000000001</c:v>
                      </c:pt>
                      <c:pt idx="7158">
                        <c:v>119.27572000000001</c:v>
                      </c:pt>
                      <c:pt idx="7159">
                        <c:v>119.33696</c:v>
                      </c:pt>
                      <c:pt idx="7160">
                        <c:v>119.40304999999999</c:v>
                      </c:pt>
                      <c:pt idx="7161">
                        <c:v>119.47244999999999</c:v>
                      </c:pt>
                      <c:pt idx="7162">
                        <c:v>119.54447</c:v>
                      </c:pt>
                      <c:pt idx="7163">
                        <c:v>119.61597</c:v>
                      </c:pt>
                      <c:pt idx="7164">
                        <c:v>119.67847999999999</c:v>
                      </c:pt>
                      <c:pt idx="7165">
                        <c:v>119.7328</c:v>
                      </c:pt>
                      <c:pt idx="7166">
                        <c:v>119.79022999999999</c:v>
                      </c:pt>
                      <c:pt idx="7167">
                        <c:v>119.85930999999999</c:v>
                      </c:pt>
                      <c:pt idx="7168">
                        <c:v>119.93376000000001</c:v>
                      </c:pt>
                      <c:pt idx="7169">
                        <c:v>120.00574</c:v>
                      </c:pt>
                      <c:pt idx="7170">
                        <c:v>120.07049000000001</c:v>
                      </c:pt>
                      <c:pt idx="7171">
                        <c:v>120.12067</c:v>
                      </c:pt>
                      <c:pt idx="7172">
                        <c:v>120.16413</c:v>
                      </c:pt>
                      <c:pt idx="7173">
                        <c:v>120.20518</c:v>
                      </c:pt>
                      <c:pt idx="7174">
                        <c:v>120.24226</c:v>
                      </c:pt>
                      <c:pt idx="7175">
                        <c:v>120.27359</c:v>
                      </c:pt>
                      <c:pt idx="7176">
                        <c:v>120.30293</c:v>
                      </c:pt>
                      <c:pt idx="7177">
                        <c:v>120.33217</c:v>
                      </c:pt>
                      <c:pt idx="7178">
                        <c:v>120.35847</c:v>
                      </c:pt>
                      <c:pt idx="7179">
                        <c:v>120.37994</c:v>
                      </c:pt>
                      <c:pt idx="7180">
                        <c:v>120.39570999999999</c:v>
                      </c:pt>
                      <c:pt idx="7181">
                        <c:v>120.41194</c:v>
                      </c:pt>
                      <c:pt idx="7182">
                        <c:v>120.43523</c:v>
                      </c:pt>
                      <c:pt idx="7183">
                        <c:v>120.46751</c:v>
                      </c:pt>
                      <c:pt idx="7184">
                        <c:v>120.50876</c:v>
                      </c:pt>
                      <c:pt idx="7185">
                        <c:v>120.55589000000001</c:v>
                      </c:pt>
                      <c:pt idx="7186">
                        <c:v>120.60789</c:v>
                      </c:pt>
                      <c:pt idx="7187">
                        <c:v>120.66136</c:v>
                      </c:pt>
                      <c:pt idx="7188">
                        <c:v>120.71172</c:v>
                      </c:pt>
                      <c:pt idx="7189">
                        <c:v>120.75986</c:v>
                      </c:pt>
                      <c:pt idx="7190">
                        <c:v>120.80781</c:v>
                      </c:pt>
                      <c:pt idx="7191">
                        <c:v>120.85718</c:v>
                      </c:pt>
                      <c:pt idx="7192">
                        <c:v>120.9091</c:v>
                      </c:pt>
                      <c:pt idx="7193">
                        <c:v>120.96307</c:v>
                      </c:pt>
                      <c:pt idx="7194">
                        <c:v>121.01755</c:v>
                      </c:pt>
                      <c:pt idx="7195">
                        <c:v>121.07406</c:v>
                      </c:pt>
                      <c:pt idx="7196">
                        <c:v>121.13857</c:v>
                      </c:pt>
                      <c:pt idx="7197">
                        <c:v>121.20856000000001</c:v>
                      </c:pt>
                      <c:pt idx="7198">
                        <c:v>121.28367</c:v>
                      </c:pt>
                      <c:pt idx="7199">
                        <c:v>121.36178</c:v>
                      </c:pt>
                      <c:pt idx="7200">
                        <c:v>121.44199999999999</c:v>
                      </c:pt>
                      <c:pt idx="7201">
                        <c:v>121.52375000000001</c:v>
                      </c:pt>
                      <c:pt idx="7202">
                        <c:v>121.60863000000001</c:v>
                      </c:pt>
                      <c:pt idx="7203">
                        <c:v>121.69078</c:v>
                      </c:pt>
                      <c:pt idx="7204">
                        <c:v>121.76589</c:v>
                      </c:pt>
                      <c:pt idx="7205">
                        <c:v>121.83745999999999</c:v>
                      </c:pt>
                      <c:pt idx="7206">
                        <c:v>121.91063</c:v>
                      </c:pt>
                      <c:pt idx="7207">
                        <c:v>121.98464</c:v>
                      </c:pt>
                      <c:pt idx="7208">
                        <c:v>122.05817</c:v>
                      </c:pt>
                      <c:pt idx="7209">
                        <c:v>122.13197</c:v>
                      </c:pt>
                      <c:pt idx="7210">
                        <c:v>122.20578999999999</c:v>
                      </c:pt>
                      <c:pt idx="7211">
                        <c:v>122.2782</c:v>
                      </c:pt>
                      <c:pt idx="7212">
                        <c:v>122.34447</c:v>
                      </c:pt>
                      <c:pt idx="7213">
                        <c:v>122.4015</c:v>
                      </c:pt>
                      <c:pt idx="7214">
                        <c:v>122.44727</c:v>
                      </c:pt>
                      <c:pt idx="7215">
                        <c:v>122.48076</c:v>
                      </c:pt>
                      <c:pt idx="7216">
                        <c:v>122.50248999999999</c:v>
                      </c:pt>
                      <c:pt idx="7217">
                        <c:v>122.5205</c:v>
                      </c:pt>
                      <c:pt idx="7218">
                        <c:v>122.54152999999999</c:v>
                      </c:pt>
                      <c:pt idx="7219">
                        <c:v>122.56386000000001</c:v>
                      </c:pt>
                      <c:pt idx="7220">
                        <c:v>122.5827</c:v>
                      </c:pt>
                      <c:pt idx="7221">
                        <c:v>122.59464</c:v>
                      </c:pt>
                      <c:pt idx="7222">
                        <c:v>122.59793000000001</c:v>
                      </c:pt>
                      <c:pt idx="7223">
                        <c:v>122.59808</c:v>
                      </c:pt>
                      <c:pt idx="7224">
                        <c:v>122.599</c:v>
                      </c:pt>
                      <c:pt idx="7225">
                        <c:v>122.60272000000001</c:v>
                      </c:pt>
                      <c:pt idx="7226">
                        <c:v>122.61045</c:v>
                      </c:pt>
                      <c:pt idx="7227">
                        <c:v>122.62263</c:v>
                      </c:pt>
                      <c:pt idx="7228">
                        <c:v>122.64258</c:v>
                      </c:pt>
                      <c:pt idx="7229">
                        <c:v>122.67045</c:v>
                      </c:pt>
                      <c:pt idx="7230">
                        <c:v>122.69971</c:v>
                      </c:pt>
                      <c:pt idx="7231">
                        <c:v>122.7283</c:v>
                      </c:pt>
                      <c:pt idx="7232">
                        <c:v>122.75543999999999</c:v>
                      </c:pt>
                      <c:pt idx="7233">
                        <c:v>122.77933</c:v>
                      </c:pt>
                      <c:pt idx="7234">
                        <c:v>122.79633</c:v>
                      </c:pt>
                      <c:pt idx="7235">
                        <c:v>122.80656</c:v>
                      </c:pt>
                      <c:pt idx="7236">
                        <c:v>122.81053</c:v>
                      </c:pt>
                      <c:pt idx="7237">
                        <c:v>122.81066</c:v>
                      </c:pt>
                      <c:pt idx="7238">
                        <c:v>122.81328999999999</c:v>
                      </c:pt>
                      <c:pt idx="7239">
                        <c:v>122.8229</c:v>
                      </c:pt>
                      <c:pt idx="7240">
                        <c:v>122.83729</c:v>
                      </c:pt>
                      <c:pt idx="7241">
                        <c:v>122.85404</c:v>
                      </c:pt>
                      <c:pt idx="7242">
                        <c:v>122.8717</c:v>
                      </c:pt>
                      <c:pt idx="7243">
                        <c:v>122.88643999999999</c:v>
                      </c:pt>
                      <c:pt idx="7244">
                        <c:v>122.89443</c:v>
                      </c:pt>
                      <c:pt idx="7245">
                        <c:v>122.89478</c:v>
                      </c:pt>
                      <c:pt idx="7246">
                        <c:v>122.88667</c:v>
                      </c:pt>
                      <c:pt idx="7247">
                        <c:v>122.87061</c:v>
                      </c:pt>
                      <c:pt idx="7248">
                        <c:v>122.84932000000001</c:v>
                      </c:pt>
                      <c:pt idx="7249">
                        <c:v>122.8252</c:v>
                      </c:pt>
                      <c:pt idx="7250">
                        <c:v>122.79559</c:v>
                      </c:pt>
                      <c:pt idx="7251">
                        <c:v>122.76188999999999</c:v>
                      </c:pt>
                      <c:pt idx="7252">
                        <c:v>122.72939</c:v>
                      </c:pt>
                      <c:pt idx="7253">
                        <c:v>122.70016</c:v>
                      </c:pt>
                      <c:pt idx="7254">
                        <c:v>122.67273</c:v>
                      </c:pt>
                      <c:pt idx="7255">
                        <c:v>122.64601</c:v>
                      </c:pt>
                      <c:pt idx="7256">
                        <c:v>122.62188</c:v>
                      </c:pt>
                      <c:pt idx="7257">
                        <c:v>122.60035999999999</c:v>
                      </c:pt>
                      <c:pt idx="7258">
                        <c:v>122.57899999999999</c:v>
                      </c:pt>
                      <c:pt idx="7259">
                        <c:v>122.55846</c:v>
                      </c:pt>
                      <c:pt idx="7260">
                        <c:v>122.5386</c:v>
                      </c:pt>
                      <c:pt idx="7261">
                        <c:v>122.5142</c:v>
                      </c:pt>
                      <c:pt idx="7262">
                        <c:v>122.48531</c:v>
                      </c:pt>
                      <c:pt idx="7263">
                        <c:v>122.45263</c:v>
                      </c:pt>
                      <c:pt idx="7264">
                        <c:v>122.41444</c:v>
                      </c:pt>
                      <c:pt idx="7265">
                        <c:v>122.34761</c:v>
                      </c:pt>
                      <c:pt idx="7266">
                        <c:v>122.26127</c:v>
                      </c:pt>
                      <c:pt idx="7267">
                        <c:v>122.17064000000001</c:v>
                      </c:pt>
                      <c:pt idx="7268">
                        <c:v>122.08544000000001</c:v>
                      </c:pt>
                      <c:pt idx="7269">
                        <c:v>122.00896</c:v>
                      </c:pt>
                      <c:pt idx="7270">
                        <c:v>121.93919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3-EFC4-4D91-A56C-005AAF94DC83}"/>
                  </c:ext>
                </c:extLst>
              </c15:ser>
            </c15:filteredScatterSeries>
            <c15:filteredScatter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'DL-Model'!$AP$1</c15:sqref>
                        </c15:formulaRef>
                      </c:ext>
                    </c:extLst>
                    <c:strCache>
                      <c:ptCount val="1"/>
                      <c:pt idx="0">
                        <c:v>T_sw_LSTM</c:v>
                      </c:pt>
                    </c:strCache>
                  </c:strRef>
                </c:tx>
                <c:spPr>
                  <a:ln w="19050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'DL-Model'!$AM$2:$AM$7272</c15:sqref>
                        </c15:formulaRef>
                      </c:ext>
                    </c:extLst>
                    <c:numCache>
                      <c:formatCode>General</c:formatCode>
                      <c:ptCount val="7271"/>
                      <c:pt idx="0">
                        <c:v>0</c:v>
                      </c:pt>
                      <c:pt idx="1">
                        <c:v>1</c:v>
                      </c:pt>
                      <c:pt idx="2">
                        <c:v>2</c:v>
                      </c:pt>
                      <c:pt idx="3">
                        <c:v>3</c:v>
                      </c:pt>
                      <c:pt idx="4">
                        <c:v>4</c:v>
                      </c:pt>
                      <c:pt idx="5">
                        <c:v>5</c:v>
                      </c:pt>
                      <c:pt idx="6">
                        <c:v>6</c:v>
                      </c:pt>
                      <c:pt idx="7">
                        <c:v>7</c:v>
                      </c:pt>
                      <c:pt idx="8">
                        <c:v>8</c:v>
                      </c:pt>
                      <c:pt idx="9">
                        <c:v>9</c:v>
                      </c:pt>
                      <c:pt idx="10">
                        <c:v>10</c:v>
                      </c:pt>
                      <c:pt idx="11">
                        <c:v>11</c:v>
                      </c:pt>
                      <c:pt idx="12">
                        <c:v>12</c:v>
                      </c:pt>
                      <c:pt idx="13">
                        <c:v>13</c:v>
                      </c:pt>
                      <c:pt idx="14">
                        <c:v>14</c:v>
                      </c:pt>
                      <c:pt idx="15">
                        <c:v>15</c:v>
                      </c:pt>
                      <c:pt idx="16">
                        <c:v>16</c:v>
                      </c:pt>
                      <c:pt idx="17">
                        <c:v>17</c:v>
                      </c:pt>
                      <c:pt idx="18">
                        <c:v>18</c:v>
                      </c:pt>
                      <c:pt idx="19">
                        <c:v>19</c:v>
                      </c:pt>
                      <c:pt idx="20">
                        <c:v>20</c:v>
                      </c:pt>
                      <c:pt idx="21">
                        <c:v>21</c:v>
                      </c:pt>
                      <c:pt idx="22">
                        <c:v>22</c:v>
                      </c:pt>
                      <c:pt idx="23">
                        <c:v>23</c:v>
                      </c:pt>
                      <c:pt idx="24">
                        <c:v>24</c:v>
                      </c:pt>
                      <c:pt idx="25">
                        <c:v>25</c:v>
                      </c:pt>
                      <c:pt idx="26">
                        <c:v>26</c:v>
                      </c:pt>
                      <c:pt idx="27">
                        <c:v>27</c:v>
                      </c:pt>
                      <c:pt idx="28">
                        <c:v>28</c:v>
                      </c:pt>
                      <c:pt idx="29">
                        <c:v>29</c:v>
                      </c:pt>
                      <c:pt idx="30">
                        <c:v>30</c:v>
                      </c:pt>
                      <c:pt idx="31">
                        <c:v>31</c:v>
                      </c:pt>
                      <c:pt idx="32">
                        <c:v>32</c:v>
                      </c:pt>
                      <c:pt idx="33">
                        <c:v>33</c:v>
                      </c:pt>
                      <c:pt idx="34">
                        <c:v>34</c:v>
                      </c:pt>
                      <c:pt idx="35">
                        <c:v>35</c:v>
                      </c:pt>
                      <c:pt idx="36">
                        <c:v>36</c:v>
                      </c:pt>
                      <c:pt idx="37">
                        <c:v>37</c:v>
                      </c:pt>
                      <c:pt idx="38">
                        <c:v>38</c:v>
                      </c:pt>
                      <c:pt idx="39">
                        <c:v>39</c:v>
                      </c:pt>
                      <c:pt idx="40">
                        <c:v>40</c:v>
                      </c:pt>
                      <c:pt idx="41">
                        <c:v>41</c:v>
                      </c:pt>
                      <c:pt idx="42">
                        <c:v>42</c:v>
                      </c:pt>
                      <c:pt idx="43">
                        <c:v>43</c:v>
                      </c:pt>
                      <c:pt idx="44">
                        <c:v>44</c:v>
                      </c:pt>
                      <c:pt idx="45">
                        <c:v>45</c:v>
                      </c:pt>
                      <c:pt idx="46">
                        <c:v>46</c:v>
                      </c:pt>
                      <c:pt idx="47">
                        <c:v>47</c:v>
                      </c:pt>
                      <c:pt idx="48">
                        <c:v>48</c:v>
                      </c:pt>
                      <c:pt idx="49">
                        <c:v>49</c:v>
                      </c:pt>
                      <c:pt idx="50">
                        <c:v>50</c:v>
                      </c:pt>
                      <c:pt idx="51">
                        <c:v>51</c:v>
                      </c:pt>
                      <c:pt idx="52">
                        <c:v>52</c:v>
                      </c:pt>
                      <c:pt idx="53">
                        <c:v>53</c:v>
                      </c:pt>
                      <c:pt idx="54">
                        <c:v>54</c:v>
                      </c:pt>
                      <c:pt idx="55">
                        <c:v>55</c:v>
                      </c:pt>
                      <c:pt idx="56">
                        <c:v>56</c:v>
                      </c:pt>
                      <c:pt idx="57">
                        <c:v>57</c:v>
                      </c:pt>
                      <c:pt idx="58">
                        <c:v>58</c:v>
                      </c:pt>
                      <c:pt idx="59">
                        <c:v>59</c:v>
                      </c:pt>
                      <c:pt idx="60">
                        <c:v>60</c:v>
                      </c:pt>
                      <c:pt idx="61">
                        <c:v>61</c:v>
                      </c:pt>
                      <c:pt idx="62">
                        <c:v>62</c:v>
                      </c:pt>
                      <c:pt idx="63">
                        <c:v>63</c:v>
                      </c:pt>
                      <c:pt idx="64">
                        <c:v>64</c:v>
                      </c:pt>
                      <c:pt idx="65">
                        <c:v>65</c:v>
                      </c:pt>
                      <c:pt idx="66">
                        <c:v>66</c:v>
                      </c:pt>
                      <c:pt idx="67">
                        <c:v>67</c:v>
                      </c:pt>
                      <c:pt idx="68">
                        <c:v>68</c:v>
                      </c:pt>
                      <c:pt idx="69">
                        <c:v>69</c:v>
                      </c:pt>
                      <c:pt idx="70">
                        <c:v>70</c:v>
                      </c:pt>
                      <c:pt idx="71">
                        <c:v>71</c:v>
                      </c:pt>
                      <c:pt idx="72">
                        <c:v>72</c:v>
                      </c:pt>
                      <c:pt idx="73">
                        <c:v>73</c:v>
                      </c:pt>
                      <c:pt idx="74">
                        <c:v>74</c:v>
                      </c:pt>
                      <c:pt idx="75">
                        <c:v>75</c:v>
                      </c:pt>
                      <c:pt idx="76">
                        <c:v>76</c:v>
                      </c:pt>
                      <c:pt idx="77">
                        <c:v>77</c:v>
                      </c:pt>
                      <c:pt idx="78">
                        <c:v>78</c:v>
                      </c:pt>
                      <c:pt idx="79">
                        <c:v>79</c:v>
                      </c:pt>
                      <c:pt idx="80">
                        <c:v>80</c:v>
                      </c:pt>
                      <c:pt idx="81">
                        <c:v>81</c:v>
                      </c:pt>
                      <c:pt idx="82">
                        <c:v>82</c:v>
                      </c:pt>
                      <c:pt idx="83">
                        <c:v>83</c:v>
                      </c:pt>
                      <c:pt idx="84">
                        <c:v>84</c:v>
                      </c:pt>
                      <c:pt idx="85">
                        <c:v>85</c:v>
                      </c:pt>
                      <c:pt idx="86">
                        <c:v>86</c:v>
                      </c:pt>
                      <c:pt idx="87">
                        <c:v>87</c:v>
                      </c:pt>
                      <c:pt idx="88">
                        <c:v>88</c:v>
                      </c:pt>
                      <c:pt idx="89">
                        <c:v>89</c:v>
                      </c:pt>
                      <c:pt idx="90">
                        <c:v>90</c:v>
                      </c:pt>
                      <c:pt idx="91">
                        <c:v>91</c:v>
                      </c:pt>
                      <c:pt idx="92">
                        <c:v>92</c:v>
                      </c:pt>
                      <c:pt idx="93">
                        <c:v>93</c:v>
                      </c:pt>
                      <c:pt idx="94">
                        <c:v>94</c:v>
                      </c:pt>
                      <c:pt idx="95">
                        <c:v>95</c:v>
                      </c:pt>
                      <c:pt idx="96">
                        <c:v>96</c:v>
                      </c:pt>
                      <c:pt idx="97">
                        <c:v>97</c:v>
                      </c:pt>
                      <c:pt idx="98">
                        <c:v>98</c:v>
                      </c:pt>
                      <c:pt idx="99">
                        <c:v>99</c:v>
                      </c:pt>
                      <c:pt idx="100">
                        <c:v>100</c:v>
                      </c:pt>
                      <c:pt idx="101">
                        <c:v>101</c:v>
                      </c:pt>
                      <c:pt idx="102">
                        <c:v>102</c:v>
                      </c:pt>
                      <c:pt idx="103">
                        <c:v>103</c:v>
                      </c:pt>
                      <c:pt idx="104">
                        <c:v>104</c:v>
                      </c:pt>
                      <c:pt idx="105">
                        <c:v>105</c:v>
                      </c:pt>
                      <c:pt idx="106">
                        <c:v>106</c:v>
                      </c:pt>
                      <c:pt idx="107">
                        <c:v>107</c:v>
                      </c:pt>
                      <c:pt idx="108">
                        <c:v>108</c:v>
                      </c:pt>
                      <c:pt idx="109">
                        <c:v>109</c:v>
                      </c:pt>
                      <c:pt idx="110">
                        <c:v>110</c:v>
                      </c:pt>
                      <c:pt idx="111">
                        <c:v>111</c:v>
                      </c:pt>
                      <c:pt idx="112">
                        <c:v>112</c:v>
                      </c:pt>
                      <c:pt idx="113">
                        <c:v>113</c:v>
                      </c:pt>
                      <c:pt idx="114">
                        <c:v>114</c:v>
                      </c:pt>
                      <c:pt idx="115">
                        <c:v>115</c:v>
                      </c:pt>
                      <c:pt idx="116">
                        <c:v>116</c:v>
                      </c:pt>
                      <c:pt idx="117">
                        <c:v>117</c:v>
                      </c:pt>
                      <c:pt idx="118">
                        <c:v>118</c:v>
                      </c:pt>
                      <c:pt idx="119">
                        <c:v>119</c:v>
                      </c:pt>
                      <c:pt idx="120">
                        <c:v>120</c:v>
                      </c:pt>
                      <c:pt idx="121">
                        <c:v>121</c:v>
                      </c:pt>
                      <c:pt idx="122">
                        <c:v>122</c:v>
                      </c:pt>
                      <c:pt idx="123">
                        <c:v>123</c:v>
                      </c:pt>
                      <c:pt idx="124">
                        <c:v>124</c:v>
                      </c:pt>
                      <c:pt idx="125">
                        <c:v>125</c:v>
                      </c:pt>
                      <c:pt idx="126">
                        <c:v>126</c:v>
                      </c:pt>
                      <c:pt idx="127">
                        <c:v>127</c:v>
                      </c:pt>
                      <c:pt idx="128">
                        <c:v>128</c:v>
                      </c:pt>
                      <c:pt idx="129">
                        <c:v>129</c:v>
                      </c:pt>
                      <c:pt idx="130">
                        <c:v>130</c:v>
                      </c:pt>
                      <c:pt idx="131">
                        <c:v>131</c:v>
                      </c:pt>
                      <c:pt idx="132">
                        <c:v>132</c:v>
                      </c:pt>
                      <c:pt idx="133">
                        <c:v>133</c:v>
                      </c:pt>
                      <c:pt idx="134">
                        <c:v>134</c:v>
                      </c:pt>
                      <c:pt idx="135">
                        <c:v>135</c:v>
                      </c:pt>
                      <c:pt idx="136">
                        <c:v>136</c:v>
                      </c:pt>
                      <c:pt idx="137">
                        <c:v>137</c:v>
                      </c:pt>
                      <c:pt idx="138">
                        <c:v>138</c:v>
                      </c:pt>
                      <c:pt idx="139">
                        <c:v>139</c:v>
                      </c:pt>
                      <c:pt idx="140">
                        <c:v>140</c:v>
                      </c:pt>
                      <c:pt idx="141">
                        <c:v>141</c:v>
                      </c:pt>
                      <c:pt idx="142">
                        <c:v>142</c:v>
                      </c:pt>
                      <c:pt idx="143">
                        <c:v>143</c:v>
                      </c:pt>
                      <c:pt idx="144">
                        <c:v>144</c:v>
                      </c:pt>
                      <c:pt idx="145">
                        <c:v>145</c:v>
                      </c:pt>
                      <c:pt idx="146">
                        <c:v>146</c:v>
                      </c:pt>
                      <c:pt idx="147">
                        <c:v>147</c:v>
                      </c:pt>
                      <c:pt idx="148">
                        <c:v>148</c:v>
                      </c:pt>
                      <c:pt idx="149">
                        <c:v>149</c:v>
                      </c:pt>
                      <c:pt idx="150">
                        <c:v>150</c:v>
                      </c:pt>
                      <c:pt idx="151">
                        <c:v>151</c:v>
                      </c:pt>
                      <c:pt idx="152">
                        <c:v>152</c:v>
                      </c:pt>
                      <c:pt idx="153">
                        <c:v>153</c:v>
                      </c:pt>
                      <c:pt idx="154">
                        <c:v>154</c:v>
                      </c:pt>
                      <c:pt idx="155">
                        <c:v>155</c:v>
                      </c:pt>
                      <c:pt idx="156">
                        <c:v>156</c:v>
                      </c:pt>
                      <c:pt idx="157">
                        <c:v>157</c:v>
                      </c:pt>
                      <c:pt idx="158">
                        <c:v>158</c:v>
                      </c:pt>
                      <c:pt idx="159">
                        <c:v>159</c:v>
                      </c:pt>
                      <c:pt idx="160">
                        <c:v>160</c:v>
                      </c:pt>
                      <c:pt idx="161">
                        <c:v>161</c:v>
                      </c:pt>
                      <c:pt idx="162">
                        <c:v>162</c:v>
                      </c:pt>
                      <c:pt idx="163">
                        <c:v>163</c:v>
                      </c:pt>
                      <c:pt idx="164">
                        <c:v>164</c:v>
                      </c:pt>
                      <c:pt idx="165">
                        <c:v>165</c:v>
                      </c:pt>
                      <c:pt idx="166">
                        <c:v>166</c:v>
                      </c:pt>
                      <c:pt idx="167">
                        <c:v>167</c:v>
                      </c:pt>
                      <c:pt idx="168">
                        <c:v>168</c:v>
                      </c:pt>
                      <c:pt idx="169">
                        <c:v>169</c:v>
                      </c:pt>
                      <c:pt idx="170">
                        <c:v>170</c:v>
                      </c:pt>
                      <c:pt idx="171">
                        <c:v>171</c:v>
                      </c:pt>
                      <c:pt idx="172">
                        <c:v>172</c:v>
                      </c:pt>
                      <c:pt idx="173">
                        <c:v>173</c:v>
                      </c:pt>
                      <c:pt idx="174">
                        <c:v>174</c:v>
                      </c:pt>
                      <c:pt idx="175">
                        <c:v>175</c:v>
                      </c:pt>
                      <c:pt idx="176">
                        <c:v>176</c:v>
                      </c:pt>
                      <c:pt idx="177">
                        <c:v>177</c:v>
                      </c:pt>
                      <c:pt idx="178">
                        <c:v>178</c:v>
                      </c:pt>
                      <c:pt idx="179">
                        <c:v>179</c:v>
                      </c:pt>
                      <c:pt idx="180">
                        <c:v>180</c:v>
                      </c:pt>
                      <c:pt idx="181">
                        <c:v>181</c:v>
                      </c:pt>
                      <c:pt idx="182">
                        <c:v>182</c:v>
                      </c:pt>
                      <c:pt idx="183">
                        <c:v>183</c:v>
                      </c:pt>
                      <c:pt idx="184">
                        <c:v>184</c:v>
                      </c:pt>
                      <c:pt idx="185">
                        <c:v>185</c:v>
                      </c:pt>
                      <c:pt idx="186">
                        <c:v>186</c:v>
                      </c:pt>
                      <c:pt idx="187">
                        <c:v>187</c:v>
                      </c:pt>
                      <c:pt idx="188">
                        <c:v>188</c:v>
                      </c:pt>
                      <c:pt idx="189">
                        <c:v>189</c:v>
                      </c:pt>
                      <c:pt idx="190">
                        <c:v>190</c:v>
                      </c:pt>
                      <c:pt idx="191">
                        <c:v>191</c:v>
                      </c:pt>
                      <c:pt idx="192">
                        <c:v>192</c:v>
                      </c:pt>
                      <c:pt idx="193">
                        <c:v>193</c:v>
                      </c:pt>
                      <c:pt idx="194">
                        <c:v>194</c:v>
                      </c:pt>
                      <c:pt idx="195">
                        <c:v>195</c:v>
                      </c:pt>
                      <c:pt idx="196">
                        <c:v>196</c:v>
                      </c:pt>
                      <c:pt idx="197">
                        <c:v>197</c:v>
                      </c:pt>
                      <c:pt idx="198">
                        <c:v>198</c:v>
                      </c:pt>
                      <c:pt idx="199">
                        <c:v>199</c:v>
                      </c:pt>
                      <c:pt idx="200">
                        <c:v>200</c:v>
                      </c:pt>
                      <c:pt idx="201">
                        <c:v>201</c:v>
                      </c:pt>
                      <c:pt idx="202">
                        <c:v>202</c:v>
                      </c:pt>
                      <c:pt idx="203">
                        <c:v>203</c:v>
                      </c:pt>
                      <c:pt idx="204">
                        <c:v>204</c:v>
                      </c:pt>
                      <c:pt idx="205">
                        <c:v>205</c:v>
                      </c:pt>
                      <c:pt idx="206">
                        <c:v>206</c:v>
                      </c:pt>
                      <c:pt idx="207">
                        <c:v>207</c:v>
                      </c:pt>
                      <c:pt idx="208">
                        <c:v>208</c:v>
                      </c:pt>
                      <c:pt idx="209">
                        <c:v>209</c:v>
                      </c:pt>
                      <c:pt idx="210">
                        <c:v>210</c:v>
                      </c:pt>
                      <c:pt idx="211">
                        <c:v>211</c:v>
                      </c:pt>
                      <c:pt idx="212">
                        <c:v>212</c:v>
                      </c:pt>
                      <c:pt idx="213">
                        <c:v>213</c:v>
                      </c:pt>
                      <c:pt idx="214">
                        <c:v>214</c:v>
                      </c:pt>
                      <c:pt idx="215">
                        <c:v>215</c:v>
                      </c:pt>
                      <c:pt idx="216">
                        <c:v>216</c:v>
                      </c:pt>
                      <c:pt idx="217">
                        <c:v>217</c:v>
                      </c:pt>
                      <c:pt idx="218">
                        <c:v>218</c:v>
                      </c:pt>
                      <c:pt idx="219">
                        <c:v>219</c:v>
                      </c:pt>
                      <c:pt idx="220">
                        <c:v>220</c:v>
                      </c:pt>
                      <c:pt idx="221">
                        <c:v>221</c:v>
                      </c:pt>
                      <c:pt idx="222">
                        <c:v>222</c:v>
                      </c:pt>
                      <c:pt idx="223">
                        <c:v>223</c:v>
                      </c:pt>
                      <c:pt idx="224">
                        <c:v>224</c:v>
                      </c:pt>
                      <c:pt idx="225">
                        <c:v>225</c:v>
                      </c:pt>
                      <c:pt idx="226">
                        <c:v>226</c:v>
                      </c:pt>
                      <c:pt idx="227">
                        <c:v>227</c:v>
                      </c:pt>
                      <c:pt idx="228">
                        <c:v>228</c:v>
                      </c:pt>
                      <c:pt idx="229">
                        <c:v>229</c:v>
                      </c:pt>
                      <c:pt idx="230">
                        <c:v>230</c:v>
                      </c:pt>
                      <c:pt idx="231">
                        <c:v>231</c:v>
                      </c:pt>
                      <c:pt idx="232">
                        <c:v>232</c:v>
                      </c:pt>
                      <c:pt idx="233">
                        <c:v>233</c:v>
                      </c:pt>
                      <c:pt idx="234">
                        <c:v>234</c:v>
                      </c:pt>
                      <c:pt idx="235">
                        <c:v>235</c:v>
                      </c:pt>
                      <c:pt idx="236">
                        <c:v>236</c:v>
                      </c:pt>
                      <c:pt idx="237">
                        <c:v>237</c:v>
                      </c:pt>
                      <c:pt idx="238">
                        <c:v>238</c:v>
                      </c:pt>
                      <c:pt idx="239">
                        <c:v>239</c:v>
                      </c:pt>
                      <c:pt idx="240">
                        <c:v>240</c:v>
                      </c:pt>
                      <c:pt idx="241">
                        <c:v>241</c:v>
                      </c:pt>
                      <c:pt idx="242">
                        <c:v>242</c:v>
                      </c:pt>
                      <c:pt idx="243">
                        <c:v>243</c:v>
                      </c:pt>
                      <c:pt idx="244">
                        <c:v>244</c:v>
                      </c:pt>
                      <c:pt idx="245">
                        <c:v>245</c:v>
                      </c:pt>
                      <c:pt idx="246">
                        <c:v>246</c:v>
                      </c:pt>
                      <c:pt idx="247">
                        <c:v>247</c:v>
                      </c:pt>
                      <c:pt idx="248">
                        <c:v>248</c:v>
                      </c:pt>
                      <c:pt idx="249">
                        <c:v>249</c:v>
                      </c:pt>
                      <c:pt idx="250">
                        <c:v>250</c:v>
                      </c:pt>
                      <c:pt idx="251">
                        <c:v>251</c:v>
                      </c:pt>
                      <c:pt idx="252">
                        <c:v>252</c:v>
                      </c:pt>
                      <c:pt idx="253">
                        <c:v>253</c:v>
                      </c:pt>
                      <c:pt idx="254">
                        <c:v>254</c:v>
                      </c:pt>
                      <c:pt idx="255">
                        <c:v>255</c:v>
                      </c:pt>
                      <c:pt idx="256">
                        <c:v>256</c:v>
                      </c:pt>
                      <c:pt idx="257">
                        <c:v>257</c:v>
                      </c:pt>
                      <c:pt idx="258">
                        <c:v>258</c:v>
                      </c:pt>
                      <c:pt idx="259">
                        <c:v>259</c:v>
                      </c:pt>
                      <c:pt idx="260">
                        <c:v>260</c:v>
                      </c:pt>
                      <c:pt idx="261">
                        <c:v>261</c:v>
                      </c:pt>
                      <c:pt idx="262">
                        <c:v>262</c:v>
                      </c:pt>
                      <c:pt idx="263">
                        <c:v>263</c:v>
                      </c:pt>
                      <c:pt idx="264">
                        <c:v>264</c:v>
                      </c:pt>
                      <c:pt idx="265">
                        <c:v>265</c:v>
                      </c:pt>
                      <c:pt idx="266">
                        <c:v>266</c:v>
                      </c:pt>
                      <c:pt idx="267">
                        <c:v>267</c:v>
                      </c:pt>
                      <c:pt idx="268">
                        <c:v>268</c:v>
                      </c:pt>
                      <c:pt idx="269">
                        <c:v>269</c:v>
                      </c:pt>
                      <c:pt idx="270">
                        <c:v>270</c:v>
                      </c:pt>
                      <c:pt idx="271">
                        <c:v>271</c:v>
                      </c:pt>
                      <c:pt idx="272">
                        <c:v>272</c:v>
                      </c:pt>
                      <c:pt idx="273">
                        <c:v>273</c:v>
                      </c:pt>
                      <c:pt idx="274">
                        <c:v>274</c:v>
                      </c:pt>
                      <c:pt idx="275">
                        <c:v>275</c:v>
                      </c:pt>
                      <c:pt idx="276">
                        <c:v>276</c:v>
                      </c:pt>
                      <c:pt idx="277">
                        <c:v>277</c:v>
                      </c:pt>
                      <c:pt idx="278">
                        <c:v>278</c:v>
                      </c:pt>
                      <c:pt idx="279">
                        <c:v>279</c:v>
                      </c:pt>
                      <c:pt idx="280">
                        <c:v>280</c:v>
                      </c:pt>
                      <c:pt idx="281">
                        <c:v>281</c:v>
                      </c:pt>
                      <c:pt idx="282">
                        <c:v>282</c:v>
                      </c:pt>
                      <c:pt idx="283">
                        <c:v>283</c:v>
                      </c:pt>
                      <c:pt idx="284">
                        <c:v>284</c:v>
                      </c:pt>
                      <c:pt idx="285">
                        <c:v>285</c:v>
                      </c:pt>
                      <c:pt idx="286">
                        <c:v>286</c:v>
                      </c:pt>
                      <c:pt idx="287">
                        <c:v>287</c:v>
                      </c:pt>
                      <c:pt idx="288">
                        <c:v>288</c:v>
                      </c:pt>
                      <c:pt idx="289">
                        <c:v>289</c:v>
                      </c:pt>
                      <c:pt idx="290">
                        <c:v>290</c:v>
                      </c:pt>
                      <c:pt idx="291">
                        <c:v>291</c:v>
                      </c:pt>
                      <c:pt idx="292">
                        <c:v>292</c:v>
                      </c:pt>
                      <c:pt idx="293">
                        <c:v>293</c:v>
                      </c:pt>
                      <c:pt idx="294">
                        <c:v>294</c:v>
                      </c:pt>
                      <c:pt idx="295">
                        <c:v>295</c:v>
                      </c:pt>
                      <c:pt idx="296">
                        <c:v>296</c:v>
                      </c:pt>
                      <c:pt idx="297">
                        <c:v>297</c:v>
                      </c:pt>
                      <c:pt idx="298">
                        <c:v>298</c:v>
                      </c:pt>
                      <c:pt idx="299">
                        <c:v>299</c:v>
                      </c:pt>
                      <c:pt idx="300">
                        <c:v>300</c:v>
                      </c:pt>
                      <c:pt idx="301">
                        <c:v>301</c:v>
                      </c:pt>
                      <c:pt idx="302">
                        <c:v>302</c:v>
                      </c:pt>
                      <c:pt idx="303">
                        <c:v>303</c:v>
                      </c:pt>
                      <c:pt idx="304">
                        <c:v>304</c:v>
                      </c:pt>
                      <c:pt idx="305">
                        <c:v>305</c:v>
                      </c:pt>
                      <c:pt idx="306">
                        <c:v>306</c:v>
                      </c:pt>
                      <c:pt idx="307">
                        <c:v>307</c:v>
                      </c:pt>
                      <c:pt idx="308">
                        <c:v>308</c:v>
                      </c:pt>
                      <c:pt idx="309">
                        <c:v>309</c:v>
                      </c:pt>
                      <c:pt idx="310">
                        <c:v>310</c:v>
                      </c:pt>
                      <c:pt idx="311">
                        <c:v>311</c:v>
                      </c:pt>
                      <c:pt idx="312">
                        <c:v>312</c:v>
                      </c:pt>
                      <c:pt idx="313">
                        <c:v>313</c:v>
                      </c:pt>
                      <c:pt idx="314">
                        <c:v>314</c:v>
                      </c:pt>
                      <c:pt idx="315">
                        <c:v>315</c:v>
                      </c:pt>
                      <c:pt idx="316">
                        <c:v>316</c:v>
                      </c:pt>
                      <c:pt idx="317">
                        <c:v>317</c:v>
                      </c:pt>
                      <c:pt idx="318">
                        <c:v>318</c:v>
                      </c:pt>
                      <c:pt idx="319">
                        <c:v>319</c:v>
                      </c:pt>
                      <c:pt idx="320">
                        <c:v>320</c:v>
                      </c:pt>
                      <c:pt idx="321">
                        <c:v>321</c:v>
                      </c:pt>
                      <c:pt idx="322">
                        <c:v>322</c:v>
                      </c:pt>
                      <c:pt idx="323">
                        <c:v>323</c:v>
                      </c:pt>
                      <c:pt idx="324">
                        <c:v>324</c:v>
                      </c:pt>
                      <c:pt idx="325">
                        <c:v>325</c:v>
                      </c:pt>
                      <c:pt idx="326">
                        <c:v>326</c:v>
                      </c:pt>
                      <c:pt idx="327">
                        <c:v>327</c:v>
                      </c:pt>
                      <c:pt idx="328">
                        <c:v>328</c:v>
                      </c:pt>
                      <c:pt idx="329">
                        <c:v>329</c:v>
                      </c:pt>
                      <c:pt idx="330">
                        <c:v>330</c:v>
                      </c:pt>
                      <c:pt idx="331">
                        <c:v>331</c:v>
                      </c:pt>
                      <c:pt idx="332">
                        <c:v>332</c:v>
                      </c:pt>
                      <c:pt idx="333">
                        <c:v>333</c:v>
                      </c:pt>
                      <c:pt idx="334">
                        <c:v>334</c:v>
                      </c:pt>
                      <c:pt idx="335">
                        <c:v>335</c:v>
                      </c:pt>
                      <c:pt idx="336">
                        <c:v>336</c:v>
                      </c:pt>
                      <c:pt idx="337">
                        <c:v>337</c:v>
                      </c:pt>
                      <c:pt idx="338">
                        <c:v>338</c:v>
                      </c:pt>
                      <c:pt idx="339">
                        <c:v>339</c:v>
                      </c:pt>
                      <c:pt idx="340">
                        <c:v>340</c:v>
                      </c:pt>
                      <c:pt idx="341">
                        <c:v>341</c:v>
                      </c:pt>
                      <c:pt idx="342">
                        <c:v>342</c:v>
                      </c:pt>
                      <c:pt idx="343">
                        <c:v>343</c:v>
                      </c:pt>
                      <c:pt idx="344">
                        <c:v>344</c:v>
                      </c:pt>
                      <c:pt idx="345">
                        <c:v>345</c:v>
                      </c:pt>
                      <c:pt idx="346">
                        <c:v>346</c:v>
                      </c:pt>
                      <c:pt idx="347">
                        <c:v>347</c:v>
                      </c:pt>
                      <c:pt idx="348">
                        <c:v>348</c:v>
                      </c:pt>
                      <c:pt idx="349">
                        <c:v>349</c:v>
                      </c:pt>
                      <c:pt idx="350">
                        <c:v>350</c:v>
                      </c:pt>
                      <c:pt idx="351">
                        <c:v>351</c:v>
                      </c:pt>
                      <c:pt idx="352">
                        <c:v>352</c:v>
                      </c:pt>
                      <c:pt idx="353">
                        <c:v>353</c:v>
                      </c:pt>
                      <c:pt idx="354">
                        <c:v>354</c:v>
                      </c:pt>
                      <c:pt idx="355">
                        <c:v>355</c:v>
                      </c:pt>
                      <c:pt idx="356">
                        <c:v>356</c:v>
                      </c:pt>
                      <c:pt idx="357">
                        <c:v>357</c:v>
                      </c:pt>
                      <c:pt idx="358">
                        <c:v>358</c:v>
                      </c:pt>
                      <c:pt idx="359">
                        <c:v>359</c:v>
                      </c:pt>
                      <c:pt idx="360">
                        <c:v>360</c:v>
                      </c:pt>
                      <c:pt idx="361">
                        <c:v>361</c:v>
                      </c:pt>
                      <c:pt idx="362">
                        <c:v>362</c:v>
                      </c:pt>
                      <c:pt idx="363">
                        <c:v>363</c:v>
                      </c:pt>
                      <c:pt idx="364">
                        <c:v>364</c:v>
                      </c:pt>
                      <c:pt idx="365">
                        <c:v>365</c:v>
                      </c:pt>
                      <c:pt idx="366">
                        <c:v>366</c:v>
                      </c:pt>
                      <c:pt idx="367">
                        <c:v>367</c:v>
                      </c:pt>
                      <c:pt idx="368">
                        <c:v>368</c:v>
                      </c:pt>
                      <c:pt idx="369">
                        <c:v>369</c:v>
                      </c:pt>
                      <c:pt idx="370">
                        <c:v>370</c:v>
                      </c:pt>
                      <c:pt idx="371">
                        <c:v>371</c:v>
                      </c:pt>
                      <c:pt idx="372">
                        <c:v>372</c:v>
                      </c:pt>
                      <c:pt idx="373">
                        <c:v>373</c:v>
                      </c:pt>
                      <c:pt idx="374">
                        <c:v>374</c:v>
                      </c:pt>
                      <c:pt idx="375">
                        <c:v>375</c:v>
                      </c:pt>
                      <c:pt idx="376">
                        <c:v>376</c:v>
                      </c:pt>
                      <c:pt idx="377">
                        <c:v>377</c:v>
                      </c:pt>
                      <c:pt idx="378">
                        <c:v>378</c:v>
                      </c:pt>
                      <c:pt idx="379">
                        <c:v>379</c:v>
                      </c:pt>
                      <c:pt idx="380">
                        <c:v>380</c:v>
                      </c:pt>
                      <c:pt idx="381">
                        <c:v>381</c:v>
                      </c:pt>
                      <c:pt idx="382">
                        <c:v>382</c:v>
                      </c:pt>
                      <c:pt idx="383">
                        <c:v>383</c:v>
                      </c:pt>
                      <c:pt idx="384">
                        <c:v>384</c:v>
                      </c:pt>
                      <c:pt idx="385">
                        <c:v>385</c:v>
                      </c:pt>
                      <c:pt idx="386">
                        <c:v>386</c:v>
                      </c:pt>
                      <c:pt idx="387">
                        <c:v>387</c:v>
                      </c:pt>
                      <c:pt idx="388">
                        <c:v>388</c:v>
                      </c:pt>
                      <c:pt idx="389">
                        <c:v>389</c:v>
                      </c:pt>
                      <c:pt idx="390">
                        <c:v>390</c:v>
                      </c:pt>
                      <c:pt idx="391">
                        <c:v>391</c:v>
                      </c:pt>
                      <c:pt idx="392">
                        <c:v>392</c:v>
                      </c:pt>
                      <c:pt idx="393">
                        <c:v>393</c:v>
                      </c:pt>
                      <c:pt idx="394">
                        <c:v>394</c:v>
                      </c:pt>
                      <c:pt idx="395">
                        <c:v>395</c:v>
                      </c:pt>
                      <c:pt idx="396">
                        <c:v>396</c:v>
                      </c:pt>
                      <c:pt idx="397">
                        <c:v>397</c:v>
                      </c:pt>
                      <c:pt idx="398">
                        <c:v>398</c:v>
                      </c:pt>
                      <c:pt idx="399">
                        <c:v>399</c:v>
                      </c:pt>
                      <c:pt idx="400">
                        <c:v>400</c:v>
                      </c:pt>
                      <c:pt idx="401">
                        <c:v>401</c:v>
                      </c:pt>
                      <c:pt idx="402">
                        <c:v>402</c:v>
                      </c:pt>
                      <c:pt idx="403">
                        <c:v>403</c:v>
                      </c:pt>
                      <c:pt idx="404">
                        <c:v>404</c:v>
                      </c:pt>
                      <c:pt idx="405">
                        <c:v>405</c:v>
                      </c:pt>
                      <c:pt idx="406">
                        <c:v>406</c:v>
                      </c:pt>
                      <c:pt idx="407">
                        <c:v>407</c:v>
                      </c:pt>
                      <c:pt idx="408">
                        <c:v>408</c:v>
                      </c:pt>
                      <c:pt idx="409">
                        <c:v>409</c:v>
                      </c:pt>
                      <c:pt idx="410">
                        <c:v>410</c:v>
                      </c:pt>
                      <c:pt idx="411">
                        <c:v>411</c:v>
                      </c:pt>
                      <c:pt idx="412">
                        <c:v>412</c:v>
                      </c:pt>
                      <c:pt idx="413">
                        <c:v>413</c:v>
                      </c:pt>
                      <c:pt idx="414">
                        <c:v>414</c:v>
                      </c:pt>
                      <c:pt idx="415">
                        <c:v>415</c:v>
                      </c:pt>
                      <c:pt idx="416">
                        <c:v>416</c:v>
                      </c:pt>
                      <c:pt idx="417">
                        <c:v>417</c:v>
                      </c:pt>
                      <c:pt idx="418">
                        <c:v>418</c:v>
                      </c:pt>
                      <c:pt idx="419">
                        <c:v>419</c:v>
                      </c:pt>
                      <c:pt idx="420">
                        <c:v>420</c:v>
                      </c:pt>
                      <c:pt idx="421">
                        <c:v>421</c:v>
                      </c:pt>
                      <c:pt idx="422">
                        <c:v>422</c:v>
                      </c:pt>
                      <c:pt idx="423">
                        <c:v>423</c:v>
                      </c:pt>
                      <c:pt idx="424">
                        <c:v>424</c:v>
                      </c:pt>
                      <c:pt idx="425">
                        <c:v>425</c:v>
                      </c:pt>
                      <c:pt idx="426">
                        <c:v>426</c:v>
                      </c:pt>
                      <c:pt idx="427">
                        <c:v>427</c:v>
                      </c:pt>
                      <c:pt idx="428">
                        <c:v>428</c:v>
                      </c:pt>
                      <c:pt idx="429">
                        <c:v>429</c:v>
                      </c:pt>
                      <c:pt idx="430">
                        <c:v>430</c:v>
                      </c:pt>
                      <c:pt idx="431">
                        <c:v>431</c:v>
                      </c:pt>
                      <c:pt idx="432">
                        <c:v>432</c:v>
                      </c:pt>
                      <c:pt idx="433">
                        <c:v>433</c:v>
                      </c:pt>
                      <c:pt idx="434">
                        <c:v>434</c:v>
                      </c:pt>
                      <c:pt idx="435">
                        <c:v>435</c:v>
                      </c:pt>
                      <c:pt idx="436">
                        <c:v>436</c:v>
                      </c:pt>
                      <c:pt idx="437">
                        <c:v>437</c:v>
                      </c:pt>
                      <c:pt idx="438">
                        <c:v>438</c:v>
                      </c:pt>
                      <c:pt idx="439">
                        <c:v>439</c:v>
                      </c:pt>
                      <c:pt idx="440">
                        <c:v>440</c:v>
                      </c:pt>
                      <c:pt idx="441">
                        <c:v>441</c:v>
                      </c:pt>
                      <c:pt idx="442">
                        <c:v>442</c:v>
                      </c:pt>
                      <c:pt idx="443">
                        <c:v>443</c:v>
                      </c:pt>
                      <c:pt idx="444">
                        <c:v>444</c:v>
                      </c:pt>
                      <c:pt idx="445">
                        <c:v>445</c:v>
                      </c:pt>
                      <c:pt idx="446">
                        <c:v>446</c:v>
                      </c:pt>
                      <c:pt idx="447">
                        <c:v>447</c:v>
                      </c:pt>
                      <c:pt idx="448">
                        <c:v>448</c:v>
                      </c:pt>
                      <c:pt idx="449">
                        <c:v>449</c:v>
                      </c:pt>
                      <c:pt idx="450">
                        <c:v>450</c:v>
                      </c:pt>
                      <c:pt idx="451">
                        <c:v>451</c:v>
                      </c:pt>
                      <c:pt idx="452">
                        <c:v>452</c:v>
                      </c:pt>
                      <c:pt idx="453">
                        <c:v>453</c:v>
                      </c:pt>
                      <c:pt idx="454">
                        <c:v>454</c:v>
                      </c:pt>
                      <c:pt idx="455">
                        <c:v>455</c:v>
                      </c:pt>
                      <c:pt idx="456">
                        <c:v>456</c:v>
                      </c:pt>
                      <c:pt idx="457">
                        <c:v>457</c:v>
                      </c:pt>
                      <c:pt idx="458">
                        <c:v>458</c:v>
                      </c:pt>
                      <c:pt idx="459">
                        <c:v>459</c:v>
                      </c:pt>
                      <c:pt idx="460">
                        <c:v>460</c:v>
                      </c:pt>
                      <c:pt idx="461">
                        <c:v>461</c:v>
                      </c:pt>
                      <c:pt idx="462">
                        <c:v>462</c:v>
                      </c:pt>
                      <c:pt idx="463">
                        <c:v>463</c:v>
                      </c:pt>
                      <c:pt idx="464">
                        <c:v>464</c:v>
                      </c:pt>
                      <c:pt idx="465">
                        <c:v>465</c:v>
                      </c:pt>
                      <c:pt idx="466">
                        <c:v>466</c:v>
                      </c:pt>
                      <c:pt idx="467">
                        <c:v>467</c:v>
                      </c:pt>
                      <c:pt idx="468">
                        <c:v>468</c:v>
                      </c:pt>
                      <c:pt idx="469">
                        <c:v>469</c:v>
                      </c:pt>
                      <c:pt idx="470">
                        <c:v>470</c:v>
                      </c:pt>
                      <c:pt idx="471">
                        <c:v>471</c:v>
                      </c:pt>
                      <c:pt idx="472">
                        <c:v>472</c:v>
                      </c:pt>
                      <c:pt idx="473">
                        <c:v>473</c:v>
                      </c:pt>
                      <c:pt idx="474">
                        <c:v>474</c:v>
                      </c:pt>
                      <c:pt idx="475">
                        <c:v>475</c:v>
                      </c:pt>
                      <c:pt idx="476">
                        <c:v>476</c:v>
                      </c:pt>
                      <c:pt idx="477">
                        <c:v>477</c:v>
                      </c:pt>
                      <c:pt idx="478">
                        <c:v>478</c:v>
                      </c:pt>
                      <c:pt idx="479">
                        <c:v>479</c:v>
                      </c:pt>
                      <c:pt idx="480">
                        <c:v>480</c:v>
                      </c:pt>
                      <c:pt idx="481">
                        <c:v>481</c:v>
                      </c:pt>
                      <c:pt idx="482">
                        <c:v>482</c:v>
                      </c:pt>
                      <c:pt idx="483">
                        <c:v>483</c:v>
                      </c:pt>
                      <c:pt idx="484">
                        <c:v>484</c:v>
                      </c:pt>
                      <c:pt idx="485">
                        <c:v>485</c:v>
                      </c:pt>
                      <c:pt idx="486">
                        <c:v>486</c:v>
                      </c:pt>
                      <c:pt idx="487">
                        <c:v>487</c:v>
                      </c:pt>
                      <c:pt idx="488">
                        <c:v>488</c:v>
                      </c:pt>
                      <c:pt idx="489">
                        <c:v>489</c:v>
                      </c:pt>
                      <c:pt idx="490">
                        <c:v>490</c:v>
                      </c:pt>
                      <c:pt idx="491">
                        <c:v>491</c:v>
                      </c:pt>
                      <c:pt idx="492">
                        <c:v>492</c:v>
                      </c:pt>
                      <c:pt idx="493">
                        <c:v>493</c:v>
                      </c:pt>
                      <c:pt idx="494">
                        <c:v>494</c:v>
                      </c:pt>
                      <c:pt idx="495">
                        <c:v>495</c:v>
                      </c:pt>
                      <c:pt idx="496">
                        <c:v>496</c:v>
                      </c:pt>
                      <c:pt idx="497">
                        <c:v>497</c:v>
                      </c:pt>
                      <c:pt idx="498">
                        <c:v>498</c:v>
                      </c:pt>
                      <c:pt idx="499">
                        <c:v>499</c:v>
                      </c:pt>
                      <c:pt idx="500">
                        <c:v>500</c:v>
                      </c:pt>
                      <c:pt idx="501">
                        <c:v>501</c:v>
                      </c:pt>
                      <c:pt idx="502">
                        <c:v>502</c:v>
                      </c:pt>
                      <c:pt idx="503">
                        <c:v>503</c:v>
                      </c:pt>
                      <c:pt idx="504">
                        <c:v>504</c:v>
                      </c:pt>
                      <c:pt idx="505">
                        <c:v>505</c:v>
                      </c:pt>
                      <c:pt idx="506">
                        <c:v>506</c:v>
                      </c:pt>
                      <c:pt idx="507">
                        <c:v>507</c:v>
                      </c:pt>
                      <c:pt idx="508">
                        <c:v>508</c:v>
                      </c:pt>
                      <c:pt idx="509">
                        <c:v>509</c:v>
                      </c:pt>
                      <c:pt idx="510">
                        <c:v>510</c:v>
                      </c:pt>
                      <c:pt idx="511">
                        <c:v>511</c:v>
                      </c:pt>
                      <c:pt idx="512">
                        <c:v>512</c:v>
                      </c:pt>
                      <c:pt idx="513">
                        <c:v>513</c:v>
                      </c:pt>
                      <c:pt idx="514">
                        <c:v>514</c:v>
                      </c:pt>
                      <c:pt idx="515">
                        <c:v>515</c:v>
                      </c:pt>
                      <c:pt idx="516">
                        <c:v>516</c:v>
                      </c:pt>
                      <c:pt idx="517">
                        <c:v>517</c:v>
                      </c:pt>
                      <c:pt idx="518">
                        <c:v>518</c:v>
                      </c:pt>
                      <c:pt idx="519">
                        <c:v>519</c:v>
                      </c:pt>
                      <c:pt idx="520">
                        <c:v>520</c:v>
                      </c:pt>
                      <c:pt idx="521">
                        <c:v>521</c:v>
                      </c:pt>
                      <c:pt idx="522">
                        <c:v>522</c:v>
                      </c:pt>
                      <c:pt idx="523">
                        <c:v>523</c:v>
                      </c:pt>
                      <c:pt idx="524">
                        <c:v>524</c:v>
                      </c:pt>
                      <c:pt idx="525">
                        <c:v>525</c:v>
                      </c:pt>
                      <c:pt idx="526">
                        <c:v>526</c:v>
                      </c:pt>
                      <c:pt idx="527">
                        <c:v>527</c:v>
                      </c:pt>
                      <c:pt idx="528">
                        <c:v>528</c:v>
                      </c:pt>
                      <c:pt idx="529">
                        <c:v>529</c:v>
                      </c:pt>
                      <c:pt idx="530">
                        <c:v>530</c:v>
                      </c:pt>
                      <c:pt idx="531">
                        <c:v>531</c:v>
                      </c:pt>
                      <c:pt idx="532">
                        <c:v>532</c:v>
                      </c:pt>
                      <c:pt idx="533">
                        <c:v>533</c:v>
                      </c:pt>
                      <c:pt idx="534">
                        <c:v>534</c:v>
                      </c:pt>
                      <c:pt idx="535">
                        <c:v>535</c:v>
                      </c:pt>
                      <c:pt idx="536">
                        <c:v>536</c:v>
                      </c:pt>
                      <c:pt idx="537">
                        <c:v>537</c:v>
                      </c:pt>
                      <c:pt idx="538">
                        <c:v>538</c:v>
                      </c:pt>
                      <c:pt idx="539">
                        <c:v>539</c:v>
                      </c:pt>
                      <c:pt idx="540">
                        <c:v>540</c:v>
                      </c:pt>
                      <c:pt idx="541">
                        <c:v>541</c:v>
                      </c:pt>
                      <c:pt idx="542">
                        <c:v>542</c:v>
                      </c:pt>
                      <c:pt idx="543">
                        <c:v>543</c:v>
                      </c:pt>
                      <c:pt idx="544">
                        <c:v>544</c:v>
                      </c:pt>
                      <c:pt idx="545">
                        <c:v>545</c:v>
                      </c:pt>
                      <c:pt idx="546">
                        <c:v>546</c:v>
                      </c:pt>
                      <c:pt idx="547">
                        <c:v>547</c:v>
                      </c:pt>
                      <c:pt idx="548">
                        <c:v>548</c:v>
                      </c:pt>
                      <c:pt idx="549">
                        <c:v>549</c:v>
                      </c:pt>
                      <c:pt idx="550">
                        <c:v>550</c:v>
                      </c:pt>
                      <c:pt idx="551">
                        <c:v>551</c:v>
                      </c:pt>
                      <c:pt idx="552">
                        <c:v>552</c:v>
                      </c:pt>
                      <c:pt idx="553">
                        <c:v>553</c:v>
                      </c:pt>
                      <c:pt idx="554">
                        <c:v>554</c:v>
                      </c:pt>
                      <c:pt idx="555">
                        <c:v>555</c:v>
                      </c:pt>
                      <c:pt idx="556">
                        <c:v>556</c:v>
                      </c:pt>
                      <c:pt idx="557">
                        <c:v>557</c:v>
                      </c:pt>
                      <c:pt idx="558">
                        <c:v>558</c:v>
                      </c:pt>
                      <c:pt idx="559">
                        <c:v>559</c:v>
                      </c:pt>
                      <c:pt idx="560">
                        <c:v>560</c:v>
                      </c:pt>
                      <c:pt idx="561">
                        <c:v>561</c:v>
                      </c:pt>
                      <c:pt idx="562">
                        <c:v>562</c:v>
                      </c:pt>
                      <c:pt idx="563">
                        <c:v>563</c:v>
                      </c:pt>
                      <c:pt idx="564">
                        <c:v>564</c:v>
                      </c:pt>
                      <c:pt idx="565">
                        <c:v>565</c:v>
                      </c:pt>
                      <c:pt idx="566">
                        <c:v>566</c:v>
                      </c:pt>
                      <c:pt idx="567">
                        <c:v>567</c:v>
                      </c:pt>
                      <c:pt idx="568">
                        <c:v>568</c:v>
                      </c:pt>
                      <c:pt idx="569">
                        <c:v>569</c:v>
                      </c:pt>
                      <c:pt idx="570">
                        <c:v>570</c:v>
                      </c:pt>
                      <c:pt idx="571">
                        <c:v>571</c:v>
                      </c:pt>
                      <c:pt idx="572">
                        <c:v>572</c:v>
                      </c:pt>
                      <c:pt idx="573">
                        <c:v>573</c:v>
                      </c:pt>
                      <c:pt idx="574">
                        <c:v>574</c:v>
                      </c:pt>
                      <c:pt idx="575">
                        <c:v>575</c:v>
                      </c:pt>
                      <c:pt idx="576">
                        <c:v>576</c:v>
                      </c:pt>
                      <c:pt idx="577">
                        <c:v>577</c:v>
                      </c:pt>
                      <c:pt idx="578">
                        <c:v>578</c:v>
                      </c:pt>
                      <c:pt idx="579">
                        <c:v>579</c:v>
                      </c:pt>
                      <c:pt idx="580">
                        <c:v>580</c:v>
                      </c:pt>
                      <c:pt idx="581">
                        <c:v>581</c:v>
                      </c:pt>
                      <c:pt idx="582">
                        <c:v>582</c:v>
                      </c:pt>
                      <c:pt idx="583">
                        <c:v>583</c:v>
                      </c:pt>
                      <c:pt idx="584">
                        <c:v>584</c:v>
                      </c:pt>
                      <c:pt idx="585">
                        <c:v>585</c:v>
                      </c:pt>
                      <c:pt idx="586">
                        <c:v>586</c:v>
                      </c:pt>
                      <c:pt idx="587">
                        <c:v>587</c:v>
                      </c:pt>
                      <c:pt idx="588">
                        <c:v>588</c:v>
                      </c:pt>
                      <c:pt idx="589">
                        <c:v>589</c:v>
                      </c:pt>
                      <c:pt idx="590">
                        <c:v>590</c:v>
                      </c:pt>
                      <c:pt idx="591">
                        <c:v>591</c:v>
                      </c:pt>
                      <c:pt idx="592">
                        <c:v>592</c:v>
                      </c:pt>
                      <c:pt idx="593">
                        <c:v>593</c:v>
                      </c:pt>
                      <c:pt idx="594">
                        <c:v>594</c:v>
                      </c:pt>
                      <c:pt idx="595">
                        <c:v>595</c:v>
                      </c:pt>
                      <c:pt idx="596">
                        <c:v>596</c:v>
                      </c:pt>
                      <c:pt idx="597">
                        <c:v>597</c:v>
                      </c:pt>
                      <c:pt idx="598">
                        <c:v>598</c:v>
                      </c:pt>
                      <c:pt idx="599">
                        <c:v>599</c:v>
                      </c:pt>
                      <c:pt idx="600">
                        <c:v>600</c:v>
                      </c:pt>
                      <c:pt idx="601">
                        <c:v>601</c:v>
                      </c:pt>
                      <c:pt idx="602">
                        <c:v>602</c:v>
                      </c:pt>
                      <c:pt idx="603">
                        <c:v>603</c:v>
                      </c:pt>
                      <c:pt idx="604">
                        <c:v>604</c:v>
                      </c:pt>
                      <c:pt idx="605">
                        <c:v>605</c:v>
                      </c:pt>
                      <c:pt idx="606">
                        <c:v>606</c:v>
                      </c:pt>
                      <c:pt idx="607">
                        <c:v>607</c:v>
                      </c:pt>
                      <c:pt idx="608">
                        <c:v>608</c:v>
                      </c:pt>
                      <c:pt idx="609">
                        <c:v>609</c:v>
                      </c:pt>
                      <c:pt idx="610">
                        <c:v>610</c:v>
                      </c:pt>
                      <c:pt idx="611">
                        <c:v>611</c:v>
                      </c:pt>
                      <c:pt idx="612">
                        <c:v>612</c:v>
                      </c:pt>
                      <c:pt idx="613">
                        <c:v>613</c:v>
                      </c:pt>
                      <c:pt idx="614">
                        <c:v>614</c:v>
                      </c:pt>
                      <c:pt idx="615">
                        <c:v>615</c:v>
                      </c:pt>
                      <c:pt idx="616">
                        <c:v>616</c:v>
                      </c:pt>
                      <c:pt idx="617">
                        <c:v>617</c:v>
                      </c:pt>
                      <c:pt idx="618">
                        <c:v>618</c:v>
                      </c:pt>
                      <c:pt idx="619">
                        <c:v>619</c:v>
                      </c:pt>
                      <c:pt idx="620">
                        <c:v>620</c:v>
                      </c:pt>
                      <c:pt idx="621">
                        <c:v>621</c:v>
                      </c:pt>
                      <c:pt idx="622">
                        <c:v>622</c:v>
                      </c:pt>
                      <c:pt idx="623">
                        <c:v>623</c:v>
                      </c:pt>
                      <c:pt idx="624">
                        <c:v>624</c:v>
                      </c:pt>
                      <c:pt idx="625">
                        <c:v>625</c:v>
                      </c:pt>
                      <c:pt idx="626">
                        <c:v>626</c:v>
                      </c:pt>
                      <c:pt idx="627">
                        <c:v>627</c:v>
                      </c:pt>
                      <c:pt idx="628">
                        <c:v>628</c:v>
                      </c:pt>
                      <c:pt idx="629">
                        <c:v>629</c:v>
                      </c:pt>
                      <c:pt idx="630">
                        <c:v>630</c:v>
                      </c:pt>
                      <c:pt idx="631">
                        <c:v>631</c:v>
                      </c:pt>
                      <c:pt idx="632">
                        <c:v>632</c:v>
                      </c:pt>
                      <c:pt idx="633">
                        <c:v>633</c:v>
                      </c:pt>
                      <c:pt idx="634">
                        <c:v>634</c:v>
                      </c:pt>
                      <c:pt idx="635">
                        <c:v>635</c:v>
                      </c:pt>
                      <c:pt idx="636">
                        <c:v>636</c:v>
                      </c:pt>
                      <c:pt idx="637">
                        <c:v>637</c:v>
                      </c:pt>
                      <c:pt idx="638">
                        <c:v>638</c:v>
                      </c:pt>
                      <c:pt idx="639">
                        <c:v>639</c:v>
                      </c:pt>
                      <c:pt idx="640">
                        <c:v>640</c:v>
                      </c:pt>
                      <c:pt idx="641">
                        <c:v>641</c:v>
                      </c:pt>
                      <c:pt idx="642">
                        <c:v>642</c:v>
                      </c:pt>
                      <c:pt idx="643">
                        <c:v>643</c:v>
                      </c:pt>
                      <c:pt idx="644">
                        <c:v>644</c:v>
                      </c:pt>
                      <c:pt idx="645">
                        <c:v>645</c:v>
                      </c:pt>
                      <c:pt idx="646">
                        <c:v>646</c:v>
                      </c:pt>
                      <c:pt idx="647">
                        <c:v>647</c:v>
                      </c:pt>
                      <c:pt idx="648">
                        <c:v>648</c:v>
                      </c:pt>
                      <c:pt idx="649">
                        <c:v>649</c:v>
                      </c:pt>
                      <c:pt idx="650">
                        <c:v>650</c:v>
                      </c:pt>
                      <c:pt idx="651">
                        <c:v>651</c:v>
                      </c:pt>
                      <c:pt idx="652">
                        <c:v>652</c:v>
                      </c:pt>
                      <c:pt idx="653">
                        <c:v>653</c:v>
                      </c:pt>
                      <c:pt idx="654">
                        <c:v>654</c:v>
                      </c:pt>
                      <c:pt idx="655">
                        <c:v>655</c:v>
                      </c:pt>
                      <c:pt idx="656">
                        <c:v>656</c:v>
                      </c:pt>
                      <c:pt idx="657">
                        <c:v>657</c:v>
                      </c:pt>
                      <c:pt idx="658">
                        <c:v>658</c:v>
                      </c:pt>
                      <c:pt idx="659">
                        <c:v>659</c:v>
                      </c:pt>
                      <c:pt idx="660">
                        <c:v>660</c:v>
                      </c:pt>
                      <c:pt idx="661">
                        <c:v>661</c:v>
                      </c:pt>
                      <c:pt idx="662">
                        <c:v>662</c:v>
                      </c:pt>
                      <c:pt idx="663">
                        <c:v>663</c:v>
                      </c:pt>
                      <c:pt idx="664">
                        <c:v>664</c:v>
                      </c:pt>
                      <c:pt idx="665">
                        <c:v>665</c:v>
                      </c:pt>
                      <c:pt idx="666">
                        <c:v>666</c:v>
                      </c:pt>
                      <c:pt idx="667">
                        <c:v>667</c:v>
                      </c:pt>
                      <c:pt idx="668">
                        <c:v>668</c:v>
                      </c:pt>
                      <c:pt idx="669">
                        <c:v>669</c:v>
                      </c:pt>
                      <c:pt idx="670">
                        <c:v>670</c:v>
                      </c:pt>
                      <c:pt idx="671">
                        <c:v>671</c:v>
                      </c:pt>
                      <c:pt idx="672">
                        <c:v>672</c:v>
                      </c:pt>
                      <c:pt idx="673">
                        <c:v>673</c:v>
                      </c:pt>
                      <c:pt idx="674">
                        <c:v>674</c:v>
                      </c:pt>
                      <c:pt idx="675">
                        <c:v>675</c:v>
                      </c:pt>
                      <c:pt idx="676">
                        <c:v>676</c:v>
                      </c:pt>
                      <c:pt idx="677">
                        <c:v>677</c:v>
                      </c:pt>
                      <c:pt idx="678">
                        <c:v>678</c:v>
                      </c:pt>
                      <c:pt idx="679">
                        <c:v>679</c:v>
                      </c:pt>
                      <c:pt idx="680">
                        <c:v>680</c:v>
                      </c:pt>
                      <c:pt idx="681">
                        <c:v>681</c:v>
                      </c:pt>
                      <c:pt idx="682">
                        <c:v>682</c:v>
                      </c:pt>
                      <c:pt idx="683">
                        <c:v>683</c:v>
                      </c:pt>
                      <c:pt idx="684">
                        <c:v>684</c:v>
                      </c:pt>
                      <c:pt idx="685">
                        <c:v>685</c:v>
                      </c:pt>
                      <c:pt idx="686">
                        <c:v>686</c:v>
                      </c:pt>
                      <c:pt idx="687">
                        <c:v>687</c:v>
                      </c:pt>
                      <c:pt idx="688">
                        <c:v>688</c:v>
                      </c:pt>
                      <c:pt idx="689">
                        <c:v>689</c:v>
                      </c:pt>
                      <c:pt idx="690">
                        <c:v>690</c:v>
                      </c:pt>
                      <c:pt idx="691">
                        <c:v>691</c:v>
                      </c:pt>
                      <c:pt idx="692">
                        <c:v>692</c:v>
                      </c:pt>
                      <c:pt idx="693">
                        <c:v>693</c:v>
                      </c:pt>
                      <c:pt idx="694">
                        <c:v>694</c:v>
                      </c:pt>
                      <c:pt idx="695">
                        <c:v>695</c:v>
                      </c:pt>
                      <c:pt idx="696">
                        <c:v>696</c:v>
                      </c:pt>
                      <c:pt idx="697">
                        <c:v>697</c:v>
                      </c:pt>
                      <c:pt idx="698">
                        <c:v>698</c:v>
                      </c:pt>
                      <c:pt idx="699">
                        <c:v>699</c:v>
                      </c:pt>
                      <c:pt idx="700">
                        <c:v>700</c:v>
                      </c:pt>
                      <c:pt idx="701">
                        <c:v>701</c:v>
                      </c:pt>
                      <c:pt idx="702">
                        <c:v>702</c:v>
                      </c:pt>
                      <c:pt idx="703">
                        <c:v>703</c:v>
                      </c:pt>
                      <c:pt idx="704">
                        <c:v>704</c:v>
                      </c:pt>
                      <c:pt idx="705">
                        <c:v>705</c:v>
                      </c:pt>
                      <c:pt idx="706">
                        <c:v>706</c:v>
                      </c:pt>
                      <c:pt idx="707">
                        <c:v>707</c:v>
                      </c:pt>
                      <c:pt idx="708">
                        <c:v>708</c:v>
                      </c:pt>
                      <c:pt idx="709">
                        <c:v>709</c:v>
                      </c:pt>
                      <c:pt idx="710">
                        <c:v>710</c:v>
                      </c:pt>
                      <c:pt idx="711">
                        <c:v>711</c:v>
                      </c:pt>
                      <c:pt idx="712">
                        <c:v>712</c:v>
                      </c:pt>
                      <c:pt idx="713">
                        <c:v>713</c:v>
                      </c:pt>
                      <c:pt idx="714">
                        <c:v>714</c:v>
                      </c:pt>
                      <c:pt idx="715">
                        <c:v>715</c:v>
                      </c:pt>
                      <c:pt idx="716">
                        <c:v>716</c:v>
                      </c:pt>
                      <c:pt idx="717">
                        <c:v>717</c:v>
                      </c:pt>
                      <c:pt idx="718">
                        <c:v>718</c:v>
                      </c:pt>
                      <c:pt idx="719">
                        <c:v>719</c:v>
                      </c:pt>
                      <c:pt idx="720">
                        <c:v>720</c:v>
                      </c:pt>
                      <c:pt idx="721">
                        <c:v>721</c:v>
                      </c:pt>
                      <c:pt idx="722">
                        <c:v>722</c:v>
                      </c:pt>
                      <c:pt idx="723">
                        <c:v>723</c:v>
                      </c:pt>
                      <c:pt idx="724">
                        <c:v>724</c:v>
                      </c:pt>
                      <c:pt idx="725">
                        <c:v>725</c:v>
                      </c:pt>
                      <c:pt idx="726">
                        <c:v>726</c:v>
                      </c:pt>
                      <c:pt idx="727">
                        <c:v>727</c:v>
                      </c:pt>
                      <c:pt idx="728">
                        <c:v>728</c:v>
                      </c:pt>
                      <c:pt idx="729">
                        <c:v>729</c:v>
                      </c:pt>
                      <c:pt idx="730">
                        <c:v>730</c:v>
                      </c:pt>
                      <c:pt idx="731">
                        <c:v>731</c:v>
                      </c:pt>
                      <c:pt idx="732">
                        <c:v>732</c:v>
                      </c:pt>
                      <c:pt idx="733">
                        <c:v>733</c:v>
                      </c:pt>
                      <c:pt idx="734">
                        <c:v>734</c:v>
                      </c:pt>
                      <c:pt idx="735">
                        <c:v>735</c:v>
                      </c:pt>
                      <c:pt idx="736">
                        <c:v>736</c:v>
                      </c:pt>
                      <c:pt idx="737">
                        <c:v>737</c:v>
                      </c:pt>
                      <c:pt idx="738">
                        <c:v>738</c:v>
                      </c:pt>
                      <c:pt idx="739">
                        <c:v>739</c:v>
                      </c:pt>
                      <c:pt idx="740">
                        <c:v>740</c:v>
                      </c:pt>
                      <c:pt idx="741">
                        <c:v>741</c:v>
                      </c:pt>
                      <c:pt idx="742">
                        <c:v>742</c:v>
                      </c:pt>
                      <c:pt idx="743">
                        <c:v>743</c:v>
                      </c:pt>
                      <c:pt idx="744">
                        <c:v>744</c:v>
                      </c:pt>
                      <c:pt idx="745">
                        <c:v>745</c:v>
                      </c:pt>
                      <c:pt idx="746">
                        <c:v>746</c:v>
                      </c:pt>
                      <c:pt idx="747">
                        <c:v>747</c:v>
                      </c:pt>
                      <c:pt idx="748">
                        <c:v>748</c:v>
                      </c:pt>
                      <c:pt idx="749">
                        <c:v>749</c:v>
                      </c:pt>
                      <c:pt idx="750">
                        <c:v>750</c:v>
                      </c:pt>
                      <c:pt idx="751">
                        <c:v>751</c:v>
                      </c:pt>
                      <c:pt idx="752">
                        <c:v>752</c:v>
                      </c:pt>
                      <c:pt idx="753">
                        <c:v>753</c:v>
                      </c:pt>
                      <c:pt idx="754">
                        <c:v>754</c:v>
                      </c:pt>
                      <c:pt idx="755">
                        <c:v>755</c:v>
                      </c:pt>
                      <c:pt idx="756">
                        <c:v>756</c:v>
                      </c:pt>
                      <c:pt idx="757">
                        <c:v>757</c:v>
                      </c:pt>
                      <c:pt idx="758">
                        <c:v>758</c:v>
                      </c:pt>
                      <c:pt idx="759">
                        <c:v>759</c:v>
                      </c:pt>
                      <c:pt idx="760">
                        <c:v>760</c:v>
                      </c:pt>
                      <c:pt idx="761">
                        <c:v>761</c:v>
                      </c:pt>
                      <c:pt idx="762">
                        <c:v>762</c:v>
                      </c:pt>
                      <c:pt idx="763">
                        <c:v>763</c:v>
                      </c:pt>
                      <c:pt idx="764">
                        <c:v>764</c:v>
                      </c:pt>
                      <c:pt idx="765">
                        <c:v>765</c:v>
                      </c:pt>
                      <c:pt idx="766">
                        <c:v>766</c:v>
                      </c:pt>
                      <c:pt idx="767">
                        <c:v>767</c:v>
                      </c:pt>
                      <c:pt idx="768">
                        <c:v>768</c:v>
                      </c:pt>
                      <c:pt idx="769">
                        <c:v>769</c:v>
                      </c:pt>
                      <c:pt idx="770">
                        <c:v>770</c:v>
                      </c:pt>
                      <c:pt idx="771">
                        <c:v>771</c:v>
                      </c:pt>
                      <c:pt idx="772">
                        <c:v>772</c:v>
                      </c:pt>
                      <c:pt idx="773">
                        <c:v>773</c:v>
                      </c:pt>
                      <c:pt idx="774">
                        <c:v>774</c:v>
                      </c:pt>
                      <c:pt idx="775">
                        <c:v>775</c:v>
                      </c:pt>
                      <c:pt idx="776">
                        <c:v>776</c:v>
                      </c:pt>
                      <c:pt idx="777">
                        <c:v>777</c:v>
                      </c:pt>
                      <c:pt idx="778">
                        <c:v>778</c:v>
                      </c:pt>
                      <c:pt idx="779">
                        <c:v>779</c:v>
                      </c:pt>
                      <c:pt idx="780">
                        <c:v>780</c:v>
                      </c:pt>
                      <c:pt idx="781">
                        <c:v>781</c:v>
                      </c:pt>
                      <c:pt idx="782">
                        <c:v>782</c:v>
                      </c:pt>
                      <c:pt idx="783">
                        <c:v>783</c:v>
                      </c:pt>
                      <c:pt idx="784">
                        <c:v>784</c:v>
                      </c:pt>
                      <c:pt idx="785">
                        <c:v>785</c:v>
                      </c:pt>
                      <c:pt idx="786">
                        <c:v>786</c:v>
                      </c:pt>
                      <c:pt idx="787">
                        <c:v>787</c:v>
                      </c:pt>
                      <c:pt idx="788">
                        <c:v>788</c:v>
                      </c:pt>
                      <c:pt idx="789">
                        <c:v>789</c:v>
                      </c:pt>
                      <c:pt idx="790">
                        <c:v>790</c:v>
                      </c:pt>
                      <c:pt idx="791">
                        <c:v>791</c:v>
                      </c:pt>
                      <c:pt idx="792">
                        <c:v>792</c:v>
                      </c:pt>
                      <c:pt idx="793">
                        <c:v>793</c:v>
                      </c:pt>
                      <c:pt idx="794">
                        <c:v>794</c:v>
                      </c:pt>
                      <c:pt idx="795">
                        <c:v>795</c:v>
                      </c:pt>
                      <c:pt idx="796">
                        <c:v>796</c:v>
                      </c:pt>
                      <c:pt idx="797">
                        <c:v>797</c:v>
                      </c:pt>
                      <c:pt idx="798">
                        <c:v>798</c:v>
                      </c:pt>
                      <c:pt idx="799">
                        <c:v>799</c:v>
                      </c:pt>
                      <c:pt idx="800">
                        <c:v>800</c:v>
                      </c:pt>
                      <c:pt idx="801">
                        <c:v>801</c:v>
                      </c:pt>
                      <c:pt idx="802">
                        <c:v>802</c:v>
                      </c:pt>
                      <c:pt idx="803">
                        <c:v>803</c:v>
                      </c:pt>
                      <c:pt idx="804">
                        <c:v>804</c:v>
                      </c:pt>
                      <c:pt idx="805">
                        <c:v>805</c:v>
                      </c:pt>
                      <c:pt idx="806">
                        <c:v>806</c:v>
                      </c:pt>
                      <c:pt idx="807">
                        <c:v>807</c:v>
                      </c:pt>
                      <c:pt idx="808">
                        <c:v>808</c:v>
                      </c:pt>
                      <c:pt idx="809">
                        <c:v>809</c:v>
                      </c:pt>
                      <c:pt idx="810">
                        <c:v>810</c:v>
                      </c:pt>
                      <c:pt idx="811">
                        <c:v>811</c:v>
                      </c:pt>
                      <c:pt idx="812">
                        <c:v>812</c:v>
                      </c:pt>
                      <c:pt idx="813">
                        <c:v>813</c:v>
                      </c:pt>
                      <c:pt idx="814">
                        <c:v>814</c:v>
                      </c:pt>
                      <c:pt idx="815">
                        <c:v>815</c:v>
                      </c:pt>
                      <c:pt idx="816">
                        <c:v>816</c:v>
                      </c:pt>
                      <c:pt idx="817">
                        <c:v>817</c:v>
                      </c:pt>
                      <c:pt idx="818">
                        <c:v>818</c:v>
                      </c:pt>
                      <c:pt idx="819">
                        <c:v>819</c:v>
                      </c:pt>
                      <c:pt idx="820">
                        <c:v>820</c:v>
                      </c:pt>
                      <c:pt idx="821">
                        <c:v>821</c:v>
                      </c:pt>
                      <c:pt idx="822">
                        <c:v>822</c:v>
                      </c:pt>
                      <c:pt idx="823">
                        <c:v>823</c:v>
                      </c:pt>
                      <c:pt idx="824">
                        <c:v>824</c:v>
                      </c:pt>
                      <c:pt idx="825">
                        <c:v>825</c:v>
                      </c:pt>
                      <c:pt idx="826">
                        <c:v>826</c:v>
                      </c:pt>
                      <c:pt idx="827">
                        <c:v>827</c:v>
                      </c:pt>
                      <c:pt idx="828">
                        <c:v>828</c:v>
                      </c:pt>
                      <c:pt idx="829">
                        <c:v>829</c:v>
                      </c:pt>
                      <c:pt idx="830">
                        <c:v>830</c:v>
                      </c:pt>
                      <c:pt idx="831">
                        <c:v>831</c:v>
                      </c:pt>
                      <c:pt idx="832">
                        <c:v>832</c:v>
                      </c:pt>
                      <c:pt idx="833">
                        <c:v>833</c:v>
                      </c:pt>
                      <c:pt idx="834">
                        <c:v>834</c:v>
                      </c:pt>
                      <c:pt idx="835">
                        <c:v>835</c:v>
                      </c:pt>
                      <c:pt idx="836">
                        <c:v>836</c:v>
                      </c:pt>
                      <c:pt idx="837">
                        <c:v>837</c:v>
                      </c:pt>
                      <c:pt idx="838">
                        <c:v>838</c:v>
                      </c:pt>
                      <c:pt idx="839">
                        <c:v>839</c:v>
                      </c:pt>
                      <c:pt idx="840">
                        <c:v>840</c:v>
                      </c:pt>
                      <c:pt idx="841">
                        <c:v>841</c:v>
                      </c:pt>
                      <c:pt idx="842">
                        <c:v>842</c:v>
                      </c:pt>
                      <c:pt idx="843">
                        <c:v>843</c:v>
                      </c:pt>
                      <c:pt idx="844">
                        <c:v>844</c:v>
                      </c:pt>
                      <c:pt idx="845">
                        <c:v>845</c:v>
                      </c:pt>
                      <c:pt idx="846">
                        <c:v>846</c:v>
                      </c:pt>
                      <c:pt idx="847">
                        <c:v>847</c:v>
                      </c:pt>
                      <c:pt idx="848">
                        <c:v>848</c:v>
                      </c:pt>
                      <c:pt idx="849">
                        <c:v>849</c:v>
                      </c:pt>
                      <c:pt idx="850">
                        <c:v>850</c:v>
                      </c:pt>
                      <c:pt idx="851">
                        <c:v>851</c:v>
                      </c:pt>
                      <c:pt idx="852">
                        <c:v>852</c:v>
                      </c:pt>
                      <c:pt idx="853">
                        <c:v>853</c:v>
                      </c:pt>
                      <c:pt idx="854">
                        <c:v>854</c:v>
                      </c:pt>
                      <c:pt idx="855">
                        <c:v>855</c:v>
                      </c:pt>
                      <c:pt idx="856">
                        <c:v>856</c:v>
                      </c:pt>
                      <c:pt idx="857">
                        <c:v>857</c:v>
                      </c:pt>
                      <c:pt idx="858">
                        <c:v>858</c:v>
                      </c:pt>
                      <c:pt idx="859">
                        <c:v>859</c:v>
                      </c:pt>
                      <c:pt idx="860">
                        <c:v>860</c:v>
                      </c:pt>
                      <c:pt idx="861">
                        <c:v>861</c:v>
                      </c:pt>
                      <c:pt idx="862">
                        <c:v>862</c:v>
                      </c:pt>
                      <c:pt idx="863">
                        <c:v>863</c:v>
                      </c:pt>
                      <c:pt idx="864">
                        <c:v>864</c:v>
                      </c:pt>
                      <c:pt idx="865">
                        <c:v>865</c:v>
                      </c:pt>
                      <c:pt idx="866">
                        <c:v>866</c:v>
                      </c:pt>
                      <c:pt idx="867">
                        <c:v>867</c:v>
                      </c:pt>
                      <c:pt idx="868">
                        <c:v>868</c:v>
                      </c:pt>
                      <c:pt idx="869">
                        <c:v>869</c:v>
                      </c:pt>
                      <c:pt idx="870">
                        <c:v>870</c:v>
                      </c:pt>
                      <c:pt idx="871">
                        <c:v>871</c:v>
                      </c:pt>
                      <c:pt idx="872">
                        <c:v>872</c:v>
                      </c:pt>
                      <c:pt idx="873">
                        <c:v>873</c:v>
                      </c:pt>
                      <c:pt idx="874">
                        <c:v>874</c:v>
                      </c:pt>
                      <c:pt idx="875">
                        <c:v>875</c:v>
                      </c:pt>
                      <c:pt idx="876">
                        <c:v>876</c:v>
                      </c:pt>
                      <c:pt idx="877">
                        <c:v>877</c:v>
                      </c:pt>
                      <c:pt idx="878">
                        <c:v>878</c:v>
                      </c:pt>
                      <c:pt idx="879">
                        <c:v>879</c:v>
                      </c:pt>
                      <c:pt idx="880">
                        <c:v>880</c:v>
                      </c:pt>
                      <c:pt idx="881">
                        <c:v>881</c:v>
                      </c:pt>
                      <c:pt idx="882">
                        <c:v>882</c:v>
                      </c:pt>
                      <c:pt idx="883">
                        <c:v>883</c:v>
                      </c:pt>
                      <c:pt idx="884">
                        <c:v>884</c:v>
                      </c:pt>
                      <c:pt idx="885">
                        <c:v>885</c:v>
                      </c:pt>
                      <c:pt idx="886">
                        <c:v>886</c:v>
                      </c:pt>
                      <c:pt idx="887">
                        <c:v>887</c:v>
                      </c:pt>
                      <c:pt idx="888">
                        <c:v>888</c:v>
                      </c:pt>
                      <c:pt idx="889">
                        <c:v>889</c:v>
                      </c:pt>
                      <c:pt idx="890">
                        <c:v>890</c:v>
                      </c:pt>
                      <c:pt idx="891">
                        <c:v>891</c:v>
                      </c:pt>
                      <c:pt idx="892">
                        <c:v>892</c:v>
                      </c:pt>
                      <c:pt idx="893">
                        <c:v>893</c:v>
                      </c:pt>
                      <c:pt idx="894">
                        <c:v>894</c:v>
                      </c:pt>
                      <c:pt idx="895">
                        <c:v>895</c:v>
                      </c:pt>
                      <c:pt idx="896">
                        <c:v>896</c:v>
                      </c:pt>
                      <c:pt idx="897">
                        <c:v>897</c:v>
                      </c:pt>
                      <c:pt idx="898">
                        <c:v>898</c:v>
                      </c:pt>
                      <c:pt idx="899">
                        <c:v>899</c:v>
                      </c:pt>
                      <c:pt idx="900">
                        <c:v>900</c:v>
                      </c:pt>
                      <c:pt idx="901">
                        <c:v>901</c:v>
                      </c:pt>
                      <c:pt idx="902">
                        <c:v>902</c:v>
                      </c:pt>
                      <c:pt idx="903">
                        <c:v>903</c:v>
                      </c:pt>
                      <c:pt idx="904">
                        <c:v>904</c:v>
                      </c:pt>
                      <c:pt idx="905">
                        <c:v>905</c:v>
                      </c:pt>
                      <c:pt idx="906">
                        <c:v>906</c:v>
                      </c:pt>
                      <c:pt idx="907">
                        <c:v>907</c:v>
                      </c:pt>
                      <c:pt idx="908">
                        <c:v>908</c:v>
                      </c:pt>
                      <c:pt idx="909">
                        <c:v>909</c:v>
                      </c:pt>
                      <c:pt idx="910">
                        <c:v>910</c:v>
                      </c:pt>
                      <c:pt idx="911">
                        <c:v>911</c:v>
                      </c:pt>
                      <c:pt idx="912">
                        <c:v>912</c:v>
                      </c:pt>
                      <c:pt idx="913">
                        <c:v>913</c:v>
                      </c:pt>
                      <c:pt idx="914">
                        <c:v>914</c:v>
                      </c:pt>
                      <c:pt idx="915">
                        <c:v>915</c:v>
                      </c:pt>
                      <c:pt idx="916">
                        <c:v>916</c:v>
                      </c:pt>
                      <c:pt idx="917">
                        <c:v>917</c:v>
                      </c:pt>
                      <c:pt idx="918">
                        <c:v>918</c:v>
                      </c:pt>
                      <c:pt idx="919">
                        <c:v>919</c:v>
                      </c:pt>
                      <c:pt idx="920">
                        <c:v>920</c:v>
                      </c:pt>
                      <c:pt idx="921">
                        <c:v>921</c:v>
                      </c:pt>
                      <c:pt idx="922">
                        <c:v>922</c:v>
                      </c:pt>
                      <c:pt idx="923">
                        <c:v>923</c:v>
                      </c:pt>
                      <c:pt idx="924">
                        <c:v>924</c:v>
                      </c:pt>
                      <c:pt idx="925">
                        <c:v>925</c:v>
                      </c:pt>
                      <c:pt idx="926">
                        <c:v>926</c:v>
                      </c:pt>
                      <c:pt idx="927">
                        <c:v>927</c:v>
                      </c:pt>
                      <c:pt idx="928">
                        <c:v>928</c:v>
                      </c:pt>
                      <c:pt idx="929">
                        <c:v>929</c:v>
                      </c:pt>
                      <c:pt idx="930">
                        <c:v>930</c:v>
                      </c:pt>
                      <c:pt idx="931">
                        <c:v>931</c:v>
                      </c:pt>
                      <c:pt idx="932">
                        <c:v>932</c:v>
                      </c:pt>
                      <c:pt idx="933">
                        <c:v>933</c:v>
                      </c:pt>
                      <c:pt idx="934">
                        <c:v>934</c:v>
                      </c:pt>
                      <c:pt idx="935">
                        <c:v>935</c:v>
                      </c:pt>
                      <c:pt idx="936">
                        <c:v>936</c:v>
                      </c:pt>
                      <c:pt idx="937">
                        <c:v>937</c:v>
                      </c:pt>
                      <c:pt idx="938">
                        <c:v>938</c:v>
                      </c:pt>
                      <c:pt idx="939">
                        <c:v>939</c:v>
                      </c:pt>
                      <c:pt idx="940">
                        <c:v>940</c:v>
                      </c:pt>
                      <c:pt idx="941">
                        <c:v>941</c:v>
                      </c:pt>
                      <c:pt idx="942">
                        <c:v>942</c:v>
                      </c:pt>
                      <c:pt idx="943">
                        <c:v>943</c:v>
                      </c:pt>
                      <c:pt idx="944">
                        <c:v>944</c:v>
                      </c:pt>
                      <c:pt idx="945">
                        <c:v>945</c:v>
                      </c:pt>
                      <c:pt idx="946">
                        <c:v>946</c:v>
                      </c:pt>
                      <c:pt idx="947">
                        <c:v>947</c:v>
                      </c:pt>
                      <c:pt idx="948">
                        <c:v>948</c:v>
                      </c:pt>
                      <c:pt idx="949">
                        <c:v>949</c:v>
                      </c:pt>
                      <c:pt idx="950">
                        <c:v>950</c:v>
                      </c:pt>
                      <c:pt idx="951">
                        <c:v>951</c:v>
                      </c:pt>
                      <c:pt idx="952">
                        <c:v>952</c:v>
                      </c:pt>
                      <c:pt idx="953">
                        <c:v>953</c:v>
                      </c:pt>
                      <c:pt idx="954">
                        <c:v>954</c:v>
                      </c:pt>
                      <c:pt idx="955">
                        <c:v>955</c:v>
                      </c:pt>
                      <c:pt idx="956">
                        <c:v>956</c:v>
                      </c:pt>
                      <c:pt idx="957">
                        <c:v>957</c:v>
                      </c:pt>
                      <c:pt idx="958">
                        <c:v>958</c:v>
                      </c:pt>
                      <c:pt idx="959">
                        <c:v>959</c:v>
                      </c:pt>
                      <c:pt idx="960">
                        <c:v>960</c:v>
                      </c:pt>
                      <c:pt idx="961">
                        <c:v>961</c:v>
                      </c:pt>
                      <c:pt idx="962">
                        <c:v>962</c:v>
                      </c:pt>
                      <c:pt idx="963">
                        <c:v>963</c:v>
                      </c:pt>
                      <c:pt idx="964">
                        <c:v>964</c:v>
                      </c:pt>
                      <c:pt idx="965">
                        <c:v>965</c:v>
                      </c:pt>
                      <c:pt idx="966">
                        <c:v>966</c:v>
                      </c:pt>
                      <c:pt idx="967">
                        <c:v>967</c:v>
                      </c:pt>
                      <c:pt idx="968">
                        <c:v>968</c:v>
                      </c:pt>
                      <c:pt idx="969">
                        <c:v>969</c:v>
                      </c:pt>
                      <c:pt idx="970">
                        <c:v>970</c:v>
                      </c:pt>
                      <c:pt idx="971">
                        <c:v>971</c:v>
                      </c:pt>
                      <c:pt idx="972">
                        <c:v>972</c:v>
                      </c:pt>
                      <c:pt idx="973">
                        <c:v>973</c:v>
                      </c:pt>
                      <c:pt idx="974">
                        <c:v>974</c:v>
                      </c:pt>
                      <c:pt idx="975">
                        <c:v>975</c:v>
                      </c:pt>
                      <c:pt idx="976">
                        <c:v>976</c:v>
                      </c:pt>
                      <c:pt idx="977">
                        <c:v>977</c:v>
                      </c:pt>
                      <c:pt idx="978">
                        <c:v>978</c:v>
                      </c:pt>
                      <c:pt idx="979">
                        <c:v>979</c:v>
                      </c:pt>
                      <c:pt idx="980">
                        <c:v>980</c:v>
                      </c:pt>
                      <c:pt idx="981">
                        <c:v>981</c:v>
                      </c:pt>
                      <c:pt idx="982">
                        <c:v>982</c:v>
                      </c:pt>
                      <c:pt idx="983">
                        <c:v>983</c:v>
                      </c:pt>
                      <c:pt idx="984">
                        <c:v>984</c:v>
                      </c:pt>
                      <c:pt idx="985">
                        <c:v>985</c:v>
                      </c:pt>
                      <c:pt idx="986">
                        <c:v>986</c:v>
                      </c:pt>
                      <c:pt idx="987">
                        <c:v>987</c:v>
                      </c:pt>
                      <c:pt idx="988">
                        <c:v>988</c:v>
                      </c:pt>
                      <c:pt idx="989">
                        <c:v>989</c:v>
                      </c:pt>
                      <c:pt idx="990">
                        <c:v>990</c:v>
                      </c:pt>
                      <c:pt idx="991">
                        <c:v>991</c:v>
                      </c:pt>
                      <c:pt idx="992">
                        <c:v>992</c:v>
                      </c:pt>
                      <c:pt idx="993">
                        <c:v>993</c:v>
                      </c:pt>
                      <c:pt idx="994">
                        <c:v>994</c:v>
                      </c:pt>
                      <c:pt idx="995">
                        <c:v>995</c:v>
                      </c:pt>
                      <c:pt idx="996">
                        <c:v>996</c:v>
                      </c:pt>
                      <c:pt idx="997">
                        <c:v>997</c:v>
                      </c:pt>
                      <c:pt idx="998">
                        <c:v>998</c:v>
                      </c:pt>
                      <c:pt idx="999">
                        <c:v>999</c:v>
                      </c:pt>
                      <c:pt idx="1000">
                        <c:v>1000</c:v>
                      </c:pt>
                      <c:pt idx="1001">
                        <c:v>1001</c:v>
                      </c:pt>
                      <c:pt idx="1002">
                        <c:v>1002</c:v>
                      </c:pt>
                      <c:pt idx="1003">
                        <c:v>1003</c:v>
                      </c:pt>
                      <c:pt idx="1004">
                        <c:v>1004</c:v>
                      </c:pt>
                      <c:pt idx="1005">
                        <c:v>1005</c:v>
                      </c:pt>
                      <c:pt idx="1006">
                        <c:v>1006</c:v>
                      </c:pt>
                      <c:pt idx="1007">
                        <c:v>1007</c:v>
                      </c:pt>
                      <c:pt idx="1008">
                        <c:v>1008</c:v>
                      </c:pt>
                      <c:pt idx="1009">
                        <c:v>1009</c:v>
                      </c:pt>
                      <c:pt idx="1010">
                        <c:v>1010</c:v>
                      </c:pt>
                      <c:pt idx="1011">
                        <c:v>1011</c:v>
                      </c:pt>
                      <c:pt idx="1012">
                        <c:v>1012</c:v>
                      </c:pt>
                      <c:pt idx="1013">
                        <c:v>1013</c:v>
                      </c:pt>
                      <c:pt idx="1014">
                        <c:v>1014</c:v>
                      </c:pt>
                      <c:pt idx="1015">
                        <c:v>1015</c:v>
                      </c:pt>
                      <c:pt idx="1016">
                        <c:v>1016</c:v>
                      </c:pt>
                      <c:pt idx="1017">
                        <c:v>1017</c:v>
                      </c:pt>
                      <c:pt idx="1018">
                        <c:v>1018</c:v>
                      </c:pt>
                      <c:pt idx="1019">
                        <c:v>1019</c:v>
                      </c:pt>
                      <c:pt idx="1020">
                        <c:v>1020</c:v>
                      </c:pt>
                      <c:pt idx="1021">
                        <c:v>1021</c:v>
                      </c:pt>
                      <c:pt idx="1022">
                        <c:v>1022</c:v>
                      </c:pt>
                      <c:pt idx="1023">
                        <c:v>1023</c:v>
                      </c:pt>
                      <c:pt idx="1024">
                        <c:v>1024</c:v>
                      </c:pt>
                      <c:pt idx="1025">
                        <c:v>1025</c:v>
                      </c:pt>
                      <c:pt idx="1026">
                        <c:v>1026</c:v>
                      </c:pt>
                      <c:pt idx="1027">
                        <c:v>1027</c:v>
                      </c:pt>
                      <c:pt idx="1028">
                        <c:v>1028</c:v>
                      </c:pt>
                      <c:pt idx="1029">
                        <c:v>1029</c:v>
                      </c:pt>
                      <c:pt idx="1030">
                        <c:v>1030</c:v>
                      </c:pt>
                      <c:pt idx="1031">
                        <c:v>1031</c:v>
                      </c:pt>
                      <c:pt idx="1032">
                        <c:v>1032</c:v>
                      </c:pt>
                      <c:pt idx="1033">
                        <c:v>1033</c:v>
                      </c:pt>
                      <c:pt idx="1034">
                        <c:v>1034</c:v>
                      </c:pt>
                      <c:pt idx="1035">
                        <c:v>1035</c:v>
                      </c:pt>
                      <c:pt idx="1036">
                        <c:v>1036</c:v>
                      </c:pt>
                      <c:pt idx="1037">
                        <c:v>1037</c:v>
                      </c:pt>
                      <c:pt idx="1038">
                        <c:v>1038</c:v>
                      </c:pt>
                      <c:pt idx="1039">
                        <c:v>1039</c:v>
                      </c:pt>
                      <c:pt idx="1040">
                        <c:v>1040</c:v>
                      </c:pt>
                      <c:pt idx="1041">
                        <c:v>1041</c:v>
                      </c:pt>
                      <c:pt idx="1042">
                        <c:v>1042</c:v>
                      </c:pt>
                      <c:pt idx="1043">
                        <c:v>1043</c:v>
                      </c:pt>
                      <c:pt idx="1044">
                        <c:v>1044</c:v>
                      </c:pt>
                      <c:pt idx="1045">
                        <c:v>1045</c:v>
                      </c:pt>
                      <c:pt idx="1046">
                        <c:v>1046</c:v>
                      </c:pt>
                      <c:pt idx="1047">
                        <c:v>1047</c:v>
                      </c:pt>
                      <c:pt idx="1048">
                        <c:v>1048</c:v>
                      </c:pt>
                      <c:pt idx="1049">
                        <c:v>1049</c:v>
                      </c:pt>
                      <c:pt idx="1050">
                        <c:v>1050</c:v>
                      </c:pt>
                      <c:pt idx="1051">
                        <c:v>1051</c:v>
                      </c:pt>
                      <c:pt idx="1052">
                        <c:v>1052</c:v>
                      </c:pt>
                      <c:pt idx="1053">
                        <c:v>1053</c:v>
                      </c:pt>
                      <c:pt idx="1054">
                        <c:v>1054</c:v>
                      </c:pt>
                      <c:pt idx="1055">
                        <c:v>1055</c:v>
                      </c:pt>
                      <c:pt idx="1056">
                        <c:v>1056</c:v>
                      </c:pt>
                      <c:pt idx="1057">
                        <c:v>1057</c:v>
                      </c:pt>
                      <c:pt idx="1058">
                        <c:v>1058</c:v>
                      </c:pt>
                      <c:pt idx="1059">
                        <c:v>1059</c:v>
                      </c:pt>
                      <c:pt idx="1060">
                        <c:v>1060</c:v>
                      </c:pt>
                      <c:pt idx="1061">
                        <c:v>1061</c:v>
                      </c:pt>
                      <c:pt idx="1062">
                        <c:v>1062</c:v>
                      </c:pt>
                      <c:pt idx="1063">
                        <c:v>1063</c:v>
                      </c:pt>
                      <c:pt idx="1064">
                        <c:v>1064</c:v>
                      </c:pt>
                      <c:pt idx="1065">
                        <c:v>1065</c:v>
                      </c:pt>
                      <c:pt idx="1066">
                        <c:v>1066</c:v>
                      </c:pt>
                      <c:pt idx="1067">
                        <c:v>1067</c:v>
                      </c:pt>
                      <c:pt idx="1068">
                        <c:v>1068</c:v>
                      </c:pt>
                      <c:pt idx="1069">
                        <c:v>1069</c:v>
                      </c:pt>
                      <c:pt idx="1070">
                        <c:v>1070</c:v>
                      </c:pt>
                      <c:pt idx="1071">
                        <c:v>1071</c:v>
                      </c:pt>
                      <c:pt idx="1072">
                        <c:v>1072</c:v>
                      </c:pt>
                      <c:pt idx="1073">
                        <c:v>1073</c:v>
                      </c:pt>
                      <c:pt idx="1074">
                        <c:v>1074</c:v>
                      </c:pt>
                      <c:pt idx="1075">
                        <c:v>1075</c:v>
                      </c:pt>
                      <c:pt idx="1076">
                        <c:v>1076</c:v>
                      </c:pt>
                      <c:pt idx="1077">
                        <c:v>1077</c:v>
                      </c:pt>
                      <c:pt idx="1078">
                        <c:v>1078</c:v>
                      </c:pt>
                      <c:pt idx="1079">
                        <c:v>1079</c:v>
                      </c:pt>
                      <c:pt idx="1080">
                        <c:v>1080</c:v>
                      </c:pt>
                      <c:pt idx="1081">
                        <c:v>1081</c:v>
                      </c:pt>
                      <c:pt idx="1082">
                        <c:v>1082</c:v>
                      </c:pt>
                      <c:pt idx="1083">
                        <c:v>1083</c:v>
                      </c:pt>
                      <c:pt idx="1084">
                        <c:v>1084</c:v>
                      </c:pt>
                      <c:pt idx="1085">
                        <c:v>1085</c:v>
                      </c:pt>
                      <c:pt idx="1086">
                        <c:v>1086</c:v>
                      </c:pt>
                      <c:pt idx="1087">
                        <c:v>1087</c:v>
                      </c:pt>
                      <c:pt idx="1088">
                        <c:v>1088</c:v>
                      </c:pt>
                      <c:pt idx="1089">
                        <c:v>1089</c:v>
                      </c:pt>
                      <c:pt idx="1090">
                        <c:v>1090</c:v>
                      </c:pt>
                      <c:pt idx="1091">
                        <c:v>1091</c:v>
                      </c:pt>
                      <c:pt idx="1092">
                        <c:v>1092</c:v>
                      </c:pt>
                      <c:pt idx="1093">
                        <c:v>1093</c:v>
                      </c:pt>
                      <c:pt idx="1094">
                        <c:v>1094</c:v>
                      </c:pt>
                      <c:pt idx="1095">
                        <c:v>1095</c:v>
                      </c:pt>
                      <c:pt idx="1096">
                        <c:v>1096</c:v>
                      </c:pt>
                      <c:pt idx="1097">
                        <c:v>1097</c:v>
                      </c:pt>
                      <c:pt idx="1098">
                        <c:v>1098</c:v>
                      </c:pt>
                      <c:pt idx="1099">
                        <c:v>1099</c:v>
                      </c:pt>
                      <c:pt idx="1100">
                        <c:v>1100</c:v>
                      </c:pt>
                      <c:pt idx="1101">
                        <c:v>1101</c:v>
                      </c:pt>
                      <c:pt idx="1102">
                        <c:v>1102</c:v>
                      </c:pt>
                      <c:pt idx="1103">
                        <c:v>1103</c:v>
                      </c:pt>
                      <c:pt idx="1104">
                        <c:v>1104</c:v>
                      </c:pt>
                      <c:pt idx="1105">
                        <c:v>1105</c:v>
                      </c:pt>
                      <c:pt idx="1106">
                        <c:v>1106</c:v>
                      </c:pt>
                      <c:pt idx="1107">
                        <c:v>1107</c:v>
                      </c:pt>
                      <c:pt idx="1108">
                        <c:v>1108</c:v>
                      </c:pt>
                      <c:pt idx="1109">
                        <c:v>1109</c:v>
                      </c:pt>
                      <c:pt idx="1110">
                        <c:v>1110</c:v>
                      </c:pt>
                      <c:pt idx="1111">
                        <c:v>1111</c:v>
                      </c:pt>
                      <c:pt idx="1112">
                        <c:v>1112</c:v>
                      </c:pt>
                      <c:pt idx="1113">
                        <c:v>1113</c:v>
                      </c:pt>
                      <c:pt idx="1114">
                        <c:v>1114</c:v>
                      </c:pt>
                      <c:pt idx="1115">
                        <c:v>1115</c:v>
                      </c:pt>
                      <c:pt idx="1116">
                        <c:v>1116</c:v>
                      </c:pt>
                      <c:pt idx="1117">
                        <c:v>1117</c:v>
                      </c:pt>
                      <c:pt idx="1118">
                        <c:v>1118</c:v>
                      </c:pt>
                      <c:pt idx="1119">
                        <c:v>1119</c:v>
                      </c:pt>
                      <c:pt idx="1120">
                        <c:v>1120</c:v>
                      </c:pt>
                      <c:pt idx="1121">
                        <c:v>1121</c:v>
                      </c:pt>
                      <c:pt idx="1122">
                        <c:v>1122</c:v>
                      </c:pt>
                      <c:pt idx="1123">
                        <c:v>1123</c:v>
                      </c:pt>
                      <c:pt idx="1124">
                        <c:v>1124</c:v>
                      </c:pt>
                      <c:pt idx="1125">
                        <c:v>1125</c:v>
                      </c:pt>
                      <c:pt idx="1126">
                        <c:v>1126</c:v>
                      </c:pt>
                      <c:pt idx="1127">
                        <c:v>1127</c:v>
                      </c:pt>
                      <c:pt idx="1128">
                        <c:v>1128</c:v>
                      </c:pt>
                      <c:pt idx="1129">
                        <c:v>1129</c:v>
                      </c:pt>
                      <c:pt idx="1130">
                        <c:v>1130</c:v>
                      </c:pt>
                      <c:pt idx="1131">
                        <c:v>1131</c:v>
                      </c:pt>
                      <c:pt idx="1132">
                        <c:v>1132</c:v>
                      </c:pt>
                      <c:pt idx="1133">
                        <c:v>1133</c:v>
                      </c:pt>
                      <c:pt idx="1134">
                        <c:v>1134</c:v>
                      </c:pt>
                      <c:pt idx="1135">
                        <c:v>1135</c:v>
                      </c:pt>
                      <c:pt idx="1136">
                        <c:v>1136</c:v>
                      </c:pt>
                      <c:pt idx="1137">
                        <c:v>1137</c:v>
                      </c:pt>
                      <c:pt idx="1138">
                        <c:v>1138</c:v>
                      </c:pt>
                      <c:pt idx="1139">
                        <c:v>1139</c:v>
                      </c:pt>
                      <c:pt idx="1140">
                        <c:v>1140</c:v>
                      </c:pt>
                      <c:pt idx="1141">
                        <c:v>1141</c:v>
                      </c:pt>
                      <c:pt idx="1142">
                        <c:v>1142</c:v>
                      </c:pt>
                      <c:pt idx="1143">
                        <c:v>1143</c:v>
                      </c:pt>
                      <c:pt idx="1144">
                        <c:v>1144</c:v>
                      </c:pt>
                      <c:pt idx="1145">
                        <c:v>1145</c:v>
                      </c:pt>
                      <c:pt idx="1146">
                        <c:v>1146</c:v>
                      </c:pt>
                      <c:pt idx="1147">
                        <c:v>1147</c:v>
                      </c:pt>
                      <c:pt idx="1148">
                        <c:v>1148</c:v>
                      </c:pt>
                      <c:pt idx="1149">
                        <c:v>1149</c:v>
                      </c:pt>
                      <c:pt idx="1150">
                        <c:v>1150</c:v>
                      </c:pt>
                      <c:pt idx="1151">
                        <c:v>1151</c:v>
                      </c:pt>
                      <c:pt idx="1152">
                        <c:v>1152</c:v>
                      </c:pt>
                      <c:pt idx="1153">
                        <c:v>1153</c:v>
                      </c:pt>
                      <c:pt idx="1154">
                        <c:v>1154</c:v>
                      </c:pt>
                      <c:pt idx="1155">
                        <c:v>1155</c:v>
                      </c:pt>
                      <c:pt idx="1156">
                        <c:v>1156</c:v>
                      </c:pt>
                      <c:pt idx="1157">
                        <c:v>1157</c:v>
                      </c:pt>
                      <c:pt idx="1158">
                        <c:v>1158</c:v>
                      </c:pt>
                      <c:pt idx="1159">
                        <c:v>1159</c:v>
                      </c:pt>
                      <c:pt idx="1160">
                        <c:v>1160</c:v>
                      </c:pt>
                      <c:pt idx="1161">
                        <c:v>1161</c:v>
                      </c:pt>
                      <c:pt idx="1162">
                        <c:v>1162</c:v>
                      </c:pt>
                      <c:pt idx="1163">
                        <c:v>1163</c:v>
                      </c:pt>
                      <c:pt idx="1164">
                        <c:v>1164</c:v>
                      </c:pt>
                      <c:pt idx="1165">
                        <c:v>1165</c:v>
                      </c:pt>
                      <c:pt idx="1166">
                        <c:v>1166</c:v>
                      </c:pt>
                      <c:pt idx="1167">
                        <c:v>1167</c:v>
                      </c:pt>
                      <c:pt idx="1168">
                        <c:v>1168</c:v>
                      </c:pt>
                      <c:pt idx="1169">
                        <c:v>1169</c:v>
                      </c:pt>
                      <c:pt idx="1170">
                        <c:v>1170</c:v>
                      </c:pt>
                      <c:pt idx="1171">
                        <c:v>1171</c:v>
                      </c:pt>
                      <c:pt idx="1172">
                        <c:v>1172</c:v>
                      </c:pt>
                      <c:pt idx="1173">
                        <c:v>1173</c:v>
                      </c:pt>
                      <c:pt idx="1174">
                        <c:v>1174</c:v>
                      </c:pt>
                      <c:pt idx="1175">
                        <c:v>1175</c:v>
                      </c:pt>
                      <c:pt idx="1176">
                        <c:v>1176</c:v>
                      </c:pt>
                      <c:pt idx="1177">
                        <c:v>1177</c:v>
                      </c:pt>
                      <c:pt idx="1178">
                        <c:v>1178</c:v>
                      </c:pt>
                      <c:pt idx="1179">
                        <c:v>1179</c:v>
                      </c:pt>
                      <c:pt idx="1180">
                        <c:v>1180</c:v>
                      </c:pt>
                      <c:pt idx="1181">
                        <c:v>1181</c:v>
                      </c:pt>
                      <c:pt idx="1182">
                        <c:v>1182</c:v>
                      </c:pt>
                      <c:pt idx="1183">
                        <c:v>1183</c:v>
                      </c:pt>
                      <c:pt idx="1184">
                        <c:v>1184</c:v>
                      </c:pt>
                      <c:pt idx="1185">
                        <c:v>1185</c:v>
                      </c:pt>
                      <c:pt idx="1186">
                        <c:v>1186</c:v>
                      </c:pt>
                      <c:pt idx="1187">
                        <c:v>1187</c:v>
                      </c:pt>
                      <c:pt idx="1188">
                        <c:v>1188</c:v>
                      </c:pt>
                      <c:pt idx="1189">
                        <c:v>1189</c:v>
                      </c:pt>
                      <c:pt idx="1190">
                        <c:v>1190</c:v>
                      </c:pt>
                      <c:pt idx="1191">
                        <c:v>1191</c:v>
                      </c:pt>
                      <c:pt idx="1192">
                        <c:v>1192</c:v>
                      </c:pt>
                      <c:pt idx="1193">
                        <c:v>1193</c:v>
                      </c:pt>
                      <c:pt idx="1194">
                        <c:v>1194</c:v>
                      </c:pt>
                      <c:pt idx="1195">
                        <c:v>1195</c:v>
                      </c:pt>
                      <c:pt idx="1196">
                        <c:v>1196</c:v>
                      </c:pt>
                      <c:pt idx="1197">
                        <c:v>1197</c:v>
                      </c:pt>
                      <c:pt idx="1198">
                        <c:v>1198</c:v>
                      </c:pt>
                      <c:pt idx="1199">
                        <c:v>1199</c:v>
                      </c:pt>
                      <c:pt idx="1200">
                        <c:v>1200</c:v>
                      </c:pt>
                      <c:pt idx="1201">
                        <c:v>1201</c:v>
                      </c:pt>
                      <c:pt idx="1202">
                        <c:v>1202</c:v>
                      </c:pt>
                      <c:pt idx="1203">
                        <c:v>1203</c:v>
                      </c:pt>
                      <c:pt idx="1204">
                        <c:v>1204</c:v>
                      </c:pt>
                      <c:pt idx="1205">
                        <c:v>1205</c:v>
                      </c:pt>
                      <c:pt idx="1206">
                        <c:v>1206</c:v>
                      </c:pt>
                      <c:pt idx="1207">
                        <c:v>1207</c:v>
                      </c:pt>
                      <c:pt idx="1208">
                        <c:v>1208</c:v>
                      </c:pt>
                      <c:pt idx="1209">
                        <c:v>1209</c:v>
                      </c:pt>
                      <c:pt idx="1210">
                        <c:v>1210</c:v>
                      </c:pt>
                      <c:pt idx="1211">
                        <c:v>1211</c:v>
                      </c:pt>
                      <c:pt idx="1212">
                        <c:v>1212</c:v>
                      </c:pt>
                      <c:pt idx="1213">
                        <c:v>1213</c:v>
                      </c:pt>
                      <c:pt idx="1214">
                        <c:v>1214</c:v>
                      </c:pt>
                      <c:pt idx="1215">
                        <c:v>1215</c:v>
                      </c:pt>
                      <c:pt idx="1216">
                        <c:v>1216</c:v>
                      </c:pt>
                      <c:pt idx="1217">
                        <c:v>1217</c:v>
                      </c:pt>
                      <c:pt idx="1218">
                        <c:v>1218</c:v>
                      </c:pt>
                      <c:pt idx="1219">
                        <c:v>1219</c:v>
                      </c:pt>
                      <c:pt idx="1220">
                        <c:v>1220</c:v>
                      </c:pt>
                      <c:pt idx="1221">
                        <c:v>1221</c:v>
                      </c:pt>
                      <c:pt idx="1222">
                        <c:v>1222</c:v>
                      </c:pt>
                      <c:pt idx="1223">
                        <c:v>1223</c:v>
                      </c:pt>
                      <c:pt idx="1224">
                        <c:v>1224</c:v>
                      </c:pt>
                      <c:pt idx="1225">
                        <c:v>1225</c:v>
                      </c:pt>
                      <c:pt idx="1226">
                        <c:v>1226</c:v>
                      </c:pt>
                      <c:pt idx="1227">
                        <c:v>1227</c:v>
                      </c:pt>
                      <c:pt idx="1228">
                        <c:v>1228</c:v>
                      </c:pt>
                      <c:pt idx="1229">
                        <c:v>1229</c:v>
                      </c:pt>
                      <c:pt idx="1230">
                        <c:v>1230</c:v>
                      </c:pt>
                      <c:pt idx="1231">
                        <c:v>1231</c:v>
                      </c:pt>
                      <c:pt idx="1232">
                        <c:v>1232</c:v>
                      </c:pt>
                      <c:pt idx="1233">
                        <c:v>1233</c:v>
                      </c:pt>
                      <c:pt idx="1234">
                        <c:v>1234</c:v>
                      </c:pt>
                      <c:pt idx="1235">
                        <c:v>1235</c:v>
                      </c:pt>
                      <c:pt idx="1236">
                        <c:v>1236</c:v>
                      </c:pt>
                      <c:pt idx="1237">
                        <c:v>1237</c:v>
                      </c:pt>
                      <c:pt idx="1238">
                        <c:v>1238</c:v>
                      </c:pt>
                      <c:pt idx="1239">
                        <c:v>1239</c:v>
                      </c:pt>
                      <c:pt idx="1240">
                        <c:v>1240</c:v>
                      </c:pt>
                      <c:pt idx="1241">
                        <c:v>1241</c:v>
                      </c:pt>
                      <c:pt idx="1242">
                        <c:v>1242</c:v>
                      </c:pt>
                      <c:pt idx="1243">
                        <c:v>1243</c:v>
                      </c:pt>
                      <c:pt idx="1244">
                        <c:v>1244</c:v>
                      </c:pt>
                      <c:pt idx="1245">
                        <c:v>1245</c:v>
                      </c:pt>
                      <c:pt idx="1246">
                        <c:v>1246</c:v>
                      </c:pt>
                      <c:pt idx="1247">
                        <c:v>1247</c:v>
                      </c:pt>
                      <c:pt idx="1248">
                        <c:v>1248</c:v>
                      </c:pt>
                      <c:pt idx="1249">
                        <c:v>1249</c:v>
                      </c:pt>
                      <c:pt idx="1250">
                        <c:v>1250</c:v>
                      </c:pt>
                      <c:pt idx="1251">
                        <c:v>1251</c:v>
                      </c:pt>
                      <c:pt idx="1252">
                        <c:v>1252</c:v>
                      </c:pt>
                      <c:pt idx="1253">
                        <c:v>1253</c:v>
                      </c:pt>
                      <c:pt idx="1254">
                        <c:v>1254</c:v>
                      </c:pt>
                      <c:pt idx="1255">
                        <c:v>1255</c:v>
                      </c:pt>
                      <c:pt idx="1256">
                        <c:v>1256</c:v>
                      </c:pt>
                      <c:pt idx="1257">
                        <c:v>1257</c:v>
                      </c:pt>
                      <c:pt idx="1258">
                        <c:v>1258</c:v>
                      </c:pt>
                      <c:pt idx="1259">
                        <c:v>1259</c:v>
                      </c:pt>
                      <c:pt idx="1260">
                        <c:v>1260</c:v>
                      </c:pt>
                      <c:pt idx="1261">
                        <c:v>1261</c:v>
                      </c:pt>
                      <c:pt idx="1262">
                        <c:v>1262</c:v>
                      </c:pt>
                      <c:pt idx="1263">
                        <c:v>1263</c:v>
                      </c:pt>
                      <c:pt idx="1264">
                        <c:v>1264</c:v>
                      </c:pt>
                      <c:pt idx="1265">
                        <c:v>1265</c:v>
                      </c:pt>
                      <c:pt idx="1266">
                        <c:v>1266</c:v>
                      </c:pt>
                      <c:pt idx="1267">
                        <c:v>1267</c:v>
                      </c:pt>
                      <c:pt idx="1268">
                        <c:v>1268</c:v>
                      </c:pt>
                      <c:pt idx="1269">
                        <c:v>1269</c:v>
                      </c:pt>
                      <c:pt idx="1270">
                        <c:v>1270</c:v>
                      </c:pt>
                      <c:pt idx="1271">
                        <c:v>1271</c:v>
                      </c:pt>
                      <c:pt idx="1272">
                        <c:v>1272</c:v>
                      </c:pt>
                      <c:pt idx="1273">
                        <c:v>1273</c:v>
                      </c:pt>
                      <c:pt idx="1274">
                        <c:v>1274</c:v>
                      </c:pt>
                      <c:pt idx="1275">
                        <c:v>1275</c:v>
                      </c:pt>
                      <c:pt idx="1276">
                        <c:v>1276</c:v>
                      </c:pt>
                      <c:pt idx="1277">
                        <c:v>1277</c:v>
                      </c:pt>
                      <c:pt idx="1278">
                        <c:v>1278</c:v>
                      </c:pt>
                      <c:pt idx="1279">
                        <c:v>1279</c:v>
                      </c:pt>
                      <c:pt idx="1280">
                        <c:v>1280</c:v>
                      </c:pt>
                      <c:pt idx="1281">
                        <c:v>1281</c:v>
                      </c:pt>
                      <c:pt idx="1282">
                        <c:v>1282</c:v>
                      </c:pt>
                      <c:pt idx="1283">
                        <c:v>1283</c:v>
                      </c:pt>
                      <c:pt idx="1284">
                        <c:v>1284</c:v>
                      </c:pt>
                      <c:pt idx="1285">
                        <c:v>1285</c:v>
                      </c:pt>
                      <c:pt idx="1286">
                        <c:v>1286</c:v>
                      </c:pt>
                      <c:pt idx="1287">
                        <c:v>1287</c:v>
                      </c:pt>
                      <c:pt idx="1288">
                        <c:v>1288</c:v>
                      </c:pt>
                      <c:pt idx="1289">
                        <c:v>1289</c:v>
                      </c:pt>
                      <c:pt idx="1290">
                        <c:v>1290</c:v>
                      </c:pt>
                      <c:pt idx="1291">
                        <c:v>1291</c:v>
                      </c:pt>
                      <c:pt idx="1292">
                        <c:v>1292</c:v>
                      </c:pt>
                      <c:pt idx="1293">
                        <c:v>1293</c:v>
                      </c:pt>
                      <c:pt idx="1294">
                        <c:v>1294</c:v>
                      </c:pt>
                      <c:pt idx="1295">
                        <c:v>1295</c:v>
                      </c:pt>
                      <c:pt idx="1296">
                        <c:v>1296</c:v>
                      </c:pt>
                      <c:pt idx="1297">
                        <c:v>1297</c:v>
                      </c:pt>
                      <c:pt idx="1298">
                        <c:v>1298</c:v>
                      </c:pt>
                      <c:pt idx="1299">
                        <c:v>1299</c:v>
                      </c:pt>
                      <c:pt idx="1300">
                        <c:v>1300</c:v>
                      </c:pt>
                      <c:pt idx="1301">
                        <c:v>1301</c:v>
                      </c:pt>
                      <c:pt idx="1302">
                        <c:v>1302</c:v>
                      </c:pt>
                      <c:pt idx="1303">
                        <c:v>1303</c:v>
                      </c:pt>
                      <c:pt idx="1304">
                        <c:v>1304</c:v>
                      </c:pt>
                      <c:pt idx="1305">
                        <c:v>1305</c:v>
                      </c:pt>
                      <c:pt idx="1306">
                        <c:v>1306</c:v>
                      </c:pt>
                      <c:pt idx="1307">
                        <c:v>1307</c:v>
                      </c:pt>
                      <c:pt idx="1308">
                        <c:v>1308</c:v>
                      </c:pt>
                      <c:pt idx="1309">
                        <c:v>1309</c:v>
                      </c:pt>
                      <c:pt idx="1310">
                        <c:v>1310</c:v>
                      </c:pt>
                      <c:pt idx="1311">
                        <c:v>1311</c:v>
                      </c:pt>
                      <c:pt idx="1312">
                        <c:v>1312</c:v>
                      </c:pt>
                      <c:pt idx="1313">
                        <c:v>1313</c:v>
                      </c:pt>
                      <c:pt idx="1314">
                        <c:v>1314</c:v>
                      </c:pt>
                      <c:pt idx="1315">
                        <c:v>1315</c:v>
                      </c:pt>
                      <c:pt idx="1316">
                        <c:v>1316</c:v>
                      </c:pt>
                      <c:pt idx="1317">
                        <c:v>1317</c:v>
                      </c:pt>
                      <c:pt idx="1318">
                        <c:v>1318</c:v>
                      </c:pt>
                      <c:pt idx="1319">
                        <c:v>1319</c:v>
                      </c:pt>
                      <c:pt idx="1320">
                        <c:v>1320</c:v>
                      </c:pt>
                      <c:pt idx="1321">
                        <c:v>1321</c:v>
                      </c:pt>
                      <c:pt idx="1322">
                        <c:v>1322</c:v>
                      </c:pt>
                      <c:pt idx="1323">
                        <c:v>1323</c:v>
                      </c:pt>
                      <c:pt idx="1324">
                        <c:v>1324</c:v>
                      </c:pt>
                      <c:pt idx="1325">
                        <c:v>1325</c:v>
                      </c:pt>
                      <c:pt idx="1326">
                        <c:v>1326</c:v>
                      </c:pt>
                      <c:pt idx="1327">
                        <c:v>1327</c:v>
                      </c:pt>
                      <c:pt idx="1328">
                        <c:v>1328</c:v>
                      </c:pt>
                      <c:pt idx="1329">
                        <c:v>1329</c:v>
                      </c:pt>
                      <c:pt idx="1330">
                        <c:v>1330</c:v>
                      </c:pt>
                      <c:pt idx="1331">
                        <c:v>1331</c:v>
                      </c:pt>
                      <c:pt idx="1332">
                        <c:v>1332</c:v>
                      </c:pt>
                      <c:pt idx="1333">
                        <c:v>1333</c:v>
                      </c:pt>
                      <c:pt idx="1334">
                        <c:v>1334</c:v>
                      </c:pt>
                      <c:pt idx="1335">
                        <c:v>1335</c:v>
                      </c:pt>
                      <c:pt idx="1336">
                        <c:v>1336</c:v>
                      </c:pt>
                      <c:pt idx="1337">
                        <c:v>1337</c:v>
                      </c:pt>
                      <c:pt idx="1338">
                        <c:v>1338</c:v>
                      </c:pt>
                      <c:pt idx="1339">
                        <c:v>1339</c:v>
                      </c:pt>
                      <c:pt idx="1340">
                        <c:v>1340</c:v>
                      </c:pt>
                      <c:pt idx="1341">
                        <c:v>1341</c:v>
                      </c:pt>
                      <c:pt idx="1342">
                        <c:v>1342</c:v>
                      </c:pt>
                      <c:pt idx="1343">
                        <c:v>1343</c:v>
                      </c:pt>
                      <c:pt idx="1344">
                        <c:v>1344</c:v>
                      </c:pt>
                      <c:pt idx="1345">
                        <c:v>1345</c:v>
                      </c:pt>
                      <c:pt idx="1346">
                        <c:v>1346</c:v>
                      </c:pt>
                      <c:pt idx="1347">
                        <c:v>1347</c:v>
                      </c:pt>
                      <c:pt idx="1348">
                        <c:v>1348</c:v>
                      </c:pt>
                      <c:pt idx="1349">
                        <c:v>1349</c:v>
                      </c:pt>
                      <c:pt idx="1350">
                        <c:v>1350</c:v>
                      </c:pt>
                      <c:pt idx="1351">
                        <c:v>1351</c:v>
                      </c:pt>
                      <c:pt idx="1352">
                        <c:v>1352</c:v>
                      </c:pt>
                      <c:pt idx="1353">
                        <c:v>1353</c:v>
                      </c:pt>
                      <c:pt idx="1354">
                        <c:v>1354</c:v>
                      </c:pt>
                      <c:pt idx="1355">
                        <c:v>1355</c:v>
                      </c:pt>
                      <c:pt idx="1356">
                        <c:v>1356</c:v>
                      </c:pt>
                      <c:pt idx="1357">
                        <c:v>1357</c:v>
                      </c:pt>
                      <c:pt idx="1358">
                        <c:v>1358</c:v>
                      </c:pt>
                      <c:pt idx="1359">
                        <c:v>1359</c:v>
                      </c:pt>
                      <c:pt idx="1360">
                        <c:v>1360</c:v>
                      </c:pt>
                      <c:pt idx="1361">
                        <c:v>1361</c:v>
                      </c:pt>
                      <c:pt idx="1362">
                        <c:v>1362</c:v>
                      </c:pt>
                      <c:pt idx="1363">
                        <c:v>1363</c:v>
                      </c:pt>
                      <c:pt idx="1364">
                        <c:v>1364</c:v>
                      </c:pt>
                      <c:pt idx="1365">
                        <c:v>1365</c:v>
                      </c:pt>
                      <c:pt idx="1366">
                        <c:v>1366</c:v>
                      </c:pt>
                      <c:pt idx="1367">
                        <c:v>1367</c:v>
                      </c:pt>
                      <c:pt idx="1368">
                        <c:v>1368</c:v>
                      </c:pt>
                      <c:pt idx="1369">
                        <c:v>1369</c:v>
                      </c:pt>
                      <c:pt idx="1370">
                        <c:v>1370</c:v>
                      </c:pt>
                      <c:pt idx="1371">
                        <c:v>1371</c:v>
                      </c:pt>
                      <c:pt idx="1372">
                        <c:v>1372</c:v>
                      </c:pt>
                      <c:pt idx="1373">
                        <c:v>1373</c:v>
                      </c:pt>
                      <c:pt idx="1374">
                        <c:v>1374</c:v>
                      </c:pt>
                      <c:pt idx="1375">
                        <c:v>1375</c:v>
                      </c:pt>
                      <c:pt idx="1376">
                        <c:v>1376</c:v>
                      </c:pt>
                      <c:pt idx="1377">
                        <c:v>1377</c:v>
                      </c:pt>
                      <c:pt idx="1378">
                        <c:v>1378</c:v>
                      </c:pt>
                      <c:pt idx="1379">
                        <c:v>1379</c:v>
                      </c:pt>
                      <c:pt idx="1380">
                        <c:v>1380</c:v>
                      </c:pt>
                      <c:pt idx="1381">
                        <c:v>1381</c:v>
                      </c:pt>
                      <c:pt idx="1382">
                        <c:v>1382</c:v>
                      </c:pt>
                      <c:pt idx="1383">
                        <c:v>1383</c:v>
                      </c:pt>
                      <c:pt idx="1384">
                        <c:v>1384</c:v>
                      </c:pt>
                      <c:pt idx="1385">
                        <c:v>1385</c:v>
                      </c:pt>
                      <c:pt idx="1386">
                        <c:v>1386</c:v>
                      </c:pt>
                      <c:pt idx="1387">
                        <c:v>1387</c:v>
                      </c:pt>
                      <c:pt idx="1388">
                        <c:v>1388</c:v>
                      </c:pt>
                      <c:pt idx="1389">
                        <c:v>1389</c:v>
                      </c:pt>
                      <c:pt idx="1390">
                        <c:v>1390</c:v>
                      </c:pt>
                      <c:pt idx="1391">
                        <c:v>1391</c:v>
                      </c:pt>
                      <c:pt idx="1392">
                        <c:v>1392</c:v>
                      </c:pt>
                      <c:pt idx="1393">
                        <c:v>1393</c:v>
                      </c:pt>
                      <c:pt idx="1394">
                        <c:v>1394</c:v>
                      </c:pt>
                      <c:pt idx="1395">
                        <c:v>1395</c:v>
                      </c:pt>
                      <c:pt idx="1396">
                        <c:v>1396</c:v>
                      </c:pt>
                      <c:pt idx="1397">
                        <c:v>1397</c:v>
                      </c:pt>
                      <c:pt idx="1398">
                        <c:v>1398</c:v>
                      </c:pt>
                      <c:pt idx="1399">
                        <c:v>1399</c:v>
                      </c:pt>
                      <c:pt idx="1400">
                        <c:v>1400</c:v>
                      </c:pt>
                      <c:pt idx="1401">
                        <c:v>1401</c:v>
                      </c:pt>
                      <c:pt idx="1402">
                        <c:v>1402</c:v>
                      </c:pt>
                      <c:pt idx="1403">
                        <c:v>1403</c:v>
                      </c:pt>
                      <c:pt idx="1404">
                        <c:v>1404</c:v>
                      </c:pt>
                      <c:pt idx="1405">
                        <c:v>1405</c:v>
                      </c:pt>
                      <c:pt idx="1406">
                        <c:v>1406</c:v>
                      </c:pt>
                      <c:pt idx="1407">
                        <c:v>1407</c:v>
                      </c:pt>
                      <c:pt idx="1408">
                        <c:v>1408</c:v>
                      </c:pt>
                      <c:pt idx="1409">
                        <c:v>1409</c:v>
                      </c:pt>
                      <c:pt idx="1410">
                        <c:v>1410</c:v>
                      </c:pt>
                      <c:pt idx="1411">
                        <c:v>1411</c:v>
                      </c:pt>
                      <c:pt idx="1412">
                        <c:v>1412</c:v>
                      </c:pt>
                      <c:pt idx="1413">
                        <c:v>1413</c:v>
                      </c:pt>
                      <c:pt idx="1414">
                        <c:v>1414</c:v>
                      </c:pt>
                      <c:pt idx="1415">
                        <c:v>1415</c:v>
                      </c:pt>
                      <c:pt idx="1416">
                        <c:v>1416</c:v>
                      </c:pt>
                      <c:pt idx="1417">
                        <c:v>1417</c:v>
                      </c:pt>
                      <c:pt idx="1418">
                        <c:v>1418</c:v>
                      </c:pt>
                      <c:pt idx="1419">
                        <c:v>1419</c:v>
                      </c:pt>
                      <c:pt idx="1420">
                        <c:v>1420</c:v>
                      </c:pt>
                      <c:pt idx="1421">
                        <c:v>1421</c:v>
                      </c:pt>
                      <c:pt idx="1422">
                        <c:v>1422</c:v>
                      </c:pt>
                      <c:pt idx="1423">
                        <c:v>1423</c:v>
                      </c:pt>
                      <c:pt idx="1424">
                        <c:v>1424</c:v>
                      </c:pt>
                      <c:pt idx="1425">
                        <c:v>1425</c:v>
                      </c:pt>
                      <c:pt idx="1426">
                        <c:v>1426</c:v>
                      </c:pt>
                      <c:pt idx="1427">
                        <c:v>1427</c:v>
                      </c:pt>
                      <c:pt idx="1428">
                        <c:v>1428</c:v>
                      </c:pt>
                      <c:pt idx="1429">
                        <c:v>1429</c:v>
                      </c:pt>
                      <c:pt idx="1430">
                        <c:v>1430</c:v>
                      </c:pt>
                      <c:pt idx="1431">
                        <c:v>1431</c:v>
                      </c:pt>
                      <c:pt idx="1432">
                        <c:v>1432</c:v>
                      </c:pt>
                      <c:pt idx="1433">
                        <c:v>1433</c:v>
                      </c:pt>
                      <c:pt idx="1434">
                        <c:v>1434</c:v>
                      </c:pt>
                      <c:pt idx="1435">
                        <c:v>1435</c:v>
                      </c:pt>
                      <c:pt idx="1436">
                        <c:v>1436</c:v>
                      </c:pt>
                      <c:pt idx="1437">
                        <c:v>1437</c:v>
                      </c:pt>
                      <c:pt idx="1438">
                        <c:v>1438</c:v>
                      </c:pt>
                      <c:pt idx="1439">
                        <c:v>1439</c:v>
                      </c:pt>
                      <c:pt idx="1440">
                        <c:v>1440</c:v>
                      </c:pt>
                      <c:pt idx="1441">
                        <c:v>1441</c:v>
                      </c:pt>
                      <c:pt idx="1442">
                        <c:v>1442</c:v>
                      </c:pt>
                      <c:pt idx="1443">
                        <c:v>1443</c:v>
                      </c:pt>
                      <c:pt idx="1444">
                        <c:v>1444</c:v>
                      </c:pt>
                      <c:pt idx="1445">
                        <c:v>1445</c:v>
                      </c:pt>
                      <c:pt idx="1446">
                        <c:v>1446</c:v>
                      </c:pt>
                      <c:pt idx="1447">
                        <c:v>1447</c:v>
                      </c:pt>
                      <c:pt idx="1448">
                        <c:v>1448</c:v>
                      </c:pt>
                      <c:pt idx="1449">
                        <c:v>1449</c:v>
                      </c:pt>
                      <c:pt idx="1450">
                        <c:v>1450</c:v>
                      </c:pt>
                      <c:pt idx="1451">
                        <c:v>1451</c:v>
                      </c:pt>
                      <c:pt idx="1452">
                        <c:v>1452</c:v>
                      </c:pt>
                      <c:pt idx="1453">
                        <c:v>1453</c:v>
                      </c:pt>
                      <c:pt idx="1454">
                        <c:v>1454</c:v>
                      </c:pt>
                      <c:pt idx="1455">
                        <c:v>1455</c:v>
                      </c:pt>
                      <c:pt idx="1456">
                        <c:v>1456</c:v>
                      </c:pt>
                      <c:pt idx="1457">
                        <c:v>1457</c:v>
                      </c:pt>
                      <c:pt idx="1458">
                        <c:v>1458</c:v>
                      </c:pt>
                      <c:pt idx="1459">
                        <c:v>1459</c:v>
                      </c:pt>
                      <c:pt idx="1460">
                        <c:v>1460</c:v>
                      </c:pt>
                      <c:pt idx="1461">
                        <c:v>1461</c:v>
                      </c:pt>
                      <c:pt idx="1462">
                        <c:v>1462</c:v>
                      </c:pt>
                      <c:pt idx="1463">
                        <c:v>1463</c:v>
                      </c:pt>
                      <c:pt idx="1464">
                        <c:v>1464</c:v>
                      </c:pt>
                      <c:pt idx="1465">
                        <c:v>1465</c:v>
                      </c:pt>
                      <c:pt idx="1466">
                        <c:v>1466</c:v>
                      </c:pt>
                      <c:pt idx="1467">
                        <c:v>1467</c:v>
                      </c:pt>
                      <c:pt idx="1468">
                        <c:v>1468</c:v>
                      </c:pt>
                      <c:pt idx="1469">
                        <c:v>1469</c:v>
                      </c:pt>
                      <c:pt idx="1470">
                        <c:v>1470</c:v>
                      </c:pt>
                      <c:pt idx="1471">
                        <c:v>1471</c:v>
                      </c:pt>
                      <c:pt idx="1472">
                        <c:v>1472</c:v>
                      </c:pt>
                      <c:pt idx="1473">
                        <c:v>1473</c:v>
                      </c:pt>
                      <c:pt idx="1474">
                        <c:v>1474</c:v>
                      </c:pt>
                      <c:pt idx="1475">
                        <c:v>1475</c:v>
                      </c:pt>
                      <c:pt idx="1476">
                        <c:v>1476</c:v>
                      </c:pt>
                      <c:pt idx="1477">
                        <c:v>1477</c:v>
                      </c:pt>
                      <c:pt idx="1478">
                        <c:v>1478</c:v>
                      </c:pt>
                      <c:pt idx="1479">
                        <c:v>1479</c:v>
                      </c:pt>
                      <c:pt idx="1480">
                        <c:v>1480</c:v>
                      </c:pt>
                      <c:pt idx="1481">
                        <c:v>1481</c:v>
                      </c:pt>
                      <c:pt idx="1482">
                        <c:v>1482</c:v>
                      </c:pt>
                      <c:pt idx="1483">
                        <c:v>1483</c:v>
                      </c:pt>
                      <c:pt idx="1484">
                        <c:v>1484</c:v>
                      </c:pt>
                      <c:pt idx="1485">
                        <c:v>1485</c:v>
                      </c:pt>
                      <c:pt idx="1486">
                        <c:v>1486</c:v>
                      </c:pt>
                      <c:pt idx="1487">
                        <c:v>1487</c:v>
                      </c:pt>
                      <c:pt idx="1488">
                        <c:v>1488</c:v>
                      </c:pt>
                      <c:pt idx="1489">
                        <c:v>1489</c:v>
                      </c:pt>
                      <c:pt idx="1490">
                        <c:v>1490</c:v>
                      </c:pt>
                      <c:pt idx="1491">
                        <c:v>1491</c:v>
                      </c:pt>
                      <c:pt idx="1492">
                        <c:v>1492</c:v>
                      </c:pt>
                      <c:pt idx="1493">
                        <c:v>1493</c:v>
                      </c:pt>
                      <c:pt idx="1494">
                        <c:v>1494</c:v>
                      </c:pt>
                      <c:pt idx="1495">
                        <c:v>1495</c:v>
                      </c:pt>
                      <c:pt idx="1496">
                        <c:v>1496</c:v>
                      </c:pt>
                      <c:pt idx="1497">
                        <c:v>1497</c:v>
                      </c:pt>
                      <c:pt idx="1498">
                        <c:v>1498</c:v>
                      </c:pt>
                      <c:pt idx="1499">
                        <c:v>1499</c:v>
                      </c:pt>
                      <c:pt idx="1500">
                        <c:v>1500</c:v>
                      </c:pt>
                      <c:pt idx="1501">
                        <c:v>1501</c:v>
                      </c:pt>
                      <c:pt idx="1502">
                        <c:v>1502</c:v>
                      </c:pt>
                      <c:pt idx="1503">
                        <c:v>1503</c:v>
                      </c:pt>
                      <c:pt idx="1504">
                        <c:v>1504</c:v>
                      </c:pt>
                      <c:pt idx="1505">
                        <c:v>1505</c:v>
                      </c:pt>
                      <c:pt idx="1506">
                        <c:v>1506</c:v>
                      </c:pt>
                      <c:pt idx="1507">
                        <c:v>1507</c:v>
                      </c:pt>
                      <c:pt idx="1508">
                        <c:v>1508</c:v>
                      </c:pt>
                      <c:pt idx="1509">
                        <c:v>1509</c:v>
                      </c:pt>
                      <c:pt idx="1510">
                        <c:v>1510</c:v>
                      </c:pt>
                      <c:pt idx="1511">
                        <c:v>1511</c:v>
                      </c:pt>
                      <c:pt idx="1512">
                        <c:v>1512</c:v>
                      </c:pt>
                      <c:pt idx="1513">
                        <c:v>1513</c:v>
                      </c:pt>
                      <c:pt idx="1514">
                        <c:v>1514</c:v>
                      </c:pt>
                      <c:pt idx="1515">
                        <c:v>1515</c:v>
                      </c:pt>
                      <c:pt idx="1516">
                        <c:v>1516</c:v>
                      </c:pt>
                      <c:pt idx="1517">
                        <c:v>1517</c:v>
                      </c:pt>
                      <c:pt idx="1518">
                        <c:v>1518</c:v>
                      </c:pt>
                      <c:pt idx="1519">
                        <c:v>1519</c:v>
                      </c:pt>
                      <c:pt idx="1520">
                        <c:v>1520</c:v>
                      </c:pt>
                      <c:pt idx="1521">
                        <c:v>1521</c:v>
                      </c:pt>
                      <c:pt idx="1522">
                        <c:v>1522</c:v>
                      </c:pt>
                      <c:pt idx="1523">
                        <c:v>1523</c:v>
                      </c:pt>
                      <c:pt idx="1524">
                        <c:v>1524</c:v>
                      </c:pt>
                      <c:pt idx="1525">
                        <c:v>1525</c:v>
                      </c:pt>
                      <c:pt idx="1526">
                        <c:v>1526</c:v>
                      </c:pt>
                      <c:pt idx="1527">
                        <c:v>1527</c:v>
                      </c:pt>
                      <c:pt idx="1528">
                        <c:v>1528</c:v>
                      </c:pt>
                      <c:pt idx="1529">
                        <c:v>1529</c:v>
                      </c:pt>
                      <c:pt idx="1530">
                        <c:v>1530</c:v>
                      </c:pt>
                      <c:pt idx="1531">
                        <c:v>1531</c:v>
                      </c:pt>
                      <c:pt idx="1532">
                        <c:v>1532</c:v>
                      </c:pt>
                      <c:pt idx="1533">
                        <c:v>1533</c:v>
                      </c:pt>
                      <c:pt idx="1534">
                        <c:v>1534</c:v>
                      </c:pt>
                      <c:pt idx="1535">
                        <c:v>1535</c:v>
                      </c:pt>
                      <c:pt idx="1536">
                        <c:v>1536</c:v>
                      </c:pt>
                      <c:pt idx="1537">
                        <c:v>1537</c:v>
                      </c:pt>
                      <c:pt idx="1538">
                        <c:v>1538</c:v>
                      </c:pt>
                      <c:pt idx="1539">
                        <c:v>1539</c:v>
                      </c:pt>
                      <c:pt idx="1540">
                        <c:v>1540</c:v>
                      </c:pt>
                      <c:pt idx="1541">
                        <c:v>1541</c:v>
                      </c:pt>
                      <c:pt idx="1542">
                        <c:v>1542</c:v>
                      </c:pt>
                      <c:pt idx="1543">
                        <c:v>1543</c:v>
                      </c:pt>
                      <c:pt idx="1544">
                        <c:v>1544</c:v>
                      </c:pt>
                      <c:pt idx="1545">
                        <c:v>1545</c:v>
                      </c:pt>
                      <c:pt idx="1546">
                        <c:v>1546</c:v>
                      </c:pt>
                      <c:pt idx="1547">
                        <c:v>1547</c:v>
                      </c:pt>
                      <c:pt idx="1548">
                        <c:v>1548</c:v>
                      </c:pt>
                      <c:pt idx="1549">
                        <c:v>1549</c:v>
                      </c:pt>
                      <c:pt idx="1550">
                        <c:v>1550</c:v>
                      </c:pt>
                      <c:pt idx="1551">
                        <c:v>1551</c:v>
                      </c:pt>
                      <c:pt idx="1552">
                        <c:v>1552</c:v>
                      </c:pt>
                      <c:pt idx="1553">
                        <c:v>1553</c:v>
                      </c:pt>
                      <c:pt idx="1554">
                        <c:v>1554</c:v>
                      </c:pt>
                      <c:pt idx="1555">
                        <c:v>1555</c:v>
                      </c:pt>
                      <c:pt idx="1556">
                        <c:v>1556</c:v>
                      </c:pt>
                      <c:pt idx="1557">
                        <c:v>1557</c:v>
                      </c:pt>
                      <c:pt idx="1558">
                        <c:v>1558</c:v>
                      </c:pt>
                      <c:pt idx="1559">
                        <c:v>1559</c:v>
                      </c:pt>
                      <c:pt idx="1560">
                        <c:v>1560</c:v>
                      </c:pt>
                      <c:pt idx="1561">
                        <c:v>1561</c:v>
                      </c:pt>
                      <c:pt idx="1562">
                        <c:v>1562</c:v>
                      </c:pt>
                      <c:pt idx="1563">
                        <c:v>1563</c:v>
                      </c:pt>
                      <c:pt idx="1564">
                        <c:v>1564</c:v>
                      </c:pt>
                      <c:pt idx="1565">
                        <c:v>1565</c:v>
                      </c:pt>
                      <c:pt idx="1566">
                        <c:v>1566</c:v>
                      </c:pt>
                      <c:pt idx="1567">
                        <c:v>1567</c:v>
                      </c:pt>
                      <c:pt idx="1568">
                        <c:v>1568</c:v>
                      </c:pt>
                      <c:pt idx="1569">
                        <c:v>1569</c:v>
                      </c:pt>
                      <c:pt idx="1570">
                        <c:v>1570</c:v>
                      </c:pt>
                      <c:pt idx="1571">
                        <c:v>1571</c:v>
                      </c:pt>
                      <c:pt idx="1572">
                        <c:v>1572</c:v>
                      </c:pt>
                      <c:pt idx="1573">
                        <c:v>1573</c:v>
                      </c:pt>
                      <c:pt idx="1574">
                        <c:v>1574</c:v>
                      </c:pt>
                      <c:pt idx="1575">
                        <c:v>1575</c:v>
                      </c:pt>
                      <c:pt idx="1576">
                        <c:v>1576</c:v>
                      </c:pt>
                      <c:pt idx="1577">
                        <c:v>1577</c:v>
                      </c:pt>
                      <c:pt idx="1578">
                        <c:v>1578</c:v>
                      </c:pt>
                      <c:pt idx="1579">
                        <c:v>1579</c:v>
                      </c:pt>
                      <c:pt idx="1580">
                        <c:v>1580</c:v>
                      </c:pt>
                      <c:pt idx="1581">
                        <c:v>1581</c:v>
                      </c:pt>
                      <c:pt idx="1582">
                        <c:v>1582</c:v>
                      </c:pt>
                      <c:pt idx="1583">
                        <c:v>1583</c:v>
                      </c:pt>
                      <c:pt idx="1584">
                        <c:v>1584</c:v>
                      </c:pt>
                      <c:pt idx="1585">
                        <c:v>1585</c:v>
                      </c:pt>
                      <c:pt idx="1586">
                        <c:v>1586</c:v>
                      </c:pt>
                      <c:pt idx="1587">
                        <c:v>1587</c:v>
                      </c:pt>
                      <c:pt idx="1588">
                        <c:v>1588</c:v>
                      </c:pt>
                      <c:pt idx="1589">
                        <c:v>1589</c:v>
                      </c:pt>
                      <c:pt idx="1590">
                        <c:v>1590</c:v>
                      </c:pt>
                      <c:pt idx="1591">
                        <c:v>1591</c:v>
                      </c:pt>
                      <c:pt idx="1592">
                        <c:v>1592</c:v>
                      </c:pt>
                      <c:pt idx="1593">
                        <c:v>1593</c:v>
                      </c:pt>
                      <c:pt idx="1594">
                        <c:v>1594</c:v>
                      </c:pt>
                      <c:pt idx="1595">
                        <c:v>1595</c:v>
                      </c:pt>
                      <c:pt idx="1596">
                        <c:v>1596</c:v>
                      </c:pt>
                      <c:pt idx="1597">
                        <c:v>1597</c:v>
                      </c:pt>
                      <c:pt idx="1598">
                        <c:v>1598</c:v>
                      </c:pt>
                      <c:pt idx="1599">
                        <c:v>1599</c:v>
                      </c:pt>
                      <c:pt idx="1600">
                        <c:v>1600</c:v>
                      </c:pt>
                      <c:pt idx="1601">
                        <c:v>1601</c:v>
                      </c:pt>
                      <c:pt idx="1602">
                        <c:v>1602</c:v>
                      </c:pt>
                      <c:pt idx="1603">
                        <c:v>1603</c:v>
                      </c:pt>
                      <c:pt idx="1604">
                        <c:v>1604</c:v>
                      </c:pt>
                      <c:pt idx="1605">
                        <c:v>1605</c:v>
                      </c:pt>
                      <c:pt idx="1606">
                        <c:v>1606</c:v>
                      </c:pt>
                      <c:pt idx="1607">
                        <c:v>1607</c:v>
                      </c:pt>
                      <c:pt idx="1608">
                        <c:v>1608</c:v>
                      </c:pt>
                      <c:pt idx="1609">
                        <c:v>1609</c:v>
                      </c:pt>
                      <c:pt idx="1610">
                        <c:v>1610</c:v>
                      </c:pt>
                      <c:pt idx="1611">
                        <c:v>1611</c:v>
                      </c:pt>
                      <c:pt idx="1612">
                        <c:v>1612</c:v>
                      </c:pt>
                      <c:pt idx="1613">
                        <c:v>1613</c:v>
                      </c:pt>
                      <c:pt idx="1614">
                        <c:v>1614</c:v>
                      </c:pt>
                      <c:pt idx="1615">
                        <c:v>1615</c:v>
                      </c:pt>
                      <c:pt idx="1616">
                        <c:v>1616</c:v>
                      </c:pt>
                      <c:pt idx="1617">
                        <c:v>1617</c:v>
                      </c:pt>
                      <c:pt idx="1618">
                        <c:v>1618</c:v>
                      </c:pt>
                      <c:pt idx="1619">
                        <c:v>1619</c:v>
                      </c:pt>
                      <c:pt idx="1620">
                        <c:v>1620</c:v>
                      </c:pt>
                      <c:pt idx="1621">
                        <c:v>1621</c:v>
                      </c:pt>
                      <c:pt idx="1622">
                        <c:v>1622</c:v>
                      </c:pt>
                      <c:pt idx="1623">
                        <c:v>1623</c:v>
                      </c:pt>
                      <c:pt idx="1624">
                        <c:v>1624</c:v>
                      </c:pt>
                      <c:pt idx="1625">
                        <c:v>1625</c:v>
                      </c:pt>
                      <c:pt idx="1626">
                        <c:v>1626</c:v>
                      </c:pt>
                      <c:pt idx="1627">
                        <c:v>1627</c:v>
                      </c:pt>
                      <c:pt idx="1628">
                        <c:v>1628</c:v>
                      </c:pt>
                      <c:pt idx="1629">
                        <c:v>1629</c:v>
                      </c:pt>
                      <c:pt idx="1630">
                        <c:v>1630</c:v>
                      </c:pt>
                      <c:pt idx="1631">
                        <c:v>1631</c:v>
                      </c:pt>
                      <c:pt idx="1632">
                        <c:v>1632</c:v>
                      </c:pt>
                      <c:pt idx="1633">
                        <c:v>1633</c:v>
                      </c:pt>
                      <c:pt idx="1634">
                        <c:v>1634</c:v>
                      </c:pt>
                      <c:pt idx="1635">
                        <c:v>1635</c:v>
                      </c:pt>
                      <c:pt idx="1636">
                        <c:v>1636</c:v>
                      </c:pt>
                      <c:pt idx="1637">
                        <c:v>1637</c:v>
                      </c:pt>
                      <c:pt idx="1638">
                        <c:v>1638</c:v>
                      </c:pt>
                      <c:pt idx="1639">
                        <c:v>1639</c:v>
                      </c:pt>
                      <c:pt idx="1640">
                        <c:v>1640</c:v>
                      </c:pt>
                      <c:pt idx="1641">
                        <c:v>1641</c:v>
                      </c:pt>
                      <c:pt idx="1642">
                        <c:v>1642</c:v>
                      </c:pt>
                      <c:pt idx="1643">
                        <c:v>1643</c:v>
                      </c:pt>
                      <c:pt idx="1644">
                        <c:v>1644</c:v>
                      </c:pt>
                      <c:pt idx="1645">
                        <c:v>1645</c:v>
                      </c:pt>
                      <c:pt idx="1646">
                        <c:v>1646</c:v>
                      </c:pt>
                      <c:pt idx="1647">
                        <c:v>1647</c:v>
                      </c:pt>
                      <c:pt idx="1648">
                        <c:v>1648</c:v>
                      </c:pt>
                      <c:pt idx="1649">
                        <c:v>1649</c:v>
                      </c:pt>
                      <c:pt idx="1650">
                        <c:v>1650</c:v>
                      </c:pt>
                      <c:pt idx="1651">
                        <c:v>1651</c:v>
                      </c:pt>
                      <c:pt idx="1652">
                        <c:v>1652</c:v>
                      </c:pt>
                      <c:pt idx="1653">
                        <c:v>1653</c:v>
                      </c:pt>
                      <c:pt idx="1654">
                        <c:v>1654</c:v>
                      </c:pt>
                      <c:pt idx="1655">
                        <c:v>1655</c:v>
                      </c:pt>
                      <c:pt idx="1656">
                        <c:v>1656</c:v>
                      </c:pt>
                      <c:pt idx="1657">
                        <c:v>1657</c:v>
                      </c:pt>
                      <c:pt idx="1658">
                        <c:v>1658</c:v>
                      </c:pt>
                      <c:pt idx="1659">
                        <c:v>1659</c:v>
                      </c:pt>
                      <c:pt idx="1660">
                        <c:v>1660</c:v>
                      </c:pt>
                      <c:pt idx="1661">
                        <c:v>1661</c:v>
                      </c:pt>
                      <c:pt idx="1662">
                        <c:v>1662</c:v>
                      </c:pt>
                      <c:pt idx="1663">
                        <c:v>1663</c:v>
                      </c:pt>
                      <c:pt idx="1664">
                        <c:v>1664</c:v>
                      </c:pt>
                      <c:pt idx="1665">
                        <c:v>1665</c:v>
                      </c:pt>
                      <c:pt idx="1666">
                        <c:v>1666</c:v>
                      </c:pt>
                      <c:pt idx="1667">
                        <c:v>1667</c:v>
                      </c:pt>
                      <c:pt idx="1668">
                        <c:v>1668</c:v>
                      </c:pt>
                      <c:pt idx="1669">
                        <c:v>1669</c:v>
                      </c:pt>
                      <c:pt idx="1670">
                        <c:v>1670</c:v>
                      </c:pt>
                      <c:pt idx="1671">
                        <c:v>1671</c:v>
                      </c:pt>
                      <c:pt idx="1672">
                        <c:v>1672</c:v>
                      </c:pt>
                      <c:pt idx="1673">
                        <c:v>1673</c:v>
                      </c:pt>
                      <c:pt idx="1674">
                        <c:v>1674</c:v>
                      </c:pt>
                      <c:pt idx="1675">
                        <c:v>1675</c:v>
                      </c:pt>
                      <c:pt idx="1676">
                        <c:v>1676</c:v>
                      </c:pt>
                      <c:pt idx="1677">
                        <c:v>1677</c:v>
                      </c:pt>
                      <c:pt idx="1678">
                        <c:v>1678</c:v>
                      </c:pt>
                      <c:pt idx="1679">
                        <c:v>1679</c:v>
                      </c:pt>
                      <c:pt idx="1680">
                        <c:v>1680</c:v>
                      </c:pt>
                      <c:pt idx="1681">
                        <c:v>1681</c:v>
                      </c:pt>
                      <c:pt idx="1682">
                        <c:v>1682</c:v>
                      </c:pt>
                      <c:pt idx="1683">
                        <c:v>1683</c:v>
                      </c:pt>
                      <c:pt idx="1684">
                        <c:v>1684</c:v>
                      </c:pt>
                      <c:pt idx="1685">
                        <c:v>1685</c:v>
                      </c:pt>
                      <c:pt idx="1686">
                        <c:v>1686</c:v>
                      </c:pt>
                      <c:pt idx="1687">
                        <c:v>1687</c:v>
                      </c:pt>
                      <c:pt idx="1688">
                        <c:v>1688</c:v>
                      </c:pt>
                      <c:pt idx="1689">
                        <c:v>1689</c:v>
                      </c:pt>
                      <c:pt idx="1690">
                        <c:v>1690</c:v>
                      </c:pt>
                      <c:pt idx="1691">
                        <c:v>1691</c:v>
                      </c:pt>
                      <c:pt idx="1692">
                        <c:v>1692</c:v>
                      </c:pt>
                      <c:pt idx="1693">
                        <c:v>1693</c:v>
                      </c:pt>
                      <c:pt idx="1694">
                        <c:v>1694</c:v>
                      </c:pt>
                      <c:pt idx="1695">
                        <c:v>1695</c:v>
                      </c:pt>
                      <c:pt idx="1696">
                        <c:v>1696</c:v>
                      </c:pt>
                      <c:pt idx="1697">
                        <c:v>1697</c:v>
                      </c:pt>
                      <c:pt idx="1698">
                        <c:v>1698</c:v>
                      </c:pt>
                      <c:pt idx="1699">
                        <c:v>1699</c:v>
                      </c:pt>
                      <c:pt idx="1700">
                        <c:v>1700</c:v>
                      </c:pt>
                      <c:pt idx="1701">
                        <c:v>1701</c:v>
                      </c:pt>
                      <c:pt idx="1702">
                        <c:v>1702</c:v>
                      </c:pt>
                      <c:pt idx="1703">
                        <c:v>1703</c:v>
                      </c:pt>
                      <c:pt idx="1704">
                        <c:v>1704</c:v>
                      </c:pt>
                      <c:pt idx="1705">
                        <c:v>1705</c:v>
                      </c:pt>
                      <c:pt idx="1706">
                        <c:v>1706</c:v>
                      </c:pt>
                      <c:pt idx="1707">
                        <c:v>1707</c:v>
                      </c:pt>
                      <c:pt idx="1708">
                        <c:v>1708</c:v>
                      </c:pt>
                      <c:pt idx="1709">
                        <c:v>1709</c:v>
                      </c:pt>
                      <c:pt idx="1710">
                        <c:v>1710</c:v>
                      </c:pt>
                      <c:pt idx="1711">
                        <c:v>1711</c:v>
                      </c:pt>
                      <c:pt idx="1712">
                        <c:v>1712</c:v>
                      </c:pt>
                      <c:pt idx="1713">
                        <c:v>1713</c:v>
                      </c:pt>
                      <c:pt idx="1714">
                        <c:v>1714</c:v>
                      </c:pt>
                      <c:pt idx="1715">
                        <c:v>1715</c:v>
                      </c:pt>
                      <c:pt idx="1716">
                        <c:v>1716</c:v>
                      </c:pt>
                      <c:pt idx="1717">
                        <c:v>1717</c:v>
                      </c:pt>
                      <c:pt idx="1718">
                        <c:v>1718</c:v>
                      </c:pt>
                      <c:pt idx="1719">
                        <c:v>1719</c:v>
                      </c:pt>
                      <c:pt idx="1720">
                        <c:v>1720</c:v>
                      </c:pt>
                      <c:pt idx="1721">
                        <c:v>1721</c:v>
                      </c:pt>
                      <c:pt idx="1722">
                        <c:v>1722</c:v>
                      </c:pt>
                      <c:pt idx="1723">
                        <c:v>1723</c:v>
                      </c:pt>
                      <c:pt idx="1724">
                        <c:v>1724</c:v>
                      </c:pt>
                      <c:pt idx="1725">
                        <c:v>1725</c:v>
                      </c:pt>
                      <c:pt idx="1726">
                        <c:v>1726</c:v>
                      </c:pt>
                      <c:pt idx="1727">
                        <c:v>1727</c:v>
                      </c:pt>
                      <c:pt idx="1728">
                        <c:v>1728</c:v>
                      </c:pt>
                      <c:pt idx="1729">
                        <c:v>1729</c:v>
                      </c:pt>
                      <c:pt idx="1730">
                        <c:v>1730</c:v>
                      </c:pt>
                      <c:pt idx="1731">
                        <c:v>1731</c:v>
                      </c:pt>
                      <c:pt idx="1732">
                        <c:v>1732</c:v>
                      </c:pt>
                      <c:pt idx="1733">
                        <c:v>1733</c:v>
                      </c:pt>
                      <c:pt idx="1734">
                        <c:v>1734</c:v>
                      </c:pt>
                      <c:pt idx="1735">
                        <c:v>1735</c:v>
                      </c:pt>
                      <c:pt idx="1736">
                        <c:v>1736</c:v>
                      </c:pt>
                      <c:pt idx="1737">
                        <c:v>1737</c:v>
                      </c:pt>
                      <c:pt idx="1738">
                        <c:v>1738</c:v>
                      </c:pt>
                      <c:pt idx="1739">
                        <c:v>1739</c:v>
                      </c:pt>
                      <c:pt idx="1740">
                        <c:v>1740</c:v>
                      </c:pt>
                      <c:pt idx="1741">
                        <c:v>1741</c:v>
                      </c:pt>
                      <c:pt idx="1742">
                        <c:v>1742</c:v>
                      </c:pt>
                      <c:pt idx="1743">
                        <c:v>1743</c:v>
                      </c:pt>
                      <c:pt idx="1744">
                        <c:v>1744</c:v>
                      </c:pt>
                      <c:pt idx="1745">
                        <c:v>1745</c:v>
                      </c:pt>
                      <c:pt idx="1746">
                        <c:v>1746</c:v>
                      </c:pt>
                      <c:pt idx="1747">
                        <c:v>1747</c:v>
                      </c:pt>
                      <c:pt idx="1748">
                        <c:v>1748</c:v>
                      </c:pt>
                      <c:pt idx="1749">
                        <c:v>1749</c:v>
                      </c:pt>
                      <c:pt idx="1750">
                        <c:v>1750</c:v>
                      </c:pt>
                      <c:pt idx="1751">
                        <c:v>1751</c:v>
                      </c:pt>
                      <c:pt idx="1752">
                        <c:v>1752</c:v>
                      </c:pt>
                      <c:pt idx="1753">
                        <c:v>1753</c:v>
                      </c:pt>
                      <c:pt idx="1754">
                        <c:v>1754</c:v>
                      </c:pt>
                      <c:pt idx="1755">
                        <c:v>1755</c:v>
                      </c:pt>
                      <c:pt idx="1756">
                        <c:v>1756</c:v>
                      </c:pt>
                      <c:pt idx="1757">
                        <c:v>1757</c:v>
                      </c:pt>
                      <c:pt idx="1758">
                        <c:v>1758</c:v>
                      </c:pt>
                      <c:pt idx="1759">
                        <c:v>1759</c:v>
                      </c:pt>
                      <c:pt idx="1760">
                        <c:v>1760</c:v>
                      </c:pt>
                      <c:pt idx="1761">
                        <c:v>1761</c:v>
                      </c:pt>
                      <c:pt idx="1762">
                        <c:v>1762</c:v>
                      </c:pt>
                      <c:pt idx="1763">
                        <c:v>1763</c:v>
                      </c:pt>
                      <c:pt idx="1764">
                        <c:v>1764</c:v>
                      </c:pt>
                      <c:pt idx="1765">
                        <c:v>1765</c:v>
                      </c:pt>
                      <c:pt idx="1766">
                        <c:v>1766</c:v>
                      </c:pt>
                      <c:pt idx="1767">
                        <c:v>1767</c:v>
                      </c:pt>
                      <c:pt idx="1768">
                        <c:v>1768</c:v>
                      </c:pt>
                      <c:pt idx="1769">
                        <c:v>1769</c:v>
                      </c:pt>
                      <c:pt idx="1770">
                        <c:v>1770</c:v>
                      </c:pt>
                      <c:pt idx="1771">
                        <c:v>1771</c:v>
                      </c:pt>
                      <c:pt idx="1772">
                        <c:v>1772</c:v>
                      </c:pt>
                      <c:pt idx="1773">
                        <c:v>1773</c:v>
                      </c:pt>
                      <c:pt idx="1774">
                        <c:v>1774</c:v>
                      </c:pt>
                      <c:pt idx="1775">
                        <c:v>1775</c:v>
                      </c:pt>
                      <c:pt idx="1776">
                        <c:v>1776</c:v>
                      </c:pt>
                      <c:pt idx="1777">
                        <c:v>1777</c:v>
                      </c:pt>
                      <c:pt idx="1778">
                        <c:v>1778</c:v>
                      </c:pt>
                      <c:pt idx="1779">
                        <c:v>1779</c:v>
                      </c:pt>
                      <c:pt idx="1780">
                        <c:v>1780</c:v>
                      </c:pt>
                      <c:pt idx="1781">
                        <c:v>1781</c:v>
                      </c:pt>
                      <c:pt idx="1782">
                        <c:v>1782</c:v>
                      </c:pt>
                      <c:pt idx="1783">
                        <c:v>1783</c:v>
                      </c:pt>
                      <c:pt idx="1784">
                        <c:v>1784</c:v>
                      </c:pt>
                      <c:pt idx="1785">
                        <c:v>1785</c:v>
                      </c:pt>
                      <c:pt idx="1786">
                        <c:v>1786</c:v>
                      </c:pt>
                      <c:pt idx="1787">
                        <c:v>1787</c:v>
                      </c:pt>
                      <c:pt idx="1788">
                        <c:v>1788</c:v>
                      </c:pt>
                      <c:pt idx="1789">
                        <c:v>1789</c:v>
                      </c:pt>
                      <c:pt idx="1790">
                        <c:v>1790</c:v>
                      </c:pt>
                      <c:pt idx="1791">
                        <c:v>1791</c:v>
                      </c:pt>
                      <c:pt idx="1792">
                        <c:v>1792</c:v>
                      </c:pt>
                      <c:pt idx="1793">
                        <c:v>1793</c:v>
                      </c:pt>
                      <c:pt idx="1794">
                        <c:v>1794</c:v>
                      </c:pt>
                      <c:pt idx="1795">
                        <c:v>1795</c:v>
                      </c:pt>
                      <c:pt idx="1796">
                        <c:v>1796</c:v>
                      </c:pt>
                      <c:pt idx="1797">
                        <c:v>1797</c:v>
                      </c:pt>
                      <c:pt idx="1798">
                        <c:v>1798</c:v>
                      </c:pt>
                      <c:pt idx="1799">
                        <c:v>1799</c:v>
                      </c:pt>
                      <c:pt idx="1800">
                        <c:v>1800</c:v>
                      </c:pt>
                      <c:pt idx="1801">
                        <c:v>1801</c:v>
                      </c:pt>
                      <c:pt idx="1802">
                        <c:v>1802</c:v>
                      </c:pt>
                      <c:pt idx="1803">
                        <c:v>1803</c:v>
                      </c:pt>
                      <c:pt idx="1804">
                        <c:v>1804</c:v>
                      </c:pt>
                      <c:pt idx="1805">
                        <c:v>1805</c:v>
                      </c:pt>
                      <c:pt idx="1806">
                        <c:v>1806</c:v>
                      </c:pt>
                      <c:pt idx="1807">
                        <c:v>1807</c:v>
                      </c:pt>
                      <c:pt idx="1808">
                        <c:v>1808</c:v>
                      </c:pt>
                      <c:pt idx="1809">
                        <c:v>1809</c:v>
                      </c:pt>
                      <c:pt idx="1810">
                        <c:v>1810</c:v>
                      </c:pt>
                      <c:pt idx="1811">
                        <c:v>1811</c:v>
                      </c:pt>
                      <c:pt idx="1812">
                        <c:v>1812</c:v>
                      </c:pt>
                      <c:pt idx="1813">
                        <c:v>1813</c:v>
                      </c:pt>
                      <c:pt idx="1814">
                        <c:v>1814</c:v>
                      </c:pt>
                      <c:pt idx="1815">
                        <c:v>1815</c:v>
                      </c:pt>
                      <c:pt idx="1816">
                        <c:v>1816</c:v>
                      </c:pt>
                      <c:pt idx="1817">
                        <c:v>1817</c:v>
                      </c:pt>
                      <c:pt idx="1818">
                        <c:v>1818</c:v>
                      </c:pt>
                      <c:pt idx="1819">
                        <c:v>1819</c:v>
                      </c:pt>
                      <c:pt idx="1820">
                        <c:v>1820</c:v>
                      </c:pt>
                      <c:pt idx="1821">
                        <c:v>1821</c:v>
                      </c:pt>
                      <c:pt idx="1822">
                        <c:v>1822</c:v>
                      </c:pt>
                      <c:pt idx="1823">
                        <c:v>1823</c:v>
                      </c:pt>
                      <c:pt idx="1824">
                        <c:v>1824</c:v>
                      </c:pt>
                      <c:pt idx="1825">
                        <c:v>1825</c:v>
                      </c:pt>
                      <c:pt idx="1826">
                        <c:v>1826</c:v>
                      </c:pt>
                      <c:pt idx="1827">
                        <c:v>1827</c:v>
                      </c:pt>
                      <c:pt idx="1828">
                        <c:v>1828</c:v>
                      </c:pt>
                      <c:pt idx="1829">
                        <c:v>1829</c:v>
                      </c:pt>
                      <c:pt idx="1830">
                        <c:v>1830</c:v>
                      </c:pt>
                      <c:pt idx="1831">
                        <c:v>1831</c:v>
                      </c:pt>
                      <c:pt idx="1832">
                        <c:v>1832</c:v>
                      </c:pt>
                      <c:pt idx="1833">
                        <c:v>1833</c:v>
                      </c:pt>
                      <c:pt idx="1834">
                        <c:v>1834</c:v>
                      </c:pt>
                      <c:pt idx="1835">
                        <c:v>1835</c:v>
                      </c:pt>
                      <c:pt idx="1836">
                        <c:v>1836</c:v>
                      </c:pt>
                      <c:pt idx="1837">
                        <c:v>1837</c:v>
                      </c:pt>
                      <c:pt idx="1838">
                        <c:v>1838</c:v>
                      </c:pt>
                      <c:pt idx="1839">
                        <c:v>1839</c:v>
                      </c:pt>
                      <c:pt idx="1840">
                        <c:v>1840</c:v>
                      </c:pt>
                      <c:pt idx="1841">
                        <c:v>1841</c:v>
                      </c:pt>
                      <c:pt idx="1842">
                        <c:v>1842</c:v>
                      </c:pt>
                      <c:pt idx="1843">
                        <c:v>1843</c:v>
                      </c:pt>
                      <c:pt idx="1844">
                        <c:v>1844</c:v>
                      </c:pt>
                      <c:pt idx="1845">
                        <c:v>1845</c:v>
                      </c:pt>
                      <c:pt idx="1846">
                        <c:v>1846</c:v>
                      </c:pt>
                      <c:pt idx="1847">
                        <c:v>1847</c:v>
                      </c:pt>
                      <c:pt idx="1848">
                        <c:v>1848</c:v>
                      </c:pt>
                      <c:pt idx="1849">
                        <c:v>1849</c:v>
                      </c:pt>
                      <c:pt idx="1850">
                        <c:v>1850</c:v>
                      </c:pt>
                      <c:pt idx="1851">
                        <c:v>1851</c:v>
                      </c:pt>
                      <c:pt idx="1852">
                        <c:v>1852</c:v>
                      </c:pt>
                      <c:pt idx="1853">
                        <c:v>1853</c:v>
                      </c:pt>
                      <c:pt idx="1854">
                        <c:v>1854</c:v>
                      </c:pt>
                      <c:pt idx="1855">
                        <c:v>1855</c:v>
                      </c:pt>
                      <c:pt idx="1856">
                        <c:v>1856</c:v>
                      </c:pt>
                      <c:pt idx="1857">
                        <c:v>1857</c:v>
                      </c:pt>
                      <c:pt idx="1858">
                        <c:v>1858</c:v>
                      </c:pt>
                      <c:pt idx="1859">
                        <c:v>1859</c:v>
                      </c:pt>
                      <c:pt idx="1860">
                        <c:v>1860</c:v>
                      </c:pt>
                      <c:pt idx="1861">
                        <c:v>1861</c:v>
                      </c:pt>
                      <c:pt idx="1862">
                        <c:v>1862</c:v>
                      </c:pt>
                      <c:pt idx="1863">
                        <c:v>1863</c:v>
                      </c:pt>
                      <c:pt idx="1864">
                        <c:v>1864</c:v>
                      </c:pt>
                      <c:pt idx="1865">
                        <c:v>1865</c:v>
                      </c:pt>
                      <c:pt idx="1866">
                        <c:v>1866</c:v>
                      </c:pt>
                      <c:pt idx="1867">
                        <c:v>1867</c:v>
                      </c:pt>
                      <c:pt idx="1868">
                        <c:v>1868</c:v>
                      </c:pt>
                      <c:pt idx="1869">
                        <c:v>1869</c:v>
                      </c:pt>
                      <c:pt idx="1870">
                        <c:v>1870</c:v>
                      </c:pt>
                      <c:pt idx="1871">
                        <c:v>1871</c:v>
                      </c:pt>
                      <c:pt idx="1872">
                        <c:v>1872</c:v>
                      </c:pt>
                      <c:pt idx="1873">
                        <c:v>1873</c:v>
                      </c:pt>
                      <c:pt idx="1874">
                        <c:v>1874</c:v>
                      </c:pt>
                      <c:pt idx="1875">
                        <c:v>1875</c:v>
                      </c:pt>
                      <c:pt idx="1876">
                        <c:v>1876</c:v>
                      </c:pt>
                      <c:pt idx="1877">
                        <c:v>1877</c:v>
                      </c:pt>
                      <c:pt idx="1878">
                        <c:v>1878</c:v>
                      </c:pt>
                      <c:pt idx="1879">
                        <c:v>1879</c:v>
                      </c:pt>
                      <c:pt idx="1880">
                        <c:v>1880</c:v>
                      </c:pt>
                      <c:pt idx="1881">
                        <c:v>1881</c:v>
                      </c:pt>
                      <c:pt idx="1882">
                        <c:v>1882</c:v>
                      </c:pt>
                      <c:pt idx="1883">
                        <c:v>1883</c:v>
                      </c:pt>
                      <c:pt idx="1884">
                        <c:v>1884</c:v>
                      </c:pt>
                      <c:pt idx="1885">
                        <c:v>1885</c:v>
                      </c:pt>
                      <c:pt idx="1886">
                        <c:v>1886</c:v>
                      </c:pt>
                      <c:pt idx="1887">
                        <c:v>1887</c:v>
                      </c:pt>
                      <c:pt idx="1888">
                        <c:v>1888</c:v>
                      </c:pt>
                      <c:pt idx="1889">
                        <c:v>1889</c:v>
                      </c:pt>
                      <c:pt idx="1890">
                        <c:v>1890</c:v>
                      </c:pt>
                      <c:pt idx="1891">
                        <c:v>1891</c:v>
                      </c:pt>
                      <c:pt idx="1892">
                        <c:v>1892</c:v>
                      </c:pt>
                      <c:pt idx="1893">
                        <c:v>1893</c:v>
                      </c:pt>
                      <c:pt idx="1894">
                        <c:v>1894</c:v>
                      </c:pt>
                      <c:pt idx="1895">
                        <c:v>1895</c:v>
                      </c:pt>
                      <c:pt idx="1896">
                        <c:v>1896</c:v>
                      </c:pt>
                      <c:pt idx="1897">
                        <c:v>1897</c:v>
                      </c:pt>
                      <c:pt idx="1898">
                        <c:v>1898</c:v>
                      </c:pt>
                      <c:pt idx="1899">
                        <c:v>1899</c:v>
                      </c:pt>
                      <c:pt idx="1900">
                        <c:v>1900</c:v>
                      </c:pt>
                      <c:pt idx="1901">
                        <c:v>1901</c:v>
                      </c:pt>
                      <c:pt idx="1902">
                        <c:v>1902</c:v>
                      </c:pt>
                      <c:pt idx="1903">
                        <c:v>1903</c:v>
                      </c:pt>
                      <c:pt idx="1904">
                        <c:v>1904</c:v>
                      </c:pt>
                      <c:pt idx="1905">
                        <c:v>1905</c:v>
                      </c:pt>
                      <c:pt idx="1906">
                        <c:v>1906</c:v>
                      </c:pt>
                      <c:pt idx="1907">
                        <c:v>1907</c:v>
                      </c:pt>
                      <c:pt idx="1908">
                        <c:v>1908</c:v>
                      </c:pt>
                      <c:pt idx="1909">
                        <c:v>1909</c:v>
                      </c:pt>
                      <c:pt idx="1910">
                        <c:v>1910</c:v>
                      </c:pt>
                      <c:pt idx="1911">
                        <c:v>1911</c:v>
                      </c:pt>
                      <c:pt idx="1912">
                        <c:v>1912</c:v>
                      </c:pt>
                      <c:pt idx="1913">
                        <c:v>1913</c:v>
                      </c:pt>
                      <c:pt idx="1914">
                        <c:v>1914</c:v>
                      </c:pt>
                      <c:pt idx="1915">
                        <c:v>1915</c:v>
                      </c:pt>
                      <c:pt idx="1916">
                        <c:v>1916</c:v>
                      </c:pt>
                      <c:pt idx="1917">
                        <c:v>1917</c:v>
                      </c:pt>
                      <c:pt idx="1918">
                        <c:v>1918</c:v>
                      </c:pt>
                      <c:pt idx="1919">
                        <c:v>1919</c:v>
                      </c:pt>
                      <c:pt idx="1920">
                        <c:v>1920</c:v>
                      </c:pt>
                      <c:pt idx="1921">
                        <c:v>1921</c:v>
                      </c:pt>
                      <c:pt idx="1922">
                        <c:v>1922</c:v>
                      </c:pt>
                      <c:pt idx="1923">
                        <c:v>1923</c:v>
                      </c:pt>
                      <c:pt idx="1924">
                        <c:v>1924</c:v>
                      </c:pt>
                      <c:pt idx="1925">
                        <c:v>1925</c:v>
                      </c:pt>
                      <c:pt idx="1926">
                        <c:v>1926</c:v>
                      </c:pt>
                      <c:pt idx="1927">
                        <c:v>1927</c:v>
                      </c:pt>
                      <c:pt idx="1928">
                        <c:v>1928</c:v>
                      </c:pt>
                      <c:pt idx="1929">
                        <c:v>1929</c:v>
                      </c:pt>
                      <c:pt idx="1930">
                        <c:v>1930</c:v>
                      </c:pt>
                      <c:pt idx="1931">
                        <c:v>1931</c:v>
                      </c:pt>
                      <c:pt idx="1932">
                        <c:v>1932</c:v>
                      </c:pt>
                      <c:pt idx="1933">
                        <c:v>1933</c:v>
                      </c:pt>
                      <c:pt idx="1934">
                        <c:v>1934</c:v>
                      </c:pt>
                      <c:pt idx="1935">
                        <c:v>1935</c:v>
                      </c:pt>
                      <c:pt idx="1936">
                        <c:v>1936</c:v>
                      </c:pt>
                      <c:pt idx="1937">
                        <c:v>1937</c:v>
                      </c:pt>
                      <c:pt idx="1938">
                        <c:v>1938</c:v>
                      </c:pt>
                      <c:pt idx="1939">
                        <c:v>1939</c:v>
                      </c:pt>
                      <c:pt idx="1940">
                        <c:v>1940</c:v>
                      </c:pt>
                      <c:pt idx="1941">
                        <c:v>1941</c:v>
                      </c:pt>
                      <c:pt idx="1942">
                        <c:v>1942</c:v>
                      </c:pt>
                      <c:pt idx="1943">
                        <c:v>1943</c:v>
                      </c:pt>
                      <c:pt idx="1944">
                        <c:v>1944</c:v>
                      </c:pt>
                      <c:pt idx="1945">
                        <c:v>1945</c:v>
                      </c:pt>
                      <c:pt idx="1946">
                        <c:v>1946</c:v>
                      </c:pt>
                      <c:pt idx="1947">
                        <c:v>1947</c:v>
                      </c:pt>
                      <c:pt idx="1948">
                        <c:v>1948</c:v>
                      </c:pt>
                      <c:pt idx="1949">
                        <c:v>1949</c:v>
                      </c:pt>
                      <c:pt idx="1950">
                        <c:v>1950</c:v>
                      </c:pt>
                      <c:pt idx="1951">
                        <c:v>1951</c:v>
                      </c:pt>
                      <c:pt idx="1952">
                        <c:v>1952</c:v>
                      </c:pt>
                      <c:pt idx="1953">
                        <c:v>1953</c:v>
                      </c:pt>
                      <c:pt idx="1954">
                        <c:v>1954</c:v>
                      </c:pt>
                      <c:pt idx="1955">
                        <c:v>1955</c:v>
                      </c:pt>
                      <c:pt idx="1956">
                        <c:v>1956</c:v>
                      </c:pt>
                      <c:pt idx="1957">
                        <c:v>1957</c:v>
                      </c:pt>
                      <c:pt idx="1958">
                        <c:v>1958</c:v>
                      </c:pt>
                      <c:pt idx="1959">
                        <c:v>1959</c:v>
                      </c:pt>
                      <c:pt idx="1960">
                        <c:v>1960</c:v>
                      </c:pt>
                      <c:pt idx="1961">
                        <c:v>1961</c:v>
                      </c:pt>
                      <c:pt idx="1962">
                        <c:v>1962</c:v>
                      </c:pt>
                      <c:pt idx="1963">
                        <c:v>1963</c:v>
                      </c:pt>
                      <c:pt idx="1964">
                        <c:v>1964</c:v>
                      </c:pt>
                      <c:pt idx="1965">
                        <c:v>1965</c:v>
                      </c:pt>
                      <c:pt idx="1966">
                        <c:v>1966</c:v>
                      </c:pt>
                      <c:pt idx="1967">
                        <c:v>1967</c:v>
                      </c:pt>
                      <c:pt idx="1968">
                        <c:v>1968</c:v>
                      </c:pt>
                      <c:pt idx="1969">
                        <c:v>1969</c:v>
                      </c:pt>
                      <c:pt idx="1970">
                        <c:v>1970</c:v>
                      </c:pt>
                      <c:pt idx="1971">
                        <c:v>1971</c:v>
                      </c:pt>
                      <c:pt idx="1972">
                        <c:v>1972</c:v>
                      </c:pt>
                      <c:pt idx="1973">
                        <c:v>1973</c:v>
                      </c:pt>
                      <c:pt idx="1974">
                        <c:v>1974</c:v>
                      </c:pt>
                      <c:pt idx="1975">
                        <c:v>1975</c:v>
                      </c:pt>
                      <c:pt idx="1976">
                        <c:v>1976</c:v>
                      </c:pt>
                      <c:pt idx="1977">
                        <c:v>1977</c:v>
                      </c:pt>
                      <c:pt idx="1978">
                        <c:v>1978</c:v>
                      </c:pt>
                      <c:pt idx="1979">
                        <c:v>1979</c:v>
                      </c:pt>
                      <c:pt idx="1980">
                        <c:v>1980</c:v>
                      </c:pt>
                      <c:pt idx="1981">
                        <c:v>1981</c:v>
                      </c:pt>
                      <c:pt idx="1982">
                        <c:v>1982</c:v>
                      </c:pt>
                      <c:pt idx="1983">
                        <c:v>1983</c:v>
                      </c:pt>
                      <c:pt idx="1984">
                        <c:v>1984</c:v>
                      </c:pt>
                      <c:pt idx="1985">
                        <c:v>1985</c:v>
                      </c:pt>
                      <c:pt idx="1986">
                        <c:v>1986</c:v>
                      </c:pt>
                      <c:pt idx="1987">
                        <c:v>1987</c:v>
                      </c:pt>
                      <c:pt idx="1988">
                        <c:v>1988</c:v>
                      </c:pt>
                      <c:pt idx="1989">
                        <c:v>1989</c:v>
                      </c:pt>
                      <c:pt idx="1990">
                        <c:v>1990</c:v>
                      </c:pt>
                      <c:pt idx="1991">
                        <c:v>1991</c:v>
                      </c:pt>
                      <c:pt idx="1992">
                        <c:v>1992</c:v>
                      </c:pt>
                      <c:pt idx="1993">
                        <c:v>1993</c:v>
                      </c:pt>
                      <c:pt idx="1994">
                        <c:v>1994</c:v>
                      </c:pt>
                      <c:pt idx="1995">
                        <c:v>1995</c:v>
                      </c:pt>
                      <c:pt idx="1996">
                        <c:v>1996</c:v>
                      </c:pt>
                      <c:pt idx="1997">
                        <c:v>1997</c:v>
                      </c:pt>
                      <c:pt idx="1998">
                        <c:v>1998</c:v>
                      </c:pt>
                      <c:pt idx="1999">
                        <c:v>1999</c:v>
                      </c:pt>
                      <c:pt idx="2000">
                        <c:v>2000</c:v>
                      </c:pt>
                      <c:pt idx="2001">
                        <c:v>2001</c:v>
                      </c:pt>
                      <c:pt idx="2002">
                        <c:v>2002</c:v>
                      </c:pt>
                      <c:pt idx="2003">
                        <c:v>2003</c:v>
                      </c:pt>
                      <c:pt idx="2004">
                        <c:v>2004</c:v>
                      </c:pt>
                      <c:pt idx="2005">
                        <c:v>2005</c:v>
                      </c:pt>
                      <c:pt idx="2006">
                        <c:v>2006</c:v>
                      </c:pt>
                      <c:pt idx="2007">
                        <c:v>2007</c:v>
                      </c:pt>
                      <c:pt idx="2008">
                        <c:v>2008</c:v>
                      </c:pt>
                      <c:pt idx="2009">
                        <c:v>2009</c:v>
                      </c:pt>
                      <c:pt idx="2010">
                        <c:v>2010</c:v>
                      </c:pt>
                      <c:pt idx="2011">
                        <c:v>2011</c:v>
                      </c:pt>
                      <c:pt idx="2012">
                        <c:v>2012</c:v>
                      </c:pt>
                      <c:pt idx="2013">
                        <c:v>2013</c:v>
                      </c:pt>
                      <c:pt idx="2014">
                        <c:v>2014</c:v>
                      </c:pt>
                      <c:pt idx="2015">
                        <c:v>2015</c:v>
                      </c:pt>
                      <c:pt idx="2016">
                        <c:v>2016</c:v>
                      </c:pt>
                      <c:pt idx="2017">
                        <c:v>2017</c:v>
                      </c:pt>
                      <c:pt idx="2018">
                        <c:v>2018</c:v>
                      </c:pt>
                      <c:pt idx="2019">
                        <c:v>2019</c:v>
                      </c:pt>
                      <c:pt idx="2020">
                        <c:v>2020</c:v>
                      </c:pt>
                      <c:pt idx="2021">
                        <c:v>2021</c:v>
                      </c:pt>
                      <c:pt idx="2022">
                        <c:v>2022</c:v>
                      </c:pt>
                      <c:pt idx="2023">
                        <c:v>2023</c:v>
                      </c:pt>
                      <c:pt idx="2024">
                        <c:v>2024</c:v>
                      </c:pt>
                      <c:pt idx="2025">
                        <c:v>2025</c:v>
                      </c:pt>
                      <c:pt idx="2026">
                        <c:v>2026</c:v>
                      </c:pt>
                      <c:pt idx="2027">
                        <c:v>2027</c:v>
                      </c:pt>
                      <c:pt idx="2028">
                        <c:v>2028</c:v>
                      </c:pt>
                      <c:pt idx="2029">
                        <c:v>2029</c:v>
                      </c:pt>
                      <c:pt idx="2030">
                        <c:v>2030</c:v>
                      </c:pt>
                      <c:pt idx="2031">
                        <c:v>2031</c:v>
                      </c:pt>
                      <c:pt idx="2032">
                        <c:v>2032</c:v>
                      </c:pt>
                      <c:pt idx="2033">
                        <c:v>2033</c:v>
                      </c:pt>
                      <c:pt idx="2034">
                        <c:v>2034</c:v>
                      </c:pt>
                      <c:pt idx="2035">
                        <c:v>2035</c:v>
                      </c:pt>
                      <c:pt idx="2036">
                        <c:v>2036</c:v>
                      </c:pt>
                      <c:pt idx="2037">
                        <c:v>2037</c:v>
                      </c:pt>
                      <c:pt idx="2038">
                        <c:v>2038</c:v>
                      </c:pt>
                      <c:pt idx="2039">
                        <c:v>2039</c:v>
                      </c:pt>
                      <c:pt idx="2040">
                        <c:v>2040</c:v>
                      </c:pt>
                      <c:pt idx="2041">
                        <c:v>2041</c:v>
                      </c:pt>
                      <c:pt idx="2042">
                        <c:v>2042</c:v>
                      </c:pt>
                      <c:pt idx="2043">
                        <c:v>2043</c:v>
                      </c:pt>
                      <c:pt idx="2044">
                        <c:v>2044</c:v>
                      </c:pt>
                      <c:pt idx="2045">
                        <c:v>2045</c:v>
                      </c:pt>
                      <c:pt idx="2046">
                        <c:v>2046</c:v>
                      </c:pt>
                      <c:pt idx="2047">
                        <c:v>2047</c:v>
                      </c:pt>
                      <c:pt idx="2048">
                        <c:v>2048</c:v>
                      </c:pt>
                      <c:pt idx="2049">
                        <c:v>2049</c:v>
                      </c:pt>
                      <c:pt idx="2050">
                        <c:v>2050</c:v>
                      </c:pt>
                      <c:pt idx="2051">
                        <c:v>2051</c:v>
                      </c:pt>
                      <c:pt idx="2052">
                        <c:v>2052</c:v>
                      </c:pt>
                      <c:pt idx="2053">
                        <c:v>2053</c:v>
                      </c:pt>
                      <c:pt idx="2054">
                        <c:v>2054</c:v>
                      </c:pt>
                      <c:pt idx="2055">
                        <c:v>2055</c:v>
                      </c:pt>
                      <c:pt idx="2056">
                        <c:v>2056</c:v>
                      </c:pt>
                      <c:pt idx="2057">
                        <c:v>2057</c:v>
                      </c:pt>
                      <c:pt idx="2058">
                        <c:v>2058</c:v>
                      </c:pt>
                      <c:pt idx="2059">
                        <c:v>2059</c:v>
                      </c:pt>
                      <c:pt idx="2060">
                        <c:v>2060</c:v>
                      </c:pt>
                      <c:pt idx="2061">
                        <c:v>2061</c:v>
                      </c:pt>
                      <c:pt idx="2062">
                        <c:v>2062</c:v>
                      </c:pt>
                      <c:pt idx="2063">
                        <c:v>2063</c:v>
                      </c:pt>
                      <c:pt idx="2064">
                        <c:v>2064</c:v>
                      </c:pt>
                      <c:pt idx="2065">
                        <c:v>2065</c:v>
                      </c:pt>
                      <c:pt idx="2066">
                        <c:v>2066</c:v>
                      </c:pt>
                      <c:pt idx="2067">
                        <c:v>2067</c:v>
                      </c:pt>
                      <c:pt idx="2068">
                        <c:v>2068</c:v>
                      </c:pt>
                      <c:pt idx="2069">
                        <c:v>2069</c:v>
                      </c:pt>
                      <c:pt idx="2070">
                        <c:v>2070</c:v>
                      </c:pt>
                      <c:pt idx="2071">
                        <c:v>2071</c:v>
                      </c:pt>
                      <c:pt idx="2072">
                        <c:v>2072</c:v>
                      </c:pt>
                      <c:pt idx="2073">
                        <c:v>2073</c:v>
                      </c:pt>
                      <c:pt idx="2074">
                        <c:v>2074</c:v>
                      </c:pt>
                      <c:pt idx="2075">
                        <c:v>2075</c:v>
                      </c:pt>
                      <c:pt idx="2076">
                        <c:v>2076</c:v>
                      </c:pt>
                      <c:pt idx="2077">
                        <c:v>2077</c:v>
                      </c:pt>
                      <c:pt idx="2078">
                        <c:v>2078</c:v>
                      </c:pt>
                      <c:pt idx="2079">
                        <c:v>2079</c:v>
                      </c:pt>
                      <c:pt idx="2080">
                        <c:v>2080</c:v>
                      </c:pt>
                      <c:pt idx="2081">
                        <c:v>2081</c:v>
                      </c:pt>
                      <c:pt idx="2082">
                        <c:v>2082</c:v>
                      </c:pt>
                      <c:pt idx="2083">
                        <c:v>2083</c:v>
                      </c:pt>
                      <c:pt idx="2084">
                        <c:v>2084</c:v>
                      </c:pt>
                      <c:pt idx="2085">
                        <c:v>2085</c:v>
                      </c:pt>
                      <c:pt idx="2086">
                        <c:v>2086</c:v>
                      </c:pt>
                      <c:pt idx="2087">
                        <c:v>2087</c:v>
                      </c:pt>
                      <c:pt idx="2088">
                        <c:v>2088</c:v>
                      </c:pt>
                      <c:pt idx="2089">
                        <c:v>2089</c:v>
                      </c:pt>
                      <c:pt idx="2090">
                        <c:v>2090</c:v>
                      </c:pt>
                      <c:pt idx="2091">
                        <c:v>2091</c:v>
                      </c:pt>
                      <c:pt idx="2092">
                        <c:v>2092</c:v>
                      </c:pt>
                      <c:pt idx="2093">
                        <c:v>2093</c:v>
                      </c:pt>
                      <c:pt idx="2094">
                        <c:v>2094</c:v>
                      </c:pt>
                      <c:pt idx="2095">
                        <c:v>2095</c:v>
                      </c:pt>
                      <c:pt idx="2096">
                        <c:v>2096</c:v>
                      </c:pt>
                      <c:pt idx="2097">
                        <c:v>2097</c:v>
                      </c:pt>
                      <c:pt idx="2098">
                        <c:v>2098</c:v>
                      </c:pt>
                      <c:pt idx="2099">
                        <c:v>2099</c:v>
                      </c:pt>
                      <c:pt idx="2100">
                        <c:v>2100</c:v>
                      </c:pt>
                      <c:pt idx="2101">
                        <c:v>2101</c:v>
                      </c:pt>
                      <c:pt idx="2102">
                        <c:v>2102</c:v>
                      </c:pt>
                      <c:pt idx="2103">
                        <c:v>2103</c:v>
                      </c:pt>
                      <c:pt idx="2104">
                        <c:v>2104</c:v>
                      </c:pt>
                      <c:pt idx="2105">
                        <c:v>2105</c:v>
                      </c:pt>
                      <c:pt idx="2106">
                        <c:v>2106</c:v>
                      </c:pt>
                      <c:pt idx="2107">
                        <c:v>2107</c:v>
                      </c:pt>
                      <c:pt idx="2108">
                        <c:v>2108</c:v>
                      </c:pt>
                      <c:pt idx="2109">
                        <c:v>2109</c:v>
                      </c:pt>
                      <c:pt idx="2110">
                        <c:v>2110</c:v>
                      </c:pt>
                      <c:pt idx="2111">
                        <c:v>2111</c:v>
                      </c:pt>
                      <c:pt idx="2112">
                        <c:v>2112</c:v>
                      </c:pt>
                      <c:pt idx="2113">
                        <c:v>2113</c:v>
                      </c:pt>
                      <c:pt idx="2114">
                        <c:v>2114</c:v>
                      </c:pt>
                      <c:pt idx="2115">
                        <c:v>2115</c:v>
                      </c:pt>
                      <c:pt idx="2116">
                        <c:v>2116</c:v>
                      </c:pt>
                      <c:pt idx="2117">
                        <c:v>2117</c:v>
                      </c:pt>
                      <c:pt idx="2118">
                        <c:v>2118</c:v>
                      </c:pt>
                      <c:pt idx="2119">
                        <c:v>2119</c:v>
                      </c:pt>
                      <c:pt idx="2120">
                        <c:v>2120</c:v>
                      </c:pt>
                      <c:pt idx="2121">
                        <c:v>2121</c:v>
                      </c:pt>
                      <c:pt idx="2122">
                        <c:v>2122</c:v>
                      </c:pt>
                      <c:pt idx="2123">
                        <c:v>2123</c:v>
                      </c:pt>
                      <c:pt idx="2124">
                        <c:v>2124</c:v>
                      </c:pt>
                      <c:pt idx="2125">
                        <c:v>2125</c:v>
                      </c:pt>
                      <c:pt idx="2126">
                        <c:v>2126</c:v>
                      </c:pt>
                      <c:pt idx="2127">
                        <c:v>2127</c:v>
                      </c:pt>
                      <c:pt idx="2128">
                        <c:v>2128</c:v>
                      </c:pt>
                      <c:pt idx="2129">
                        <c:v>2129</c:v>
                      </c:pt>
                      <c:pt idx="2130">
                        <c:v>2130</c:v>
                      </c:pt>
                      <c:pt idx="2131">
                        <c:v>2131</c:v>
                      </c:pt>
                      <c:pt idx="2132">
                        <c:v>2132</c:v>
                      </c:pt>
                      <c:pt idx="2133">
                        <c:v>2133</c:v>
                      </c:pt>
                      <c:pt idx="2134">
                        <c:v>2134</c:v>
                      </c:pt>
                      <c:pt idx="2135">
                        <c:v>2135</c:v>
                      </c:pt>
                      <c:pt idx="2136">
                        <c:v>2136</c:v>
                      </c:pt>
                      <c:pt idx="2137">
                        <c:v>2137</c:v>
                      </c:pt>
                      <c:pt idx="2138">
                        <c:v>2138</c:v>
                      </c:pt>
                      <c:pt idx="2139">
                        <c:v>2139</c:v>
                      </c:pt>
                      <c:pt idx="2140">
                        <c:v>2140</c:v>
                      </c:pt>
                      <c:pt idx="2141">
                        <c:v>2141</c:v>
                      </c:pt>
                      <c:pt idx="2142">
                        <c:v>2142</c:v>
                      </c:pt>
                      <c:pt idx="2143">
                        <c:v>2143</c:v>
                      </c:pt>
                      <c:pt idx="2144">
                        <c:v>2144</c:v>
                      </c:pt>
                      <c:pt idx="2145">
                        <c:v>2145</c:v>
                      </c:pt>
                      <c:pt idx="2146">
                        <c:v>2146</c:v>
                      </c:pt>
                      <c:pt idx="2147">
                        <c:v>2147</c:v>
                      </c:pt>
                      <c:pt idx="2148">
                        <c:v>2148</c:v>
                      </c:pt>
                      <c:pt idx="2149">
                        <c:v>2149</c:v>
                      </c:pt>
                      <c:pt idx="2150">
                        <c:v>2150</c:v>
                      </c:pt>
                      <c:pt idx="2151">
                        <c:v>2151</c:v>
                      </c:pt>
                      <c:pt idx="2152">
                        <c:v>2152</c:v>
                      </c:pt>
                      <c:pt idx="2153">
                        <c:v>2153</c:v>
                      </c:pt>
                      <c:pt idx="2154">
                        <c:v>2154</c:v>
                      </c:pt>
                      <c:pt idx="2155">
                        <c:v>2155</c:v>
                      </c:pt>
                      <c:pt idx="2156">
                        <c:v>2156</c:v>
                      </c:pt>
                      <c:pt idx="2157">
                        <c:v>2157</c:v>
                      </c:pt>
                      <c:pt idx="2158">
                        <c:v>2158</c:v>
                      </c:pt>
                      <c:pt idx="2159">
                        <c:v>2159</c:v>
                      </c:pt>
                      <c:pt idx="2160">
                        <c:v>2160</c:v>
                      </c:pt>
                      <c:pt idx="2161">
                        <c:v>2161</c:v>
                      </c:pt>
                      <c:pt idx="2162">
                        <c:v>2162</c:v>
                      </c:pt>
                      <c:pt idx="2163">
                        <c:v>2163</c:v>
                      </c:pt>
                      <c:pt idx="2164">
                        <c:v>2164</c:v>
                      </c:pt>
                      <c:pt idx="2165">
                        <c:v>2165</c:v>
                      </c:pt>
                      <c:pt idx="2166">
                        <c:v>2166</c:v>
                      </c:pt>
                      <c:pt idx="2167">
                        <c:v>2167</c:v>
                      </c:pt>
                      <c:pt idx="2168">
                        <c:v>2168</c:v>
                      </c:pt>
                      <c:pt idx="2169">
                        <c:v>2169</c:v>
                      </c:pt>
                      <c:pt idx="2170">
                        <c:v>2170</c:v>
                      </c:pt>
                      <c:pt idx="2171">
                        <c:v>2171</c:v>
                      </c:pt>
                      <c:pt idx="2172">
                        <c:v>2172</c:v>
                      </c:pt>
                      <c:pt idx="2173">
                        <c:v>2173</c:v>
                      </c:pt>
                      <c:pt idx="2174">
                        <c:v>2174</c:v>
                      </c:pt>
                      <c:pt idx="2175">
                        <c:v>2175</c:v>
                      </c:pt>
                      <c:pt idx="2176">
                        <c:v>2176</c:v>
                      </c:pt>
                      <c:pt idx="2177">
                        <c:v>2177</c:v>
                      </c:pt>
                      <c:pt idx="2178">
                        <c:v>2178</c:v>
                      </c:pt>
                      <c:pt idx="2179">
                        <c:v>2179</c:v>
                      </c:pt>
                      <c:pt idx="2180">
                        <c:v>2180</c:v>
                      </c:pt>
                      <c:pt idx="2181">
                        <c:v>2181</c:v>
                      </c:pt>
                      <c:pt idx="2182">
                        <c:v>2182</c:v>
                      </c:pt>
                      <c:pt idx="2183">
                        <c:v>2183</c:v>
                      </c:pt>
                      <c:pt idx="2184">
                        <c:v>2184</c:v>
                      </c:pt>
                      <c:pt idx="2185">
                        <c:v>2185</c:v>
                      </c:pt>
                      <c:pt idx="2186">
                        <c:v>2186</c:v>
                      </c:pt>
                      <c:pt idx="2187">
                        <c:v>2187</c:v>
                      </c:pt>
                      <c:pt idx="2188">
                        <c:v>2188</c:v>
                      </c:pt>
                      <c:pt idx="2189">
                        <c:v>2189</c:v>
                      </c:pt>
                      <c:pt idx="2190">
                        <c:v>2190</c:v>
                      </c:pt>
                      <c:pt idx="2191">
                        <c:v>2191</c:v>
                      </c:pt>
                      <c:pt idx="2192">
                        <c:v>2192</c:v>
                      </c:pt>
                      <c:pt idx="2193">
                        <c:v>2193</c:v>
                      </c:pt>
                      <c:pt idx="2194">
                        <c:v>2194</c:v>
                      </c:pt>
                      <c:pt idx="2195">
                        <c:v>2195</c:v>
                      </c:pt>
                      <c:pt idx="2196">
                        <c:v>2196</c:v>
                      </c:pt>
                      <c:pt idx="2197">
                        <c:v>2197</c:v>
                      </c:pt>
                      <c:pt idx="2198">
                        <c:v>2198</c:v>
                      </c:pt>
                      <c:pt idx="2199">
                        <c:v>2199</c:v>
                      </c:pt>
                      <c:pt idx="2200">
                        <c:v>2200</c:v>
                      </c:pt>
                      <c:pt idx="2201">
                        <c:v>2201</c:v>
                      </c:pt>
                      <c:pt idx="2202">
                        <c:v>2202</c:v>
                      </c:pt>
                      <c:pt idx="2203">
                        <c:v>2203</c:v>
                      </c:pt>
                      <c:pt idx="2204">
                        <c:v>2204</c:v>
                      </c:pt>
                      <c:pt idx="2205">
                        <c:v>2205</c:v>
                      </c:pt>
                      <c:pt idx="2206">
                        <c:v>2206</c:v>
                      </c:pt>
                      <c:pt idx="2207">
                        <c:v>2207</c:v>
                      </c:pt>
                      <c:pt idx="2208">
                        <c:v>2208</c:v>
                      </c:pt>
                      <c:pt idx="2209">
                        <c:v>2209</c:v>
                      </c:pt>
                      <c:pt idx="2210">
                        <c:v>2210</c:v>
                      </c:pt>
                      <c:pt idx="2211">
                        <c:v>2211</c:v>
                      </c:pt>
                      <c:pt idx="2212">
                        <c:v>2212</c:v>
                      </c:pt>
                      <c:pt idx="2213">
                        <c:v>2213</c:v>
                      </c:pt>
                      <c:pt idx="2214">
                        <c:v>2214</c:v>
                      </c:pt>
                      <c:pt idx="2215">
                        <c:v>2215</c:v>
                      </c:pt>
                      <c:pt idx="2216">
                        <c:v>2216</c:v>
                      </c:pt>
                      <c:pt idx="2217">
                        <c:v>2217</c:v>
                      </c:pt>
                      <c:pt idx="2218">
                        <c:v>2218</c:v>
                      </c:pt>
                      <c:pt idx="2219">
                        <c:v>2219</c:v>
                      </c:pt>
                      <c:pt idx="2220">
                        <c:v>2220</c:v>
                      </c:pt>
                      <c:pt idx="2221">
                        <c:v>2221</c:v>
                      </c:pt>
                      <c:pt idx="2222">
                        <c:v>2222</c:v>
                      </c:pt>
                      <c:pt idx="2223">
                        <c:v>2223</c:v>
                      </c:pt>
                      <c:pt idx="2224">
                        <c:v>2224</c:v>
                      </c:pt>
                      <c:pt idx="2225">
                        <c:v>2225</c:v>
                      </c:pt>
                      <c:pt idx="2226">
                        <c:v>2226</c:v>
                      </c:pt>
                      <c:pt idx="2227">
                        <c:v>2227</c:v>
                      </c:pt>
                      <c:pt idx="2228">
                        <c:v>2228</c:v>
                      </c:pt>
                      <c:pt idx="2229">
                        <c:v>2229</c:v>
                      </c:pt>
                      <c:pt idx="2230">
                        <c:v>2230</c:v>
                      </c:pt>
                      <c:pt idx="2231">
                        <c:v>2231</c:v>
                      </c:pt>
                      <c:pt idx="2232">
                        <c:v>2232</c:v>
                      </c:pt>
                      <c:pt idx="2233">
                        <c:v>2233</c:v>
                      </c:pt>
                      <c:pt idx="2234">
                        <c:v>2234</c:v>
                      </c:pt>
                      <c:pt idx="2235">
                        <c:v>2235</c:v>
                      </c:pt>
                      <c:pt idx="2236">
                        <c:v>2236</c:v>
                      </c:pt>
                      <c:pt idx="2237">
                        <c:v>2237</c:v>
                      </c:pt>
                      <c:pt idx="2238">
                        <c:v>2238</c:v>
                      </c:pt>
                      <c:pt idx="2239">
                        <c:v>2239</c:v>
                      </c:pt>
                      <c:pt idx="2240">
                        <c:v>2240</c:v>
                      </c:pt>
                      <c:pt idx="2241">
                        <c:v>2241</c:v>
                      </c:pt>
                      <c:pt idx="2242">
                        <c:v>2242</c:v>
                      </c:pt>
                      <c:pt idx="2243">
                        <c:v>2243</c:v>
                      </c:pt>
                      <c:pt idx="2244">
                        <c:v>2244</c:v>
                      </c:pt>
                      <c:pt idx="2245">
                        <c:v>2245</c:v>
                      </c:pt>
                      <c:pt idx="2246">
                        <c:v>2246</c:v>
                      </c:pt>
                      <c:pt idx="2247">
                        <c:v>2247</c:v>
                      </c:pt>
                      <c:pt idx="2248">
                        <c:v>2248</c:v>
                      </c:pt>
                      <c:pt idx="2249">
                        <c:v>2249</c:v>
                      </c:pt>
                      <c:pt idx="2250">
                        <c:v>2250</c:v>
                      </c:pt>
                      <c:pt idx="2251">
                        <c:v>2251</c:v>
                      </c:pt>
                      <c:pt idx="2252">
                        <c:v>2252</c:v>
                      </c:pt>
                      <c:pt idx="2253">
                        <c:v>2253</c:v>
                      </c:pt>
                      <c:pt idx="2254">
                        <c:v>2254</c:v>
                      </c:pt>
                      <c:pt idx="2255">
                        <c:v>2255</c:v>
                      </c:pt>
                      <c:pt idx="2256">
                        <c:v>2256</c:v>
                      </c:pt>
                      <c:pt idx="2257">
                        <c:v>2257</c:v>
                      </c:pt>
                      <c:pt idx="2258">
                        <c:v>2258</c:v>
                      </c:pt>
                      <c:pt idx="2259">
                        <c:v>2259</c:v>
                      </c:pt>
                      <c:pt idx="2260">
                        <c:v>2260</c:v>
                      </c:pt>
                      <c:pt idx="2261">
                        <c:v>2261</c:v>
                      </c:pt>
                      <c:pt idx="2262">
                        <c:v>2262</c:v>
                      </c:pt>
                      <c:pt idx="2263">
                        <c:v>2263</c:v>
                      </c:pt>
                      <c:pt idx="2264">
                        <c:v>2264</c:v>
                      </c:pt>
                      <c:pt idx="2265">
                        <c:v>2265</c:v>
                      </c:pt>
                      <c:pt idx="2266">
                        <c:v>2266</c:v>
                      </c:pt>
                      <c:pt idx="2267">
                        <c:v>2267</c:v>
                      </c:pt>
                      <c:pt idx="2268">
                        <c:v>2268</c:v>
                      </c:pt>
                      <c:pt idx="2269">
                        <c:v>2269</c:v>
                      </c:pt>
                      <c:pt idx="2270">
                        <c:v>2270</c:v>
                      </c:pt>
                      <c:pt idx="2271">
                        <c:v>2271</c:v>
                      </c:pt>
                      <c:pt idx="2272">
                        <c:v>2272</c:v>
                      </c:pt>
                      <c:pt idx="2273">
                        <c:v>2273</c:v>
                      </c:pt>
                      <c:pt idx="2274">
                        <c:v>2274</c:v>
                      </c:pt>
                      <c:pt idx="2275">
                        <c:v>2275</c:v>
                      </c:pt>
                      <c:pt idx="2276">
                        <c:v>2276</c:v>
                      </c:pt>
                      <c:pt idx="2277">
                        <c:v>2277</c:v>
                      </c:pt>
                      <c:pt idx="2278">
                        <c:v>2278</c:v>
                      </c:pt>
                      <c:pt idx="2279">
                        <c:v>2279</c:v>
                      </c:pt>
                      <c:pt idx="2280">
                        <c:v>2280</c:v>
                      </c:pt>
                      <c:pt idx="2281">
                        <c:v>2281</c:v>
                      </c:pt>
                      <c:pt idx="2282">
                        <c:v>2282</c:v>
                      </c:pt>
                      <c:pt idx="2283">
                        <c:v>2283</c:v>
                      </c:pt>
                      <c:pt idx="2284">
                        <c:v>2284</c:v>
                      </c:pt>
                      <c:pt idx="2285">
                        <c:v>2285</c:v>
                      </c:pt>
                      <c:pt idx="2286">
                        <c:v>2286</c:v>
                      </c:pt>
                      <c:pt idx="2287">
                        <c:v>2287</c:v>
                      </c:pt>
                      <c:pt idx="2288">
                        <c:v>2288</c:v>
                      </c:pt>
                      <c:pt idx="2289">
                        <c:v>2289</c:v>
                      </c:pt>
                      <c:pt idx="2290">
                        <c:v>2290</c:v>
                      </c:pt>
                      <c:pt idx="2291">
                        <c:v>2291</c:v>
                      </c:pt>
                      <c:pt idx="2292">
                        <c:v>2292</c:v>
                      </c:pt>
                      <c:pt idx="2293">
                        <c:v>2293</c:v>
                      </c:pt>
                      <c:pt idx="2294">
                        <c:v>2294</c:v>
                      </c:pt>
                      <c:pt idx="2295">
                        <c:v>2295</c:v>
                      </c:pt>
                      <c:pt idx="2296">
                        <c:v>2296</c:v>
                      </c:pt>
                      <c:pt idx="2297">
                        <c:v>2297</c:v>
                      </c:pt>
                      <c:pt idx="2298">
                        <c:v>2298</c:v>
                      </c:pt>
                      <c:pt idx="2299">
                        <c:v>2299</c:v>
                      </c:pt>
                      <c:pt idx="2300">
                        <c:v>2300</c:v>
                      </c:pt>
                      <c:pt idx="2301">
                        <c:v>2301</c:v>
                      </c:pt>
                      <c:pt idx="2302">
                        <c:v>2302</c:v>
                      </c:pt>
                      <c:pt idx="2303">
                        <c:v>2303</c:v>
                      </c:pt>
                      <c:pt idx="2304">
                        <c:v>2304</c:v>
                      </c:pt>
                      <c:pt idx="2305">
                        <c:v>2305</c:v>
                      </c:pt>
                      <c:pt idx="2306">
                        <c:v>2306</c:v>
                      </c:pt>
                      <c:pt idx="2307">
                        <c:v>2307</c:v>
                      </c:pt>
                      <c:pt idx="2308">
                        <c:v>2308</c:v>
                      </c:pt>
                      <c:pt idx="2309">
                        <c:v>2309</c:v>
                      </c:pt>
                      <c:pt idx="2310">
                        <c:v>2310</c:v>
                      </c:pt>
                      <c:pt idx="2311">
                        <c:v>2311</c:v>
                      </c:pt>
                      <c:pt idx="2312">
                        <c:v>2312</c:v>
                      </c:pt>
                      <c:pt idx="2313">
                        <c:v>2313</c:v>
                      </c:pt>
                      <c:pt idx="2314">
                        <c:v>2314</c:v>
                      </c:pt>
                      <c:pt idx="2315">
                        <c:v>2315</c:v>
                      </c:pt>
                      <c:pt idx="2316">
                        <c:v>2316</c:v>
                      </c:pt>
                      <c:pt idx="2317">
                        <c:v>2317</c:v>
                      </c:pt>
                      <c:pt idx="2318">
                        <c:v>2318</c:v>
                      </c:pt>
                      <c:pt idx="2319">
                        <c:v>2319</c:v>
                      </c:pt>
                      <c:pt idx="2320">
                        <c:v>2320</c:v>
                      </c:pt>
                      <c:pt idx="2321">
                        <c:v>2321</c:v>
                      </c:pt>
                      <c:pt idx="2322">
                        <c:v>2322</c:v>
                      </c:pt>
                      <c:pt idx="2323">
                        <c:v>2323</c:v>
                      </c:pt>
                      <c:pt idx="2324">
                        <c:v>2324</c:v>
                      </c:pt>
                      <c:pt idx="2325">
                        <c:v>2325</c:v>
                      </c:pt>
                      <c:pt idx="2326">
                        <c:v>2326</c:v>
                      </c:pt>
                      <c:pt idx="2327">
                        <c:v>2327</c:v>
                      </c:pt>
                      <c:pt idx="2328">
                        <c:v>2328</c:v>
                      </c:pt>
                      <c:pt idx="2329">
                        <c:v>2329</c:v>
                      </c:pt>
                      <c:pt idx="2330">
                        <c:v>2330</c:v>
                      </c:pt>
                      <c:pt idx="2331">
                        <c:v>2331</c:v>
                      </c:pt>
                      <c:pt idx="2332">
                        <c:v>2332</c:v>
                      </c:pt>
                      <c:pt idx="2333">
                        <c:v>2333</c:v>
                      </c:pt>
                      <c:pt idx="2334">
                        <c:v>2334</c:v>
                      </c:pt>
                      <c:pt idx="2335">
                        <c:v>2335</c:v>
                      </c:pt>
                      <c:pt idx="2336">
                        <c:v>2336</c:v>
                      </c:pt>
                      <c:pt idx="2337">
                        <c:v>2337</c:v>
                      </c:pt>
                      <c:pt idx="2338">
                        <c:v>2338</c:v>
                      </c:pt>
                      <c:pt idx="2339">
                        <c:v>2339</c:v>
                      </c:pt>
                      <c:pt idx="2340">
                        <c:v>2340</c:v>
                      </c:pt>
                      <c:pt idx="2341">
                        <c:v>2341</c:v>
                      </c:pt>
                      <c:pt idx="2342">
                        <c:v>2342</c:v>
                      </c:pt>
                      <c:pt idx="2343">
                        <c:v>2343</c:v>
                      </c:pt>
                      <c:pt idx="2344">
                        <c:v>2344</c:v>
                      </c:pt>
                      <c:pt idx="2345">
                        <c:v>2345</c:v>
                      </c:pt>
                      <c:pt idx="2346">
                        <c:v>2346</c:v>
                      </c:pt>
                      <c:pt idx="2347">
                        <c:v>2347</c:v>
                      </c:pt>
                      <c:pt idx="2348">
                        <c:v>2348</c:v>
                      </c:pt>
                      <c:pt idx="2349">
                        <c:v>2349</c:v>
                      </c:pt>
                      <c:pt idx="2350">
                        <c:v>2350</c:v>
                      </c:pt>
                      <c:pt idx="2351">
                        <c:v>2351</c:v>
                      </c:pt>
                      <c:pt idx="2352">
                        <c:v>2352</c:v>
                      </c:pt>
                      <c:pt idx="2353">
                        <c:v>2353</c:v>
                      </c:pt>
                      <c:pt idx="2354">
                        <c:v>2354</c:v>
                      </c:pt>
                      <c:pt idx="2355">
                        <c:v>2355</c:v>
                      </c:pt>
                      <c:pt idx="2356">
                        <c:v>2356</c:v>
                      </c:pt>
                      <c:pt idx="2357">
                        <c:v>2357</c:v>
                      </c:pt>
                      <c:pt idx="2358">
                        <c:v>2358</c:v>
                      </c:pt>
                      <c:pt idx="2359">
                        <c:v>2359</c:v>
                      </c:pt>
                      <c:pt idx="2360">
                        <c:v>2360</c:v>
                      </c:pt>
                      <c:pt idx="2361">
                        <c:v>2361</c:v>
                      </c:pt>
                      <c:pt idx="2362">
                        <c:v>2362</c:v>
                      </c:pt>
                      <c:pt idx="2363">
                        <c:v>2363</c:v>
                      </c:pt>
                      <c:pt idx="2364">
                        <c:v>2364</c:v>
                      </c:pt>
                      <c:pt idx="2365">
                        <c:v>2365</c:v>
                      </c:pt>
                      <c:pt idx="2366">
                        <c:v>2366</c:v>
                      </c:pt>
                      <c:pt idx="2367">
                        <c:v>2367</c:v>
                      </c:pt>
                      <c:pt idx="2368">
                        <c:v>2368</c:v>
                      </c:pt>
                      <c:pt idx="2369">
                        <c:v>2369</c:v>
                      </c:pt>
                      <c:pt idx="2370">
                        <c:v>2370</c:v>
                      </c:pt>
                      <c:pt idx="2371">
                        <c:v>2371</c:v>
                      </c:pt>
                      <c:pt idx="2372">
                        <c:v>2372</c:v>
                      </c:pt>
                      <c:pt idx="2373">
                        <c:v>2373</c:v>
                      </c:pt>
                      <c:pt idx="2374">
                        <c:v>2374</c:v>
                      </c:pt>
                      <c:pt idx="2375">
                        <c:v>2375</c:v>
                      </c:pt>
                      <c:pt idx="2376">
                        <c:v>2376</c:v>
                      </c:pt>
                      <c:pt idx="2377">
                        <c:v>2377</c:v>
                      </c:pt>
                      <c:pt idx="2378">
                        <c:v>2378</c:v>
                      </c:pt>
                      <c:pt idx="2379">
                        <c:v>2379</c:v>
                      </c:pt>
                      <c:pt idx="2380">
                        <c:v>2380</c:v>
                      </c:pt>
                      <c:pt idx="2381">
                        <c:v>2381</c:v>
                      </c:pt>
                      <c:pt idx="2382">
                        <c:v>2382</c:v>
                      </c:pt>
                      <c:pt idx="2383">
                        <c:v>2383</c:v>
                      </c:pt>
                      <c:pt idx="2384">
                        <c:v>2384</c:v>
                      </c:pt>
                      <c:pt idx="2385">
                        <c:v>2385</c:v>
                      </c:pt>
                      <c:pt idx="2386">
                        <c:v>2386</c:v>
                      </c:pt>
                      <c:pt idx="2387">
                        <c:v>2387</c:v>
                      </c:pt>
                      <c:pt idx="2388">
                        <c:v>2388</c:v>
                      </c:pt>
                      <c:pt idx="2389">
                        <c:v>2389</c:v>
                      </c:pt>
                      <c:pt idx="2390">
                        <c:v>2390</c:v>
                      </c:pt>
                      <c:pt idx="2391">
                        <c:v>2391</c:v>
                      </c:pt>
                      <c:pt idx="2392">
                        <c:v>2392</c:v>
                      </c:pt>
                      <c:pt idx="2393">
                        <c:v>2393</c:v>
                      </c:pt>
                      <c:pt idx="2394">
                        <c:v>2394</c:v>
                      </c:pt>
                      <c:pt idx="2395">
                        <c:v>2395</c:v>
                      </c:pt>
                      <c:pt idx="2396">
                        <c:v>2396</c:v>
                      </c:pt>
                      <c:pt idx="2397">
                        <c:v>2397</c:v>
                      </c:pt>
                      <c:pt idx="2398">
                        <c:v>2398</c:v>
                      </c:pt>
                      <c:pt idx="2399">
                        <c:v>2399</c:v>
                      </c:pt>
                      <c:pt idx="2400">
                        <c:v>2400</c:v>
                      </c:pt>
                      <c:pt idx="2401">
                        <c:v>2401</c:v>
                      </c:pt>
                      <c:pt idx="2402">
                        <c:v>2402</c:v>
                      </c:pt>
                      <c:pt idx="2403">
                        <c:v>2403</c:v>
                      </c:pt>
                      <c:pt idx="2404">
                        <c:v>2404</c:v>
                      </c:pt>
                      <c:pt idx="2405">
                        <c:v>2405</c:v>
                      </c:pt>
                      <c:pt idx="2406">
                        <c:v>2406</c:v>
                      </c:pt>
                      <c:pt idx="2407">
                        <c:v>2407</c:v>
                      </c:pt>
                      <c:pt idx="2408">
                        <c:v>2408</c:v>
                      </c:pt>
                      <c:pt idx="2409">
                        <c:v>2409</c:v>
                      </c:pt>
                      <c:pt idx="2410">
                        <c:v>2410</c:v>
                      </c:pt>
                      <c:pt idx="2411">
                        <c:v>2411</c:v>
                      </c:pt>
                      <c:pt idx="2412">
                        <c:v>2412</c:v>
                      </c:pt>
                      <c:pt idx="2413">
                        <c:v>2413</c:v>
                      </c:pt>
                      <c:pt idx="2414">
                        <c:v>2414</c:v>
                      </c:pt>
                      <c:pt idx="2415">
                        <c:v>2415</c:v>
                      </c:pt>
                      <c:pt idx="2416">
                        <c:v>2416</c:v>
                      </c:pt>
                      <c:pt idx="2417">
                        <c:v>2417</c:v>
                      </c:pt>
                      <c:pt idx="2418">
                        <c:v>2418</c:v>
                      </c:pt>
                      <c:pt idx="2419">
                        <c:v>2419</c:v>
                      </c:pt>
                      <c:pt idx="2420">
                        <c:v>2420</c:v>
                      </c:pt>
                      <c:pt idx="2421">
                        <c:v>2421</c:v>
                      </c:pt>
                      <c:pt idx="2422">
                        <c:v>2422</c:v>
                      </c:pt>
                      <c:pt idx="2423">
                        <c:v>2423</c:v>
                      </c:pt>
                      <c:pt idx="2424">
                        <c:v>2424</c:v>
                      </c:pt>
                      <c:pt idx="2425">
                        <c:v>2425</c:v>
                      </c:pt>
                      <c:pt idx="2426">
                        <c:v>2426</c:v>
                      </c:pt>
                      <c:pt idx="2427">
                        <c:v>2427</c:v>
                      </c:pt>
                      <c:pt idx="2428">
                        <c:v>2428</c:v>
                      </c:pt>
                      <c:pt idx="2429">
                        <c:v>2429</c:v>
                      </c:pt>
                      <c:pt idx="2430">
                        <c:v>2430</c:v>
                      </c:pt>
                      <c:pt idx="2431">
                        <c:v>2431</c:v>
                      </c:pt>
                      <c:pt idx="2432">
                        <c:v>2432</c:v>
                      </c:pt>
                      <c:pt idx="2433">
                        <c:v>2433</c:v>
                      </c:pt>
                      <c:pt idx="2434">
                        <c:v>2434</c:v>
                      </c:pt>
                      <c:pt idx="2435">
                        <c:v>2435</c:v>
                      </c:pt>
                      <c:pt idx="2436">
                        <c:v>2436</c:v>
                      </c:pt>
                      <c:pt idx="2437">
                        <c:v>2437</c:v>
                      </c:pt>
                      <c:pt idx="2438">
                        <c:v>2438</c:v>
                      </c:pt>
                      <c:pt idx="2439">
                        <c:v>2439</c:v>
                      </c:pt>
                      <c:pt idx="2440">
                        <c:v>2440</c:v>
                      </c:pt>
                      <c:pt idx="2441">
                        <c:v>2441</c:v>
                      </c:pt>
                      <c:pt idx="2442">
                        <c:v>2442</c:v>
                      </c:pt>
                      <c:pt idx="2443">
                        <c:v>2443</c:v>
                      </c:pt>
                      <c:pt idx="2444">
                        <c:v>2444</c:v>
                      </c:pt>
                      <c:pt idx="2445">
                        <c:v>2445</c:v>
                      </c:pt>
                      <c:pt idx="2446">
                        <c:v>2446</c:v>
                      </c:pt>
                      <c:pt idx="2447">
                        <c:v>2447</c:v>
                      </c:pt>
                      <c:pt idx="2448">
                        <c:v>2448</c:v>
                      </c:pt>
                      <c:pt idx="2449">
                        <c:v>2449</c:v>
                      </c:pt>
                      <c:pt idx="2450">
                        <c:v>2450</c:v>
                      </c:pt>
                      <c:pt idx="2451">
                        <c:v>2451</c:v>
                      </c:pt>
                      <c:pt idx="2452">
                        <c:v>2452</c:v>
                      </c:pt>
                      <c:pt idx="2453">
                        <c:v>2453</c:v>
                      </c:pt>
                      <c:pt idx="2454">
                        <c:v>2454</c:v>
                      </c:pt>
                      <c:pt idx="2455">
                        <c:v>2455</c:v>
                      </c:pt>
                      <c:pt idx="2456">
                        <c:v>2456</c:v>
                      </c:pt>
                      <c:pt idx="2457">
                        <c:v>2457</c:v>
                      </c:pt>
                      <c:pt idx="2458">
                        <c:v>2458</c:v>
                      </c:pt>
                      <c:pt idx="2459">
                        <c:v>2459</c:v>
                      </c:pt>
                      <c:pt idx="2460">
                        <c:v>2460</c:v>
                      </c:pt>
                      <c:pt idx="2461">
                        <c:v>2461</c:v>
                      </c:pt>
                      <c:pt idx="2462">
                        <c:v>2462</c:v>
                      </c:pt>
                      <c:pt idx="2463">
                        <c:v>2463</c:v>
                      </c:pt>
                      <c:pt idx="2464">
                        <c:v>2464</c:v>
                      </c:pt>
                      <c:pt idx="2465">
                        <c:v>2465</c:v>
                      </c:pt>
                      <c:pt idx="2466">
                        <c:v>2466</c:v>
                      </c:pt>
                      <c:pt idx="2467">
                        <c:v>2467</c:v>
                      </c:pt>
                      <c:pt idx="2468">
                        <c:v>2468</c:v>
                      </c:pt>
                      <c:pt idx="2469">
                        <c:v>2469</c:v>
                      </c:pt>
                      <c:pt idx="2470">
                        <c:v>2470</c:v>
                      </c:pt>
                      <c:pt idx="2471">
                        <c:v>2471</c:v>
                      </c:pt>
                      <c:pt idx="2472">
                        <c:v>2472</c:v>
                      </c:pt>
                      <c:pt idx="2473">
                        <c:v>2473</c:v>
                      </c:pt>
                      <c:pt idx="2474">
                        <c:v>2474</c:v>
                      </c:pt>
                      <c:pt idx="2475">
                        <c:v>2475</c:v>
                      </c:pt>
                      <c:pt idx="2476">
                        <c:v>2476</c:v>
                      </c:pt>
                      <c:pt idx="2477">
                        <c:v>2477</c:v>
                      </c:pt>
                      <c:pt idx="2478">
                        <c:v>2478</c:v>
                      </c:pt>
                      <c:pt idx="2479">
                        <c:v>2479</c:v>
                      </c:pt>
                      <c:pt idx="2480">
                        <c:v>2480</c:v>
                      </c:pt>
                      <c:pt idx="2481">
                        <c:v>2481</c:v>
                      </c:pt>
                      <c:pt idx="2482">
                        <c:v>2482</c:v>
                      </c:pt>
                      <c:pt idx="2483">
                        <c:v>2483</c:v>
                      </c:pt>
                      <c:pt idx="2484">
                        <c:v>2484</c:v>
                      </c:pt>
                      <c:pt idx="2485">
                        <c:v>2485</c:v>
                      </c:pt>
                      <c:pt idx="2486">
                        <c:v>2486</c:v>
                      </c:pt>
                      <c:pt idx="2487">
                        <c:v>2487</c:v>
                      </c:pt>
                      <c:pt idx="2488">
                        <c:v>2488</c:v>
                      </c:pt>
                      <c:pt idx="2489">
                        <c:v>2489</c:v>
                      </c:pt>
                      <c:pt idx="2490">
                        <c:v>2490</c:v>
                      </c:pt>
                      <c:pt idx="2491">
                        <c:v>2491</c:v>
                      </c:pt>
                      <c:pt idx="2492">
                        <c:v>2492</c:v>
                      </c:pt>
                      <c:pt idx="2493">
                        <c:v>2493</c:v>
                      </c:pt>
                      <c:pt idx="2494">
                        <c:v>2494</c:v>
                      </c:pt>
                      <c:pt idx="2495">
                        <c:v>2495</c:v>
                      </c:pt>
                      <c:pt idx="2496">
                        <c:v>2496</c:v>
                      </c:pt>
                      <c:pt idx="2497">
                        <c:v>2497</c:v>
                      </c:pt>
                      <c:pt idx="2498">
                        <c:v>2498</c:v>
                      </c:pt>
                      <c:pt idx="2499">
                        <c:v>2499</c:v>
                      </c:pt>
                      <c:pt idx="2500">
                        <c:v>2500</c:v>
                      </c:pt>
                      <c:pt idx="2501">
                        <c:v>2501</c:v>
                      </c:pt>
                      <c:pt idx="2502">
                        <c:v>2502</c:v>
                      </c:pt>
                      <c:pt idx="2503">
                        <c:v>2503</c:v>
                      </c:pt>
                      <c:pt idx="2504">
                        <c:v>2504</c:v>
                      </c:pt>
                      <c:pt idx="2505">
                        <c:v>2505</c:v>
                      </c:pt>
                      <c:pt idx="2506">
                        <c:v>2506</c:v>
                      </c:pt>
                      <c:pt idx="2507">
                        <c:v>2507</c:v>
                      </c:pt>
                      <c:pt idx="2508">
                        <c:v>2508</c:v>
                      </c:pt>
                      <c:pt idx="2509">
                        <c:v>2509</c:v>
                      </c:pt>
                      <c:pt idx="2510">
                        <c:v>2510</c:v>
                      </c:pt>
                      <c:pt idx="2511">
                        <c:v>2511</c:v>
                      </c:pt>
                      <c:pt idx="2512">
                        <c:v>2512</c:v>
                      </c:pt>
                      <c:pt idx="2513">
                        <c:v>2513</c:v>
                      </c:pt>
                      <c:pt idx="2514">
                        <c:v>2514</c:v>
                      </c:pt>
                      <c:pt idx="2515">
                        <c:v>2515</c:v>
                      </c:pt>
                      <c:pt idx="2516">
                        <c:v>2516</c:v>
                      </c:pt>
                      <c:pt idx="2517">
                        <c:v>2517</c:v>
                      </c:pt>
                      <c:pt idx="2518">
                        <c:v>2518</c:v>
                      </c:pt>
                      <c:pt idx="2519">
                        <c:v>2519</c:v>
                      </c:pt>
                      <c:pt idx="2520">
                        <c:v>2520</c:v>
                      </c:pt>
                      <c:pt idx="2521">
                        <c:v>2521</c:v>
                      </c:pt>
                      <c:pt idx="2522">
                        <c:v>2522</c:v>
                      </c:pt>
                      <c:pt idx="2523">
                        <c:v>2523</c:v>
                      </c:pt>
                      <c:pt idx="2524">
                        <c:v>2524</c:v>
                      </c:pt>
                      <c:pt idx="2525">
                        <c:v>2525</c:v>
                      </c:pt>
                      <c:pt idx="2526">
                        <c:v>2526</c:v>
                      </c:pt>
                      <c:pt idx="2527">
                        <c:v>2527</c:v>
                      </c:pt>
                      <c:pt idx="2528">
                        <c:v>2528</c:v>
                      </c:pt>
                      <c:pt idx="2529">
                        <c:v>2529</c:v>
                      </c:pt>
                      <c:pt idx="2530">
                        <c:v>2530</c:v>
                      </c:pt>
                      <c:pt idx="2531">
                        <c:v>2531</c:v>
                      </c:pt>
                      <c:pt idx="2532">
                        <c:v>2532</c:v>
                      </c:pt>
                      <c:pt idx="2533">
                        <c:v>2533</c:v>
                      </c:pt>
                      <c:pt idx="2534">
                        <c:v>2534</c:v>
                      </c:pt>
                      <c:pt idx="2535">
                        <c:v>2535</c:v>
                      </c:pt>
                      <c:pt idx="2536">
                        <c:v>2536</c:v>
                      </c:pt>
                      <c:pt idx="2537">
                        <c:v>2537</c:v>
                      </c:pt>
                      <c:pt idx="2538">
                        <c:v>2538</c:v>
                      </c:pt>
                      <c:pt idx="2539">
                        <c:v>2539</c:v>
                      </c:pt>
                      <c:pt idx="2540">
                        <c:v>2540</c:v>
                      </c:pt>
                      <c:pt idx="2541">
                        <c:v>2541</c:v>
                      </c:pt>
                      <c:pt idx="2542">
                        <c:v>2542</c:v>
                      </c:pt>
                      <c:pt idx="2543">
                        <c:v>2543</c:v>
                      </c:pt>
                      <c:pt idx="2544">
                        <c:v>2544</c:v>
                      </c:pt>
                      <c:pt idx="2545">
                        <c:v>2545</c:v>
                      </c:pt>
                      <c:pt idx="2546">
                        <c:v>2546</c:v>
                      </c:pt>
                      <c:pt idx="2547">
                        <c:v>2547</c:v>
                      </c:pt>
                      <c:pt idx="2548">
                        <c:v>2548</c:v>
                      </c:pt>
                      <c:pt idx="2549">
                        <c:v>2549</c:v>
                      </c:pt>
                      <c:pt idx="2550">
                        <c:v>2550</c:v>
                      </c:pt>
                      <c:pt idx="2551">
                        <c:v>2551</c:v>
                      </c:pt>
                      <c:pt idx="2552">
                        <c:v>2552</c:v>
                      </c:pt>
                      <c:pt idx="2553">
                        <c:v>2553</c:v>
                      </c:pt>
                      <c:pt idx="2554">
                        <c:v>2554</c:v>
                      </c:pt>
                      <c:pt idx="2555">
                        <c:v>2555</c:v>
                      </c:pt>
                      <c:pt idx="2556">
                        <c:v>2556</c:v>
                      </c:pt>
                      <c:pt idx="2557">
                        <c:v>2557</c:v>
                      </c:pt>
                      <c:pt idx="2558">
                        <c:v>2558</c:v>
                      </c:pt>
                      <c:pt idx="2559">
                        <c:v>2559</c:v>
                      </c:pt>
                      <c:pt idx="2560">
                        <c:v>2560</c:v>
                      </c:pt>
                      <c:pt idx="2561">
                        <c:v>2561</c:v>
                      </c:pt>
                      <c:pt idx="2562">
                        <c:v>2562</c:v>
                      </c:pt>
                      <c:pt idx="2563">
                        <c:v>2563</c:v>
                      </c:pt>
                      <c:pt idx="2564">
                        <c:v>2564</c:v>
                      </c:pt>
                      <c:pt idx="2565">
                        <c:v>2565</c:v>
                      </c:pt>
                      <c:pt idx="2566">
                        <c:v>2566</c:v>
                      </c:pt>
                      <c:pt idx="2567">
                        <c:v>2567</c:v>
                      </c:pt>
                      <c:pt idx="2568">
                        <c:v>2568</c:v>
                      </c:pt>
                      <c:pt idx="2569">
                        <c:v>2569</c:v>
                      </c:pt>
                      <c:pt idx="2570">
                        <c:v>2570</c:v>
                      </c:pt>
                      <c:pt idx="2571">
                        <c:v>2571</c:v>
                      </c:pt>
                      <c:pt idx="2572">
                        <c:v>2572</c:v>
                      </c:pt>
                      <c:pt idx="2573">
                        <c:v>2573</c:v>
                      </c:pt>
                      <c:pt idx="2574">
                        <c:v>2574</c:v>
                      </c:pt>
                      <c:pt idx="2575">
                        <c:v>2575</c:v>
                      </c:pt>
                      <c:pt idx="2576">
                        <c:v>2576</c:v>
                      </c:pt>
                      <c:pt idx="2577">
                        <c:v>2577</c:v>
                      </c:pt>
                      <c:pt idx="2578">
                        <c:v>2578</c:v>
                      </c:pt>
                      <c:pt idx="2579">
                        <c:v>2579</c:v>
                      </c:pt>
                      <c:pt idx="2580">
                        <c:v>2580</c:v>
                      </c:pt>
                      <c:pt idx="2581">
                        <c:v>2581</c:v>
                      </c:pt>
                      <c:pt idx="2582">
                        <c:v>2582</c:v>
                      </c:pt>
                      <c:pt idx="2583">
                        <c:v>2583</c:v>
                      </c:pt>
                      <c:pt idx="2584">
                        <c:v>2584</c:v>
                      </c:pt>
                      <c:pt idx="2585">
                        <c:v>2585</c:v>
                      </c:pt>
                      <c:pt idx="2586">
                        <c:v>2586</c:v>
                      </c:pt>
                      <c:pt idx="2587">
                        <c:v>2587</c:v>
                      </c:pt>
                      <c:pt idx="2588">
                        <c:v>2588</c:v>
                      </c:pt>
                      <c:pt idx="2589">
                        <c:v>2589</c:v>
                      </c:pt>
                      <c:pt idx="2590">
                        <c:v>2590</c:v>
                      </c:pt>
                      <c:pt idx="2591">
                        <c:v>2591</c:v>
                      </c:pt>
                      <c:pt idx="2592">
                        <c:v>2592</c:v>
                      </c:pt>
                      <c:pt idx="2593">
                        <c:v>2593</c:v>
                      </c:pt>
                      <c:pt idx="2594">
                        <c:v>2594</c:v>
                      </c:pt>
                      <c:pt idx="2595">
                        <c:v>2595</c:v>
                      </c:pt>
                      <c:pt idx="2596">
                        <c:v>2596</c:v>
                      </c:pt>
                      <c:pt idx="2597">
                        <c:v>2597</c:v>
                      </c:pt>
                      <c:pt idx="2598">
                        <c:v>2598</c:v>
                      </c:pt>
                      <c:pt idx="2599">
                        <c:v>2599</c:v>
                      </c:pt>
                      <c:pt idx="2600">
                        <c:v>2600</c:v>
                      </c:pt>
                      <c:pt idx="2601">
                        <c:v>2601</c:v>
                      </c:pt>
                      <c:pt idx="2602">
                        <c:v>2602</c:v>
                      </c:pt>
                      <c:pt idx="2603">
                        <c:v>2603</c:v>
                      </c:pt>
                      <c:pt idx="2604">
                        <c:v>2604</c:v>
                      </c:pt>
                      <c:pt idx="2605">
                        <c:v>2605</c:v>
                      </c:pt>
                      <c:pt idx="2606">
                        <c:v>2606</c:v>
                      </c:pt>
                      <c:pt idx="2607">
                        <c:v>2607</c:v>
                      </c:pt>
                      <c:pt idx="2608">
                        <c:v>2608</c:v>
                      </c:pt>
                      <c:pt idx="2609">
                        <c:v>2609</c:v>
                      </c:pt>
                      <c:pt idx="2610">
                        <c:v>2610</c:v>
                      </c:pt>
                      <c:pt idx="2611">
                        <c:v>2611</c:v>
                      </c:pt>
                      <c:pt idx="2612">
                        <c:v>2612</c:v>
                      </c:pt>
                      <c:pt idx="2613">
                        <c:v>2613</c:v>
                      </c:pt>
                      <c:pt idx="2614">
                        <c:v>2614</c:v>
                      </c:pt>
                      <c:pt idx="2615">
                        <c:v>2615</c:v>
                      </c:pt>
                      <c:pt idx="2616">
                        <c:v>2616</c:v>
                      </c:pt>
                      <c:pt idx="2617">
                        <c:v>2617</c:v>
                      </c:pt>
                      <c:pt idx="2618">
                        <c:v>2618</c:v>
                      </c:pt>
                      <c:pt idx="2619">
                        <c:v>2619</c:v>
                      </c:pt>
                      <c:pt idx="2620">
                        <c:v>2620</c:v>
                      </c:pt>
                      <c:pt idx="2621">
                        <c:v>2621</c:v>
                      </c:pt>
                      <c:pt idx="2622">
                        <c:v>2622</c:v>
                      </c:pt>
                      <c:pt idx="2623">
                        <c:v>2623</c:v>
                      </c:pt>
                      <c:pt idx="2624">
                        <c:v>2624</c:v>
                      </c:pt>
                      <c:pt idx="2625">
                        <c:v>2625</c:v>
                      </c:pt>
                      <c:pt idx="2626">
                        <c:v>2626</c:v>
                      </c:pt>
                      <c:pt idx="2627">
                        <c:v>2627</c:v>
                      </c:pt>
                      <c:pt idx="2628">
                        <c:v>2628</c:v>
                      </c:pt>
                      <c:pt idx="2629">
                        <c:v>2629</c:v>
                      </c:pt>
                      <c:pt idx="2630">
                        <c:v>2630</c:v>
                      </c:pt>
                      <c:pt idx="2631">
                        <c:v>2631</c:v>
                      </c:pt>
                      <c:pt idx="2632">
                        <c:v>2632</c:v>
                      </c:pt>
                      <c:pt idx="2633">
                        <c:v>2633</c:v>
                      </c:pt>
                      <c:pt idx="2634">
                        <c:v>2634</c:v>
                      </c:pt>
                      <c:pt idx="2635">
                        <c:v>2635</c:v>
                      </c:pt>
                      <c:pt idx="2636">
                        <c:v>2636</c:v>
                      </c:pt>
                      <c:pt idx="2637">
                        <c:v>2637</c:v>
                      </c:pt>
                      <c:pt idx="2638">
                        <c:v>2638</c:v>
                      </c:pt>
                      <c:pt idx="2639">
                        <c:v>2639</c:v>
                      </c:pt>
                      <c:pt idx="2640">
                        <c:v>2640</c:v>
                      </c:pt>
                      <c:pt idx="2641">
                        <c:v>2641</c:v>
                      </c:pt>
                      <c:pt idx="2642">
                        <c:v>2642</c:v>
                      </c:pt>
                      <c:pt idx="2643">
                        <c:v>2643</c:v>
                      </c:pt>
                      <c:pt idx="2644">
                        <c:v>2644</c:v>
                      </c:pt>
                      <c:pt idx="2645">
                        <c:v>2645</c:v>
                      </c:pt>
                      <c:pt idx="2646">
                        <c:v>2646</c:v>
                      </c:pt>
                      <c:pt idx="2647">
                        <c:v>2647</c:v>
                      </c:pt>
                      <c:pt idx="2648">
                        <c:v>2648</c:v>
                      </c:pt>
                      <c:pt idx="2649">
                        <c:v>2649</c:v>
                      </c:pt>
                      <c:pt idx="2650">
                        <c:v>2650</c:v>
                      </c:pt>
                      <c:pt idx="2651">
                        <c:v>2651</c:v>
                      </c:pt>
                      <c:pt idx="2652">
                        <c:v>2652</c:v>
                      </c:pt>
                      <c:pt idx="2653">
                        <c:v>2653</c:v>
                      </c:pt>
                      <c:pt idx="2654">
                        <c:v>2654</c:v>
                      </c:pt>
                      <c:pt idx="2655">
                        <c:v>2655</c:v>
                      </c:pt>
                      <c:pt idx="2656">
                        <c:v>2656</c:v>
                      </c:pt>
                      <c:pt idx="2657">
                        <c:v>2657</c:v>
                      </c:pt>
                      <c:pt idx="2658">
                        <c:v>2658</c:v>
                      </c:pt>
                      <c:pt idx="2659">
                        <c:v>2659</c:v>
                      </c:pt>
                      <c:pt idx="2660">
                        <c:v>2660</c:v>
                      </c:pt>
                      <c:pt idx="2661">
                        <c:v>2661</c:v>
                      </c:pt>
                      <c:pt idx="2662">
                        <c:v>2662</c:v>
                      </c:pt>
                      <c:pt idx="2663">
                        <c:v>2663</c:v>
                      </c:pt>
                      <c:pt idx="2664">
                        <c:v>2664</c:v>
                      </c:pt>
                      <c:pt idx="2665">
                        <c:v>2665</c:v>
                      </c:pt>
                      <c:pt idx="2666">
                        <c:v>2666</c:v>
                      </c:pt>
                      <c:pt idx="2667">
                        <c:v>2667</c:v>
                      </c:pt>
                      <c:pt idx="2668">
                        <c:v>2668</c:v>
                      </c:pt>
                      <c:pt idx="2669">
                        <c:v>2669</c:v>
                      </c:pt>
                      <c:pt idx="2670">
                        <c:v>2670</c:v>
                      </c:pt>
                      <c:pt idx="2671">
                        <c:v>2671</c:v>
                      </c:pt>
                      <c:pt idx="2672">
                        <c:v>2672</c:v>
                      </c:pt>
                      <c:pt idx="2673">
                        <c:v>2673</c:v>
                      </c:pt>
                      <c:pt idx="2674">
                        <c:v>2674</c:v>
                      </c:pt>
                      <c:pt idx="2675">
                        <c:v>2675</c:v>
                      </c:pt>
                      <c:pt idx="2676">
                        <c:v>2676</c:v>
                      </c:pt>
                      <c:pt idx="2677">
                        <c:v>2677</c:v>
                      </c:pt>
                      <c:pt idx="2678">
                        <c:v>2678</c:v>
                      </c:pt>
                      <c:pt idx="2679">
                        <c:v>2679</c:v>
                      </c:pt>
                      <c:pt idx="2680">
                        <c:v>2680</c:v>
                      </c:pt>
                      <c:pt idx="2681">
                        <c:v>2681</c:v>
                      </c:pt>
                      <c:pt idx="2682">
                        <c:v>2682</c:v>
                      </c:pt>
                      <c:pt idx="2683">
                        <c:v>2683</c:v>
                      </c:pt>
                      <c:pt idx="2684">
                        <c:v>2684</c:v>
                      </c:pt>
                      <c:pt idx="2685">
                        <c:v>2685</c:v>
                      </c:pt>
                      <c:pt idx="2686">
                        <c:v>2686</c:v>
                      </c:pt>
                      <c:pt idx="2687">
                        <c:v>2687</c:v>
                      </c:pt>
                      <c:pt idx="2688">
                        <c:v>2688</c:v>
                      </c:pt>
                      <c:pt idx="2689">
                        <c:v>2689</c:v>
                      </c:pt>
                      <c:pt idx="2690">
                        <c:v>2690</c:v>
                      </c:pt>
                      <c:pt idx="2691">
                        <c:v>2691</c:v>
                      </c:pt>
                      <c:pt idx="2692">
                        <c:v>2692</c:v>
                      </c:pt>
                      <c:pt idx="2693">
                        <c:v>2693</c:v>
                      </c:pt>
                      <c:pt idx="2694">
                        <c:v>2694</c:v>
                      </c:pt>
                      <c:pt idx="2695">
                        <c:v>2695</c:v>
                      </c:pt>
                      <c:pt idx="2696">
                        <c:v>2696</c:v>
                      </c:pt>
                      <c:pt idx="2697">
                        <c:v>2697</c:v>
                      </c:pt>
                      <c:pt idx="2698">
                        <c:v>2698</c:v>
                      </c:pt>
                      <c:pt idx="2699">
                        <c:v>2699</c:v>
                      </c:pt>
                      <c:pt idx="2700">
                        <c:v>2700</c:v>
                      </c:pt>
                      <c:pt idx="2701">
                        <c:v>2701</c:v>
                      </c:pt>
                      <c:pt idx="2702">
                        <c:v>2702</c:v>
                      </c:pt>
                      <c:pt idx="2703">
                        <c:v>2703</c:v>
                      </c:pt>
                      <c:pt idx="2704">
                        <c:v>2704</c:v>
                      </c:pt>
                      <c:pt idx="2705">
                        <c:v>2705</c:v>
                      </c:pt>
                      <c:pt idx="2706">
                        <c:v>2706</c:v>
                      </c:pt>
                      <c:pt idx="2707">
                        <c:v>2707</c:v>
                      </c:pt>
                      <c:pt idx="2708">
                        <c:v>2708</c:v>
                      </c:pt>
                      <c:pt idx="2709">
                        <c:v>2709</c:v>
                      </c:pt>
                      <c:pt idx="2710">
                        <c:v>2710</c:v>
                      </c:pt>
                      <c:pt idx="2711">
                        <c:v>2711</c:v>
                      </c:pt>
                      <c:pt idx="2712">
                        <c:v>2712</c:v>
                      </c:pt>
                      <c:pt idx="2713">
                        <c:v>2713</c:v>
                      </c:pt>
                      <c:pt idx="2714">
                        <c:v>2714</c:v>
                      </c:pt>
                      <c:pt idx="2715">
                        <c:v>2715</c:v>
                      </c:pt>
                      <c:pt idx="2716">
                        <c:v>2716</c:v>
                      </c:pt>
                      <c:pt idx="2717">
                        <c:v>2717</c:v>
                      </c:pt>
                      <c:pt idx="2718">
                        <c:v>2718</c:v>
                      </c:pt>
                      <c:pt idx="2719">
                        <c:v>2719</c:v>
                      </c:pt>
                      <c:pt idx="2720">
                        <c:v>2720</c:v>
                      </c:pt>
                      <c:pt idx="2721">
                        <c:v>2721</c:v>
                      </c:pt>
                      <c:pt idx="2722">
                        <c:v>2722</c:v>
                      </c:pt>
                      <c:pt idx="2723">
                        <c:v>2723</c:v>
                      </c:pt>
                      <c:pt idx="2724">
                        <c:v>2724</c:v>
                      </c:pt>
                      <c:pt idx="2725">
                        <c:v>2725</c:v>
                      </c:pt>
                      <c:pt idx="2726">
                        <c:v>2726</c:v>
                      </c:pt>
                      <c:pt idx="2727">
                        <c:v>2727</c:v>
                      </c:pt>
                      <c:pt idx="2728">
                        <c:v>2728</c:v>
                      </c:pt>
                      <c:pt idx="2729">
                        <c:v>2729</c:v>
                      </c:pt>
                      <c:pt idx="2730">
                        <c:v>2730</c:v>
                      </c:pt>
                      <c:pt idx="2731">
                        <c:v>2731</c:v>
                      </c:pt>
                      <c:pt idx="2732">
                        <c:v>2732</c:v>
                      </c:pt>
                      <c:pt idx="2733">
                        <c:v>2733</c:v>
                      </c:pt>
                      <c:pt idx="2734">
                        <c:v>2734</c:v>
                      </c:pt>
                      <c:pt idx="2735">
                        <c:v>2735</c:v>
                      </c:pt>
                      <c:pt idx="2736">
                        <c:v>2736</c:v>
                      </c:pt>
                      <c:pt idx="2737">
                        <c:v>2737</c:v>
                      </c:pt>
                      <c:pt idx="2738">
                        <c:v>2738</c:v>
                      </c:pt>
                      <c:pt idx="2739">
                        <c:v>2739</c:v>
                      </c:pt>
                      <c:pt idx="2740">
                        <c:v>2740</c:v>
                      </c:pt>
                      <c:pt idx="2741">
                        <c:v>2741</c:v>
                      </c:pt>
                      <c:pt idx="2742">
                        <c:v>2742</c:v>
                      </c:pt>
                      <c:pt idx="2743">
                        <c:v>2743</c:v>
                      </c:pt>
                      <c:pt idx="2744">
                        <c:v>2744</c:v>
                      </c:pt>
                      <c:pt idx="2745">
                        <c:v>2745</c:v>
                      </c:pt>
                      <c:pt idx="2746">
                        <c:v>2746</c:v>
                      </c:pt>
                      <c:pt idx="2747">
                        <c:v>2747</c:v>
                      </c:pt>
                      <c:pt idx="2748">
                        <c:v>2748</c:v>
                      </c:pt>
                      <c:pt idx="2749">
                        <c:v>2749</c:v>
                      </c:pt>
                      <c:pt idx="2750">
                        <c:v>2750</c:v>
                      </c:pt>
                      <c:pt idx="2751">
                        <c:v>2751</c:v>
                      </c:pt>
                      <c:pt idx="2752">
                        <c:v>2752</c:v>
                      </c:pt>
                      <c:pt idx="2753">
                        <c:v>2753</c:v>
                      </c:pt>
                      <c:pt idx="2754">
                        <c:v>2754</c:v>
                      </c:pt>
                      <c:pt idx="2755">
                        <c:v>2755</c:v>
                      </c:pt>
                      <c:pt idx="2756">
                        <c:v>2756</c:v>
                      </c:pt>
                      <c:pt idx="2757">
                        <c:v>2757</c:v>
                      </c:pt>
                      <c:pt idx="2758">
                        <c:v>2758</c:v>
                      </c:pt>
                      <c:pt idx="2759">
                        <c:v>2759</c:v>
                      </c:pt>
                      <c:pt idx="2760">
                        <c:v>2760</c:v>
                      </c:pt>
                      <c:pt idx="2761">
                        <c:v>2761</c:v>
                      </c:pt>
                      <c:pt idx="2762">
                        <c:v>2762</c:v>
                      </c:pt>
                      <c:pt idx="2763">
                        <c:v>2763</c:v>
                      </c:pt>
                      <c:pt idx="2764">
                        <c:v>2764</c:v>
                      </c:pt>
                      <c:pt idx="2765">
                        <c:v>2765</c:v>
                      </c:pt>
                      <c:pt idx="2766">
                        <c:v>2766</c:v>
                      </c:pt>
                      <c:pt idx="2767">
                        <c:v>2767</c:v>
                      </c:pt>
                      <c:pt idx="2768">
                        <c:v>2768</c:v>
                      </c:pt>
                      <c:pt idx="2769">
                        <c:v>2769</c:v>
                      </c:pt>
                      <c:pt idx="2770">
                        <c:v>2770</c:v>
                      </c:pt>
                      <c:pt idx="2771">
                        <c:v>2771</c:v>
                      </c:pt>
                      <c:pt idx="2772">
                        <c:v>2772</c:v>
                      </c:pt>
                      <c:pt idx="2773">
                        <c:v>2773</c:v>
                      </c:pt>
                      <c:pt idx="2774">
                        <c:v>2774</c:v>
                      </c:pt>
                      <c:pt idx="2775">
                        <c:v>2775</c:v>
                      </c:pt>
                      <c:pt idx="2776">
                        <c:v>2776</c:v>
                      </c:pt>
                      <c:pt idx="2777">
                        <c:v>2777</c:v>
                      </c:pt>
                      <c:pt idx="2778">
                        <c:v>2778</c:v>
                      </c:pt>
                      <c:pt idx="2779">
                        <c:v>2779</c:v>
                      </c:pt>
                      <c:pt idx="2780">
                        <c:v>2780</c:v>
                      </c:pt>
                      <c:pt idx="2781">
                        <c:v>2781</c:v>
                      </c:pt>
                      <c:pt idx="2782">
                        <c:v>2782</c:v>
                      </c:pt>
                      <c:pt idx="2783">
                        <c:v>2783</c:v>
                      </c:pt>
                      <c:pt idx="2784">
                        <c:v>2784</c:v>
                      </c:pt>
                      <c:pt idx="2785">
                        <c:v>2785</c:v>
                      </c:pt>
                      <c:pt idx="2786">
                        <c:v>2786</c:v>
                      </c:pt>
                      <c:pt idx="2787">
                        <c:v>2787</c:v>
                      </c:pt>
                      <c:pt idx="2788">
                        <c:v>2788</c:v>
                      </c:pt>
                      <c:pt idx="2789">
                        <c:v>2789</c:v>
                      </c:pt>
                      <c:pt idx="2790">
                        <c:v>2790</c:v>
                      </c:pt>
                      <c:pt idx="2791">
                        <c:v>2791</c:v>
                      </c:pt>
                      <c:pt idx="2792">
                        <c:v>2792</c:v>
                      </c:pt>
                      <c:pt idx="2793">
                        <c:v>2793</c:v>
                      </c:pt>
                      <c:pt idx="2794">
                        <c:v>2794</c:v>
                      </c:pt>
                      <c:pt idx="2795">
                        <c:v>2795</c:v>
                      </c:pt>
                      <c:pt idx="2796">
                        <c:v>2796</c:v>
                      </c:pt>
                      <c:pt idx="2797">
                        <c:v>2797</c:v>
                      </c:pt>
                      <c:pt idx="2798">
                        <c:v>2798</c:v>
                      </c:pt>
                      <c:pt idx="2799">
                        <c:v>2799</c:v>
                      </c:pt>
                      <c:pt idx="2800">
                        <c:v>2800</c:v>
                      </c:pt>
                      <c:pt idx="2801">
                        <c:v>2801</c:v>
                      </c:pt>
                      <c:pt idx="2802">
                        <c:v>2802</c:v>
                      </c:pt>
                      <c:pt idx="2803">
                        <c:v>2803</c:v>
                      </c:pt>
                      <c:pt idx="2804">
                        <c:v>2804</c:v>
                      </c:pt>
                      <c:pt idx="2805">
                        <c:v>2805</c:v>
                      </c:pt>
                      <c:pt idx="2806">
                        <c:v>2806</c:v>
                      </c:pt>
                      <c:pt idx="2807">
                        <c:v>2807</c:v>
                      </c:pt>
                      <c:pt idx="2808">
                        <c:v>2808</c:v>
                      </c:pt>
                      <c:pt idx="2809">
                        <c:v>2809</c:v>
                      </c:pt>
                      <c:pt idx="2810">
                        <c:v>2810</c:v>
                      </c:pt>
                      <c:pt idx="2811">
                        <c:v>2811</c:v>
                      </c:pt>
                      <c:pt idx="2812">
                        <c:v>2812</c:v>
                      </c:pt>
                      <c:pt idx="2813">
                        <c:v>2813</c:v>
                      </c:pt>
                      <c:pt idx="2814">
                        <c:v>2814</c:v>
                      </c:pt>
                      <c:pt idx="2815">
                        <c:v>2815</c:v>
                      </c:pt>
                      <c:pt idx="2816">
                        <c:v>2816</c:v>
                      </c:pt>
                      <c:pt idx="2817">
                        <c:v>2817</c:v>
                      </c:pt>
                      <c:pt idx="2818">
                        <c:v>2818</c:v>
                      </c:pt>
                      <c:pt idx="2819">
                        <c:v>2819</c:v>
                      </c:pt>
                      <c:pt idx="2820">
                        <c:v>2820</c:v>
                      </c:pt>
                      <c:pt idx="2821">
                        <c:v>2821</c:v>
                      </c:pt>
                      <c:pt idx="2822">
                        <c:v>2822</c:v>
                      </c:pt>
                      <c:pt idx="2823">
                        <c:v>2823</c:v>
                      </c:pt>
                      <c:pt idx="2824">
                        <c:v>2824</c:v>
                      </c:pt>
                      <c:pt idx="2825">
                        <c:v>2825</c:v>
                      </c:pt>
                      <c:pt idx="2826">
                        <c:v>2826</c:v>
                      </c:pt>
                      <c:pt idx="2827">
                        <c:v>2827</c:v>
                      </c:pt>
                      <c:pt idx="2828">
                        <c:v>2828</c:v>
                      </c:pt>
                      <c:pt idx="2829">
                        <c:v>2829</c:v>
                      </c:pt>
                      <c:pt idx="2830">
                        <c:v>2830</c:v>
                      </c:pt>
                      <c:pt idx="2831">
                        <c:v>2831</c:v>
                      </c:pt>
                      <c:pt idx="2832">
                        <c:v>2832</c:v>
                      </c:pt>
                      <c:pt idx="2833">
                        <c:v>2833</c:v>
                      </c:pt>
                      <c:pt idx="2834">
                        <c:v>2834</c:v>
                      </c:pt>
                      <c:pt idx="2835">
                        <c:v>2835</c:v>
                      </c:pt>
                      <c:pt idx="2836">
                        <c:v>2836</c:v>
                      </c:pt>
                      <c:pt idx="2837">
                        <c:v>2837</c:v>
                      </c:pt>
                      <c:pt idx="2838">
                        <c:v>2838</c:v>
                      </c:pt>
                      <c:pt idx="2839">
                        <c:v>2839</c:v>
                      </c:pt>
                      <c:pt idx="2840">
                        <c:v>2840</c:v>
                      </c:pt>
                      <c:pt idx="2841">
                        <c:v>2841</c:v>
                      </c:pt>
                      <c:pt idx="2842">
                        <c:v>2842</c:v>
                      </c:pt>
                      <c:pt idx="2843">
                        <c:v>2843</c:v>
                      </c:pt>
                      <c:pt idx="2844">
                        <c:v>2844</c:v>
                      </c:pt>
                      <c:pt idx="2845">
                        <c:v>2845</c:v>
                      </c:pt>
                      <c:pt idx="2846">
                        <c:v>2846</c:v>
                      </c:pt>
                      <c:pt idx="2847">
                        <c:v>2847</c:v>
                      </c:pt>
                      <c:pt idx="2848">
                        <c:v>2848</c:v>
                      </c:pt>
                      <c:pt idx="2849">
                        <c:v>2849</c:v>
                      </c:pt>
                      <c:pt idx="2850">
                        <c:v>2850</c:v>
                      </c:pt>
                      <c:pt idx="2851">
                        <c:v>2851</c:v>
                      </c:pt>
                      <c:pt idx="2852">
                        <c:v>2852</c:v>
                      </c:pt>
                      <c:pt idx="2853">
                        <c:v>2853</c:v>
                      </c:pt>
                      <c:pt idx="2854">
                        <c:v>2854</c:v>
                      </c:pt>
                      <c:pt idx="2855">
                        <c:v>2855</c:v>
                      </c:pt>
                      <c:pt idx="2856">
                        <c:v>2856</c:v>
                      </c:pt>
                      <c:pt idx="2857">
                        <c:v>2857</c:v>
                      </c:pt>
                      <c:pt idx="2858">
                        <c:v>2858</c:v>
                      </c:pt>
                      <c:pt idx="2859">
                        <c:v>2859</c:v>
                      </c:pt>
                      <c:pt idx="2860">
                        <c:v>2860</c:v>
                      </c:pt>
                      <c:pt idx="2861">
                        <c:v>2861</c:v>
                      </c:pt>
                      <c:pt idx="2862">
                        <c:v>2862</c:v>
                      </c:pt>
                      <c:pt idx="2863">
                        <c:v>2863</c:v>
                      </c:pt>
                      <c:pt idx="2864">
                        <c:v>2864</c:v>
                      </c:pt>
                      <c:pt idx="2865">
                        <c:v>2865</c:v>
                      </c:pt>
                      <c:pt idx="2866">
                        <c:v>2866</c:v>
                      </c:pt>
                      <c:pt idx="2867">
                        <c:v>2867</c:v>
                      </c:pt>
                      <c:pt idx="2868">
                        <c:v>2868</c:v>
                      </c:pt>
                      <c:pt idx="2869">
                        <c:v>2869</c:v>
                      </c:pt>
                      <c:pt idx="2870">
                        <c:v>2870</c:v>
                      </c:pt>
                      <c:pt idx="2871">
                        <c:v>2871</c:v>
                      </c:pt>
                      <c:pt idx="2872">
                        <c:v>2872</c:v>
                      </c:pt>
                      <c:pt idx="2873">
                        <c:v>2873</c:v>
                      </c:pt>
                      <c:pt idx="2874">
                        <c:v>2874</c:v>
                      </c:pt>
                      <c:pt idx="2875">
                        <c:v>2875</c:v>
                      </c:pt>
                      <c:pt idx="2876">
                        <c:v>2876</c:v>
                      </c:pt>
                      <c:pt idx="2877">
                        <c:v>2877</c:v>
                      </c:pt>
                      <c:pt idx="2878">
                        <c:v>2878</c:v>
                      </c:pt>
                      <c:pt idx="2879">
                        <c:v>2879</c:v>
                      </c:pt>
                      <c:pt idx="2880">
                        <c:v>2880</c:v>
                      </c:pt>
                      <c:pt idx="2881">
                        <c:v>2881</c:v>
                      </c:pt>
                      <c:pt idx="2882">
                        <c:v>2882</c:v>
                      </c:pt>
                      <c:pt idx="2883">
                        <c:v>2883</c:v>
                      </c:pt>
                      <c:pt idx="2884">
                        <c:v>2884</c:v>
                      </c:pt>
                      <c:pt idx="2885">
                        <c:v>2885</c:v>
                      </c:pt>
                      <c:pt idx="2886">
                        <c:v>2886</c:v>
                      </c:pt>
                      <c:pt idx="2887">
                        <c:v>2887</c:v>
                      </c:pt>
                      <c:pt idx="2888">
                        <c:v>2888</c:v>
                      </c:pt>
                      <c:pt idx="2889">
                        <c:v>2889</c:v>
                      </c:pt>
                      <c:pt idx="2890">
                        <c:v>2890</c:v>
                      </c:pt>
                      <c:pt idx="2891">
                        <c:v>2891</c:v>
                      </c:pt>
                      <c:pt idx="2892">
                        <c:v>2892</c:v>
                      </c:pt>
                      <c:pt idx="2893">
                        <c:v>2893</c:v>
                      </c:pt>
                      <c:pt idx="2894">
                        <c:v>2894</c:v>
                      </c:pt>
                      <c:pt idx="2895">
                        <c:v>2895</c:v>
                      </c:pt>
                      <c:pt idx="2896">
                        <c:v>2896</c:v>
                      </c:pt>
                      <c:pt idx="2897">
                        <c:v>2897</c:v>
                      </c:pt>
                      <c:pt idx="2898">
                        <c:v>2898</c:v>
                      </c:pt>
                      <c:pt idx="2899">
                        <c:v>2899</c:v>
                      </c:pt>
                      <c:pt idx="2900">
                        <c:v>2900</c:v>
                      </c:pt>
                      <c:pt idx="2901">
                        <c:v>2901</c:v>
                      </c:pt>
                      <c:pt idx="2902">
                        <c:v>2902</c:v>
                      </c:pt>
                      <c:pt idx="2903">
                        <c:v>2903</c:v>
                      </c:pt>
                      <c:pt idx="2904">
                        <c:v>2904</c:v>
                      </c:pt>
                      <c:pt idx="2905">
                        <c:v>2905</c:v>
                      </c:pt>
                      <c:pt idx="2906">
                        <c:v>2906</c:v>
                      </c:pt>
                      <c:pt idx="2907">
                        <c:v>2907</c:v>
                      </c:pt>
                      <c:pt idx="2908">
                        <c:v>2908</c:v>
                      </c:pt>
                      <c:pt idx="2909">
                        <c:v>2909</c:v>
                      </c:pt>
                      <c:pt idx="2910">
                        <c:v>2910</c:v>
                      </c:pt>
                      <c:pt idx="2911">
                        <c:v>2911</c:v>
                      </c:pt>
                      <c:pt idx="2912">
                        <c:v>2912</c:v>
                      </c:pt>
                      <c:pt idx="2913">
                        <c:v>2913</c:v>
                      </c:pt>
                      <c:pt idx="2914">
                        <c:v>2914</c:v>
                      </c:pt>
                      <c:pt idx="2915">
                        <c:v>2915</c:v>
                      </c:pt>
                      <c:pt idx="2916">
                        <c:v>2916</c:v>
                      </c:pt>
                      <c:pt idx="2917">
                        <c:v>2917</c:v>
                      </c:pt>
                      <c:pt idx="2918">
                        <c:v>2918</c:v>
                      </c:pt>
                      <c:pt idx="2919">
                        <c:v>2919</c:v>
                      </c:pt>
                      <c:pt idx="2920">
                        <c:v>2920</c:v>
                      </c:pt>
                      <c:pt idx="2921">
                        <c:v>2921</c:v>
                      </c:pt>
                      <c:pt idx="2922">
                        <c:v>2922</c:v>
                      </c:pt>
                      <c:pt idx="2923">
                        <c:v>2923</c:v>
                      </c:pt>
                      <c:pt idx="2924">
                        <c:v>2924</c:v>
                      </c:pt>
                      <c:pt idx="2925">
                        <c:v>2925</c:v>
                      </c:pt>
                      <c:pt idx="2926">
                        <c:v>2926</c:v>
                      </c:pt>
                      <c:pt idx="2927">
                        <c:v>2927</c:v>
                      </c:pt>
                      <c:pt idx="2928">
                        <c:v>2928</c:v>
                      </c:pt>
                      <c:pt idx="2929">
                        <c:v>2929</c:v>
                      </c:pt>
                      <c:pt idx="2930">
                        <c:v>2930</c:v>
                      </c:pt>
                      <c:pt idx="2931">
                        <c:v>2931</c:v>
                      </c:pt>
                      <c:pt idx="2932">
                        <c:v>2932</c:v>
                      </c:pt>
                      <c:pt idx="2933">
                        <c:v>2933</c:v>
                      </c:pt>
                      <c:pt idx="2934">
                        <c:v>2934</c:v>
                      </c:pt>
                      <c:pt idx="2935">
                        <c:v>2935</c:v>
                      </c:pt>
                      <c:pt idx="2936">
                        <c:v>2936</c:v>
                      </c:pt>
                      <c:pt idx="2937">
                        <c:v>2937</c:v>
                      </c:pt>
                      <c:pt idx="2938">
                        <c:v>2938</c:v>
                      </c:pt>
                      <c:pt idx="2939">
                        <c:v>2939</c:v>
                      </c:pt>
                      <c:pt idx="2940">
                        <c:v>2940</c:v>
                      </c:pt>
                      <c:pt idx="2941">
                        <c:v>2941</c:v>
                      </c:pt>
                      <c:pt idx="2942">
                        <c:v>2942</c:v>
                      </c:pt>
                      <c:pt idx="2943">
                        <c:v>2943</c:v>
                      </c:pt>
                      <c:pt idx="2944">
                        <c:v>2944</c:v>
                      </c:pt>
                      <c:pt idx="2945">
                        <c:v>2945</c:v>
                      </c:pt>
                      <c:pt idx="2946">
                        <c:v>2946</c:v>
                      </c:pt>
                      <c:pt idx="2947">
                        <c:v>2947</c:v>
                      </c:pt>
                      <c:pt idx="2948">
                        <c:v>2948</c:v>
                      </c:pt>
                      <c:pt idx="2949">
                        <c:v>2949</c:v>
                      </c:pt>
                      <c:pt idx="2950">
                        <c:v>2950</c:v>
                      </c:pt>
                      <c:pt idx="2951">
                        <c:v>2951</c:v>
                      </c:pt>
                      <c:pt idx="2952">
                        <c:v>2952</c:v>
                      </c:pt>
                      <c:pt idx="2953">
                        <c:v>2953</c:v>
                      </c:pt>
                      <c:pt idx="2954">
                        <c:v>2954</c:v>
                      </c:pt>
                      <c:pt idx="2955">
                        <c:v>2955</c:v>
                      </c:pt>
                      <c:pt idx="2956">
                        <c:v>2956</c:v>
                      </c:pt>
                      <c:pt idx="2957">
                        <c:v>2957</c:v>
                      </c:pt>
                      <c:pt idx="2958">
                        <c:v>2958</c:v>
                      </c:pt>
                      <c:pt idx="2959">
                        <c:v>2959</c:v>
                      </c:pt>
                      <c:pt idx="2960">
                        <c:v>2960</c:v>
                      </c:pt>
                      <c:pt idx="2961">
                        <c:v>2961</c:v>
                      </c:pt>
                      <c:pt idx="2962">
                        <c:v>2962</c:v>
                      </c:pt>
                      <c:pt idx="2963">
                        <c:v>2963</c:v>
                      </c:pt>
                      <c:pt idx="2964">
                        <c:v>2964</c:v>
                      </c:pt>
                      <c:pt idx="2965">
                        <c:v>2965</c:v>
                      </c:pt>
                      <c:pt idx="2966">
                        <c:v>2966</c:v>
                      </c:pt>
                      <c:pt idx="2967">
                        <c:v>2967</c:v>
                      </c:pt>
                      <c:pt idx="2968">
                        <c:v>2968</c:v>
                      </c:pt>
                      <c:pt idx="2969">
                        <c:v>2969</c:v>
                      </c:pt>
                      <c:pt idx="2970">
                        <c:v>2970</c:v>
                      </c:pt>
                      <c:pt idx="2971">
                        <c:v>2971</c:v>
                      </c:pt>
                      <c:pt idx="2972">
                        <c:v>2972</c:v>
                      </c:pt>
                      <c:pt idx="2973">
                        <c:v>2973</c:v>
                      </c:pt>
                      <c:pt idx="2974">
                        <c:v>2974</c:v>
                      </c:pt>
                      <c:pt idx="2975">
                        <c:v>2975</c:v>
                      </c:pt>
                      <c:pt idx="2976">
                        <c:v>2976</c:v>
                      </c:pt>
                      <c:pt idx="2977">
                        <c:v>2977</c:v>
                      </c:pt>
                      <c:pt idx="2978">
                        <c:v>2978</c:v>
                      </c:pt>
                      <c:pt idx="2979">
                        <c:v>2979</c:v>
                      </c:pt>
                      <c:pt idx="2980">
                        <c:v>2980</c:v>
                      </c:pt>
                      <c:pt idx="2981">
                        <c:v>2981</c:v>
                      </c:pt>
                      <c:pt idx="2982">
                        <c:v>2982</c:v>
                      </c:pt>
                      <c:pt idx="2983">
                        <c:v>2983</c:v>
                      </c:pt>
                      <c:pt idx="2984">
                        <c:v>2984</c:v>
                      </c:pt>
                      <c:pt idx="2985">
                        <c:v>2985</c:v>
                      </c:pt>
                      <c:pt idx="2986">
                        <c:v>2986</c:v>
                      </c:pt>
                      <c:pt idx="2987">
                        <c:v>2987</c:v>
                      </c:pt>
                      <c:pt idx="2988">
                        <c:v>2988</c:v>
                      </c:pt>
                      <c:pt idx="2989">
                        <c:v>2989</c:v>
                      </c:pt>
                      <c:pt idx="2990">
                        <c:v>2990</c:v>
                      </c:pt>
                      <c:pt idx="2991">
                        <c:v>2991</c:v>
                      </c:pt>
                      <c:pt idx="2992">
                        <c:v>2992</c:v>
                      </c:pt>
                      <c:pt idx="2993">
                        <c:v>2993</c:v>
                      </c:pt>
                      <c:pt idx="2994">
                        <c:v>2994</c:v>
                      </c:pt>
                      <c:pt idx="2995">
                        <c:v>2995</c:v>
                      </c:pt>
                      <c:pt idx="2996">
                        <c:v>2996</c:v>
                      </c:pt>
                      <c:pt idx="2997">
                        <c:v>2997</c:v>
                      </c:pt>
                      <c:pt idx="2998">
                        <c:v>2998</c:v>
                      </c:pt>
                      <c:pt idx="2999">
                        <c:v>2999</c:v>
                      </c:pt>
                      <c:pt idx="3000">
                        <c:v>3000</c:v>
                      </c:pt>
                      <c:pt idx="3001">
                        <c:v>3001</c:v>
                      </c:pt>
                      <c:pt idx="3002">
                        <c:v>3002</c:v>
                      </c:pt>
                      <c:pt idx="3003">
                        <c:v>3003</c:v>
                      </c:pt>
                      <c:pt idx="3004">
                        <c:v>3004</c:v>
                      </c:pt>
                      <c:pt idx="3005">
                        <c:v>3005</c:v>
                      </c:pt>
                      <c:pt idx="3006">
                        <c:v>3006</c:v>
                      </c:pt>
                      <c:pt idx="3007">
                        <c:v>3007</c:v>
                      </c:pt>
                      <c:pt idx="3008">
                        <c:v>3008</c:v>
                      </c:pt>
                      <c:pt idx="3009">
                        <c:v>3009</c:v>
                      </c:pt>
                      <c:pt idx="3010">
                        <c:v>3010</c:v>
                      </c:pt>
                      <c:pt idx="3011">
                        <c:v>3011</c:v>
                      </c:pt>
                      <c:pt idx="3012">
                        <c:v>3012</c:v>
                      </c:pt>
                      <c:pt idx="3013">
                        <c:v>3013</c:v>
                      </c:pt>
                      <c:pt idx="3014">
                        <c:v>3014</c:v>
                      </c:pt>
                      <c:pt idx="3015">
                        <c:v>3015</c:v>
                      </c:pt>
                      <c:pt idx="3016">
                        <c:v>3016</c:v>
                      </c:pt>
                      <c:pt idx="3017">
                        <c:v>3017</c:v>
                      </c:pt>
                      <c:pt idx="3018">
                        <c:v>3018</c:v>
                      </c:pt>
                      <c:pt idx="3019">
                        <c:v>3019</c:v>
                      </c:pt>
                      <c:pt idx="3020">
                        <c:v>3020</c:v>
                      </c:pt>
                      <c:pt idx="3021">
                        <c:v>3021</c:v>
                      </c:pt>
                      <c:pt idx="3022">
                        <c:v>3022</c:v>
                      </c:pt>
                      <c:pt idx="3023">
                        <c:v>3023</c:v>
                      </c:pt>
                      <c:pt idx="3024">
                        <c:v>3024</c:v>
                      </c:pt>
                      <c:pt idx="3025">
                        <c:v>3025</c:v>
                      </c:pt>
                      <c:pt idx="3026">
                        <c:v>3026</c:v>
                      </c:pt>
                      <c:pt idx="3027">
                        <c:v>3027</c:v>
                      </c:pt>
                      <c:pt idx="3028">
                        <c:v>3028</c:v>
                      </c:pt>
                      <c:pt idx="3029">
                        <c:v>3029</c:v>
                      </c:pt>
                      <c:pt idx="3030">
                        <c:v>3030</c:v>
                      </c:pt>
                      <c:pt idx="3031">
                        <c:v>3031</c:v>
                      </c:pt>
                      <c:pt idx="3032">
                        <c:v>3032</c:v>
                      </c:pt>
                      <c:pt idx="3033">
                        <c:v>3033</c:v>
                      </c:pt>
                      <c:pt idx="3034">
                        <c:v>3034</c:v>
                      </c:pt>
                      <c:pt idx="3035">
                        <c:v>3035</c:v>
                      </c:pt>
                      <c:pt idx="3036">
                        <c:v>3036</c:v>
                      </c:pt>
                      <c:pt idx="3037">
                        <c:v>3037</c:v>
                      </c:pt>
                      <c:pt idx="3038">
                        <c:v>3038</c:v>
                      </c:pt>
                      <c:pt idx="3039">
                        <c:v>3039</c:v>
                      </c:pt>
                      <c:pt idx="3040">
                        <c:v>3040</c:v>
                      </c:pt>
                      <c:pt idx="3041">
                        <c:v>3041</c:v>
                      </c:pt>
                      <c:pt idx="3042">
                        <c:v>3042</c:v>
                      </c:pt>
                      <c:pt idx="3043">
                        <c:v>3043</c:v>
                      </c:pt>
                      <c:pt idx="3044">
                        <c:v>3044</c:v>
                      </c:pt>
                      <c:pt idx="3045">
                        <c:v>3045</c:v>
                      </c:pt>
                      <c:pt idx="3046">
                        <c:v>3046</c:v>
                      </c:pt>
                      <c:pt idx="3047">
                        <c:v>3047</c:v>
                      </c:pt>
                      <c:pt idx="3048">
                        <c:v>3048</c:v>
                      </c:pt>
                      <c:pt idx="3049">
                        <c:v>3049</c:v>
                      </c:pt>
                      <c:pt idx="3050">
                        <c:v>3050</c:v>
                      </c:pt>
                      <c:pt idx="3051">
                        <c:v>3051</c:v>
                      </c:pt>
                      <c:pt idx="3052">
                        <c:v>3052</c:v>
                      </c:pt>
                      <c:pt idx="3053">
                        <c:v>3053</c:v>
                      </c:pt>
                      <c:pt idx="3054">
                        <c:v>3054</c:v>
                      </c:pt>
                      <c:pt idx="3055">
                        <c:v>3055</c:v>
                      </c:pt>
                      <c:pt idx="3056">
                        <c:v>3056</c:v>
                      </c:pt>
                      <c:pt idx="3057">
                        <c:v>3057</c:v>
                      </c:pt>
                      <c:pt idx="3058">
                        <c:v>3058</c:v>
                      </c:pt>
                      <c:pt idx="3059">
                        <c:v>3059</c:v>
                      </c:pt>
                      <c:pt idx="3060">
                        <c:v>3060</c:v>
                      </c:pt>
                      <c:pt idx="3061">
                        <c:v>3061</c:v>
                      </c:pt>
                      <c:pt idx="3062">
                        <c:v>3062</c:v>
                      </c:pt>
                      <c:pt idx="3063">
                        <c:v>3063</c:v>
                      </c:pt>
                      <c:pt idx="3064">
                        <c:v>3064</c:v>
                      </c:pt>
                      <c:pt idx="3065">
                        <c:v>3065</c:v>
                      </c:pt>
                      <c:pt idx="3066">
                        <c:v>3066</c:v>
                      </c:pt>
                      <c:pt idx="3067">
                        <c:v>3067</c:v>
                      </c:pt>
                      <c:pt idx="3068">
                        <c:v>3068</c:v>
                      </c:pt>
                      <c:pt idx="3069">
                        <c:v>3069</c:v>
                      </c:pt>
                      <c:pt idx="3070">
                        <c:v>3070</c:v>
                      </c:pt>
                      <c:pt idx="3071">
                        <c:v>3071</c:v>
                      </c:pt>
                      <c:pt idx="3072">
                        <c:v>3072</c:v>
                      </c:pt>
                      <c:pt idx="3073">
                        <c:v>3073</c:v>
                      </c:pt>
                      <c:pt idx="3074">
                        <c:v>3074</c:v>
                      </c:pt>
                      <c:pt idx="3075">
                        <c:v>3075</c:v>
                      </c:pt>
                      <c:pt idx="3076">
                        <c:v>3076</c:v>
                      </c:pt>
                      <c:pt idx="3077">
                        <c:v>3077</c:v>
                      </c:pt>
                      <c:pt idx="3078">
                        <c:v>3078</c:v>
                      </c:pt>
                      <c:pt idx="3079">
                        <c:v>3079</c:v>
                      </c:pt>
                      <c:pt idx="3080">
                        <c:v>3080</c:v>
                      </c:pt>
                      <c:pt idx="3081">
                        <c:v>3081</c:v>
                      </c:pt>
                      <c:pt idx="3082">
                        <c:v>3082</c:v>
                      </c:pt>
                      <c:pt idx="3083">
                        <c:v>3083</c:v>
                      </c:pt>
                      <c:pt idx="3084">
                        <c:v>3084</c:v>
                      </c:pt>
                      <c:pt idx="3085">
                        <c:v>3085</c:v>
                      </c:pt>
                      <c:pt idx="3086">
                        <c:v>3086</c:v>
                      </c:pt>
                      <c:pt idx="3087">
                        <c:v>3087</c:v>
                      </c:pt>
                      <c:pt idx="3088">
                        <c:v>3088</c:v>
                      </c:pt>
                      <c:pt idx="3089">
                        <c:v>3089</c:v>
                      </c:pt>
                      <c:pt idx="3090">
                        <c:v>3090</c:v>
                      </c:pt>
                      <c:pt idx="3091">
                        <c:v>3091</c:v>
                      </c:pt>
                      <c:pt idx="3092">
                        <c:v>3092</c:v>
                      </c:pt>
                      <c:pt idx="3093">
                        <c:v>3093</c:v>
                      </c:pt>
                      <c:pt idx="3094">
                        <c:v>3094</c:v>
                      </c:pt>
                      <c:pt idx="3095">
                        <c:v>3095</c:v>
                      </c:pt>
                      <c:pt idx="3096">
                        <c:v>3096</c:v>
                      </c:pt>
                      <c:pt idx="3097">
                        <c:v>3097</c:v>
                      </c:pt>
                      <c:pt idx="3098">
                        <c:v>3098</c:v>
                      </c:pt>
                      <c:pt idx="3099">
                        <c:v>3099</c:v>
                      </c:pt>
                      <c:pt idx="3100">
                        <c:v>3100</c:v>
                      </c:pt>
                      <c:pt idx="3101">
                        <c:v>3101</c:v>
                      </c:pt>
                      <c:pt idx="3102">
                        <c:v>3102</c:v>
                      </c:pt>
                      <c:pt idx="3103">
                        <c:v>3103</c:v>
                      </c:pt>
                      <c:pt idx="3104">
                        <c:v>3104</c:v>
                      </c:pt>
                      <c:pt idx="3105">
                        <c:v>3105</c:v>
                      </c:pt>
                      <c:pt idx="3106">
                        <c:v>3106</c:v>
                      </c:pt>
                      <c:pt idx="3107">
                        <c:v>3107</c:v>
                      </c:pt>
                      <c:pt idx="3108">
                        <c:v>3108</c:v>
                      </c:pt>
                      <c:pt idx="3109">
                        <c:v>3109</c:v>
                      </c:pt>
                      <c:pt idx="3110">
                        <c:v>3110</c:v>
                      </c:pt>
                      <c:pt idx="3111">
                        <c:v>3111</c:v>
                      </c:pt>
                      <c:pt idx="3112">
                        <c:v>3112</c:v>
                      </c:pt>
                      <c:pt idx="3113">
                        <c:v>3113</c:v>
                      </c:pt>
                      <c:pt idx="3114">
                        <c:v>3114</c:v>
                      </c:pt>
                      <c:pt idx="3115">
                        <c:v>3115</c:v>
                      </c:pt>
                      <c:pt idx="3116">
                        <c:v>3116</c:v>
                      </c:pt>
                      <c:pt idx="3117">
                        <c:v>3117</c:v>
                      </c:pt>
                      <c:pt idx="3118">
                        <c:v>3118</c:v>
                      </c:pt>
                      <c:pt idx="3119">
                        <c:v>3119</c:v>
                      </c:pt>
                      <c:pt idx="3120">
                        <c:v>3120</c:v>
                      </c:pt>
                      <c:pt idx="3121">
                        <c:v>3121</c:v>
                      </c:pt>
                      <c:pt idx="3122">
                        <c:v>3122</c:v>
                      </c:pt>
                      <c:pt idx="3123">
                        <c:v>3123</c:v>
                      </c:pt>
                      <c:pt idx="3124">
                        <c:v>3124</c:v>
                      </c:pt>
                      <c:pt idx="3125">
                        <c:v>3125</c:v>
                      </c:pt>
                      <c:pt idx="3126">
                        <c:v>3126</c:v>
                      </c:pt>
                      <c:pt idx="3127">
                        <c:v>3127</c:v>
                      </c:pt>
                      <c:pt idx="3128">
                        <c:v>3128</c:v>
                      </c:pt>
                      <c:pt idx="3129">
                        <c:v>3129</c:v>
                      </c:pt>
                      <c:pt idx="3130">
                        <c:v>3130</c:v>
                      </c:pt>
                      <c:pt idx="3131">
                        <c:v>3131</c:v>
                      </c:pt>
                      <c:pt idx="3132">
                        <c:v>3132</c:v>
                      </c:pt>
                      <c:pt idx="3133">
                        <c:v>3133</c:v>
                      </c:pt>
                      <c:pt idx="3134">
                        <c:v>3134</c:v>
                      </c:pt>
                      <c:pt idx="3135">
                        <c:v>3135</c:v>
                      </c:pt>
                      <c:pt idx="3136">
                        <c:v>3136</c:v>
                      </c:pt>
                      <c:pt idx="3137">
                        <c:v>3137</c:v>
                      </c:pt>
                      <c:pt idx="3138">
                        <c:v>3138</c:v>
                      </c:pt>
                      <c:pt idx="3139">
                        <c:v>3139</c:v>
                      </c:pt>
                      <c:pt idx="3140">
                        <c:v>3140</c:v>
                      </c:pt>
                      <c:pt idx="3141">
                        <c:v>3141</c:v>
                      </c:pt>
                      <c:pt idx="3142">
                        <c:v>3142</c:v>
                      </c:pt>
                      <c:pt idx="3143">
                        <c:v>3143</c:v>
                      </c:pt>
                      <c:pt idx="3144">
                        <c:v>3144</c:v>
                      </c:pt>
                      <c:pt idx="3145">
                        <c:v>3145</c:v>
                      </c:pt>
                      <c:pt idx="3146">
                        <c:v>3146</c:v>
                      </c:pt>
                      <c:pt idx="3147">
                        <c:v>3147</c:v>
                      </c:pt>
                      <c:pt idx="3148">
                        <c:v>3148</c:v>
                      </c:pt>
                      <c:pt idx="3149">
                        <c:v>3149</c:v>
                      </c:pt>
                      <c:pt idx="3150">
                        <c:v>3150</c:v>
                      </c:pt>
                      <c:pt idx="3151">
                        <c:v>3151</c:v>
                      </c:pt>
                      <c:pt idx="3152">
                        <c:v>3152</c:v>
                      </c:pt>
                      <c:pt idx="3153">
                        <c:v>3153</c:v>
                      </c:pt>
                      <c:pt idx="3154">
                        <c:v>3154</c:v>
                      </c:pt>
                      <c:pt idx="3155">
                        <c:v>3155</c:v>
                      </c:pt>
                      <c:pt idx="3156">
                        <c:v>3156</c:v>
                      </c:pt>
                      <c:pt idx="3157">
                        <c:v>3157</c:v>
                      </c:pt>
                      <c:pt idx="3158">
                        <c:v>3158</c:v>
                      </c:pt>
                      <c:pt idx="3159">
                        <c:v>3159</c:v>
                      </c:pt>
                      <c:pt idx="3160">
                        <c:v>3160</c:v>
                      </c:pt>
                      <c:pt idx="3161">
                        <c:v>3161</c:v>
                      </c:pt>
                      <c:pt idx="3162">
                        <c:v>3162</c:v>
                      </c:pt>
                      <c:pt idx="3163">
                        <c:v>3163</c:v>
                      </c:pt>
                      <c:pt idx="3164">
                        <c:v>3164</c:v>
                      </c:pt>
                      <c:pt idx="3165">
                        <c:v>3165</c:v>
                      </c:pt>
                      <c:pt idx="3166">
                        <c:v>3166</c:v>
                      </c:pt>
                      <c:pt idx="3167">
                        <c:v>3167</c:v>
                      </c:pt>
                      <c:pt idx="3168">
                        <c:v>3168</c:v>
                      </c:pt>
                      <c:pt idx="3169">
                        <c:v>3169</c:v>
                      </c:pt>
                      <c:pt idx="3170">
                        <c:v>3170</c:v>
                      </c:pt>
                      <c:pt idx="3171">
                        <c:v>3171</c:v>
                      </c:pt>
                      <c:pt idx="3172">
                        <c:v>3172</c:v>
                      </c:pt>
                      <c:pt idx="3173">
                        <c:v>3173</c:v>
                      </c:pt>
                      <c:pt idx="3174">
                        <c:v>3174</c:v>
                      </c:pt>
                      <c:pt idx="3175">
                        <c:v>3175</c:v>
                      </c:pt>
                      <c:pt idx="3176">
                        <c:v>3176</c:v>
                      </c:pt>
                      <c:pt idx="3177">
                        <c:v>3177</c:v>
                      </c:pt>
                      <c:pt idx="3178">
                        <c:v>3178</c:v>
                      </c:pt>
                      <c:pt idx="3179">
                        <c:v>3179</c:v>
                      </c:pt>
                      <c:pt idx="3180">
                        <c:v>3180</c:v>
                      </c:pt>
                      <c:pt idx="3181">
                        <c:v>3181</c:v>
                      </c:pt>
                      <c:pt idx="3182">
                        <c:v>3182</c:v>
                      </c:pt>
                      <c:pt idx="3183">
                        <c:v>3183</c:v>
                      </c:pt>
                      <c:pt idx="3184">
                        <c:v>3184</c:v>
                      </c:pt>
                      <c:pt idx="3185">
                        <c:v>3185</c:v>
                      </c:pt>
                      <c:pt idx="3186">
                        <c:v>3186</c:v>
                      </c:pt>
                      <c:pt idx="3187">
                        <c:v>3187</c:v>
                      </c:pt>
                      <c:pt idx="3188">
                        <c:v>3188</c:v>
                      </c:pt>
                      <c:pt idx="3189">
                        <c:v>3189</c:v>
                      </c:pt>
                      <c:pt idx="3190">
                        <c:v>3190</c:v>
                      </c:pt>
                      <c:pt idx="3191">
                        <c:v>3191</c:v>
                      </c:pt>
                      <c:pt idx="3192">
                        <c:v>3192</c:v>
                      </c:pt>
                      <c:pt idx="3193">
                        <c:v>3193</c:v>
                      </c:pt>
                      <c:pt idx="3194">
                        <c:v>3194</c:v>
                      </c:pt>
                      <c:pt idx="3195">
                        <c:v>3195</c:v>
                      </c:pt>
                      <c:pt idx="3196">
                        <c:v>3196</c:v>
                      </c:pt>
                      <c:pt idx="3197">
                        <c:v>3197</c:v>
                      </c:pt>
                      <c:pt idx="3198">
                        <c:v>3198</c:v>
                      </c:pt>
                      <c:pt idx="3199">
                        <c:v>3199</c:v>
                      </c:pt>
                      <c:pt idx="3200">
                        <c:v>3200</c:v>
                      </c:pt>
                      <c:pt idx="3201">
                        <c:v>3201</c:v>
                      </c:pt>
                      <c:pt idx="3202">
                        <c:v>3202</c:v>
                      </c:pt>
                      <c:pt idx="3203">
                        <c:v>3203</c:v>
                      </c:pt>
                      <c:pt idx="3204">
                        <c:v>3204</c:v>
                      </c:pt>
                      <c:pt idx="3205">
                        <c:v>3205</c:v>
                      </c:pt>
                      <c:pt idx="3206">
                        <c:v>3206</c:v>
                      </c:pt>
                      <c:pt idx="3207">
                        <c:v>3207</c:v>
                      </c:pt>
                      <c:pt idx="3208">
                        <c:v>3208</c:v>
                      </c:pt>
                      <c:pt idx="3209">
                        <c:v>3209</c:v>
                      </c:pt>
                      <c:pt idx="3210">
                        <c:v>3210</c:v>
                      </c:pt>
                      <c:pt idx="3211">
                        <c:v>3211</c:v>
                      </c:pt>
                      <c:pt idx="3212">
                        <c:v>3212</c:v>
                      </c:pt>
                      <c:pt idx="3213">
                        <c:v>3213</c:v>
                      </c:pt>
                      <c:pt idx="3214">
                        <c:v>3214</c:v>
                      </c:pt>
                      <c:pt idx="3215">
                        <c:v>3215</c:v>
                      </c:pt>
                      <c:pt idx="3216">
                        <c:v>3216</c:v>
                      </c:pt>
                      <c:pt idx="3217">
                        <c:v>3217</c:v>
                      </c:pt>
                      <c:pt idx="3218">
                        <c:v>3218</c:v>
                      </c:pt>
                      <c:pt idx="3219">
                        <c:v>3219</c:v>
                      </c:pt>
                      <c:pt idx="3220">
                        <c:v>3220</c:v>
                      </c:pt>
                      <c:pt idx="3221">
                        <c:v>3221</c:v>
                      </c:pt>
                      <c:pt idx="3222">
                        <c:v>3222</c:v>
                      </c:pt>
                      <c:pt idx="3223">
                        <c:v>3223</c:v>
                      </c:pt>
                      <c:pt idx="3224">
                        <c:v>3224</c:v>
                      </c:pt>
                      <c:pt idx="3225">
                        <c:v>3225</c:v>
                      </c:pt>
                      <c:pt idx="3226">
                        <c:v>3226</c:v>
                      </c:pt>
                      <c:pt idx="3227">
                        <c:v>3227</c:v>
                      </c:pt>
                      <c:pt idx="3228">
                        <c:v>3228</c:v>
                      </c:pt>
                      <c:pt idx="3229">
                        <c:v>3229</c:v>
                      </c:pt>
                      <c:pt idx="3230">
                        <c:v>3230</c:v>
                      </c:pt>
                      <c:pt idx="3231">
                        <c:v>3231</c:v>
                      </c:pt>
                      <c:pt idx="3232">
                        <c:v>3232</c:v>
                      </c:pt>
                      <c:pt idx="3233">
                        <c:v>3233</c:v>
                      </c:pt>
                      <c:pt idx="3234">
                        <c:v>3234</c:v>
                      </c:pt>
                      <c:pt idx="3235">
                        <c:v>3235</c:v>
                      </c:pt>
                      <c:pt idx="3236">
                        <c:v>3236</c:v>
                      </c:pt>
                      <c:pt idx="3237">
                        <c:v>3237</c:v>
                      </c:pt>
                      <c:pt idx="3238">
                        <c:v>3238</c:v>
                      </c:pt>
                      <c:pt idx="3239">
                        <c:v>3239</c:v>
                      </c:pt>
                      <c:pt idx="3240">
                        <c:v>3240</c:v>
                      </c:pt>
                      <c:pt idx="3241">
                        <c:v>3241</c:v>
                      </c:pt>
                      <c:pt idx="3242">
                        <c:v>3242</c:v>
                      </c:pt>
                      <c:pt idx="3243">
                        <c:v>3243</c:v>
                      </c:pt>
                      <c:pt idx="3244">
                        <c:v>3244</c:v>
                      </c:pt>
                      <c:pt idx="3245">
                        <c:v>3245</c:v>
                      </c:pt>
                      <c:pt idx="3246">
                        <c:v>3246</c:v>
                      </c:pt>
                      <c:pt idx="3247">
                        <c:v>3247</c:v>
                      </c:pt>
                      <c:pt idx="3248">
                        <c:v>3248</c:v>
                      </c:pt>
                      <c:pt idx="3249">
                        <c:v>3249</c:v>
                      </c:pt>
                      <c:pt idx="3250">
                        <c:v>3250</c:v>
                      </c:pt>
                      <c:pt idx="3251">
                        <c:v>3251</c:v>
                      </c:pt>
                      <c:pt idx="3252">
                        <c:v>3252</c:v>
                      </c:pt>
                      <c:pt idx="3253">
                        <c:v>3253</c:v>
                      </c:pt>
                      <c:pt idx="3254">
                        <c:v>3254</c:v>
                      </c:pt>
                      <c:pt idx="3255">
                        <c:v>3255</c:v>
                      </c:pt>
                      <c:pt idx="3256">
                        <c:v>3256</c:v>
                      </c:pt>
                      <c:pt idx="3257">
                        <c:v>3257</c:v>
                      </c:pt>
                      <c:pt idx="3258">
                        <c:v>3258</c:v>
                      </c:pt>
                      <c:pt idx="3259">
                        <c:v>3259</c:v>
                      </c:pt>
                      <c:pt idx="3260">
                        <c:v>3260</c:v>
                      </c:pt>
                      <c:pt idx="3261">
                        <c:v>3261</c:v>
                      </c:pt>
                      <c:pt idx="3262">
                        <c:v>3262</c:v>
                      </c:pt>
                      <c:pt idx="3263">
                        <c:v>3263</c:v>
                      </c:pt>
                      <c:pt idx="3264">
                        <c:v>3264</c:v>
                      </c:pt>
                      <c:pt idx="3265">
                        <c:v>3265</c:v>
                      </c:pt>
                      <c:pt idx="3266">
                        <c:v>3266</c:v>
                      </c:pt>
                      <c:pt idx="3267">
                        <c:v>3267</c:v>
                      </c:pt>
                      <c:pt idx="3268">
                        <c:v>3268</c:v>
                      </c:pt>
                      <c:pt idx="3269">
                        <c:v>3269</c:v>
                      </c:pt>
                      <c:pt idx="3270">
                        <c:v>3270</c:v>
                      </c:pt>
                      <c:pt idx="3271">
                        <c:v>3271</c:v>
                      </c:pt>
                      <c:pt idx="3272">
                        <c:v>3272</c:v>
                      </c:pt>
                      <c:pt idx="3273">
                        <c:v>3273</c:v>
                      </c:pt>
                      <c:pt idx="3274">
                        <c:v>3274</c:v>
                      </c:pt>
                      <c:pt idx="3275">
                        <c:v>3275</c:v>
                      </c:pt>
                      <c:pt idx="3276">
                        <c:v>3276</c:v>
                      </c:pt>
                      <c:pt idx="3277">
                        <c:v>3277</c:v>
                      </c:pt>
                      <c:pt idx="3278">
                        <c:v>3278</c:v>
                      </c:pt>
                      <c:pt idx="3279">
                        <c:v>3279</c:v>
                      </c:pt>
                      <c:pt idx="3280">
                        <c:v>3280</c:v>
                      </c:pt>
                      <c:pt idx="3281">
                        <c:v>3281</c:v>
                      </c:pt>
                      <c:pt idx="3282">
                        <c:v>3282</c:v>
                      </c:pt>
                      <c:pt idx="3283">
                        <c:v>3283</c:v>
                      </c:pt>
                      <c:pt idx="3284">
                        <c:v>3284</c:v>
                      </c:pt>
                      <c:pt idx="3285">
                        <c:v>3285</c:v>
                      </c:pt>
                      <c:pt idx="3286">
                        <c:v>3286</c:v>
                      </c:pt>
                      <c:pt idx="3287">
                        <c:v>3287</c:v>
                      </c:pt>
                      <c:pt idx="3288">
                        <c:v>3288</c:v>
                      </c:pt>
                      <c:pt idx="3289">
                        <c:v>3289</c:v>
                      </c:pt>
                      <c:pt idx="3290">
                        <c:v>3290</c:v>
                      </c:pt>
                      <c:pt idx="3291">
                        <c:v>3291</c:v>
                      </c:pt>
                      <c:pt idx="3292">
                        <c:v>3292</c:v>
                      </c:pt>
                      <c:pt idx="3293">
                        <c:v>3293</c:v>
                      </c:pt>
                      <c:pt idx="3294">
                        <c:v>3294</c:v>
                      </c:pt>
                      <c:pt idx="3295">
                        <c:v>3295</c:v>
                      </c:pt>
                      <c:pt idx="3296">
                        <c:v>3296</c:v>
                      </c:pt>
                      <c:pt idx="3297">
                        <c:v>3297</c:v>
                      </c:pt>
                      <c:pt idx="3298">
                        <c:v>3298</c:v>
                      </c:pt>
                      <c:pt idx="3299">
                        <c:v>3299</c:v>
                      </c:pt>
                      <c:pt idx="3300">
                        <c:v>3300</c:v>
                      </c:pt>
                      <c:pt idx="3301">
                        <c:v>3301</c:v>
                      </c:pt>
                      <c:pt idx="3302">
                        <c:v>3302</c:v>
                      </c:pt>
                      <c:pt idx="3303">
                        <c:v>3303</c:v>
                      </c:pt>
                      <c:pt idx="3304">
                        <c:v>3304</c:v>
                      </c:pt>
                      <c:pt idx="3305">
                        <c:v>3305</c:v>
                      </c:pt>
                      <c:pt idx="3306">
                        <c:v>3306</c:v>
                      </c:pt>
                      <c:pt idx="3307">
                        <c:v>3307</c:v>
                      </c:pt>
                      <c:pt idx="3308">
                        <c:v>3308</c:v>
                      </c:pt>
                      <c:pt idx="3309">
                        <c:v>3309</c:v>
                      </c:pt>
                      <c:pt idx="3310">
                        <c:v>3310</c:v>
                      </c:pt>
                      <c:pt idx="3311">
                        <c:v>3311</c:v>
                      </c:pt>
                      <c:pt idx="3312">
                        <c:v>3312</c:v>
                      </c:pt>
                      <c:pt idx="3313">
                        <c:v>3313</c:v>
                      </c:pt>
                      <c:pt idx="3314">
                        <c:v>3314</c:v>
                      </c:pt>
                      <c:pt idx="3315">
                        <c:v>3315</c:v>
                      </c:pt>
                      <c:pt idx="3316">
                        <c:v>3316</c:v>
                      </c:pt>
                      <c:pt idx="3317">
                        <c:v>3317</c:v>
                      </c:pt>
                      <c:pt idx="3318">
                        <c:v>3318</c:v>
                      </c:pt>
                      <c:pt idx="3319">
                        <c:v>3319</c:v>
                      </c:pt>
                      <c:pt idx="3320">
                        <c:v>3320</c:v>
                      </c:pt>
                      <c:pt idx="3321">
                        <c:v>3321</c:v>
                      </c:pt>
                      <c:pt idx="3322">
                        <c:v>3322</c:v>
                      </c:pt>
                      <c:pt idx="3323">
                        <c:v>3323</c:v>
                      </c:pt>
                      <c:pt idx="3324">
                        <c:v>3324</c:v>
                      </c:pt>
                      <c:pt idx="3325">
                        <c:v>3325</c:v>
                      </c:pt>
                      <c:pt idx="3326">
                        <c:v>3326</c:v>
                      </c:pt>
                      <c:pt idx="3327">
                        <c:v>3327</c:v>
                      </c:pt>
                      <c:pt idx="3328">
                        <c:v>3328</c:v>
                      </c:pt>
                      <c:pt idx="3329">
                        <c:v>3329</c:v>
                      </c:pt>
                      <c:pt idx="3330">
                        <c:v>3330</c:v>
                      </c:pt>
                      <c:pt idx="3331">
                        <c:v>3331</c:v>
                      </c:pt>
                      <c:pt idx="3332">
                        <c:v>3332</c:v>
                      </c:pt>
                      <c:pt idx="3333">
                        <c:v>3333</c:v>
                      </c:pt>
                      <c:pt idx="3334">
                        <c:v>3334</c:v>
                      </c:pt>
                      <c:pt idx="3335">
                        <c:v>3335</c:v>
                      </c:pt>
                      <c:pt idx="3336">
                        <c:v>3336</c:v>
                      </c:pt>
                      <c:pt idx="3337">
                        <c:v>3337</c:v>
                      </c:pt>
                      <c:pt idx="3338">
                        <c:v>3338</c:v>
                      </c:pt>
                      <c:pt idx="3339">
                        <c:v>3339</c:v>
                      </c:pt>
                      <c:pt idx="3340">
                        <c:v>3340</c:v>
                      </c:pt>
                      <c:pt idx="3341">
                        <c:v>3341</c:v>
                      </c:pt>
                      <c:pt idx="3342">
                        <c:v>3342</c:v>
                      </c:pt>
                      <c:pt idx="3343">
                        <c:v>3343</c:v>
                      </c:pt>
                      <c:pt idx="3344">
                        <c:v>3344</c:v>
                      </c:pt>
                      <c:pt idx="3345">
                        <c:v>3345</c:v>
                      </c:pt>
                      <c:pt idx="3346">
                        <c:v>3346</c:v>
                      </c:pt>
                      <c:pt idx="3347">
                        <c:v>3347</c:v>
                      </c:pt>
                      <c:pt idx="3348">
                        <c:v>3348</c:v>
                      </c:pt>
                      <c:pt idx="3349">
                        <c:v>3349</c:v>
                      </c:pt>
                      <c:pt idx="3350">
                        <c:v>3350</c:v>
                      </c:pt>
                      <c:pt idx="3351">
                        <c:v>3351</c:v>
                      </c:pt>
                      <c:pt idx="3352">
                        <c:v>3352</c:v>
                      </c:pt>
                      <c:pt idx="3353">
                        <c:v>3353</c:v>
                      </c:pt>
                      <c:pt idx="3354">
                        <c:v>3354</c:v>
                      </c:pt>
                      <c:pt idx="3355">
                        <c:v>3355</c:v>
                      </c:pt>
                      <c:pt idx="3356">
                        <c:v>3356</c:v>
                      </c:pt>
                      <c:pt idx="3357">
                        <c:v>3357</c:v>
                      </c:pt>
                      <c:pt idx="3358">
                        <c:v>3358</c:v>
                      </c:pt>
                      <c:pt idx="3359">
                        <c:v>3359</c:v>
                      </c:pt>
                      <c:pt idx="3360">
                        <c:v>3360</c:v>
                      </c:pt>
                      <c:pt idx="3361">
                        <c:v>3361</c:v>
                      </c:pt>
                      <c:pt idx="3362">
                        <c:v>3362</c:v>
                      </c:pt>
                      <c:pt idx="3363">
                        <c:v>3363</c:v>
                      </c:pt>
                      <c:pt idx="3364">
                        <c:v>3364</c:v>
                      </c:pt>
                      <c:pt idx="3365">
                        <c:v>3365</c:v>
                      </c:pt>
                      <c:pt idx="3366">
                        <c:v>3366</c:v>
                      </c:pt>
                      <c:pt idx="3367">
                        <c:v>3367</c:v>
                      </c:pt>
                      <c:pt idx="3368">
                        <c:v>3368</c:v>
                      </c:pt>
                      <c:pt idx="3369">
                        <c:v>3369</c:v>
                      </c:pt>
                      <c:pt idx="3370">
                        <c:v>3370</c:v>
                      </c:pt>
                      <c:pt idx="3371">
                        <c:v>3371</c:v>
                      </c:pt>
                      <c:pt idx="3372">
                        <c:v>3372</c:v>
                      </c:pt>
                      <c:pt idx="3373">
                        <c:v>3373</c:v>
                      </c:pt>
                      <c:pt idx="3374">
                        <c:v>3374</c:v>
                      </c:pt>
                      <c:pt idx="3375">
                        <c:v>3375</c:v>
                      </c:pt>
                      <c:pt idx="3376">
                        <c:v>3376</c:v>
                      </c:pt>
                      <c:pt idx="3377">
                        <c:v>3377</c:v>
                      </c:pt>
                      <c:pt idx="3378">
                        <c:v>3378</c:v>
                      </c:pt>
                      <c:pt idx="3379">
                        <c:v>3379</c:v>
                      </c:pt>
                      <c:pt idx="3380">
                        <c:v>3380</c:v>
                      </c:pt>
                      <c:pt idx="3381">
                        <c:v>3381</c:v>
                      </c:pt>
                      <c:pt idx="3382">
                        <c:v>3382</c:v>
                      </c:pt>
                      <c:pt idx="3383">
                        <c:v>3383</c:v>
                      </c:pt>
                      <c:pt idx="3384">
                        <c:v>3384</c:v>
                      </c:pt>
                      <c:pt idx="3385">
                        <c:v>3385</c:v>
                      </c:pt>
                      <c:pt idx="3386">
                        <c:v>3386</c:v>
                      </c:pt>
                      <c:pt idx="3387">
                        <c:v>3387</c:v>
                      </c:pt>
                      <c:pt idx="3388">
                        <c:v>3388</c:v>
                      </c:pt>
                      <c:pt idx="3389">
                        <c:v>3389</c:v>
                      </c:pt>
                      <c:pt idx="3390">
                        <c:v>3390</c:v>
                      </c:pt>
                      <c:pt idx="3391">
                        <c:v>3391</c:v>
                      </c:pt>
                      <c:pt idx="3392">
                        <c:v>3392</c:v>
                      </c:pt>
                      <c:pt idx="3393">
                        <c:v>3393</c:v>
                      </c:pt>
                      <c:pt idx="3394">
                        <c:v>3394</c:v>
                      </c:pt>
                      <c:pt idx="3395">
                        <c:v>3395</c:v>
                      </c:pt>
                      <c:pt idx="3396">
                        <c:v>3396</c:v>
                      </c:pt>
                      <c:pt idx="3397">
                        <c:v>3397</c:v>
                      </c:pt>
                      <c:pt idx="3398">
                        <c:v>3398</c:v>
                      </c:pt>
                      <c:pt idx="3399">
                        <c:v>3399</c:v>
                      </c:pt>
                      <c:pt idx="3400">
                        <c:v>3400</c:v>
                      </c:pt>
                      <c:pt idx="3401">
                        <c:v>3401</c:v>
                      </c:pt>
                      <c:pt idx="3402">
                        <c:v>3402</c:v>
                      </c:pt>
                      <c:pt idx="3403">
                        <c:v>3403</c:v>
                      </c:pt>
                      <c:pt idx="3404">
                        <c:v>3404</c:v>
                      </c:pt>
                      <c:pt idx="3405">
                        <c:v>3405</c:v>
                      </c:pt>
                      <c:pt idx="3406">
                        <c:v>3406</c:v>
                      </c:pt>
                      <c:pt idx="3407">
                        <c:v>3407</c:v>
                      </c:pt>
                      <c:pt idx="3408">
                        <c:v>3408</c:v>
                      </c:pt>
                      <c:pt idx="3409">
                        <c:v>3409</c:v>
                      </c:pt>
                      <c:pt idx="3410">
                        <c:v>3410</c:v>
                      </c:pt>
                      <c:pt idx="3411">
                        <c:v>3411</c:v>
                      </c:pt>
                      <c:pt idx="3412">
                        <c:v>3412</c:v>
                      </c:pt>
                      <c:pt idx="3413">
                        <c:v>3413</c:v>
                      </c:pt>
                      <c:pt idx="3414">
                        <c:v>3414</c:v>
                      </c:pt>
                      <c:pt idx="3415">
                        <c:v>3415</c:v>
                      </c:pt>
                      <c:pt idx="3416">
                        <c:v>3416</c:v>
                      </c:pt>
                      <c:pt idx="3417">
                        <c:v>3417</c:v>
                      </c:pt>
                      <c:pt idx="3418">
                        <c:v>3418</c:v>
                      </c:pt>
                      <c:pt idx="3419">
                        <c:v>3419</c:v>
                      </c:pt>
                      <c:pt idx="3420">
                        <c:v>3420</c:v>
                      </c:pt>
                      <c:pt idx="3421">
                        <c:v>3421</c:v>
                      </c:pt>
                      <c:pt idx="3422">
                        <c:v>3422</c:v>
                      </c:pt>
                      <c:pt idx="3423">
                        <c:v>3423</c:v>
                      </c:pt>
                      <c:pt idx="3424">
                        <c:v>3424</c:v>
                      </c:pt>
                      <c:pt idx="3425">
                        <c:v>3425</c:v>
                      </c:pt>
                      <c:pt idx="3426">
                        <c:v>3426</c:v>
                      </c:pt>
                      <c:pt idx="3427">
                        <c:v>3427</c:v>
                      </c:pt>
                      <c:pt idx="3428">
                        <c:v>3428</c:v>
                      </c:pt>
                      <c:pt idx="3429">
                        <c:v>3429</c:v>
                      </c:pt>
                      <c:pt idx="3430">
                        <c:v>3430</c:v>
                      </c:pt>
                      <c:pt idx="3431">
                        <c:v>3431</c:v>
                      </c:pt>
                      <c:pt idx="3432">
                        <c:v>3432</c:v>
                      </c:pt>
                      <c:pt idx="3433">
                        <c:v>3433</c:v>
                      </c:pt>
                      <c:pt idx="3434">
                        <c:v>3434</c:v>
                      </c:pt>
                      <c:pt idx="3435">
                        <c:v>3435</c:v>
                      </c:pt>
                      <c:pt idx="3436">
                        <c:v>3436</c:v>
                      </c:pt>
                      <c:pt idx="3437">
                        <c:v>3437</c:v>
                      </c:pt>
                      <c:pt idx="3438">
                        <c:v>3438</c:v>
                      </c:pt>
                      <c:pt idx="3439">
                        <c:v>3439</c:v>
                      </c:pt>
                      <c:pt idx="3440">
                        <c:v>3440</c:v>
                      </c:pt>
                      <c:pt idx="3441">
                        <c:v>3441</c:v>
                      </c:pt>
                      <c:pt idx="3442">
                        <c:v>3442</c:v>
                      </c:pt>
                      <c:pt idx="3443">
                        <c:v>3443</c:v>
                      </c:pt>
                      <c:pt idx="3444">
                        <c:v>3444</c:v>
                      </c:pt>
                      <c:pt idx="3445">
                        <c:v>3445</c:v>
                      </c:pt>
                      <c:pt idx="3446">
                        <c:v>3446</c:v>
                      </c:pt>
                      <c:pt idx="3447">
                        <c:v>3447</c:v>
                      </c:pt>
                      <c:pt idx="3448">
                        <c:v>3448</c:v>
                      </c:pt>
                      <c:pt idx="3449">
                        <c:v>3449</c:v>
                      </c:pt>
                      <c:pt idx="3450">
                        <c:v>3450</c:v>
                      </c:pt>
                      <c:pt idx="3451">
                        <c:v>3451</c:v>
                      </c:pt>
                      <c:pt idx="3452">
                        <c:v>3452</c:v>
                      </c:pt>
                      <c:pt idx="3453">
                        <c:v>3453</c:v>
                      </c:pt>
                      <c:pt idx="3454">
                        <c:v>3454</c:v>
                      </c:pt>
                      <c:pt idx="3455">
                        <c:v>3455</c:v>
                      </c:pt>
                      <c:pt idx="3456">
                        <c:v>3456</c:v>
                      </c:pt>
                      <c:pt idx="3457">
                        <c:v>3457</c:v>
                      </c:pt>
                      <c:pt idx="3458">
                        <c:v>3458</c:v>
                      </c:pt>
                      <c:pt idx="3459">
                        <c:v>3459</c:v>
                      </c:pt>
                      <c:pt idx="3460">
                        <c:v>3460</c:v>
                      </c:pt>
                      <c:pt idx="3461">
                        <c:v>3461</c:v>
                      </c:pt>
                      <c:pt idx="3462">
                        <c:v>3462</c:v>
                      </c:pt>
                      <c:pt idx="3463">
                        <c:v>3463</c:v>
                      </c:pt>
                      <c:pt idx="3464">
                        <c:v>3464</c:v>
                      </c:pt>
                      <c:pt idx="3465">
                        <c:v>3465</c:v>
                      </c:pt>
                      <c:pt idx="3466">
                        <c:v>3466</c:v>
                      </c:pt>
                      <c:pt idx="3467">
                        <c:v>3467</c:v>
                      </c:pt>
                      <c:pt idx="3468">
                        <c:v>3468</c:v>
                      </c:pt>
                      <c:pt idx="3469">
                        <c:v>3469</c:v>
                      </c:pt>
                      <c:pt idx="3470">
                        <c:v>3470</c:v>
                      </c:pt>
                      <c:pt idx="3471">
                        <c:v>3471</c:v>
                      </c:pt>
                      <c:pt idx="3472">
                        <c:v>3472</c:v>
                      </c:pt>
                      <c:pt idx="3473">
                        <c:v>3473</c:v>
                      </c:pt>
                      <c:pt idx="3474">
                        <c:v>3474</c:v>
                      </c:pt>
                      <c:pt idx="3475">
                        <c:v>3475</c:v>
                      </c:pt>
                      <c:pt idx="3476">
                        <c:v>3476</c:v>
                      </c:pt>
                      <c:pt idx="3477">
                        <c:v>3477</c:v>
                      </c:pt>
                      <c:pt idx="3478">
                        <c:v>3478</c:v>
                      </c:pt>
                      <c:pt idx="3479">
                        <c:v>3479</c:v>
                      </c:pt>
                      <c:pt idx="3480">
                        <c:v>3480</c:v>
                      </c:pt>
                      <c:pt idx="3481">
                        <c:v>3481</c:v>
                      </c:pt>
                      <c:pt idx="3482">
                        <c:v>3482</c:v>
                      </c:pt>
                      <c:pt idx="3483">
                        <c:v>3483</c:v>
                      </c:pt>
                      <c:pt idx="3484">
                        <c:v>3484</c:v>
                      </c:pt>
                      <c:pt idx="3485">
                        <c:v>3485</c:v>
                      </c:pt>
                      <c:pt idx="3486">
                        <c:v>3486</c:v>
                      </c:pt>
                      <c:pt idx="3487">
                        <c:v>3487</c:v>
                      </c:pt>
                      <c:pt idx="3488">
                        <c:v>3488</c:v>
                      </c:pt>
                      <c:pt idx="3489">
                        <c:v>3489</c:v>
                      </c:pt>
                      <c:pt idx="3490">
                        <c:v>3490</c:v>
                      </c:pt>
                      <c:pt idx="3491">
                        <c:v>3491</c:v>
                      </c:pt>
                      <c:pt idx="3492">
                        <c:v>3492</c:v>
                      </c:pt>
                      <c:pt idx="3493">
                        <c:v>3493</c:v>
                      </c:pt>
                      <c:pt idx="3494">
                        <c:v>3494</c:v>
                      </c:pt>
                      <c:pt idx="3495">
                        <c:v>3495</c:v>
                      </c:pt>
                      <c:pt idx="3496">
                        <c:v>3496</c:v>
                      </c:pt>
                      <c:pt idx="3497">
                        <c:v>3497</c:v>
                      </c:pt>
                      <c:pt idx="3498">
                        <c:v>3498</c:v>
                      </c:pt>
                      <c:pt idx="3499">
                        <c:v>3499</c:v>
                      </c:pt>
                      <c:pt idx="3500">
                        <c:v>3500</c:v>
                      </c:pt>
                      <c:pt idx="3501">
                        <c:v>3501</c:v>
                      </c:pt>
                      <c:pt idx="3502">
                        <c:v>3502</c:v>
                      </c:pt>
                      <c:pt idx="3503">
                        <c:v>3503</c:v>
                      </c:pt>
                      <c:pt idx="3504">
                        <c:v>3504</c:v>
                      </c:pt>
                      <c:pt idx="3505">
                        <c:v>3505</c:v>
                      </c:pt>
                      <c:pt idx="3506">
                        <c:v>3506</c:v>
                      </c:pt>
                      <c:pt idx="3507">
                        <c:v>3507</c:v>
                      </c:pt>
                      <c:pt idx="3508">
                        <c:v>3508</c:v>
                      </c:pt>
                      <c:pt idx="3509">
                        <c:v>3509</c:v>
                      </c:pt>
                      <c:pt idx="3510">
                        <c:v>3510</c:v>
                      </c:pt>
                      <c:pt idx="3511">
                        <c:v>3511</c:v>
                      </c:pt>
                      <c:pt idx="3512">
                        <c:v>3512</c:v>
                      </c:pt>
                      <c:pt idx="3513">
                        <c:v>3513</c:v>
                      </c:pt>
                      <c:pt idx="3514">
                        <c:v>3514</c:v>
                      </c:pt>
                      <c:pt idx="3515">
                        <c:v>3515</c:v>
                      </c:pt>
                      <c:pt idx="3516">
                        <c:v>3516</c:v>
                      </c:pt>
                      <c:pt idx="3517">
                        <c:v>3517</c:v>
                      </c:pt>
                      <c:pt idx="3518">
                        <c:v>3518</c:v>
                      </c:pt>
                      <c:pt idx="3519">
                        <c:v>3519</c:v>
                      </c:pt>
                      <c:pt idx="3520">
                        <c:v>3520</c:v>
                      </c:pt>
                      <c:pt idx="3521">
                        <c:v>3521</c:v>
                      </c:pt>
                      <c:pt idx="3522">
                        <c:v>3522</c:v>
                      </c:pt>
                      <c:pt idx="3523">
                        <c:v>3523</c:v>
                      </c:pt>
                      <c:pt idx="3524">
                        <c:v>3524</c:v>
                      </c:pt>
                      <c:pt idx="3525">
                        <c:v>3525</c:v>
                      </c:pt>
                      <c:pt idx="3526">
                        <c:v>3526</c:v>
                      </c:pt>
                      <c:pt idx="3527">
                        <c:v>3527</c:v>
                      </c:pt>
                      <c:pt idx="3528">
                        <c:v>3528</c:v>
                      </c:pt>
                      <c:pt idx="3529">
                        <c:v>3529</c:v>
                      </c:pt>
                      <c:pt idx="3530">
                        <c:v>3530</c:v>
                      </c:pt>
                      <c:pt idx="3531">
                        <c:v>3531</c:v>
                      </c:pt>
                      <c:pt idx="3532">
                        <c:v>3532</c:v>
                      </c:pt>
                      <c:pt idx="3533">
                        <c:v>3533</c:v>
                      </c:pt>
                      <c:pt idx="3534">
                        <c:v>3534</c:v>
                      </c:pt>
                      <c:pt idx="3535">
                        <c:v>3535</c:v>
                      </c:pt>
                      <c:pt idx="3536">
                        <c:v>3536</c:v>
                      </c:pt>
                      <c:pt idx="3537">
                        <c:v>3537</c:v>
                      </c:pt>
                      <c:pt idx="3538">
                        <c:v>3538</c:v>
                      </c:pt>
                      <c:pt idx="3539">
                        <c:v>3539</c:v>
                      </c:pt>
                      <c:pt idx="3540">
                        <c:v>3540</c:v>
                      </c:pt>
                      <c:pt idx="3541">
                        <c:v>3541</c:v>
                      </c:pt>
                      <c:pt idx="3542">
                        <c:v>3542</c:v>
                      </c:pt>
                      <c:pt idx="3543">
                        <c:v>3543</c:v>
                      </c:pt>
                      <c:pt idx="3544">
                        <c:v>3544</c:v>
                      </c:pt>
                      <c:pt idx="3545">
                        <c:v>3545</c:v>
                      </c:pt>
                      <c:pt idx="3546">
                        <c:v>3546</c:v>
                      </c:pt>
                      <c:pt idx="3547">
                        <c:v>3547</c:v>
                      </c:pt>
                      <c:pt idx="3548">
                        <c:v>3548</c:v>
                      </c:pt>
                      <c:pt idx="3549">
                        <c:v>3549</c:v>
                      </c:pt>
                      <c:pt idx="3550">
                        <c:v>3550</c:v>
                      </c:pt>
                      <c:pt idx="3551">
                        <c:v>3551</c:v>
                      </c:pt>
                      <c:pt idx="3552">
                        <c:v>3552</c:v>
                      </c:pt>
                      <c:pt idx="3553">
                        <c:v>3553</c:v>
                      </c:pt>
                      <c:pt idx="3554">
                        <c:v>3554</c:v>
                      </c:pt>
                      <c:pt idx="3555">
                        <c:v>3555</c:v>
                      </c:pt>
                      <c:pt idx="3556">
                        <c:v>3556</c:v>
                      </c:pt>
                      <c:pt idx="3557">
                        <c:v>3557</c:v>
                      </c:pt>
                      <c:pt idx="3558">
                        <c:v>3558</c:v>
                      </c:pt>
                      <c:pt idx="3559">
                        <c:v>3559</c:v>
                      </c:pt>
                      <c:pt idx="3560">
                        <c:v>3560</c:v>
                      </c:pt>
                      <c:pt idx="3561">
                        <c:v>3561</c:v>
                      </c:pt>
                      <c:pt idx="3562">
                        <c:v>3562</c:v>
                      </c:pt>
                      <c:pt idx="3563">
                        <c:v>3563</c:v>
                      </c:pt>
                      <c:pt idx="3564">
                        <c:v>3564</c:v>
                      </c:pt>
                      <c:pt idx="3565">
                        <c:v>3565</c:v>
                      </c:pt>
                      <c:pt idx="3566">
                        <c:v>3566</c:v>
                      </c:pt>
                      <c:pt idx="3567">
                        <c:v>3567</c:v>
                      </c:pt>
                      <c:pt idx="3568">
                        <c:v>3568</c:v>
                      </c:pt>
                      <c:pt idx="3569">
                        <c:v>3569</c:v>
                      </c:pt>
                      <c:pt idx="3570">
                        <c:v>3570</c:v>
                      </c:pt>
                      <c:pt idx="3571">
                        <c:v>3571</c:v>
                      </c:pt>
                      <c:pt idx="3572">
                        <c:v>3572</c:v>
                      </c:pt>
                      <c:pt idx="3573">
                        <c:v>3573</c:v>
                      </c:pt>
                      <c:pt idx="3574">
                        <c:v>3574</c:v>
                      </c:pt>
                      <c:pt idx="3575">
                        <c:v>3575</c:v>
                      </c:pt>
                      <c:pt idx="3576">
                        <c:v>3576</c:v>
                      </c:pt>
                      <c:pt idx="3577">
                        <c:v>3577</c:v>
                      </c:pt>
                      <c:pt idx="3578">
                        <c:v>3578</c:v>
                      </c:pt>
                      <c:pt idx="3579">
                        <c:v>3579</c:v>
                      </c:pt>
                      <c:pt idx="3580">
                        <c:v>3580</c:v>
                      </c:pt>
                      <c:pt idx="3581">
                        <c:v>3581</c:v>
                      </c:pt>
                      <c:pt idx="3582">
                        <c:v>3582</c:v>
                      </c:pt>
                      <c:pt idx="3583">
                        <c:v>3583</c:v>
                      </c:pt>
                      <c:pt idx="3584">
                        <c:v>3584</c:v>
                      </c:pt>
                      <c:pt idx="3585">
                        <c:v>3585</c:v>
                      </c:pt>
                      <c:pt idx="3586">
                        <c:v>3586</c:v>
                      </c:pt>
                      <c:pt idx="3587">
                        <c:v>3587</c:v>
                      </c:pt>
                      <c:pt idx="3588">
                        <c:v>3588</c:v>
                      </c:pt>
                      <c:pt idx="3589">
                        <c:v>3589</c:v>
                      </c:pt>
                      <c:pt idx="3590">
                        <c:v>3590</c:v>
                      </c:pt>
                      <c:pt idx="3591">
                        <c:v>3591</c:v>
                      </c:pt>
                      <c:pt idx="3592">
                        <c:v>3592</c:v>
                      </c:pt>
                      <c:pt idx="3593">
                        <c:v>3593</c:v>
                      </c:pt>
                      <c:pt idx="3594">
                        <c:v>3594</c:v>
                      </c:pt>
                      <c:pt idx="3595">
                        <c:v>3595</c:v>
                      </c:pt>
                      <c:pt idx="3596">
                        <c:v>3596</c:v>
                      </c:pt>
                      <c:pt idx="3597">
                        <c:v>3597</c:v>
                      </c:pt>
                      <c:pt idx="3598">
                        <c:v>3598</c:v>
                      </c:pt>
                      <c:pt idx="3599">
                        <c:v>3599</c:v>
                      </c:pt>
                      <c:pt idx="3600">
                        <c:v>3600</c:v>
                      </c:pt>
                      <c:pt idx="3601">
                        <c:v>3601</c:v>
                      </c:pt>
                      <c:pt idx="3602">
                        <c:v>3602</c:v>
                      </c:pt>
                      <c:pt idx="3603">
                        <c:v>3603</c:v>
                      </c:pt>
                      <c:pt idx="3604">
                        <c:v>3604</c:v>
                      </c:pt>
                      <c:pt idx="3605">
                        <c:v>3605</c:v>
                      </c:pt>
                      <c:pt idx="3606">
                        <c:v>3606</c:v>
                      </c:pt>
                      <c:pt idx="3607">
                        <c:v>3607</c:v>
                      </c:pt>
                      <c:pt idx="3608">
                        <c:v>3608</c:v>
                      </c:pt>
                      <c:pt idx="3609">
                        <c:v>3609</c:v>
                      </c:pt>
                      <c:pt idx="3610">
                        <c:v>3610</c:v>
                      </c:pt>
                      <c:pt idx="3611">
                        <c:v>3611</c:v>
                      </c:pt>
                      <c:pt idx="3612">
                        <c:v>3612</c:v>
                      </c:pt>
                      <c:pt idx="3613">
                        <c:v>3613</c:v>
                      </c:pt>
                      <c:pt idx="3614">
                        <c:v>3614</c:v>
                      </c:pt>
                      <c:pt idx="3615">
                        <c:v>3615</c:v>
                      </c:pt>
                      <c:pt idx="3616">
                        <c:v>3616</c:v>
                      </c:pt>
                      <c:pt idx="3617">
                        <c:v>3617</c:v>
                      </c:pt>
                      <c:pt idx="3618">
                        <c:v>3618</c:v>
                      </c:pt>
                      <c:pt idx="3619">
                        <c:v>3619</c:v>
                      </c:pt>
                      <c:pt idx="3620">
                        <c:v>3620</c:v>
                      </c:pt>
                      <c:pt idx="3621">
                        <c:v>3621</c:v>
                      </c:pt>
                      <c:pt idx="3622">
                        <c:v>3622</c:v>
                      </c:pt>
                      <c:pt idx="3623">
                        <c:v>3623</c:v>
                      </c:pt>
                      <c:pt idx="3624">
                        <c:v>3624</c:v>
                      </c:pt>
                      <c:pt idx="3625">
                        <c:v>3625</c:v>
                      </c:pt>
                      <c:pt idx="3626">
                        <c:v>3626</c:v>
                      </c:pt>
                      <c:pt idx="3627">
                        <c:v>3627</c:v>
                      </c:pt>
                      <c:pt idx="3628">
                        <c:v>3628</c:v>
                      </c:pt>
                      <c:pt idx="3629">
                        <c:v>3629</c:v>
                      </c:pt>
                      <c:pt idx="3630">
                        <c:v>3630</c:v>
                      </c:pt>
                      <c:pt idx="3631">
                        <c:v>3631</c:v>
                      </c:pt>
                      <c:pt idx="3632">
                        <c:v>3632</c:v>
                      </c:pt>
                      <c:pt idx="3633">
                        <c:v>3633</c:v>
                      </c:pt>
                      <c:pt idx="3634">
                        <c:v>3634</c:v>
                      </c:pt>
                      <c:pt idx="3635">
                        <c:v>3635</c:v>
                      </c:pt>
                      <c:pt idx="3636">
                        <c:v>3636</c:v>
                      </c:pt>
                      <c:pt idx="3637">
                        <c:v>3637</c:v>
                      </c:pt>
                      <c:pt idx="3638">
                        <c:v>3638</c:v>
                      </c:pt>
                      <c:pt idx="3639">
                        <c:v>3639</c:v>
                      </c:pt>
                      <c:pt idx="3640">
                        <c:v>3640</c:v>
                      </c:pt>
                      <c:pt idx="3641">
                        <c:v>3641</c:v>
                      </c:pt>
                      <c:pt idx="3642">
                        <c:v>3642</c:v>
                      </c:pt>
                      <c:pt idx="3643">
                        <c:v>3643</c:v>
                      </c:pt>
                      <c:pt idx="3644">
                        <c:v>3644</c:v>
                      </c:pt>
                      <c:pt idx="3645">
                        <c:v>3645</c:v>
                      </c:pt>
                      <c:pt idx="3646">
                        <c:v>3646</c:v>
                      </c:pt>
                      <c:pt idx="3647">
                        <c:v>3647</c:v>
                      </c:pt>
                      <c:pt idx="3648">
                        <c:v>3648</c:v>
                      </c:pt>
                      <c:pt idx="3649">
                        <c:v>3649</c:v>
                      </c:pt>
                      <c:pt idx="3650">
                        <c:v>3650</c:v>
                      </c:pt>
                      <c:pt idx="3651">
                        <c:v>3651</c:v>
                      </c:pt>
                      <c:pt idx="3652">
                        <c:v>3652</c:v>
                      </c:pt>
                      <c:pt idx="3653">
                        <c:v>3653</c:v>
                      </c:pt>
                      <c:pt idx="3654">
                        <c:v>3654</c:v>
                      </c:pt>
                      <c:pt idx="3655">
                        <c:v>3655</c:v>
                      </c:pt>
                      <c:pt idx="3656">
                        <c:v>3656</c:v>
                      </c:pt>
                      <c:pt idx="3657">
                        <c:v>3657</c:v>
                      </c:pt>
                      <c:pt idx="3658">
                        <c:v>3658</c:v>
                      </c:pt>
                      <c:pt idx="3659">
                        <c:v>3659</c:v>
                      </c:pt>
                      <c:pt idx="3660">
                        <c:v>3660</c:v>
                      </c:pt>
                      <c:pt idx="3661">
                        <c:v>3661</c:v>
                      </c:pt>
                      <c:pt idx="3662">
                        <c:v>3662</c:v>
                      </c:pt>
                      <c:pt idx="3663">
                        <c:v>3663</c:v>
                      </c:pt>
                      <c:pt idx="3664">
                        <c:v>3664</c:v>
                      </c:pt>
                      <c:pt idx="3665">
                        <c:v>3665</c:v>
                      </c:pt>
                      <c:pt idx="3666">
                        <c:v>3666</c:v>
                      </c:pt>
                      <c:pt idx="3667">
                        <c:v>3667</c:v>
                      </c:pt>
                      <c:pt idx="3668">
                        <c:v>3668</c:v>
                      </c:pt>
                      <c:pt idx="3669">
                        <c:v>3669</c:v>
                      </c:pt>
                      <c:pt idx="3670">
                        <c:v>3670</c:v>
                      </c:pt>
                      <c:pt idx="3671">
                        <c:v>3671</c:v>
                      </c:pt>
                      <c:pt idx="3672">
                        <c:v>3672</c:v>
                      </c:pt>
                      <c:pt idx="3673">
                        <c:v>3673</c:v>
                      </c:pt>
                      <c:pt idx="3674">
                        <c:v>3674</c:v>
                      </c:pt>
                      <c:pt idx="3675">
                        <c:v>3675</c:v>
                      </c:pt>
                      <c:pt idx="3676">
                        <c:v>3676</c:v>
                      </c:pt>
                      <c:pt idx="3677">
                        <c:v>3677</c:v>
                      </c:pt>
                      <c:pt idx="3678">
                        <c:v>3678</c:v>
                      </c:pt>
                      <c:pt idx="3679">
                        <c:v>3679</c:v>
                      </c:pt>
                      <c:pt idx="3680">
                        <c:v>3680</c:v>
                      </c:pt>
                      <c:pt idx="3681">
                        <c:v>3681</c:v>
                      </c:pt>
                      <c:pt idx="3682">
                        <c:v>3682</c:v>
                      </c:pt>
                      <c:pt idx="3683">
                        <c:v>3683</c:v>
                      </c:pt>
                      <c:pt idx="3684">
                        <c:v>3684</c:v>
                      </c:pt>
                      <c:pt idx="3685">
                        <c:v>3685</c:v>
                      </c:pt>
                      <c:pt idx="3686">
                        <c:v>3686</c:v>
                      </c:pt>
                      <c:pt idx="3687">
                        <c:v>3687</c:v>
                      </c:pt>
                      <c:pt idx="3688">
                        <c:v>3688</c:v>
                      </c:pt>
                      <c:pt idx="3689">
                        <c:v>3689</c:v>
                      </c:pt>
                      <c:pt idx="3690">
                        <c:v>3690</c:v>
                      </c:pt>
                      <c:pt idx="3691">
                        <c:v>3691</c:v>
                      </c:pt>
                      <c:pt idx="3692">
                        <c:v>3692</c:v>
                      </c:pt>
                      <c:pt idx="3693">
                        <c:v>3693</c:v>
                      </c:pt>
                      <c:pt idx="3694">
                        <c:v>3694</c:v>
                      </c:pt>
                      <c:pt idx="3695">
                        <c:v>3695</c:v>
                      </c:pt>
                      <c:pt idx="3696">
                        <c:v>3696</c:v>
                      </c:pt>
                      <c:pt idx="3697">
                        <c:v>3697</c:v>
                      </c:pt>
                      <c:pt idx="3698">
                        <c:v>3698</c:v>
                      </c:pt>
                      <c:pt idx="3699">
                        <c:v>3699</c:v>
                      </c:pt>
                      <c:pt idx="3700">
                        <c:v>3700</c:v>
                      </c:pt>
                      <c:pt idx="3701">
                        <c:v>3701</c:v>
                      </c:pt>
                      <c:pt idx="3702">
                        <c:v>3702</c:v>
                      </c:pt>
                      <c:pt idx="3703">
                        <c:v>3703</c:v>
                      </c:pt>
                      <c:pt idx="3704">
                        <c:v>3704</c:v>
                      </c:pt>
                      <c:pt idx="3705">
                        <c:v>3705</c:v>
                      </c:pt>
                      <c:pt idx="3706">
                        <c:v>3706</c:v>
                      </c:pt>
                      <c:pt idx="3707">
                        <c:v>3707</c:v>
                      </c:pt>
                      <c:pt idx="3708">
                        <c:v>3708</c:v>
                      </c:pt>
                      <c:pt idx="3709">
                        <c:v>3709</c:v>
                      </c:pt>
                      <c:pt idx="3710">
                        <c:v>3710</c:v>
                      </c:pt>
                      <c:pt idx="3711">
                        <c:v>3711</c:v>
                      </c:pt>
                      <c:pt idx="3712">
                        <c:v>3712</c:v>
                      </c:pt>
                      <c:pt idx="3713">
                        <c:v>3713</c:v>
                      </c:pt>
                      <c:pt idx="3714">
                        <c:v>3714</c:v>
                      </c:pt>
                      <c:pt idx="3715">
                        <c:v>3715</c:v>
                      </c:pt>
                      <c:pt idx="3716">
                        <c:v>3716</c:v>
                      </c:pt>
                      <c:pt idx="3717">
                        <c:v>3717</c:v>
                      </c:pt>
                      <c:pt idx="3718">
                        <c:v>3718</c:v>
                      </c:pt>
                      <c:pt idx="3719">
                        <c:v>3719</c:v>
                      </c:pt>
                      <c:pt idx="3720">
                        <c:v>3720</c:v>
                      </c:pt>
                      <c:pt idx="3721">
                        <c:v>3721</c:v>
                      </c:pt>
                      <c:pt idx="3722">
                        <c:v>3722</c:v>
                      </c:pt>
                      <c:pt idx="3723">
                        <c:v>3723</c:v>
                      </c:pt>
                      <c:pt idx="3724">
                        <c:v>3724</c:v>
                      </c:pt>
                      <c:pt idx="3725">
                        <c:v>3725</c:v>
                      </c:pt>
                      <c:pt idx="3726">
                        <c:v>3726</c:v>
                      </c:pt>
                      <c:pt idx="3727">
                        <c:v>3727</c:v>
                      </c:pt>
                      <c:pt idx="3728">
                        <c:v>3728</c:v>
                      </c:pt>
                      <c:pt idx="3729">
                        <c:v>3729</c:v>
                      </c:pt>
                      <c:pt idx="3730">
                        <c:v>3730</c:v>
                      </c:pt>
                      <c:pt idx="3731">
                        <c:v>3731</c:v>
                      </c:pt>
                      <c:pt idx="3732">
                        <c:v>3732</c:v>
                      </c:pt>
                      <c:pt idx="3733">
                        <c:v>3733</c:v>
                      </c:pt>
                      <c:pt idx="3734">
                        <c:v>3734</c:v>
                      </c:pt>
                      <c:pt idx="3735">
                        <c:v>3735</c:v>
                      </c:pt>
                      <c:pt idx="3736">
                        <c:v>3736</c:v>
                      </c:pt>
                      <c:pt idx="3737">
                        <c:v>3737</c:v>
                      </c:pt>
                      <c:pt idx="3738">
                        <c:v>3738</c:v>
                      </c:pt>
                      <c:pt idx="3739">
                        <c:v>3739</c:v>
                      </c:pt>
                      <c:pt idx="3740">
                        <c:v>3740</c:v>
                      </c:pt>
                      <c:pt idx="3741">
                        <c:v>3741</c:v>
                      </c:pt>
                      <c:pt idx="3742">
                        <c:v>3742</c:v>
                      </c:pt>
                      <c:pt idx="3743">
                        <c:v>3743</c:v>
                      </c:pt>
                      <c:pt idx="3744">
                        <c:v>3744</c:v>
                      </c:pt>
                      <c:pt idx="3745">
                        <c:v>3745</c:v>
                      </c:pt>
                      <c:pt idx="3746">
                        <c:v>3746</c:v>
                      </c:pt>
                      <c:pt idx="3747">
                        <c:v>3747</c:v>
                      </c:pt>
                      <c:pt idx="3748">
                        <c:v>3748</c:v>
                      </c:pt>
                      <c:pt idx="3749">
                        <c:v>3749</c:v>
                      </c:pt>
                      <c:pt idx="3750">
                        <c:v>3750</c:v>
                      </c:pt>
                      <c:pt idx="3751">
                        <c:v>3751</c:v>
                      </c:pt>
                      <c:pt idx="3752">
                        <c:v>3752</c:v>
                      </c:pt>
                      <c:pt idx="3753">
                        <c:v>3753</c:v>
                      </c:pt>
                      <c:pt idx="3754">
                        <c:v>3754</c:v>
                      </c:pt>
                      <c:pt idx="3755">
                        <c:v>3755</c:v>
                      </c:pt>
                      <c:pt idx="3756">
                        <c:v>3756</c:v>
                      </c:pt>
                      <c:pt idx="3757">
                        <c:v>3757</c:v>
                      </c:pt>
                      <c:pt idx="3758">
                        <c:v>3758</c:v>
                      </c:pt>
                      <c:pt idx="3759">
                        <c:v>3759</c:v>
                      </c:pt>
                      <c:pt idx="3760">
                        <c:v>3760</c:v>
                      </c:pt>
                      <c:pt idx="3761">
                        <c:v>3761</c:v>
                      </c:pt>
                      <c:pt idx="3762">
                        <c:v>3762</c:v>
                      </c:pt>
                      <c:pt idx="3763">
                        <c:v>3763</c:v>
                      </c:pt>
                      <c:pt idx="3764">
                        <c:v>3764</c:v>
                      </c:pt>
                      <c:pt idx="3765">
                        <c:v>3765</c:v>
                      </c:pt>
                      <c:pt idx="3766">
                        <c:v>3766</c:v>
                      </c:pt>
                      <c:pt idx="3767">
                        <c:v>3767</c:v>
                      </c:pt>
                      <c:pt idx="3768">
                        <c:v>3768</c:v>
                      </c:pt>
                      <c:pt idx="3769">
                        <c:v>3769</c:v>
                      </c:pt>
                      <c:pt idx="3770">
                        <c:v>3770</c:v>
                      </c:pt>
                      <c:pt idx="3771">
                        <c:v>3771</c:v>
                      </c:pt>
                      <c:pt idx="3772">
                        <c:v>3772</c:v>
                      </c:pt>
                      <c:pt idx="3773">
                        <c:v>3773</c:v>
                      </c:pt>
                      <c:pt idx="3774">
                        <c:v>3774</c:v>
                      </c:pt>
                      <c:pt idx="3775">
                        <c:v>3775</c:v>
                      </c:pt>
                      <c:pt idx="3776">
                        <c:v>3776</c:v>
                      </c:pt>
                      <c:pt idx="3777">
                        <c:v>3777</c:v>
                      </c:pt>
                      <c:pt idx="3778">
                        <c:v>3778</c:v>
                      </c:pt>
                      <c:pt idx="3779">
                        <c:v>3779</c:v>
                      </c:pt>
                      <c:pt idx="3780">
                        <c:v>3780</c:v>
                      </c:pt>
                      <c:pt idx="3781">
                        <c:v>3781</c:v>
                      </c:pt>
                      <c:pt idx="3782">
                        <c:v>3782</c:v>
                      </c:pt>
                      <c:pt idx="3783">
                        <c:v>3783</c:v>
                      </c:pt>
                      <c:pt idx="3784">
                        <c:v>3784</c:v>
                      </c:pt>
                      <c:pt idx="3785">
                        <c:v>3785</c:v>
                      </c:pt>
                      <c:pt idx="3786">
                        <c:v>3786</c:v>
                      </c:pt>
                      <c:pt idx="3787">
                        <c:v>3787</c:v>
                      </c:pt>
                      <c:pt idx="3788">
                        <c:v>3788</c:v>
                      </c:pt>
                      <c:pt idx="3789">
                        <c:v>3789</c:v>
                      </c:pt>
                      <c:pt idx="3790">
                        <c:v>3790</c:v>
                      </c:pt>
                      <c:pt idx="3791">
                        <c:v>3791</c:v>
                      </c:pt>
                      <c:pt idx="3792">
                        <c:v>3792</c:v>
                      </c:pt>
                      <c:pt idx="3793">
                        <c:v>3793</c:v>
                      </c:pt>
                      <c:pt idx="3794">
                        <c:v>3794</c:v>
                      </c:pt>
                      <c:pt idx="3795">
                        <c:v>3795</c:v>
                      </c:pt>
                      <c:pt idx="3796">
                        <c:v>3796</c:v>
                      </c:pt>
                      <c:pt idx="3797">
                        <c:v>3797</c:v>
                      </c:pt>
                      <c:pt idx="3798">
                        <c:v>3798</c:v>
                      </c:pt>
                      <c:pt idx="3799">
                        <c:v>3799</c:v>
                      </c:pt>
                      <c:pt idx="3800">
                        <c:v>3800</c:v>
                      </c:pt>
                      <c:pt idx="3801">
                        <c:v>3801</c:v>
                      </c:pt>
                      <c:pt idx="3802">
                        <c:v>3802</c:v>
                      </c:pt>
                      <c:pt idx="3803">
                        <c:v>3803</c:v>
                      </c:pt>
                      <c:pt idx="3804">
                        <c:v>3804</c:v>
                      </c:pt>
                      <c:pt idx="3805">
                        <c:v>3805</c:v>
                      </c:pt>
                      <c:pt idx="3806">
                        <c:v>3806</c:v>
                      </c:pt>
                      <c:pt idx="3807">
                        <c:v>3807</c:v>
                      </c:pt>
                      <c:pt idx="3808">
                        <c:v>3808</c:v>
                      </c:pt>
                      <c:pt idx="3809">
                        <c:v>3809</c:v>
                      </c:pt>
                      <c:pt idx="3810">
                        <c:v>3810</c:v>
                      </c:pt>
                      <c:pt idx="3811">
                        <c:v>3811</c:v>
                      </c:pt>
                      <c:pt idx="3812">
                        <c:v>3812</c:v>
                      </c:pt>
                      <c:pt idx="3813">
                        <c:v>3813</c:v>
                      </c:pt>
                      <c:pt idx="3814">
                        <c:v>3814</c:v>
                      </c:pt>
                      <c:pt idx="3815">
                        <c:v>3815</c:v>
                      </c:pt>
                      <c:pt idx="3816">
                        <c:v>3816</c:v>
                      </c:pt>
                      <c:pt idx="3817">
                        <c:v>3817</c:v>
                      </c:pt>
                      <c:pt idx="3818">
                        <c:v>3818</c:v>
                      </c:pt>
                      <c:pt idx="3819">
                        <c:v>3819</c:v>
                      </c:pt>
                      <c:pt idx="3820">
                        <c:v>3820</c:v>
                      </c:pt>
                      <c:pt idx="3821">
                        <c:v>3821</c:v>
                      </c:pt>
                      <c:pt idx="3822">
                        <c:v>3822</c:v>
                      </c:pt>
                      <c:pt idx="3823">
                        <c:v>3823</c:v>
                      </c:pt>
                      <c:pt idx="3824">
                        <c:v>3824</c:v>
                      </c:pt>
                      <c:pt idx="3825">
                        <c:v>3825</c:v>
                      </c:pt>
                      <c:pt idx="3826">
                        <c:v>3826</c:v>
                      </c:pt>
                      <c:pt idx="3827">
                        <c:v>3827</c:v>
                      </c:pt>
                      <c:pt idx="3828">
                        <c:v>3828</c:v>
                      </c:pt>
                      <c:pt idx="3829">
                        <c:v>3829</c:v>
                      </c:pt>
                      <c:pt idx="3830">
                        <c:v>3830</c:v>
                      </c:pt>
                      <c:pt idx="3831">
                        <c:v>3831</c:v>
                      </c:pt>
                      <c:pt idx="3832">
                        <c:v>3832</c:v>
                      </c:pt>
                      <c:pt idx="3833">
                        <c:v>3833</c:v>
                      </c:pt>
                      <c:pt idx="3834">
                        <c:v>3834</c:v>
                      </c:pt>
                      <c:pt idx="3835">
                        <c:v>3835</c:v>
                      </c:pt>
                      <c:pt idx="3836">
                        <c:v>3836</c:v>
                      </c:pt>
                      <c:pt idx="3837">
                        <c:v>3837</c:v>
                      </c:pt>
                      <c:pt idx="3838">
                        <c:v>3838</c:v>
                      </c:pt>
                      <c:pt idx="3839">
                        <c:v>3839</c:v>
                      </c:pt>
                      <c:pt idx="3840">
                        <c:v>3840</c:v>
                      </c:pt>
                      <c:pt idx="3841">
                        <c:v>3841</c:v>
                      </c:pt>
                      <c:pt idx="3842">
                        <c:v>3842</c:v>
                      </c:pt>
                      <c:pt idx="3843">
                        <c:v>3843</c:v>
                      </c:pt>
                      <c:pt idx="3844">
                        <c:v>3844</c:v>
                      </c:pt>
                      <c:pt idx="3845">
                        <c:v>3845</c:v>
                      </c:pt>
                      <c:pt idx="3846">
                        <c:v>3846</c:v>
                      </c:pt>
                      <c:pt idx="3847">
                        <c:v>3847</c:v>
                      </c:pt>
                      <c:pt idx="3848">
                        <c:v>3848</c:v>
                      </c:pt>
                      <c:pt idx="3849">
                        <c:v>3849</c:v>
                      </c:pt>
                      <c:pt idx="3850">
                        <c:v>3850</c:v>
                      </c:pt>
                      <c:pt idx="3851">
                        <c:v>3851</c:v>
                      </c:pt>
                      <c:pt idx="3852">
                        <c:v>3852</c:v>
                      </c:pt>
                      <c:pt idx="3853">
                        <c:v>3853</c:v>
                      </c:pt>
                      <c:pt idx="3854">
                        <c:v>3854</c:v>
                      </c:pt>
                      <c:pt idx="3855">
                        <c:v>3855</c:v>
                      </c:pt>
                      <c:pt idx="3856">
                        <c:v>3856</c:v>
                      </c:pt>
                      <c:pt idx="3857">
                        <c:v>3857</c:v>
                      </c:pt>
                      <c:pt idx="3858">
                        <c:v>3858</c:v>
                      </c:pt>
                      <c:pt idx="3859">
                        <c:v>3859</c:v>
                      </c:pt>
                      <c:pt idx="3860">
                        <c:v>3860</c:v>
                      </c:pt>
                      <c:pt idx="3861">
                        <c:v>3861</c:v>
                      </c:pt>
                      <c:pt idx="3862">
                        <c:v>3862</c:v>
                      </c:pt>
                      <c:pt idx="3863">
                        <c:v>3863</c:v>
                      </c:pt>
                      <c:pt idx="3864">
                        <c:v>3864</c:v>
                      </c:pt>
                      <c:pt idx="3865">
                        <c:v>3865</c:v>
                      </c:pt>
                      <c:pt idx="3866">
                        <c:v>3866</c:v>
                      </c:pt>
                      <c:pt idx="3867">
                        <c:v>3867</c:v>
                      </c:pt>
                      <c:pt idx="3868">
                        <c:v>3868</c:v>
                      </c:pt>
                      <c:pt idx="3869">
                        <c:v>3869</c:v>
                      </c:pt>
                      <c:pt idx="3870">
                        <c:v>3870</c:v>
                      </c:pt>
                      <c:pt idx="3871">
                        <c:v>3871</c:v>
                      </c:pt>
                      <c:pt idx="3872">
                        <c:v>3872</c:v>
                      </c:pt>
                      <c:pt idx="3873">
                        <c:v>3873</c:v>
                      </c:pt>
                      <c:pt idx="3874">
                        <c:v>3874</c:v>
                      </c:pt>
                      <c:pt idx="3875">
                        <c:v>3875</c:v>
                      </c:pt>
                      <c:pt idx="3876">
                        <c:v>3876</c:v>
                      </c:pt>
                      <c:pt idx="3877">
                        <c:v>3877</c:v>
                      </c:pt>
                      <c:pt idx="3878">
                        <c:v>3878</c:v>
                      </c:pt>
                      <c:pt idx="3879">
                        <c:v>3879</c:v>
                      </c:pt>
                      <c:pt idx="3880">
                        <c:v>3880</c:v>
                      </c:pt>
                      <c:pt idx="3881">
                        <c:v>3881</c:v>
                      </c:pt>
                      <c:pt idx="3882">
                        <c:v>3882</c:v>
                      </c:pt>
                      <c:pt idx="3883">
                        <c:v>3883</c:v>
                      </c:pt>
                      <c:pt idx="3884">
                        <c:v>3884</c:v>
                      </c:pt>
                      <c:pt idx="3885">
                        <c:v>3885</c:v>
                      </c:pt>
                      <c:pt idx="3886">
                        <c:v>3886</c:v>
                      </c:pt>
                      <c:pt idx="3887">
                        <c:v>3887</c:v>
                      </c:pt>
                      <c:pt idx="3888">
                        <c:v>3888</c:v>
                      </c:pt>
                      <c:pt idx="3889">
                        <c:v>3889</c:v>
                      </c:pt>
                      <c:pt idx="3890">
                        <c:v>3890</c:v>
                      </c:pt>
                      <c:pt idx="3891">
                        <c:v>3891</c:v>
                      </c:pt>
                      <c:pt idx="3892">
                        <c:v>3892</c:v>
                      </c:pt>
                      <c:pt idx="3893">
                        <c:v>3893</c:v>
                      </c:pt>
                      <c:pt idx="3894">
                        <c:v>3894</c:v>
                      </c:pt>
                      <c:pt idx="3895">
                        <c:v>3895</c:v>
                      </c:pt>
                      <c:pt idx="3896">
                        <c:v>3896</c:v>
                      </c:pt>
                      <c:pt idx="3897">
                        <c:v>3897</c:v>
                      </c:pt>
                      <c:pt idx="3898">
                        <c:v>3898</c:v>
                      </c:pt>
                      <c:pt idx="3899">
                        <c:v>3899</c:v>
                      </c:pt>
                      <c:pt idx="3900">
                        <c:v>3900</c:v>
                      </c:pt>
                      <c:pt idx="3901">
                        <c:v>3901</c:v>
                      </c:pt>
                      <c:pt idx="3902">
                        <c:v>3902</c:v>
                      </c:pt>
                      <c:pt idx="3903">
                        <c:v>3903</c:v>
                      </c:pt>
                      <c:pt idx="3904">
                        <c:v>3904</c:v>
                      </c:pt>
                      <c:pt idx="3905">
                        <c:v>3905</c:v>
                      </c:pt>
                      <c:pt idx="3906">
                        <c:v>3906</c:v>
                      </c:pt>
                      <c:pt idx="3907">
                        <c:v>3907</c:v>
                      </c:pt>
                      <c:pt idx="3908">
                        <c:v>3908</c:v>
                      </c:pt>
                      <c:pt idx="3909">
                        <c:v>3909</c:v>
                      </c:pt>
                      <c:pt idx="3910">
                        <c:v>3910</c:v>
                      </c:pt>
                      <c:pt idx="3911">
                        <c:v>3911</c:v>
                      </c:pt>
                      <c:pt idx="3912">
                        <c:v>3912</c:v>
                      </c:pt>
                      <c:pt idx="3913">
                        <c:v>3913</c:v>
                      </c:pt>
                      <c:pt idx="3914">
                        <c:v>3914</c:v>
                      </c:pt>
                      <c:pt idx="3915">
                        <c:v>3915</c:v>
                      </c:pt>
                      <c:pt idx="3916">
                        <c:v>3916</c:v>
                      </c:pt>
                      <c:pt idx="3917">
                        <c:v>3917</c:v>
                      </c:pt>
                      <c:pt idx="3918">
                        <c:v>3918</c:v>
                      </c:pt>
                      <c:pt idx="3919">
                        <c:v>3919</c:v>
                      </c:pt>
                      <c:pt idx="3920">
                        <c:v>3920</c:v>
                      </c:pt>
                      <c:pt idx="3921">
                        <c:v>3921</c:v>
                      </c:pt>
                      <c:pt idx="3922">
                        <c:v>3922</c:v>
                      </c:pt>
                      <c:pt idx="3923">
                        <c:v>3923</c:v>
                      </c:pt>
                      <c:pt idx="3924">
                        <c:v>3924</c:v>
                      </c:pt>
                      <c:pt idx="3925">
                        <c:v>3925</c:v>
                      </c:pt>
                      <c:pt idx="3926">
                        <c:v>3926</c:v>
                      </c:pt>
                      <c:pt idx="3927">
                        <c:v>3927</c:v>
                      </c:pt>
                      <c:pt idx="3928">
                        <c:v>3928</c:v>
                      </c:pt>
                      <c:pt idx="3929">
                        <c:v>3929</c:v>
                      </c:pt>
                      <c:pt idx="3930">
                        <c:v>3930</c:v>
                      </c:pt>
                      <c:pt idx="3931">
                        <c:v>3931</c:v>
                      </c:pt>
                      <c:pt idx="3932">
                        <c:v>3932</c:v>
                      </c:pt>
                      <c:pt idx="3933">
                        <c:v>3933</c:v>
                      </c:pt>
                      <c:pt idx="3934">
                        <c:v>3934</c:v>
                      </c:pt>
                      <c:pt idx="3935">
                        <c:v>3935</c:v>
                      </c:pt>
                      <c:pt idx="3936">
                        <c:v>3936</c:v>
                      </c:pt>
                      <c:pt idx="3937">
                        <c:v>3937</c:v>
                      </c:pt>
                      <c:pt idx="3938">
                        <c:v>3938</c:v>
                      </c:pt>
                      <c:pt idx="3939">
                        <c:v>3939</c:v>
                      </c:pt>
                      <c:pt idx="3940">
                        <c:v>3940</c:v>
                      </c:pt>
                      <c:pt idx="3941">
                        <c:v>3941</c:v>
                      </c:pt>
                      <c:pt idx="3942">
                        <c:v>3942</c:v>
                      </c:pt>
                      <c:pt idx="3943">
                        <c:v>3943</c:v>
                      </c:pt>
                      <c:pt idx="3944">
                        <c:v>3944</c:v>
                      </c:pt>
                      <c:pt idx="3945">
                        <c:v>3945</c:v>
                      </c:pt>
                      <c:pt idx="3946">
                        <c:v>3946</c:v>
                      </c:pt>
                      <c:pt idx="3947">
                        <c:v>3947</c:v>
                      </c:pt>
                      <c:pt idx="3948">
                        <c:v>3948</c:v>
                      </c:pt>
                      <c:pt idx="3949">
                        <c:v>3949</c:v>
                      </c:pt>
                      <c:pt idx="3950">
                        <c:v>3950</c:v>
                      </c:pt>
                      <c:pt idx="3951">
                        <c:v>3951</c:v>
                      </c:pt>
                      <c:pt idx="3952">
                        <c:v>3952</c:v>
                      </c:pt>
                      <c:pt idx="3953">
                        <c:v>3953</c:v>
                      </c:pt>
                      <c:pt idx="3954">
                        <c:v>3954</c:v>
                      </c:pt>
                      <c:pt idx="3955">
                        <c:v>3955</c:v>
                      </c:pt>
                      <c:pt idx="3956">
                        <c:v>3956</c:v>
                      </c:pt>
                      <c:pt idx="3957">
                        <c:v>3957</c:v>
                      </c:pt>
                      <c:pt idx="3958">
                        <c:v>3958</c:v>
                      </c:pt>
                      <c:pt idx="3959">
                        <c:v>3959</c:v>
                      </c:pt>
                      <c:pt idx="3960">
                        <c:v>3960</c:v>
                      </c:pt>
                      <c:pt idx="3961">
                        <c:v>3961</c:v>
                      </c:pt>
                      <c:pt idx="3962">
                        <c:v>3962</c:v>
                      </c:pt>
                      <c:pt idx="3963">
                        <c:v>3963</c:v>
                      </c:pt>
                      <c:pt idx="3964">
                        <c:v>3964</c:v>
                      </c:pt>
                      <c:pt idx="3965">
                        <c:v>3965</c:v>
                      </c:pt>
                      <c:pt idx="3966">
                        <c:v>3966</c:v>
                      </c:pt>
                      <c:pt idx="3967">
                        <c:v>3967</c:v>
                      </c:pt>
                      <c:pt idx="3968">
                        <c:v>3968</c:v>
                      </c:pt>
                      <c:pt idx="3969">
                        <c:v>3969</c:v>
                      </c:pt>
                      <c:pt idx="3970">
                        <c:v>3970</c:v>
                      </c:pt>
                      <c:pt idx="3971">
                        <c:v>3971</c:v>
                      </c:pt>
                      <c:pt idx="3972">
                        <c:v>3972</c:v>
                      </c:pt>
                      <c:pt idx="3973">
                        <c:v>3973</c:v>
                      </c:pt>
                      <c:pt idx="3974">
                        <c:v>3974</c:v>
                      </c:pt>
                      <c:pt idx="3975">
                        <c:v>3975</c:v>
                      </c:pt>
                      <c:pt idx="3976">
                        <c:v>3976</c:v>
                      </c:pt>
                      <c:pt idx="3977">
                        <c:v>3977</c:v>
                      </c:pt>
                      <c:pt idx="3978">
                        <c:v>3978</c:v>
                      </c:pt>
                      <c:pt idx="3979">
                        <c:v>3979</c:v>
                      </c:pt>
                      <c:pt idx="3980">
                        <c:v>3980</c:v>
                      </c:pt>
                      <c:pt idx="3981">
                        <c:v>3981</c:v>
                      </c:pt>
                      <c:pt idx="3982">
                        <c:v>3982</c:v>
                      </c:pt>
                      <c:pt idx="3983">
                        <c:v>3983</c:v>
                      </c:pt>
                      <c:pt idx="3984">
                        <c:v>3984</c:v>
                      </c:pt>
                      <c:pt idx="3985">
                        <c:v>3985</c:v>
                      </c:pt>
                      <c:pt idx="3986">
                        <c:v>3986</c:v>
                      </c:pt>
                      <c:pt idx="3987">
                        <c:v>3987</c:v>
                      </c:pt>
                      <c:pt idx="3988">
                        <c:v>3988</c:v>
                      </c:pt>
                      <c:pt idx="3989">
                        <c:v>3989</c:v>
                      </c:pt>
                      <c:pt idx="3990">
                        <c:v>3990</c:v>
                      </c:pt>
                      <c:pt idx="3991">
                        <c:v>3991</c:v>
                      </c:pt>
                      <c:pt idx="3992">
                        <c:v>3992</c:v>
                      </c:pt>
                      <c:pt idx="3993">
                        <c:v>3993</c:v>
                      </c:pt>
                      <c:pt idx="3994">
                        <c:v>3994</c:v>
                      </c:pt>
                      <c:pt idx="3995">
                        <c:v>3995</c:v>
                      </c:pt>
                      <c:pt idx="3996">
                        <c:v>3996</c:v>
                      </c:pt>
                      <c:pt idx="3997">
                        <c:v>3997</c:v>
                      </c:pt>
                      <c:pt idx="3998">
                        <c:v>3998</c:v>
                      </c:pt>
                      <c:pt idx="3999">
                        <c:v>3999</c:v>
                      </c:pt>
                      <c:pt idx="4000">
                        <c:v>4000</c:v>
                      </c:pt>
                      <c:pt idx="4001">
                        <c:v>4001</c:v>
                      </c:pt>
                      <c:pt idx="4002">
                        <c:v>4002</c:v>
                      </c:pt>
                      <c:pt idx="4003">
                        <c:v>4003</c:v>
                      </c:pt>
                      <c:pt idx="4004">
                        <c:v>4004</c:v>
                      </c:pt>
                      <c:pt idx="4005">
                        <c:v>4005</c:v>
                      </c:pt>
                      <c:pt idx="4006">
                        <c:v>4006</c:v>
                      </c:pt>
                      <c:pt idx="4007">
                        <c:v>4007</c:v>
                      </c:pt>
                      <c:pt idx="4008">
                        <c:v>4008</c:v>
                      </c:pt>
                      <c:pt idx="4009">
                        <c:v>4009</c:v>
                      </c:pt>
                      <c:pt idx="4010">
                        <c:v>4010</c:v>
                      </c:pt>
                      <c:pt idx="4011">
                        <c:v>4011</c:v>
                      </c:pt>
                      <c:pt idx="4012">
                        <c:v>4012</c:v>
                      </c:pt>
                      <c:pt idx="4013">
                        <c:v>4013</c:v>
                      </c:pt>
                      <c:pt idx="4014">
                        <c:v>4014</c:v>
                      </c:pt>
                      <c:pt idx="4015">
                        <c:v>4015</c:v>
                      </c:pt>
                      <c:pt idx="4016">
                        <c:v>4016</c:v>
                      </c:pt>
                      <c:pt idx="4017">
                        <c:v>4017</c:v>
                      </c:pt>
                      <c:pt idx="4018">
                        <c:v>4018</c:v>
                      </c:pt>
                      <c:pt idx="4019">
                        <c:v>4019</c:v>
                      </c:pt>
                      <c:pt idx="4020">
                        <c:v>4020</c:v>
                      </c:pt>
                      <c:pt idx="4021">
                        <c:v>4021</c:v>
                      </c:pt>
                      <c:pt idx="4022">
                        <c:v>4022</c:v>
                      </c:pt>
                      <c:pt idx="4023">
                        <c:v>4023</c:v>
                      </c:pt>
                      <c:pt idx="4024">
                        <c:v>4024</c:v>
                      </c:pt>
                      <c:pt idx="4025">
                        <c:v>4025</c:v>
                      </c:pt>
                      <c:pt idx="4026">
                        <c:v>4026</c:v>
                      </c:pt>
                      <c:pt idx="4027">
                        <c:v>4027</c:v>
                      </c:pt>
                      <c:pt idx="4028">
                        <c:v>4028</c:v>
                      </c:pt>
                      <c:pt idx="4029">
                        <c:v>4029</c:v>
                      </c:pt>
                      <c:pt idx="4030">
                        <c:v>4030</c:v>
                      </c:pt>
                      <c:pt idx="4031">
                        <c:v>4031</c:v>
                      </c:pt>
                      <c:pt idx="4032">
                        <c:v>4032</c:v>
                      </c:pt>
                      <c:pt idx="4033">
                        <c:v>4033</c:v>
                      </c:pt>
                      <c:pt idx="4034">
                        <c:v>4034</c:v>
                      </c:pt>
                      <c:pt idx="4035">
                        <c:v>4035</c:v>
                      </c:pt>
                      <c:pt idx="4036">
                        <c:v>4036</c:v>
                      </c:pt>
                      <c:pt idx="4037">
                        <c:v>4037</c:v>
                      </c:pt>
                      <c:pt idx="4038">
                        <c:v>4038</c:v>
                      </c:pt>
                      <c:pt idx="4039">
                        <c:v>4039</c:v>
                      </c:pt>
                      <c:pt idx="4040">
                        <c:v>4040</c:v>
                      </c:pt>
                      <c:pt idx="4041">
                        <c:v>4041</c:v>
                      </c:pt>
                      <c:pt idx="4042">
                        <c:v>4042</c:v>
                      </c:pt>
                      <c:pt idx="4043">
                        <c:v>4043</c:v>
                      </c:pt>
                      <c:pt idx="4044">
                        <c:v>4044</c:v>
                      </c:pt>
                      <c:pt idx="4045">
                        <c:v>4045</c:v>
                      </c:pt>
                      <c:pt idx="4046">
                        <c:v>4046</c:v>
                      </c:pt>
                      <c:pt idx="4047">
                        <c:v>4047</c:v>
                      </c:pt>
                      <c:pt idx="4048">
                        <c:v>4048</c:v>
                      </c:pt>
                      <c:pt idx="4049">
                        <c:v>4049</c:v>
                      </c:pt>
                      <c:pt idx="4050">
                        <c:v>4050</c:v>
                      </c:pt>
                      <c:pt idx="4051">
                        <c:v>4051</c:v>
                      </c:pt>
                      <c:pt idx="4052">
                        <c:v>4052</c:v>
                      </c:pt>
                      <c:pt idx="4053">
                        <c:v>4053</c:v>
                      </c:pt>
                      <c:pt idx="4054">
                        <c:v>4054</c:v>
                      </c:pt>
                      <c:pt idx="4055">
                        <c:v>4055</c:v>
                      </c:pt>
                      <c:pt idx="4056">
                        <c:v>4056</c:v>
                      </c:pt>
                      <c:pt idx="4057">
                        <c:v>4057</c:v>
                      </c:pt>
                      <c:pt idx="4058">
                        <c:v>4058</c:v>
                      </c:pt>
                      <c:pt idx="4059">
                        <c:v>4059</c:v>
                      </c:pt>
                      <c:pt idx="4060">
                        <c:v>4060</c:v>
                      </c:pt>
                      <c:pt idx="4061">
                        <c:v>4061</c:v>
                      </c:pt>
                      <c:pt idx="4062">
                        <c:v>4062</c:v>
                      </c:pt>
                      <c:pt idx="4063">
                        <c:v>4063</c:v>
                      </c:pt>
                      <c:pt idx="4064">
                        <c:v>4064</c:v>
                      </c:pt>
                      <c:pt idx="4065">
                        <c:v>4065</c:v>
                      </c:pt>
                      <c:pt idx="4066">
                        <c:v>4066</c:v>
                      </c:pt>
                      <c:pt idx="4067">
                        <c:v>4067</c:v>
                      </c:pt>
                      <c:pt idx="4068">
                        <c:v>4068</c:v>
                      </c:pt>
                      <c:pt idx="4069">
                        <c:v>4069</c:v>
                      </c:pt>
                      <c:pt idx="4070">
                        <c:v>4070</c:v>
                      </c:pt>
                      <c:pt idx="4071">
                        <c:v>4071</c:v>
                      </c:pt>
                      <c:pt idx="4072">
                        <c:v>4072</c:v>
                      </c:pt>
                      <c:pt idx="4073">
                        <c:v>4073</c:v>
                      </c:pt>
                      <c:pt idx="4074">
                        <c:v>4074</c:v>
                      </c:pt>
                      <c:pt idx="4075">
                        <c:v>4075</c:v>
                      </c:pt>
                      <c:pt idx="4076">
                        <c:v>4076</c:v>
                      </c:pt>
                      <c:pt idx="4077">
                        <c:v>4077</c:v>
                      </c:pt>
                      <c:pt idx="4078">
                        <c:v>4078</c:v>
                      </c:pt>
                      <c:pt idx="4079">
                        <c:v>4079</c:v>
                      </c:pt>
                      <c:pt idx="4080">
                        <c:v>4080</c:v>
                      </c:pt>
                      <c:pt idx="4081">
                        <c:v>4081</c:v>
                      </c:pt>
                      <c:pt idx="4082">
                        <c:v>4082</c:v>
                      </c:pt>
                      <c:pt idx="4083">
                        <c:v>4083</c:v>
                      </c:pt>
                      <c:pt idx="4084">
                        <c:v>4084</c:v>
                      </c:pt>
                      <c:pt idx="4085">
                        <c:v>4085</c:v>
                      </c:pt>
                      <c:pt idx="4086">
                        <c:v>4086</c:v>
                      </c:pt>
                      <c:pt idx="4087">
                        <c:v>4087</c:v>
                      </c:pt>
                      <c:pt idx="4088">
                        <c:v>4088</c:v>
                      </c:pt>
                      <c:pt idx="4089">
                        <c:v>4089</c:v>
                      </c:pt>
                      <c:pt idx="4090">
                        <c:v>4090</c:v>
                      </c:pt>
                      <c:pt idx="4091">
                        <c:v>4091</c:v>
                      </c:pt>
                      <c:pt idx="4092">
                        <c:v>4092</c:v>
                      </c:pt>
                      <c:pt idx="4093">
                        <c:v>4093</c:v>
                      </c:pt>
                      <c:pt idx="4094">
                        <c:v>4094</c:v>
                      </c:pt>
                      <c:pt idx="4095">
                        <c:v>4095</c:v>
                      </c:pt>
                      <c:pt idx="4096">
                        <c:v>4096</c:v>
                      </c:pt>
                      <c:pt idx="4097">
                        <c:v>4097</c:v>
                      </c:pt>
                      <c:pt idx="4098">
                        <c:v>4098</c:v>
                      </c:pt>
                      <c:pt idx="4099">
                        <c:v>4099</c:v>
                      </c:pt>
                      <c:pt idx="4100">
                        <c:v>4100</c:v>
                      </c:pt>
                      <c:pt idx="4101">
                        <c:v>4101</c:v>
                      </c:pt>
                      <c:pt idx="4102">
                        <c:v>4102</c:v>
                      </c:pt>
                      <c:pt idx="4103">
                        <c:v>4103</c:v>
                      </c:pt>
                      <c:pt idx="4104">
                        <c:v>4104</c:v>
                      </c:pt>
                      <c:pt idx="4105">
                        <c:v>4105</c:v>
                      </c:pt>
                      <c:pt idx="4106">
                        <c:v>4106</c:v>
                      </c:pt>
                      <c:pt idx="4107">
                        <c:v>4107</c:v>
                      </c:pt>
                      <c:pt idx="4108">
                        <c:v>4108</c:v>
                      </c:pt>
                      <c:pt idx="4109">
                        <c:v>4109</c:v>
                      </c:pt>
                      <c:pt idx="4110">
                        <c:v>4110</c:v>
                      </c:pt>
                      <c:pt idx="4111">
                        <c:v>4111</c:v>
                      </c:pt>
                      <c:pt idx="4112">
                        <c:v>4112</c:v>
                      </c:pt>
                      <c:pt idx="4113">
                        <c:v>4113</c:v>
                      </c:pt>
                      <c:pt idx="4114">
                        <c:v>4114</c:v>
                      </c:pt>
                      <c:pt idx="4115">
                        <c:v>4115</c:v>
                      </c:pt>
                      <c:pt idx="4116">
                        <c:v>4116</c:v>
                      </c:pt>
                      <c:pt idx="4117">
                        <c:v>4117</c:v>
                      </c:pt>
                      <c:pt idx="4118">
                        <c:v>4118</c:v>
                      </c:pt>
                      <c:pt idx="4119">
                        <c:v>4119</c:v>
                      </c:pt>
                      <c:pt idx="4120">
                        <c:v>4120</c:v>
                      </c:pt>
                      <c:pt idx="4121">
                        <c:v>4121</c:v>
                      </c:pt>
                      <c:pt idx="4122">
                        <c:v>4122</c:v>
                      </c:pt>
                      <c:pt idx="4123">
                        <c:v>4123</c:v>
                      </c:pt>
                      <c:pt idx="4124">
                        <c:v>4124</c:v>
                      </c:pt>
                      <c:pt idx="4125">
                        <c:v>4125</c:v>
                      </c:pt>
                      <c:pt idx="4126">
                        <c:v>4126</c:v>
                      </c:pt>
                      <c:pt idx="4127">
                        <c:v>4127</c:v>
                      </c:pt>
                      <c:pt idx="4128">
                        <c:v>4128</c:v>
                      </c:pt>
                      <c:pt idx="4129">
                        <c:v>4129</c:v>
                      </c:pt>
                      <c:pt idx="4130">
                        <c:v>4130</c:v>
                      </c:pt>
                      <c:pt idx="4131">
                        <c:v>4131</c:v>
                      </c:pt>
                      <c:pt idx="4132">
                        <c:v>4132</c:v>
                      </c:pt>
                      <c:pt idx="4133">
                        <c:v>4133</c:v>
                      </c:pt>
                      <c:pt idx="4134">
                        <c:v>4134</c:v>
                      </c:pt>
                      <c:pt idx="4135">
                        <c:v>4135</c:v>
                      </c:pt>
                      <c:pt idx="4136">
                        <c:v>4136</c:v>
                      </c:pt>
                      <c:pt idx="4137">
                        <c:v>4137</c:v>
                      </c:pt>
                      <c:pt idx="4138">
                        <c:v>4138</c:v>
                      </c:pt>
                      <c:pt idx="4139">
                        <c:v>4139</c:v>
                      </c:pt>
                      <c:pt idx="4140">
                        <c:v>4140</c:v>
                      </c:pt>
                      <c:pt idx="4141">
                        <c:v>4141</c:v>
                      </c:pt>
                      <c:pt idx="4142">
                        <c:v>4142</c:v>
                      </c:pt>
                      <c:pt idx="4143">
                        <c:v>4143</c:v>
                      </c:pt>
                      <c:pt idx="4144">
                        <c:v>4144</c:v>
                      </c:pt>
                      <c:pt idx="4145">
                        <c:v>4145</c:v>
                      </c:pt>
                      <c:pt idx="4146">
                        <c:v>4146</c:v>
                      </c:pt>
                      <c:pt idx="4147">
                        <c:v>4147</c:v>
                      </c:pt>
                      <c:pt idx="4148">
                        <c:v>4148</c:v>
                      </c:pt>
                      <c:pt idx="4149">
                        <c:v>4149</c:v>
                      </c:pt>
                      <c:pt idx="4150">
                        <c:v>4150</c:v>
                      </c:pt>
                      <c:pt idx="4151">
                        <c:v>4151</c:v>
                      </c:pt>
                      <c:pt idx="4152">
                        <c:v>4152</c:v>
                      </c:pt>
                      <c:pt idx="4153">
                        <c:v>4153</c:v>
                      </c:pt>
                      <c:pt idx="4154">
                        <c:v>4154</c:v>
                      </c:pt>
                      <c:pt idx="4155">
                        <c:v>4155</c:v>
                      </c:pt>
                      <c:pt idx="4156">
                        <c:v>4156</c:v>
                      </c:pt>
                      <c:pt idx="4157">
                        <c:v>4157</c:v>
                      </c:pt>
                      <c:pt idx="4158">
                        <c:v>4158</c:v>
                      </c:pt>
                      <c:pt idx="4159">
                        <c:v>4159</c:v>
                      </c:pt>
                      <c:pt idx="4160">
                        <c:v>4160</c:v>
                      </c:pt>
                      <c:pt idx="4161">
                        <c:v>4161</c:v>
                      </c:pt>
                      <c:pt idx="4162">
                        <c:v>4162</c:v>
                      </c:pt>
                      <c:pt idx="4163">
                        <c:v>4163</c:v>
                      </c:pt>
                      <c:pt idx="4164">
                        <c:v>4164</c:v>
                      </c:pt>
                      <c:pt idx="4165">
                        <c:v>4165</c:v>
                      </c:pt>
                      <c:pt idx="4166">
                        <c:v>4166</c:v>
                      </c:pt>
                      <c:pt idx="4167">
                        <c:v>4167</c:v>
                      </c:pt>
                      <c:pt idx="4168">
                        <c:v>4168</c:v>
                      </c:pt>
                      <c:pt idx="4169">
                        <c:v>4169</c:v>
                      </c:pt>
                      <c:pt idx="4170">
                        <c:v>4170</c:v>
                      </c:pt>
                      <c:pt idx="4171">
                        <c:v>4171</c:v>
                      </c:pt>
                      <c:pt idx="4172">
                        <c:v>4172</c:v>
                      </c:pt>
                      <c:pt idx="4173">
                        <c:v>4173</c:v>
                      </c:pt>
                      <c:pt idx="4174">
                        <c:v>4174</c:v>
                      </c:pt>
                      <c:pt idx="4175">
                        <c:v>4175</c:v>
                      </c:pt>
                      <c:pt idx="4176">
                        <c:v>4176</c:v>
                      </c:pt>
                      <c:pt idx="4177">
                        <c:v>4177</c:v>
                      </c:pt>
                      <c:pt idx="4178">
                        <c:v>4178</c:v>
                      </c:pt>
                      <c:pt idx="4179">
                        <c:v>4179</c:v>
                      </c:pt>
                      <c:pt idx="4180">
                        <c:v>4180</c:v>
                      </c:pt>
                      <c:pt idx="4181">
                        <c:v>4181</c:v>
                      </c:pt>
                      <c:pt idx="4182">
                        <c:v>4182</c:v>
                      </c:pt>
                      <c:pt idx="4183">
                        <c:v>4183</c:v>
                      </c:pt>
                      <c:pt idx="4184">
                        <c:v>4184</c:v>
                      </c:pt>
                      <c:pt idx="4185">
                        <c:v>4185</c:v>
                      </c:pt>
                      <c:pt idx="4186">
                        <c:v>4186</c:v>
                      </c:pt>
                      <c:pt idx="4187">
                        <c:v>4187</c:v>
                      </c:pt>
                      <c:pt idx="4188">
                        <c:v>4188</c:v>
                      </c:pt>
                      <c:pt idx="4189">
                        <c:v>4189</c:v>
                      </c:pt>
                      <c:pt idx="4190">
                        <c:v>4190</c:v>
                      </c:pt>
                      <c:pt idx="4191">
                        <c:v>4191</c:v>
                      </c:pt>
                      <c:pt idx="4192">
                        <c:v>4192</c:v>
                      </c:pt>
                      <c:pt idx="4193">
                        <c:v>4193</c:v>
                      </c:pt>
                      <c:pt idx="4194">
                        <c:v>4194</c:v>
                      </c:pt>
                      <c:pt idx="4195">
                        <c:v>4195</c:v>
                      </c:pt>
                      <c:pt idx="4196">
                        <c:v>4196</c:v>
                      </c:pt>
                      <c:pt idx="4197">
                        <c:v>4197</c:v>
                      </c:pt>
                      <c:pt idx="4198">
                        <c:v>4198</c:v>
                      </c:pt>
                      <c:pt idx="4199">
                        <c:v>4199</c:v>
                      </c:pt>
                      <c:pt idx="4200">
                        <c:v>4200</c:v>
                      </c:pt>
                      <c:pt idx="4201">
                        <c:v>4201</c:v>
                      </c:pt>
                      <c:pt idx="4202">
                        <c:v>4202</c:v>
                      </c:pt>
                      <c:pt idx="4203">
                        <c:v>4203</c:v>
                      </c:pt>
                      <c:pt idx="4204">
                        <c:v>4204</c:v>
                      </c:pt>
                      <c:pt idx="4205">
                        <c:v>4205</c:v>
                      </c:pt>
                      <c:pt idx="4206">
                        <c:v>4206</c:v>
                      </c:pt>
                      <c:pt idx="4207">
                        <c:v>4207</c:v>
                      </c:pt>
                      <c:pt idx="4208">
                        <c:v>4208</c:v>
                      </c:pt>
                      <c:pt idx="4209">
                        <c:v>4209</c:v>
                      </c:pt>
                      <c:pt idx="4210">
                        <c:v>4210</c:v>
                      </c:pt>
                      <c:pt idx="4211">
                        <c:v>4211</c:v>
                      </c:pt>
                      <c:pt idx="4212">
                        <c:v>4212</c:v>
                      </c:pt>
                      <c:pt idx="4213">
                        <c:v>4213</c:v>
                      </c:pt>
                      <c:pt idx="4214">
                        <c:v>4214</c:v>
                      </c:pt>
                      <c:pt idx="4215">
                        <c:v>4215</c:v>
                      </c:pt>
                      <c:pt idx="4216">
                        <c:v>4216</c:v>
                      </c:pt>
                      <c:pt idx="4217">
                        <c:v>4217</c:v>
                      </c:pt>
                      <c:pt idx="4218">
                        <c:v>4218</c:v>
                      </c:pt>
                      <c:pt idx="4219">
                        <c:v>4219</c:v>
                      </c:pt>
                      <c:pt idx="4220">
                        <c:v>4220</c:v>
                      </c:pt>
                      <c:pt idx="4221">
                        <c:v>4221</c:v>
                      </c:pt>
                      <c:pt idx="4222">
                        <c:v>4222</c:v>
                      </c:pt>
                      <c:pt idx="4223">
                        <c:v>4223</c:v>
                      </c:pt>
                      <c:pt idx="4224">
                        <c:v>4224</c:v>
                      </c:pt>
                      <c:pt idx="4225">
                        <c:v>4225</c:v>
                      </c:pt>
                      <c:pt idx="4226">
                        <c:v>4226</c:v>
                      </c:pt>
                      <c:pt idx="4227">
                        <c:v>4227</c:v>
                      </c:pt>
                      <c:pt idx="4228">
                        <c:v>4228</c:v>
                      </c:pt>
                      <c:pt idx="4229">
                        <c:v>4229</c:v>
                      </c:pt>
                      <c:pt idx="4230">
                        <c:v>4230</c:v>
                      </c:pt>
                      <c:pt idx="4231">
                        <c:v>4231</c:v>
                      </c:pt>
                      <c:pt idx="4232">
                        <c:v>4232</c:v>
                      </c:pt>
                      <c:pt idx="4233">
                        <c:v>4233</c:v>
                      </c:pt>
                      <c:pt idx="4234">
                        <c:v>4234</c:v>
                      </c:pt>
                      <c:pt idx="4235">
                        <c:v>4235</c:v>
                      </c:pt>
                      <c:pt idx="4236">
                        <c:v>4236</c:v>
                      </c:pt>
                      <c:pt idx="4237">
                        <c:v>4237</c:v>
                      </c:pt>
                      <c:pt idx="4238">
                        <c:v>4238</c:v>
                      </c:pt>
                      <c:pt idx="4239">
                        <c:v>4239</c:v>
                      </c:pt>
                      <c:pt idx="4240">
                        <c:v>4240</c:v>
                      </c:pt>
                      <c:pt idx="4241">
                        <c:v>4241</c:v>
                      </c:pt>
                      <c:pt idx="4242">
                        <c:v>4242</c:v>
                      </c:pt>
                      <c:pt idx="4243">
                        <c:v>4243</c:v>
                      </c:pt>
                      <c:pt idx="4244">
                        <c:v>4244</c:v>
                      </c:pt>
                      <c:pt idx="4245">
                        <c:v>4245</c:v>
                      </c:pt>
                      <c:pt idx="4246">
                        <c:v>4246</c:v>
                      </c:pt>
                      <c:pt idx="4247">
                        <c:v>4247</c:v>
                      </c:pt>
                      <c:pt idx="4248">
                        <c:v>4248</c:v>
                      </c:pt>
                      <c:pt idx="4249">
                        <c:v>4249</c:v>
                      </c:pt>
                      <c:pt idx="4250">
                        <c:v>4250</c:v>
                      </c:pt>
                      <c:pt idx="4251">
                        <c:v>4251</c:v>
                      </c:pt>
                      <c:pt idx="4252">
                        <c:v>4252</c:v>
                      </c:pt>
                      <c:pt idx="4253">
                        <c:v>4253</c:v>
                      </c:pt>
                      <c:pt idx="4254">
                        <c:v>4254</c:v>
                      </c:pt>
                      <c:pt idx="4255">
                        <c:v>4255</c:v>
                      </c:pt>
                      <c:pt idx="4256">
                        <c:v>4256</c:v>
                      </c:pt>
                      <c:pt idx="4257">
                        <c:v>4257</c:v>
                      </c:pt>
                      <c:pt idx="4258">
                        <c:v>4258</c:v>
                      </c:pt>
                      <c:pt idx="4259">
                        <c:v>4259</c:v>
                      </c:pt>
                      <c:pt idx="4260">
                        <c:v>4260</c:v>
                      </c:pt>
                      <c:pt idx="4261">
                        <c:v>4261</c:v>
                      </c:pt>
                      <c:pt idx="4262">
                        <c:v>4262</c:v>
                      </c:pt>
                      <c:pt idx="4263">
                        <c:v>4263</c:v>
                      </c:pt>
                      <c:pt idx="4264">
                        <c:v>4264</c:v>
                      </c:pt>
                      <c:pt idx="4265">
                        <c:v>4265</c:v>
                      </c:pt>
                      <c:pt idx="4266">
                        <c:v>4266</c:v>
                      </c:pt>
                      <c:pt idx="4267">
                        <c:v>4267</c:v>
                      </c:pt>
                      <c:pt idx="4268">
                        <c:v>4268</c:v>
                      </c:pt>
                      <c:pt idx="4269">
                        <c:v>4269</c:v>
                      </c:pt>
                      <c:pt idx="4270">
                        <c:v>4270</c:v>
                      </c:pt>
                      <c:pt idx="4271">
                        <c:v>4271</c:v>
                      </c:pt>
                      <c:pt idx="4272">
                        <c:v>4272</c:v>
                      </c:pt>
                      <c:pt idx="4273">
                        <c:v>4273</c:v>
                      </c:pt>
                      <c:pt idx="4274">
                        <c:v>4274</c:v>
                      </c:pt>
                      <c:pt idx="4275">
                        <c:v>4275</c:v>
                      </c:pt>
                      <c:pt idx="4276">
                        <c:v>4276</c:v>
                      </c:pt>
                      <c:pt idx="4277">
                        <c:v>4277</c:v>
                      </c:pt>
                      <c:pt idx="4278">
                        <c:v>4278</c:v>
                      </c:pt>
                      <c:pt idx="4279">
                        <c:v>4279</c:v>
                      </c:pt>
                      <c:pt idx="4280">
                        <c:v>4280</c:v>
                      </c:pt>
                      <c:pt idx="4281">
                        <c:v>4281</c:v>
                      </c:pt>
                      <c:pt idx="4282">
                        <c:v>4282</c:v>
                      </c:pt>
                      <c:pt idx="4283">
                        <c:v>4283</c:v>
                      </c:pt>
                      <c:pt idx="4284">
                        <c:v>4284</c:v>
                      </c:pt>
                      <c:pt idx="4285">
                        <c:v>4285</c:v>
                      </c:pt>
                      <c:pt idx="4286">
                        <c:v>4286</c:v>
                      </c:pt>
                      <c:pt idx="4287">
                        <c:v>4287</c:v>
                      </c:pt>
                      <c:pt idx="4288">
                        <c:v>4288</c:v>
                      </c:pt>
                      <c:pt idx="4289">
                        <c:v>4289</c:v>
                      </c:pt>
                      <c:pt idx="4290">
                        <c:v>4290</c:v>
                      </c:pt>
                      <c:pt idx="4291">
                        <c:v>4291</c:v>
                      </c:pt>
                      <c:pt idx="4292">
                        <c:v>4292</c:v>
                      </c:pt>
                      <c:pt idx="4293">
                        <c:v>4293</c:v>
                      </c:pt>
                      <c:pt idx="4294">
                        <c:v>4294</c:v>
                      </c:pt>
                      <c:pt idx="4295">
                        <c:v>4295</c:v>
                      </c:pt>
                      <c:pt idx="4296">
                        <c:v>4296</c:v>
                      </c:pt>
                      <c:pt idx="4297">
                        <c:v>4297</c:v>
                      </c:pt>
                      <c:pt idx="4298">
                        <c:v>4298</c:v>
                      </c:pt>
                      <c:pt idx="4299">
                        <c:v>4299</c:v>
                      </c:pt>
                      <c:pt idx="4300">
                        <c:v>4300</c:v>
                      </c:pt>
                      <c:pt idx="4301">
                        <c:v>4301</c:v>
                      </c:pt>
                      <c:pt idx="4302">
                        <c:v>4302</c:v>
                      </c:pt>
                      <c:pt idx="4303">
                        <c:v>4303</c:v>
                      </c:pt>
                      <c:pt idx="4304">
                        <c:v>4304</c:v>
                      </c:pt>
                      <c:pt idx="4305">
                        <c:v>4305</c:v>
                      </c:pt>
                      <c:pt idx="4306">
                        <c:v>4306</c:v>
                      </c:pt>
                      <c:pt idx="4307">
                        <c:v>4307</c:v>
                      </c:pt>
                      <c:pt idx="4308">
                        <c:v>4308</c:v>
                      </c:pt>
                      <c:pt idx="4309">
                        <c:v>4309</c:v>
                      </c:pt>
                      <c:pt idx="4310">
                        <c:v>4310</c:v>
                      </c:pt>
                      <c:pt idx="4311">
                        <c:v>4311</c:v>
                      </c:pt>
                      <c:pt idx="4312">
                        <c:v>4312</c:v>
                      </c:pt>
                      <c:pt idx="4313">
                        <c:v>4313</c:v>
                      </c:pt>
                      <c:pt idx="4314">
                        <c:v>4314</c:v>
                      </c:pt>
                      <c:pt idx="4315">
                        <c:v>4315</c:v>
                      </c:pt>
                      <c:pt idx="4316">
                        <c:v>4316</c:v>
                      </c:pt>
                      <c:pt idx="4317">
                        <c:v>4317</c:v>
                      </c:pt>
                      <c:pt idx="4318">
                        <c:v>4318</c:v>
                      </c:pt>
                      <c:pt idx="4319">
                        <c:v>4319</c:v>
                      </c:pt>
                      <c:pt idx="4320">
                        <c:v>4320</c:v>
                      </c:pt>
                      <c:pt idx="4321">
                        <c:v>4321</c:v>
                      </c:pt>
                      <c:pt idx="4322">
                        <c:v>4322</c:v>
                      </c:pt>
                      <c:pt idx="4323">
                        <c:v>4323</c:v>
                      </c:pt>
                      <c:pt idx="4324">
                        <c:v>4324</c:v>
                      </c:pt>
                      <c:pt idx="4325">
                        <c:v>4325</c:v>
                      </c:pt>
                      <c:pt idx="4326">
                        <c:v>4326</c:v>
                      </c:pt>
                      <c:pt idx="4327">
                        <c:v>4327</c:v>
                      </c:pt>
                      <c:pt idx="4328">
                        <c:v>4328</c:v>
                      </c:pt>
                      <c:pt idx="4329">
                        <c:v>4329</c:v>
                      </c:pt>
                      <c:pt idx="4330">
                        <c:v>4330</c:v>
                      </c:pt>
                      <c:pt idx="4331">
                        <c:v>4331</c:v>
                      </c:pt>
                      <c:pt idx="4332">
                        <c:v>4332</c:v>
                      </c:pt>
                      <c:pt idx="4333">
                        <c:v>4333</c:v>
                      </c:pt>
                      <c:pt idx="4334">
                        <c:v>4334</c:v>
                      </c:pt>
                      <c:pt idx="4335">
                        <c:v>4335</c:v>
                      </c:pt>
                      <c:pt idx="4336">
                        <c:v>4336</c:v>
                      </c:pt>
                      <c:pt idx="4337">
                        <c:v>4337</c:v>
                      </c:pt>
                      <c:pt idx="4338">
                        <c:v>4338</c:v>
                      </c:pt>
                      <c:pt idx="4339">
                        <c:v>4339</c:v>
                      </c:pt>
                      <c:pt idx="4340">
                        <c:v>4340</c:v>
                      </c:pt>
                      <c:pt idx="4341">
                        <c:v>4341</c:v>
                      </c:pt>
                      <c:pt idx="4342">
                        <c:v>4342</c:v>
                      </c:pt>
                      <c:pt idx="4343">
                        <c:v>4343</c:v>
                      </c:pt>
                      <c:pt idx="4344">
                        <c:v>4344</c:v>
                      </c:pt>
                      <c:pt idx="4345">
                        <c:v>4345</c:v>
                      </c:pt>
                      <c:pt idx="4346">
                        <c:v>4346</c:v>
                      </c:pt>
                      <c:pt idx="4347">
                        <c:v>4347</c:v>
                      </c:pt>
                      <c:pt idx="4348">
                        <c:v>4348</c:v>
                      </c:pt>
                      <c:pt idx="4349">
                        <c:v>4349</c:v>
                      </c:pt>
                      <c:pt idx="4350">
                        <c:v>4350</c:v>
                      </c:pt>
                      <c:pt idx="4351">
                        <c:v>4351</c:v>
                      </c:pt>
                      <c:pt idx="4352">
                        <c:v>4352</c:v>
                      </c:pt>
                      <c:pt idx="4353">
                        <c:v>4353</c:v>
                      </c:pt>
                      <c:pt idx="4354">
                        <c:v>4354</c:v>
                      </c:pt>
                      <c:pt idx="4355">
                        <c:v>4355</c:v>
                      </c:pt>
                      <c:pt idx="4356">
                        <c:v>4356</c:v>
                      </c:pt>
                      <c:pt idx="4357">
                        <c:v>4357</c:v>
                      </c:pt>
                      <c:pt idx="4358">
                        <c:v>4358</c:v>
                      </c:pt>
                      <c:pt idx="4359">
                        <c:v>4359</c:v>
                      </c:pt>
                      <c:pt idx="4360">
                        <c:v>4360</c:v>
                      </c:pt>
                      <c:pt idx="4361">
                        <c:v>4361</c:v>
                      </c:pt>
                      <c:pt idx="4362">
                        <c:v>4362</c:v>
                      </c:pt>
                      <c:pt idx="4363">
                        <c:v>4363</c:v>
                      </c:pt>
                      <c:pt idx="4364">
                        <c:v>4364</c:v>
                      </c:pt>
                      <c:pt idx="4365">
                        <c:v>4365</c:v>
                      </c:pt>
                      <c:pt idx="4366">
                        <c:v>4366</c:v>
                      </c:pt>
                      <c:pt idx="4367">
                        <c:v>4367</c:v>
                      </c:pt>
                      <c:pt idx="4368">
                        <c:v>4368</c:v>
                      </c:pt>
                      <c:pt idx="4369">
                        <c:v>4369</c:v>
                      </c:pt>
                      <c:pt idx="4370">
                        <c:v>4370</c:v>
                      </c:pt>
                      <c:pt idx="4371">
                        <c:v>4371</c:v>
                      </c:pt>
                      <c:pt idx="4372">
                        <c:v>4372</c:v>
                      </c:pt>
                      <c:pt idx="4373">
                        <c:v>4373</c:v>
                      </c:pt>
                      <c:pt idx="4374">
                        <c:v>4374</c:v>
                      </c:pt>
                      <c:pt idx="4375">
                        <c:v>4375</c:v>
                      </c:pt>
                      <c:pt idx="4376">
                        <c:v>4376</c:v>
                      </c:pt>
                      <c:pt idx="4377">
                        <c:v>4377</c:v>
                      </c:pt>
                      <c:pt idx="4378">
                        <c:v>4378</c:v>
                      </c:pt>
                      <c:pt idx="4379">
                        <c:v>4379</c:v>
                      </c:pt>
                      <c:pt idx="4380">
                        <c:v>4380</c:v>
                      </c:pt>
                      <c:pt idx="4381">
                        <c:v>4381</c:v>
                      </c:pt>
                      <c:pt idx="4382">
                        <c:v>4382</c:v>
                      </c:pt>
                      <c:pt idx="4383">
                        <c:v>4383</c:v>
                      </c:pt>
                      <c:pt idx="4384">
                        <c:v>4384</c:v>
                      </c:pt>
                      <c:pt idx="4385">
                        <c:v>4385</c:v>
                      </c:pt>
                      <c:pt idx="4386">
                        <c:v>4386</c:v>
                      </c:pt>
                      <c:pt idx="4387">
                        <c:v>4387</c:v>
                      </c:pt>
                      <c:pt idx="4388">
                        <c:v>4388</c:v>
                      </c:pt>
                      <c:pt idx="4389">
                        <c:v>4389</c:v>
                      </c:pt>
                      <c:pt idx="4390">
                        <c:v>4390</c:v>
                      </c:pt>
                      <c:pt idx="4391">
                        <c:v>4391</c:v>
                      </c:pt>
                      <c:pt idx="4392">
                        <c:v>4392</c:v>
                      </c:pt>
                      <c:pt idx="4393">
                        <c:v>4393</c:v>
                      </c:pt>
                      <c:pt idx="4394">
                        <c:v>4394</c:v>
                      </c:pt>
                      <c:pt idx="4395">
                        <c:v>4395</c:v>
                      </c:pt>
                      <c:pt idx="4396">
                        <c:v>4396</c:v>
                      </c:pt>
                      <c:pt idx="4397">
                        <c:v>4397</c:v>
                      </c:pt>
                      <c:pt idx="4398">
                        <c:v>4398</c:v>
                      </c:pt>
                      <c:pt idx="4399">
                        <c:v>4399</c:v>
                      </c:pt>
                      <c:pt idx="4400">
                        <c:v>4400</c:v>
                      </c:pt>
                      <c:pt idx="4401">
                        <c:v>4401</c:v>
                      </c:pt>
                      <c:pt idx="4402">
                        <c:v>4402</c:v>
                      </c:pt>
                      <c:pt idx="4403">
                        <c:v>4403</c:v>
                      </c:pt>
                      <c:pt idx="4404">
                        <c:v>4404</c:v>
                      </c:pt>
                      <c:pt idx="4405">
                        <c:v>4405</c:v>
                      </c:pt>
                      <c:pt idx="4406">
                        <c:v>4406</c:v>
                      </c:pt>
                      <c:pt idx="4407">
                        <c:v>4407</c:v>
                      </c:pt>
                      <c:pt idx="4408">
                        <c:v>4408</c:v>
                      </c:pt>
                      <c:pt idx="4409">
                        <c:v>4409</c:v>
                      </c:pt>
                      <c:pt idx="4410">
                        <c:v>4410</c:v>
                      </c:pt>
                      <c:pt idx="4411">
                        <c:v>4411</c:v>
                      </c:pt>
                      <c:pt idx="4412">
                        <c:v>4412</c:v>
                      </c:pt>
                      <c:pt idx="4413">
                        <c:v>4413</c:v>
                      </c:pt>
                      <c:pt idx="4414">
                        <c:v>4414</c:v>
                      </c:pt>
                      <c:pt idx="4415">
                        <c:v>4415</c:v>
                      </c:pt>
                      <c:pt idx="4416">
                        <c:v>4416</c:v>
                      </c:pt>
                      <c:pt idx="4417">
                        <c:v>4417</c:v>
                      </c:pt>
                      <c:pt idx="4418">
                        <c:v>4418</c:v>
                      </c:pt>
                      <c:pt idx="4419">
                        <c:v>4419</c:v>
                      </c:pt>
                      <c:pt idx="4420">
                        <c:v>4420</c:v>
                      </c:pt>
                      <c:pt idx="4421">
                        <c:v>4421</c:v>
                      </c:pt>
                      <c:pt idx="4422">
                        <c:v>4422</c:v>
                      </c:pt>
                      <c:pt idx="4423">
                        <c:v>4423</c:v>
                      </c:pt>
                      <c:pt idx="4424">
                        <c:v>4424</c:v>
                      </c:pt>
                      <c:pt idx="4425">
                        <c:v>4425</c:v>
                      </c:pt>
                      <c:pt idx="4426">
                        <c:v>4426</c:v>
                      </c:pt>
                      <c:pt idx="4427">
                        <c:v>4427</c:v>
                      </c:pt>
                      <c:pt idx="4428">
                        <c:v>4428</c:v>
                      </c:pt>
                      <c:pt idx="4429">
                        <c:v>4429</c:v>
                      </c:pt>
                      <c:pt idx="4430">
                        <c:v>4430</c:v>
                      </c:pt>
                      <c:pt idx="4431">
                        <c:v>4431</c:v>
                      </c:pt>
                      <c:pt idx="4432">
                        <c:v>4432</c:v>
                      </c:pt>
                      <c:pt idx="4433">
                        <c:v>4433</c:v>
                      </c:pt>
                      <c:pt idx="4434">
                        <c:v>4434</c:v>
                      </c:pt>
                      <c:pt idx="4435">
                        <c:v>4435</c:v>
                      </c:pt>
                      <c:pt idx="4436">
                        <c:v>4436</c:v>
                      </c:pt>
                      <c:pt idx="4437">
                        <c:v>4437</c:v>
                      </c:pt>
                      <c:pt idx="4438">
                        <c:v>4438</c:v>
                      </c:pt>
                      <c:pt idx="4439">
                        <c:v>4439</c:v>
                      </c:pt>
                      <c:pt idx="4440">
                        <c:v>4440</c:v>
                      </c:pt>
                      <c:pt idx="4441">
                        <c:v>4441</c:v>
                      </c:pt>
                      <c:pt idx="4442">
                        <c:v>4442</c:v>
                      </c:pt>
                      <c:pt idx="4443">
                        <c:v>4443</c:v>
                      </c:pt>
                      <c:pt idx="4444">
                        <c:v>4444</c:v>
                      </c:pt>
                      <c:pt idx="4445">
                        <c:v>4445</c:v>
                      </c:pt>
                      <c:pt idx="4446">
                        <c:v>4446</c:v>
                      </c:pt>
                      <c:pt idx="4447">
                        <c:v>4447</c:v>
                      </c:pt>
                      <c:pt idx="4448">
                        <c:v>4448</c:v>
                      </c:pt>
                      <c:pt idx="4449">
                        <c:v>4449</c:v>
                      </c:pt>
                      <c:pt idx="4450">
                        <c:v>4450</c:v>
                      </c:pt>
                      <c:pt idx="4451">
                        <c:v>4451</c:v>
                      </c:pt>
                      <c:pt idx="4452">
                        <c:v>4452</c:v>
                      </c:pt>
                      <c:pt idx="4453">
                        <c:v>4453</c:v>
                      </c:pt>
                      <c:pt idx="4454">
                        <c:v>4454</c:v>
                      </c:pt>
                      <c:pt idx="4455">
                        <c:v>4455</c:v>
                      </c:pt>
                      <c:pt idx="4456">
                        <c:v>4456</c:v>
                      </c:pt>
                      <c:pt idx="4457">
                        <c:v>4457</c:v>
                      </c:pt>
                      <c:pt idx="4458">
                        <c:v>4458</c:v>
                      </c:pt>
                      <c:pt idx="4459">
                        <c:v>4459</c:v>
                      </c:pt>
                      <c:pt idx="4460">
                        <c:v>4460</c:v>
                      </c:pt>
                      <c:pt idx="4461">
                        <c:v>4461</c:v>
                      </c:pt>
                      <c:pt idx="4462">
                        <c:v>4462</c:v>
                      </c:pt>
                      <c:pt idx="4463">
                        <c:v>4463</c:v>
                      </c:pt>
                      <c:pt idx="4464">
                        <c:v>4464</c:v>
                      </c:pt>
                      <c:pt idx="4465">
                        <c:v>4465</c:v>
                      </c:pt>
                      <c:pt idx="4466">
                        <c:v>4466</c:v>
                      </c:pt>
                      <c:pt idx="4467">
                        <c:v>4467</c:v>
                      </c:pt>
                      <c:pt idx="4468">
                        <c:v>4468</c:v>
                      </c:pt>
                      <c:pt idx="4469">
                        <c:v>4469</c:v>
                      </c:pt>
                      <c:pt idx="4470">
                        <c:v>4470</c:v>
                      </c:pt>
                      <c:pt idx="4471">
                        <c:v>4471</c:v>
                      </c:pt>
                      <c:pt idx="4472">
                        <c:v>4472</c:v>
                      </c:pt>
                      <c:pt idx="4473">
                        <c:v>4473</c:v>
                      </c:pt>
                      <c:pt idx="4474">
                        <c:v>4474</c:v>
                      </c:pt>
                      <c:pt idx="4475">
                        <c:v>4475</c:v>
                      </c:pt>
                      <c:pt idx="4476">
                        <c:v>4476</c:v>
                      </c:pt>
                      <c:pt idx="4477">
                        <c:v>4477</c:v>
                      </c:pt>
                      <c:pt idx="4478">
                        <c:v>4478</c:v>
                      </c:pt>
                      <c:pt idx="4479">
                        <c:v>4479</c:v>
                      </c:pt>
                      <c:pt idx="4480">
                        <c:v>4480</c:v>
                      </c:pt>
                      <c:pt idx="4481">
                        <c:v>4481</c:v>
                      </c:pt>
                      <c:pt idx="4482">
                        <c:v>4482</c:v>
                      </c:pt>
                      <c:pt idx="4483">
                        <c:v>4483</c:v>
                      </c:pt>
                      <c:pt idx="4484">
                        <c:v>4484</c:v>
                      </c:pt>
                      <c:pt idx="4485">
                        <c:v>4485</c:v>
                      </c:pt>
                      <c:pt idx="4486">
                        <c:v>4486</c:v>
                      </c:pt>
                      <c:pt idx="4487">
                        <c:v>4487</c:v>
                      </c:pt>
                      <c:pt idx="4488">
                        <c:v>4488</c:v>
                      </c:pt>
                      <c:pt idx="4489">
                        <c:v>4489</c:v>
                      </c:pt>
                      <c:pt idx="4490">
                        <c:v>4490</c:v>
                      </c:pt>
                      <c:pt idx="4491">
                        <c:v>4491</c:v>
                      </c:pt>
                      <c:pt idx="4492">
                        <c:v>4492</c:v>
                      </c:pt>
                      <c:pt idx="4493">
                        <c:v>4493</c:v>
                      </c:pt>
                      <c:pt idx="4494">
                        <c:v>4494</c:v>
                      </c:pt>
                      <c:pt idx="4495">
                        <c:v>4495</c:v>
                      </c:pt>
                      <c:pt idx="4496">
                        <c:v>4496</c:v>
                      </c:pt>
                      <c:pt idx="4497">
                        <c:v>4497</c:v>
                      </c:pt>
                      <c:pt idx="4498">
                        <c:v>4498</c:v>
                      </c:pt>
                      <c:pt idx="4499">
                        <c:v>4499</c:v>
                      </c:pt>
                      <c:pt idx="4500">
                        <c:v>4500</c:v>
                      </c:pt>
                      <c:pt idx="4501">
                        <c:v>4501</c:v>
                      </c:pt>
                      <c:pt idx="4502">
                        <c:v>4502</c:v>
                      </c:pt>
                      <c:pt idx="4503">
                        <c:v>4503</c:v>
                      </c:pt>
                      <c:pt idx="4504">
                        <c:v>4504</c:v>
                      </c:pt>
                      <c:pt idx="4505">
                        <c:v>4505</c:v>
                      </c:pt>
                      <c:pt idx="4506">
                        <c:v>4506</c:v>
                      </c:pt>
                      <c:pt idx="4507">
                        <c:v>4507</c:v>
                      </c:pt>
                      <c:pt idx="4508">
                        <c:v>4508</c:v>
                      </c:pt>
                      <c:pt idx="4509">
                        <c:v>4509</c:v>
                      </c:pt>
                      <c:pt idx="4510">
                        <c:v>4510</c:v>
                      </c:pt>
                      <c:pt idx="4511">
                        <c:v>4511</c:v>
                      </c:pt>
                      <c:pt idx="4512">
                        <c:v>4512</c:v>
                      </c:pt>
                      <c:pt idx="4513">
                        <c:v>4513</c:v>
                      </c:pt>
                      <c:pt idx="4514">
                        <c:v>4514</c:v>
                      </c:pt>
                      <c:pt idx="4515">
                        <c:v>4515</c:v>
                      </c:pt>
                      <c:pt idx="4516">
                        <c:v>4516</c:v>
                      </c:pt>
                      <c:pt idx="4517">
                        <c:v>4517</c:v>
                      </c:pt>
                      <c:pt idx="4518">
                        <c:v>4518</c:v>
                      </c:pt>
                      <c:pt idx="4519">
                        <c:v>4519</c:v>
                      </c:pt>
                      <c:pt idx="4520">
                        <c:v>4520</c:v>
                      </c:pt>
                      <c:pt idx="4521">
                        <c:v>4521</c:v>
                      </c:pt>
                      <c:pt idx="4522">
                        <c:v>4522</c:v>
                      </c:pt>
                      <c:pt idx="4523">
                        <c:v>4523</c:v>
                      </c:pt>
                      <c:pt idx="4524">
                        <c:v>4524</c:v>
                      </c:pt>
                      <c:pt idx="4525">
                        <c:v>4525</c:v>
                      </c:pt>
                      <c:pt idx="4526">
                        <c:v>4526</c:v>
                      </c:pt>
                      <c:pt idx="4527">
                        <c:v>4527</c:v>
                      </c:pt>
                      <c:pt idx="4528">
                        <c:v>4528</c:v>
                      </c:pt>
                      <c:pt idx="4529">
                        <c:v>4529</c:v>
                      </c:pt>
                      <c:pt idx="4530">
                        <c:v>4530</c:v>
                      </c:pt>
                      <c:pt idx="4531">
                        <c:v>4531</c:v>
                      </c:pt>
                      <c:pt idx="4532">
                        <c:v>4532</c:v>
                      </c:pt>
                      <c:pt idx="4533">
                        <c:v>4533</c:v>
                      </c:pt>
                      <c:pt idx="4534">
                        <c:v>4534</c:v>
                      </c:pt>
                      <c:pt idx="4535">
                        <c:v>4535</c:v>
                      </c:pt>
                      <c:pt idx="4536">
                        <c:v>4536</c:v>
                      </c:pt>
                      <c:pt idx="4537">
                        <c:v>4537</c:v>
                      </c:pt>
                      <c:pt idx="4538">
                        <c:v>4538</c:v>
                      </c:pt>
                      <c:pt idx="4539">
                        <c:v>4539</c:v>
                      </c:pt>
                      <c:pt idx="4540">
                        <c:v>4540</c:v>
                      </c:pt>
                      <c:pt idx="4541">
                        <c:v>4541</c:v>
                      </c:pt>
                      <c:pt idx="4542">
                        <c:v>4542</c:v>
                      </c:pt>
                      <c:pt idx="4543">
                        <c:v>4543</c:v>
                      </c:pt>
                      <c:pt idx="4544">
                        <c:v>4544</c:v>
                      </c:pt>
                      <c:pt idx="4545">
                        <c:v>4545</c:v>
                      </c:pt>
                      <c:pt idx="4546">
                        <c:v>4546</c:v>
                      </c:pt>
                      <c:pt idx="4547">
                        <c:v>4547</c:v>
                      </c:pt>
                      <c:pt idx="4548">
                        <c:v>4548</c:v>
                      </c:pt>
                      <c:pt idx="4549">
                        <c:v>4549</c:v>
                      </c:pt>
                      <c:pt idx="4550">
                        <c:v>4550</c:v>
                      </c:pt>
                      <c:pt idx="4551">
                        <c:v>4551</c:v>
                      </c:pt>
                      <c:pt idx="4552">
                        <c:v>4552</c:v>
                      </c:pt>
                      <c:pt idx="4553">
                        <c:v>4553</c:v>
                      </c:pt>
                      <c:pt idx="4554">
                        <c:v>4554</c:v>
                      </c:pt>
                      <c:pt idx="4555">
                        <c:v>4555</c:v>
                      </c:pt>
                      <c:pt idx="4556">
                        <c:v>4556</c:v>
                      </c:pt>
                      <c:pt idx="4557">
                        <c:v>4557</c:v>
                      </c:pt>
                      <c:pt idx="4558">
                        <c:v>4558</c:v>
                      </c:pt>
                      <c:pt idx="4559">
                        <c:v>4559</c:v>
                      </c:pt>
                      <c:pt idx="4560">
                        <c:v>4560</c:v>
                      </c:pt>
                      <c:pt idx="4561">
                        <c:v>4561</c:v>
                      </c:pt>
                      <c:pt idx="4562">
                        <c:v>4562</c:v>
                      </c:pt>
                      <c:pt idx="4563">
                        <c:v>4563</c:v>
                      </c:pt>
                      <c:pt idx="4564">
                        <c:v>4564</c:v>
                      </c:pt>
                      <c:pt idx="4565">
                        <c:v>4565</c:v>
                      </c:pt>
                      <c:pt idx="4566">
                        <c:v>4566</c:v>
                      </c:pt>
                      <c:pt idx="4567">
                        <c:v>4567</c:v>
                      </c:pt>
                      <c:pt idx="4568">
                        <c:v>4568</c:v>
                      </c:pt>
                      <c:pt idx="4569">
                        <c:v>4569</c:v>
                      </c:pt>
                      <c:pt idx="4570">
                        <c:v>4570</c:v>
                      </c:pt>
                      <c:pt idx="4571">
                        <c:v>4571</c:v>
                      </c:pt>
                      <c:pt idx="4572">
                        <c:v>4572</c:v>
                      </c:pt>
                      <c:pt idx="4573">
                        <c:v>4573</c:v>
                      </c:pt>
                      <c:pt idx="4574">
                        <c:v>4574</c:v>
                      </c:pt>
                      <c:pt idx="4575">
                        <c:v>4575</c:v>
                      </c:pt>
                      <c:pt idx="4576">
                        <c:v>4576</c:v>
                      </c:pt>
                      <c:pt idx="4577">
                        <c:v>4577</c:v>
                      </c:pt>
                      <c:pt idx="4578">
                        <c:v>4578</c:v>
                      </c:pt>
                      <c:pt idx="4579">
                        <c:v>4579</c:v>
                      </c:pt>
                      <c:pt idx="4580">
                        <c:v>4580</c:v>
                      </c:pt>
                      <c:pt idx="4581">
                        <c:v>4581</c:v>
                      </c:pt>
                      <c:pt idx="4582">
                        <c:v>4582</c:v>
                      </c:pt>
                      <c:pt idx="4583">
                        <c:v>4583</c:v>
                      </c:pt>
                      <c:pt idx="4584">
                        <c:v>4584</c:v>
                      </c:pt>
                      <c:pt idx="4585">
                        <c:v>4585</c:v>
                      </c:pt>
                      <c:pt idx="4586">
                        <c:v>4586</c:v>
                      </c:pt>
                      <c:pt idx="4587">
                        <c:v>4587</c:v>
                      </c:pt>
                      <c:pt idx="4588">
                        <c:v>4588</c:v>
                      </c:pt>
                      <c:pt idx="4589">
                        <c:v>4589</c:v>
                      </c:pt>
                      <c:pt idx="4590">
                        <c:v>4590</c:v>
                      </c:pt>
                      <c:pt idx="4591">
                        <c:v>4591</c:v>
                      </c:pt>
                      <c:pt idx="4592">
                        <c:v>4592</c:v>
                      </c:pt>
                      <c:pt idx="4593">
                        <c:v>4593</c:v>
                      </c:pt>
                      <c:pt idx="4594">
                        <c:v>4594</c:v>
                      </c:pt>
                      <c:pt idx="4595">
                        <c:v>4595</c:v>
                      </c:pt>
                      <c:pt idx="4596">
                        <c:v>4596</c:v>
                      </c:pt>
                      <c:pt idx="4597">
                        <c:v>4597</c:v>
                      </c:pt>
                      <c:pt idx="4598">
                        <c:v>4598</c:v>
                      </c:pt>
                      <c:pt idx="4599">
                        <c:v>4599</c:v>
                      </c:pt>
                      <c:pt idx="4600">
                        <c:v>4600</c:v>
                      </c:pt>
                      <c:pt idx="4601">
                        <c:v>4601</c:v>
                      </c:pt>
                      <c:pt idx="4602">
                        <c:v>4602</c:v>
                      </c:pt>
                      <c:pt idx="4603">
                        <c:v>4603</c:v>
                      </c:pt>
                      <c:pt idx="4604">
                        <c:v>4604</c:v>
                      </c:pt>
                      <c:pt idx="4605">
                        <c:v>4605</c:v>
                      </c:pt>
                      <c:pt idx="4606">
                        <c:v>4606</c:v>
                      </c:pt>
                      <c:pt idx="4607">
                        <c:v>4607</c:v>
                      </c:pt>
                      <c:pt idx="4608">
                        <c:v>4608</c:v>
                      </c:pt>
                      <c:pt idx="4609">
                        <c:v>4609</c:v>
                      </c:pt>
                      <c:pt idx="4610">
                        <c:v>4610</c:v>
                      </c:pt>
                      <c:pt idx="4611">
                        <c:v>4611</c:v>
                      </c:pt>
                      <c:pt idx="4612">
                        <c:v>4612</c:v>
                      </c:pt>
                      <c:pt idx="4613">
                        <c:v>4613</c:v>
                      </c:pt>
                      <c:pt idx="4614">
                        <c:v>4614</c:v>
                      </c:pt>
                      <c:pt idx="4615">
                        <c:v>4615</c:v>
                      </c:pt>
                      <c:pt idx="4616">
                        <c:v>4616</c:v>
                      </c:pt>
                      <c:pt idx="4617">
                        <c:v>4617</c:v>
                      </c:pt>
                      <c:pt idx="4618">
                        <c:v>4618</c:v>
                      </c:pt>
                      <c:pt idx="4619">
                        <c:v>4619</c:v>
                      </c:pt>
                      <c:pt idx="4620">
                        <c:v>4620</c:v>
                      </c:pt>
                      <c:pt idx="4621">
                        <c:v>4621</c:v>
                      </c:pt>
                      <c:pt idx="4622">
                        <c:v>4622</c:v>
                      </c:pt>
                      <c:pt idx="4623">
                        <c:v>4623</c:v>
                      </c:pt>
                      <c:pt idx="4624">
                        <c:v>4624</c:v>
                      </c:pt>
                      <c:pt idx="4625">
                        <c:v>4625</c:v>
                      </c:pt>
                      <c:pt idx="4626">
                        <c:v>4626</c:v>
                      </c:pt>
                      <c:pt idx="4627">
                        <c:v>4627</c:v>
                      </c:pt>
                      <c:pt idx="4628">
                        <c:v>4628</c:v>
                      </c:pt>
                      <c:pt idx="4629">
                        <c:v>4629</c:v>
                      </c:pt>
                      <c:pt idx="4630">
                        <c:v>4630</c:v>
                      </c:pt>
                      <c:pt idx="4631">
                        <c:v>4631</c:v>
                      </c:pt>
                      <c:pt idx="4632">
                        <c:v>4632</c:v>
                      </c:pt>
                      <c:pt idx="4633">
                        <c:v>4633</c:v>
                      </c:pt>
                      <c:pt idx="4634">
                        <c:v>4634</c:v>
                      </c:pt>
                      <c:pt idx="4635">
                        <c:v>4635</c:v>
                      </c:pt>
                      <c:pt idx="4636">
                        <c:v>4636</c:v>
                      </c:pt>
                      <c:pt idx="4637">
                        <c:v>4637</c:v>
                      </c:pt>
                      <c:pt idx="4638">
                        <c:v>4638</c:v>
                      </c:pt>
                      <c:pt idx="4639">
                        <c:v>4639</c:v>
                      </c:pt>
                      <c:pt idx="4640">
                        <c:v>4640</c:v>
                      </c:pt>
                      <c:pt idx="4641">
                        <c:v>4641</c:v>
                      </c:pt>
                      <c:pt idx="4642">
                        <c:v>4642</c:v>
                      </c:pt>
                      <c:pt idx="4643">
                        <c:v>4643</c:v>
                      </c:pt>
                      <c:pt idx="4644">
                        <c:v>4644</c:v>
                      </c:pt>
                      <c:pt idx="4645">
                        <c:v>4645</c:v>
                      </c:pt>
                      <c:pt idx="4646">
                        <c:v>4646</c:v>
                      </c:pt>
                      <c:pt idx="4647">
                        <c:v>4647</c:v>
                      </c:pt>
                      <c:pt idx="4648">
                        <c:v>4648</c:v>
                      </c:pt>
                      <c:pt idx="4649">
                        <c:v>4649</c:v>
                      </c:pt>
                      <c:pt idx="4650">
                        <c:v>4650</c:v>
                      </c:pt>
                      <c:pt idx="4651">
                        <c:v>4651</c:v>
                      </c:pt>
                      <c:pt idx="4652">
                        <c:v>4652</c:v>
                      </c:pt>
                      <c:pt idx="4653">
                        <c:v>4653</c:v>
                      </c:pt>
                      <c:pt idx="4654">
                        <c:v>4654</c:v>
                      </c:pt>
                      <c:pt idx="4655">
                        <c:v>4655</c:v>
                      </c:pt>
                      <c:pt idx="4656">
                        <c:v>4656</c:v>
                      </c:pt>
                      <c:pt idx="4657">
                        <c:v>4657</c:v>
                      </c:pt>
                      <c:pt idx="4658">
                        <c:v>4658</c:v>
                      </c:pt>
                      <c:pt idx="4659">
                        <c:v>4659</c:v>
                      </c:pt>
                      <c:pt idx="4660">
                        <c:v>4660</c:v>
                      </c:pt>
                      <c:pt idx="4661">
                        <c:v>4661</c:v>
                      </c:pt>
                      <c:pt idx="4662">
                        <c:v>4662</c:v>
                      </c:pt>
                      <c:pt idx="4663">
                        <c:v>4663</c:v>
                      </c:pt>
                      <c:pt idx="4664">
                        <c:v>4664</c:v>
                      </c:pt>
                      <c:pt idx="4665">
                        <c:v>4665</c:v>
                      </c:pt>
                      <c:pt idx="4666">
                        <c:v>4666</c:v>
                      </c:pt>
                      <c:pt idx="4667">
                        <c:v>4667</c:v>
                      </c:pt>
                      <c:pt idx="4668">
                        <c:v>4668</c:v>
                      </c:pt>
                      <c:pt idx="4669">
                        <c:v>4669</c:v>
                      </c:pt>
                      <c:pt idx="4670">
                        <c:v>4670</c:v>
                      </c:pt>
                      <c:pt idx="4671">
                        <c:v>4671</c:v>
                      </c:pt>
                      <c:pt idx="4672">
                        <c:v>4672</c:v>
                      </c:pt>
                      <c:pt idx="4673">
                        <c:v>4673</c:v>
                      </c:pt>
                      <c:pt idx="4674">
                        <c:v>4674</c:v>
                      </c:pt>
                      <c:pt idx="4675">
                        <c:v>4675</c:v>
                      </c:pt>
                      <c:pt idx="4676">
                        <c:v>4676</c:v>
                      </c:pt>
                      <c:pt idx="4677">
                        <c:v>4677</c:v>
                      </c:pt>
                      <c:pt idx="4678">
                        <c:v>4678</c:v>
                      </c:pt>
                      <c:pt idx="4679">
                        <c:v>4679</c:v>
                      </c:pt>
                      <c:pt idx="4680">
                        <c:v>4680</c:v>
                      </c:pt>
                      <c:pt idx="4681">
                        <c:v>4681</c:v>
                      </c:pt>
                      <c:pt idx="4682">
                        <c:v>4682</c:v>
                      </c:pt>
                      <c:pt idx="4683">
                        <c:v>4683</c:v>
                      </c:pt>
                      <c:pt idx="4684">
                        <c:v>4684</c:v>
                      </c:pt>
                      <c:pt idx="4685">
                        <c:v>4685</c:v>
                      </c:pt>
                      <c:pt idx="4686">
                        <c:v>4686</c:v>
                      </c:pt>
                      <c:pt idx="4687">
                        <c:v>4687</c:v>
                      </c:pt>
                      <c:pt idx="4688">
                        <c:v>4688</c:v>
                      </c:pt>
                      <c:pt idx="4689">
                        <c:v>4689</c:v>
                      </c:pt>
                      <c:pt idx="4690">
                        <c:v>4690</c:v>
                      </c:pt>
                      <c:pt idx="4691">
                        <c:v>4691</c:v>
                      </c:pt>
                      <c:pt idx="4692">
                        <c:v>4692</c:v>
                      </c:pt>
                      <c:pt idx="4693">
                        <c:v>4693</c:v>
                      </c:pt>
                      <c:pt idx="4694">
                        <c:v>4694</c:v>
                      </c:pt>
                      <c:pt idx="4695">
                        <c:v>4695</c:v>
                      </c:pt>
                      <c:pt idx="4696">
                        <c:v>4696</c:v>
                      </c:pt>
                      <c:pt idx="4697">
                        <c:v>4697</c:v>
                      </c:pt>
                      <c:pt idx="4698">
                        <c:v>4698</c:v>
                      </c:pt>
                      <c:pt idx="4699">
                        <c:v>4699</c:v>
                      </c:pt>
                      <c:pt idx="4700">
                        <c:v>4700</c:v>
                      </c:pt>
                      <c:pt idx="4701">
                        <c:v>4701</c:v>
                      </c:pt>
                      <c:pt idx="4702">
                        <c:v>4702</c:v>
                      </c:pt>
                      <c:pt idx="4703">
                        <c:v>4703</c:v>
                      </c:pt>
                      <c:pt idx="4704">
                        <c:v>4704</c:v>
                      </c:pt>
                      <c:pt idx="4705">
                        <c:v>4705</c:v>
                      </c:pt>
                      <c:pt idx="4706">
                        <c:v>4706</c:v>
                      </c:pt>
                      <c:pt idx="4707">
                        <c:v>4707</c:v>
                      </c:pt>
                      <c:pt idx="4708">
                        <c:v>4708</c:v>
                      </c:pt>
                      <c:pt idx="4709">
                        <c:v>4709</c:v>
                      </c:pt>
                      <c:pt idx="4710">
                        <c:v>4710</c:v>
                      </c:pt>
                      <c:pt idx="4711">
                        <c:v>4711</c:v>
                      </c:pt>
                      <c:pt idx="4712">
                        <c:v>4712</c:v>
                      </c:pt>
                      <c:pt idx="4713">
                        <c:v>4713</c:v>
                      </c:pt>
                      <c:pt idx="4714">
                        <c:v>4714</c:v>
                      </c:pt>
                      <c:pt idx="4715">
                        <c:v>4715</c:v>
                      </c:pt>
                      <c:pt idx="4716">
                        <c:v>4716</c:v>
                      </c:pt>
                      <c:pt idx="4717">
                        <c:v>4717</c:v>
                      </c:pt>
                      <c:pt idx="4718">
                        <c:v>4718</c:v>
                      </c:pt>
                      <c:pt idx="4719">
                        <c:v>4719</c:v>
                      </c:pt>
                      <c:pt idx="4720">
                        <c:v>4720</c:v>
                      </c:pt>
                      <c:pt idx="4721">
                        <c:v>4721</c:v>
                      </c:pt>
                      <c:pt idx="4722">
                        <c:v>4722</c:v>
                      </c:pt>
                      <c:pt idx="4723">
                        <c:v>4723</c:v>
                      </c:pt>
                      <c:pt idx="4724">
                        <c:v>4724</c:v>
                      </c:pt>
                      <c:pt idx="4725">
                        <c:v>4725</c:v>
                      </c:pt>
                      <c:pt idx="4726">
                        <c:v>4726</c:v>
                      </c:pt>
                      <c:pt idx="4727">
                        <c:v>4727</c:v>
                      </c:pt>
                      <c:pt idx="4728">
                        <c:v>4728</c:v>
                      </c:pt>
                      <c:pt idx="4729">
                        <c:v>4729</c:v>
                      </c:pt>
                      <c:pt idx="4730">
                        <c:v>4730</c:v>
                      </c:pt>
                      <c:pt idx="4731">
                        <c:v>4731</c:v>
                      </c:pt>
                      <c:pt idx="4732">
                        <c:v>4732</c:v>
                      </c:pt>
                      <c:pt idx="4733">
                        <c:v>4733</c:v>
                      </c:pt>
                      <c:pt idx="4734">
                        <c:v>4734</c:v>
                      </c:pt>
                      <c:pt idx="4735">
                        <c:v>4735</c:v>
                      </c:pt>
                      <c:pt idx="4736">
                        <c:v>4736</c:v>
                      </c:pt>
                      <c:pt idx="4737">
                        <c:v>4737</c:v>
                      </c:pt>
                      <c:pt idx="4738">
                        <c:v>4738</c:v>
                      </c:pt>
                      <c:pt idx="4739">
                        <c:v>4739</c:v>
                      </c:pt>
                      <c:pt idx="4740">
                        <c:v>4740</c:v>
                      </c:pt>
                      <c:pt idx="4741">
                        <c:v>4741</c:v>
                      </c:pt>
                      <c:pt idx="4742">
                        <c:v>4742</c:v>
                      </c:pt>
                      <c:pt idx="4743">
                        <c:v>4743</c:v>
                      </c:pt>
                      <c:pt idx="4744">
                        <c:v>4744</c:v>
                      </c:pt>
                      <c:pt idx="4745">
                        <c:v>4745</c:v>
                      </c:pt>
                      <c:pt idx="4746">
                        <c:v>4746</c:v>
                      </c:pt>
                      <c:pt idx="4747">
                        <c:v>4747</c:v>
                      </c:pt>
                      <c:pt idx="4748">
                        <c:v>4748</c:v>
                      </c:pt>
                      <c:pt idx="4749">
                        <c:v>4749</c:v>
                      </c:pt>
                      <c:pt idx="4750">
                        <c:v>4750</c:v>
                      </c:pt>
                      <c:pt idx="4751">
                        <c:v>4751</c:v>
                      </c:pt>
                      <c:pt idx="4752">
                        <c:v>4752</c:v>
                      </c:pt>
                      <c:pt idx="4753">
                        <c:v>4753</c:v>
                      </c:pt>
                      <c:pt idx="4754">
                        <c:v>4754</c:v>
                      </c:pt>
                      <c:pt idx="4755">
                        <c:v>4755</c:v>
                      </c:pt>
                      <c:pt idx="4756">
                        <c:v>4756</c:v>
                      </c:pt>
                      <c:pt idx="4757">
                        <c:v>4757</c:v>
                      </c:pt>
                      <c:pt idx="4758">
                        <c:v>4758</c:v>
                      </c:pt>
                      <c:pt idx="4759">
                        <c:v>4759</c:v>
                      </c:pt>
                      <c:pt idx="4760">
                        <c:v>4760</c:v>
                      </c:pt>
                      <c:pt idx="4761">
                        <c:v>4761</c:v>
                      </c:pt>
                      <c:pt idx="4762">
                        <c:v>4762</c:v>
                      </c:pt>
                      <c:pt idx="4763">
                        <c:v>4763</c:v>
                      </c:pt>
                      <c:pt idx="4764">
                        <c:v>4764</c:v>
                      </c:pt>
                      <c:pt idx="4765">
                        <c:v>4765</c:v>
                      </c:pt>
                      <c:pt idx="4766">
                        <c:v>4766</c:v>
                      </c:pt>
                      <c:pt idx="4767">
                        <c:v>4767</c:v>
                      </c:pt>
                      <c:pt idx="4768">
                        <c:v>4768</c:v>
                      </c:pt>
                      <c:pt idx="4769">
                        <c:v>4769</c:v>
                      </c:pt>
                      <c:pt idx="4770">
                        <c:v>4770</c:v>
                      </c:pt>
                      <c:pt idx="4771">
                        <c:v>4771</c:v>
                      </c:pt>
                      <c:pt idx="4772">
                        <c:v>4772</c:v>
                      </c:pt>
                      <c:pt idx="4773">
                        <c:v>4773</c:v>
                      </c:pt>
                      <c:pt idx="4774">
                        <c:v>4774</c:v>
                      </c:pt>
                      <c:pt idx="4775">
                        <c:v>4775</c:v>
                      </c:pt>
                      <c:pt idx="4776">
                        <c:v>4776</c:v>
                      </c:pt>
                      <c:pt idx="4777">
                        <c:v>4777</c:v>
                      </c:pt>
                      <c:pt idx="4778">
                        <c:v>4778</c:v>
                      </c:pt>
                      <c:pt idx="4779">
                        <c:v>4779</c:v>
                      </c:pt>
                      <c:pt idx="4780">
                        <c:v>4780</c:v>
                      </c:pt>
                      <c:pt idx="4781">
                        <c:v>4781</c:v>
                      </c:pt>
                      <c:pt idx="4782">
                        <c:v>4782</c:v>
                      </c:pt>
                      <c:pt idx="4783">
                        <c:v>4783</c:v>
                      </c:pt>
                      <c:pt idx="4784">
                        <c:v>4784</c:v>
                      </c:pt>
                      <c:pt idx="4785">
                        <c:v>4785</c:v>
                      </c:pt>
                      <c:pt idx="4786">
                        <c:v>4786</c:v>
                      </c:pt>
                      <c:pt idx="4787">
                        <c:v>4787</c:v>
                      </c:pt>
                      <c:pt idx="4788">
                        <c:v>4788</c:v>
                      </c:pt>
                      <c:pt idx="4789">
                        <c:v>4789</c:v>
                      </c:pt>
                      <c:pt idx="4790">
                        <c:v>4790</c:v>
                      </c:pt>
                      <c:pt idx="4791">
                        <c:v>4791</c:v>
                      </c:pt>
                      <c:pt idx="4792">
                        <c:v>4792</c:v>
                      </c:pt>
                      <c:pt idx="4793">
                        <c:v>4793</c:v>
                      </c:pt>
                      <c:pt idx="4794">
                        <c:v>4794</c:v>
                      </c:pt>
                      <c:pt idx="4795">
                        <c:v>4795</c:v>
                      </c:pt>
                      <c:pt idx="4796">
                        <c:v>4796</c:v>
                      </c:pt>
                      <c:pt idx="4797">
                        <c:v>4797</c:v>
                      </c:pt>
                      <c:pt idx="4798">
                        <c:v>4798</c:v>
                      </c:pt>
                      <c:pt idx="4799">
                        <c:v>4799</c:v>
                      </c:pt>
                      <c:pt idx="4800">
                        <c:v>4800</c:v>
                      </c:pt>
                      <c:pt idx="4801">
                        <c:v>4801</c:v>
                      </c:pt>
                      <c:pt idx="4802">
                        <c:v>4802</c:v>
                      </c:pt>
                      <c:pt idx="4803">
                        <c:v>4803</c:v>
                      </c:pt>
                      <c:pt idx="4804">
                        <c:v>4804</c:v>
                      </c:pt>
                      <c:pt idx="4805">
                        <c:v>4805</c:v>
                      </c:pt>
                      <c:pt idx="4806">
                        <c:v>4806</c:v>
                      </c:pt>
                      <c:pt idx="4807">
                        <c:v>4807</c:v>
                      </c:pt>
                      <c:pt idx="4808">
                        <c:v>4808</c:v>
                      </c:pt>
                      <c:pt idx="4809">
                        <c:v>4809</c:v>
                      </c:pt>
                      <c:pt idx="4810">
                        <c:v>4810</c:v>
                      </c:pt>
                      <c:pt idx="4811">
                        <c:v>4811</c:v>
                      </c:pt>
                      <c:pt idx="4812">
                        <c:v>4812</c:v>
                      </c:pt>
                      <c:pt idx="4813">
                        <c:v>4813</c:v>
                      </c:pt>
                      <c:pt idx="4814">
                        <c:v>4814</c:v>
                      </c:pt>
                      <c:pt idx="4815">
                        <c:v>4815</c:v>
                      </c:pt>
                      <c:pt idx="4816">
                        <c:v>4816</c:v>
                      </c:pt>
                      <c:pt idx="4817">
                        <c:v>4817</c:v>
                      </c:pt>
                      <c:pt idx="4818">
                        <c:v>4818</c:v>
                      </c:pt>
                      <c:pt idx="4819">
                        <c:v>4819</c:v>
                      </c:pt>
                      <c:pt idx="4820">
                        <c:v>4820</c:v>
                      </c:pt>
                      <c:pt idx="4821">
                        <c:v>4821</c:v>
                      </c:pt>
                      <c:pt idx="4822">
                        <c:v>4822</c:v>
                      </c:pt>
                      <c:pt idx="4823">
                        <c:v>4823</c:v>
                      </c:pt>
                      <c:pt idx="4824">
                        <c:v>4824</c:v>
                      </c:pt>
                      <c:pt idx="4825">
                        <c:v>4825</c:v>
                      </c:pt>
                      <c:pt idx="4826">
                        <c:v>4826</c:v>
                      </c:pt>
                      <c:pt idx="4827">
                        <c:v>4827</c:v>
                      </c:pt>
                      <c:pt idx="4828">
                        <c:v>4828</c:v>
                      </c:pt>
                      <c:pt idx="4829">
                        <c:v>4829</c:v>
                      </c:pt>
                      <c:pt idx="4830">
                        <c:v>4830</c:v>
                      </c:pt>
                      <c:pt idx="4831">
                        <c:v>4831</c:v>
                      </c:pt>
                      <c:pt idx="4832">
                        <c:v>4832</c:v>
                      </c:pt>
                      <c:pt idx="4833">
                        <c:v>4833</c:v>
                      </c:pt>
                      <c:pt idx="4834">
                        <c:v>4834</c:v>
                      </c:pt>
                      <c:pt idx="4835">
                        <c:v>4835</c:v>
                      </c:pt>
                      <c:pt idx="4836">
                        <c:v>4836</c:v>
                      </c:pt>
                      <c:pt idx="4837">
                        <c:v>4837</c:v>
                      </c:pt>
                      <c:pt idx="4838">
                        <c:v>4838</c:v>
                      </c:pt>
                      <c:pt idx="4839">
                        <c:v>4839</c:v>
                      </c:pt>
                      <c:pt idx="4840">
                        <c:v>4840</c:v>
                      </c:pt>
                      <c:pt idx="4841">
                        <c:v>4841</c:v>
                      </c:pt>
                      <c:pt idx="4842">
                        <c:v>4842</c:v>
                      </c:pt>
                      <c:pt idx="4843">
                        <c:v>4843</c:v>
                      </c:pt>
                      <c:pt idx="4844">
                        <c:v>4844</c:v>
                      </c:pt>
                      <c:pt idx="4845">
                        <c:v>4845</c:v>
                      </c:pt>
                      <c:pt idx="4846">
                        <c:v>4846</c:v>
                      </c:pt>
                      <c:pt idx="4847">
                        <c:v>4847</c:v>
                      </c:pt>
                      <c:pt idx="4848">
                        <c:v>4848</c:v>
                      </c:pt>
                      <c:pt idx="4849">
                        <c:v>4849</c:v>
                      </c:pt>
                      <c:pt idx="4850">
                        <c:v>4850</c:v>
                      </c:pt>
                      <c:pt idx="4851">
                        <c:v>4851</c:v>
                      </c:pt>
                      <c:pt idx="4852">
                        <c:v>4852</c:v>
                      </c:pt>
                      <c:pt idx="4853">
                        <c:v>4853</c:v>
                      </c:pt>
                      <c:pt idx="4854">
                        <c:v>4854</c:v>
                      </c:pt>
                      <c:pt idx="4855">
                        <c:v>4855</c:v>
                      </c:pt>
                      <c:pt idx="4856">
                        <c:v>4856</c:v>
                      </c:pt>
                      <c:pt idx="4857">
                        <c:v>4857</c:v>
                      </c:pt>
                      <c:pt idx="4858">
                        <c:v>4858</c:v>
                      </c:pt>
                      <c:pt idx="4859">
                        <c:v>4859</c:v>
                      </c:pt>
                      <c:pt idx="4860">
                        <c:v>4860</c:v>
                      </c:pt>
                      <c:pt idx="4861">
                        <c:v>4861</c:v>
                      </c:pt>
                      <c:pt idx="4862">
                        <c:v>4862</c:v>
                      </c:pt>
                      <c:pt idx="4863">
                        <c:v>4863</c:v>
                      </c:pt>
                      <c:pt idx="4864">
                        <c:v>4864</c:v>
                      </c:pt>
                      <c:pt idx="4865">
                        <c:v>4865</c:v>
                      </c:pt>
                      <c:pt idx="4866">
                        <c:v>4866</c:v>
                      </c:pt>
                      <c:pt idx="4867">
                        <c:v>4867</c:v>
                      </c:pt>
                      <c:pt idx="4868">
                        <c:v>4868</c:v>
                      </c:pt>
                      <c:pt idx="4869">
                        <c:v>4869</c:v>
                      </c:pt>
                      <c:pt idx="4870">
                        <c:v>4870</c:v>
                      </c:pt>
                      <c:pt idx="4871">
                        <c:v>4871</c:v>
                      </c:pt>
                      <c:pt idx="4872">
                        <c:v>4872</c:v>
                      </c:pt>
                      <c:pt idx="4873">
                        <c:v>4873</c:v>
                      </c:pt>
                      <c:pt idx="4874">
                        <c:v>4874</c:v>
                      </c:pt>
                      <c:pt idx="4875">
                        <c:v>4875</c:v>
                      </c:pt>
                      <c:pt idx="4876">
                        <c:v>4876</c:v>
                      </c:pt>
                      <c:pt idx="4877">
                        <c:v>4877</c:v>
                      </c:pt>
                      <c:pt idx="4878">
                        <c:v>4878</c:v>
                      </c:pt>
                      <c:pt idx="4879">
                        <c:v>4879</c:v>
                      </c:pt>
                      <c:pt idx="4880">
                        <c:v>4880</c:v>
                      </c:pt>
                      <c:pt idx="4881">
                        <c:v>4881</c:v>
                      </c:pt>
                      <c:pt idx="4882">
                        <c:v>4882</c:v>
                      </c:pt>
                      <c:pt idx="4883">
                        <c:v>4883</c:v>
                      </c:pt>
                      <c:pt idx="4884">
                        <c:v>4884</c:v>
                      </c:pt>
                      <c:pt idx="4885">
                        <c:v>4885</c:v>
                      </c:pt>
                      <c:pt idx="4886">
                        <c:v>4886</c:v>
                      </c:pt>
                      <c:pt idx="4887">
                        <c:v>4887</c:v>
                      </c:pt>
                      <c:pt idx="4888">
                        <c:v>4888</c:v>
                      </c:pt>
                      <c:pt idx="4889">
                        <c:v>4889</c:v>
                      </c:pt>
                      <c:pt idx="4890">
                        <c:v>4890</c:v>
                      </c:pt>
                      <c:pt idx="4891">
                        <c:v>4891</c:v>
                      </c:pt>
                      <c:pt idx="4892">
                        <c:v>4892</c:v>
                      </c:pt>
                      <c:pt idx="4893">
                        <c:v>4893</c:v>
                      </c:pt>
                      <c:pt idx="4894">
                        <c:v>4894</c:v>
                      </c:pt>
                      <c:pt idx="4895">
                        <c:v>4895</c:v>
                      </c:pt>
                      <c:pt idx="4896">
                        <c:v>4896</c:v>
                      </c:pt>
                      <c:pt idx="4897">
                        <c:v>4897</c:v>
                      </c:pt>
                      <c:pt idx="4898">
                        <c:v>4898</c:v>
                      </c:pt>
                      <c:pt idx="4899">
                        <c:v>4899</c:v>
                      </c:pt>
                      <c:pt idx="4900">
                        <c:v>4900</c:v>
                      </c:pt>
                      <c:pt idx="4901">
                        <c:v>4901</c:v>
                      </c:pt>
                      <c:pt idx="4902">
                        <c:v>4902</c:v>
                      </c:pt>
                      <c:pt idx="4903">
                        <c:v>4903</c:v>
                      </c:pt>
                      <c:pt idx="4904">
                        <c:v>4904</c:v>
                      </c:pt>
                      <c:pt idx="4905">
                        <c:v>4905</c:v>
                      </c:pt>
                      <c:pt idx="4906">
                        <c:v>4906</c:v>
                      </c:pt>
                      <c:pt idx="4907">
                        <c:v>4907</c:v>
                      </c:pt>
                      <c:pt idx="4908">
                        <c:v>4908</c:v>
                      </c:pt>
                      <c:pt idx="4909">
                        <c:v>4909</c:v>
                      </c:pt>
                      <c:pt idx="4910">
                        <c:v>4910</c:v>
                      </c:pt>
                      <c:pt idx="4911">
                        <c:v>4911</c:v>
                      </c:pt>
                      <c:pt idx="4912">
                        <c:v>4912</c:v>
                      </c:pt>
                      <c:pt idx="4913">
                        <c:v>4913</c:v>
                      </c:pt>
                      <c:pt idx="4914">
                        <c:v>4914</c:v>
                      </c:pt>
                      <c:pt idx="4915">
                        <c:v>4915</c:v>
                      </c:pt>
                      <c:pt idx="4916">
                        <c:v>4916</c:v>
                      </c:pt>
                      <c:pt idx="4917">
                        <c:v>4917</c:v>
                      </c:pt>
                      <c:pt idx="4918">
                        <c:v>4918</c:v>
                      </c:pt>
                      <c:pt idx="4919">
                        <c:v>4919</c:v>
                      </c:pt>
                      <c:pt idx="4920">
                        <c:v>4920</c:v>
                      </c:pt>
                      <c:pt idx="4921">
                        <c:v>4921</c:v>
                      </c:pt>
                      <c:pt idx="4922">
                        <c:v>4922</c:v>
                      </c:pt>
                      <c:pt idx="4923">
                        <c:v>4923</c:v>
                      </c:pt>
                      <c:pt idx="4924">
                        <c:v>4924</c:v>
                      </c:pt>
                      <c:pt idx="4925">
                        <c:v>4925</c:v>
                      </c:pt>
                      <c:pt idx="4926">
                        <c:v>4926</c:v>
                      </c:pt>
                      <c:pt idx="4927">
                        <c:v>4927</c:v>
                      </c:pt>
                      <c:pt idx="4928">
                        <c:v>4928</c:v>
                      </c:pt>
                      <c:pt idx="4929">
                        <c:v>4929</c:v>
                      </c:pt>
                      <c:pt idx="4930">
                        <c:v>4930</c:v>
                      </c:pt>
                      <c:pt idx="4931">
                        <c:v>4931</c:v>
                      </c:pt>
                      <c:pt idx="4932">
                        <c:v>4932</c:v>
                      </c:pt>
                      <c:pt idx="4933">
                        <c:v>4933</c:v>
                      </c:pt>
                      <c:pt idx="4934">
                        <c:v>4934</c:v>
                      </c:pt>
                      <c:pt idx="4935">
                        <c:v>4935</c:v>
                      </c:pt>
                      <c:pt idx="4936">
                        <c:v>4936</c:v>
                      </c:pt>
                      <c:pt idx="4937">
                        <c:v>4937</c:v>
                      </c:pt>
                      <c:pt idx="4938">
                        <c:v>4938</c:v>
                      </c:pt>
                      <c:pt idx="4939">
                        <c:v>4939</c:v>
                      </c:pt>
                      <c:pt idx="4940">
                        <c:v>4940</c:v>
                      </c:pt>
                      <c:pt idx="4941">
                        <c:v>4941</c:v>
                      </c:pt>
                      <c:pt idx="4942">
                        <c:v>4942</c:v>
                      </c:pt>
                      <c:pt idx="4943">
                        <c:v>4943</c:v>
                      </c:pt>
                      <c:pt idx="4944">
                        <c:v>4944</c:v>
                      </c:pt>
                      <c:pt idx="4945">
                        <c:v>4945</c:v>
                      </c:pt>
                      <c:pt idx="4946">
                        <c:v>4946</c:v>
                      </c:pt>
                      <c:pt idx="4947">
                        <c:v>4947</c:v>
                      </c:pt>
                      <c:pt idx="4948">
                        <c:v>4948</c:v>
                      </c:pt>
                      <c:pt idx="4949">
                        <c:v>4949</c:v>
                      </c:pt>
                      <c:pt idx="4950">
                        <c:v>4950</c:v>
                      </c:pt>
                      <c:pt idx="4951">
                        <c:v>4951</c:v>
                      </c:pt>
                      <c:pt idx="4952">
                        <c:v>4952</c:v>
                      </c:pt>
                      <c:pt idx="4953">
                        <c:v>4953</c:v>
                      </c:pt>
                      <c:pt idx="4954">
                        <c:v>4954</c:v>
                      </c:pt>
                      <c:pt idx="4955">
                        <c:v>4955</c:v>
                      </c:pt>
                      <c:pt idx="4956">
                        <c:v>4956</c:v>
                      </c:pt>
                      <c:pt idx="4957">
                        <c:v>4957</c:v>
                      </c:pt>
                      <c:pt idx="4958">
                        <c:v>4958</c:v>
                      </c:pt>
                      <c:pt idx="4959">
                        <c:v>4959</c:v>
                      </c:pt>
                      <c:pt idx="4960">
                        <c:v>4960</c:v>
                      </c:pt>
                      <c:pt idx="4961">
                        <c:v>4961</c:v>
                      </c:pt>
                      <c:pt idx="4962">
                        <c:v>4962</c:v>
                      </c:pt>
                      <c:pt idx="4963">
                        <c:v>4963</c:v>
                      </c:pt>
                      <c:pt idx="4964">
                        <c:v>4964</c:v>
                      </c:pt>
                      <c:pt idx="4965">
                        <c:v>4965</c:v>
                      </c:pt>
                      <c:pt idx="4966">
                        <c:v>4966</c:v>
                      </c:pt>
                      <c:pt idx="4967">
                        <c:v>4967</c:v>
                      </c:pt>
                      <c:pt idx="4968">
                        <c:v>4968</c:v>
                      </c:pt>
                      <c:pt idx="4969">
                        <c:v>4969</c:v>
                      </c:pt>
                      <c:pt idx="4970">
                        <c:v>4970</c:v>
                      </c:pt>
                      <c:pt idx="4971">
                        <c:v>4971</c:v>
                      </c:pt>
                      <c:pt idx="4972">
                        <c:v>4972</c:v>
                      </c:pt>
                      <c:pt idx="4973">
                        <c:v>4973</c:v>
                      </c:pt>
                      <c:pt idx="4974">
                        <c:v>4974</c:v>
                      </c:pt>
                      <c:pt idx="4975">
                        <c:v>4975</c:v>
                      </c:pt>
                      <c:pt idx="4976">
                        <c:v>4976</c:v>
                      </c:pt>
                      <c:pt idx="4977">
                        <c:v>4977</c:v>
                      </c:pt>
                      <c:pt idx="4978">
                        <c:v>4978</c:v>
                      </c:pt>
                      <c:pt idx="4979">
                        <c:v>4979</c:v>
                      </c:pt>
                      <c:pt idx="4980">
                        <c:v>4980</c:v>
                      </c:pt>
                      <c:pt idx="4981">
                        <c:v>4981</c:v>
                      </c:pt>
                      <c:pt idx="4982">
                        <c:v>4982</c:v>
                      </c:pt>
                      <c:pt idx="4983">
                        <c:v>4983</c:v>
                      </c:pt>
                      <c:pt idx="4984">
                        <c:v>4984</c:v>
                      </c:pt>
                      <c:pt idx="4985">
                        <c:v>4985</c:v>
                      </c:pt>
                      <c:pt idx="4986">
                        <c:v>4986</c:v>
                      </c:pt>
                      <c:pt idx="4987">
                        <c:v>4987</c:v>
                      </c:pt>
                      <c:pt idx="4988">
                        <c:v>4988</c:v>
                      </c:pt>
                      <c:pt idx="4989">
                        <c:v>4989</c:v>
                      </c:pt>
                      <c:pt idx="4990">
                        <c:v>4990</c:v>
                      </c:pt>
                      <c:pt idx="4991">
                        <c:v>4991</c:v>
                      </c:pt>
                      <c:pt idx="4992">
                        <c:v>4992</c:v>
                      </c:pt>
                      <c:pt idx="4993">
                        <c:v>4993</c:v>
                      </c:pt>
                      <c:pt idx="4994">
                        <c:v>4994</c:v>
                      </c:pt>
                      <c:pt idx="4995">
                        <c:v>4995</c:v>
                      </c:pt>
                      <c:pt idx="4996">
                        <c:v>4996</c:v>
                      </c:pt>
                      <c:pt idx="4997">
                        <c:v>4997</c:v>
                      </c:pt>
                      <c:pt idx="4998">
                        <c:v>4998</c:v>
                      </c:pt>
                      <c:pt idx="4999">
                        <c:v>4999</c:v>
                      </c:pt>
                      <c:pt idx="5000">
                        <c:v>5000</c:v>
                      </c:pt>
                      <c:pt idx="5001">
                        <c:v>5001</c:v>
                      </c:pt>
                      <c:pt idx="5002">
                        <c:v>5002</c:v>
                      </c:pt>
                      <c:pt idx="5003">
                        <c:v>5003</c:v>
                      </c:pt>
                      <c:pt idx="5004">
                        <c:v>5004</c:v>
                      </c:pt>
                      <c:pt idx="5005">
                        <c:v>5005</c:v>
                      </c:pt>
                      <c:pt idx="5006">
                        <c:v>5006</c:v>
                      </c:pt>
                      <c:pt idx="5007">
                        <c:v>5007</c:v>
                      </c:pt>
                      <c:pt idx="5008">
                        <c:v>5008</c:v>
                      </c:pt>
                      <c:pt idx="5009">
                        <c:v>5009</c:v>
                      </c:pt>
                      <c:pt idx="5010">
                        <c:v>5010</c:v>
                      </c:pt>
                      <c:pt idx="5011">
                        <c:v>5011</c:v>
                      </c:pt>
                      <c:pt idx="5012">
                        <c:v>5012</c:v>
                      </c:pt>
                      <c:pt idx="5013">
                        <c:v>5013</c:v>
                      </c:pt>
                      <c:pt idx="5014">
                        <c:v>5014</c:v>
                      </c:pt>
                      <c:pt idx="5015">
                        <c:v>5015</c:v>
                      </c:pt>
                      <c:pt idx="5016">
                        <c:v>5016</c:v>
                      </c:pt>
                      <c:pt idx="5017">
                        <c:v>5017</c:v>
                      </c:pt>
                      <c:pt idx="5018">
                        <c:v>5018</c:v>
                      </c:pt>
                      <c:pt idx="5019">
                        <c:v>5019</c:v>
                      </c:pt>
                      <c:pt idx="5020">
                        <c:v>5020</c:v>
                      </c:pt>
                      <c:pt idx="5021">
                        <c:v>5021</c:v>
                      </c:pt>
                      <c:pt idx="5022">
                        <c:v>5022</c:v>
                      </c:pt>
                      <c:pt idx="5023">
                        <c:v>5023</c:v>
                      </c:pt>
                      <c:pt idx="5024">
                        <c:v>5024</c:v>
                      </c:pt>
                      <c:pt idx="5025">
                        <c:v>5025</c:v>
                      </c:pt>
                      <c:pt idx="5026">
                        <c:v>5026</c:v>
                      </c:pt>
                      <c:pt idx="5027">
                        <c:v>5027</c:v>
                      </c:pt>
                      <c:pt idx="5028">
                        <c:v>5028</c:v>
                      </c:pt>
                      <c:pt idx="5029">
                        <c:v>5029</c:v>
                      </c:pt>
                      <c:pt idx="5030">
                        <c:v>5030</c:v>
                      </c:pt>
                      <c:pt idx="5031">
                        <c:v>5031</c:v>
                      </c:pt>
                      <c:pt idx="5032">
                        <c:v>5032</c:v>
                      </c:pt>
                      <c:pt idx="5033">
                        <c:v>5033</c:v>
                      </c:pt>
                      <c:pt idx="5034">
                        <c:v>5034</c:v>
                      </c:pt>
                      <c:pt idx="5035">
                        <c:v>5035</c:v>
                      </c:pt>
                      <c:pt idx="5036">
                        <c:v>5036</c:v>
                      </c:pt>
                      <c:pt idx="5037">
                        <c:v>5037</c:v>
                      </c:pt>
                      <c:pt idx="5038">
                        <c:v>5038</c:v>
                      </c:pt>
                      <c:pt idx="5039">
                        <c:v>5039</c:v>
                      </c:pt>
                      <c:pt idx="5040">
                        <c:v>5040</c:v>
                      </c:pt>
                      <c:pt idx="5041">
                        <c:v>5041</c:v>
                      </c:pt>
                      <c:pt idx="5042">
                        <c:v>5042</c:v>
                      </c:pt>
                      <c:pt idx="5043">
                        <c:v>5043</c:v>
                      </c:pt>
                      <c:pt idx="5044">
                        <c:v>5044</c:v>
                      </c:pt>
                      <c:pt idx="5045">
                        <c:v>5045</c:v>
                      </c:pt>
                      <c:pt idx="5046">
                        <c:v>5046</c:v>
                      </c:pt>
                      <c:pt idx="5047">
                        <c:v>5047</c:v>
                      </c:pt>
                      <c:pt idx="5048">
                        <c:v>5048</c:v>
                      </c:pt>
                      <c:pt idx="5049">
                        <c:v>5049</c:v>
                      </c:pt>
                      <c:pt idx="5050">
                        <c:v>5050</c:v>
                      </c:pt>
                      <c:pt idx="5051">
                        <c:v>5051</c:v>
                      </c:pt>
                      <c:pt idx="5052">
                        <c:v>5052</c:v>
                      </c:pt>
                      <c:pt idx="5053">
                        <c:v>5053</c:v>
                      </c:pt>
                      <c:pt idx="5054">
                        <c:v>5054</c:v>
                      </c:pt>
                      <c:pt idx="5055">
                        <c:v>5055</c:v>
                      </c:pt>
                      <c:pt idx="5056">
                        <c:v>5056</c:v>
                      </c:pt>
                      <c:pt idx="5057">
                        <c:v>5057</c:v>
                      </c:pt>
                      <c:pt idx="5058">
                        <c:v>5058</c:v>
                      </c:pt>
                      <c:pt idx="5059">
                        <c:v>5059</c:v>
                      </c:pt>
                      <c:pt idx="5060">
                        <c:v>5060</c:v>
                      </c:pt>
                      <c:pt idx="5061">
                        <c:v>5061</c:v>
                      </c:pt>
                      <c:pt idx="5062">
                        <c:v>5062</c:v>
                      </c:pt>
                      <c:pt idx="5063">
                        <c:v>5063</c:v>
                      </c:pt>
                      <c:pt idx="5064">
                        <c:v>5064</c:v>
                      </c:pt>
                      <c:pt idx="5065">
                        <c:v>5065</c:v>
                      </c:pt>
                      <c:pt idx="5066">
                        <c:v>5066</c:v>
                      </c:pt>
                      <c:pt idx="5067">
                        <c:v>5067</c:v>
                      </c:pt>
                      <c:pt idx="5068">
                        <c:v>5068</c:v>
                      </c:pt>
                      <c:pt idx="5069">
                        <c:v>5069</c:v>
                      </c:pt>
                      <c:pt idx="5070">
                        <c:v>5070</c:v>
                      </c:pt>
                      <c:pt idx="5071">
                        <c:v>5071</c:v>
                      </c:pt>
                      <c:pt idx="5072">
                        <c:v>5072</c:v>
                      </c:pt>
                      <c:pt idx="5073">
                        <c:v>5073</c:v>
                      </c:pt>
                      <c:pt idx="5074">
                        <c:v>5074</c:v>
                      </c:pt>
                      <c:pt idx="5075">
                        <c:v>5075</c:v>
                      </c:pt>
                      <c:pt idx="5076">
                        <c:v>5076</c:v>
                      </c:pt>
                      <c:pt idx="5077">
                        <c:v>5077</c:v>
                      </c:pt>
                      <c:pt idx="5078">
                        <c:v>5078</c:v>
                      </c:pt>
                      <c:pt idx="5079">
                        <c:v>5079</c:v>
                      </c:pt>
                      <c:pt idx="5080">
                        <c:v>5080</c:v>
                      </c:pt>
                      <c:pt idx="5081">
                        <c:v>5081</c:v>
                      </c:pt>
                      <c:pt idx="5082">
                        <c:v>5082</c:v>
                      </c:pt>
                      <c:pt idx="5083">
                        <c:v>5083</c:v>
                      </c:pt>
                      <c:pt idx="5084">
                        <c:v>5084</c:v>
                      </c:pt>
                      <c:pt idx="5085">
                        <c:v>5085</c:v>
                      </c:pt>
                      <c:pt idx="5086">
                        <c:v>5086</c:v>
                      </c:pt>
                      <c:pt idx="5087">
                        <c:v>5087</c:v>
                      </c:pt>
                      <c:pt idx="5088">
                        <c:v>5088</c:v>
                      </c:pt>
                      <c:pt idx="5089">
                        <c:v>5089</c:v>
                      </c:pt>
                      <c:pt idx="5090">
                        <c:v>5090</c:v>
                      </c:pt>
                      <c:pt idx="5091">
                        <c:v>5091</c:v>
                      </c:pt>
                      <c:pt idx="5092">
                        <c:v>5092</c:v>
                      </c:pt>
                      <c:pt idx="5093">
                        <c:v>5093</c:v>
                      </c:pt>
                      <c:pt idx="5094">
                        <c:v>5094</c:v>
                      </c:pt>
                      <c:pt idx="5095">
                        <c:v>5095</c:v>
                      </c:pt>
                      <c:pt idx="5096">
                        <c:v>5096</c:v>
                      </c:pt>
                      <c:pt idx="5097">
                        <c:v>5097</c:v>
                      </c:pt>
                      <c:pt idx="5098">
                        <c:v>5098</c:v>
                      </c:pt>
                      <c:pt idx="5099">
                        <c:v>5099</c:v>
                      </c:pt>
                      <c:pt idx="5100">
                        <c:v>5100</c:v>
                      </c:pt>
                      <c:pt idx="5101">
                        <c:v>5101</c:v>
                      </c:pt>
                      <c:pt idx="5102">
                        <c:v>5102</c:v>
                      </c:pt>
                      <c:pt idx="5103">
                        <c:v>5103</c:v>
                      </c:pt>
                      <c:pt idx="5104">
                        <c:v>5104</c:v>
                      </c:pt>
                      <c:pt idx="5105">
                        <c:v>5105</c:v>
                      </c:pt>
                      <c:pt idx="5106">
                        <c:v>5106</c:v>
                      </c:pt>
                      <c:pt idx="5107">
                        <c:v>5107</c:v>
                      </c:pt>
                      <c:pt idx="5108">
                        <c:v>5108</c:v>
                      </c:pt>
                      <c:pt idx="5109">
                        <c:v>5109</c:v>
                      </c:pt>
                      <c:pt idx="5110">
                        <c:v>5110</c:v>
                      </c:pt>
                      <c:pt idx="5111">
                        <c:v>5111</c:v>
                      </c:pt>
                      <c:pt idx="5112">
                        <c:v>5112</c:v>
                      </c:pt>
                      <c:pt idx="5113">
                        <c:v>5113</c:v>
                      </c:pt>
                      <c:pt idx="5114">
                        <c:v>5114</c:v>
                      </c:pt>
                      <c:pt idx="5115">
                        <c:v>5115</c:v>
                      </c:pt>
                      <c:pt idx="5116">
                        <c:v>5116</c:v>
                      </c:pt>
                      <c:pt idx="5117">
                        <c:v>5117</c:v>
                      </c:pt>
                      <c:pt idx="5118">
                        <c:v>5118</c:v>
                      </c:pt>
                      <c:pt idx="5119">
                        <c:v>5119</c:v>
                      </c:pt>
                      <c:pt idx="5120">
                        <c:v>5120</c:v>
                      </c:pt>
                      <c:pt idx="5121">
                        <c:v>5121</c:v>
                      </c:pt>
                      <c:pt idx="5122">
                        <c:v>5122</c:v>
                      </c:pt>
                      <c:pt idx="5123">
                        <c:v>5123</c:v>
                      </c:pt>
                      <c:pt idx="5124">
                        <c:v>5124</c:v>
                      </c:pt>
                      <c:pt idx="5125">
                        <c:v>5125</c:v>
                      </c:pt>
                      <c:pt idx="5126">
                        <c:v>5126</c:v>
                      </c:pt>
                      <c:pt idx="5127">
                        <c:v>5127</c:v>
                      </c:pt>
                      <c:pt idx="5128">
                        <c:v>5128</c:v>
                      </c:pt>
                      <c:pt idx="5129">
                        <c:v>5129</c:v>
                      </c:pt>
                      <c:pt idx="5130">
                        <c:v>5130</c:v>
                      </c:pt>
                      <c:pt idx="5131">
                        <c:v>5131</c:v>
                      </c:pt>
                      <c:pt idx="5132">
                        <c:v>5132</c:v>
                      </c:pt>
                      <c:pt idx="5133">
                        <c:v>5133</c:v>
                      </c:pt>
                      <c:pt idx="5134">
                        <c:v>5134</c:v>
                      </c:pt>
                      <c:pt idx="5135">
                        <c:v>5135</c:v>
                      </c:pt>
                      <c:pt idx="5136">
                        <c:v>5136</c:v>
                      </c:pt>
                      <c:pt idx="5137">
                        <c:v>5137</c:v>
                      </c:pt>
                      <c:pt idx="5138">
                        <c:v>5138</c:v>
                      </c:pt>
                      <c:pt idx="5139">
                        <c:v>5139</c:v>
                      </c:pt>
                      <c:pt idx="5140">
                        <c:v>5140</c:v>
                      </c:pt>
                      <c:pt idx="5141">
                        <c:v>5141</c:v>
                      </c:pt>
                      <c:pt idx="5142">
                        <c:v>5142</c:v>
                      </c:pt>
                      <c:pt idx="5143">
                        <c:v>5143</c:v>
                      </c:pt>
                      <c:pt idx="5144">
                        <c:v>5144</c:v>
                      </c:pt>
                      <c:pt idx="5145">
                        <c:v>5145</c:v>
                      </c:pt>
                      <c:pt idx="5146">
                        <c:v>5146</c:v>
                      </c:pt>
                      <c:pt idx="5147">
                        <c:v>5147</c:v>
                      </c:pt>
                      <c:pt idx="5148">
                        <c:v>5148</c:v>
                      </c:pt>
                      <c:pt idx="5149">
                        <c:v>5149</c:v>
                      </c:pt>
                      <c:pt idx="5150">
                        <c:v>5150</c:v>
                      </c:pt>
                      <c:pt idx="5151">
                        <c:v>5151</c:v>
                      </c:pt>
                      <c:pt idx="5152">
                        <c:v>5152</c:v>
                      </c:pt>
                      <c:pt idx="5153">
                        <c:v>5153</c:v>
                      </c:pt>
                      <c:pt idx="5154">
                        <c:v>5154</c:v>
                      </c:pt>
                      <c:pt idx="5155">
                        <c:v>5155</c:v>
                      </c:pt>
                      <c:pt idx="5156">
                        <c:v>5156</c:v>
                      </c:pt>
                      <c:pt idx="5157">
                        <c:v>5157</c:v>
                      </c:pt>
                      <c:pt idx="5158">
                        <c:v>5158</c:v>
                      </c:pt>
                      <c:pt idx="5159">
                        <c:v>5159</c:v>
                      </c:pt>
                      <c:pt idx="5160">
                        <c:v>5160</c:v>
                      </c:pt>
                      <c:pt idx="5161">
                        <c:v>5161</c:v>
                      </c:pt>
                      <c:pt idx="5162">
                        <c:v>5162</c:v>
                      </c:pt>
                      <c:pt idx="5163">
                        <c:v>5163</c:v>
                      </c:pt>
                      <c:pt idx="5164">
                        <c:v>5164</c:v>
                      </c:pt>
                      <c:pt idx="5165">
                        <c:v>5165</c:v>
                      </c:pt>
                      <c:pt idx="5166">
                        <c:v>5166</c:v>
                      </c:pt>
                      <c:pt idx="5167">
                        <c:v>5167</c:v>
                      </c:pt>
                      <c:pt idx="5168">
                        <c:v>5168</c:v>
                      </c:pt>
                      <c:pt idx="5169">
                        <c:v>5169</c:v>
                      </c:pt>
                      <c:pt idx="5170">
                        <c:v>5170</c:v>
                      </c:pt>
                      <c:pt idx="5171">
                        <c:v>5171</c:v>
                      </c:pt>
                      <c:pt idx="5172">
                        <c:v>5172</c:v>
                      </c:pt>
                      <c:pt idx="5173">
                        <c:v>5173</c:v>
                      </c:pt>
                      <c:pt idx="5174">
                        <c:v>5174</c:v>
                      </c:pt>
                      <c:pt idx="5175">
                        <c:v>5175</c:v>
                      </c:pt>
                      <c:pt idx="5176">
                        <c:v>5176</c:v>
                      </c:pt>
                      <c:pt idx="5177">
                        <c:v>5177</c:v>
                      </c:pt>
                      <c:pt idx="5178">
                        <c:v>5178</c:v>
                      </c:pt>
                      <c:pt idx="5179">
                        <c:v>5179</c:v>
                      </c:pt>
                      <c:pt idx="5180">
                        <c:v>5180</c:v>
                      </c:pt>
                      <c:pt idx="5181">
                        <c:v>5181</c:v>
                      </c:pt>
                      <c:pt idx="5182">
                        <c:v>5182</c:v>
                      </c:pt>
                      <c:pt idx="5183">
                        <c:v>5183</c:v>
                      </c:pt>
                      <c:pt idx="5184">
                        <c:v>5184</c:v>
                      </c:pt>
                      <c:pt idx="5185">
                        <c:v>5185</c:v>
                      </c:pt>
                      <c:pt idx="5186">
                        <c:v>5186</c:v>
                      </c:pt>
                      <c:pt idx="5187">
                        <c:v>5187</c:v>
                      </c:pt>
                      <c:pt idx="5188">
                        <c:v>5188</c:v>
                      </c:pt>
                      <c:pt idx="5189">
                        <c:v>5189</c:v>
                      </c:pt>
                      <c:pt idx="5190">
                        <c:v>5190</c:v>
                      </c:pt>
                      <c:pt idx="5191">
                        <c:v>5191</c:v>
                      </c:pt>
                      <c:pt idx="5192">
                        <c:v>5192</c:v>
                      </c:pt>
                      <c:pt idx="5193">
                        <c:v>5193</c:v>
                      </c:pt>
                      <c:pt idx="5194">
                        <c:v>5194</c:v>
                      </c:pt>
                      <c:pt idx="5195">
                        <c:v>5195</c:v>
                      </c:pt>
                      <c:pt idx="5196">
                        <c:v>5196</c:v>
                      </c:pt>
                      <c:pt idx="5197">
                        <c:v>5197</c:v>
                      </c:pt>
                      <c:pt idx="5198">
                        <c:v>5198</c:v>
                      </c:pt>
                      <c:pt idx="5199">
                        <c:v>5199</c:v>
                      </c:pt>
                      <c:pt idx="5200">
                        <c:v>5200</c:v>
                      </c:pt>
                      <c:pt idx="5201">
                        <c:v>5201</c:v>
                      </c:pt>
                      <c:pt idx="5202">
                        <c:v>5202</c:v>
                      </c:pt>
                      <c:pt idx="5203">
                        <c:v>5203</c:v>
                      </c:pt>
                      <c:pt idx="5204">
                        <c:v>5204</c:v>
                      </c:pt>
                      <c:pt idx="5205">
                        <c:v>5205</c:v>
                      </c:pt>
                      <c:pt idx="5206">
                        <c:v>5206</c:v>
                      </c:pt>
                      <c:pt idx="5207">
                        <c:v>5207</c:v>
                      </c:pt>
                      <c:pt idx="5208">
                        <c:v>5208</c:v>
                      </c:pt>
                      <c:pt idx="5209">
                        <c:v>5209</c:v>
                      </c:pt>
                      <c:pt idx="5210">
                        <c:v>5210</c:v>
                      </c:pt>
                      <c:pt idx="5211">
                        <c:v>5211</c:v>
                      </c:pt>
                      <c:pt idx="5212">
                        <c:v>5212</c:v>
                      </c:pt>
                      <c:pt idx="5213">
                        <c:v>5213</c:v>
                      </c:pt>
                      <c:pt idx="5214">
                        <c:v>5214</c:v>
                      </c:pt>
                      <c:pt idx="5215">
                        <c:v>5215</c:v>
                      </c:pt>
                      <c:pt idx="5216">
                        <c:v>5216</c:v>
                      </c:pt>
                      <c:pt idx="5217">
                        <c:v>5217</c:v>
                      </c:pt>
                      <c:pt idx="5218">
                        <c:v>5218</c:v>
                      </c:pt>
                      <c:pt idx="5219">
                        <c:v>5219</c:v>
                      </c:pt>
                      <c:pt idx="5220">
                        <c:v>5220</c:v>
                      </c:pt>
                      <c:pt idx="5221">
                        <c:v>5221</c:v>
                      </c:pt>
                      <c:pt idx="5222">
                        <c:v>5222</c:v>
                      </c:pt>
                      <c:pt idx="5223">
                        <c:v>5223</c:v>
                      </c:pt>
                      <c:pt idx="5224">
                        <c:v>5224</c:v>
                      </c:pt>
                      <c:pt idx="5225">
                        <c:v>5225</c:v>
                      </c:pt>
                      <c:pt idx="5226">
                        <c:v>5226</c:v>
                      </c:pt>
                      <c:pt idx="5227">
                        <c:v>5227</c:v>
                      </c:pt>
                      <c:pt idx="5228">
                        <c:v>5228</c:v>
                      </c:pt>
                      <c:pt idx="5229">
                        <c:v>5229</c:v>
                      </c:pt>
                      <c:pt idx="5230">
                        <c:v>5230</c:v>
                      </c:pt>
                      <c:pt idx="5231">
                        <c:v>5231</c:v>
                      </c:pt>
                      <c:pt idx="5232">
                        <c:v>5232</c:v>
                      </c:pt>
                      <c:pt idx="5233">
                        <c:v>5233</c:v>
                      </c:pt>
                      <c:pt idx="5234">
                        <c:v>5234</c:v>
                      </c:pt>
                      <c:pt idx="5235">
                        <c:v>5235</c:v>
                      </c:pt>
                      <c:pt idx="5236">
                        <c:v>5236</c:v>
                      </c:pt>
                      <c:pt idx="5237">
                        <c:v>5237</c:v>
                      </c:pt>
                      <c:pt idx="5238">
                        <c:v>5238</c:v>
                      </c:pt>
                      <c:pt idx="5239">
                        <c:v>5239</c:v>
                      </c:pt>
                      <c:pt idx="5240">
                        <c:v>5240</c:v>
                      </c:pt>
                      <c:pt idx="5241">
                        <c:v>5241</c:v>
                      </c:pt>
                      <c:pt idx="5242">
                        <c:v>5242</c:v>
                      </c:pt>
                      <c:pt idx="5243">
                        <c:v>5243</c:v>
                      </c:pt>
                      <c:pt idx="5244">
                        <c:v>5244</c:v>
                      </c:pt>
                      <c:pt idx="5245">
                        <c:v>5245</c:v>
                      </c:pt>
                      <c:pt idx="5246">
                        <c:v>5246</c:v>
                      </c:pt>
                      <c:pt idx="5247">
                        <c:v>5247</c:v>
                      </c:pt>
                      <c:pt idx="5248">
                        <c:v>5248</c:v>
                      </c:pt>
                      <c:pt idx="5249">
                        <c:v>5249</c:v>
                      </c:pt>
                      <c:pt idx="5250">
                        <c:v>5250</c:v>
                      </c:pt>
                      <c:pt idx="5251">
                        <c:v>5251</c:v>
                      </c:pt>
                      <c:pt idx="5252">
                        <c:v>5252</c:v>
                      </c:pt>
                      <c:pt idx="5253">
                        <c:v>5253</c:v>
                      </c:pt>
                      <c:pt idx="5254">
                        <c:v>5254</c:v>
                      </c:pt>
                      <c:pt idx="5255">
                        <c:v>5255</c:v>
                      </c:pt>
                      <c:pt idx="5256">
                        <c:v>5256</c:v>
                      </c:pt>
                      <c:pt idx="5257">
                        <c:v>5257</c:v>
                      </c:pt>
                      <c:pt idx="5258">
                        <c:v>5258</c:v>
                      </c:pt>
                      <c:pt idx="5259">
                        <c:v>5259</c:v>
                      </c:pt>
                      <c:pt idx="5260">
                        <c:v>5260</c:v>
                      </c:pt>
                      <c:pt idx="5261">
                        <c:v>5261</c:v>
                      </c:pt>
                      <c:pt idx="5262">
                        <c:v>5262</c:v>
                      </c:pt>
                      <c:pt idx="5263">
                        <c:v>5263</c:v>
                      </c:pt>
                      <c:pt idx="5264">
                        <c:v>5264</c:v>
                      </c:pt>
                      <c:pt idx="5265">
                        <c:v>5265</c:v>
                      </c:pt>
                      <c:pt idx="5266">
                        <c:v>5266</c:v>
                      </c:pt>
                      <c:pt idx="5267">
                        <c:v>5267</c:v>
                      </c:pt>
                      <c:pt idx="5268">
                        <c:v>5268</c:v>
                      </c:pt>
                      <c:pt idx="5269">
                        <c:v>5269</c:v>
                      </c:pt>
                      <c:pt idx="5270">
                        <c:v>5270</c:v>
                      </c:pt>
                      <c:pt idx="5271">
                        <c:v>5271</c:v>
                      </c:pt>
                      <c:pt idx="5272">
                        <c:v>5272</c:v>
                      </c:pt>
                      <c:pt idx="5273">
                        <c:v>5273</c:v>
                      </c:pt>
                      <c:pt idx="5274">
                        <c:v>5274</c:v>
                      </c:pt>
                      <c:pt idx="5275">
                        <c:v>5275</c:v>
                      </c:pt>
                      <c:pt idx="5276">
                        <c:v>5276</c:v>
                      </c:pt>
                      <c:pt idx="5277">
                        <c:v>5277</c:v>
                      </c:pt>
                      <c:pt idx="5278">
                        <c:v>5278</c:v>
                      </c:pt>
                      <c:pt idx="5279">
                        <c:v>5279</c:v>
                      </c:pt>
                      <c:pt idx="5280">
                        <c:v>5280</c:v>
                      </c:pt>
                      <c:pt idx="5281">
                        <c:v>5281</c:v>
                      </c:pt>
                      <c:pt idx="5282">
                        <c:v>5282</c:v>
                      </c:pt>
                      <c:pt idx="5283">
                        <c:v>5283</c:v>
                      </c:pt>
                      <c:pt idx="5284">
                        <c:v>5284</c:v>
                      </c:pt>
                      <c:pt idx="5285">
                        <c:v>5285</c:v>
                      </c:pt>
                      <c:pt idx="5286">
                        <c:v>5286</c:v>
                      </c:pt>
                      <c:pt idx="5287">
                        <c:v>5287</c:v>
                      </c:pt>
                      <c:pt idx="5288">
                        <c:v>5288</c:v>
                      </c:pt>
                      <c:pt idx="5289">
                        <c:v>5289</c:v>
                      </c:pt>
                      <c:pt idx="5290">
                        <c:v>5290</c:v>
                      </c:pt>
                      <c:pt idx="5291">
                        <c:v>5291</c:v>
                      </c:pt>
                      <c:pt idx="5292">
                        <c:v>5292</c:v>
                      </c:pt>
                      <c:pt idx="5293">
                        <c:v>5293</c:v>
                      </c:pt>
                      <c:pt idx="5294">
                        <c:v>5294</c:v>
                      </c:pt>
                      <c:pt idx="5295">
                        <c:v>5295</c:v>
                      </c:pt>
                      <c:pt idx="5296">
                        <c:v>5296</c:v>
                      </c:pt>
                      <c:pt idx="5297">
                        <c:v>5297</c:v>
                      </c:pt>
                      <c:pt idx="5298">
                        <c:v>5298</c:v>
                      </c:pt>
                      <c:pt idx="5299">
                        <c:v>5299</c:v>
                      </c:pt>
                      <c:pt idx="5300">
                        <c:v>5300</c:v>
                      </c:pt>
                      <c:pt idx="5301">
                        <c:v>5301</c:v>
                      </c:pt>
                      <c:pt idx="5302">
                        <c:v>5302</c:v>
                      </c:pt>
                      <c:pt idx="5303">
                        <c:v>5303</c:v>
                      </c:pt>
                      <c:pt idx="5304">
                        <c:v>5304</c:v>
                      </c:pt>
                      <c:pt idx="5305">
                        <c:v>5305</c:v>
                      </c:pt>
                      <c:pt idx="5306">
                        <c:v>5306</c:v>
                      </c:pt>
                      <c:pt idx="5307">
                        <c:v>5307</c:v>
                      </c:pt>
                      <c:pt idx="5308">
                        <c:v>5308</c:v>
                      </c:pt>
                      <c:pt idx="5309">
                        <c:v>5309</c:v>
                      </c:pt>
                      <c:pt idx="5310">
                        <c:v>5310</c:v>
                      </c:pt>
                      <c:pt idx="5311">
                        <c:v>5311</c:v>
                      </c:pt>
                      <c:pt idx="5312">
                        <c:v>5312</c:v>
                      </c:pt>
                      <c:pt idx="5313">
                        <c:v>5313</c:v>
                      </c:pt>
                      <c:pt idx="5314">
                        <c:v>5314</c:v>
                      </c:pt>
                      <c:pt idx="5315">
                        <c:v>5315</c:v>
                      </c:pt>
                      <c:pt idx="5316">
                        <c:v>5316</c:v>
                      </c:pt>
                      <c:pt idx="5317">
                        <c:v>5317</c:v>
                      </c:pt>
                      <c:pt idx="5318">
                        <c:v>5318</c:v>
                      </c:pt>
                      <c:pt idx="5319">
                        <c:v>5319</c:v>
                      </c:pt>
                      <c:pt idx="5320">
                        <c:v>5320</c:v>
                      </c:pt>
                      <c:pt idx="5321">
                        <c:v>5321</c:v>
                      </c:pt>
                      <c:pt idx="5322">
                        <c:v>5322</c:v>
                      </c:pt>
                      <c:pt idx="5323">
                        <c:v>5323</c:v>
                      </c:pt>
                      <c:pt idx="5324">
                        <c:v>5324</c:v>
                      </c:pt>
                      <c:pt idx="5325">
                        <c:v>5325</c:v>
                      </c:pt>
                      <c:pt idx="5326">
                        <c:v>5326</c:v>
                      </c:pt>
                      <c:pt idx="5327">
                        <c:v>5327</c:v>
                      </c:pt>
                      <c:pt idx="5328">
                        <c:v>5328</c:v>
                      </c:pt>
                      <c:pt idx="5329">
                        <c:v>5329</c:v>
                      </c:pt>
                      <c:pt idx="5330">
                        <c:v>5330</c:v>
                      </c:pt>
                      <c:pt idx="5331">
                        <c:v>5331</c:v>
                      </c:pt>
                      <c:pt idx="5332">
                        <c:v>5332</c:v>
                      </c:pt>
                      <c:pt idx="5333">
                        <c:v>5333</c:v>
                      </c:pt>
                      <c:pt idx="5334">
                        <c:v>5334</c:v>
                      </c:pt>
                      <c:pt idx="5335">
                        <c:v>5335</c:v>
                      </c:pt>
                      <c:pt idx="5336">
                        <c:v>5336</c:v>
                      </c:pt>
                      <c:pt idx="5337">
                        <c:v>5337</c:v>
                      </c:pt>
                      <c:pt idx="5338">
                        <c:v>5338</c:v>
                      </c:pt>
                      <c:pt idx="5339">
                        <c:v>5339</c:v>
                      </c:pt>
                      <c:pt idx="5340">
                        <c:v>5340</c:v>
                      </c:pt>
                      <c:pt idx="5341">
                        <c:v>5341</c:v>
                      </c:pt>
                      <c:pt idx="5342">
                        <c:v>5342</c:v>
                      </c:pt>
                      <c:pt idx="5343">
                        <c:v>5343</c:v>
                      </c:pt>
                      <c:pt idx="5344">
                        <c:v>5344</c:v>
                      </c:pt>
                      <c:pt idx="5345">
                        <c:v>5345</c:v>
                      </c:pt>
                      <c:pt idx="5346">
                        <c:v>5346</c:v>
                      </c:pt>
                      <c:pt idx="5347">
                        <c:v>5347</c:v>
                      </c:pt>
                      <c:pt idx="5348">
                        <c:v>5348</c:v>
                      </c:pt>
                      <c:pt idx="5349">
                        <c:v>5349</c:v>
                      </c:pt>
                      <c:pt idx="5350">
                        <c:v>5350</c:v>
                      </c:pt>
                      <c:pt idx="5351">
                        <c:v>5351</c:v>
                      </c:pt>
                      <c:pt idx="5352">
                        <c:v>5352</c:v>
                      </c:pt>
                      <c:pt idx="5353">
                        <c:v>5353</c:v>
                      </c:pt>
                      <c:pt idx="5354">
                        <c:v>5354</c:v>
                      </c:pt>
                      <c:pt idx="5355">
                        <c:v>5355</c:v>
                      </c:pt>
                      <c:pt idx="5356">
                        <c:v>5356</c:v>
                      </c:pt>
                      <c:pt idx="5357">
                        <c:v>5357</c:v>
                      </c:pt>
                      <c:pt idx="5358">
                        <c:v>5358</c:v>
                      </c:pt>
                      <c:pt idx="5359">
                        <c:v>5359</c:v>
                      </c:pt>
                      <c:pt idx="5360">
                        <c:v>5360</c:v>
                      </c:pt>
                      <c:pt idx="5361">
                        <c:v>5361</c:v>
                      </c:pt>
                      <c:pt idx="5362">
                        <c:v>5362</c:v>
                      </c:pt>
                      <c:pt idx="5363">
                        <c:v>5363</c:v>
                      </c:pt>
                      <c:pt idx="5364">
                        <c:v>5364</c:v>
                      </c:pt>
                      <c:pt idx="5365">
                        <c:v>5365</c:v>
                      </c:pt>
                      <c:pt idx="5366">
                        <c:v>5366</c:v>
                      </c:pt>
                      <c:pt idx="5367">
                        <c:v>5367</c:v>
                      </c:pt>
                      <c:pt idx="5368">
                        <c:v>5368</c:v>
                      </c:pt>
                      <c:pt idx="5369">
                        <c:v>5369</c:v>
                      </c:pt>
                      <c:pt idx="5370">
                        <c:v>5370</c:v>
                      </c:pt>
                      <c:pt idx="5371">
                        <c:v>5371</c:v>
                      </c:pt>
                      <c:pt idx="5372">
                        <c:v>5372</c:v>
                      </c:pt>
                      <c:pt idx="5373">
                        <c:v>5373</c:v>
                      </c:pt>
                      <c:pt idx="5374">
                        <c:v>5374</c:v>
                      </c:pt>
                      <c:pt idx="5375">
                        <c:v>5375</c:v>
                      </c:pt>
                      <c:pt idx="5376">
                        <c:v>5376</c:v>
                      </c:pt>
                      <c:pt idx="5377">
                        <c:v>5377</c:v>
                      </c:pt>
                      <c:pt idx="5378">
                        <c:v>5378</c:v>
                      </c:pt>
                      <c:pt idx="5379">
                        <c:v>5379</c:v>
                      </c:pt>
                      <c:pt idx="5380">
                        <c:v>5380</c:v>
                      </c:pt>
                      <c:pt idx="5381">
                        <c:v>5381</c:v>
                      </c:pt>
                      <c:pt idx="5382">
                        <c:v>5382</c:v>
                      </c:pt>
                      <c:pt idx="5383">
                        <c:v>5383</c:v>
                      </c:pt>
                      <c:pt idx="5384">
                        <c:v>5384</c:v>
                      </c:pt>
                      <c:pt idx="5385">
                        <c:v>5385</c:v>
                      </c:pt>
                      <c:pt idx="5386">
                        <c:v>5386</c:v>
                      </c:pt>
                      <c:pt idx="5387">
                        <c:v>5387</c:v>
                      </c:pt>
                      <c:pt idx="5388">
                        <c:v>5388</c:v>
                      </c:pt>
                      <c:pt idx="5389">
                        <c:v>5389</c:v>
                      </c:pt>
                      <c:pt idx="5390">
                        <c:v>5390</c:v>
                      </c:pt>
                      <c:pt idx="5391">
                        <c:v>5391</c:v>
                      </c:pt>
                      <c:pt idx="5392">
                        <c:v>5392</c:v>
                      </c:pt>
                      <c:pt idx="5393">
                        <c:v>5393</c:v>
                      </c:pt>
                      <c:pt idx="5394">
                        <c:v>5394</c:v>
                      </c:pt>
                      <c:pt idx="5395">
                        <c:v>5395</c:v>
                      </c:pt>
                      <c:pt idx="5396">
                        <c:v>5396</c:v>
                      </c:pt>
                      <c:pt idx="5397">
                        <c:v>5397</c:v>
                      </c:pt>
                      <c:pt idx="5398">
                        <c:v>5398</c:v>
                      </c:pt>
                      <c:pt idx="5399">
                        <c:v>5399</c:v>
                      </c:pt>
                      <c:pt idx="5400">
                        <c:v>5400</c:v>
                      </c:pt>
                      <c:pt idx="5401">
                        <c:v>5401</c:v>
                      </c:pt>
                      <c:pt idx="5402">
                        <c:v>5402</c:v>
                      </c:pt>
                      <c:pt idx="5403">
                        <c:v>5403</c:v>
                      </c:pt>
                      <c:pt idx="5404">
                        <c:v>5404</c:v>
                      </c:pt>
                      <c:pt idx="5405">
                        <c:v>5405</c:v>
                      </c:pt>
                      <c:pt idx="5406">
                        <c:v>5406</c:v>
                      </c:pt>
                      <c:pt idx="5407">
                        <c:v>5407</c:v>
                      </c:pt>
                      <c:pt idx="5408">
                        <c:v>5408</c:v>
                      </c:pt>
                      <c:pt idx="5409">
                        <c:v>5409</c:v>
                      </c:pt>
                      <c:pt idx="5410">
                        <c:v>5410</c:v>
                      </c:pt>
                      <c:pt idx="5411">
                        <c:v>5411</c:v>
                      </c:pt>
                      <c:pt idx="5412">
                        <c:v>5412</c:v>
                      </c:pt>
                      <c:pt idx="5413">
                        <c:v>5413</c:v>
                      </c:pt>
                      <c:pt idx="5414">
                        <c:v>5414</c:v>
                      </c:pt>
                      <c:pt idx="5415">
                        <c:v>5415</c:v>
                      </c:pt>
                      <c:pt idx="5416">
                        <c:v>5416</c:v>
                      </c:pt>
                      <c:pt idx="5417">
                        <c:v>5417</c:v>
                      </c:pt>
                      <c:pt idx="5418">
                        <c:v>5418</c:v>
                      </c:pt>
                      <c:pt idx="5419">
                        <c:v>5419</c:v>
                      </c:pt>
                      <c:pt idx="5420">
                        <c:v>5420</c:v>
                      </c:pt>
                      <c:pt idx="5421">
                        <c:v>5421</c:v>
                      </c:pt>
                      <c:pt idx="5422">
                        <c:v>5422</c:v>
                      </c:pt>
                      <c:pt idx="5423">
                        <c:v>5423</c:v>
                      </c:pt>
                      <c:pt idx="5424">
                        <c:v>5424</c:v>
                      </c:pt>
                      <c:pt idx="5425">
                        <c:v>5425</c:v>
                      </c:pt>
                      <c:pt idx="5426">
                        <c:v>5426</c:v>
                      </c:pt>
                      <c:pt idx="5427">
                        <c:v>5427</c:v>
                      </c:pt>
                      <c:pt idx="5428">
                        <c:v>5428</c:v>
                      </c:pt>
                      <c:pt idx="5429">
                        <c:v>5429</c:v>
                      </c:pt>
                      <c:pt idx="5430">
                        <c:v>5430</c:v>
                      </c:pt>
                      <c:pt idx="5431">
                        <c:v>5431</c:v>
                      </c:pt>
                      <c:pt idx="5432">
                        <c:v>5432</c:v>
                      </c:pt>
                      <c:pt idx="5433">
                        <c:v>5433</c:v>
                      </c:pt>
                      <c:pt idx="5434">
                        <c:v>5434</c:v>
                      </c:pt>
                      <c:pt idx="5435">
                        <c:v>5435</c:v>
                      </c:pt>
                      <c:pt idx="5436">
                        <c:v>5436</c:v>
                      </c:pt>
                      <c:pt idx="5437">
                        <c:v>5437</c:v>
                      </c:pt>
                      <c:pt idx="5438">
                        <c:v>5438</c:v>
                      </c:pt>
                      <c:pt idx="5439">
                        <c:v>5439</c:v>
                      </c:pt>
                      <c:pt idx="5440">
                        <c:v>5440</c:v>
                      </c:pt>
                      <c:pt idx="5441">
                        <c:v>5441</c:v>
                      </c:pt>
                      <c:pt idx="5442">
                        <c:v>5442</c:v>
                      </c:pt>
                      <c:pt idx="5443">
                        <c:v>5443</c:v>
                      </c:pt>
                      <c:pt idx="5444">
                        <c:v>5444</c:v>
                      </c:pt>
                      <c:pt idx="5445">
                        <c:v>5445</c:v>
                      </c:pt>
                      <c:pt idx="5446">
                        <c:v>5446</c:v>
                      </c:pt>
                      <c:pt idx="5447">
                        <c:v>5447</c:v>
                      </c:pt>
                      <c:pt idx="5448">
                        <c:v>5448</c:v>
                      </c:pt>
                      <c:pt idx="5449">
                        <c:v>5449</c:v>
                      </c:pt>
                      <c:pt idx="5450">
                        <c:v>5450</c:v>
                      </c:pt>
                      <c:pt idx="5451">
                        <c:v>5451</c:v>
                      </c:pt>
                      <c:pt idx="5452">
                        <c:v>5452</c:v>
                      </c:pt>
                      <c:pt idx="5453">
                        <c:v>5453</c:v>
                      </c:pt>
                      <c:pt idx="5454">
                        <c:v>5454</c:v>
                      </c:pt>
                      <c:pt idx="5455">
                        <c:v>5455</c:v>
                      </c:pt>
                      <c:pt idx="5456">
                        <c:v>5456</c:v>
                      </c:pt>
                      <c:pt idx="5457">
                        <c:v>5457</c:v>
                      </c:pt>
                      <c:pt idx="5458">
                        <c:v>5458</c:v>
                      </c:pt>
                      <c:pt idx="5459">
                        <c:v>5459</c:v>
                      </c:pt>
                      <c:pt idx="5460">
                        <c:v>5460</c:v>
                      </c:pt>
                      <c:pt idx="5461">
                        <c:v>5461</c:v>
                      </c:pt>
                      <c:pt idx="5462">
                        <c:v>5462</c:v>
                      </c:pt>
                      <c:pt idx="5463">
                        <c:v>5463</c:v>
                      </c:pt>
                      <c:pt idx="5464">
                        <c:v>5464</c:v>
                      </c:pt>
                      <c:pt idx="5465">
                        <c:v>5465</c:v>
                      </c:pt>
                      <c:pt idx="5466">
                        <c:v>5466</c:v>
                      </c:pt>
                      <c:pt idx="5467">
                        <c:v>5467</c:v>
                      </c:pt>
                      <c:pt idx="5468">
                        <c:v>5468</c:v>
                      </c:pt>
                      <c:pt idx="5469">
                        <c:v>5469</c:v>
                      </c:pt>
                      <c:pt idx="5470">
                        <c:v>5470</c:v>
                      </c:pt>
                      <c:pt idx="5471">
                        <c:v>5471</c:v>
                      </c:pt>
                      <c:pt idx="5472">
                        <c:v>5472</c:v>
                      </c:pt>
                      <c:pt idx="5473">
                        <c:v>5473</c:v>
                      </c:pt>
                      <c:pt idx="5474">
                        <c:v>5474</c:v>
                      </c:pt>
                      <c:pt idx="5475">
                        <c:v>5475</c:v>
                      </c:pt>
                      <c:pt idx="5476">
                        <c:v>5476</c:v>
                      </c:pt>
                      <c:pt idx="5477">
                        <c:v>5477</c:v>
                      </c:pt>
                      <c:pt idx="5478">
                        <c:v>5478</c:v>
                      </c:pt>
                      <c:pt idx="5479">
                        <c:v>5479</c:v>
                      </c:pt>
                      <c:pt idx="5480">
                        <c:v>5480</c:v>
                      </c:pt>
                      <c:pt idx="5481">
                        <c:v>5481</c:v>
                      </c:pt>
                      <c:pt idx="5482">
                        <c:v>5482</c:v>
                      </c:pt>
                      <c:pt idx="5483">
                        <c:v>5483</c:v>
                      </c:pt>
                      <c:pt idx="5484">
                        <c:v>5484</c:v>
                      </c:pt>
                      <c:pt idx="5485">
                        <c:v>5485</c:v>
                      </c:pt>
                      <c:pt idx="5486">
                        <c:v>5486</c:v>
                      </c:pt>
                      <c:pt idx="5487">
                        <c:v>5487</c:v>
                      </c:pt>
                      <c:pt idx="5488">
                        <c:v>5488</c:v>
                      </c:pt>
                      <c:pt idx="5489">
                        <c:v>5489</c:v>
                      </c:pt>
                      <c:pt idx="5490">
                        <c:v>5490</c:v>
                      </c:pt>
                      <c:pt idx="5491">
                        <c:v>5491</c:v>
                      </c:pt>
                      <c:pt idx="5492">
                        <c:v>5492</c:v>
                      </c:pt>
                      <c:pt idx="5493">
                        <c:v>5493</c:v>
                      </c:pt>
                      <c:pt idx="5494">
                        <c:v>5494</c:v>
                      </c:pt>
                      <c:pt idx="5495">
                        <c:v>5495</c:v>
                      </c:pt>
                      <c:pt idx="5496">
                        <c:v>5496</c:v>
                      </c:pt>
                      <c:pt idx="5497">
                        <c:v>5497</c:v>
                      </c:pt>
                      <c:pt idx="5498">
                        <c:v>5498</c:v>
                      </c:pt>
                      <c:pt idx="5499">
                        <c:v>5499</c:v>
                      </c:pt>
                      <c:pt idx="5500">
                        <c:v>5500</c:v>
                      </c:pt>
                      <c:pt idx="5501">
                        <c:v>5501</c:v>
                      </c:pt>
                      <c:pt idx="5502">
                        <c:v>5502</c:v>
                      </c:pt>
                      <c:pt idx="5503">
                        <c:v>5503</c:v>
                      </c:pt>
                      <c:pt idx="5504">
                        <c:v>5504</c:v>
                      </c:pt>
                      <c:pt idx="5505">
                        <c:v>5505</c:v>
                      </c:pt>
                      <c:pt idx="5506">
                        <c:v>5506</c:v>
                      </c:pt>
                      <c:pt idx="5507">
                        <c:v>5507</c:v>
                      </c:pt>
                      <c:pt idx="5508">
                        <c:v>5508</c:v>
                      </c:pt>
                      <c:pt idx="5509">
                        <c:v>5509</c:v>
                      </c:pt>
                      <c:pt idx="5510">
                        <c:v>5510</c:v>
                      </c:pt>
                      <c:pt idx="5511">
                        <c:v>5511</c:v>
                      </c:pt>
                      <c:pt idx="5512">
                        <c:v>5512</c:v>
                      </c:pt>
                      <c:pt idx="5513">
                        <c:v>5513</c:v>
                      </c:pt>
                      <c:pt idx="5514">
                        <c:v>5514</c:v>
                      </c:pt>
                      <c:pt idx="5515">
                        <c:v>5515</c:v>
                      </c:pt>
                      <c:pt idx="5516">
                        <c:v>5516</c:v>
                      </c:pt>
                      <c:pt idx="5517">
                        <c:v>5517</c:v>
                      </c:pt>
                      <c:pt idx="5518">
                        <c:v>5518</c:v>
                      </c:pt>
                      <c:pt idx="5519">
                        <c:v>5519</c:v>
                      </c:pt>
                      <c:pt idx="5520">
                        <c:v>5520</c:v>
                      </c:pt>
                      <c:pt idx="5521">
                        <c:v>5521</c:v>
                      </c:pt>
                      <c:pt idx="5522">
                        <c:v>5522</c:v>
                      </c:pt>
                      <c:pt idx="5523">
                        <c:v>5523</c:v>
                      </c:pt>
                      <c:pt idx="5524">
                        <c:v>5524</c:v>
                      </c:pt>
                      <c:pt idx="5525">
                        <c:v>5525</c:v>
                      </c:pt>
                      <c:pt idx="5526">
                        <c:v>5526</c:v>
                      </c:pt>
                      <c:pt idx="5527">
                        <c:v>5527</c:v>
                      </c:pt>
                      <c:pt idx="5528">
                        <c:v>5528</c:v>
                      </c:pt>
                      <c:pt idx="5529">
                        <c:v>5529</c:v>
                      </c:pt>
                      <c:pt idx="5530">
                        <c:v>5530</c:v>
                      </c:pt>
                      <c:pt idx="5531">
                        <c:v>5531</c:v>
                      </c:pt>
                      <c:pt idx="5532">
                        <c:v>5532</c:v>
                      </c:pt>
                      <c:pt idx="5533">
                        <c:v>5533</c:v>
                      </c:pt>
                      <c:pt idx="5534">
                        <c:v>5534</c:v>
                      </c:pt>
                      <c:pt idx="5535">
                        <c:v>5535</c:v>
                      </c:pt>
                      <c:pt idx="5536">
                        <c:v>5536</c:v>
                      </c:pt>
                      <c:pt idx="5537">
                        <c:v>5537</c:v>
                      </c:pt>
                      <c:pt idx="5538">
                        <c:v>5538</c:v>
                      </c:pt>
                      <c:pt idx="5539">
                        <c:v>5539</c:v>
                      </c:pt>
                      <c:pt idx="5540">
                        <c:v>5540</c:v>
                      </c:pt>
                      <c:pt idx="5541">
                        <c:v>5541</c:v>
                      </c:pt>
                      <c:pt idx="5542">
                        <c:v>5542</c:v>
                      </c:pt>
                      <c:pt idx="5543">
                        <c:v>5543</c:v>
                      </c:pt>
                      <c:pt idx="5544">
                        <c:v>5544</c:v>
                      </c:pt>
                      <c:pt idx="5545">
                        <c:v>5545</c:v>
                      </c:pt>
                      <c:pt idx="5546">
                        <c:v>5546</c:v>
                      </c:pt>
                      <c:pt idx="5547">
                        <c:v>5547</c:v>
                      </c:pt>
                      <c:pt idx="5548">
                        <c:v>5548</c:v>
                      </c:pt>
                      <c:pt idx="5549">
                        <c:v>5549</c:v>
                      </c:pt>
                      <c:pt idx="5550">
                        <c:v>5550</c:v>
                      </c:pt>
                      <c:pt idx="5551">
                        <c:v>5551</c:v>
                      </c:pt>
                      <c:pt idx="5552">
                        <c:v>5552</c:v>
                      </c:pt>
                      <c:pt idx="5553">
                        <c:v>5553</c:v>
                      </c:pt>
                      <c:pt idx="5554">
                        <c:v>5554</c:v>
                      </c:pt>
                      <c:pt idx="5555">
                        <c:v>5555</c:v>
                      </c:pt>
                      <c:pt idx="5556">
                        <c:v>5556</c:v>
                      </c:pt>
                      <c:pt idx="5557">
                        <c:v>5557</c:v>
                      </c:pt>
                      <c:pt idx="5558">
                        <c:v>5558</c:v>
                      </c:pt>
                      <c:pt idx="5559">
                        <c:v>5559</c:v>
                      </c:pt>
                      <c:pt idx="5560">
                        <c:v>5560</c:v>
                      </c:pt>
                      <c:pt idx="5561">
                        <c:v>5561</c:v>
                      </c:pt>
                      <c:pt idx="5562">
                        <c:v>5562</c:v>
                      </c:pt>
                      <c:pt idx="5563">
                        <c:v>5563</c:v>
                      </c:pt>
                      <c:pt idx="5564">
                        <c:v>5564</c:v>
                      </c:pt>
                      <c:pt idx="5565">
                        <c:v>5565</c:v>
                      </c:pt>
                      <c:pt idx="5566">
                        <c:v>5566</c:v>
                      </c:pt>
                      <c:pt idx="5567">
                        <c:v>5567</c:v>
                      </c:pt>
                      <c:pt idx="5568">
                        <c:v>5568</c:v>
                      </c:pt>
                      <c:pt idx="5569">
                        <c:v>5569</c:v>
                      </c:pt>
                      <c:pt idx="5570">
                        <c:v>5570</c:v>
                      </c:pt>
                      <c:pt idx="5571">
                        <c:v>5571</c:v>
                      </c:pt>
                      <c:pt idx="5572">
                        <c:v>5572</c:v>
                      </c:pt>
                      <c:pt idx="5573">
                        <c:v>5573</c:v>
                      </c:pt>
                      <c:pt idx="5574">
                        <c:v>5574</c:v>
                      </c:pt>
                      <c:pt idx="5575">
                        <c:v>5575</c:v>
                      </c:pt>
                      <c:pt idx="5576">
                        <c:v>5576</c:v>
                      </c:pt>
                      <c:pt idx="5577">
                        <c:v>5577</c:v>
                      </c:pt>
                      <c:pt idx="5578">
                        <c:v>5578</c:v>
                      </c:pt>
                      <c:pt idx="5579">
                        <c:v>5579</c:v>
                      </c:pt>
                      <c:pt idx="5580">
                        <c:v>5580</c:v>
                      </c:pt>
                      <c:pt idx="5581">
                        <c:v>5581</c:v>
                      </c:pt>
                      <c:pt idx="5582">
                        <c:v>5582</c:v>
                      </c:pt>
                      <c:pt idx="5583">
                        <c:v>5583</c:v>
                      </c:pt>
                      <c:pt idx="5584">
                        <c:v>5584</c:v>
                      </c:pt>
                      <c:pt idx="5585">
                        <c:v>5585</c:v>
                      </c:pt>
                      <c:pt idx="5586">
                        <c:v>5586</c:v>
                      </c:pt>
                      <c:pt idx="5587">
                        <c:v>5587</c:v>
                      </c:pt>
                      <c:pt idx="5588">
                        <c:v>5588</c:v>
                      </c:pt>
                      <c:pt idx="5589">
                        <c:v>5589</c:v>
                      </c:pt>
                      <c:pt idx="5590">
                        <c:v>5590</c:v>
                      </c:pt>
                      <c:pt idx="5591">
                        <c:v>5591</c:v>
                      </c:pt>
                      <c:pt idx="5592">
                        <c:v>5592</c:v>
                      </c:pt>
                      <c:pt idx="5593">
                        <c:v>5593</c:v>
                      </c:pt>
                      <c:pt idx="5594">
                        <c:v>5594</c:v>
                      </c:pt>
                      <c:pt idx="5595">
                        <c:v>5595</c:v>
                      </c:pt>
                      <c:pt idx="5596">
                        <c:v>5596</c:v>
                      </c:pt>
                      <c:pt idx="5597">
                        <c:v>5597</c:v>
                      </c:pt>
                      <c:pt idx="5598">
                        <c:v>5598</c:v>
                      </c:pt>
                      <c:pt idx="5599">
                        <c:v>5599</c:v>
                      </c:pt>
                      <c:pt idx="5600">
                        <c:v>5600</c:v>
                      </c:pt>
                      <c:pt idx="5601">
                        <c:v>5601</c:v>
                      </c:pt>
                      <c:pt idx="5602">
                        <c:v>5602</c:v>
                      </c:pt>
                      <c:pt idx="5603">
                        <c:v>5603</c:v>
                      </c:pt>
                      <c:pt idx="5604">
                        <c:v>5604</c:v>
                      </c:pt>
                      <c:pt idx="5605">
                        <c:v>5605</c:v>
                      </c:pt>
                      <c:pt idx="5606">
                        <c:v>5606</c:v>
                      </c:pt>
                      <c:pt idx="5607">
                        <c:v>5607</c:v>
                      </c:pt>
                      <c:pt idx="5608">
                        <c:v>5608</c:v>
                      </c:pt>
                      <c:pt idx="5609">
                        <c:v>5609</c:v>
                      </c:pt>
                      <c:pt idx="5610">
                        <c:v>5610</c:v>
                      </c:pt>
                      <c:pt idx="5611">
                        <c:v>5611</c:v>
                      </c:pt>
                      <c:pt idx="5612">
                        <c:v>5612</c:v>
                      </c:pt>
                      <c:pt idx="5613">
                        <c:v>5613</c:v>
                      </c:pt>
                      <c:pt idx="5614">
                        <c:v>5614</c:v>
                      </c:pt>
                      <c:pt idx="5615">
                        <c:v>5615</c:v>
                      </c:pt>
                      <c:pt idx="5616">
                        <c:v>5616</c:v>
                      </c:pt>
                      <c:pt idx="5617">
                        <c:v>5617</c:v>
                      </c:pt>
                      <c:pt idx="5618">
                        <c:v>5618</c:v>
                      </c:pt>
                      <c:pt idx="5619">
                        <c:v>5619</c:v>
                      </c:pt>
                      <c:pt idx="5620">
                        <c:v>5620</c:v>
                      </c:pt>
                      <c:pt idx="5621">
                        <c:v>5621</c:v>
                      </c:pt>
                      <c:pt idx="5622">
                        <c:v>5622</c:v>
                      </c:pt>
                      <c:pt idx="5623">
                        <c:v>5623</c:v>
                      </c:pt>
                      <c:pt idx="5624">
                        <c:v>5624</c:v>
                      </c:pt>
                      <c:pt idx="5625">
                        <c:v>5625</c:v>
                      </c:pt>
                      <c:pt idx="5626">
                        <c:v>5626</c:v>
                      </c:pt>
                      <c:pt idx="5627">
                        <c:v>5627</c:v>
                      </c:pt>
                      <c:pt idx="5628">
                        <c:v>5628</c:v>
                      </c:pt>
                      <c:pt idx="5629">
                        <c:v>5629</c:v>
                      </c:pt>
                      <c:pt idx="5630">
                        <c:v>5630</c:v>
                      </c:pt>
                      <c:pt idx="5631">
                        <c:v>5631</c:v>
                      </c:pt>
                      <c:pt idx="5632">
                        <c:v>5632</c:v>
                      </c:pt>
                      <c:pt idx="5633">
                        <c:v>5633</c:v>
                      </c:pt>
                      <c:pt idx="5634">
                        <c:v>5634</c:v>
                      </c:pt>
                      <c:pt idx="5635">
                        <c:v>5635</c:v>
                      </c:pt>
                      <c:pt idx="5636">
                        <c:v>5636</c:v>
                      </c:pt>
                      <c:pt idx="5637">
                        <c:v>5637</c:v>
                      </c:pt>
                      <c:pt idx="5638">
                        <c:v>5638</c:v>
                      </c:pt>
                      <c:pt idx="5639">
                        <c:v>5639</c:v>
                      </c:pt>
                      <c:pt idx="5640">
                        <c:v>5640</c:v>
                      </c:pt>
                      <c:pt idx="5641">
                        <c:v>5641</c:v>
                      </c:pt>
                      <c:pt idx="5642">
                        <c:v>5642</c:v>
                      </c:pt>
                      <c:pt idx="5643">
                        <c:v>5643</c:v>
                      </c:pt>
                      <c:pt idx="5644">
                        <c:v>5644</c:v>
                      </c:pt>
                      <c:pt idx="5645">
                        <c:v>5645</c:v>
                      </c:pt>
                      <c:pt idx="5646">
                        <c:v>5646</c:v>
                      </c:pt>
                      <c:pt idx="5647">
                        <c:v>5647</c:v>
                      </c:pt>
                      <c:pt idx="5648">
                        <c:v>5648</c:v>
                      </c:pt>
                      <c:pt idx="5649">
                        <c:v>5649</c:v>
                      </c:pt>
                      <c:pt idx="5650">
                        <c:v>5650</c:v>
                      </c:pt>
                      <c:pt idx="5651">
                        <c:v>5651</c:v>
                      </c:pt>
                      <c:pt idx="5652">
                        <c:v>5652</c:v>
                      </c:pt>
                      <c:pt idx="5653">
                        <c:v>5653</c:v>
                      </c:pt>
                      <c:pt idx="5654">
                        <c:v>5654</c:v>
                      </c:pt>
                      <c:pt idx="5655">
                        <c:v>5655</c:v>
                      </c:pt>
                      <c:pt idx="5656">
                        <c:v>5656</c:v>
                      </c:pt>
                      <c:pt idx="5657">
                        <c:v>5657</c:v>
                      </c:pt>
                      <c:pt idx="5658">
                        <c:v>5658</c:v>
                      </c:pt>
                      <c:pt idx="5659">
                        <c:v>5659</c:v>
                      </c:pt>
                      <c:pt idx="5660">
                        <c:v>5660</c:v>
                      </c:pt>
                      <c:pt idx="5661">
                        <c:v>5661</c:v>
                      </c:pt>
                      <c:pt idx="5662">
                        <c:v>5662</c:v>
                      </c:pt>
                      <c:pt idx="5663">
                        <c:v>5663</c:v>
                      </c:pt>
                      <c:pt idx="5664">
                        <c:v>5664</c:v>
                      </c:pt>
                      <c:pt idx="5665">
                        <c:v>5665</c:v>
                      </c:pt>
                      <c:pt idx="5666">
                        <c:v>5666</c:v>
                      </c:pt>
                      <c:pt idx="5667">
                        <c:v>5667</c:v>
                      </c:pt>
                      <c:pt idx="5668">
                        <c:v>5668</c:v>
                      </c:pt>
                      <c:pt idx="5669">
                        <c:v>5669</c:v>
                      </c:pt>
                      <c:pt idx="5670">
                        <c:v>5670</c:v>
                      </c:pt>
                      <c:pt idx="5671">
                        <c:v>5671</c:v>
                      </c:pt>
                      <c:pt idx="5672">
                        <c:v>5672</c:v>
                      </c:pt>
                      <c:pt idx="5673">
                        <c:v>5673</c:v>
                      </c:pt>
                      <c:pt idx="5674">
                        <c:v>5674</c:v>
                      </c:pt>
                      <c:pt idx="5675">
                        <c:v>5675</c:v>
                      </c:pt>
                      <c:pt idx="5676">
                        <c:v>5676</c:v>
                      </c:pt>
                      <c:pt idx="5677">
                        <c:v>5677</c:v>
                      </c:pt>
                      <c:pt idx="5678">
                        <c:v>5678</c:v>
                      </c:pt>
                      <c:pt idx="5679">
                        <c:v>5679</c:v>
                      </c:pt>
                      <c:pt idx="5680">
                        <c:v>5680</c:v>
                      </c:pt>
                      <c:pt idx="5681">
                        <c:v>5681</c:v>
                      </c:pt>
                      <c:pt idx="5682">
                        <c:v>5682</c:v>
                      </c:pt>
                      <c:pt idx="5683">
                        <c:v>5683</c:v>
                      </c:pt>
                      <c:pt idx="5684">
                        <c:v>5684</c:v>
                      </c:pt>
                      <c:pt idx="5685">
                        <c:v>5685</c:v>
                      </c:pt>
                      <c:pt idx="5686">
                        <c:v>5686</c:v>
                      </c:pt>
                      <c:pt idx="5687">
                        <c:v>5687</c:v>
                      </c:pt>
                      <c:pt idx="5688">
                        <c:v>5688</c:v>
                      </c:pt>
                      <c:pt idx="5689">
                        <c:v>5689</c:v>
                      </c:pt>
                      <c:pt idx="5690">
                        <c:v>5690</c:v>
                      </c:pt>
                      <c:pt idx="5691">
                        <c:v>5691</c:v>
                      </c:pt>
                      <c:pt idx="5692">
                        <c:v>5692</c:v>
                      </c:pt>
                      <c:pt idx="5693">
                        <c:v>5693</c:v>
                      </c:pt>
                      <c:pt idx="5694">
                        <c:v>5694</c:v>
                      </c:pt>
                      <c:pt idx="5695">
                        <c:v>5695</c:v>
                      </c:pt>
                      <c:pt idx="5696">
                        <c:v>5696</c:v>
                      </c:pt>
                      <c:pt idx="5697">
                        <c:v>5697</c:v>
                      </c:pt>
                      <c:pt idx="5698">
                        <c:v>5698</c:v>
                      </c:pt>
                      <c:pt idx="5699">
                        <c:v>5699</c:v>
                      </c:pt>
                      <c:pt idx="5700">
                        <c:v>5700</c:v>
                      </c:pt>
                      <c:pt idx="5701">
                        <c:v>5701</c:v>
                      </c:pt>
                      <c:pt idx="5702">
                        <c:v>5702</c:v>
                      </c:pt>
                      <c:pt idx="5703">
                        <c:v>5703</c:v>
                      </c:pt>
                      <c:pt idx="5704">
                        <c:v>5704</c:v>
                      </c:pt>
                      <c:pt idx="5705">
                        <c:v>5705</c:v>
                      </c:pt>
                      <c:pt idx="5706">
                        <c:v>5706</c:v>
                      </c:pt>
                      <c:pt idx="5707">
                        <c:v>5707</c:v>
                      </c:pt>
                      <c:pt idx="5708">
                        <c:v>5708</c:v>
                      </c:pt>
                      <c:pt idx="5709">
                        <c:v>5709</c:v>
                      </c:pt>
                      <c:pt idx="5710">
                        <c:v>5710</c:v>
                      </c:pt>
                      <c:pt idx="5711">
                        <c:v>5711</c:v>
                      </c:pt>
                      <c:pt idx="5712">
                        <c:v>5712</c:v>
                      </c:pt>
                      <c:pt idx="5713">
                        <c:v>5713</c:v>
                      </c:pt>
                      <c:pt idx="5714">
                        <c:v>5714</c:v>
                      </c:pt>
                      <c:pt idx="5715">
                        <c:v>5715</c:v>
                      </c:pt>
                      <c:pt idx="5716">
                        <c:v>5716</c:v>
                      </c:pt>
                      <c:pt idx="5717">
                        <c:v>5717</c:v>
                      </c:pt>
                      <c:pt idx="5718">
                        <c:v>5718</c:v>
                      </c:pt>
                      <c:pt idx="5719">
                        <c:v>5719</c:v>
                      </c:pt>
                      <c:pt idx="5720">
                        <c:v>5720</c:v>
                      </c:pt>
                      <c:pt idx="5721">
                        <c:v>5721</c:v>
                      </c:pt>
                      <c:pt idx="5722">
                        <c:v>5722</c:v>
                      </c:pt>
                      <c:pt idx="5723">
                        <c:v>5723</c:v>
                      </c:pt>
                      <c:pt idx="5724">
                        <c:v>5724</c:v>
                      </c:pt>
                      <c:pt idx="5725">
                        <c:v>5725</c:v>
                      </c:pt>
                      <c:pt idx="5726">
                        <c:v>5726</c:v>
                      </c:pt>
                      <c:pt idx="5727">
                        <c:v>5727</c:v>
                      </c:pt>
                      <c:pt idx="5728">
                        <c:v>5728</c:v>
                      </c:pt>
                      <c:pt idx="5729">
                        <c:v>5729</c:v>
                      </c:pt>
                      <c:pt idx="5730">
                        <c:v>5730</c:v>
                      </c:pt>
                      <c:pt idx="5731">
                        <c:v>5731</c:v>
                      </c:pt>
                      <c:pt idx="5732">
                        <c:v>5732</c:v>
                      </c:pt>
                      <c:pt idx="5733">
                        <c:v>5733</c:v>
                      </c:pt>
                      <c:pt idx="5734">
                        <c:v>5734</c:v>
                      </c:pt>
                      <c:pt idx="5735">
                        <c:v>5735</c:v>
                      </c:pt>
                      <c:pt idx="5736">
                        <c:v>5736</c:v>
                      </c:pt>
                      <c:pt idx="5737">
                        <c:v>5737</c:v>
                      </c:pt>
                      <c:pt idx="5738">
                        <c:v>5738</c:v>
                      </c:pt>
                      <c:pt idx="5739">
                        <c:v>5739</c:v>
                      </c:pt>
                      <c:pt idx="5740">
                        <c:v>5740</c:v>
                      </c:pt>
                      <c:pt idx="5741">
                        <c:v>5741</c:v>
                      </c:pt>
                      <c:pt idx="5742">
                        <c:v>5742</c:v>
                      </c:pt>
                      <c:pt idx="5743">
                        <c:v>5743</c:v>
                      </c:pt>
                      <c:pt idx="5744">
                        <c:v>5744</c:v>
                      </c:pt>
                      <c:pt idx="5745">
                        <c:v>5745</c:v>
                      </c:pt>
                      <c:pt idx="5746">
                        <c:v>5746</c:v>
                      </c:pt>
                      <c:pt idx="5747">
                        <c:v>5747</c:v>
                      </c:pt>
                      <c:pt idx="5748">
                        <c:v>5748</c:v>
                      </c:pt>
                      <c:pt idx="5749">
                        <c:v>5749</c:v>
                      </c:pt>
                      <c:pt idx="5750">
                        <c:v>5750</c:v>
                      </c:pt>
                      <c:pt idx="5751">
                        <c:v>5751</c:v>
                      </c:pt>
                      <c:pt idx="5752">
                        <c:v>5752</c:v>
                      </c:pt>
                      <c:pt idx="5753">
                        <c:v>5753</c:v>
                      </c:pt>
                      <c:pt idx="5754">
                        <c:v>5754</c:v>
                      </c:pt>
                      <c:pt idx="5755">
                        <c:v>5755</c:v>
                      </c:pt>
                      <c:pt idx="5756">
                        <c:v>5756</c:v>
                      </c:pt>
                      <c:pt idx="5757">
                        <c:v>5757</c:v>
                      </c:pt>
                      <c:pt idx="5758">
                        <c:v>5758</c:v>
                      </c:pt>
                      <c:pt idx="5759">
                        <c:v>5759</c:v>
                      </c:pt>
                      <c:pt idx="5760">
                        <c:v>5760</c:v>
                      </c:pt>
                      <c:pt idx="5761">
                        <c:v>5761</c:v>
                      </c:pt>
                      <c:pt idx="5762">
                        <c:v>5762</c:v>
                      </c:pt>
                      <c:pt idx="5763">
                        <c:v>5763</c:v>
                      </c:pt>
                      <c:pt idx="5764">
                        <c:v>5764</c:v>
                      </c:pt>
                      <c:pt idx="5765">
                        <c:v>5765</c:v>
                      </c:pt>
                      <c:pt idx="5766">
                        <c:v>5766</c:v>
                      </c:pt>
                      <c:pt idx="5767">
                        <c:v>5767</c:v>
                      </c:pt>
                      <c:pt idx="5768">
                        <c:v>5768</c:v>
                      </c:pt>
                      <c:pt idx="5769">
                        <c:v>5769</c:v>
                      </c:pt>
                      <c:pt idx="5770">
                        <c:v>5770</c:v>
                      </c:pt>
                      <c:pt idx="5771">
                        <c:v>5771</c:v>
                      </c:pt>
                      <c:pt idx="5772">
                        <c:v>5772</c:v>
                      </c:pt>
                      <c:pt idx="5773">
                        <c:v>5773</c:v>
                      </c:pt>
                      <c:pt idx="5774">
                        <c:v>5774</c:v>
                      </c:pt>
                      <c:pt idx="5775">
                        <c:v>5775</c:v>
                      </c:pt>
                      <c:pt idx="5776">
                        <c:v>5776</c:v>
                      </c:pt>
                      <c:pt idx="5777">
                        <c:v>5777</c:v>
                      </c:pt>
                      <c:pt idx="5778">
                        <c:v>5778</c:v>
                      </c:pt>
                      <c:pt idx="5779">
                        <c:v>5779</c:v>
                      </c:pt>
                      <c:pt idx="5780">
                        <c:v>5780</c:v>
                      </c:pt>
                      <c:pt idx="5781">
                        <c:v>5781</c:v>
                      </c:pt>
                      <c:pt idx="5782">
                        <c:v>5782</c:v>
                      </c:pt>
                      <c:pt idx="5783">
                        <c:v>5783</c:v>
                      </c:pt>
                      <c:pt idx="5784">
                        <c:v>5784</c:v>
                      </c:pt>
                      <c:pt idx="5785">
                        <c:v>5785</c:v>
                      </c:pt>
                      <c:pt idx="5786">
                        <c:v>5786</c:v>
                      </c:pt>
                      <c:pt idx="5787">
                        <c:v>5787</c:v>
                      </c:pt>
                      <c:pt idx="5788">
                        <c:v>5788</c:v>
                      </c:pt>
                      <c:pt idx="5789">
                        <c:v>5789</c:v>
                      </c:pt>
                      <c:pt idx="5790">
                        <c:v>5790</c:v>
                      </c:pt>
                      <c:pt idx="5791">
                        <c:v>5791</c:v>
                      </c:pt>
                      <c:pt idx="5792">
                        <c:v>5792</c:v>
                      </c:pt>
                      <c:pt idx="5793">
                        <c:v>5793</c:v>
                      </c:pt>
                      <c:pt idx="5794">
                        <c:v>5794</c:v>
                      </c:pt>
                      <c:pt idx="5795">
                        <c:v>5795</c:v>
                      </c:pt>
                      <c:pt idx="5796">
                        <c:v>5796</c:v>
                      </c:pt>
                      <c:pt idx="5797">
                        <c:v>5797</c:v>
                      </c:pt>
                      <c:pt idx="5798">
                        <c:v>5798</c:v>
                      </c:pt>
                      <c:pt idx="5799">
                        <c:v>5799</c:v>
                      </c:pt>
                      <c:pt idx="5800">
                        <c:v>5800</c:v>
                      </c:pt>
                      <c:pt idx="5801">
                        <c:v>5801</c:v>
                      </c:pt>
                      <c:pt idx="5802">
                        <c:v>5802</c:v>
                      </c:pt>
                      <c:pt idx="5803">
                        <c:v>5803</c:v>
                      </c:pt>
                      <c:pt idx="5804">
                        <c:v>5804</c:v>
                      </c:pt>
                      <c:pt idx="5805">
                        <c:v>5805</c:v>
                      </c:pt>
                      <c:pt idx="5806">
                        <c:v>5806</c:v>
                      </c:pt>
                      <c:pt idx="5807">
                        <c:v>5807</c:v>
                      </c:pt>
                      <c:pt idx="5808">
                        <c:v>5808</c:v>
                      </c:pt>
                      <c:pt idx="5809">
                        <c:v>5809</c:v>
                      </c:pt>
                      <c:pt idx="5810">
                        <c:v>5810</c:v>
                      </c:pt>
                      <c:pt idx="5811">
                        <c:v>5811</c:v>
                      </c:pt>
                      <c:pt idx="5812">
                        <c:v>5812</c:v>
                      </c:pt>
                      <c:pt idx="5813">
                        <c:v>5813</c:v>
                      </c:pt>
                      <c:pt idx="5814">
                        <c:v>5814</c:v>
                      </c:pt>
                      <c:pt idx="5815">
                        <c:v>5815</c:v>
                      </c:pt>
                      <c:pt idx="5816">
                        <c:v>5816</c:v>
                      </c:pt>
                      <c:pt idx="5817">
                        <c:v>5817</c:v>
                      </c:pt>
                      <c:pt idx="5818">
                        <c:v>5818</c:v>
                      </c:pt>
                      <c:pt idx="5819">
                        <c:v>5819</c:v>
                      </c:pt>
                      <c:pt idx="5820">
                        <c:v>5820</c:v>
                      </c:pt>
                      <c:pt idx="5821">
                        <c:v>5821</c:v>
                      </c:pt>
                      <c:pt idx="5822">
                        <c:v>5822</c:v>
                      </c:pt>
                      <c:pt idx="5823">
                        <c:v>5823</c:v>
                      </c:pt>
                      <c:pt idx="5824">
                        <c:v>5824</c:v>
                      </c:pt>
                      <c:pt idx="5825">
                        <c:v>5825</c:v>
                      </c:pt>
                      <c:pt idx="5826">
                        <c:v>5826</c:v>
                      </c:pt>
                      <c:pt idx="5827">
                        <c:v>5827</c:v>
                      </c:pt>
                      <c:pt idx="5828">
                        <c:v>5828</c:v>
                      </c:pt>
                      <c:pt idx="5829">
                        <c:v>5829</c:v>
                      </c:pt>
                      <c:pt idx="5830">
                        <c:v>5830</c:v>
                      </c:pt>
                      <c:pt idx="5831">
                        <c:v>5831</c:v>
                      </c:pt>
                      <c:pt idx="5832">
                        <c:v>5832</c:v>
                      </c:pt>
                      <c:pt idx="5833">
                        <c:v>5833</c:v>
                      </c:pt>
                      <c:pt idx="5834">
                        <c:v>5834</c:v>
                      </c:pt>
                      <c:pt idx="5835">
                        <c:v>5835</c:v>
                      </c:pt>
                      <c:pt idx="5836">
                        <c:v>5836</c:v>
                      </c:pt>
                      <c:pt idx="5837">
                        <c:v>5837</c:v>
                      </c:pt>
                      <c:pt idx="5838">
                        <c:v>5838</c:v>
                      </c:pt>
                      <c:pt idx="5839">
                        <c:v>5839</c:v>
                      </c:pt>
                      <c:pt idx="5840">
                        <c:v>5840</c:v>
                      </c:pt>
                      <c:pt idx="5841">
                        <c:v>5841</c:v>
                      </c:pt>
                      <c:pt idx="5842">
                        <c:v>5842</c:v>
                      </c:pt>
                      <c:pt idx="5843">
                        <c:v>5843</c:v>
                      </c:pt>
                      <c:pt idx="5844">
                        <c:v>5844</c:v>
                      </c:pt>
                      <c:pt idx="5845">
                        <c:v>5845</c:v>
                      </c:pt>
                      <c:pt idx="5846">
                        <c:v>5846</c:v>
                      </c:pt>
                      <c:pt idx="5847">
                        <c:v>5847</c:v>
                      </c:pt>
                      <c:pt idx="5848">
                        <c:v>5848</c:v>
                      </c:pt>
                      <c:pt idx="5849">
                        <c:v>5849</c:v>
                      </c:pt>
                      <c:pt idx="5850">
                        <c:v>5850</c:v>
                      </c:pt>
                      <c:pt idx="5851">
                        <c:v>5851</c:v>
                      </c:pt>
                      <c:pt idx="5852">
                        <c:v>5852</c:v>
                      </c:pt>
                      <c:pt idx="5853">
                        <c:v>5853</c:v>
                      </c:pt>
                      <c:pt idx="5854">
                        <c:v>5854</c:v>
                      </c:pt>
                      <c:pt idx="5855">
                        <c:v>5855</c:v>
                      </c:pt>
                      <c:pt idx="5856">
                        <c:v>5856</c:v>
                      </c:pt>
                      <c:pt idx="5857">
                        <c:v>5857</c:v>
                      </c:pt>
                      <c:pt idx="5858">
                        <c:v>5858</c:v>
                      </c:pt>
                      <c:pt idx="5859">
                        <c:v>5859</c:v>
                      </c:pt>
                      <c:pt idx="5860">
                        <c:v>5860</c:v>
                      </c:pt>
                      <c:pt idx="5861">
                        <c:v>5861</c:v>
                      </c:pt>
                      <c:pt idx="5862">
                        <c:v>5862</c:v>
                      </c:pt>
                      <c:pt idx="5863">
                        <c:v>5863</c:v>
                      </c:pt>
                      <c:pt idx="5864">
                        <c:v>5864</c:v>
                      </c:pt>
                      <c:pt idx="5865">
                        <c:v>5865</c:v>
                      </c:pt>
                      <c:pt idx="5866">
                        <c:v>5866</c:v>
                      </c:pt>
                      <c:pt idx="5867">
                        <c:v>5867</c:v>
                      </c:pt>
                      <c:pt idx="5868">
                        <c:v>5868</c:v>
                      </c:pt>
                      <c:pt idx="5869">
                        <c:v>5869</c:v>
                      </c:pt>
                      <c:pt idx="5870">
                        <c:v>5870</c:v>
                      </c:pt>
                      <c:pt idx="5871">
                        <c:v>5871</c:v>
                      </c:pt>
                      <c:pt idx="5872">
                        <c:v>5872</c:v>
                      </c:pt>
                      <c:pt idx="5873">
                        <c:v>5873</c:v>
                      </c:pt>
                      <c:pt idx="5874">
                        <c:v>5874</c:v>
                      </c:pt>
                      <c:pt idx="5875">
                        <c:v>5875</c:v>
                      </c:pt>
                      <c:pt idx="5876">
                        <c:v>5876</c:v>
                      </c:pt>
                      <c:pt idx="5877">
                        <c:v>5877</c:v>
                      </c:pt>
                      <c:pt idx="5878">
                        <c:v>5878</c:v>
                      </c:pt>
                      <c:pt idx="5879">
                        <c:v>5879</c:v>
                      </c:pt>
                      <c:pt idx="5880">
                        <c:v>5880</c:v>
                      </c:pt>
                      <c:pt idx="5881">
                        <c:v>5881</c:v>
                      </c:pt>
                      <c:pt idx="5882">
                        <c:v>5882</c:v>
                      </c:pt>
                      <c:pt idx="5883">
                        <c:v>5883</c:v>
                      </c:pt>
                      <c:pt idx="5884">
                        <c:v>5884</c:v>
                      </c:pt>
                      <c:pt idx="5885">
                        <c:v>5885</c:v>
                      </c:pt>
                      <c:pt idx="5886">
                        <c:v>5886</c:v>
                      </c:pt>
                      <c:pt idx="5887">
                        <c:v>5887</c:v>
                      </c:pt>
                      <c:pt idx="5888">
                        <c:v>5888</c:v>
                      </c:pt>
                      <c:pt idx="5889">
                        <c:v>5889</c:v>
                      </c:pt>
                      <c:pt idx="5890">
                        <c:v>5890</c:v>
                      </c:pt>
                      <c:pt idx="5891">
                        <c:v>5891</c:v>
                      </c:pt>
                      <c:pt idx="5892">
                        <c:v>5892</c:v>
                      </c:pt>
                      <c:pt idx="5893">
                        <c:v>5893</c:v>
                      </c:pt>
                      <c:pt idx="5894">
                        <c:v>5894</c:v>
                      </c:pt>
                      <c:pt idx="5895">
                        <c:v>5895</c:v>
                      </c:pt>
                      <c:pt idx="5896">
                        <c:v>5896</c:v>
                      </c:pt>
                      <c:pt idx="5897">
                        <c:v>5897</c:v>
                      </c:pt>
                      <c:pt idx="5898">
                        <c:v>5898</c:v>
                      </c:pt>
                      <c:pt idx="5899">
                        <c:v>5899</c:v>
                      </c:pt>
                      <c:pt idx="5900">
                        <c:v>5900</c:v>
                      </c:pt>
                      <c:pt idx="5901">
                        <c:v>5901</c:v>
                      </c:pt>
                      <c:pt idx="5902">
                        <c:v>5902</c:v>
                      </c:pt>
                      <c:pt idx="5903">
                        <c:v>5903</c:v>
                      </c:pt>
                      <c:pt idx="5904">
                        <c:v>5904</c:v>
                      </c:pt>
                      <c:pt idx="5905">
                        <c:v>5905</c:v>
                      </c:pt>
                      <c:pt idx="5906">
                        <c:v>5906</c:v>
                      </c:pt>
                      <c:pt idx="5907">
                        <c:v>5907</c:v>
                      </c:pt>
                      <c:pt idx="5908">
                        <c:v>5908</c:v>
                      </c:pt>
                      <c:pt idx="5909">
                        <c:v>5909</c:v>
                      </c:pt>
                      <c:pt idx="5910">
                        <c:v>5910</c:v>
                      </c:pt>
                      <c:pt idx="5911">
                        <c:v>5911</c:v>
                      </c:pt>
                      <c:pt idx="5912">
                        <c:v>5912</c:v>
                      </c:pt>
                      <c:pt idx="5913">
                        <c:v>5913</c:v>
                      </c:pt>
                      <c:pt idx="5914">
                        <c:v>5914</c:v>
                      </c:pt>
                      <c:pt idx="5915">
                        <c:v>5915</c:v>
                      </c:pt>
                      <c:pt idx="5916">
                        <c:v>5916</c:v>
                      </c:pt>
                      <c:pt idx="5917">
                        <c:v>5917</c:v>
                      </c:pt>
                      <c:pt idx="5918">
                        <c:v>5918</c:v>
                      </c:pt>
                      <c:pt idx="5919">
                        <c:v>5919</c:v>
                      </c:pt>
                      <c:pt idx="5920">
                        <c:v>5920</c:v>
                      </c:pt>
                      <c:pt idx="5921">
                        <c:v>5921</c:v>
                      </c:pt>
                      <c:pt idx="5922">
                        <c:v>5922</c:v>
                      </c:pt>
                      <c:pt idx="5923">
                        <c:v>5923</c:v>
                      </c:pt>
                      <c:pt idx="5924">
                        <c:v>5924</c:v>
                      </c:pt>
                      <c:pt idx="5925">
                        <c:v>5925</c:v>
                      </c:pt>
                      <c:pt idx="5926">
                        <c:v>5926</c:v>
                      </c:pt>
                      <c:pt idx="5927">
                        <c:v>5927</c:v>
                      </c:pt>
                      <c:pt idx="5928">
                        <c:v>5928</c:v>
                      </c:pt>
                      <c:pt idx="5929">
                        <c:v>5929</c:v>
                      </c:pt>
                      <c:pt idx="5930">
                        <c:v>5930</c:v>
                      </c:pt>
                      <c:pt idx="5931">
                        <c:v>5931</c:v>
                      </c:pt>
                      <c:pt idx="5932">
                        <c:v>5932</c:v>
                      </c:pt>
                      <c:pt idx="5933">
                        <c:v>5933</c:v>
                      </c:pt>
                      <c:pt idx="5934">
                        <c:v>5934</c:v>
                      </c:pt>
                      <c:pt idx="5935">
                        <c:v>5935</c:v>
                      </c:pt>
                      <c:pt idx="5936">
                        <c:v>5936</c:v>
                      </c:pt>
                      <c:pt idx="5937">
                        <c:v>5937</c:v>
                      </c:pt>
                      <c:pt idx="5938">
                        <c:v>5938</c:v>
                      </c:pt>
                      <c:pt idx="5939">
                        <c:v>5939</c:v>
                      </c:pt>
                      <c:pt idx="5940">
                        <c:v>5940</c:v>
                      </c:pt>
                      <c:pt idx="5941">
                        <c:v>5941</c:v>
                      </c:pt>
                      <c:pt idx="5942">
                        <c:v>5942</c:v>
                      </c:pt>
                      <c:pt idx="5943">
                        <c:v>5943</c:v>
                      </c:pt>
                      <c:pt idx="5944">
                        <c:v>5944</c:v>
                      </c:pt>
                      <c:pt idx="5945">
                        <c:v>5945</c:v>
                      </c:pt>
                      <c:pt idx="5946">
                        <c:v>5946</c:v>
                      </c:pt>
                      <c:pt idx="5947">
                        <c:v>5947</c:v>
                      </c:pt>
                      <c:pt idx="5948">
                        <c:v>5948</c:v>
                      </c:pt>
                      <c:pt idx="5949">
                        <c:v>5949</c:v>
                      </c:pt>
                      <c:pt idx="5950">
                        <c:v>5950</c:v>
                      </c:pt>
                      <c:pt idx="5951">
                        <c:v>5951</c:v>
                      </c:pt>
                      <c:pt idx="5952">
                        <c:v>5952</c:v>
                      </c:pt>
                      <c:pt idx="5953">
                        <c:v>5953</c:v>
                      </c:pt>
                      <c:pt idx="5954">
                        <c:v>5954</c:v>
                      </c:pt>
                      <c:pt idx="5955">
                        <c:v>5955</c:v>
                      </c:pt>
                      <c:pt idx="5956">
                        <c:v>5956</c:v>
                      </c:pt>
                      <c:pt idx="5957">
                        <c:v>5957</c:v>
                      </c:pt>
                      <c:pt idx="5958">
                        <c:v>5958</c:v>
                      </c:pt>
                      <c:pt idx="5959">
                        <c:v>5959</c:v>
                      </c:pt>
                      <c:pt idx="5960">
                        <c:v>5960</c:v>
                      </c:pt>
                      <c:pt idx="5961">
                        <c:v>5961</c:v>
                      </c:pt>
                      <c:pt idx="5962">
                        <c:v>5962</c:v>
                      </c:pt>
                      <c:pt idx="5963">
                        <c:v>5963</c:v>
                      </c:pt>
                      <c:pt idx="5964">
                        <c:v>5964</c:v>
                      </c:pt>
                      <c:pt idx="5965">
                        <c:v>5965</c:v>
                      </c:pt>
                      <c:pt idx="5966">
                        <c:v>5966</c:v>
                      </c:pt>
                      <c:pt idx="5967">
                        <c:v>5967</c:v>
                      </c:pt>
                      <c:pt idx="5968">
                        <c:v>5968</c:v>
                      </c:pt>
                      <c:pt idx="5969">
                        <c:v>5969</c:v>
                      </c:pt>
                      <c:pt idx="5970">
                        <c:v>5970</c:v>
                      </c:pt>
                      <c:pt idx="5971">
                        <c:v>5971</c:v>
                      </c:pt>
                      <c:pt idx="5972">
                        <c:v>5972</c:v>
                      </c:pt>
                      <c:pt idx="5973">
                        <c:v>5973</c:v>
                      </c:pt>
                      <c:pt idx="5974">
                        <c:v>5974</c:v>
                      </c:pt>
                      <c:pt idx="5975">
                        <c:v>5975</c:v>
                      </c:pt>
                      <c:pt idx="5976">
                        <c:v>5976</c:v>
                      </c:pt>
                      <c:pt idx="5977">
                        <c:v>5977</c:v>
                      </c:pt>
                      <c:pt idx="5978">
                        <c:v>5978</c:v>
                      </c:pt>
                      <c:pt idx="5979">
                        <c:v>5979</c:v>
                      </c:pt>
                      <c:pt idx="5980">
                        <c:v>5980</c:v>
                      </c:pt>
                      <c:pt idx="5981">
                        <c:v>5981</c:v>
                      </c:pt>
                      <c:pt idx="5982">
                        <c:v>5982</c:v>
                      </c:pt>
                      <c:pt idx="5983">
                        <c:v>5983</c:v>
                      </c:pt>
                      <c:pt idx="5984">
                        <c:v>5984</c:v>
                      </c:pt>
                      <c:pt idx="5985">
                        <c:v>5985</c:v>
                      </c:pt>
                      <c:pt idx="5986">
                        <c:v>5986</c:v>
                      </c:pt>
                      <c:pt idx="5987">
                        <c:v>5987</c:v>
                      </c:pt>
                      <c:pt idx="5988">
                        <c:v>5988</c:v>
                      </c:pt>
                      <c:pt idx="5989">
                        <c:v>5989</c:v>
                      </c:pt>
                      <c:pt idx="5990">
                        <c:v>5990</c:v>
                      </c:pt>
                      <c:pt idx="5991">
                        <c:v>5991</c:v>
                      </c:pt>
                      <c:pt idx="5992">
                        <c:v>5992</c:v>
                      </c:pt>
                      <c:pt idx="5993">
                        <c:v>5993</c:v>
                      </c:pt>
                      <c:pt idx="5994">
                        <c:v>5994</c:v>
                      </c:pt>
                      <c:pt idx="5995">
                        <c:v>5995</c:v>
                      </c:pt>
                      <c:pt idx="5996">
                        <c:v>5996</c:v>
                      </c:pt>
                      <c:pt idx="5997">
                        <c:v>5997</c:v>
                      </c:pt>
                      <c:pt idx="5998">
                        <c:v>5998</c:v>
                      </c:pt>
                      <c:pt idx="5999">
                        <c:v>5999</c:v>
                      </c:pt>
                      <c:pt idx="6000">
                        <c:v>6000</c:v>
                      </c:pt>
                      <c:pt idx="6001">
                        <c:v>6001</c:v>
                      </c:pt>
                      <c:pt idx="6002">
                        <c:v>6002</c:v>
                      </c:pt>
                      <c:pt idx="6003">
                        <c:v>6003</c:v>
                      </c:pt>
                      <c:pt idx="6004">
                        <c:v>6004</c:v>
                      </c:pt>
                      <c:pt idx="6005">
                        <c:v>6005</c:v>
                      </c:pt>
                      <c:pt idx="6006">
                        <c:v>6006</c:v>
                      </c:pt>
                      <c:pt idx="6007">
                        <c:v>6007</c:v>
                      </c:pt>
                      <c:pt idx="6008">
                        <c:v>6008</c:v>
                      </c:pt>
                      <c:pt idx="6009">
                        <c:v>6009</c:v>
                      </c:pt>
                      <c:pt idx="6010">
                        <c:v>6010</c:v>
                      </c:pt>
                      <c:pt idx="6011">
                        <c:v>6011</c:v>
                      </c:pt>
                      <c:pt idx="6012">
                        <c:v>6012</c:v>
                      </c:pt>
                      <c:pt idx="6013">
                        <c:v>6013</c:v>
                      </c:pt>
                      <c:pt idx="6014">
                        <c:v>6014</c:v>
                      </c:pt>
                      <c:pt idx="6015">
                        <c:v>6015</c:v>
                      </c:pt>
                      <c:pt idx="6016">
                        <c:v>6016</c:v>
                      </c:pt>
                      <c:pt idx="6017">
                        <c:v>6017</c:v>
                      </c:pt>
                      <c:pt idx="6018">
                        <c:v>6018</c:v>
                      </c:pt>
                      <c:pt idx="6019">
                        <c:v>6019</c:v>
                      </c:pt>
                      <c:pt idx="6020">
                        <c:v>6020</c:v>
                      </c:pt>
                      <c:pt idx="6021">
                        <c:v>6021</c:v>
                      </c:pt>
                      <c:pt idx="6022">
                        <c:v>6022</c:v>
                      </c:pt>
                      <c:pt idx="6023">
                        <c:v>6023</c:v>
                      </c:pt>
                      <c:pt idx="6024">
                        <c:v>6024</c:v>
                      </c:pt>
                      <c:pt idx="6025">
                        <c:v>6025</c:v>
                      </c:pt>
                      <c:pt idx="6026">
                        <c:v>6026</c:v>
                      </c:pt>
                      <c:pt idx="6027">
                        <c:v>6027</c:v>
                      </c:pt>
                      <c:pt idx="6028">
                        <c:v>6028</c:v>
                      </c:pt>
                      <c:pt idx="6029">
                        <c:v>6029</c:v>
                      </c:pt>
                      <c:pt idx="6030">
                        <c:v>6030</c:v>
                      </c:pt>
                      <c:pt idx="6031">
                        <c:v>6031</c:v>
                      </c:pt>
                      <c:pt idx="6032">
                        <c:v>6032</c:v>
                      </c:pt>
                      <c:pt idx="6033">
                        <c:v>6033</c:v>
                      </c:pt>
                      <c:pt idx="6034">
                        <c:v>6034</c:v>
                      </c:pt>
                      <c:pt idx="6035">
                        <c:v>6035</c:v>
                      </c:pt>
                      <c:pt idx="6036">
                        <c:v>6036</c:v>
                      </c:pt>
                      <c:pt idx="6037">
                        <c:v>6037</c:v>
                      </c:pt>
                      <c:pt idx="6038">
                        <c:v>6038</c:v>
                      </c:pt>
                      <c:pt idx="6039">
                        <c:v>6039</c:v>
                      </c:pt>
                      <c:pt idx="6040">
                        <c:v>6040</c:v>
                      </c:pt>
                      <c:pt idx="6041">
                        <c:v>6041</c:v>
                      </c:pt>
                      <c:pt idx="6042">
                        <c:v>6042</c:v>
                      </c:pt>
                      <c:pt idx="6043">
                        <c:v>6043</c:v>
                      </c:pt>
                      <c:pt idx="6044">
                        <c:v>6044</c:v>
                      </c:pt>
                      <c:pt idx="6045">
                        <c:v>6045</c:v>
                      </c:pt>
                      <c:pt idx="6046">
                        <c:v>6046</c:v>
                      </c:pt>
                      <c:pt idx="6047">
                        <c:v>6047</c:v>
                      </c:pt>
                      <c:pt idx="6048">
                        <c:v>6048</c:v>
                      </c:pt>
                      <c:pt idx="6049">
                        <c:v>6049</c:v>
                      </c:pt>
                      <c:pt idx="6050">
                        <c:v>6050</c:v>
                      </c:pt>
                      <c:pt idx="6051">
                        <c:v>6051</c:v>
                      </c:pt>
                      <c:pt idx="6052">
                        <c:v>6052</c:v>
                      </c:pt>
                      <c:pt idx="6053">
                        <c:v>6053</c:v>
                      </c:pt>
                      <c:pt idx="6054">
                        <c:v>6054</c:v>
                      </c:pt>
                      <c:pt idx="6055">
                        <c:v>6055</c:v>
                      </c:pt>
                      <c:pt idx="6056">
                        <c:v>6056</c:v>
                      </c:pt>
                      <c:pt idx="6057">
                        <c:v>6057</c:v>
                      </c:pt>
                      <c:pt idx="6058">
                        <c:v>6058</c:v>
                      </c:pt>
                      <c:pt idx="6059">
                        <c:v>6059</c:v>
                      </c:pt>
                      <c:pt idx="6060">
                        <c:v>6060</c:v>
                      </c:pt>
                      <c:pt idx="6061">
                        <c:v>6061</c:v>
                      </c:pt>
                      <c:pt idx="6062">
                        <c:v>6062</c:v>
                      </c:pt>
                      <c:pt idx="6063">
                        <c:v>6063</c:v>
                      </c:pt>
                      <c:pt idx="6064">
                        <c:v>6064</c:v>
                      </c:pt>
                      <c:pt idx="6065">
                        <c:v>6065</c:v>
                      </c:pt>
                      <c:pt idx="6066">
                        <c:v>6066</c:v>
                      </c:pt>
                      <c:pt idx="6067">
                        <c:v>6067</c:v>
                      </c:pt>
                      <c:pt idx="6068">
                        <c:v>6068</c:v>
                      </c:pt>
                      <c:pt idx="6069">
                        <c:v>6069</c:v>
                      </c:pt>
                      <c:pt idx="6070">
                        <c:v>6070</c:v>
                      </c:pt>
                      <c:pt idx="6071">
                        <c:v>6071</c:v>
                      </c:pt>
                      <c:pt idx="6072">
                        <c:v>6072</c:v>
                      </c:pt>
                      <c:pt idx="6073">
                        <c:v>6073</c:v>
                      </c:pt>
                      <c:pt idx="6074">
                        <c:v>6074</c:v>
                      </c:pt>
                      <c:pt idx="6075">
                        <c:v>6075</c:v>
                      </c:pt>
                      <c:pt idx="6076">
                        <c:v>6076</c:v>
                      </c:pt>
                      <c:pt idx="6077">
                        <c:v>6077</c:v>
                      </c:pt>
                      <c:pt idx="6078">
                        <c:v>6078</c:v>
                      </c:pt>
                      <c:pt idx="6079">
                        <c:v>6079</c:v>
                      </c:pt>
                      <c:pt idx="6080">
                        <c:v>6080</c:v>
                      </c:pt>
                      <c:pt idx="6081">
                        <c:v>6081</c:v>
                      </c:pt>
                      <c:pt idx="6082">
                        <c:v>6082</c:v>
                      </c:pt>
                      <c:pt idx="6083">
                        <c:v>6083</c:v>
                      </c:pt>
                      <c:pt idx="6084">
                        <c:v>6084</c:v>
                      </c:pt>
                      <c:pt idx="6085">
                        <c:v>6085</c:v>
                      </c:pt>
                      <c:pt idx="6086">
                        <c:v>6086</c:v>
                      </c:pt>
                      <c:pt idx="6087">
                        <c:v>6087</c:v>
                      </c:pt>
                      <c:pt idx="6088">
                        <c:v>6088</c:v>
                      </c:pt>
                      <c:pt idx="6089">
                        <c:v>6089</c:v>
                      </c:pt>
                      <c:pt idx="6090">
                        <c:v>6090</c:v>
                      </c:pt>
                      <c:pt idx="6091">
                        <c:v>6091</c:v>
                      </c:pt>
                      <c:pt idx="6092">
                        <c:v>6092</c:v>
                      </c:pt>
                      <c:pt idx="6093">
                        <c:v>6093</c:v>
                      </c:pt>
                      <c:pt idx="6094">
                        <c:v>6094</c:v>
                      </c:pt>
                      <c:pt idx="6095">
                        <c:v>6095</c:v>
                      </c:pt>
                      <c:pt idx="6096">
                        <c:v>6096</c:v>
                      </c:pt>
                      <c:pt idx="6097">
                        <c:v>6097</c:v>
                      </c:pt>
                      <c:pt idx="6098">
                        <c:v>6098</c:v>
                      </c:pt>
                      <c:pt idx="6099">
                        <c:v>6099</c:v>
                      </c:pt>
                      <c:pt idx="6100">
                        <c:v>6100</c:v>
                      </c:pt>
                      <c:pt idx="6101">
                        <c:v>6101</c:v>
                      </c:pt>
                      <c:pt idx="6102">
                        <c:v>6102</c:v>
                      </c:pt>
                      <c:pt idx="6103">
                        <c:v>6103</c:v>
                      </c:pt>
                      <c:pt idx="6104">
                        <c:v>6104</c:v>
                      </c:pt>
                      <c:pt idx="6105">
                        <c:v>6105</c:v>
                      </c:pt>
                      <c:pt idx="6106">
                        <c:v>6106</c:v>
                      </c:pt>
                      <c:pt idx="6107">
                        <c:v>6107</c:v>
                      </c:pt>
                      <c:pt idx="6108">
                        <c:v>6108</c:v>
                      </c:pt>
                      <c:pt idx="6109">
                        <c:v>6109</c:v>
                      </c:pt>
                      <c:pt idx="6110">
                        <c:v>6110</c:v>
                      </c:pt>
                      <c:pt idx="6111">
                        <c:v>6111</c:v>
                      </c:pt>
                      <c:pt idx="6112">
                        <c:v>6112</c:v>
                      </c:pt>
                      <c:pt idx="6113">
                        <c:v>6113</c:v>
                      </c:pt>
                      <c:pt idx="6114">
                        <c:v>6114</c:v>
                      </c:pt>
                      <c:pt idx="6115">
                        <c:v>6115</c:v>
                      </c:pt>
                      <c:pt idx="6116">
                        <c:v>6116</c:v>
                      </c:pt>
                      <c:pt idx="6117">
                        <c:v>6117</c:v>
                      </c:pt>
                      <c:pt idx="6118">
                        <c:v>6118</c:v>
                      </c:pt>
                      <c:pt idx="6119">
                        <c:v>6119</c:v>
                      </c:pt>
                      <c:pt idx="6120">
                        <c:v>6120</c:v>
                      </c:pt>
                      <c:pt idx="6121">
                        <c:v>6121</c:v>
                      </c:pt>
                      <c:pt idx="6122">
                        <c:v>6122</c:v>
                      </c:pt>
                      <c:pt idx="6123">
                        <c:v>6123</c:v>
                      </c:pt>
                      <c:pt idx="6124">
                        <c:v>6124</c:v>
                      </c:pt>
                      <c:pt idx="6125">
                        <c:v>6125</c:v>
                      </c:pt>
                      <c:pt idx="6126">
                        <c:v>6126</c:v>
                      </c:pt>
                      <c:pt idx="6127">
                        <c:v>6127</c:v>
                      </c:pt>
                      <c:pt idx="6128">
                        <c:v>6128</c:v>
                      </c:pt>
                      <c:pt idx="6129">
                        <c:v>6129</c:v>
                      </c:pt>
                      <c:pt idx="6130">
                        <c:v>6130</c:v>
                      </c:pt>
                      <c:pt idx="6131">
                        <c:v>6131</c:v>
                      </c:pt>
                      <c:pt idx="6132">
                        <c:v>6132</c:v>
                      </c:pt>
                      <c:pt idx="6133">
                        <c:v>6133</c:v>
                      </c:pt>
                      <c:pt idx="6134">
                        <c:v>6134</c:v>
                      </c:pt>
                      <c:pt idx="6135">
                        <c:v>6135</c:v>
                      </c:pt>
                      <c:pt idx="6136">
                        <c:v>6136</c:v>
                      </c:pt>
                      <c:pt idx="6137">
                        <c:v>6137</c:v>
                      </c:pt>
                      <c:pt idx="6138">
                        <c:v>6138</c:v>
                      </c:pt>
                      <c:pt idx="6139">
                        <c:v>6139</c:v>
                      </c:pt>
                      <c:pt idx="6140">
                        <c:v>6140</c:v>
                      </c:pt>
                      <c:pt idx="6141">
                        <c:v>6141</c:v>
                      </c:pt>
                      <c:pt idx="6142">
                        <c:v>6142</c:v>
                      </c:pt>
                      <c:pt idx="6143">
                        <c:v>6143</c:v>
                      </c:pt>
                      <c:pt idx="6144">
                        <c:v>6144</c:v>
                      </c:pt>
                      <c:pt idx="6145">
                        <c:v>6145</c:v>
                      </c:pt>
                      <c:pt idx="6146">
                        <c:v>6146</c:v>
                      </c:pt>
                      <c:pt idx="6147">
                        <c:v>6147</c:v>
                      </c:pt>
                      <c:pt idx="6148">
                        <c:v>6148</c:v>
                      </c:pt>
                      <c:pt idx="6149">
                        <c:v>6149</c:v>
                      </c:pt>
                      <c:pt idx="6150">
                        <c:v>6150</c:v>
                      </c:pt>
                      <c:pt idx="6151">
                        <c:v>6151</c:v>
                      </c:pt>
                      <c:pt idx="6152">
                        <c:v>6152</c:v>
                      </c:pt>
                      <c:pt idx="6153">
                        <c:v>6153</c:v>
                      </c:pt>
                      <c:pt idx="6154">
                        <c:v>6154</c:v>
                      </c:pt>
                      <c:pt idx="6155">
                        <c:v>6155</c:v>
                      </c:pt>
                      <c:pt idx="6156">
                        <c:v>6156</c:v>
                      </c:pt>
                      <c:pt idx="6157">
                        <c:v>6157</c:v>
                      </c:pt>
                      <c:pt idx="6158">
                        <c:v>6158</c:v>
                      </c:pt>
                      <c:pt idx="6159">
                        <c:v>6159</c:v>
                      </c:pt>
                      <c:pt idx="6160">
                        <c:v>6160</c:v>
                      </c:pt>
                      <c:pt idx="6161">
                        <c:v>6161</c:v>
                      </c:pt>
                      <c:pt idx="6162">
                        <c:v>6162</c:v>
                      </c:pt>
                      <c:pt idx="6163">
                        <c:v>6163</c:v>
                      </c:pt>
                      <c:pt idx="6164">
                        <c:v>6164</c:v>
                      </c:pt>
                      <c:pt idx="6165">
                        <c:v>6165</c:v>
                      </c:pt>
                      <c:pt idx="6166">
                        <c:v>6166</c:v>
                      </c:pt>
                      <c:pt idx="6167">
                        <c:v>6167</c:v>
                      </c:pt>
                      <c:pt idx="6168">
                        <c:v>6168</c:v>
                      </c:pt>
                      <c:pt idx="6169">
                        <c:v>6169</c:v>
                      </c:pt>
                      <c:pt idx="6170">
                        <c:v>6170</c:v>
                      </c:pt>
                      <c:pt idx="6171">
                        <c:v>6171</c:v>
                      </c:pt>
                      <c:pt idx="6172">
                        <c:v>6172</c:v>
                      </c:pt>
                      <c:pt idx="6173">
                        <c:v>6173</c:v>
                      </c:pt>
                      <c:pt idx="6174">
                        <c:v>6174</c:v>
                      </c:pt>
                      <c:pt idx="6175">
                        <c:v>6175</c:v>
                      </c:pt>
                      <c:pt idx="6176">
                        <c:v>6176</c:v>
                      </c:pt>
                      <c:pt idx="6177">
                        <c:v>6177</c:v>
                      </c:pt>
                      <c:pt idx="6178">
                        <c:v>6178</c:v>
                      </c:pt>
                      <c:pt idx="6179">
                        <c:v>6179</c:v>
                      </c:pt>
                      <c:pt idx="6180">
                        <c:v>6180</c:v>
                      </c:pt>
                      <c:pt idx="6181">
                        <c:v>6181</c:v>
                      </c:pt>
                      <c:pt idx="6182">
                        <c:v>6182</c:v>
                      </c:pt>
                      <c:pt idx="6183">
                        <c:v>6183</c:v>
                      </c:pt>
                      <c:pt idx="6184">
                        <c:v>6184</c:v>
                      </c:pt>
                      <c:pt idx="6185">
                        <c:v>6185</c:v>
                      </c:pt>
                      <c:pt idx="6186">
                        <c:v>6186</c:v>
                      </c:pt>
                      <c:pt idx="6187">
                        <c:v>6187</c:v>
                      </c:pt>
                      <c:pt idx="6188">
                        <c:v>6188</c:v>
                      </c:pt>
                      <c:pt idx="6189">
                        <c:v>6189</c:v>
                      </c:pt>
                      <c:pt idx="6190">
                        <c:v>6190</c:v>
                      </c:pt>
                      <c:pt idx="6191">
                        <c:v>6191</c:v>
                      </c:pt>
                      <c:pt idx="6192">
                        <c:v>6192</c:v>
                      </c:pt>
                      <c:pt idx="6193">
                        <c:v>6193</c:v>
                      </c:pt>
                      <c:pt idx="6194">
                        <c:v>6194</c:v>
                      </c:pt>
                      <c:pt idx="6195">
                        <c:v>6195</c:v>
                      </c:pt>
                      <c:pt idx="6196">
                        <c:v>6196</c:v>
                      </c:pt>
                      <c:pt idx="6197">
                        <c:v>6197</c:v>
                      </c:pt>
                      <c:pt idx="6198">
                        <c:v>6198</c:v>
                      </c:pt>
                      <c:pt idx="6199">
                        <c:v>6199</c:v>
                      </c:pt>
                      <c:pt idx="6200">
                        <c:v>6200</c:v>
                      </c:pt>
                      <c:pt idx="6201">
                        <c:v>6201</c:v>
                      </c:pt>
                      <c:pt idx="6202">
                        <c:v>6202</c:v>
                      </c:pt>
                      <c:pt idx="6203">
                        <c:v>6203</c:v>
                      </c:pt>
                      <c:pt idx="6204">
                        <c:v>6204</c:v>
                      </c:pt>
                      <c:pt idx="6205">
                        <c:v>6205</c:v>
                      </c:pt>
                      <c:pt idx="6206">
                        <c:v>6206</c:v>
                      </c:pt>
                      <c:pt idx="6207">
                        <c:v>6207</c:v>
                      </c:pt>
                      <c:pt idx="6208">
                        <c:v>6208</c:v>
                      </c:pt>
                      <c:pt idx="6209">
                        <c:v>6209</c:v>
                      </c:pt>
                      <c:pt idx="6210">
                        <c:v>6210</c:v>
                      </c:pt>
                      <c:pt idx="6211">
                        <c:v>6211</c:v>
                      </c:pt>
                      <c:pt idx="6212">
                        <c:v>6212</c:v>
                      </c:pt>
                      <c:pt idx="6213">
                        <c:v>6213</c:v>
                      </c:pt>
                      <c:pt idx="6214">
                        <c:v>6214</c:v>
                      </c:pt>
                      <c:pt idx="6215">
                        <c:v>6215</c:v>
                      </c:pt>
                      <c:pt idx="6216">
                        <c:v>6216</c:v>
                      </c:pt>
                      <c:pt idx="6217">
                        <c:v>6217</c:v>
                      </c:pt>
                      <c:pt idx="6218">
                        <c:v>6218</c:v>
                      </c:pt>
                      <c:pt idx="6219">
                        <c:v>6219</c:v>
                      </c:pt>
                      <c:pt idx="6220">
                        <c:v>6220</c:v>
                      </c:pt>
                      <c:pt idx="6221">
                        <c:v>6221</c:v>
                      </c:pt>
                      <c:pt idx="6222">
                        <c:v>6222</c:v>
                      </c:pt>
                      <c:pt idx="6223">
                        <c:v>6223</c:v>
                      </c:pt>
                      <c:pt idx="6224">
                        <c:v>6224</c:v>
                      </c:pt>
                      <c:pt idx="6225">
                        <c:v>6225</c:v>
                      </c:pt>
                      <c:pt idx="6226">
                        <c:v>6226</c:v>
                      </c:pt>
                      <c:pt idx="6227">
                        <c:v>6227</c:v>
                      </c:pt>
                      <c:pt idx="6228">
                        <c:v>6228</c:v>
                      </c:pt>
                      <c:pt idx="6229">
                        <c:v>6229</c:v>
                      </c:pt>
                      <c:pt idx="6230">
                        <c:v>6230</c:v>
                      </c:pt>
                      <c:pt idx="6231">
                        <c:v>6231</c:v>
                      </c:pt>
                      <c:pt idx="6232">
                        <c:v>6232</c:v>
                      </c:pt>
                      <c:pt idx="6233">
                        <c:v>6233</c:v>
                      </c:pt>
                      <c:pt idx="6234">
                        <c:v>6234</c:v>
                      </c:pt>
                      <c:pt idx="6235">
                        <c:v>6235</c:v>
                      </c:pt>
                      <c:pt idx="6236">
                        <c:v>6236</c:v>
                      </c:pt>
                      <c:pt idx="6237">
                        <c:v>6237</c:v>
                      </c:pt>
                      <c:pt idx="6238">
                        <c:v>6238</c:v>
                      </c:pt>
                      <c:pt idx="6239">
                        <c:v>6239</c:v>
                      </c:pt>
                      <c:pt idx="6240">
                        <c:v>6240</c:v>
                      </c:pt>
                      <c:pt idx="6241">
                        <c:v>6241</c:v>
                      </c:pt>
                      <c:pt idx="6242">
                        <c:v>6242</c:v>
                      </c:pt>
                      <c:pt idx="6243">
                        <c:v>6243</c:v>
                      </c:pt>
                      <c:pt idx="6244">
                        <c:v>6244</c:v>
                      </c:pt>
                      <c:pt idx="6245">
                        <c:v>6245</c:v>
                      </c:pt>
                      <c:pt idx="6246">
                        <c:v>6246</c:v>
                      </c:pt>
                      <c:pt idx="6247">
                        <c:v>6247</c:v>
                      </c:pt>
                      <c:pt idx="6248">
                        <c:v>6248</c:v>
                      </c:pt>
                      <c:pt idx="6249">
                        <c:v>6249</c:v>
                      </c:pt>
                      <c:pt idx="6250">
                        <c:v>6250</c:v>
                      </c:pt>
                      <c:pt idx="6251">
                        <c:v>6251</c:v>
                      </c:pt>
                      <c:pt idx="6252">
                        <c:v>6252</c:v>
                      </c:pt>
                      <c:pt idx="6253">
                        <c:v>6253</c:v>
                      </c:pt>
                      <c:pt idx="6254">
                        <c:v>6254</c:v>
                      </c:pt>
                      <c:pt idx="6255">
                        <c:v>6255</c:v>
                      </c:pt>
                      <c:pt idx="6256">
                        <c:v>6256</c:v>
                      </c:pt>
                      <c:pt idx="6257">
                        <c:v>6257</c:v>
                      </c:pt>
                      <c:pt idx="6258">
                        <c:v>6258</c:v>
                      </c:pt>
                      <c:pt idx="6259">
                        <c:v>6259</c:v>
                      </c:pt>
                      <c:pt idx="6260">
                        <c:v>6260</c:v>
                      </c:pt>
                      <c:pt idx="6261">
                        <c:v>6261</c:v>
                      </c:pt>
                      <c:pt idx="6262">
                        <c:v>6262</c:v>
                      </c:pt>
                      <c:pt idx="6263">
                        <c:v>6263</c:v>
                      </c:pt>
                      <c:pt idx="6264">
                        <c:v>6264</c:v>
                      </c:pt>
                      <c:pt idx="6265">
                        <c:v>6265</c:v>
                      </c:pt>
                      <c:pt idx="6266">
                        <c:v>6266</c:v>
                      </c:pt>
                      <c:pt idx="6267">
                        <c:v>6267</c:v>
                      </c:pt>
                      <c:pt idx="6268">
                        <c:v>6268</c:v>
                      </c:pt>
                      <c:pt idx="6269">
                        <c:v>6269</c:v>
                      </c:pt>
                      <c:pt idx="6270">
                        <c:v>6270</c:v>
                      </c:pt>
                      <c:pt idx="6271">
                        <c:v>6271</c:v>
                      </c:pt>
                      <c:pt idx="6272">
                        <c:v>6272</c:v>
                      </c:pt>
                      <c:pt idx="6273">
                        <c:v>6273</c:v>
                      </c:pt>
                      <c:pt idx="6274">
                        <c:v>6274</c:v>
                      </c:pt>
                      <c:pt idx="6275">
                        <c:v>6275</c:v>
                      </c:pt>
                      <c:pt idx="6276">
                        <c:v>6276</c:v>
                      </c:pt>
                      <c:pt idx="6277">
                        <c:v>6277</c:v>
                      </c:pt>
                      <c:pt idx="6278">
                        <c:v>6278</c:v>
                      </c:pt>
                      <c:pt idx="6279">
                        <c:v>6279</c:v>
                      </c:pt>
                      <c:pt idx="6280">
                        <c:v>6280</c:v>
                      </c:pt>
                      <c:pt idx="6281">
                        <c:v>6281</c:v>
                      </c:pt>
                      <c:pt idx="6282">
                        <c:v>6282</c:v>
                      </c:pt>
                      <c:pt idx="6283">
                        <c:v>6283</c:v>
                      </c:pt>
                      <c:pt idx="6284">
                        <c:v>6284</c:v>
                      </c:pt>
                      <c:pt idx="6285">
                        <c:v>6285</c:v>
                      </c:pt>
                      <c:pt idx="6286">
                        <c:v>6286</c:v>
                      </c:pt>
                      <c:pt idx="6287">
                        <c:v>6287</c:v>
                      </c:pt>
                      <c:pt idx="6288">
                        <c:v>6288</c:v>
                      </c:pt>
                      <c:pt idx="6289">
                        <c:v>6289</c:v>
                      </c:pt>
                      <c:pt idx="6290">
                        <c:v>6290</c:v>
                      </c:pt>
                      <c:pt idx="6291">
                        <c:v>6291</c:v>
                      </c:pt>
                      <c:pt idx="6292">
                        <c:v>6292</c:v>
                      </c:pt>
                      <c:pt idx="6293">
                        <c:v>6293</c:v>
                      </c:pt>
                      <c:pt idx="6294">
                        <c:v>6294</c:v>
                      </c:pt>
                      <c:pt idx="6295">
                        <c:v>6295</c:v>
                      </c:pt>
                      <c:pt idx="6296">
                        <c:v>6296</c:v>
                      </c:pt>
                      <c:pt idx="6297">
                        <c:v>6297</c:v>
                      </c:pt>
                      <c:pt idx="6298">
                        <c:v>6298</c:v>
                      </c:pt>
                      <c:pt idx="6299">
                        <c:v>6299</c:v>
                      </c:pt>
                      <c:pt idx="6300">
                        <c:v>6300</c:v>
                      </c:pt>
                      <c:pt idx="6301">
                        <c:v>6301</c:v>
                      </c:pt>
                      <c:pt idx="6302">
                        <c:v>6302</c:v>
                      </c:pt>
                      <c:pt idx="6303">
                        <c:v>6303</c:v>
                      </c:pt>
                      <c:pt idx="6304">
                        <c:v>6304</c:v>
                      </c:pt>
                      <c:pt idx="6305">
                        <c:v>6305</c:v>
                      </c:pt>
                      <c:pt idx="6306">
                        <c:v>6306</c:v>
                      </c:pt>
                      <c:pt idx="6307">
                        <c:v>6307</c:v>
                      </c:pt>
                      <c:pt idx="6308">
                        <c:v>6308</c:v>
                      </c:pt>
                      <c:pt idx="6309">
                        <c:v>6309</c:v>
                      </c:pt>
                      <c:pt idx="6310">
                        <c:v>6310</c:v>
                      </c:pt>
                      <c:pt idx="6311">
                        <c:v>6311</c:v>
                      </c:pt>
                      <c:pt idx="6312">
                        <c:v>6312</c:v>
                      </c:pt>
                      <c:pt idx="6313">
                        <c:v>6313</c:v>
                      </c:pt>
                      <c:pt idx="6314">
                        <c:v>6314</c:v>
                      </c:pt>
                      <c:pt idx="6315">
                        <c:v>6315</c:v>
                      </c:pt>
                      <c:pt idx="6316">
                        <c:v>6316</c:v>
                      </c:pt>
                      <c:pt idx="6317">
                        <c:v>6317</c:v>
                      </c:pt>
                      <c:pt idx="6318">
                        <c:v>6318</c:v>
                      </c:pt>
                      <c:pt idx="6319">
                        <c:v>6319</c:v>
                      </c:pt>
                      <c:pt idx="6320">
                        <c:v>6320</c:v>
                      </c:pt>
                      <c:pt idx="6321">
                        <c:v>6321</c:v>
                      </c:pt>
                      <c:pt idx="6322">
                        <c:v>6322</c:v>
                      </c:pt>
                      <c:pt idx="6323">
                        <c:v>6323</c:v>
                      </c:pt>
                      <c:pt idx="6324">
                        <c:v>6324</c:v>
                      </c:pt>
                      <c:pt idx="6325">
                        <c:v>6325</c:v>
                      </c:pt>
                      <c:pt idx="6326">
                        <c:v>6326</c:v>
                      </c:pt>
                      <c:pt idx="6327">
                        <c:v>6327</c:v>
                      </c:pt>
                      <c:pt idx="6328">
                        <c:v>6328</c:v>
                      </c:pt>
                      <c:pt idx="6329">
                        <c:v>6329</c:v>
                      </c:pt>
                      <c:pt idx="6330">
                        <c:v>6330</c:v>
                      </c:pt>
                      <c:pt idx="6331">
                        <c:v>6331</c:v>
                      </c:pt>
                      <c:pt idx="6332">
                        <c:v>6332</c:v>
                      </c:pt>
                      <c:pt idx="6333">
                        <c:v>6333</c:v>
                      </c:pt>
                      <c:pt idx="6334">
                        <c:v>6334</c:v>
                      </c:pt>
                      <c:pt idx="6335">
                        <c:v>6335</c:v>
                      </c:pt>
                      <c:pt idx="6336">
                        <c:v>6336</c:v>
                      </c:pt>
                      <c:pt idx="6337">
                        <c:v>6337</c:v>
                      </c:pt>
                      <c:pt idx="6338">
                        <c:v>6338</c:v>
                      </c:pt>
                      <c:pt idx="6339">
                        <c:v>6339</c:v>
                      </c:pt>
                      <c:pt idx="6340">
                        <c:v>6340</c:v>
                      </c:pt>
                      <c:pt idx="6341">
                        <c:v>6341</c:v>
                      </c:pt>
                      <c:pt idx="6342">
                        <c:v>6342</c:v>
                      </c:pt>
                      <c:pt idx="6343">
                        <c:v>6343</c:v>
                      </c:pt>
                      <c:pt idx="6344">
                        <c:v>6344</c:v>
                      </c:pt>
                      <c:pt idx="6345">
                        <c:v>6345</c:v>
                      </c:pt>
                      <c:pt idx="6346">
                        <c:v>6346</c:v>
                      </c:pt>
                      <c:pt idx="6347">
                        <c:v>6347</c:v>
                      </c:pt>
                      <c:pt idx="6348">
                        <c:v>6348</c:v>
                      </c:pt>
                      <c:pt idx="6349">
                        <c:v>6349</c:v>
                      </c:pt>
                      <c:pt idx="6350">
                        <c:v>6350</c:v>
                      </c:pt>
                      <c:pt idx="6351">
                        <c:v>6351</c:v>
                      </c:pt>
                      <c:pt idx="6352">
                        <c:v>6352</c:v>
                      </c:pt>
                      <c:pt idx="6353">
                        <c:v>6353</c:v>
                      </c:pt>
                      <c:pt idx="6354">
                        <c:v>6354</c:v>
                      </c:pt>
                      <c:pt idx="6355">
                        <c:v>6355</c:v>
                      </c:pt>
                      <c:pt idx="6356">
                        <c:v>6356</c:v>
                      </c:pt>
                      <c:pt idx="6357">
                        <c:v>6357</c:v>
                      </c:pt>
                      <c:pt idx="6358">
                        <c:v>6358</c:v>
                      </c:pt>
                      <c:pt idx="6359">
                        <c:v>6359</c:v>
                      </c:pt>
                      <c:pt idx="6360">
                        <c:v>6360</c:v>
                      </c:pt>
                      <c:pt idx="6361">
                        <c:v>6361</c:v>
                      </c:pt>
                      <c:pt idx="6362">
                        <c:v>6362</c:v>
                      </c:pt>
                      <c:pt idx="6363">
                        <c:v>6363</c:v>
                      </c:pt>
                      <c:pt idx="6364">
                        <c:v>6364</c:v>
                      </c:pt>
                      <c:pt idx="6365">
                        <c:v>6365</c:v>
                      </c:pt>
                      <c:pt idx="6366">
                        <c:v>6366</c:v>
                      </c:pt>
                      <c:pt idx="6367">
                        <c:v>6367</c:v>
                      </c:pt>
                      <c:pt idx="6368">
                        <c:v>6368</c:v>
                      </c:pt>
                      <c:pt idx="6369">
                        <c:v>6369</c:v>
                      </c:pt>
                      <c:pt idx="6370">
                        <c:v>6370</c:v>
                      </c:pt>
                      <c:pt idx="6371">
                        <c:v>6371</c:v>
                      </c:pt>
                      <c:pt idx="6372">
                        <c:v>6372</c:v>
                      </c:pt>
                      <c:pt idx="6373">
                        <c:v>6373</c:v>
                      </c:pt>
                      <c:pt idx="6374">
                        <c:v>6374</c:v>
                      </c:pt>
                      <c:pt idx="6375">
                        <c:v>6375</c:v>
                      </c:pt>
                      <c:pt idx="6376">
                        <c:v>6376</c:v>
                      </c:pt>
                      <c:pt idx="6377">
                        <c:v>6377</c:v>
                      </c:pt>
                      <c:pt idx="6378">
                        <c:v>6378</c:v>
                      </c:pt>
                      <c:pt idx="6379">
                        <c:v>6379</c:v>
                      </c:pt>
                      <c:pt idx="6380">
                        <c:v>6380</c:v>
                      </c:pt>
                      <c:pt idx="6381">
                        <c:v>6381</c:v>
                      </c:pt>
                      <c:pt idx="6382">
                        <c:v>6382</c:v>
                      </c:pt>
                      <c:pt idx="6383">
                        <c:v>6383</c:v>
                      </c:pt>
                      <c:pt idx="6384">
                        <c:v>6384</c:v>
                      </c:pt>
                      <c:pt idx="6385">
                        <c:v>6385</c:v>
                      </c:pt>
                      <c:pt idx="6386">
                        <c:v>6386</c:v>
                      </c:pt>
                      <c:pt idx="6387">
                        <c:v>6387</c:v>
                      </c:pt>
                      <c:pt idx="6388">
                        <c:v>6388</c:v>
                      </c:pt>
                      <c:pt idx="6389">
                        <c:v>6389</c:v>
                      </c:pt>
                      <c:pt idx="6390">
                        <c:v>6390</c:v>
                      </c:pt>
                      <c:pt idx="6391">
                        <c:v>6391</c:v>
                      </c:pt>
                      <c:pt idx="6392">
                        <c:v>6392</c:v>
                      </c:pt>
                      <c:pt idx="6393">
                        <c:v>6393</c:v>
                      </c:pt>
                      <c:pt idx="6394">
                        <c:v>6394</c:v>
                      </c:pt>
                      <c:pt idx="6395">
                        <c:v>6395</c:v>
                      </c:pt>
                      <c:pt idx="6396">
                        <c:v>6396</c:v>
                      </c:pt>
                      <c:pt idx="6397">
                        <c:v>6397</c:v>
                      </c:pt>
                      <c:pt idx="6398">
                        <c:v>6398</c:v>
                      </c:pt>
                      <c:pt idx="6399">
                        <c:v>6399</c:v>
                      </c:pt>
                      <c:pt idx="6400">
                        <c:v>6400</c:v>
                      </c:pt>
                      <c:pt idx="6401">
                        <c:v>6401</c:v>
                      </c:pt>
                      <c:pt idx="6402">
                        <c:v>6402</c:v>
                      </c:pt>
                      <c:pt idx="6403">
                        <c:v>6403</c:v>
                      </c:pt>
                      <c:pt idx="6404">
                        <c:v>6404</c:v>
                      </c:pt>
                      <c:pt idx="6405">
                        <c:v>6405</c:v>
                      </c:pt>
                      <c:pt idx="6406">
                        <c:v>6406</c:v>
                      </c:pt>
                      <c:pt idx="6407">
                        <c:v>6407</c:v>
                      </c:pt>
                      <c:pt idx="6408">
                        <c:v>6408</c:v>
                      </c:pt>
                      <c:pt idx="6409">
                        <c:v>6409</c:v>
                      </c:pt>
                      <c:pt idx="6410">
                        <c:v>6410</c:v>
                      </c:pt>
                      <c:pt idx="6411">
                        <c:v>6411</c:v>
                      </c:pt>
                      <c:pt idx="6412">
                        <c:v>6412</c:v>
                      </c:pt>
                      <c:pt idx="6413">
                        <c:v>6413</c:v>
                      </c:pt>
                      <c:pt idx="6414">
                        <c:v>6414</c:v>
                      </c:pt>
                      <c:pt idx="6415">
                        <c:v>6415</c:v>
                      </c:pt>
                      <c:pt idx="6416">
                        <c:v>6416</c:v>
                      </c:pt>
                      <c:pt idx="6417">
                        <c:v>6417</c:v>
                      </c:pt>
                      <c:pt idx="6418">
                        <c:v>6418</c:v>
                      </c:pt>
                      <c:pt idx="6419">
                        <c:v>6419</c:v>
                      </c:pt>
                      <c:pt idx="6420">
                        <c:v>6420</c:v>
                      </c:pt>
                      <c:pt idx="6421">
                        <c:v>6421</c:v>
                      </c:pt>
                      <c:pt idx="6422">
                        <c:v>6422</c:v>
                      </c:pt>
                      <c:pt idx="6423">
                        <c:v>6423</c:v>
                      </c:pt>
                      <c:pt idx="6424">
                        <c:v>6424</c:v>
                      </c:pt>
                      <c:pt idx="6425">
                        <c:v>6425</c:v>
                      </c:pt>
                      <c:pt idx="6426">
                        <c:v>6426</c:v>
                      </c:pt>
                      <c:pt idx="6427">
                        <c:v>6427</c:v>
                      </c:pt>
                      <c:pt idx="6428">
                        <c:v>6428</c:v>
                      </c:pt>
                      <c:pt idx="6429">
                        <c:v>6429</c:v>
                      </c:pt>
                      <c:pt idx="6430">
                        <c:v>6430</c:v>
                      </c:pt>
                      <c:pt idx="6431">
                        <c:v>6431</c:v>
                      </c:pt>
                      <c:pt idx="6432">
                        <c:v>6432</c:v>
                      </c:pt>
                      <c:pt idx="6433">
                        <c:v>6433</c:v>
                      </c:pt>
                      <c:pt idx="6434">
                        <c:v>6434</c:v>
                      </c:pt>
                      <c:pt idx="6435">
                        <c:v>6435</c:v>
                      </c:pt>
                      <c:pt idx="6436">
                        <c:v>6436</c:v>
                      </c:pt>
                      <c:pt idx="6437">
                        <c:v>6437</c:v>
                      </c:pt>
                      <c:pt idx="6438">
                        <c:v>6438</c:v>
                      </c:pt>
                      <c:pt idx="6439">
                        <c:v>6439</c:v>
                      </c:pt>
                      <c:pt idx="6440">
                        <c:v>6440</c:v>
                      </c:pt>
                      <c:pt idx="6441">
                        <c:v>6441</c:v>
                      </c:pt>
                      <c:pt idx="6442">
                        <c:v>6442</c:v>
                      </c:pt>
                      <c:pt idx="6443">
                        <c:v>6443</c:v>
                      </c:pt>
                      <c:pt idx="6444">
                        <c:v>6444</c:v>
                      </c:pt>
                      <c:pt idx="6445">
                        <c:v>6445</c:v>
                      </c:pt>
                      <c:pt idx="6446">
                        <c:v>6446</c:v>
                      </c:pt>
                      <c:pt idx="6447">
                        <c:v>6447</c:v>
                      </c:pt>
                      <c:pt idx="6448">
                        <c:v>6448</c:v>
                      </c:pt>
                      <c:pt idx="6449">
                        <c:v>6449</c:v>
                      </c:pt>
                      <c:pt idx="6450">
                        <c:v>6450</c:v>
                      </c:pt>
                      <c:pt idx="6451">
                        <c:v>6451</c:v>
                      </c:pt>
                      <c:pt idx="6452">
                        <c:v>6452</c:v>
                      </c:pt>
                      <c:pt idx="6453">
                        <c:v>6453</c:v>
                      </c:pt>
                      <c:pt idx="6454">
                        <c:v>6454</c:v>
                      </c:pt>
                      <c:pt idx="6455">
                        <c:v>6455</c:v>
                      </c:pt>
                      <c:pt idx="6456">
                        <c:v>6456</c:v>
                      </c:pt>
                      <c:pt idx="6457">
                        <c:v>6457</c:v>
                      </c:pt>
                      <c:pt idx="6458">
                        <c:v>6458</c:v>
                      </c:pt>
                      <c:pt idx="6459">
                        <c:v>6459</c:v>
                      </c:pt>
                      <c:pt idx="6460">
                        <c:v>6460</c:v>
                      </c:pt>
                      <c:pt idx="6461">
                        <c:v>6461</c:v>
                      </c:pt>
                      <c:pt idx="6462">
                        <c:v>6462</c:v>
                      </c:pt>
                      <c:pt idx="6463">
                        <c:v>6463</c:v>
                      </c:pt>
                      <c:pt idx="6464">
                        <c:v>6464</c:v>
                      </c:pt>
                      <c:pt idx="6465">
                        <c:v>6465</c:v>
                      </c:pt>
                      <c:pt idx="6466">
                        <c:v>6466</c:v>
                      </c:pt>
                      <c:pt idx="6467">
                        <c:v>6467</c:v>
                      </c:pt>
                      <c:pt idx="6468">
                        <c:v>6468</c:v>
                      </c:pt>
                      <c:pt idx="6469">
                        <c:v>6469</c:v>
                      </c:pt>
                      <c:pt idx="6470">
                        <c:v>6470</c:v>
                      </c:pt>
                      <c:pt idx="6471">
                        <c:v>6471</c:v>
                      </c:pt>
                      <c:pt idx="6472">
                        <c:v>6472</c:v>
                      </c:pt>
                      <c:pt idx="6473">
                        <c:v>6473</c:v>
                      </c:pt>
                      <c:pt idx="6474">
                        <c:v>6474</c:v>
                      </c:pt>
                      <c:pt idx="6475">
                        <c:v>6475</c:v>
                      </c:pt>
                      <c:pt idx="6476">
                        <c:v>6476</c:v>
                      </c:pt>
                      <c:pt idx="6477">
                        <c:v>6477</c:v>
                      </c:pt>
                      <c:pt idx="6478">
                        <c:v>6478</c:v>
                      </c:pt>
                      <c:pt idx="6479">
                        <c:v>6479</c:v>
                      </c:pt>
                      <c:pt idx="6480">
                        <c:v>6480</c:v>
                      </c:pt>
                      <c:pt idx="6481">
                        <c:v>6481</c:v>
                      </c:pt>
                      <c:pt idx="6482">
                        <c:v>6482</c:v>
                      </c:pt>
                      <c:pt idx="6483">
                        <c:v>6483</c:v>
                      </c:pt>
                      <c:pt idx="6484">
                        <c:v>6484</c:v>
                      </c:pt>
                      <c:pt idx="6485">
                        <c:v>6485</c:v>
                      </c:pt>
                      <c:pt idx="6486">
                        <c:v>6486</c:v>
                      </c:pt>
                      <c:pt idx="6487">
                        <c:v>6487</c:v>
                      </c:pt>
                      <c:pt idx="6488">
                        <c:v>6488</c:v>
                      </c:pt>
                      <c:pt idx="6489">
                        <c:v>6489</c:v>
                      </c:pt>
                      <c:pt idx="6490">
                        <c:v>6490</c:v>
                      </c:pt>
                      <c:pt idx="6491">
                        <c:v>6491</c:v>
                      </c:pt>
                      <c:pt idx="6492">
                        <c:v>6492</c:v>
                      </c:pt>
                      <c:pt idx="6493">
                        <c:v>6493</c:v>
                      </c:pt>
                      <c:pt idx="6494">
                        <c:v>6494</c:v>
                      </c:pt>
                      <c:pt idx="6495">
                        <c:v>6495</c:v>
                      </c:pt>
                      <c:pt idx="6496">
                        <c:v>6496</c:v>
                      </c:pt>
                      <c:pt idx="6497">
                        <c:v>6497</c:v>
                      </c:pt>
                      <c:pt idx="6498">
                        <c:v>6498</c:v>
                      </c:pt>
                      <c:pt idx="6499">
                        <c:v>6499</c:v>
                      </c:pt>
                      <c:pt idx="6500">
                        <c:v>6500</c:v>
                      </c:pt>
                      <c:pt idx="6501">
                        <c:v>6501</c:v>
                      </c:pt>
                      <c:pt idx="6502">
                        <c:v>6502</c:v>
                      </c:pt>
                      <c:pt idx="6503">
                        <c:v>6503</c:v>
                      </c:pt>
                      <c:pt idx="6504">
                        <c:v>6504</c:v>
                      </c:pt>
                      <c:pt idx="6505">
                        <c:v>6505</c:v>
                      </c:pt>
                      <c:pt idx="6506">
                        <c:v>6506</c:v>
                      </c:pt>
                      <c:pt idx="6507">
                        <c:v>6507</c:v>
                      </c:pt>
                      <c:pt idx="6508">
                        <c:v>6508</c:v>
                      </c:pt>
                      <c:pt idx="6509">
                        <c:v>6509</c:v>
                      </c:pt>
                      <c:pt idx="6510">
                        <c:v>6510</c:v>
                      </c:pt>
                      <c:pt idx="6511">
                        <c:v>6511</c:v>
                      </c:pt>
                      <c:pt idx="6512">
                        <c:v>6512</c:v>
                      </c:pt>
                      <c:pt idx="6513">
                        <c:v>6513</c:v>
                      </c:pt>
                      <c:pt idx="6514">
                        <c:v>6514</c:v>
                      </c:pt>
                      <c:pt idx="6515">
                        <c:v>6515</c:v>
                      </c:pt>
                      <c:pt idx="6516">
                        <c:v>6516</c:v>
                      </c:pt>
                      <c:pt idx="6517">
                        <c:v>6517</c:v>
                      </c:pt>
                      <c:pt idx="6518">
                        <c:v>6518</c:v>
                      </c:pt>
                      <c:pt idx="6519">
                        <c:v>6519</c:v>
                      </c:pt>
                      <c:pt idx="6520">
                        <c:v>6520</c:v>
                      </c:pt>
                      <c:pt idx="6521">
                        <c:v>6521</c:v>
                      </c:pt>
                      <c:pt idx="6522">
                        <c:v>6522</c:v>
                      </c:pt>
                      <c:pt idx="6523">
                        <c:v>6523</c:v>
                      </c:pt>
                      <c:pt idx="6524">
                        <c:v>6524</c:v>
                      </c:pt>
                      <c:pt idx="6525">
                        <c:v>6525</c:v>
                      </c:pt>
                      <c:pt idx="6526">
                        <c:v>6526</c:v>
                      </c:pt>
                      <c:pt idx="6527">
                        <c:v>6527</c:v>
                      </c:pt>
                      <c:pt idx="6528">
                        <c:v>6528</c:v>
                      </c:pt>
                      <c:pt idx="6529">
                        <c:v>6529</c:v>
                      </c:pt>
                      <c:pt idx="6530">
                        <c:v>6530</c:v>
                      </c:pt>
                      <c:pt idx="6531">
                        <c:v>6531</c:v>
                      </c:pt>
                      <c:pt idx="6532">
                        <c:v>6532</c:v>
                      </c:pt>
                      <c:pt idx="6533">
                        <c:v>6533</c:v>
                      </c:pt>
                      <c:pt idx="6534">
                        <c:v>6534</c:v>
                      </c:pt>
                      <c:pt idx="6535">
                        <c:v>6535</c:v>
                      </c:pt>
                      <c:pt idx="6536">
                        <c:v>6536</c:v>
                      </c:pt>
                      <c:pt idx="6537">
                        <c:v>6537</c:v>
                      </c:pt>
                      <c:pt idx="6538">
                        <c:v>6538</c:v>
                      </c:pt>
                      <c:pt idx="6539">
                        <c:v>6539</c:v>
                      </c:pt>
                      <c:pt idx="6540">
                        <c:v>6540</c:v>
                      </c:pt>
                      <c:pt idx="6541">
                        <c:v>6541</c:v>
                      </c:pt>
                      <c:pt idx="6542">
                        <c:v>6542</c:v>
                      </c:pt>
                      <c:pt idx="6543">
                        <c:v>6543</c:v>
                      </c:pt>
                      <c:pt idx="6544">
                        <c:v>6544</c:v>
                      </c:pt>
                      <c:pt idx="6545">
                        <c:v>6545</c:v>
                      </c:pt>
                      <c:pt idx="6546">
                        <c:v>6546</c:v>
                      </c:pt>
                      <c:pt idx="6547">
                        <c:v>6547</c:v>
                      </c:pt>
                      <c:pt idx="6548">
                        <c:v>6548</c:v>
                      </c:pt>
                      <c:pt idx="6549">
                        <c:v>6549</c:v>
                      </c:pt>
                      <c:pt idx="6550">
                        <c:v>6550</c:v>
                      </c:pt>
                      <c:pt idx="6551">
                        <c:v>6551</c:v>
                      </c:pt>
                      <c:pt idx="6552">
                        <c:v>6552</c:v>
                      </c:pt>
                      <c:pt idx="6553">
                        <c:v>6553</c:v>
                      </c:pt>
                      <c:pt idx="6554">
                        <c:v>6554</c:v>
                      </c:pt>
                      <c:pt idx="6555">
                        <c:v>6555</c:v>
                      </c:pt>
                      <c:pt idx="6556">
                        <c:v>6556</c:v>
                      </c:pt>
                      <c:pt idx="6557">
                        <c:v>6557</c:v>
                      </c:pt>
                      <c:pt idx="6558">
                        <c:v>6558</c:v>
                      </c:pt>
                      <c:pt idx="6559">
                        <c:v>6559</c:v>
                      </c:pt>
                      <c:pt idx="6560">
                        <c:v>6560</c:v>
                      </c:pt>
                      <c:pt idx="6561">
                        <c:v>6561</c:v>
                      </c:pt>
                      <c:pt idx="6562">
                        <c:v>6562</c:v>
                      </c:pt>
                      <c:pt idx="6563">
                        <c:v>6563</c:v>
                      </c:pt>
                      <c:pt idx="6564">
                        <c:v>6564</c:v>
                      </c:pt>
                      <c:pt idx="6565">
                        <c:v>6565</c:v>
                      </c:pt>
                      <c:pt idx="6566">
                        <c:v>6566</c:v>
                      </c:pt>
                      <c:pt idx="6567">
                        <c:v>6567</c:v>
                      </c:pt>
                      <c:pt idx="6568">
                        <c:v>6568</c:v>
                      </c:pt>
                      <c:pt idx="6569">
                        <c:v>6569</c:v>
                      </c:pt>
                      <c:pt idx="6570">
                        <c:v>6570</c:v>
                      </c:pt>
                      <c:pt idx="6571">
                        <c:v>6571</c:v>
                      </c:pt>
                      <c:pt idx="6572">
                        <c:v>6572</c:v>
                      </c:pt>
                      <c:pt idx="6573">
                        <c:v>6573</c:v>
                      </c:pt>
                      <c:pt idx="6574">
                        <c:v>6574</c:v>
                      </c:pt>
                      <c:pt idx="6575">
                        <c:v>6575</c:v>
                      </c:pt>
                      <c:pt idx="6576">
                        <c:v>6576</c:v>
                      </c:pt>
                      <c:pt idx="6577">
                        <c:v>6577</c:v>
                      </c:pt>
                      <c:pt idx="6578">
                        <c:v>6578</c:v>
                      </c:pt>
                      <c:pt idx="6579">
                        <c:v>6579</c:v>
                      </c:pt>
                      <c:pt idx="6580">
                        <c:v>6580</c:v>
                      </c:pt>
                      <c:pt idx="6581">
                        <c:v>6581</c:v>
                      </c:pt>
                      <c:pt idx="6582">
                        <c:v>6582</c:v>
                      </c:pt>
                      <c:pt idx="6583">
                        <c:v>6583</c:v>
                      </c:pt>
                      <c:pt idx="6584">
                        <c:v>6584</c:v>
                      </c:pt>
                      <c:pt idx="6585">
                        <c:v>6585</c:v>
                      </c:pt>
                      <c:pt idx="6586">
                        <c:v>6586</c:v>
                      </c:pt>
                      <c:pt idx="6587">
                        <c:v>6587</c:v>
                      </c:pt>
                      <c:pt idx="6588">
                        <c:v>6588</c:v>
                      </c:pt>
                      <c:pt idx="6589">
                        <c:v>6589</c:v>
                      </c:pt>
                      <c:pt idx="6590">
                        <c:v>6590</c:v>
                      </c:pt>
                      <c:pt idx="6591">
                        <c:v>6591</c:v>
                      </c:pt>
                      <c:pt idx="6592">
                        <c:v>6592</c:v>
                      </c:pt>
                      <c:pt idx="6593">
                        <c:v>6593</c:v>
                      </c:pt>
                      <c:pt idx="6594">
                        <c:v>6594</c:v>
                      </c:pt>
                      <c:pt idx="6595">
                        <c:v>6595</c:v>
                      </c:pt>
                      <c:pt idx="6596">
                        <c:v>6596</c:v>
                      </c:pt>
                      <c:pt idx="6597">
                        <c:v>6597</c:v>
                      </c:pt>
                      <c:pt idx="6598">
                        <c:v>6598</c:v>
                      </c:pt>
                      <c:pt idx="6599">
                        <c:v>6599</c:v>
                      </c:pt>
                      <c:pt idx="6600">
                        <c:v>6600</c:v>
                      </c:pt>
                      <c:pt idx="6601">
                        <c:v>6601</c:v>
                      </c:pt>
                      <c:pt idx="6602">
                        <c:v>6602</c:v>
                      </c:pt>
                      <c:pt idx="6603">
                        <c:v>6603</c:v>
                      </c:pt>
                      <c:pt idx="6604">
                        <c:v>6604</c:v>
                      </c:pt>
                      <c:pt idx="6605">
                        <c:v>6605</c:v>
                      </c:pt>
                      <c:pt idx="6606">
                        <c:v>6606</c:v>
                      </c:pt>
                      <c:pt idx="6607">
                        <c:v>6607</c:v>
                      </c:pt>
                      <c:pt idx="6608">
                        <c:v>6608</c:v>
                      </c:pt>
                      <c:pt idx="6609">
                        <c:v>6609</c:v>
                      </c:pt>
                      <c:pt idx="6610">
                        <c:v>6610</c:v>
                      </c:pt>
                      <c:pt idx="6611">
                        <c:v>6611</c:v>
                      </c:pt>
                      <c:pt idx="6612">
                        <c:v>6612</c:v>
                      </c:pt>
                      <c:pt idx="6613">
                        <c:v>6613</c:v>
                      </c:pt>
                      <c:pt idx="6614">
                        <c:v>6614</c:v>
                      </c:pt>
                      <c:pt idx="6615">
                        <c:v>6615</c:v>
                      </c:pt>
                      <c:pt idx="6616">
                        <c:v>6616</c:v>
                      </c:pt>
                      <c:pt idx="6617">
                        <c:v>6617</c:v>
                      </c:pt>
                      <c:pt idx="6618">
                        <c:v>6618</c:v>
                      </c:pt>
                      <c:pt idx="6619">
                        <c:v>6619</c:v>
                      </c:pt>
                      <c:pt idx="6620">
                        <c:v>6620</c:v>
                      </c:pt>
                      <c:pt idx="6621">
                        <c:v>6621</c:v>
                      </c:pt>
                      <c:pt idx="6622">
                        <c:v>6622</c:v>
                      </c:pt>
                      <c:pt idx="6623">
                        <c:v>6623</c:v>
                      </c:pt>
                      <c:pt idx="6624">
                        <c:v>6624</c:v>
                      </c:pt>
                      <c:pt idx="6625">
                        <c:v>6625</c:v>
                      </c:pt>
                      <c:pt idx="6626">
                        <c:v>6626</c:v>
                      </c:pt>
                      <c:pt idx="6627">
                        <c:v>6627</c:v>
                      </c:pt>
                      <c:pt idx="6628">
                        <c:v>6628</c:v>
                      </c:pt>
                      <c:pt idx="6629">
                        <c:v>6629</c:v>
                      </c:pt>
                      <c:pt idx="6630">
                        <c:v>6630</c:v>
                      </c:pt>
                      <c:pt idx="6631">
                        <c:v>6631</c:v>
                      </c:pt>
                      <c:pt idx="6632">
                        <c:v>6632</c:v>
                      </c:pt>
                      <c:pt idx="6633">
                        <c:v>6633</c:v>
                      </c:pt>
                      <c:pt idx="6634">
                        <c:v>6634</c:v>
                      </c:pt>
                      <c:pt idx="6635">
                        <c:v>6635</c:v>
                      </c:pt>
                      <c:pt idx="6636">
                        <c:v>6636</c:v>
                      </c:pt>
                      <c:pt idx="6637">
                        <c:v>6637</c:v>
                      </c:pt>
                      <c:pt idx="6638">
                        <c:v>6638</c:v>
                      </c:pt>
                      <c:pt idx="6639">
                        <c:v>6639</c:v>
                      </c:pt>
                      <c:pt idx="6640">
                        <c:v>6640</c:v>
                      </c:pt>
                      <c:pt idx="6641">
                        <c:v>6641</c:v>
                      </c:pt>
                      <c:pt idx="6642">
                        <c:v>6642</c:v>
                      </c:pt>
                      <c:pt idx="6643">
                        <c:v>6643</c:v>
                      </c:pt>
                      <c:pt idx="6644">
                        <c:v>6644</c:v>
                      </c:pt>
                      <c:pt idx="6645">
                        <c:v>6645</c:v>
                      </c:pt>
                      <c:pt idx="6646">
                        <c:v>6646</c:v>
                      </c:pt>
                      <c:pt idx="6647">
                        <c:v>6647</c:v>
                      </c:pt>
                      <c:pt idx="6648">
                        <c:v>6648</c:v>
                      </c:pt>
                      <c:pt idx="6649">
                        <c:v>6649</c:v>
                      </c:pt>
                      <c:pt idx="6650">
                        <c:v>6650</c:v>
                      </c:pt>
                      <c:pt idx="6651">
                        <c:v>6651</c:v>
                      </c:pt>
                      <c:pt idx="6652">
                        <c:v>6652</c:v>
                      </c:pt>
                      <c:pt idx="6653">
                        <c:v>6653</c:v>
                      </c:pt>
                      <c:pt idx="6654">
                        <c:v>6654</c:v>
                      </c:pt>
                      <c:pt idx="6655">
                        <c:v>6655</c:v>
                      </c:pt>
                      <c:pt idx="6656">
                        <c:v>6656</c:v>
                      </c:pt>
                      <c:pt idx="6657">
                        <c:v>6657</c:v>
                      </c:pt>
                      <c:pt idx="6658">
                        <c:v>6658</c:v>
                      </c:pt>
                      <c:pt idx="6659">
                        <c:v>6659</c:v>
                      </c:pt>
                      <c:pt idx="6660">
                        <c:v>6660</c:v>
                      </c:pt>
                      <c:pt idx="6661">
                        <c:v>6661</c:v>
                      </c:pt>
                      <c:pt idx="6662">
                        <c:v>6662</c:v>
                      </c:pt>
                      <c:pt idx="6663">
                        <c:v>6663</c:v>
                      </c:pt>
                      <c:pt idx="6664">
                        <c:v>6664</c:v>
                      </c:pt>
                      <c:pt idx="6665">
                        <c:v>6665</c:v>
                      </c:pt>
                      <c:pt idx="6666">
                        <c:v>6666</c:v>
                      </c:pt>
                      <c:pt idx="6667">
                        <c:v>6667</c:v>
                      </c:pt>
                      <c:pt idx="6668">
                        <c:v>6668</c:v>
                      </c:pt>
                      <c:pt idx="6669">
                        <c:v>6669</c:v>
                      </c:pt>
                      <c:pt idx="6670">
                        <c:v>6670</c:v>
                      </c:pt>
                      <c:pt idx="6671">
                        <c:v>6671</c:v>
                      </c:pt>
                      <c:pt idx="6672">
                        <c:v>6672</c:v>
                      </c:pt>
                      <c:pt idx="6673">
                        <c:v>6673</c:v>
                      </c:pt>
                      <c:pt idx="6674">
                        <c:v>6674</c:v>
                      </c:pt>
                      <c:pt idx="6675">
                        <c:v>6675</c:v>
                      </c:pt>
                      <c:pt idx="6676">
                        <c:v>6676</c:v>
                      </c:pt>
                      <c:pt idx="6677">
                        <c:v>6677</c:v>
                      </c:pt>
                      <c:pt idx="6678">
                        <c:v>6678</c:v>
                      </c:pt>
                      <c:pt idx="6679">
                        <c:v>6679</c:v>
                      </c:pt>
                      <c:pt idx="6680">
                        <c:v>6680</c:v>
                      </c:pt>
                      <c:pt idx="6681">
                        <c:v>6681</c:v>
                      </c:pt>
                      <c:pt idx="6682">
                        <c:v>6682</c:v>
                      </c:pt>
                      <c:pt idx="6683">
                        <c:v>6683</c:v>
                      </c:pt>
                      <c:pt idx="6684">
                        <c:v>6684</c:v>
                      </c:pt>
                      <c:pt idx="6685">
                        <c:v>6685</c:v>
                      </c:pt>
                      <c:pt idx="6686">
                        <c:v>6686</c:v>
                      </c:pt>
                      <c:pt idx="6687">
                        <c:v>6687</c:v>
                      </c:pt>
                      <c:pt idx="6688">
                        <c:v>6688</c:v>
                      </c:pt>
                      <c:pt idx="6689">
                        <c:v>6689</c:v>
                      </c:pt>
                      <c:pt idx="6690">
                        <c:v>6690</c:v>
                      </c:pt>
                      <c:pt idx="6691">
                        <c:v>6691</c:v>
                      </c:pt>
                      <c:pt idx="6692">
                        <c:v>6692</c:v>
                      </c:pt>
                      <c:pt idx="6693">
                        <c:v>6693</c:v>
                      </c:pt>
                      <c:pt idx="6694">
                        <c:v>6694</c:v>
                      </c:pt>
                      <c:pt idx="6695">
                        <c:v>6695</c:v>
                      </c:pt>
                      <c:pt idx="6696">
                        <c:v>6696</c:v>
                      </c:pt>
                      <c:pt idx="6697">
                        <c:v>6697</c:v>
                      </c:pt>
                      <c:pt idx="6698">
                        <c:v>6698</c:v>
                      </c:pt>
                      <c:pt idx="6699">
                        <c:v>6699</c:v>
                      </c:pt>
                      <c:pt idx="6700">
                        <c:v>6700</c:v>
                      </c:pt>
                      <c:pt idx="6701">
                        <c:v>6701</c:v>
                      </c:pt>
                      <c:pt idx="6702">
                        <c:v>6702</c:v>
                      </c:pt>
                      <c:pt idx="6703">
                        <c:v>6703</c:v>
                      </c:pt>
                      <c:pt idx="6704">
                        <c:v>6704</c:v>
                      </c:pt>
                      <c:pt idx="6705">
                        <c:v>6705</c:v>
                      </c:pt>
                      <c:pt idx="6706">
                        <c:v>6706</c:v>
                      </c:pt>
                      <c:pt idx="6707">
                        <c:v>6707</c:v>
                      </c:pt>
                      <c:pt idx="6708">
                        <c:v>6708</c:v>
                      </c:pt>
                      <c:pt idx="6709">
                        <c:v>6709</c:v>
                      </c:pt>
                      <c:pt idx="6710">
                        <c:v>6710</c:v>
                      </c:pt>
                      <c:pt idx="6711">
                        <c:v>6711</c:v>
                      </c:pt>
                      <c:pt idx="6712">
                        <c:v>6712</c:v>
                      </c:pt>
                      <c:pt idx="6713">
                        <c:v>6713</c:v>
                      </c:pt>
                      <c:pt idx="6714">
                        <c:v>6714</c:v>
                      </c:pt>
                      <c:pt idx="6715">
                        <c:v>6715</c:v>
                      </c:pt>
                      <c:pt idx="6716">
                        <c:v>6716</c:v>
                      </c:pt>
                      <c:pt idx="6717">
                        <c:v>6717</c:v>
                      </c:pt>
                      <c:pt idx="6718">
                        <c:v>6718</c:v>
                      </c:pt>
                      <c:pt idx="6719">
                        <c:v>6719</c:v>
                      </c:pt>
                      <c:pt idx="6720">
                        <c:v>6720</c:v>
                      </c:pt>
                      <c:pt idx="6721">
                        <c:v>6721</c:v>
                      </c:pt>
                      <c:pt idx="6722">
                        <c:v>6722</c:v>
                      </c:pt>
                      <c:pt idx="6723">
                        <c:v>6723</c:v>
                      </c:pt>
                      <c:pt idx="6724">
                        <c:v>6724</c:v>
                      </c:pt>
                      <c:pt idx="6725">
                        <c:v>6725</c:v>
                      </c:pt>
                      <c:pt idx="6726">
                        <c:v>6726</c:v>
                      </c:pt>
                      <c:pt idx="6727">
                        <c:v>6727</c:v>
                      </c:pt>
                      <c:pt idx="6728">
                        <c:v>6728</c:v>
                      </c:pt>
                      <c:pt idx="6729">
                        <c:v>6729</c:v>
                      </c:pt>
                      <c:pt idx="6730">
                        <c:v>6730</c:v>
                      </c:pt>
                      <c:pt idx="6731">
                        <c:v>6731</c:v>
                      </c:pt>
                      <c:pt idx="6732">
                        <c:v>6732</c:v>
                      </c:pt>
                      <c:pt idx="6733">
                        <c:v>6733</c:v>
                      </c:pt>
                      <c:pt idx="6734">
                        <c:v>6734</c:v>
                      </c:pt>
                      <c:pt idx="6735">
                        <c:v>6735</c:v>
                      </c:pt>
                      <c:pt idx="6736">
                        <c:v>6736</c:v>
                      </c:pt>
                      <c:pt idx="6737">
                        <c:v>6737</c:v>
                      </c:pt>
                      <c:pt idx="6738">
                        <c:v>6738</c:v>
                      </c:pt>
                      <c:pt idx="6739">
                        <c:v>6739</c:v>
                      </c:pt>
                      <c:pt idx="6740">
                        <c:v>6740</c:v>
                      </c:pt>
                      <c:pt idx="6741">
                        <c:v>6741</c:v>
                      </c:pt>
                      <c:pt idx="6742">
                        <c:v>6742</c:v>
                      </c:pt>
                      <c:pt idx="6743">
                        <c:v>6743</c:v>
                      </c:pt>
                      <c:pt idx="6744">
                        <c:v>6744</c:v>
                      </c:pt>
                      <c:pt idx="6745">
                        <c:v>6745</c:v>
                      </c:pt>
                      <c:pt idx="6746">
                        <c:v>6746</c:v>
                      </c:pt>
                      <c:pt idx="6747">
                        <c:v>6747</c:v>
                      </c:pt>
                      <c:pt idx="6748">
                        <c:v>6748</c:v>
                      </c:pt>
                      <c:pt idx="6749">
                        <c:v>6749</c:v>
                      </c:pt>
                      <c:pt idx="6750">
                        <c:v>6750</c:v>
                      </c:pt>
                      <c:pt idx="6751">
                        <c:v>6751</c:v>
                      </c:pt>
                      <c:pt idx="6752">
                        <c:v>6752</c:v>
                      </c:pt>
                      <c:pt idx="6753">
                        <c:v>6753</c:v>
                      </c:pt>
                      <c:pt idx="6754">
                        <c:v>6754</c:v>
                      </c:pt>
                      <c:pt idx="6755">
                        <c:v>6755</c:v>
                      </c:pt>
                      <c:pt idx="6756">
                        <c:v>6756</c:v>
                      </c:pt>
                      <c:pt idx="6757">
                        <c:v>6757</c:v>
                      </c:pt>
                      <c:pt idx="6758">
                        <c:v>6758</c:v>
                      </c:pt>
                      <c:pt idx="6759">
                        <c:v>6759</c:v>
                      </c:pt>
                      <c:pt idx="6760">
                        <c:v>6760</c:v>
                      </c:pt>
                      <c:pt idx="6761">
                        <c:v>6761</c:v>
                      </c:pt>
                      <c:pt idx="6762">
                        <c:v>6762</c:v>
                      </c:pt>
                      <c:pt idx="6763">
                        <c:v>6763</c:v>
                      </c:pt>
                      <c:pt idx="6764">
                        <c:v>6764</c:v>
                      </c:pt>
                      <c:pt idx="6765">
                        <c:v>6765</c:v>
                      </c:pt>
                      <c:pt idx="6766">
                        <c:v>6766</c:v>
                      </c:pt>
                      <c:pt idx="6767">
                        <c:v>6767</c:v>
                      </c:pt>
                      <c:pt idx="6768">
                        <c:v>6768</c:v>
                      </c:pt>
                      <c:pt idx="6769">
                        <c:v>6769</c:v>
                      </c:pt>
                      <c:pt idx="6770">
                        <c:v>6770</c:v>
                      </c:pt>
                      <c:pt idx="6771">
                        <c:v>6771</c:v>
                      </c:pt>
                      <c:pt idx="6772">
                        <c:v>6772</c:v>
                      </c:pt>
                      <c:pt idx="6773">
                        <c:v>6773</c:v>
                      </c:pt>
                      <c:pt idx="6774">
                        <c:v>6774</c:v>
                      </c:pt>
                      <c:pt idx="6775">
                        <c:v>6775</c:v>
                      </c:pt>
                      <c:pt idx="6776">
                        <c:v>6776</c:v>
                      </c:pt>
                      <c:pt idx="6777">
                        <c:v>6777</c:v>
                      </c:pt>
                      <c:pt idx="6778">
                        <c:v>6778</c:v>
                      </c:pt>
                      <c:pt idx="6779">
                        <c:v>6779</c:v>
                      </c:pt>
                      <c:pt idx="6780">
                        <c:v>6780</c:v>
                      </c:pt>
                      <c:pt idx="6781">
                        <c:v>6781</c:v>
                      </c:pt>
                      <c:pt idx="6782">
                        <c:v>6782</c:v>
                      </c:pt>
                      <c:pt idx="6783">
                        <c:v>6783</c:v>
                      </c:pt>
                      <c:pt idx="6784">
                        <c:v>6784</c:v>
                      </c:pt>
                      <c:pt idx="6785">
                        <c:v>6785</c:v>
                      </c:pt>
                      <c:pt idx="6786">
                        <c:v>6786</c:v>
                      </c:pt>
                      <c:pt idx="6787">
                        <c:v>6787</c:v>
                      </c:pt>
                      <c:pt idx="6788">
                        <c:v>6788</c:v>
                      </c:pt>
                      <c:pt idx="6789">
                        <c:v>6789</c:v>
                      </c:pt>
                      <c:pt idx="6790">
                        <c:v>6790</c:v>
                      </c:pt>
                      <c:pt idx="6791">
                        <c:v>6791</c:v>
                      </c:pt>
                      <c:pt idx="6792">
                        <c:v>6792</c:v>
                      </c:pt>
                      <c:pt idx="6793">
                        <c:v>6793</c:v>
                      </c:pt>
                      <c:pt idx="6794">
                        <c:v>6794</c:v>
                      </c:pt>
                      <c:pt idx="6795">
                        <c:v>6795</c:v>
                      </c:pt>
                      <c:pt idx="6796">
                        <c:v>6796</c:v>
                      </c:pt>
                      <c:pt idx="6797">
                        <c:v>6797</c:v>
                      </c:pt>
                      <c:pt idx="6798">
                        <c:v>6798</c:v>
                      </c:pt>
                      <c:pt idx="6799">
                        <c:v>6799</c:v>
                      </c:pt>
                      <c:pt idx="6800">
                        <c:v>6800</c:v>
                      </c:pt>
                      <c:pt idx="6801">
                        <c:v>6801</c:v>
                      </c:pt>
                      <c:pt idx="6802">
                        <c:v>6802</c:v>
                      </c:pt>
                      <c:pt idx="6803">
                        <c:v>6803</c:v>
                      </c:pt>
                      <c:pt idx="6804">
                        <c:v>6804</c:v>
                      </c:pt>
                      <c:pt idx="6805">
                        <c:v>6805</c:v>
                      </c:pt>
                      <c:pt idx="6806">
                        <c:v>6806</c:v>
                      </c:pt>
                      <c:pt idx="6807">
                        <c:v>6807</c:v>
                      </c:pt>
                      <c:pt idx="6808">
                        <c:v>6808</c:v>
                      </c:pt>
                      <c:pt idx="6809">
                        <c:v>6809</c:v>
                      </c:pt>
                      <c:pt idx="6810">
                        <c:v>6810</c:v>
                      </c:pt>
                      <c:pt idx="6811">
                        <c:v>6811</c:v>
                      </c:pt>
                      <c:pt idx="6812">
                        <c:v>6812</c:v>
                      </c:pt>
                      <c:pt idx="6813">
                        <c:v>6813</c:v>
                      </c:pt>
                      <c:pt idx="6814">
                        <c:v>6814</c:v>
                      </c:pt>
                      <c:pt idx="6815">
                        <c:v>6815</c:v>
                      </c:pt>
                      <c:pt idx="6816">
                        <c:v>6816</c:v>
                      </c:pt>
                      <c:pt idx="6817">
                        <c:v>6817</c:v>
                      </c:pt>
                      <c:pt idx="6818">
                        <c:v>6818</c:v>
                      </c:pt>
                      <c:pt idx="6819">
                        <c:v>6819</c:v>
                      </c:pt>
                      <c:pt idx="6820">
                        <c:v>6820</c:v>
                      </c:pt>
                      <c:pt idx="6821">
                        <c:v>6821</c:v>
                      </c:pt>
                      <c:pt idx="6822">
                        <c:v>6822</c:v>
                      </c:pt>
                      <c:pt idx="6823">
                        <c:v>6823</c:v>
                      </c:pt>
                      <c:pt idx="6824">
                        <c:v>6824</c:v>
                      </c:pt>
                      <c:pt idx="6825">
                        <c:v>6825</c:v>
                      </c:pt>
                      <c:pt idx="6826">
                        <c:v>6826</c:v>
                      </c:pt>
                      <c:pt idx="6827">
                        <c:v>6827</c:v>
                      </c:pt>
                      <c:pt idx="6828">
                        <c:v>6828</c:v>
                      </c:pt>
                      <c:pt idx="6829">
                        <c:v>6829</c:v>
                      </c:pt>
                      <c:pt idx="6830">
                        <c:v>6830</c:v>
                      </c:pt>
                      <c:pt idx="6831">
                        <c:v>6831</c:v>
                      </c:pt>
                      <c:pt idx="6832">
                        <c:v>6832</c:v>
                      </c:pt>
                      <c:pt idx="6833">
                        <c:v>6833</c:v>
                      </c:pt>
                      <c:pt idx="6834">
                        <c:v>6834</c:v>
                      </c:pt>
                      <c:pt idx="6835">
                        <c:v>6835</c:v>
                      </c:pt>
                      <c:pt idx="6836">
                        <c:v>6836</c:v>
                      </c:pt>
                      <c:pt idx="6837">
                        <c:v>6837</c:v>
                      </c:pt>
                      <c:pt idx="6838">
                        <c:v>6838</c:v>
                      </c:pt>
                      <c:pt idx="6839">
                        <c:v>6839</c:v>
                      </c:pt>
                      <c:pt idx="6840">
                        <c:v>6840</c:v>
                      </c:pt>
                      <c:pt idx="6841">
                        <c:v>6841</c:v>
                      </c:pt>
                      <c:pt idx="6842">
                        <c:v>6842</c:v>
                      </c:pt>
                      <c:pt idx="6843">
                        <c:v>6843</c:v>
                      </c:pt>
                      <c:pt idx="6844">
                        <c:v>6844</c:v>
                      </c:pt>
                      <c:pt idx="6845">
                        <c:v>6845</c:v>
                      </c:pt>
                      <c:pt idx="6846">
                        <c:v>6846</c:v>
                      </c:pt>
                      <c:pt idx="6847">
                        <c:v>6847</c:v>
                      </c:pt>
                      <c:pt idx="6848">
                        <c:v>6848</c:v>
                      </c:pt>
                      <c:pt idx="6849">
                        <c:v>6849</c:v>
                      </c:pt>
                      <c:pt idx="6850">
                        <c:v>6850</c:v>
                      </c:pt>
                      <c:pt idx="6851">
                        <c:v>6851</c:v>
                      </c:pt>
                      <c:pt idx="6852">
                        <c:v>6852</c:v>
                      </c:pt>
                      <c:pt idx="6853">
                        <c:v>6853</c:v>
                      </c:pt>
                      <c:pt idx="6854">
                        <c:v>6854</c:v>
                      </c:pt>
                      <c:pt idx="6855">
                        <c:v>6855</c:v>
                      </c:pt>
                      <c:pt idx="6856">
                        <c:v>6856</c:v>
                      </c:pt>
                      <c:pt idx="6857">
                        <c:v>6857</c:v>
                      </c:pt>
                      <c:pt idx="6858">
                        <c:v>6858</c:v>
                      </c:pt>
                      <c:pt idx="6859">
                        <c:v>6859</c:v>
                      </c:pt>
                      <c:pt idx="6860">
                        <c:v>6860</c:v>
                      </c:pt>
                      <c:pt idx="6861">
                        <c:v>6861</c:v>
                      </c:pt>
                      <c:pt idx="6862">
                        <c:v>6862</c:v>
                      </c:pt>
                      <c:pt idx="6863">
                        <c:v>6863</c:v>
                      </c:pt>
                      <c:pt idx="6864">
                        <c:v>6864</c:v>
                      </c:pt>
                      <c:pt idx="6865">
                        <c:v>6865</c:v>
                      </c:pt>
                      <c:pt idx="6866">
                        <c:v>6866</c:v>
                      </c:pt>
                      <c:pt idx="6867">
                        <c:v>6867</c:v>
                      </c:pt>
                      <c:pt idx="6868">
                        <c:v>6868</c:v>
                      </c:pt>
                      <c:pt idx="6869">
                        <c:v>6869</c:v>
                      </c:pt>
                      <c:pt idx="6870">
                        <c:v>6870</c:v>
                      </c:pt>
                      <c:pt idx="6871">
                        <c:v>6871</c:v>
                      </c:pt>
                      <c:pt idx="6872">
                        <c:v>6872</c:v>
                      </c:pt>
                      <c:pt idx="6873">
                        <c:v>6873</c:v>
                      </c:pt>
                      <c:pt idx="6874">
                        <c:v>6874</c:v>
                      </c:pt>
                      <c:pt idx="6875">
                        <c:v>6875</c:v>
                      </c:pt>
                      <c:pt idx="6876">
                        <c:v>6876</c:v>
                      </c:pt>
                      <c:pt idx="6877">
                        <c:v>6877</c:v>
                      </c:pt>
                      <c:pt idx="6878">
                        <c:v>6878</c:v>
                      </c:pt>
                      <c:pt idx="6879">
                        <c:v>6879</c:v>
                      </c:pt>
                      <c:pt idx="6880">
                        <c:v>6880</c:v>
                      </c:pt>
                      <c:pt idx="6881">
                        <c:v>6881</c:v>
                      </c:pt>
                      <c:pt idx="6882">
                        <c:v>6882</c:v>
                      </c:pt>
                      <c:pt idx="6883">
                        <c:v>6883</c:v>
                      </c:pt>
                      <c:pt idx="6884">
                        <c:v>6884</c:v>
                      </c:pt>
                      <c:pt idx="6885">
                        <c:v>6885</c:v>
                      </c:pt>
                      <c:pt idx="6886">
                        <c:v>6886</c:v>
                      </c:pt>
                      <c:pt idx="6887">
                        <c:v>6887</c:v>
                      </c:pt>
                      <c:pt idx="6888">
                        <c:v>6888</c:v>
                      </c:pt>
                      <c:pt idx="6889">
                        <c:v>6889</c:v>
                      </c:pt>
                      <c:pt idx="6890">
                        <c:v>6890</c:v>
                      </c:pt>
                      <c:pt idx="6891">
                        <c:v>6891</c:v>
                      </c:pt>
                      <c:pt idx="6892">
                        <c:v>6892</c:v>
                      </c:pt>
                      <c:pt idx="6893">
                        <c:v>6893</c:v>
                      </c:pt>
                      <c:pt idx="6894">
                        <c:v>6894</c:v>
                      </c:pt>
                      <c:pt idx="6895">
                        <c:v>6895</c:v>
                      </c:pt>
                      <c:pt idx="6896">
                        <c:v>6896</c:v>
                      </c:pt>
                      <c:pt idx="6897">
                        <c:v>6897</c:v>
                      </c:pt>
                      <c:pt idx="6898">
                        <c:v>6898</c:v>
                      </c:pt>
                      <c:pt idx="6899">
                        <c:v>6899</c:v>
                      </c:pt>
                      <c:pt idx="6900">
                        <c:v>6900</c:v>
                      </c:pt>
                      <c:pt idx="6901">
                        <c:v>6901</c:v>
                      </c:pt>
                      <c:pt idx="6902">
                        <c:v>6902</c:v>
                      </c:pt>
                      <c:pt idx="6903">
                        <c:v>6903</c:v>
                      </c:pt>
                      <c:pt idx="6904">
                        <c:v>6904</c:v>
                      </c:pt>
                      <c:pt idx="6905">
                        <c:v>6905</c:v>
                      </c:pt>
                      <c:pt idx="6906">
                        <c:v>6906</c:v>
                      </c:pt>
                      <c:pt idx="6907">
                        <c:v>6907</c:v>
                      </c:pt>
                      <c:pt idx="6908">
                        <c:v>6908</c:v>
                      </c:pt>
                      <c:pt idx="6909">
                        <c:v>6909</c:v>
                      </c:pt>
                      <c:pt idx="6910">
                        <c:v>6910</c:v>
                      </c:pt>
                      <c:pt idx="6911">
                        <c:v>6911</c:v>
                      </c:pt>
                      <c:pt idx="6912">
                        <c:v>6912</c:v>
                      </c:pt>
                      <c:pt idx="6913">
                        <c:v>6913</c:v>
                      </c:pt>
                      <c:pt idx="6914">
                        <c:v>6914</c:v>
                      </c:pt>
                      <c:pt idx="6915">
                        <c:v>6915</c:v>
                      </c:pt>
                      <c:pt idx="6916">
                        <c:v>6916</c:v>
                      </c:pt>
                      <c:pt idx="6917">
                        <c:v>6917</c:v>
                      </c:pt>
                      <c:pt idx="6918">
                        <c:v>6918</c:v>
                      </c:pt>
                      <c:pt idx="6919">
                        <c:v>6919</c:v>
                      </c:pt>
                      <c:pt idx="6920">
                        <c:v>6920</c:v>
                      </c:pt>
                      <c:pt idx="6921">
                        <c:v>6921</c:v>
                      </c:pt>
                      <c:pt idx="6922">
                        <c:v>6922</c:v>
                      </c:pt>
                      <c:pt idx="6923">
                        <c:v>6923</c:v>
                      </c:pt>
                      <c:pt idx="6924">
                        <c:v>6924</c:v>
                      </c:pt>
                      <c:pt idx="6925">
                        <c:v>6925</c:v>
                      </c:pt>
                      <c:pt idx="6926">
                        <c:v>6926</c:v>
                      </c:pt>
                      <c:pt idx="6927">
                        <c:v>6927</c:v>
                      </c:pt>
                      <c:pt idx="6928">
                        <c:v>6928</c:v>
                      </c:pt>
                      <c:pt idx="6929">
                        <c:v>6929</c:v>
                      </c:pt>
                      <c:pt idx="6930">
                        <c:v>6930</c:v>
                      </c:pt>
                      <c:pt idx="6931">
                        <c:v>6931</c:v>
                      </c:pt>
                      <c:pt idx="6932">
                        <c:v>6932</c:v>
                      </c:pt>
                      <c:pt idx="6933">
                        <c:v>6933</c:v>
                      </c:pt>
                      <c:pt idx="6934">
                        <c:v>6934</c:v>
                      </c:pt>
                      <c:pt idx="6935">
                        <c:v>6935</c:v>
                      </c:pt>
                      <c:pt idx="6936">
                        <c:v>6936</c:v>
                      </c:pt>
                      <c:pt idx="6937">
                        <c:v>6937</c:v>
                      </c:pt>
                      <c:pt idx="6938">
                        <c:v>6938</c:v>
                      </c:pt>
                      <c:pt idx="6939">
                        <c:v>6939</c:v>
                      </c:pt>
                      <c:pt idx="6940">
                        <c:v>6940</c:v>
                      </c:pt>
                      <c:pt idx="6941">
                        <c:v>6941</c:v>
                      </c:pt>
                      <c:pt idx="6942">
                        <c:v>6942</c:v>
                      </c:pt>
                      <c:pt idx="6943">
                        <c:v>6943</c:v>
                      </c:pt>
                      <c:pt idx="6944">
                        <c:v>6944</c:v>
                      </c:pt>
                      <c:pt idx="6945">
                        <c:v>6945</c:v>
                      </c:pt>
                      <c:pt idx="6946">
                        <c:v>6946</c:v>
                      </c:pt>
                      <c:pt idx="6947">
                        <c:v>6947</c:v>
                      </c:pt>
                      <c:pt idx="6948">
                        <c:v>6948</c:v>
                      </c:pt>
                      <c:pt idx="6949">
                        <c:v>6949</c:v>
                      </c:pt>
                      <c:pt idx="6950">
                        <c:v>6950</c:v>
                      </c:pt>
                      <c:pt idx="6951">
                        <c:v>6951</c:v>
                      </c:pt>
                      <c:pt idx="6952">
                        <c:v>6952</c:v>
                      </c:pt>
                      <c:pt idx="6953">
                        <c:v>6953</c:v>
                      </c:pt>
                      <c:pt idx="6954">
                        <c:v>6954</c:v>
                      </c:pt>
                      <c:pt idx="6955">
                        <c:v>6955</c:v>
                      </c:pt>
                      <c:pt idx="6956">
                        <c:v>6956</c:v>
                      </c:pt>
                      <c:pt idx="6957">
                        <c:v>6957</c:v>
                      </c:pt>
                      <c:pt idx="6958">
                        <c:v>6958</c:v>
                      </c:pt>
                      <c:pt idx="6959">
                        <c:v>6959</c:v>
                      </c:pt>
                      <c:pt idx="6960">
                        <c:v>6960</c:v>
                      </c:pt>
                      <c:pt idx="6961">
                        <c:v>6961</c:v>
                      </c:pt>
                      <c:pt idx="6962">
                        <c:v>6962</c:v>
                      </c:pt>
                      <c:pt idx="6963">
                        <c:v>6963</c:v>
                      </c:pt>
                      <c:pt idx="6964">
                        <c:v>6964</c:v>
                      </c:pt>
                      <c:pt idx="6965">
                        <c:v>6965</c:v>
                      </c:pt>
                      <c:pt idx="6966">
                        <c:v>6966</c:v>
                      </c:pt>
                      <c:pt idx="6967">
                        <c:v>6967</c:v>
                      </c:pt>
                      <c:pt idx="6968">
                        <c:v>6968</c:v>
                      </c:pt>
                      <c:pt idx="6969">
                        <c:v>6969</c:v>
                      </c:pt>
                      <c:pt idx="6970">
                        <c:v>6970</c:v>
                      </c:pt>
                      <c:pt idx="6971">
                        <c:v>6971</c:v>
                      </c:pt>
                      <c:pt idx="6972">
                        <c:v>6972</c:v>
                      </c:pt>
                      <c:pt idx="6973">
                        <c:v>6973</c:v>
                      </c:pt>
                      <c:pt idx="6974">
                        <c:v>6974</c:v>
                      </c:pt>
                      <c:pt idx="6975">
                        <c:v>6975</c:v>
                      </c:pt>
                      <c:pt idx="6976">
                        <c:v>6976</c:v>
                      </c:pt>
                      <c:pt idx="6977">
                        <c:v>6977</c:v>
                      </c:pt>
                      <c:pt idx="6978">
                        <c:v>6978</c:v>
                      </c:pt>
                      <c:pt idx="6979">
                        <c:v>6979</c:v>
                      </c:pt>
                      <c:pt idx="6980">
                        <c:v>6980</c:v>
                      </c:pt>
                      <c:pt idx="6981">
                        <c:v>6981</c:v>
                      </c:pt>
                      <c:pt idx="6982">
                        <c:v>6982</c:v>
                      </c:pt>
                      <c:pt idx="6983">
                        <c:v>6983</c:v>
                      </c:pt>
                      <c:pt idx="6984">
                        <c:v>6984</c:v>
                      </c:pt>
                      <c:pt idx="6985">
                        <c:v>6985</c:v>
                      </c:pt>
                      <c:pt idx="6986">
                        <c:v>6986</c:v>
                      </c:pt>
                      <c:pt idx="6987">
                        <c:v>6987</c:v>
                      </c:pt>
                      <c:pt idx="6988">
                        <c:v>6988</c:v>
                      </c:pt>
                      <c:pt idx="6989">
                        <c:v>6989</c:v>
                      </c:pt>
                      <c:pt idx="6990">
                        <c:v>6990</c:v>
                      </c:pt>
                      <c:pt idx="6991">
                        <c:v>6991</c:v>
                      </c:pt>
                      <c:pt idx="6992">
                        <c:v>6992</c:v>
                      </c:pt>
                      <c:pt idx="6993">
                        <c:v>6993</c:v>
                      </c:pt>
                      <c:pt idx="6994">
                        <c:v>6994</c:v>
                      </c:pt>
                      <c:pt idx="6995">
                        <c:v>6995</c:v>
                      </c:pt>
                      <c:pt idx="6996">
                        <c:v>6996</c:v>
                      </c:pt>
                      <c:pt idx="6997">
                        <c:v>6997</c:v>
                      </c:pt>
                      <c:pt idx="6998">
                        <c:v>6998</c:v>
                      </c:pt>
                      <c:pt idx="6999">
                        <c:v>6999</c:v>
                      </c:pt>
                      <c:pt idx="7000">
                        <c:v>7000</c:v>
                      </c:pt>
                      <c:pt idx="7001">
                        <c:v>7001</c:v>
                      </c:pt>
                      <c:pt idx="7002">
                        <c:v>7002</c:v>
                      </c:pt>
                      <c:pt idx="7003">
                        <c:v>7003</c:v>
                      </c:pt>
                      <c:pt idx="7004">
                        <c:v>7004</c:v>
                      </c:pt>
                      <c:pt idx="7005">
                        <c:v>7005</c:v>
                      </c:pt>
                      <c:pt idx="7006">
                        <c:v>7006</c:v>
                      </c:pt>
                      <c:pt idx="7007">
                        <c:v>7007</c:v>
                      </c:pt>
                      <c:pt idx="7008">
                        <c:v>7008</c:v>
                      </c:pt>
                      <c:pt idx="7009">
                        <c:v>7009</c:v>
                      </c:pt>
                      <c:pt idx="7010">
                        <c:v>7010</c:v>
                      </c:pt>
                      <c:pt idx="7011">
                        <c:v>7011</c:v>
                      </c:pt>
                      <c:pt idx="7012">
                        <c:v>7012</c:v>
                      </c:pt>
                      <c:pt idx="7013">
                        <c:v>7013</c:v>
                      </c:pt>
                      <c:pt idx="7014">
                        <c:v>7014</c:v>
                      </c:pt>
                      <c:pt idx="7015">
                        <c:v>7015</c:v>
                      </c:pt>
                      <c:pt idx="7016">
                        <c:v>7016</c:v>
                      </c:pt>
                      <c:pt idx="7017">
                        <c:v>7017</c:v>
                      </c:pt>
                      <c:pt idx="7018">
                        <c:v>7018</c:v>
                      </c:pt>
                      <c:pt idx="7019">
                        <c:v>7019</c:v>
                      </c:pt>
                      <c:pt idx="7020">
                        <c:v>7020</c:v>
                      </c:pt>
                      <c:pt idx="7021">
                        <c:v>7021</c:v>
                      </c:pt>
                      <c:pt idx="7022">
                        <c:v>7022</c:v>
                      </c:pt>
                      <c:pt idx="7023">
                        <c:v>7023</c:v>
                      </c:pt>
                      <c:pt idx="7024">
                        <c:v>7024</c:v>
                      </c:pt>
                      <c:pt idx="7025">
                        <c:v>7025</c:v>
                      </c:pt>
                      <c:pt idx="7026">
                        <c:v>7026</c:v>
                      </c:pt>
                      <c:pt idx="7027">
                        <c:v>7027</c:v>
                      </c:pt>
                      <c:pt idx="7028">
                        <c:v>7028</c:v>
                      </c:pt>
                      <c:pt idx="7029">
                        <c:v>7029</c:v>
                      </c:pt>
                      <c:pt idx="7030">
                        <c:v>7030</c:v>
                      </c:pt>
                      <c:pt idx="7031">
                        <c:v>7031</c:v>
                      </c:pt>
                      <c:pt idx="7032">
                        <c:v>7032</c:v>
                      </c:pt>
                      <c:pt idx="7033">
                        <c:v>7033</c:v>
                      </c:pt>
                      <c:pt idx="7034">
                        <c:v>7034</c:v>
                      </c:pt>
                      <c:pt idx="7035">
                        <c:v>7035</c:v>
                      </c:pt>
                      <c:pt idx="7036">
                        <c:v>7036</c:v>
                      </c:pt>
                      <c:pt idx="7037">
                        <c:v>7037</c:v>
                      </c:pt>
                      <c:pt idx="7038">
                        <c:v>7038</c:v>
                      </c:pt>
                      <c:pt idx="7039">
                        <c:v>7039</c:v>
                      </c:pt>
                      <c:pt idx="7040">
                        <c:v>7040</c:v>
                      </c:pt>
                      <c:pt idx="7041">
                        <c:v>7041</c:v>
                      </c:pt>
                      <c:pt idx="7042">
                        <c:v>7042</c:v>
                      </c:pt>
                      <c:pt idx="7043">
                        <c:v>7043</c:v>
                      </c:pt>
                      <c:pt idx="7044">
                        <c:v>7044</c:v>
                      </c:pt>
                      <c:pt idx="7045">
                        <c:v>7045</c:v>
                      </c:pt>
                      <c:pt idx="7046">
                        <c:v>7046</c:v>
                      </c:pt>
                      <c:pt idx="7047">
                        <c:v>7047</c:v>
                      </c:pt>
                      <c:pt idx="7048">
                        <c:v>7048</c:v>
                      </c:pt>
                      <c:pt idx="7049">
                        <c:v>7049</c:v>
                      </c:pt>
                      <c:pt idx="7050">
                        <c:v>7050</c:v>
                      </c:pt>
                      <c:pt idx="7051">
                        <c:v>7051</c:v>
                      </c:pt>
                      <c:pt idx="7052">
                        <c:v>7052</c:v>
                      </c:pt>
                      <c:pt idx="7053">
                        <c:v>7053</c:v>
                      </c:pt>
                      <c:pt idx="7054">
                        <c:v>7054</c:v>
                      </c:pt>
                      <c:pt idx="7055">
                        <c:v>7055</c:v>
                      </c:pt>
                      <c:pt idx="7056">
                        <c:v>7056</c:v>
                      </c:pt>
                      <c:pt idx="7057">
                        <c:v>7057</c:v>
                      </c:pt>
                      <c:pt idx="7058">
                        <c:v>7058</c:v>
                      </c:pt>
                      <c:pt idx="7059">
                        <c:v>7059</c:v>
                      </c:pt>
                      <c:pt idx="7060">
                        <c:v>7060</c:v>
                      </c:pt>
                      <c:pt idx="7061">
                        <c:v>7061</c:v>
                      </c:pt>
                      <c:pt idx="7062">
                        <c:v>7062</c:v>
                      </c:pt>
                      <c:pt idx="7063">
                        <c:v>7063</c:v>
                      </c:pt>
                      <c:pt idx="7064">
                        <c:v>7064</c:v>
                      </c:pt>
                      <c:pt idx="7065">
                        <c:v>7065</c:v>
                      </c:pt>
                      <c:pt idx="7066">
                        <c:v>7066</c:v>
                      </c:pt>
                      <c:pt idx="7067">
                        <c:v>7067</c:v>
                      </c:pt>
                      <c:pt idx="7068">
                        <c:v>7068</c:v>
                      </c:pt>
                      <c:pt idx="7069">
                        <c:v>7069</c:v>
                      </c:pt>
                      <c:pt idx="7070">
                        <c:v>7070</c:v>
                      </c:pt>
                      <c:pt idx="7071">
                        <c:v>7071</c:v>
                      </c:pt>
                      <c:pt idx="7072">
                        <c:v>7072</c:v>
                      </c:pt>
                      <c:pt idx="7073">
                        <c:v>7073</c:v>
                      </c:pt>
                      <c:pt idx="7074">
                        <c:v>7074</c:v>
                      </c:pt>
                      <c:pt idx="7075">
                        <c:v>7075</c:v>
                      </c:pt>
                      <c:pt idx="7076">
                        <c:v>7076</c:v>
                      </c:pt>
                      <c:pt idx="7077">
                        <c:v>7077</c:v>
                      </c:pt>
                      <c:pt idx="7078">
                        <c:v>7078</c:v>
                      </c:pt>
                      <c:pt idx="7079">
                        <c:v>7079</c:v>
                      </c:pt>
                      <c:pt idx="7080">
                        <c:v>7080</c:v>
                      </c:pt>
                      <c:pt idx="7081">
                        <c:v>7081</c:v>
                      </c:pt>
                      <c:pt idx="7082">
                        <c:v>7082</c:v>
                      </c:pt>
                      <c:pt idx="7083">
                        <c:v>7083</c:v>
                      </c:pt>
                      <c:pt idx="7084">
                        <c:v>7084</c:v>
                      </c:pt>
                      <c:pt idx="7085">
                        <c:v>7085</c:v>
                      </c:pt>
                      <c:pt idx="7086">
                        <c:v>7086</c:v>
                      </c:pt>
                      <c:pt idx="7087">
                        <c:v>7087</c:v>
                      </c:pt>
                      <c:pt idx="7088">
                        <c:v>7088</c:v>
                      </c:pt>
                      <c:pt idx="7089">
                        <c:v>7089</c:v>
                      </c:pt>
                      <c:pt idx="7090">
                        <c:v>7090</c:v>
                      </c:pt>
                      <c:pt idx="7091">
                        <c:v>7091</c:v>
                      </c:pt>
                      <c:pt idx="7092">
                        <c:v>7092</c:v>
                      </c:pt>
                      <c:pt idx="7093">
                        <c:v>7093</c:v>
                      </c:pt>
                      <c:pt idx="7094">
                        <c:v>7094</c:v>
                      </c:pt>
                      <c:pt idx="7095">
                        <c:v>7095</c:v>
                      </c:pt>
                      <c:pt idx="7096">
                        <c:v>7096</c:v>
                      </c:pt>
                      <c:pt idx="7097">
                        <c:v>7097</c:v>
                      </c:pt>
                      <c:pt idx="7098">
                        <c:v>7098</c:v>
                      </c:pt>
                      <c:pt idx="7099">
                        <c:v>7099</c:v>
                      </c:pt>
                      <c:pt idx="7100">
                        <c:v>7100</c:v>
                      </c:pt>
                      <c:pt idx="7101">
                        <c:v>7101</c:v>
                      </c:pt>
                      <c:pt idx="7102">
                        <c:v>7102</c:v>
                      </c:pt>
                      <c:pt idx="7103">
                        <c:v>7103</c:v>
                      </c:pt>
                      <c:pt idx="7104">
                        <c:v>7104</c:v>
                      </c:pt>
                      <c:pt idx="7105">
                        <c:v>7105</c:v>
                      </c:pt>
                      <c:pt idx="7106">
                        <c:v>7106</c:v>
                      </c:pt>
                      <c:pt idx="7107">
                        <c:v>7107</c:v>
                      </c:pt>
                      <c:pt idx="7108">
                        <c:v>7108</c:v>
                      </c:pt>
                      <c:pt idx="7109">
                        <c:v>7109</c:v>
                      </c:pt>
                      <c:pt idx="7110">
                        <c:v>7110</c:v>
                      </c:pt>
                      <c:pt idx="7111">
                        <c:v>7111</c:v>
                      </c:pt>
                      <c:pt idx="7112">
                        <c:v>7112</c:v>
                      </c:pt>
                      <c:pt idx="7113">
                        <c:v>7113</c:v>
                      </c:pt>
                      <c:pt idx="7114">
                        <c:v>7114</c:v>
                      </c:pt>
                      <c:pt idx="7115">
                        <c:v>7115</c:v>
                      </c:pt>
                      <c:pt idx="7116">
                        <c:v>7116</c:v>
                      </c:pt>
                      <c:pt idx="7117">
                        <c:v>7117</c:v>
                      </c:pt>
                      <c:pt idx="7118">
                        <c:v>7118</c:v>
                      </c:pt>
                      <c:pt idx="7119">
                        <c:v>7119</c:v>
                      </c:pt>
                      <c:pt idx="7120">
                        <c:v>7120</c:v>
                      </c:pt>
                      <c:pt idx="7121">
                        <c:v>7121</c:v>
                      </c:pt>
                      <c:pt idx="7122">
                        <c:v>7122</c:v>
                      </c:pt>
                      <c:pt idx="7123">
                        <c:v>7123</c:v>
                      </c:pt>
                      <c:pt idx="7124">
                        <c:v>7124</c:v>
                      </c:pt>
                      <c:pt idx="7125">
                        <c:v>7125</c:v>
                      </c:pt>
                      <c:pt idx="7126">
                        <c:v>7126</c:v>
                      </c:pt>
                      <c:pt idx="7127">
                        <c:v>7127</c:v>
                      </c:pt>
                      <c:pt idx="7128">
                        <c:v>7128</c:v>
                      </c:pt>
                      <c:pt idx="7129">
                        <c:v>7129</c:v>
                      </c:pt>
                      <c:pt idx="7130">
                        <c:v>7130</c:v>
                      </c:pt>
                      <c:pt idx="7131">
                        <c:v>7131</c:v>
                      </c:pt>
                      <c:pt idx="7132">
                        <c:v>7132</c:v>
                      </c:pt>
                      <c:pt idx="7133">
                        <c:v>7133</c:v>
                      </c:pt>
                      <c:pt idx="7134">
                        <c:v>7134</c:v>
                      </c:pt>
                      <c:pt idx="7135">
                        <c:v>7135</c:v>
                      </c:pt>
                      <c:pt idx="7136">
                        <c:v>7136</c:v>
                      </c:pt>
                      <c:pt idx="7137">
                        <c:v>7137</c:v>
                      </c:pt>
                      <c:pt idx="7138">
                        <c:v>7138</c:v>
                      </c:pt>
                      <c:pt idx="7139">
                        <c:v>7139</c:v>
                      </c:pt>
                      <c:pt idx="7140">
                        <c:v>7140</c:v>
                      </c:pt>
                      <c:pt idx="7141">
                        <c:v>7141</c:v>
                      </c:pt>
                      <c:pt idx="7142">
                        <c:v>7142</c:v>
                      </c:pt>
                      <c:pt idx="7143">
                        <c:v>7143</c:v>
                      </c:pt>
                      <c:pt idx="7144">
                        <c:v>7144</c:v>
                      </c:pt>
                      <c:pt idx="7145">
                        <c:v>7145</c:v>
                      </c:pt>
                      <c:pt idx="7146">
                        <c:v>7146</c:v>
                      </c:pt>
                      <c:pt idx="7147">
                        <c:v>7147</c:v>
                      </c:pt>
                      <c:pt idx="7148">
                        <c:v>7148</c:v>
                      </c:pt>
                      <c:pt idx="7149">
                        <c:v>7149</c:v>
                      </c:pt>
                      <c:pt idx="7150">
                        <c:v>7150</c:v>
                      </c:pt>
                      <c:pt idx="7151">
                        <c:v>7151</c:v>
                      </c:pt>
                      <c:pt idx="7152">
                        <c:v>7152</c:v>
                      </c:pt>
                      <c:pt idx="7153">
                        <c:v>7153</c:v>
                      </c:pt>
                      <c:pt idx="7154">
                        <c:v>7154</c:v>
                      </c:pt>
                      <c:pt idx="7155">
                        <c:v>7155</c:v>
                      </c:pt>
                      <c:pt idx="7156">
                        <c:v>7156</c:v>
                      </c:pt>
                      <c:pt idx="7157">
                        <c:v>7157</c:v>
                      </c:pt>
                      <c:pt idx="7158">
                        <c:v>7158</c:v>
                      </c:pt>
                      <c:pt idx="7159">
                        <c:v>7159</c:v>
                      </c:pt>
                      <c:pt idx="7160">
                        <c:v>7160</c:v>
                      </c:pt>
                      <c:pt idx="7161">
                        <c:v>7161</c:v>
                      </c:pt>
                      <c:pt idx="7162">
                        <c:v>7162</c:v>
                      </c:pt>
                      <c:pt idx="7163">
                        <c:v>7163</c:v>
                      </c:pt>
                      <c:pt idx="7164">
                        <c:v>7164</c:v>
                      </c:pt>
                      <c:pt idx="7165">
                        <c:v>7165</c:v>
                      </c:pt>
                      <c:pt idx="7166">
                        <c:v>7166</c:v>
                      </c:pt>
                      <c:pt idx="7167">
                        <c:v>7167</c:v>
                      </c:pt>
                      <c:pt idx="7168">
                        <c:v>7168</c:v>
                      </c:pt>
                      <c:pt idx="7169">
                        <c:v>7169</c:v>
                      </c:pt>
                      <c:pt idx="7170">
                        <c:v>7170</c:v>
                      </c:pt>
                      <c:pt idx="7171">
                        <c:v>7171</c:v>
                      </c:pt>
                      <c:pt idx="7172">
                        <c:v>7172</c:v>
                      </c:pt>
                      <c:pt idx="7173">
                        <c:v>7173</c:v>
                      </c:pt>
                      <c:pt idx="7174">
                        <c:v>7174</c:v>
                      </c:pt>
                      <c:pt idx="7175">
                        <c:v>7175</c:v>
                      </c:pt>
                      <c:pt idx="7176">
                        <c:v>7176</c:v>
                      </c:pt>
                      <c:pt idx="7177">
                        <c:v>7177</c:v>
                      </c:pt>
                      <c:pt idx="7178">
                        <c:v>7178</c:v>
                      </c:pt>
                      <c:pt idx="7179">
                        <c:v>7179</c:v>
                      </c:pt>
                      <c:pt idx="7180">
                        <c:v>7180</c:v>
                      </c:pt>
                      <c:pt idx="7181">
                        <c:v>7181</c:v>
                      </c:pt>
                      <c:pt idx="7182">
                        <c:v>7182</c:v>
                      </c:pt>
                      <c:pt idx="7183">
                        <c:v>7183</c:v>
                      </c:pt>
                      <c:pt idx="7184">
                        <c:v>7184</c:v>
                      </c:pt>
                      <c:pt idx="7185">
                        <c:v>7185</c:v>
                      </c:pt>
                      <c:pt idx="7186">
                        <c:v>7186</c:v>
                      </c:pt>
                      <c:pt idx="7187">
                        <c:v>7187</c:v>
                      </c:pt>
                      <c:pt idx="7188">
                        <c:v>7188</c:v>
                      </c:pt>
                      <c:pt idx="7189">
                        <c:v>7189</c:v>
                      </c:pt>
                      <c:pt idx="7190">
                        <c:v>7190</c:v>
                      </c:pt>
                      <c:pt idx="7191">
                        <c:v>7191</c:v>
                      </c:pt>
                      <c:pt idx="7192">
                        <c:v>7192</c:v>
                      </c:pt>
                      <c:pt idx="7193">
                        <c:v>7193</c:v>
                      </c:pt>
                      <c:pt idx="7194">
                        <c:v>7194</c:v>
                      </c:pt>
                      <c:pt idx="7195">
                        <c:v>7195</c:v>
                      </c:pt>
                      <c:pt idx="7196">
                        <c:v>7196</c:v>
                      </c:pt>
                      <c:pt idx="7197">
                        <c:v>7197</c:v>
                      </c:pt>
                      <c:pt idx="7198">
                        <c:v>7198</c:v>
                      </c:pt>
                      <c:pt idx="7199">
                        <c:v>7199</c:v>
                      </c:pt>
                      <c:pt idx="7200">
                        <c:v>7200</c:v>
                      </c:pt>
                      <c:pt idx="7201">
                        <c:v>7201</c:v>
                      </c:pt>
                      <c:pt idx="7202">
                        <c:v>7202</c:v>
                      </c:pt>
                      <c:pt idx="7203">
                        <c:v>7203</c:v>
                      </c:pt>
                      <c:pt idx="7204">
                        <c:v>7204</c:v>
                      </c:pt>
                      <c:pt idx="7205">
                        <c:v>7205</c:v>
                      </c:pt>
                      <c:pt idx="7206">
                        <c:v>7206</c:v>
                      </c:pt>
                      <c:pt idx="7207">
                        <c:v>7207</c:v>
                      </c:pt>
                      <c:pt idx="7208">
                        <c:v>7208</c:v>
                      </c:pt>
                      <c:pt idx="7209">
                        <c:v>7209</c:v>
                      </c:pt>
                      <c:pt idx="7210">
                        <c:v>7210</c:v>
                      </c:pt>
                      <c:pt idx="7211">
                        <c:v>7211</c:v>
                      </c:pt>
                      <c:pt idx="7212">
                        <c:v>7212</c:v>
                      </c:pt>
                      <c:pt idx="7213">
                        <c:v>7213</c:v>
                      </c:pt>
                      <c:pt idx="7214">
                        <c:v>7214</c:v>
                      </c:pt>
                      <c:pt idx="7215">
                        <c:v>7215</c:v>
                      </c:pt>
                      <c:pt idx="7216">
                        <c:v>7216</c:v>
                      </c:pt>
                      <c:pt idx="7217">
                        <c:v>7217</c:v>
                      </c:pt>
                      <c:pt idx="7218">
                        <c:v>7218</c:v>
                      </c:pt>
                      <c:pt idx="7219">
                        <c:v>7219</c:v>
                      </c:pt>
                      <c:pt idx="7220">
                        <c:v>7220</c:v>
                      </c:pt>
                      <c:pt idx="7221">
                        <c:v>7221</c:v>
                      </c:pt>
                      <c:pt idx="7222">
                        <c:v>7222</c:v>
                      </c:pt>
                      <c:pt idx="7223">
                        <c:v>7223</c:v>
                      </c:pt>
                      <c:pt idx="7224">
                        <c:v>7224</c:v>
                      </c:pt>
                      <c:pt idx="7225">
                        <c:v>7225</c:v>
                      </c:pt>
                      <c:pt idx="7226">
                        <c:v>7226</c:v>
                      </c:pt>
                      <c:pt idx="7227">
                        <c:v>7227</c:v>
                      </c:pt>
                      <c:pt idx="7228">
                        <c:v>7228</c:v>
                      </c:pt>
                      <c:pt idx="7229">
                        <c:v>7229</c:v>
                      </c:pt>
                      <c:pt idx="7230">
                        <c:v>7230</c:v>
                      </c:pt>
                      <c:pt idx="7231">
                        <c:v>7231</c:v>
                      </c:pt>
                      <c:pt idx="7232">
                        <c:v>7232</c:v>
                      </c:pt>
                      <c:pt idx="7233">
                        <c:v>7233</c:v>
                      </c:pt>
                      <c:pt idx="7234">
                        <c:v>7234</c:v>
                      </c:pt>
                      <c:pt idx="7235">
                        <c:v>7235</c:v>
                      </c:pt>
                      <c:pt idx="7236">
                        <c:v>7236</c:v>
                      </c:pt>
                      <c:pt idx="7237">
                        <c:v>7237</c:v>
                      </c:pt>
                      <c:pt idx="7238">
                        <c:v>7238</c:v>
                      </c:pt>
                      <c:pt idx="7239">
                        <c:v>7239</c:v>
                      </c:pt>
                      <c:pt idx="7240">
                        <c:v>7240</c:v>
                      </c:pt>
                      <c:pt idx="7241">
                        <c:v>7241</c:v>
                      </c:pt>
                      <c:pt idx="7242">
                        <c:v>7242</c:v>
                      </c:pt>
                      <c:pt idx="7243">
                        <c:v>7243</c:v>
                      </c:pt>
                      <c:pt idx="7244">
                        <c:v>7244</c:v>
                      </c:pt>
                      <c:pt idx="7245">
                        <c:v>7245</c:v>
                      </c:pt>
                      <c:pt idx="7246">
                        <c:v>7246</c:v>
                      </c:pt>
                      <c:pt idx="7247">
                        <c:v>7247</c:v>
                      </c:pt>
                      <c:pt idx="7248">
                        <c:v>7248</c:v>
                      </c:pt>
                      <c:pt idx="7249">
                        <c:v>7249</c:v>
                      </c:pt>
                      <c:pt idx="7250">
                        <c:v>7250</c:v>
                      </c:pt>
                      <c:pt idx="7251">
                        <c:v>7251</c:v>
                      </c:pt>
                      <c:pt idx="7252">
                        <c:v>7252</c:v>
                      </c:pt>
                      <c:pt idx="7253">
                        <c:v>7253</c:v>
                      </c:pt>
                      <c:pt idx="7254">
                        <c:v>7254</c:v>
                      </c:pt>
                      <c:pt idx="7255">
                        <c:v>7255</c:v>
                      </c:pt>
                      <c:pt idx="7256">
                        <c:v>7256</c:v>
                      </c:pt>
                      <c:pt idx="7257">
                        <c:v>7257</c:v>
                      </c:pt>
                      <c:pt idx="7258">
                        <c:v>7258</c:v>
                      </c:pt>
                      <c:pt idx="7259">
                        <c:v>7259</c:v>
                      </c:pt>
                      <c:pt idx="7260">
                        <c:v>7260</c:v>
                      </c:pt>
                      <c:pt idx="7261">
                        <c:v>7261</c:v>
                      </c:pt>
                      <c:pt idx="7262">
                        <c:v>7262</c:v>
                      </c:pt>
                      <c:pt idx="7263">
                        <c:v>7263</c:v>
                      </c:pt>
                      <c:pt idx="7264">
                        <c:v>7264</c:v>
                      </c:pt>
                      <c:pt idx="7265">
                        <c:v>7265</c:v>
                      </c:pt>
                      <c:pt idx="7266">
                        <c:v>7266</c:v>
                      </c:pt>
                      <c:pt idx="7267">
                        <c:v>7267</c:v>
                      </c:pt>
                      <c:pt idx="7268">
                        <c:v>7268</c:v>
                      </c:pt>
                      <c:pt idx="7269">
                        <c:v>7269</c:v>
                      </c:pt>
                      <c:pt idx="7270">
                        <c:v>7270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'DL-Model'!$AP$2:$AP$7272</c15:sqref>
                        </c15:formulaRef>
                      </c:ext>
                    </c:extLst>
                    <c:numCache>
                      <c:formatCode>General</c:formatCode>
                      <c:ptCount val="7271"/>
                      <c:pt idx="0">
                        <c:v>39.216175</c:v>
                      </c:pt>
                      <c:pt idx="1">
                        <c:v>40.538074000000002</c:v>
                      </c:pt>
                      <c:pt idx="2">
                        <c:v>41.362656000000001</c:v>
                      </c:pt>
                      <c:pt idx="3">
                        <c:v>41.588389999999997</c:v>
                      </c:pt>
                      <c:pt idx="4">
                        <c:v>41.776985000000003</c:v>
                      </c:pt>
                      <c:pt idx="5">
                        <c:v>42.141795999999999</c:v>
                      </c:pt>
                      <c:pt idx="6">
                        <c:v>42.385478999999997</c:v>
                      </c:pt>
                      <c:pt idx="7">
                        <c:v>42.654488000000001</c:v>
                      </c:pt>
                      <c:pt idx="8">
                        <c:v>42.58614</c:v>
                      </c:pt>
                      <c:pt idx="9">
                        <c:v>42.199359999999999</c:v>
                      </c:pt>
                      <c:pt idx="10">
                        <c:v>41.500625999999997</c:v>
                      </c:pt>
                      <c:pt idx="11">
                        <c:v>40.576282999999997</c:v>
                      </c:pt>
                      <c:pt idx="12">
                        <c:v>39.523285000000001</c:v>
                      </c:pt>
                      <c:pt idx="13">
                        <c:v>38.518017</c:v>
                      </c:pt>
                      <c:pt idx="14">
                        <c:v>37.721577000000003</c:v>
                      </c:pt>
                      <c:pt idx="15">
                        <c:v>37.617344000000003</c:v>
                      </c:pt>
                      <c:pt idx="16">
                        <c:v>37.574447999999997</c:v>
                      </c:pt>
                      <c:pt idx="17">
                        <c:v>37.137774999999998</c:v>
                      </c:pt>
                      <c:pt idx="18">
                        <c:v>36.797736999999998</c:v>
                      </c:pt>
                      <c:pt idx="19">
                        <c:v>37.095379000000001</c:v>
                      </c:pt>
                      <c:pt idx="20">
                        <c:v>37.137264000000002</c:v>
                      </c:pt>
                      <c:pt idx="21">
                        <c:v>36.704376000000003</c:v>
                      </c:pt>
                      <c:pt idx="22">
                        <c:v>36.249896999999997</c:v>
                      </c:pt>
                      <c:pt idx="23">
                        <c:v>36.444794000000002</c:v>
                      </c:pt>
                      <c:pt idx="24">
                        <c:v>37.588196000000003</c:v>
                      </c:pt>
                      <c:pt idx="25">
                        <c:v>37.933258000000002</c:v>
                      </c:pt>
                      <c:pt idx="26">
                        <c:v>38.021599000000002</c:v>
                      </c:pt>
                      <c:pt idx="27">
                        <c:v>38.757449999999999</c:v>
                      </c:pt>
                      <c:pt idx="28">
                        <c:v>39.457146000000002</c:v>
                      </c:pt>
                      <c:pt idx="29">
                        <c:v>39.700744999999998</c:v>
                      </c:pt>
                      <c:pt idx="30">
                        <c:v>40.052849000000002</c:v>
                      </c:pt>
                      <c:pt idx="31">
                        <c:v>40.723404000000002</c:v>
                      </c:pt>
                      <c:pt idx="32">
                        <c:v>41.487572</c:v>
                      </c:pt>
                      <c:pt idx="33">
                        <c:v>42.115592999999997</c:v>
                      </c:pt>
                      <c:pt idx="34">
                        <c:v>42.569716999999997</c:v>
                      </c:pt>
                      <c:pt idx="35">
                        <c:v>42.889557000000003</c:v>
                      </c:pt>
                      <c:pt idx="36">
                        <c:v>42.837325999999997</c:v>
                      </c:pt>
                      <c:pt idx="37">
                        <c:v>42.237507000000001</c:v>
                      </c:pt>
                      <c:pt idx="38">
                        <c:v>41.652676</c:v>
                      </c:pt>
                      <c:pt idx="39">
                        <c:v>41.095654000000003</c:v>
                      </c:pt>
                      <c:pt idx="40">
                        <c:v>40.293014999999997</c:v>
                      </c:pt>
                      <c:pt idx="41">
                        <c:v>40.167155999999999</c:v>
                      </c:pt>
                      <c:pt idx="42">
                        <c:v>40.713965999999999</c:v>
                      </c:pt>
                      <c:pt idx="43">
                        <c:v>41.130394000000003</c:v>
                      </c:pt>
                      <c:pt idx="44">
                        <c:v>41.181621999999997</c:v>
                      </c:pt>
                      <c:pt idx="45">
                        <c:v>41.030552</c:v>
                      </c:pt>
                      <c:pt idx="46">
                        <c:v>40.915976999999998</c:v>
                      </c:pt>
                      <c:pt idx="47">
                        <c:v>40.664085</c:v>
                      </c:pt>
                      <c:pt idx="48">
                        <c:v>40.186225999999998</c:v>
                      </c:pt>
                      <c:pt idx="49">
                        <c:v>40.756095999999999</c:v>
                      </c:pt>
                      <c:pt idx="50">
                        <c:v>42.091895999999998</c:v>
                      </c:pt>
                      <c:pt idx="51">
                        <c:v>42.875655999999999</c:v>
                      </c:pt>
                      <c:pt idx="52">
                        <c:v>43.555042</c:v>
                      </c:pt>
                      <c:pt idx="53">
                        <c:v>44.095646000000002</c:v>
                      </c:pt>
                      <c:pt idx="54">
                        <c:v>44.488551999999999</c:v>
                      </c:pt>
                      <c:pt idx="55">
                        <c:v>44.761657999999997</c:v>
                      </c:pt>
                      <c:pt idx="56">
                        <c:v>44.574897999999997</c:v>
                      </c:pt>
                      <c:pt idx="57">
                        <c:v>44.054630000000003</c:v>
                      </c:pt>
                      <c:pt idx="58">
                        <c:v>43.394984999999998</c:v>
                      </c:pt>
                      <c:pt idx="59">
                        <c:v>42.652698999999998</c:v>
                      </c:pt>
                      <c:pt idx="60">
                        <c:v>41.916401</c:v>
                      </c:pt>
                      <c:pt idx="61">
                        <c:v>41.63467</c:v>
                      </c:pt>
                      <c:pt idx="62">
                        <c:v>41.530296</c:v>
                      </c:pt>
                      <c:pt idx="63">
                        <c:v>41.443192000000003</c:v>
                      </c:pt>
                      <c:pt idx="64">
                        <c:v>41.491272000000002</c:v>
                      </c:pt>
                      <c:pt idx="65">
                        <c:v>41.492603000000003</c:v>
                      </c:pt>
                      <c:pt idx="66">
                        <c:v>41.788474999999998</c:v>
                      </c:pt>
                      <c:pt idx="67">
                        <c:v>42.425204999999998</c:v>
                      </c:pt>
                      <c:pt idx="68">
                        <c:v>43.481411000000001</c:v>
                      </c:pt>
                      <c:pt idx="69">
                        <c:v>44.479255999999999</c:v>
                      </c:pt>
                      <c:pt idx="70">
                        <c:v>45.004944000000002</c:v>
                      </c:pt>
                      <c:pt idx="71">
                        <c:v>45.448295999999999</c:v>
                      </c:pt>
                      <c:pt idx="72">
                        <c:v>45.811610999999999</c:v>
                      </c:pt>
                      <c:pt idx="73">
                        <c:v>45.479880999999999</c:v>
                      </c:pt>
                      <c:pt idx="74">
                        <c:v>45.084702</c:v>
                      </c:pt>
                      <c:pt idx="75">
                        <c:v>45.030845999999997</c:v>
                      </c:pt>
                      <c:pt idx="76">
                        <c:v>45.072197000000003</c:v>
                      </c:pt>
                      <c:pt idx="77">
                        <c:v>44.842171</c:v>
                      </c:pt>
                      <c:pt idx="78">
                        <c:v>44.022297000000002</c:v>
                      </c:pt>
                      <c:pt idx="79">
                        <c:v>42.975033000000003</c:v>
                      </c:pt>
                      <c:pt idx="80">
                        <c:v>42.429779000000003</c:v>
                      </c:pt>
                      <c:pt idx="81">
                        <c:v>42.451194999999998</c:v>
                      </c:pt>
                      <c:pt idx="82">
                        <c:v>43.172203000000003</c:v>
                      </c:pt>
                      <c:pt idx="83">
                        <c:v>44.080123999999998</c:v>
                      </c:pt>
                      <c:pt idx="84">
                        <c:v>44.632103000000001</c:v>
                      </c:pt>
                      <c:pt idx="85">
                        <c:v>45.148651000000001</c:v>
                      </c:pt>
                      <c:pt idx="86">
                        <c:v>45.657702999999998</c:v>
                      </c:pt>
                      <c:pt idx="87">
                        <c:v>46.339565</c:v>
                      </c:pt>
                      <c:pt idx="88">
                        <c:v>47.043101999999998</c:v>
                      </c:pt>
                      <c:pt idx="89">
                        <c:v>47.120730999999999</c:v>
                      </c:pt>
                      <c:pt idx="90">
                        <c:v>46.829619999999998</c:v>
                      </c:pt>
                      <c:pt idx="91">
                        <c:v>46.467167000000003</c:v>
                      </c:pt>
                      <c:pt idx="92">
                        <c:v>45.844746000000001</c:v>
                      </c:pt>
                      <c:pt idx="93">
                        <c:v>45.536377000000002</c:v>
                      </c:pt>
                      <c:pt idx="94">
                        <c:v>45.532153999999998</c:v>
                      </c:pt>
                      <c:pt idx="95">
                        <c:v>45.266891000000001</c:v>
                      </c:pt>
                      <c:pt idx="96">
                        <c:v>44.795937000000002</c:v>
                      </c:pt>
                      <c:pt idx="97">
                        <c:v>44.627803999999998</c:v>
                      </c:pt>
                      <c:pt idx="98">
                        <c:v>44.493599000000003</c:v>
                      </c:pt>
                      <c:pt idx="99">
                        <c:v>44.361350999999999</c:v>
                      </c:pt>
                      <c:pt idx="100">
                        <c:v>44.228687000000001</c:v>
                      </c:pt>
                      <c:pt idx="101">
                        <c:v>44.466746999999998</c:v>
                      </c:pt>
                      <c:pt idx="102">
                        <c:v>45.135891000000001</c:v>
                      </c:pt>
                      <c:pt idx="103">
                        <c:v>45.997802999999998</c:v>
                      </c:pt>
                      <c:pt idx="104">
                        <c:v>46.448177000000001</c:v>
                      </c:pt>
                      <c:pt idx="105">
                        <c:v>46.292645</c:v>
                      </c:pt>
                      <c:pt idx="106">
                        <c:v>45.860199000000001</c:v>
                      </c:pt>
                      <c:pt idx="107">
                        <c:v>46.029944999999998</c:v>
                      </c:pt>
                      <c:pt idx="108">
                        <c:v>46.416775000000001</c:v>
                      </c:pt>
                      <c:pt idx="109">
                        <c:v>46.958297999999999</c:v>
                      </c:pt>
                      <c:pt idx="110">
                        <c:v>47.752105999999998</c:v>
                      </c:pt>
                      <c:pt idx="111">
                        <c:v>48.472450000000002</c:v>
                      </c:pt>
                      <c:pt idx="112">
                        <c:v>49.007668000000002</c:v>
                      </c:pt>
                      <c:pt idx="113">
                        <c:v>48.944527000000001</c:v>
                      </c:pt>
                      <c:pt idx="114">
                        <c:v>48.591090999999999</c:v>
                      </c:pt>
                      <c:pt idx="115">
                        <c:v>48.488121</c:v>
                      </c:pt>
                      <c:pt idx="116">
                        <c:v>48.774856999999997</c:v>
                      </c:pt>
                      <c:pt idx="117">
                        <c:v>48.990009000000001</c:v>
                      </c:pt>
                      <c:pt idx="118">
                        <c:v>48.891697000000001</c:v>
                      </c:pt>
                      <c:pt idx="119">
                        <c:v>48.839478</c:v>
                      </c:pt>
                      <c:pt idx="120">
                        <c:v>48.775364000000003</c:v>
                      </c:pt>
                      <c:pt idx="121">
                        <c:v>48.947178000000001</c:v>
                      </c:pt>
                      <c:pt idx="122">
                        <c:v>49.234622999999999</c:v>
                      </c:pt>
                      <c:pt idx="123">
                        <c:v>49.452663000000001</c:v>
                      </c:pt>
                      <c:pt idx="124">
                        <c:v>49.479438999999999</c:v>
                      </c:pt>
                      <c:pt idx="125">
                        <c:v>48.742911999999997</c:v>
                      </c:pt>
                      <c:pt idx="126">
                        <c:v>47.418018000000004</c:v>
                      </c:pt>
                      <c:pt idx="127">
                        <c:v>50.669567000000001</c:v>
                      </c:pt>
                      <c:pt idx="128">
                        <c:v>54.498584999999999</c:v>
                      </c:pt>
                      <c:pt idx="129">
                        <c:v>57.429146000000003</c:v>
                      </c:pt>
                      <c:pt idx="130">
                        <c:v>59.086661999999997</c:v>
                      </c:pt>
                      <c:pt idx="131">
                        <c:v>59.507739999999998</c:v>
                      </c:pt>
                      <c:pt idx="132">
                        <c:v>58.820464999999999</c:v>
                      </c:pt>
                      <c:pt idx="133">
                        <c:v>58.098412000000003</c:v>
                      </c:pt>
                      <c:pt idx="134">
                        <c:v>58.597065000000001</c:v>
                      </c:pt>
                      <c:pt idx="135">
                        <c:v>58.953837999999998</c:v>
                      </c:pt>
                      <c:pt idx="136">
                        <c:v>58.997172999999997</c:v>
                      </c:pt>
                      <c:pt idx="137">
                        <c:v>58.995421999999998</c:v>
                      </c:pt>
                      <c:pt idx="138">
                        <c:v>58.837260999999998</c:v>
                      </c:pt>
                      <c:pt idx="139">
                        <c:v>58.717644</c:v>
                      </c:pt>
                      <c:pt idx="140">
                        <c:v>58.530197000000001</c:v>
                      </c:pt>
                      <c:pt idx="141">
                        <c:v>58.377693000000001</c:v>
                      </c:pt>
                      <c:pt idx="142">
                        <c:v>58.448383</c:v>
                      </c:pt>
                      <c:pt idx="143">
                        <c:v>58.559474999999999</c:v>
                      </c:pt>
                      <c:pt idx="144">
                        <c:v>58.462166000000003</c:v>
                      </c:pt>
                      <c:pt idx="145">
                        <c:v>58.344296</c:v>
                      </c:pt>
                      <c:pt idx="146">
                        <c:v>58.137538999999997</c:v>
                      </c:pt>
                      <c:pt idx="147">
                        <c:v>57.546162000000002</c:v>
                      </c:pt>
                      <c:pt idx="148">
                        <c:v>57.397125000000003</c:v>
                      </c:pt>
                      <c:pt idx="149">
                        <c:v>57.718674</c:v>
                      </c:pt>
                      <c:pt idx="150">
                        <c:v>57.172913000000001</c:v>
                      </c:pt>
                      <c:pt idx="151">
                        <c:v>56.438170999999997</c:v>
                      </c:pt>
                      <c:pt idx="152">
                        <c:v>57.012183999999998</c:v>
                      </c:pt>
                      <c:pt idx="153">
                        <c:v>57.487679</c:v>
                      </c:pt>
                      <c:pt idx="154">
                        <c:v>57.899574000000001</c:v>
                      </c:pt>
                      <c:pt idx="155">
                        <c:v>57.790646000000002</c:v>
                      </c:pt>
                      <c:pt idx="156">
                        <c:v>56.734501000000002</c:v>
                      </c:pt>
                      <c:pt idx="157">
                        <c:v>55.706108</c:v>
                      </c:pt>
                      <c:pt idx="158">
                        <c:v>54.970771999999997</c:v>
                      </c:pt>
                      <c:pt idx="159">
                        <c:v>54.753407000000003</c:v>
                      </c:pt>
                      <c:pt idx="160">
                        <c:v>54.958697999999998</c:v>
                      </c:pt>
                      <c:pt idx="161">
                        <c:v>54.930588</c:v>
                      </c:pt>
                      <c:pt idx="162">
                        <c:v>54.716369999999998</c:v>
                      </c:pt>
                      <c:pt idx="163">
                        <c:v>54.739201000000001</c:v>
                      </c:pt>
                      <c:pt idx="164">
                        <c:v>54.686531000000002</c:v>
                      </c:pt>
                      <c:pt idx="165">
                        <c:v>54.554558</c:v>
                      </c:pt>
                      <c:pt idx="166">
                        <c:v>54.59301</c:v>
                      </c:pt>
                      <c:pt idx="167">
                        <c:v>54.781342000000002</c:v>
                      </c:pt>
                      <c:pt idx="168">
                        <c:v>55.241126999999999</c:v>
                      </c:pt>
                      <c:pt idx="169">
                        <c:v>55.698425</c:v>
                      </c:pt>
                      <c:pt idx="170">
                        <c:v>55.506633999999998</c:v>
                      </c:pt>
                      <c:pt idx="171">
                        <c:v>55.338436000000002</c:v>
                      </c:pt>
                      <c:pt idx="172">
                        <c:v>55.278385</c:v>
                      </c:pt>
                      <c:pt idx="173">
                        <c:v>55.365420999999998</c:v>
                      </c:pt>
                      <c:pt idx="174">
                        <c:v>55.432868999999997</c:v>
                      </c:pt>
                      <c:pt idx="175">
                        <c:v>55.428657999999999</c:v>
                      </c:pt>
                      <c:pt idx="176">
                        <c:v>55.402424000000003</c:v>
                      </c:pt>
                      <c:pt idx="177">
                        <c:v>55.382998999999998</c:v>
                      </c:pt>
                      <c:pt idx="178">
                        <c:v>55.400326</c:v>
                      </c:pt>
                      <c:pt idx="179">
                        <c:v>55.361201999999999</c:v>
                      </c:pt>
                      <c:pt idx="180">
                        <c:v>55.294373</c:v>
                      </c:pt>
                      <c:pt idx="181">
                        <c:v>55.293011</c:v>
                      </c:pt>
                      <c:pt idx="182">
                        <c:v>55.259338</c:v>
                      </c:pt>
                      <c:pt idx="183">
                        <c:v>55.689709000000001</c:v>
                      </c:pt>
                      <c:pt idx="184">
                        <c:v>55.768497000000004</c:v>
                      </c:pt>
                      <c:pt idx="185">
                        <c:v>55.277026999999997</c:v>
                      </c:pt>
                      <c:pt idx="186">
                        <c:v>54.962265000000002</c:v>
                      </c:pt>
                      <c:pt idx="187">
                        <c:v>54.811076999999997</c:v>
                      </c:pt>
                      <c:pt idx="188">
                        <c:v>54.923701999999999</c:v>
                      </c:pt>
                      <c:pt idx="189">
                        <c:v>55.328598</c:v>
                      </c:pt>
                      <c:pt idx="190">
                        <c:v>56.023560000000003</c:v>
                      </c:pt>
                      <c:pt idx="191">
                        <c:v>56.447971000000003</c:v>
                      </c:pt>
                      <c:pt idx="192">
                        <c:v>56.329948000000002</c:v>
                      </c:pt>
                      <c:pt idx="193">
                        <c:v>56.372638999999999</c:v>
                      </c:pt>
                      <c:pt idx="194">
                        <c:v>56.899830000000001</c:v>
                      </c:pt>
                      <c:pt idx="195">
                        <c:v>57.494956999999999</c:v>
                      </c:pt>
                      <c:pt idx="196">
                        <c:v>57.920665999999997</c:v>
                      </c:pt>
                      <c:pt idx="197">
                        <c:v>58.640343000000001</c:v>
                      </c:pt>
                      <c:pt idx="198">
                        <c:v>59.907088999999999</c:v>
                      </c:pt>
                      <c:pt idx="199">
                        <c:v>60.842331000000001</c:v>
                      </c:pt>
                      <c:pt idx="200">
                        <c:v>60.930328000000003</c:v>
                      </c:pt>
                      <c:pt idx="201">
                        <c:v>61.021866000000003</c:v>
                      </c:pt>
                      <c:pt idx="202">
                        <c:v>61.178592999999999</c:v>
                      </c:pt>
                      <c:pt idx="203">
                        <c:v>60.373116000000003</c:v>
                      </c:pt>
                      <c:pt idx="204">
                        <c:v>59.593052</c:v>
                      </c:pt>
                      <c:pt idx="205">
                        <c:v>59.627625000000002</c:v>
                      </c:pt>
                      <c:pt idx="206">
                        <c:v>59.811138</c:v>
                      </c:pt>
                      <c:pt idx="207">
                        <c:v>59.768245999999998</c:v>
                      </c:pt>
                      <c:pt idx="208">
                        <c:v>59.751590999999998</c:v>
                      </c:pt>
                      <c:pt idx="209">
                        <c:v>59.699066000000002</c:v>
                      </c:pt>
                      <c:pt idx="210">
                        <c:v>59.659424000000001</c:v>
                      </c:pt>
                      <c:pt idx="211">
                        <c:v>59.591427000000003</c:v>
                      </c:pt>
                      <c:pt idx="212">
                        <c:v>59.870891999999998</c:v>
                      </c:pt>
                      <c:pt idx="213">
                        <c:v>60.198154000000002</c:v>
                      </c:pt>
                      <c:pt idx="214">
                        <c:v>60.360351999999999</c:v>
                      </c:pt>
                      <c:pt idx="215">
                        <c:v>60.372463000000003</c:v>
                      </c:pt>
                      <c:pt idx="216">
                        <c:v>60.405594000000001</c:v>
                      </c:pt>
                      <c:pt idx="217">
                        <c:v>60.734917000000003</c:v>
                      </c:pt>
                      <c:pt idx="218">
                        <c:v>60.431621999999997</c:v>
                      </c:pt>
                      <c:pt idx="219">
                        <c:v>59.655422000000002</c:v>
                      </c:pt>
                      <c:pt idx="220">
                        <c:v>58.979584000000003</c:v>
                      </c:pt>
                      <c:pt idx="221">
                        <c:v>58.767391000000003</c:v>
                      </c:pt>
                      <c:pt idx="222">
                        <c:v>58.452652</c:v>
                      </c:pt>
                      <c:pt idx="223">
                        <c:v>57.579712000000001</c:v>
                      </c:pt>
                      <c:pt idx="224">
                        <c:v>57.384295999999999</c:v>
                      </c:pt>
                      <c:pt idx="225">
                        <c:v>57.544539999999998</c:v>
                      </c:pt>
                      <c:pt idx="226">
                        <c:v>57.757263000000002</c:v>
                      </c:pt>
                      <c:pt idx="227">
                        <c:v>57.629421000000001</c:v>
                      </c:pt>
                      <c:pt idx="228">
                        <c:v>57.526725999999996</c:v>
                      </c:pt>
                      <c:pt idx="229">
                        <c:v>57.522815999999999</c:v>
                      </c:pt>
                      <c:pt idx="230">
                        <c:v>57.505890000000001</c:v>
                      </c:pt>
                      <c:pt idx="231">
                        <c:v>57.631832000000003</c:v>
                      </c:pt>
                      <c:pt idx="232">
                        <c:v>57.947074999999998</c:v>
                      </c:pt>
                      <c:pt idx="233">
                        <c:v>57.875869999999999</c:v>
                      </c:pt>
                      <c:pt idx="234">
                        <c:v>57.691260999999997</c:v>
                      </c:pt>
                      <c:pt idx="235">
                        <c:v>58.143230000000003</c:v>
                      </c:pt>
                      <c:pt idx="236">
                        <c:v>58.619262999999997</c:v>
                      </c:pt>
                      <c:pt idx="237">
                        <c:v>58.842571</c:v>
                      </c:pt>
                      <c:pt idx="238">
                        <c:v>58.681499000000002</c:v>
                      </c:pt>
                      <c:pt idx="239">
                        <c:v>58.317946999999997</c:v>
                      </c:pt>
                      <c:pt idx="240">
                        <c:v>58.176918000000001</c:v>
                      </c:pt>
                      <c:pt idx="241">
                        <c:v>57.915607000000001</c:v>
                      </c:pt>
                      <c:pt idx="242">
                        <c:v>57.384636</c:v>
                      </c:pt>
                      <c:pt idx="243">
                        <c:v>57.262816999999998</c:v>
                      </c:pt>
                      <c:pt idx="244">
                        <c:v>57.386733999999997</c:v>
                      </c:pt>
                      <c:pt idx="245">
                        <c:v>58.066611999999999</c:v>
                      </c:pt>
                      <c:pt idx="246">
                        <c:v>59.051814999999998</c:v>
                      </c:pt>
                      <c:pt idx="247">
                        <c:v>59.044677999999998</c:v>
                      </c:pt>
                      <c:pt idx="248">
                        <c:v>58.323883000000002</c:v>
                      </c:pt>
                      <c:pt idx="249">
                        <c:v>58.093311</c:v>
                      </c:pt>
                      <c:pt idx="250">
                        <c:v>58.569847000000003</c:v>
                      </c:pt>
                      <c:pt idx="251">
                        <c:v>59.146633000000001</c:v>
                      </c:pt>
                      <c:pt idx="252">
                        <c:v>59.041504000000003</c:v>
                      </c:pt>
                      <c:pt idx="253">
                        <c:v>58.846209999999999</c:v>
                      </c:pt>
                      <c:pt idx="254">
                        <c:v>58.793427000000001</c:v>
                      </c:pt>
                      <c:pt idx="255">
                        <c:v>58.509022000000002</c:v>
                      </c:pt>
                      <c:pt idx="256">
                        <c:v>58.256847</c:v>
                      </c:pt>
                      <c:pt idx="257">
                        <c:v>58.121921999999998</c:v>
                      </c:pt>
                      <c:pt idx="258">
                        <c:v>58.341740000000001</c:v>
                      </c:pt>
                      <c:pt idx="259">
                        <c:v>58.376888000000001</c:v>
                      </c:pt>
                      <c:pt idx="260">
                        <c:v>58.148544000000001</c:v>
                      </c:pt>
                      <c:pt idx="261">
                        <c:v>57.956909000000003</c:v>
                      </c:pt>
                      <c:pt idx="262">
                        <c:v>58.076908000000003</c:v>
                      </c:pt>
                      <c:pt idx="263">
                        <c:v>58.208252000000002</c:v>
                      </c:pt>
                      <c:pt idx="264">
                        <c:v>58.623767999999998</c:v>
                      </c:pt>
                      <c:pt idx="265">
                        <c:v>59.326968999999998</c:v>
                      </c:pt>
                      <c:pt idx="266">
                        <c:v>59.992660999999998</c:v>
                      </c:pt>
                      <c:pt idx="267">
                        <c:v>60.566890999999998</c:v>
                      </c:pt>
                      <c:pt idx="268">
                        <c:v>60.772694000000001</c:v>
                      </c:pt>
                      <c:pt idx="269">
                        <c:v>60.908619000000002</c:v>
                      </c:pt>
                      <c:pt idx="270">
                        <c:v>61.157592999999999</c:v>
                      </c:pt>
                      <c:pt idx="271">
                        <c:v>61.534184000000003</c:v>
                      </c:pt>
                      <c:pt idx="272">
                        <c:v>61.653458000000001</c:v>
                      </c:pt>
                      <c:pt idx="273">
                        <c:v>61.368411999999999</c:v>
                      </c:pt>
                      <c:pt idx="274">
                        <c:v>61.283969999999997</c:v>
                      </c:pt>
                      <c:pt idx="275">
                        <c:v>61.583351</c:v>
                      </c:pt>
                      <c:pt idx="276">
                        <c:v>61.743487999999999</c:v>
                      </c:pt>
                      <c:pt idx="277">
                        <c:v>61.784782</c:v>
                      </c:pt>
                      <c:pt idx="278">
                        <c:v>62.223205999999998</c:v>
                      </c:pt>
                      <c:pt idx="279">
                        <c:v>62.942497000000003</c:v>
                      </c:pt>
                      <c:pt idx="280">
                        <c:v>63.371166000000002</c:v>
                      </c:pt>
                      <c:pt idx="281">
                        <c:v>63.352200000000003</c:v>
                      </c:pt>
                      <c:pt idx="282">
                        <c:v>63.723007000000003</c:v>
                      </c:pt>
                      <c:pt idx="283">
                        <c:v>64.698966999999996</c:v>
                      </c:pt>
                      <c:pt idx="284">
                        <c:v>65.293930000000003</c:v>
                      </c:pt>
                      <c:pt idx="285">
                        <c:v>65.704430000000002</c:v>
                      </c:pt>
                      <c:pt idx="286">
                        <c:v>66.298903999999993</c:v>
                      </c:pt>
                      <c:pt idx="287">
                        <c:v>67.092934</c:v>
                      </c:pt>
                      <c:pt idx="288">
                        <c:v>67.666054000000003</c:v>
                      </c:pt>
                      <c:pt idx="289">
                        <c:v>67.451683000000003</c:v>
                      </c:pt>
                      <c:pt idx="290">
                        <c:v>67.272537</c:v>
                      </c:pt>
                      <c:pt idx="291">
                        <c:v>67.499756000000005</c:v>
                      </c:pt>
                      <c:pt idx="292">
                        <c:v>68.124260000000007</c:v>
                      </c:pt>
                      <c:pt idx="293">
                        <c:v>68.386139</c:v>
                      </c:pt>
                      <c:pt idx="294">
                        <c:v>68.119225</c:v>
                      </c:pt>
                      <c:pt idx="295">
                        <c:v>67.295799000000002</c:v>
                      </c:pt>
                      <c:pt idx="296">
                        <c:v>66.346457999999998</c:v>
                      </c:pt>
                      <c:pt idx="297">
                        <c:v>65.793373000000003</c:v>
                      </c:pt>
                      <c:pt idx="298">
                        <c:v>65.358986000000002</c:v>
                      </c:pt>
                      <c:pt idx="299">
                        <c:v>64.430878000000007</c:v>
                      </c:pt>
                      <c:pt idx="300">
                        <c:v>63.333354999999997</c:v>
                      </c:pt>
                      <c:pt idx="301">
                        <c:v>62.873061999999997</c:v>
                      </c:pt>
                      <c:pt idx="302">
                        <c:v>62.732703999999998</c:v>
                      </c:pt>
                      <c:pt idx="303">
                        <c:v>62.310532000000002</c:v>
                      </c:pt>
                      <c:pt idx="304">
                        <c:v>61.993766999999998</c:v>
                      </c:pt>
                      <c:pt idx="305">
                        <c:v>61.705727000000003</c:v>
                      </c:pt>
                      <c:pt idx="306">
                        <c:v>62.023055999999997</c:v>
                      </c:pt>
                      <c:pt idx="307">
                        <c:v>62.408932</c:v>
                      </c:pt>
                      <c:pt idx="308">
                        <c:v>62.552813999999998</c:v>
                      </c:pt>
                      <c:pt idx="309">
                        <c:v>62.399512999999999</c:v>
                      </c:pt>
                      <c:pt idx="310">
                        <c:v>61.975475000000003</c:v>
                      </c:pt>
                      <c:pt idx="311">
                        <c:v>61.368183000000002</c:v>
                      </c:pt>
                      <c:pt idx="312">
                        <c:v>60.710934000000002</c:v>
                      </c:pt>
                      <c:pt idx="313">
                        <c:v>60.645355000000002</c:v>
                      </c:pt>
                      <c:pt idx="314">
                        <c:v>60.865971000000002</c:v>
                      </c:pt>
                      <c:pt idx="315">
                        <c:v>60.968246000000001</c:v>
                      </c:pt>
                      <c:pt idx="316">
                        <c:v>61.184879000000002</c:v>
                      </c:pt>
                      <c:pt idx="317">
                        <c:v>61.476146999999997</c:v>
                      </c:pt>
                      <c:pt idx="318">
                        <c:v>61.640372999999997</c:v>
                      </c:pt>
                      <c:pt idx="319">
                        <c:v>61.678257000000002</c:v>
                      </c:pt>
                      <c:pt idx="320">
                        <c:v>61.733437000000002</c:v>
                      </c:pt>
                      <c:pt idx="321">
                        <c:v>61.836188999999997</c:v>
                      </c:pt>
                      <c:pt idx="322">
                        <c:v>62.034202999999998</c:v>
                      </c:pt>
                      <c:pt idx="323">
                        <c:v>61.944915999999999</c:v>
                      </c:pt>
                      <c:pt idx="324">
                        <c:v>61.051242999999999</c:v>
                      </c:pt>
                      <c:pt idx="325">
                        <c:v>60.192852000000002</c:v>
                      </c:pt>
                      <c:pt idx="326">
                        <c:v>60.143813999999999</c:v>
                      </c:pt>
                      <c:pt idx="327">
                        <c:v>60.853996000000002</c:v>
                      </c:pt>
                      <c:pt idx="328">
                        <c:v>61.212761</c:v>
                      </c:pt>
                      <c:pt idx="329">
                        <c:v>60.802193000000003</c:v>
                      </c:pt>
                      <c:pt idx="330">
                        <c:v>59.808750000000003</c:v>
                      </c:pt>
                      <c:pt idx="331">
                        <c:v>58.655501999999998</c:v>
                      </c:pt>
                      <c:pt idx="332">
                        <c:v>58.803508999999998</c:v>
                      </c:pt>
                      <c:pt idx="333">
                        <c:v>59.619602</c:v>
                      </c:pt>
                      <c:pt idx="334">
                        <c:v>60.526730000000001</c:v>
                      </c:pt>
                      <c:pt idx="335">
                        <c:v>61.472267000000002</c:v>
                      </c:pt>
                      <c:pt idx="336">
                        <c:v>61.819752000000001</c:v>
                      </c:pt>
                      <c:pt idx="337">
                        <c:v>61.704773000000003</c:v>
                      </c:pt>
                      <c:pt idx="338">
                        <c:v>61.466372999999997</c:v>
                      </c:pt>
                      <c:pt idx="339">
                        <c:v>61.629458999999997</c:v>
                      </c:pt>
                      <c:pt idx="340">
                        <c:v>61.903880999999998</c:v>
                      </c:pt>
                      <c:pt idx="341">
                        <c:v>62.158366999999998</c:v>
                      </c:pt>
                      <c:pt idx="342">
                        <c:v>62.396576000000003</c:v>
                      </c:pt>
                      <c:pt idx="343">
                        <c:v>62.286610000000003</c:v>
                      </c:pt>
                      <c:pt idx="344">
                        <c:v>62.174048999999997</c:v>
                      </c:pt>
                      <c:pt idx="345">
                        <c:v>62.511276000000002</c:v>
                      </c:pt>
                      <c:pt idx="346">
                        <c:v>62.811667999999997</c:v>
                      </c:pt>
                      <c:pt idx="347">
                        <c:v>63.365336999999997</c:v>
                      </c:pt>
                      <c:pt idx="348">
                        <c:v>64.600853000000001</c:v>
                      </c:pt>
                      <c:pt idx="349">
                        <c:v>65.926636000000002</c:v>
                      </c:pt>
                      <c:pt idx="350">
                        <c:v>67.087044000000006</c:v>
                      </c:pt>
                      <c:pt idx="351">
                        <c:v>67.535629</c:v>
                      </c:pt>
                      <c:pt idx="352">
                        <c:v>67.866874999999993</c:v>
                      </c:pt>
                      <c:pt idx="353">
                        <c:v>68.201492000000002</c:v>
                      </c:pt>
                      <c:pt idx="354">
                        <c:v>67.90728</c:v>
                      </c:pt>
                      <c:pt idx="355">
                        <c:v>67.323677000000004</c:v>
                      </c:pt>
                      <c:pt idx="356">
                        <c:v>66.553207</c:v>
                      </c:pt>
                      <c:pt idx="357">
                        <c:v>65.573691999999994</c:v>
                      </c:pt>
                      <c:pt idx="358">
                        <c:v>65.226433</c:v>
                      </c:pt>
                      <c:pt idx="359">
                        <c:v>65.357490999999996</c:v>
                      </c:pt>
                      <c:pt idx="360">
                        <c:v>65.661811999999998</c:v>
                      </c:pt>
                      <c:pt idx="361">
                        <c:v>66.247864000000007</c:v>
                      </c:pt>
                      <c:pt idx="362">
                        <c:v>66.989768999999995</c:v>
                      </c:pt>
                      <c:pt idx="363">
                        <c:v>67.594406000000006</c:v>
                      </c:pt>
                      <c:pt idx="364">
                        <c:v>67.756766999999996</c:v>
                      </c:pt>
                      <c:pt idx="365">
                        <c:v>67.370148</c:v>
                      </c:pt>
                      <c:pt idx="366">
                        <c:v>67.342406999999994</c:v>
                      </c:pt>
                      <c:pt idx="367">
                        <c:v>68.263985000000005</c:v>
                      </c:pt>
                      <c:pt idx="368">
                        <c:v>69.385070999999996</c:v>
                      </c:pt>
                      <c:pt idx="369">
                        <c:v>70.106987000000004</c:v>
                      </c:pt>
                      <c:pt idx="370">
                        <c:v>70.353752</c:v>
                      </c:pt>
                      <c:pt idx="371">
                        <c:v>70.100098000000003</c:v>
                      </c:pt>
                      <c:pt idx="372">
                        <c:v>69.432816000000003</c:v>
                      </c:pt>
                      <c:pt idx="373">
                        <c:v>69.069450000000003</c:v>
                      </c:pt>
                      <c:pt idx="374">
                        <c:v>69.161201000000005</c:v>
                      </c:pt>
                      <c:pt idx="375">
                        <c:v>69.143341000000007</c:v>
                      </c:pt>
                      <c:pt idx="376">
                        <c:v>69.068909000000005</c:v>
                      </c:pt>
                      <c:pt idx="377">
                        <c:v>69.321883999999997</c:v>
                      </c:pt>
                      <c:pt idx="378">
                        <c:v>69.906554999999997</c:v>
                      </c:pt>
                      <c:pt idx="379">
                        <c:v>70.784981000000002</c:v>
                      </c:pt>
                      <c:pt idx="380">
                        <c:v>71.414321999999999</c:v>
                      </c:pt>
                      <c:pt idx="381">
                        <c:v>71.454239000000001</c:v>
                      </c:pt>
                      <c:pt idx="382">
                        <c:v>71.042098999999993</c:v>
                      </c:pt>
                      <c:pt idx="383">
                        <c:v>70.920074</c:v>
                      </c:pt>
                      <c:pt idx="384">
                        <c:v>71.289055000000005</c:v>
                      </c:pt>
                      <c:pt idx="385">
                        <c:v>71.46199</c:v>
                      </c:pt>
                      <c:pt idx="386">
                        <c:v>71.403267</c:v>
                      </c:pt>
                      <c:pt idx="387">
                        <c:v>70.751991000000004</c:v>
                      </c:pt>
                      <c:pt idx="388">
                        <c:v>70.028564000000003</c:v>
                      </c:pt>
                      <c:pt idx="389">
                        <c:v>70.115859999999998</c:v>
                      </c:pt>
                      <c:pt idx="390">
                        <c:v>70.620598000000001</c:v>
                      </c:pt>
                      <c:pt idx="391">
                        <c:v>70.673653000000002</c:v>
                      </c:pt>
                      <c:pt idx="392">
                        <c:v>70.370086999999998</c:v>
                      </c:pt>
                      <c:pt idx="393">
                        <c:v>69.993674999999996</c:v>
                      </c:pt>
                      <c:pt idx="394">
                        <c:v>69.975600999999997</c:v>
                      </c:pt>
                      <c:pt idx="395">
                        <c:v>70.352988999999994</c:v>
                      </c:pt>
                      <c:pt idx="396">
                        <c:v>70.715873999999999</c:v>
                      </c:pt>
                      <c:pt idx="397">
                        <c:v>71.528953999999999</c:v>
                      </c:pt>
                      <c:pt idx="398">
                        <c:v>72.080605000000006</c:v>
                      </c:pt>
                      <c:pt idx="399">
                        <c:v>71.958709999999996</c:v>
                      </c:pt>
                      <c:pt idx="400">
                        <c:v>71.513901000000004</c:v>
                      </c:pt>
                      <c:pt idx="401">
                        <c:v>70.971290999999994</c:v>
                      </c:pt>
                      <c:pt idx="402">
                        <c:v>70.689774</c:v>
                      </c:pt>
                      <c:pt idx="403">
                        <c:v>70.752082999999999</c:v>
                      </c:pt>
                      <c:pt idx="404">
                        <c:v>70.565787999999998</c:v>
                      </c:pt>
                      <c:pt idx="405">
                        <c:v>70.150886999999997</c:v>
                      </c:pt>
                      <c:pt idx="406">
                        <c:v>69.815048000000004</c:v>
                      </c:pt>
                      <c:pt idx="407">
                        <c:v>69.705803000000003</c:v>
                      </c:pt>
                      <c:pt idx="408">
                        <c:v>70.262000999999998</c:v>
                      </c:pt>
                      <c:pt idx="409">
                        <c:v>71.173530999999997</c:v>
                      </c:pt>
                      <c:pt idx="410">
                        <c:v>72.012833000000001</c:v>
                      </c:pt>
                      <c:pt idx="411">
                        <c:v>72.841781999999995</c:v>
                      </c:pt>
                      <c:pt idx="412">
                        <c:v>73.504822000000004</c:v>
                      </c:pt>
                      <c:pt idx="413">
                        <c:v>74.068825000000004</c:v>
                      </c:pt>
                      <c:pt idx="414">
                        <c:v>74.478279000000001</c:v>
                      </c:pt>
                      <c:pt idx="415">
                        <c:v>74.710571000000002</c:v>
                      </c:pt>
                      <c:pt idx="416">
                        <c:v>74.942977999999997</c:v>
                      </c:pt>
                      <c:pt idx="417">
                        <c:v>74.941353000000007</c:v>
                      </c:pt>
                      <c:pt idx="418">
                        <c:v>74.547752000000003</c:v>
                      </c:pt>
                      <c:pt idx="419">
                        <c:v>74.215309000000005</c:v>
                      </c:pt>
                      <c:pt idx="420">
                        <c:v>74.001884000000004</c:v>
                      </c:pt>
                      <c:pt idx="421">
                        <c:v>73.820137000000003</c:v>
                      </c:pt>
                      <c:pt idx="422">
                        <c:v>73.496917999999994</c:v>
                      </c:pt>
                      <c:pt idx="423">
                        <c:v>73.185417000000001</c:v>
                      </c:pt>
                      <c:pt idx="424">
                        <c:v>72.888694999999998</c:v>
                      </c:pt>
                      <c:pt idx="425">
                        <c:v>72.283676</c:v>
                      </c:pt>
                      <c:pt idx="426">
                        <c:v>71.529342999999997</c:v>
                      </c:pt>
                      <c:pt idx="427">
                        <c:v>71.021355</c:v>
                      </c:pt>
                      <c:pt idx="428">
                        <c:v>71.178130999999993</c:v>
                      </c:pt>
                      <c:pt idx="429">
                        <c:v>71.653853999999995</c:v>
                      </c:pt>
                      <c:pt idx="430">
                        <c:v>71.967331000000001</c:v>
                      </c:pt>
                      <c:pt idx="431">
                        <c:v>71.821365</c:v>
                      </c:pt>
                      <c:pt idx="432">
                        <c:v>71.454078999999993</c:v>
                      </c:pt>
                      <c:pt idx="433">
                        <c:v>71.316422000000003</c:v>
                      </c:pt>
                      <c:pt idx="434">
                        <c:v>71.452904000000004</c:v>
                      </c:pt>
                      <c:pt idx="435">
                        <c:v>71.719550999999996</c:v>
                      </c:pt>
                      <c:pt idx="436">
                        <c:v>72.120270000000005</c:v>
                      </c:pt>
                      <c:pt idx="437">
                        <c:v>72.715439000000003</c:v>
                      </c:pt>
                      <c:pt idx="438">
                        <c:v>72.779503000000005</c:v>
                      </c:pt>
                      <c:pt idx="439">
                        <c:v>71.947868</c:v>
                      </c:pt>
                      <c:pt idx="440">
                        <c:v>70.936165000000003</c:v>
                      </c:pt>
                      <c:pt idx="441">
                        <c:v>69.837547000000001</c:v>
                      </c:pt>
                      <c:pt idx="442">
                        <c:v>68.975975000000005</c:v>
                      </c:pt>
                      <c:pt idx="443">
                        <c:v>69.235504000000006</c:v>
                      </c:pt>
                      <c:pt idx="444">
                        <c:v>70.131905000000003</c:v>
                      </c:pt>
                      <c:pt idx="445">
                        <c:v>71.203720000000004</c:v>
                      </c:pt>
                      <c:pt idx="446">
                        <c:v>71.791756000000007</c:v>
                      </c:pt>
                      <c:pt idx="447">
                        <c:v>71.582176000000004</c:v>
                      </c:pt>
                      <c:pt idx="448">
                        <c:v>71.043296999999995</c:v>
                      </c:pt>
                      <c:pt idx="449">
                        <c:v>70.623756</c:v>
                      </c:pt>
                      <c:pt idx="450">
                        <c:v>70.276161000000002</c:v>
                      </c:pt>
                      <c:pt idx="451">
                        <c:v>70.110793999999999</c:v>
                      </c:pt>
                      <c:pt idx="452">
                        <c:v>70.104186999999996</c:v>
                      </c:pt>
                      <c:pt idx="453">
                        <c:v>70.409676000000005</c:v>
                      </c:pt>
                      <c:pt idx="454">
                        <c:v>70.811843999999994</c:v>
                      </c:pt>
                      <c:pt idx="455">
                        <c:v>71.422934999999995</c:v>
                      </c:pt>
                      <c:pt idx="456">
                        <c:v>72.180678999999998</c:v>
                      </c:pt>
                      <c:pt idx="457">
                        <c:v>72.647491000000002</c:v>
                      </c:pt>
                      <c:pt idx="458">
                        <c:v>72.888756000000001</c:v>
                      </c:pt>
                      <c:pt idx="459">
                        <c:v>72.743781999999996</c:v>
                      </c:pt>
                      <c:pt idx="460">
                        <c:v>72.474129000000005</c:v>
                      </c:pt>
                      <c:pt idx="461">
                        <c:v>72.361794000000003</c:v>
                      </c:pt>
                      <c:pt idx="462">
                        <c:v>72.474350000000001</c:v>
                      </c:pt>
                      <c:pt idx="463">
                        <c:v>72.914139000000006</c:v>
                      </c:pt>
                      <c:pt idx="464">
                        <c:v>73.506989000000004</c:v>
                      </c:pt>
                      <c:pt idx="465">
                        <c:v>74.074837000000002</c:v>
                      </c:pt>
                      <c:pt idx="466">
                        <c:v>74.471633999999995</c:v>
                      </c:pt>
                      <c:pt idx="467">
                        <c:v>74.708907999999994</c:v>
                      </c:pt>
                      <c:pt idx="468">
                        <c:v>74.461983000000004</c:v>
                      </c:pt>
                      <c:pt idx="469">
                        <c:v>74.264983999999998</c:v>
                      </c:pt>
                      <c:pt idx="470">
                        <c:v>74.400413999999998</c:v>
                      </c:pt>
                      <c:pt idx="471">
                        <c:v>74.416343999999995</c:v>
                      </c:pt>
                      <c:pt idx="472">
                        <c:v>74.183837999999994</c:v>
                      </c:pt>
                      <c:pt idx="473">
                        <c:v>73.604156000000003</c:v>
                      </c:pt>
                      <c:pt idx="474">
                        <c:v>72.770308999999997</c:v>
                      </c:pt>
                      <c:pt idx="475">
                        <c:v>71.709862000000001</c:v>
                      </c:pt>
                      <c:pt idx="476">
                        <c:v>71.112350000000006</c:v>
                      </c:pt>
                      <c:pt idx="477">
                        <c:v>71.011047000000005</c:v>
                      </c:pt>
                      <c:pt idx="478">
                        <c:v>71.057456999999999</c:v>
                      </c:pt>
                      <c:pt idx="479">
                        <c:v>71.192656999999997</c:v>
                      </c:pt>
                      <c:pt idx="480">
                        <c:v>71.361594999999994</c:v>
                      </c:pt>
                      <c:pt idx="481">
                        <c:v>71.497428999999997</c:v>
                      </c:pt>
                      <c:pt idx="482">
                        <c:v>71.688400000000001</c:v>
                      </c:pt>
                      <c:pt idx="483">
                        <c:v>72.609443999999996</c:v>
                      </c:pt>
                      <c:pt idx="484">
                        <c:v>73.499427999999995</c:v>
                      </c:pt>
                      <c:pt idx="485">
                        <c:v>74.128699999999995</c:v>
                      </c:pt>
                      <c:pt idx="486">
                        <c:v>74.729743999999997</c:v>
                      </c:pt>
                      <c:pt idx="487">
                        <c:v>75.313477000000006</c:v>
                      </c:pt>
                      <c:pt idx="488">
                        <c:v>75.687736999999998</c:v>
                      </c:pt>
                      <c:pt idx="489">
                        <c:v>75.662864999999996</c:v>
                      </c:pt>
                      <c:pt idx="490">
                        <c:v>75.701065</c:v>
                      </c:pt>
                      <c:pt idx="491">
                        <c:v>75.715209999999999</c:v>
                      </c:pt>
                      <c:pt idx="492">
                        <c:v>75.493979999999993</c:v>
                      </c:pt>
                      <c:pt idx="493">
                        <c:v>75.238945000000001</c:v>
                      </c:pt>
                      <c:pt idx="494">
                        <c:v>74.949837000000002</c:v>
                      </c:pt>
                      <c:pt idx="495">
                        <c:v>74.925490999999994</c:v>
                      </c:pt>
                      <c:pt idx="496">
                        <c:v>75.360443000000004</c:v>
                      </c:pt>
                      <c:pt idx="497">
                        <c:v>76.005898000000002</c:v>
                      </c:pt>
                      <c:pt idx="498">
                        <c:v>76.487328000000005</c:v>
                      </c:pt>
                      <c:pt idx="499">
                        <c:v>76.718040000000002</c:v>
                      </c:pt>
                      <c:pt idx="500">
                        <c:v>76.922363000000004</c:v>
                      </c:pt>
                      <c:pt idx="501">
                        <c:v>77.279494999999997</c:v>
                      </c:pt>
                      <c:pt idx="502">
                        <c:v>77.572708000000006</c:v>
                      </c:pt>
                      <c:pt idx="503">
                        <c:v>77.563621999999995</c:v>
                      </c:pt>
                      <c:pt idx="504">
                        <c:v>77.149642999999998</c:v>
                      </c:pt>
                      <c:pt idx="505">
                        <c:v>76.701721000000006</c:v>
                      </c:pt>
                      <c:pt idx="506">
                        <c:v>76.383910999999998</c:v>
                      </c:pt>
                      <c:pt idx="507">
                        <c:v>76.282471000000001</c:v>
                      </c:pt>
                      <c:pt idx="508">
                        <c:v>76.135825999999994</c:v>
                      </c:pt>
                      <c:pt idx="509">
                        <c:v>75.738799999999998</c:v>
                      </c:pt>
                      <c:pt idx="510">
                        <c:v>75.212913999999998</c:v>
                      </c:pt>
                      <c:pt idx="511">
                        <c:v>74.538887000000003</c:v>
                      </c:pt>
                      <c:pt idx="512">
                        <c:v>74.133979999999994</c:v>
                      </c:pt>
                      <c:pt idx="513">
                        <c:v>74.215675000000005</c:v>
                      </c:pt>
                      <c:pt idx="514">
                        <c:v>74.728927999999996</c:v>
                      </c:pt>
                      <c:pt idx="515">
                        <c:v>75.346541999999999</c:v>
                      </c:pt>
                      <c:pt idx="516">
                        <c:v>75.649947999999995</c:v>
                      </c:pt>
                      <c:pt idx="517">
                        <c:v>75.589187999999993</c:v>
                      </c:pt>
                      <c:pt idx="518">
                        <c:v>75.347640999999996</c:v>
                      </c:pt>
                      <c:pt idx="519">
                        <c:v>67.688254999999998</c:v>
                      </c:pt>
                      <c:pt idx="520">
                        <c:v>59.889481000000004</c:v>
                      </c:pt>
                      <c:pt idx="521">
                        <c:v>64.631812999999994</c:v>
                      </c:pt>
                      <c:pt idx="522">
                        <c:v>67.425835000000006</c:v>
                      </c:pt>
                      <c:pt idx="523">
                        <c:v>68.549132999999998</c:v>
                      </c:pt>
                      <c:pt idx="524">
                        <c:v>69.017120000000006</c:v>
                      </c:pt>
                      <c:pt idx="525">
                        <c:v>69.083175999999995</c:v>
                      </c:pt>
                      <c:pt idx="526">
                        <c:v>69.030913999999996</c:v>
                      </c:pt>
                      <c:pt idx="527">
                        <c:v>69.308814999999996</c:v>
                      </c:pt>
                      <c:pt idx="528">
                        <c:v>69.893150000000006</c:v>
                      </c:pt>
                      <c:pt idx="529">
                        <c:v>70.822226999999998</c:v>
                      </c:pt>
                      <c:pt idx="530">
                        <c:v>71.438293000000002</c:v>
                      </c:pt>
                      <c:pt idx="531">
                        <c:v>71.586960000000005</c:v>
                      </c:pt>
                      <c:pt idx="532">
                        <c:v>71.908935999999997</c:v>
                      </c:pt>
                      <c:pt idx="533">
                        <c:v>72.234313999999998</c:v>
                      </c:pt>
                      <c:pt idx="534">
                        <c:v>72.239188999999996</c:v>
                      </c:pt>
                      <c:pt idx="535">
                        <c:v>72.369568000000001</c:v>
                      </c:pt>
                      <c:pt idx="536">
                        <c:v>72.759369000000007</c:v>
                      </c:pt>
                      <c:pt idx="537">
                        <c:v>73.060799000000003</c:v>
                      </c:pt>
                      <c:pt idx="538">
                        <c:v>73.271270999999999</c:v>
                      </c:pt>
                      <c:pt idx="539">
                        <c:v>73.259940999999998</c:v>
                      </c:pt>
                      <c:pt idx="540">
                        <c:v>73.152762999999993</c:v>
                      </c:pt>
                      <c:pt idx="541">
                        <c:v>73.087249999999997</c:v>
                      </c:pt>
                      <c:pt idx="542">
                        <c:v>73.033378999999996</c:v>
                      </c:pt>
                      <c:pt idx="543">
                        <c:v>73.114754000000005</c:v>
                      </c:pt>
                      <c:pt idx="544">
                        <c:v>72.995773</c:v>
                      </c:pt>
                      <c:pt idx="545">
                        <c:v>72.740295000000003</c:v>
                      </c:pt>
                      <c:pt idx="546">
                        <c:v>72.352492999999996</c:v>
                      </c:pt>
                      <c:pt idx="547">
                        <c:v>72.395813000000004</c:v>
                      </c:pt>
                      <c:pt idx="548">
                        <c:v>72.910636999999994</c:v>
                      </c:pt>
                      <c:pt idx="549">
                        <c:v>73.573134999999994</c:v>
                      </c:pt>
                      <c:pt idx="550">
                        <c:v>74.142112999999995</c:v>
                      </c:pt>
                      <c:pt idx="551">
                        <c:v>74.123795000000001</c:v>
                      </c:pt>
                      <c:pt idx="552">
                        <c:v>73.422409000000002</c:v>
                      </c:pt>
                      <c:pt idx="553">
                        <c:v>72.520270999999994</c:v>
                      </c:pt>
                      <c:pt idx="554">
                        <c:v>71.475487000000001</c:v>
                      </c:pt>
                      <c:pt idx="555">
                        <c:v>70.681022999999996</c:v>
                      </c:pt>
                      <c:pt idx="556">
                        <c:v>70.454459999999997</c:v>
                      </c:pt>
                      <c:pt idx="557">
                        <c:v>70.106819000000002</c:v>
                      </c:pt>
                      <c:pt idx="558">
                        <c:v>69.545105000000007</c:v>
                      </c:pt>
                      <c:pt idx="559">
                        <c:v>69.076949999999997</c:v>
                      </c:pt>
                      <c:pt idx="560">
                        <c:v>68.323363999999998</c:v>
                      </c:pt>
                      <c:pt idx="561">
                        <c:v>67.963065999999998</c:v>
                      </c:pt>
                      <c:pt idx="562">
                        <c:v>67.894447</c:v>
                      </c:pt>
                      <c:pt idx="563">
                        <c:v>68.294853000000003</c:v>
                      </c:pt>
                      <c:pt idx="564">
                        <c:v>68.927948000000001</c:v>
                      </c:pt>
                      <c:pt idx="565">
                        <c:v>69.184310999999994</c:v>
                      </c:pt>
                      <c:pt idx="566">
                        <c:v>69.138908000000001</c:v>
                      </c:pt>
                      <c:pt idx="567">
                        <c:v>69.229752000000005</c:v>
                      </c:pt>
                      <c:pt idx="568">
                        <c:v>69.404503000000005</c:v>
                      </c:pt>
                      <c:pt idx="569">
                        <c:v>69.448211999999998</c:v>
                      </c:pt>
                      <c:pt idx="570">
                        <c:v>69.224236000000005</c:v>
                      </c:pt>
                      <c:pt idx="571">
                        <c:v>68.753570999999994</c:v>
                      </c:pt>
                      <c:pt idx="572">
                        <c:v>67.977294999999998</c:v>
                      </c:pt>
                      <c:pt idx="573">
                        <c:v>67.225455999999994</c:v>
                      </c:pt>
                      <c:pt idx="574">
                        <c:v>58.064715999999997</c:v>
                      </c:pt>
                      <c:pt idx="575">
                        <c:v>60.052750000000003</c:v>
                      </c:pt>
                      <c:pt idx="576">
                        <c:v>61.829833999999998</c:v>
                      </c:pt>
                      <c:pt idx="577">
                        <c:v>63.174435000000003</c:v>
                      </c:pt>
                      <c:pt idx="578">
                        <c:v>63.749988999999999</c:v>
                      </c:pt>
                      <c:pt idx="579">
                        <c:v>63.942680000000003</c:v>
                      </c:pt>
                      <c:pt idx="580">
                        <c:v>63.935046999999997</c:v>
                      </c:pt>
                      <c:pt idx="581">
                        <c:v>64.053130999999993</c:v>
                      </c:pt>
                      <c:pt idx="582">
                        <c:v>64.214934999999997</c:v>
                      </c:pt>
                      <c:pt idx="583">
                        <c:v>64.191901999999999</c:v>
                      </c:pt>
                      <c:pt idx="584">
                        <c:v>64.379317999999998</c:v>
                      </c:pt>
                      <c:pt idx="585">
                        <c:v>64.813713000000007</c:v>
                      </c:pt>
                      <c:pt idx="586">
                        <c:v>65.382071999999994</c:v>
                      </c:pt>
                      <c:pt idx="587">
                        <c:v>65.380568999999994</c:v>
                      </c:pt>
                      <c:pt idx="588">
                        <c:v>65.068129999999996</c:v>
                      </c:pt>
                      <c:pt idx="589">
                        <c:v>65.044098000000005</c:v>
                      </c:pt>
                      <c:pt idx="590">
                        <c:v>65.334205999999995</c:v>
                      </c:pt>
                      <c:pt idx="591">
                        <c:v>65.918785</c:v>
                      </c:pt>
                      <c:pt idx="592">
                        <c:v>66.972381999999996</c:v>
                      </c:pt>
                      <c:pt idx="593">
                        <c:v>67.949439999999996</c:v>
                      </c:pt>
                      <c:pt idx="594">
                        <c:v>68.361908</c:v>
                      </c:pt>
                      <c:pt idx="595">
                        <c:v>68.586769000000004</c:v>
                      </c:pt>
                      <c:pt idx="596">
                        <c:v>68.952347000000003</c:v>
                      </c:pt>
                      <c:pt idx="597">
                        <c:v>69.418602000000007</c:v>
                      </c:pt>
                      <c:pt idx="598">
                        <c:v>69.857192999999995</c:v>
                      </c:pt>
                      <c:pt idx="599">
                        <c:v>70.209739999999996</c:v>
                      </c:pt>
                      <c:pt idx="600">
                        <c:v>70.718636000000004</c:v>
                      </c:pt>
                      <c:pt idx="601">
                        <c:v>71.156043999999994</c:v>
                      </c:pt>
                      <c:pt idx="602">
                        <c:v>71.274878999999999</c:v>
                      </c:pt>
                      <c:pt idx="603">
                        <c:v>71.324912999999995</c:v>
                      </c:pt>
                      <c:pt idx="604">
                        <c:v>71.265816000000001</c:v>
                      </c:pt>
                      <c:pt idx="605">
                        <c:v>71.089484999999996</c:v>
                      </c:pt>
                      <c:pt idx="606">
                        <c:v>70.826583999999997</c:v>
                      </c:pt>
                      <c:pt idx="607">
                        <c:v>70.494308000000004</c:v>
                      </c:pt>
                      <c:pt idx="608">
                        <c:v>69.834075999999996</c:v>
                      </c:pt>
                      <c:pt idx="609">
                        <c:v>69.801682</c:v>
                      </c:pt>
                      <c:pt idx="610">
                        <c:v>70.480994999999993</c:v>
                      </c:pt>
                      <c:pt idx="611">
                        <c:v>71.380234000000002</c:v>
                      </c:pt>
                      <c:pt idx="612">
                        <c:v>71.815169999999995</c:v>
                      </c:pt>
                      <c:pt idx="613">
                        <c:v>72.123931999999996</c:v>
                      </c:pt>
                      <c:pt idx="614">
                        <c:v>72.402145000000004</c:v>
                      </c:pt>
                      <c:pt idx="615">
                        <c:v>72.661422999999999</c:v>
                      </c:pt>
                      <c:pt idx="616">
                        <c:v>72.996741999999998</c:v>
                      </c:pt>
                      <c:pt idx="617">
                        <c:v>73.296036000000001</c:v>
                      </c:pt>
                      <c:pt idx="618">
                        <c:v>73.547134</c:v>
                      </c:pt>
                      <c:pt idx="619">
                        <c:v>73.634559999999993</c:v>
                      </c:pt>
                      <c:pt idx="620">
                        <c:v>73.636414000000002</c:v>
                      </c:pt>
                      <c:pt idx="621">
                        <c:v>73.563736000000006</c:v>
                      </c:pt>
                      <c:pt idx="622">
                        <c:v>73.356285</c:v>
                      </c:pt>
                      <c:pt idx="623">
                        <c:v>73.241211000000007</c:v>
                      </c:pt>
                      <c:pt idx="624">
                        <c:v>73.269278999999997</c:v>
                      </c:pt>
                      <c:pt idx="625">
                        <c:v>73.289000999999999</c:v>
                      </c:pt>
                      <c:pt idx="626">
                        <c:v>73.068603999999993</c:v>
                      </c:pt>
                      <c:pt idx="627">
                        <c:v>72.648444999999995</c:v>
                      </c:pt>
                      <c:pt idx="628">
                        <c:v>72.357613000000001</c:v>
                      </c:pt>
                      <c:pt idx="629">
                        <c:v>72.439659000000006</c:v>
                      </c:pt>
                      <c:pt idx="630">
                        <c:v>72.694541999999998</c:v>
                      </c:pt>
                      <c:pt idx="631">
                        <c:v>73.028069000000002</c:v>
                      </c:pt>
                      <c:pt idx="632">
                        <c:v>73.412955999999994</c:v>
                      </c:pt>
                      <c:pt idx="633">
                        <c:v>73.616539000000003</c:v>
                      </c:pt>
                      <c:pt idx="634">
                        <c:v>73.932807999999994</c:v>
                      </c:pt>
                      <c:pt idx="635">
                        <c:v>74.278328000000002</c:v>
                      </c:pt>
                      <c:pt idx="636">
                        <c:v>74.622803000000005</c:v>
                      </c:pt>
                      <c:pt idx="637">
                        <c:v>74.975104999999999</c:v>
                      </c:pt>
                      <c:pt idx="638">
                        <c:v>75.033469999999994</c:v>
                      </c:pt>
                      <c:pt idx="639">
                        <c:v>74.814948999999999</c:v>
                      </c:pt>
                      <c:pt idx="640">
                        <c:v>74.664589000000007</c:v>
                      </c:pt>
                      <c:pt idx="641">
                        <c:v>74.491935999999995</c:v>
                      </c:pt>
                      <c:pt idx="642">
                        <c:v>74.272377000000006</c:v>
                      </c:pt>
                      <c:pt idx="643">
                        <c:v>74.046806000000004</c:v>
                      </c:pt>
                      <c:pt idx="644">
                        <c:v>74.070175000000006</c:v>
                      </c:pt>
                      <c:pt idx="645">
                        <c:v>74.284813</c:v>
                      </c:pt>
                      <c:pt idx="646">
                        <c:v>74.468070999999995</c:v>
                      </c:pt>
                      <c:pt idx="647">
                        <c:v>74.560424999999995</c:v>
                      </c:pt>
                      <c:pt idx="648">
                        <c:v>74.632369999999995</c:v>
                      </c:pt>
                      <c:pt idx="649">
                        <c:v>74.817711000000003</c:v>
                      </c:pt>
                      <c:pt idx="650">
                        <c:v>74.700546000000003</c:v>
                      </c:pt>
                      <c:pt idx="651">
                        <c:v>74.546004999999994</c:v>
                      </c:pt>
                      <c:pt idx="652">
                        <c:v>74.733765000000005</c:v>
                      </c:pt>
                      <c:pt idx="653">
                        <c:v>74.965789999999998</c:v>
                      </c:pt>
                      <c:pt idx="654">
                        <c:v>75.036879999999996</c:v>
                      </c:pt>
                      <c:pt idx="655">
                        <c:v>75.150115999999997</c:v>
                      </c:pt>
                      <c:pt idx="656">
                        <c:v>75.325530999999998</c:v>
                      </c:pt>
                      <c:pt idx="657">
                        <c:v>75.456078000000005</c:v>
                      </c:pt>
                      <c:pt idx="658">
                        <c:v>75.508835000000005</c:v>
                      </c:pt>
                      <c:pt idx="659">
                        <c:v>75.640808000000007</c:v>
                      </c:pt>
                      <c:pt idx="660">
                        <c:v>75.840637000000001</c:v>
                      </c:pt>
                      <c:pt idx="661">
                        <c:v>76.149146999999999</c:v>
                      </c:pt>
                      <c:pt idx="662">
                        <c:v>76.455864000000005</c:v>
                      </c:pt>
                      <c:pt idx="663">
                        <c:v>76.535797000000002</c:v>
                      </c:pt>
                      <c:pt idx="664">
                        <c:v>76.466239999999999</c:v>
                      </c:pt>
                      <c:pt idx="665">
                        <c:v>76.455078</c:v>
                      </c:pt>
                      <c:pt idx="666">
                        <c:v>76.605086999999997</c:v>
                      </c:pt>
                      <c:pt idx="667">
                        <c:v>76.870270000000005</c:v>
                      </c:pt>
                      <c:pt idx="668">
                        <c:v>76.990973999999994</c:v>
                      </c:pt>
                      <c:pt idx="669">
                        <c:v>77.089118999999997</c:v>
                      </c:pt>
                      <c:pt idx="670">
                        <c:v>77.202079999999995</c:v>
                      </c:pt>
                      <c:pt idx="671">
                        <c:v>77.282341000000002</c:v>
                      </c:pt>
                      <c:pt idx="672">
                        <c:v>77.392859999999999</c:v>
                      </c:pt>
                      <c:pt idx="673">
                        <c:v>77.448729999999998</c:v>
                      </c:pt>
                      <c:pt idx="674">
                        <c:v>77.370475999999996</c:v>
                      </c:pt>
                      <c:pt idx="675">
                        <c:v>77.414551000000003</c:v>
                      </c:pt>
                      <c:pt idx="676">
                        <c:v>77.554207000000005</c:v>
                      </c:pt>
                      <c:pt idx="677">
                        <c:v>77.571770000000001</c:v>
                      </c:pt>
                      <c:pt idx="678">
                        <c:v>77.539894000000004</c:v>
                      </c:pt>
                      <c:pt idx="679">
                        <c:v>77.442122999999995</c:v>
                      </c:pt>
                      <c:pt idx="680">
                        <c:v>77.190353000000002</c:v>
                      </c:pt>
                      <c:pt idx="681">
                        <c:v>77.058548000000002</c:v>
                      </c:pt>
                      <c:pt idx="682">
                        <c:v>77.051399000000004</c:v>
                      </c:pt>
                      <c:pt idx="683">
                        <c:v>76.975577999999999</c:v>
                      </c:pt>
                      <c:pt idx="684">
                        <c:v>76.963843999999995</c:v>
                      </c:pt>
                      <c:pt idx="685">
                        <c:v>76.914406</c:v>
                      </c:pt>
                      <c:pt idx="686">
                        <c:v>76.807204999999996</c:v>
                      </c:pt>
                      <c:pt idx="687">
                        <c:v>76.689223999999996</c:v>
                      </c:pt>
                      <c:pt idx="688">
                        <c:v>76.750832000000003</c:v>
                      </c:pt>
                      <c:pt idx="689">
                        <c:v>76.871727000000007</c:v>
                      </c:pt>
                      <c:pt idx="690">
                        <c:v>76.933907000000005</c:v>
                      </c:pt>
                      <c:pt idx="691">
                        <c:v>76.794037000000003</c:v>
                      </c:pt>
                      <c:pt idx="692">
                        <c:v>76.719466999999995</c:v>
                      </c:pt>
                      <c:pt idx="693">
                        <c:v>76.955910000000003</c:v>
                      </c:pt>
                      <c:pt idx="694">
                        <c:v>77.571631999999994</c:v>
                      </c:pt>
                      <c:pt idx="695">
                        <c:v>78.138283000000001</c:v>
                      </c:pt>
                      <c:pt idx="696">
                        <c:v>78.540085000000005</c:v>
                      </c:pt>
                      <c:pt idx="697">
                        <c:v>78.903152000000006</c:v>
                      </c:pt>
                      <c:pt idx="698">
                        <c:v>79.269981000000001</c:v>
                      </c:pt>
                      <c:pt idx="699">
                        <c:v>79.612762000000004</c:v>
                      </c:pt>
                      <c:pt idx="700">
                        <c:v>79.728531000000004</c:v>
                      </c:pt>
                      <c:pt idx="701">
                        <c:v>79.785019000000005</c:v>
                      </c:pt>
                      <c:pt idx="702">
                        <c:v>79.887955000000005</c:v>
                      </c:pt>
                      <c:pt idx="703">
                        <c:v>79.940926000000005</c:v>
                      </c:pt>
                      <c:pt idx="704">
                        <c:v>79.922393999999997</c:v>
                      </c:pt>
                      <c:pt idx="705">
                        <c:v>79.863288999999995</c:v>
                      </c:pt>
                      <c:pt idx="706">
                        <c:v>79.701949999999997</c:v>
                      </c:pt>
                      <c:pt idx="707">
                        <c:v>79.523810999999995</c:v>
                      </c:pt>
                      <c:pt idx="708">
                        <c:v>79.588158000000007</c:v>
                      </c:pt>
                      <c:pt idx="709">
                        <c:v>80.075828999999999</c:v>
                      </c:pt>
                      <c:pt idx="710">
                        <c:v>80.686408999999998</c:v>
                      </c:pt>
                      <c:pt idx="711">
                        <c:v>81.078734999999995</c:v>
                      </c:pt>
                      <c:pt idx="712">
                        <c:v>81.050278000000006</c:v>
                      </c:pt>
                      <c:pt idx="713">
                        <c:v>80.898208999999994</c:v>
                      </c:pt>
                      <c:pt idx="714">
                        <c:v>80.825622999999993</c:v>
                      </c:pt>
                      <c:pt idx="715">
                        <c:v>80.996521000000001</c:v>
                      </c:pt>
                      <c:pt idx="716">
                        <c:v>81.069405000000003</c:v>
                      </c:pt>
                      <c:pt idx="717">
                        <c:v>81.086128000000002</c:v>
                      </c:pt>
                      <c:pt idx="718">
                        <c:v>81.191742000000005</c:v>
                      </c:pt>
                      <c:pt idx="719">
                        <c:v>81.024078000000003</c:v>
                      </c:pt>
                      <c:pt idx="720">
                        <c:v>80.415458999999998</c:v>
                      </c:pt>
                      <c:pt idx="721">
                        <c:v>80.174721000000005</c:v>
                      </c:pt>
                      <c:pt idx="722">
                        <c:v>80.374206999999998</c:v>
                      </c:pt>
                      <c:pt idx="723">
                        <c:v>80.403480999999999</c:v>
                      </c:pt>
                      <c:pt idx="724">
                        <c:v>80.378349</c:v>
                      </c:pt>
                      <c:pt idx="725">
                        <c:v>80.310669000000004</c:v>
                      </c:pt>
                      <c:pt idx="726">
                        <c:v>80.386215000000007</c:v>
                      </c:pt>
                      <c:pt idx="727">
                        <c:v>80.519774999999996</c:v>
                      </c:pt>
                      <c:pt idx="728">
                        <c:v>80.512535</c:v>
                      </c:pt>
                      <c:pt idx="729">
                        <c:v>80.509711999999993</c:v>
                      </c:pt>
                      <c:pt idx="730">
                        <c:v>80.451920000000001</c:v>
                      </c:pt>
                      <c:pt idx="731">
                        <c:v>80.171974000000006</c:v>
                      </c:pt>
                      <c:pt idx="732">
                        <c:v>79.872009000000006</c:v>
                      </c:pt>
                      <c:pt idx="733">
                        <c:v>80.012383</c:v>
                      </c:pt>
                      <c:pt idx="734">
                        <c:v>80.637016000000003</c:v>
                      </c:pt>
                      <c:pt idx="735">
                        <c:v>81.428359999999998</c:v>
                      </c:pt>
                      <c:pt idx="736">
                        <c:v>81.878028999999998</c:v>
                      </c:pt>
                      <c:pt idx="737">
                        <c:v>81.993645000000001</c:v>
                      </c:pt>
                      <c:pt idx="738">
                        <c:v>81.993155999999999</c:v>
                      </c:pt>
                      <c:pt idx="739">
                        <c:v>82.006218000000004</c:v>
                      </c:pt>
                      <c:pt idx="740">
                        <c:v>81.991889999999998</c:v>
                      </c:pt>
                      <c:pt idx="741">
                        <c:v>81.974648000000002</c:v>
                      </c:pt>
                      <c:pt idx="742">
                        <c:v>81.853531000000004</c:v>
                      </c:pt>
                      <c:pt idx="743">
                        <c:v>81.313170999999997</c:v>
                      </c:pt>
                      <c:pt idx="744">
                        <c:v>80.526900999999995</c:v>
                      </c:pt>
                      <c:pt idx="745">
                        <c:v>80.130424000000005</c:v>
                      </c:pt>
                      <c:pt idx="746">
                        <c:v>79.826385000000002</c:v>
                      </c:pt>
                      <c:pt idx="747">
                        <c:v>79.383301000000003</c:v>
                      </c:pt>
                      <c:pt idx="748">
                        <c:v>79.248192000000003</c:v>
                      </c:pt>
                      <c:pt idx="749">
                        <c:v>78.799903999999998</c:v>
                      </c:pt>
                      <c:pt idx="750">
                        <c:v>77.973251000000005</c:v>
                      </c:pt>
                      <c:pt idx="751">
                        <c:v>77.377533</c:v>
                      </c:pt>
                      <c:pt idx="752">
                        <c:v>77.149651000000006</c:v>
                      </c:pt>
                      <c:pt idx="753">
                        <c:v>76.629890000000003</c:v>
                      </c:pt>
                      <c:pt idx="754">
                        <c:v>75.770225999999994</c:v>
                      </c:pt>
                      <c:pt idx="755">
                        <c:v>75.098892000000006</c:v>
                      </c:pt>
                      <c:pt idx="756">
                        <c:v>74.854927000000004</c:v>
                      </c:pt>
                      <c:pt idx="757">
                        <c:v>74.947136</c:v>
                      </c:pt>
                      <c:pt idx="758">
                        <c:v>74.917823999999996</c:v>
                      </c:pt>
                      <c:pt idx="759">
                        <c:v>74.644454999999994</c:v>
                      </c:pt>
                      <c:pt idx="760">
                        <c:v>74.492203000000003</c:v>
                      </c:pt>
                      <c:pt idx="761">
                        <c:v>74.680381999999994</c:v>
                      </c:pt>
                      <c:pt idx="762">
                        <c:v>75.206649999999996</c:v>
                      </c:pt>
                      <c:pt idx="763">
                        <c:v>75.527778999999995</c:v>
                      </c:pt>
                      <c:pt idx="764">
                        <c:v>75.222176000000005</c:v>
                      </c:pt>
                      <c:pt idx="765">
                        <c:v>74.551475999999994</c:v>
                      </c:pt>
                      <c:pt idx="766">
                        <c:v>74.207222000000002</c:v>
                      </c:pt>
                      <c:pt idx="767">
                        <c:v>73.703316000000001</c:v>
                      </c:pt>
                      <c:pt idx="768">
                        <c:v>72.922623000000002</c:v>
                      </c:pt>
                      <c:pt idx="769">
                        <c:v>72.330803000000003</c:v>
                      </c:pt>
                      <c:pt idx="770">
                        <c:v>71.943755999999993</c:v>
                      </c:pt>
                      <c:pt idx="771">
                        <c:v>72.32029</c:v>
                      </c:pt>
                      <c:pt idx="772">
                        <c:v>72.122353000000004</c:v>
                      </c:pt>
                      <c:pt idx="773">
                        <c:v>71.637191999999999</c:v>
                      </c:pt>
                      <c:pt idx="774">
                        <c:v>71.444434999999999</c:v>
                      </c:pt>
                      <c:pt idx="775">
                        <c:v>71.241150000000005</c:v>
                      </c:pt>
                      <c:pt idx="776">
                        <c:v>71.363502999999994</c:v>
                      </c:pt>
                      <c:pt idx="777">
                        <c:v>71.173737000000003</c:v>
                      </c:pt>
                      <c:pt idx="778">
                        <c:v>71.139763000000002</c:v>
                      </c:pt>
                      <c:pt idx="779">
                        <c:v>70.933616999999998</c:v>
                      </c:pt>
                      <c:pt idx="780">
                        <c:v>71.086455999999998</c:v>
                      </c:pt>
                      <c:pt idx="781">
                        <c:v>71.604636999999997</c:v>
                      </c:pt>
                      <c:pt idx="782">
                        <c:v>71.972770999999995</c:v>
                      </c:pt>
                      <c:pt idx="783">
                        <c:v>71.796738000000005</c:v>
                      </c:pt>
                      <c:pt idx="784">
                        <c:v>71.276161000000002</c:v>
                      </c:pt>
                      <c:pt idx="785">
                        <c:v>70.477965999999995</c:v>
                      </c:pt>
                      <c:pt idx="786">
                        <c:v>69.930770999999993</c:v>
                      </c:pt>
                      <c:pt idx="787">
                        <c:v>70.257866000000007</c:v>
                      </c:pt>
                      <c:pt idx="788">
                        <c:v>70.750343000000001</c:v>
                      </c:pt>
                      <c:pt idx="789">
                        <c:v>69.122375000000005</c:v>
                      </c:pt>
                      <c:pt idx="790">
                        <c:v>67.763274999999993</c:v>
                      </c:pt>
                      <c:pt idx="791">
                        <c:v>67.317100999999994</c:v>
                      </c:pt>
                      <c:pt idx="792">
                        <c:v>67.276649000000006</c:v>
                      </c:pt>
                      <c:pt idx="793">
                        <c:v>67.296859999999995</c:v>
                      </c:pt>
                      <c:pt idx="794">
                        <c:v>67.364784</c:v>
                      </c:pt>
                      <c:pt idx="795">
                        <c:v>67.878662000000006</c:v>
                      </c:pt>
                      <c:pt idx="796">
                        <c:v>68.732795999999993</c:v>
                      </c:pt>
                      <c:pt idx="797">
                        <c:v>69.287368999999998</c:v>
                      </c:pt>
                      <c:pt idx="798">
                        <c:v>69.664306999999994</c:v>
                      </c:pt>
                      <c:pt idx="799">
                        <c:v>69.792586999999997</c:v>
                      </c:pt>
                      <c:pt idx="800">
                        <c:v>69.344086000000004</c:v>
                      </c:pt>
                      <c:pt idx="801">
                        <c:v>68.836449000000002</c:v>
                      </c:pt>
                      <c:pt idx="802">
                        <c:v>68.126793000000006</c:v>
                      </c:pt>
                      <c:pt idx="803">
                        <c:v>67.561706999999998</c:v>
                      </c:pt>
                      <c:pt idx="804">
                        <c:v>66.885422000000005</c:v>
                      </c:pt>
                      <c:pt idx="805">
                        <c:v>66.503074999999995</c:v>
                      </c:pt>
                      <c:pt idx="806">
                        <c:v>66.426124999999999</c:v>
                      </c:pt>
                      <c:pt idx="807">
                        <c:v>66.448547000000005</c:v>
                      </c:pt>
                      <c:pt idx="808">
                        <c:v>66.347954000000001</c:v>
                      </c:pt>
                      <c:pt idx="809">
                        <c:v>65.888869999999997</c:v>
                      </c:pt>
                      <c:pt idx="810">
                        <c:v>65.791481000000005</c:v>
                      </c:pt>
                      <c:pt idx="811">
                        <c:v>66.017287999999994</c:v>
                      </c:pt>
                      <c:pt idx="812">
                        <c:v>66.606514000000004</c:v>
                      </c:pt>
                      <c:pt idx="813">
                        <c:v>66.695876999999996</c:v>
                      </c:pt>
                      <c:pt idx="814">
                        <c:v>66.286888000000005</c:v>
                      </c:pt>
                      <c:pt idx="815">
                        <c:v>66.306786000000002</c:v>
                      </c:pt>
                      <c:pt idx="816">
                        <c:v>66.685631000000001</c:v>
                      </c:pt>
                      <c:pt idx="817">
                        <c:v>67.200530999999998</c:v>
                      </c:pt>
                      <c:pt idx="818">
                        <c:v>67.661750999999995</c:v>
                      </c:pt>
                      <c:pt idx="819">
                        <c:v>68.132537999999997</c:v>
                      </c:pt>
                      <c:pt idx="820">
                        <c:v>68.657416999999995</c:v>
                      </c:pt>
                      <c:pt idx="821">
                        <c:v>68.786613000000003</c:v>
                      </c:pt>
                      <c:pt idx="822">
                        <c:v>69.055626000000004</c:v>
                      </c:pt>
                      <c:pt idx="823">
                        <c:v>69.576667999999998</c:v>
                      </c:pt>
                      <c:pt idx="824">
                        <c:v>69.809997999999993</c:v>
                      </c:pt>
                      <c:pt idx="825">
                        <c:v>69.825073000000003</c:v>
                      </c:pt>
                      <c:pt idx="826">
                        <c:v>69.726967000000002</c:v>
                      </c:pt>
                      <c:pt idx="827">
                        <c:v>69.342247</c:v>
                      </c:pt>
                      <c:pt idx="828">
                        <c:v>68.636229999999998</c:v>
                      </c:pt>
                      <c:pt idx="829">
                        <c:v>68.389702</c:v>
                      </c:pt>
                      <c:pt idx="830">
                        <c:v>68.691422000000003</c:v>
                      </c:pt>
                      <c:pt idx="831">
                        <c:v>68.993010999999996</c:v>
                      </c:pt>
                      <c:pt idx="832">
                        <c:v>68.996703999999994</c:v>
                      </c:pt>
                      <c:pt idx="833">
                        <c:v>68.618469000000005</c:v>
                      </c:pt>
                      <c:pt idx="834">
                        <c:v>67.939491000000004</c:v>
                      </c:pt>
                      <c:pt idx="835">
                        <c:v>67.738174000000001</c:v>
                      </c:pt>
                      <c:pt idx="836">
                        <c:v>67.871703999999994</c:v>
                      </c:pt>
                      <c:pt idx="837">
                        <c:v>67.807441999999995</c:v>
                      </c:pt>
                      <c:pt idx="838">
                        <c:v>67.819350999999997</c:v>
                      </c:pt>
                      <c:pt idx="839">
                        <c:v>67.786461000000003</c:v>
                      </c:pt>
                      <c:pt idx="840">
                        <c:v>67.408180000000002</c:v>
                      </c:pt>
                      <c:pt idx="841">
                        <c:v>67.264754999999994</c:v>
                      </c:pt>
                      <c:pt idx="842">
                        <c:v>67.691215999999997</c:v>
                      </c:pt>
                      <c:pt idx="843">
                        <c:v>68.162368999999998</c:v>
                      </c:pt>
                      <c:pt idx="844">
                        <c:v>68.416045999999994</c:v>
                      </c:pt>
                      <c:pt idx="845">
                        <c:v>68.584502999999998</c:v>
                      </c:pt>
                      <c:pt idx="846">
                        <c:v>68.505500999999995</c:v>
                      </c:pt>
                      <c:pt idx="847">
                        <c:v>68.350037</c:v>
                      </c:pt>
                      <c:pt idx="848">
                        <c:v>68.092567000000003</c:v>
                      </c:pt>
                      <c:pt idx="849">
                        <c:v>67.579673999999997</c:v>
                      </c:pt>
                      <c:pt idx="850">
                        <c:v>66.764442000000003</c:v>
                      </c:pt>
                      <c:pt idx="851">
                        <c:v>65.819626</c:v>
                      </c:pt>
                      <c:pt idx="852">
                        <c:v>65.252869000000004</c:v>
                      </c:pt>
                      <c:pt idx="853">
                        <c:v>65.389167999999998</c:v>
                      </c:pt>
                      <c:pt idx="854">
                        <c:v>65.28492</c:v>
                      </c:pt>
                      <c:pt idx="855">
                        <c:v>64.709845999999999</c:v>
                      </c:pt>
                      <c:pt idx="856">
                        <c:v>64.118401000000006</c:v>
                      </c:pt>
                      <c:pt idx="857">
                        <c:v>63.860171999999999</c:v>
                      </c:pt>
                      <c:pt idx="858">
                        <c:v>64.130973999999995</c:v>
                      </c:pt>
                      <c:pt idx="859">
                        <c:v>64.419944999999998</c:v>
                      </c:pt>
                      <c:pt idx="860">
                        <c:v>64.739265000000003</c:v>
                      </c:pt>
                      <c:pt idx="861">
                        <c:v>65.406768999999997</c:v>
                      </c:pt>
                      <c:pt idx="862">
                        <c:v>66.034317000000001</c:v>
                      </c:pt>
                      <c:pt idx="863">
                        <c:v>66.531363999999996</c:v>
                      </c:pt>
                      <c:pt idx="864">
                        <c:v>67.237121999999999</c:v>
                      </c:pt>
                      <c:pt idx="865">
                        <c:v>67.749184</c:v>
                      </c:pt>
                      <c:pt idx="866">
                        <c:v>67.748642000000004</c:v>
                      </c:pt>
                      <c:pt idx="867">
                        <c:v>67.415649000000002</c:v>
                      </c:pt>
                      <c:pt idx="868">
                        <c:v>66.688202000000004</c:v>
                      </c:pt>
                      <c:pt idx="869">
                        <c:v>65.262642</c:v>
                      </c:pt>
                      <c:pt idx="870">
                        <c:v>63.387385999999999</c:v>
                      </c:pt>
                      <c:pt idx="871">
                        <c:v>62.692402000000001</c:v>
                      </c:pt>
                      <c:pt idx="872">
                        <c:v>63.036217000000001</c:v>
                      </c:pt>
                      <c:pt idx="873">
                        <c:v>63.832675999999999</c:v>
                      </c:pt>
                      <c:pt idx="874">
                        <c:v>64.159233</c:v>
                      </c:pt>
                      <c:pt idx="875">
                        <c:v>63.739272999999997</c:v>
                      </c:pt>
                      <c:pt idx="876">
                        <c:v>63.409709999999997</c:v>
                      </c:pt>
                      <c:pt idx="877">
                        <c:v>63.923180000000002</c:v>
                      </c:pt>
                      <c:pt idx="878">
                        <c:v>65.1828</c:v>
                      </c:pt>
                      <c:pt idx="879">
                        <c:v>65.725966999999997</c:v>
                      </c:pt>
                      <c:pt idx="880">
                        <c:v>65.877930000000006</c:v>
                      </c:pt>
                      <c:pt idx="881">
                        <c:v>66.101851999999994</c:v>
                      </c:pt>
                      <c:pt idx="882">
                        <c:v>66.350594000000001</c:v>
                      </c:pt>
                      <c:pt idx="883">
                        <c:v>67.001250999999996</c:v>
                      </c:pt>
                      <c:pt idx="884">
                        <c:v>67.382698000000005</c:v>
                      </c:pt>
                      <c:pt idx="885">
                        <c:v>67.071503000000007</c:v>
                      </c:pt>
                      <c:pt idx="886">
                        <c:v>66.508499</c:v>
                      </c:pt>
                      <c:pt idx="887">
                        <c:v>66.117988999999994</c:v>
                      </c:pt>
                      <c:pt idx="888">
                        <c:v>65.961517000000001</c:v>
                      </c:pt>
                      <c:pt idx="889">
                        <c:v>66.107521000000006</c:v>
                      </c:pt>
                      <c:pt idx="890">
                        <c:v>66.287673999999996</c:v>
                      </c:pt>
                      <c:pt idx="891">
                        <c:v>66.161574999999999</c:v>
                      </c:pt>
                      <c:pt idx="892">
                        <c:v>66.237564000000006</c:v>
                      </c:pt>
                      <c:pt idx="893">
                        <c:v>66.712745999999996</c:v>
                      </c:pt>
                      <c:pt idx="894">
                        <c:v>67.179419999999993</c:v>
                      </c:pt>
                      <c:pt idx="895">
                        <c:v>67.314841999999999</c:v>
                      </c:pt>
                      <c:pt idx="896">
                        <c:v>67.300445999999994</c:v>
                      </c:pt>
                      <c:pt idx="897">
                        <c:v>67.612679</c:v>
                      </c:pt>
                      <c:pt idx="898">
                        <c:v>68.297141999999994</c:v>
                      </c:pt>
                      <c:pt idx="899">
                        <c:v>68.666015999999999</c:v>
                      </c:pt>
                      <c:pt idx="900">
                        <c:v>68.569632999999996</c:v>
                      </c:pt>
                      <c:pt idx="901">
                        <c:v>68.434662000000003</c:v>
                      </c:pt>
                      <c:pt idx="902">
                        <c:v>68.669876000000002</c:v>
                      </c:pt>
                      <c:pt idx="903">
                        <c:v>68.576324</c:v>
                      </c:pt>
                      <c:pt idx="904">
                        <c:v>68.506927000000005</c:v>
                      </c:pt>
                      <c:pt idx="905">
                        <c:v>68.488067999999998</c:v>
                      </c:pt>
                      <c:pt idx="906">
                        <c:v>68.067711000000003</c:v>
                      </c:pt>
                      <c:pt idx="907">
                        <c:v>67.825569000000002</c:v>
                      </c:pt>
                      <c:pt idx="908">
                        <c:v>67.692345000000003</c:v>
                      </c:pt>
                      <c:pt idx="909">
                        <c:v>67.675583000000003</c:v>
                      </c:pt>
                      <c:pt idx="910">
                        <c:v>68.007476999999994</c:v>
                      </c:pt>
                      <c:pt idx="911">
                        <c:v>68.071701000000004</c:v>
                      </c:pt>
                      <c:pt idx="912">
                        <c:v>67.533591999999999</c:v>
                      </c:pt>
                      <c:pt idx="913">
                        <c:v>66.714539000000002</c:v>
                      </c:pt>
                      <c:pt idx="914">
                        <c:v>65.941513</c:v>
                      </c:pt>
                      <c:pt idx="915">
                        <c:v>65.487685999999997</c:v>
                      </c:pt>
                      <c:pt idx="916">
                        <c:v>65.369033999999999</c:v>
                      </c:pt>
                      <c:pt idx="917">
                        <c:v>65.423232999999996</c:v>
                      </c:pt>
                      <c:pt idx="918">
                        <c:v>65.235564999999994</c:v>
                      </c:pt>
                      <c:pt idx="919">
                        <c:v>64.871437</c:v>
                      </c:pt>
                      <c:pt idx="920">
                        <c:v>64.711037000000005</c:v>
                      </c:pt>
                      <c:pt idx="921">
                        <c:v>64.709152000000003</c:v>
                      </c:pt>
                      <c:pt idx="922">
                        <c:v>64.942809999999994</c:v>
                      </c:pt>
                      <c:pt idx="923">
                        <c:v>65.108688000000001</c:v>
                      </c:pt>
                      <c:pt idx="924">
                        <c:v>64.904792999999998</c:v>
                      </c:pt>
                      <c:pt idx="925">
                        <c:v>65.006905000000003</c:v>
                      </c:pt>
                      <c:pt idx="926">
                        <c:v>65.440230999999997</c:v>
                      </c:pt>
                      <c:pt idx="927">
                        <c:v>66.184783999999993</c:v>
                      </c:pt>
                      <c:pt idx="928">
                        <c:v>67.178939999999997</c:v>
                      </c:pt>
                      <c:pt idx="929">
                        <c:v>67.576331999999994</c:v>
                      </c:pt>
                      <c:pt idx="930">
                        <c:v>67.352501000000004</c:v>
                      </c:pt>
                      <c:pt idx="931">
                        <c:v>67.000702000000004</c:v>
                      </c:pt>
                      <c:pt idx="932">
                        <c:v>66.859177000000003</c:v>
                      </c:pt>
                      <c:pt idx="933">
                        <c:v>66.862166999999999</c:v>
                      </c:pt>
                      <c:pt idx="934">
                        <c:v>66.900176999999999</c:v>
                      </c:pt>
                      <c:pt idx="935">
                        <c:v>66.610138000000006</c:v>
                      </c:pt>
                      <c:pt idx="936">
                        <c:v>66.130279999999999</c:v>
                      </c:pt>
                      <c:pt idx="937">
                        <c:v>65.466385000000002</c:v>
                      </c:pt>
                      <c:pt idx="938">
                        <c:v>64.848320000000001</c:v>
                      </c:pt>
                      <c:pt idx="939">
                        <c:v>64.396797000000007</c:v>
                      </c:pt>
                      <c:pt idx="940">
                        <c:v>64.453284999999994</c:v>
                      </c:pt>
                      <c:pt idx="941">
                        <c:v>64.694434999999999</c:v>
                      </c:pt>
                      <c:pt idx="942">
                        <c:v>64.827720999999997</c:v>
                      </c:pt>
                      <c:pt idx="943">
                        <c:v>64.519713999999993</c:v>
                      </c:pt>
                      <c:pt idx="944">
                        <c:v>63.182205000000003</c:v>
                      </c:pt>
                      <c:pt idx="945">
                        <c:v>63.33419</c:v>
                      </c:pt>
                      <c:pt idx="946">
                        <c:v>63.545051999999998</c:v>
                      </c:pt>
                      <c:pt idx="947">
                        <c:v>63.670020999999998</c:v>
                      </c:pt>
                      <c:pt idx="948">
                        <c:v>63.770907999999999</c:v>
                      </c:pt>
                      <c:pt idx="949">
                        <c:v>63.239567000000001</c:v>
                      </c:pt>
                      <c:pt idx="950">
                        <c:v>62.694243999999998</c:v>
                      </c:pt>
                      <c:pt idx="951">
                        <c:v>62.305042</c:v>
                      </c:pt>
                      <c:pt idx="952">
                        <c:v>61.866546999999997</c:v>
                      </c:pt>
                      <c:pt idx="953">
                        <c:v>61.638069000000002</c:v>
                      </c:pt>
                      <c:pt idx="954">
                        <c:v>61.658707</c:v>
                      </c:pt>
                      <c:pt idx="955">
                        <c:v>61.917740000000002</c:v>
                      </c:pt>
                      <c:pt idx="956">
                        <c:v>61.996403000000001</c:v>
                      </c:pt>
                      <c:pt idx="957">
                        <c:v>62.076228999999998</c:v>
                      </c:pt>
                      <c:pt idx="958">
                        <c:v>62.123184000000002</c:v>
                      </c:pt>
                      <c:pt idx="959">
                        <c:v>62.324706999999997</c:v>
                      </c:pt>
                      <c:pt idx="960">
                        <c:v>62.792313</c:v>
                      </c:pt>
                      <c:pt idx="961">
                        <c:v>63.118941999999997</c:v>
                      </c:pt>
                      <c:pt idx="962">
                        <c:v>63.277240999999997</c:v>
                      </c:pt>
                      <c:pt idx="963">
                        <c:v>63.319141000000002</c:v>
                      </c:pt>
                      <c:pt idx="964">
                        <c:v>63.450527000000001</c:v>
                      </c:pt>
                      <c:pt idx="965">
                        <c:v>63.886864000000003</c:v>
                      </c:pt>
                      <c:pt idx="966">
                        <c:v>64.495093999999995</c:v>
                      </c:pt>
                      <c:pt idx="967">
                        <c:v>64.561096000000006</c:v>
                      </c:pt>
                      <c:pt idx="968">
                        <c:v>64.215384999999998</c:v>
                      </c:pt>
                      <c:pt idx="969">
                        <c:v>63.509731000000002</c:v>
                      </c:pt>
                      <c:pt idx="970">
                        <c:v>63.04195</c:v>
                      </c:pt>
                      <c:pt idx="971">
                        <c:v>62.720936000000002</c:v>
                      </c:pt>
                      <c:pt idx="972">
                        <c:v>62.415793999999998</c:v>
                      </c:pt>
                      <c:pt idx="973">
                        <c:v>61.759033000000002</c:v>
                      </c:pt>
                      <c:pt idx="974">
                        <c:v>60.645927</c:v>
                      </c:pt>
                      <c:pt idx="975">
                        <c:v>59.369793000000001</c:v>
                      </c:pt>
                      <c:pt idx="976">
                        <c:v>58.726497999999999</c:v>
                      </c:pt>
                      <c:pt idx="977">
                        <c:v>58.719101000000002</c:v>
                      </c:pt>
                      <c:pt idx="978">
                        <c:v>58.724747000000001</c:v>
                      </c:pt>
                      <c:pt idx="979">
                        <c:v>59.107193000000002</c:v>
                      </c:pt>
                      <c:pt idx="980">
                        <c:v>59.441676999999999</c:v>
                      </c:pt>
                      <c:pt idx="981">
                        <c:v>59.129874999999998</c:v>
                      </c:pt>
                      <c:pt idx="982">
                        <c:v>58.790591999999997</c:v>
                      </c:pt>
                      <c:pt idx="983">
                        <c:v>58.943007999999999</c:v>
                      </c:pt>
                      <c:pt idx="984">
                        <c:v>59.235382000000001</c:v>
                      </c:pt>
                      <c:pt idx="985">
                        <c:v>59.242924000000002</c:v>
                      </c:pt>
                      <c:pt idx="986">
                        <c:v>59.330685000000003</c:v>
                      </c:pt>
                      <c:pt idx="987">
                        <c:v>59.961491000000002</c:v>
                      </c:pt>
                      <c:pt idx="988">
                        <c:v>60.128039999999999</c:v>
                      </c:pt>
                      <c:pt idx="989">
                        <c:v>59.480392000000002</c:v>
                      </c:pt>
                      <c:pt idx="990">
                        <c:v>58.806418999999998</c:v>
                      </c:pt>
                      <c:pt idx="991">
                        <c:v>58.445328000000003</c:v>
                      </c:pt>
                      <c:pt idx="992">
                        <c:v>57.698138999999998</c:v>
                      </c:pt>
                      <c:pt idx="993">
                        <c:v>56.934047999999997</c:v>
                      </c:pt>
                      <c:pt idx="994">
                        <c:v>56.71434</c:v>
                      </c:pt>
                      <c:pt idx="995">
                        <c:v>56.834060999999998</c:v>
                      </c:pt>
                      <c:pt idx="996">
                        <c:v>57.28389</c:v>
                      </c:pt>
                      <c:pt idx="997">
                        <c:v>58.013027000000001</c:v>
                      </c:pt>
                      <c:pt idx="998">
                        <c:v>59.108128000000001</c:v>
                      </c:pt>
                      <c:pt idx="999">
                        <c:v>60.224257999999999</c:v>
                      </c:pt>
                      <c:pt idx="1000">
                        <c:v>61.080928999999998</c:v>
                      </c:pt>
                      <c:pt idx="1001">
                        <c:v>61.612965000000003</c:v>
                      </c:pt>
                      <c:pt idx="1002">
                        <c:v>62.180439</c:v>
                      </c:pt>
                      <c:pt idx="1003">
                        <c:v>62.423676</c:v>
                      </c:pt>
                      <c:pt idx="1004">
                        <c:v>61.879204000000001</c:v>
                      </c:pt>
                      <c:pt idx="1005">
                        <c:v>60.831276000000003</c:v>
                      </c:pt>
                      <c:pt idx="1006">
                        <c:v>60.639747999999997</c:v>
                      </c:pt>
                      <c:pt idx="1007">
                        <c:v>61.082690999999997</c:v>
                      </c:pt>
                      <c:pt idx="1008">
                        <c:v>61.520404999999997</c:v>
                      </c:pt>
                      <c:pt idx="1009">
                        <c:v>61.715651999999999</c:v>
                      </c:pt>
                      <c:pt idx="1010">
                        <c:v>61.307330999999998</c:v>
                      </c:pt>
                      <c:pt idx="1011">
                        <c:v>60.317748999999999</c:v>
                      </c:pt>
                      <c:pt idx="1012">
                        <c:v>59.080536000000002</c:v>
                      </c:pt>
                      <c:pt idx="1013">
                        <c:v>58.318469999999998</c:v>
                      </c:pt>
                      <c:pt idx="1014">
                        <c:v>57.633533</c:v>
                      </c:pt>
                      <c:pt idx="1015">
                        <c:v>57.164200000000001</c:v>
                      </c:pt>
                      <c:pt idx="1016">
                        <c:v>56.892273000000003</c:v>
                      </c:pt>
                      <c:pt idx="1017">
                        <c:v>56.742702000000001</c:v>
                      </c:pt>
                      <c:pt idx="1018">
                        <c:v>56.869911000000002</c:v>
                      </c:pt>
                      <c:pt idx="1019">
                        <c:v>57.454044000000003</c:v>
                      </c:pt>
                      <c:pt idx="1020">
                        <c:v>58.074401999999999</c:v>
                      </c:pt>
                      <c:pt idx="1021">
                        <c:v>57.976379000000001</c:v>
                      </c:pt>
                      <c:pt idx="1022">
                        <c:v>57.582068999999997</c:v>
                      </c:pt>
                      <c:pt idx="1023">
                        <c:v>57.442169</c:v>
                      </c:pt>
                      <c:pt idx="1024">
                        <c:v>57.529961</c:v>
                      </c:pt>
                      <c:pt idx="1025">
                        <c:v>57.502754000000003</c:v>
                      </c:pt>
                      <c:pt idx="1026">
                        <c:v>57.075870999999999</c:v>
                      </c:pt>
                      <c:pt idx="1027">
                        <c:v>56.887034999999997</c:v>
                      </c:pt>
                      <c:pt idx="1028">
                        <c:v>57.037818999999999</c:v>
                      </c:pt>
                      <c:pt idx="1029">
                        <c:v>57.583710000000004</c:v>
                      </c:pt>
                      <c:pt idx="1030">
                        <c:v>58.375652000000002</c:v>
                      </c:pt>
                      <c:pt idx="1031">
                        <c:v>58.792557000000002</c:v>
                      </c:pt>
                      <c:pt idx="1032">
                        <c:v>58.872138999999997</c:v>
                      </c:pt>
                      <c:pt idx="1033">
                        <c:v>58.741005000000001</c:v>
                      </c:pt>
                      <c:pt idx="1034">
                        <c:v>58.912154999999998</c:v>
                      </c:pt>
                      <c:pt idx="1035">
                        <c:v>59.133118000000003</c:v>
                      </c:pt>
                      <c:pt idx="1036">
                        <c:v>59.068252999999999</c:v>
                      </c:pt>
                      <c:pt idx="1037">
                        <c:v>58.580123999999998</c:v>
                      </c:pt>
                      <c:pt idx="1038">
                        <c:v>57.908062000000001</c:v>
                      </c:pt>
                      <c:pt idx="1039">
                        <c:v>57.599196999999997</c:v>
                      </c:pt>
                      <c:pt idx="1040">
                        <c:v>57.552452000000002</c:v>
                      </c:pt>
                      <c:pt idx="1041">
                        <c:v>57.906520999999998</c:v>
                      </c:pt>
                      <c:pt idx="1042">
                        <c:v>58.004147000000003</c:v>
                      </c:pt>
                      <c:pt idx="1043">
                        <c:v>57.974536999999998</c:v>
                      </c:pt>
                      <c:pt idx="1044">
                        <c:v>58.085242999999998</c:v>
                      </c:pt>
                      <c:pt idx="1045">
                        <c:v>58.384830000000001</c:v>
                      </c:pt>
                      <c:pt idx="1046">
                        <c:v>58.846057999999999</c:v>
                      </c:pt>
                      <c:pt idx="1047">
                        <c:v>59.243988000000002</c:v>
                      </c:pt>
                      <c:pt idx="1048">
                        <c:v>59.723700999999998</c:v>
                      </c:pt>
                      <c:pt idx="1049">
                        <c:v>60.437804999999997</c:v>
                      </c:pt>
                      <c:pt idx="1050">
                        <c:v>61.409233</c:v>
                      </c:pt>
                      <c:pt idx="1051">
                        <c:v>62.372062999999997</c:v>
                      </c:pt>
                      <c:pt idx="1052">
                        <c:v>62.759270000000001</c:v>
                      </c:pt>
                      <c:pt idx="1053">
                        <c:v>62.775371999999997</c:v>
                      </c:pt>
                      <c:pt idx="1054">
                        <c:v>62.604548999999999</c:v>
                      </c:pt>
                      <c:pt idx="1055">
                        <c:v>62.310580999999999</c:v>
                      </c:pt>
                      <c:pt idx="1056">
                        <c:v>61.932926000000002</c:v>
                      </c:pt>
                      <c:pt idx="1057">
                        <c:v>61.752963999999999</c:v>
                      </c:pt>
                      <c:pt idx="1058">
                        <c:v>62.147162999999999</c:v>
                      </c:pt>
                      <c:pt idx="1059">
                        <c:v>62.510219999999997</c:v>
                      </c:pt>
                      <c:pt idx="1060">
                        <c:v>62.44614</c:v>
                      </c:pt>
                      <c:pt idx="1061">
                        <c:v>62.473838999999998</c:v>
                      </c:pt>
                      <c:pt idx="1062">
                        <c:v>62.546013000000002</c:v>
                      </c:pt>
                      <c:pt idx="1063">
                        <c:v>62.326884999999997</c:v>
                      </c:pt>
                      <c:pt idx="1064">
                        <c:v>62.061371000000001</c:v>
                      </c:pt>
                      <c:pt idx="1065">
                        <c:v>61.878796000000001</c:v>
                      </c:pt>
                      <c:pt idx="1066">
                        <c:v>61.622711000000002</c:v>
                      </c:pt>
                      <c:pt idx="1067">
                        <c:v>61.297122999999999</c:v>
                      </c:pt>
                      <c:pt idx="1068">
                        <c:v>60.727260999999999</c:v>
                      </c:pt>
                      <c:pt idx="1069">
                        <c:v>60.369598000000003</c:v>
                      </c:pt>
                      <c:pt idx="1070">
                        <c:v>59.989409999999999</c:v>
                      </c:pt>
                      <c:pt idx="1071">
                        <c:v>59.370018000000002</c:v>
                      </c:pt>
                      <c:pt idx="1072">
                        <c:v>59.470447999999998</c:v>
                      </c:pt>
                      <c:pt idx="1073">
                        <c:v>59.973995000000002</c:v>
                      </c:pt>
                      <c:pt idx="1074">
                        <c:v>60.263012000000003</c:v>
                      </c:pt>
                      <c:pt idx="1075">
                        <c:v>60.468654999999998</c:v>
                      </c:pt>
                      <c:pt idx="1076">
                        <c:v>60.396763</c:v>
                      </c:pt>
                      <c:pt idx="1077">
                        <c:v>60.241211</c:v>
                      </c:pt>
                      <c:pt idx="1078">
                        <c:v>60.382671000000002</c:v>
                      </c:pt>
                      <c:pt idx="1079">
                        <c:v>60.560982000000003</c:v>
                      </c:pt>
                      <c:pt idx="1080">
                        <c:v>60.590366000000003</c:v>
                      </c:pt>
                      <c:pt idx="1081">
                        <c:v>59.841202000000003</c:v>
                      </c:pt>
                      <c:pt idx="1082">
                        <c:v>59.946503</c:v>
                      </c:pt>
                      <c:pt idx="1083">
                        <c:v>60.130642000000002</c:v>
                      </c:pt>
                      <c:pt idx="1084">
                        <c:v>60.463450999999999</c:v>
                      </c:pt>
                      <c:pt idx="1085">
                        <c:v>61.093905999999997</c:v>
                      </c:pt>
                      <c:pt idx="1086">
                        <c:v>61.565925999999997</c:v>
                      </c:pt>
                      <c:pt idx="1087">
                        <c:v>61.507064999999997</c:v>
                      </c:pt>
                      <c:pt idx="1088">
                        <c:v>61.444645000000001</c:v>
                      </c:pt>
                      <c:pt idx="1089">
                        <c:v>61.576332000000001</c:v>
                      </c:pt>
                      <c:pt idx="1090">
                        <c:v>61.990223</c:v>
                      </c:pt>
                      <c:pt idx="1091">
                        <c:v>62.538474999999998</c:v>
                      </c:pt>
                      <c:pt idx="1092">
                        <c:v>63.034447</c:v>
                      </c:pt>
                      <c:pt idx="1093">
                        <c:v>63.341845999999997</c:v>
                      </c:pt>
                      <c:pt idx="1094">
                        <c:v>63.311625999999997</c:v>
                      </c:pt>
                      <c:pt idx="1095">
                        <c:v>63.181778000000001</c:v>
                      </c:pt>
                      <c:pt idx="1096">
                        <c:v>63.030628</c:v>
                      </c:pt>
                      <c:pt idx="1097">
                        <c:v>62.466988000000001</c:v>
                      </c:pt>
                      <c:pt idx="1098">
                        <c:v>62.260581999999999</c:v>
                      </c:pt>
                      <c:pt idx="1099">
                        <c:v>62.363083000000003</c:v>
                      </c:pt>
                      <c:pt idx="1100">
                        <c:v>62.701115000000001</c:v>
                      </c:pt>
                      <c:pt idx="1101">
                        <c:v>63.195923000000001</c:v>
                      </c:pt>
                      <c:pt idx="1102">
                        <c:v>63.805537999999999</c:v>
                      </c:pt>
                      <c:pt idx="1103">
                        <c:v>64.291222000000005</c:v>
                      </c:pt>
                      <c:pt idx="1104">
                        <c:v>64.555153000000004</c:v>
                      </c:pt>
                      <c:pt idx="1105">
                        <c:v>64.452858000000006</c:v>
                      </c:pt>
                      <c:pt idx="1106">
                        <c:v>64.043914999999998</c:v>
                      </c:pt>
                      <c:pt idx="1107">
                        <c:v>63.503737999999998</c:v>
                      </c:pt>
                      <c:pt idx="1108">
                        <c:v>62.766975000000002</c:v>
                      </c:pt>
                      <c:pt idx="1109">
                        <c:v>62.307513999999998</c:v>
                      </c:pt>
                      <c:pt idx="1110">
                        <c:v>62.156834000000003</c:v>
                      </c:pt>
                      <c:pt idx="1111">
                        <c:v>62.113334999999999</c:v>
                      </c:pt>
                      <c:pt idx="1112">
                        <c:v>62.206637999999998</c:v>
                      </c:pt>
                      <c:pt idx="1113">
                        <c:v>62.279915000000003</c:v>
                      </c:pt>
                      <c:pt idx="1114">
                        <c:v>62.561366999999997</c:v>
                      </c:pt>
                      <c:pt idx="1115">
                        <c:v>63.211368999999998</c:v>
                      </c:pt>
                      <c:pt idx="1116">
                        <c:v>64.239258000000007</c:v>
                      </c:pt>
                      <c:pt idx="1117">
                        <c:v>64.599807999999996</c:v>
                      </c:pt>
                      <c:pt idx="1118">
                        <c:v>64.300629000000001</c:v>
                      </c:pt>
                      <c:pt idx="1119">
                        <c:v>63.531536000000003</c:v>
                      </c:pt>
                      <c:pt idx="1120">
                        <c:v>63.104846999999999</c:v>
                      </c:pt>
                      <c:pt idx="1121">
                        <c:v>62.896877000000003</c:v>
                      </c:pt>
                      <c:pt idx="1122">
                        <c:v>62.774524999999997</c:v>
                      </c:pt>
                      <c:pt idx="1123">
                        <c:v>62.627952999999998</c:v>
                      </c:pt>
                      <c:pt idx="1124">
                        <c:v>62.261116000000001</c:v>
                      </c:pt>
                      <c:pt idx="1125">
                        <c:v>61.998610999999997</c:v>
                      </c:pt>
                      <c:pt idx="1126">
                        <c:v>62.278595000000003</c:v>
                      </c:pt>
                      <c:pt idx="1127">
                        <c:v>62.358437000000002</c:v>
                      </c:pt>
                      <c:pt idx="1128">
                        <c:v>62.276825000000002</c:v>
                      </c:pt>
                      <c:pt idx="1129">
                        <c:v>62.07394</c:v>
                      </c:pt>
                      <c:pt idx="1130">
                        <c:v>61.952525999999999</c:v>
                      </c:pt>
                      <c:pt idx="1131">
                        <c:v>61.909672</c:v>
                      </c:pt>
                      <c:pt idx="1132">
                        <c:v>62.121589999999998</c:v>
                      </c:pt>
                      <c:pt idx="1133">
                        <c:v>62.455105000000003</c:v>
                      </c:pt>
                      <c:pt idx="1134">
                        <c:v>62.705916999999999</c:v>
                      </c:pt>
                      <c:pt idx="1135">
                        <c:v>62.989601</c:v>
                      </c:pt>
                      <c:pt idx="1136">
                        <c:v>63.128410000000002</c:v>
                      </c:pt>
                      <c:pt idx="1137">
                        <c:v>63.172234000000003</c:v>
                      </c:pt>
                      <c:pt idx="1138">
                        <c:v>63.235469999999999</c:v>
                      </c:pt>
                      <c:pt idx="1139">
                        <c:v>63.440460000000002</c:v>
                      </c:pt>
                      <c:pt idx="1140">
                        <c:v>63.778759000000001</c:v>
                      </c:pt>
                      <c:pt idx="1141">
                        <c:v>64.158507999999998</c:v>
                      </c:pt>
                      <c:pt idx="1142">
                        <c:v>64.476287999999997</c:v>
                      </c:pt>
                      <c:pt idx="1143">
                        <c:v>64.747635000000002</c:v>
                      </c:pt>
                      <c:pt idx="1144">
                        <c:v>64.976356999999993</c:v>
                      </c:pt>
                      <c:pt idx="1145">
                        <c:v>65.227249</c:v>
                      </c:pt>
                      <c:pt idx="1146">
                        <c:v>65.670829999999995</c:v>
                      </c:pt>
                      <c:pt idx="1147">
                        <c:v>65.834952999999999</c:v>
                      </c:pt>
                      <c:pt idx="1148">
                        <c:v>65.746123999999995</c:v>
                      </c:pt>
                      <c:pt idx="1149">
                        <c:v>65.482735000000005</c:v>
                      </c:pt>
                      <c:pt idx="1150">
                        <c:v>65.296431999999996</c:v>
                      </c:pt>
                      <c:pt idx="1151">
                        <c:v>65.422332999999995</c:v>
                      </c:pt>
                      <c:pt idx="1152">
                        <c:v>65.782982000000004</c:v>
                      </c:pt>
                      <c:pt idx="1153">
                        <c:v>66.234367000000006</c:v>
                      </c:pt>
                      <c:pt idx="1154">
                        <c:v>66.390793000000002</c:v>
                      </c:pt>
                      <c:pt idx="1155">
                        <c:v>66.424025999999998</c:v>
                      </c:pt>
                      <c:pt idx="1156">
                        <c:v>66.361755000000002</c:v>
                      </c:pt>
                      <c:pt idx="1157">
                        <c:v>66.228233000000003</c:v>
                      </c:pt>
                      <c:pt idx="1158">
                        <c:v>66.148392000000001</c:v>
                      </c:pt>
                      <c:pt idx="1159">
                        <c:v>66.117797999999993</c:v>
                      </c:pt>
                      <c:pt idx="1160">
                        <c:v>66.305572999999995</c:v>
                      </c:pt>
                      <c:pt idx="1161">
                        <c:v>66.685196000000005</c:v>
                      </c:pt>
                      <c:pt idx="1162">
                        <c:v>67.038291999999998</c:v>
                      </c:pt>
                      <c:pt idx="1163">
                        <c:v>67.302825999999996</c:v>
                      </c:pt>
                      <c:pt idx="1164">
                        <c:v>67.532477999999998</c:v>
                      </c:pt>
                      <c:pt idx="1165">
                        <c:v>67.626227999999998</c:v>
                      </c:pt>
                      <c:pt idx="1166">
                        <c:v>67.625664</c:v>
                      </c:pt>
                      <c:pt idx="1167">
                        <c:v>67.644965999999997</c:v>
                      </c:pt>
                      <c:pt idx="1168">
                        <c:v>67.821280999999999</c:v>
                      </c:pt>
                      <c:pt idx="1169">
                        <c:v>68.352813999999995</c:v>
                      </c:pt>
                      <c:pt idx="1170">
                        <c:v>69.034492</c:v>
                      </c:pt>
                      <c:pt idx="1171">
                        <c:v>69.579032999999995</c:v>
                      </c:pt>
                      <c:pt idx="1172">
                        <c:v>70.009559999999993</c:v>
                      </c:pt>
                      <c:pt idx="1173">
                        <c:v>70.363929999999996</c:v>
                      </c:pt>
                      <c:pt idx="1174">
                        <c:v>70.136803</c:v>
                      </c:pt>
                      <c:pt idx="1175">
                        <c:v>69.976180999999997</c:v>
                      </c:pt>
                      <c:pt idx="1176">
                        <c:v>69.933745999999999</c:v>
                      </c:pt>
                      <c:pt idx="1177">
                        <c:v>69.998374999999996</c:v>
                      </c:pt>
                      <c:pt idx="1178">
                        <c:v>70.133041000000006</c:v>
                      </c:pt>
                      <c:pt idx="1179">
                        <c:v>70.376380999999995</c:v>
                      </c:pt>
                      <c:pt idx="1180">
                        <c:v>70.520149000000004</c:v>
                      </c:pt>
                      <c:pt idx="1181">
                        <c:v>70.503555000000006</c:v>
                      </c:pt>
                      <c:pt idx="1182">
                        <c:v>70.303451999999993</c:v>
                      </c:pt>
                      <c:pt idx="1183">
                        <c:v>70.048370000000006</c:v>
                      </c:pt>
                      <c:pt idx="1184">
                        <c:v>69.839432000000002</c:v>
                      </c:pt>
                      <c:pt idx="1185">
                        <c:v>69.656181000000004</c:v>
                      </c:pt>
                      <c:pt idx="1186">
                        <c:v>69.609679999999997</c:v>
                      </c:pt>
                      <c:pt idx="1187">
                        <c:v>69.703590000000005</c:v>
                      </c:pt>
                      <c:pt idx="1188">
                        <c:v>70.217956999999998</c:v>
                      </c:pt>
                      <c:pt idx="1189">
                        <c:v>70.860709999999997</c:v>
                      </c:pt>
                      <c:pt idx="1190">
                        <c:v>71.34272</c:v>
                      </c:pt>
                      <c:pt idx="1191">
                        <c:v>71.806381000000002</c:v>
                      </c:pt>
                      <c:pt idx="1192">
                        <c:v>72.256659999999997</c:v>
                      </c:pt>
                      <c:pt idx="1193">
                        <c:v>72.267966999999999</c:v>
                      </c:pt>
                      <c:pt idx="1194">
                        <c:v>71.990227000000004</c:v>
                      </c:pt>
                      <c:pt idx="1195">
                        <c:v>72.008751000000004</c:v>
                      </c:pt>
                      <c:pt idx="1196">
                        <c:v>72.198127999999997</c:v>
                      </c:pt>
                      <c:pt idx="1197">
                        <c:v>72.280959999999993</c:v>
                      </c:pt>
                      <c:pt idx="1198">
                        <c:v>72.330116000000004</c:v>
                      </c:pt>
                      <c:pt idx="1199">
                        <c:v>72.497787000000002</c:v>
                      </c:pt>
                      <c:pt idx="1200">
                        <c:v>72.740334000000004</c:v>
                      </c:pt>
                      <c:pt idx="1201">
                        <c:v>71.325691000000006</c:v>
                      </c:pt>
                      <c:pt idx="1202">
                        <c:v>71.336174</c:v>
                      </c:pt>
                      <c:pt idx="1203">
                        <c:v>71.550422999999995</c:v>
                      </c:pt>
                      <c:pt idx="1204">
                        <c:v>71.661285000000007</c:v>
                      </c:pt>
                      <c:pt idx="1205">
                        <c:v>71.485832000000002</c:v>
                      </c:pt>
                      <c:pt idx="1206">
                        <c:v>71.342772999999994</c:v>
                      </c:pt>
                      <c:pt idx="1207">
                        <c:v>73.436722000000003</c:v>
                      </c:pt>
                      <c:pt idx="1208">
                        <c:v>73.701233000000002</c:v>
                      </c:pt>
                      <c:pt idx="1209">
                        <c:v>71.342644000000007</c:v>
                      </c:pt>
                      <c:pt idx="1210">
                        <c:v>71.238517999999999</c:v>
                      </c:pt>
                      <c:pt idx="1211">
                        <c:v>71.174400000000006</c:v>
                      </c:pt>
                      <c:pt idx="1212">
                        <c:v>71.106468000000007</c:v>
                      </c:pt>
                      <c:pt idx="1213">
                        <c:v>71.192215000000004</c:v>
                      </c:pt>
                      <c:pt idx="1214">
                        <c:v>71.333907999999994</c:v>
                      </c:pt>
                      <c:pt idx="1215">
                        <c:v>71.553787</c:v>
                      </c:pt>
                      <c:pt idx="1216">
                        <c:v>71.793350000000004</c:v>
                      </c:pt>
                      <c:pt idx="1217">
                        <c:v>72.045554999999993</c:v>
                      </c:pt>
                      <c:pt idx="1218">
                        <c:v>72.246666000000005</c:v>
                      </c:pt>
                      <c:pt idx="1219">
                        <c:v>72.266159000000002</c:v>
                      </c:pt>
                      <c:pt idx="1220">
                        <c:v>72.222472999999994</c:v>
                      </c:pt>
                      <c:pt idx="1221">
                        <c:v>72.316344999999998</c:v>
                      </c:pt>
                      <c:pt idx="1222">
                        <c:v>72.503463999999994</c:v>
                      </c:pt>
                      <c:pt idx="1223">
                        <c:v>72.537841999999998</c:v>
                      </c:pt>
                      <c:pt idx="1224">
                        <c:v>72.631484999999998</c:v>
                      </c:pt>
                      <c:pt idx="1225">
                        <c:v>72.918175000000005</c:v>
                      </c:pt>
                      <c:pt idx="1226">
                        <c:v>73.079268999999996</c:v>
                      </c:pt>
                      <c:pt idx="1227">
                        <c:v>73.055199000000002</c:v>
                      </c:pt>
                      <c:pt idx="1228">
                        <c:v>73.01088</c:v>
                      </c:pt>
                      <c:pt idx="1229">
                        <c:v>72.897552000000005</c:v>
                      </c:pt>
                      <c:pt idx="1230">
                        <c:v>72.849914999999996</c:v>
                      </c:pt>
                      <c:pt idx="1231">
                        <c:v>73.006798000000003</c:v>
                      </c:pt>
                      <c:pt idx="1232">
                        <c:v>73.120811000000003</c:v>
                      </c:pt>
                      <c:pt idx="1233">
                        <c:v>73.111716999999999</c:v>
                      </c:pt>
                      <c:pt idx="1234">
                        <c:v>73.099982999999995</c:v>
                      </c:pt>
                      <c:pt idx="1235">
                        <c:v>73.226737999999997</c:v>
                      </c:pt>
                      <c:pt idx="1236">
                        <c:v>73.453293000000002</c:v>
                      </c:pt>
                      <c:pt idx="1237">
                        <c:v>73.734390000000005</c:v>
                      </c:pt>
                      <c:pt idx="1238">
                        <c:v>73.980614000000003</c:v>
                      </c:pt>
                      <c:pt idx="1239">
                        <c:v>74.241776000000002</c:v>
                      </c:pt>
                      <c:pt idx="1240">
                        <c:v>74.541916000000001</c:v>
                      </c:pt>
                      <c:pt idx="1241">
                        <c:v>74.695999</c:v>
                      </c:pt>
                      <c:pt idx="1242">
                        <c:v>74.722282000000007</c:v>
                      </c:pt>
                      <c:pt idx="1243">
                        <c:v>74.725204000000005</c:v>
                      </c:pt>
                      <c:pt idx="1244">
                        <c:v>74.797684000000004</c:v>
                      </c:pt>
                      <c:pt idx="1245">
                        <c:v>74.968658000000005</c:v>
                      </c:pt>
                      <c:pt idx="1246">
                        <c:v>75.136223000000001</c:v>
                      </c:pt>
                      <c:pt idx="1247">
                        <c:v>75.279617000000002</c:v>
                      </c:pt>
                      <c:pt idx="1248">
                        <c:v>75.448914000000002</c:v>
                      </c:pt>
                      <c:pt idx="1249">
                        <c:v>75.803528</c:v>
                      </c:pt>
                      <c:pt idx="1250">
                        <c:v>76.078979000000004</c:v>
                      </c:pt>
                      <c:pt idx="1251">
                        <c:v>76.310867000000002</c:v>
                      </c:pt>
                      <c:pt idx="1252">
                        <c:v>76.385513000000003</c:v>
                      </c:pt>
                      <c:pt idx="1253">
                        <c:v>76.339043000000004</c:v>
                      </c:pt>
                      <c:pt idx="1254">
                        <c:v>76.328811999999999</c:v>
                      </c:pt>
                      <c:pt idx="1255">
                        <c:v>76.453400000000002</c:v>
                      </c:pt>
                      <c:pt idx="1256">
                        <c:v>76.438805000000002</c:v>
                      </c:pt>
                      <c:pt idx="1257">
                        <c:v>76.339493000000004</c:v>
                      </c:pt>
                      <c:pt idx="1258">
                        <c:v>76.576629999999994</c:v>
                      </c:pt>
                      <c:pt idx="1259">
                        <c:v>76.881896999999995</c:v>
                      </c:pt>
                      <c:pt idx="1260">
                        <c:v>76.901961999999997</c:v>
                      </c:pt>
                      <c:pt idx="1261">
                        <c:v>76.862533999999997</c:v>
                      </c:pt>
                      <c:pt idx="1262">
                        <c:v>76.658118999999999</c:v>
                      </c:pt>
                      <c:pt idx="1263">
                        <c:v>76.557083000000006</c:v>
                      </c:pt>
                      <c:pt idx="1264">
                        <c:v>76.686256</c:v>
                      </c:pt>
                      <c:pt idx="1265">
                        <c:v>76.857346000000007</c:v>
                      </c:pt>
                      <c:pt idx="1266">
                        <c:v>73.901725999999996</c:v>
                      </c:pt>
                      <c:pt idx="1267">
                        <c:v>74.221489000000005</c:v>
                      </c:pt>
                      <c:pt idx="1268">
                        <c:v>74.328682000000001</c:v>
                      </c:pt>
                      <c:pt idx="1269">
                        <c:v>74.637801999999994</c:v>
                      </c:pt>
                      <c:pt idx="1270">
                        <c:v>75.050017999999994</c:v>
                      </c:pt>
                      <c:pt idx="1271">
                        <c:v>75.423598999999996</c:v>
                      </c:pt>
                      <c:pt idx="1272">
                        <c:v>75.970398000000003</c:v>
                      </c:pt>
                      <c:pt idx="1273">
                        <c:v>76.710387999999995</c:v>
                      </c:pt>
                      <c:pt idx="1274">
                        <c:v>77.248497</c:v>
                      </c:pt>
                      <c:pt idx="1275">
                        <c:v>77.376098999999996</c:v>
                      </c:pt>
                      <c:pt idx="1276">
                        <c:v>77.305969000000005</c:v>
                      </c:pt>
                      <c:pt idx="1277">
                        <c:v>77.228188000000003</c:v>
                      </c:pt>
                      <c:pt idx="1278">
                        <c:v>77.255981000000006</c:v>
                      </c:pt>
                      <c:pt idx="1279">
                        <c:v>77.442001000000005</c:v>
                      </c:pt>
                      <c:pt idx="1280">
                        <c:v>77.716048999999998</c:v>
                      </c:pt>
                      <c:pt idx="1281">
                        <c:v>78.025054999999995</c:v>
                      </c:pt>
                      <c:pt idx="1282">
                        <c:v>78.300765999999996</c:v>
                      </c:pt>
                      <c:pt idx="1283">
                        <c:v>78.570083999999994</c:v>
                      </c:pt>
                      <c:pt idx="1284">
                        <c:v>78.881461999999999</c:v>
                      </c:pt>
                      <c:pt idx="1285">
                        <c:v>79.090537999999995</c:v>
                      </c:pt>
                      <c:pt idx="1286">
                        <c:v>79.188338999999999</c:v>
                      </c:pt>
                      <c:pt idx="1287">
                        <c:v>79.300963999999993</c:v>
                      </c:pt>
                      <c:pt idx="1288">
                        <c:v>79.496262000000002</c:v>
                      </c:pt>
                      <c:pt idx="1289">
                        <c:v>79.630104000000003</c:v>
                      </c:pt>
                      <c:pt idx="1290">
                        <c:v>79.759215999999995</c:v>
                      </c:pt>
                      <c:pt idx="1291">
                        <c:v>79.908057999999997</c:v>
                      </c:pt>
                      <c:pt idx="1292">
                        <c:v>80.045417999999998</c:v>
                      </c:pt>
                      <c:pt idx="1293">
                        <c:v>80.226257000000004</c:v>
                      </c:pt>
                      <c:pt idx="1294">
                        <c:v>80.200333000000001</c:v>
                      </c:pt>
                      <c:pt idx="1295">
                        <c:v>79.908469999999994</c:v>
                      </c:pt>
                      <c:pt idx="1296">
                        <c:v>79.688057000000001</c:v>
                      </c:pt>
                      <c:pt idx="1297">
                        <c:v>79.655051999999998</c:v>
                      </c:pt>
                      <c:pt idx="1298">
                        <c:v>79.704704000000007</c:v>
                      </c:pt>
                      <c:pt idx="1299">
                        <c:v>79.771209999999996</c:v>
                      </c:pt>
                      <c:pt idx="1300">
                        <c:v>79.730643999999998</c:v>
                      </c:pt>
                      <c:pt idx="1301">
                        <c:v>79.719893999999996</c:v>
                      </c:pt>
                      <c:pt idx="1302">
                        <c:v>79.746161999999998</c:v>
                      </c:pt>
                      <c:pt idx="1303">
                        <c:v>79.859534999999994</c:v>
                      </c:pt>
                      <c:pt idx="1304">
                        <c:v>80.016777000000005</c:v>
                      </c:pt>
                      <c:pt idx="1305">
                        <c:v>80.116714000000002</c:v>
                      </c:pt>
                      <c:pt idx="1306">
                        <c:v>80.192558000000005</c:v>
                      </c:pt>
                      <c:pt idx="1307">
                        <c:v>80.217788999999996</c:v>
                      </c:pt>
                      <c:pt idx="1308">
                        <c:v>80.358337000000006</c:v>
                      </c:pt>
                      <c:pt idx="1309">
                        <c:v>80.364936999999998</c:v>
                      </c:pt>
                      <c:pt idx="1310">
                        <c:v>80.310928000000004</c:v>
                      </c:pt>
                      <c:pt idx="1311">
                        <c:v>80.477844000000005</c:v>
                      </c:pt>
                      <c:pt idx="1312">
                        <c:v>80.729400999999996</c:v>
                      </c:pt>
                      <c:pt idx="1313">
                        <c:v>80.904205000000005</c:v>
                      </c:pt>
                      <c:pt idx="1314">
                        <c:v>81.075339999999997</c:v>
                      </c:pt>
                      <c:pt idx="1315">
                        <c:v>81.351662000000005</c:v>
                      </c:pt>
                      <c:pt idx="1316">
                        <c:v>81.683159000000003</c:v>
                      </c:pt>
                      <c:pt idx="1317">
                        <c:v>81.894622999999996</c:v>
                      </c:pt>
                      <c:pt idx="1318">
                        <c:v>81.955551</c:v>
                      </c:pt>
                      <c:pt idx="1319">
                        <c:v>81.650040000000004</c:v>
                      </c:pt>
                      <c:pt idx="1320">
                        <c:v>81.260070999999996</c:v>
                      </c:pt>
                      <c:pt idx="1321">
                        <c:v>81.326767000000004</c:v>
                      </c:pt>
                      <c:pt idx="1322">
                        <c:v>81.435554999999994</c:v>
                      </c:pt>
                      <c:pt idx="1323">
                        <c:v>81.457183999999998</c:v>
                      </c:pt>
                      <c:pt idx="1324">
                        <c:v>81.630959000000004</c:v>
                      </c:pt>
                      <c:pt idx="1325">
                        <c:v>81.778023000000005</c:v>
                      </c:pt>
                      <c:pt idx="1326">
                        <c:v>81.867667999999995</c:v>
                      </c:pt>
                      <c:pt idx="1327">
                        <c:v>82.102958999999998</c:v>
                      </c:pt>
                      <c:pt idx="1328">
                        <c:v>82.474013999999997</c:v>
                      </c:pt>
                      <c:pt idx="1329">
                        <c:v>83.026252999999997</c:v>
                      </c:pt>
                      <c:pt idx="1330">
                        <c:v>83.558166999999997</c:v>
                      </c:pt>
                      <c:pt idx="1331">
                        <c:v>83.959923000000003</c:v>
                      </c:pt>
                      <c:pt idx="1332">
                        <c:v>84.253212000000005</c:v>
                      </c:pt>
                      <c:pt idx="1333">
                        <c:v>84.525841</c:v>
                      </c:pt>
                      <c:pt idx="1334">
                        <c:v>84.688231999999999</c:v>
                      </c:pt>
                      <c:pt idx="1335">
                        <c:v>84.805710000000005</c:v>
                      </c:pt>
                      <c:pt idx="1336">
                        <c:v>84.951401000000004</c:v>
                      </c:pt>
                      <c:pt idx="1337">
                        <c:v>85.211867999999996</c:v>
                      </c:pt>
                      <c:pt idx="1338">
                        <c:v>85.458641</c:v>
                      </c:pt>
                      <c:pt idx="1339">
                        <c:v>85.688972000000007</c:v>
                      </c:pt>
                      <c:pt idx="1340">
                        <c:v>85.995918000000003</c:v>
                      </c:pt>
                      <c:pt idx="1341">
                        <c:v>86.227333000000002</c:v>
                      </c:pt>
                      <c:pt idx="1342">
                        <c:v>86.476555000000005</c:v>
                      </c:pt>
                      <c:pt idx="1343">
                        <c:v>86.715134000000006</c:v>
                      </c:pt>
                      <c:pt idx="1344">
                        <c:v>87.019820999999993</c:v>
                      </c:pt>
                      <c:pt idx="1345">
                        <c:v>87.261229999999998</c:v>
                      </c:pt>
                      <c:pt idx="1346">
                        <c:v>87.465278999999995</c:v>
                      </c:pt>
                      <c:pt idx="1347">
                        <c:v>87.720603999999994</c:v>
                      </c:pt>
                      <c:pt idx="1348">
                        <c:v>87.933228</c:v>
                      </c:pt>
                      <c:pt idx="1349">
                        <c:v>87.980095000000006</c:v>
                      </c:pt>
                      <c:pt idx="1350">
                        <c:v>87.988074999999995</c:v>
                      </c:pt>
                      <c:pt idx="1351">
                        <c:v>88.156409999999994</c:v>
                      </c:pt>
                      <c:pt idx="1352">
                        <c:v>88.494736000000003</c:v>
                      </c:pt>
                      <c:pt idx="1353">
                        <c:v>88.822074999999998</c:v>
                      </c:pt>
                      <c:pt idx="1354">
                        <c:v>89.161429999999996</c:v>
                      </c:pt>
                      <c:pt idx="1355">
                        <c:v>89.419883999999996</c:v>
                      </c:pt>
                      <c:pt idx="1356">
                        <c:v>89.525467000000006</c:v>
                      </c:pt>
                      <c:pt idx="1357">
                        <c:v>89.766784999999999</c:v>
                      </c:pt>
                      <c:pt idx="1358">
                        <c:v>90.076735999999997</c:v>
                      </c:pt>
                      <c:pt idx="1359">
                        <c:v>90.159592000000004</c:v>
                      </c:pt>
                      <c:pt idx="1360">
                        <c:v>90.103485000000006</c:v>
                      </c:pt>
                      <c:pt idx="1361">
                        <c:v>90.084732000000002</c:v>
                      </c:pt>
                      <c:pt idx="1362">
                        <c:v>90.023231999999993</c:v>
                      </c:pt>
                      <c:pt idx="1363">
                        <c:v>89.947281000000004</c:v>
                      </c:pt>
                      <c:pt idx="1364">
                        <c:v>89.879538999999994</c:v>
                      </c:pt>
                      <c:pt idx="1365">
                        <c:v>89.754149999999996</c:v>
                      </c:pt>
                      <c:pt idx="1366">
                        <c:v>89.653403999999995</c:v>
                      </c:pt>
                      <c:pt idx="1367">
                        <c:v>89.672591999999995</c:v>
                      </c:pt>
                      <c:pt idx="1368">
                        <c:v>89.715652000000006</c:v>
                      </c:pt>
                      <c:pt idx="1369">
                        <c:v>89.757126</c:v>
                      </c:pt>
                      <c:pt idx="1370">
                        <c:v>89.908653000000001</c:v>
                      </c:pt>
                      <c:pt idx="1371">
                        <c:v>90.116553999999994</c:v>
                      </c:pt>
                      <c:pt idx="1372">
                        <c:v>90.281836999999996</c:v>
                      </c:pt>
                      <c:pt idx="1373">
                        <c:v>90.298469999999995</c:v>
                      </c:pt>
                      <c:pt idx="1374">
                        <c:v>90.153441999999998</c:v>
                      </c:pt>
                      <c:pt idx="1375">
                        <c:v>90.129631000000003</c:v>
                      </c:pt>
                      <c:pt idx="1376">
                        <c:v>90.189079000000007</c:v>
                      </c:pt>
                      <c:pt idx="1377">
                        <c:v>90.339843999999999</c:v>
                      </c:pt>
                      <c:pt idx="1378">
                        <c:v>90.715278999999995</c:v>
                      </c:pt>
                      <c:pt idx="1379">
                        <c:v>90.851112000000001</c:v>
                      </c:pt>
                      <c:pt idx="1380">
                        <c:v>90.593727000000001</c:v>
                      </c:pt>
                      <c:pt idx="1381">
                        <c:v>90.391182000000001</c:v>
                      </c:pt>
                      <c:pt idx="1382">
                        <c:v>90.179114999999996</c:v>
                      </c:pt>
                      <c:pt idx="1383">
                        <c:v>90.016250999999997</c:v>
                      </c:pt>
                      <c:pt idx="1384">
                        <c:v>89.972183000000001</c:v>
                      </c:pt>
                      <c:pt idx="1385">
                        <c:v>90.004638999999997</c:v>
                      </c:pt>
                      <c:pt idx="1386">
                        <c:v>89.986908</c:v>
                      </c:pt>
                      <c:pt idx="1387">
                        <c:v>89.957565000000002</c:v>
                      </c:pt>
                      <c:pt idx="1388">
                        <c:v>89.968124000000003</c:v>
                      </c:pt>
                      <c:pt idx="1389">
                        <c:v>90.046920999999998</c:v>
                      </c:pt>
                      <c:pt idx="1390">
                        <c:v>90.125191000000001</c:v>
                      </c:pt>
                      <c:pt idx="1391">
                        <c:v>90.144347999999994</c:v>
                      </c:pt>
                      <c:pt idx="1392">
                        <c:v>90.155258000000003</c:v>
                      </c:pt>
                      <c:pt idx="1393">
                        <c:v>90.145675999999995</c:v>
                      </c:pt>
                      <c:pt idx="1394">
                        <c:v>90.166206000000003</c:v>
                      </c:pt>
                      <c:pt idx="1395">
                        <c:v>90.297058000000007</c:v>
                      </c:pt>
                      <c:pt idx="1396">
                        <c:v>90.499656999999999</c:v>
                      </c:pt>
                      <c:pt idx="1397">
                        <c:v>90.643485999999996</c:v>
                      </c:pt>
                      <c:pt idx="1398">
                        <c:v>90.740402000000003</c:v>
                      </c:pt>
                      <c:pt idx="1399">
                        <c:v>90.798805000000002</c:v>
                      </c:pt>
                      <c:pt idx="1400">
                        <c:v>90.759749999999997</c:v>
                      </c:pt>
                      <c:pt idx="1401">
                        <c:v>90.788162</c:v>
                      </c:pt>
                      <c:pt idx="1402">
                        <c:v>90.887833000000001</c:v>
                      </c:pt>
                      <c:pt idx="1403">
                        <c:v>90.949020000000004</c:v>
                      </c:pt>
                      <c:pt idx="1404">
                        <c:v>91.059417999999994</c:v>
                      </c:pt>
                      <c:pt idx="1405">
                        <c:v>91.322051999999999</c:v>
                      </c:pt>
                      <c:pt idx="1406">
                        <c:v>91.574577000000005</c:v>
                      </c:pt>
                      <c:pt idx="1407">
                        <c:v>91.660263</c:v>
                      </c:pt>
                      <c:pt idx="1408">
                        <c:v>91.664321999999999</c:v>
                      </c:pt>
                      <c:pt idx="1409">
                        <c:v>91.789565999999994</c:v>
                      </c:pt>
                      <c:pt idx="1410">
                        <c:v>92.099236000000005</c:v>
                      </c:pt>
                      <c:pt idx="1411">
                        <c:v>92.472221000000005</c:v>
                      </c:pt>
                      <c:pt idx="1412">
                        <c:v>92.891143999999997</c:v>
                      </c:pt>
                      <c:pt idx="1413">
                        <c:v>93.209075999999996</c:v>
                      </c:pt>
                      <c:pt idx="1414">
                        <c:v>93.326911999999993</c:v>
                      </c:pt>
                      <c:pt idx="1415">
                        <c:v>93.448784000000003</c:v>
                      </c:pt>
                      <c:pt idx="1416">
                        <c:v>93.632110999999995</c:v>
                      </c:pt>
                      <c:pt idx="1417">
                        <c:v>93.912803999999994</c:v>
                      </c:pt>
                      <c:pt idx="1418">
                        <c:v>94.152198999999996</c:v>
                      </c:pt>
                      <c:pt idx="1419">
                        <c:v>94.257034000000004</c:v>
                      </c:pt>
                      <c:pt idx="1420">
                        <c:v>94.273467999999994</c:v>
                      </c:pt>
                      <c:pt idx="1421">
                        <c:v>94.284424000000001</c:v>
                      </c:pt>
                      <c:pt idx="1422">
                        <c:v>94.278487999999996</c:v>
                      </c:pt>
                      <c:pt idx="1423">
                        <c:v>94.261382999999995</c:v>
                      </c:pt>
                      <c:pt idx="1424">
                        <c:v>94.225395000000006</c:v>
                      </c:pt>
                      <c:pt idx="1425">
                        <c:v>94.170806999999996</c:v>
                      </c:pt>
                      <c:pt idx="1426">
                        <c:v>94.056358000000003</c:v>
                      </c:pt>
                      <c:pt idx="1427">
                        <c:v>93.876723999999996</c:v>
                      </c:pt>
                      <c:pt idx="1428">
                        <c:v>93.731819000000002</c:v>
                      </c:pt>
                      <c:pt idx="1429">
                        <c:v>93.630134999999996</c:v>
                      </c:pt>
                      <c:pt idx="1430">
                        <c:v>93.611937999999995</c:v>
                      </c:pt>
                      <c:pt idx="1431">
                        <c:v>93.643378999999996</c:v>
                      </c:pt>
                      <c:pt idx="1432">
                        <c:v>93.769195999999994</c:v>
                      </c:pt>
                      <c:pt idx="1433">
                        <c:v>93.939980000000006</c:v>
                      </c:pt>
                      <c:pt idx="1434">
                        <c:v>94.082588000000001</c:v>
                      </c:pt>
                      <c:pt idx="1435">
                        <c:v>94.257285999999993</c:v>
                      </c:pt>
                      <c:pt idx="1436">
                        <c:v>94.436492999999999</c:v>
                      </c:pt>
                      <c:pt idx="1437">
                        <c:v>94.512343999999999</c:v>
                      </c:pt>
                      <c:pt idx="1438">
                        <c:v>94.557609999999997</c:v>
                      </c:pt>
                      <c:pt idx="1439">
                        <c:v>94.545501999999999</c:v>
                      </c:pt>
                      <c:pt idx="1440">
                        <c:v>94.372710999999995</c:v>
                      </c:pt>
                      <c:pt idx="1441">
                        <c:v>94.174919000000003</c:v>
                      </c:pt>
                      <c:pt idx="1442">
                        <c:v>94.019301999999996</c:v>
                      </c:pt>
                      <c:pt idx="1443">
                        <c:v>93.911545000000004</c:v>
                      </c:pt>
                      <c:pt idx="1444">
                        <c:v>93.746887000000001</c:v>
                      </c:pt>
                      <c:pt idx="1445">
                        <c:v>93.527610999999993</c:v>
                      </c:pt>
                      <c:pt idx="1446">
                        <c:v>93.462577999999993</c:v>
                      </c:pt>
                      <c:pt idx="1447">
                        <c:v>93.455566000000005</c:v>
                      </c:pt>
                      <c:pt idx="1448">
                        <c:v>93.454871999999995</c:v>
                      </c:pt>
                      <c:pt idx="1449">
                        <c:v>93.414505000000005</c:v>
                      </c:pt>
                      <c:pt idx="1450">
                        <c:v>93.342322999999993</c:v>
                      </c:pt>
                      <c:pt idx="1451">
                        <c:v>93.311027999999993</c:v>
                      </c:pt>
                      <c:pt idx="1452">
                        <c:v>93.343177999999995</c:v>
                      </c:pt>
                      <c:pt idx="1453">
                        <c:v>93.488433999999998</c:v>
                      </c:pt>
                      <c:pt idx="1454">
                        <c:v>93.696655000000007</c:v>
                      </c:pt>
                      <c:pt idx="1455">
                        <c:v>93.861282000000003</c:v>
                      </c:pt>
                      <c:pt idx="1456">
                        <c:v>93.957549999999998</c:v>
                      </c:pt>
                      <c:pt idx="1457">
                        <c:v>94.037041000000002</c:v>
                      </c:pt>
                      <c:pt idx="1458">
                        <c:v>94.097649000000004</c:v>
                      </c:pt>
                      <c:pt idx="1459">
                        <c:v>94.095284000000007</c:v>
                      </c:pt>
                      <c:pt idx="1460">
                        <c:v>93.954200999999998</c:v>
                      </c:pt>
                      <c:pt idx="1461">
                        <c:v>93.579284999999999</c:v>
                      </c:pt>
                      <c:pt idx="1462">
                        <c:v>93.183395000000004</c:v>
                      </c:pt>
                      <c:pt idx="1463">
                        <c:v>92.986534000000006</c:v>
                      </c:pt>
                      <c:pt idx="1464">
                        <c:v>92.826881</c:v>
                      </c:pt>
                      <c:pt idx="1465">
                        <c:v>92.587485999999998</c:v>
                      </c:pt>
                      <c:pt idx="1466">
                        <c:v>92.334778</c:v>
                      </c:pt>
                      <c:pt idx="1467">
                        <c:v>92.206764000000007</c:v>
                      </c:pt>
                      <c:pt idx="1468">
                        <c:v>92.148842000000002</c:v>
                      </c:pt>
                      <c:pt idx="1469">
                        <c:v>92.106544</c:v>
                      </c:pt>
                      <c:pt idx="1470">
                        <c:v>92.019485000000003</c:v>
                      </c:pt>
                      <c:pt idx="1471">
                        <c:v>91.864845000000003</c:v>
                      </c:pt>
                      <c:pt idx="1472">
                        <c:v>91.761841000000004</c:v>
                      </c:pt>
                      <c:pt idx="1473">
                        <c:v>91.741164999999995</c:v>
                      </c:pt>
                      <c:pt idx="1474">
                        <c:v>91.922454999999999</c:v>
                      </c:pt>
                      <c:pt idx="1475">
                        <c:v>92.251411000000004</c:v>
                      </c:pt>
                      <c:pt idx="1476">
                        <c:v>92.585655000000003</c:v>
                      </c:pt>
                      <c:pt idx="1477">
                        <c:v>92.749061999999995</c:v>
                      </c:pt>
                      <c:pt idx="1478">
                        <c:v>92.801497999999995</c:v>
                      </c:pt>
                      <c:pt idx="1479">
                        <c:v>92.824416999999997</c:v>
                      </c:pt>
                      <c:pt idx="1480">
                        <c:v>92.774863999999994</c:v>
                      </c:pt>
                      <c:pt idx="1481">
                        <c:v>92.822327000000001</c:v>
                      </c:pt>
                      <c:pt idx="1482">
                        <c:v>92.981194000000002</c:v>
                      </c:pt>
                      <c:pt idx="1483">
                        <c:v>93.211105000000003</c:v>
                      </c:pt>
                      <c:pt idx="1484">
                        <c:v>93.472899999999996</c:v>
                      </c:pt>
                      <c:pt idx="1485">
                        <c:v>93.657889999999995</c:v>
                      </c:pt>
                      <c:pt idx="1486">
                        <c:v>93.585708999999994</c:v>
                      </c:pt>
                      <c:pt idx="1487">
                        <c:v>93.129661999999996</c:v>
                      </c:pt>
                      <c:pt idx="1488">
                        <c:v>92.566092999999995</c:v>
                      </c:pt>
                      <c:pt idx="1489">
                        <c:v>92.320449999999994</c:v>
                      </c:pt>
                      <c:pt idx="1490">
                        <c:v>92.236335999999994</c:v>
                      </c:pt>
                      <c:pt idx="1491">
                        <c:v>92.203331000000006</c:v>
                      </c:pt>
                      <c:pt idx="1492">
                        <c:v>92.188796999999994</c:v>
                      </c:pt>
                      <c:pt idx="1493">
                        <c:v>92.329032999999995</c:v>
                      </c:pt>
                      <c:pt idx="1494">
                        <c:v>92.369506999999999</c:v>
                      </c:pt>
                      <c:pt idx="1495">
                        <c:v>92.287368999999998</c:v>
                      </c:pt>
                      <c:pt idx="1496">
                        <c:v>92.123099999999994</c:v>
                      </c:pt>
                      <c:pt idx="1497">
                        <c:v>91.850341999999998</c:v>
                      </c:pt>
                      <c:pt idx="1498">
                        <c:v>91.656113000000005</c:v>
                      </c:pt>
                      <c:pt idx="1499">
                        <c:v>91.572815000000006</c:v>
                      </c:pt>
                      <c:pt idx="1500">
                        <c:v>91.521041999999994</c:v>
                      </c:pt>
                      <c:pt idx="1501">
                        <c:v>91.423980999999998</c:v>
                      </c:pt>
                      <c:pt idx="1502">
                        <c:v>91.299042</c:v>
                      </c:pt>
                      <c:pt idx="1503">
                        <c:v>91.211464000000007</c:v>
                      </c:pt>
                      <c:pt idx="1504">
                        <c:v>91.054123000000004</c:v>
                      </c:pt>
                      <c:pt idx="1505">
                        <c:v>91.005409</c:v>
                      </c:pt>
                      <c:pt idx="1506">
                        <c:v>90.877471999999997</c:v>
                      </c:pt>
                      <c:pt idx="1507">
                        <c:v>90.640906999999999</c:v>
                      </c:pt>
                      <c:pt idx="1508">
                        <c:v>90.357376000000002</c:v>
                      </c:pt>
                      <c:pt idx="1509">
                        <c:v>90.190903000000006</c:v>
                      </c:pt>
                      <c:pt idx="1510">
                        <c:v>90.089584000000002</c:v>
                      </c:pt>
                      <c:pt idx="1511">
                        <c:v>90.044739000000007</c:v>
                      </c:pt>
                      <c:pt idx="1512">
                        <c:v>89.976142999999993</c:v>
                      </c:pt>
                      <c:pt idx="1513">
                        <c:v>89.874602999999993</c:v>
                      </c:pt>
                      <c:pt idx="1514">
                        <c:v>89.845923999999997</c:v>
                      </c:pt>
                      <c:pt idx="1515">
                        <c:v>89.974959999999996</c:v>
                      </c:pt>
                      <c:pt idx="1516">
                        <c:v>90.008567999999997</c:v>
                      </c:pt>
                      <c:pt idx="1517">
                        <c:v>89.862007000000006</c:v>
                      </c:pt>
                      <c:pt idx="1518">
                        <c:v>89.818664999999996</c:v>
                      </c:pt>
                      <c:pt idx="1519">
                        <c:v>89.892341999999999</c:v>
                      </c:pt>
                      <c:pt idx="1520">
                        <c:v>90.025108000000003</c:v>
                      </c:pt>
                      <c:pt idx="1521">
                        <c:v>90.222435000000004</c:v>
                      </c:pt>
                      <c:pt idx="1522">
                        <c:v>90.355559999999997</c:v>
                      </c:pt>
                      <c:pt idx="1523">
                        <c:v>90.398903000000004</c:v>
                      </c:pt>
                      <c:pt idx="1524">
                        <c:v>90.416511999999997</c:v>
                      </c:pt>
                      <c:pt idx="1525">
                        <c:v>90.317543000000001</c:v>
                      </c:pt>
                      <c:pt idx="1526">
                        <c:v>90.186431999999996</c:v>
                      </c:pt>
                      <c:pt idx="1527">
                        <c:v>90.035385000000005</c:v>
                      </c:pt>
                      <c:pt idx="1528">
                        <c:v>90.018105000000006</c:v>
                      </c:pt>
                      <c:pt idx="1529">
                        <c:v>90.136634999999998</c:v>
                      </c:pt>
                      <c:pt idx="1530">
                        <c:v>90.110832000000002</c:v>
                      </c:pt>
                      <c:pt idx="1531">
                        <c:v>89.959830999999994</c:v>
                      </c:pt>
                      <c:pt idx="1532">
                        <c:v>89.705337999999998</c:v>
                      </c:pt>
                      <c:pt idx="1533">
                        <c:v>89.495697000000007</c:v>
                      </c:pt>
                      <c:pt idx="1534">
                        <c:v>89.508933999999996</c:v>
                      </c:pt>
                      <c:pt idx="1535">
                        <c:v>89.686179999999993</c:v>
                      </c:pt>
                      <c:pt idx="1536">
                        <c:v>89.911750999999995</c:v>
                      </c:pt>
                      <c:pt idx="1537">
                        <c:v>90.079361000000006</c:v>
                      </c:pt>
                      <c:pt idx="1538">
                        <c:v>90.181526000000005</c:v>
                      </c:pt>
                      <c:pt idx="1539">
                        <c:v>90.272598000000002</c:v>
                      </c:pt>
                      <c:pt idx="1540">
                        <c:v>90.434380000000004</c:v>
                      </c:pt>
                      <c:pt idx="1541">
                        <c:v>90.646659999999997</c:v>
                      </c:pt>
                      <c:pt idx="1542">
                        <c:v>90.943068999999994</c:v>
                      </c:pt>
                      <c:pt idx="1543">
                        <c:v>91.178702999999999</c:v>
                      </c:pt>
                      <c:pt idx="1544">
                        <c:v>91.283576999999994</c:v>
                      </c:pt>
                      <c:pt idx="1545">
                        <c:v>91.353317000000004</c:v>
                      </c:pt>
                      <c:pt idx="1546">
                        <c:v>91.471480999999997</c:v>
                      </c:pt>
                      <c:pt idx="1547">
                        <c:v>91.697258000000005</c:v>
                      </c:pt>
                      <c:pt idx="1548">
                        <c:v>91.925017999999994</c:v>
                      </c:pt>
                      <c:pt idx="1549">
                        <c:v>92.131553999999994</c:v>
                      </c:pt>
                      <c:pt idx="1550">
                        <c:v>92.406242000000006</c:v>
                      </c:pt>
                      <c:pt idx="1551">
                        <c:v>92.758574999999993</c:v>
                      </c:pt>
                      <c:pt idx="1552">
                        <c:v>93.142189000000002</c:v>
                      </c:pt>
                      <c:pt idx="1553">
                        <c:v>93.421477999999993</c:v>
                      </c:pt>
                      <c:pt idx="1554">
                        <c:v>93.725098000000003</c:v>
                      </c:pt>
                      <c:pt idx="1555">
                        <c:v>93.968451999999999</c:v>
                      </c:pt>
                      <c:pt idx="1556">
                        <c:v>94.208038000000002</c:v>
                      </c:pt>
                      <c:pt idx="1557">
                        <c:v>94.429077000000007</c:v>
                      </c:pt>
                      <c:pt idx="1558">
                        <c:v>94.536247000000003</c:v>
                      </c:pt>
                      <c:pt idx="1559">
                        <c:v>94.656234999999995</c:v>
                      </c:pt>
                      <c:pt idx="1560">
                        <c:v>94.793907000000004</c:v>
                      </c:pt>
                      <c:pt idx="1561">
                        <c:v>95.131973000000002</c:v>
                      </c:pt>
                      <c:pt idx="1562">
                        <c:v>95.385963000000004</c:v>
                      </c:pt>
                      <c:pt idx="1563">
                        <c:v>95.609840000000005</c:v>
                      </c:pt>
                      <c:pt idx="1564">
                        <c:v>95.679771000000002</c:v>
                      </c:pt>
                      <c:pt idx="1565">
                        <c:v>95.583213999999998</c:v>
                      </c:pt>
                      <c:pt idx="1566">
                        <c:v>95.414276000000001</c:v>
                      </c:pt>
                      <c:pt idx="1567">
                        <c:v>95.198562999999993</c:v>
                      </c:pt>
                      <c:pt idx="1568">
                        <c:v>95.069800999999998</c:v>
                      </c:pt>
                      <c:pt idx="1569">
                        <c:v>95.031302999999994</c:v>
                      </c:pt>
                      <c:pt idx="1570">
                        <c:v>95.066733999999997</c:v>
                      </c:pt>
                      <c:pt idx="1571">
                        <c:v>95.278389000000004</c:v>
                      </c:pt>
                      <c:pt idx="1572">
                        <c:v>95.595528000000002</c:v>
                      </c:pt>
                      <c:pt idx="1573">
                        <c:v>95.812468999999993</c:v>
                      </c:pt>
                      <c:pt idx="1574">
                        <c:v>95.955642999999995</c:v>
                      </c:pt>
                      <c:pt idx="1575">
                        <c:v>96.038719</c:v>
                      </c:pt>
                      <c:pt idx="1576">
                        <c:v>96.037300000000002</c:v>
                      </c:pt>
                      <c:pt idx="1577">
                        <c:v>95.995711999999997</c:v>
                      </c:pt>
                      <c:pt idx="1578">
                        <c:v>95.992821000000006</c:v>
                      </c:pt>
                      <c:pt idx="1579">
                        <c:v>96.082397</c:v>
                      </c:pt>
                      <c:pt idx="1580">
                        <c:v>96.192931999999999</c:v>
                      </c:pt>
                      <c:pt idx="1581">
                        <c:v>96.216080000000005</c:v>
                      </c:pt>
                      <c:pt idx="1582">
                        <c:v>96.179298000000003</c:v>
                      </c:pt>
                      <c:pt idx="1583">
                        <c:v>96.062943000000004</c:v>
                      </c:pt>
                      <c:pt idx="1584">
                        <c:v>95.893974</c:v>
                      </c:pt>
                      <c:pt idx="1585">
                        <c:v>95.675369000000003</c:v>
                      </c:pt>
                      <c:pt idx="1586">
                        <c:v>95.528625000000005</c:v>
                      </c:pt>
                      <c:pt idx="1587">
                        <c:v>95.587447999999995</c:v>
                      </c:pt>
                      <c:pt idx="1588">
                        <c:v>95.791283000000007</c:v>
                      </c:pt>
                      <c:pt idx="1589">
                        <c:v>96.072044000000005</c:v>
                      </c:pt>
                      <c:pt idx="1590">
                        <c:v>96.374167999999997</c:v>
                      </c:pt>
                      <c:pt idx="1591">
                        <c:v>96.719429000000005</c:v>
                      </c:pt>
                      <c:pt idx="1592">
                        <c:v>96.998977999999994</c:v>
                      </c:pt>
                      <c:pt idx="1593">
                        <c:v>97.182891999999995</c:v>
                      </c:pt>
                      <c:pt idx="1594">
                        <c:v>97.290145999999993</c:v>
                      </c:pt>
                      <c:pt idx="1595">
                        <c:v>97.382796999999997</c:v>
                      </c:pt>
                      <c:pt idx="1596">
                        <c:v>97.470946999999995</c:v>
                      </c:pt>
                      <c:pt idx="1597">
                        <c:v>97.484809999999996</c:v>
                      </c:pt>
                      <c:pt idx="1598">
                        <c:v>97.488487000000006</c:v>
                      </c:pt>
                      <c:pt idx="1599">
                        <c:v>97.565772999999993</c:v>
                      </c:pt>
                      <c:pt idx="1600">
                        <c:v>97.755852000000004</c:v>
                      </c:pt>
                      <c:pt idx="1601">
                        <c:v>97.965179000000006</c:v>
                      </c:pt>
                      <c:pt idx="1602">
                        <c:v>98.131873999999996</c:v>
                      </c:pt>
                      <c:pt idx="1603">
                        <c:v>98.198524000000006</c:v>
                      </c:pt>
                      <c:pt idx="1604">
                        <c:v>98.221123000000006</c:v>
                      </c:pt>
                      <c:pt idx="1605">
                        <c:v>98.211333999999994</c:v>
                      </c:pt>
                      <c:pt idx="1606">
                        <c:v>98.234566000000001</c:v>
                      </c:pt>
                      <c:pt idx="1607">
                        <c:v>98.344871999999995</c:v>
                      </c:pt>
                      <c:pt idx="1608">
                        <c:v>98.558143999999999</c:v>
                      </c:pt>
                      <c:pt idx="1609">
                        <c:v>98.852310000000003</c:v>
                      </c:pt>
                      <c:pt idx="1610">
                        <c:v>99.157166000000004</c:v>
                      </c:pt>
                      <c:pt idx="1611">
                        <c:v>99.399344999999997</c:v>
                      </c:pt>
                      <c:pt idx="1612">
                        <c:v>99.616127000000006</c:v>
                      </c:pt>
                      <c:pt idx="1613">
                        <c:v>99.815781000000001</c:v>
                      </c:pt>
                      <c:pt idx="1614">
                        <c:v>99.991355999999996</c:v>
                      </c:pt>
                      <c:pt idx="1615">
                        <c:v>100.16512</c:v>
                      </c:pt>
                      <c:pt idx="1616">
                        <c:v>100.26703999999999</c:v>
                      </c:pt>
                      <c:pt idx="1617">
                        <c:v>100.35087</c:v>
                      </c:pt>
                      <c:pt idx="1618">
                        <c:v>100.49449</c:v>
                      </c:pt>
                      <c:pt idx="1619">
                        <c:v>100.71214000000001</c:v>
                      </c:pt>
                      <c:pt idx="1620">
                        <c:v>100.90464</c:v>
                      </c:pt>
                      <c:pt idx="1621">
                        <c:v>101.02661000000001</c:v>
                      </c:pt>
                      <c:pt idx="1622">
                        <c:v>101.16591</c:v>
                      </c:pt>
                      <c:pt idx="1623">
                        <c:v>101.33938999999999</c:v>
                      </c:pt>
                      <c:pt idx="1624">
                        <c:v>101.49364</c:v>
                      </c:pt>
                      <c:pt idx="1625">
                        <c:v>101.64684</c:v>
                      </c:pt>
                      <c:pt idx="1626">
                        <c:v>101.81892999999999</c:v>
                      </c:pt>
                      <c:pt idx="1627">
                        <c:v>101.98949</c:v>
                      </c:pt>
                      <c:pt idx="1628">
                        <c:v>102.17798999999999</c:v>
                      </c:pt>
                      <c:pt idx="1629">
                        <c:v>102.38281000000001</c:v>
                      </c:pt>
                      <c:pt idx="1630">
                        <c:v>102.59623999999999</c:v>
                      </c:pt>
                      <c:pt idx="1631">
                        <c:v>102.79704</c:v>
                      </c:pt>
                      <c:pt idx="1632">
                        <c:v>102.96986</c:v>
                      </c:pt>
                      <c:pt idx="1633">
                        <c:v>103.12226</c:v>
                      </c:pt>
                      <c:pt idx="1634">
                        <c:v>103.31780999999999</c:v>
                      </c:pt>
                      <c:pt idx="1635">
                        <c:v>103.58337</c:v>
                      </c:pt>
                      <c:pt idx="1636">
                        <c:v>103.90588</c:v>
                      </c:pt>
                      <c:pt idx="1637">
                        <c:v>104.21628</c:v>
                      </c:pt>
                      <c:pt idx="1638">
                        <c:v>104.54454</c:v>
                      </c:pt>
                      <c:pt idx="1639">
                        <c:v>104.91567000000001</c:v>
                      </c:pt>
                      <c:pt idx="1640">
                        <c:v>105.23151</c:v>
                      </c:pt>
                      <c:pt idx="1641">
                        <c:v>105.40421000000001</c:v>
                      </c:pt>
                      <c:pt idx="1642">
                        <c:v>105.81958</c:v>
                      </c:pt>
                      <c:pt idx="1643">
                        <c:v>106.15536</c:v>
                      </c:pt>
                      <c:pt idx="1644">
                        <c:v>106.51669</c:v>
                      </c:pt>
                      <c:pt idx="1645">
                        <c:v>107.01824000000001</c:v>
                      </c:pt>
                      <c:pt idx="1646">
                        <c:v>107.45966</c:v>
                      </c:pt>
                      <c:pt idx="1647">
                        <c:v>107.84589</c:v>
                      </c:pt>
                      <c:pt idx="1648">
                        <c:v>108.13737</c:v>
                      </c:pt>
                      <c:pt idx="1649">
                        <c:v>108.27919</c:v>
                      </c:pt>
                      <c:pt idx="1650">
                        <c:v>108.31393</c:v>
                      </c:pt>
                      <c:pt idx="1651">
                        <c:v>108.33744</c:v>
                      </c:pt>
                      <c:pt idx="1652">
                        <c:v>108.32080000000001</c:v>
                      </c:pt>
                      <c:pt idx="1653">
                        <c:v>108.25311000000001</c:v>
                      </c:pt>
                      <c:pt idx="1654">
                        <c:v>108.23045999999999</c:v>
                      </c:pt>
                      <c:pt idx="1655">
                        <c:v>108.24403</c:v>
                      </c:pt>
                      <c:pt idx="1656">
                        <c:v>108.25883</c:v>
                      </c:pt>
                      <c:pt idx="1657">
                        <c:v>108.25971</c:v>
                      </c:pt>
                      <c:pt idx="1658">
                        <c:v>108.25803000000001</c:v>
                      </c:pt>
                      <c:pt idx="1659">
                        <c:v>108.2034</c:v>
                      </c:pt>
                      <c:pt idx="1660">
                        <c:v>108.08311</c:v>
                      </c:pt>
                      <c:pt idx="1661">
                        <c:v>107.93665</c:v>
                      </c:pt>
                      <c:pt idx="1662">
                        <c:v>107.81843000000001</c:v>
                      </c:pt>
                      <c:pt idx="1663">
                        <c:v>107.79438</c:v>
                      </c:pt>
                      <c:pt idx="1664">
                        <c:v>107.85885</c:v>
                      </c:pt>
                      <c:pt idx="1665">
                        <c:v>107.97084</c:v>
                      </c:pt>
                      <c:pt idx="1666">
                        <c:v>108.1367</c:v>
                      </c:pt>
                      <c:pt idx="1667">
                        <c:v>108.32606</c:v>
                      </c:pt>
                      <c:pt idx="1668">
                        <c:v>108.4747</c:v>
                      </c:pt>
                      <c:pt idx="1669">
                        <c:v>108.57874</c:v>
                      </c:pt>
                      <c:pt idx="1670">
                        <c:v>108.59721999999999</c:v>
                      </c:pt>
                      <c:pt idx="1671">
                        <c:v>108.50694</c:v>
                      </c:pt>
                      <c:pt idx="1672">
                        <c:v>108.40219999999999</c:v>
                      </c:pt>
                      <c:pt idx="1673">
                        <c:v>108.4361</c:v>
                      </c:pt>
                      <c:pt idx="1674">
                        <c:v>108.58346</c:v>
                      </c:pt>
                      <c:pt idx="1675">
                        <c:v>108.78489</c:v>
                      </c:pt>
                      <c:pt idx="1676">
                        <c:v>109.00242</c:v>
                      </c:pt>
                      <c:pt idx="1677">
                        <c:v>109.22454999999999</c:v>
                      </c:pt>
                      <c:pt idx="1678">
                        <c:v>109.48099999999999</c:v>
                      </c:pt>
                      <c:pt idx="1679">
                        <c:v>109.66352000000001</c:v>
                      </c:pt>
                      <c:pt idx="1680">
                        <c:v>109.79203</c:v>
                      </c:pt>
                      <c:pt idx="1681">
                        <c:v>109.96075</c:v>
                      </c:pt>
                      <c:pt idx="1682">
                        <c:v>110.0569</c:v>
                      </c:pt>
                      <c:pt idx="1683">
                        <c:v>110.10841000000001</c:v>
                      </c:pt>
                      <c:pt idx="1684">
                        <c:v>110.14836</c:v>
                      </c:pt>
                      <c:pt idx="1685">
                        <c:v>110.08125</c:v>
                      </c:pt>
                      <c:pt idx="1686">
                        <c:v>109.8456</c:v>
                      </c:pt>
                      <c:pt idx="1687">
                        <c:v>109.54371999999999</c:v>
                      </c:pt>
                      <c:pt idx="1688">
                        <c:v>109.12622</c:v>
                      </c:pt>
                      <c:pt idx="1689">
                        <c:v>108.69822000000001</c:v>
                      </c:pt>
                      <c:pt idx="1690">
                        <c:v>108.43288</c:v>
                      </c:pt>
                      <c:pt idx="1691">
                        <c:v>108.35004000000001</c:v>
                      </c:pt>
                      <c:pt idx="1692">
                        <c:v>108.47365000000001</c:v>
                      </c:pt>
                      <c:pt idx="1693">
                        <c:v>108.74223000000001</c:v>
                      </c:pt>
                      <c:pt idx="1694">
                        <c:v>109.09856000000001</c:v>
                      </c:pt>
                      <c:pt idx="1695">
                        <c:v>109.54647</c:v>
                      </c:pt>
                      <c:pt idx="1696">
                        <c:v>110.01739999999999</c:v>
                      </c:pt>
                      <c:pt idx="1697">
                        <c:v>110.44253999999999</c:v>
                      </c:pt>
                      <c:pt idx="1698">
                        <c:v>110.7272</c:v>
                      </c:pt>
                      <c:pt idx="1699">
                        <c:v>109.90228</c:v>
                      </c:pt>
                      <c:pt idx="1700">
                        <c:v>109.70174</c:v>
                      </c:pt>
                      <c:pt idx="1701">
                        <c:v>109.44138</c:v>
                      </c:pt>
                      <c:pt idx="1702">
                        <c:v>109.301</c:v>
                      </c:pt>
                      <c:pt idx="1703">
                        <c:v>109.31704999999999</c:v>
                      </c:pt>
                      <c:pt idx="1704">
                        <c:v>109.45444999999999</c:v>
                      </c:pt>
                      <c:pt idx="1705">
                        <c:v>109.62259</c:v>
                      </c:pt>
                      <c:pt idx="1706">
                        <c:v>109.74815</c:v>
                      </c:pt>
                      <c:pt idx="1707">
                        <c:v>109.82265</c:v>
                      </c:pt>
                      <c:pt idx="1708">
                        <c:v>109.83176</c:v>
                      </c:pt>
                      <c:pt idx="1709">
                        <c:v>109.80786000000001</c:v>
                      </c:pt>
                      <c:pt idx="1710">
                        <c:v>109.82304000000001</c:v>
                      </c:pt>
                      <c:pt idx="1711">
                        <c:v>109.92271</c:v>
                      </c:pt>
                      <c:pt idx="1712">
                        <c:v>109.95226</c:v>
                      </c:pt>
                      <c:pt idx="1713">
                        <c:v>109.98974</c:v>
                      </c:pt>
                      <c:pt idx="1714">
                        <c:v>110.08747</c:v>
                      </c:pt>
                      <c:pt idx="1715">
                        <c:v>110.20161</c:v>
                      </c:pt>
                      <c:pt idx="1716">
                        <c:v>110.20254</c:v>
                      </c:pt>
                      <c:pt idx="1717">
                        <c:v>110.1101</c:v>
                      </c:pt>
                      <c:pt idx="1718">
                        <c:v>110.06372</c:v>
                      </c:pt>
                      <c:pt idx="1719">
                        <c:v>109.99221</c:v>
                      </c:pt>
                      <c:pt idx="1720">
                        <c:v>109.91251</c:v>
                      </c:pt>
                      <c:pt idx="1721">
                        <c:v>109.83934000000001</c:v>
                      </c:pt>
                      <c:pt idx="1722">
                        <c:v>109.73367</c:v>
                      </c:pt>
                      <c:pt idx="1723">
                        <c:v>109.67258</c:v>
                      </c:pt>
                      <c:pt idx="1724">
                        <c:v>109.61450000000001</c:v>
                      </c:pt>
                      <c:pt idx="1725">
                        <c:v>109.46487</c:v>
                      </c:pt>
                      <c:pt idx="1726">
                        <c:v>109.34538000000001</c:v>
                      </c:pt>
                      <c:pt idx="1727">
                        <c:v>109.31349</c:v>
                      </c:pt>
                      <c:pt idx="1728">
                        <c:v>109.32178</c:v>
                      </c:pt>
                      <c:pt idx="1729">
                        <c:v>109.28022</c:v>
                      </c:pt>
                      <c:pt idx="1730">
                        <c:v>109.32433</c:v>
                      </c:pt>
                      <c:pt idx="1731">
                        <c:v>109.32968</c:v>
                      </c:pt>
                      <c:pt idx="1732">
                        <c:v>109.18854</c:v>
                      </c:pt>
                      <c:pt idx="1733">
                        <c:v>109.00557000000001</c:v>
                      </c:pt>
                      <c:pt idx="1734">
                        <c:v>108.85484</c:v>
                      </c:pt>
                      <c:pt idx="1735">
                        <c:v>108.78982000000001</c:v>
                      </c:pt>
                      <c:pt idx="1736">
                        <c:v>108.76504</c:v>
                      </c:pt>
                      <c:pt idx="1737">
                        <c:v>108.64691999999999</c:v>
                      </c:pt>
                      <c:pt idx="1738">
                        <c:v>108.5012</c:v>
                      </c:pt>
                      <c:pt idx="1739">
                        <c:v>108.60966999999999</c:v>
                      </c:pt>
                      <c:pt idx="1740">
                        <c:v>108.81435</c:v>
                      </c:pt>
                      <c:pt idx="1741">
                        <c:v>109.05682</c:v>
                      </c:pt>
                      <c:pt idx="1742">
                        <c:v>109.17375</c:v>
                      </c:pt>
                      <c:pt idx="1743">
                        <c:v>109.13442000000001</c:v>
                      </c:pt>
                      <c:pt idx="1744">
                        <c:v>109.04192</c:v>
                      </c:pt>
                      <c:pt idx="1745">
                        <c:v>108.92814</c:v>
                      </c:pt>
                      <c:pt idx="1746">
                        <c:v>108.74315</c:v>
                      </c:pt>
                      <c:pt idx="1747">
                        <c:v>108.56836</c:v>
                      </c:pt>
                      <c:pt idx="1748">
                        <c:v>108.42231</c:v>
                      </c:pt>
                      <c:pt idx="1749">
                        <c:v>108.20289</c:v>
                      </c:pt>
                      <c:pt idx="1750">
                        <c:v>107.86669999999999</c:v>
                      </c:pt>
                      <c:pt idx="1751">
                        <c:v>107.623</c:v>
                      </c:pt>
                      <c:pt idx="1752">
                        <c:v>107.55612000000001</c:v>
                      </c:pt>
                      <c:pt idx="1753">
                        <c:v>107.41679000000001</c:v>
                      </c:pt>
                      <c:pt idx="1754">
                        <c:v>107.30659</c:v>
                      </c:pt>
                      <c:pt idx="1755">
                        <c:v>107.25439</c:v>
                      </c:pt>
                      <c:pt idx="1756">
                        <c:v>107.29574</c:v>
                      </c:pt>
                      <c:pt idx="1757">
                        <c:v>107.31216999999999</c:v>
                      </c:pt>
                      <c:pt idx="1758">
                        <c:v>107.2997</c:v>
                      </c:pt>
                      <c:pt idx="1759">
                        <c:v>107.26909000000001</c:v>
                      </c:pt>
                      <c:pt idx="1760">
                        <c:v>107.09988</c:v>
                      </c:pt>
                      <c:pt idx="1761">
                        <c:v>106.70831</c:v>
                      </c:pt>
                      <c:pt idx="1762">
                        <c:v>106.29588</c:v>
                      </c:pt>
                      <c:pt idx="1763">
                        <c:v>105.99477</c:v>
                      </c:pt>
                      <c:pt idx="1764">
                        <c:v>105.79555999999999</c:v>
                      </c:pt>
                      <c:pt idx="1765">
                        <c:v>105.60472</c:v>
                      </c:pt>
                      <c:pt idx="1766">
                        <c:v>105.45583000000001</c:v>
                      </c:pt>
                      <c:pt idx="1767">
                        <c:v>105.4492</c:v>
                      </c:pt>
                      <c:pt idx="1768">
                        <c:v>105.46646</c:v>
                      </c:pt>
                      <c:pt idx="1769">
                        <c:v>105.39516</c:v>
                      </c:pt>
                      <c:pt idx="1770">
                        <c:v>105.26294</c:v>
                      </c:pt>
                      <c:pt idx="1771">
                        <c:v>105.05878</c:v>
                      </c:pt>
                      <c:pt idx="1772">
                        <c:v>104.88803</c:v>
                      </c:pt>
                      <c:pt idx="1773">
                        <c:v>104.73690000000001</c:v>
                      </c:pt>
                      <c:pt idx="1774">
                        <c:v>104.52412</c:v>
                      </c:pt>
                      <c:pt idx="1775">
                        <c:v>104.25489</c:v>
                      </c:pt>
                      <c:pt idx="1776">
                        <c:v>104.03439</c:v>
                      </c:pt>
                      <c:pt idx="1777">
                        <c:v>103.86975</c:v>
                      </c:pt>
                      <c:pt idx="1778">
                        <c:v>103.63814000000001</c:v>
                      </c:pt>
                      <c:pt idx="1779">
                        <c:v>103.45912</c:v>
                      </c:pt>
                      <c:pt idx="1780">
                        <c:v>103.32832000000001</c:v>
                      </c:pt>
                      <c:pt idx="1781">
                        <c:v>103.20251</c:v>
                      </c:pt>
                      <c:pt idx="1782">
                        <c:v>103.16245000000001</c:v>
                      </c:pt>
                      <c:pt idx="1783">
                        <c:v>103.05732999999999</c:v>
                      </c:pt>
                      <c:pt idx="1784">
                        <c:v>102.99052</c:v>
                      </c:pt>
                      <c:pt idx="1785">
                        <c:v>102.91526</c:v>
                      </c:pt>
                      <c:pt idx="1786">
                        <c:v>102.75559</c:v>
                      </c:pt>
                      <c:pt idx="1787">
                        <c:v>102.53749000000001</c:v>
                      </c:pt>
                      <c:pt idx="1788">
                        <c:v>102.2056</c:v>
                      </c:pt>
                      <c:pt idx="1789">
                        <c:v>101.98235</c:v>
                      </c:pt>
                      <c:pt idx="1790">
                        <c:v>101.87027999999999</c:v>
                      </c:pt>
                      <c:pt idx="1791">
                        <c:v>101.88955</c:v>
                      </c:pt>
                      <c:pt idx="1792">
                        <c:v>102.09314999999999</c:v>
                      </c:pt>
                      <c:pt idx="1793">
                        <c:v>102.30137000000001</c:v>
                      </c:pt>
                      <c:pt idx="1794">
                        <c:v>102.41578</c:v>
                      </c:pt>
                      <c:pt idx="1795">
                        <c:v>102.59007</c:v>
                      </c:pt>
                      <c:pt idx="1796">
                        <c:v>102.82043</c:v>
                      </c:pt>
                      <c:pt idx="1797">
                        <c:v>102.94620999999999</c:v>
                      </c:pt>
                      <c:pt idx="1798">
                        <c:v>102.97790000000001</c:v>
                      </c:pt>
                      <c:pt idx="1799">
                        <c:v>102.88863000000001</c:v>
                      </c:pt>
                      <c:pt idx="1800">
                        <c:v>102.63978</c:v>
                      </c:pt>
                      <c:pt idx="1801">
                        <c:v>102.21638</c:v>
                      </c:pt>
                      <c:pt idx="1802">
                        <c:v>101.78932</c:v>
                      </c:pt>
                      <c:pt idx="1803">
                        <c:v>101.47020999999999</c:v>
                      </c:pt>
                      <c:pt idx="1804">
                        <c:v>101.20725</c:v>
                      </c:pt>
                      <c:pt idx="1805">
                        <c:v>100.95158000000001</c:v>
                      </c:pt>
                      <c:pt idx="1806">
                        <c:v>100.81596</c:v>
                      </c:pt>
                      <c:pt idx="1807">
                        <c:v>100.66829</c:v>
                      </c:pt>
                      <c:pt idx="1808">
                        <c:v>100.5393</c:v>
                      </c:pt>
                      <c:pt idx="1809">
                        <c:v>100.51524999999999</c:v>
                      </c:pt>
                      <c:pt idx="1810">
                        <c:v>100.61862000000001</c:v>
                      </c:pt>
                      <c:pt idx="1811">
                        <c:v>100.62614000000001</c:v>
                      </c:pt>
                      <c:pt idx="1812">
                        <c:v>100.59052</c:v>
                      </c:pt>
                      <c:pt idx="1813">
                        <c:v>101.27473000000001</c:v>
                      </c:pt>
                      <c:pt idx="1814">
                        <c:v>102.09462000000001</c:v>
                      </c:pt>
                      <c:pt idx="1815">
                        <c:v>102.71125000000001</c:v>
                      </c:pt>
                      <c:pt idx="1816">
                        <c:v>103.26900000000001</c:v>
                      </c:pt>
                      <c:pt idx="1817">
                        <c:v>103.75375</c:v>
                      </c:pt>
                      <c:pt idx="1818">
                        <c:v>104.0421</c:v>
                      </c:pt>
                      <c:pt idx="1819">
                        <c:v>104.28147</c:v>
                      </c:pt>
                      <c:pt idx="1820">
                        <c:v>104.58031</c:v>
                      </c:pt>
                      <c:pt idx="1821">
                        <c:v>104.69166</c:v>
                      </c:pt>
                      <c:pt idx="1822">
                        <c:v>104.77157</c:v>
                      </c:pt>
                      <c:pt idx="1823">
                        <c:v>104.69399</c:v>
                      </c:pt>
                      <c:pt idx="1824">
                        <c:v>104.60758</c:v>
                      </c:pt>
                      <c:pt idx="1825">
                        <c:v>104.64529</c:v>
                      </c:pt>
                      <c:pt idx="1826">
                        <c:v>104.61453</c:v>
                      </c:pt>
                      <c:pt idx="1827">
                        <c:v>104.71566</c:v>
                      </c:pt>
                      <c:pt idx="1828">
                        <c:v>104.85912</c:v>
                      </c:pt>
                      <c:pt idx="1829">
                        <c:v>104.89391000000001</c:v>
                      </c:pt>
                      <c:pt idx="1830">
                        <c:v>105.0377</c:v>
                      </c:pt>
                      <c:pt idx="1831">
                        <c:v>105.1357</c:v>
                      </c:pt>
                      <c:pt idx="1832">
                        <c:v>105.21929</c:v>
                      </c:pt>
                      <c:pt idx="1833">
                        <c:v>105.23335</c:v>
                      </c:pt>
                      <c:pt idx="1834">
                        <c:v>105.29285</c:v>
                      </c:pt>
                      <c:pt idx="1835">
                        <c:v>105.39368</c:v>
                      </c:pt>
                      <c:pt idx="1836">
                        <c:v>105.4836</c:v>
                      </c:pt>
                      <c:pt idx="1837">
                        <c:v>105.51791</c:v>
                      </c:pt>
                      <c:pt idx="1838">
                        <c:v>105.49590999999999</c:v>
                      </c:pt>
                      <c:pt idx="1839">
                        <c:v>105.53922</c:v>
                      </c:pt>
                      <c:pt idx="1840">
                        <c:v>105.67632</c:v>
                      </c:pt>
                      <c:pt idx="1841">
                        <c:v>105.85672</c:v>
                      </c:pt>
                      <c:pt idx="1842">
                        <c:v>106.05486999999999</c:v>
                      </c:pt>
                      <c:pt idx="1843">
                        <c:v>106.28131</c:v>
                      </c:pt>
                      <c:pt idx="1844">
                        <c:v>106.50033999999999</c:v>
                      </c:pt>
                      <c:pt idx="1845">
                        <c:v>106.5899</c:v>
                      </c:pt>
                      <c:pt idx="1846">
                        <c:v>106.49952</c:v>
                      </c:pt>
                      <c:pt idx="1847">
                        <c:v>106.24348999999999</c:v>
                      </c:pt>
                      <c:pt idx="1848">
                        <c:v>105.90582999999999</c:v>
                      </c:pt>
                      <c:pt idx="1849">
                        <c:v>105.63754</c:v>
                      </c:pt>
                      <c:pt idx="1850">
                        <c:v>105.46738999999999</c:v>
                      </c:pt>
                      <c:pt idx="1851">
                        <c:v>105.39386</c:v>
                      </c:pt>
                      <c:pt idx="1852">
                        <c:v>105.40687</c:v>
                      </c:pt>
                      <c:pt idx="1853">
                        <c:v>105.57951</c:v>
                      </c:pt>
                      <c:pt idx="1854">
                        <c:v>105.79266</c:v>
                      </c:pt>
                      <c:pt idx="1855">
                        <c:v>105.93591000000001</c:v>
                      </c:pt>
                      <c:pt idx="1856">
                        <c:v>106.01281</c:v>
                      </c:pt>
                      <c:pt idx="1857">
                        <c:v>105.99187999999999</c:v>
                      </c:pt>
                      <c:pt idx="1858">
                        <c:v>105.96786</c:v>
                      </c:pt>
                      <c:pt idx="1859">
                        <c:v>105.90563</c:v>
                      </c:pt>
                      <c:pt idx="1860">
                        <c:v>105.91422</c:v>
                      </c:pt>
                      <c:pt idx="1861">
                        <c:v>106.16018</c:v>
                      </c:pt>
                      <c:pt idx="1862">
                        <c:v>106.54443999999999</c:v>
                      </c:pt>
                      <c:pt idx="1863">
                        <c:v>107.03793</c:v>
                      </c:pt>
                      <c:pt idx="1864">
                        <c:v>107.52631</c:v>
                      </c:pt>
                      <c:pt idx="1865">
                        <c:v>107.79693</c:v>
                      </c:pt>
                      <c:pt idx="1866">
                        <c:v>106.83411</c:v>
                      </c:pt>
                      <c:pt idx="1867">
                        <c:v>106.23348</c:v>
                      </c:pt>
                      <c:pt idx="1868">
                        <c:v>105.97394</c:v>
                      </c:pt>
                      <c:pt idx="1869">
                        <c:v>105.78861000000001</c:v>
                      </c:pt>
                      <c:pt idx="1870">
                        <c:v>105.53310999999999</c:v>
                      </c:pt>
                      <c:pt idx="1871">
                        <c:v>105.31435999999999</c:v>
                      </c:pt>
                      <c:pt idx="1872">
                        <c:v>105.24885999999999</c:v>
                      </c:pt>
                      <c:pt idx="1873">
                        <c:v>105.37144000000001</c:v>
                      </c:pt>
                      <c:pt idx="1874">
                        <c:v>105.57595999999999</c:v>
                      </c:pt>
                      <c:pt idx="1875">
                        <c:v>105.74539</c:v>
                      </c:pt>
                      <c:pt idx="1876">
                        <c:v>105.93819000000001</c:v>
                      </c:pt>
                      <c:pt idx="1877">
                        <c:v>106.16061000000001</c:v>
                      </c:pt>
                      <c:pt idx="1878">
                        <c:v>106.42231</c:v>
                      </c:pt>
                      <c:pt idx="1879">
                        <c:v>106.61806</c:v>
                      </c:pt>
                      <c:pt idx="1880">
                        <c:v>106.77589999999999</c:v>
                      </c:pt>
                      <c:pt idx="1881">
                        <c:v>106.9742</c:v>
                      </c:pt>
                      <c:pt idx="1882">
                        <c:v>107.15770999999999</c:v>
                      </c:pt>
                      <c:pt idx="1883">
                        <c:v>107.35516</c:v>
                      </c:pt>
                      <c:pt idx="1884">
                        <c:v>107.48453000000001</c:v>
                      </c:pt>
                      <c:pt idx="1885">
                        <c:v>107.60657</c:v>
                      </c:pt>
                      <c:pt idx="1886">
                        <c:v>107.7179</c:v>
                      </c:pt>
                      <c:pt idx="1887">
                        <c:v>107.75570999999999</c:v>
                      </c:pt>
                      <c:pt idx="1888">
                        <c:v>107.64743</c:v>
                      </c:pt>
                      <c:pt idx="1889">
                        <c:v>107.48546</c:v>
                      </c:pt>
                      <c:pt idx="1890">
                        <c:v>107.36253000000001</c:v>
                      </c:pt>
                      <c:pt idx="1891">
                        <c:v>107.38223000000001</c:v>
                      </c:pt>
                      <c:pt idx="1892">
                        <c:v>107.59623999999999</c:v>
                      </c:pt>
                      <c:pt idx="1893">
                        <c:v>107.79765</c:v>
                      </c:pt>
                      <c:pt idx="1894">
                        <c:v>107.94286</c:v>
                      </c:pt>
                      <c:pt idx="1895">
                        <c:v>108.04353</c:v>
                      </c:pt>
                      <c:pt idx="1896">
                        <c:v>108.16799</c:v>
                      </c:pt>
                      <c:pt idx="1897">
                        <c:v>108.23007</c:v>
                      </c:pt>
                      <c:pt idx="1898">
                        <c:v>108.29871</c:v>
                      </c:pt>
                      <c:pt idx="1899">
                        <c:v>108.32008</c:v>
                      </c:pt>
                      <c:pt idx="1900">
                        <c:v>108.20714</c:v>
                      </c:pt>
                      <c:pt idx="1901">
                        <c:v>108.00117</c:v>
                      </c:pt>
                      <c:pt idx="1902">
                        <c:v>107.77894000000001</c:v>
                      </c:pt>
                      <c:pt idx="1903">
                        <c:v>107.6341</c:v>
                      </c:pt>
                      <c:pt idx="1904">
                        <c:v>107.58853000000001</c:v>
                      </c:pt>
                      <c:pt idx="1905">
                        <c:v>107.63361</c:v>
                      </c:pt>
                      <c:pt idx="1906">
                        <c:v>107.73455</c:v>
                      </c:pt>
                      <c:pt idx="1907">
                        <c:v>107.88602</c:v>
                      </c:pt>
                      <c:pt idx="1908">
                        <c:v>108.09408999999999</c:v>
                      </c:pt>
                      <c:pt idx="1909">
                        <c:v>108.26403999999999</c:v>
                      </c:pt>
                      <c:pt idx="1910">
                        <c:v>108.35272000000001</c:v>
                      </c:pt>
                      <c:pt idx="1911">
                        <c:v>108.39055999999999</c:v>
                      </c:pt>
                      <c:pt idx="1912">
                        <c:v>108.36917</c:v>
                      </c:pt>
                      <c:pt idx="1913">
                        <c:v>108.28673000000001</c:v>
                      </c:pt>
                      <c:pt idx="1914">
                        <c:v>108.20177</c:v>
                      </c:pt>
                      <c:pt idx="1915">
                        <c:v>108.21561</c:v>
                      </c:pt>
                      <c:pt idx="1916">
                        <c:v>108.22413</c:v>
                      </c:pt>
                      <c:pt idx="1917">
                        <c:v>108.23369</c:v>
                      </c:pt>
                      <c:pt idx="1918">
                        <c:v>108.23074</c:v>
                      </c:pt>
                      <c:pt idx="1919">
                        <c:v>108.09765</c:v>
                      </c:pt>
                      <c:pt idx="1920">
                        <c:v>107.93967000000001</c:v>
                      </c:pt>
                      <c:pt idx="1921">
                        <c:v>107.8883</c:v>
                      </c:pt>
                      <c:pt idx="1922">
                        <c:v>107.91034999999999</c:v>
                      </c:pt>
                      <c:pt idx="1923">
                        <c:v>107.84618</c:v>
                      </c:pt>
                      <c:pt idx="1924">
                        <c:v>107.72020999999999</c:v>
                      </c:pt>
                      <c:pt idx="1925">
                        <c:v>107.60535</c:v>
                      </c:pt>
                      <c:pt idx="1926">
                        <c:v>107.46061</c:v>
                      </c:pt>
                      <c:pt idx="1927">
                        <c:v>107.29675</c:v>
                      </c:pt>
                      <c:pt idx="1928">
                        <c:v>107.11915999999999</c:v>
                      </c:pt>
                      <c:pt idx="1929">
                        <c:v>107.00801</c:v>
                      </c:pt>
                      <c:pt idx="1930">
                        <c:v>107.02695</c:v>
                      </c:pt>
                      <c:pt idx="1931">
                        <c:v>107.11321</c:v>
                      </c:pt>
                      <c:pt idx="1932">
                        <c:v>107.22682</c:v>
                      </c:pt>
                      <c:pt idx="1933">
                        <c:v>107.46569</c:v>
                      </c:pt>
                      <c:pt idx="1934">
                        <c:v>107.78126</c:v>
                      </c:pt>
                      <c:pt idx="1935">
                        <c:v>107.93223999999999</c:v>
                      </c:pt>
                      <c:pt idx="1936">
                        <c:v>107.94229</c:v>
                      </c:pt>
                      <c:pt idx="1937">
                        <c:v>107.82822</c:v>
                      </c:pt>
                      <c:pt idx="1938">
                        <c:v>107.69880999999999</c:v>
                      </c:pt>
                      <c:pt idx="1939">
                        <c:v>107.65306</c:v>
                      </c:pt>
                      <c:pt idx="1940">
                        <c:v>107.69953</c:v>
                      </c:pt>
                      <c:pt idx="1941">
                        <c:v>107.75778</c:v>
                      </c:pt>
                      <c:pt idx="1942">
                        <c:v>107.78642000000001</c:v>
                      </c:pt>
                      <c:pt idx="1943">
                        <c:v>107.80486000000001</c:v>
                      </c:pt>
                      <c:pt idx="1944">
                        <c:v>107.8916</c:v>
                      </c:pt>
                      <c:pt idx="1945">
                        <c:v>108.00351999999999</c:v>
                      </c:pt>
                      <c:pt idx="1946">
                        <c:v>108.06349</c:v>
                      </c:pt>
                      <c:pt idx="1947">
                        <c:v>108.14713</c:v>
                      </c:pt>
                      <c:pt idx="1948">
                        <c:v>108.26756</c:v>
                      </c:pt>
                      <c:pt idx="1949">
                        <c:v>108.37860999999999</c:v>
                      </c:pt>
                      <c:pt idx="1950">
                        <c:v>108.44624</c:v>
                      </c:pt>
                      <c:pt idx="1951">
                        <c:v>108.48611</c:v>
                      </c:pt>
                      <c:pt idx="1952">
                        <c:v>108.56870000000001</c:v>
                      </c:pt>
                      <c:pt idx="1953">
                        <c:v>108.60548</c:v>
                      </c:pt>
                      <c:pt idx="1954">
                        <c:v>108.57631000000001</c:v>
                      </c:pt>
                      <c:pt idx="1955">
                        <c:v>108.5921</c:v>
                      </c:pt>
                      <c:pt idx="1956">
                        <c:v>108.5829</c:v>
                      </c:pt>
                      <c:pt idx="1957">
                        <c:v>108.46433</c:v>
                      </c:pt>
                      <c:pt idx="1958">
                        <c:v>108.35256</c:v>
                      </c:pt>
                      <c:pt idx="1959">
                        <c:v>108.18655</c:v>
                      </c:pt>
                      <c:pt idx="1960">
                        <c:v>107.97817000000001</c:v>
                      </c:pt>
                      <c:pt idx="1961">
                        <c:v>107.89</c:v>
                      </c:pt>
                      <c:pt idx="1962">
                        <c:v>108.01926</c:v>
                      </c:pt>
                      <c:pt idx="1963">
                        <c:v>108.25415</c:v>
                      </c:pt>
                      <c:pt idx="1964">
                        <c:v>108.45847999999999</c:v>
                      </c:pt>
                      <c:pt idx="1965">
                        <c:v>108.62547000000001</c:v>
                      </c:pt>
                      <c:pt idx="1966">
                        <c:v>108.79208</c:v>
                      </c:pt>
                      <c:pt idx="1967">
                        <c:v>108.89684</c:v>
                      </c:pt>
                      <c:pt idx="1968">
                        <c:v>109.00431</c:v>
                      </c:pt>
                      <c:pt idx="1969">
                        <c:v>109.08744</c:v>
                      </c:pt>
                      <c:pt idx="1970">
                        <c:v>109.14946999999999</c:v>
                      </c:pt>
                      <c:pt idx="1971">
                        <c:v>109.2062</c:v>
                      </c:pt>
                      <c:pt idx="1972">
                        <c:v>109.30148</c:v>
                      </c:pt>
                      <c:pt idx="1973">
                        <c:v>109.33183</c:v>
                      </c:pt>
                      <c:pt idx="1974">
                        <c:v>109.31823</c:v>
                      </c:pt>
                      <c:pt idx="1975">
                        <c:v>109.33972</c:v>
                      </c:pt>
                      <c:pt idx="1976">
                        <c:v>109.29998999999999</c:v>
                      </c:pt>
                      <c:pt idx="1977">
                        <c:v>109.20636</c:v>
                      </c:pt>
                      <c:pt idx="1978">
                        <c:v>109.12063999999999</c:v>
                      </c:pt>
                      <c:pt idx="1979">
                        <c:v>109.2161</c:v>
                      </c:pt>
                      <c:pt idx="1980">
                        <c:v>109.35621999999999</c:v>
                      </c:pt>
                      <c:pt idx="1981">
                        <c:v>109.47282</c:v>
                      </c:pt>
                      <c:pt idx="1982">
                        <c:v>109.59399000000001</c:v>
                      </c:pt>
                      <c:pt idx="1983">
                        <c:v>109.73558</c:v>
                      </c:pt>
                      <c:pt idx="1984">
                        <c:v>109.74290000000001</c:v>
                      </c:pt>
                      <c:pt idx="1985">
                        <c:v>109.65891999999999</c:v>
                      </c:pt>
                      <c:pt idx="1986">
                        <c:v>109.54873000000001</c:v>
                      </c:pt>
                      <c:pt idx="1987">
                        <c:v>109.46374</c:v>
                      </c:pt>
                      <c:pt idx="1988">
                        <c:v>109.39931</c:v>
                      </c:pt>
                      <c:pt idx="1989">
                        <c:v>109.36156</c:v>
                      </c:pt>
                      <c:pt idx="1990">
                        <c:v>109.3792</c:v>
                      </c:pt>
                      <c:pt idx="1991">
                        <c:v>109.48573</c:v>
                      </c:pt>
                      <c:pt idx="1992">
                        <c:v>109.65779000000001</c:v>
                      </c:pt>
                      <c:pt idx="1993">
                        <c:v>109.76745</c:v>
                      </c:pt>
                      <c:pt idx="1994">
                        <c:v>109.82662999999999</c:v>
                      </c:pt>
                      <c:pt idx="1995">
                        <c:v>109.82377</c:v>
                      </c:pt>
                      <c:pt idx="1996">
                        <c:v>109.70158000000001</c:v>
                      </c:pt>
                      <c:pt idx="1997">
                        <c:v>109.47481000000001</c:v>
                      </c:pt>
                      <c:pt idx="1998">
                        <c:v>109.1738</c:v>
                      </c:pt>
                      <c:pt idx="1999">
                        <c:v>108.89827</c:v>
                      </c:pt>
                      <c:pt idx="2000">
                        <c:v>108.69996999999999</c:v>
                      </c:pt>
                      <c:pt idx="2001">
                        <c:v>108.55607999999999</c:v>
                      </c:pt>
                      <c:pt idx="2002">
                        <c:v>108.49027</c:v>
                      </c:pt>
                      <c:pt idx="2003">
                        <c:v>108.46687</c:v>
                      </c:pt>
                      <c:pt idx="2004">
                        <c:v>108.51054000000001</c:v>
                      </c:pt>
                      <c:pt idx="2005">
                        <c:v>108.51894</c:v>
                      </c:pt>
                      <c:pt idx="2006">
                        <c:v>108.50172999999999</c:v>
                      </c:pt>
                      <c:pt idx="2007">
                        <c:v>108.49279</c:v>
                      </c:pt>
                      <c:pt idx="2008">
                        <c:v>108.42729</c:v>
                      </c:pt>
                      <c:pt idx="2009">
                        <c:v>108.36542</c:v>
                      </c:pt>
                      <c:pt idx="2010">
                        <c:v>108.36461</c:v>
                      </c:pt>
                      <c:pt idx="2011">
                        <c:v>108.34782</c:v>
                      </c:pt>
                      <c:pt idx="2012">
                        <c:v>108.33604</c:v>
                      </c:pt>
                      <c:pt idx="2013">
                        <c:v>108.33992000000001</c:v>
                      </c:pt>
                      <c:pt idx="2014">
                        <c:v>108.22279</c:v>
                      </c:pt>
                      <c:pt idx="2015">
                        <c:v>107.93593</c:v>
                      </c:pt>
                      <c:pt idx="2016">
                        <c:v>107.67886</c:v>
                      </c:pt>
                      <c:pt idx="2017">
                        <c:v>107.48719</c:v>
                      </c:pt>
                      <c:pt idx="2018">
                        <c:v>107.30501</c:v>
                      </c:pt>
                      <c:pt idx="2019">
                        <c:v>107.18297</c:v>
                      </c:pt>
                      <c:pt idx="2020">
                        <c:v>107.10271</c:v>
                      </c:pt>
                      <c:pt idx="2021">
                        <c:v>107.09808</c:v>
                      </c:pt>
                      <c:pt idx="2022">
                        <c:v>107.16616</c:v>
                      </c:pt>
                      <c:pt idx="2023">
                        <c:v>107.27117</c:v>
                      </c:pt>
                      <c:pt idx="2024">
                        <c:v>107.41161</c:v>
                      </c:pt>
                      <c:pt idx="2025">
                        <c:v>107.59294</c:v>
                      </c:pt>
                      <c:pt idx="2026">
                        <c:v>107.73502000000001</c:v>
                      </c:pt>
                      <c:pt idx="2027">
                        <c:v>107.78999</c:v>
                      </c:pt>
                      <c:pt idx="2028">
                        <c:v>107.7587</c:v>
                      </c:pt>
                      <c:pt idx="2029">
                        <c:v>107.67538999999999</c:v>
                      </c:pt>
                      <c:pt idx="2030">
                        <c:v>107.48238000000001</c:v>
                      </c:pt>
                      <c:pt idx="2031">
                        <c:v>107.28809</c:v>
                      </c:pt>
                      <c:pt idx="2032">
                        <c:v>107.11532</c:v>
                      </c:pt>
                      <c:pt idx="2033">
                        <c:v>106.874</c:v>
                      </c:pt>
                      <c:pt idx="2034">
                        <c:v>106.60629</c:v>
                      </c:pt>
                      <c:pt idx="2035">
                        <c:v>106.32803</c:v>
                      </c:pt>
                      <c:pt idx="2036">
                        <c:v>106.12142</c:v>
                      </c:pt>
                      <c:pt idx="2037">
                        <c:v>106.02164</c:v>
                      </c:pt>
                      <c:pt idx="2038">
                        <c:v>105.98303</c:v>
                      </c:pt>
                      <c:pt idx="2039">
                        <c:v>105.92901000000001</c:v>
                      </c:pt>
                      <c:pt idx="2040">
                        <c:v>105.86029000000001</c:v>
                      </c:pt>
                      <c:pt idx="2041">
                        <c:v>105.85378</c:v>
                      </c:pt>
                      <c:pt idx="2042">
                        <c:v>105.83848999999999</c:v>
                      </c:pt>
                      <c:pt idx="2043">
                        <c:v>105.77124000000001</c:v>
                      </c:pt>
                      <c:pt idx="2044">
                        <c:v>105.66977</c:v>
                      </c:pt>
                      <c:pt idx="2045">
                        <c:v>105.64476999999999</c:v>
                      </c:pt>
                      <c:pt idx="2046">
                        <c:v>105.72709999999999</c:v>
                      </c:pt>
                      <c:pt idx="2047">
                        <c:v>105.86483</c:v>
                      </c:pt>
                      <c:pt idx="2048">
                        <c:v>105.89039</c:v>
                      </c:pt>
                      <c:pt idx="2049">
                        <c:v>105.83054</c:v>
                      </c:pt>
                      <c:pt idx="2050">
                        <c:v>105.7334</c:v>
                      </c:pt>
                      <c:pt idx="2051">
                        <c:v>105.64794000000001</c:v>
                      </c:pt>
                      <c:pt idx="2052">
                        <c:v>105.59659000000001</c:v>
                      </c:pt>
                      <c:pt idx="2053">
                        <c:v>105.55153</c:v>
                      </c:pt>
                      <c:pt idx="2054">
                        <c:v>105.50608</c:v>
                      </c:pt>
                      <c:pt idx="2055">
                        <c:v>105.45576</c:v>
                      </c:pt>
                      <c:pt idx="2056">
                        <c:v>105.41718</c:v>
                      </c:pt>
                      <c:pt idx="2057">
                        <c:v>105.33971</c:v>
                      </c:pt>
                      <c:pt idx="2058">
                        <c:v>105.17677</c:v>
                      </c:pt>
                      <c:pt idx="2059">
                        <c:v>104.97501</c:v>
                      </c:pt>
                      <c:pt idx="2060">
                        <c:v>104.80367</c:v>
                      </c:pt>
                      <c:pt idx="2061">
                        <c:v>104.61282</c:v>
                      </c:pt>
                      <c:pt idx="2062">
                        <c:v>104.47798</c:v>
                      </c:pt>
                      <c:pt idx="2063">
                        <c:v>104.40663000000001</c:v>
                      </c:pt>
                      <c:pt idx="2064">
                        <c:v>104.36117</c:v>
                      </c:pt>
                      <c:pt idx="2065">
                        <c:v>104.32037</c:v>
                      </c:pt>
                      <c:pt idx="2066">
                        <c:v>104.28572</c:v>
                      </c:pt>
                      <c:pt idx="2067">
                        <c:v>104.22154999999999</c:v>
                      </c:pt>
                      <c:pt idx="2068">
                        <c:v>104.13667</c:v>
                      </c:pt>
                      <c:pt idx="2069">
                        <c:v>104.08498</c:v>
                      </c:pt>
                      <c:pt idx="2070">
                        <c:v>104.06171999999999</c:v>
                      </c:pt>
                      <c:pt idx="2071">
                        <c:v>104.05025000000001</c:v>
                      </c:pt>
                      <c:pt idx="2072">
                        <c:v>104.02817</c:v>
                      </c:pt>
                      <c:pt idx="2073">
                        <c:v>104.07669</c:v>
                      </c:pt>
                      <c:pt idx="2074">
                        <c:v>104.11912</c:v>
                      </c:pt>
                      <c:pt idx="2075">
                        <c:v>104.15609000000001</c:v>
                      </c:pt>
                      <c:pt idx="2076">
                        <c:v>104.22696000000001</c:v>
                      </c:pt>
                      <c:pt idx="2077">
                        <c:v>104.28475</c:v>
                      </c:pt>
                      <c:pt idx="2078">
                        <c:v>104.38778000000001</c:v>
                      </c:pt>
                      <c:pt idx="2079">
                        <c:v>104.47578</c:v>
                      </c:pt>
                      <c:pt idx="2080">
                        <c:v>104.45719</c:v>
                      </c:pt>
                      <c:pt idx="2081">
                        <c:v>104.30034999999999</c:v>
                      </c:pt>
                      <c:pt idx="2082">
                        <c:v>104.03157</c:v>
                      </c:pt>
                      <c:pt idx="2083">
                        <c:v>103.80562</c:v>
                      </c:pt>
                      <c:pt idx="2084">
                        <c:v>103.75569</c:v>
                      </c:pt>
                      <c:pt idx="2085">
                        <c:v>103.79065</c:v>
                      </c:pt>
                      <c:pt idx="2086">
                        <c:v>103.84507000000001</c:v>
                      </c:pt>
                      <c:pt idx="2087">
                        <c:v>103.94788</c:v>
                      </c:pt>
                      <c:pt idx="2088">
                        <c:v>104.05971</c:v>
                      </c:pt>
                      <c:pt idx="2089">
                        <c:v>104.13094</c:v>
                      </c:pt>
                      <c:pt idx="2090">
                        <c:v>104.15176</c:v>
                      </c:pt>
                      <c:pt idx="2091">
                        <c:v>104.10975999999999</c:v>
                      </c:pt>
                      <c:pt idx="2092">
                        <c:v>104.03016</c:v>
                      </c:pt>
                      <c:pt idx="2093">
                        <c:v>104.03587</c:v>
                      </c:pt>
                      <c:pt idx="2094">
                        <c:v>104.13151999999999</c:v>
                      </c:pt>
                      <c:pt idx="2095">
                        <c:v>104.24572000000001</c:v>
                      </c:pt>
                      <c:pt idx="2096">
                        <c:v>104.27763</c:v>
                      </c:pt>
                      <c:pt idx="2097">
                        <c:v>104.18822</c:v>
                      </c:pt>
                      <c:pt idx="2098">
                        <c:v>104.09302</c:v>
                      </c:pt>
                      <c:pt idx="2099">
                        <c:v>104.05782000000001</c:v>
                      </c:pt>
                      <c:pt idx="2100">
                        <c:v>104.03658</c:v>
                      </c:pt>
                      <c:pt idx="2101">
                        <c:v>103.97637</c:v>
                      </c:pt>
                      <c:pt idx="2102">
                        <c:v>103.95298</c:v>
                      </c:pt>
                      <c:pt idx="2103">
                        <c:v>104.02309</c:v>
                      </c:pt>
                      <c:pt idx="2104">
                        <c:v>104.16502</c:v>
                      </c:pt>
                      <c:pt idx="2105">
                        <c:v>104.30062</c:v>
                      </c:pt>
                      <c:pt idx="2106">
                        <c:v>104.39243</c:v>
                      </c:pt>
                      <c:pt idx="2107">
                        <c:v>104.422</c:v>
                      </c:pt>
                      <c:pt idx="2108">
                        <c:v>104.41856</c:v>
                      </c:pt>
                      <c:pt idx="2109">
                        <c:v>104.46268000000001</c:v>
                      </c:pt>
                      <c:pt idx="2110">
                        <c:v>104.53957</c:v>
                      </c:pt>
                      <c:pt idx="2111">
                        <c:v>104.55458</c:v>
                      </c:pt>
                      <c:pt idx="2112">
                        <c:v>104.495</c:v>
                      </c:pt>
                      <c:pt idx="2113">
                        <c:v>104.44289000000001</c:v>
                      </c:pt>
                      <c:pt idx="2114">
                        <c:v>104.41151000000001</c:v>
                      </c:pt>
                      <c:pt idx="2115">
                        <c:v>104.3895</c:v>
                      </c:pt>
                      <c:pt idx="2116">
                        <c:v>104.37725</c:v>
                      </c:pt>
                      <c:pt idx="2117">
                        <c:v>104.41752</c:v>
                      </c:pt>
                      <c:pt idx="2118">
                        <c:v>104.42023</c:v>
                      </c:pt>
                      <c:pt idx="2119">
                        <c:v>104.45962</c:v>
                      </c:pt>
                      <c:pt idx="2120">
                        <c:v>104.62178</c:v>
                      </c:pt>
                      <c:pt idx="2121">
                        <c:v>104.73523</c:v>
                      </c:pt>
                      <c:pt idx="2122">
                        <c:v>104.74988999999999</c:v>
                      </c:pt>
                      <c:pt idx="2123">
                        <c:v>104.77291</c:v>
                      </c:pt>
                      <c:pt idx="2124">
                        <c:v>104.76604</c:v>
                      </c:pt>
                      <c:pt idx="2125">
                        <c:v>104.70045</c:v>
                      </c:pt>
                      <c:pt idx="2126">
                        <c:v>104.5934</c:v>
                      </c:pt>
                      <c:pt idx="2127">
                        <c:v>104.51147</c:v>
                      </c:pt>
                      <c:pt idx="2128">
                        <c:v>104.51105</c:v>
                      </c:pt>
                      <c:pt idx="2129">
                        <c:v>104.65863</c:v>
                      </c:pt>
                      <c:pt idx="2130">
                        <c:v>104.89888000000001</c:v>
                      </c:pt>
                      <c:pt idx="2131">
                        <c:v>105.16573</c:v>
                      </c:pt>
                      <c:pt idx="2132">
                        <c:v>105.37687</c:v>
                      </c:pt>
                      <c:pt idx="2133">
                        <c:v>105.46604000000001</c:v>
                      </c:pt>
                      <c:pt idx="2134">
                        <c:v>105.46693</c:v>
                      </c:pt>
                      <c:pt idx="2135">
                        <c:v>105.50511</c:v>
                      </c:pt>
                      <c:pt idx="2136">
                        <c:v>105.64596</c:v>
                      </c:pt>
                      <c:pt idx="2137">
                        <c:v>105.83211</c:v>
                      </c:pt>
                      <c:pt idx="2138">
                        <c:v>106.02724000000001</c:v>
                      </c:pt>
                      <c:pt idx="2139">
                        <c:v>106.15517</c:v>
                      </c:pt>
                      <c:pt idx="2140">
                        <c:v>106.22114999999999</c:v>
                      </c:pt>
                      <c:pt idx="2141">
                        <c:v>106.26315</c:v>
                      </c:pt>
                      <c:pt idx="2142">
                        <c:v>106.34678</c:v>
                      </c:pt>
                      <c:pt idx="2143">
                        <c:v>106.42265</c:v>
                      </c:pt>
                      <c:pt idx="2144">
                        <c:v>106.39879999999999</c:v>
                      </c:pt>
                      <c:pt idx="2145">
                        <c:v>106.34967</c:v>
                      </c:pt>
                      <c:pt idx="2146">
                        <c:v>106.33286</c:v>
                      </c:pt>
                      <c:pt idx="2147">
                        <c:v>106.29664</c:v>
                      </c:pt>
                      <c:pt idx="2148">
                        <c:v>106.23092</c:v>
                      </c:pt>
                      <c:pt idx="2149">
                        <c:v>106.16244</c:v>
                      </c:pt>
                      <c:pt idx="2150">
                        <c:v>106.13142999999999</c:v>
                      </c:pt>
                      <c:pt idx="2151">
                        <c:v>106.11158</c:v>
                      </c:pt>
                      <c:pt idx="2152">
                        <c:v>106.15092</c:v>
                      </c:pt>
                      <c:pt idx="2153">
                        <c:v>106.20027</c:v>
                      </c:pt>
                      <c:pt idx="2154">
                        <c:v>106.20233</c:v>
                      </c:pt>
                      <c:pt idx="2155">
                        <c:v>106.16034000000001</c:v>
                      </c:pt>
                      <c:pt idx="2156">
                        <c:v>106.12988</c:v>
                      </c:pt>
                      <c:pt idx="2157">
                        <c:v>106.09455</c:v>
                      </c:pt>
                      <c:pt idx="2158">
                        <c:v>106.01082</c:v>
                      </c:pt>
                      <c:pt idx="2159">
                        <c:v>105.90573999999999</c:v>
                      </c:pt>
                      <c:pt idx="2160">
                        <c:v>105.83150000000001</c:v>
                      </c:pt>
                      <c:pt idx="2161">
                        <c:v>105.83334000000001</c:v>
                      </c:pt>
                      <c:pt idx="2162">
                        <c:v>105.94383000000001</c:v>
                      </c:pt>
                      <c:pt idx="2163">
                        <c:v>106.19952000000001</c:v>
                      </c:pt>
                      <c:pt idx="2164">
                        <c:v>106.46272</c:v>
                      </c:pt>
                      <c:pt idx="2165">
                        <c:v>106.7011</c:v>
                      </c:pt>
                      <c:pt idx="2166">
                        <c:v>106.94811</c:v>
                      </c:pt>
                      <c:pt idx="2167">
                        <c:v>107.1416</c:v>
                      </c:pt>
                      <c:pt idx="2168">
                        <c:v>107.26040999999999</c:v>
                      </c:pt>
                      <c:pt idx="2169">
                        <c:v>107.31535</c:v>
                      </c:pt>
                      <c:pt idx="2170">
                        <c:v>107.35281999999999</c:v>
                      </c:pt>
                      <c:pt idx="2171">
                        <c:v>107.39124</c:v>
                      </c:pt>
                      <c:pt idx="2172">
                        <c:v>107.39614</c:v>
                      </c:pt>
                      <c:pt idx="2173">
                        <c:v>107.41539</c:v>
                      </c:pt>
                      <c:pt idx="2174">
                        <c:v>107.49395</c:v>
                      </c:pt>
                      <c:pt idx="2175">
                        <c:v>107.58444</c:v>
                      </c:pt>
                      <c:pt idx="2176">
                        <c:v>107.72696999999999</c:v>
                      </c:pt>
                      <c:pt idx="2177">
                        <c:v>107.96098000000001</c:v>
                      </c:pt>
                      <c:pt idx="2178">
                        <c:v>108.21992</c:v>
                      </c:pt>
                      <c:pt idx="2179">
                        <c:v>108.5005</c:v>
                      </c:pt>
                      <c:pt idx="2180">
                        <c:v>108.82351</c:v>
                      </c:pt>
                      <c:pt idx="2181">
                        <c:v>109.21006</c:v>
                      </c:pt>
                      <c:pt idx="2182">
                        <c:v>109.64068</c:v>
                      </c:pt>
                      <c:pt idx="2183">
                        <c:v>110.01985000000001</c:v>
                      </c:pt>
                      <c:pt idx="2184">
                        <c:v>110.32111</c:v>
                      </c:pt>
                      <c:pt idx="2185">
                        <c:v>110.55437000000001</c:v>
                      </c:pt>
                      <c:pt idx="2186">
                        <c:v>110.73842</c:v>
                      </c:pt>
                      <c:pt idx="2187">
                        <c:v>110.89878</c:v>
                      </c:pt>
                      <c:pt idx="2188">
                        <c:v>110.991</c:v>
                      </c:pt>
                      <c:pt idx="2189">
                        <c:v>111.07875</c:v>
                      </c:pt>
                      <c:pt idx="2190">
                        <c:v>111.15655</c:v>
                      </c:pt>
                      <c:pt idx="2191">
                        <c:v>111.23262</c:v>
                      </c:pt>
                      <c:pt idx="2192">
                        <c:v>111.31079</c:v>
                      </c:pt>
                      <c:pt idx="2193">
                        <c:v>111.40904</c:v>
                      </c:pt>
                      <c:pt idx="2194">
                        <c:v>111.56522</c:v>
                      </c:pt>
                      <c:pt idx="2195">
                        <c:v>111.78745000000001</c:v>
                      </c:pt>
                      <c:pt idx="2196">
                        <c:v>112.07617999999999</c:v>
                      </c:pt>
                      <c:pt idx="2197">
                        <c:v>112.2193</c:v>
                      </c:pt>
                      <c:pt idx="2198">
                        <c:v>112.1135</c:v>
                      </c:pt>
                      <c:pt idx="2199">
                        <c:v>111.90555999999999</c:v>
                      </c:pt>
                      <c:pt idx="2200">
                        <c:v>111.71505999999999</c:v>
                      </c:pt>
                      <c:pt idx="2201">
                        <c:v>111.58777000000001</c:v>
                      </c:pt>
                      <c:pt idx="2202">
                        <c:v>111.4984</c:v>
                      </c:pt>
                      <c:pt idx="2203">
                        <c:v>111.42419</c:v>
                      </c:pt>
                      <c:pt idx="2204">
                        <c:v>111.42667</c:v>
                      </c:pt>
                      <c:pt idx="2205">
                        <c:v>111.4447</c:v>
                      </c:pt>
                      <c:pt idx="2206">
                        <c:v>111.4509</c:v>
                      </c:pt>
                      <c:pt idx="2207">
                        <c:v>111.59146</c:v>
                      </c:pt>
                      <c:pt idx="2208">
                        <c:v>111.83052000000001</c:v>
                      </c:pt>
                      <c:pt idx="2209">
                        <c:v>112.00237</c:v>
                      </c:pt>
                      <c:pt idx="2210">
                        <c:v>112.12899</c:v>
                      </c:pt>
                      <c:pt idx="2211">
                        <c:v>112.18987</c:v>
                      </c:pt>
                      <c:pt idx="2212">
                        <c:v>112.24618</c:v>
                      </c:pt>
                      <c:pt idx="2213">
                        <c:v>112.27751000000001</c:v>
                      </c:pt>
                      <c:pt idx="2214">
                        <c:v>112.21091</c:v>
                      </c:pt>
                      <c:pt idx="2215">
                        <c:v>112.24675000000001</c:v>
                      </c:pt>
                      <c:pt idx="2216">
                        <c:v>112.38127</c:v>
                      </c:pt>
                      <c:pt idx="2217">
                        <c:v>112.43266</c:v>
                      </c:pt>
                      <c:pt idx="2218">
                        <c:v>112.44672</c:v>
                      </c:pt>
                      <c:pt idx="2219">
                        <c:v>112.45456</c:v>
                      </c:pt>
                      <c:pt idx="2220">
                        <c:v>112.47726</c:v>
                      </c:pt>
                      <c:pt idx="2221">
                        <c:v>112.50893000000001</c:v>
                      </c:pt>
                      <c:pt idx="2222">
                        <c:v>112.59983</c:v>
                      </c:pt>
                      <c:pt idx="2223">
                        <c:v>112.72799999999999</c:v>
                      </c:pt>
                      <c:pt idx="2224">
                        <c:v>112.86678999999999</c:v>
                      </c:pt>
                      <c:pt idx="2225">
                        <c:v>113.02412</c:v>
                      </c:pt>
                      <c:pt idx="2226">
                        <c:v>113.21083</c:v>
                      </c:pt>
                      <c:pt idx="2227">
                        <c:v>113.39648</c:v>
                      </c:pt>
                      <c:pt idx="2228">
                        <c:v>113.54094000000001</c:v>
                      </c:pt>
                      <c:pt idx="2229">
                        <c:v>113.61908</c:v>
                      </c:pt>
                      <c:pt idx="2230">
                        <c:v>113.69344</c:v>
                      </c:pt>
                      <c:pt idx="2231">
                        <c:v>113.69224</c:v>
                      </c:pt>
                      <c:pt idx="2232">
                        <c:v>113.70621</c:v>
                      </c:pt>
                      <c:pt idx="2233">
                        <c:v>113.75561</c:v>
                      </c:pt>
                      <c:pt idx="2234">
                        <c:v>113.76291999999999</c:v>
                      </c:pt>
                      <c:pt idx="2235">
                        <c:v>113.77001</c:v>
                      </c:pt>
                      <c:pt idx="2236">
                        <c:v>113.76907</c:v>
                      </c:pt>
                      <c:pt idx="2237">
                        <c:v>113.76848</c:v>
                      </c:pt>
                      <c:pt idx="2238">
                        <c:v>113.73917</c:v>
                      </c:pt>
                      <c:pt idx="2239">
                        <c:v>113.69826999999999</c:v>
                      </c:pt>
                      <c:pt idx="2240">
                        <c:v>113.65195</c:v>
                      </c:pt>
                      <c:pt idx="2241">
                        <c:v>113.57552</c:v>
                      </c:pt>
                      <c:pt idx="2242">
                        <c:v>113.53748</c:v>
                      </c:pt>
                      <c:pt idx="2243">
                        <c:v>113.49673</c:v>
                      </c:pt>
                      <c:pt idx="2244">
                        <c:v>113.43879</c:v>
                      </c:pt>
                      <c:pt idx="2245">
                        <c:v>113.3588</c:v>
                      </c:pt>
                      <c:pt idx="2246">
                        <c:v>113.29443000000001</c:v>
                      </c:pt>
                      <c:pt idx="2247">
                        <c:v>113.24155</c:v>
                      </c:pt>
                      <c:pt idx="2248">
                        <c:v>113.19002999999999</c:v>
                      </c:pt>
                      <c:pt idx="2249">
                        <c:v>113.18326999999999</c:v>
                      </c:pt>
                      <c:pt idx="2250">
                        <c:v>113.18774000000001</c:v>
                      </c:pt>
                      <c:pt idx="2251">
                        <c:v>113.14491</c:v>
                      </c:pt>
                      <c:pt idx="2252">
                        <c:v>113.12376999999999</c:v>
                      </c:pt>
                      <c:pt idx="2253">
                        <c:v>113.17498999999999</c:v>
                      </c:pt>
                      <c:pt idx="2254">
                        <c:v>113.27907999999999</c:v>
                      </c:pt>
                      <c:pt idx="2255">
                        <c:v>113.37492</c:v>
                      </c:pt>
                      <c:pt idx="2256">
                        <c:v>113.48350000000001</c:v>
                      </c:pt>
                      <c:pt idx="2257">
                        <c:v>113.60172</c:v>
                      </c:pt>
                      <c:pt idx="2258">
                        <c:v>113.71037</c:v>
                      </c:pt>
                      <c:pt idx="2259">
                        <c:v>113.79353</c:v>
                      </c:pt>
                      <c:pt idx="2260">
                        <c:v>113.86618</c:v>
                      </c:pt>
                      <c:pt idx="2261">
                        <c:v>113.94122</c:v>
                      </c:pt>
                      <c:pt idx="2262">
                        <c:v>113.97718999999999</c:v>
                      </c:pt>
                      <c:pt idx="2263">
                        <c:v>114.00653</c:v>
                      </c:pt>
                      <c:pt idx="2264">
                        <c:v>114.06086000000001</c:v>
                      </c:pt>
                      <c:pt idx="2265">
                        <c:v>114.15766000000001</c:v>
                      </c:pt>
                      <c:pt idx="2266">
                        <c:v>114.26889</c:v>
                      </c:pt>
                      <c:pt idx="2267">
                        <c:v>114.34705</c:v>
                      </c:pt>
                      <c:pt idx="2268">
                        <c:v>114.42361</c:v>
                      </c:pt>
                      <c:pt idx="2269">
                        <c:v>114.56413000000001</c:v>
                      </c:pt>
                      <c:pt idx="2270">
                        <c:v>114.72242</c:v>
                      </c:pt>
                      <c:pt idx="2271">
                        <c:v>114.83812</c:v>
                      </c:pt>
                      <c:pt idx="2272">
                        <c:v>114.88051</c:v>
                      </c:pt>
                      <c:pt idx="2273">
                        <c:v>114.91692</c:v>
                      </c:pt>
                      <c:pt idx="2274">
                        <c:v>115.00729</c:v>
                      </c:pt>
                      <c:pt idx="2275">
                        <c:v>115.06717</c:v>
                      </c:pt>
                      <c:pt idx="2276">
                        <c:v>115.07178</c:v>
                      </c:pt>
                      <c:pt idx="2277">
                        <c:v>115.02491999999999</c:v>
                      </c:pt>
                      <c:pt idx="2278">
                        <c:v>114.93998999999999</c:v>
                      </c:pt>
                      <c:pt idx="2279">
                        <c:v>114.77467</c:v>
                      </c:pt>
                      <c:pt idx="2280">
                        <c:v>114.5611</c:v>
                      </c:pt>
                      <c:pt idx="2281">
                        <c:v>114.37868</c:v>
                      </c:pt>
                      <c:pt idx="2282">
                        <c:v>114.25715</c:v>
                      </c:pt>
                      <c:pt idx="2283">
                        <c:v>114.26434</c:v>
                      </c:pt>
                      <c:pt idx="2284">
                        <c:v>114.43474999999999</c:v>
                      </c:pt>
                      <c:pt idx="2285">
                        <c:v>114.66374999999999</c:v>
                      </c:pt>
                      <c:pt idx="2286">
                        <c:v>114.90517</c:v>
                      </c:pt>
                      <c:pt idx="2287">
                        <c:v>115.19292</c:v>
                      </c:pt>
                      <c:pt idx="2288">
                        <c:v>115.52342</c:v>
                      </c:pt>
                      <c:pt idx="2289">
                        <c:v>115.85247</c:v>
                      </c:pt>
                      <c:pt idx="2290">
                        <c:v>116.12625</c:v>
                      </c:pt>
                      <c:pt idx="2291">
                        <c:v>116.35533</c:v>
                      </c:pt>
                      <c:pt idx="2292">
                        <c:v>116.53828</c:v>
                      </c:pt>
                      <c:pt idx="2293">
                        <c:v>116.64668</c:v>
                      </c:pt>
                      <c:pt idx="2294">
                        <c:v>116.75294</c:v>
                      </c:pt>
                      <c:pt idx="2295">
                        <c:v>116.93365</c:v>
                      </c:pt>
                      <c:pt idx="2296">
                        <c:v>117.14782</c:v>
                      </c:pt>
                      <c:pt idx="2297">
                        <c:v>117.39078000000001</c:v>
                      </c:pt>
                      <c:pt idx="2298">
                        <c:v>117.6332</c:v>
                      </c:pt>
                      <c:pt idx="2299">
                        <c:v>117.02982</c:v>
                      </c:pt>
                      <c:pt idx="2300">
                        <c:v>116.72807</c:v>
                      </c:pt>
                      <c:pt idx="2301">
                        <c:v>116.58427</c:v>
                      </c:pt>
                      <c:pt idx="2302">
                        <c:v>116.55058</c:v>
                      </c:pt>
                      <c:pt idx="2303">
                        <c:v>116.55379000000001</c:v>
                      </c:pt>
                      <c:pt idx="2304">
                        <c:v>116.50957</c:v>
                      </c:pt>
                      <c:pt idx="2305">
                        <c:v>116.38196000000001</c:v>
                      </c:pt>
                      <c:pt idx="2306">
                        <c:v>116.25054</c:v>
                      </c:pt>
                      <c:pt idx="2307">
                        <c:v>116.14748</c:v>
                      </c:pt>
                      <c:pt idx="2308">
                        <c:v>116.08671</c:v>
                      </c:pt>
                      <c:pt idx="2309">
                        <c:v>116.03992</c:v>
                      </c:pt>
                      <c:pt idx="2310">
                        <c:v>115.97077</c:v>
                      </c:pt>
                      <c:pt idx="2311">
                        <c:v>115.92787</c:v>
                      </c:pt>
                      <c:pt idx="2312">
                        <c:v>115.97575999999999</c:v>
                      </c:pt>
                      <c:pt idx="2313">
                        <c:v>116.10538</c:v>
                      </c:pt>
                      <c:pt idx="2314">
                        <c:v>116.21227</c:v>
                      </c:pt>
                      <c:pt idx="2315">
                        <c:v>116.29149</c:v>
                      </c:pt>
                      <c:pt idx="2316">
                        <c:v>116.39412</c:v>
                      </c:pt>
                      <c:pt idx="2317">
                        <c:v>116.51354000000001</c:v>
                      </c:pt>
                      <c:pt idx="2318">
                        <c:v>116.61086</c:v>
                      </c:pt>
                      <c:pt idx="2319">
                        <c:v>116.67632999999999</c:v>
                      </c:pt>
                      <c:pt idx="2320">
                        <c:v>116.7319</c:v>
                      </c:pt>
                      <c:pt idx="2321">
                        <c:v>116.73296000000001</c:v>
                      </c:pt>
                      <c:pt idx="2322">
                        <c:v>116.6955</c:v>
                      </c:pt>
                      <c:pt idx="2323">
                        <c:v>116.71337</c:v>
                      </c:pt>
                      <c:pt idx="2324">
                        <c:v>116.81242</c:v>
                      </c:pt>
                      <c:pt idx="2325">
                        <c:v>116.97364</c:v>
                      </c:pt>
                      <c:pt idx="2326">
                        <c:v>117.1319</c:v>
                      </c:pt>
                      <c:pt idx="2327">
                        <c:v>117.24778000000001</c:v>
                      </c:pt>
                      <c:pt idx="2328">
                        <c:v>117.35493</c:v>
                      </c:pt>
                      <c:pt idx="2329">
                        <c:v>117.48184000000001</c:v>
                      </c:pt>
                      <c:pt idx="2330">
                        <c:v>117.62161999999999</c:v>
                      </c:pt>
                      <c:pt idx="2331">
                        <c:v>117.73967</c:v>
                      </c:pt>
                      <c:pt idx="2332">
                        <c:v>117.86096999999999</c:v>
                      </c:pt>
                      <c:pt idx="2333">
                        <c:v>117.99518999999999</c:v>
                      </c:pt>
                      <c:pt idx="2334">
                        <c:v>118.13078</c:v>
                      </c:pt>
                      <c:pt idx="2335">
                        <c:v>118.23181</c:v>
                      </c:pt>
                      <c:pt idx="2336">
                        <c:v>118.28712</c:v>
                      </c:pt>
                      <c:pt idx="2337">
                        <c:v>118.30746000000001</c:v>
                      </c:pt>
                      <c:pt idx="2338">
                        <c:v>118.29900000000001</c:v>
                      </c:pt>
                      <c:pt idx="2339">
                        <c:v>118.27983999999999</c:v>
                      </c:pt>
                      <c:pt idx="2340">
                        <c:v>118.23423</c:v>
                      </c:pt>
                      <c:pt idx="2341">
                        <c:v>118.16844</c:v>
                      </c:pt>
                      <c:pt idx="2342">
                        <c:v>118.09599</c:v>
                      </c:pt>
                      <c:pt idx="2343">
                        <c:v>118.09492</c:v>
                      </c:pt>
                      <c:pt idx="2344">
                        <c:v>118.15894</c:v>
                      </c:pt>
                      <c:pt idx="2345">
                        <c:v>118.2589</c:v>
                      </c:pt>
                      <c:pt idx="2346">
                        <c:v>118.33557</c:v>
                      </c:pt>
                      <c:pt idx="2347">
                        <c:v>118.33001</c:v>
                      </c:pt>
                      <c:pt idx="2348">
                        <c:v>118.30486999999999</c:v>
                      </c:pt>
                      <c:pt idx="2349">
                        <c:v>118.28319</c:v>
                      </c:pt>
                      <c:pt idx="2350">
                        <c:v>118.21719</c:v>
                      </c:pt>
                      <c:pt idx="2351">
                        <c:v>118.13641</c:v>
                      </c:pt>
                      <c:pt idx="2352">
                        <c:v>118.06067</c:v>
                      </c:pt>
                      <c:pt idx="2353">
                        <c:v>117.98587000000001</c:v>
                      </c:pt>
                      <c:pt idx="2354">
                        <c:v>117.88682</c:v>
                      </c:pt>
                      <c:pt idx="2355">
                        <c:v>117.73036999999999</c:v>
                      </c:pt>
                      <c:pt idx="2356">
                        <c:v>117.55282</c:v>
                      </c:pt>
                      <c:pt idx="2357">
                        <c:v>117.37195</c:v>
                      </c:pt>
                      <c:pt idx="2358">
                        <c:v>117.2456</c:v>
                      </c:pt>
                      <c:pt idx="2359">
                        <c:v>117.18648</c:v>
                      </c:pt>
                      <c:pt idx="2360">
                        <c:v>117.20446</c:v>
                      </c:pt>
                      <c:pt idx="2361">
                        <c:v>117.28303</c:v>
                      </c:pt>
                      <c:pt idx="2362">
                        <c:v>117.39779</c:v>
                      </c:pt>
                      <c:pt idx="2363">
                        <c:v>117.51871</c:v>
                      </c:pt>
                      <c:pt idx="2364">
                        <c:v>117.62109</c:v>
                      </c:pt>
                      <c:pt idx="2365">
                        <c:v>117.70816000000001</c:v>
                      </c:pt>
                      <c:pt idx="2366">
                        <c:v>117.75436000000001</c:v>
                      </c:pt>
                      <c:pt idx="2367">
                        <c:v>117.72508000000001</c:v>
                      </c:pt>
                      <c:pt idx="2368">
                        <c:v>117.63927</c:v>
                      </c:pt>
                      <c:pt idx="2369">
                        <c:v>117.52028</c:v>
                      </c:pt>
                      <c:pt idx="2370">
                        <c:v>117.35065</c:v>
                      </c:pt>
                      <c:pt idx="2371">
                        <c:v>117.17607</c:v>
                      </c:pt>
                      <c:pt idx="2372">
                        <c:v>116.97289000000001</c:v>
                      </c:pt>
                      <c:pt idx="2373">
                        <c:v>116.70334</c:v>
                      </c:pt>
                      <c:pt idx="2374">
                        <c:v>116.39566000000001</c:v>
                      </c:pt>
                      <c:pt idx="2375">
                        <c:v>116.09684</c:v>
                      </c:pt>
                      <c:pt idx="2376">
                        <c:v>115.82816</c:v>
                      </c:pt>
                      <c:pt idx="2377">
                        <c:v>115.67646999999999</c:v>
                      </c:pt>
                      <c:pt idx="2378">
                        <c:v>115.67700000000001</c:v>
                      </c:pt>
                      <c:pt idx="2379">
                        <c:v>115.69931</c:v>
                      </c:pt>
                      <c:pt idx="2380">
                        <c:v>115.64962</c:v>
                      </c:pt>
                      <c:pt idx="2381">
                        <c:v>115.54121000000001</c:v>
                      </c:pt>
                      <c:pt idx="2382">
                        <c:v>111.55305</c:v>
                      </c:pt>
                      <c:pt idx="2383">
                        <c:v>112.83765</c:v>
                      </c:pt>
                      <c:pt idx="2384">
                        <c:v>113.12644</c:v>
                      </c:pt>
                      <c:pt idx="2385">
                        <c:v>113.36124</c:v>
                      </c:pt>
                      <c:pt idx="2386">
                        <c:v>113.57651</c:v>
                      </c:pt>
                      <c:pt idx="2387">
                        <c:v>113.78361</c:v>
                      </c:pt>
                      <c:pt idx="2388">
                        <c:v>113.98</c:v>
                      </c:pt>
                      <c:pt idx="2389">
                        <c:v>114.18266</c:v>
                      </c:pt>
                      <c:pt idx="2390">
                        <c:v>114.47237</c:v>
                      </c:pt>
                      <c:pt idx="2391">
                        <c:v>114.83618</c:v>
                      </c:pt>
                      <c:pt idx="2392">
                        <c:v>115.17818</c:v>
                      </c:pt>
                      <c:pt idx="2393">
                        <c:v>115.41428000000001</c:v>
                      </c:pt>
                      <c:pt idx="2394">
                        <c:v>115.5095</c:v>
                      </c:pt>
                      <c:pt idx="2395">
                        <c:v>115.45368999999999</c:v>
                      </c:pt>
                      <c:pt idx="2396">
                        <c:v>115.30466</c:v>
                      </c:pt>
                      <c:pt idx="2397">
                        <c:v>115.15300000000001</c:v>
                      </c:pt>
                      <c:pt idx="2398">
                        <c:v>115.03391000000001</c:v>
                      </c:pt>
                      <c:pt idx="2399">
                        <c:v>114.92726</c:v>
                      </c:pt>
                      <c:pt idx="2400">
                        <c:v>114.82411</c:v>
                      </c:pt>
                      <c:pt idx="2401">
                        <c:v>114.73414</c:v>
                      </c:pt>
                      <c:pt idx="2402">
                        <c:v>114.65764</c:v>
                      </c:pt>
                      <c:pt idx="2403">
                        <c:v>114.62336000000001</c:v>
                      </c:pt>
                      <c:pt idx="2404">
                        <c:v>114.72577</c:v>
                      </c:pt>
                      <c:pt idx="2405">
                        <c:v>114.92236</c:v>
                      </c:pt>
                      <c:pt idx="2406">
                        <c:v>115.12519</c:v>
                      </c:pt>
                      <c:pt idx="2407">
                        <c:v>115.39163000000001</c:v>
                      </c:pt>
                      <c:pt idx="2408">
                        <c:v>115.73465</c:v>
                      </c:pt>
                      <c:pt idx="2409">
                        <c:v>116.0886</c:v>
                      </c:pt>
                      <c:pt idx="2410">
                        <c:v>116.40298</c:v>
                      </c:pt>
                      <c:pt idx="2411">
                        <c:v>116.66918</c:v>
                      </c:pt>
                      <c:pt idx="2412">
                        <c:v>116.92371</c:v>
                      </c:pt>
                      <c:pt idx="2413">
                        <c:v>117.11268</c:v>
                      </c:pt>
                      <c:pt idx="2414">
                        <c:v>117.10184</c:v>
                      </c:pt>
                      <c:pt idx="2415">
                        <c:v>117.062</c:v>
                      </c:pt>
                      <c:pt idx="2416">
                        <c:v>117.10189</c:v>
                      </c:pt>
                      <c:pt idx="2417">
                        <c:v>116.78598</c:v>
                      </c:pt>
                      <c:pt idx="2418">
                        <c:v>116.11131</c:v>
                      </c:pt>
                      <c:pt idx="2419">
                        <c:v>115.69118</c:v>
                      </c:pt>
                      <c:pt idx="2420">
                        <c:v>115.51313</c:v>
                      </c:pt>
                      <c:pt idx="2421">
                        <c:v>115.52534</c:v>
                      </c:pt>
                      <c:pt idx="2422">
                        <c:v>115.68926</c:v>
                      </c:pt>
                      <c:pt idx="2423">
                        <c:v>115.92122999999999</c:v>
                      </c:pt>
                      <c:pt idx="2424">
                        <c:v>116.09725</c:v>
                      </c:pt>
                      <c:pt idx="2425">
                        <c:v>116.2385</c:v>
                      </c:pt>
                      <c:pt idx="2426">
                        <c:v>116.28619999999999</c:v>
                      </c:pt>
                      <c:pt idx="2427">
                        <c:v>116.29906</c:v>
                      </c:pt>
                      <c:pt idx="2428">
                        <c:v>116.32634</c:v>
                      </c:pt>
                      <c:pt idx="2429">
                        <c:v>116.33557999999999</c:v>
                      </c:pt>
                      <c:pt idx="2430">
                        <c:v>116.33411</c:v>
                      </c:pt>
                      <c:pt idx="2431">
                        <c:v>116.32492000000001</c:v>
                      </c:pt>
                      <c:pt idx="2432">
                        <c:v>116.25646</c:v>
                      </c:pt>
                      <c:pt idx="2433">
                        <c:v>116.13436</c:v>
                      </c:pt>
                      <c:pt idx="2434">
                        <c:v>116.0294</c:v>
                      </c:pt>
                      <c:pt idx="2435">
                        <c:v>115.95831</c:v>
                      </c:pt>
                      <c:pt idx="2436">
                        <c:v>115.84944</c:v>
                      </c:pt>
                      <c:pt idx="2437">
                        <c:v>115.70412</c:v>
                      </c:pt>
                      <c:pt idx="2438">
                        <c:v>115.52482000000001</c:v>
                      </c:pt>
                      <c:pt idx="2439">
                        <c:v>115.30601</c:v>
                      </c:pt>
                      <c:pt idx="2440">
                        <c:v>115.07567</c:v>
                      </c:pt>
                      <c:pt idx="2441">
                        <c:v>114.82841000000001</c:v>
                      </c:pt>
                      <c:pt idx="2442">
                        <c:v>114.60129000000001</c:v>
                      </c:pt>
                      <c:pt idx="2443">
                        <c:v>114.48521</c:v>
                      </c:pt>
                      <c:pt idx="2444">
                        <c:v>114.52032</c:v>
                      </c:pt>
                      <c:pt idx="2445">
                        <c:v>114.60831</c:v>
                      </c:pt>
                      <c:pt idx="2446">
                        <c:v>114.69938999999999</c:v>
                      </c:pt>
                      <c:pt idx="2447">
                        <c:v>114.70274000000001</c:v>
                      </c:pt>
                      <c:pt idx="2448">
                        <c:v>114.67592</c:v>
                      </c:pt>
                      <c:pt idx="2449">
                        <c:v>114.71624</c:v>
                      </c:pt>
                      <c:pt idx="2450">
                        <c:v>114.80618</c:v>
                      </c:pt>
                      <c:pt idx="2451">
                        <c:v>114.90755</c:v>
                      </c:pt>
                      <c:pt idx="2452">
                        <c:v>115.02846</c:v>
                      </c:pt>
                      <c:pt idx="2453">
                        <c:v>115.16476</c:v>
                      </c:pt>
                      <c:pt idx="2454">
                        <c:v>115.25620000000001</c:v>
                      </c:pt>
                      <c:pt idx="2455">
                        <c:v>115.30542</c:v>
                      </c:pt>
                      <c:pt idx="2456">
                        <c:v>115.36530999999999</c:v>
                      </c:pt>
                      <c:pt idx="2457">
                        <c:v>115.37649999999999</c:v>
                      </c:pt>
                      <c:pt idx="2458">
                        <c:v>115.40145</c:v>
                      </c:pt>
                      <c:pt idx="2459">
                        <c:v>115.42212000000001</c:v>
                      </c:pt>
                      <c:pt idx="2460">
                        <c:v>115.42085</c:v>
                      </c:pt>
                      <c:pt idx="2461">
                        <c:v>115.38486</c:v>
                      </c:pt>
                      <c:pt idx="2462">
                        <c:v>115.31779</c:v>
                      </c:pt>
                      <c:pt idx="2463">
                        <c:v>115.26064</c:v>
                      </c:pt>
                      <c:pt idx="2464">
                        <c:v>115.2587</c:v>
                      </c:pt>
                      <c:pt idx="2465">
                        <c:v>115.36761</c:v>
                      </c:pt>
                      <c:pt idx="2466">
                        <c:v>115.51633</c:v>
                      </c:pt>
                      <c:pt idx="2467">
                        <c:v>115.67484</c:v>
                      </c:pt>
                      <c:pt idx="2468">
                        <c:v>115.75618</c:v>
                      </c:pt>
                      <c:pt idx="2469">
                        <c:v>115.71554</c:v>
                      </c:pt>
                      <c:pt idx="2470">
                        <c:v>115.61099</c:v>
                      </c:pt>
                      <c:pt idx="2471">
                        <c:v>115.48963000000001</c:v>
                      </c:pt>
                      <c:pt idx="2472">
                        <c:v>115.30641</c:v>
                      </c:pt>
                      <c:pt idx="2473">
                        <c:v>115.13039000000001</c:v>
                      </c:pt>
                      <c:pt idx="2474">
                        <c:v>114.98703</c:v>
                      </c:pt>
                      <c:pt idx="2475">
                        <c:v>114.80213000000001</c:v>
                      </c:pt>
                      <c:pt idx="2476">
                        <c:v>114.57742</c:v>
                      </c:pt>
                      <c:pt idx="2477">
                        <c:v>114.37984</c:v>
                      </c:pt>
                      <c:pt idx="2478">
                        <c:v>114.26546999999999</c:v>
                      </c:pt>
                      <c:pt idx="2479">
                        <c:v>114.14867</c:v>
                      </c:pt>
                      <c:pt idx="2480">
                        <c:v>114.04397</c:v>
                      </c:pt>
                      <c:pt idx="2481">
                        <c:v>113.93934</c:v>
                      </c:pt>
                      <c:pt idx="2482">
                        <c:v>113.81610999999999</c:v>
                      </c:pt>
                      <c:pt idx="2483">
                        <c:v>113.74831</c:v>
                      </c:pt>
                      <c:pt idx="2484">
                        <c:v>113.68232</c:v>
                      </c:pt>
                      <c:pt idx="2485">
                        <c:v>113.63995</c:v>
                      </c:pt>
                      <c:pt idx="2486">
                        <c:v>113.65891000000001</c:v>
                      </c:pt>
                      <c:pt idx="2487">
                        <c:v>113.6407</c:v>
                      </c:pt>
                      <c:pt idx="2488">
                        <c:v>113.59068000000001</c:v>
                      </c:pt>
                      <c:pt idx="2489">
                        <c:v>113.48488</c:v>
                      </c:pt>
                      <c:pt idx="2490">
                        <c:v>113.31004</c:v>
                      </c:pt>
                      <c:pt idx="2491">
                        <c:v>113.1356</c:v>
                      </c:pt>
                      <c:pt idx="2492">
                        <c:v>113.00857999999999</c:v>
                      </c:pt>
                      <c:pt idx="2493">
                        <c:v>112.84076</c:v>
                      </c:pt>
                      <c:pt idx="2494">
                        <c:v>112.65145</c:v>
                      </c:pt>
                      <c:pt idx="2495">
                        <c:v>112.50879</c:v>
                      </c:pt>
                      <c:pt idx="2496">
                        <c:v>112.45256000000001</c:v>
                      </c:pt>
                      <c:pt idx="2497">
                        <c:v>112.38527000000001</c:v>
                      </c:pt>
                      <c:pt idx="2498">
                        <c:v>112.2907</c:v>
                      </c:pt>
                      <c:pt idx="2499">
                        <c:v>112.15689</c:v>
                      </c:pt>
                      <c:pt idx="2500">
                        <c:v>111.98602</c:v>
                      </c:pt>
                      <c:pt idx="2501">
                        <c:v>111.84805</c:v>
                      </c:pt>
                      <c:pt idx="2502">
                        <c:v>111.7756</c:v>
                      </c:pt>
                      <c:pt idx="2503">
                        <c:v>111.77522</c:v>
                      </c:pt>
                      <c:pt idx="2504">
                        <c:v>111.75667</c:v>
                      </c:pt>
                      <c:pt idx="2505">
                        <c:v>111.69044</c:v>
                      </c:pt>
                      <c:pt idx="2506">
                        <c:v>111.56316</c:v>
                      </c:pt>
                      <c:pt idx="2507">
                        <c:v>111.46125000000001</c:v>
                      </c:pt>
                      <c:pt idx="2508">
                        <c:v>111.39695</c:v>
                      </c:pt>
                      <c:pt idx="2509">
                        <c:v>111.31992</c:v>
                      </c:pt>
                      <c:pt idx="2510">
                        <c:v>111.24722</c:v>
                      </c:pt>
                      <c:pt idx="2511">
                        <c:v>111.19054</c:v>
                      </c:pt>
                      <c:pt idx="2512">
                        <c:v>111.13097</c:v>
                      </c:pt>
                      <c:pt idx="2513">
                        <c:v>111.03667</c:v>
                      </c:pt>
                      <c:pt idx="2514">
                        <c:v>110.90671</c:v>
                      </c:pt>
                      <c:pt idx="2515">
                        <c:v>110.77641</c:v>
                      </c:pt>
                      <c:pt idx="2516">
                        <c:v>110.64494000000001</c:v>
                      </c:pt>
                      <c:pt idx="2517">
                        <c:v>110.51575</c:v>
                      </c:pt>
                      <c:pt idx="2518">
                        <c:v>110.40506000000001</c:v>
                      </c:pt>
                      <c:pt idx="2519">
                        <c:v>110.32162</c:v>
                      </c:pt>
                      <c:pt idx="2520">
                        <c:v>110.23672999999999</c:v>
                      </c:pt>
                      <c:pt idx="2521">
                        <c:v>110.14407</c:v>
                      </c:pt>
                      <c:pt idx="2522">
                        <c:v>110.07632</c:v>
                      </c:pt>
                      <c:pt idx="2523">
                        <c:v>110.06896</c:v>
                      </c:pt>
                      <c:pt idx="2524">
                        <c:v>110.07111</c:v>
                      </c:pt>
                      <c:pt idx="2525">
                        <c:v>110.12975</c:v>
                      </c:pt>
                      <c:pt idx="2526">
                        <c:v>110.25566999999999</c:v>
                      </c:pt>
                      <c:pt idx="2527">
                        <c:v>110.36275000000001</c:v>
                      </c:pt>
                      <c:pt idx="2528">
                        <c:v>110.48133</c:v>
                      </c:pt>
                      <c:pt idx="2529">
                        <c:v>110.64323</c:v>
                      </c:pt>
                      <c:pt idx="2530">
                        <c:v>110.74159</c:v>
                      </c:pt>
                      <c:pt idx="2531">
                        <c:v>110.73656</c:v>
                      </c:pt>
                      <c:pt idx="2532">
                        <c:v>110.67753999999999</c:v>
                      </c:pt>
                      <c:pt idx="2533">
                        <c:v>110.70173</c:v>
                      </c:pt>
                      <c:pt idx="2534">
                        <c:v>110.94147</c:v>
                      </c:pt>
                      <c:pt idx="2535">
                        <c:v>111.13755</c:v>
                      </c:pt>
                      <c:pt idx="2536">
                        <c:v>111.26997</c:v>
                      </c:pt>
                      <c:pt idx="2537">
                        <c:v>111.3728</c:v>
                      </c:pt>
                      <c:pt idx="2538">
                        <c:v>111.40378</c:v>
                      </c:pt>
                      <c:pt idx="2539">
                        <c:v>111.40734999999999</c:v>
                      </c:pt>
                      <c:pt idx="2540">
                        <c:v>111.42543999999999</c:v>
                      </c:pt>
                      <c:pt idx="2541">
                        <c:v>111.45147</c:v>
                      </c:pt>
                      <c:pt idx="2542">
                        <c:v>111.47659</c:v>
                      </c:pt>
                      <c:pt idx="2543">
                        <c:v>111.49648000000001</c:v>
                      </c:pt>
                      <c:pt idx="2544">
                        <c:v>111.51803</c:v>
                      </c:pt>
                      <c:pt idx="2545">
                        <c:v>111.48778</c:v>
                      </c:pt>
                      <c:pt idx="2546">
                        <c:v>111.39682999999999</c:v>
                      </c:pt>
                      <c:pt idx="2547">
                        <c:v>111.43674</c:v>
                      </c:pt>
                      <c:pt idx="2548">
                        <c:v>111.54916</c:v>
                      </c:pt>
                      <c:pt idx="2549">
                        <c:v>111.62376</c:v>
                      </c:pt>
                      <c:pt idx="2550">
                        <c:v>111.66753</c:v>
                      </c:pt>
                      <c:pt idx="2551">
                        <c:v>111.70829000000001</c:v>
                      </c:pt>
                      <c:pt idx="2552">
                        <c:v>111.74335000000001</c:v>
                      </c:pt>
                      <c:pt idx="2553">
                        <c:v>111.77943999999999</c:v>
                      </c:pt>
                      <c:pt idx="2554">
                        <c:v>111.81916</c:v>
                      </c:pt>
                      <c:pt idx="2555">
                        <c:v>111.83781</c:v>
                      </c:pt>
                      <c:pt idx="2556">
                        <c:v>111.76006</c:v>
                      </c:pt>
                      <c:pt idx="2557">
                        <c:v>111.71735</c:v>
                      </c:pt>
                      <c:pt idx="2558">
                        <c:v>111.7672</c:v>
                      </c:pt>
                      <c:pt idx="2559">
                        <c:v>111.91536000000001</c:v>
                      </c:pt>
                      <c:pt idx="2560">
                        <c:v>111.94941</c:v>
                      </c:pt>
                      <c:pt idx="2561">
                        <c:v>111.79566</c:v>
                      </c:pt>
                      <c:pt idx="2562">
                        <c:v>111.65009000000001</c:v>
                      </c:pt>
                      <c:pt idx="2563">
                        <c:v>111.57392</c:v>
                      </c:pt>
                      <c:pt idx="2564">
                        <c:v>111.50660999999999</c:v>
                      </c:pt>
                      <c:pt idx="2565">
                        <c:v>111.4212</c:v>
                      </c:pt>
                      <c:pt idx="2566">
                        <c:v>111.37744000000001</c:v>
                      </c:pt>
                      <c:pt idx="2567">
                        <c:v>111.35241000000001</c:v>
                      </c:pt>
                      <c:pt idx="2568">
                        <c:v>111.32907</c:v>
                      </c:pt>
                      <c:pt idx="2569">
                        <c:v>111.36533</c:v>
                      </c:pt>
                      <c:pt idx="2570">
                        <c:v>111.51090000000001</c:v>
                      </c:pt>
                      <c:pt idx="2571">
                        <c:v>111.77266</c:v>
                      </c:pt>
                      <c:pt idx="2572">
                        <c:v>112.09499</c:v>
                      </c:pt>
                      <c:pt idx="2573">
                        <c:v>112.37119</c:v>
                      </c:pt>
                      <c:pt idx="2574">
                        <c:v>112.52405</c:v>
                      </c:pt>
                      <c:pt idx="2575">
                        <c:v>112.52401999999999</c:v>
                      </c:pt>
                      <c:pt idx="2576">
                        <c:v>112.40403000000001</c:v>
                      </c:pt>
                      <c:pt idx="2577">
                        <c:v>112.21409</c:v>
                      </c:pt>
                      <c:pt idx="2578">
                        <c:v>112.00488</c:v>
                      </c:pt>
                      <c:pt idx="2579">
                        <c:v>111.85641</c:v>
                      </c:pt>
                      <c:pt idx="2580">
                        <c:v>111.76393</c:v>
                      </c:pt>
                      <c:pt idx="2581">
                        <c:v>111.67986000000001</c:v>
                      </c:pt>
                      <c:pt idx="2582">
                        <c:v>111.63982</c:v>
                      </c:pt>
                      <c:pt idx="2583">
                        <c:v>111.54706</c:v>
                      </c:pt>
                      <c:pt idx="2584">
                        <c:v>111.38633</c:v>
                      </c:pt>
                      <c:pt idx="2585">
                        <c:v>111.18798</c:v>
                      </c:pt>
                      <c:pt idx="2586">
                        <c:v>110.93899999999999</c:v>
                      </c:pt>
                      <c:pt idx="2587">
                        <c:v>110.72815</c:v>
                      </c:pt>
                      <c:pt idx="2588">
                        <c:v>110.57713</c:v>
                      </c:pt>
                      <c:pt idx="2589">
                        <c:v>110.49014</c:v>
                      </c:pt>
                      <c:pt idx="2590">
                        <c:v>110.48738</c:v>
                      </c:pt>
                      <c:pt idx="2591">
                        <c:v>110.60625</c:v>
                      </c:pt>
                      <c:pt idx="2592">
                        <c:v>110.84413000000001</c:v>
                      </c:pt>
                      <c:pt idx="2593">
                        <c:v>110.97853000000001</c:v>
                      </c:pt>
                      <c:pt idx="2594">
                        <c:v>110.9391</c:v>
                      </c:pt>
                      <c:pt idx="2595">
                        <c:v>110.85417</c:v>
                      </c:pt>
                      <c:pt idx="2596">
                        <c:v>110.8083</c:v>
                      </c:pt>
                      <c:pt idx="2597">
                        <c:v>110.77427</c:v>
                      </c:pt>
                      <c:pt idx="2598">
                        <c:v>110.71793</c:v>
                      </c:pt>
                      <c:pt idx="2599">
                        <c:v>110.64182</c:v>
                      </c:pt>
                      <c:pt idx="2600">
                        <c:v>110.56075</c:v>
                      </c:pt>
                      <c:pt idx="2601">
                        <c:v>110.51633</c:v>
                      </c:pt>
                      <c:pt idx="2602">
                        <c:v>110.5347</c:v>
                      </c:pt>
                      <c:pt idx="2603">
                        <c:v>110.58864</c:v>
                      </c:pt>
                      <c:pt idx="2604">
                        <c:v>110.66434</c:v>
                      </c:pt>
                      <c:pt idx="2605">
                        <c:v>110.63223000000001</c:v>
                      </c:pt>
                      <c:pt idx="2606">
                        <c:v>110.6627</c:v>
                      </c:pt>
                      <c:pt idx="2607">
                        <c:v>110.62381000000001</c:v>
                      </c:pt>
                      <c:pt idx="2608">
                        <c:v>110.45685</c:v>
                      </c:pt>
                      <c:pt idx="2609">
                        <c:v>110.30941</c:v>
                      </c:pt>
                      <c:pt idx="2610">
                        <c:v>110.19592</c:v>
                      </c:pt>
                      <c:pt idx="2611">
                        <c:v>110.12492</c:v>
                      </c:pt>
                      <c:pt idx="2612">
                        <c:v>110.26076999999999</c:v>
                      </c:pt>
                      <c:pt idx="2613">
                        <c:v>110.38656</c:v>
                      </c:pt>
                      <c:pt idx="2614">
                        <c:v>110.52262</c:v>
                      </c:pt>
                      <c:pt idx="2615">
                        <c:v>110.5885</c:v>
                      </c:pt>
                      <c:pt idx="2616">
                        <c:v>110.64527</c:v>
                      </c:pt>
                      <c:pt idx="2617">
                        <c:v>110.84972</c:v>
                      </c:pt>
                      <c:pt idx="2618">
                        <c:v>111.06197</c:v>
                      </c:pt>
                      <c:pt idx="2619">
                        <c:v>111.21261</c:v>
                      </c:pt>
                      <c:pt idx="2620">
                        <c:v>111.26466000000001</c:v>
                      </c:pt>
                      <c:pt idx="2621">
                        <c:v>111.23962</c:v>
                      </c:pt>
                      <c:pt idx="2622">
                        <c:v>111.16038</c:v>
                      </c:pt>
                      <c:pt idx="2623">
                        <c:v>111.05369</c:v>
                      </c:pt>
                      <c:pt idx="2624">
                        <c:v>110.95424</c:v>
                      </c:pt>
                      <c:pt idx="2625">
                        <c:v>110.87838000000001</c:v>
                      </c:pt>
                      <c:pt idx="2626">
                        <c:v>110.83672</c:v>
                      </c:pt>
                      <c:pt idx="2627">
                        <c:v>110.76364</c:v>
                      </c:pt>
                      <c:pt idx="2628">
                        <c:v>110.65929</c:v>
                      </c:pt>
                      <c:pt idx="2629">
                        <c:v>110.55848</c:v>
                      </c:pt>
                      <c:pt idx="2630">
                        <c:v>110.48299</c:v>
                      </c:pt>
                      <c:pt idx="2631">
                        <c:v>110.39666</c:v>
                      </c:pt>
                      <c:pt idx="2632">
                        <c:v>110.31388</c:v>
                      </c:pt>
                      <c:pt idx="2633">
                        <c:v>110.24869</c:v>
                      </c:pt>
                      <c:pt idx="2634">
                        <c:v>110.1865</c:v>
                      </c:pt>
                      <c:pt idx="2635">
                        <c:v>110.08315</c:v>
                      </c:pt>
                      <c:pt idx="2636">
                        <c:v>109.95363</c:v>
                      </c:pt>
                      <c:pt idx="2637">
                        <c:v>109.84144999999999</c:v>
                      </c:pt>
                      <c:pt idx="2638">
                        <c:v>109.73622</c:v>
                      </c:pt>
                      <c:pt idx="2639">
                        <c:v>109.6039</c:v>
                      </c:pt>
                      <c:pt idx="2640">
                        <c:v>109.44884</c:v>
                      </c:pt>
                      <c:pt idx="2641">
                        <c:v>109.30049</c:v>
                      </c:pt>
                      <c:pt idx="2642">
                        <c:v>109.15557</c:v>
                      </c:pt>
                      <c:pt idx="2643">
                        <c:v>109.00063</c:v>
                      </c:pt>
                      <c:pt idx="2644">
                        <c:v>108.80423999999999</c:v>
                      </c:pt>
                      <c:pt idx="2645">
                        <c:v>108.63934999999999</c:v>
                      </c:pt>
                      <c:pt idx="2646">
                        <c:v>108.49827999999999</c:v>
                      </c:pt>
                      <c:pt idx="2647">
                        <c:v>108.36368</c:v>
                      </c:pt>
                      <c:pt idx="2648">
                        <c:v>108.26168</c:v>
                      </c:pt>
                      <c:pt idx="2649">
                        <c:v>108.19746000000001</c:v>
                      </c:pt>
                      <c:pt idx="2650">
                        <c:v>108.16676</c:v>
                      </c:pt>
                      <c:pt idx="2651">
                        <c:v>108.04235</c:v>
                      </c:pt>
                      <c:pt idx="2652">
                        <c:v>107.79</c:v>
                      </c:pt>
                      <c:pt idx="2653">
                        <c:v>107.52005</c:v>
                      </c:pt>
                      <c:pt idx="2654">
                        <c:v>107.34603</c:v>
                      </c:pt>
                      <c:pt idx="2655">
                        <c:v>107.25620000000001</c:v>
                      </c:pt>
                      <c:pt idx="2656">
                        <c:v>107.09787</c:v>
                      </c:pt>
                      <c:pt idx="2657">
                        <c:v>106.81487</c:v>
                      </c:pt>
                      <c:pt idx="2658">
                        <c:v>106.59004</c:v>
                      </c:pt>
                      <c:pt idx="2659">
                        <c:v>106.45377000000001</c:v>
                      </c:pt>
                      <c:pt idx="2660">
                        <c:v>106.2272</c:v>
                      </c:pt>
                      <c:pt idx="2661">
                        <c:v>105.95993</c:v>
                      </c:pt>
                      <c:pt idx="2662">
                        <c:v>105.79639</c:v>
                      </c:pt>
                      <c:pt idx="2663">
                        <c:v>105.73255</c:v>
                      </c:pt>
                      <c:pt idx="2664">
                        <c:v>105.68326</c:v>
                      </c:pt>
                      <c:pt idx="2665">
                        <c:v>105.67950999999999</c:v>
                      </c:pt>
                      <c:pt idx="2666">
                        <c:v>105.69765</c:v>
                      </c:pt>
                      <c:pt idx="2667">
                        <c:v>105.63673</c:v>
                      </c:pt>
                      <c:pt idx="2668">
                        <c:v>105.60151</c:v>
                      </c:pt>
                      <c:pt idx="2669">
                        <c:v>105.72007000000001</c:v>
                      </c:pt>
                      <c:pt idx="2670">
                        <c:v>105.77576000000001</c:v>
                      </c:pt>
                      <c:pt idx="2671">
                        <c:v>105.73012</c:v>
                      </c:pt>
                      <c:pt idx="2672">
                        <c:v>105.71022000000001</c:v>
                      </c:pt>
                      <c:pt idx="2673">
                        <c:v>105.75658</c:v>
                      </c:pt>
                      <c:pt idx="2674">
                        <c:v>105.82669</c:v>
                      </c:pt>
                      <c:pt idx="2675">
                        <c:v>105.82243</c:v>
                      </c:pt>
                      <c:pt idx="2676">
                        <c:v>105.88815</c:v>
                      </c:pt>
                      <c:pt idx="2677">
                        <c:v>105.91301</c:v>
                      </c:pt>
                      <c:pt idx="2678">
                        <c:v>105.79742</c:v>
                      </c:pt>
                      <c:pt idx="2679">
                        <c:v>105.65872</c:v>
                      </c:pt>
                      <c:pt idx="2680">
                        <c:v>105.65402</c:v>
                      </c:pt>
                      <c:pt idx="2681">
                        <c:v>105.95689</c:v>
                      </c:pt>
                      <c:pt idx="2682">
                        <c:v>106.19463</c:v>
                      </c:pt>
                      <c:pt idx="2683">
                        <c:v>106.30161</c:v>
                      </c:pt>
                      <c:pt idx="2684">
                        <c:v>106.32165999999999</c:v>
                      </c:pt>
                      <c:pt idx="2685">
                        <c:v>106.26597</c:v>
                      </c:pt>
                      <c:pt idx="2686">
                        <c:v>106.28193</c:v>
                      </c:pt>
                      <c:pt idx="2687">
                        <c:v>106.36246</c:v>
                      </c:pt>
                      <c:pt idx="2688">
                        <c:v>106.36604</c:v>
                      </c:pt>
                      <c:pt idx="2689">
                        <c:v>106.29096</c:v>
                      </c:pt>
                      <c:pt idx="2690">
                        <c:v>106.26669</c:v>
                      </c:pt>
                      <c:pt idx="2691">
                        <c:v>106.27616999999999</c:v>
                      </c:pt>
                      <c:pt idx="2692">
                        <c:v>106.29792</c:v>
                      </c:pt>
                      <c:pt idx="2693">
                        <c:v>106.28899</c:v>
                      </c:pt>
                      <c:pt idx="2694">
                        <c:v>106.24370999999999</c:v>
                      </c:pt>
                      <c:pt idx="2695">
                        <c:v>106.29724</c:v>
                      </c:pt>
                      <c:pt idx="2696">
                        <c:v>106.45231</c:v>
                      </c:pt>
                      <c:pt idx="2697">
                        <c:v>106.71655</c:v>
                      </c:pt>
                      <c:pt idx="2698">
                        <c:v>106.99433999999999</c:v>
                      </c:pt>
                      <c:pt idx="2699">
                        <c:v>107.21535</c:v>
                      </c:pt>
                      <c:pt idx="2700">
                        <c:v>107.42277</c:v>
                      </c:pt>
                      <c:pt idx="2701">
                        <c:v>107.58902999999999</c:v>
                      </c:pt>
                      <c:pt idx="2702">
                        <c:v>107.66312000000001</c:v>
                      </c:pt>
                      <c:pt idx="2703">
                        <c:v>107.6865</c:v>
                      </c:pt>
                      <c:pt idx="2704">
                        <c:v>107.69</c:v>
                      </c:pt>
                      <c:pt idx="2705">
                        <c:v>107.67888000000001</c:v>
                      </c:pt>
                      <c:pt idx="2706">
                        <c:v>107.65145</c:v>
                      </c:pt>
                      <c:pt idx="2707">
                        <c:v>107.60554</c:v>
                      </c:pt>
                      <c:pt idx="2708">
                        <c:v>107.51317</c:v>
                      </c:pt>
                      <c:pt idx="2709">
                        <c:v>107.10502</c:v>
                      </c:pt>
                      <c:pt idx="2710">
                        <c:v>106.75089</c:v>
                      </c:pt>
                      <c:pt idx="2711">
                        <c:v>106.41401999999999</c:v>
                      </c:pt>
                      <c:pt idx="2712">
                        <c:v>106.08205</c:v>
                      </c:pt>
                      <c:pt idx="2713">
                        <c:v>105.68503</c:v>
                      </c:pt>
                      <c:pt idx="2714">
                        <c:v>105.21571</c:v>
                      </c:pt>
                      <c:pt idx="2715">
                        <c:v>104.74798</c:v>
                      </c:pt>
                      <c:pt idx="2716">
                        <c:v>104.31489000000001</c:v>
                      </c:pt>
                      <c:pt idx="2717">
                        <c:v>103.91322</c:v>
                      </c:pt>
                      <c:pt idx="2718">
                        <c:v>103.48909999999999</c:v>
                      </c:pt>
                      <c:pt idx="2719">
                        <c:v>103.05627</c:v>
                      </c:pt>
                      <c:pt idx="2720">
                        <c:v>102.63928</c:v>
                      </c:pt>
                      <c:pt idx="2721">
                        <c:v>102.36263</c:v>
                      </c:pt>
                      <c:pt idx="2722">
                        <c:v>102.24583</c:v>
                      </c:pt>
                      <c:pt idx="2723">
                        <c:v>102.26373</c:v>
                      </c:pt>
                      <c:pt idx="2724">
                        <c:v>102.3608</c:v>
                      </c:pt>
                      <c:pt idx="2725">
                        <c:v>102.50462</c:v>
                      </c:pt>
                      <c:pt idx="2726">
                        <c:v>102.66225</c:v>
                      </c:pt>
                      <c:pt idx="2727">
                        <c:v>102.77030000000001</c:v>
                      </c:pt>
                      <c:pt idx="2728">
                        <c:v>102.78496</c:v>
                      </c:pt>
                      <c:pt idx="2729">
                        <c:v>102.73918999999999</c:v>
                      </c:pt>
                      <c:pt idx="2730">
                        <c:v>102.66495999999999</c:v>
                      </c:pt>
                      <c:pt idx="2731">
                        <c:v>102.57546000000001</c:v>
                      </c:pt>
                      <c:pt idx="2732">
                        <c:v>102.48272</c:v>
                      </c:pt>
                      <c:pt idx="2733">
                        <c:v>102.34780000000001</c:v>
                      </c:pt>
                      <c:pt idx="2734">
                        <c:v>102.15693</c:v>
                      </c:pt>
                      <c:pt idx="2735">
                        <c:v>101.91567000000001</c:v>
                      </c:pt>
                      <c:pt idx="2736">
                        <c:v>101.63861</c:v>
                      </c:pt>
                      <c:pt idx="2737">
                        <c:v>101.3523</c:v>
                      </c:pt>
                      <c:pt idx="2738">
                        <c:v>101.08132000000001</c:v>
                      </c:pt>
                      <c:pt idx="2739">
                        <c:v>100.83192</c:v>
                      </c:pt>
                      <c:pt idx="2740">
                        <c:v>100.60287</c:v>
                      </c:pt>
                      <c:pt idx="2741">
                        <c:v>100.40492999999999</c:v>
                      </c:pt>
                      <c:pt idx="2742">
                        <c:v>100.24648000000001</c:v>
                      </c:pt>
                      <c:pt idx="2743">
                        <c:v>100.12724</c:v>
                      </c:pt>
                      <c:pt idx="2744">
                        <c:v>100.01982</c:v>
                      </c:pt>
                      <c:pt idx="2745">
                        <c:v>99.928084999999996</c:v>
                      </c:pt>
                      <c:pt idx="2746">
                        <c:v>99.872780000000006</c:v>
                      </c:pt>
                      <c:pt idx="2747">
                        <c:v>99.799225000000007</c:v>
                      </c:pt>
                      <c:pt idx="2748">
                        <c:v>99.719116</c:v>
                      </c:pt>
                      <c:pt idx="2749">
                        <c:v>99.620795999999999</c:v>
                      </c:pt>
                      <c:pt idx="2750">
                        <c:v>99.521614</c:v>
                      </c:pt>
                      <c:pt idx="2751">
                        <c:v>99.462699999999998</c:v>
                      </c:pt>
                      <c:pt idx="2752">
                        <c:v>99.405006</c:v>
                      </c:pt>
                      <c:pt idx="2753">
                        <c:v>99.329964000000004</c:v>
                      </c:pt>
                      <c:pt idx="2754">
                        <c:v>99.281936999999999</c:v>
                      </c:pt>
                      <c:pt idx="2755">
                        <c:v>99.246841000000003</c:v>
                      </c:pt>
                      <c:pt idx="2756">
                        <c:v>99.198966999999996</c:v>
                      </c:pt>
                      <c:pt idx="2757">
                        <c:v>99.124283000000005</c:v>
                      </c:pt>
                      <c:pt idx="2758">
                        <c:v>99.020325</c:v>
                      </c:pt>
                      <c:pt idx="2759">
                        <c:v>98.898087000000004</c:v>
                      </c:pt>
                      <c:pt idx="2760">
                        <c:v>98.808402999999998</c:v>
                      </c:pt>
                      <c:pt idx="2761">
                        <c:v>98.686774999999997</c:v>
                      </c:pt>
                      <c:pt idx="2762">
                        <c:v>98.623642000000004</c:v>
                      </c:pt>
                      <c:pt idx="2763">
                        <c:v>98.554253000000003</c:v>
                      </c:pt>
                      <c:pt idx="2764">
                        <c:v>98.457306000000003</c:v>
                      </c:pt>
                      <c:pt idx="2765">
                        <c:v>98.381523000000001</c:v>
                      </c:pt>
                      <c:pt idx="2766">
                        <c:v>98.302811000000005</c:v>
                      </c:pt>
                      <c:pt idx="2767">
                        <c:v>98.203506000000004</c:v>
                      </c:pt>
                      <c:pt idx="2768">
                        <c:v>98.137787000000003</c:v>
                      </c:pt>
                      <c:pt idx="2769">
                        <c:v>98.104279000000005</c:v>
                      </c:pt>
                      <c:pt idx="2770">
                        <c:v>98.080817999999994</c:v>
                      </c:pt>
                      <c:pt idx="2771">
                        <c:v>98.079147000000006</c:v>
                      </c:pt>
                      <c:pt idx="2772">
                        <c:v>98.113358000000005</c:v>
                      </c:pt>
                      <c:pt idx="2773">
                        <c:v>98.158157000000003</c:v>
                      </c:pt>
                      <c:pt idx="2774">
                        <c:v>98.161545000000004</c:v>
                      </c:pt>
                      <c:pt idx="2775">
                        <c:v>98.145660000000007</c:v>
                      </c:pt>
                      <c:pt idx="2776">
                        <c:v>98.144180000000006</c:v>
                      </c:pt>
                      <c:pt idx="2777">
                        <c:v>98.117064999999997</c:v>
                      </c:pt>
                      <c:pt idx="2778">
                        <c:v>98.022530000000003</c:v>
                      </c:pt>
                      <c:pt idx="2779">
                        <c:v>97.921417000000005</c:v>
                      </c:pt>
                      <c:pt idx="2780">
                        <c:v>97.815224000000001</c:v>
                      </c:pt>
                      <c:pt idx="2781">
                        <c:v>97.700042999999994</c:v>
                      </c:pt>
                      <c:pt idx="2782">
                        <c:v>97.593902999999997</c:v>
                      </c:pt>
                      <c:pt idx="2783">
                        <c:v>97.508499</c:v>
                      </c:pt>
                      <c:pt idx="2784">
                        <c:v>97.399367999999996</c:v>
                      </c:pt>
                      <c:pt idx="2785">
                        <c:v>97.269699000000003</c:v>
                      </c:pt>
                      <c:pt idx="2786">
                        <c:v>97.135070999999996</c:v>
                      </c:pt>
                      <c:pt idx="2787">
                        <c:v>97.006766999999996</c:v>
                      </c:pt>
                      <c:pt idx="2788">
                        <c:v>96.888099999999994</c:v>
                      </c:pt>
                      <c:pt idx="2789">
                        <c:v>96.815689000000006</c:v>
                      </c:pt>
                      <c:pt idx="2790">
                        <c:v>96.722060999999997</c:v>
                      </c:pt>
                      <c:pt idx="2791">
                        <c:v>96.594939999999994</c:v>
                      </c:pt>
                      <c:pt idx="2792">
                        <c:v>96.437775000000002</c:v>
                      </c:pt>
                      <c:pt idx="2793">
                        <c:v>96.274742000000003</c:v>
                      </c:pt>
                      <c:pt idx="2794">
                        <c:v>96.136925000000005</c:v>
                      </c:pt>
                      <c:pt idx="2795">
                        <c:v>96.089911999999998</c:v>
                      </c:pt>
                      <c:pt idx="2796">
                        <c:v>96.149024999999995</c:v>
                      </c:pt>
                      <c:pt idx="2797">
                        <c:v>96.190414000000004</c:v>
                      </c:pt>
                      <c:pt idx="2798">
                        <c:v>96.194038000000006</c:v>
                      </c:pt>
                      <c:pt idx="2799">
                        <c:v>96.194755999999998</c:v>
                      </c:pt>
                      <c:pt idx="2800">
                        <c:v>96.231339000000006</c:v>
                      </c:pt>
                      <c:pt idx="2801">
                        <c:v>96.230277999999998</c:v>
                      </c:pt>
                      <c:pt idx="2802">
                        <c:v>96.190017999999995</c:v>
                      </c:pt>
                      <c:pt idx="2803">
                        <c:v>96.104691000000003</c:v>
                      </c:pt>
                      <c:pt idx="2804">
                        <c:v>95.977172999999993</c:v>
                      </c:pt>
                      <c:pt idx="2805">
                        <c:v>95.761887000000002</c:v>
                      </c:pt>
                      <c:pt idx="2806">
                        <c:v>95.503737999999998</c:v>
                      </c:pt>
                      <c:pt idx="2807">
                        <c:v>95.277366999999998</c:v>
                      </c:pt>
                      <c:pt idx="2808">
                        <c:v>95.101356999999993</c:v>
                      </c:pt>
                      <c:pt idx="2809">
                        <c:v>94.975853000000001</c:v>
                      </c:pt>
                      <c:pt idx="2810">
                        <c:v>94.885070999999996</c:v>
                      </c:pt>
                      <c:pt idx="2811">
                        <c:v>94.786422999999999</c:v>
                      </c:pt>
                      <c:pt idx="2812">
                        <c:v>94.701888999999994</c:v>
                      </c:pt>
                      <c:pt idx="2813">
                        <c:v>94.604102999999995</c:v>
                      </c:pt>
                      <c:pt idx="2814">
                        <c:v>94.482039999999998</c:v>
                      </c:pt>
                      <c:pt idx="2815">
                        <c:v>94.419623999999999</c:v>
                      </c:pt>
                      <c:pt idx="2816">
                        <c:v>94.403931</c:v>
                      </c:pt>
                      <c:pt idx="2817">
                        <c:v>94.401199000000005</c:v>
                      </c:pt>
                      <c:pt idx="2818">
                        <c:v>94.391318999999996</c:v>
                      </c:pt>
                      <c:pt idx="2819">
                        <c:v>94.363502999999994</c:v>
                      </c:pt>
                      <c:pt idx="2820">
                        <c:v>94.268615999999994</c:v>
                      </c:pt>
                      <c:pt idx="2821">
                        <c:v>94.144012000000004</c:v>
                      </c:pt>
                      <c:pt idx="2822">
                        <c:v>93.972649000000004</c:v>
                      </c:pt>
                      <c:pt idx="2823">
                        <c:v>93.747512999999998</c:v>
                      </c:pt>
                      <c:pt idx="2824">
                        <c:v>93.505279999999999</c:v>
                      </c:pt>
                      <c:pt idx="2825">
                        <c:v>93.270279000000002</c:v>
                      </c:pt>
                      <c:pt idx="2826">
                        <c:v>93.049994999999996</c:v>
                      </c:pt>
                      <c:pt idx="2827">
                        <c:v>92.858413999999996</c:v>
                      </c:pt>
                      <c:pt idx="2828">
                        <c:v>92.671172999999996</c:v>
                      </c:pt>
                      <c:pt idx="2829">
                        <c:v>92.529647999999995</c:v>
                      </c:pt>
                      <c:pt idx="2830">
                        <c:v>92.377960000000002</c:v>
                      </c:pt>
                      <c:pt idx="2831">
                        <c:v>92.196983000000003</c:v>
                      </c:pt>
                      <c:pt idx="2832">
                        <c:v>91.992812999999998</c:v>
                      </c:pt>
                      <c:pt idx="2833">
                        <c:v>91.838561999999996</c:v>
                      </c:pt>
                      <c:pt idx="2834">
                        <c:v>91.700683999999995</c:v>
                      </c:pt>
                      <c:pt idx="2835">
                        <c:v>91.578368999999995</c:v>
                      </c:pt>
                      <c:pt idx="2836">
                        <c:v>91.463904999999997</c:v>
                      </c:pt>
                      <c:pt idx="2837">
                        <c:v>91.368606999999997</c:v>
                      </c:pt>
                      <c:pt idx="2838">
                        <c:v>91.253035999999994</c:v>
                      </c:pt>
                      <c:pt idx="2839">
                        <c:v>91.148430000000005</c:v>
                      </c:pt>
                      <c:pt idx="2840">
                        <c:v>91.013076999999996</c:v>
                      </c:pt>
                      <c:pt idx="2841">
                        <c:v>90.881148999999994</c:v>
                      </c:pt>
                      <c:pt idx="2842">
                        <c:v>90.716324</c:v>
                      </c:pt>
                      <c:pt idx="2843">
                        <c:v>90.562347000000003</c:v>
                      </c:pt>
                      <c:pt idx="2844">
                        <c:v>90.409546000000006</c:v>
                      </c:pt>
                      <c:pt idx="2845">
                        <c:v>90.266434000000004</c:v>
                      </c:pt>
                      <c:pt idx="2846">
                        <c:v>90.100334000000004</c:v>
                      </c:pt>
                      <c:pt idx="2847">
                        <c:v>89.917090999999999</c:v>
                      </c:pt>
                      <c:pt idx="2848">
                        <c:v>89.793045000000006</c:v>
                      </c:pt>
                      <c:pt idx="2849">
                        <c:v>89.665619000000007</c:v>
                      </c:pt>
                      <c:pt idx="2850">
                        <c:v>89.523842000000002</c:v>
                      </c:pt>
                      <c:pt idx="2851">
                        <c:v>89.397514000000001</c:v>
                      </c:pt>
                      <c:pt idx="2852">
                        <c:v>89.301238999999995</c:v>
                      </c:pt>
                      <c:pt idx="2853">
                        <c:v>89.222588000000002</c:v>
                      </c:pt>
                      <c:pt idx="2854">
                        <c:v>89.108452</c:v>
                      </c:pt>
                      <c:pt idx="2855">
                        <c:v>88.996834000000007</c:v>
                      </c:pt>
                      <c:pt idx="2856">
                        <c:v>88.880927999999997</c:v>
                      </c:pt>
                      <c:pt idx="2857">
                        <c:v>88.776854999999998</c:v>
                      </c:pt>
                      <c:pt idx="2858">
                        <c:v>88.687126000000006</c:v>
                      </c:pt>
                      <c:pt idx="2859">
                        <c:v>88.597710000000006</c:v>
                      </c:pt>
                      <c:pt idx="2860">
                        <c:v>88.563789</c:v>
                      </c:pt>
                      <c:pt idx="2861">
                        <c:v>88.575462000000002</c:v>
                      </c:pt>
                      <c:pt idx="2862">
                        <c:v>88.588729999999998</c:v>
                      </c:pt>
                      <c:pt idx="2863">
                        <c:v>88.622459000000006</c:v>
                      </c:pt>
                      <c:pt idx="2864">
                        <c:v>88.686004999999994</c:v>
                      </c:pt>
                      <c:pt idx="2865">
                        <c:v>88.724800000000002</c:v>
                      </c:pt>
                      <c:pt idx="2866">
                        <c:v>88.783600000000007</c:v>
                      </c:pt>
                      <c:pt idx="2867">
                        <c:v>88.803780000000003</c:v>
                      </c:pt>
                      <c:pt idx="2868">
                        <c:v>88.758430000000004</c:v>
                      </c:pt>
                      <c:pt idx="2869">
                        <c:v>88.687331999999998</c:v>
                      </c:pt>
                      <c:pt idx="2870">
                        <c:v>88.594359999999995</c:v>
                      </c:pt>
                      <c:pt idx="2871">
                        <c:v>88.430817000000005</c:v>
                      </c:pt>
                      <c:pt idx="2872">
                        <c:v>88.215194999999994</c:v>
                      </c:pt>
                      <c:pt idx="2873">
                        <c:v>87.961105000000003</c:v>
                      </c:pt>
                      <c:pt idx="2874">
                        <c:v>87.725532999999999</c:v>
                      </c:pt>
                      <c:pt idx="2875">
                        <c:v>87.463645999999997</c:v>
                      </c:pt>
                      <c:pt idx="2876">
                        <c:v>87.159935000000004</c:v>
                      </c:pt>
                      <c:pt idx="2877">
                        <c:v>86.842986999999994</c:v>
                      </c:pt>
                      <c:pt idx="2878">
                        <c:v>86.557036999999994</c:v>
                      </c:pt>
                      <c:pt idx="2879">
                        <c:v>86.315535999999994</c:v>
                      </c:pt>
                      <c:pt idx="2880">
                        <c:v>86.116057999999995</c:v>
                      </c:pt>
                      <c:pt idx="2881">
                        <c:v>85.937370000000001</c:v>
                      </c:pt>
                      <c:pt idx="2882">
                        <c:v>85.776291000000001</c:v>
                      </c:pt>
                      <c:pt idx="2883">
                        <c:v>85.625015000000005</c:v>
                      </c:pt>
                      <c:pt idx="2884">
                        <c:v>85.491455000000002</c:v>
                      </c:pt>
                      <c:pt idx="2885">
                        <c:v>85.356171000000003</c:v>
                      </c:pt>
                      <c:pt idx="2886">
                        <c:v>85.240143000000003</c:v>
                      </c:pt>
                      <c:pt idx="2887">
                        <c:v>85.124640999999997</c:v>
                      </c:pt>
                      <c:pt idx="2888">
                        <c:v>85.018562000000003</c:v>
                      </c:pt>
                      <c:pt idx="2889">
                        <c:v>84.911392000000006</c:v>
                      </c:pt>
                      <c:pt idx="2890">
                        <c:v>84.828079000000002</c:v>
                      </c:pt>
                      <c:pt idx="2891">
                        <c:v>84.736389000000003</c:v>
                      </c:pt>
                      <c:pt idx="2892">
                        <c:v>84.689521999999997</c:v>
                      </c:pt>
                      <c:pt idx="2893">
                        <c:v>84.667702000000006</c:v>
                      </c:pt>
                      <c:pt idx="2894">
                        <c:v>84.581481999999994</c:v>
                      </c:pt>
                      <c:pt idx="2895">
                        <c:v>84.464873999999995</c:v>
                      </c:pt>
                      <c:pt idx="2896">
                        <c:v>84.332404999999994</c:v>
                      </c:pt>
                      <c:pt idx="2897">
                        <c:v>84.197265999999999</c:v>
                      </c:pt>
                      <c:pt idx="2898">
                        <c:v>84.072624000000005</c:v>
                      </c:pt>
                      <c:pt idx="2899">
                        <c:v>83.937492000000006</c:v>
                      </c:pt>
                      <c:pt idx="2900">
                        <c:v>83.797127000000003</c:v>
                      </c:pt>
                      <c:pt idx="2901">
                        <c:v>83.643456</c:v>
                      </c:pt>
                      <c:pt idx="2902">
                        <c:v>83.550506999999996</c:v>
                      </c:pt>
                      <c:pt idx="2903">
                        <c:v>83.478210000000004</c:v>
                      </c:pt>
                      <c:pt idx="2904">
                        <c:v>83.449248999999995</c:v>
                      </c:pt>
                      <c:pt idx="2905">
                        <c:v>83.368851000000006</c:v>
                      </c:pt>
                      <c:pt idx="2906">
                        <c:v>83.311333000000005</c:v>
                      </c:pt>
                      <c:pt idx="2907">
                        <c:v>83.236534000000006</c:v>
                      </c:pt>
                      <c:pt idx="2908">
                        <c:v>83.174103000000002</c:v>
                      </c:pt>
                      <c:pt idx="2909">
                        <c:v>83.137955000000005</c:v>
                      </c:pt>
                      <c:pt idx="2910">
                        <c:v>83.101067</c:v>
                      </c:pt>
                      <c:pt idx="2911">
                        <c:v>83.053878999999995</c:v>
                      </c:pt>
                      <c:pt idx="2912">
                        <c:v>83.036957000000001</c:v>
                      </c:pt>
                      <c:pt idx="2913">
                        <c:v>83.033867000000001</c:v>
                      </c:pt>
                      <c:pt idx="2914">
                        <c:v>83.029235999999997</c:v>
                      </c:pt>
                      <c:pt idx="2915">
                        <c:v>83.034865999999994</c:v>
                      </c:pt>
                      <c:pt idx="2916">
                        <c:v>83.070205999999999</c:v>
                      </c:pt>
                      <c:pt idx="2917">
                        <c:v>83.104202000000001</c:v>
                      </c:pt>
                      <c:pt idx="2918">
                        <c:v>83.139381</c:v>
                      </c:pt>
                      <c:pt idx="2919">
                        <c:v>83.189239999999998</c:v>
                      </c:pt>
                      <c:pt idx="2920">
                        <c:v>83.232330000000005</c:v>
                      </c:pt>
                      <c:pt idx="2921">
                        <c:v>83.305983999999995</c:v>
                      </c:pt>
                      <c:pt idx="2922">
                        <c:v>83.326583999999997</c:v>
                      </c:pt>
                      <c:pt idx="2923">
                        <c:v>83.304130999999998</c:v>
                      </c:pt>
                      <c:pt idx="2924">
                        <c:v>83.238784999999993</c:v>
                      </c:pt>
                      <c:pt idx="2925">
                        <c:v>83.160758999999999</c:v>
                      </c:pt>
                      <c:pt idx="2926">
                        <c:v>83.073905999999994</c:v>
                      </c:pt>
                      <c:pt idx="2927">
                        <c:v>82.940033</c:v>
                      </c:pt>
                      <c:pt idx="2928">
                        <c:v>82.766700999999998</c:v>
                      </c:pt>
                      <c:pt idx="2929">
                        <c:v>82.632416000000006</c:v>
                      </c:pt>
                      <c:pt idx="2930">
                        <c:v>82.494888000000003</c:v>
                      </c:pt>
                      <c:pt idx="2931">
                        <c:v>82.377853000000002</c:v>
                      </c:pt>
                      <c:pt idx="2932">
                        <c:v>82.238181999999995</c:v>
                      </c:pt>
                      <c:pt idx="2933">
                        <c:v>82.180374</c:v>
                      </c:pt>
                      <c:pt idx="2934">
                        <c:v>82.119231999999997</c:v>
                      </c:pt>
                      <c:pt idx="2935">
                        <c:v>82.078247000000005</c:v>
                      </c:pt>
                      <c:pt idx="2936">
                        <c:v>82.013390000000001</c:v>
                      </c:pt>
                      <c:pt idx="2937">
                        <c:v>81.949348000000001</c:v>
                      </c:pt>
                      <c:pt idx="2938">
                        <c:v>81.915344000000005</c:v>
                      </c:pt>
                      <c:pt idx="2939">
                        <c:v>81.845337000000001</c:v>
                      </c:pt>
                      <c:pt idx="2940">
                        <c:v>81.759147999999996</c:v>
                      </c:pt>
                      <c:pt idx="2941">
                        <c:v>81.614372000000003</c:v>
                      </c:pt>
                      <c:pt idx="2942">
                        <c:v>81.416595000000001</c:v>
                      </c:pt>
                      <c:pt idx="2943">
                        <c:v>81.200844000000004</c:v>
                      </c:pt>
                      <c:pt idx="2944">
                        <c:v>80.988906999999998</c:v>
                      </c:pt>
                      <c:pt idx="2945">
                        <c:v>80.827247999999997</c:v>
                      </c:pt>
                      <c:pt idx="2946">
                        <c:v>80.682952999999998</c:v>
                      </c:pt>
                      <c:pt idx="2947">
                        <c:v>80.564460999999994</c:v>
                      </c:pt>
                      <c:pt idx="2948">
                        <c:v>80.449409000000003</c:v>
                      </c:pt>
                      <c:pt idx="2949">
                        <c:v>80.350273000000001</c:v>
                      </c:pt>
                      <c:pt idx="2950">
                        <c:v>80.282936000000007</c:v>
                      </c:pt>
                      <c:pt idx="2951">
                        <c:v>80.254020999999995</c:v>
                      </c:pt>
                      <c:pt idx="2952">
                        <c:v>80.231041000000005</c:v>
                      </c:pt>
                      <c:pt idx="2953">
                        <c:v>80.206008999999995</c:v>
                      </c:pt>
                      <c:pt idx="2954">
                        <c:v>80.197997999999998</c:v>
                      </c:pt>
                      <c:pt idx="2955">
                        <c:v>80.203361999999998</c:v>
                      </c:pt>
                      <c:pt idx="2956">
                        <c:v>80.172272000000007</c:v>
                      </c:pt>
                      <c:pt idx="2957">
                        <c:v>80.123581000000001</c:v>
                      </c:pt>
                      <c:pt idx="2958">
                        <c:v>80.063582999999994</c:v>
                      </c:pt>
                      <c:pt idx="2959">
                        <c:v>79.986839000000003</c:v>
                      </c:pt>
                      <c:pt idx="2960">
                        <c:v>79.894103999999999</c:v>
                      </c:pt>
                      <c:pt idx="2961">
                        <c:v>79.774330000000006</c:v>
                      </c:pt>
                      <c:pt idx="2962">
                        <c:v>79.612121999999999</c:v>
                      </c:pt>
                      <c:pt idx="2963">
                        <c:v>79.445366000000007</c:v>
                      </c:pt>
                      <c:pt idx="2964">
                        <c:v>79.281265000000005</c:v>
                      </c:pt>
                      <c:pt idx="2965">
                        <c:v>79.133872999999994</c:v>
                      </c:pt>
                      <c:pt idx="2966">
                        <c:v>78.956199999999995</c:v>
                      </c:pt>
                      <c:pt idx="2967">
                        <c:v>78.768265</c:v>
                      </c:pt>
                      <c:pt idx="2968">
                        <c:v>78.571738999999994</c:v>
                      </c:pt>
                      <c:pt idx="2969">
                        <c:v>78.378760999999997</c:v>
                      </c:pt>
                      <c:pt idx="2970">
                        <c:v>78.250968999999998</c:v>
                      </c:pt>
                      <c:pt idx="2971">
                        <c:v>78.180992000000003</c:v>
                      </c:pt>
                      <c:pt idx="2972">
                        <c:v>78.143828999999997</c:v>
                      </c:pt>
                      <c:pt idx="2973">
                        <c:v>78.116866999999999</c:v>
                      </c:pt>
                      <c:pt idx="2974">
                        <c:v>78.137360000000001</c:v>
                      </c:pt>
                      <c:pt idx="2975">
                        <c:v>78.303177000000005</c:v>
                      </c:pt>
                      <c:pt idx="2976">
                        <c:v>78.838538999999997</c:v>
                      </c:pt>
                      <c:pt idx="2977">
                        <c:v>80.039237999999997</c:v>
                      </c:pt>
                      <c:pt idx="2978">
                        <c:v>81.749397000000002</c:v>
                      </c:pt>
                      <c:pt idx="2979">
                        <c:v>83.326438999999993</c:v>
                      </c:pt>
                      <c:pt idx="2980">
                        <c:v>84.131989000000004</c:v>
                      </c:pt>
                      <c:pt idx="2981">
                        <c:v>83.958160000000007</c:v>
                      </c:pt>
                      <c:pt idx="2982">
                        <c:v>81.549537999999998</c:v>
                      </c:pt>
                      <c:pt idx="2983">
                        <c:v>79.758499</c:v>
                      </c:pt>
                      <c:pt idx="2984">
                        <c:v>78.779410999999996</c:v>
                      </c:pt>
                      <c:pt idx="2985">
                        <c:v>78.293807999999999</c:v>
                      </c:pt>
                      <c:pt idx="2986">
                        <c:v>78.075462000000002</c:v>
                      </c:pt>
                      <c:pt idx="2987">
                        <c:v>77.953888000000006</c:v>
                      </c:pt>
                      <c:pt idx="2988">
                        <c:v>77.827186999999995</c:v>
                      </c:pt>
                      <c:pt idx="2989">
                        <c:v>77.663360999999995</c:v>
                      </c:pt>
                      <c:pt idx="2990">
                        <c:v>77.461922000000001</c:v>
                      </c:pt>
                      <c:pt idx="2991">
                        <c:v>77.236762999999996</c:v>
                      </c:pt>
                      <c:pt idx="2992">
                        <c:v>77.028830999999997</c:v>
                      </c:pt>
                      <c:pt idx="2993">
                        <c:v>76.843124000000003</c:v>
                      </c:pt>
                      <c:pt idx="2994">
                        <c:v>76.682548999999995</c:v>
                      </c:pt>
                      <c:pt idx="2995">
                        <c:v>76.543700999999999</c:v>
                      </c:pt>
                      <c:pt idx="2996">
                        <c:v>76.404601999999997</c:v>
                      </c:pt>
                      <c:pt idx="2997">
                        <c:v>76.308075000000002</c:v>
                      </c:pt>
                      <c:pt idx="2998">
                        <c:v>76.245521999999994</c:v>
                      </c:pt>
                      <c:pt idx="2999">
                        <c:v>76.225348999999994</c:v>
                      </c:pt>
                      <c:pt idx="3000">
                        <c:v>76.204719999999995</c:v>
                      </c:pt>
                      <c:pt idx="3001">
                        <c:v>76.188118000000003</c:v>
                      </c:pt>
                      <c:pt idx="3002">
                        <c:v>76.180260000000004</c:v>
                      </c:pt>
                      <c:pt idx="3003">
                        <c:v>76.138846999999998</c:v>
                      </c:pt>
                      <c:pt idx="3004">
                        <c:v>76.080451999999994</c:v>
                      </c:pt>
                      <c:pt idx="3005">
                        <c:v>76.010177999999996</c:v>
                      </c:pt>
                      <c:pt idx="3006">
                        <c:v>75.924132999999998</c:v>
                      </c:pt>
                      <c:pt idx="3007">
                        <c:v>75.825232999999997</c:v>
                      </c:pt>
                      <c:pt idx="3008">
                        <c:v>75.774483000000004</c:v>
                      </c:pt>
                      <c:pt idx="3009">
                        <c:v>75.788673000000003</c:v>
                      </c:pt>
                      <c:pt idx="3010">
                        <c:v>75.856155000000001</c:v>
                      </c:pt>
                      <c:pt idx="3011">
                        <c:v>75.916327999999993</c:v>
                      </c:pt>
                      <c:pt idx="3012">
                        <c:v>75.916374000000005</c:v>
                      </c:pt>
                      <c:pt idx="3013">
                        <c:v>75.868324000000001</c:v>
                      </c:pt>
                      <c:pt idx="3014">
                        <c:v>75.853386</c:v>
                      </c:pt>
                      <c:pt idx="3015">
                        <c:v>75.957779000000002</c:v>
                      </c:pt>
                      <c:pt idx="3016">
                        <c:v>76.193916000000002</c:v>
                      </c:pt>
                      <c:pt idx="3017">
                        <c:v>76.429648999999998</c:v>
                      </c:pt>
                      <c:pt idx="3018">
                        <c:v>76.608788000000004</c:v>
                      </c:pt>
                      <c:pt idx="3019">
                        <c:v>76.782875000000004</c:v>
                      </c:pt>
                      <c:pt idx="3020">
                        <c:v>76.946167000000003</c:v>
                      </c:pt>
                      <c:pt idx="3021">
                        <c:v>77.078277999999997</c:v>
                      </c:pt>
                      <c:pt idx="3022">
                        <c:v>77.183700999999999</c:v>
                      </c:pt>
                      <c:pt idx="3023">
                        <c:v>77.283057999999997</c:v>
                      </c:pt>
                      <c:pt idx="3024">
                        <c:v>77.377791999999999</c:v>
                      </c:pt>
                      <c:pt idx="3025">
                        <c:v>77.464332999999996</c:v>
                      </c:pt>
                      <c:pt idx="3026">
                        <c:v>77.520568999999995</c:v>
                      </c:pt>
                      <c:pt idx="3027">
                        <c:v>77.548546000000002</c:v>
                      </c:pt>
                      <c:pt idx="3028">
                        <c:v>77.558837999999994</c:v>
                      </c:pt>
                      <c:pt idx="3029">
                        <c:v>77.556624999999997</c:v>
                      </c:pt>
                      <c:pt idx="3030">
                        <c:v>77.545113000000001</c:v>
                      </c:pt>
                      <c:pt idx="3031">
                        <c:v>77.526184000000001</c:v>
                      </c:pt>
                      <c:pt idx="3032">
                        <c:v>77.497932000000006</c:v>
                      </c:pt>
                      <c:pt idx="3033">
                        <c:v>77.466362000000004</c:v>
                      </c:pt>
                      <c:pt idx="3034">
                        <c:v>77.446793</c:v>
                      </c:pt>
                      <c:pt idx="3035">
                        <c:v>77.458633000000006</c:v>
                      </c:pt>
                      <c:pt idx="3036">
                        <c:v>77.512016000000003</c:v>
                      </c:pt>
                      <c:pt idx="3037">
                        <c:v>77.623688000000001</c:v>
                      </c:pt>
                      <c:pt idx="3038">
                        <c:v>77.799010999999993</c:v>
                      </c:pt>
                      <c:pt idx="3039">
                        <c:v>77.999938999999998</c:v>
                      </c:pt>
                      <c:pt idx="3040">
                        <c:v>78.196280999999999</c:v>
                      </c:pt>
                      <c:pt idx="3041">
                        <c:v>78.346558000000002</c:v>
                      </c:pt>
                      <c:pt idx="3042">
                        <c:v>78.437447000000006</c:v>
                      </c:pt>
                      <c:pt idx="3043">
                        <c:v>78.492553999999998</c:v>
                      </c:pt>
                      <c:pt idx="3044">
                        <c:v>78.554848000000007</c:v>
                      </c:pt>
                      <c:pt idx="3045">
                        <c:v>78.653182999999999</c:v>
                      </c:pt>
                      <c:pt idx="3046">
                        <c:v>78.784767000000002</c:v>
                      </c:pt>
                      <c:pt idx="3047">
                        <c:v>78.924544999999995</c:v>
                      </c:pt>
                      <c:pt idx="3048">
                        <c:v>79.016548</c:v>
                      </c:pt>
                      <c:pt idx="3049">
                        <c:v>79.039046999999997</c:v>
                      </c:pt>
                      <c:pt idx="3050">
                        <c:v>78.969009</c:v>
                      </c:pt>
                      <c:pt idx="3051">
                        <c:v>78.816811000000001</c:v>
                      </c:pt>
                      <c:pt idx="3052">
                        <c:v>78.627990999999994</c:v>
                      </c:pt>
                      <c:pt idx="3053">
                        <c:v>78.460762000000003</c:v>
                      </c:pt>
                      <c:pt idx="3054">
                        <c:v>78.333870000000005</c:v>
                      </c:pt>
                      <c:pt idx="3055">
                        <c:v>78.234031999999999</c:v>
                      </c:pt>
                      <c:pt idx="3056">
                        <c:v>78.179207000000005</c:v>
                      </c:pt>
                      <c:pt idx="3057">
                        <c:v>78.121216000000004</c:v>
                      </c:pt>
                      <c:pt idx="3058">
                        <c:v>78.104515000000006</c:v>
                      </c:pt>
                      <c:pt idx="3059">
                        <c:v>78.090027000000006</c:v>
                      </c:pt>
                      <c:pt idx="3060">
                        <c:v>78.072868</c:v>
                      </c:pt>
                      <c:pt idx="3061">
                        <c:v>78.017380000000003</c:v>
                      </c:pt>
                      <c:pt idx="3062">
                        <c:v>77.887207000000004</c:v>
                      </c:pt>
                      <c:pt idx="3063">
                        <c:v>77.686278999999999</c:v>
                      </c:pt>
                      <c:pt idx="3064">
                        <c:v>77.452231999999995</c:v>
                      </c:pt>
                      <c:pt idx="3065">
                        <c:v>77.256720999999999</c:v>
                      </c:pt>
                      <c:pt idx="3066">
                        <c:v>77.108497999999997</c:v>
                      </c:pt>
                      <c:pt idx="3067">
                        <c:v>76.992485000000002</c:v>
                      </c:pt>
                      <c:pt idx="3068">
                        <c:v>76.874206999999998</c:v>
                      </c:pt>
                      <c:pt idx="3069">
                        <c:v>76.739975000000001</c:v>
                      </c:pt>
                      <c:pt idx="3070">
                        <c:v>76.609261000000004</c:v>
                      </c:pt>
                      <c:pt idx="3071">
                        <c:v>76.479523</c:v>
                      </c:pt>
                      <c:pt idx="3072">
                        <c:v>76.370711999999997</c:v>
                      </c:pt>
                      <c:pt idx="3073">
                        <c:v>76.289306999999994</c:v>
                      </c:pt>
                      <c:pt idx="3074">
                        <c:v>76.230575999999999</c:v>
                      </c:pt>
                      <c:pt idx="3075">
                        <c:v>76.174080000000004</c:v>
                      </c:pt>
                      <c:pt idx="3076">
                        <c:v>76.108474999999999</c:v>
                      </c:pt>
                      <c:pt idx="3077">
                        <c:v>76.028380999999996</c:v>
                      </c:pt>
                      <c:pt idx="3078">
                        <c:v>75.940230999999997</c:v>
                      </c:pt>
                      <c:pt idx="3079">
                        <c:v>75.856719999999996</c:v>
                      </c:pt>
                      <c:pt idx="3080">
                        <c:v>75.783553999999995</c:v>
                      </c:pt>
                      <c:pt idx="3081">
                        <c:v>75.741767999999993</c:v>
                      </c:pt>
                      <c:pt idx="3082">
                        <c:v>75.715018999999998</c:v>
                      </c:pt>
                      <c:pt idx="3083">
                        <c:v>75.704102000000006</c:v>
                      </c:pt>
                      <c:pt idx="3084">
                        <c:v>75.699096999999995</c:v>
                      </c:pt>
                      <c:pt idx="3085">
                        <c:v>75.702979999999997</c:v>
                      </c:pt>
                      <c:pt idx="3086">
                        <c:v>75.808197000000007</c:v>
                      </c:pt>
                      <c:pt idx="3087">
                        <c:v>75.874397000000002</c:v>
                      </c:pt>
                      <c:pt idx="3088">
                        <c:v>75.920997999999997</c:v>
                      </c:pt>
                      <c:pt idx="3089">
                        <c:v>75.956847999999994</c:v>
                      </c:pt>
                      <c:pt idx="3090">
                        <c:v>75.976546999999997</c:v>
                      </c:pt>
                      <c:pt idx="3091">
                        <c:v>75.969077999999996</c:v>
                      </c:pt>
                      <c:pt idx="3092">
                        <c:v>75.928741000000002</c:v>
                      </c:pt>
                      <c:pt idx="3093">
                        <c:v>75.848472999999998</c:v>
                      </c:pt>
                      <c:pt idx="3094">
                        <c:v>75.734215000000006</c:v>
                      </c:pt>
                      <c:pt idx="3095">
                        <c:v>75.618553000000006</c:v>
                      </c:pt>
                      <c:pt idx="3096">
                        <c:v>75.534058000000002</c:v>
                      </c:pt>
                      <c:pt idx="3097">
                        <c:v>75.486282000000003</c:v>
                      </c:pt>
                      <c:pt idx="3098">
                        <c:v>75.466087000000002</c:v>
                      </c:pt>
                      <c:pt idx="3099">
                        <c:v>75.451256000000001</c:v>
                      </c:pt>
                      <c:pt idx="3100">
                        <c:v>75.416267000000005</c:v>
                      </c:pt>
                      <c:pt idx="3101">
                        <c:v>75.351616000000007</c:v>
                      </c:pt>
                      <c:pt idx="3102">
                        <c:v>75.268944000000005</c:v>
                      </c:pt>
                      <c:pt idx="3103">
                        <c:v>75.186629999999994</c:v>
                      </c:pt>
                      <c:pt idx="3104">
                        <c:v>75.113388</c:v>
                      </c:pt>
                      <c:pt idx="3105">
                        <c:v>75.043282000000005</c:v>
                      </c:pt>
                      <c:pt idx="3106">
                        <c:v>74.981369000000001</c:v>
                      </c:pt>
                      <c:pt idx="3107">
                        <c:v>74.923828</c:v>
                      </c:pt>
                      <c:pt idx="3108">
                        <c:v>74.868651999999997</c:v>
                      </c:pt>
                      <c:pt idx="3109">
                        <c:v>74.810112000000004</c:v>
                      </c:pt>
                      <c:pt idx="3110">
                        <c:v>74.748795000000001</c:v>
                      </c:pt>
                      <c:pt idx="3111">
                        <c:v>74.690551999999997</c:v>
                      </c:pt>
                      <c:pt idx="3112">
                        <c:v>74.646361999999996</c:v>
                      </c:pt>
                      <c:pt idx="3113">
                        <c:v>74.619575999999995</c:v>
                      </c:pt>
                      <c:pt idx="3114">
                        <c:v>74.609734000000003</c:v>
                      </c:pt>
                      <c:pt idx="3115">
                        <c:v>74.615264999999994</c:v>
                      </c:pt>
                      <c:pt idx="3116">
                        <c:v>74.631584000000004</c:v>
                      </c:pt>
                      <c:pt idx="3117">
                        <c:v>74.664710999999997</c:v>
                      </c:pt>
                      <c:pt idx="3118">
                        <c:v>74.718895000000003</c:v>
                      </c:pt>
                      <c:pt idx="3119">
                        <c:v>74.791283000000007</c:v>
                      </c:pt>
                      <c:pt idx="3120">
                        <c:v>74.887282999999996</c:v>
                      </c:pt>
                      <c:pt idx="3121">
                        <c:v>75.002510000000001</c:v>
                      </c:pt>
                      <c:pt idx="3122">
                        <c:v>75.137687999999997</c:v>
                      </c:pt>
                      <c:pt idx="3123">
                        <c:v>75.289299</c:v>
                      </c:pt>
                      <c:pt idx="3124">
                        <c:v>75.448577999999998</c:v>
                      </c:pt>
                      <c:pt idx="3125">
                        <c:v>75.613051999999996</c:v>
                      </c:pt>
                      <c:pt idx="3126">
                        <c:v>75.780174000000002</c:v>
                      </c:pt>
                      <c:pt idx="3127">
                        <c:v>75.954155</c:v>
                      </c:pt>
                      <c:pt idx="3128">
                        <c:v>76.140929999999997</c:v>
                      </c:pt>
                      <c:pt idx="3129">
                        <c:v>76.340041999999997</c:v>
                      </c:pt>
                      <c:pt idx="3130">
                        <c:v>76.492042999999995</c:v>
                      </c:pt>
                      <c:pt idx="3131">
                        <c:v>76.534576000000001</c:v>
                      </c:pt>
                      <c:pt idx="3132">
                        <c:v>76.460335000000001</c:v>
                      </c:pt>
                      <c:pt idx="3133">
                        <c:v>76.287209000000004</c:v>
                      </c:pt>
                      <c:pt idx="3134">
                        <c:v>76.144951000000006</c:v>
                      </c:pt>
                      <c:pt idx="3135">
                        <c:v>76.007987999999997</c:v>
                      </c:pt>
                      <c:pt idx="3136">
                        <c:v>75.874602999999993</c:v>
                      </c:pt>
                      <c:pt idx="3137">
                        <c:v>75.774192999999997</c:v>
                      </c:pt>
                      <c:pt idx="3138">
                        <c:v>75.684853000000004</c:v>
                      </c:pt>
                      <c:pt idx="3139">
                        <c:v>75.607544000000004</c:v>
                      </c:pt>
                      <c:pt idx="3140">
                        <c:v>75.562920000000005</c:v>
                      </c:pt>
                      <c:pt idx="3141">
                        <c:v>75.555733000000004</c:v>
                      </c:pt>
                      <c:pt idx="3142">
                        <c:v>75.580521000000005</c:v>
                      </c:pt>
                      <c:pt idx="3143">
                        <c:v>75.613395999999995</c:v>
                      </c:pt>
                      <c:pt idx="3144">
                        <c:v>75.623039000000006</c:v>
                      </c:pt>
                      <c:pt idx="3145">
                        <c:v>75.550246999999999</c:v>
                      </c:pt>
                      <c:pt idx="3146">
                        <c:v>75.370834000000002</c:v>
                      </c:pt>
                      <c:pt idx="3147">
                        <c:v>75.195014999999998</c:v>
                      </c:pt>
                      <c:pt idx="3148">
                        <c:v>75.065887000000004</c:v>
                      </c:pt>
                      <c:pt idx="3149">
                        <c:v>74.943634000000003</c:v>
                      </c:pt>
                      <c:pt idx="3150">
                        <c:v>74.826713999999996</c:v>
                      </c:pt>
                      <c:pt idx="3151">
                        <c:v>74.745804000000007</c:v>
                      </c:pt>
                      <c:pt idx="3152">
                        <c:v>74.697722999999996</c:v>
                      </c:pt>
                      <c:pt idx="3153">
                        <c:v>74.694785999999993</c:v>
                      </c:pt>
                      <c:pt idx="3154">
                        <c:v>74.720862999999994</c:v>
                      </c:pt>
                      <c:pt idx="3155">
                        <c:v>74.711449000000002</c:v>
                      </c:pt>
                      <c:pt idx="3156">
                        <c:v>74.615539999999996</c:v>
                      </c:pt>
                      <c:pt idx="3157">
                        <c:v>74.471596000000005</c:v>
                      </c:pt>
                      <c:pt idx="3158">
                        <c:v>74.350776999999994</c:v>
                      </c:pt>
                      <c:pt idx="3159">
                        <c:v>74.313064999999995</c:v>
                      </c:pt>
                      <c:pt idx="3160">
                        <c:v>74.294669999999996</c:v>
                      </c:pt>
                      <c:pt idx="3161">
                        <c:v>74.239638999999997</c:v>
                      </c:pt>
                      <c:pt idx="3162">
                        <c:v>74.158996999999999</c:v>
                      </c:pt>
                      <c:pt idx="3163">
                        <c:v>74.071197999999995</c:v>
                      </c:pt>
                      <c:pt idx="3164">
                        <c:v>73.943268000000003</c:v>
                      </c:pt>
                      <c:pt idx="3165">
                        <c:v>73.710448999999997</c:v>
                      </c:pt>
                      <c:pt idx="3166">
                        <c:v>73.363975999999994</c:v>
                      </c:pt>
                      <c:pt idx="3167">
                        <c:v>72.877785000000003</c:v>
                      </c:pt>
                      <c:pt idx="3168">
                        <c:v>72.248786999999993</c:v>
                      </c:pt>
                      <c:pt idx="3169">
                        <c:v>71.533325000000005</c:v>
                      </c:pt>
                      <c:pt idx="3170">
                        <c:v>71.012939000000003</c:v>
                      </c:pt>
                      <c:pt idx="3171">
                        <c:v>70.666397000000003</c:v>
                      </c:pt>
                      <c:pt idx="3172">
                        <c:v>70.533562000000003</c:v>
                      </c:pt>
                      <c:pt idx="3173">
                        <c:v>70.680176000000003</c:v>
                      </c:pt>
                      <c:pt idx="3174">
                        <c:v>71.052916999999994</c:v>
                      </c:pt>
                      <c:pt idx="3175">
                        <c:v>71.600089999999994</c:v>
                      </c:pt>
                      <c:pt idx="3176">
                        <c:v>72.197722999999996</c:v>
                      </c:pt>
                      <c:pt idx="3177">
                        <c:v>72.466605999999999</c:v>
                      </c:pt>
                      <c:pt idx="3178">
                        <c:v>72.482353000000003</c:v>
                      </c:pt>
                      <c:pt idx="3179">
                        <c:v>72.309546999999995</c:v>
                      </c:pt>
                      <c:pt idx="3180">
                        <c:v>72.112549000000001</c:v>
                      </c:pt>
                      <c:pt idx="3181">
                        <c:v>71.906715000000005</c:v>
                      </c:pt>
                      <c:pt idx="3182">
                        <c:v>71.742690999999994</c:v>
                      </c:pt>
                      <c:pt idx="3183">
                        <c:v>71.593627999999995</c:v>
                      </c:pt>
                      <c:pt idx="3184">
                        <c:v>71.463004999999995</c:v>
                      </c:pt>
                      <c:pt idx="3185">
                        <c:v>71.381507999999997</c:v>
                      </c:pt>
                      <c:pt idx="3186">
                        <c:v>71.141174000000007</c:v>
                      </c:pt>
                      <c:pt idx="3187">
                        <c:v>70.760506000000007</c:v>
                      </c:pt>
                      <c:pt idx="3188">
                        <c:v>70.239379999999997</c:v>
                      </c:pt>
                      <c:pt idx="3189">
                        <c:v>69.741371000000001</c:v>
                      </c:pt>
                      <c:pt idx="3190">
                        <c:v>69.412009999999995</c:v>
                      </c:pt>
                      <c:pt idx="3191">
                        <c:v>69.447486999999995</c:v>
                      </c:pt>
                      <c:pt idx="3192">
                        <c:v>69.915244999999999</c:v>
                      </c:pt>
                      <c:pt idx="3193">
                        <c:v>70.474784999999997</c:v>
                      </c:pt>
                      <c:pt idx="3194">
                        <c:v>71.039253000000002</c:v>
                      </c:pt>
                      <c:pt idx="3195">
                        <c:v>71.59845</c:v>
                      </c:pt>
                      <c:pt idx="3196">
                        <c:v>72.075721999999999</c:v>
                      </c:pt>
                      <c:pt idx="3197">
                        <c:v>72.386123999999995</c:v>
                      </c:pt>
                      <c:pt idx="3198">
                        <c:v>72.591269999999994</c:v>
                      </c:pt>
                      <c:pt idx="3199">
                        <c:v>72.668021999999993</c:v>
                      </c:pt>
                      <c:pt idx="3200">
                        <c:v>72.624236999999994</c:v>
                      </c:pt>
                      <c:pt idx="3201">
                        <c:v>72.553657999999999</c:v>
                      </c:pt>
                      <c:pt idx="3202">
                        <c:v>72.490798999999996</c:v>
                      </c:pt>
                      <c:pt idx="3203">
                        <c:v>72.419433999999995</c:v>
                      </c:pt>
                      <c:pt idx="3204">
                        <c:v>72.326774999999998</c:v>
                      </c:pt>
                      <c:pt idx="3205">
                        <c:v>72.268744999999996</c:v>
                      </c:pt>
                      <c:pt idx="3206">
                        <c:v>72.285460999999998</c:v>
                      </c:pt>
                      <c:pt idx="3207">
                        <c:v>72.336594000000005</c:v>
                      </c:pt>
                      <c:pt idx="3208">
                        <c:v>72.417236000000003</c:v>
                      </c:pt>
                      <c:pt idx="3209">
                        <c:v>72.495643999999999</c:v>
                      </c:pt>
                      <c:pt idx="3210">
                        <c:v>72.619797000000005</c:v>
                      </c:pt>
                      <c:pt idx="3211">
                        <c:v>72.606560000000002</c:v>
                      </c:pt>
                      <c:pt idx="3212">
                        <c:v>72.505211000000003</c:v>
                      </c:pt>
                      <c:pt idx="3213">
                        <c:v>72.201424000000003</c:v>
                      </c:pt>
                      <c:pt idx="3214">
                        <c:v>71.676163000000003</c:v>
                      </c:pt>
                      <c:pt idx="3215">
                        <c:v>70.890197999999998</c:v>
                      </c:pt>
                      <c:pt idx="3216">
                        <c:v>69.894119000000003</c:v>
                      </c:pt>
                      <c:pt idx="3217">
                        <c:v>68.918114000000003</c:v>
                      </c:pt>
                      <c:pt idx="3218">
                        <c:v>68.117644999999996</c:v>
                      </c:pt>
                      <c:pt idx="3219">
                        <c:v>67.507423000000003</c:v>
                      </c:pt>
                      <c:pt idx="3220">
                        <c:v>67.041306000000006</c:v>
                      </c:pt>
                      <c:pt idx="3221">
                        <c:v>66.846519000000001</c:v>
                      </c:pt>
                      <c:pt idx="3222">
                        <c:v>66.791602999999995</c:v>
                      </c:pt>
                      <c:pt idx="3223">
                        <c:v>66.727478000000005</c:v>
                      </c:pt>
                      <c:pt idx="3224">
                        <c:v>66.677734000000001</c:v>
                      </c:pt>
                      <c:pt idx="3225">
                        <c:v>66.643119999999996</c:v>
                      </c:pt>
                      <c:pt idx="3226">
                        <c:v>66.636032</c:v>
                      </c:pt>
                      <c:pt idx="3227">
                        <c:v>66.647628999999995</c:v>
                      </c:pt>
                      <c:pt idx="3228">
                        <c:v>66.678696000000002</c:v>
                      </c:pt>
                      <c:pt idx="3229">
                        <c:v>66.726676999999995</c:v>
                      </c:pt>
                      <c:pt idx="3230">
                        <c:v>66.782454999999999</c:v>
                      </c:pt>
                      <c:pt idx="3231">
                        <c:v>66.838736999999995</c:v>
                      </c:pt>
                      <c:pt idx="3232">
                        <c:v>66.919212000000002</c:v>
                      </c:pt>
                      <c:pt idx="3233">
                        <c:v>67.237403999999998</c:v>
                      </c:pt>
                      <c:pt idx="3234">
                        <c:v>67.514579999999995</c:v>
                      </c:pt>
                      <c:pt idx="3235">
                        <c:v>67.848526000000007</c:v>
                      </c:pt>
                      <c:pt idx="3236">
                        <c:v>68.283714000000003</c:v>
                      </c:pt>
                      <c:pt idx="3237">
                        <c:v>68.763260000000002</c:v>
                      </c:pt>
                      <c:pt idx="3238">
                        <c:v>69.306183000000004</c:v>
                      </c:pt>
                      <c:pt idx="3239">
                        <c:v>69.619727999999995</c:v>
                      </c:pt>
                      <c:pt idx="3240">
                        <c:v>69.793007000000003</c:v>
                      </c:pt>
                      <c:pt idx="3241">
                        <c:v>69.924515</c:v>
                      </c:pt>
                      <c:pt idx="3242">
                        <c:v>70.097960999999998</c:v>
                      </c:pt>
                      <c:pt idx="3243">
                        <c:v>70.308327000000006</c:v>
                      </c:pt>
                      <c:pt idx="3244">
                        <c:v>70.493697999999995</c:v>
                      </c:pt>
                      <c:pt idx="3245">
                        <c:v>70.659903999999997</c:v>
                      </c:pt>
                      <c:pt idx="3246">
                        <c:v>70.808837999999994</c:v>
                      </c:pt>
                      <c:pt idx="3247">
                        <c:v>70.923850999999999</c:v>
                      </c:pt>
                      <c:pt idx="3248">
                        <c:v>71.037696999999994</c:v>
                      </c:pt>
                      <c:pt idx="3249">
                        <c:v>71.143837000000005</c:v>
                      </c:pt>
                      <c:pt idx="3250">
                        <c:v>71.235534999999999</c:v>
                      </c:pt>
                      <c:pt idx="3251">
                        <c:v>71.275069999999999</c:v>
                      </c:pt>
                      <c:pt idx="3252">
                        <c:v>71.238326999999998</c:v>
                      </c:pt>
                      <c:pt idx="3253">
                        <c:v>71.134972000000005</c:v>
                      </c:pt>
                      <c:pt idx="3254">
                        <c:v>71.007874000000001</c:v>
                      </c:pt>
                      <c:pt idx="3255">
                        <c:v>70.907677000000007</c:v>
                      </c:pt>
                      <c:pt idx="3256">
                        <c:v>70.845680000000002</c:v>
                      </c:pt>
                      <c:pt idx="3257">
                        <c:v>70.834571999999994</c:v>
                      </c:pt>
                      <c:pt idx="3258">
                        <c:v>70.892700000000005</c:v>
                      </c:pt>
                      <c:pt idx="3259">
                        <c:v>71.003310999999997</c:v>
                      </c:pt>
                      <c:pt idx="3260">
                        <c:v>71.141930000000002</c:v>
                      </c:pt>
                      <c:pt idx="3261">
                        <c:v>71.270690999999999</c:v>
                      </c:pt>
                      <c:pt idx="3262">
                        <c:v>71.386475000000004</c:v>
                      </c:pt>
                      <c:pt idx="3263">
                        <c:v>71.493949999999998</c:v>
                      </c:pt>
                      <c:pt idx="3264">
                        <c:v>71.590477000000007</c:v>
                      </c:pt>
                      <c:pt idx="3265">
                        <c:v>71.678307000000004</c:v>
                      </c:pt>
                      <c:pt idx="3266">
                        <c:v>71.748238000000001</c:v>
                      </c:pt>
                      <c:pt idx="3267">
                        <c:v>71.803909000000004</c:v>
                      </c:pt>
                      <c:pt idx="3268">
                        <c:v>71.855880999999997</c:v>
                      </c:pt>
                      <c:pt idx="3269">
                        <c:v>71.918884000000006</c:v>
                      </c:pt>
                      <c:pt idx="3270">
                        <c:v>71.948646999999994</c:v>
                      </c:pt>
                      <c:pt idx="3271">
                        <c:v>71.902191000000002</c:v>
                      </c:pt>
                      <c:pt idx="3272">
                        <c:v>71.777518999999998</c:v>
                      </c:pt>
                      <c:pt idx="3273">
                        <c:v>71.626534000000007</c:v>
                      </c:pt>
                      <c:pt idx="3274">
                        <c:v>71.508208999999994</c:v>
                      </c:pt>
                      <c:pt idx="3275">
                        <c:v>71.442573999999993</c:v>
                      </c:pt>
                      <c:pt idx="3276">
                        <c:v>71.469695999999999</c:v>
                      </c:pt>
                      <c:pt idx="3277">
                        <c:v>71.514838999999995</c:v>
                      </c:pt>
                      <c:pt idx="3278">
                        <c:v>71.466560000000001</c:v>
                      </c:pt>
                      <c:pt idx="3279">
                        <c:v>71.331451000000001</c:v>
                      </c:pt>
                      <c:pt idx="3280">
                        <c:v>71.138405000000006</c:v>
                      </c:pt>
                      <c:pt idx="3281">
                        <c:v>71.079505999999995</c:v>
                      </c:pt>
                      <c:pt idx="3282">
                        <c:v>71.041420000000002</c:v>
                      </c:pt>
                      <c:pt idx="3283">
                        <c:v>70.965912000000003</c:v>
                      </c:pt>
                      <c:pt idx="3284">
                        <c:v>70.863106000000002</c:v>
                      </c:pt>
                      <c:pt idx="3285">
                        <c:v>70.728790000000004</c:v>
                      </c:pt>
                      <c:pt idx="3286">
                        <c:v>70.514122</c:v>
                      </c:pt>
                      <c:pt idx="3287">
                        <c:v>70.209969000000001</c:v>
                      </c:pt>
                      <c:pt idx="3288">
                        <c:v>69.731926000000001</c:v>
                      </c:pt>
                      <c:pt idx="3289">
                        <c:v>69.052788000000007</c:v>
                      </c:pt>
                      <c:pt idx="3290">
                        <c:v>68.290199000000001</c:v>
                      </c:pt>
                      <c:pt idx="3291">
                        <c:v>67.494713000000004</c:v>
                      </c:pt>
                      <c:pt idx="3292">
                        <c:v>67.050803999999999</c:v>
                      </c:pt>
                      <c:pt idx="3293">
                        <c:v>66.887237999999996</c:v>
                      </c:pt>
                      <c:pt idx="3294">
                        <c:v>66.851851999999994</c:v>
                      </c:pt>
                      <c:pt idx="3295">
                        <c:v>66.844795000000005</c:v>
                      </c:pt>
                      <c:pt idx="3296">
                        <c:v>66.854896999999994</c:v>
                      </c:pt>
                      <c:pt idx="3297">
                        <c:v>66.872780000000006</c:v>
                      </c:pt>
                      <c:pt idx="3298">
                        <c:v>66.897530000000003</c:v>
                      </c:pt>
                      <c:pt idx="3299">
                        <c:v>66.907173</c:v>
                      </c:pt>
                      <c:pt idx="3300">
                        <c:v>66.906470999999996</c:v>
                      </c:pt>
                      <c:pt idx="3301">
                        <c:v>66.902564999999996</c:v>
                      </c:pt>
                      <c:pt idx="3302">
                        <c:v>66.825385999999995</c:v>
                      </c:pt>
                      <c:pt idx="3303">
                        <c:v>66.761650000000003</c:v>
                      </c:pt>
                      <c:pt idx="3304">
                        <c:v>66.702583000000004</c:v>
                      </c:pt>
                      <c:pt idx="3305">
                        <c:v>66.636489999999995</c:v>
                      </c:pt>
                      <c:pt idx="3306">
                        <c:v>66.574218999999999</c:v>
                      </c:pt>
                      <c:pt idx="3307">
                        <c:v>66.522018000000003</c:v>
                      </c:pt>
                      <c:pt idx="3308">
                        <c:v>66.453841999999995</c:v>
                      </c:pt>
                      <c:pt idx="3309">
                        <c:v>66.371444999999994</c:v>
                      </c:pt>
                      <c:pt idx="3310">
                        <c:v>66.264342999999997</c:v>
                      </c:pt>
                      <c:pt idx="3311">
                        <c:v>66.166060999999999</c:v>
                      </c:pt>
                      <c:pt idx="3312">
                        <c:v>66.100418000000005</c:v>
                      </c:pt>
                      <c:pt idx="3313">
                        <c:v>66.089966000000004</c:v>
                      </c:pt>
                      <c:pt idx="3314">
                        <c:v>66.107285000000005</c:v>
                      </c:pt>
                      <c:pt idx="3315">
                        <c:v>66.160178999999999</c:v>
                      </c:pt>
                      <c:pt idx="3316">
                        <c:v>66.231987000000004</c:v>
                      </c:pt>
                      <c:pt idx="3317">
                        <c:v>66.312683000000007</c:v>
                      </c:pt>
                      <c:pt idx="3318">
                        <c:v>66.383492000000004</c:v>
                      </c:pt>
                      <c:pt idx="3319">
                        <c:v>66.428970000000007</c:v>
                      </c:pt>
                      <c:pt idx="3320">
                        <c:v>66.452950000000001</c:v>
                      </c:pt>
                      <c:pt idx="3321">
                        <c:v>66.446449000000001</c:v>
                      </c:pt>
                      <c:pt idx="3322">
                        <c:v>66.427986000000004</c:v>
                      </c:pt>
                      <c:pt idx="3323">
                        <c:v>66.407677000000007</c:v>
                      </c:pt>
                      <c:pt idx="3324">
                        <c:v>66.404526000000004</c:v>
                      </c:pt>
                      <c:pt idx="3325">
                        <c:v>66.415442999999996</c:v>
                      </c:pt>
                      <c:pt idx="3326">
                        <c:v>66.428641999999996</c:v>
                      </c:pt>
                      <c:pt idx="3327">
                        <c:v>66.447601000000006</c:v>
                      </c:pt>
                      <c:pt idx="3328">
                        <c:v>66.465873999999999</c:v>
                      </c:pt>
                      <c:pt idx="3329">
                        <c:v>66.473067999999998</c:v>
                      </c:pt>
                      <c:pt idx="3330">
                        <c:v>66.476639000000006</c:v>
                      </c:pt>
                      <c:pt idx="3331">
                        <c:v>66.476799</c:v>
                      </c:pt>
                      <c:pt idx="3332">
                        <c:v>66.490027999999995</c:v>
                      </c:pt>
                      <c:pt idx="3333">
                        <c:v>66.485427999999999</c:v>
                      </c:pt>
                      <c:pt idx="3334">
                        <c:v>66.490409999999997</c:v>
                      </c:pt>
                      <c:pt idx="3335">
                        <c:v>66.484436000000002</c:v>
                      </c:pt>
                      <c:pt idx="3336">
                        <c:v>66.474602000000004</c:v>
                      </c:pt>
                      <c:pt idx="3337">
                        <c:v>66.465477000000007</c:v>
                      </c:pt>
                      <c:pt idx="3338">
                        <c:v>66.469429000000005</c:v>
                      </c:pt>
                      <c:pt idx="3339">
                        <c:v>66.454200999999998</c:v>
                      </c:pt>
                      <c:pt idx="3340">
                        <c:v>66.433136000000005</c:v>
                      </c:pt>
                      <c:pt idx="3341">
                        <c:v>66.407760999999994</c:v>
                      </c:pt>
                      <c:pt idx="3342">
                        <c:v>66.411063999999996</c:v>
                      </c:pt>
                      <c:pt idx="3343">
                        <c:v>66.366507999999996</c:v>
                      </c:pt>
                      <c:pt idx="3344">
                        <c:v>66.321563999999995</c:v>
                      </c:pt>
                      <c:pt idx="3345">
                        <c:v>66.276070000000004</c:v>
                      </c:pt>
                      <c:pt idx="3346">
                        <c:v>66.250838999999999</c:v>
                      </c:pt>
                      <c:pt idx="3347">
                        <c:v>66.236214000000004</c:v>
                      </c:pt>
                      <c:pt idx="3348">
                        <c:v>66.234009</c:v>
                      </c:pt>
                      <c:pt idx="3349">
                        <c:v>66.249236999999994</c:v>
                      </c:pt>
                      <c:pt idx="3350">
                        <c:v>66.252831</c:v>
                      </c:pt>
                      <c:pt idx="3351">
                        <c:v>66.269690999999995</c:v>
                      </c:pt>
                      <c:pt idx="3352">
                        <c:v>66.267928999999995</c:v>
                      </c:pt>
                      <c:pt idx="3353">
                        <c:v>66.249611000000002</c:v>
                      </c:pt>
                      <c:pt idx="3354">
                        <c:v>66.230498999999995</c:v>
                      </c:pt>
                      <c:pt idx="3355">
                        <c:v>66.2547</c:v>
                      </c:pt>
                      <c:pt idx="3356">
                        <c:v>66.297623000000002</c:v>
                      </c:pt>
                      <c:pt idx="3357">
                        <c:v>66.325142</c:v>
                      </c:pt>
                      <c:pt idx="3358">
                        <c:v>66.315933000000001</c:v>
                      </c:pt>
                      <c:pt idx="3359">
                        <c:v>66.312798000000001</c:v>
                      </c:pt>
                      <c:pt idx="3360">
                        <c:v>66.330665999999994</c:v>
                      </c:pt>
                      <c:pt idx="3361">
                        <c:v>66.309746000000004</c:v>
                      </c:pt>
                      <c:pt idx="3362">
                        <c:v>66.296204000000003</c:v>
                      </c:pt>
                      <c:pt idx="3363">
                        <c:v>66.309021000000001</c:v>
                      </c:pt>
                      <c:pt idx="3364">
                        <c:v>66.334136999999998</c:v>
                      </c:pt>
                      <c:pt idx="3365">
                        <c:v>66.368804999999995</c:v>
                      </c:pt>
                      <c:pt idx="3366">
                        <c:v>66.373322000000002</c:v>
                      </c:pt>
                      <c:pt idx="3367">
                        <c:v>66.361084000000005</c:v>
                      </c:pt>
                      <c:pt idx="3368">
                        <c:v>66.373962000000006</c:v>
                      </c:pt>
                      <c:pt idx="3369">
                        <c:v>66.378226999999995</c:v>
                      </c:pt>
                      <c:pt idx="3370">
                        <c:v>66.364791999999994</c:v>
                      </c:pt>
                      <c:pt idx="3371">
                        <c:v>66.338729999999998</c:v>
                      </c:pt>
                      <c:pt idx="3372">
                        <c:v>66.318038999999999</c:v>
                      </c:pt>
                      <c:pt idx="3373">
                        <c:v>66.300872999999996</c:v>
                      </c:pt>
                      <c:pt idx="3374">
                        <c:v>66.289176999999995</c:v>
                      </c:pt>
                      <c:pt idx="3375">
                        <c:v>66.260390999999998</c:v>
                      </c:pt>
                      <c:pt idx="3376">
                        <c:v>66.285858000000005</c:v>
                      </c:pt>
                      <c:pt idx="3377">
                        <c:v>66.288169999999994</c:v>
                      </c:pt>
                      <c:pt idx="3378">
                        <c:v>66.280144000000007</c:v>
                      </c:pt>
                      <c:pt idx="3379">
                        <c:v>66.278008</c:v>
                      </c:pt>
                      <c:pt idx="3380">
                        <c:v>66.320037999999997</c:v>
                      </c:pt>
                      <c:pt idx="3381">
                        <c:v>66.327927000000003</c:v>
                      </c:pt>
                      <c:pt idx="3382">
                        <c:v>66.348243999999994</c:v>
                      </c:pt>
                      <c:pt idx="3383">
                        <c:v>66.371109000000004</c:v>
                      </c:pt>
                      <c:pt idx="3384">
                        <c:v>66.415627000000001</c:v>
                      </c:pt>
                      <c:pt idx="3385">
                        <c:v>66.427886999999998</c:v>
                      </c:pt>
                      <c:pt idx="3386">
                        <c:v>66.414223000000007</c:v>
                      </c:pt>
                      <c:pt idx="3387">
                        <c:v>66.385468000000003</c:v>
                      </c:pt>
                      <c:pt idx="3388">
                        <c:v>66.393981999999994</c:v>
                      </c:pt>
                      <c:pt idx="3389">
                        <c:v>66.397957000000005</c:v>
                      </c:pt>
                      <c:pt idx="3390">
                        <c:v>66.415047000000001</c:v>
                      </c:pt>
                      <c:pt idx="3391">
                        <c:v>66.389313000000001</c:v>
                      </c:pt>
                      <c:pt idx="3392">
                        <c:v>66.363761999999994</c:v>
                      </c:pt>
                      <c:pt idx="3393">
                        <c:v>66.347733000000005</c:v>
                      </c:pt>
                      <c:pt idx="3394">
                        <c:v>66.333588000000006</c:v>
                      </c:pt>
                      <c:pt idx="3395">
                        <c:v>66.322006000000002</c:v>
                      </c:pt>
                      <c:pt idx="3396">
                        <c:v>66.313323999999994</c:v>
                      </c:pt>
                      <c:pt idx="3397">
                        <c:v>66.311729</c:v>
                      </c:pt>
                      <c:pt idx="3398">
                        <c:v>66.290619000000007</c:v>
                      </c:pt>
                      <c:pt idx="3399">
                        <c:v>66.271797000000007</c:v>
                      </c:pt>
                      <c:pt idx="3400">
                        <c:v>66.275634999999994</c:v>
                      </c:pt>
                      <c:pt idx="3401">
                        <c:v>66.287743000000006</c:v>
                      </c:pt>
                      <c:pt idx="3402">
                        <c:v>66.301993999999993</c:v>
                      </c:pt>
                      <c:pt idx="3403">
                        <c:v>66.328316000000001</c:v>
                      </c:pt>
                      <c:pt idx="3404">
                        <c:v>66.358849000000006</c:v>
                      </c:pt>
                      <c:pt idx="3405">
                        <c:v>66.370482999999993</c:v>
                      </c:pt>
                      <c:pt idx="3406">
                        <c:v>66.372237999999996</c:v>
                      </c:pt>
                      <c:pt idx="3407">
                        <c:v>66.348922999999999</c:v>
                      </c:pt>
                      <c:pt idx="3408">
                        <c:v>66.315421999999998</c:v>
                      </c:pt>
                      <c:pt idx="3409">
                        <c:v>66.284285999999994</c:v>
                      </c:pt>
                      <c:pt idx="3410">
                        <c:v>66.262649999999994</c:v>
                      </c:pt>
                      <c:pt idx="3411">
                        <c:v>66.249495999999994</c:v>
                      </c:pt>
                      <c:pt idx="3412">
                        <c:v>66.243538000000001</c:v>
                      </c:pt>
                      <c:pt idx="3413">
                        <c:v>66.240416999999994</c:v>
                      </c:pt>
                      <c:pt idx="3414">
                        <c:v>66.239486999999997</c:v>
                      </c:pt>
                      <c:pt idx="3415">
                        <c:v>66.254615999999999</c:v>
                      </c:pt>
                      <c:pt idx="3416">
                        <c:v>66.264838999999995</c:v>
                      </c:pt>
                      <c:pt idx="3417">
                        <c:v>66.274719000000005</c:v>
                      </c:pt>
                      <c:pt idx="3418">
                        <c:v>66.286186000000001</c:v>
                      </c:pt>
                      <c:pt idx="3419">
                        <c:v>66.303794999999994</c:v>
                      </c:pt>
                      <c:pt idx="3420">
                        <c:v>66.308975000000004</c:v>
                      </c:pt>
                      <c:pt idx="3421">
                        <c:v>66.305205999999998</c:v>
                      </c:pt>
                      <c:pt idx="3422">
                        <c:v>66.317383000000007</c:v>
                      </c:pt>
                      <c:pt idx="3423">
                        <c:v>66.294715999999994</c:v>
                      </c:pt>
                      <c:pt idx="3424">
                        <c:v>66.271416000000002</c:v>
                      </c:pt>
                      <c:pt idx="3425">
                        <c:v>66.260795999999999</c:v>
                      </c:pt>
                      <c:pt idx="3426">
                        <c:v>66.254227</c:v>
                      </c:pt>
                      <c:pt idx="3427">
                        <c:v>61.059108999999999</c:v>
                      </c:pt>
                      <c:pt idx="3428">
                        <c:v>61.241363999999997</c:v>
                      </c:pt>
                      <c:pt idx="3429">
                        <c:v>62.801022000000003</c:v>
                      </c:pt>
                      <c:pt idx="3430">
                        <c:v>63.558036999999999</c:v>
                      </c:pt>
                      <c:pt idx="3431">
                        <c:v>64.036124999999998</c:v>
                      </c:pt>
                      <c:pt idx="3432">
                        <c:v>64.448288000000005</c:v>
                      </c:pt>
                      <c:pt idx="3433">
                        <c:v>64.764358999999999</c:v>
                      </c:pt>
                      <c:pt idx="3434">
                        <c:v>65.022896000000003</c:v>
                      </c:pt>
                      <c:pt idx="3435">
                        <c:v>65.234970000000004</c:v>
                      </c:pt>
                      <c:pt idx="3436">
                        <c:v>65.406433000000007</c:v>
                      </c:pt>
                      <c:pt idx="3437">
                        <c:v>65.549210000000002</c:v>
                      </c:pt>
                      <c:pt idx="3438">
                        <c:v>65.657523999999995</c:v>
                      </c:pt>
                      <c:pt idx="3439">
                        <c:v>65.749336</c:v>
                      </c:pt>
                      <c:pt idx="3440">
                        <c:v>65.819275000000005</c:v>
                      </c:pt>
                      <c:pt idx="3441">
                        <c:v>65.877380000000002</c:v>
                      </c:pt>
                      <c:pt idx="3442">
                        <c:v>65.911865000000006</c:v>
                      </c:pt>
                      <c:pt idx="3443">
                        <c:v>65.928757000000004</c:v>
                      </c:pt>
                      <c:pt idx="3444">
                        <c:v>65.944068999999999</c:v>
                      </c:pt>
                      <c:pt idx="3445">
                        <c:v>65.971114999999998</c:v>
                      </c:pt>
                      <c:pt idx="3446">
                        <c:v>65.991889999999998</c:v>
                      </c:pt>
                      <c:pt idx="3447">
                        <c:v>65.990836999999999</c:v>
                      </c:pt>
                      <c:pt idx="3448">
                        <c:v>66.008469000000005</c:v>
                      </c:pt>
                      <c:pt idx="3449">
                        <c:v>66.028755000000004</c:v>
                      </c:pt>
                      <c:pt idx="3450">
                        <c:v>66.032570000000007</c:v>
                      </c:pt>
                      <c:pt idx="3451">
                        <c:v>66.040633999999997</c:v>
                      </c:pt>
                      <c:pt idx="3452">
                        <c:v>66.072258000000005</c:v>
                      </c:pt>
                      <c:pt idx="3453">
                        <c:v>66.122673000000006</c:v>
                      </c:pt>
                      <c:pt idx="3454">
                        <c:v>66.158409000000006</c:v>
                      </c:pt>
                      <c:pt idx="3455">
                        <c:v>66.180519000000004</c:v>
                      </c:pt>
                      <c:pt idx="3456">
                        <c:v>66.185089000000005</c:v>
                      </c:pt>
                      <c:pt idx="3457">
                        <c:v>66.175003000000004</c:v>
                      </c:pt>
                      <c:pt idx="3458">
                        <c:v>66.155013999999994</c:v>
                      </c:pt>
                      <c:pt idx="3459">
                        <c:v>66.128264999999999</c:v>
                      </c:pt>
                      <c:pt idx="3460">
                        <c:v>66.107628000000005</c:v>
                      </c:pt>
                      <c:pt idx="3461">
                        <c:v>66.094977999999998</c:v>
                      </c:pt>
                      <c:pt idx="3462">
                        <c:v>66.08963</c:v>
                      </c:pt>
                      <c:pt idx="3463">
                        <c:v>66.093970999999996</c:v>
                      </c:pt>
                      <c:pt idx="3464">
                        <c:v>66.113524999999996</c:v>
                      </c:pt>
                      <c:pt idx="3465">
                        <c:v>66.132050000000007</c:v>
                      </c:pt>
                      <c:pt idx="3466">
                        <c:v>66.156441000000001</c:v>
                      </c:pt>
                      <c:pt idx="3467">
                        <c:v>66.186058000000003</c:v>
                      </c:pt>
                      <c:pt idx="3468">
                        <c:v>66.214164999999994</c:v>
                      </c:pt>
                      <c:pt idx="3469">
                        <c:v>66.244956999999999</c:v>
                      </c:pt>
                      <c:pt idx="3470">
                        <c:v>66.276741000000001</c:v>
                      </c:pt>
                      <c:pt idx="3471">
                        <c:v>66.294228000000004</c:v>
                      </c:pt>
                      <c:pt idx="3472">
                        <c:v>66.304146000000003</c:v>
                      </c:pt>
                      <c:pt idx="3473">
                        <c:v>66.309287999999995</c:v>
                      </c:pt>
                      <c:pt idx="3474">
                        <c:v>66.311256</c:v>
                      </c:pt>
                      <c:pt idx="3475">
                        <c:v>66.323279999999997</c:v>
                      </c:pt>
                      <c:pt idx="3476">
                        <c:v>66.316710999999998</c:v>
                      </c:pt>
                      <c:pt idx="3477">
                        <c:v>66.312813000000006</c:v>
                      </c:pt>
                      <c:pt idx="3478">
                        <c:v>66.304359000000005</c:v>
                      </c:pt>
                      <c:pt idx="3479">
                        <c:v>66.289351999999994</c:v>
                      </c:pt>
                      <c:pt idx="3480">
                        <c:v>66.273544000000001</c:v>
                      </c:pt>
                      <c:pt idx="3481">
                        <c:v>66.250823999999994</c:v>
                      </c:pt>
                      <c:pt idx="3482">
                        <c:v>66.221267999999995</c:v>
                      </c:pt>
                      <c:pt idx="3483">
                        <c:v>66.193969999999993</c:v>
                      </c:pt>
                      <c:pt idx="3484">
                        <c:v>66.164589000000007</c:v>
                      </c:pt>
                      <c:pt idx="3485">
                        <c:v>66.135627999999997</c:v>
                      </c:pt>
                      <c:pt idx="3486">
                        <c:v>66.113144000000005</c:v>
                      </c:pt>
                      <c:pt idx="3487">
                        <c:v>66.095398000000003</c:v>
                      </c:pt>
                      <c:pt idx="3488">
                        <c:v>66.092819000000006</c:v>
                      </c:pt>
                      <c:pt idx="3489">
                        <c:v>66.103081000000003</c:v>
                      </c:pt>
                      <c:pt idx="3490">
                        <c:v>66.130249000000006</c:v>
                      </c:pt>
                      <c:pt idx="3491">
                        <c:v>66.156875999999997</c:v>
                      </c:pt>
                      <c:pt idx="3492">
                        <c:v>66.186356000000004</c:v>
                      </c:pt>
                      <c:pt idx="3493">
                        <c:v>66.215819999999994</c:v>
                      </c:pt>
                      <c:pt idx="3494">
                        <c:v>66.222426999999996</c:v>
                      </c:pt>
                      <c:pt idx="3495">
                        <c:v>66.213820999999996</c:v>
                      </c:pt>
                      <c:pt idx="3496">
                        <c:v>66.196899000000002</c:v>
                      </c:pt>
                      <c:pt idx="3497">
                        <c:v>66.182686000000004</c:v>
                      </c:pt>
                      <c:pt idx="3498">
                        <c:v>66.171242000000007</c:v>
                      </c:pt>
                      <c:pt idx="3499">
                        <c:v>66.157088999999999</c:v>
                      </c:pt>
                      <c:pt idx="3500">
                        <c:v>66.142899</c:v>
                      </c:pt>
                      <c:pt idx="3501">
                        <c:v>66.126998999999998</c:v>
                      </c:pt>
                      <c:pt idx="3502">
                        <c:v>66.118301000000002</c:v>
                      </c:pt>
                      <c:pt idx="3503">
                        <c:v>66.108245999999994</c:v>
                      </c:pt>
                      <c:pt idx="3504">
                        <c:v>66.105536999999998</c:v>
                      </c:pt>
                      <c:pt idx="3505">
                        <c:v>66.101027999999999</c:v>
                      </c:pt>
                      <c:pt idx="3506">
                        <c:v>66.107033000000001</c:v>
                      </c:pt>
                      <c:pt idx="3507">
                        <c:v>66.113311999999993</c:v>
                      </c:pt>
                      <c:pt idx="3508">
                        <c:v>66.118149000000003</c:v>
                      </c:pt>
                      <c:pt idx="3509">
                        <c:v>66.121566999999999</c:v>
                      </c:pt>
                      <c:pt idx="3510">
                        <c:v>66.123604</c:v>
                      </c:pt>
                      <c:pt idx="3511">
                        <c:v>66.120979000000005</c:v>
                      </c:pt>
                      <c:pt idx="3512">
                        <c:v>66.123671999999999</c:v>
                      </c:pt>
                      <c:pt idx="3513">
                        <c:v>66.123183999999995</c:v>
                      </c:pt>
                      <c:pt idx="3514">
                        <c:v>66.120604999999998</c:v>
                      </c:pt>
                      <c:pt idx="3515">
                        <c:v>66.122757000000007</c:v>
                      </c:pt>
                      <c:pt idx="3516">
                        <c:v>66.134208999999998</c:v>
                      </c:pt>
                      <c:pt idx="3517">
                        <c:v>66.153091000000003</c:v>
                      </c:pt>
                      <c:pt idx="3518">
                        <c:v>66.172600000000003</c:v>
                      </c:pt>
                      <c:pt idx="3519">
                        <c:v>66.191024999999996</c:v>
                      </c:pt>
                      <c:pt idx="3520">
                        <c:v>66.209236000000004</c:v>
                      </c:pt>
                      <c:pt idx="3521">
                        <c:v>66.240432999999996</c:v>
                      </c:pt>
                      <c:pt idx="3522">
                        <c:v>66.268889999999999</c:v>
                      </c:pt>
                      <c:pt idx="3523">
                        <c:v>66.287375999999995</c:v>
                      </c:pt>
                      <c:pt idx="3524">
                        <c:v>66.291756000000007</c:v>
                      </c:pt>
                      <c:pt idx="3525">
                        <c:v>66.286781000000005</c:v>
                      </c:pt>
                      <c:pt idx="3526">
                        <c:v>66.281441000000001</c:v>
                      </c:pt>
                      <c:pt idx="3527">
                        <c:v>66.272530000000003</c:v>
                      </c:pt>
                      <c:pt idx="3528">
                        <c:v>66.258255000000005</c:v>
                      </c:pt>
                      <c:pt idx="3529">
                        <c:v>66.247039999999998</c:v>
                      </c:pt>
                      <c:pt idx="3530">
                        <c:v>66.230759000000006</c:v>
                      </c:pt>
                      <c:pt idx="3531">
                        <c:v>66.213859999999997</c:v>
                      </c:pt>
                      <c:pt idx="3532">
                        <c:v>66.185539000000006</c:v>
                      </c:pt>
                      <c:pt idx="3533">
                        <c:v>66.176872000000003</c:v>
                      </c:pt>
                      <c:pt idx="3534">
                        <c:v>66.174118000000007</c:v>
                      </c:pt>
                      <c:pt idx="3535">
                        <c:v>66.183173999999994</c:v>
                      </c:pt>
                      <c:pt idx="3536">
                        <c:v>66.191840999999997</c:v>
                      </c:pt>
                      <c:pt idx="3537">
                        <c:v>66.196113999999994</c:v>
                      </c:pt>
                      <c:pt idx="3538">
                        <c:v>66.201355000000007</c:v>
                      </c:pt>
                      <c:pt idx="3539">
                        <c:v>66.182784999999996</c:v>
                      </c:pt>
                      <c:pt idx="3540">
                        <c:v>66.160172000000003</c:v>
                      </c:pt>
                      <c:pt idx="3541">
                        <c:v>66.138298000000006</c:v>
                      </c:pt>
                      <c:pt idx="3542">
                        <c:v>66.122512999999998</c:v>
                      </c:pt>
                      <c:pt idx="3543">
                        <c:v>66.116553999999994</c:v>
                      </c:pt>
                      <c:pt idx="3544">
                        <c:v>66.115088999999998</c:v>
                      </c:pt>
                      <c:pt idx="3545">
                        <c:v>66.121207999999996</c:v>
                      </c:pt>
                      <c:pt idx="3546">
                        <c:v>66.122780000000006</c:v>
                      </c:pt>
                      <c:pt idx="3547">
                        <c:v>66.126700999999997</c:v>
                      </c:pt>
                      <c:pt idx="3548">
                        <c:v>66.133728000000005</c:v>
                      </c:pt>
                      <c:pt idx="3549">
                        <c:v>66.140677999999994</c:v>
                      </c:pt>
                      <c:pt idx="3550">
                        <c:v>66.150047000000001</c:v>
                      </c:pt>
                      <c:pt idx="3551">
                        <c:v>66.160506999999996</c:v>
                      </c:pt>
                      <c:pt idx="3552">
                        <c:v>66.169319000000002</c:v>
                      </c:pt>
                      <c:pt idx="3553">
                        <c:v>66.177788000000007</c:v>
                      </c:pt>
                      <c:pt idx="3554">
                        <c:v>66.182029999999997</c:v>
                      </c:pt>
                      <c:pt idx="3555">
                        <c:v>66.183700999999999</c:v>
                      </c:pt>
                      <c:pt idx="3556">
                        <c:v>66.179916000000006</c:v>
                      </c:pt>
                      <c:pt idx="3557">
                        <c:v>66.170586</c:v>
                      </c:pt>
                      <c:pt idx="3558">
                        <c:v>66.167465000000007</c:v>
                      </c:pt>
                      <c:pt idx="3559">
                        <c:v>66.168960999999996</c:v>
                      </c:pt>
                      <c:pt idx="3560">
                        <c:v>66.170463999999996</c:v>
                      </c:pt>
                      <c:pt idx="3561">
                        <c:v>66.174484000000007</c:v>
                      </c:pt>
                      <c:pt idx="3562">
                        <c:v>66.178100999999998</c:v>
                      </c:pt>
                      <c:pt idx="3563">
                        <c:v>66.191360000000003</c:v>
                      </c:pt>
                      <c:pt idx="3564">
                        <c:v>66.217299999999994</c:v>
                      </c:pt>
                      <c:pt idx="3565">
                        <c:v>66.254242000000005</c:v>
                      </c:pt>
                      <c:pt idx="3566">
                        <c:v>66.291077000000001</c:v>
                      </c:pt>
                      <c:pt idx="3567">
                        <c:v>66.324089000000001</c:v>
                      </c:pt>
                      <c:pt idx="3568">
                        <c:v>66.348113999999995</c:v>
                      </c:pt>
                      <c:pt idx="3569">
                        <c:v>66.361403999999993</c:v>
                      </c:pt>
                      <c:pt idx="3570">
                        <c:v>66.37088</c:v>
                      </c:pt>
                      <c:pt idx="3571">
                        <c:v>66.378296000000006</c:v>
                      </c:pt>
                      <c:pt idx="3572">
                        <c:v>66.382026999999994</c:v>
                      </c:pt>
                      <c:pt idx="3573">
                        <c:v>66.384521000000007</c:v>
                      </c:pt>
                      <c:pt idx="3574">
                        <c:v>66.385932999999994</c:v>
                      </c:pt>
                      <c:pt idx="3575">
                        <c:v>66.387176999999994</c:v>
                      </c:pt>
                      <c:pt idx="3576">
                        <c:v>66.387032000000005</c:v>
                      </c:pt>
                      <c:pt idx="3577">
                        <c:v>66.388176000000001</c:v>
                      </c:pt>
                      <c:pt idx="3578">
                        <c:v>66.387473999999997</c:v>
                      </c:pt>
                      <c:pt idx="3579">
                        <c:v>66.387611000000007</c:v>
                      </c:pt>
                      <c:pt idx="3580">
                        <c:v>66.388808999999995</c:v>
                      </c:pt>
                      <c:pt idx="3581">
                        <c:v>66.389893000000001</c:v>
                      </c:pt>
                      <c:pt idx="3582">
                        <c:v>66.389922999999996</c:v>
                      </c:pt>
                      <c:pt idx="3583">
                        <c:v>66.388114999999999</c:v>
                      </c:pt>
                      <c:pt idx="3584">
                        <c:v>66.389724999999999</c:v>
                      </c:pt>
                      <c:pt idx="3585">
                        <c:v>66.390701000000007</c:v>
                      </c:pt>
                      <c:pt idx="3586">
                        <c:v>66.391257999999993</c:v>
                      </c:pt>
                      <c:pt idx="3587">
                        <c:v>66.390602000000001</c:v>
                      </c:pt>
                      <c:pt idx="3588">
                        <c:v>66.392394999999993</c:v>
                      </c:pt>
                      <c:pt idx="3589">
                        <c:v>66.392753999999996</c:v>
                      </c:pt>
                      <c:pt idx="3590">
                        <c:v>66.392371999999995</c:v>
                      </c:pt>
                      <c:pt idx="3591">
                        <c:v>66.392685</c:v>
                      </c:pt>
                      <c:pt idx="3592">
                        <c:v>66.391791999999995</c:v>
                      </c:pt>
                      <c:pt idx="3593">
                        <c:v>66.391356999999999</c:v>
                      </c:pt>
                      <c:pt idx="3594">
                        <c:v>66.391068000000004</c:v>
                      </c:pt>
                      <c:pt idx="3595">
                        <c:v>66.389319999999998</c:v>
                      </c:pt>
                      <c:pt idx="3596">
                        <c:v>66.388947000000002</c:v>
                      </c:pt>
                      <c:pt idx="3597">
                        <c:v>66.389381</c:v>
                      </c:pt>
                      <c:pt idx="3598">
                        <c:v>66.388144999999994</c:v>
                      </c:pt>
                      <c:pt idx="3599">
                        <c:v>66.392814999999999</c:v>
                      </c:pt>
                      <c:pt idx="3600">
                        <c:v>66.394790999999998</c:v>
                      </c:pt>
                      <c:pt idx="3601">
                        <c:v>66.395522999999997</c:v>
                      </c:pt>
                      <c:pt idx="3602">
                        <c:v>66.395331999999996</c:v>
                      </c:pt>
                      <c:pt idx="3603">
                        <c:v>66.396248</c:v>
                      </c:pt>
                      <c:pt idx="3604">
                        <c:v>66.394806000000003</c:v>
                      </c:pt>
                      <c:pt idx="3605">
                        <c:v>66.394683999999998</c:v>
                      </c:pt>
                      <c:pt idx="3606">
                        <c:v>66.392532000000003</c:v>
                      </c:pt>
                      <c:pt idx="3607">
                        <c:v>66.392525000000006</c:v>
                      </c:pt>
                      <c:pt idx="3608">
                        <c:v>66.390891999999994</c:v>
                      </c:pt>
                      <c:pt idx="3609">
                        <c:v>66.389465000000001</c:v>
                      </c:pt>
                      <c:pt idx="3610">
                        <c:v>66.392021</c:v>
                      </c:pt>
                      <c:pt idx="3611">
                        <c:v>66.391921999999994</c:v>
                      </c:pt>
                      <c:pt idx="3612">
                        <c:v>66.392120000000006</c:v>
                      </c:pt>
                      <c:pt idx="3613">
                        <c:v>66.391311999999999</c:v>
                      </c:pt>
                      <c:pt idx="3614">
                        <c:v>66.390533000000005</c:v>
                      </c:pt>
                      <c:pt idx="3615">
                        <c:v>66.393127000000007</c:v>
                      </c:pt>
                      <c:pt idx="3616">
                        <c:v>66.394737000000006</c:v>
                      </c:pt>
                      <c:pt idx="3617">
                        <c:v>66.395195000000001</c:v>
                      </c:pt>
                      <c:pt idx="3618">
                        <c:v>66.397163000000006</c:v>
                      </c:pt>
                      <c:pt idx="3619">
                        <c:v>66.396491999999995</c:v>
                      </c:pt>
                      <c:pt idx="3620">
                        <c:v>66.396477000000004</c:v>
                      </c:pt>
                      <c:pt idx="3621">
                        <c:v>66.396407999999994</c:v>
                      </c:pt>
                      <c:pt idx="3622">
                        <c:v>66.396987999999993</c:v>
                      </c:pt>
                      <c:pt idx="3623">
                        <c:v>66.397278</c:v>
                      </c:pt>
                      <c:pt idx="3624">
                        <c:v>66.399062999999998</c:v>
                      </c:pt>
                      <c:pt idx="3625">
                        <c:v>66.400574000000006</c:v>
                      </c:pt>
                      <c:pt idx="3626">
                        <c:v>66.400786999999994</c:v>
                      </c:pt>
                      <c:pt idx="3627">
                        <c:v>66.400658000000007</c:v>
                      </c:pt>
                      <c:pt idx="3628">
                        <c:v>66.400351999999998</c:v>
                      </c:pt>
                      <c:pt idx="3629">
                        <c:v>66.398353999999998</c:v>
                      </c:pt>
                      <c:pt idx="3630">
                        <c:v>66.397079000000005</c:v>
                      </c:pt>
                      <c:pt idx="3631">
                        <c:v>66.395477</c:v>
                      </c:pt>
                      <c:pt idx="3632">
                        <c:v>66.391884000000005</c:v>
                      </c:pt>
                      <c:pt idx="3633">
                        <c:v>66.388390000000001</c:v>
                      </c:pt>
                      <c:pt idx="3634">
                        <c:v>66.386191999999994</c:v>
                      </c:pt>
                      <c:pt idx="3635">
                        <c:v>66.385131999999999</c:v>
                      </c:pt>
                      <c:pt idx="3636">
                        <c:v>66.384178000000006</c:v>
                      </c:pt>
                      <c:pt idx="3637">
                        <c:v>66.386757000000003</c:v>
                      </c:pt>
                      <c:pt idx="3638">
                        <c:v>66.392662000000001</c:v>
                      </c:pt>
                      <c:pt idx="3639">
                        <c:v>66.391921999999994</c:v>
                      </c:pt>
                      <c:pt idx="3640">
                        <c:v>66.393676999999997</c:v>
                      </c:pt>
                      <c:pt idx="3641">
                        <c:v>66.393646000000004</c:v>
                      </c:pt>
                      <c:pt idx="3642">
                        <c:v>66.392555000000002</c:v>
                      </c:pt>
                      <c:pt idx="3643">
                        <c:v>66.395804999999996</c:v>
                      </c:pt>
                      <c:pt idx="3644">
                        <c:v>66.396133000000006</c:v>
                      </c:pt>
                      <c:pt idx="3645">
                        <c:v>66.397178999999994</c:v>
                      </c:pt>
                      <c:pt idx="3646">
                        <c:v>66.397675000000007</c:v>
                      </c:pt>
                      <c:pt idx="3647">
                        <c:v>66.402184000000005</c:v>
                      </c:pt>
                      <c:pt idx="3648">
                        <c:v>66.398201</c:v>
                      </c:pt>
                      <c:pt idx="3649">
                        <c:v>66.397887999999995</c:v>
                      </c:pt>
                      <c:pt idx="3650">
                        <c:v>66.399185000000003</c:v>
                      </c:pt>
                      <c:pt idx="3651">
                        <c:v>66.399833999999998</c:v>
                      </c:pt>
                      <c:pt idx="3652">
                        <c:v>66.398208999999994</c:v>
                      </c:pt>
                      <c:pt idx="3653">
                        <c:v>66.397757999999996</c:v>
                      </c:pt>
                      <c:pt idx="3654">
                        <c:v>66.395615000000006</c:v>
                      </c:pt>
                      <c:pt idx="3655">
                        <c:v>66.396996000000001</c:v>
                      </c:pt>
                      <c:pt idx="3656">
                        <c:v>66.398621000000006</c:v>
                      </c:pt>
                      <c:pt idx="3657">
                        <c:v>66.397232000000002</c:v>
                      </c:pt>
                      <c:pt idx="3658">
                        <c:v>66.401984999999996</c:v>
                      </c:pt>
                      <c:pt idx="3659">
                        <c:v>66.405411000000001</c:v>
                      </c:pt>
                      <c:pt idx="3660">
                        <c:v>66.407021</c:v>
                      </c:pt>
                      <c:pt idx="3661">
                        <c:v>66.407082000000003</c:v>
                      </c:pt>
                      <c:pt idx="3662">
                        <c:v>66.406470999999996</c:v>
                      </c:pt>
                      <c:pt idx="3663">
                        <c:v>66.404731999999996</c:v>
                      </c:pt>
                      <c:pt idx="3664">
                        <c:v>66.406479000000004</c:v>
                      </c:pt>
                      <c:pt idx="3665">
                        <c:v>66.406593000000001</c:v>
                      </c:pt>
                      <c:pt idx="3666">
                        <c:v>66.405411000000001</c:v>
                      </c:pt>
                      <c:pt idx="3667">
                        <c:v>66.405212000000006</c:v>
                      </c:pt>
                      <c:pt idx="3668">
                        <c:v>66.405868999999996</c:v>
                      </c:pt>
                      <c:pt idx="3669">
                        <c:v>66.404921999999999</c:v>
                      </c:pt>
                      <c:pt idx="3670">
                        <c:v>66.407036000000005</c:v>
                      </c:pt>
                      <c:pt idx="3671">
                        <c:v>66.408423999999997</c:v>
                      </c:pt>
                      <c:pt idx="3672">
                        <c:v>66.409469999999999</c:v>
                      </c:pt>
                      <c:pt idx="3673">
                        <c:v>66.410149000000004</c:v>
                      </c:pt>
                      <c:pt idx="3674">
                        <c:v>66.409903999999997</c:v>
                      </c:pt>
                      <c:pt idx="3675">
                        <c:v>66.40992</c:v>
                      </c:pt>
                      <c:pt idx="3676">
                        <c:v>66.409508000000002</c:v>
                      </c:pt>
                      <c:pt idx="3677">
                        <c:v>66.408966000000007</c:v>
                      </c:pt>
                      <c:pt idx="3678">
                        <c:v>66.409706</c:v>
                      </c:pt>
                      <c:pt idx="3679">
                        <c:v>66.410445999999993</c:v>
                      </c:pt>
                      <c:pt idx="3680">
                        <c:v>66.411804000000004</c:v>
                      </c:pt>
                      <c:pt idx="3681">
                        <c:v>66.413284000000004</c:v>
                      </c:pt>
                      <c:pt idx="3682">
                        <c:v>66.412993999999998</c:v>
                      </c:pt>
                      <c:pt idx="3683">
                        <c:v>66.411666999999994</c:v>
                      </c:pt>
                      <c:pt idx="3684">
                        <c:v>66.407227000000006</c:v>
                      </c:pt>
                      <c:pt idx="3685">
                        <c:v>66.349365000000006</c:v>
                      </c:pt>
                      <c:pt idx="3686">
                        <c:v>66.235198999999994</c:v>
                      </c:pt>
                      <c:pt idx="3687">
                        <c:v>66.146682999999996</c:v>
                      </c:pt>
                      <c:pt idx="3688">
                        <c:v>66.091385000000002</c:v>
                      </c:pt>
                      <c:pt idx="3689">
                        <c:v>66.076530000000005</c:v>
                      </c:pt>
                      <c:pt idx="3690">
                        <c:v>66.086776999999998</c:v>
                      </c:pt>
                      <c:pt idx="3691">
                        <c:v>66.116378999999995</c:v>
                      </c:pt>
                      <c:pt idx="3692">
                        <c:v>66.159774999999996</c:v>
                      </c:pt>
                      <c:pt idx="3693">
                        <c:v>66.211394999999996</c:v>
                      </c:pt>
                      <c:pt idx="3694">
                        <c:v>66.223549000000006</c:v>
                      </c:pt>
                      <c:pt idx="3695">
                        <c:v>66.196929999999995</c:v>
                      </c:pt>
                      <c:pt idx="3696">
                        <c:v>65.945892000000001</c:v>
                      </c:pt>
                      <c:pt idx="3697">
                        <c:v>65.574791000000005</c:v>
                      </c:pt>
                      <c:pt idx="3698">
                        <c:v>65.101371999999998</c:v>
                      </c:pt>
                      <c:pt idx="3699">
                        <c:v>64.564034000000007</c:v>
                      </c:pt>
                      <c:pt idx="3700">
                        <c:v>64.033859000000007</c:v>
                      </c:pt>
                      <c:pt idx="3701">
                        <c:v>63.416854999999998</c:v>
                      </c:pt>
                      <c:pt idx="3702">
                        <c:v>62.814597999999997</c:v>
                      </c:pt>
                      <c:pt idx="3703">
                        <c:v>62.251292999999997</c:v>
                      </c:pt>
                      <c:pt idx="3704">
                        <c:v>61.753242</c:v>
                      </c:pt>
                      <c:pt idx="3705">
                        <c:v>61.300907000000002</c:v>
                      </c:pt>
                      <c:pt idx="3706">
                        <c:v>60.922581000000001</c:v>
                      </c:pt>
                      <c:pt idx="3707">
                        <c:v>60.561726</c:v>
                      </c:pt>
                      <c:pt idx="3708">
                        <c:v>60.188789</c:v>
                      </c:pt>
                      <c:pt idx="3709">
                        <c:v>60.202545000000001</c:v>
                      </c:pt>
                      <c:pt idx="3710">
                        <c:v>60.383259000000002</c:v>
                      </c:pt>
                      <c:pt idx="3711">
                        <c:v>60.699508999999999</c:v>
                      </c:pt>
                      <c:pt idx="3712">
                        <c:v>61.108325999999998</c:v>
                      </c:pt>
                      <c:pt idx="3713">
                        <c:v>61.683914000000001</c:v>
                      </c:pt>
                      <c:pt idx="3714">
                        <c:v>62.152217999999998</c:v>
                      </c:pt>
                      <c:pt idx="3715">
                        <c:v>62.418014999999997</c:v>
                      </c:pt>
                      <c:pt idx="3716">
                        <c:v>62.513668000000003</c:v>
                      </c:pt>
                      <c:pt idx="3717">
                        <c:v>62.379992999999999</c:v>
                      </c:pt>
                      <c:pt idx="3718">
                        <c:v>62.071055999999999</c:v>
                      </c:pt>
                      <c:pt idx="3719">
                        <c:v>61.705429000000002</c:v>
                      </c:pt>
                      <c:pt idx="3720">
                        <c:v>61.317225999999998</c:v>
                      </c:pt>
                      <c:pt idx="3721">
                        <c:v>61.104782</c:v>
                      </c:pt>
                      <c:pt idx="3722">
                        <c:v>61.075020000000002</c:v>
                      </c:pt>
                      <c:pt idx="3723">
                        <c:v>61.192799000000001</c:v>
                      </c:pt>
                      <c:pt idx="3724">
                        <c:v>61.395198999999998</c:v>
                      </c:pt>
                      <c:pt idx="3725">
                        <c:v>61.539082000000001</c:v>
                      </c:pt>
                      <c:pt idx="3726">
                        <c:v>61.569290000000002</c:v>
                      </c:pt>
                      <c:pt idx="3727">
                        <c:v>61.385936999999998</c:v>
                      </c:pt>
                      <c:pt idx="3728">
                        <c:v>61.126838999999997</c:v>
                      </c:pt>
                      <c:pt idx="3729">
                        <c:v>60.846024</c:v>
                      </c:pt>
                      <c:pt idx="3730">
                        <c:v>60.656506</c:v>
                      </c:pt>
                      <c:pt idx="3731">
                        <c:v>60.625785999999998</c:v>
                      </c:pt>
                      <c:pt idx="3732">
                        <c:v>60.802349</c:v>
                      </c:pt>
                      <c:pt idx="3733">
                        <c:v>61.030417999999997</c:v>
                      </c:pt>
                      <c:pt idx="3734">
                        <c:v>61.300837999999999</c:v>
                      </c:pt>
                      <c:pt idx="3735">
                        <c:v>61.422877999999997</c:v>
                      </c:pt>
                      <c:pt idx="3736">
                        <c:v>61.349991000000003</c:v>
                      </c:pt>
                      <c:pt idx="3737">
                        <c:v>61.177489999999999</c:v>
                      </c:pt>
                      <c:pt idx="3738">
                        <c:v>61.015991</c:v>
                      </c:pt>
                      <c:pt idx="3739">
                        <c:v>60.576923000000001</c:v>
                      </c:pt>
                      <c:pt idx="3740">
                        <c:v>60.072978999999997</c:v>
                      </c:pt>
                      <c:pt idx="3741">
                        <c:v>59.766047999999998</c:v>
                      </c:pt>
                      <c:pt idx="3742">
                        <c:v>59.753478999999999</c:v>
                      </c:pt>
                      <c:pt idx="3743">
                        <c:v>59.890545000000003</c:v>
                      </c:pt>
                      <c:pt idx="3744">
                        <c:v>60.109164999999997</c:v>
                      </c:pt>
                      <c:pt idx="3745">
                        <c:v>60.212944</c:v>
                      </c:pt>
                      <c:pt idx="3746">
                        <c:v>60.161560000000001</c:v>
                      </c:pt>
                      <c:pt idx="3747">
                        <c:v>59.944870000000002</c:v>
                      </c:pt>
                      <c:pt idx="3748">
                        <c:v>59.658256999999999</c:v>
                      </c:pt>
                      <c:pt idx="3749">
                        <c:v>59.473736000000002</c:v>
                      </c:pt>
                      <c:pt idx="3750">
                        <c:v>59.430264000000001</c:v>
                      </c:pt>
                      <c:pt idx="3751">
                        <c:v>59.620902999999998</c:v>
                      </c:pt>
                      <c:pt idx="3752">
                        <c:v>59.892265000000002</c:v>
                      </c:pt>
                      <c:pt idx="3753">
                        <c:v>60.194183000000002</c:v>
                      </c:pt>
                      <c:pt idx="3754">
                        <c:v>60.385638999999998</c:v>
                      </c:pt>
                      <c:pt idx="3755">
                        <c:v>60.468159</c:v>
                      </c:pt>
                      <c:pt idx="3756">
                        <c:v>60.341754999999999</c:v>
                      </c:pt>
                      <c:pt idx="3757">
                        <c:v>59.944592</c:v>
                      </c:pt>
                      <c:pt idx="3758">
                        <c:v>59.518256999999998</c:v>
                      </c:pt>
                      <c:pt idx="3759">
                        <c:v>59.127541000000001</c:v>
                      </c:pt>
                      <c:pt idx="3760">
                        <c:v>58.736789999999999</c:v>
                      </c:pt>
                      <c:pt idx="3761">
                        <c:v>58.364742</c:v>
                      </c:pt>
                      <c:pt idx="3762">
                        <c:v>58.154552000000002</c:v>
                      </c:pt>
                      <c:pt idx="3763">
                        <c:v>58.133625000000002</c:v>
                      </c:pt>
                      <c:pt idx="3764">
                        <c:v>58.178139000000002</c:v>
                      </c:pt>
                      <c:pt idx="3765">
                        <c:v>58.225754000000002</c:v>
                      </c:pt>
                      <c:pt idx="3766">
                        <c:v>58.210402999999999</c:v>
                      </c:pt>
                      <c:pt idx="3767">
                        <c:v>58.053738000000003</c:v>
                      </c:pt>
                      <c:pt idx="3768">
                        <c:v>57.84198</c:v>
                      </c:pt>
                      <c:pt idx="3769">
                        <c:v>57.713073999999999</c:v>
                      </c:pt>
                      <c:pt idx="3770">
                        <c:v>57.638961999999999</c:v>
                      </c:pt>
                      <c:pt idx="3771">
                        <c:v>57.735813</c:v>
                      </c:pt>
                      <c:pt idx="3772">
                        <c:v>57.96772</c:v>
                      </c:pt>
                      <c:pt idx="3773">
                        <c:v>58.225082</c:v>
                      </c:pt>
                      <c:pt idx="3774">
                        <c:v>58.418072000000002</c:v>
                      </c:pt>
                      <c:pt idx="3775">
                        <c:v>58.492072999999998</c:v>
                      </c:pt>
                      <c:pt idx="3776">
                        <c:v>58.415852000000001</c:v>
                      </c:pt>
                      <c:pt idx="3777">
                        <c:v>58.258167</c:v>
                      </c:pt>
                      <c:pt idx="3778">
                        <c:v>57.920540000000003</c:v>
                      </c:pt>
                      <c:pt idx="3779">
                        <c:v>57.678043000000002</c:v>
                      </c:pt>
                      <c:pt idx="3780">
                        <c:v>57.489372000000003</c:v>
                      </c:pt>
                      <c:pt idx="3781">
                        <c:v>57.398262000000003</c:v>
                      </c:pt>
                      <c:pt idx="3782">
                        <c:v>57.365879</c:v>
                      </c:pt>
                      <c:pt idx="3783">
                        <c:v>57.492092</c:v>
                      </c:pt>
                      <c:pt idx="3784">
                        <c:v>57.668221000000003</c:v>
                      </c:pt>
                      <c:pt idx="3785">
                        <c:v>57.754967000000001</c:v>
                      </c:pt>
                      <c:pt idx="3786">
                        <c:v>57.645572999999999</c:v>
                      </c:pt>
                      <c:pt idx="3787">
                        <c:v>57.489857000000001</c:v>
                      </c:pt>
                      <c:pt idx="3788">
                        <c:v>57.301281000000003</c:v>
                      </c:pt>
                      <c:pt idx="3789">
                        <c:v>57.118614000000001</c:v>
                      </c:pt>
                      <c:pt idx="3790">
                        <c:v>56.939307999999997</c:v>
                      </c:pt>
                      <c:pt idx="3791">
                        <c:v>56.860076999999997</c:v>
                      </c:pt>
                      <c:pt idx="3792">
                        <c:v>56.873745</c:v>
                      </c:pt>
                      <c:pt idx="3793">
                        <c:v>56.935397999999999</c:v>
                      </c:pt>
                      <c:pt idx="3794">
                        <c:v>56.983234000000003</c:v>
                      </c:pt>
                      <c:pt idx="3795">
                        <c:v>56.976807000000001</c:v>
                      </c:pt>
                      <c:pt idx="3796">
                        <c:v>56.889628999999999</c:v>
                      </c:pt>
                      <c:pt idx="3797">
                        <c:v>56.673023000000001</c:v>
                      </c:pt>
                      <c:pt idx="3798">
                        <c:v>56.311717999999999</c:v>
                      </c:pt>
                      <c:pt idx="3799">
                        <c:v>55.851391</c:v>
                      </c:pt>
                      <c:pt idx="3800">
                        <c:v>55.304192</c:v>
                      </c:pt>
                      <c:pt idx="3801">
                        <c:v>54.565773</c:v>
                      </c:pt>
                      <c:pt idx="3802">
                        <c:v>53.663730999999999</c:v>
                      </c:pt>
                      <c:pt idx="3803">
                        <c:v>52.566017000000002</c:v>
                      </c:pt>
                      <c:pt idx="3804">
                        <c:v>50.917487999999999</c:v>
                      </c:pt>
                      <c:pt idx="3805">
                        <c:v>48.614761000000001</c:v>
                      </c:pt>
                      <c:pt idx="3806">
                        <c:v>45.753535999999997</c:v>
                      </c:pt>
                      <c:pt idx="3807">
                        <c:v>42.084808000000002</c:v>
                      </c:pt>
                      <c:pt idx="3808">
                        <c:v>38.236548999999997</c:v>
                      </c:pt>
                      <c:pt idx="3809">
                        <c:v>36.913589000000002</c:v>
                      </c:pt>
                      <c:pt idx="3810">
                        <c:v>37.022334999999998</c:v>
                      </c:pt>
                      <c:pt idx="3811">
                        <c:v>37.481155000000001</c:v>
                      </c:pt>
                      <c:pt idx="3812">
                        <c:v>39.563682999999997</c:v>
                      </c:pt>
                      <c:pt idx="3813">
                        <c:v>41.819191000000004</c:v>
                      </c:pt>
                      <c:pt idx="3814">
                        <c:v>43.995491000000001</c:v>
                      </c:pt>
                      <c:pt idx="3815">
                        <c:v>45.864761000000001</c:v>
                      </c:pt>
                      <c:pt idx="3816">
                        <c:v>47.321243000000003</c:v>
                      </c:pt>
                      <c:pt idx="3817">
                        <c:v>48.352817999999999</c:v>
                      </c:pt>
                      <c:pt idx="3818">
                        <c:v>49.051647000000003</c:v>
                      </c:pt>
                      <c:pt idx="3819">
                        <c:v>49.521324</c:v>
                      </c:pt>
                      <c:pt idx="3820">
                        <c:v>49.848880999999999</c:v>
                      </c:pt>
                      <c:pt idx="3821">
                        <c:v>50.105946000000003</c:v>
                      </c:pt>
                      <c:pt idx="3822">
                        <c:v>50.344849000000004</c:v>
                      </c:pt>
                      <c:pt idx="3823">
                        <c:v>50.617435</c:v>
                      </c:pt>
                      <c:pt idx="3824">
                        <c:v>50.848624999999998</c:v>
                      </c:pt>
                      <c:pt idx="3825">
                        <c:v>50.995353999999999</c:v>
                      </c:pt>
                      <c:pt idx="3826">
                        <c:v>51.021908000000003</c:v>
                      </c:pt>
                      <c:pt idx="3827">
                        <c:v>50.945610000000002</c:v>
                      </c:pt>
                      <c:pt idx="3828">
                        <c:v>50.78463</c:v>
                      </c:pt>
                      <c:pt idx="3829">
                        <c:v>50.621367999999997</c:v>
                      </c:pt>
                      <c:pt idx="3830">
                        <c:v>50.471260000000001</c:v>
                      </c:pt>
                      <c:pt idx="3831">
                        <c:v>50.346325</c:v>
                      </c:pt>
                      <c:pt idx="3832">
                        <c:v>50.278281999999997</c:v>
                      </c:pt>
                      <c:pt idx="3833">
                        <c:v>50.306454000000002</c:v>
                      </c:pt>
                      <c:pt idx="3834">
                        <c:v>50.349445000000003</c:v>
                      </c:pt>
                      <c:pt idx="3835">
                        <c:v>50.365577999999999</c:v>
                      </c:pt>
                      <c:pt idx="3836">
                        <c:v>50.317126999999999</c:v>
                      </c:pt>
                      <c:pt idx="3837">
                        <c:v>50.208995999999999</c:v>
                      </c:pt>
                      <c:pt idx="3838">
                        <c:v>50.06926</c:v>
                      </c:pt>
                      <c:pt idx="3839">
                        <c:v>49.912951999999997</c:v>
                      </c:pt>
                      <c:pt idx="3840">
                        <c:v>49.796126999999998</c:v>
                      </c:pt>
                      <c:pt idx="3841">
                        <c:v>49.713017000000001</c:v>
                      </c:pt>
                      <c:pt idx="3842">
                        <c:v>49.657027999999997</c:v>
                      </c:pt>
                      <c:pt idx="3843">
                        <c:v>49.647167000000003</c:v>
                      </c:pt>
                      <c:pt idx="3844">
                        <c:v>49.675617000000003</c:v>
                      </c:pt>
                      <c:pt idx="3845">
                        <c:v>49.685805999999999</c:v>
                      </c:pt>
                      <c:pt idx="3846">
                        <c:v>49.654254999999999</c:v>
                      </c:pt>
                      <c:pt idx="3847">
                        <c:v>49.577559999999998</c:v>
                      </c:pt>
                      <c:pt idx="3848">
                        <c:v>49.476402</c:v>
                      </c:pt>
                      <c:pt idx="3849">
                        <c:v>49.335785000000001</c:v>
                      </c:pt>
                      <c:pt idx="3850">
                        <c:v>49.212311</c:v>
                      </c:pt>
                      <c:pt idx="3851">
                        <c:v>49.122394999999997</c:v>
                      </c:pt>
                      <c:pt idx="3852">
                        <c:v>49.132812999999999</c:v>
                      </c:pt>
                      <c:pt idx="3853">
                        <c:v>49.171863999999999</c:v>
                      </c:pt>
                      <c:pt idx="3854">
                        <c:v>49.219481999999999</c:v>
                      </c:pt>
                      <c:pt idx="3855">
                        <c:v>49.245967999999998</c:v>
                      </c:pt>
                      <c:pt idx="3856">
                        <c:v>49.198425</c:v>
                      </c:pt>
                      <c:pt idx="3857">
                        <c:v>49.125523000000001</c:v>
                      </c:pt>
                      <c:pt idx="3858">
                        <c:v>49.008609999999997</c:v>
                      </c:pt>
                      <c:pt idx="3859">
                        <c:v>48.881176000000004</c:v>
                      </c:pt>
                      <c:pt idx="3860">
                        <c:v>48.774864000000001</c:v>
                      </c:pt>
                      <c:pt idx="3861">
                        <c:v>48.724376999999997</c:v>
                      </c:pt>
                      <c:pt idx="3862">
                        <c:v>48.722510999999997</c:v>
                      </c:pt>
                      <c:pt idx="3863">
                        <c:v>48.794105999999999</c:v>
                      </c:pt>
                      <c:pt idx="3864">
                        <c:v>48.862141000000001</c:v>
                      </c:pt>
                      <c:pt idx="3865">
                        <c:v>48.884731000000002</c:v>
                      </c:pt>
                      <c:pt idx="3866">
                        <c:v>48.867415999999999</c:v>
                      </c:pt>
                      <c:pt idx="3867">
                        <c:v>48.780116999999997</c:v>
                      </c:pt>
                      <c:pt idx="3868">
                        <c:v>48.659519000000003</c:v>
                      </c:pt>
                      <c:pt idx="3869">
                        <c:v>48.546581000000003</c:v>
                      </c:pt>
                      <c:pt idx="3870">
                        <c:v>48.460814999999997</c:v>
                      </c:pt>
                      <c:pt idx="3871">
                        <c:v>48.426830000000002</c:v>
                      </c:pt>
                      <c:pt idx="3872">
                        <c:v>48.447524999999999</c:v>
                      </c:pt>
                      <c:pt idx="3873">
                        <c:v>48.503300000000003</c:v>
                      </c:pt>
                      <c:pt idx="3874">
                        <c:v>48.557307999999999</c:v>
                      </c:pt>
                      <c:pt idx="3875">
                        <c:v>48.584442000000003</c:v>
                      </c:pt>
                      <c:pt idx="3876">
                        <c:v>48.559798999999998</c:v>
                      </c:pt>
                      <c:pt idx="3877">
                        <c:v>48.477848000000002</c:v>
                      </c:pt>
                      <c:pt idx="3878">
                        <c:v>48.375655999999999</c:v>
                      </c:pt>
                      <c:pt idx="3879">
                        <c:v>48.278075999999999</c:v>
                      </c:pt>
                      <c:pt idx="3880">
                        <c:v>48.208809000000002</c:v>
                      </c:pt>
                      <c:pt idx="3881">
                        <c:v>48.191307000000002</c:v>
                      </c:pt>
                      <c:pt idx="3882">
                        <c:v>48.218162999999997</c:v>
                      </c:pt>
                      <c:pt idx="3883">
                        <c:v>48.272773999999998</c:v>
                      </c:pt>
                      <c:pt idx="3884">
                        <c:v>48.357033000000001</c:v>
                      </c:pt>
                      <c:pt idx="3885">
                        <c:v>48.361496000000002</c:v>
                      </c:pt>
                      <c:pt idx="3886">
                        <c:v>48.304962000000003</c:v>
                      </c:pt>
                      <c:pt idx="3887">
                        <c:v>48.216819999999998</c:v>
                      </c:pt>
                      <c:pt idx="3888">
                        <c:v>48.149540000000002</c:v>
                      </c:pt>
                      <c:pt idx="3889">
                        <c:v>48.051594000000001</c:v>
                      </c:pt>
                      <c:pt idx="3890">
                        <c:v>48.007820000000002</c:v>
                      </c:pt>
                      <c:pt idx="3891">
                        <c:v>48.035313000000002</c:v>
                      </c:pt>
                      <c:pt idx="3892">
                        <c:v>48.057792999999997</c:v>
                      </c:pt>
                      <c:pt idx="3893">
                        <c:v>48.119788999999997</c:v>
                      </c:pt>
                      <c:pt idx="3894">
                        <c:v>48.145870000000002</c:v>
                      </c:pt>
                      <c:pt idx="3895">
                        <c:v>48.155140000000003</c:v>
                      </c:pt>
                      <c:pt idx="3896">
                        <c:v>48.104087999999997</c:v>
                      </c:pt>
                      <c:pt idx="3897">
                        <c:v>48.025002000000001</c:v>
                      </c:pt>
                      <c:pt idx="3898">
                        <c:v>47.948264999999999</c:v>
                      </c:pt>
                      <c:pt idx="3899">
                        <c:v>47.858505000000001</c:v>
                      </c:pt>
                      <c:pt idx="3900">
                        <c:v>47.821648000000003</c:v>
                      </c:pt>
                      <c:pt idx="3901">
                        <c:v>47.850819000000001</c:v>
                      </c:pt>
                      <c:pt idx="3902">
                        <c:v>47.903132999999997</c:v>
                      </c:pt>
                      <c:pt idx="3903">
                        <c:v>47.967426000000003</c:v>
                      </c:pt>
                      <c:pt idx="3904">
                        <c:v>48.016483000000001</c:v>
                      </c:pt>
                      <c:pt idx="3905">
                        <c:v>48.011971000000003</c:v>
                      </c:pt>
                      <c:pt idx="3906">
                        <c:v>47.966385000000002</c:v>
                      </c:pt>
                      <c:pt idx="3907">
                        <c:v>47.880051000000002</c:v>
                      </c:pt>
                      <c:pt idx="3908">
                        <c:v>47.780380000000001</c:v>
                      </c:pt>
                      <c:pt idx="3909">
                        <c:v>47.71949</c:v>
                      </c:pt>
                      <c:pt idx="3910">
                        <c:v>47.684905999999998</c:v>
                      </c:pt>
                      <c:pt idx="3911">
                        <c:v>47.696434000000004</c:v>
                      </c:pt>
                      <c:pt idx="3912">
                        <c:v>47.731949</c:v>
                      </c:pt>
                      <c:pt idx="3913">
                        <c:v>47.7864</c:v>
                      </c:pt>
                      <c:pt idx="3914">
                        <c:v>47.815627999999997</c:v>
                      </c:pt>
                      <c:pt idx="3915">
                        <c:v>47.814636</c:v>
                      </c:pt>
                      <c:pt idx="3916">
                        <c:v>47.767574000000003</c:v>
                      </c:pt>
                      <c:pt idx="3917">
                        <c:v>47.683810999999999</c:v>
                      </c:pt>
                      <c:pt idx="3918">
                        <c:v>47.599865000000001</c:v>
                      </c:pt>
                      <c:pt idx="3919">
                        <c:v>47.549782</c:v>
                      </c:pt>
                      <c:pt idx="3920">
                        <c:v>47.538333999999999</c:v>
                      </c:pt>
                      <c:pt idx="3921">
                        <c:v>47.556018999999999</c:v>
                      </c:pt>
                      <c:pt idx="3922">
                        <c:v>47.590546000000003</c:v>
                      </c:pt>
                      <c:pt idx="3923">
                        <c:v>47.610591999999997</c:v>
                      </c:pt>
                      <c:pt idx="3924">
                        <c:v>47.634548000000002</c:v>
                      </c:pt>
                      <c:pt idx="3925">
                        <c:v>47.625694000000003</c:v>
                      </c:pt>
                      <c:pt idx="3926">
                        <c:v>47.589042999999997</c:v>
                      </c:pt>
                      <c:pt idx="3927">
                        <c:v>47.506019999999999</c:v>
                      </c:pt>
                      <c:pt idx="3928">
                        <c:v>47.420043999999997</c:v>
                      </c:pt>
                      <c:pt idx="3929">
                        <c:v>47.358265000000003</c:v>
                      </c:pt>
                      <c:pt idx="3930">
                        <c:v>47.313648000000001</c:v>
                      </c:pt>
                      <c:pt idx="3931">
                        <c:v>47.345149999999997</c:v>
                      </c:pt>
                      <c:pt idx="3932">
                        <c:v>47.405406999999997</c:v>
                      </c:pt>
                      <c:pt idx="3933">
                        <c:v>47.448073999999998</c:v>
                      </c:pt>
                      <c:pt idx="3934">
                        <c:v>47.472465999999997</c:v>
                      </c:pt>
                      <c:pt idx="3935">
                        <c:v>47.449081</c:v>
                      </c:pt>
                      <c:pt idx="3936">
                        <c:v>47.357723</c:v>
                      </c:pt>
                      <c:pt idx="3937">
                        <c:v>47.245719999999999</c:v>
                      </c:pt>
                      <c:pt idx="3938">
                        <c:v>47.150123999999998</c:v>
                      </c:pt>
                      <c:pt idx="3939">
                        <c:v>47.107449000000003</c:v>
                      </c:pt>
                      <c:pt idx="3940">
                        <c:v>47.105601999999998</c:v>
                      </c:pt>
                      <c:pt idx="3941">
                        <c:v>47.121979000000003</c:v>
                      </c:pt>
                      <c:pt idx="3942">
                        <c:v>47.180267000000001</c:v>
                      </c:pt>
                      <c:pt idx="3943">
                        <c:v>47.223030000000001</c:v>
                      </c:pt>
                      <c:pt idx="3944">
                        <c:v>47.225738999999997</c:v>
                      </c:pt>
                      <c:pt idx="3945">
                        <c:v>47.177967000000002</c:v>
                      </c:pt>
                      <c:pt idx="3946">
                        <c:v>47.101658</c:v>
                      </c:pt>
                      <c:pt idx="3947">
                        <c:v>47.008110000000002</c:v>
                      </c:pt>
                      <c:pt idx="3948">
                        <c:v>46.937930999999999</c:v>
                      </c:pt>
                      <c:pt idx="3949">
                        <c:v>46.901646</c:v>
                      </c:pt>
                      <c:pt idx="3950">
                        <c:v>46.903087999999997</c:v>
                      </c:pt>
                      <c:pt idx="3951">
                        <c:v>46.927146999999998</c:v>
                      </c:pt>
                      <c:pt idx="3952">
                        <c:v>46.938557000000003</c:v>
                      </c:pt>
                      <c:pt idx="3953">
                        <c:v>46.940350000000002</c:v>
                      </c:pt>
                      <c:pt idx="3954">
                        <c:v>46.9133</c:v>
                      </c:pt>
                      <c:pt idx="3955">
                        <c:v>46.862492000000003</c:v>
                      </c:pt>
                      <c:pt idx="3956">
                        <c:v>46.803131</c:v>
                      </c:pt>
                      <c:pt idx="3957">
                        <c:v>46.759673999999997</c:v>
                      </c:pt>
                      <c:pt idx="3958">
                        <c:v>46.715294</c:v>
                      </c:pt>
                      <c:pt idx="3959">
                        <c:v>46.678722</c:v>
                      </c:pt>
                      <c:pt idx="3960">
                        <c:v>46.677906</c:v>
                      </c:pt>
                      <c:pt idx="3961">
                        <c:v>46.693001000000002</c:v>
                      </c:pt>
                      <c:pt idx="3962">
                        <c:v>46.703968000000003</c:v>
                      </c:pt>
                      <c:pt idx="3963">
                        <c:v>46.707138</c:v>
                      </c:pt>
                      <c:pt idx="3964">
                        <c:v>46.695613999999999</c:v>
                      </c:pt>
                      <c:pt idx="3965">
                        <c:v>46.673222000000003</c:v>
                      </c:pt>
                      <c:pt idx="3966">
                        <c:v>46.602252999999997</c:v>
                      </c:pt>
                      <c:pt idx="3967">
                        <c:v>46.532608000000003</c:v>
                      </c:pt>
                      <c:pt idx="3968">
                        <c:v>46.486415999999998</c:v>
                      </c:pt>
                      <c:pt idx="3969">
                        <c:v>46.477618999999997</c:v>
                      </c:pt>
                      <c:pt idx="3970">
                        <c:v>46.481482999999997</c:v>
                      </c:pt>
                      <c:pt idx="3971">
                        <c:v>46.490147</c:v>
                      </c:pt>
                      <c:pt idx="3972">
                        <c:v>46.499695000000003</c:v>
                      </c:pt>
                      <c:pt idx="3973">
                        <c:v>46.494694000000003</c:v>
                      </c:pt>
                      <c:pt idx="3974">
                        <c:v>46.470309999999998</c:v>
                      </c:pt>
                      <c:pt idx="3975">
                        <c:v>46.413516999999999</c:v>
                      </c:pt>
                      <c:pt idx="3976">
                        <c:v>46.335326999999999</c:v>
                      </c:pt>
                      <c:pt idx="3977">
                        <c:v>46.271403999999997</c:v>
                      </c:pt>
                      <c:pt idx="3978">
                        <c:v>46.223475999999998</c:v>
                      </c:pt>
                      <c:pt idx="3979">
                        <c:v>46.184528</c:v>
                      </c:pt>
                      <c:pt idx="3980">
                        <c:v>46.171936000000002</c:v>
                      </c:pt>
                      <c:pt idx="3981">
                        <c:v>46.148636000000003</c:v>
                      </c:pt>
                      <c:pt idx="3982">
                        <c:v>46.125892999999998</c:v>
                      </c:pt>
                      <c:pt idx="3983">
                        <c:v>46.098038000000003</c:v>
                      </c:pt>
                      <c:pt idx="3984">
                        <c:v>46.074359999999999</c:v>
                      </c:pt>
                      <c:pt idx="3985">
                        <c:v>46.041355000000003</c:v>
                      </c:pt>
                      <c:pt idx="3986">
                        <c:v>46.007801000000001</c:v>
                      </c:pt>
                      <c:pt idx="3987">
                        <c:v>45.982261999999999</c:v>
                      </c:pt>
                      <c:pt idx="3988">
                        <c:v>45.991238000000003</c:v>
                      </c:pt>
                      <c:pt idx="3989">
                        <c:v>46.008414999999999</c:v>
                      </c:pt>
                      <c:pt idx="3990">
                        <c:v>46.040497000000002</c:v>
                      </c:pt>
                      <c:pt idx="3991">
                        <c:v>46.057198</c:v>
                      </c:pt>
                      <c:pt idx="3992">
                        <c:v>46.064827000000001</c:v>
                      </c:pt>
                      <c:pt idx="3993">
                        <c:v>46.058388000000001</c:v>
                      </c:pt>
                      <c:pt idx="3994">
                        <c:v>46.022480000000002</c:v>
                      </c:pt>
                      <c:pt idx="3995">
                        <c:v>45.969574000000001</c:v>
                      </c:pt>
                      <c:pt idx="3996">
                        <c:v>45.916331999999997</c:v>
                      </c:pt>
                      <c:pt idx="3997">
                        <c:v>45.878520999999999</c:v>
                      </c:pt>
                      <c:pt idx="3998">
                        <c:v>45.850974999999998</c:v>
                      </c:pt>
                      <c:pt idx="3999">
                        <c:v>45.828952999999998</c:v>
                      </c:pt>
                      <c:pt idx="4000">
                        <c:v>45.809212000000002</c:v>
                      </c:pt>
                      <c:pt idx="4001">
                        <c:v>45.807094999999997</c:v>
                      </c:pt>
                      <c:pt idx="4002">
                        <c:v>45.803978000000001</c:v>
                      </c:pt>
                      <c:pt idx="4003">
                        <c:v>45.793869000000001</c:v>
                      </c:pt>
                      <c:pt idx="4004">
                        <c:v>45.748016</c:v>
                      </c:pt>
                      <c:pt idx="4005">
                        <c:v>45.699168999999998</c:v>
                      </c:pt>
                      <c:pt idx="4006">
                        <c:v>45.652931000000002</c:v>
                      </c:pt>
                      <c:pt idx="4007">
                        <c:v>45.612476000000001</c:v>
                      </c:pt>
                      <c:pt idx="4008">
                        <c:v>45.584656000000003</c:v>
                      </c:pt>
                      <c:pt idx="4009">
                        <c:v>45.566291999999997</c:v>
                      </c:pt>
                      <c:pt idx="4010">
                        <c:v>45.558750000000003</c:v>
                      </c:pt>
                      <c:pt idx="4011">
                        <c:v>45.547080999999999</c:v>
                      </c:pt>
                      <c:pt idx="4012">
                        <c:v>45.539425000000001</c:v>
                      </c:pt>
                      <c:pt idx="4013">
                        <c:v>45.518433000000002</c:v>
                      </c:pt>
                      <c:pt idx="4014">
                        <c:v>45.480389000000002</c:v>
                      </c:pt>
                      <c:pt idx="4015">
                        <c:v>45.428882999999999</c:v>
                      </c:pt>
                      <c:pt idx="4016">
                        <c:v>45.390689999999999</c:v>
                      </c:pt>
                      <c:pt idx="4017">
                        <c:v>45.403419</c:v>
                      </c:pt>
                      <c:pt idx="4018">
                        <c:v>45.488045</c:v>
                      </c:pt>
                      <c:pt idx="4019">
                        <c:v>45.661963999999998</c:v>
                      </c:pt>
                      <c:pt idx="4020">
                        <c:v>45.969593000000003</c:v>
                      </c:pt>
                      <c:pt idx="4021">
                        <c:v>46.434826000000001</c:v>
                      </c:pt>
                      <c:pt idx="4022">
                        <c:v>47.015369</c:v>
                      </c:pt>
                      <c:pt idx="4023">
                        <c:v>47.581679999999999</c:v>
                      </c:pt>
                      <c:pt idx="4024">
                        <c:v>47.997681</c:v>
                      </c:pt>
                      <c:pt idx="4025">
                        <c:v>48.211655</c:v>
                      </c:pt>
                      <c:pt idx="4026">
                        <c:v>48.230637000000002</c:v>
                      </c:pt>
                      <c:pt idx="4027">
                        <c:v>47.275100999999999</c:v>
                      </c:pt>
                      <c:pt idx="4028">
                        <c:v>46.322249999999997</c:v>
                      </c:pt>
                      <c:pt idx="4029">
                        <c:v>45.743716999999997</c:v>
                      </c:pt>
                      <c:pt idx="4030">
                        <c:v>45.433501999999997</c:v>
                      </c:pt>
                      <c:pt idx="4031">
                        <c:v>45.279575000000001</c:v>
                      </c:pt>
                      <c:pt idx="4032">
                        <c:v>45.196582999999997</c:v>
                      </c:pt>
                      <c:pt idx="4033">
                        <c:v>45.137797999999997</c:v>
                      </c:pt>
                      <c:pt idx="4034">
                        <c:v>45.083824</c:v>
                      </c:pt>
                      <c:pt idx="4035">
                        <c:v>45.022049000000003</c:v>
                      </c:pt>
                      <c:pt idx="4036">
                        <c:v>44.967917999999997</c:v>
                      </c:pt>
                      <c:pt idx="4037">
                        <c:v>44.907310000000003</c:v>
                      </c:pt>
                      <c:pt idx="4038">
                        <c:v>44.876373000000001</c:v>
                      </c:pt>
                      <c:pt idx="4039">
                        <c:v>44.861832</c:v>
                      </c:pt>
                      <c:pt idx="4040">
                        <c:v>44.855446000000001</c:v>
                      </c:pt>
                      <c:pt idx="4041">
                        <c:v>44.842674000000002</c:v>
                      </c:pt>
                      <c:pt idx="4042">
                        <c:v>44.821486999999998</c:v>
                      </c:pt>
                      <c:pt idx="4043">
                        <c:v>44.797103999999997</c:v>
                      </c:pt>
                      <c:pt idx="4044">
                        <c:v>44.769736999999999</c:v>
                      </c:pt>
                      <c:pt idx="4045">
                        <c:v>44.740349000000002</c:v>
                      </c:pt>
                      <c:pt idx="4046">
                        <c:v>44.707492999999999</c:v>
                      </c:pt>
                      <c:pt idx="4047">
                        <c:v>44.666634000000002</c:v>
                      </c:pt>
                      <c:pt idx="4048">
                        <c:v>44.629002</c:v>
                      </c:pt>
                      <c:pt idx="4049">
                        <c:v>44.595097000000003</c:v>
                      </c:pt>
                      <c:pt idx="4050">
                        <c:v>44.561424000000002</c:v>
                      </c:pt>
                      <c:pt idx="4051">
                        <c:v>44.530926000000001</c:v>
                      </c:pt>
                      <c:pt idx="4052">
                        <c:v>44.499008000000003</c:v>
                      </c:pt>
                      <c:pt idx="4053">
                        <c:v>44.466358</c:v>
                      </c:pt>
                      <c:pt idx="4054">
                        <c:v>44.432720000000003</c:v>
                      </c:pt>
                      <c:pt idx="4055">
                        <c:v>44.403404000000002</c:v>
                      </c:pt>
                      <c:pt idx="4056">
                        <c:v>44.371791999999999</c:v>
                      </c:pt>
                      <c:pt idx="4057">
                        <c:v>44.340313000000002</c:v>
                      </c:pt>
                      <c:pt idx="4058">
                        <c:v>44.306736000000001</c:v>
                      </c:pt>
                      <c:pt idx="4059">
                        <c:v>44.282791000000003</c:v>
                      </c:pt>
                      <c:pt idx="4060">
                        <c:v>44.255629999999996</c:v>
                      </c:pt>
                      <c:pt idx="4061">
                        <c:v>44.229846999999999</c:v>
                      </c:pt>
                      <c:pt idx="4062">
                        <c:v>44.204932999999997</c:v>
                      </c:pt>
                      <c:pt idx="4063">
                        <c:v>44.180613999999998</c:v>
                      </c:pt>
                      <c:pt idx="4064">
                        <c:v>44.14716</c:v>
                      </c:pt>
                      <c:pt idx="4065">
                        <c:v>44.113830999999998</c:v>
                      </c:pt>
                      <c:pt idx="4066">
                        <c:v>44.080455999999998</c:v>
                      </c:pt>
                      <c:pt idx="4067">
                        <c:v>44.046771999999997</c:v>
                      </c:pt>
                      <c:pt idx="4068">
                        <c:v>44.020710000000001</c:v>
                      </c:pt>
                      <c:pt idx="4069">
                        <c:v>44.000031</c:v>
                      </c:pt>
                      <c:pt idx="4070">
                        <c:v>43.979069000000003</c:v>
                      </c:pt>
                      <c:pt idx="4071">
                        <c:v>43.956595999999998</c:v>
                      </c:pt>
                      <c:pt idx="4072">
                        <c:v>43.932307999999999</c:v>
                      </c:pt>
                      <c:pt idx="4073">
                        <c:v>43.900700000000001</c:v>
                      </c:pt>
                      <c:pt idx="4074">
                        <c:v>43.868122</c:v>
                      </c:pt>
                      <c:pt idx="4075">
                        <c:v>43.833275</c:v>
                      </c:pt>
                      <c:pt idx="4076">
                        <c:v>43.798935</c:v>
                      </c:pt>
                      <c:pt idx="4077">
                        <c:v>43.760967000000001</c:v>
                      </c:pt>
                      <c:pt idx="4078">
                        <c:v>43.736426999999999</c:v>
                      </c:pt>
                      <c:pt idx="4079">
                        <c:v>43.717002999999998</c:v>
                      </c:pt>
                      <c:pt idx="4080">
                        <c:v>43.700828999999999</c:v>
                      </c:pt>
                      <c:pt idx="4081">
                        <c:v>43.684921000000003</c:v>
                      </c:pt>
                      <c:pt idx="4082">
                        <c:v>43.667243999999997</c:v>
                      </c:pt>
                      <c:pt idx="4083">
                        <c:v>43.642409999999998</c:v>
                      </c:pt>
                      <c:pt idx="4084">
                        <c:v>43.603920000000002</c:v>
                      </c:pt>
                      <c:pt idx="4085">
                        <c:v>43.563662999999998</c:v>
                      </c:pt>
                      <c:pt idx="4086">
                        <c:v>43.527709999999999</c:v>
                      </c:pt>
                      <c:pt idx="4087">
                        <c:v>43.489821999999997</c:v>
                      </c:pt>
                      <c:pt idx="4088">
                        <c:v>43.462947999999997</c:v>
                      </c:pt>
                      <c:pt idx="4089">
                        <c:v>43.441051000000002</c:v>
                      </c:pt>
                      <c:pt idx="4090">
                        <c:v>43.430809000000004</c:v>
                      </c:pt>
                      <c:pt idx="4091">
                        <c:v>43.419364999999999</c:v>
                      </c:pt>
                      <c:pt idx="4092">
                        <c:v>43.398991000000002</c:v>
                      </c:pt>
                      <c:pt idx="4093">
                        <c:v>43.372272000000002</c:v>
                      </c:pt>
                      <c:pt idx="4094">
                        <c:v>43.333053999999997</c:v>
                      </c:pt>
                      <c:pt idx="4095">
                        <c:v>43.293072000000002</c:v>
                      </c:pt>
                      <c:pt idx="4096">
                        <c:v>43.253428999999997</c:v>
                      </c:pt>
                      <c:pt idx="4097">
                        <c:v>43.219681000000001</c:v>
                      </c:pt>
                      <c:pt idx="4098">
                        <c:v>43.198174000000002</c:v>
                      </c:pt>
                      <c:pt idx="4099">
                        <c:v>43.177238000000003</c:v>
                      </c:pt>
                      <c:pt idx="4100">
                        <c:v>43.158878000000001</c:v>
                      </c:pt>
                      <c:pt idx="4101">
                        <c:v>43.142547999999998</c:v>
                      </c:pt>
                      <c:pt idx="4102">
                        <c:v>43.117485000000002</c:v>
                      </c:pt>
                      <c:pt idx="4103">
                        <c:v>43.092300000000002</c:v>
                      </c:pt>
                      <c:pt idx="4104">
                        <c:v>43.051623999999997</c:v>
                      </c:pt>
                      <c:pt idx="4105">
                        <c:v>42.999080999999997</c:v>
                      </c:pt>
                      <c:pt idx="4106">
                        <c:v>42.953601999999997</c:v>
                      </c:pt>
                      <c:pt idx="4107">
                        <c:v>42.918937999999997</c:v>
                      </c:pt>
                      <c:pt idx="4108">
                        <c:v>42.897925999999998</c:v>
                      </c:pt>
                      <c:pt idx="4109">
                        <c:v>42.880530999999998</c:v>
                      </c:pt>
                      <c:pt idx="4110">
                        <c:v>42.861618</c:v>
                      </c:pt>
                      <c:pt idx="4111">
                        <c:v>42.843268999999999</c:v>
                      </c:pt>
                      <c:pt idx="4112">
                        <c:v>42.827461</c:v>
                      </c:pt>
                      <c:pt idx="4113">
                        <c:v>42.800026000000003</c:v>
                      </c:pt>
                      <c:pt idx="4114">
                        <c:v>42.755580999999999</c:v>
                      </c:pt>
                      <c:pt idx="4115">
                        <c:v>42.702469000000001</c:v>
                      </c:pt>
                      <c:pt idx="4116">
                        <c:v>42.657375000000002</c:v>
                      </c:pt>
                      <c:pt idx="4117">
                        <c:v>42.631207000000003</c:v>
                      </c:pt>
                      <c:pt idx="4118">
                        <c:v>42.602612000000001</c:v>
                      </c:pt>
                      <c:pt idx="4119">
                        <c:v>42.579338</c:v>
                      </c:pt>
                      <c:pt idx="4120">
                        <c:v>42.560783000000001</c:v>
                      </c:pt>
                      <c:pt idx="4121">
                        <c:v>42.547291000000001</c:v>
                      </c:pt>
                      <c:pt idx="4122">
                        <c:v>42.528488000000003</c:v>
                      </c:pt>
                      <c:pt idx="4123">
                        <c:v>42.504500999999998</c:v>
                      </c:pt>
                      <c:pt idx="4124">
                        <c:v>42.466461000000002</c:v>
                      </c:pt>
                      <c:pt idx="4125">
                        <c:v>42.425624999999997</c:v>
                      </c:pt>
                      <c:pt idx="4126">
                        <c:v>42.389206000000001</c:v>
                      </c:pt>
                      <c:pt idx="4127">
                        <c:v>42.352843999999997</c:v>
                      </c:pt>
                      <c:pt idx="4128">
                        <c:v>42.325099999999999</c:v>
                      </c:pt>
                      <c:pt idx="4129">
                        <c:v>42.303925</c:v>
                      </c:pt>
                      <c:pt idx="4130">
                        <c:v>42.288657999999998</c:v>
                      </c:pt>
                      <c:pt idx="4131">
                        <c:v>42.276268000000002</c:v>
                      </c:pt>
                      <c:pt idx="4132">
                        <c:v>42.262614999999997</c:v>
                      </c:pt>
                      <c:pt idx="4133">
                        <c:v>42.231704999999998</c:v>
                      </c:pt>
                      <c:pt idx="4134">
                        <c:v>42.191913999999997</c:v>
                      </c:pt>
                      <c:pt idx="4135">
                        <c:v>42.147224000000001</c:v>
                      </c:pt>
                      <c:pt idx="4136">
                        <c:v>42.105293000000003</c:v>
                      </c:pt>
                      <c:pt idx="4137">
                        <c:v>42.062835999999997</c:v>
                      </c:pt>
                      <c:pt idx="4138">
                        <c:v>42.033240999999997</c:v>
                      </c:pt>
                      <c:pt idx="4139">
                        <c:v>42.008865</c:v>
                      </c:pt>
                      <c:pt idx="4140">
                        <c:v>41.986401000000001</c:v>
                      </c:pt>
                      <c:pt idx="4141">
                        <c:v>41.972087999999999</c:v>
                      </c:pt>
                      <c:pt idx="4142">
                        <c:v>41.957400999999997</c:v>
                      </c:pt>
                      <c:pt idx="4143">
                        <c:v>41.929020000000001</c:v>
                      </c:pt>
                      <c:pt idx="4144">
                        <c:v>41.887062</c:v>
                      </c:pt>
                      <c:pt idx="4145">
                        <c:v>41.835116999999997</c:v>
                      </c:pt>
                      <c:pt idx="4146">
                        <c:v>41.788944000000001</c:v>
                      </c:pt>
                      <c:pt idx="4147">
                        <c:v>41.745013999999998</c:v>
                      </c:pt>
                      <c:pt idx="4148">
                        <c:v>41.709167000000001</c:v>
                      </c:pt>
                      <c:pt idx="4149">
                        <c:v>41.690086000000001</c:v>
                      </c:pt>
                      <c:pt idx="4150">
                        <c:v>41.676310999999998</c:v>
                      </c:pt>
                      <c:pt idx="4151">
                        <c:v>41.662993999999998</c:v>
                      </c:pt>
                      <c:pt idx="4152">
                        <c:v>41.652335999999998</c:v>
                      </c:pt>
                      <c:pt idx="4153">
                        <c:v>41.626137</c:v>
                      </c:pt>
                      <c:pt idx="4154">
                        <c:v>41.585197000000001</c:v>
                      </c:pt>
                      <c:pt idx="4155">
                        <c:v>41.526694999999997</c:v>
                      </c:pt>
                      <c:pt idx="4156">
                        <c:v>41.471415999999998</c:v>
                      </c:pt>
                      <c:pt idx="4157">
                        <c:v>41.431725</c:v>
                      </c:pt>
                      <c:pt idx="4158">
                        <c:v>41.405811</c:v>
                      </c:pt>
                      <c:pt idx="4159">
                        <c:v>41.389763000000002</c:v>
                      </c:pt>
                      <c:pt idx="4160">
                        <c:v>41.375118000000001</c:v>
                      </c:pt>
                      <c:pt idx="4161">
                        <c:v>41.363990999999999</c:v>
                      </c:pt>
                      <c:pt idx="4162">
                        <c:v>41.349705</c:v>
                      </c:pt>
                      <c:pt idx="4163">
                        <c:v>41.320968999999998</c:v>
                      </c:pt>
                      <c:pt idx="4164">
                        <c:v>41.272919000000002</c:v>
                      </c:pt>
                      <c:pt idx="4165">
                        <c:v>41.213504999999998</c:v>
                      </c:pt>
                      <c:pt idx="4166">
                        <c:v>41.158245000000001</c:v>
                      </c:pt>
                      <c:pt idx="4167">
                        <c:v>41.124442999999999</c:v>
                      </c:pt>
                      <c:pt idx="4168">
                        <c:v>41.100338000000001</c:v>
                      </c:pt>
                      <c:pt idx="4169">
                        <c:v>41.083672</c:v>
                      </c:pt>
                      <c:pt idx="4170">
                        <c:v>41.069972999999997</c:v>
                      </c:pt>
                      <c:pt idx="4171">
                        <c:v>41.057220000000001</c:v>
                      </c:pt>
                      <c:pt idx="4172">
                        <c:v>41.041012000000002</c:v>
                      </c:pt>
                      <c:pt idx="4173">
                        <c:v>41.008811999999999</c:v>
                      </c:pt>
                      <c:pt idx="4174">
                        <c:v>40.963805999999998</c:v>
                      </c:pt>
                      <c:pt idx="4175">
                        <c:v>40.907879000000001</c:v>
                      </c:pt>
                      <c:pt idx="4176">
                        <c:v>40.849083</c:v>
                      </c:pt>
                      <c:pt idx="4177">
                        <c:v>40.811748999999999</c:v>
                      </c:pt>
                      <c:pt idx="4178">
                        <c:v>40.785828000000002</c:v>
                      </c:pt>
                      <c:pt idx="4179">
                        <c:v>40.767265000000002</c:v>
                      </c:pt>
                      <c:pt idx="4180">
                        <c:v>40.751575000000003</c:v>
                      </c:pt>
                      <c:pt idx="4181">
                        <c:v>40.737487999999999</c:v>
                      </c:pt>
                      <c:pt idx="4182">
                        <c:v>40.720267999999997</c:v>
                      </c:pt>
                      <c:pt idx="4183">
                        <c:v>40.690437000000003</c:v>
                      </c:pt>
                      <c:pt idx="4184">
                        <c:v>40.637203</c:v>
                      </c:pt>
                      <c:pt idx="4185">
                        <c:v>40.574776</c:v>
                      </c:pt>
                      <c:pt idx="4186">
                        <c:v>40.512039000000001</c:v>
                      </c:pt>
                      <c:pt idx="4187">
                        <c:v>40.471443000000001</c:v>
                      </c:pt>
                      <c:pt idx="4188">
                        <c:v>40.445819999999998</c:v>
                      </c:pt>
                      <c:pt idx="4189">
                        <c:v>40.424048999999997</c:v>
                      </c:pt>
                      <c:pt idx="4190">
                        <c:v>40.409587999999999</c:v>
                      </c:pt>
                      <c:pt idx="4191">
                        <c:v>40.401249</c:v>
                      </c:pt>
                      <c:pt idx="4192">
                        <c:v>40.384265999999997</c:v>
                      </c:pt>
                      <c:pt idx="4193">
                        <c:v>40.349227999999997</c:v>
                      </c:pt>
                      <c:pt idx="4194">
                        <c:v>40.299090999999997</c:v>
                      </c:pt>
                      <c:pt idx="4195">
                        <c:v>40.224850000000004</c:v>
                      </c:pt>
                      <c:pt idx="4196">
                        <c:v>40.165184000000004</c:v>
                      </c:pt>
                      <c:pt idx="4197">
                        <c:v>40.119526</c:v>
                      </c:pt>
                      <c:pt idx="4198">
                        <c:v>40.088360000000002</c:v>
                      </c:pt>
                      <c:pt idx="4199">
                        <c:v>40.077843000000001</c:v>
                      </c:pt>
                      <c:pt idx="4200">
                        <c:v>40.062888999999998</c:v>
                      </c:pt>
                      <c:pt idx="4201">
                        <c:v>40.051578999999997</c:v>
                      </c:pt>
                      <c:pt idx="4202">
                        <c:v>40.037360999999997</c:v>
                      </c:pt>
                      <c:pt idx="4203">
                        <c:v>40.007477000000002</c:v>
                      </c:pt>
                      <c:pt idx="4204">
                        <c:v>39.949097000000002</c:v>
                      </c:pt>
                      <c:pt idx="4205">
                        <c:v>39.877457</c:v>
                      </c:pt>
                      <c:pt idx="4206">
                        <c:v>39.812201999999999</c:v>
                      </c:pt>
                      <c:pt idx="4207">
                        <c:v>39.758628999999999</c:v>
                      </c:pt>
                      <c:pt idx="4208">
                        <c:v>39.720196000000001</c:v>
                      </c:pt>
                      <c:pt idx="4209">
                        <c:v>39.698188999999999</c:v>
                      </c:pt>
                      <c:pt idx="4210">
                        <c:v>39.682468</c:v>
                      </c:pt>
                      <c:pt idx="4211">
                        <c:v>39.671371000000001</c:v>
                      </c:pt>
                      <c:pt idx="4212">
                        <c:v>39.658164999999997</c:v>
                      </c:pt>
                      <c:pt idx="4213">
                        <c:v>39.631168000000002</c:v>
                      </c:pt>
                      <c:pt idx="4214">
                        <c:v>39.567307</c:v>
                      </c:pt>
                      <c:pt idx="4215">
                        <c:v>39.494613999999999</c:v>
                      </c:pt>
                      <c:pt idx="4216">
                        <c:v>39.424537999999998</c:v>
                      </c:pt>
                      <c:pt idx="4217">
                        <c:v>39.374428000000002</c:v>
                      </c:pt>
                      <c:pt idx="4218">
                        <c:v>39.336903</c:v>
                      </c:pt>
                      <c:pt idx="4219">
                        <c:v>39.313170999999997</c:v>
                      </c:pt>
                      <c:pt idx="4220">
                        <c:v>39.298794000000001</c:v>
                      </c:pt>
                      <c:pt idx="4221">
                        <c:v>39.287159000000003</c:v>
                      </c:pt>
                      <c:pt idx="4222">
                        <c:v>39.272208999999997</c:v>
                      </c:pt>
                      <c:pt idx="4223">
                        <c:v>39.227767999999998</c:v>
                      </c:pt>
                      <c:pt idx="4224">
                        <c:v>39.166981</c:v>
                      </c:pt>
                      <c:pt idx="4225">
                        <c:v>39.091518000000001</c:v>
                      </c:pt>
                      <c:pt idx="4226">
                        <c:v>39.018523999999999</c:v>
                      </c:pt>
                      <c:pt idx="4227">
                        <c:v>38.962981999999997</c:v>
                      </c:pt>
                      <c:pt idx="4228">
                        <c:v>38.925949000000003</c:v>
                      </c:pt>
                      <c:pt idx="4229">
                        <c:v>38.901569000000002</c:v>
                      </c:pt>
                      <c:pt idx="4230">
                        <c:v>38.882896000000002</c:v>
                      </c:pt>
                      <c:pt idx="4231">
                        <c:v>38.868983999999998</c:v>
                      </c:pt>
                      <c:pt idx="4232">
                        <c:v>38.849632</c:v>
                      </c:pt>
                      <c:pt idx="4233">
                        <c:v>38.813868999999997</c:v>
                      </c:pt>
                      <c:pt idx="4234">
                        <c:v>38.757679000000003</c:v>
                      </c:pt>
                      <c:pt idx="4235">
                        <c:v>38.681854000000001</c:v>
                      </c:pt>
                      <c:pt idx="4236">
                        <c:v>38.612586999999998</c:v>
                      </c:pt>
                      <c:pt idx="4237">
                        <c:v>38.564551999999999</c:v>
                      </c:pt>
                      <c:pt idx="4238">
                        <c:v>38.529952999999999</c:v>
                      </c:pt>
                      <c:pt idx="4239">
                        <c:v>38.507201999999999</c:v>
                      </c:pt>
                      <c:pt idx="4240">
                        <c:v>38.489635</c:v>
                      </c:pt>
                      <c:pt idx="4241">
                        <c:v>38.471271999999999</c:v>
                      </c:pt>
                      <c:pt idx="4242">
                        <c:v>38.444412</c:v>
                      </c:pt>
                      <c:pt idx="4243">
                        <c:v>38.400902000000002</c:v>
                      </c:pt>
                      <c:pt idx="4244">
                        <c:v>38.332577000000001</c:v>
                      </c:pt>
                      <c:pt idx="4245">
                        <c:v>38.263556999999999</c:v>
                      </c:pt>
                      <c:pt idx="4246">
                        <c:v>38.195267000000001</c:v>
                      </c:pt>
                      <c:pt idx="4247">
                        <c:v>38.146178999999997</c:v>
                      </c:pt>
                      <c:pt idx="4248">
                        <c:v>38.107773000000002</c:v>
                      </c:pt>
                      <c:pt idx="4249">
                        <c:v>38.087811000000002</c:v>
                      </c:pt>
                      <c:pt idx="4250">
                        <c:v>38.075817000000001</c:v>
                      </c:pt>
                      <c:pt idx="4251">
                        <c:v>38.060733999999997</c:v>
                      </c:pt>
                      <c:pt idx="4252">
                        <c:v>38.034275000000001</c:v>
                      </c:pt>
                      <c:pt idx="4253">
                        <c:v>37.996296000000001</c:v>
                      </c:pt>
                      <c:pt idx="4254">
                        <c:v>37.929825000000001</c:v>
                      </c:pt>
                      <c:pt idx="4255">
                        <c:v>37.856631999999998</c:v>
                      </c:pt>
                      <c:pt idx="4256">
                        <c:v>37.793605999999997</c:v>
                      </c:pt>
                      <c:pt idx="4257">
                        <c:v>37.746532000000002</c:v>
                      </c:pt>
                      <c:pt idx="4258">
                        <c:v>37.711021000000002</c:v>
                      </c:pt>
                      <c:pt idx="4259">
                        <c:v>37.695735999999997</c:v>
                      </c:pt>
                      <c:pt idx="4260">
                        <c:v>37.682124999999999</c:v>
                      </c:pt>
                      <c:pt idx="4261">
                        <c:v>37.670048000000001</c:v>
                      </c:pt>
                      <c:pt idx="4262">
                        <c:v>37.651527000000002</c:v>
                      </c:pt>
                      <c:pt idx="4263">
                        <c:v>37.607182000000002</c:v>
                      </c:pt>
                      <c:pt idx="4264">
                        <c:v>37.538733999999998</c:v>
                      </c:pt>
                      <c:pt idx="4265">
                        <c:v>37.471232999999998</c:v>
                      </c:pt>
                      <c:pt idx="4266">
                        <c:v>37.410663999999997</c:v>
                      </c:pt>
                      <c:pt idx="4267">
                        <c:v>37.363509999999998</c:v>
                      </c:pt>
                      <c:pt idx="4268">
                        <c:v>37.330582</c:v>
                      </c:pt>
                      <c:pt idx="4269">
                        <c:v>37.317008999999999</c:v>
                      </c:pt>
                      <c:pt idx="4270">
                        <c:v>37.308273</c:v>
                      </c:pt>
                      <c:pt idx="4271">
                        <c:v>37.298003999999999</c:v>
                      </c:pt>
                      <c:pt idx="4272">
                        <c:v>37.277683000000003</c:v>
                      </c:pt>
                      <c:pt idx="4273">
                        <c:v>37.236519000000001</c:v>
                      </c:pt>
                      <c:pt idx="4274">
                        <c:v>37.170898000000001</c:v>
                      </c:pt>
                      <c:pt idx="4275">
                        <c:v>37.098602</c:v>
                      </c:pt>
                      <c:pt idx="4276">
                        <c:v>37.024590000000003</c:v>
                      </c:pt>
                      <c:pt idx="4277">
                        <c:v>36.962231000000003</c:v>
                      </c:pt>
                      <c:pt idx="4278">
                        <c:v>36.906013000000002</c:v>
                      </c:pt>
                      <c:pt idx="4279">
                        <c:v>36.856636000000002</c:v>
                      </c:pt>
                      <c:pt idx="4280">
                        <c:v>36.801983</c:v>
                      </c:pt>
                      <c:pt idx="4281">
                        <c:v>36.738174000000001</c:v>
                      </c:pt>
                      <c:pt idx="4282">
                        <c:v>36.662909999999997</c:v>
                      </c:pt>
                      <c:pt idx="4283">
                        <c:v>36.558205000000001</c:v>
                      </c:pt>
                      <c:pt idx="4284">
                        <c:v>36.423659999999998</c:v>
                      </c:pt>
                      <c:pt idx="4285">
                        <c:v>36.284554</c:v>
                      </c:pt>
                      <c:pt idx="4286">
                        <c:v>36.168770000000002</c:v>
                      </c:pt>
                      <c:pt idx="4287">
                        <c:v>36.066158000000001</c:v>
                      </c:pt>
                      <c:pt idx="4288">
                        <c:v>35.963245000000001</c:v>
                      </c:pt>
                      <c:pt idx="4289">
                        <c:v>35.849055999999997</c:v>
                      </c:pt>
                      <c:pt idx="4290">
                        <c:v>35.687218000000001</c:v>
                      </c:pt>
                      <c:pt idx="4291">
                        <c:v>35.459339</c:v>
                      </c:pt>
                      <c:pt idx="4292">
                        <c:v>35.132747999999999</c:v>
                      </c:pt>
                      <c:pt idx="4293">
                        <c:v>34.748717999999997</c:v>
                      </c:pt>
                      <c:pt idx="4294">
                        <c:v>34.257488000000002</c:v>
                      </c:pt>
                      <c:pt idx="4295">
                        <c:v>33.694854999999997</c:v>
                      </c:pt>
                      <c:pt idx="4296">
                        <c:v>33.135975000000002</c:v>
                      </c:pt>
                      <c:pt idx="4297">
                        <c:v>32.635838</c:v>
                      </c:pt>
                      <c:pt idx="4298">
                        <c:v>32.219284000000002</c:v>
                      </c:pt>
                      <c:pt idx="4299">
                        <c:v>31.890846</c:v>
                      </c:pt>
                      <c:pt idx="4300">
                        <c:v>31.643695999999998</c:v>
                      </c:pt>
                      <c:pt idx="4301">
                        <c:v>31.468328</c:v>
                      </c:pt>
                      <c:pt idx="4302">
                        <c:v>31.351429</c:v>
                      </c:pt>
                      <c:pt idx="4303">
                        <c:v>31.273304</c:v>
                      </c:pt>
                      <c:pt idx="4304">
                        <c:v>31.218389999999999</c:v>
                      </c:pt>
                      <c:pt idx="4305">
                        <c:v>31.204514</c:v>
                      </c:pt>
                      <c:pt idx="4306">
                        <c:v>31.240238000000002</c:v>
                      </c:pt>
                      <c:pt idx="4307">
                        <c:v>31.328233999999998</c:v>
                      </c:pt>
                      <c:pt idx="4308">
                        <c:v>31.456524000000002</c:v>
                      </c:pt>
                      <c:pt idx="4309">
                        <c:v>31.607357</c:v>
                      </c:pt>
                      <c:pt idx="4310">
                        <c:v>31.749825999999999</c:v>
                      </c:pt>
                      <c:pt idx="4311">
                        <c:v>31.852232000000001</c:v>
                      </c:pt>
                      <c:pt idx="4312">
                        <c:v>31.895237000000002</c:v>
                      </c:pt>
                      <c:pt idx="4313">
                        <c:v>31.859242999999999</c:v>
                      </c:pt>
                      <c:pt idx="4314">
                        <c:v>31.748531</c:v>
                      </c:pt>
                      <c:pt idx="4315">
                        <c:v>31.612401999999999</c:v>
                      </c:pt>
                      <c:pt idx="4316">
                        <c:v>31.4998</c:v>
                      </c:pt>
                      <c:pt idx="4317">
                        <c:v>31.425642</c:v>
                      </c:pt>
                      <c:pt idx="4318">
                        <c:v>31.394698999999999</c:v>
                      </c:pt>
                      <c:pt idx="4319">
                        <c:v>31.399363000000001</c:v>
                      </c:pt>
                      <c:pt idx="4320">
                        <c:v>31.424413999999999</c:v>
                      </c:pt>
                      <c:pt idx="4321">
                        <c:v>31.445765000000002</c:v>
                      </c:pt>
                      <c:pt idx="4322">
                        <c:v>31.444931</c:v>
                      </c:pt>
                      <c:pt idx="4323">
                        <c:v>31.408290999999998</c:v>
                      </c:pt>
                      <c:pt idx="4324">
                        <c:v>31.334896000000001</c:v>
                      </c:pt>
                      <c:pt idx="4325">
                        <c:v>31.258980000000001</c:v>
                      </c:pt>
                      <c:pt idx="4326">
                        <c:v>31.205328000000002</c:v>
                      </c:pt>
                      <c:pt idx="4327">
                        <c:v>31.18573</c:v>
                      </c:pt>
                      <c:pt idx="4328">
                        <c:v>31.205525999999999</c:v>
                      </c:pt>
                      <c:pt idx="4329">
                        <c:v>31.245215999999999</c:v>
                      </c:pt>
                      <c:pt idx="4330">
                        <c:v>31.290468000000001</c:v>
                      </c:pt>
                      <c:pt idx="4331">
                        <c:v>31.309567999999999</c:v>
                      </c:pt>
                      <c:pt idx="4332">
                        <c:v>31.285408</c:v>
                      </c:pt>
                      <c:pt idx="4333">
                        <c:v>31.207041</c:v>
                      </c:pt>
                      <c:pt idx="4334">
                        <c:v>31.085920000000002</c:v>
                      </c:pt>
                      <c:pt idx="4335">
                        <c:v>30.953175000000002</c:v>
                      </c:pt>
                      <c:pt idx="4336">
                        <c:v>30.840081999999999</c:v>
                      </c:pt>
                      <c:pt idx="4337">
                        <c:v>30.774532000000001</c:v>
                      </c:pt>
                      <c:pt idx="4338">
                        <c:v>30.745059999999999</c:v>
                      </c:pt>
                      <c:pt idx="4339">
                        <c:v>30.745032999999999</c:v>
                      </c:pt>
                      <c:pt idx="4340">
                        <c:v>30.768042000000001</c:v>
                      </c:pt>
                      <c:pt idx="4341">
                        <c:v>30.789131000000001</c:v>
                      </c:pt>
                      <c:pt idx="4342">
                        <c:v>30.788771000000001</c:v>
                      </c:pt>
                      <c:pt idx="4343">
                        <c:v>30.766196999999998</c:v>
                      </c:pt>
                      <c:pt idx="4344">
                        <c:v>30.724475999999999</c:v>
                      </c:pt>
                      <c:pt idx="4345">
                        <c:v>30.686147999999999</c:v>
                      </c:pt>
                      <c:pt idx="4346">
                        <c:v>30.672464000000002</c:v>
                      </c:pt>
                      <c:pt idx="4347">
                        <c:v>30.688687999999999</c:v>
                      </c:pt>
                      <c:pt idx="4348">
                        <c:v>30.733871000000001</c:v>
                      </c:pt>
                      <c:pt idx="4349">
                        <c:v>30.787844</c:v>
                      </c:pt>
                      <c:pt idx="4350">
                        <c:v>30.822652999999999</c:v>
                      </c:pt>
                      <c:pt idx="4351">
                        <c:v>30.819095999999998</c:v>
                      </c:pt>
                      <c:pt idx="4352">
                        <c:v>30.769129</c:v>
                      </c:pt>
                      <c:pt idx="4353">
                        <c:v>30.674007</c:v>
                      </c:pt>
                      <c:pt idx="4354">
                        <c:v>30.540241000000002</c:v>
                      </c:pt>
                      <c:pt idx="4355">
                        <c:v>30.404914999999999</c:v>
                      </c:pt>
                      <c:pt idx="4356">
                        <c:v>30.299612</c:v>
                      </c:pt>
                      <c:pt idx="4357">
                        <c:v>30.223700999999998</c:v>
                      </c:pt>
                      <c:pt idx="4358">
                        <c:v>30.179617</c:v>
                      </c:pt>
                      <c:pt idx="4359">
                        <c:v>30.163540000000001</c:v>
                      </c:pt>
                      <c:pt idx="4360">
                        <c:v>30.157734000000001</c:v>
                      </c:pt>
                      <c:pt idx="4361">
                        <c:v>30.154657</c:v>
                      </c:pt>
                      <c:pt idx="4362">
                        <c:v>30.144082999999998</c:v>
                      </c:pt>
                      <c:pt idx="4363">
                        <c:v>30.118261</c:v>
                      </c:pt>
                      <c:pt idx="4364">
                        <c:v>30.076910000000002</c:v>
                      </c:pt>
                      <c:pt idx="4365">
                        <c:v>30.0441</c:v>
                      </c:pt>
                      <c:pt idx="4366">
                        <c:v>30.028257</c:v>
                      </c:pt>
                      <c:pt idx="4367">
                        <c:v>30.039923000000002</c:v>
                      </c:pt>
                      <c:pt idx="4368">
                        <c:v>30.074300999999998</c:v>
                      </c:pt>
                      <c:pt idx="4369">
                        <c:v>30.118525999999999</c:v>
                      </c:pt>
                      <c:pt idx="4370">
                        <c:v>30.156763000000002</c:v>
                      </c:pt>
                      <c:pt idx="4371">
                        <c:v>30.173490999999999</c:v>
                      </c:pt>
                      <c:pt idx="4372">
                        <c:v>30.163252</c:v>
                      </c:pt>
                      <c:pt idx="4373">
                        <c:v>30.116163</c:v>
                      </c:pt>
                      <c:pt idx="4374">
                        <c:v>30.051292</c:v>
                      </c:pt>
                      <c:pt idx="4375">
                        <c:v>29.991026000000002</c:v>
                      </c:pt>
                      <c:pt idx="4376">
                        <c:v>29.949407999999998</c:v>
                      </c:pt>
                      <c:pt idx="4377">
                        <c:v>29.923082000000001</c:v>
                      </c:pt>
                      <c:pt idx="4378">
                        <c:v>29.928963</c:v>
                      </c:pt>
                      <c:pt idx="4379">
                        <c:v>29.945421</c:v>
                      </c:pt>
                      <c:pt idx="4380">
                        <c:v>29.957681999999998</c:v>
                      </c:pt>
                      <c:pt idx="4381">
                        <c:v>29.966336999999999</c:v>
                      </c:pt>
                      <c:pt idx="4382">
                        <c:v>29.963923999999999</c:v>
                      </c:pt>
                      <c:pt idx="4383">
                        <c:v>29.930723</c:v>
                      </c:pt>
                      <c:pt idx="4384">
                        <c:v>29.879159999999999</c:v>
                      </c:pt>
                      <c:pt idx="4385">
                        <c:v>29.835042999999999</c:v>
                      </c:pt>
                      <c:pt idx="4386">
                        <c:v>29.805651000000001</c:v>
                      </c:pt>
                      <c:pt idx="4387">
                        <c:v>29.789434</c:v>
                      </c:pt>
                      <c:pt idx="4388">
                        <c:v>29.795884999999998</c:v>
                      </c:pt>
                      <c:pt idx="4389">
                        <c:v>29.809538</c:v>
                      </c:pt>
                      <c:pt idx="4390">
                        <c:v>29.830832000000001</c:v>
                      </c:pt>
                      <c:pt idx="4391">
                        <c:v>29.838643999999999</c:v>
                      </c:pt>
                      <c:pt idx="4392">
                        <c:v>29.833386999999998</c:v>
                      </c:pt>
                      <c:pt idx="4393">
                        <c:v>29.807611000000001</c:v>
                      </c:pt>
                      <c:pt idx="4394">
                        <c:v>29.775338999999999</c:v>
                      </c:pt>
                      <c:pt idx="4395">
                        <c:v>29.729837</c:v>
                      </c:pt>
                      <c:pt idx="4396">
                        <c:v>29.696396</c:v>
                      </c:pt>
                      <c:pt idx="4397">
                        <c:v>29.681231</c:v>
                      </c:pt>
                      <c:pt idx="4398">
                        <c:v>29.694341999999999</c:v>
                      </c:pt>
                      <c:pt idx="4399">
                        <c:v>29.707632</c:v>
                      </c:pt>
                      <c:pt idx="4400">
                        <c:v>29.728113</c:v>
                      </c:pt>
                      <c:pt idx="4401">
                        <c:v>29.739262</c:v>
                      </c:pt>
                      <c:pt idx="4402">
                        <c:v>29.735406999999999</c:v>
                      </c:pt>
                      <c:pt idx="4403">
                        <c:v>29.706506999999998</c:v>
                      </c:pt>
                      <c:pt idx="4404">
                        <c:v>29.660305000000001</c:v>
                      </c:pt>
                      <c:pt idx="4405">
                        <c:v>29.622613999999999</c:v>
                      </c:pt>
                      <c:pt idx="4406">
                        <c:v>29.594576</c:v>
                      </c:pt>
                      <c:pt idx="4407">
                        <c:v>29.555758000000001</c:v>
                      </c:pt>
                      <c:pt idx="4408">
                        <c:v>29.497129000000001</c:v>
                      </c:pt>
                      <c:pt idx="4409">
                        <c:v>29.524612000000001</c:v>
                      </c:pt>
                      <c:pt idx="4410">
                        <c:v>29.537410999999999</c:v>
                      </c:pt>
                      <c:pt idx="4411">
                        <c:v>29.538381999999999</c:v>
                      </c:pt>
                      <c:pt idx="4412">
                        <c:v>29.520039000000001</c:v>
                      </c:pt>
                      <c:pt idx="4413">
                        <c:v>29.505877000000002</c:v>
                      </c:pt>
                      <c:pt idx="4414">
                        <c:v>29.465665999999999</c:v>
                      </c:pt>
                      <c:pt idx="4415">
                        <c:v>29.436131</c:v>
                      </c:pt>
                      <c:pt idx="4416">
                        <c:v>29.393736000000001</c:v>
                      </c:pt>
                      <c:pt idx="4417">
                        <c:v>29.390378999999999</c:v>
                      </c:pt>
                      <c:pt idx="4418">
                        <c:v>29.399729000000001</c:v>
                      </c:pt>
                      <c:pt idx="4419">
                        <c:v>29.417587000000001</c:v>
                      </c:pt>
                      <c:pt idx="4420">
                        <c:v>29.474181999999999</c:v>
                      </c:pt>
                      <c:pt idx="4421">
                        <c:v>29.506640999999998</c:v>
                      </c:pt>
                      <c:pt idx="4422">
                        <c:v>29.520686999999999</c:v>
                      </c:pt>
                      <c:pt idx="4423">
                        <c:v>29.508310000000002</c:v>
                      </c:pt>
                      <c:pt idx="4424">
                        <c:v>29.466881000000001</c:v>
                      </c:pt>
                      <c:pt idx="4425">
                        <c:v>29.438683000000001</c:v>
                      </c:pt>
                      <c:pt idx="4426">
                        <c:v>29.419767</c:v>
                      </c:pt>
                      <c:pt idx="4427">
                        <c:v>29.411573000000001</c:v>
                      </c:pt>
                      <c:pt idx="4428">
                        <c:v>29.417338999999998</c:v>
                      </c:pt>
                      <c:pt idx="4429">
                        <c:v>29.444210000000002</c:v>
                      </c:pt>
                      <c:pt idx="4430">
                        <c:v>29.469190999999999</c:v>
                      </c:pt>
                      <c:pt idx="4431">
                        <c:v>29.485904999999999</c:v>
                      </c:pt>
                      <c:pt idx="4432">
                        <c:v>29.491789000000001</c:v>
                      </c:pt>
                      <c:pt idx="4433">
                        <c:v>29.480211000000001</c:v>
                      </c:pt>
                      <c:pt idx="4434">
                        <c:v>29.447710000000001</c:v>
                      </c:pt>
                      <c:pt idx="4435">
                        <c:v>29.420494000000001</c:v>
                      </c:pt>
                      <c:pt idx="4436">
                        <c:v>29.402647000000002</c:v>
                      </c:pt>
                      <c:pt idx="4437">
                        <c:v>29.400068000000001</c:v>
                      </c:pt>
                      <c:pt idx="4438">
                        <c:v>29.41188</c:v>
                      </c:pt>
                      <c:pt idx="4439">
                        <c:v>29.424064999999999</c:v>
                      </c:pt>
                      <c:pt idx="4440">
                        <c:v>29.427161999999999</c:v>
                      </c:pt>
                      <c:pt idx="4441">
                        <c:v>29.444208</c:v>
                      </c:pt>
                      <c:pt idx="4442">
                        <c:v>29.446418999999999</c:v>
                      </c:pt>
                      <c:pt idx="4443">
                        <c:v>29.428984</c:v>
                      </c:pt>
                      <c:pt idx="4444">
                        <c:v>29.395256</c:v>
                      </c:pt>
                      <c:pt idx="4445">
                        <c:v>29.368939999999998</c:v>
                      </c:pt>
                      <c:pt idx="4446">
                        <c:v>29.356307999999999</c:v>
                      </c:pt>
                      <c:pt idx="4447">
                        <c:v>29.353952</c:v>
                      </c:pt>
                      <c:pt idx="4448">
                        <c:v>29.365739999999999</c:v>
                      </c:pt>
                      <c:pt idx="4449">
                        <c:v>29.385342000000001</c:v>
                      </c:pt>
                      <c:pt idx="4450">
                        <c:v>29.40774</c:v>
                      </c:pt>
                      <c:pt idx="4451">
                        <c:v>29.419108999999999</c:v>
                      </c:pt>
                      <c:pt idx="4452">
                        <c:v>29.418602</c:v>
                      </c:pt>
                      <c:pt idx="4453">
                        <c:v>29.391179999999999</c:v>
                      </c:pt>
                      <c:pt idx="4454">
                        <c:v>29.352599999999999</c:v>
                      </c:pt>
                      <c:pt idx="4455">
                        <c:v>29.317844000000001</c:v>
                      </c:pt>
                      <c:pt idx="4456">
                        <c:v>29.307162999999999</c:v>
                      </c:pt>
                      <c:pt idx="4457">
                        <c:v>29.315918</c:v>
                      </c:pt>
                      <c:pt idx="4458">
                        <c:v>29.333577999999999</c:v>
                      </c:pt>
                      <c:pt idx="4459">
                        <c:v>29.356365</c:v>
                      </c:pt>
                      <c:pt idx="4460">
                        <c:v>29.379073999999999</c:v>
                      </c:pt>
                      <c:pt idx="4461">
                        <c:v>29.400848</c:v>
                      </c:pt>
                      <c:pt idx="4462">
                        <c:v>29.405806999999999</c:v>
                      </c:pt>
                      <c:pt idx="4463">
                        <c:v>29.39884</c:v>
                      </c:pt>
                      <c:pt idx="4464">
                        <c:v>29.374234999999999</c:v>
                      </c:pt>
                      <c:pt idx="4465">
                        <c:v>29.352938000000002</c:v>
                      </c:pt>
                      <c:pt idx="4466">
                        <c:v>29.337713000000001</c:v>
                      </c:pt>
                      <c:pt idx="4467">
                        <c:v>29.334790999999999</c:v>
                      </c:pt>
                      <c:pt idx="4468">
                        <c:v>29.351434999999999</c:v>
                      </c:pt>
                      <c:pt idx="4469">
                        <c:v>29.374098</c:v>
                      </c:pt>
                      <c:pt idx="4470">
                        <c:v>29.395557</c:v>
                      </c:pt>
                      <c:pt idx="4471">
                        <c:v>29.411277999999999</c:v>
                      </c:pt>
                      <c:pt idx="4472">
                        <c:v>29.415358000000001</c:v>
                      </c:pt>
                      <c:pt idx="4473">
                        <c:v>29.396035999999999</c:v>
                      </c:pt>
                      <c:pt idx="4474">
                        <c:v>29.364484999999998</c:v>
                      </c:pt>
                      <c:pt idx="4475">
                        <c:v>29.337976000000001</c:v>
                      </c:pt>
                      <c:pt idx="4476">
                        <c:v>29.324247</c:v>
                      </c:pt>
                      <c:pt idx="4477">
                        <c:v>29.325018</c:v>
                      </c:pt>
                      <c:pt idx="4478">
                        <c:v>29.330683000000001</c:v>
                      </c:pt>
                      <c:pt idx="4479">
                        <c:v>30.448004000000001</c:v>
                      </c:pt>
                      <c:pt idx="4480">
                        <c:v>31.799526</c:v>
                      </c:pt>
                      <c:pt idx="4481">
                        <c:v>32.706778999999997</c:v>
                      </c:pt>
                      <c:pt idx="4482">
                        <c:v>33.214283000000002</c:v>
                      </c:pt>
                      <c:pt idx="4483">
                        <c:v>33.630138000000002</c:v>
                      </c:pt>
                      <c:pt idx="4484">
                        <c:v>34.044941000000001</c:v>
                      </c:pt>
                      <c:pt idx="4485">
                        <c:v>34.256134000000003</c:v>
                      </c:pt>
                      <c:pt idx="4486">
                        <c:v>34.609569999999998</c:v>
                      </c:pt>
                      <c:pt idx="4487">
                        <c:v>34.431697999999997</c:v>
                      </c:pt>
                      <c:pt idx="4488">
                        <c:v>33.620361000000003</c:v>
                      </c:pt>
                      <c:pt idx="4489">
                        <c:v>32.432541000000001</c:v>
                      </c:pt>
                      <c:pt idx="4490">
                        <c:v>31.575686000000001</c:v>
                      </c:pt>
                      <c:pt idx="4491">
                        <c:v>31.307547</c:v>
                      </c:pt>
                      <c:pt idx="4492">
                        <c:v>31.382436999999999</c:v>
                      </c:pt>
                      <c:pt idx="4493">
                        <c:v>31.575977000000002</c:v>
                      </c:pt>
                      <c:pt idx="4494">
                        <c:v>31.797134</c:v>
                      </c:pt>
                      <c:pt idx="4495">
                        <c:v>31.875997999999999</c:v>
                      </c:pt>
                      <c:pt idx="4496">
                        <c:v>31.872765000000001</c:v>
                      </c:pt>
                      <c:pt idx="4497">
                        <c:v>31.677074000000001</c:v>
                      </c:pt>
                      <c:pt idx="4498">
                        <c:v>31.339205</c:v>
                      </c:pt>
                      <c:pt idx="4499">
                        <c:v>30.942226000000002</c:v>
                      </c:pt>
                      <c:pt idx="4500">
                        <c:v>30.640383</c:v>
                      </c:pt>
                      <c:pt idx="4501">
                        <c:v>30.634388000000001</c:v>
                      </c:pt>
                      <c:pt idx="4502">
                        <c:v>30.650390999999999</c:v>
                      </c:pt>
                      <c:pt idx="4503">
                        <c:v>30.315975000000002</c:v>
                      </c:pt>
                      <c:pt idx="4504">
                        <c:v>29.969647999999999</c:v>
                      </c:pt>
                      <c:pt idx="4505">
                        <c:v>30.040907000000001</c:v>
                      </c:pt>
                      <c:pt idx="4506">
                        <c:v>29.953289000000002</c:v>
                      </c:pt>
                      <c:pt idx="4507">
                        <c:v>29.353846000000001</c:v>
                      </c:pt>
                      <c:pt idx="4508">
                        <c:v>28.680536</c:v>
                      </c:pt>
                      <c:pt idx="4509">
                        <c:v>28.442225000000001</c:v>
                      </c:pt>
                      <c:pt idx="4510">
                        <c:v>28.927904000000002</c:v>
                      </c:pt>
                      <c:pt idx="4511">
                        <c:v>28.907454000000001</c:v>
                      </c:pt>
                      <c:pt idx="4512">
                        <c:v>28.750112999999999</c:v>
                      </c:pt>
                      <c:pt idx="4513">
                        <c:v>29.025725999999999</c:v>
                      </c:pt>
                      <c:pt idx="4514">
                        <c:v>29.394355999999998</c:v>
                      </c:pt>
                      <c:pt idx="4515">
                        <c:v>29.514123999999999</c:v>
                      </c:pt>
                      <c:pt idx="4516">
                        <c:v>29.782558000000002</c:v>
                      </c:pt>
                      <c:pt idx="4517">
                        <c:v>30.307963999999998</c:v>
                      </c:pt>
                      <c:pt idx="4518">
                        <c:v>31.013646999999999</c:v>
                      </c:pt>
                      <c:pt idx="4519">
                        <c:v>31.673893</c:v>
                      </c:pt>
                      <c:pt idx="4520">
                        <c:v>32.249405000000003</c:v>
                      </c:pt>
                      <c:pt idx="4521">
                        <c:v>32.726261000000001</c:v>
                      </c:pt>
                      <c:pt idx="4522">
                        <c:v>32.899487000000001</c:v>
                      </c:pt>
                      <c:pt idx="4523">
                        <c:v>32.615420999999998</c:v>
                      </c:pt>
                      <c:pt idx="4524">
                        <c:v>32.346401</c:v>
                      </c:pt>
                      <c:pt idx="4525">
                        <c:v>32.122996999999998</c:v>
                      </c:pt>
                      <c:pt idx="4526">
                        <c:v>31.604800999999998</c:v>
                      </c:pt>
                      <c:pt idx="4527">
                        <c:v>31.499680999999999</c:v>
                      </c:pt>
                      <c:pt idx="4528">
                        <c:v>31.913162</c:v>
                      </c:pt>
                      <c:pt idx="4529">
                        <c:v>32.176769</c:v>
                      </c:pt>
                      <c:pt idx="4530">
                        <c:v>32.135933000000001</c:v>
                      </c:pt>
                      <c:pt idx="4531">
                        <c:v>31.864820000000002</c:v>
                      </c:pt>
                      <c:pt idx="4532">
                        <c:v>31.564119000000002</c:v>
                      </c:pt>
                      <c:pt idx="4533">
                        <c:v>31.101496000000001</c:v>
                      </c:pt>
                      <c:pt idx="4534">
                        <c:v>30.394031999999999</c:v>
                      </c:pt>
                      <c:pt idx="4535">
                        <c:v>30.571047</c:v>
                      </c:pt>
                      <c:pt idx="4536">
                        <c:v>31.443165</c:v>
                      </c:pt>
                      <c:pt idx="4537">
                        <c:v>31.995245000000001</c:v>
                      </c:pt>
                      <c:pt idx="4538">
                        <c:v>32.546844</c:v>
                      </c:pt>
                      <c:pt idx="4539">
                        <c:v>33.179561999999997</c:v>
                      </c:pt>
                      <c:pt idx="4540">
                        <c:v>33.601196000000002</c:v>
                      </c:pt>
                      <c:pt idx="4541">
                        <c:v>34.088698999999998</c:v>
                      </c:pt>
                      <c:pt idx="4542">
                        <c:v>34.122421000000003</c:v>
                      </c:pt>
                      <c:pt idx="4543">
                        <c:v>33.891136000000003</c:v>
                      </c:pt>
                      <c:pt idx="4544">
                        <c:v>33.515869000000002</c:v>
                      </c:pt>
                      <c:pt idx="4545">
                        <c:v>33.033726000000001</c:v>
                      </c:pt>
                      <c:pt idx="4546">
                        <c:v>32.523086999999997</c:v>
                      </c:pt>
                      <c:pt idx="4547">
                        <c:v>32.333015000000003</c:v>
                      </c:pt>
                      <c:pt idx="4548">
                        <c:v>32.174365999999999</c:v>
                      </c:pt>
                      <c:pt idx="4549">
                        <c:v>31.946933999999999</c:v>
                      </c:pt>
                      <c:pt idx="4550">
                        <c:v>31.800508000000001</c:v>
                      </c:pt>
                      <c:pt idx="4551">
                        <c:v>31.613878</c:v>
                      </c:pt>
                      <c:pt idx="4552">
                        <c:v>31.546206000000002</c:v>
                      </c:pt>
                      <c:pt idx="4553">
                        <c:v>31.811398000000001</c:v>
                      </c:pt>
                      <c:pt idx="4554">
                        <c:v>32.528767000000002</c:v>
                      </c:pt>
                      <c:pt idx="4555">
                        <c:v>33.400554999999997</c:v>
                      </c:pt>
                      <c:pt idx="4556">
                        <c:v>33.971989000000001</c:v>
                      </c:pt>
                      <c:pt idx="4557">
                        <c:v>34.445377000000001</c:v>
                      </c:pt>
                      <c:pt idx="4558">
                        <c:v>34.908442999999998</c:v>
                      </c:pt>
                      <c:pt idx="4559">
                        <c:v>34.862301000000002</c:v>
                      </c:pt>
                      <c:pt idx="4560">
                        <c:v>34.753734999999999</c:v>
                      </c:pt>
                      <c:pt idx="4561">
                        <c:v>34.949069999999999</c:v>
                      </c:pt>
                      <c:pt idx="4562">
                        <c:v>35.164051000000001</c:v>
                      </c:pt>
                      <c:pt idx="4563">
                        <c:v>35.094189</c:v>
                      </c:pt>
                      <c:pt idx="4564">
                        <c:v>34.443038999999999</c:v>
                      </c:pt>
                      <c:pt idx="4565">
                        <c:v>33.535727999999999</c:v>
                      </c:pt>
                      <c:pt idx="4566">
                        <c:v>33.003807000000002</c:v>
                      </c:pt>
                      <c:pt idx="4567">
                        <c:v>32.969025000000002</c:v>
                      </c:pt>
                      <c:pt idx="4568">
                        <c:v>33.390476</c:v>
                      </c:pt>
                      <c:pt idx="4569">
                        <c:v>34.011459000000002</c:v>
                      </c:pt>
                      <c:pt idx="4570">
                        <c:v>34.329326999999999</c:v>
                      </c:pt>
                      <c:pt idx="4571">
                        <c:v>34.657944000000001</c:v>
                      </c:pt>
                      <c:pt idx="4572">
                        <c:v>35.049156000000004</c:v>
                      </c:pt>
                      <c:pt idx="4573">
                        <c:v>35.617668000000002</c:v>
                      </c:pt>
                      <c:pt idx="4574">
                        <c:v>36.389617999999999</c:v>
                      </c:pt>
                      <c:pt idx="4575">
                        <c:v>36.729880999999999</c:v>
                      </c:pt>
                      <c:pt idx="4576">
                        <c:v>36.608905999999998</c:v>
                      </c:pt>
                      <c:pt idx="4577">
                        <c:v>36.409382000000001</c:v>
                      </c:pt>
                      <c:pt idx="4578">
                        <c:v>35.834713000000001</c:v>
                      </c:pt>
                      <c:pt idx="4579">
                        <c:v>35.516036999999997</c:v>
                      </c:pt>
                      <c:pt idx="4580">
                        <c:v>35.570067999999999</c:v>
                      </c:pt>
                      <c:pt idx="4581">
                        <c:v>35.259917999999999</c:v>
                      </c:pt>
                      <c:pt idx="4582">
                        <c:v>34.659500000000001</c:v>
                      </c:pt>
                      <c:pt idx="4583">
                        <c:v>34.356189999999998</c:v>
                      </c:pt>
                      <c:pt idx="4584">
                        <c:v>34.088481999999999</c:v>
                      </c:pt>
                      <c:pt idx="4585">
                        <c:v>33.716388999999999</c:v>
                      </c:pt>
                      <c:pt idx="4586">
                        <c:v>33.275314000000002</c:v>
                      </c:pt>
                      <c:pt idx="4587">
                        <c:v>33.091194000000002</c:v>
                      </c:pt>
                      <c:pt idx="4588">
                        <c:v>33.423335999999999</c:v>
                      </c:pt>
                      <c:pt idx="4589">
                        <c:v>34.261733999999997</c:v>
                      </c:pt>
                      <c:pt idx="4590">
                        <c:v>34.830092999999998</c:v>
                      </c:pt>
                      <c:pt idx="4591">
                        <c:v>34.778824</c:v>
                      </c:pt>
                      <c:pt idx="4592">
                        <c:v>34.353439000000002</c:v>
                      </c:pt>
                      <c:pt idx="4593">
                        <c:v>34.452964999999999</c:v>
                      </c:pt>
                      <c:pt idx="4594">
                        <c:v>34.848540999999997</c:v>
                      </c:pt>
                      <c:pt idx="4595">
                        <c:v>35.380710999999998</c:v>
                      </c:pt>
                      <c:pt idx="4596">
                        <c:v>36.208945999999997</c:v>
                      </c:pt>
                      <c:pt idx="4597">
                        <c:v>37.051029</c:v>
                      </c:pt>
                      <c:pt idx="4598">
                        <c:v>37.402954000000001</c:v>
                      </c:pt>
                      <c:pt idx="4599">
                        <c:v>37.206772000000001</c:v>
                      </c:pt>
                      <c:pt idx="4600">
                        <c:v>36.811709999999998</c:v>
                      </c:pt>
                      <c:pt idx="4601">
                        <c:v>36.659129999999998</c:v>
                      </c:pt>
                      <c:pt idx="4602">
                        <c:v>36.877949000000001</c:v>
                      </c:pt>
                      <c:pt idx="4603">
                        <c:v>37.035595000000001</c:v>
                      </c:pt>
                      <c:pt idx="4604">
                        <c:v>36.784153000000003</c:v>
                      </c:pt>
                      <c:pt idx="4605">
                        <c:v>36.606361</c:v>
                      </c:pt>
                      <c:pt idx="4606">
                        <c:v>36.541977000000003</c:v>
                      </c:pt>
                      <c:pt idx="4607">
                        <c:v>36.944083999999997</c:v>
                      </c:pt>
                      <c:pt idx="4608">
                        <c:v>37.724243000000001</c:v>
                      </c:pt>
                      <c:pt idx="4609">
                        <c:v>38.542037999999998</c:v>
                      </c:pt>
                      <c:pt idx="4610">
                        <c:v>39.441513</c:v>
                      </c:pt>
                      <c:pt idx="4611">
                        <c:v>39.844329999999999</c:v>
                      </c:pt>
                      <c:pt idx="4612">
                        <c:v>40.206012999999999</c:v>
                      </c:pt>
                      <c:pt idx="4613">
                        <c:v>39.901909000000003</c:v>
                      </c:pt>
                      <c:pt idx="4614">
                        <c:v>38.920814999999997</c:v>
                      </c:pt>
                      <c:pt idx="4615">
                        <c:v>38.63496</c:v>
                      </c:pt>
                      <c:pt idx="4616">
                        <c:v>38.896259000000001</c:v>
                      </c:pt>
                      <c:pt idx="4617">
                        <c:v>39.025894000000001</c:v>
                      </c:pt>
                      <c:pt idx="4618">
                        <c:v>38.592018000000003</c:v>
                      </c:pt>
                      <c:pt idx="4619">
                        <c:v>38.381385999999999</c:v>
                      </c:pt>
                      <c:pt idx="4620">
                        <c:v>39.540958000000003</c:v>
                      </c:pt>
                      <c:pt idx="4621">
                        <c:v>40.770389999999999</c:v>
                      </c:pt>
                      <c:pt idx="4622">
                        <c:v>41.470371</c:v>
                      </c:pt>
                      <c:pt idx="4623">
                        <c:v>42.035567999999998</c:v>
                      </c:pt>
                      <c:pt idx="4624">
                        <c:v>42.288212000000001</c:v>
                      </c:pt>
                      <c:pt idx="4625">
                        <c:v>42.395699</c:v>
                      </c:pt>
                      <c:pt idx="4626">
                        <c:v>42.368369999999999</c:v>
                      </c:pt>
                      <c:pt idx="4627">
                        <c:v>42.361645000000003</c:v>
                      </c:pt>
                      <c:pt idx="4628">
                        <c:v>42.531230999999998</c:v>
                      </c:pt>
                      <c:pt idx="4629">
                        <c:v>42.649459999999998</c:v>
                      </c:pt>
                      <c:pt idx="4630">
                        <c:v>42.590302000000001</c:v>
                      </c:pt>
                      <c:pt idx="4631">
                        <c:v>42.541645000000003</c:v>
                      </c:pt>
                      <c:pt idx="4632">
                        <c:v>42.364212000000002</c:v>
                      </c:pt>
                      <c:pt idx="4633">
                        <c:v>41.824908999999998</c:v>
                      </c:pt>
                      <c:pt idx="4634">
                        <c:v>41.661472000000003</c:v>
                      </c:pt>
                      <c:pt idx="4635">
                        <c:v>41.941502</c:v>
                      </c:pt>
                      <c:pt idx="4636">
                        <c:v>41.464011999999997</c:v>
                      </c:pt>
                      <c:pt idx="4637">
                        <c:v>40.658417</c:v>
                      </c:pt>
                      <c:pt idx="4638">
                        <c:v>41.264457999999998</c:v>
                      </c:pt>
                      <c:pt idx="4639">
                        <c:v>41.908648999999997</c:v>
                      </c:pt>
                      <c:pt idx="4640">
                        <c:v>42.484650000000002</c:v>
                      </c:pt>
                      <c:pt idx="4641">
                        <c:v>42.564064000000002</c:v>
                      </c:pt>
                      <c:pt idx="4642">
                        <c:v>41.420811</c:v>
                      </c:pt>
                      <c:pt idx="4643">
                        <c:v>40.225586</c:v>
                      </c:pt>
                      <c:pt idx="4644">
                        <c:v>39.327140999999997</c:v>
                      </c:pt>
                      <c:pt idx="4645">
                        <c:v>38.994101999999998</c:v>
                      </c:pt>
                      <c:pt idx="4646">
                        <c:v>39.197226999999998</c:v>
                      </c:pt>
                      <c:pt idx="4647">
                        <c:v>39.737301000000002</c:v>
                      </c:pt>
                      <c:pt idx="4648">
                        <c:v>40.159945999999998</c:v>
                      </c:pt>
                      <c:pt idx="4649">
                        <c:v>40.702613999999997</c:v>
                      </c:pt>
                      <c:pt idx="4650">
                        <c:v>41.195186999999997</c:v>
                      </c:pt>
                      <c:pt idx="4651">
                        <c:v>41.666179999999997</c:v>
                      </c:pt>
                      <c:pt idx="4652">
                        <c:v>42.156379999999999</c:v>
                      </c:pt>
                      <c:pt idx="4653">
                        <c:v>42.704113</c:v>
                      </c:pt>
                      <c:pt idx="4654">
                        <c:v>43.522255000000001</c:v>
                      </c:pt>
                      <c:pt idx="4655">
                        <c:v>44.155208999999999</c:v>
                      </c:pt>
                      <c:pt idx="4656">
                        <c:v>44.035812</c:v>
                      </c:pt>
                      <c:pt idx="4657">
                        <c:v>43.789603999999997</c:v>
                      </c:pt>
                      <c:pt idx="4658">
                        <c:v>43.682785000000003</c:v>
                      </c:pt>
                      <c:pt idx="4659">
                        <c:v>43.768585000000002</c:v>
                      </c:pt>
                      <c:pt idx="4660">
                        <c:v>43.860850999999997</c:v>
                      </c:pt>
                      <c:pt idx="4661">
                        <c:v>43.901989</c:v>
                      </c:pt>
                      <c:pt idx="4662">
                        <c:v>43.877150999999998</c:v>
                      </c:pt>
                      <c:pt idx="4663">
                        <c:v>43.877499</c:v>
                      </c:pt>
                      <c:pt idx="4664">
                        <c:v>43.945861999999998</c:v>
                      </c:pt>
                      <c:pt idx="4665">
                        <c:v>43.966911000000003</c:v>
                      </c:pt>
                      <c:pt idx="4666">
                        <c:v>44.043221000000003</c:v>
                      </c:pt>
                      <c:pt idx="4667">
                        <c:v>44.186481000000001</c:v>
                      </c:pt>
                      <c:pt idx="4668">
                        <c:v>44.347712999999999</c:v>
                      </c:pt>
                      <c:pt idx="4669">
                        <c:v>45.016468000000003</c:v>
                      </c:pt>
                      <c:pt idx="4670">
                        <c:v>45.361736000000001</c:v>
                      </c:pt>
                      <c:pt idx="4671">
                        <c:v>44.918751</c:v>
                      </c:pt>
                      <c:pt idx="4672">
                        <c:v>44.508223999999998</c:v>
                      </c:pt>
                      <c:pt idx="4673">
                        <c:v>44.295647000000002</c:v>
                      </c:pt>
                      <c:pt idx="4674">
                        <c:v>44.446517999999998</c:v>
                      </c:pt>
                      <c:pt idx="4675">
                        <c:v>45.036754999999999</c:v>
                      </c:pt>
                      <c:pt idx="4676">
                        <c:v>46.035685999999998</c:v>
                      </c:pt>
                      <c:pt idx="4677">
                        <c:v>46.627892000000003</c:v>
                      </c:pt>
                      <c:pt idx="4678">
                        <c:v>46.539078000000003</c:v>
                      </c:pt>
                      <c:pt idx="4679">
                        <c:v>46.515506999999999</c:v>
                      </c:pt>
                      <c:pt idx="4680">
                        <c:v>47.085147999999997</c:v>
                      </c:pt>
                      <c:pt idx="4681">
                        <c:v>47.865932000000001</c:v>
                      </c:pt>
                      <c:pt idx="4682">
                        <c:v>48.269210999999999</c:v>
                      </c:pt>
                      <c:pt idx="4683">
                        <c:v>48.928573999999998</c:v>
                      </c:pt>
                      <c:pt idx="4684">
                        <c:v>50.058784000000003</c:v>
                      </c:pt>
                      <c:pt idx="4685">
                        <c:v>50.871414000000001</c:v>
                      </c:pt>
                      <c:pt idx="4686">
                        <c:v>50.729660000000003</c:v>
                      </c:pt>
                      <c:pt idx="4687">
                        <c:v>50.331626999999997</c:v>
                      </c:pt>
                      <c:pt idx="4688">
                        <c:v>49.678688000000001</c:v>
                      </c:pt>
                      <c:pt idx="4689">
                        <c:v>47.620669999999997</c:v>
                      </c:pt>
                      <c:pt idx="4690">
                        <c:v>47.476418000000002</c:v>
                      </c:pt>
                      <c:pt idx="4691">
                        <c:v>53.065474999999999</c:v>
                      </c:pt>
                      <c:pt idx="4692">
                        <c:v>57.669772999999999</c:v>
                      </c:pt>
                      <c:pt idx="4693">
                        <c:v>60.280330999999997</c:v>
                      </c:pt>
                      <c:pt idx="4694">
                        <c:v>61.706809999999997</c:v>
                      </c:pt>
                      <c:pt idx="4695">
                        <c:v>62.275981999999999</c:v>
                      </c:pt>
                      <c:pt idx="4696">
                        <c:v>62.381946999999997</c:v>
                      </c:pt>
                      <c:pt idx="4697">
                        <c:v>62.258659000000002</c:v>
                      </c:pt>
                      <c:pt idx="4698">
                        <c:v>62.461384000000002</c:v>
                      </c:pt>
                      <c:pt idx="4699">
                        <c:v>62.754997000000003</c:v>
                      </c:pt>
                      <c:pt idx="4700">
                        <c:v>62.749592</c:v>
                      </c:pt>
                      <c:pt idx="4701">
                        <c:v>62.618606999999997</c:v>
                      </c:pt>
                      <c:pt idx="4702">
                        <c:v>62.428275999999997</c:v>
                      </c:pt>
                      <c:pt idx="4703">
                        <c:v>62.567577</c:v>
                      </c:pt>
                      <c:pt idx="4704">
                        <c:v>61.810828999999998</c:v>
                      </c:pt>
                      <c:pt idx="4705">
                        <c:v>60.482128000000003</c:v>
                      </c:pt>
                      <c:pt idx="4706">
                        <c:v>59.296287999999997</c:v>
                      </c:pt>
                      <c:pt idx="4707">
                        <c:v>58.606102</c:v>
                      </c:pt>
                      <c:pt idx="4708">
                        <c:v>57.813071999999998</c:v>
                      </c:pt>
                      <c:pt idx="4709">
                        <c:v>56.450958</c:v>
                      </c:pt>
                      <c:pt idx="4710">
                        <c:v>55.893130999999997</c:v>
                      </c:pt>
                      <c:pt idx="4711">
                        <c:v>55.660159999999998</c:v>
                      </c:pt>
                      <c:pt idx="4712">
                        <c:v>55.401634000000001</c:v>
                      </c:pt>
                      <c:pt idx="4713">
                        <c:v>54.820476999999997</c:v>
                      </c:pt>
                      <c:pt idx="4714">
                        <c:v>54.191616000000003</c:v>
                      </c:pt>
                      <c:pt idx="4715">
                        <c:v>53.776665000000001</c:v>
                      </c:pt>
                      <c:pt idx="4716">
                        <c:v>53.408442999999998</c:v>
                      </c:pt>
                      <c:pt idx="4717">
                        <c:v>53.223526</c:v>
                      </c:pt>
                      <c:pt idx="4718">
                        <c:v>53.320796999999999</c:v>
                      </c:pt>
                      <c:pt idx="4719">
                        <c:v>53.046531999999999</c:v>
                      </c:pt>
                      <c:pt idx="4720">
                        <c:v>52.818519999999999</c:v>
                      </c:pt>
                      <c:pt idx="4721">
                        <c:v>53.024990000000003</c:v>
                      </c:pt>
                      <c:pt idx="4722">
                        <c:v>53.196835</c:v>
                      </c:pt>
                      <c:pt idx="4723">
                        <c:v>53.232779999999998</c:v>
                      </c:pt>
                      <c:pt idx="4724">
                        <c:v>52.952469000000001</c:v>
                      </c:pt>
                      <c:pt idx="4725">
                        <c:v>52.533821000000003</c:v>
                      </c:pt>
                      <c:pt idx="4726">
                        <c:v>52.416221999999998</c:v>
                      </c:pt>
                      <c:pt idx="4727">
                        <c:v>52.233615999999998</c:v>
                      </c:pt>
                      <c:pt idx="4728">
                        <c:v>51.851227000000002</c:v>
                      </c:pt>
                      <c:pt idx="4729">
                        <c:v>51.667782000000003</c:v>
                      </c:pt>
                      <c:pt idx="4730">
                        <c:v>51.767113000000002</c:v>
                      </c:pt>
                      <c:pt idx="4731">
                        <c:v>52.385390999999998</c:v>
                      </c:pt>
                      <c:pt idx="4732">
                        <c:v>53.06926</c:v>
                      </c:pt>
                      <c:pt idx="4733">
                        <c:v>52.880028000000003</c:v>
                      </c:pt>
                      <c:pt idx="4734">
                        <c:v>52.117621999999997</c:v>
                      </c:pt>
                      <c:pt idx="4735">
                        <c:v>51.946125000000002</c:v>
                      </c:pt>
                      <c:pt idx="4736">
                        <c:v>52.399459999999998</c:v>
                      </c:pt>
                      <c:pt idx="4737">
                        <c:v>52.865952</c:v>
                      </c:pt>
                      <c:pt idx="4738">
                        <c:v>52.729092000000001</c:v>
                      </c:pt>
                      <c:pt idx="4739">
                        <c:v>52.564678000000001</c:v>
                      </c:pt>
                      <c:pt idx="4740">
                        <c:v>52.538563000000003</c:v>
                      </c:pt>
                      <c:pt idx="4741">
                        <c:v>52.322392000000001</c:v>
                      </c:pt>
                      <c:pt idx="4742">
                        <c:v>52.154761999999998</c:v>
                      </c:pt>
                      <c:pt idx="4743">
                        <c:v>52.074818</c:v>
                      </c:pt>
                      <c:pt idx="4744">
                        <c:v>52.206668999999998</c:v>
                      </c:pt>
                      <c:pt idx="4745">
                        <c:v>52.201777999999997</c:v>
                      </c:pt>
                      <c:pt idx="4746">
                        <c:v>52.018265</c:v>
                      </c:pt>
                      <c:pt idx="4747">
                        <c:v>51.938194000000003</c:v>
                      </c:pt>
                      <c:pt idx="4748">
                        <c:v>52.028571999999997</c:v>
                      </c:pt>
                      <c:pt idx="4749">
                        <c:v>52.115788000000002</c:v>
                      </c:pt>
                      <c:pt idx="4750">
                        <c:v>52.373699000000002</c:v>
                      </c:pt>
                      <c:pt idx="4751">
                        <c:v>52.876052999999999</c:v>
                      </c:pt>
                      <c:pt idx="4752">
                        <c:v>53.30254</c:v>
                      </c:pt>
                      <c:pt idx="4753">
                        <c:v>53.647053</c:v>
                      </c:pt>
                      <c:pt idx="4754">
                        <c:v>53.612327999999998</c:v>
                      </c:pt>
                      <c:pt idx="4755">
                        <c:v>53.572823</c:v>
                      </c:pt>
                      <c:pt idx="4756">
                        <c:v>53.769691000000002</c:v>
                      </c:pt>
                      <c:pt idx="4757">
                        <c:v>54.196266000000001</c:v>
                      </c:pt>
                      <c:pt idx="4758">
                        <c:v>54.315510000000003</c:v>
                      </c:pt>
                      <c:pt idx="4759">
                        <c:v>54.031612000000003</c:v>
                      </c:pt>
                      <c:pt idx="4760">
                        <c:v>54.042487999999999</c:v>
                      </c:pt>
                      <c:pt idx="4761">
                        <c:v>54.495471999999999</c:v>
                      </c:pt>
                      <c:pt idx="4762">
                        <c:v>54.728622000000001</c:v>
                      </c:pt>
                      <c:pt idx="4763">
                        <c:v>54.695782000000001</c:v>
                      </c:pt>
                      <c:pt idx="4764">
                        <c:v>55.117702000000001</c:v>
                      </c:pt>
                      <c:pt idx="4765">
                        <c:v>55.900886999999997</c:v>
                      </c:pt>
                      <c:pt idx="4766">
                        <c:v>56.240929000000001</c:v>
                      </c:pt>
                      <c:pt idx="4767">
                        <c:v>56.103698999999999</c:v>
                      </c:pt>
                      <c:pt idx="4768">
                        <c:v>56.502322999999997</c:v>
                      </c:pt>
                      <c:pt idx="4769">
                        <c:v>57.533481999999999</c:v>
                      </c:pt>
                      <c:pt idx="4770">
                        <c:v>58.047885999999998</c:v>
                      </c:pt>
                      <c:pt idx="4771">
                        <c:v>58.255924</c:v>
                      </c:pt>
                      <c:pt idx="4772">
                        <c:v>58.724544999999999</c:v>
                      </c:pt>
                      <c:pt idx="4773">
                        <c:v>59.223339000000003</c:v>
                      </c:pt>
                      <c:pt idx="4774">
                        <c:v>59.704360999999999</c:v>
                      </c:pt>
                      <c:pt idx="4775">
                        <c:v>58.98489</c:v>
                      </c:pt>
                      <c:pt idx="4776">
                        <c:v>58.312691000000001</c:v>
                      </c:pt>
                      <c:pt idx="4777">
                        <c:v>58.408504000000001</c:v>
                      </c:pt>
                      <c:pt idx="4778">
                        <c:v>59.103198999999996</c:v>
                      </c:pt>
                      <c:pt idx="4779">
                        <c:v>59.310982000000003</c:v>
                      </c:pt>
                      <c:pt idx="4780">
                        <c:v>58.663680999999997</c:v>
                      </c:pt>
                      <c:pt idx="4781">
                        <c:v>57.346778999999998</c:v>
                      </c:pt>
                      <c:pt idx="4782">
                        <c:v>56.055725000000002</c:v>
                      </c:pt>
                      <c:pt idx="4783">
                        <c:v>55.399459999999998</c:v>
                      </c:pt>
                      <c:pt idx="4784">
                        <c:v>54.952148000000001</c:v>
                      </c:pt>
                      <c:pt idx="4785">
                        <c:v>54.144215000000003</c:v>
                      </c:pt>
                      <c:pt idx="4786">
                        <c:v>53.231583000000001</c:v>
                      </c:pt>
                      <c:pt idx="4787">
                        <c:v>52.897995000000002</c:v>
                      </c:pt>
                      <c:pt idx="4788">
                        <c:v>53.007786000000003</c:v>
                      </c:pt>
                      <c:pt idx="4789">
                        <c:v>52.871654999999997</c:v>
                      </c:pt>
                      <c:pt idx="4790">
                        <c:v>52.782505</c:v>
                      </c:pt>
                      <c:pt idx="4791">
                        <c:v>52.701805</c:v>
                      </c:pt>
                      <c:pt idx="4792">
                        <c:v>52.882987999999997</c:v>
                      </c:pt>
                      <c:pt idx="4793">
                        <c:v>53.141002999999998</c:v>
                      </c:pt>
                      <c:pt idx="4794">
                        <c:v>53.132393</c:v>
                      </c:pt>
                      <c:pt idx="4795">
                        <c:v>52.991855999999999</c:v>
                      </c:pt>
                      <c:pt idx="4796">
                        <c:v>52.672741000000002</c:v>
                      </c:pt>
                      <c:pt idx="4797">
                        <c:v>52.363373000000003</c:v>
                      </c:pt>
                      <c:pt idx="4798">
                        <c:v>51.931488000000002</c:v>
                      </c:pt>
                      <c:pt idx="4799">
                        <c:v>51.989212000000002</c:v>
                      </c:pt>
                      <c:pt idx="4800">
                        <c:v>52.294272999999997</c:v>
                      </c:pt>
                      <c:pt idx="4801">
                        <c:v>52.426833999999999</c:v>
                      </c:pt>
                      <c:pt idx="4802">
                        <c:v>52.532435999999997</c:v>
                      </c:pt>
                      <c:pt idx="4803">
                        <c:v>52.654761999999998</c:v>
                      </c:pt>
                      <c:pt idx="4804">
                        <c:v>52.676456000000002</c:v>
                      </c:pt>
                      <c:pt idx="4805">
                        <c:v>52.550632</c:v>
                      </c:pt>
                      <c:pt idx="4806">
                        <c:v>52.558174000000001</c:v>
                      </c:pt>
                      <c:pt idx="4807">
                        <c:v>52.624310000000001</c:v>
                      </c:pt>
                      <c:pt idx="4808">
                        <c:v>52.802692</c:v>
                      </c:pt>
                      <c:pt idx="4809">
                        <c:v>52.813384999999997</c:v>
                      </c:pt>
                      <c:pt idx="4810">
                        <c:v>52.266865000000003</c:v>
                      </c:pt>
                      <c:pt idx="4811">
                        <c:v>51.684134999999998</c:v>
                      </c:pt>
                      <c:pt idx="4812">
                        <c:v>51.666271000000002</c:v>
                      </c:pt>
                      <c:pt idx="4813">
                        <c:v>52.174312999999998</c:v>
                      </c:pt>
                      <c:pt idx="4814">
                        <c:v>52.335712000000001</c:v>
                      </c:pt>
                      <c:pt idx="4815">
                        <c:v>51.879047</c:v>
                      </c:pt>
                      <c:pt idx="4816">
                        <c:v>51.229526999999997</c:v>
                      </c:pt>
                      <c:pt idx="4817">
                        <c:v>50.675552000000003</c:v>
                      </c:pt>
                      <c:pt idx="4818">
                        <c:v>50.961903</c:v>
                      </c:pt>
                      <c:pt idx="4819">
                        <c:v>51.775706999999997</c:v>
                      </c:pt>
                      <c:pt idx="4820">
                        <c:v>52.474471999999999</c:v>
                      </c:pt>
                      <c:pt idx="4821">
                        <c:v>53.159477000000003</c:v>
                      </c:pt>
                      <c:pt idx="4822">
                        <c:v>53.420071</c:v>
                      </c:pt>
                      <c:pt idx="4823">
                        <c:v>53.333260000000003</c:v>
                      </c:pt>
                      <c:pt idx="4824">
                        <c:v>53.193047</c:v>
                      </c:pt>
                      <c:pt idx="4825">
                        <c:v>53.392479000000002</c:v>
                      </c:pt>
                      <c:pt idx="4826">
                        <c:v>53.658591999999999</c:v>
                      </c:pt>
                      <c:pt idx="4827">
                        <c:v>53.880875000000003</c:v>
                      </c:pt>
                      <c:pt idx="4828">
                        <c:v>54.073044000000003</c:v>
                      </c:pt>
                      <c:pt idx="4829">
                        <c:v>53.963234</c:v>
                      </c:pt>
                      <c:pt idx="4830">
                        <c:v>53.908546000000001</c:v>
                      </c:pt>
                      <c:pt idx="4831">
                        <c:v>54.251713000000002</c:v>
                      </c:pt>
                      <c:pt idx="4832">
                        <c:v>54.561408999999998</c:v>
                      </c:pt>
                      <c:pt idx="4833">
                        <c:v>54.949340999999997</c:v>
                      </c:pt>
                      <c:pt idx="4834">
                        <c:v>56.182098000000003</c:v>
                      </c:pt>
                      <c:pt idx="4835">
                        <c:v>57.663235</c:v>
                      </c:pt>
                      <c:pt idx="4836">
                        <c:v>58.851745999999999</c:v>
                      </c:pt>
                      <c:pt idx="4837">
                        <c:v>59.417427000000004</c:v>
                      </c:pt>
                      <c:pt idx="4838">
                        <c:v>59.652335999999998</c:v>
                      </c:pt>
                      <c:pt idx="4839">
                        <c:v>60.175654999999999</c:v>
                      </c:pt>
                      <c:pt idx="4840">
                        <c:v>59.713695999999999</c:v>
                      </c:pt>
                      <c:pt idx="4841">
                        <c:v>58.831271999999998</c:v>
                      </c:pt>
                      <c:pt idx="4842">
                        <c:v>57.735809000000003</c:v>
                      </c:pt>
                      <c:pt idx="4843">
                        <c:v>56.511226999999998</c:v>
                      </c:pt>
                      <c:pt idx="4844">
                        <c:v>56.090178999999999</c:v>
                      </c:pt>
                      <c:pt idx="4845">
                        <c:v>56.335884</c:v>
                      </c:pt>
                      <c:pt idx="4846">
                        <c:v>56.735118999999997</c:v>
                      </c:pt>
                      <c:pt idx="4847">
                        <c:v>57.437041999999998</c:v>
                      </c:pt>
                      <c:pt idx="4848">
                        <c:v>58.362456999999999</c:v>
                      </c:pt>
                      <c:pt idx="4849">
                        <c:v>59.161532999999999</c:v>
                      </c:pt>
                      <c:pt idx="4850">
                        <c:v>59.434376</c:v>
                      </c:pt>
                      <c:pt idx="4851">
                        <c:v>58.935088999999998</c:v>
                      </c:pt>
                      <c:pt idx="4852">
                        <c:v>58.885219999999997</c:v>
                      </c:pt>
                      <c:pt idx="4853">
                        <c:v>60.087814000000002</c:v>
                      </c:pt>
                      <c:pt idx="4854">
                        <c:v>61.547249000000001</c:v>
                      </c:pt>
                      <c:pt idx="4855">
                        <c:v>62.524509000000002</c:v>
                      </c:pt>
                      <c:pt idx="4856">
                        <c:v>62.934963000000003</c:v>
                      </c:pt>
                      <c:pt idx="4857">
                        <c:v>62.479393000000002</c:v>
                      </c:pt>
                      <c:pt idx="4858">
                        <c:v>61.473166999999997</c:v>
                      </c:pt>
                      <c:pt idx="4859">
                        <c:v>60.944920000000003</c:v>
                      </c:pt>
                      <c:pt idx="4860">
                        <c:v>61.071049000000002</c:v>
                      </c:pt>
                      <c:pt idx="4861">
                        <c:v>61.062007999999999</c:v>
                      </c:pt>
                      <c:pt idx="4862">
                        <c:v>60.952824</c:v>
                      </c:pt>
                      <c:pt idx="4863">
                        <c:v>61.290667999999997</c:v>
                      </c:pt>
                      <c:pt idx="4864">
                        <c:v>62.002110000000002</c:v>
                      </c:pt>
                      <c:pt idx="4865">
                        <c:v>63.222808999999998</c:v>
                      </c:pt>
                      <c:pt idx="4866">
                        <c:v>64.104729000000006</c:v>
                      </c:pt>
                      <c:pt idx="4867">
                        <c:v>63.936970000000002</c:v>
                      </c:pt>
                      <c:pt idx="4868">
                        <c:v>63.205531999999998</c:v>
                      </c:pt>
                      <c:pt idx="4869">
                        <c:v>62.922646</c:v>
                      </c:pt>
                      <c:pt idx="4870">
                        <c:v>63.413124000000003</c:v>
                      </c:pt>
                      <c:pt idx="4871">
                        <c:v>63.694896999999997</c:v>
                      </c:pt>
                      <c:pt idx="4872">
                        <c:v>63.380851999999997</c:v>
                      </c:pt>
                      <c:pt idx="4873">
                        <c:v>62.206642000000002</c:v>
                      </c:pt>
                      <c:pt idx="4874">
                        <c:v>61.019936000000001</c:v>
                      </c:pt>
                      <c:pt idx="4875">
                        <c:v>61.064030000000002</c:v>
                      </c:pt>
                      <c:pt idx="4876">
                        <c:v>61.683692999999998</c:v>
                      </c:pt>
                      <c:pt idx="4877">
                        <c:v>61.653216999999998</c:v>
                      </c:pt>
                      <c:pt idx="4878">
                        <c:v>61.10463</c:v>
                      </c:pt>
                      <c:pt idx="4879">
                        <c:v>60.491928000000001</c:v>
                      </c:pt>
                      <c:pt idx="4880">
                        <c:v>60.433086000000003</c:v>
                      </c:pt>
                      <c:pt idx="4881">
                        <c:v>60.858128000000001</c:v>
                      </c:pt>
                      <c:pt idx="4882">
                        <c:v>61.260975000000002</c:v>
                      </c:pt>
                      <c:pt idx="4883">
                        <c:v>62.288150999999999</c:v>
                      </c:pt>
                      <c:pt idx="4884">
                        <c:v>63.019001000000003</c:v>
                      </c:pt>
                      <c:pt idx="4885">
                        <c:v>62.654972000000001</c:v>
                      </c:pt>
                      <c:pt idx="4886">
                        <c:v>61.882590999999998</c:v>
                      </c:pt>
                      <c:pt idx="4887">
                        <c:v>61.094475000000003</c:v>
                      </c:pt>
                      <c:pt idx="4888">
                        <c:v>60.705021000000002</c:v>
                      </c:pt>
                      <c:pt idx="4889">
                        <c:v>60.851672999999998</c:v>
                      </c:pt>
                      <c:pt idx="4890">
                        <c:v>60.687244</c:v>
                      </c:pt>
                      <c:pt idx="4891">
                        <c:v>60.163857</c:v>
                      </c:pt>
                      <c:pt idx="4892">
                        <c:v>59.747115999999998</c:v>
                      </c:pt>
                      <c:pt idx="4893">
                        <c:v>59.563034000000002</c:v>
                      </c:pt>
                      <c:pt idx="4894">
                        <c:v>60.100025000000002</c:v>
                      </c:pt>
                      <c:pt idx="4895">
                        <c:v>61.301189000000001</c:v>
                      </c:pt>
                      <c:pt idx="4896">
                        <c:v>62.586399</c:v>
                      </c:pt>
                      <c:pt idx="4897">
                        <c:v>63.880687999999999</c:v>
                      </c:pt>
                      <c:pt idx="4898">
                        <c:v>64.895522999999997</c:v>
                      </c:pt>
                      <c:pt idx="4899">
                        <c:v>65.771773999999994</c:v>
                      </c:pt>
                      <c:pt idx="4900">
                        <c:v>66.309486000000007</c:v>
                      </c:pt>
                      <c:pt idx="4901">
                        <c:v>66.689316000000005</c:v>
                      </c:pt>
                      <c:pt idx="4902">
                        <c:v>67.028075999999999</c:v>
                      </c:pt>
                      <c:pt idx="4903">
                        <c:v>66.918036999999998</c:v>
                      </c:pt>
                      <c:pt idx="4904">
                        <c:v>66.025940000000006</c:v>
                      </c:pt>
                      <c:pt idx="4905">
                        <c:v>65.293243000000004</c:v>
                      </c:pt>
                      <c:pt idx="4906">
                        <c:v>64.825089000000006</c:v>
                      </c:pt>
                      <c:pt idx="4907">
                        <c:v>64.447120999999996</c:v>
                      </c:pt>
                      <c:pt idx="4908">
                        <c:v>63.885590000000001</c:v>
                      </c:pt>
                      <c:pt idx="4909">
                        <c:v>63.358051000000003</c:v>
                      </c:pt>
                      <c:pt idx="4910">
                        <c:v>62.886951000000003</c:v>
                      </c:pt>
                      <c:pt idx="4911">
                        <c:v>61.983989999999999</c:v>
                      </c:pt>
                      <c:pt idx="4912">
                        <c:v>60.770297999999997</c:v>
                      </c:pt>
                      <c:pt idx="4913">
                        <c:v>59.608997000000002</c:v>
                      </c:pt>
                      <c:pt idx="4914">
                        <c:v>59.258437999999998</c:v>
                      </c:pt>
                      <c:pt idx="4915">
                        <c:v>59.495815</c:v>
                      </c:pt>
                      <c:pt idx="4916">
                        <c:v>59.611980000000003</c:v>
                      </c:pt>
                      <c:pt idx="4917">
                        <c:v>59.242485000000002</c:v>
                      </c:pt>
                      <c:pt idx="4918">
                        <c:v>58.676872000000003</c:v>
                      </c:pt>
                      <c:pt idx="4919">
                        <c:v>58.527287000000001</c:v>
                      </c:pt>
                      <c:pt idx="4920">
                        <c:v>58.692486000000002</c:v>
                      </c:pt>
                      <c:pt idx="4921">
                        <c:v>58.973835000000001</c:v>
                      </c:pt>
                      <c:pt idx="4922">
                        <c:v>59.392173999999997</c:v>
                      </c:pt>
                      <c:pt idx="4923">
                        <c:v>60.309986000000002</c:v>
                      </c:pt>
                      <c:pt idx="4924">
                        <c:v>60.692776000000002</c:v>
                      </c:pt>
                      <c:pt idx="4925">
                        <c:v>59.905144</c:v>
                      </c:pt>
                      <c:pt idx="4926">
                        <c:v>58.840733</c:v>
                      </c:pt>
                      <c:pt idx="4927">
                        <c:v>57.816955999999998</c:v>
                      </c:pt>
                      <c:pt idx="4928">
                        <c:v>57.165599999999998</c:v>
                      </c:pt>
                      <c:pt idx="4929">
                        <c:v>57.536343000000002</c:v>
                      </c:pt>
                      <c:pt idx="4930">
                        <c:v>58.532814000000002</c:v>
                      </c:pt>
                      <c:pt idx="4931">
                        <c:v>59.674747000000004</c:v>
                      </c:pt>
                      <c:pt idx="4932">
                        <c:v>60.664417</c:v>
                      </c:pt>
                      <c:pt idx="4933">
                        <c:v>60.732765000000001</c:v>
                      </c:pt>
                      <c:pt idx="4934">
                        <c:v>60.315185999999997</c:v>
                      </c:pt>
                      <c:pt idx="4935">
                        <c:v>59.931533999999999</c:v>
                      </c:pt>
                      <c:pt idx="4936">
                        <c:v>59.650570000000002</c:v>
                      </c:pt>
                      <c:pt idx="4937">
                        <c:v>59.576427000000002</c:v>
                      </c:pt>
                      <c:pt idx="4938">
                        <c:v>59.634864999999998</c:v>
                      </c:pt>
                      <c:pt idx="4939">
                        <c:v>60.055430999999999</c:v>
                      </c:pt>
                      <c:pt idx="4940">
                        <c:v>60.770820999999998</c:v>
                      </c:pt>
                      <c:pt idx="4941">
                        <c:v>61.729667999999997</c:v>
                      </c:pt>
                      <c:pt idx="4942">
                        <c:v>62.850662</c:v>
                      </c:pt>
                      <c:pt idx="4943">
                        <c:v>63.539154000000003</c:v>
                      </c:pt>
                      <c:pt idx="4944">
                        <c:v>63.917529999999999</c:v>
                      </c:pt>
                      <c:pt idx="4945">
                        <c:v>63.634754000000001</c:v>
                      </c:pt>
                      <c:pt idx="4946">
                        <c:v>63.088355999999997</c:v>
                      </c:pt>
                      <c:pt idx="4947">
                        <c:v>62.793568</c:v>
                      </c:pt>
                      <c:pt idx="4948">
                        <c:v>62.927253999999998</c:v>
                      </c:pt>
                      <c:pt idx="4949">
                        <c:v>63.569159999999997</c:v>
                      </c:pt>
                      <c:pt idx="4950">
                        <c:v>64.550101999999995</c:v>
                      </c:pt>
                      <c:pt idx="4951">
                        <c:v>65.450660999999997</c:v>
                      </c:pt>
                      <c:pt idx="4952">
                        <c:v>65.977180000000004</c:v>
                      </c:pt>
                      <c:pt idx="4953">
                        <c:v>66.279860999999997</c:v>
                      </c:pt>
                      <c:pt idx="4954">
                        <c:v>65.693984999999998</c:v>
                      </c:pt>
                      <c:pt idx="4955">
                        <c:v>65.233779999999996</c:v>
                      </c:pt>
                      <c:pt idx="4956">
                        <c:v>65.352631000000002</c:v>
                      </c:pt>
                      <c:pt idx="4957">
                        <c:v>65.309753000000001</c:v>
                      </c:pt>
                      <c:pt idx="4958">
                        <c:v>64.889885000000007</c:v>
                      </c:pt>
                      <c:pt idx="4959">
                        <c:v>63.924621999999999</c:v>
                      </c:pt>
                      <c:pt idx="4960">
                        <c:v>62.613331000000002</c:v>
                      </c:pt>
                      <c:pt idx="4961">
                        <c:v>61.096710000000002</c:v>
                      </c:pt>
                      <c:pt idx="4962">
                        <c:v>60.084975999999997</c:v>
                      </c:pt>
                      <c:pt idx="4963">
                        <c:v>59.452019</c:v>
                      </c:pt>
                      <c:pt idx="4964">
                        <c:v>59.116173000000003</c:v>
                      </c:pt>
                      <c:pt idx="4965">
                        <c:v>58.928905</c:v>
                      </c:pt>
                      <c:pt idx="4966">
                        <c:v>58.886001999999998</c:v>
                      </c:pt>
                      <c:pt idx="4967">
                        <c:v>58.946773999999998</c:v>
                      </c:pt>
                      <c:pt idx="4968">
                        <c:v>59.177925000000002</c:v>
                      </c:pt>
                      <c:pt idx="4969">
                        <c:v>60.421852000000001</c:v>
                      </c:pt>
                      <c:pt idx="4970">
                        <c:v>61.871471</c:v>
                      </c:pt>
                      <c:pt idx="4971">
                        <c:v>63.035800999999999</c:v>
                      </c:pt>
                      <c:pt idx="4972">
                        <c:v>64.297889999999995</c:v>
                      </c:pt>
                      <c:pt idx="4973">
                        <c:v>65.673484999999999</c:v>
                      </c:pt>
                      <c:pt idx="4974">
                        <c:v>66.678154000000006</c:v>
                      </c:pt>
                      <c:pt idx="4975">
                        <c:v>66.903960999999995</c:v>
                      </c:pt>
                      <c:pt idx="4976">
                        <c:v>67.118294000000006</c:v>
                      </c:pt>
                      <c:pt idx="4977">
                        <c:v>67.016677999999999</c:v>
                      </c:pt>
                      <c:pt idx="4978">
                        <c:v>66.408691000000005</c:v>
                      </c:pt>
                      <c:pt idx="4979">
                        <c:v>65.851410000000001</c:v>
                      </c:pt>
                      <c:pt idx="4980">
                        <c:v>65.182357999999994</c:v>
                      </c:pt>
                      <c:pt idx="4981">
                        <c:v>64.824127000000004</c:v>
                      </c:pt>
                      <c:pt idx="4982">
                        <c:v>65.082183999999998</c:v>
                      </c:pt>
                      <c:pt idx="4983">
                        <c:v>65.808646999999993</c:v>
                      </c:pt>
                      <c:pt idx="4984">
                        <c:v>66.356903000000003</c:v>
                      </c:pt>
                      <c:pt idx="4985">
                        <c:v>66.512077000000005</c:v>
                      </c:pt>
                      <c:pt idx="4986">
                        <c:v>66.665520000000001</c:v>
                      </c:pt>
                      <c:pt idx="4987">
                        <c:v>67.131202999999999</c:v>
                      </c:pt>
                      <c:pt idx="4988">
                        <c:v>67.652045999999999</c:v>
                      </c:pt>
                      <c:pt idx="4989">
                        <c:v>67.524788000000001</c:v>
                      </c:pt>
                      <c:pt idx="4990">
                        <c:v>66.602538999999993</c:v>
                      </c:pt>
                      <c:pt idx="4991">
                        <c:v>65.607117000000002</c:v>
                      </c:pt>
                      <c:pt idx="4992">
                        <c:v>64.788155000000003</c:v>
                      </c:pt>
                      <c:pt idx="4993">
                        <c:v>64.313254999999998</c:v>
                      </c:pt>
                      <c:pt idx="4994">
                        <c:v>63.842368999999998</c:v>
                      </c:pt>
                      <c:pt idx="4995">
                        <c:v>63.017238999999996</c:v>
                      </c:pt>
                      <c:pt idx="4996">
                        <c:v>62.064438000000003</c:v>
                      </c:pt>
                      <c:pt idx="4997">
                        <c:v>61.002097999999997</c:v>
                      </c:pt>
                      <c:pt idx="4998">
                        <c:v>60.325786999999998</c:v>
                      </c:pt>
                      <c:pt idx="4999">
                        <c:v>60.249428000000002</c:v>
                      </c:pt>
                      <c:pt idx="5000">
                        <c:v>60.786113999999998</c:v>
                      </c:pt>
                      <c:pt idx="5001">
                        <c:v>61.836410999999998</c:v>
                      </c:pt>
                      <c:pt idx="5002">
                        <c:v>62.530566999999998</c:v>
                      </c:pt>
                      <c:pt idx="5003">
                        <c:v>62.674968999999997</c:v>
                      </c:pt>
                      <c:pt idx="5004">
                        <c:v>62.467765999999997</c:v>
                      </c:pt>
                      <c:pt idx="5005">
                        <c:v>62.583781999999999</c:v>
                      </c:pt>
                      <c:pt idx="5006">
                        <c:v>62.708157</c:v>
                      </c:pt>
                      <c:pt idx="5007">
                        <c:v>62.916260000000001</c:v>
                      </c:pt>
                      <c:pt idx="5008">
                        <c:v>62.992401000000001</c:v>
                      </c:pt>
                      <c:pt idx="5009">
                        <c:v>62.828594000000002</c:v>
                      </c:pt>
                      <c:pt idx="5010">
                        <c:v>62.787959999999998</c:v>
                      </c:pt>
                      <c:pt idx="5011">
                        <c:v>62.494723999999998</c:v>
                      </c:pt>
                      <c:pt idx="5012">
                        <c:v>61.997363999999997</c:v>
                      </c:pt>
                      <c:pt idx="5013">
                        <c:v>61.826714000000003</c:v>
                      </c:pt>
                      <c:pt idx="5014">
                        <c:v>62.096221999999997</c:v>
                      </c:pt>
                      <c:pt idx="5015">
                        <c:v>62.749287000000002</c:v>
                      </c:pt>
                      <c:pt idx="5016">
                        <c:v>63.181068000000003</c:v>
                      </c:pt>
                      <c:pt idx="5017">
                        <c:v>63.001251000000003</c:v>
                      </c:pt>
                      <c:pt idx="5018">
                        <c:v>62.937522999999999</c:v>
                      </c:pt>
                      <c:pt idx="5019">
                        <c:v>63.017848999999998</c:v>
                      </c:pt>
                      <c:pt idx="5020">
                        <c:v>62.702334999999998</c:v>
                      </c:pt>
                      <c:pt idx="5021">
                        <c:v>62.577209000000003</c:v>
                      </c:pt>
                      <c:pt idx="5022">
                        <c:v>62.689506999999999</c:v>
                      </c:pt>
                      <c:pt idx="5023">
                        <c:v>62.488979</c:v>
                      </c:pt>
                      <c:pt idx="5024">
                        <c:v>62.180115000000001</c:v>
                      </c:pt>
                      <c:pt idx="5025">
                        <c:v>61.720275999999998</c:v>
                      </c:pt>
                      <c:pt idx="5026">
                        <c:v>61.111542</c:v>
                      </c:pt>
                      <c:pt idx="5027">
                        <c:v>60.703465000000001</c:v>
                      </c:pt>
                      <c:pt idx="5028">
                        <c:v>60.381419999999999</c:v>
                      </c:pt>
                      <c:pt idx="5029">
                        <c:v>60.357731000000001</c:v>
                      </c:pt>
                      <c:pt idx="5030">
                        <c:v>60.210087000000001</c:v>
                      </c:pt>
                      <c:pt idx="5031">
                        <c:v>59.896458000000003</c:v>
                      </c:pt>
                      <c:pt idx="5032">
                        <c:v>59.447659000000002</c:v>
                      </c:pt>
                      <c:pt idx="5033">
                        <c:v>59.363574999999997</c:v>
                      </c:pt>
                      <c:pt idx="5034">
                        <c:v>60.060153999999997</c:v>
                      </c:pt>
                      <c:pt idx="5035">
                        <c:v>61.054065999999999</c:v>
                      </c:pt>
                      <c:pt idx="5036">
                        <c:v>62.166344000000002</c:v>
                      </c:pt>
                      <c:pt idx="5037">
                        <c:v>62.540168999999999</c:v>
                      </c:pt>
                      <c:pt idx="5038">
                        <c:v>61.942138999999997</c:v>
                      </c:pt>
                      <c:pt idx="5039">
                        <c:v>61.063408000000003</c:v>
                      </c:pt>
                      <c:pt idx="5040">
                        <c:v>59.964897000000001</c:v>
                      </c:pt>
                      <c:pt idx="5041">
                        <c:v>59.141232000000002</c:v>
                      </c:pt>
                      <c:pt idx="5042">
                        <c:v>58.838196000000003</c:v>
                      </c:pt>
                      <c:pt idx="5043">
                        <c:v>58.467990999999998</c:v>
                      </c:pt>
                      <c:pt idx="5044">
                        <c:v>57.849978999999998</c:v>
                      </c:pt>
                      <c:pt idx="5045">
                        <c:v>57.473190000000002</c:v>
                      </c:pt>
                      <c:pt idx="5046">
                        <c:v>56.929779000000003</c:v>
                      </c:pt>
                      <c:pt idx="5047">
                        <c:v>56.684643000000001</c:v>
                      </c:pt>
                      <c:pt idx="5048">
                        <c:v>56.737048999999999</c:v>
                      </c:pt>
                      <c:pt idx="5049">
                        <c:v>57.138877999999998</c:v>
                      </c:pt>
                      <c:pt idx="5050">
                        <c:v>57.924919000000003</c:v>
                      </c:pt>
                      <c:pt idx="5051">
                        <c:v>58.343159</c:v>
                      </c:pt>
                      <c:pt idx="5052">
                        <c:v>58.630702999999997</c:v>
                      </c:pt>
                      <c:pt idx="5053">
                        <c:v>58.842911000000001</c:v>
                      </c:pt>
                      <c:pt idx="5054">
                        <c:v>59.028129999999997</c:v>
                      </c:pt>
                      <c:pt idx="5055">
                        <c:v>59.174408</c:v>
                      </c:pt>
                      <c:pt idx="5056">
                        <c:v>59.049540999999998</c:v>
                      </c:pt>
                      <c:pt idx="5057">
                        <c:v>58.623210999999998</c:v>
                      </c:pt>
                      <c:pt idx="5058">
                        <c:v>57.779133000000002</c:v>
                      </c:pt>
                      <c:pt idx="5059">
                        <c:v>57.010795999999999</c:v>
                      </c:pt>
                      <c:pt idx="5060">
                        <c:v>56.383369000000002</c:v>
                      </c:pt>
                      <c:pt idx="5061">
                        <c:v>56.089264</c:v>
                      </c:pt>
                      <c:pt idx="5062">
                        <c:v>56.338509000000002</c:v>
                      </c:pt>
                      <c:pt idx="5063">
                        <c:v>56.885792000000002</c:v>
                      </c:pt>
                      <c:pt idx="5064">
                        <c:v>57.071925999999998</c:v>
                      </c:pt>
                      <c:pt idx="5065">
                        <c:v>57.052444000000001</c:v>
                      </c:pt>
                      <c:pt idx="5066">
                        <c:v>56.923026999999998</c:v>
                      </c:pt>
                      <c:pt idx="5067">
                        <c:v>56.925697</c:v>
                      </c:pt>
                      <c:pt idx="5068">
                        <c:v>56.990631</c:v>
                      </c:pt>
                      <c:pt idx="5069">
                        <c:v>56.874130000000001</c:v>
                      </c:pt>
                      <c:pt idx="5070">
                        <c:v>56.919704000000003</c:v>
                      </c:pt>
                      <c:pt idx="5071">
                        <c:v>57.189464999999998</c:v>
                      </c:pt>
                      <c:pt idx="5072">
                        <c:v>57.626956999999997</c:v>
                      </c:pt>
                      <c:pt idx="5073">
                        <c:v>57.587550999999998</c:v>
                      </c:pt>
                      <c:pt idx="5074">
                        <c:v>57.253860000000003</c:v>
                      </c:pt>
                      <c:pt idx="5075">
                        <c:v>57.183703999999999</c:v>
                      </c:pt>
                      <c:pt idx="5076">
                        <c:v>57.380802000000003</c:v>
                      </c:pt>
                      <c:pt idx="5077">
                        <c:v>57.934387000000001</c:v>
                      </c:pt>
                      <c:pt idx="5078">
                        <c:v>58.996986</c:v>
                      </c:pt>
                      <c:pt idx="5079">
                        <c:v>60.158648999999997</c:v>
                      </c:pt>
                      <c:pt idx="5080">
                        <c:v>60.646510999999997</c:v>
                      </c:pt>
                      <c:pt idx="5081">
                        <c:v>60.825180000000003</c:v>
                      </c:pt>
                      <c:pt idx="5082">
                        <c:v>61.175091000000002</c:v>
                      </c:pt>
                      <c:pt idx="5083">
                        <c:v>61.723602</c:v>
                      </c:pt>
                      <c:pt idx="5084">
                        <c:v>62.206490000000002</c:v>
                      </c:pt>
                      <c:pt idx="5085">
                        <c:v>62.701129999999999</c:v>
                      </c:pt>
                      <c:pt idx="5086">
                        <c:v>63.503886999999999</c:v>
                      </c:pt>
                      <c:pt idx="5087">
                        <c:v>64.209975999999997</c:v>
                      </c:pt>
                      <c:pt idx="5088">
                        <c:v>64.399376000000004</c:v>
                      </c:pt>
                      <c:pt idx="5089">
                        <c:v>64.467262000000005</c:v>
                      </c:pt>
                      <c:pt idx="5090">
                        <c:v>64.412841999999998</c:v>
                      </c:pt>
                      <c:pt idx="5091">
                        <c:v>64.273285000000001</c:v>
                      </c:pt>
                      <c:pt idx="5092">
                        <c:v>63.957206999999997</c:v>
                      </c:pt>
                      <c:pt idx="5093">
                        <c:v>63.228682999999997</c:v>
                      </c:pt>
                      <c:pt idx="5094">
                        <c:v>62.106471999999997</c:v>
                      </c:pt>
                      <c:pt idx="5095">
                        <c:v>61.485419999999998</c:v>
                      </c:pt>
                      <c:pt idx="5096">
                        <c:v>61.854416000000001</c:v>
                      </c:pt>
                      <c:pt idx="5097">
                        <c:v>62.838332999999999</c:v>
                      </c:pt>
                      <c:pt idx="5098">
                        <c:v>63.458995999999999</c:v>
                      </c:pt>
                      <c:pt idx="5099">
                        <c:v>63.834259000000003</c:v>
                      </c:pt>
                      <c:pt idx="5100">
                        <c:v>64.295852999999994</c:v>
                      </c:pt>
                      <c:pt idx="5101">
                        <c:v>64.581222999999994</c:v>
                      </c:pt>
                      <c:pt idx="5102">
                        <c:v>64.916245000000004</c:v>
                      </c:pt>
                      <c:pt idx="5103">
                        <c:v>65.133178999999998</c:v>
                      </c:pt>
                      <c:pt idx="5104">
                        <c:v>65.204659000000007</c:v>
                      </c:pt>
                      <c:pt idx="5105">
                        <c:v>65.180176000000003</c:v>
                      </c:pt>
                      <c:pt idx="5106">
                        <c:v>65.216132999999999</c:v>
                      </c:pt>
                      <c:pt idx="5107">
                        <c:v>65.155547999999996</c:v>
                      </c:pt>
                      <c:pt idx="5108">
                        <c:v>64.732803000000004</c:v>
                      </c:pt>
                      <c:pt idx="5109">
                        <c:v>64.379227</c:v>
                      </c:pt>
                      <c:pt idx="5110">
                        <c:v>64.249427999999995</c:v>
                      </c:pt>
                      <c:pt idx="5111">
                        <c:v>64.089523</c:v>
                      </c:pt>
                      <c:pt idx="5112">
                        <c:v>63.586033</c:v>
                      </c:pt>
                      <c:pt idx="5113">
                        <c:v>62.695545000000003</c:v>
                      </c:pt>
                      <c:pt idx="5114">
                        <c:v>61.886093000000002</c:v>
                      </c:pt>
                      <c:pt idx="5115">
                        <c:v>61.582157000000002</c:v>
                      </c:pt>
                      <c:pt idx="5116">
                        <c:v>61.511420999999999</c:v>
                      </c:pt>
                      <c:pt idx="5117">
                        <c:v>61.771403999999997</c:v>
                      </c:pt>
                      <c:pt idx="5118">
                        <c:v>62.305824000000001</c:v>
                      </c:pt>
                      <c:pt idx="5119">
                        <c:v>62.580264999999997</c:v>
                      </c:pt>
                      <c:pt idx="5120">
                        <c:v>62.988491000000003</c:v>
                      </c:pt>
                      <c:pt idx="5121">
                        <c:v>63.460766</c:v>
                      </c:pt>
                      <c:pt idx="5122">
                        <c:v>63.780994</c:v>
                      </c:pt>
                      <c:pt idx="5123">
                        <c:v>64.225655000000003</c:v>
                      </c:pt>
                      <c:pt idx="5124">
                        <c:v>64.129005000000006</c:v>
                      </c:pt>
                      <c:pt idx="5125">
                        <c:v>63.454124</c:v>
                      </c:pt>
                      <c:pt idx="5126">
                        <c:v>63.065483</c:v>
                      </c:pt>
                      <c:pt idx="5127">
                        <c:v>62.742725</c:v>
                      </c:pt>
                      <c:pt idx="5128">
                        <c:v>62.217818999999999</c:v>
                      </c:pt>
                      <c:pt idx="5129">
                        <c:v>61.645789999999998</c:v>
                      </c:pt>
                      <c:pt idx="5130">
                        <c:v>61.403931</c:v>
                      </c:pt>
                      <c:pt idx="5131">
                        <c:v>61.421024000000003</c:v>
                      </c:pt>
                      <c:pt idx="5132">
                        <c:v>61.438141000000002</c:v>
                      </c:pt>
                      <c:pt idx="5133">
                        <c:v>61.207129999999999</c:v>
                      </c:pt>
                      <c:pt idx="5134">
                        <c:v>61.056319999999999</c:v>
                      </c:pt>
                      <c:pt idx="5135">
                        <c:v>61.396872999999999</c:v>
                      </c:pt>
                      <c:pt idx="5136">
                        <c:v>61.396988</c:v>
                      </c:pt>
                      <c:pt idx="5137">
                        <c:v>61.244888000000003</c:v>
                      </c:pt>
                      <c:pt idx="5138">
                        <c:v>61.707714000000003</c:v>
                      </c:pt>
                      <c:pt idx="5139">
                        <c:v>62.435226</c:v>
                      </c:pt>
                      <c:pt idx="5140">
                        <c:v>62.904705</c:v>
                      </c:pt>
                      <c:pt idx="5141">
                        <c:v>63.271560999999998</c:v>
                      </c:pt>
                      <c:pt idx="5142">
                        <c:v>56.581490000000002</c:v>
                      </c:pt>
                      <c:pt idx="5143">
                        <c:v>59.25338</c:v>
                      </c:pt>
                      <c:pt idx="5144">
                        <c:v>60.394874999999999</c:v>
                      </c:pt>
                      <c:pt idx="5145">
                        <c:v>61.099339000000001</c:v>
                      </c:pt>
                      <c:pt idx="5146">
                        <c:v>61.742851000000002</c:v>
                      </c:pt>
                      <c:pt idx="5147">
                        <c:v>62.281714999999998</c:v>
                      </c:pt>
                      <c:pt idx="5148">
                        <c:v>62.693176000000001</c:v>
                      </c:pt>
                      <c:pt idx="5149">
                        <c:v>62.687553000000001</c:v>
                      </c:pt>
                      <c:pt idx="5150">
                        <c:v>62.459412</c:v>
                      </c:pt>
                      <c:pt idx="5151">
                        <c:v>62.374012</c:v>
                      </c:pt>
                      <c:pt idx="5152">
                        <c:v>62.595084999999997</c:v>
                      </c:pt>
                      <c:pt idx="5153">
                        <c:v>63.047176</c:v>
                      </c:pt>
                      <c:pt idx="5154">
                        <c:v>63.222346999999999</c:v>
                      </c:pt>
                      <c:pt idx="5155">
                        <c:v>63.463146000000002</c:v>
                      </c:pt>
                      <c:pt idx="5156">
                        <c:v>63.982669999999999</c:v>
                      </c:pt>
                      <c:pt idx="5157">
                        <c:v>64.479613999999998</c:v>
                      </c:pt>
                      <c:pt idx="5158">
                        <c:v>64.889206000000001</c:v>
                      </c:pt>
                      <c:pt idx="5159">
                        <c:v>65.230812</c:v>
                      </c:pt>
                      <c:pt idx="5160">
                        <c:v>65.346260000000001</c:v>
                      </c:pt>
                      <c:pt idx="5161">
                        <c:v>65.483802999999995</c:v>
                      </c:pt>
                      <c:pt idx="5162">
                        <c:v>65.781799000000007</c:v>
                      </c:pt>
                      <c:pt idx="5163">
                        <c:v>65.808250000000001</c:v>
                      </c:pt>
                      <c:pt idx="5164">
                        <c:v>65.725364999999996</c:v>
                      </c:pt>
                      <c:pt idx="5165">
                        <c:v>65.682175000000001</c:v>
                      </c:pt>
                      <c:pt idx="5166">
                        <c:v>65.359009</c:v>
                      </c:pt>
                      <c:pt idx="5167">
                        <c:v>65.069648999999998</c:v>
                      </c:pt>
                      <c:pt idx="5168">
                        <c:v>65.093497999999997</c:v>
                      </c:pt>
                      <c:pt idx="5169">
                        <c:v>64.990348999999995</c:v>
                      </c:pt>
                      <c:pt idx="5170">
                        <c:v>64.956314000000006</c:v>
                      </c:pt>
                      <c:pt idx="5171">
                        <c:v>64.830948000000006</c:v>
                      </c:pt>
                      <c:pt idx="5172">
                        <c:v>64.495215999999999</c:v>
                      </c:pt>
                      <c:pt idx="5173">
                        <c:v>64.178635</c:v>
                      </c:pt>
                      <c:pt idx="5174">
                        <c:v>64.036124999999998</c:v>
                      </c:pt>
                      <c:pt idx="5175">
                        <c:v>64.041893000000002</c:v>
                      </c:pt>
                      <c:pt idx="5176">
                        <c:v>64.008101999999994</c:v>
                      </c:pt>
                      <c:pt idx="5177">
                        <c:v>63.602615</c:v>
                      </c:pt>
                      <c:pt idx="5178">
                        <c:v>63.257961000000002</c:v>
                      </c:pt>
                      <c:pt idx="5179">
                        <c:v>63.498412999999999</c:v>
                      </c:pt>
                      <c:pt idx="5180">
                        <c:v>64.136948000000004</c:v>
                      </c:pt>
                      <c:pt idx="5181">
                        <c:v>64.479263000000003</c:v>
                      </c:pt>
                      <c:pt idx="5182">
                        <c:v>64.552124000000006</c:v>
                      </c:pt>
                      <c:pt idx="5183">
                        <c:v>64.745864999999995</c:v>
                      </c:pt>
                      <c:pt idx="5184">
                        <c:v>65.057120999999995</c:v>
                      </c:pt>
                      <c:pt idx="5185">
                        <c:v>65.600952000000007</c:v>
                      </c:pt>
                      <c:pt idx="5186">
                        <c:v>65.935080999999997</c:v>
                      </c:pt>
                      <c:pt idx="5187">
                        <c:v>66.159317000000001</c:v>
                      </c:pt>
                      <c:pt idx="5188">
                        <c:v>66.403473000000005</c:v>
                      </c:pt>
                      <c:pt idx="5189">
                        <c:v>66.432236000000003</c:v>
                      </c:pt>
                      <c:pt idx="5190">
                        <c:v>66.193207000000001</c:v>
                      </c:pt>
                      <c:pt idx="5191">
                        <c:v>65.816772</c:v>
                      </c:pt>
                      <c:pt idx="5192">
                        <c:v>65.185760000000002</c:v>
                      </c:pt>
                      <c:pt idx="5193">
                        <c:v>64.399795999999995</c:v>
                      </c:pt>
                      <c:pt idx="5194">
                        <c:v>64.035110000000003</c:v>
                      </c:pt>
                      <c:pt idx="5195">
                        <c:v>64.443382</c:v>
                      </c:pt>
                      <c:pt idx="5196">
                        <c:v>65.224853999999993</c:v>
                      </c:pt>
                      <c:pt idx="5197">
                        <c:v>65.709320000000005</c:v>
                      </c:pt>
                      <c:pt idx="5198">
                        <c:v>65.465569000000002</c:v>
                      </c:pt>
                      <c:pt idx="5199">
                        <c:v>65.005898000000002</c:v>
                      </c:pt>
                      <c:pt idx="5200">
                        <c:v>64.813796999999994</c:v>
                      </c:pt>
                      <c:pt idx="5201">
                        <c:v>65.040015999999994</c:v>
                      </c:pt>
                      <c:pt idx="5202">
                        <c:v>65.389786000000001</c:v>
                      </c:pt>
                      <c:pt idx="5203">
                        <c:v>65.65992</c:v>
                      </c:pt>
                      <c:pt idx="5204">
                        <c:v>66.146111000000005</c:v>
                      </c:pt>
                      <c:pt idx="5205">
                        <c:v>65.557129000000003</c:v>
                      </c:pt>
                      <c:pt idx="5206">
                        <c:v>65.752617000000001</c:v>
                      </c:pt>
                      <c:pt idx="5207">
                        <c:v>66.775413999999998</c:v>
                      </c:pt>
                      <c:pt idx="5208">
                        <c:v>67.687393</c:v>
                      </c:pt>
                      <c:pt idx="5209">
                        <c:v>68.148658999999995</c:v>
                      </c:pt>
                      <c:pt idx="5210">
                        <c:v>68.414794999999998</c:v>
                      </c:pt>
                      <c:pt idx="5211">
                        <c:v>68.520599000000004</c:v>
                      </c:pt>
                      <c:pt idx="5212">
                        <c:v>68.790954999999997</c:v>
                      </c:pt>
                      <c:pt idx="5213">
                        <c:v>69.059425000000005</c:v>
                      </c:pt>
                      <c:pt idx="5214">
                        <c:v>68.928184999999999</c:v>
                      </c:pt>
                      <c:pt idx="5215">
                        <c:v>68.777923999999999</c:v>
                      </c:pt>
                      <c:pt idx="5216">
                        <c:v>68.654854</c:v>
                      </c:pt>
                      <c:pt idx="5217">
                        <c:v>68.213074000000006</c:v>
                      </c:pt>
                      <c:pt idx="5218">
                        <c:v>67.638244999999998</c:v>
                      </c:pt>
                      <c:pt idx="5219">
                        <c:v>67.562599000000006</c:v>
                      </c:pt>
                      <c:pt idx="5220">
                        <c:v>68.033844000000002</c:v>
                      </c:pt>
                      <c:pt idx="5221">
                        <c:v>68.657150000000001</c:v>
                      </c:pt>
                      <c:pt idx="5222">
                        <c:v>68.971260000000001</c:v>
                      </c:pt>
                      <c:pt idx="5223">
                        <c:v>68.967376999999999</c:v>
                      </c:pt>
                      <c:pt idx="5224">
                        <c:v>68.820541000000006</c:v>
                      </c:pt>
                      <c:pt idx="5225">
                        <c:v>68.824973999999997</c:v>
                      </c:pt>
                      <c:pt idx="5226">
                        <c:v>68.863585999999998</c:v>
                      </c:pt>
                      <c:pt idx="5227">
                        <c:v>68.956573000000006</c:v>
                      </c:pt>
                      <c:pt idx="5228">
                        <c:v>68.920280000000005</c:v>
                      </c:pt>
                      <c:pt idx="5229">
                        <c:v>68.176215999999997</c:v>
                      </c:pt>
                      <c:pt idx="5230">
                        <c:v>67.046745000000001</c:v>
                      </c:pt>
                      <c:pt idx="5231">
                        <c:v>66.381180000000001</c:v>
                      </c:pt>
                      <c:pt idx="5232">
                        <c:v>65.898185999999995</c:v>
                      </c:pt>
                      <c:pt idx="5233">
                        <c:v>65.253867999999997</c:v>
                      </c:pt>
                      <c:pt idx="5234">
                        <c:v>65.046242000000007</c:v>
                      </c:pt>
                      <c:pt idx="5235">
                        <c:v>64.682548999999995</c:v>
                      </c:pt>
                      <c:pt idx="5236">
                        <c:v>63.759341999999997</c:v>
                      </c:pt>
                      <c:pt idx="5237">
                        <c:v>63.088057999999997</c:v>
                      </c:pt>
                      <c:pt idx="5238">
                        <c:v>62.936900999999999</c:v>
                      </c:pt>
                      <c:pt idx="5239">
                        <c:v>62.446716000000002</c:v>
                      </c:pt>
                      <c:pt idx="5240">
                        <c:v>61.592606000000004</c:v>
                      </c:pt>
                      <c:pt idx="5241">
                        <c:v>61.147106000000001</c:v>
                      </c:pt>
                      <c:pt idx="5242">
                        <c:v>60.994357999999998</c:v>
                      </c:pt>
                      <c:pt idx="5243">
                        <c:v>61.121597000000001</c:v>
                      </c:pt>
                      <c:pt idx="5244">
                        <c:v>61.080635000000001</c:v>
                      </c:pt>
                      <c:pt idx="5245">
                        <c:v>60.725422000000002</c:v>
                      </c:pt>
                      <c:pt idx="5246">
                        <c:v>60.563175000000001</c:v>
                      </c:pt>
                      <c:pt idx="5247">
                        <c:v>60.779499000000001</c:v>
                      </c:pt>
                      <c:pt idx="5248">
                        <c:v>61.341000000000001</c:v>
                      </c:pt>
                      <c:pt idx="5249">
                        <c:v>61.818469999999998</c:v>
                      </c:pt>
                      <c:pt idx="5250">
                        <c:v>61.628647000000001</c:v>
                      </c:pt>
                      <c:pt idx="5251">
                        <c:v>60.981597999999998</c:v>
                      </c:pt>
                      <c:pt idx="5252">
                        <c:v>60.696274000000003</c:v>
                      </c:pt>
                      <c:pt idx="5253">
                        <c:v>60.350524999999998</c:v>
                      </c:pt>
                      <c:pt idx="5254">
                        <c:v>59.708145000000002</c:v>
                      </c:pt>
                      <c:pt idx="5255">
                        <c:v>59.206867000000003</c:v>
                      </c:pt>
                      <c:pt idx="5256">
                        <c:v>58.837527999999999</c:v>
                      </c:pt>
                      <c:pt idx="5257">
                        <c:v>59.182434000000001</c:v>
                      </c:pt>
                      <c:pt idx="5258">
                        <c:v>59.061267999999998</c:v>
                      </c:pt>
                      <c:pt idx="5259">
                        <c:v>58.576794</c:v>
                      </c:pt>
                      <c:pt idx="5260">
                        <c:v>58.423794000000001</c:v>
                      </c:pt>
                      <c:pt idx="5261">
                        <c:v>58.325763999999999</c:v>
                      </c:pt>
                      <c:pt idx="5262">
                        <c:v>58.495392000000002</c:v>
                      </c:pt>
                      <c:pt idx="5263">
                        <c:v>58.364578000000002</c:v>
                      </c:pt>
                      <c:pt idx="5264">
                        <c:v>58.405228000000001</c:v>
                      </c:pt>
                      <c:pt idx="5265">
                        <c:v>58.308708000000003</c:v>
                      </c:pt>
                      <c:pt idx="5266">
                        <c:v>58.633400000000002</c:v>
                      </c:pt>
                      <c:pt idx="5267">
                        <c:v>59.343941000000001</c:v>
                      </c:pt>
                      <c:pt idx="5268">
                        <c:v>60.022804000000001</c:v>
                      </c:pt>
                      <c:pt idx="5269">
                        <c:v>60.068207000000001</c:v>
                      </c:pt>
                      <c:pt idx="5270">
                        <c:v>59.750225</c:v>
                      </c:pt>
                      <c:pt idx="5271">
                        <c:v>59.148178000000001</c:v>
                      </c:pt>
                      <c:pt idx="5272">
                        <c:v>58.730308999999998</c:v>
                      </c:pt>
                      <c:pt idx="5273">
                        <c:v>59.005363000000003</c:v>
                      </c:pt>
                      <c:pt idx="5274">
                        <c:v>59.413338000000003</c:v>
                      </c:pt>
                      <c:pt idx="5275">
                        <c:v>58.792923000000002</c:v>
                      </c:pt>
                      <c:pt idx="5276">
                        <c:v>58.277729000000001</c:v>
                      </c:pt>
                      <c:pt idx="5277">
                        <c:v>57.966213000000003</c:v>
                      </c:pt>
                      <c:pt idx="5278">
                        <c:v>58.056946000000003</c:v>
                      </c:pt>
                      <c:pt idx="5279">
                        <c:v>58.129116000000003</c:v>
                      </c:pt>
                      <c:pt idx="5280">
                        <c:v>58.195396000000002</c:v>
                      </c:pt>
                      <c:pt idx="5281">
                        <c:v>58.359833000000002</c:v>
                      </c:pt>
                      <c:pt idx="5282">
                        <c:v>58.385818</c:v>
                      </c:pt>
                      <c:pt idx="5283">
                        <c:v>58.452441999999998</c:v>
                      </c:pt>
                      <c:pt idx="5284">
                        <c:v>58.964928</c:v>
                      </c:pt>
                      <c:pt idx="5285">
                        <c:v>59.298327999999998</c:v>
                      </c:pt>
                      <c:pt idx="5286">
                        <c:v>58.926417999999998</c:v>
                      </c:pt>
                      <c:pt idx="5287">
                        <c:v>58.524245999999998</c:v>
                      </c:pt>
                      <c:pt idx="5288">
                        <c:v>58.146351000000003</c:v>
                      </c:pt>
                      <c:pt idx="5289">
                        <c:v>57.778961000000002</c:v>
                      </c:pt>
                      <c:pt idx="5290">
                        <c:v>57.300358000000003</c:v>
                      </c:pt>
                      <c:pt idx="5291">
                        <c:v>57.008381</c:v>
                      </c:pt>
                      <c:pt idx="5292">
                        <c:v>56.982402999999998</c:v>
                      </c:pt>
                      <c:pt idx="5293">
                        <c:v>57.006542000000003</c:v>
                      </c:pt>
                      <c:pt idx="5294">
                        <c:v>56.887340999999999</c:v>
                      </c:pt>
                      <c:pt idx="5295">
                        <c:v>56.466163999999999</c:v>
                      </c:pt>
                      <c:pt idx="5296">
                        <c:v>56.339801999999999</c:v>
                      </c:pt>
                      <c:pt idx="5297">
                        <c:v>56.622185000000002</c:v>
                      </c:pt>
                      <c:pt idx="5298">
                        <c:v>57.258156</c:v>
                      </c:pt>
                      <c:pt idx="5299">
                        <c:v>57.620944999999999</c:v>
                      </c:pt>
                      <c:pt idx="5300">
                        <c:v>57.391232000000002</c:v>
                      </c:pt>
                      <c:pt idx="5301">
                        <c:v>57.425938000000002</c:v>
                      </c:pt>
                      <c:pt idx="5302">
                        <c:v>57.774726999999999</c:v>
                      </c:pt>
                      <c:pt idx="5303">
                        <c:v>58.339171999999998</c:v>
                      </c:pt>
                      <c:pt idx="5304">
                        <c:v>58.883175000000001</c:v>
                      </c:pt>
                      <c:pt idx="5305">
                        <c:v>59.457526999999999</c:v>
                      </c:pt>
                      <c:pt idx="5306">
                        <c:v>60.119171000000001</c:v>
                      </c:pt>
                      <c:pt idx="5307">
                        <c:v>60.234862999999997</c:v>
                      </c:pt>
                      <c:pt idx="5308">
                        <c:v>60.507210000000001</c:v>
                      </c:pt>
                      <c:pt idx="5309">
                        <c:v>61.191814000000001</c:v>
                      </c:pt>
                      <c:pt idx="5310">
                        <c:v>61.478541999999997</c:v>
                      </c:pt>
                      <c:pt idx="5311">
                        <c:v>61.395744000000001</c:v>
                      </c:pt>
                      <c:pt idx="5312">
                        <c:v>61.137768000000001</c:v>
                      </c:pt>
                      <c:pt idx="5313">
                        <c:v>60.401234000000002</c:v>
                      </c:pt>
                      <c:pt idx="5314">
                        <c:v>59.175193999999998</c:v>
                      </c:pt>
                      <c:pt idx="5315">
                        <c:v>58.568427999999997</c:v>
                      </c:pt>
                      <c:pt idx="5316">
                        <c:v>58.848323999999998</c:v>
                      </c:pt>
                      <c:pt idx="5317">
                        <c:v>59.204509999999999</c:v>
                      </c:pt>
                      <c:pt idx="5318">
                        <c:v>59.276833000000003</c:v>
                      </c:pt>
                      <c:pt idx="5319">
                        <c:v>58.925021999999998</c:v>
                      </c:pt>
                      <c:pt idx="5320">
                        <c:v>58.184330000000003</c:v>
                      </c:pt>
                      <c:pt idx="5321">
                        <c:v>57.992134</c:v>
                      </c:pt>
                      <c:pt idx="5322">
                        <c:v>58.199767999999999</c:v>
                      </c:pt>
                      <c:pt idx="5323">
                        <c:v>58.085289000000003</c:v>
                      </c:pt>
                      <c:pt idx="5324">
                        <c:v>58.088031999999998</c:v>
                      </c:pt>
                      <c:pt idx="5325">
                        <c:v>58.057743000000002</c:v>
                      </c:pt>
                      <c:pt idx="5326">
                        <c:v>57.609589</c:v>
                      </c:pt>
                      <c:pt idx="5327">
                        <c:v>57.488548000000002</c:v>
                      </c:pt>
                      <c:pt idx="5328">
                        <c:v>58.038235</c:v>
                      </c:pt>
                      <c:pt idx="5329">
                        <c:v>58.726151000000002</c:v>
                      </c:pt>
                      <c:pt idx="5330">
                        <c:v>59.073517000000002</c:v>
                      </c:pt>
                      <c:pt idx="5331">
                        <c:v>59.265796999999999</c:v>
                      </c:pt>
                      <c:pt idx="5332">
                        <c:v>59.108521000000003</c:v>
                      </c:pt>
                      <c:pt idx="5333">
                        <c:v>58.848652000000001</c:v>
                      </c:pt>
                      <c:pt idx="5334">
                        <c:v>58.535927000000001</c:v>
                      </c:pt>
                      <c:pt idx="5335">
                        <c:v>57.891891000000001</c:v>
                      </c:pt>
                      <c:pt idx="5336">
                        <c:v>56.837420999999999</c:v>
                      </c:pt>
                      <c:pt idx="5337">
                        <c:v>55.788432999999998</c:v>
                      </c:pt>
                      <c:pt idx="5338">
                        <c:v>55.313262999999999</c:v>
                      </c:pt>
                      <c:pt idx="5339">
                        <c:v>55.467384000000003</c:v>
                      </c:pt>
                      <c:pt idx="5340">
                        <c:v>55.430408</c:v>
                      </c:pt>
                      <c:pt idx="5341">
                        <c:v>54.966652000000003</c:v>
                      </c:pt>
                      <c:pt idx="5342">
                        <c:v>54.495659000000003</c:v>
                      </c:pt>
                      <c:pt idx="5343">
                        <c:v>54.290649000000002</c:v>
                      </c:pt>
                      <c:pt idx="5344">
                        <c:v>54.3568</c:v>
                      </c:pt>
                      <c:pt idx="5345">
                        <c:v>54.512324999999997</c:v>
                      </c:pt>
                      <c:pt idx="5346">
                        <c:v>54.717255000000002</c:v>
                      </c:pt>
                      <c:pt idx="5347">
                        <c:v>55.304465999999998</c:v>
                      </c:pt>
                      <c:pt idx="5348">
                        <c:v>55.970042999999997</c:v>
                      </c:pt>
                      <c:pt idx="5349">
                        <c:v>56.573521</c:v>
                      </c:pt>
                      <c:pt idx="5350">
                        <c:v>57.429873999999998</c:v>
                      </c:pt>
                      <c:pt idx="5351">
                        <c:v>58.060715000000002</c:v>
                      </c:pt>
                      <c:pt idx="5352">
                        <c:v>58.258170999999997</c:v>
                      </c:pt>
                      <c:pt idx="5353">
                        <c:v>58.073669000000002</c:v>
                      </c:pt>
                      <c:pt idx="5354">
                        <c:v>57.070189999999997</c:v>
                      </c:pt>
                      <c:pt idx="5355">
                        <c:v>55.664177000000002</c:v>
                      </c:pt>
                      <c:pt idx="5356">
                        <c:v>54.699150000000003</c:v>
                      </c:pt>
                      <c:pt idx="5357">
                        <c:v>54.357692999999998</c:v>
                      </c:pt>
                      <c:pt idx="5358">
                        <c:v>54.765208999999999</c:v>
                      </c:pt>
                      <c:pt idx="5359">
                        <c:v>55.456412999999998</c:v>
                      </c:pt>
                      <c:pt idx="5360">
                        <c:v>55.694710000000001</c:v>
                      </c:pt>
                      <c:pt idx="5361">
                        <c:v>55.116978000000003</c:v>
                      </c:pt>
                      <c:pt idx="5362">
                        <c:v>54.565010000000001</c:v>
                      </c:pt>
                      <c:pt idx="5363">
                        <c:v>54.590431000000002</c:v>
                      </c:pt>
                      <c:pt idx="5364">
                        <c:v>55.171348999999999</c:v>
                      </c:pt>
                      <c:pt idx="5365">
                        <c:v>55.660088000000002</c:v>
                      </c:pt>
                      <c:pt idx="5366">
                        <c:v>56.015498999999998</c:v>
                      </c:pt>
                      <c:pt idx="5367">
                        <c:v>56.619605999999997</c:v>
                      </c:pt>
                      <c:pt idx="5368">
                        <c:v>57.216312000000002</c:v>
                      </c:pt>
                      <c:pt idx="5369">
                        <c:v>58.005943000000002</c:v>
                      </c:pt>
                      <c:pt idx="5370">
                        <c:v>58.726348999999999</c:v>
                      </c:pt>
                      <c:pt idx="5371">
                        <c:v>58.439297000000003</c:v>
                      </c:pt>
                      <c:pt idx="5372">
                        <c:v>57.738796000000001</c:v>
                      </c:pt>
                      <c:pt idx="5373">
                        <c:v>57.270695000000003</c:v>
                      </c:pt>
                      <c:pt idx="5374">
                        <c:v>57.103966</c:v>
                      </c:pt>
                      <c:pt idx="5375">
                        <c:v>57.280307999999998</c:v>
                      </c:pt>
                      <c:pt idx="5376">
                        <c:v>57.483459000000003</c:v>
                      </c:pt>
                      <c:pt idx="5377">
                        <c:v>57.288196999999997</c:v>
                      </c:pt>
                      <c:pt idx="5378">
                        <c:v>57.415207000000002</c:v>
                      </c:pt>
                      <c:pt idx="5379">
                        <c:v>58.122250000000001</c:v>
                      </c:pt>
                      <c:pt idx="5380">
                        <c:v>58.719284000000002</c:v>
                      </c:pt>
                      <c:pt idx="5381">
                        <c:v>58.893799000000001</c:v>
                      </c:pt>
                      <c:pt idx="5382">
                        <c:v>58.840781999999997</c:v>
                      </c:pt>
                      <c:pt idx="5383">
                        <c:v>59.307377000000002</c:v>
                      </c:pt>
                      <c:pt idx="5384">
                        <c:v>60.428058999999998</c:v>
                      </c:pt>
                      <c:pt idx="5385">
                        <c:v>61.092480000000002</c:v>
                      </c:pt>
                      <c:pt idx="5386">
                        <c:v>60.982841000000001</c:v>
                      </c:pt>
                      <c:pt idx="5387">
                        <c:v>60.83934</c:v>
                      </c:pt>
                      <c:pt idx="5388">
                        <c:v>61.246948000000003</c:v>
                      </c:pt>
                      <c:pt idx="5389">
                        <c:v>61.222599000000002</c:v>
                      </c:pt>
                      <c:pt idx="5390">
                        <c:v>61.137782999999999</c:v>
                      </c:pt>
                      <c:pt idx="5391">
                        <c:v>61.172694999999997</c:v>
                      </c:pt>
                      <c:pt idx="5392">
                        <c:v>60.452880999999998</c:v>
                      </c:pt>
                      <c:pt idx="5393">
                        <c:v>59.906756999999999</c:v>
                      </c:pt>
                      <c:pt idx="5394">
                        <c:v>59.582881999999998</c:v>
                      </c:pt>
                      <c:pt idx="5395">
                        <c:v>59.464419999999997</c:v>
                      </c:pt>
                      <c:pt idx="5396">
                        <c:v>59.906345000000002</c:v>
                      </c:pt>
                      <c:pt idx="5397">
                        <c:v>60.006813000000001</c:v>
                      </c:pt>
                      <c:pt idx="5398">
                        <c:v>59.269382</c:v>
                      </c:pt>
                      <c:pt idx="5399">
                        <c:v>58.198849000000003</c:v>
                      </c:pt>
                      <c:pt idx="5400">
                        <c:v>57.144035000000002</c:v>
                      </c:pt>
                      <c:pt idx="5401">
                        <c:v>56.487343000000003</c:v>
                      </c:pt>
                      <c:pt idx="5402">
                        <c:v>56.380702999999997</c:v>
                      </c:pt>
                      <c:pt idx="5403">
                        <c:v>56.466194000000002</c:v>
                      </c:pt>
                      <c:pt idx="5404">
                        <c:v>56.296131000000003</c:v>
                      </c:pt>
                      <c:pt idx="5405">
                        <c:v>55.951785999999998</c:v>
                      </c:pt>
                      <c:pt idx="5406">
                        <c:v>55.829422000000001</c:v>
                      </c:pt>
                      <c:pt idx="5407">
                        <c:v>55.851685000000003</c:v>
                      </c:pt>
                      <c:pt idx="5408">
                        <c:v>56.109260999999996</c:v>
                      </c:pt>
                      <c:pt idx="5409">
                        <c:v>56.292343000000002</c:v>
                      </c:pt>
                      <c:pt idx="5410">
                        <c:v>56.039512999999999</c:v>
                      </c:pt>
                      <c:pt idx="5411">
                        <c:v>56.053665000000002</c:v>
                      </c:pt>
                      <c:pt idx="5412">
                        <c:v>56.336823000000003</c:v>
                      </c:pt>
                      <c:pt idx="5413">
                        <c:v>56.890510999999996</c:v>
                      </c:pt>
                      <c:pt idx="5414">
                        <c:v>57.878368000000002</c:v>
                      </c:pt>
                      <c:pt idx="5415">
                        <c:v>58.396239999999999</c:v>
                      </c:pt>
                      <c:pt idx="5416">
                        <c:v>58.115437</c:v>
                      </c:pt>
                      <c:pt idx="5417">
                        <c:v>57.811526999999998</c:v>
                      </c:pt>
                      <c:pt idx="5418">
                        <c:v>57.747795000000004</c:v>
                      </c:pt>
                      <c:pt idx="5419">
                        <c:v>57.911171000000003</c:v>
                      </c:pt>
                      <c:pt idx="5420">
                        <c:v>58.030673999999998</c:v>
                      </c:pt>
                      <c:pt idx="5421">
                        <c:v>57.679394000000002</c:v>
                      </c:pt>
                      <c:pt idx="5422">
                        <c:v>57.000031</c:v>
                      </c:pt>
                      <c:pt idx="5423">
                        <c:v>56.287841999999998</c:v>
                      </c:pt>
                      <c:pt idx="5424">
                        <c:v>55.757469</c:v>
                      </c:pt>
                      <c:pt idx="5425">
                        <c:v>55.425387999999998</c:v>
                      </c:pt>
                      <c:pt idx="5426">
                        <c:v>55.474128999999998</c:v>
                      </c:pt>
                      <c:pt idx="5427">
                        <c:v>55.754593</c:v>
                      </c:pt>
                      <c:pt idx="5428">
                        <c:v>55.906695999999997</c:v>
                      </c:pt>
                      <c:pt idx="5429">
                        <c:v>54.428390999999998</c:v>
                      </c:pt>
                      <c:pt idx="5430">
                        <c:v>54.427489999999999</c:v>
                      </c:pt>
                      <c:pt idx="5431">
                        <c:v>54.539650000000002</c:v>
                      </c:pt>
                      <c:pt idx="5432">
                        <c:v>54.732081999999998</c:v>
                      </c:pt>
                      <c:pt idx="5433">
                        <c:v>54.884898999999997</c:v>
                      </c:pt>
                      <c:pt idx="5434">
                        <c:v>54.947032999999998</c:v>
                      </c:pt>
                      <c:pt idx="5435">
                        <c:v>54.548050000000003</c:v>
                      </c:pt>
                      <c:pt idx="5436">
                        <c:v>54.139198</c:v>
                      </c:pt>
                      <c:pt idx="5437">
                        <c:v>53.949908999999998</c:v>
                      </c:pt>
                      <c:pt idx="5438">
                        <c:v>53.660392999999999</c:v>
                      </c:pt>
                      <c:pt idx="5439">
                        <c:v>53.579265999999997</c:v>
                      </c:pt>
                      <c:pt idx="5440">
                        <c:v>53.662483000000002</c:v>
                      </c:pt>
                      <c:pt idx="5441">
                        <c:v>53.974986999999999</c:v>
                      </c:pt>
                      <c:pt idx="5442">
                        <c:v>54.085059999999999</c:v>
                      </c:pt>
                      <c:pt idx="5443">
                        <c:v>54.155045000000001</c:v>
                      </c:pt>
                      <c:pt idx="5444">
                        <c:v>54.256934999999999</c:v>
                      </c:pt>
                      <c:pt idx="5445">
                        <c:v>54.460526000000002</c:v>
                      </c:pt>
                      <c:pt idx="5446">
                        <c:v>54.878044000000003</c:v>
                      </c:pt>
                      <c:pt idx="5447">
                        <c:v>55.148502000000001</c:v>
                      </c:pt>
                      <c:pt idx="5448">
                        <c:v>55.147339000000002</c:v>
                      </c:pt>
                      <c:pt idx="5449">
                        <c:v>55.126739999999998</c:v>
                      </c:pt>
                      <c:pt idx="5450">
                        <c:v>55.260863999999998</c:v>
                      </c:pt>
                      <c:pt idx="5451">
                        <c:v>55.381985</c:v>
                      </c:pt>
                      <c:pt idx="5452">
                        <c:v>55.346474000000001</c:v>
                      </c:pt>
                      <c:pt idx="5453">
                        <c:v>55.211810999999997</c:v>
                      </c:pt>
                      <c:pt idx="5454">
                        <c:v>54.986023000000003</c:v>
                      </c:pt>
                      <c:pt idx="5455">
                        <c:v>54.631866000000002</c:v>
                      </c:pt>
                      <c:pt idx="5456">
                        <c:v>54.585917999999999</c:v>
                      </c:pt>
                      <c:pt idx="5457">
                        <c:v>54.614494000000001</c:v>
                      </c:pt>
                      <c:pt idx="5458">
                        <c:v>54.411372999999998</c:v>
                      </c:pt>
                      <c:pt idx="5459">
                        <c:v>53.854103000000002</c:v>
                      </c:pt>
                      <c:pt idx="5460">
                        <c:v>52.904803999999999</c:v>
                      </c:pt>
                      <c:pt idx="5461">
                        <c:v>51.963630999999999</c:v>
                      </c:pt>
                      <c:pt idx="5462">
                        <c:v>52.121563000000002</c:v>
                      </c:pt>
                      <c:pt idx="5463">
                        <c:v>52.058886999999999</c:v>
                      </c:pt>
                      <c:pt idx="5464">
                        <c:v>52.107773000000002</c:v>
                      </c:pt>
                      <c:pt idx="5465">
                        <c:v>52.404204999999997</c:v>
                      </c:pt>
                      <c:pt idx="5466">
                        <c:v>52.758918999999999</c:v>
                      </c:pt>
                      <c:pt idx="5467">
                        <c:v>52.489086</c:v>
                      </c:pt>
                      <c:pt idx="5468">
                        <c:v>52.140366</c:v>
                      </c:pt>
                      <c:pt idx="5469">
                        <c:v>52.157879000000001</c:v>
                      </c:pt>
                      <c:pt idx="5470">
                        <c:v>52.328079000000002</c:v>
                      </c:pt>
                      <c:pt idx="5471">
                        <c:v>52.340885</c:v>
                      </c:pt>
                      <c:pt idx="5472">
                        <c:v>52.399028999999999</c:v>
                      </c:pt>
                      <c:pt idx="5473">
                        <c:v>52.937869999999997</c:v>
                      </c:pt>
                      <c:pt idx="5474">
                        <c:v>53.200329000000004</c:v>
                      </c:pt>
                      <c:pt idx="5475">
                        <c:v>52.769596</c:v>
                      </c:pt>
                      <c:pt idx="5476">
                        <c:v>52.300438</c:v>
                      </c:pt>
                      <c:pt idx="5477">
                        <c:v>52.092269999999999</c:v>
                      </c:pt>
                      <c:pt idx="5478">
                        <c:v>51.629596999999997</c:v>
                      </c:pt>
                      <c:pt idx="5479">
                        <c:v>50.985610999999999</c:v>
                      </c:pt>
                      <c:pt idx="5480">
                        <c:v>50.728507999999998</c:v>
                      </c:pt>
                      <c:pt idx="5481">
                        <c:v>50.730362</c:v>
                      </c:pt>
                      <c:pt idx="5482">
                        <c:v>50.948368000000002</c:v>
                      </c:pt>
                      <c:pt idx="5483">
                        <c:v>51.298274999999997</c:v>
                      </c:pt>
                      <c:pt idx="5484">
                        <c:v>52.101398000000003</c:v>
                      </c:pt>
                      <c:pt idx="5485">
                        <c:v>53.131335999999997</c:v>
                      </c:pt>
                      <c:pt idx="5486">
                        <c:v>54.077347000000003</c:v>
                      </c:pt>
                      <c:pt idx="5487">
                        <c:v>54.517952000000001</c:v>
                      </c:pt>
                      <c:pt idx="5488">
                        <c:v>54.883144000000001</c:v>
                      </c:pt>
                      <c:pt idx="5489">
                        <c:v>55.126514</c:v>
                      </c:pt>
                      <c:pt idx="5490">
                        <c:v>54.905434</c:v>
                      </c:pt>
                      <c:pt idx="5491">
                        <c:v>54.544277000000001</c:v>
                      </c:pt>
                      <c:pt idx="5492">
                        <c:v>54.582419999999999</c:v>
                      </c:pt>
                      <c:pt idx="5493">
                        <c:v>55.05827</c:v>
                      </c:pt>
                      <c:pt idx="5494">
                        <c:v>55.492759999999997</c:v>
                      </c:pt>
                      <c:pt idx="5495">
                        <c:v>55.357689000000001</c:v>
                      </c:pt>
                      <c:pt idx="5496">
                        <c:v>54.830696000000003</c:v>
                      </c:pt>
                      <c:pt idx="5497">
                        <c:v>54.027023</c:v>
                      </c:pt>
                      <c:pt idx="5498">
                        <c:v>53.229897000000001</c:v>
                      </c:pt>
                      <c:pt idx="5499">
                        <c:v>52.926456000000002</c:v>
                      </c:pt>
                      <c:pt idx="5500">
                        <c:v>52.622565999999999</c:v>
                      </c:pt>
                      <c:pt idx="5501">
                        <c:v>52.255558000000001</c:v>
                      </c:pt>
                      <c:pt idx="5502">
                        <c:v>51.998359999999998</c:v>
                      </c:pt>
                      <c:pt idx="5503">
                        <c:v>51.862495000000003</c:v>
                      </c:pt>
                      <c:pt idx="5504">
                        <c:v>51.930115000000001</c:v>
                      </c:pt>
                      <c:pt idx="5505">
                        <c:v>52.367561000000002</c:v>
                      </c:pt>
                      <c:pt idx="5506">
                        <c:v>52.893374999999999</c:v>
                      </c:pt>
                      <c:pt idx="5507">
                        <c:v>52.80735</c:v>
                      </c:pt>
                      <c:pt idx="5508">
                        <c:v>52.442005000000002</c:v>
                      </c:pt>
                      <c:pt idx="5509">
                        <c:v>52.262172999999997</c:v>
                      </c:pt>
                      <c:pt idx="5510">
                        <c:v>52.262756000000003</c:v>
                      </c:pt>
                      <c:pt idx="5511">
                        <c:v>52.161282</c:v>
                      </c:pt>
                      <c:pt idx="5512">
                        <c:v>51.745246999999999</c:v>
                      </c:pt>
                      <c:pt idx="5513">
                        <c:v>51.465355000000002</c:v>
                      </c:pt>
                      <c:pt idx="5514">
                        <c:v>51.512047000000003</c:v>
                      </c:pt>
                      <c:pt idx="5515">
                        <c:v>51.889397000000002</c:v>
                      </c:pt>
                      <c:pt idx="5516">
                        <c:v>52.451613999999999</c:v>
                      </c:pt>
                      <c:pt idx="5517">
                        <c:v>52.708668000000003</c:v>
                      </c:pt>
                      <c:pt idx="5518">
                        <c:v>52.672210999999997</c:v>
                      </c:pt>
                      <c:pt idx="5519">
                        <c:v>52.557602000000003</c:v>
                      </c:pt>
                      <c:pt idx="5520">
                        <c:v>52.695805</c:v>
                      </c:pt>
                      <c:pt idx="5521">
                        <c:v>52.787318999999997</c:v>
                      </c:pt>
                      <c:pt idx="5522">
                        <c:v>52.616973999999999</c:v>
                      </c:pt>
                      <c:pt idx="5523">
                        <c:v>52.167011000000002</c:v>
                      </c:pt>
                      <c:pt idx="5524">
                        <c:v>51.493675000000003</c:v>
                      </c:pt>
                      <c:pt idx="5525">
                        <c:v>51.147156000000003</c:v>
                      </c:pt>
                      <c:pt idx="5526">
                        <c:v>51.019962</c:v>
                      </c:pt>
                      <c:pt idx="5527">
                        <c:v>51.289265</c:v>
                      </c:pt>
                      <c:pt idx="5528">
                        <c:v>51.407913000000001</c:v>
                      </c:pt>
                      <c:pt idx="5529">
                        <c:v>51.335228000000001</c:v>
                      </c:pt>
                      <c:pt idx="5530">
                        <c:v>51.329208000000001</c:v>
                      </c:pt>
                      <c:pt idx="5531">
                        <c:v>51.47728</c:v>
                      </c:pt>
                      <c:pt idx="5532">
                        <c:v>51.773113000000002</c:v>
                      </c:pt>
                      <c:pt idx="5533">
                        <c:v>51.991314000000003</c:v>
                      </c:pt>
                      <c:pt idx="5534">
                        <c:v>52.333488000000003</c:v>
                      </c:pt>
                      <c:pt idx="5535">
                        <c:v>52.808098000000001</c:v>
                      </c:pt>
                      <c:pt idx="5536">
                        <c:v>53.509448999999996</c:v>
                      </c:pt>
                      <c:pt idx="5537">
                        <c:v>54.356186000000001</c:v>
                      </c:pt>
                      <c:pt idx="5538">
                        <c:v>54.741253</c:v>
                      </c:pt>
                      <c:pt idx="5539">
                        <c:v>54.695568000000002</c:v>
                      </c:pt>
                      <c:pt idx="5540">
                        <c:v>54.480789000000001</c:v>
                      </c:pt>
                      <c:pt idx="5541">
                        <c:v>54.101756999999999</c:v>
                      </c:pt>
                      <c:pt idx="5542">
                        <c:v>53.625979999999998</c:v>
                      </c:pt>
                      <c:pt idx="5543">
                        <c:v>53.308796000000001</c:v>
                      </c:pt>
                      <c:pt idx="5544">
                        <c:v>53.628318999999998</c:v>
                      </c:pt>
                      <c:pt idx="5545">
                        <c:v>54.050842000000003</c:v>
                      </c:pt>
                      <c:pt idx="5546">
                        <c:v>54.001240000000003</c:v>
                      </c:pt>
                      <c:pt idx="5547">
                        <c:v>54.046996999999998</c:v>
                      </c:pt>
                      <c:pt idx="5548">
                        <c:v>54.187297999999998</c:v>
                      </c:pt>
                      <c:pt idx="5549">
                        <c:v>53.902633999999999</c:v>
                      </c:pt>
                      <c:pt idx="5550">
                        <c:v>53.582484999999998</c:v>
                      </c:pt>
                      <c:pt idx="5551">
                        <c:v>53.313381</c:v>
                      </c:pt>
                      <c:pt idx="5552">
                        <c:v>52.998916999999999</c:v>
                      </c:pt>
                      <c:pt idx="5553">
                        <c:v>52.594242000000001</c:v>
                      </c:pt>
                      <c:pt idx="5554">
                        <c:v>52.087929000000003</c:v>
                      </c:pt>
                      <c:pt idx="5555">
                        <c:v>51.781128000000002</c:v>
                      </c:pt>
                      <c:pt idx="5556">
                        <c:v>51.343273000000003</c:v>
                      </c:pt>
                      <c:pt idx="5557">
                        <c:v>50.810665</c:v>
                      </c:pt>
                      <c:pt idx="5558">
                        <c:v>50.904060000000001</c:v>
                      </c:pt>
                      <c:pt idx="5559">
                        <c:v>51.315658999999997</c:v>
                      </c:pt>
                      <c:pt idx="5560">
                        <c:v>51.419746000000004</c:v>
                      </c:pt>
                      <c:pt idx="5561">
                        <c:v>51.464775000000003</c:v>
                      </c:pt>
                      <c:pt idx="5562">
                        <c:v>51.249248999999999</c:v>
                      </c:pt>
                      <c:pt idx="5563">
                        <c:v>50.928635</c:v>
                      </c:pt>
                      <c:pt idx="5564">
                        <c:v>50.847569</c:v>
                      </c:pt>
                      <c:pt idx="5565">
                        <c:v>50.766925999999998</c:v>
                      </c:pt>
                      <c:pt idx="5566">
                        <c:v>50.708885000000002</c:v>
                      </c:pt>
                      <c:pt idx="5567">
                        <c:v>50.181807999999997</c:v>
                      </c:pt>
                      <c:pt idx="5568">
                        <c:v>50.033070000000002</c:v>
                      </c:pt>
                      <c:pt idx="5569">
                        <c:v>49.986705999999998</c:v>
                      </c:pt>
                      <c:pt idx="5570">
                        <c:v>49.968024999999997</c:v>
                      </c:pt>
                      <c:pt idx="5571">
                        <c:v>50.328476000000002</c:v>
                      </c:pt>
                      <c:pt idx="5572">
                        <c:v>50.745144000000003</c:v>
                      </c:pt>
                      <c:pt idx="5573">
                        <c:v>50.658946999999998</c:v>
                      </c:pt>
                      <c:pt idx="5574">
                        <c:v>50.484668999999997</c:v>
                      </c:pt>
                      <c:pt idx="5575">
                        <c:v>50.558070999999998</c:v>
                      </c:pt>
                      <c:pt idx="5576">
                        <c:v>50.892997999999999</c:v>
                      </c:pt>
                      <c:pt idx="5577">
                        <c:v>51.372208000000001</c:v>
                      </c:pt>
                      <c:pt idx="5578">
                        <c:v>51.739254000000003</c:v>
                      </c:pt>
                      <c:pt idx="5579">
                        <c:v>51.834282000000002</c:v>
                      </c:pt>
                      <c:pt idx="5580">
                        <c:v>51.578868999999997</c:v>
                      </c:pt>
                      <c:pt idx="5581">
                        <c:v>51.282798999999997</c:v>
                      </c:pt>
                      <c:pt idx="5582">
                        <c:v>50.972683000000004</c:v>
                      </c:pt>
                      <c:pt idx="5583">
                        <c:v>50.051098000000003</c:v>
                      </c:pt>
                      <c:pt idx="5584">
                        <c:v>48.977009000000002</c:v>
                      </c:pt>
                      <c:pt idx="5585">
                        <c:v>47.513694999999998</c:v>
                      </c:pt>
                      <c:pt idx="5586">
                        <c:v>45.015788999999998</c:v>
                      </c:pt>
                      <c:pt idx="5587">
                        <c:v>41.055264000000001</c:v>
                      </c:pt>
                      <c:pt idx="5588">
                        <c:v>36.843975</c:v>
                      </c:pt>
                      <c:pt idx="5589">
                        <c:v>35.139538000000002</c:v>
                      </c:pt>
                      <c:pt idx="5590">
                        <c:v>36.084620999999999</c:v>
                      </c:pt>
                      <c:pt idx="5591">
                        <c:v>37.699027999999998</c:v>
                      </c:pt>
                      <c:pt idx="5592">
                        <c:v>38.967075000000001</c:v>
                      </c:pt>
                      <c:pt idx="5593">
                        <c:v>40.645454000000001</c:v>
                      </c:pt>
                      <c:pt idx="5594">
                        <c:v>42.229103000000002</c:v>
                      </c:pt>
                      <c:pt idx="5595">
                        <c:v>43.669471999999999</c:v>
                      </c:pt>
                      <c:pt idx="5596">
                        <c:v>44.830879000000003</c:v>
                      </c:pt>
                      <c:pt idx="5597">
                        <c:v>45.320926999999998</c:v>
                      </c:pt>
                      <c:pt idx="5598">
                        <c:v>45.081660999999997</c:v>
                      </c:pt>
                      <c:pt idx="5599">
                        <c:v>43.639023000000002</c:v>
                      </c:pt>
                      <c:pt idx="5600">
                        <c:v>41.205886999999997</c:v>
                      </c:pt>
                      <c:pt idx="5601">
                        <c:v>39.456921000000001</c:v>
                      </c:pt>
                      <c:pt idx="5602">
                        <c:v>39.162731000000001</c:v>
                      </c:pt>
                      <c:pt idx="5603">
                        <c:v>38.407288000000001</c:v>
                      </c:pt>
                      <c:pt idx="5604">
                        <c:v>35.320388999999999</c:v>
                      </c:pt>
                      <c:pt idx="5605">
                        <c:v>31.994577</c:v>
                      </c:pt>
                      <c:pt idx="5606">
                        <c:v>32.213752999999997</c:v>
                      </c:pt>
                      <c:pt idx="5607">
                        <c:v>32.474167000000001</c:v>
                      </c:pt>
                      <c:pt idx="5608">
                        <c:v>32.609985000000002</c:v>
                      </c:pt>
                      <c:pt idx="5609">
                        <c:v>32.664969999999997</c:v>
                      </c:pt>
                      <c:pt idx="5610">
                        <c:v>32.340786000000001</c:v>
                      </c:pt>
                      <c:pt idx="5611">
                        <c:v>32.515822999999997</c:v>
                      </c:pt>
                      <c:pt idx="5612">
                        <c:v>38.585869000000002</c:v>
                      </c:pt>
                      <c:pt idx="5613">
                        <c:v>43.923980999999998</c:v>
                      </c:pt>
                      <c:pt idx="5614">
                        <c:v>45.410778000000001</c:v>
                      </c:pt>
                      <c:pt idx="5615">
                        <c:v>45.596325</c:v>
                      </c:pt>
                      <c:pt idx="5616">
                        <c:v>45.729801000000002</c:v>
                      </c:pt>
                      <c:pt idx="5617">
                        <c:v>45.897624999999998</c:v>
                      </c:pt>
                      <c:pt idx="5618">
                        <c:v>46.424854000000003</c:v>
                      </c:pt>
                      <c:pt idx="5619">
                        <c:v>47.054637999999997</c:v>
                      </c:pt>
                      <c:pt idx="5620">
                        <c:v>47.505093000000002</c:v>
                      </c:pt>
                      <c:pt idx="5621">
                        <c:v>47.808200999999997</c:v>
                      </c:pt>
                      <c:pt idx="5622">
                        <c:v>47.786816000000002</c:v>
                      </c:pt>
                      <c:pt idx="5623">
                        <c:v>47.562728999999997</c:v>
                      </c:pt>
                      <c:pt idx="5624">
                        <c:v>47.451220999999997</c:v>
                      </c:pt>
                      <c:pt idx="5625">
                        <c:v>47.536960999999998</c:v>
                      </c:pt>
                      <c:pt idx="5626">
                        <c:v>47.849617000000002</c:v>
                      </c:pt>
                      <c:pt idx="5627">
                        <c:v>48.276890000000002</c:v>
                      </c:pt>
                      <c:pt idx="5628">
                        <c:v>48.673794000000001</c:v>
                      </c:pt>
                      <c:pt idx="5629">
                        <c:v>49.136142999999997</c:v>
                      </c:pt>
                      <c:pt idx="5630">
                        <c:v>49.544224</c:v>
                      </c:pt>
                      <c:pt idx="5631">
                        <c:v>49.877693000000001</c:v>
                      </c:pt>
                      <c:pt idx="5632">
                        <c:v>50.358809999999998</c:v>
                      </c:pt>
                      <c:pt idx="5633">
                        <c:v>50.279857999999997</c:v>
                      </c:pt>
                      <c:pt idx="5634">
                        <c:v>49.671143000000001</c:v>
                      </c:pt>
                      <c:pt idx="5635">
                        <c:v>48.766396</c:v>
                      </c:pt>
                      <c:pt idx="5636">
                        <c:v>47.963630999999999</c:v>
                      </c:pt>
                      <c:pt idx="5637">
                        <c:v>48.050755000000002</c:v>
                      </c:pt>
                      <c:pt idx="5638">
                        <c:v>48.828319999999998</c:v>
                      </c:pt>
                      <c:pt idx="5639">
                        <c:v>49.786205000000002</c:v>
                      </c:pt>
                      <c:pt idx="5640">
                        <c:v>50.306922999999998</c:v>
                      </c:pt>
                      <c:pt idx="5641">
                        <c:v>50.452396</c:v>
                      </c:pt>
                      <c:pt idx="5642">
                        <c:v>49.887073999999998</c:v>
                      </c:pt>
                      <c:pt idx="5643">
                        <c:v>49.099865000000001</c:v>
                      </c:pt>
                      <c:pt idx="5644">
                        <c:v>48.167503000000004</c:v>
                      </c:pt>
                      <c:pt idx="5645">
                        <c:v>47.866672999999999</c:v>
                      </c:pt>
                      <c:pt idx="5646">
                        <c:v>55.758918999999999</c:v>
                      </c:pt>
                      <c:pt idx="5647">
                        <c:v>62.967396000000001</c:v>
                      </c:pt>
                      <c:pt idx="5648">
                        <c:v>65.921920999999998</c:v>
                      </c:pt>
                      <c:pt idx="5649">
                        <c:v>66.840034000000003</c:v>
                      </c:pt>
                      <c:pt idx="5650">
                        <c:v>67.326430999999999</c:v>
                      </c:pt>
                      <c:pt idx="5651">
                        <c:v>67.075714000000005</c:v>
                      </c:pt>
                      <c:pt idx="5652">
                        <c:v>66.348984000000002</c:v>
                      </c:pt>
                      <c:pt idx="5653">
                        <c:v>65.498947000000001</c:v>
                      </c:pt>
                      <c:pt idx="5654">
                        <c:v>64.766425999999996</c:v>
                      </c:pt>
                      <c:pt idx="5655">
                        <c:v>64.591446000000005</c:v>
                      </c:pt>
                      <c:pt idx="5656">
                        <c:v>64.699471000000003</c:v>
                      </c:pt>
                      <c:pt idx="5657">
                        <c:v>64.780769000000006</c:v>
                      </c:pt>
                      <c:pt idx="5658">
                        <c:v>65.110718000000006</c:v>
                      </c:pt>
                      <c:pt idx="5659">
                        <c:v>65.780128000000005</c:v>
                      </c:pt>
                      <c:pt idx="5660">
                        <c:v>66.365875000000003</c:v>
                      </c:pt>
                      <c:pt idx="5661">
                        <c:v>66.322249999999997</c:v>
                      </c:pt>
                      <c:pt idx="5662">
                        <c:v>66.387412999999995</c:v>
                      </c:pt>
                      <c:pt idx="5663">
                        <c:v>66.330039999999997</c:v>
                      </c:pt>
                      <c:pt idx="5664">
                        <c:v>66.240250000000003</c:v>
                      </c:pt>
                      <c:pt idx="5665">
                        <c:v>66.453948999999994</c:v>
                      </c:pt>
                      <c:pt idx="5666">
                        <c:v>66.303177000000005</c:v>
                      </c:pt>
                      <c:pt idx="5667">
                        <c:v>65.498992999999999</c:v>
                      </c:pt>
                      <c:pt idx="5668">
                        <c:v>63.965243999999998</c:v>
                      </c:pt>
                      <c:pt idx="5669">
                        <c:v>62.430031</c:v>
                      </c:pt>
                      <c:pt idx="5670">
                        <c:v>61.221148999999997</c:v>
                      </c:pt>
                      <c:pt idx="5671">
                        <c:v>59.854922999999999</c:v>
                      </c:pt>
                      <c:pt idx="5672">
                        <c:v>58.744292999999999</c:v>
                      </c:pt>
                      <c:pt idx="5673">
                        <c:v>58.047493000000003</c:v>
                      </c:pt>
                      <c:pt idx="5674">
                        <c:v>57.729607000000001</c:v>
                      </c:pt>
                      <c:pt idx="5675">
                        <c:v>57.655791999999998</c:v>
                      </c:pt>
                      <c:pt idx="5676">
                        <c:v>57.276791000000003</c:v>
                      </c:pt>
                      <c:pt idx="5677">
                        <c:v>56.738894999999999</c:v>
                      </c:pt>
                      <c:pt idx="5678">
                        <c:v>56.605246999999999</c:v>
                      </c:pt>
                      <c:pt idx="5679">
                        <c:v>58.141517999999998</c:v>
                      </c:pt>
                      <c:pt idx="5680">
                        <c:v>57.918674000000003</c:v>
                      </c:pt>
                      <c:pt idx="5681">
                        <c:v>57.565201000000002</c:v>
                      </c:pt>
                      <c:pt idx="5682">
                        <c:v>57.448836999999997</c:v>
                      </c:pt>
                      <c:pt idx="5683">
                        <c:v>57.202061</c:v>
                      </c:pt>
                      <c:pt idx="5684">
                        <c:v>57.103447000000003</c:v>
                      </c:pt>
                      <c:pt idx="5685">
                        <c:v>57.545025000000003</c:v>
                      </c:pt>
                      <c:pt idx="5686">
                        <c:v>57.872428999999997</c:v>
                      </c:pt>
                      <c:pt idx="5687">
                        <c:v>57.774543999999999</c:v>
                      </c:pt>
                      <c:pt idx="5688">
                        <c:v>58.246406999999998</c:v>
                      </c:pt>
                      <c:pt idx="5689">
                        <c:v>59.482093999999996</c:v>
                      </c:pt>
                      <c:pt idx="5690">
                        <c:v>60.332748000000002</c:v>
                      </c:pt>
                      <c:pt idx="5691">
                        <c:v>59.874930999999997</c:v>
                      </c:pt>
                      <c:pt idx="5692">
                        <c:v>59.001308000000002</c:v>
                      </c:pt>
                      <c:pt idx="5693">
                        <c:v>58.268101000000001</c:v>
                      </c:pt>
                      <c:pt idx="5694">
                        <c:v>58.206020000000002</c:v>
                      </c:pt>
                      <c:pt idx="5695">
                        <c:v>58.160831000000002</c:v>
                      </c:pt>
                      <c:pt idx="5696">
                        <c:v>57.604492</c:v>
                      </c:pt>
                      <c:pt idx="5697">
                        <c:v>56.963298999999999</c:v>
                      </c:pt>
                      <c:pt idx="5698">
                        <c:v>56.203772999999998</c:v>
                      </c:pt>
                      <c:pt idx="5699">
                        <c:v>55.779736</c:v>
                      </c:pt>
                      <c:pt idx="5700">
                        <c:v>55.523792</c:v>
                      </c:pt>
                      <c:pt idx="5701">
                        <c:v>55.463099999999997</c:v>
                      </c:pt>
                      <c:pt idx="5702">
                        <c:v>55.55574</c:v>
                      </c:pt>
                      <c:pt idx="5703">
                        <c:v>55.929091999999997</c:v>
                      </c:pt>
                      <c:pt idx="5704">
                        <c:v>56.432121000000002</c:v>
                      </c:pt>
                      <c:pt idx="5705">
                        <c:v>56.462490000000003</c:v>
                      </c:pt>
                      <c:pt idx="5706">
                        <c:v>56.181373999999998</c:v>
                      </c:pt>
                      <c:pt idx="5707">
                        <c:v>56.439059999999998</c:v>
                      </c:pt>
                      <c:pt idx="5708">
                        <c:v>57.216431</c:v>
                      </c:pt>
                      <c:pt idx="5709">
                        <c:v>57.569274999999998</c:v>
                      </c:pt>
                      <c:pt idx="5710">
                        <c:v>58.032043000000002</c:v>
                      </c:pt>
                      <c:pt idx="5711">
                        <c:v>59.446064</c:v>
                      </c:pt>
                      <c:pt idx="5712">
                        <c:v>60.589703</c:v>
                      </c:pt>
                      <c:pt idx="5713">
                        <c:v>60.894272000000001</c:v>
                      </c:pt>
                      <c:pt idx="5714">
                        <c:v>61.146141</c:v>
                      </c:pt>
                      <c:pt idx="5715">
                        <c:v>60.889789999999998</c:v>
                      </c:pt>
                      <c:pt idx="5716">
                        <c:v>60.666671999999998</c:v>
                      </c:pt>
                      <c:pt idx="5717">
                        <c:v>60.907420999999999</c:v>
                      </c:pt>
                      <c:pt idx="5718">
                        <c:v>60.564610000000002</c:v>
                      </c:pt>
                      <c:pt idx="5719">
                        <c:v>59.425102000000003</c:v>
                      </c:pt>
                      <c:pt idx="5720">
                        <c:v>58.089225999999996</c:v>
                      </c:pt>
                      <c:pt idx="5721">
                        <c:v>57.372494000000003</c:v>
                      </c:pt>
                      <c:pt idx="5722">
                        <c:v>57.042243999999997</c:v>
                      </c:pt>
                      <c:pt idx="5723">
                        <c:v>56.965763000000003</c:v>
                      </c:pt>
                      <c:pt idx="5724">
                        <c:v>56.929538999999998</c:v>
                      </c:pt>
                      <c:pt idx="5725">
                        <c:v>57.059654000000002</c:v>
                      </c:pt>
                      <c:pt idx="5726">
                        <c:v>57.499073000000003</c:v>
                      </c:pt>
                      <c:pt idx="5727">
                        <c:v>57.588459</c:v>
                      </c:pt>
                      <c:pt idx="5728">
                        <c:v>57.229095000000001</c:v>
                      </c:pt>
                      <c:pt idx="5729">
                        <c:v>56.747906</c:v>
                      </c:pt>
                      <c:pt idx="5730">
                        <c:v>56.450935000000001</c:v>
                      </c:pt>
                      <c:pt idx="5731">
                        <c:v>56.468384</c:v>
                      </c:pt>
                      <c:pt idx="5732">
                        <c:v>56.568165</c:v>
                      </c:pt>
                      <c:pt idx="5733">
                        <c:v>56.641559999999998</c:v>
                      </c:pt>
                      <c:pt idx="5734">
                        <c:v>56.886825999999999</c:v>
                      </c:pt>
                      <c:pt idx="5735">
                        <c:v>57.999175999999999</c:v>
                      </c:pt>
                      <c:pt idx="5736">
                        <c:v>59.116726</c:v>
                      </c:pt>
                      <c:pt idx="5737">
                        <c:v>59.846024</c:v>
                      </c:pt>
                      <c:pt idx="5738">
                        <c:v>59.877944999999997</c:v>
                      </c:pt>
                      <c:pt idx="5739">
                        <c:v>59.360675999999998</c:v>
                      </c:pt>
                      <c:pt idx="5740">
                        <c:v>59.015079</c:v>
                      </c:pt>
                      <c:pt idx="5741">
                        <c:v>59.127552000000001</c:v>
                      </c:pt>
                      <c:pt idx="5742">
                        <c:v>58.741356000000003</c:v>
                      </c:pt>
                      <c:pt idx="5743">
                        <c:v>58.039391000000002</c:v>
                      </c:pt>
                      <c:pt idx="5744">
                        <c:v>58.596367000000001</c:v>
                      </c:pt>
                      <c:pt idx="5745">
                        <c:v>59.589728999999998</c:v>
                      </c:pt>
                      <c:pt idx="5746">
                        <c:v>59.448708000000003</c:v>
                      </c:pt>
                      <c:pt idx="5747">
                        <c:v>59.009518</c:v>
                      </c:pt>
                      <c:pt idx="5748">
                        <c:v>57.820694000000003</c:v>
                      </c:pt>
                      <c:pt idx="5749">
                        <c:v>56.908295000000003</c:v>
                      </c:pt>
                      <c:pt idx="5750">
                        <c:v>56.716614</c:v>
                      </c:pt>
                      <c:pt idx="5751">
                        <c:v>56.544468000000002</c:v>
                      </c:pt>
                      <c:pt idx="5752">
                        <c:v>56.401020000000003</c:v>
                      </c:pt>
                      <c:pt idx="5753">
                        <c:v>56.339401000000002</c:v>
                      </c:pt>
                      <c:pt idx="5754">
                        <c:v>56.334674999999997</c:v>
                      </c:pt>
                      <c:pt idx="5755">
                        <c:v>56.550773999999997</c:v>
                      </c:pt>
                      <c:pt idx="5756">
                        <c:v>56.714466000000002</c:v>
                      </c:pt>
                      <c:pt idx="5757">
                        <c:v>56.505875000000003</c:v>
                      </c:pt>
                      <c:pt idx="5758">
                        <c:v>56.880839999999999</c:v>
                      </c:pt>
                      <c:pt idx="5759">
                        <c:v>58.205269000000001</c:v>
                      </c:pt>
                      <c:pt idx="5760">
                        <c:v>59.532077999999998</c:v>
                      </c:pt>
                      <c:pt idx="5761">
                        <c:v>59.372860000000003</c:v>
                      </c:pt>
                      <c:pt idx="5762">
                        <c:v>58.467723999999997</c:v>
                      </c:pt>
                      <c:pt idx="5763">
                        <c:v>57.337147000000002</c:v>
                      </c:pt>
                      <c:pt idx="5764">
                        <c:v>56.430121999999997</c:v>
                      </c:pt>
                      <c:pt idx="5765">
                        <c:v>56.001911</c:v>
                      </c:pt>
                      <c:pt idx="5766">
                        <c:v>55.771892999999999</c:v>
                      </c:pt>
                      <c:pt idx="5767">
                        <c:v>55.693908999999998</c:v>
                      </c:pt>
                      <c:pt idx="5768">
                        <c:v>55.706237999999999</c:v>
                      </c:pt>
                      <c:pt idx="5769">
                        <c:v>55.788654000000001</c:v>
                      </c:pt>
                      <c:pt idx="5770">
                        <c:v>56.213585000000002</c:v>
                      </c:pt>
                      <c:pt idx="5771">
                        <c:v>56.503754000000001</c:v>
                      </c:pt>
                      <c:pt idx="5772">
                        <c:v>56.404269999999997</c:v>
                      </c:pt>
                      <c:pt idx="5773">
                        <c:v>56.375678999999998</c:v>
                      </c:pt>
                      <c:pt idx="5774">
                        <c:v>56.667572</c:v>
                      </c:pt>
                      <c:pt idx="5775">
                        <c:v>56.787998000000002</c:v>
                      </c:pt>
                      <c:pt idx="5776">
                        <c:v>56.976219</c:v>
                      </c:pt>
                      <c:pt idx="5777">
                        <c:v>57.232723</c:v>
                      </c:pt>
                      <c:pt idx="5778">
                        <c:v>57.393528000000003</c:v>
                      </c:pt>
                      <c:pt idx="5779">
                        <c:v>57.867103999999998</c:v>
                      </c:pt>
                      <c:pt idx="5780">
                        <c:v>57.804603999999998</c:v>
                      </c:pt>
                      <c:pt idx="5781">
                        <c:v>56.695903999999999</c:v>
                      </c:pt>
                      <c:pt idx="5782">
                        <c:v>55.812179999999998</c:v>
                      </c:pt>
                      <c:pt idx="5783">
                        <c:v>55.634689000000002</c:v>
                      </c:pt>
                      <c:pt idx="5784">
                        <c:v>55.680351000000002</c:v>
                      </c:pt>
                      <c:pt idx="5785">
                        <c:v>55.904392000000001</c:v>
                      </c:pt>
                      <c:pt idx="5786">
                        <c:v>55.749454</c:v>
                      </c:pt>
                      <c:pt idx="5787">
                        <c:v>55.584910999999998</c:v>
                      </c:pt>
                      <c:pt idx="5788">
                        <c:v>55.448211999999998</c:v>
                      </c:pt>
                      <c:pt idx="5789">
                        <c:v>55.468159</c:v>
                      </c:pt>
                      <c:pt idx="5790">
                        <c:v>55.864758000000002</c:v>
                      </c:pt>
                      <c:pt idx="5791">
                        <c:v>55.860004000000004</c:v>
                      </c:pt>
                      <c:pt idx="5792">
                        <c:v>55.784908000000001</c:v>
                      </c:pt>
                      <c:pt idx="5793">
                        <c:v>55.755032</c:v>
                      </c:pt>
                      <c:pt idx="5794">
                        <c:v>56.137042999999998</c:v>
                      </c:pt>
                      <c:pt idx="5795">
                        <c:v>56.209724000000001</c:v>
                      </c:pt>
                      <c:pt idx="5796">
                        <c:v>56.036746999999998</c:v>
                      </c:pt>
                      <c:pt idx="5797">
                        <c:v>56.585197000000001</c:v>
                      </c:pt>
                      <c:pt idx="5798">
                        <c:v>57.564857000000003</c:v>
                      </c:pt>
                      <c:pt idx="5799">
                        <c:v>58.297241</c:v>
                      </c:pt>
                      <c:pt idx="5800">
                        <c:v>59.033344</c:v>
                      </c:pt>
                      <c:pt idx="5801">
                        <c:v>60.207191000000002</c:v>
                      </c:pt>
                      <c:pt idx="5802">
                        <c:v>61.699818</c:v>
                      </c:pt>
                      <c:pt idx="5803">
                        <c:v>62.659595000000003</c:v>
                      </c:pt>
                      <c:pt idx="5804">
                        <c:v>62.544922</c:v>
                      </c:pt>
                      <c:pt idx="5805">
                        <c:v>62.608668999999999</c:v>
                      </c:pt>
                      <c:pt idx="5806">
                        <c:v>62.508643999999997</c:v>
                      </c:pt>
                      <c:pt idx="5807">
                        <c:v>63.106915000000001</c:v>
                      </c:pt>
                      <c:pt idx="5808">
                        <c:v>63.137042999999998</c:v>
                      </c:pt>
                      <c:pt idx="5809">
                        <c:v>62.561008000000001</c:v>
                      </c:pt>
                      <c:pt idx="5810">
                        <c:v>62.666030999999997</c:v>
                      </c:pt>
                      <c:pt idx="5811">
                        <c:v>62.502102000000001</c:v>
                      </c:pt>
                      <c:pt idx="5812">
                        <c:v>61.886603999999998</c:v>
                      </c:pt>
                      <c:pt idx="5813">
                        <c:v>61.642859999999999</c:v>
                      </c:pt>
                      <c:pt idx="5814">
                        <c:v>61.798842999999998</c:v>
                      </c:pt>
                      <c:pt idx="5815">
                        <c:v>62.481689000000003</c:v>
                      </c:pt>
                      <c:pt idx="5816">
                        <c:v>63.054046999999997</c:v>
                      </c:pt>
                      <c:pt idx="5817">
                        <c:v>63.393695999999998</c:v>
                      </c:pt>
                      <c:pt idx="5818">
                        <c:v>63.785465000000002</c:v>
                      </c:pt>
                      <c:pt idx="5819">
                        <c:v>64.230652000000006</c:v>
                      </c:pt>
                      <c:pt idx="5820">
                        <c:v>64.137962000000002</c:v>
                      </c:pt>
                      <c:pt idx="5821">
                        <c:v>63.746704000000001</c:v>
                      </c:pt>
                      <c:pt idx="5822">
                        <c:v>63.474074999999999</c:v>
                      </c:pt>
                      <c:pt idx="5823">
                        <c:v>63.808177999999998</c:v>
                      </c:pt>
                      <c:pt idx="5824">
                        <c:v>64.173903999999993</c:v>
                      </c:pt>
                      <c:pt idx="5825">
                        <c:v>64.373619000000005</c:v>
                      </c:pt>
                      <c:pt idx="5826">
                        <c:v>64.945480000000003</c:v>
                      </c:pt>
                      <c:pt idx="5827">
                        <c:v>65.108947999999998</c:v>
                      </c:pt>
                      <c:pt idx="5828">
                        <c:v>65.164451999999997</c:v>
                      </c:pt>
                      <c:pt idx="5829">
                        <c:v>65.185692000000003</c:v>
                      </c:pt>
                      <c:pt idx="5830">
                        <c:v>65.504058999999998</c:v>
                      </c:pt>
                      <c:pt idx="5831">
                        <c:v>65.559546999999995</c:v>
                      </c:pt>
                      <c:pt idx="5832">
                        <c:v>65.402420000000006</c:v>
                      </c:pt>
                      <c:pt idx="5833">
                        <c:v>65.503249999999994</c:v>
                      </c:pt>
                      <c:pt idx="5834">
                        <c:v>65.291122000000001</c:v>
                      </c:pt>
                      <c:pt idx="5835">
                        <c:v>64.361251999999993</c:v>
                      </c:pt>
                      <c:pt idx="5836">
                        <c:v>63.496093999999999</c:v>
                      </c:pt>
                      <c:pt idx="5837">
                        <c:v>63.372570000000003</c:v>
                      </c:pt>
                      <c:pt idx="5838">
                        <c:v>63.701476999999997</c:v>
                      </c:pt>
                      <c:pt idx="5839">
                        <c:v>63.851120000000002</c:v>
                      </c:pt>
                      <c:pt idx="5840">
                        <c:v>64.117537999999996</c:v>
                      </c:pt>
                      <c:pt idx="5841">
                        <c:v>64.107642999999996</c:v>
                      </c:pt>
                      <c:pt idx="5842">
                        <c:v>63.578747</c:v>
                      </c:pt>
                      <c:pt idx="5843">
                        <c:v>63.810977999999999</c:v>
                      </c:pt>
                      <c:pt idx="5844">
                        <c:v>64.480475999999996</c:v>
                      </c:pt>
                      <c:pt idx="5845">
                        <c:v>64.271141</c:v>
                      </c:pt>
                      <c:pt idx="5846">
                        <c:v>63.714225999999996</c:v>
                      </c:pt>
                      <c:pt idx="5847">
                        <c:v>63.417636999999999</c:v>
                      </c:pt>
                      <c:pt idx="5848">
                        <c:v>62.801025000000003</c:v>
                      </c:pt>
                      <c:pt idx="5849">
                        <c:v>62.025489999999998</c:v>
                      </c:pt>
                      <c:pt idx="5850">
                        <c:v>61.258865</c:v>
                      </c:pt>
                      <c:pt idx="5851">
                        <c:v>60.300732000000004</c:v>
                      </c:pt>
                      <c:pt idx="5852">
                        <c:v>59.473613999999998</c:v>
                      </c:pt>
                      <c:pt idx="5853">
                        <c:v>59.066237999999998</c:v>
                      </c:pt>
                      <c:pt idx="5854">
                        <c:v>58.837631000000002</c:v>
                      </c:pt>
                      <c:pt idx="5855">
                        <c:v>58.735816999999997</c:v>
                      </c:pt>
                      <c:pt idx="5856">
                        <c:v>59.054554000000003</c:v>
                      </c:pt>
                      <c:pt idx="5857">
                        <c:v>59.629989999999999</c:v>
                      </c:pt>
                      <c:pt idx="5858">
                        <c:v>60.080002</c:v>
                      </c:pt>
                      <c:pt idx="5859">
                        <c:v>60.060904999999998</c:v>
                      </c:pt>
                      <c:pt idx="5860">
                        <c:v>59.411490999999998</c:v>
                      </c:pt>
                      <c:pt idx="5861">
                        <c:v>59.158321000000001</c:v>
                      </c:pt>
                      <c:pt idx="5862">
                        <c:v>59.210738999999997</c:v>
                      </c:pt>
                      <c:pt idx="5863">
                        <c:v>59.739082000000003</c:v>
                      </c:pt>
                      <c:pt idx="5864">
                        <c:v>61.329028999999998</c:v>
                      </c:pt>
                      <c:pt idx="5865">
                        <c:v>62.526080999999998</c:v>
                      </c:pt>
                      <c:pt idx="5866">
                        <c:v>62.116962000000001</c:v>
                      </c:pt>
                      <c:pt idx="5867">
                        <c:v>61.794060000000002</c:v>
                      </c:pt>
                      <c:pt idx="5868">
                        <c:v>61.222529999999999</c:v>
                      </c:pt>
                      <c:pt idx="5869">
                        <c:v>60.606921999999997</c:v>
                      </c:pt>
                      <c:pt idx="5870">
                        <c:v>60.393692000000001</c:v>
                      </c:pt>
                      <c:pt idx="5871">
                        <c:v>60.435326000000003</c:v>
                      </c:pt>
                      <c:pt idx="5872">
                        <c:v>60.342804000000001</c:v>
                      </c:pt>
                      <c:pt idx="5873">
                        <c:v>60.052672999999999</c:v>
                      </c:pt>
                      <c:pt idx="5874">
                        <c:v>59.851542999999999</c:v>
                      </c:pt>
                      <c:pt idx="5875">
                        <c:v>59.877215999999997</c:v>
                      </c:pt>
                      <c:pt idx="5876">
                        <c:v>59.980324000000003</c:v>
                      </c:pt>
                      <c:pt idx="5877">
                        <c:v>59.952720999999997</c:v>
                      </c:pt>
                      <c:pt idx="5878">
                        <c:v>59.928288000000002</c:v>
                      </c:pt>
                      <c:pt idx="5879">
                        <c:v>59.936484999999998</c:v>
                      </c:pt>
                      <c:pt idx="5880">
                        <c:v>60.177467</c:v>
                      </c:pt>
                      <c:pt idx="5881">
                        <c:v>61.049866000000002</c:v>
                      </c:pt>
                      <c:pt idx="5882">
                        <c:v>62.473129</c:v>
                      </c:pt>
                      <c:pt idx="5883">
                        <c:v>63.865558999999998</c:v>
                      </c:pt>
                      <c:pt idx="5884">
                        <c:v>65.002799999999993</c:v>
                      </c:pt>
                      <c:pt idx="5885">
                        <c:v>65.779838999999996</c:v>
                      </c:pt>
                      <c:pt idx="5886">
                        <c:v>65.935074</c:v>
                      </c:pt>
                      <c:pt idx="5887">
                        <c:v>66.193520000000007</c:v>
                      </c:pt>
                      <c:pt idx="5888">
                        <c:v>66.523842000000002</c:v>
                      </c:pt>
                      <c:pt idx="5889">
                        <c:v>66.331207000000006</c:v>
                      </c:pt>
                      <c:pt idx="5890">
                        <c:v>66.167389</c:v>
                      </c:pt>
                      <c:pt idx="5891">
                        <c:v>66.412270000000007</c:v>
                      </c:pt>
                      <c:pt idx="5892">
                        <c:v>66.368301000000002</c:v>
                      </c:pt>
                      <c:pt idx="5893">
                        <c:v>65.550460999999999</c:v>
                      </c:pt>
                      <c:pt idx="5894">
                        <c:v>64.579445000000007</c:v>
                      </c:pt>
                      <c:pt idx="5895">
                        <c:v>64.341385000000002</c:v>
                      </c:pt>
                      <c:pt idx="5896">
                        <c:v>64.756027000000003</c:v>
                      </c:pt>
                      <c:pt idx="5897">
                        <c:v>65.288146999999995</c:v>
                      </c:pt>
                      <c:pt idx="5898">
                        <c:v>65.872223000000005</c:v>
                      </c:pt>
                      <c:pt idx="5899">
                        <c:v>66.085875999999999</c:v>
                      </c:pt>
                      <c:pt idx="5900">
                        <c:v>65.585915</c:v>
                      </c:pt>
                      <c:pt idx="5901">
                        <c:v>65.306479999999993</c:v>
                      </c:pt>
                      <c:pt idx="5902">
                        <c:v>65.452042000000006</c:v>
                      </c:pt>
                      <c:pt idx="5903">
                        <c:v>66.154503000000005</c:v>
                      </c:pt>
                      <c:pt idx="5904">
                        <c:v>66.820526000000001</c:v>
                      </c:pt>
                      <c:pt idx="5905">
                        <c:v>66.955673000000004</c:v>
                      </c:pt>
                      <c:pt idx="5906">
                        <c:v>66.738045</c:v>
                      </c:pt>
                      <c:pt idx="5907">
                        <c:v>66.688927000000007</c:v>
                      </c:pt>
                      <c:pt idx="5908">
                        <c:v>66.572768999999994</c:v>
                      </c:pt>
                      <c:pt idx="5909">
                        <c:v>66.093688999999998</c:v>
                      </c:pt>
                      <c:pt idx="5910">
                        <c:v>65.418571</c:v>
                      </c:pt>
                      <c:pt idx="5911">
                        <c:v>64.711913999999993</c:v>
                      </c:pt>
                      <c:pt idx="5912">
                        <c:v>64.040053999999998</c:v>
                      </c:pt>
                      <c:pt idx="5913">
                        <c:v>63.400523999999997</c:v>
                      </c:pt>
                      <c:pt idx="5914">
                        <c:v>63.369621000000002</c:v>
                      </c:pt>
                      <c:pt idx="5915">
                        <c:v>63.560451999999998</c:v>
                      </c:pt>
                      <c:pt idx="5916">
                        <c:v>63.918964000000003</c:v>
                      </c:pt>
                      <c:pt idx="5917">
                        <c:v>64.217644000000007</c:v>
                      </c:pt>
                      <c:pt idx="5918">
                        <c:v>64.693000999999995</c:v>
                      </c:pt>
                      <c:pt idx="5919">
                        <c:v>65.295958999999996</c:v>
                      </c:pt>
                      <c:pt idx="5920">
                        <c:v>65.595718000000005</c:v>
                      </c:pt>
                      <c:pt idx="5921">
                        <c:v>65.633101999999994</c:v>
                      </c:pt>
                      <c:pt idx="5922">
                        <c:v>65.297447000000005</c:v>
                      </c:pt>
                      <c:pt idx="5923">
                        <c:v>64.528617999999994</c:v>
                      </c:pt>
                      <c:pt idx="5924">
                        <c:v>64.089478</c:v>
                      </c:pt>
                      <c:pt idx="5925">
                        <c:v>63.781475</c:v>
                      </c:pt>
                      <c:pt idx="5926">
                        <c:v>63.089042999999997</c:v>
                      </c:pt>
                      <c:pt idx="5927">
                        <c:v>62.553753</c:v>
                      </c:pt>
                      <c:pt idx="5928">
                        <c:v>62.269649999999999</c:v>
                      </c:pt>
                      <c:pt idx="5929">
                        <c:v>62.030403</c:v>
                      </c:pt>
                      <c:pt idx="5930">
                        <c:v>61.480057000000002</c:v>
                      </c:pt>
                      <c:pt idx="5931">
                        <c:v>60.719935999999997</c:v>
                      </c:pt>
                      <c:pt idx="5932">
                        <c:v>60.561382000000002</c:v>
                      </c:pt>
                      <c:pt idx="5933">
                        <c:v>60.600765000000003</c:v>
                      </c:pt>
                      <c:pt idx="5934">
                        <c:v>60.527458000000003</c:v>
                      </c:pt>
                      <c:pt idx="5935">
                        <c:v>60.217865000000003</c:v>
                      </c:pt>
                      <c:pt idx="5936">
                        <c:v>59.808028999999998</c:v>
                      </c:pt>
                      <c:pt idx="5937">
                        <c:v>59.663780000000003</c:v>
                      </c:pt>
                      <c:pt idx="5938">
                        <c:v>59.730697999999997</c:v>
                      </c:pt>
                      <c:pt idx="5939">
                        <c:v>59.954619999999998</c:v>
                      </c:pt>
                      <c:pt idx="5940">
                        <c:v>60.220084999999997</c:v>
                      </c:pt>
                      <c:pt idx="5941">
                        <c:v>60.336787999999999</c:v>
                      </c:pt>
                      <c:pt idx="5942">
                        <c:v>60.322571000000003</c:v>
                      </c:pt>
                      <c:pt idx="5943">
                        <c:v>60.429451</c:v>
                      </c:pt>
                      <c:pt idx="5944">
                        <c:v>60.602943000000003</c:v>
                      </c:pt>
                      <c:pt idx="5945">
                        <c:v>60.716576000000003</c:v>
                      </c:pt>
                      <c:pt idx="5946">
                        <c:v>60.684601000000001</c:v>
                      </c:pt>
                      <c:pt idx="5947">
                        <c:v>60.135570999999999</c:v>
                      </c:pt>
                      <c:pt idx="5948">
                        <c:v>59.678471000000002</c:v>
                      </c:pt>
                      <c:pt idx="5949">
                        <c:v>59.983589000000002</c:v>
                      </c:pt>
                      <c:pt idx="5950">
                        <c:v>60.3508</c:v>
                      </c:pt>
                      <c:pt idx="5951">
                        <c:v>60.137977999999997</c:v>
                      </c:pt>
                      <c:pt idx="5952">
                        <c:v>59.732093999999996</c:v>
                      </c:pt>
                      <c:pt idx="5953">
                        <c:v>59.601165999999999</c:v>
                      </c:pt>
                      <c:pt idx="5954">
                        <c:v>59.598075999999999</c:v>
                      </c:pt>
                      <c:pt idx="5955">
                        <c:v>59.633709000000003</c:v>
                      </c:pt>
                      <c:pt idx="5956">
                        <c:v>59.558917999999998</c:v>
                      </c:pt>
                      <c:pt idx="5957">
                        <c:v>59.138474000000002</c:v>
                      </c:pt>
                      <c:pt idx="5958">
                        <c:v>58.658977999999998</c:v>
                      </c:pt>
                      <c:pt idx="5959">
                        <c:v>58.233615999999998</c:v>
                      </c:pt>
                      <c:pt idx="5960">
                        <c:v>58.298157000000003</c:v>
                      </c:pt>
                      <c:pt idx="5961">
                        <c:v>58.844546999999999</c:v>
                      </c:pt>
                      <c:pt idx="5962">
                        <c:v>59.408290999999998</c:v>
                      </c:pt>
                      <c:pt idx="5963">
                        <c:v>59.513492999999997</c:v>
                      </c:pt>
                      <c:pt idx="5964">
                        <c:v>59.412449000000002</c:v>
                      </c:pt>
                      <c:pt idx="5965">
                        <c:v>59.465457999999998</c:v>
                      </c:pt>
                      <c:pt idx="5966">
                        <c:v>59.409343999999997</c:v>
                      </c:pt>
                      <c:pt idx="5967">
                        <c:v>59.634509999999999</c:v>
                      </c:pt>
                      <c:pt idx="5968">
                        <c:v>60.127513999999998</c:v>
                      </c:pt>
                      <c:pt idx="5969">
                        <c:v>60.646832000000003</c:v>
                      </c:pt>
                      <c:pt idx="5970">
                        <c:v>61.202415000000002</c:v>
                      </c:pt>
                      <c:pt idx="5971">
                        <c:v>61.580399</c:v>
                      </c:pt>
                      <c:pt idx="5972">
                        <c:v>61.451286000000003</c:v>
                      </c:pt>
                      <c:pt idx="5973">
                        <c:v>60.631278999999999</c:v>
                      </c:pt>
                      <c:pt idx="5974">
                        <c:v>59.915039</c:v>
                      </c:pt>
                      <c:pt idx="5975">
                        <c:v>59.475360999999999</c:v>
                      </c:pt>
                      <c:pt idx="5976">
                        <c:v>59.360160999999998</c:v>
                      </c:pt>
                      <c:pt idx="5977">
                        <c:v>59.380901000000001</c:v>
                      </c:pt>
                      <c:pt idx="5978">
                        <c:v>59.353423999999997</c:v>
                      </c:pt>
                      <c:pt idx="5979">
                        <c:v>59.826714000000003</c:v>
                      </c:pt>
                      <c:pt idx="5980">
                        <c:v>59.981731000000003</c:v>
                      </c:pt>
                      <c:pt idx="5981">
                        <c:v>59.716766</c:v>
                      </c:pt>
                      <c:pt idx="5982">
                        <c:v>59.240912999999999</c:v>
                      </c:pt>
                      <c:pt idx="5983">
                        <c:v>58.419117</c:v>
                      </c:pt>
                      <c:pt idx="5984">
                        <c:v>57.962139000000001</c:v>
                      </c:pt>
                      <c:pt idx="5985">
                        <c:v>57.936461999999999</c:v>
                      </c:pt>
                      <c:pt idx="5986">
                        <c:v>58.002853000000002</c:v>
                      </c:pt>
                      <c:pt idx="5987">
                        <c:v>57.986339999999998</c:v>
                      </c:pt>
                      <c:pt idx="5988">
                        <c:v>57.970222</c:v>
                      </c:pt>
                      <c:pt idx="5989">
                        <c:v>58.080765</c:v>
                      </c:pt>
                      <c:pt idx="5990">
                        <c:v>57.970852000000001</c:v>
                      </c:pt>
                      <c:pt idx="5991">
                        <c:v>58.102595999999998</c:v>
                      </c:pt>
                      <c:pt idx="5992">
                        <c:v>58.140422999999998</c:v>
                      </c:pt>
                      <c:pt idx="5993">
                        <c:v>57.946342000000001</c:v>
                      </c:pt>
                      <c:pt idx="5994">
                        <c:v>57.725150999999997</c:v>
                      </c:pt>
                      <c:pt idx="5995">
                        <c:v>57.819598999999997</c:v>
                      </c:pt>
                      <c:pt idx="5996">
                        <c:v>57.961590000000001</c:v>
                      </c:pt>
                      <c:pt idx="5997">
                        <c:v>58.090499999999999</c:v>
                      </c:pt>
                      <c:pt idx="5998">
                        <c:v>58.118938</c:v>
                      </c:pt>
                      <c:pt idx="5999">
                        <c:v>58.062736999999998</c:v>
                      </c:pt>
                      <c:pt idx="6000">
                        <c:v>58.235168000000002</c:v>
                      </c:pt>
                      <c:pt idx="6001">
                        <c:v>58.917484000000002</c:v>
                      </c:pt>
                      <c:pt idx="6002">
                        <c:v>59.374583999999999</c:v>
                      </c:pt>
                      <c:pt idx="6003">
                        <c:v>59.084212999999998</c:v>
                      </c:pt>
                      <c:pt idx="6004">
                        <c:v>59.116821000000002</c:v>
                      </c:pt>
                      <c:pt idx="6005">
                        <c:v>59.570751000000001</c:v>
                      </c:pt>
                      <c:pt idx="6006">
                        <c:v>60.152279</c:v>
                      </c:pt>
                      <c:pt idx="6007">
                        <c:v>60.911945000000003</c:v>
                      </c:pt>
                      <c:pt idx="6008">
                        <c:v>61.452171</c:v>
                      </c:pt>
                      <c:pt idx="6009">
                        <c:v>61.717117000000002</c:v>
                      </c:pt>
                      <c:pt idx="6010">
                        <c:v>62.116137999999999</c:v>
                      </c:pt>
                      <c:pt idx="6011">
                        <c:v>62.164935999999997</c:v>
                      </c:pt>
                      <c:pt idx="6012">
                        <c:v>62.138454000000003</c:v>
                      </c:pt>
                      <c:pt idx="6013">
                        <c:v>61.965752000000002</c:v>
                      </c:pt>
                      <c:pt idx="6014">
                        <c:v>62.146667000000001</c:v>
                      </c:pt>
                      <c:pt idx="6015">
                        <c:v>62.950951000000003</c:v>
                      </c:pt>
                      <c:pt idx="6016">
                        <c:v>63.314064000000002</c:v>
                      </c:pt>
                      <c:pt idx="6017">
                        <c:v>63.222915999999998</c:v>
                      </c:pt>
                      <c:pt idx="6018">
                        <c:v>62.574562</c:v>
                      </c:pt>
                      <c:pt idx="6019">
                        <c:v>61.816788000000003</c:v>
                      </c:pt>
                      <c:pt idx="6020">
                        <c:v>61.795605000000002</c:v>
                      </c:pt>
                      <c:pt idx="6021">
                        <c:v>62.247489999999999</c:v>
                      </c:pt>
                      <c:pt idx="6022">
                        <c:v>62.760722999999999</c:v>
                      </c:pt>
                      <c:pt idx="6023">
                        <c:v>63.064380999999997</c:v>
                      </c:pt>
                      <c:pt idx="6024">
                        <c:v>63.075676000000001</c:v>
                      </c:pt>
                      <c:pt idx="6025">
                        <c:v>62.953147999999999</c:v>
                      </c:pt>
                      <c:pt idx="6026">
                        <c:v>63.160046000000001</c:v>
                      </c:pt>
                      <c:pt idx="6027">
                        <c:v>63.663662000000002</c:v>
                      </c:pt>
                      <c:pt idx="6028">
                        <c:v>64.588898</c:v>
                      </c:pt>
                      <c:pt idx="6029">
                        <c:v>65.283562000000003</c:v>
                      </c:pt>
                      <c:pt idx="6030">
                        <c:v>65.386382999999995</c:v>
                      </c:pt>
                      <c:pt idx="6031">
                        <c:v>65.240455999999995</c:v>
                      </c:pt>
                      <c:pt idx="6032">
                        <c:v>65.150406000000004</c:v>
                      </c:pt>
                      <c:pt idx="6033">
                        <c:v>65.372551000000001</c:v>
                      </c:pt>
                      <c:pt idx="6034">
                        <c:v>65.313721000000001</c:v>
                      </c:pt>
                      <c:pt idx="6035">
                        <c:v>65.104774000000006</c:v>
                      </c:pt>
                      <c:pt idx="6036">
                        <c:v>65.293616999999998</c:v>
                      </c:pt>
                      <c:pt idx="6037">
                        <c:v>65.829329999999999</c:v>
                      </c:pt>
                      <c:pt idx="6038">
                        <c:v>66.479065000000006</c:v>
                      </c:pt>
                      <c:pt idx="6039">
                        <c:v>66.638985000000005</c:v>
                      </c:pt>
                      <c:pt idx="6040">
                        <c:v>66.883414999999999</c:v>
                      </c:pt>
                      <c:pt idx="6041">
                        <c:v>66.867355000000003</c:v>
                      </c:pt>
                      <c:pt idx="6042">
                        <c:v>66.867042999999995</c:v>
                      </c:pt>
                      <c:pt idx="6043">
                        <c:v>66.912459999999996</c:v>
                      </c:pt>
                      <c:pt idx="6044">
                        <c:v>66.574912999999995</c:v>
                      </c:pt>
                      <c:pt idx="6045">
                        <c:v>66.410713000000001</c:v>
                      </c:pt>
                      <c:pt idx="6046">
                        <c:v>66.376616999999996</c:v>
                      </c:pt>
                      <c:pt idx="6047">
                        <c:v>67.218338000000003</c:v>
                      </c:pt>
                      <c:pt idx="6048">
                        <c:v>67.669372999999993</c:v>
                      </c:pt>
                      <c:pt idx="6049">
                        <c:v>68.000647999999998</c:v>
                      </c:pt>
                      <c:pt idx="6050">
                        <c:v>67.824364000000003</c:v>
                      </c:pt>
                      <c:pt idx="6051">
                        <c:v>66.989791999999994</c:v>
                      </c:pt>
                      <c:pt idx="6052">
                        <c:v>66.080794999999995</c:v>
                      </c:pt>
                      <c:pt idx="6053">
                        <c:v>65.148139999999998</c:v>
                      </c:pt>
                      <c:pt idx="6054">
                        <c:v>64.741905000000003</c:v>
                      </c:pt>
                      <c:pt idx="6055">
                        <c:v>64.681601999999998</c:v>
                      </c:pt>
                      <c:pt idx="6056">
                        <c:v>64.559753000000001</c:v>
                      </c:pt>
                      <c:pt idx="6057">
                        <c:v>64.742110999999994</c:v>
                      </c:pt>
                      <c:pt idx="6058">
                        <c:v>65.061783000000005</c:v>
                      </c:pt>
                      <c:pt idx="6059">
                        <c:v>64.820853999999997</c:v>
                      </c:pt>
                      <c:pt idx="6060">
                        <c:v>64.425078999999997</c:v>
                      </c:pt>
                      <c:pt idx="6061">
                        <c:v>64.238174000000001</c:v>
                      </c:pt>
                      <c:pt idx="6062">
                        <c:v>63.872718999999996</c:v>
                      </c:pt>
                      <c:pt idx="6063">
                        <c:v>63.302925000000002</c:v>
                      </c:pt>
                      <c:pt idx="6064">
                        <c:v>62.974068000000003</c:v>
                      </c:pt>
                      <c:pt idx="6065">
                        <c:v>63.127372999999999</c:v>
                      </c:pt>
                      <c:pt idx="6066">
                        <c:v>63.497504999999997</c:v>
                      </c:pt>
                      <c:pt idx="6067">
                        <c:v>63.681086999999998</c:v>
                      </c:pt>
                      <c:pt idx="6068">
                        <c:v>63.830432999999999</c:v>
                      </c:pt>
                      <c:pt idx="6069">
                        <c:v>63.669609000000001</c:v>
                      </c:pt>
                      <c:pt idx="6070">
                        <c:v>63.235942999999999</c:v>
                      </c:pt>
                      <c:pt idx="6071">
                        <c:v>62.638072999999999</c:v>
                      </c:pt>
                      <c:pt idx="6072">
                        <c:v>62.325485</c:v>
                      </c:pt>
                      <c:pt idx="6073">
                        <c:v>62.596474000000001</c:v>
                      </c:pt>
                      <c:pt idx="6074">
                        <c:v>63.187686999999997</c:v>
                      </c:pt>
                      <c:pt idx="6075">
                        <c:v>63.882537999999997</c:v>
                      </c:pt>
                      <c:pt idx="6076">
                        <c:v>64.431045999999995</c:v>
                      </c:pt>
                      <c:pt idx="6077">
                        <c:v>64.959091000000001</c:v>
                      </c:pt>
                      <c:pt idx="6078">
                        <c:v>65.180565000000001</c:v>
                      </c:pt>
                      <c:pt idx="6079">
                        <c:v>65.265961000000004</c:v>
                      </c:pt>
                      <c:pt idx="6080">
                        <c:v>65.515677999999994</c:v>
                      </c:pt>
                      <c:pt idx="6081">
                        <c:v>65.551772999999997</c:v>
                      </c:pt>
                      <c:pt idx="6082">
                        <c:v>65.527122000000006</c:v>
                      </c:pt>
                      <c:pt idx="6083">
                        <c:v>65.439682000000005</c:v>
                      </c:pt>
                      <c:pt idx="6084">
                        <c:v>65.412270000000007</c:v>
                      </c:pt>
                      <c:pt idx="6085">
                        <c:v>65.724411000000003</c:v>
                      </c:pt>
                      <c:pt idx="6086">
                        <c:v>66.351180999999997</c:v>
                      </c:pt>
                      <c:pt idx="6087">
                        <c:v>66.964591999999996</c:v>
                      </c:pt>
                      <c:pt idx="6088">
                        <c:v>67.473388999999997</c:v>
                      </c:pt>
                      <c:pt idx="6089">
                        <c:v>67.602890000000002</c:v>
                      </c:pt>
                      <c:pt idx="6090">
                        <c:v>67.865539999999996</c:v>
                      </c:pt>
                      <c:pt idx="6091">
                        <c:v>68.185410000000005</c:v>
                      </c:pt>
                      <c:pt idx="6092">
                        <c:v>68.474463999999998</c:v>
                      </c:pt>
                      <c:pt idx="6093">
                        <c:v>68.728347999999997</c:v>
                      </c:pt>
                      <c:pt idx="6094">
                        <c:v>69.334511000000006</c:v>
                      </c:pt>
                      <c:pt idx="6095">
                        <c:v>69.878501999999997</c:v>
                      </c:pt>
                      <c:pt idx="6096">
                        <c:v>70.211021000000002</c:v>
                      </c:pt>
                      <c:pt idx="6097">
                        <c:v>70.164078000000003</c:v>
                      </c:pt>
                      <c:pt idx="6098">
                        <c:v>70.036445999999998</c:v>
                      </c:pt>
                      <c:pt idx="6099">
                        <c:v>70.036529999999999</c:v>
                      </c:pt>
                      <c:pt idx="6100">
                        <c:v>70.131309999999999</c:v>
                      </c:pt>
                      <c:pt idx="6101">
                        <c:v>70.184441000000007</c:v>
                      </c:pt>
                      <c:pt idx="6102">
                        <c:v>69.85154</c:v>
                      </c:pt>
                      <c:pt idx="6103">
                        <c:v>69.530624000000003</c:v>
                      </c:pt>
                      <c:pt idx="6104">
                        <c:v>69.661727999999997</c:v>
                      </c:pt>
                      <c:pt idx="6105">
                        <c:v>70.013412000000002</c:v>
                      </c:pt>
                      <c:pt idx="6106">
                        <c:v>70.099236000000005</c:v>
                      </c:pt>
                      <c:pt idx="6107">
                        <c:v>70.134483000000003</c:v>
                      </c:pt>
                      <c:pt idx="6108">
                        <c:v>70.261748999999995</c:v>
                      </c:pt>
                      <c:pt idx="6109">
                        <c:v>70.418892</c:v>
                      </c:pt>
                      <c:pt idx="6110">
                        <c:v>70.4953</c:v>
                      </c:pt>
                      <c:pt idx="6111">
                        <c:v>70.582061999999993</c:v>
                      </c:pt>
                      <c:pt idx="6112">
                        <c:v>70.775741999999994</c:v>
                      </c:pt>
                      <c:pt idx="6113">
                        <c:v>70.899010000000004</c:v>
                      </c:pt>
                      <c:pt idx="6114">
                        <c:v>70.885581999999999</c:v>
                      </c:pt>
                      <c:pt idx="6115">
                        <c:v>71.010918000000004</c:v>
                      </c:pt>
                      <c:pt idx="6116">
                        <c:v>71.354659999999996</c:v>
                      </c:pt>
                      <c:pt idx="6117">
                        <c:v>71.741928000000001</c:v>
                      </c:pt>
                      <c:pt idx="6118">
                        <c:v>71.708716999999993</c:v>
                      </c:pt>
                      <c:pt idx="6119">
                        <c:v>71.597365999999994</c:v>
                      </c:pt>
                      <c:pt idx="6120">
                        <c:v>71.453795999999997</c:v>
                      </c:pt>
                      <c:pt idx="6121">
                        <c:v>71.263283000000001</c:v>
                      </c:pt>
                      <c:pt idx="6122">
                        <c:v>71.347572</c:v>
                      </c:pt>
                      <c:pt idx="6123">
                        <c:v>71.484343999999993</c:v>
                      </c:pt>
                      <c:pt idx="6124">
                        <c:v>71.656020999999996</c:v>
                      </c:pt>
                      <c:pt idx="6125">
                        <c:v>71.973701000000005</c:v>
                      </c:pt>
                      <c:pt idx="6126">
                        <c:v>72.065826000000001</c:v>
                      </c:pt>
                      <c:pt idx="6127">
                        <c:v>71.745857000000001</c:v>
                      </c:pt>
                      <c:pt idx="6128">
                        <c:v>72.527694999999994</c:v>
                      </c:pt>
                      <c:pt idx="6129">
                        <c:v>72.873626999999999</c:v>
                      </c:pt>
                      <c:pt idx="6130">
                        <c:v>73.172211000000004</c:v>
                      </c:pt>
                      <c:pt idx="6131">
                        <c:v>74.342865000000003</c:v>
                      </c:pt>
                      <c:pt idx="6132">
                        <c:v>74.942345000000003</c:v>
                      </c:pt>
                      <c:pt idx="6133">
                        <c:v>75.273880000000005</c:v>
                      </c:pt>
                      <c:pt idx="6134">
                        <c:v>75.233520999999996</c:v>
                      </c:pt>
                      <c:pt idx="6135">
                        <c:v>74.842545000000001</c:v>
                      </c:pt>
                      <c:pt idx="6136">
                        <c:v>74.483756999999997</c:v>
                      </c:pt>
                      <c:pt idx="6137">
                        <c:v>74.282539</c:v>
                      </c:pt>
                      <c:pt idx="6138">
                        <c:v>73.861243999999999</c:v>
                      </c:pt>
                      <c:pt idx="6139">
                        <c:v>73.423569000000001</c:v>
                      </c:pt>
                      <c:pt idx="6140">
                        <c:v>73.635254000000003</c:v>
                      </c:pt>
                      <c:pt idx="6141">
                        <c:v>74.025681000000006</c:v>
                      </c:pt>
                      <c:pt idx="6142">
                        <c:v>74.034026999999995</c:v>
                      </c:pt>
                      <c:pt idx="6143">
                        <c:v>73.743195</c:v>
                      </c:pt>
                      <c:pt idx="6144">
                        <c:v>73.202636999999996</c:v>
                      </c:pt>
                      <c:pt idx="6145">
                        <c:v>72.52816</c:v>
                      </c:pt>
                      <c:pt idx="6146">
                        <c:v>72.081008999999995</c:v>
                      </c:pt>
                      <c:pt idx="6147">
                        <c:v>71.681411999999995</c:v>
                      </c:pt>
                      <c:pt idx="6148">
                        <c:v>71.422225999999995</c:v>
                      </c:pt>
                      <c:pt idx="6149">
                        <c:v>71.585220000000007</c:v>
                      </c:pt>
                      <c:pt idx="6150">
                        <c:v>71.882285999999993</c:v>
                      </c:pt>
                      <c:pt idx="6151">
                        <c:v>72.014122</c:v>
                      </c:pt>
                      <c:pt idx="6152">
                        <c:v>71.950806</c:v>
                      </c:pt>
                      <c:pt idx="6153">
                        <c:v>71.784751999999997</c:v>
                      </c:pt>
                      <c:pt idx="6154">
                        <c:v>71.523246999999998</c:v>
                      </c:pt>
                      <c:pt idx="6155">
                        <c:v>71.409599</c:v>
                      </c:pt>
                      <c:pt idx="6156">
                        <c:v>71.239502000000002</c:v>
                      </c:pt>
                      <c:pt idx="6157">
                        <c:v>70.966742999999994</c:v>
                      </c:pt>
                      <c:pt idx="6158">
                        <c:v>70.513771000000006</c:v>
                      </c:pt>
                      <c:pt idx="6159">
                        <c:v>70.328873000000002</c:v>
                      </c:pt>
                      <c:pt idx="6160">
                        <c:v>70.436561999999995</c:v>
                      </c:pt>
                      <c:pt idx="6161">
                        <c:v>70.718909999999994</c:v>
                      </c:pt>
                      <c:pt idx="6162">
                        <c:v>71.013351</c:v>
                      </c:pt>
                      <c:pt idx="6163">
                        <c:v>71.337753000000006</c:v>
                      </c:pt>
                      <c:pt idx="6164">
                        <c:v>71.940871999999999</c:v>
                      </c:pt>
                      <c:pt idx="6165">
                        <c:v>72.373992999999999</c:v>
                      </c:pt>
                      <c:pt idx="6166">
                        <c:v>72.751007000000001</c:v>
                      </c:pt>
                      <c:pt idx="6167">
                        <c:v>73.456383000000002</c:v>
                      </c:pt>
                      <c:pt idx="6168">
                        <c:v>73.776657</c:v>
                      </c:pt>
                      <c:pt idx="6169">
                        <c:v>73.784721000000005</c:v>
                      </c:pt>
                      <c:pt idx="6170">
                        <c:v>73.842040999999995</c:v>
                      </c:pt>
                      <c:pt idx="6171">
                        <c:v>73.662909999999997</c:v>
                      </c:pt>
                      <c:pt idx="6172">
                        <c:v>73.189605999999998</c:v>
                      </c:pt>
                      <c:pt idx="6173">
                        <c:v>72.924582999999998</c:v>
                      </c:pt>
                      <c:pt idx="6174">
                        <c:v>72.717872999999997</c:v>
                      </c:pt>
                      <c:pt idx="6175">
                        <c:v>72.751907000000003</c:v>
                      </c:pt>
                      <c:pt idx="6176">
                        <c:v>73.259688999999995</c:v>
                      </c:pt>
                      <c:pt idx="6177">
                        <c:v>73.903976</c:v>
                      </c:pt>
                      <c:pt idx="6178">
                        <c:v>74.663353000000001</c:v>
                      </c:pt>
                      <c:pt idx="6179">
                        <c:v>75.330589000000003</c:v>
                      </c:pt>
                      <c:pt idx="6180">
                        <c:v>75.751373000000001</c:v>
                      </c:pt>
                      <c:pt idx="6181">
                        <c:v>76.226585</c:v>
                      </c:pt>
                      <c:pt idx="6182">
                        <c:v>76.568184000000002</c:v>
                      </c:pt>
                      <c:pt idx="6183">
                        <c:v>76.922318000000004</c:v>
                      </c:pt>
                      <c:pt idx="6184">
                        <c:v>76.858870999999994</c:v>
                      </c:pt>
                      <c:pt idx="6185">
                        <c:v>76.514060999999998</c:v>
                      </c:pt>
                      <c:pt idx="6186">
                        <c:v>76.211342000000002</c:v>
                      </c:pt>
                      <c:pt idx="6187">
                        <c:v>75.869193999999993</c:v>
                      </c:pt>
                      <c:pt idx="6188">
                        <c:v>75.500397000000007</c:v>
                      </c:pt>
                      <c:pt idx="6189">
                        <c:v>75.180817000000005</c:v>
                      </c:pt>
                      <c:pt idx="6190">
                        <c:v>74.852447999999995</c:v>
                      </c:pt>
                      <c:pt idx="6191">
                        <c:v>74.531402999999997</c:v>
                      </c:pt>
                      <c:pt idx="6192">
                        <c:v>74.107056</c:v>
                      </c:pt>
                      <c:pt idx="6193">
                        <c:v>73.590500000000006</c:v>
                      </c:pt>
                      <c:pt idx="6194">
                        <c:v>73.295745999999994</c:v>
                      </c:pt>
                      <c:pt idx="6195">
                        <c:v>73.160385000000005</c:v>
                      </c:pt>
                      <c:pt idx="6196">
                        <c:v>73.104163999999997</c:v>
                      </c:pt>
                      <c:pt idx="6197">
                        <c:v>73.353935000000007</c:v>
                      </c:pt>
                      <c:pt idx="6198">
                        <c:v>73.258942000000005</c:v>
                      </c:pt>
                      <c:pt idx="6199">
                        <c:v>73.221564999999998</c:v>
                      </c:pt>
                      <c:pt idx="6200">
                        <c:v>73.425751000000005</c:v>
                      </c:pt>
                      <c:pt idx="6201">
                        <c:v>73.699698999999995</c:v>
                      </c:pt>
                      <c:pt idx="6202">
                        <c:v>73.674294000000003</c:v>
                      </c:pt>
                      <c:pt idx="6203">
                        <c:v>73.555510999999996</c:v>
                      </c:pt>
                      <c:pt idx="6204">
                        <c:v>73.933082999999996</c:v>
                      </c:pt>
                      <c:pt idx="6205">
                        <c:v>74.168120999999999</c:v>
                      </c:pt>
                      <c:pt idx="6206">
                        <c:v>74.260918000000004</c:v>
                      </c:pt>
                      <c:pt idx="6207">
                        <c:v>74.109466999999995</c:v>
                      </c:pt>
                      <c:pt idx="6208">
                        <c:v>73.604065000000006</c:v>
                      </c:pt>
                      <c:pt idx="6209">
                        <c:v>73.314468000000005</c:v>
                      </c:pt>
                      <c:pt idx="6210">
                        <c:v>73.205803000000003</c:v>
                      </c:pt>
                      <c:pt idx="6211">
                        <c:v>72.831397999999993</c:v>
                      </c:pt>
                      <c:pt idx="6212">
                        <c:v>72.403503000000001</c:v>
                      </c:pt>
                      <c:pt idx="6213">
                        <c:v>72.169853000000003</c:v>
                      </c:pt>
                      <c:pt idx="6214">
                        <c:v>72.054169000000002</c:v>
                      </c:pt>
                      <c:pt idx="6215">
                        <c:v>71.864151000000007</c:v>
                      </c:pt>
                      <c:pt idx="6216">
                        <c:v>72.056549000000004</c:v>
                      </c:pt>
                      <c:pt idx="6217">
                        <c:v>72.189376999999993</c:v>
                      </c:pt>
                      <c:pt idx="6218">
                        <c:v>71.905799999999999</c:v>
                      </c:pt>
                      <c:pt idx="6219">
                        <c:v>71.526176000000007</c:v>
                      </c:pt>
                      <c:pt idx="6220">
                        <c:v>71.270308999999997</c:v>
                      </c:pt>
                      <c:pt idx="6221">
                        <c:v>71.305808999999996</c:v>
                      </c:pt>
                      <c:pt idx="6222">
                        <c:v>71.545638999999994</c:v>
                      </c:pt>
                      <c:pt idx="6223">
                        <c:v>71.584496000000001</c:v>
                      </c:pt>
                      <c:pt idx="6224">
                        <c:v>71.573989999999995</c:v>
                      </c:pt>
                      <c:pt idx="6225">
                        <c:v>72.427245999999997</c:v>
                      </c:pt>
                      <c:pt idx="6226">
                        <c:v>73.512787000000003</c:v>
                      </c:pt>
                      <c:pt idx="6227">
                        <c:v>74.804169000000002</c:v>
                      </c:pt>
                      <c:pt idx="6228">
                        <c:v>72.653785999999997</c:v>
                      </c:pt>
                      <c:pt idx="6229">
                        <c:v>72.548057999999997</c:v>
                      </c:pt>
                      <c:pt idx="6230">
                        <c:v>72.144088999999994</c:v>
                      </c:pt>
                      <c:pt idx="6231">
                        <c:v>71.807654999999997</c:v>
                      </c:pt>
                      <c:pt idx="6232">
                        <c:v>71.446433999999996</c:v>
                      </c:pt>
                      <c:pt idx="6233">
                        <c:v>71.145499999999998</c:v>
                      </c:pt>
                      <c:pt idx="6234">
                        <c:v>71.000953999999993</c:v>
                      </c:pt>
                      <c:pt idx="6235">
                        <c:v>70.839271999999994</c:v>
                      </c:pt>
                      <c:pt idx="6236">
                        <c:v>70.404694000000006</c:v>
                      </c:pt>
                      <c:pt idx="6237">
                        <c:v>70.274215999999996</c:v>
                      </c:pt>
                      <c:pt idx="6238">
                        <c:v>70.574027999999998</c:v>
                      </c:pt>
                      <c:pt idx="6239">
                        <c:v>70.473472999999998</c:v>
                      </c:pt>
                      <c:pt idx="6240">
                        <c:v>70.400085000000004</c:v>
                      </c:pt>
                      <c:pt idx="6241">
                        <c:v>70.451042000000001</c:v>
                      </c:pt>
                      <c:pt idx="6242">
                        <c:v>70.812995999999998</c:v>
                      </c:pt>
                      <c:pt idx="6243">
                        <c:v>71.254081999999997</c:v>
                      </c:pt>
                      <c:pt idx="6244">
                        <c:v>71.657996999999995</c:v>
                      </c:pt>
                      <c:pt idx="6245">
                        <c:v>72.116951</c:v>
                      </c:pt>
                      <c:pt idx="6246">
                        <c:v>72.215012000000002</c:v>
                      </c:pt>
                      <c:pt idx="6247">
                        <c:v>71.635254000000003</c:v>
                      </c:pt>
                      <c:pt idx="6248">
                        <c:v>70.927170000000004</c:v>
                      </c:pt>
                      <c:pt idx="6249">
                        <c:v>70.427207999999993</c:v>
                      </c:pt>
                      <c:pt idx="6250">
                        <c:v>69.971710000000002</c:v>
                      </c:pt>
                      <c:pt idx="6251">
                        <c:v>69.570899999999995</c:v>
                      </c:pt>
                      <c:pt idx="6252">
                        <c:v>69.370193</c:v>
                      </c:pt>
                      <c:pt idx="6253">
                        <c:v>69.849311999999998</c:v>
                      </c:pt>
                      <c:pt idx="6254">
                        <c:v>70.476958999999994</c:v>
                      </c:pt>
                      <c:pt idx="6255">
                        <c:v>70.854950000000002</c:v>
                      </c:pt>
                      <c:pt idx="6256">
                        <c:v>70.936492999999999</c:v>
                      </c:pt>
                      <c:pt idx="6257">
                        <c:v>70.710159000000004</c:v>
                      </c:pt>
                      <c:pt idx="6258">
                        <c:v>70.578299999999999</c:v>
                      </c:pt>
                      <c:pt idx="6259">
                        <c:v>70.441063</c:v>
                      </c:pt>
                      <c:pt idx="6260">
                        <c:v>69.988831000000005</c:v>
                      </c:pt>
                      <c:pt idx="6261">
                        <c:v>69.471778999999998</c:v>
                      </c:pt>
                      <c:pt idx="6262">
                        <c:v>69.118347</c:v>
                      </c:pt>
                      <c:pt idx="6263">
                        <c:v>68.728058000000004</c:v>
                      </c:pt>
                      <c:pt idx="6264">
                        <c:v>67.976021000000003</c:v>
                      </c:pt>
                      <c:pt idx="6265">
                        <c:v>67.210257999999996</c:v>
                      </c:pt>
                      <c:pt idx="6266">
                        <c:v>66.859650000000002</c:v>
                      </c:pt>
                      <c:pt idx="6267">
                        <c:v>66.810112000000004</c:v>
                      </c:pt>
                      <c:pt idx="6268">
                        <c:v>67.087081999999995</c:v>
                      </c:pt>
                      <c:pt idx="6269">
                        <c:v>67.150902000000002</c:v>
                      </c:pt>
                      <c:pt idx="6270">
                        <c:v>67.331183999999993</c:v>
                      </c:pt>
                      <c:pt idx="6271">
                        <c:v>67.473540999999997</c:v>
                      </c:pt>
                      <c:pt idx="6272">
                        <c:v>67.337090000000003</c:v>
                      </c:pt>
                      <c:pt idx="6273">
                        <c:v>67.184036000000006</c:v>
                      </c:pt>
                      <c:pt idx="6274">
                        <c:v>67.020781999999997</c:v>
                      </c:pt>
                      <c:pt idx="6275">
                        <c:v>67.131209999999996</c:v>
                      </c:pt>
                      <c:pt idx="6276">
                        <c:v>67.328522000000007</c:v>
                      </c:pt>
                      <c:pt idx="6277">
                        <c:v>67.584273999999994</c:v>
                      </c:pt>
                      <c:pt idx="6278">
                        <c:v>68.109451000000007</c:v>
                      </c:pt>
                      <c:pt idx="6279">
                        <c:v>68.528792999999993</c:v>
                      </c:pt>
                      <c:pt idx="6280">
                        <c:v>68.781227000000001</c:v>
                      </c:pt>
                      <c:pt idx="6281">
                        <c:v>69.188079999999999</c:v>
                      </c:pt>
                      <c:pt idx="6282">
                        <c:v>69.714691000000002</c:v>
                      </c:pt>
                      <c:pt idx="6283">
                        <c:v>69.953911000000005</c:v>
                      </c:pt>
                      <c:pt idx="6284">
                        <c:v>70.024673000000007</c:v>
                      </c:pt>
                      <c:pt idx="6285">
                        <c:v>69.934134999999998</c:v>
                      </c:pt>
                      <c:pt idx="6286">
                        <c:v>69.532814000000002</c:v>
                      </c:pt>
                      <c:pt idx="6287">
                        <c:v>68.760520999999997</c:v>
                      </c:pt>
                      <c:pt idx="6288">
                        <c:v>68.033034999999998</c:v>
                      </c:pt>
                      <c:pt idx="6289">
                        <c:v>67.598763000000005</c:v>
                      </c:pt>
                      <c:pt idx="6290">
                        <c:v>67.245307999999994</c:v>
                      </c:pt>
                      <c:pt idx="6291">
                        <c:v>66.806815999999998</c:v>
                      </c:pt>
                      <c:pt idx="6292">
                        <c:v>66.614936999999998</c:v>
                      </c:pt>
                      <c:pt idx="6293">
                        <c:v>66.424408</c:v>
                      </c:pt>
                      <c:pt idx="6294">
                        <c:v>66.255470000000003</c:v>
                      </c:pt>
                      <c:pt idx="6295">
                        <c:v>66.458625999999995</c:v>
                      </c:pt>
                      <c:pt idx="6296">
                        <c:v>66.998085000000003</c:v>
                      </c:pt>
                      <c:pt idx="6297">
                        <c:v>67.219504999999998</c:v>
                      </c:pt>
                      <c:pt idx="6298">
                        <c:v>67.224334999999996</c:v>
                      </c:pt>
                      <c:pt idx="6299">
                        <c:v>68.631530999999995</c:v>
                      </c:pt>
                      <c:pt idx="6300">
                        <c:v>70.096642000000003</c:v>
                      </c:pt>
                      <c:pt idx="6301">
                        <c:v>71.051933000000005</c:v>
                      </c:pt>
                      <c:pt idx="6302">
                        <c:v>71.972931000000003</c:v>
                      </c:pt>
                      <c:pt idx="6303">
                        <c:v>72.632812999999999</c:v>
                      </c:pt>
                      <c:pt idx="6304">
                        <c:v>72.905379999999994</c:v>
                      </c:pt>
                      <c:pt idx="6305">
                        <c:v>73.137039000000001</c:v>
                      </c:pt>
                      <c:pt idx="6306">
                        <c:v>73.527634000000006</c:v>
                      </c:pt>
                      <c:pt idx="6307">
                        <c:v>73.559287999999995</c:v>
                      </c:pt>
                      <c:pt idx="6308">
                        <c:v>73.631989000000004</c:v>
                      </c:pt>
                      <c:pt idx="6309">
                        <c:v>73.526070000000004</c:v>
                      </c:pt>
                      <c:pt idx="6310">
                        <c:v>73.429107999999999</c:v>
                      </c:pt>
                      <c:pt idx="6311">
                        <c:v>73.375725000000003</c:v>
                      </c:pt>
                      <c:pt idx="6312">
                        <c:v>73.079825999999997</c:v>
                      </c:pt>
                      <c:pt idx="6313">
                        <c:v>73.066811000000001</c:v>
                      </c:pt>
                      <c:pt idx="6314">
                        <c:v>73.092010000000002</c:v>
                      </c:pt>
                      <c:pt idx="6315">
                        <c:v>72.921310000000005</c:v>
                      </c:pt>
                      <c:pt idx="6316">
                        <c:v>72.998276000000004</c:v>
                      </c:pt>
                      <c:pt idx="6317">
                        <c:v>73.004836999999995</c:v>
                      </c:pt>
                      <c:pt idx="6318">
                        <c:v>73.067588999999998</c:v>
                      </c:pt>
                      <c:pt idx="6319">
                        <c:v>73.041427999999996</c:v>
                      </c:pt>
                      <c:pt idx="6320">
                        <c:v>73.075362999999996</c:v>
                      </c:pt>
                      <c:pt idx="6321">
                        <c:v>73.187088000000003</c:v>
                      </c:pt>
                      <c:pt idx="6322">
                        <c:v>73.277457999999996</c:v>
                      </c:pt>
                      <c:pt idx="6323">
                        <c:v>73.297684000000004</c:v>
                      </c:pt>
                      <c:pt idx="6324">
                        <c:v>73.262383</c:v>
                      </c:pt>
                      <c:pt idx="6325">
                        <c:v>73.367615000000001</c:v>
                      </c:pt>
                      <c:pt idx="6326">
                        <c:v>73.625015000000005</c:v>
                      </c:pt>
                      <c:pt idx="6327">
                        <c:v>74.101569999999995</c:v>
                      </c:pt>
                      <c:pt idx="6328">
                        <c:v>74.626373000000001</c:v>
                      </c:pt>
                      <c:pt idx="6329">
                        <c:v>75.068900999999997</c:v>
                      </c:pt>
                      <c:pt idx="6330">
                        <c:v>75.337699999999998</c:v>
                      </c:pt>
                      <c:pt idx="6331">
                        <c:v>75.315749999999994</c:v>
                      </c:pt>
                      <c:pt idx="6332">
                        <c:v>75.071037000000004</c:v>
                      </c:pt>
                      <c:pt idx="6333">
                        <c:v>74.709952999999999</c:v>
                      </c:pt>
                      <c:pt idx="6334">
                        <c:v>74.358756999999997</c:v>
                      </c:pt>
                      <c:pt idx="6335">
                        <c:v>74.158141999999998</c:v>
                      </c:pt>
                      <c:pt idx="6336">
                        <c:v>74.082451000000006</c:v>
                      </c:pt>
                      <c:pt idx="6337">
                        <c:v>74.144172999999995</c:v>
                      </c:pt>
                      <c:pt idx="6338">
                        <c:v>74.392844999999994</c:v>
                      </c:pt>
                      <c:pt idx="6339">
                        <c:v>74.922393999999997</c:v>
                      </c:pt>
                      <c:pt idx="6340">
                        <c:v>75.476050999999998</c:v>
                      </c:pt>
                      <c:pt idx="6341">
                        <c:v>75.860100000000003</c:v>
                      </c:pt>
                      <c:pt idx="6342">
                        <c:v>76.069648999999998</c:v>
                      </c:pt>
                      <c:pt idx="6343">
                        <c:v>76.007300999999998</c:v>
                      </c:pt>
                      <c:pt idx="6344">
                        <c:v>75.876480000000001</c:v>
                      </c:pt>
                      <c:pt idx="6345">
                        <c:v>75.634040999999996</c:v>
                      </c:pt>
                      <c:pt idx="6346">
                        <c:v>75.461685000000003</c:v>
                      </c:pt>
                      <c:pt idx="6347">
                        <c:v>75.604384999999994</c:v>
                      </c:pt>
                      <c:pt idx="6348">
                        <c:v>75.735123000000002</c:v>
                      </c:pt>
                      <c:pt idx="6349">
                        <c:v>75.859191999999993</c:v>
                      </c:pt>
                      <c:pt idx="6350">
                        <c:v>76.142212000000001</c:v>
                      </c:pt>
                      <c:pt idx="6351">
                        <c:v>76.410736</c:v>
                      </c:pt>
                      <c:pt idx="6352">
                        <c:v>76.602417000000003</c:v>
                      </c:pt>
                      <c:pt idx="6353">
                        <c:v>76.675392000000002</c:v>
                      </c:pt>
                      <c:pt idx="6354">
                        <c:v>76.797295000000005</c:v>
                      </c:pt>
                      <c:pt idx="6355">
                        <c:v>76.795731000000004</c:v>
                      </c:pt>
                      <c:pt idx="6356">
                        <c:v>76.587317999999996</c:v>
                      </c:pt>
                      <c:pt idx="6357">
                        <c:v>76.394553999999999</c:v>
                      </c:pt>
                      <c:pt idx="6358">
                        <c:v>76.431861999999995</c:v>
                      </c:pt>
                      <c:pt idx="6359">
                        <c:v>76.691040000000001</c:v>
                      </c:pt>
                      <c:pt idx="6360">
                        <c:v>77.045188999999993</c:v>
                      </c:pt>
                      <c:pt idx="6361">
                        <c:v>77.284255999999999</c:v>
                      </c:pt>
                      <c:pt idx="6362">
                        <c:v>77.522582999999997</c:v>
                      </c:pt>
                      <c:pt idx="6363">
                        <c:v>77.725098000000003</c:v>
                      </c:pt>
                      <c:pt idx="6364">
                        <c:v>77.881645000000006</c:v>
                      </c:pt>
                      <c:pt idx="6365">
                        <c:v>77.956183999999993</c:v>
                      </c:pt>
                      <c:pt idx="6366">
                        <c:v>77.970741000000004</c:v>
                      </c:pt>
                      <c:pt idx="6367">
                        <c:v>78.091003000000001</c:v>
                      </c:pt>
                      <c:pt idx="6368">
                        <c:v>78.179405000000003</c:v>
                      </c:pt>
                      <c:pt idx="6369">
                        <c:v>78.269362999999998</c:v>
                      </c:pt>
                      <c:pt idx="6370">
                        <c:v>78.275146000000007</c:v>
                      </c:pt>
                      <c:pt idx="6371">
                        <c:v>78.332404999999994</c:v>
                      </c:pt>
                      <c:pt idx="6372">
                        <c:v>78.389374000000004</c:v>
                      </c:pt>
                      <c:pt idx="6373">
                        <c:v>78.355148</c:v>
                      </c:pt>
                      <c:pt idx="6374">
                        <c:v>78.225470999999999</c:v>
                      </c:pt>
                      <c:pt idx="6375">
                        <c:v>78.152596000000003</c:v>
                      </c:pt>
                      <c:pt idx="6376">
                        <c:v>78.262550000000005</c:v>
                      </c:pt>
                      <c:pt idx="6377">
                        <c:v>78.622864000000007</c:v>
                      </c:pt>
                      <c:pt idx="6378">
                        <c:v>79.197281000000004</c:v>
                      </c:pt>
                      <c:pt idx="6379">
                        <c:v>79.647598000000002</c:v>
                      </c:pt>
                      <c:pt idx="6380">
                        <c:v>79.997314000000003</c:v>
                      </c:pt>
                      <c:pt idx="6381">
                        <c:v>80.197372000000001</c:v>
                      </c:pt>
                      <c:pt idx="6382">
                        <c:v>80.381653</c:v>
                      </c:pt>
                      <c:pt idx="6383">
                        <c:v>80.505202999999995</c:v>
                      </c:pt>
                      <c:pt idx="6384">
                        <c:v>80.646918999999997</c:v>
                      </c:pt>
                      <c:pt idx="6385">
                        <c:v>80.773467999999994</c:v>
                      </c:pt>
                      <c:pt idx="6386">
                        <c:v>80.793250999999998</c:v>
                      </c:pt>
                      <c:pt idx="6387">
                        <c:v>80.797561999999999</c:v>
                      </c:pt>
                      <c:pt idx="6388">
                        <c:v>80.861816000000005</c:v>
                      </c:pt>
                      <c:pt idx="6389">
                        <c:v>81.095664999999997</c:v>
                      </c:pt>
                      <c:pt idx="6390">
                        <c:v>81.482322999999994</c:v>
                      </c:pt>
                      <c:pt idx="6391">
                        <c:v>82.027855000000002</c:v>
                      </c:pt>
                      <c:pt idx="6392">
                        <c:v>82.735313000000005</c:v>
                      </c:pt>
                      <c:pt idx="6393">
                        <c:v>81.637489000000002</c:v>
                      </c:pt>
                      <c:pt idx="6394">
                        <c:v>82.129356000000001</c:v>
                      </c:pt>
                      <c:pt idx="6395">
                        <c:v>82.348365999999999</c:v>
                      </c:pt>
                      <c:pt idx="6396">
                        <c:v>82.456969999999998</c:v>
                      </c:pt>
                      <c:pt idx="6397">
                        <c:v>82.518035999999995</c:v>
                      </c:pt>
                      <c:pt idx="6398">
                        <c:v>82.534897000000001</c:v>
                      </c:pt>
                      <c:pt idx="6399">
                        <c:v>82.502762000000004</c:v>
                      </c:pt>
                      <c:pt idx="6400">
                        <c:v>82.475891000000004</c:v>
                      </c:pt>
                      <c:pt idx="6401">
                        <c:v>82.559982000000005</c:v>
                      </c:pt>
                      <c:pt idx="6402">
                        <c:v>82.607094000000004</c:v>
                      </c:pt>
                      <c:pt idx="6403">
                        <c:v>82.619636999999997</c:v>
                      </c:pt>
                      <c:pt idx="6404">
                        <c:v>82.599288999999999</c:v>
                      </c:pt>
                      <c:pt idx="6405">
                        <c:v>82.448104999999998</c:v>
                      </c:pt>
                      <c:pt idx="6406">
                        <c:v>82.334686000000005</c:v>
                      </c:pt>
                      <c:pt idx="6407">
                        <c:v>82.339363000000006</c:v>
                      </c:pt>
                      <c:pt idx="6408">
                        <c:v>82.453468000000001</c:v>
                      </c:pt>
                      <c:pt idx="6409">
                        <c:v>82.464957999999996</c:v>
                      </c:pt>
                      <c:pt idx="6410">
                        <c:v>82.390343000000001</c:v>
                      </c:pt>
                      <c:pt idx="6411">
                        <c:v>82.355804000000006</c:v>
                      </c:pt>
                      <c:pt idx="6412">
                        <c:v>82.313866000000004</c:v>
                      </c:pt>
                      <c:pt idx="6413">
                        <c:v>82.259925999999993</c:v>
                      </c:pt>
                      <c:pt idx="6414">
                        <c:v>82.208267000000006</c:v>
                      </c:pt>
                      <c:pt idx="6415">
                        <c:v>82.233902</c:v>
                      </c:pt>
                      <c:pt idx="6416">
                        <c:v>82.414824999999993</c:v>
                      </c:pt>
                      <c:pt idx="6417">
                        <c:v>82.656470999999996</c:v>
                      </c:pt>
                      <c:pt idx="6418">
                        <c:v>82.877609000000007</c:v>
                      </c:pt>
                      <c:pt idx="6419">
                        <c:v>83.146507</c:v>
                      </c:pt>
                      <c:pt idx="6420">
                        <c:v>83.472449999999995</c:v>
                      </c:pt>
                      <c:pt idx="6421">
                        <c:v>83.667259000000001</c:v>
                      </c:pt>
                      <c:pt idx="6422">
                        <c:v>83.824027999999998</c:v>
                      </c:pt>
                      <c:pt idx="6423">
                        <c:v>83.871116999999998</c:v>
                      </c:pt>
                      <c:pt idx="6424">
                        <c:v>83.928284000000005</c:v>
                      </c:pt>
                      <c:pt idx="6425">
                        <c:v>84.144195999999994</c:v>
                      </c:pt>
                      <c:pt idx="6426">
                        <c:v>84.315169999999995</c:v>
                      </c:pt>
                      <c:pt idx="6427">
                        <c:v>84.457672000000002</c:v>
                      </c:pt>
                      <c:pt idx="6428">
                        <c:v>84.541031000000004</c:v>
                      </c:pt>
                      <c:pt idx="6429">
                        <c:v>84.604736000000003</c:v>
                      </c:pt>
                      <c:pt idx="6430">
                        <c:v>84.600982999999999</c:v>
                      </c:pt>
                      <c:pt idx="6431">
                        <c:v>84.537300000000002</c:v>
                      </c:pt>
                      <c:pt idx="6432">
                        <c:v>84.321960000000004</c:v>
                      </c:pt>
                      <c:pt idx="6433">
                        <c:v>84.034401000000003</c:v>
                      </c:pt>
                      <c:pt idx="6434">
                        <c:v>83.837913999999998</c:v>
                      </c:pt>
                      <c:pt idx="6435">
                        <c:v>83.809212000000002</c:v>
                      </c:pt>
                      <c:pt idx="6436">
                        <c:v>83.786017999999999</c:v>
                      </c:pt>
                      <c:pt idx="6437">
                        <c:v>83.723267000000007</c:v>
                      </c:pt>
                      <c:pt idx="6438">
                        <c:v>83.674835000000002</c:v>
                      </c:pt>
                      <c:pt idx="6439">
                        <c:v>83.581542999999996</c:v>
                      </c:pt>
                      <c:pt idx="6440">
                        <c:v>83.440421999999998</c:v>
                      </c:pt>
                      <c:pt idx="6441">
                        <c:v>83.416092000000006</c:v>
                      </c:pt>
                      <c:pt idx="6442">
                        <c:v>83.388412000000002</c:v>
                      </c:pt>
                      <c:pt idx="6443">
                        <c:v>83.254470999999995</c:v>
                      </c:pt>
                      <c:pt idx="6444">
                        <c:v>83.199982000000006</c:v>
                      </c:pt>
                      <c:pt idx="6445">
                        <c:v>83.156929000000005</c:v>
                      </c:pt>
                      <c:pt idx="6446">
                        <c:v>83.111778000000001</c:v>
                      </c:pt>
                      <c:pt idx="6447">
                        <c:v>83.245582999999996</c:v>
                      </c:pt>
                      <c:pt idx="6448">
                        <c:v>83.582404999999994</c:v>
                      </c:pt>
                      <c:pt idx="6449">
                        <c:v>83.956085000000002</c:v>
                      </c:pt>
                      <c:pt idx="6450">
                        <c:v>84.312263000000002</c:v>
                      </c:pt>
                      <c:pt idx="6451">
                        <c:v>84.594954999999999</c:v>
                      </c:pt>
                      <c:pt idx="6452">
                        <c:v>84.871612999999996</c:v>
                      </c:pt>
                      <c:pt idx="6453">
                        <c:v>85.063972000000007</c:v>
                      </c:pt>
                      <c:pt idx="6454">
                        <c:v>85.256782999999999</c:v>
                      </c:pt>
                      <c:pt idx="6455">
                        <c:v>85.455582000000007</c:v>
                      </c:pt>
                      <c:pt idx="6456">
                        <c:v>85.667786000000007</c:v>
                      </c:pt>
                      <c:pt idx="6457">
                        <c:v>85.927681000000007</c:v>
                      </c:pt>
                      <c:pt idx="6458">
                        <c:v>86.247314000000003</c:v>
                      </c:pt>
                      <c:pt idx="6459">
                        <c:v>86.487319999999997</c:v>
                      </c:pt>
                      <c:pt idx="6460">
                        <c:v>86.610984999999999</c:v>
                      </c:pt>
                      <c:pt idx="6461">
                        <c:v>86.752044999999995</c:v>
                      </c:pt>
                      <c:pt idx="6462">
                        <c:v>86.815132000000006</c:v>
                      </c:pt>
                      <c:pt idx="6463">
                        <c:v>86.821167000000003</c:v>
                      </c:pt>
                      <c:pt idx="6464">
                        <c:v>86.851912999999996</c:v>
                      </c:pt>
                      <c:pt idx="6465">
                        <c:v>87.129990000000006</c:v>
                      </c:pt>
                      <c:pt idx="6466">
                        <c:v>87.416327999999993</c:v>
                      </c:pt>
                      <c:pt idx="6467">
                        <c:v>87.659439000000006</c:v>
                      </c:pt>
                      <c:pt idx="6468">
                        <c:v>87.893478000000002</c:v>
                      </c:pt>
                      <c:pt idx="6469">
                        <c:v>88.136795000000006</c:v>
                      </c:pt>
                      <c:pt idx="6470">
                        <c:v>88.246314999999996</c:v>
                      </c:pt>
                      <c:pt idx="6471">
                        <c:v>88.288734000000005</c:v>
                      </c:pt>
                      <c:pt idx="6472">
                        <c:v>88.366164999999995</c:v>
                      </c:pt>
                      <c:pt idx="6473">
                        <c:v>88.538550999999998</c:v>
                      </c:pt>
                      <c:pt idx="6474">
                        <c:v>88.813689999999994</c:v>
                      </c:pt>
                      <c:pt idx="6475">
                        <c:v>89.211357000000007</c:v>
                      </c:pt>
                      <c:pt idx="6476">
                        <c:v>87.488647</c:v>
                      </c:pt>
                      <c:pt idx="6477">
                        <c:v>87.467429999999993</c:v>
                      </c:pt>
                      <c:pt idx="6478">
                        <c:v>87.837874999999997</c:v>
                      </c:pt>
                      <c:pt idx="6479">
                        <c:v>88.120956000000007</c:v>
                      </c:pt>
                      <c:pt idx="6480">
                        <c:v>88.353866999999994</c:v>
                      </c:pt>
                      <c:pt idx="6481">
                        <c:v>88.522362000000001</c:v>
                      </c:pt>
                      <c:pt idx="6482">
                        <c:v>88.540015999999994</c:v>
                      </c:pt>
                      <c:pt idx="6483">
                        <c:v>88.437049999999999</c:v>
                      </c:pt>
                      <c:pt idx="6484">
                        <c:v>88.252975000000006</c:v>
                      </c:pt>
                      <c:pt idx="6485">
                        <c:v>88.100998000000004</c:v>
                      </c:pt>
                      <c:pt idx="6486">
                        <c:v>88.068252999999999</c:v>
                      </c:pt>
                      <c:pt idx="6487">
                        <c:v>88.074966000000003</c:v>
                      </c:pt>
                      <c:pt idx="6488">
                        <c:v>88.117958000000002</c:v>
                      </c:pt>
                      <c:pt idx="6489">
                        <c:v>88.168526</c:v>
                      </c:pt>
                      <c:pt idx="6490">
                        <c:v>88.243561</c:v>
                      </c:pt>
                      <c:pt idx="6491">
                        <c:v>88.210701</c:v>
                      </c:pt>
                      <c:pt idx="6492">
                        <c:v>88.146361999999996</c:v>
                      </c:pt>
                      <c:pt idx="6493">
                        <c:v>88.185355999999999</c:v>
                      </c:pt>
                      <c:pt idx="6494">
                        <c:v>88.250557000000001</c:v>
                      </c:pt>
                      <c:pt idx="6495">
                        <c:v>88.352683999999996</c:v>
                      </c:pt>
                      <c:pt idx="6496">
                        <c:v>88.506782999999999</c:v>
                      </c:pt>
                      <c:pt idx="6497">
                        <c:v>88.612183000000002</c:v>
                      </c:pt>
                      <c:pt idx="6498">
                        <c:v>88.676452999999995</c:v>
                      </c:pt>
                      <c:pt idx="6499">
                        <c:v>88.751746999999995</c:v>
                      </c:pt>
                      <c:pt idx="6500">
                        <c:v>88.765738999999996</c:v>
                      </c:pt>
                      <c:pt idx="6501">
                        <c:v>88.658637999999996</c:v>
                      </c:pt>
                      <c:pt idx="6502">
                        <c:v>88.630402000000004</c:v>
                      </c:pt>
                      <c:pt idx="6503">
                        <c:v>88.633353999999997</c:v>
                      </c:pt>
                      <c:pt idx="6504">
                        <c:v>88.560294999999996</c:v>
                      </c:pt>
                      <c:pt idx="6505">
                        <c:v>88.538314999999997</c:v>
                      </c:pt>
                      <c:pt idx="6506">
                        <c:v>88.556128999999999</c:v>
                      </c:pt>
                      <c:pt idx="6507">
                        <c:v>88.600288000000006</c:v>
                      </c:pt>
                      <c:pt idx="6508">
                        <c:v>88.672721999999993</c:v>
                      </c:pt>
                      <c:pt idx="6509">
                        <c:v>88.770897000000005</c:v>
                      </c:pt>
                      <c:pt idx="6510">
                        <c:v>88.921745000000001</c:v>
                      </c:pt>
                      <c:pt idx="6511">
                        <c:v>89.149185000000003</c:v>
                      </c:pt>
                      <c:pt idx="6512">
                        <c:v>89.346076999999994</c:v>
                      </c:pt>
                      <c:pt idx="6513">
                        <c:v>89.412955999999994</c:v>
                      </c:pt>
                      <c:pt idx="6514">
                        <c:v>89.424698000000006</c:v>
                      </c:pt>
                      <c:pt idx="6515">
                        <c:v>89.432395999999997</c:v>
                      </c:pt>
                      <c:pt idx="6516">
                        <c:v>89.360191</c:v>
                      </c:pt>
                      <c:pt idx="6517">
                        <c:v>89.296379000000002</c:v>
                      </c:pt>
                      <c:pt idx="6518">
                        <c:v>89.251998999999998</c:v>
                      </c:pt>
                      <c:pt idx="6519">
                        <c:v>89.128426000000005</c:v>
                      </c:pt>
                      <c:pt idx="6520">
                        <c:v>89.008301000000003</c:v>
                      </c:pt>
                      <c:pt idx="6521">
                        <c:v>88.919974999999994</c:v>
                      </c:pt>
                      <c:pt idx="6522">
                        <c:v>88.927620000000005</c:v>
                      </c:pt>
                      <c:pt idx="6523">
                        <c:v>89.005058000000005</c:v>
                      </c:pt>
                      <c:pt idx="6524">
                        <c:v>89.108665000000002</c:v>
                      </c:pt>
                      <c:pt idx="6525">
                        <c:v>89.186492999999999</c:v>
                      </c:pt>
                      <c:pt idx="6526">
                        <c:v>89.214539000000002</c:v>
                      </c:pt>
                      <c:pt idx="6527">
                        <c:v>89.272452999999999</c:v>
                      </c:pt>
                      <c:pt idx="6528">
                        <c:v>89.311546000000007</c:v>
                      </c:pt>
                      <c:pt idx="6529">
                        <c:v>89.301513999999997</c:v>
                      </c:pt>
                      <c:pt idx="6530">
                        <c:v>89.246841000000003</c:v>
                      </c:pt>
                      <c:pt idx="6531">
                        <c:v>89.252617000000001</c:v>
                      </c:pt>
                      <c:pt idx="6532">
                        <c:v>89.379966999999994</c:v>
                      </c:pt>
                      <c:pt idx="6533">
                        <c:v>89.569823999999997</c:v>
                      </c:pt>
                      <c:pt idx="6534">
                        <c:v>89.643035999999995</c:v>
                      </c:pt>
                      <c:pt idx="6535">
                        <c:v>89.611037999999994</c:v>
                      </c:pt>
                      <c:pt idx="6536">
                        <c:v>89.532837000000001</c:v>
                      </c:pt>
                      <c:pt idx="6537">
                        <c:v>89.486846999999997</c:v>
                      </c:pt>
                      <c:pt idx="6538">
                        <c:v>89.536034000000001</c:v>
                      </c:pt>
                      <c:pt idx="6539">
                        <c:v>89.633010999999996</c:v>
                      </c:pt>
                      <c:pt idx="6540">
                        <c:v>89.744408000000007</c:v>
                      </c:pt>
                      <c:pt idx="6541">
                        <c:v>89.857276999999996</c:v>
                      </c:pt>
                      <c:pt idx="6542">
                        <c:v>89.984054999999998</c:v>
                      </c:pt>
                      <c:pt idx="6543">
                        <c:v>90.076415999999995</c:v>
                      </c:pt>
                      <c:pt idx="6544">
                        <c:v>90.056274000000002</c:v>
                      </c:pt>
                      <c:pt idx="6545">
                        <c:v>89.961928999999998</c:v>
                      </c:pt>
                      <c:pt idx="6546">
                        <c:v>89.904724000000002</c:v>
                      </c:pt>
                      <c:pt idx="6547">
                        <c:v>89.831833000000003</c:v>
                      </c:pt>
                      <c:pt idx="6548">
                        <c:v>89.798775000000006</c:v>
                      </c:pt>
                      <c:pt idx="6549">
                        <c:v>89.823975000000004</c:v>
                      </c:pt>
                      <c:pt idx="6550">
                        <c:v>89.852149999999995</c:v>
                      </c:pt>
                      <c:pt idx="6551">
                        <c:v>89.859099999999998</c:v>
                      </c:pt>
                      <c:pt idx="6552">
                        <c:v>89.828177999999994</c:v>
                      </c:pt>
                      <c:pt idx="6553">
                        <c:v>89.735213999999999</c:v>
                      </c:pt>
                      <c:pt idx="6554">
                        <c:v>89.595733999999993</c:v>
                      </c:pt>
                      <c:pt idx="6555">
                        <c:v>89.482117000000002</c:v>
                      </c:pt>
                      <c:pt idx="6556">
                        <c:v>89.422150000000002</c:v>
                      </c:pt>
                      <c:pt idx="6557">
                        <c:v>89.391411000000005</c:v>
                      </c:pt>
                      <c:pt idx="6558">
                        <c:v>89.341308999999995</c:v>
                      </c:pt>
                      <c:pt idx="6559">
                        <c:v>89.332817000000006</c:v>
                      </c:pt>
                      <c:pt idx="6560">
                        <c:v>89.293137000000002</c:v>
                      </c:pt>
                      <c:pt idx="6561">
                        <c:v>89.251975999999999</c:v>
                      </c:pt>
                      <c:pt idx="6562">
                        <c:v>89.285126000000005</c:v>
                      </c:pt>
                      <c:pt idx="6563">
                        <c:v>89.315917999999996</c:v>
                      </c:pt>
                      <c:pt idx="6564">
                        <c:v>89.375953999999993</c:v>
                      </c:pt>
                      <c:pt idx="6565">
                        <c:v>89.363174000000001</c:v>
                      </c:pt>
                      <c:pt idx="6566">
                        <c:v>89.166297999999998</c:v>
                      </c:pt>
                      <c:pt idx="6567">
                        <c:v>88.816574000000003</c:v>
                      </c:pt>
                      <c:pt idx="6568">
                        <c:v>88.437011999999996</c:v>
                      </c:pt>
                      <c:pt idx="6569">
                        <c:v>88.207633999999999</c:v>
                      </c:pt>
                      <c:pt idx="6570">
                        <c:v>88.226478999999998</c:v>
                      </c:pt>
                      <c:pt idx="6571">
                        <c:v>88.354934999999998</c:v>
                      </c:pt>
                      <c:pt idx="6572">
                        <c:v>88.490066999999996</c:v>
                      </c:pt>
                      <c:pt idx="6573">
                        <c:v>88.638244999999998</c:v>
                      </c:pt>
                      <c:pt idx="6574">
                        <c:v>88.761864000000003</c:v>
                      </c:pt>
                      <c:pt idx="6575">
                        <c:v>88.821563999999995</c:v>
                      </c:pt>
                      <c:pt idx="6576">
                        <c:v>88.823920999999999</c:v>
                      </c:pt>
                      <c:pt idx="6577">
                        <c:v>88.782753</c:v>
                      </c:pt>
                      <c:pt idx="6578">
                        <c:v>88.719329999999999</c:v>
                      </c:pt>
                      <c:pt idx="6579">
                        <c:v>88.785544999999999</c:v>
                      </c:pt>
                      <c:pt idx="6580">
                        <c:v>88.955817999999994</c:v>
                      </c:pt>
                      <c:pt idx="6581">
                        <c:v>89.133529999999993</c:v>
                      </c:pt>
                      <c:pt idx="6582">
                        <c:v>89.212547000000001</c:v>
                      </c:pt>
                      <c:pt idx="6583">
                        <c:v>89.148612999999997</c:v>
                      </c:pt>
                      <c:pt idx="6584">
                        <c:v>89.089027000000002</c:v>
                      </c:pt>
                      <c:pt idx="6585">
                        <c:v>89.112983999999997</c:v>
                      </c:pt>
                      <c:pt idx="6586">
                        <c:v>89.152428</c:v>
                      </c:pt>
                      <c:pt idx="6587">
                        <c:v>89.139022999999995</c:v>
                      </c:pt>
                      <c:pt idx="6588">
                        <c:v>89.166945999999996</c:v>
                      </c:pt>
                      <c:pt idx="6589">
                        <c:v>89.301590000000004</c:v>
                      </c:pt>
                      <c:pt idx="6590">
                        <c:v>89.495307999999994</c:v>
                      </c:pt>
                      <c:pt idx="6591">
                        <c:v>89.673614999999998</c:v>
                      </c:pt>
                      <c:pt idx="6592">
                        <c:v>89.809783999999993</c:v>
                      </c:pt>
                      <c:pt idx="6593">
                        <c:v>89.890938000000006</c:v>
                      </c:pt>
                      <c:pt idx="6594">
                        <c:v>89.944153</c:v>
                      </c:pt>
                      <c:pt idx="6595">
                        <c:v>90.086601000000002</c:v>
                      </c:pt>
                      <c:pt idx="6596">
                        <c:v>90.241744999999995</c:v>
                      </c:pt>
                      <c:pt idx="6597">
                        <c:v>90.348526000000007</c:v>
                      </c:pt>
                      <c:pt idx="6598">
                        <c:v>90.383858000000004</c:v>
                      </c:pt>
                      <c:pt idx="6599">
                        <c:v>90.444999999999993</c:v>
                      </c:pt>
                      <c:pt idx="6600">
                        <c:v>90.530731000000003</c:v>
                      </c:pt>
                      <c:pt idx="6601">
                        <c:v>90.625313000000006</c:v>
                      </c:pt>
                      <c:pt idx="6602">
                        <c:v>90.710425999999998</c:v>
                      </c:pt>
                      <c:pt idx="6603">
                        <c:v>90.822021000000007</c:v>
                      </c:pt>
                      <c:pt idx="6604">
                        <c:v>90.891266000000002</c:v>
                      </c:pt>
                      <c:pt idx="6605">
                        <c:v>91.012214999999998</c:v>
                      </c:pt>
                      <c:pt idx="6606">
                        <c:v>91.292191000000003</c:v>
                      </c:pt>
                      <c:pt idx="6607">
                        <c:v>91.524840999999995</c:v>
                      </c:pt>
                      <c:pt idx="6608">
                        <c:v>91.613472000000002</c:v>
                      </c:pt>
                      <c:pt idx="6609">
                        <c:v>88.895447000000004</c:v>
                      </c:pt>
                      <c:pt idx="6610">
                        <c:v>88.906006000000005</c:v>
                      </c:pt>
                      <c:pt idx="6611">
                        <c:v>88.884559999999993</c:v>
                      </c:pt>
                      <c:pt idx="6612">
                        <c:v>88.889465000000001</c:v>
                      </c:pt>
                      <c:pt idx="6613">
                        <c:v>88.954323000000002</c:v>
                      </c:pt>
                      <c:pt idx="6614">
                        <c:v>89.105773999999997</c:v>
                      </c:pt>
                      <c:pt idx="6615">
                        <c:v>89.372878999999998</c:v>
                      </c:pt>
                      <c:pt idx="6616">
                        <c:v>89.686440000000005</c:v>
                      </c:pt>
                      <c:pt idx="6617">
                        <c:v>89.958648999999994</c:v>
                      </c:pt>
                      <c:pt idx="6618">
                        <c:v>90.161231999999998</c:v>
                      </c:pt>
                      <c:pt idx="6619">
                        <c:v>90.232596999999998</c:v>
                      </c:pt>
                      <c:pt idx="6620">
                        <c:v>90.192550999999995</c:v>
                      </c:pt>
                      <c:pt idx="6621">
                        <c:v>90.162627999999998</c:v>
                      </c:pt>
                      <c:pt idx="6622">
                        <c:v>90.227637999999999</c:v>
                      </c:pt>
                      <c:pt idx="6623">
                        <c:v>90.357849000000002</c:v>
                      </c:pt>
                      <c:pt idx="6624">
                        <c:v>90.526000999999994</c:v>
                      </c:pt>
                      <c:pt idx="6625">
                        <c:v>90.639060999999998</c:v>
                      </c:pt>
                      <c:pt idx="6626">
                        <c:v>90.698134999999994</c:v>
                      </c:pt>
                      <c:pt idx="6627">
                        <c:v>90.757401000000002</c:v>
                      </c:pt>
                      <c:pt idx="6628">
                        <c:v>90.838813999999999</c:v>
                      </c:pt>
                      <c:pt idx="6629">
                        <c:v>90.885634999999994</c:v>
                      </c:pt>
                      <c:pt idx="6630">
                        <c:v>90.823295999999999</c:v>
                      </c:pt>
                      <c:pt idx="6631">
                        <c:v>90.750068999999996</c:v>
                      </c:pt>
                      <c:pt idx="6632">
                        <c:v>90.756576999999993</c:v>
                      </c:pt>
                      <c:pt idx="6633">
                        <c:v>90.770591999999994</c:v>
                      </c:pt>
                      <c:pt idx="6634">
                        <c:v>90.798552999999998</c:v>
                      </c:pt>
                      <c:pt idx="6635">
                        <c:v>90.855109999999996</c:v>
                      </c:pt>
                      <c:pt idx="6636">
                        <c:v>90.956100000000006</c:v>
                      </c:pt>
                      <c:pt idx="6637">
                        <c:v>91.053595999999999</c:v>
                      </c:pt>
                      <c:pt idx="6638">
                        <c:v>91.185669000000004</c:v>
                      </c:pt>
                      <c:pt idx="6639">
                        <c:v>91.359084999999993</c:v>
                      </c:pt>
                      <c:pt idx="6640">
                        <c:v>91.531326000000007</c:v>
                      </c:pt>
                      <c:pt idx="6641">
                        <c:v>91.722008000000002</c:v>
                      </c:pt>
                      <c:pt idx="6642">
                        <c:v>91.973381000000003</c:v>
                      </c:pt>
                      <c:pt idx="6643">
                        <c:v>92.256859000000006</c:v>
                      </c:pt>
                      <c:pt idx="6644">
                        <c:v>92.539863999999994</c:v>
                      </c:pt>
                      <c:pt idx="6645">
                        <c:v>95.873123000000007</c:v>
                      </c:pt>
                      <c:pt idx="6646">
                        <c:v>95.666229000000001</c:v>
                      </c:pt>
                      <c:pt idx="6647">
                        <c:v>95.717231999999996</c:v>
                      </c:pt>
                      <c:pt idx="6648">
                        <c:v>95.711806999999993</c:v>
                      </c:pt>
                      <c:pt idx="6649">
                        <c:v>95.656456000000006</c:v>
                      </c:pt>
                      <c:pt idx="6650">
                        <c:v>95.617142000000001</c:v>
                      </c:pt>
                      <c:pt idx="6651">
                        <c:v>95.693641999999997</c:v>
                      </c:pt>
                      <c:pt idx="6652">
                        <c:v>95.915336999999994</c:v>
                      </c:pt>
                      <c:pt idx="6653">
                        <c:v>96.176163000000003</c:v>
                      </c:pt>
                      <c:pt idx="6654">
                        <c:v>96.414749</c:v>
                      </c:pt>
                      <c:pt idx="6655">
                        <c:v>96.615241999999995</c:v>
                      </c:pt>
                      <c:pt idx="6656">
                        <c:v>96.813300999999996</c:v>
                      </c:pt>
                      <c:pt idx="6657">
                        <c:v>96.994063999999995</c:v>
                      </c:pt>
                      <c:pt idx="6658">
                        <c:v>97.117012000000003</c:v>
                      </c:pt>
                      <c:pt idx="6659">
                        <c:v>97.239006000000003</c:v>
                      </c:pt>
                      <c:pt idx="6660">
                        <c:v>97.381011999999998</c:v>
                      </c:pt>
                      <c:pt idx="6661">
                        <c:v>97.540656999999996</c:v>
                      </c:pt>
                      <c:pt idx="6662">
                        <c:v>97.768707000000006</c:v>
                      </c:pt>
                      <c:pt idx="6663">
                        <c:v>98.094397999999998</c:v>
                      </c:pt>
                      <c:pt idx="6664">
                        <c:v>98.455596999999997</c:v>
                      </c:pt>
                      <c:pt idx="6665">
                        <c:v>98.834609999999998</c:v>
                      </c:pt>
                      <c:pt idx="6666">
                        <c:v>99.268257000000006</c:v>
                      </c:pt>
                      <c:pt idx="6667">
                        <c:v>99.773392000000001</c:v>
                      </c:pt>
                      <c:pt idx="6668">
                        <c:v>100.34199</c:v>
                      </c:pt>
                      <c:pt idx="6669">
                        <c:v>100.91614</c:v>
                      </c:pt>
                      <c:pt idx="6670">
                        <c:v>101.65338</c:v>
                      </c:pt>
                      <c:pt idx="6671">
                        <c:v>99.736785999999995</c:v>
                      </c:pt>
                      <c:pt idx="6672">
                        <c:v>99.988181999999995</c:v>
                      </c:pt>
                      <c:pt idx="6673">
                        <c:v>100.23061</c:v>
                      </c:pt>
                      <c:pt idx="6674">
                        <c:v>100.44159999999999</c:v>
                      </c:pt>
                      <c:pt idx="6675">
                        <c:v>100.64879999999999</c:v>
                      </c:pt>
                      <c:pt idx="6676">
                        <c:v>100.85054</c:v>
                      </c:pt>
                      <c:pt idx="6677">
                        <c:v>101.0291</c:v>
                      </c:pt>
                      <c:pt idx="6678">
                        <c:v>101.18118</c:v>
                      </c:pt>
                      <c:pt idx="6679">
                        <c:v>101.32452000000001</c:v>
                      </c:pt>
                      <c:pt idx="6680">
                        <c:v>101.51994000000001</c:v>
                      </c:pt>
                      <c:pt idx="6681">
                        <c:v>101.77278</c:v>
                      </c:pt>
                      <c:pt idx="6682">
                        <c:v>102.06350999999999</c:v>
                      </c:pt>
                      <c:pt idx="6683">
                        <c:v>102.2067</c:v>
                      </c:pt>
                      <c:pt idx="6684">
                        <c:v>102.12976999999999</c:v>
                      </c:pt>
                      <c:pt idx="6685">
                        <c:v>102.01047</c:v>
                      </c:pt>
                      <c:pt idx="6686">
                        <c:v>101.96243</c:v>
                      </c:pt>
                      <c:pt idx="6687">
                        <c:v>101.97812</c:v>
                      </c:pt>
                      <c:pt idx="6688">
                        <c:v>102.00626</c:v>
                      </c:pt>
                      <c:pt idx="6689">
                        <c:v>102.0093</c:v>
                      </c:pt>
                      <c:pt idx="6690">
                        <c:v>102.06919000000001</c:v>
                      </c:pt>
                      <c:pt idx="6691">
                        <c:v>102.12309999999999</c:v>
                      </c:pt>
                      <c:pt idx="6692">
                        <c:v>102.14111</c:v>
                      </c:pt>
                      <c:pt idx="6693">
                        <c:v>102.27061</c:v>
                      </c:pt>
                      <c:pt idx="6694">
                        <c:v>102.49345</c:v>
                      </c:pt>
                      <c:pt idx="6695">
                        <c:v>102.62260000000001</c:v>
                      </c:pt>
                      <c:pt idx="6696">
                        <c:v>102.70135999999999</c:v>
                      </c:pt>
                      <c:pt idx="6697">
                        <c:v>102.73972999999999</c:v>
                      </c:pt>
                      <c:pt idx="6698">
                        <c:v>102.76730000000001</c:v>
                      </c:pt>
                      <c:pt idx="6699">
                        <c:v>102.78466</c:v>
                      </c:pt>
                      <c:pt idx="6700">
                        <c:v>102.72189</c:v>
                      </c:pt>
                      <c:pt idx="6701">
                        <c:v>102.77776</c:v>
                      </c:pt>
                      <c:pt idx="6702">
                        <c:v>102.95071</c:v>
                      </c:pt>
                      <c:pt idx="6703">
                        <c:v>102.99652</c:v>
                      </c:pt>
                      <c:pt idx="6704">
                        <c:v>102.96601</c:v>
                      </c:pt>
                      <c:pt idx="6705">
                        <c:v>102.91464999999999</c:v>
                      </c:pt>
                      <c:pt idx="6706">
                        <c:v>102.85406999999999</c:v>
                      </c:pt>
                      <c:pt idx="6707">
                        <c:v>102.81271</c:v>
                      </c:pt>
                      <c:pt idx="6708">
                        <c:v>102.84061</c:v>
                      </c:pt>
                      <c:pt idx="6709">
                        <c:v>102.90466000000001</c:v>
                      </c:pt>
                      <c:pt idx="6710">
                        <c:v>102.9881</c:v>
                      </c:pt>
                      <c:pt idx="6711">
                        <c:v>103.11745000000001</c:v>
                      </c:pt>
                      <c:pt idx="6712">
                        <c:v>103.30331</c:v>
                      </c:pt>
                      <c:pt idx="6713">
                        <c:v>103.52791999999999</c:v>
                      </c:pt>
                      <c:pt idx="6714">
                        <c:v>103.72906</c:v>
                      </c:pt>
                      <c:pt idx="6715">
                        <c:v>103.87584</c:v>
                      </c:pt>
                      <c:pt idx="6716">
                        <c:v>104.01181</c:v>
                      </c:pt>
                      <c:pt idx="6717">
                        <c:v>104.05206</c:v>
                      </c:pt>
                      <c:pt idx="6718">
                        <c:v>104.09053</c:v>
                      </c:pt>
                      <c:pt idx="6719">
                        <c:v>104.19624</c:v>
                      </c:pt>
                      <c:pt idx="6720">
                        <c:v>104.28066</c:v>
                      </c:pt>
                      <c:pt idx="6721">
                        <c:v>104.37985</c:v>
                      </c:pt>
                      <c:pt idx="6722">
                        <c:v>104.48227</c:v>
                      </c:pt>
                      <c:pt idx="6723">
                        <c:v>104.64754000000001</c:v>
                      </c:pt>
                      <c:pt idx="6724">
                        <c:v>104.81589</c:v>
                      </c:pt>
                      <c:pt idx="6725">
                        <c:v>104.998</c:v>
                      </c:pt>
                      <c:pt idx="6726">
                        <c:v>105.20019000000001</c:v>
                      </c:pt>
                      <c:pt idx="6727">
                        <c:v>105.38432</c:v>
                      </c:pt>
                      <c:pt idx="6728">
                        <c:v>105.59052</c:v>
                      </c:pt>
                      <c:pt idx="6729">
                        <c:v>105.79452999999999</c:v>
                      </c:pt>
                      <c:pt idx="6730">
                        <c:v>105.96442</c:v>
                      </c:pt>
                      <c:pt idx="6731">
                        <c:v>106.11414000000001</c:v>
                      </c:pt>
                      <c:pt idx="6732">
                        <c:v>106.26708000000001</c:v>
                      </c:pt>
                      <c:pt idx="6733">
                        <c:v>106.41615</c:v>
                      </c:pt>
                      <c:pt idx="6734">
                        <c:v>106.53369000000001</c:v>
                      </c:pt>
                      <c:pt idx="6735">
                        <c:v>106.67097</c:v>
                      </c:pt>
                      <c:pt idx="6736">
                        <c:v>106.81712</c:v>
                      </c:pt>
                      <c:pt idx="6737">
                        <c:v>106.91624</c:v>
                      </c:pt>
                      <c:pt idx="6738">
                        <c:v>107.01665</c:v>
                      </c:pt>
                      <c:pt idx="6739">
                        <c:v>107.15362</c:v>
                      </c:pt>
                      <c:pt idx="6740">
                        <c:v>107.33093</c:v>
                      </c:pt>
                      <c:pt idx="6741">
                        <c:v>107.49054</c:v>
                      </c:pt>
                      <c:pt idx="6742">
                        <c:v>107.65434</c:v>
                      </c:pt>
                      <c:pt idx="6743">
                        <c:v>107.81792</c:v>
                      </c:pt>
                      <c:pt idx="6744">
                        <c:v>107.94405</c:v>
                      </c:pt>
                      <c:pt idx="6745">
                        <c:v>108.01882999999999</c:v>
                      </c:pt>
                      <c:pt idx="6746">
                        <c:v>108.08668</c:v>
                      </c:pt>
                      <c:pt idx="6747">
                        <c:v>108.16725</c:v>
                      </c:pt>
                      <c:pt idx="6748">
                        <c:v>108.22098</c:v>
                      </c:pt>
                      <c:pt idx="6749">
                        <c:v>108.26926</c:v>
                      </c:pt>
                      <c:pt idx="6750">
                        <c:v>108.33284</c:v>
                      </c:pt>
                      <c:pt idx="6751">
                        <c:v>108.42944</c:v>
                      </c:pt>
                      <c:pt idx="6752">
                        <c:v>108.50767999999999</c:v>
                      </c:pt>
                      <c:pt idx="6753">
                        <c:v>108.51501</c:v>
                      </c:pt>
                      <c:pt idx="6754">
                        <c:v>108.48045999999999</c:v>
                      </c:pt>
                      <c:pt idx="6755">
                        <c:v>108.49679999999999</c:v>
                      </c:pt>
                      <c:pt idx="6756">
                        <c:v>108.58217</c:v>
                      </c:pt>
                      <c:pt idx="6757">
                        <c:v>108.70558</c:v>
                      </c:pt>
                      <c:pt idx="6758">
                        <c:v>108.8408</c:v>
                      </c:pt>
                      <c:pt idx="6759">
                        <c:v>109.00225</c:v>
                      </c:pt>
                      <c:pt idx="6760">
                        <c:v>109.22622</c:v>
                      </c:pt>
                      <c:pt idx="6761">
                        <c:v>109.42385</c:v>
                      </c:pt>
                      <c:pt idx="6762">
                        <c:v>109.55692000000001</c:v>
                      </c:pt>
                      <c:pt idx="6763">
                        <c:v>109.62717000000001</c:v>
                      </c:pt>
                      <c:pt idx="6764">
                        <c:v>109.65642</c:v>
                      </c:pt>
                      <c:pt idx="6765">
                        <c:v>109.616</c:v>
                      </c:pt>
                      <c:pt idx="6766">
                        <c:v>109.52338</c:v>
                      </c:pt>
                      <c:pt idx="6767">
                        <c:v>109.44195000000001</c:v>
                      </c:pt>
                      <c:pt idx="6768">
                        <c:v>109.40255999999999</c:v>
                      </c:pt>
                      <c:pt idx="6769">
                        <c:v>109.43874</c:v>
                      </c:pt>
                      <c:pt idx="6770">
                        <c:v>109.54250999999999</c:v>
                      </c:pt>
                      <c:pt idx="6771">
                        <c:v>109.65598</c:v>
                      </c:pt>
                      <c:pt idx="6772">
                        <c:v>109.77437999999999</c:v>
                      </c:pt>
                      <c:pt idx="6773">
                        <c:v>109.93619</c:v>
                      </c:pt>
                      <c:pt idx="6774">
                        <c:v>110.16473000000001</c:v>
                      </c:pt>
                      <c:pt idx="6775">
                        <c:v>110.42046999999999</c:v>
                      </c:pt>
                      <c:pt idx="6776">
                        <c:v>110.66399</c:v>
                      </c:pt>
                      <c:pt idx="6777">
                        <c:v>111.00848000000001</c:v>
                      </c:pt>
                      <c:pt idx="6778">
                        <c:v>111.39448</c:v>
                      </c:pt>
                      <c:pt idx="6779">
                        <c:v>111.53434</c:v>
                      </c:pt>
                      <c:pt idx="6780">
                        <c:v>111.47672</c:v>
                      </c:pt>
                      <c:pt idx="6781">
                        <c:v>111.35798</c:v>
                      </c:pt>
                      <c:pt idx="6782">
                        <c:v>111.22512999999999</c:v>
                      </c:pt>
                      <c:pt idx="6783">
                        <c:v>111.10342</c:v>
                      </c:pt>
                      <c:pt idx="6784">
                        <c:v>111.06793999999999</c:v>
                      </c:pt>
                      <c:pt idx="6785">
                        <c:v>111.06986000000001</c:v>
                      </c:pt>
                      <c:pt idx="6786">
                        <c:v>110.99916</c:v>
                      </c:pt>
                      <c:pt idx="6787">
                        <c:v>110.86284999999999</c:v>
                      </c:pt>
                      <c:pt idx="6788">
                        <c:v>110.74947</c:v>
                      </c:pt>
                      <c:pt idx="6789">
                        <c:v>110.67773</c:v>
                      </c:pt>
                      <c:pt idx="6790">
                        <c:v>110.60097</c:v>
                      </c:pt>
                      <c:pt idx="6791">
                        <c:v>110.48215999999999</c:v>
                      </c:pt>
                      <c:pt idx="6792">
                        <c:v>110.3783</c:v>
                      </c:pt>
                      <c:pt idx="6793">
                        <c:v>110.27454</c:v>
                      </c:pt>
                      <c:pt idx="6794">
                        <c:v>110.18938</c:v>
                      </c:pt>
                      <c:pt idx="6795">
                        <c:v>110.11592</c:v>
                      </c:pt>
                      <c:pt idx="6796">
                        <c:v>110.01096</c:v>
                      </c:pt>
                      <c:pt idx="6797">
                        <c:v>109.95565999999999</c:v>
                      </c:pt>
                      <c:pt idx="6798">
                        <c:v>109.98773</c:v>
                      </c:pt>
                      <c:pt idx="6799">
                        <c:v>110.09661</c:v>
                      </c:pt>
                      <c:pt idx="6800">
                        <c:v>110.1944</c:v>
                      </c:pt>
                      <c:pt idx="6801">
                        <c:v>110.27045</c:v>
                      </c:pt>
                      <c:pt idx="6802">
                        <c:v>110.33298000000001</c:v>
                      </c:pt>
                      <c:pt idx="6803">
                        <c:v>110.37121</c:v>
                      </c:pt>
                      <c:pt idx="6804">
                        <c:v>110.40716999999999</c:v>
                      </c:pt>
                      <c:pt idx="6805">
                        <c:v>110.4299</c:v>
                      </c:pt>
                      <c:pt idx="6806">
                        <c:v>110.46745</c:v>
                      </c:pt>
                      <c:pt idx="6807">
                        <c:v>110.4845</c:v>
                      </c:pt>
                      <c:pt idx="6808">
                        <c:v>110.458</c:v>
                      </c:pt>
                      <c:pt idx="6809">
                        <c:v>110.48761</c:v>
                      </c:pt>
                      <c:pt idx="6810">
                        <c:v>110.61042</c:v>
                      </c:pt>
                      <c:pt idx="6811">
                        <c:v>110.792</c:v>
                      </c:pt>
                      <c:pt idx="6812">
                        <c:v>110.96854</c:v>
                      </c:pt>
                      <c:pt idx="6813">
                        <c:v>111.08385</c:v>
                      </c:pt>
                      <c:pt idx="6814">
                        <c:v>111.16356</c:v>
                      </c:pt>
                      <c:pt idx="6815">
                        <c:v>111.22941</c:v>
                      </c:pt>
                      <c:pt idx="6816">
                        <c:v>111.27184</c:v>
                      </c:pt>
                      <c:pt idx="6817">
                        <c:v>111.26315</c:v>
                      </c:pt>
                      <c:pt idx="6818">
                        <c:v>111.24329</c:v>
                      </c:pt>
                      <c:pt idx="6819">
                        <c:v>111.23734</c:v>
                      </c:pt>
                      <c:pt idx="6820">
                        <c:v>111.22732000000001</c:v>
                      </c:pt>
                      <c:pt idx="6821">
                        <c:v>111.17324000000001</c:v>
                      </c:pt>
                      <c:pt idx="6822">
                        <c:v>111.10504</c:v>
                      </c:pt>
                      <c:pt idx="6823">
                        <c:v>111.03661</c:v>
                      </c:pt>
                      <c:pt idx="6824">
                        <c:v>110.98990000000001</c:v>
                      </c:pt>
                      <c:pt idx="6825">
                        <c:v>111.01582000000001</c:v>
                      </c:pt>
                      <c:pt idx="6826">
                        <c:v>111.08898000000001</c:v>
                      </c:pt>
                      <c:pt idx="6827">
                        <c:v>111.17913</c:v>
                      </c:pt>
                      <c:pt idx="6828">
                        <c:v>111.30355</c:v>
                      </c:pt>
                      <c:pt idx="6829">
                        <c:v>111.47535000000001</c:v>
                      </c:pt>
                      <c:pt idx="6830">
                        <c:v>111.66712</c:v>
                      </c:pt>
                      <c:pt idx="6831">
                        <c:v>111.85120999999999</c:v>
                      </c:pt>
                      <c:pt idx="6832">
                        <c:v>111.98277</c:v>
                      </c:pt>
                      <c:pt idx="6833">
                        <c:v>112.0172</c:v>
                      </c:pt>
                      <c:pt idx="6834">
                        <c:v>112.04447999999999</c:v>
                      </c:pt>
                      <c:pt idx="6835">
                        <c:v>112.13042</c:v>
                      </c:pt>
                      <c:pt idx="6836">
                        <c:v>112.26958</c:v>
                      </c:pt>
                      <c:pt idx="6837">
                        <c:v>112.38968</c:v>
                      </c:pt>
                      <c:pt idx="6838">
                        <c:v>112.44974000000001</c:v>
                      </c:pt>
                      <c:pt idx="6839">
                        <c:v>112.48144000000001</c:v>
                      </c:pt>
                      <c:pt idx="6840">
                        <c:v>112.43519999999999</c:v>
                      </c:pt>
                      <c:pt idx="6841">
                        <c:v>112.26064</c:v>
                      </c:pt>
                      <c:pt idx="6842">
                        <c:v>112.00149</c:v>
                      </c:pt>
                      <c:pt idx="6843">
                        <c:v>111.73694999999999</c:v>
                      </c:pt>
                      <c:pt idx="6844">
                        <c:v>111.53805</c:v>
                      </c:pt>
                      <c:pt idx="6845">
                        <c:v>111.4374</c:v>
                      </c:pt>
                      <c:pt idx="6846">
                        <c:v>111.4016</c:v>
                      </c:pt>
                      <c:pt idx="6847">
                        <c:v>111.42045</c:v>
                      </c:pt>
                      <c:pt idx="6848">
                        <c:v>111.48763</c:v>
                      </c:pt>
                      <c:pt idx="6849">
                        <c:v>111.57264000000001</c:v>
                      </c:pt>
                      <c:pt idx="6850">
                        <c:v>111.76082</c:v>
                      </c:pt>
                      <c:pt idx="6851">
                        <c:v>111.92366</c:v>
                      </c:pt>
                      <c:pt idx="6852">
                        <c:v>111.98685</c:v>
                      </c:pt>
                      <c:pt idx="6853">
                        <c:v>111.99126</c:v>
                      </c:pt>
                      <c:pt idx="6854">
                        <c:v>111.95650000000001</c:v>
                      </c:pt>
                      <c:pt idx="6855">
                        <c:v>111.90024</c:v>
                      </c:pt>
                      <c:pt idx="6856">
                        <c:v>111.78116</c:v>
                      </c:pt>
                      <c:pt idx="6857">
                        <c:v>111.59892000000001</c:v>
                      </c:pt>
                      <c:pt idx="6858">
                        <c:v>111.35638</c:v>
                      </c:pt>
                      <c:pt idx="6859">
                        <c:v>111.08828</c:v>
                      </c:pt>
                      <c:pt idx="6860">
                        <c:v>110.79677</c:v>
                      </c:pt>
                      <c:pt idx="6861">
                        <c:v>110.5341</c:v>
                      </c:pt>
                      <c:pt idx="6862">
                        <c:v>110.31735999999999</c:v>
                      </c:pt>
                      <c:pt idx="6863">
                        <c:v>110.20959000000001</c:v>
                      </c:pt>
                      <c:pt idx="6864">
                        <c:v>110.24009</c:v>
                      </c:pt>
                      <c:pt idx="6865">
                        <c:v>110.27782000000001</c:v>
                      </c:pt>
                      <c:pt idx="6866">
                        <c:v>110.23217</c:v>
                      </c:pt>
                      <c:pt idx="6867">
                        <c:v>110.12918999999999</c:v>
                      </c:pt>
                      <c:pt idx="6868">
                        <c:v>110.04561</c:v>
                      </c:pt>
                      <c:pt idx="6869">
                        <c:v>110.07415</c:v>
                      </c:pt>
                      <c:pt idx="6870">
                        <c:v>110.18176</c:v>
                      </c:pt>
                      <c:pt idx="6871">
                        <c:v>110.37314000000001</c:v>
                      </c:pt>
                      <c:pt idx="6872">
                        <c:v>110.49065</c:v>
                      </c:pt>
                      <c:pt idx="6873">
                        <c:v>110.51691</c:v>
                      </c:pt>
                      <c:pt idx="6874">
                        <c:v>110.49791</c:v>
                      </c:pt>
                      <c:pt idx="6875">
                        <c:v>110.47769</c:v>
                      </c:pt>
                      <c:pt idx="6876">
                        <c:v>110.55517999999999</c:v>
                      </c:pt>
                      <c:pt idx="6877">
                        <c:v>110.74627</c:v>
                      </c:pt>
                      <c:pt idx="6878">
                        <c:v>110.96209</c:v>
                      </c:pt>
                      <c:pt idx="6879">
                        <c:v>111.10247</c:v>
                      </c:pt>
                      <c:pt idx="6880">
                        <c:v>111.11100999999999</c:v>
                      </c:pt>
                      <c:pt idx="6881">
                        <c:v>110.98442</c:v>
                      </c:pt>
                      <c:pt idx="6882">
                        <c:v>110.80259</c:v>
                      </c:pt>
                      <c:pt idx="6883">
                        <c:v>110.62838000000001</c:v>
                      </c:pt>
                      <c:pt idx="6884">
                        <c:v>110.49630000000001</c:v>
                      </c:pt>
                      <c:pt idx="6885">
                        <c:v>110.39516</c:v>
                      </c:pt>
                      <c:pt idx="6886">
                        <c:v>110.31603</c:v>
                      </c:pt>
                      <c:pt idx="6887">
                        <c:v>110.24836000000001</c:v>
                      </c:pt>
                      <c:pt idx="6888">
                        <c:v>110.17335</c:v>
                      </c:pt>
                      <c:pt idx="6889">
                        <c:v>110.1198</c:v>
                      </c:pt>
                      <c:pt idx="6890">
                        <c:v>110.18913000000001</c:v>
                      </c:pt>
                      <c:pt idx="6891">
                        <c:v>110.35433</c:v>
                      </c:pt>
                      <c:pt idx="6892">
                        <c:v>110.5397</c:v>
                      </c:pt>
                      <c:pt idx="6893">
                        <c:v>110.82375</c:v>
                      </c:pt>
                      <c:pt idx="6894">
                        <c:v>111.22750000000001</c:v>
                      </c:pt>
                      <c:pt idx="6895">
                        <c:v>111.67523</c:v>
                      </c:pt>
                      <c:pt idx="6896">
                        <c:v>112.11771</c:v>
                      </c:pt>
                      <c:pt idx="6897">
                        <c:v>112.53822</c:v>
                      </c:pt>
                      <c:pt idx="6898">
                        <c:v>112.27097000000001</c:v>
                      </c:pt>
                      <c:pt idx="6899">
                        <c:v>112.41186999999999</c:v>
                      </c:pt>
                      <c:pt idx="6900">
                        <c:v>112.5634</c:v>
                      </c:pt>
                      <c:pt idx="6901">
                        <c:v>112.69692000000001</c:v>
                      </c:pt>
                      <c:pt idx="6902">
                        <c:v>112.85908000000001</c:v>
                      </c:pt>
                      <c:pt idx="6903">
                        <c:v>112.66240000000001</c:v>
                      </c:pt>
                      <c:pt idx="6904">
                        <c:v>112.11932</c:v>
                      </c:pt>
                      <c:pt idx="6905">
                        <c:v>111.78702</c:v>
                      </c:pt>
                      <c:pt idx="6906">
                        <c:v>111.63934999999999</c:v>
                      </c:pt>
                      <c:pt idx="6907">
                        <c:v>111.67909</c:v>
                      </c:pt>
                      <c:pt idx="6908">
                        <c:v>111.827</c:v>
                      </c:pt>
                      <c:pt idx="6909">
                        <c:v>112.07053000000001</c:v>
                      </c:pt>
                      <c:pt idx="6910">
                        <c:v>112.28108</c:v>
                      </c:pt>
                      <c:pt idx="6911">
                        <c:v>112.44727</c:v>
                      </c:pt>
                      <c:pt idx="6912">
                        <c:v>112.57532999999999</c:v>
                      </c:pt>
                      <c:pt idx="6913">
                        <c:v>112.65607</c:v>
                      </c:pt>
                      <c:pt idx="6914">
                        <c:v>112.72054</c:v>
                      </c:pt>
                      <c:pt idx="6915">
                        <c:v>112.77744</c:v>
                      </c:pt>
                      <c:pt idx="6916">
                        <c:v>112.80763</c:v>
                      </c:pt>
                      <c:pt idx="6917">
                        <c:v>112.84178</c:v>
                      </c:pt>
                      <c:pt idx="6918">
                        <c:v>112.84142</c:v>
                      </c:pt>
                      <c:pt idx="6919">
                        <c:v>112.80582</c:v>
                      </c:pt>
                      <c:pt idx="6920">
                        <c:v>112.7812</c:v>
                      </c:pt>
                      <c:pt idx="6921">
                        <c:v>112.77839</c:v>
                      </c:pt>
                      <c:pt idx="6922">
                        <c:v>112.74397</c:v>
                      </c:pt>
                      <c:pt idx="6923">
                        <c:v>112.67574999999999</c:v>
                      </c:pt>
                      <c:pt idx="6924">
                        <c:v>112.5718</c:v>
                      </c:pt>
                      <c:pt idx="6925">
                        <c:v>112.42431000000001</c:v>
                      </c:pt>
                      <c:pt idx="6926">
                        <c:v>112.26345000000001</c:v>
                      </c:pt>
                      <c:pt idx="6927">
                        <c:v>112.09264</c:v>
                      </c:pt>
                      <c:pt idx="6928">
                        <c:v>111.94192</c:v>
                      </c:pt>
                      <c:pt idx="6929">
                        <c:v>111.89124</c:v>
                      </c:pt>
                      <c:pt idx="6930">
                        <c:v>111.99462</c:v>
                      </c:pt>
                      <c:pt idx="6931">
                        <c:v>112.16799</c:v>
                      </c:pt>
                      <c:pt idx="6932">
                        <c:v>112.34742</c:v>
                      </c:pt>
                      <c:pt idx="6933">
                        <c:v>112.45023999999999</c:v>
                      </c:pt>
                      <c:pt idx="6934">
                        <c:v>112.51291000000001</c:v>
                      </c:pt>
                      <c:pt idx="6935">
                        <c:v>112.62221</c:v>
                      </c:pt>
                      <c:pt idx="6936">
                        <c:v>112.75697</c:v>
                      </c:pt>
                      <c:pt idx="6937">
                        <c:v>112.87273999999999</c:v>
                      </c:pt>
                      <c:pt idx="6938">
                        <c:v>112.9669</c:v>
                      </c:pt>
                      <c:pt idx="6939">
                        <c:v>113.06023</c:v>
                      </c:pt>
                      <c:pt idx="6940">
                        <c:v>113.15957</c:v>
                      </c:pt>
                      <c:pt idx="6941">
                        <c:v>113.23975</c:v>
                      </c:pt>
                      <c:pt idx="6942">
                        <c:v>113.33674999999999</c:v>
                      </c:pt>
                      <c:pt idx="6943">
                        <c:v>113.40225</c:v>
                      </c:pt>
                      <c:pt idx="6944">
                        <c:v>113.49016</c:v>
                      </c:pt>
                      <c:pt idx="6945">
                        <c:v>113.57888</c:v>
                      </c:pt>
                      <c:pt idx="6946">
                        <c:v>113.64076</c:v>
                      </c:pt>
                      <c:pt idx="6947">
                        <c:v>113.67729</c:v>
                      </c:pt>
                      <c:pt idx="6948">
                        <c:v>113.6859</c:v>
                      </c:pt>
                      <c:pt idx="6949">
                        <c:v>113.70934</c:v>
                      </c:pt>
                      <c:pt idx="6950">
                        <c:v>113.78745000000001</c:v>
                      </c:pt>
                      <c:pt idx="6951">
                        <c:v>113.96581</c:v>
                      </c:pt>
                      <c:pt idx="6952">
                        <c:v>114.17522</c:v>
                      </c:pt>
                      <c:pt idx="6953">
                        <c:v>114.35464</c:v>
                      </c:pt>
                      <c:pt idx="6954">
                        <c:v>114.43546000000001</c:v>
                      </c:pt>
                      <c:pt idx="6955">
                        <c:v>114.38799</c:v>
                      </c:pt>
                      <c:pt idx="6956">
                        <c:v>114.26636999999999</c:v>
                      </c:pt>
                      <c:pt idx="6957">
                        <c:v>114.1955</c:v>
                      </c:pt>
                      <c:pt idx="6958">
                        <c:v>114.13754</c:v>
                      </c:pt>
                      <c:pt idx="6959">
                        <c:v>114.10079</c:v>
                      </c:pt>
                      <c:pt idx="6960">
                        <c:v>114.08974000000001</c:v>
                      </c:pt>
                      <c:pt idx="6961">
                        <c:v>114.0397</c:v>
                      </c:pt>
                      <c:pt idx="6962">
                        <c:v>113.94002999999999</c:v>
                      </c:pt>
                      <c:pt idx="6963">
                        <c:v>113.85118</c:v>
                      </c:pt>
                      <c:pt idx="6964">
                        <c:v>113.82713</c:v>
                      </c:pt>
                      <c:pt idx="6965">
                        <c:v>113.81536</c:v>
                      </c:pt>
                      <c:pt idx="6966">
                        <c:v>113.80831999999999</c:v>
                      </c:pt>
                      <c:pt idx="6967">
                        <c:v>113.78660000000001</c:v>
                      </c:pt>
                      <c:pt idx="6968">
                        <c:v>113.73421</c:v>
                      </c:pt>
                      <c:pt idx="6969">
                        <c:v>113.71442</c:v>
                      </c:pt>
                      <c:pt idx="6970">
                        <c:v>113.70711</c:v>
                      </c:pt>
                      <c:pt idx="6971">
                        <c:v>113.7252</c:v>
                      </c:pt>
                      <c:pt idx="6972">
                        <c:v>113.79292</c:v>
                      </c:pt>
                      <c:pt idx="6973">
                        <c:v>113.86623</c:v>
                      </c:pt>
                      <c:pt idx="6974">
                        <c:v>113.92576</c:v>
                      </c:pt>
                      <c:pt idx="6975">
                        <c:v>113.94667</c:v>
                      </c:pt>
                      <c:pt idx="6976">
                        <c:v>113.91381</c:v>
                      </c:pt>
                      <c:pt idx="6977">
                        <c:v>113.87305000000001</c:v>
                      </c:pt>
                      <c:pt idx="6978">
                        <c:v>113.85387</c:v>
                      </c:pt>
                      <c:pt idx="6979">
                        <c:v>113.78694</c:v>
                      </c:pt>
                      <c:pt idx="6980">
                        <c:v>113.68729999999999</c:v>
                      </c:pt>
                      <c:pt idx="6981">
                        <c:v>113.60854999999999</c:v>
                      </c:pt>
                      <c:pt idx="6982">
                        <c:v>113.59553</c:v>
                      </c:pt>
                      <c:pt idx="6983">
                        <c:v>113.58925000000001</c:v>
                      </c:pt>
                      <c:pt idx="6984">
                        <c:v>113.58392000000001</c:v>
                      </c:pt>
                      <c:pt idx="6985">
                        <c:v>113.57607</c:v>
                      </c:pt>
                      <c:pt idx="6986">
                        <c:v>113.54519999999999</c:v>
                      </c:pt>
                      <c:pt idx="6987">
                        <c:v>113.53319999999999</c:v>
                      </c:pt>
                      <c:pt idx="6988">
                        <c:v>113.56301999999999</c:v>
                      </c:pt>
                      <c:pt idx="6989">
                        <c:v>113.6427</c:v>
                      </c:pt>
                      <c:pt idx="6990">
                        <c:v>113.71120999999999</c:v>
                      </c:pt>
                      <c:pt idx="6991">
                        <c:v>113.74121</c:v>
                      </c:pt>
                      <c:pt idx="6992">
                        <c:v>113.72559</c:v>
                      </c:pt>
                      <c:pt idx="6993">
                        <c:v>113.72601</c:v>
                      </c:pt>
                      <c:pt idx="6994">
                        <c:v>113.76121999999999</c:v>
                      </c:pt>
                      <c:pt idx="6995">
                        <c:v>113.78413</c:v>
                      </c:pt>
                      <c:pt idx="6996">
                        <c:v>113.80279</c:v>
                      </c:pt>
                      <c:pt idx="6997">
                        <c:v>113.82046</c:v>
                      </c:pt>
                      <c:pt idx="6998">
                        <c:v>113.82837000000001</c:v>
                      </c:pt>
                      <c:pt idx="6999">
                        <c:v>113.80341</c:v>
                      </c:pt>
                      <c:pt idx="7000">
                        <c:v>113.75116</c:v>
                      </c:pt>
                      <c:pt idx="7001">
                        <c:v>113.71244</c:v>
                      </c:pt>
                      <c:pt idx="7002">
                        <c:v>113.69042</c:v>
                      </c:pt>
                      <c:pt idx="7003">
                        <c:v>113.68188000000001</c:v>
                      </c:pt>
                      <c:pt idx="7004">
                        <c:v>113.69396999999999</c:v>
                      </c:pt>
                      <c:pt idx="7005">
                        <c:v>113.72093</c:v>
                      </c:pt>
                      <c:pt idx="7006">
                        <c:v>113.74473</c:v>
                      </c:pt>
                      <c:pt idx="7007">
                        <c:v>113.7561</c:v>
                      </c:pt>
                      <c:pt idx="7008">
                        <c:v>113.78234</c:v>
                      </c:pt>
                      <c:pt idx="7009">
                        <c:v>113.85106</c:v>
                      </c:pt>
                      <c:pt idx="7010">
                        <c:v>113.93086</c:v>
                      </c:pt>
                      <c:pt idx="7011">
                        <c:v>114.04752999999999</c:v>
                      </c:pt>
                      <c:pt idx="7012">
                        <c:v>114.21836</c:v>
                      </c:pt>
                      <c:pt idx="7013">
                        <c:v>114.3738</c:v>
                      </c:pt>
                      <c:pt idx="7014">
                        <c:v>114.52649</c:v>
                      </c:pt>
                      <c:pt idx="7015">
                        <c:v>114.70138</c:v>
                      </c:pt>
                      <c:pt idx="7016">
                        <c:v>114.81931</c:v>
                      </c:pt>
                      <c:pt idx="7017">
                        <c:v>114.84875</c:v>
                      </c:pt>
                      <c:pt idx="7018">
                        <c:v>114.8336</c:v>
                      </c:pt>
                      <c:pt idx="7019">
                        <c:v>114.87884</c:v>
                      </c:pt>
                      <c:pt idx="7020">
                        <c:v>115.0878</c:v>
                      </c:pt>
                      <c:pt idx="7021">
                        <c:v>115.28048</c:v>
                      </c:pt>
                      <c:pt idx="7022">
                        <c:v>115.44532</c:v>
                      </c:pt>
                      <c:pt idx="7023">
                        <c:v>115.60762</c:v>
                      </c:pt>
                      <c:pt idx="7024">
                        <c:v>115.69925000000001</c:v>
                      </c:pt>
                      <c:pt idx="7025">
                        <c:v>115.75861</c:v>
                      </c:pt>
                      <c:pt idx="7026">
                        <c:v>115.80042</c:v>
                      </c:pt>
                      <c:pt idx="7027">
                        <c:v>115.84475999999999</c:v>
                      </c:pt>
                      <c:pt idx="7028">
                        <c:v>115.89309</c:v>
                      </c:pt>
                      <c:pt idx="7029">
                        <c:v>115.94286</c:v>
                      </c:pt>
                      <c:pt idx="7030">
                        <c:v>115.97638000000001</c:v>
                      </c:pt>
                      <c:pt idx="7031">
                        <c:v>115.96823000000001</c:v>
                      </c:pt>
                      <c:pt idx="7032">
                        <c:v>115.90582000000001</c:v>
                      </c:pt>
                      <c:pt idx="7033">
                        <c:v>115.95764</c:v>
                      </c:pt>
                      <c:pt idx="7034">
                        <c:v>116.08411</c:v>
                      </c:pt>
                      <c:pt idx="7035">
                        <c:v>116.18853</c:v>
                      </c:pt>
                      <c:pt idx="7036">
                        <c:v>116.25884000000001</c:v>
                      </c:pt>
                      <c:pt idx="7037">
                        <c:v>116.34441</c:v>
                      </c:pt>
                      <c:pt idx="7038">
                        <c:v>116.41638</c:v>
                      </c:pt>
                      <c:pt idx="7039">
                        <c:v>116.48116</c:v>
                      </c:pt>
                      <c:pt idx="7040">
                        <c:v>116.55315</c:v>
                      </c:pt>
                      <c:pt idx="7041">
                        <c:v>116.58642999999999</c:v>
                      </c:pt>
                      <c:pt idx="7042">
                        <c:v>116.51697</c:v>
                      </c:pt>
                      <c:pt idx="7043">
                        <c:v>116.47884000000001</c:v>
                      </c:pt>
                      <c:pt idx="7044">
                        <c:v>116.52969</c:v>
                      </c:pt>
                      <c:pt idx="7045">
                        <c:v>116.69582</c:v>
                      </c:pt>
                      <c:pt idx="7046">
                        <c:v>116.77493</c:v>
                      </c:pt>
                      <c:pt idx="7047">
                        <c:v>116.67825000000001</c:v>
                      </c:pt>
                      <c:pt idx="7048">
                        <c:v>116.5834</c:v>
                      </c:pt>
                      <c:pt idx="7049">
                        <c:v>116.54826</c:v>
                      </c:pt>
                      <c:pt idx="7050">
                        <c:v>116.52453</c:v>
                      </c:pt>
                      <c:pt idx="7051">
                        <c:v>116.47722</c:v>
                      </c:pt>
                      <c:pt idx="7052">
                        <c:v>116.46082</c:v>
                      </c:pt>
                      <c:pt idx="7053">
                        <c:v>116.46337</c:v>
                      </c:pt>
                      <c:pt idx="7054">
                        <c:v>116.4614</c:v>
                      </c:pt>
                      <c:pt idx="7055">
                        <c:v>116.50505</c:v>
                      </c:pt>
                      <c:pt idx="7056">
                        <c:v>116.59636999999999</c:v>
                      </c:pt>
                      <c:pt idx="7057">
                        <c:v>116.7587</c:v>
                      </c:pt>
                      <c:pt idx="7058">
                        <c:v>116.96872999999999</c:v>
                      </c:pt>
                      <c:pt idx="7059">
                        <c:v>117.12358</c:v>
                      </c:pt>
                      <c:pt idx="7060">
                        <c:v>117.16019</c:v>
                      </c:pt>
                      <c:pt idx="7061">
                        <c:v>117.06641999999999</c:v>
                      </c:pt>
                      <c:pt idx="7062">
                        <c:v>116.87166999999999</c:v>
                      </c:pt>
                      <c:pt idx="7063">
                        <c:v>116.68339</c:v>
                      </c:pt>
                      <c:pt idx="7064">
                        <c:v>116.53597000000001</c:v>
                      </c:pt>
                      <c:pt idx="7065">
                        <c:v>116.48183</c:v>
                      </c:pt>
                      <c:pt idx="7066">
                        <c:v>116.491</c:v>
                      </c:pt>
                      <c:pt idx="7067">
                        <c:v>116.52466</c:v>
                      </c:pt>
                      <c:pt idx="7068">
                        <c:v>116.59256000000001</c:v>
                      </c:pt>
                      <c:pt idx="7069">
                        <c:v>116.62151</c:v>
                      </c:pt>
                      <c:pt idx="7070">
                        <c:v>116.5838</c:v>
                      </c:pt>
                      <c:pt idx="7071">
                        <c:v>116.49778000000001</c:v>
                      </c:pt>
                      <c:pt idx="7072">
                        <c:v>116.37244</c:v>
                      </c:pt>
                      <c:pt idx="7073">
                        <c:v>116.2794</c:v>
                      </c:pt>
                      <c:pt idx="7074">
                        <c:v>116.24091</c:v>
                      </c:pt>
                      <c:pt idx="7075">
                        <c:v>116.22775</c:v>
                      </c:pt>
                      <c:pt idx="7076">
                        <c:v>116.23546</c:v>
                      </c:pt>
                      <c:pt idx="7077">
                        <c:v>116.28757</c:v>
                      </c:pt>
                      <c:pt idx="7078">
                        <c:v>116.41961999999999</c:v>
                      </c:pt>
                      <c:pt idx="7079">
                        <c:v>116.50483</c:v>
                      </c:pt>
                      <c:pt idx="7080">
                        <c:v>116.45740000000001</c:v>
                      </c:pt>
                      <c:pt idx="7081">
                        <c:v>116.38133999999999</c:v>
                      </c:pt>
                      <c:pt idx="7082">
                        <c:v>116.36069000000001</c:v>
                      </c:pt>
                      <c:pt idx="7083">
                        <c:v>116.38303000000001</c:v>
                      </c:pt>
                      <c:pt idx="7084">
                        <c:v>116.40938</c:v>
                      </c:pt>
                      <c:pt idx="7085">
                        <c:v>116.43723</c:v>
                      </c:pt>
                      <c:pt idx="7086">
                        <c:v>116.4708</c:v>
                      </c:pt>
                      <c:pt idx="7087">
                        <c:v>116.52645</c:v>
                      </c:pt>
                      <c:pt idx="7088">
                        <c:v>116.62157000000001</c:v>
                      </c:pt>
                      <c:pt idx="7089">
                        <c:v>116.73824999999999</c:v>
                      </c:pt>
                      <c:pt idx="7090">
                        <c:v>116.8644</c:v>
                      </c:pt>
                      <c:pt idx="7091">
                        <c:v>116.89675</c:v>
                      </c:pt>
                      <c:pt idx="7092">
                        <c:v>116.95873</c:v>
                      </c:pt>
                      <c:pt idx="7093">
                        <c:v>116.97865</c:v>
                      </c:pt>
                      <c:pt idx="7094">
                        <c:v>116.88667</c:v>
                      </c:pt>
                      <c:pt idx="7095">
                        <c:v>116.81031</c:v>
                      </c:pt>
                      <c:pt idx="7096">
                        <c:v>116.75184</c:v>
                      </c:pt>
                      <c:pt idx="7097">
                        <c:v>116.73095000000001</c:v>
                      </c:pt>
                      <c:pt idx="7098">
                        <c:v>116.84387</c:v>
                      </c:pt>
                      <c:pt idx="7099">
                        <c:v>116.97412</c:v>
                      </c:pt>
                      <c:pt idx="7100">
                        <c:v>117.10204</c:v>
                      </c:pt>
                      <c:pt idx="7101">
                        <c:v>117.18777</c:v>
                      </c:pt>
                      <c:pt idx="7102">
                        <c:v>117.24850000000001</c:v>
                      </c:pt>
                      <c:pt idx="7103">
                        <c:v>117.42019000000001</c:v>
                      </c:pt>
                      <c:pt idx="7104">
                        <c:v>117.57046</c:v>
                      </c:pt>
                      <c:pt idx="7105">
                        <c:v>117.64715</c:v>
                      </c:pt>
                      <c:pt idx="7106">
                        <c:v>117.61313</c:v>
                      </c:pt>
                      <c:pt idx="7107">
                        <c:v>117.50003</c:v>
                      </c:pt>
                      <c:pt idx="7108">
                        <c:v>117.29823</c:v>
                      </c:pt>
                      <c:pt idx="7109">
                        <c:v>117.05592</c:v>
                      </c:pt>
                      <c:pt idx="7110">
                        <c:v>116.81171999999999</c:v>
                      </c:pt>
                      <c:pt idx="7111">
                        <c:v>116.60275</c:v>
                      </c:pt>
                      <c:pt idx="7112">
                        <c:v>116.46217</c:v>
                      </c:pt>
                      <c:pt idx="7113">
                        <c:v>116.32886000000001</c:v>
                      </c:pt>
                      <c:pt idx="7114">
                        <c:v>116.19280000000001</c:v>
                      </c:pt>
                      <c:pt idx="7115">
                        <c:v>116.08187</c:v>
                      </c:pt>
                      <c:pt idx="7116">
                        <c:v>116.01804</c:v>
                      </c:pt>
                      <c:pt idx="7117">
                        <c:v>115.97986</c:v>
                      </c:pt>
                      <c:pt idx="7118">
                        <c:v>115.95721</c:v>
                      </c:pt>
                      <c:pt idx="7119">
                        <c:v>115.96998000000001</c:v>
                      </c:pt>
                      <c:pt idx="7120">
                        <c:v>116.00583</c:v>
                      </c:pt>
                      <c:pt idx="7121">
                        <c:v>116.02898</c:v>
                      </c:pt>
                      <c:pt idx="7122">
                        <c:v>116.03431999999999</c:v>
                      </c:pt>
                      <c:pt idx="7123">
                        <c:v>116.06236</c:v>
                      </c:pt>
                      <c:pt idx="7124">
                        <c:v>116.0939</c:v>
                      </c:pt>
                      <c:pt idx="7125">
                        <c:v>116.14014</c:v>
                      </c:pt>
                      <c:pt idx="7126">
                        <c:v>116.20104000000001</c:v>
                      </c:pt>
                      <c:pt idx="7127">
                        <c:v>116.28225999999999</c:v>
                      </c:pt>
                      <c:pt idx="7128">
                        <c:v>116.37736</c:v>
                      </c:pt>
                      <c:pt idx="7129">
                        <c:v>116.46117</c:v>
                      </c:pt>
                      <c:pt idx="7130">
                        <c:v>116.50793</c:v>
                      </c:pt>
                      <c:pt idx="7131">
                        <c:v>116.55822999999999</c:v>
                      </c:pt>
                      <c:pt idx="7132">
                        <c:v>116.61487</c:v>
                      </c:pt>
                      <c:pt idx="7133">
                        <c:v>116.67162999999999</c:v>
                      </c:pt>
                      <c:pt idx="7134">
                        <c:v>116.73953</c:v>
                      </c:pt>
                      <c:pt idx="7135">
                        <c:v>116.82323</c:v>
                      </c:pt>
                      <c:pt idx="7136">
                        <c:v>116.91598</c:v>
                      </c:pt>
                      <c:pt idx="7137">
                        <c:v>116.93723</c:v>
                      </c:pt>
                      <c:pt idx="7138">
                        <c:v>116.85478999999999</c:v>
                      </c:pt>
                      <c:pt idx="7139">
                        <c:v>116.74781</c:v>
                      </c:pt>
                      <c:pt idx="7140">
                        <c:v>116.70131000000001</c:v>
                      </c:pt>
                      <c:pt idx="7141">
                        <c:v>116.71987</c:v>
                      </c:pt>
                      <c:pt idx="7142">
                        <c:v>116.69846</c:v>
                      </c:pt>
                      <c:pt idx="7143">
                        <c:v>116.57427</c:v>
                      </c:pt>
                      <c:pt idx="7144">
                        <c:v>116.46567</c:v>
                      </c:pt>
                      <c:pt idx="7145">
                        <c:v>116.41673</c:v>
                      </c:pt>
                      <c:pt idx="7146">
                        <c:v>116.30965</c:v>
                      </c:pt>
                      <c:pt idx="7147">
                        <c:v>116.16567999999999</c:v>
                      </c:pt>
                      <c:pt idx="7148">
                        <c:v>116.092</c:v>
                      </c:pt>
                      <c:pt idx="7149">
                        <c:v>116.09304</c:v>
                      </c:pt>
                      <c:pt idx="7150">
                        <c:v>116.10876</c:v>
                      </c:pt>
                      <c:pt idx="7151">
                        <c:v>116.15044</c:v>
                      </c:pt>
                      <c:pt idx="7152">
                        <c:v>116.20944</c:v>
                      </c:pt>
                      <c:pt idx="7153">
                        <c:v>116.21465999999999</c:v>
                      </c:pt>
                      <c:pt idx="7154">
                        <c:v>116.22598000000001</c:v>
                      </c:pt>
                      <c:pt idx="7155">
                        <c:v>116.3297</c:v>
                      </c:pt>
                      <c:pt idx="7156">
                        <c:v>116.40561</c:v>
                      </c:pt>
                      <c:pt idx="7157">
                        <c:v>116.40725999999999</c:v>
                      </c:pt>
                      <c:pt idx="7158">
                        <c:v>116.42632</c:v>
                      </c:pt>
                      <c:pt idx="7159">
                        <c:v>116.49897</c:v>
                      </c:pt>
                      <c:pt idx="7160">
                        <c:v>116.59263</c:v>
                      </c:pt>
                      <c:pt idx="7161">
                        <c:v>116.63594999999999</c:v>
                      </c:pt>
                      <c:pt idx="7162">
                        <c:v>116.70695000000001</c:v>
                      </c:pt>
                      <c:pt idx="7163">
                        <c:v>116.74957000000001</c:v>
                      </c:pt>
                      <c:pt idx="7164">
                        <c:v>116.67252000000001</c:v>
                      </c:pt>
                      <c:pt idx="7165">
                        <c:v>116.56091000000001</c:v>
                      </c:pt>
                      <c:pt idx="7166">
                        <c:v>116.5356</c:v>
                      </c:pt>
                      <c:pt idx="7167">
                        <c:v>116.71317000000001</c:v>
                      </c:pt>
                      <c:pt idx="7168">
                        <c:v>116.88914</c:v>
                      </c:pt>
                      <c:pt idx="7169">
                        <c:v>116.98298</c:v>
                      </c:pt>
                      <c:pt idx="7170">
                        <c:v>117.02316999999999</c:v>
                      </c:pt>
                      <c:pt idx="7171">
                        <c:v>117.00315999999999</c:v>
                      </c:pt>
                      <c:pt idx="7172">
                        <c:v>117.03216999999999</c:v>
                      </c:pt>
                      <c:pt idx="7173">
                        <c:v>117.10982</c:v>
                      </c:pt>
                      <c:pt idx="7174">
                        <c:v>117.14155</c:v>
                      </c:pt>
                      <c:pt idx="7175">
                        <c:v>117.11360000000001</c:v>
                      </c:pt>
                      <c:pt idx="7176">
                        <c:v>117.11369000000001</c:v>
                      </c:pt>
                      <c:pt idx="7177">
                        <c:v>117.14006000000001</c:v>
                      </c:pt>
                      <c:pt idx="7178">
                        <c:v>117.14089</c:v>
                      </c:pt>
                      <c:pt idx="7179">
                        <c:v>117.09083</c:v>
                      </c:pt>
                      <c:pt idx="7180">
                        <c:v>116.97345</c:v>
                      </c:pt>
                      <c:pt idx="7181">
                        <c:v>116.89015999999999</c:v>
                      </c:pt>
                      <c:pt idx="7182">
                        <c:v>116.87092</c:v>
                      </c:pt>
                      <c:pt idx="7183">
                        <c:v>116.92845</c:v>
                      </c:pt>
                      <c:pt idx="7184">
                        <c:v>117.01147</c:v>
                      </c:pt>
                      <c:pt idx="7185">
                        <c:v>117.06701</c:v>
                      </c:pt>
                      <c:pt idx="7186">
                        <c:v>117.13679</c:v>
                      </c:pt>
                      <c:pt idx="7187">
                        <c:v>117.20482</c:v>
                      </c:pt>
                      <c:pt idx="7188">
                        <c:v>117.23036999999999</c:v>
                      </c:pt>
                      <c:pt idx="7189">
                        <c:v>117.22375</c:v>
                      </c:pt>
                      <c:pt idx="7190">
                        <c:v>117.20004</c:v>
                      </c:pt>
                      <c:pt idx="7191">
                        <c:v>117.1648</c:v>
                      </c:pt>
                      <c:pt idx="7192">
                        <c:v>117.12231</c:v>
                      </c:pt>
                      <c:pt idx="7193">
                        <c:v>117.07122</c:v>
                      </c:pt>
                      <c:pt idx="7194">
                        <c:v>117.01295</c:v>
                      </c:pt>
                      <c:pt idx="7195">
                        <c:v>116.98557</c:v>
                      </c:pt>
                      <c:pt idx="7196">
                        <c:v>116.96588</c:v>
                      </c:pt>
                      <c:pt idx="7197">
                        <c:v>116.9734</c:v>
                      </c:pt>
                      <c:pt idx="7198">
                        <c:v>116.99644000000001</c:v>
                      </c:pt>
                      <c:pt idx="7199">
                        <c:v>117.03010999999999</c:v>
                      </c:pt>
                      <c:pt idx="7200">
                        <c:v>117.08087999999999</c:v>
                      </c:pt>
                      <c:pt idx="7201">
                        <c:v>117.1507</c:v>
                      </c:pt>
                      <c:pt idx="7202">
                        <c:v>117.21465999999999</c:v>
                      </c:pt>
                      <c:pt idx="7203">
                        <c:v>117.26233999999999</c:v>
                      </c:pt>
                      <c:pt idx="7204">
                        <c:v>117.29558</c:v>
                      </c:pt>
                      <c:pt idx="7205">
                        <c:v>117.31641999999999</c:v>
                      </c:pt>
                      <c:pt idx="7206">
                        <c:v>117.33411</c:v>
                      </c:pt>
                      <c:pt idx="7207">
                        <c:v>117.36642000000001</c:v>
                      </c:pt>
                      <c:pt idx="7208">
                        <c:v>117.41322</c:v>
                      </c:pt>
                      <c:pt idx="7209">
                        <c:v>117.47554</c:v>
                      </c:pt>
                      <c:pt idx="7210">
                        <c:v>117.55484</c:v>
                      </c:pt>
                      <c:pt idx="7211">
                        <c:v>117.642</c:v>
                      </c:pt>
                      <c:pt idx="7212">
                        <c:v>117.75503</c:v>
                      </c:pt>
                      <c:pt idx="7213">
                        <c:v>117.85078</c:v>
                      </c:pt>
                      <c:pt idx="7214">
                        <c:v>117.93485</c:v>
                      </c:pt>
                      <c:pt idx="7215">
                        <c:v>118.02030999999999</c:v>
                      </c:pt>
                      <c:pt idx="7216">
                        <c:v>118.09994</c:v>
                      </c:pt>
                      <c:pt idx="7217">
                        <c:v>118.1451</c:v>
                      </c:pt>
                      <c:pt idx="7218">
                        <c:v>118.20518</c:v>
                      </c:pt>
                      <c:pt idx="7219">
                        <c:v>118.26639</c:v>
                      </c:pt>
                      <c:pt idx="7220">
                        <c:v>118.27921000000001</c:v>
                      </c:pt>
                      <c:pt idx="7221">
                        <c:v>118.24155</c:v>
                      </c:pt>
                      <c:pt idx="7222">
                        <c:v>118.17635</c:v>
                      </c:pt>
                      <c:pt idx="7223">
                        <c:v>118.10439</c:v>
                      </c:pt>
                      <c:pt idx="7224">
                        <c:v>118.04273000000001</c:v>
                      </c:pt>
                      <c:pt idx="7225">
                        <c:v>117.98639</c:v>
                      </c:pt>
                      <c:pt idx="7226">
                        <c:v>117.93652</c:v>
                      </c:pt>
                      <c:pt idx="7227">
                        <c:v>117.89543</c:v>
                      </c:pt>
                      <c:pt idx="7228">
                        <c:v>117.87227</c:v>
                      </c:pt>
                      <c:pt idx="7229">
                        <c:v>117.85597</c:v>
                      </c:pt>
                      <c:pt idx="7230">
                        <c:v>117.83083999999999</c:v>
                      </c:pt>
                      <c:pt idx="7231">
                        <c:v>117.80474</c:v>
                      </c:pt>
                      <c:pt idx="7232">
                        <c:v>117.78323</c:v>
                      </c:pt>
                      <c:pt idx="7233">
                        <c:v>117.7501</c:v>
                      </c:pt>
                      <c:pt idx="7234">
                        <c:v>117.69241</c:v>
                      </c:pt>
                      <c:pt idx="7235">
                        <c:v>117.62173</c:v>
                      </c:pt>
                      <c:pt idx="7236">
                        <c:v>117.54729</c:v>
                      </c:pt>
                      <c:pt idx="7237">
                        <c:v>117.47243</c:v>
                      </c:pt>
                      <c:pt idx="7238">
                        <c:v>117.41114</c:v>
                      </c:pt>
                      <c:pt idx="7239">
                        <c:v>117.37442</c:v>
                      </c:pt>
                      <c:pt idx="7240">
                        <c:v>117.37746</c:v>
                      </c:pt>
                      <c:pt idx="7241">
                        <c:v>117.41358</c:v>
                      </c:pt>
                      <c:pt idx="7242">
                        <c:v>117.48851999999999</c:v>
                      </c:pt>
                      <c:pt idx="7243">
                        <c:v>117.60526</c:v>
                      </c:pt>
                      <c:pt idx="7244">
                        <c:v>117.74651</c:v>
                      </c:pt>
                      <c:pt idx="7245">
                        <c:v>117.88789</c:v>
                      </c:pt>
                      <c:pt idx="7246">
                        <c:v>118.00501</c:v>
                      </c:pt>
                      <c:pt idx="7247">
                        <c:v>118.0904</c:v>
                      </c:pt>
                      <c:pt idx="7248">
                        <c:v>118.14626</c:v>
                      </c:pt>
                      <c:pt idx="7249">
                        <c:v>118.17552999999999</c:v>
                      </c:pt>
                      <c:pt idx="7250">
                        <c:v>118.20197</c:v>
                      </c:pt>
                      <c:pt idx="7251">
                        <c:v>118.23112</c:v>
                      </c:pt>
                      <c:pt idx="7252">
                        <c:v>118.25573</c:v>
                      </c:pt>
                      <c:pt idx="7253">
                        <c:v>118.28001</c:v>
                      </c:pt>
                      <c:pt idx="7254">
                        <c:v>118.31010000000001</c:v>
                      </c:pt>
                      <c:pt idx="7255">
                        <c:v>118.35380000000001</c:v>
                      </c:pt>
                      <c:pt idx="7256">
                        <c:v>118.40582000000001</c:v>
                      </c:pt>
                      <c:pt idx="7257">
                        <c:v>118.46062000000001</c:v>
                      </c:pt>
                      <c:pt idx="7258">
                        <c:v>118.52637</c:v>
                      </c:pt>
                      <c:pt idx="7259">
                        <c:v>118.58942999999999</c:v>
                      </c:pt>
                      <c:pt idx="7260">
                        <c:v>118.63683</c:v>
                      </c:pt>
                      <c:pt idx="7261">
                        <c:v>118.6841</c:v>
                      </c:pt>
                      <c:pt idx="7262">
                        <c:v>118.7225</c:v>
                      </c:pt>
                      <c:pt idx="7263">
                        <c:v>118.75648</c:v>
                      </c:pt>
                      <c:pt idx="7264">
                        <c:v>118.78004</c:v>
                      </c:pt>
                      <c:pt idx="7265">
                        <c:v>118.54794</c:v>
                      </c:pt>
                      <c:pt idx="7266">
                        <c:v>118.33541</c:v>
                      </c:pt>
                      <c:pt idx="7267">
                        <c:v>118.18922999999999</c:v>
                      </c:pt>
                      <c:pt idx="7268">
                        <c:v>118.10959</c:v>
                      </c:pt>
                      <c:pt idx="7269">
                        <c:v>118.04773</c:v>
                      </c:pt>
                      <c:pt idx="7270">
                        <c:v>117.95972</c:v>
                      </c:pt>
                    </c:numCache>
                  </c:numRef>
                </c:yVal>
                <c:smooth val="1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EFC4-4D91-A56C-005AAF94DC83}"/>
                  </c:ext>
                </c:extLst>
              </c15:ser>
            </c15:filteredScatterSeries>
          </c:ext>
        </c:extLst>
      </c:scatterChart>
      <c:valAx>
        <c:axId val="5838181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time [sec]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1935"/>
        <c:crosses val="autoZero"/>
        <c:crossBetween val="midCat"/>
      </c:valAx>
      <c:valAx>
        <c:axId val="5838119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Temperature [°C]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8381817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/>
              <a:t>1/8/2016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429053-DC2A-4342-ADD4-2FD729D91E2C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r>
              <a:rPr lang="en-US"/>
              <a:t>1/8/2016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t>Click to edit Master text styles</a:t>
            </a:r>
          </a:p>
          <a:p>
            <a:pPr lvl="1" rtl="0"/>
            <a:r>
              <a:t>Second level</a:t>
            </a:r>
          </a:p>
          <a:p>
            <a:pPr lvl="2" rtl="0"/>
            <a:r>
              <a:t>Third level</a:t>
            </a:r>
          </a:p>
          <a:p>
            <a:pPr lvl="3" rtl="0"/>
            <a:r>
              <a:t>Fourth level</a:t>
            </a:r>
          </a:p>
          <a:p>
            <a:pPr lvl="4" rtl="0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EBA5BD7-F043-4D1B-AA17-CD412FC534DE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16AB60-4501-4517-9795-2890F3A53D7E}" type="datetime1">
              <a:rPr lang="en-GB" smtClean="0"/>
              <a:t>19/05/2025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5A761CC-8DFA-4546-B343-290B28B609BF}" type="datetime1">
              <a:rPr lang="en-GB" smtClean="0"/>
              <a:t>19/05/2025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rtlCol="0" anchor="ctr">
            <a:normAutofit/>
          </a:bodyPr>
          <a:lstStyle>
            <a:lvl1pPr algn="l">
              <a:defRPr sz="5400" b="0" cap="none" baseline="0"/>
            </a:lvl1pPr>
          </a:lstStyle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rtlCol="0"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951D6B-CBF3-47D8-B380-4167635E86CE}" type="datetime1">
              <a:rPr lang="en-GB" smtClean="0"/>
              <a:t>19/05/2025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3384000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7133" y="1706880"/>
            <a:ext cx="3384000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CE5624C-67D3-45CA-95C7-F25CD9A09093}" type="datetime1">
              <a:rPr lang="en-GB" smtClean="0"/>
              <a:t>19/05/2025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56D27DA-FBDE-6688-0552-8FBC9AFB288C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95384" y="1706880"/>
            <a:ext cx="3384000" cy="446532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86567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>
            <a:lvl1pPr>
              <a:defRPr/>
            </a:lvl1pPr>
          </a:lstStyle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CE416F5-4181-4A24-A36C-6167220A322B}" type="datetime1">
              <a:rPr lang="en-GB" smtClean="0"/>
              <a:t>19/05/2025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>
            <a:lvl1pPr>
              <a:defRPr/>
            </a:lvl1pPr>
          </a:lstStyle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338400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3384000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10026" y="1701800"/>
            <a:ext cx="338400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12057" y="2717800"/>
            <a:ext cx="3384000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B2B7639-5487-49C5-8555-FCB7CC710711}" type="datetime1">
              <a:rPr lang="en-GB" smtClean="0"/>
              <a:t>19/05/2025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0018205-E2D5-5777-DA24-F7D828F0E3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01169" y="1701800"/>
            <a:ext cx="3384000" cy="91440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4A78AAA5-C02D-B647-7176-4A3840603E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05232" y="2717800"/>
            <a:ext cx="3384000" cy="3454400"/>
          </a:xfrm>
        </p:spPr>
        <p:txBody>
          <a:bodyPr rtlCol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64918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66E7374-6886-46ED-B72D-37BCD99C7560}" type="datetime1">
              <a:rPr lang="en-GB" smtClean="0"/>
              <a:t>19/05/2025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79F0CE-5972-4440-BBF1-97FBCECBF181}" type="datetime1">
              <a:rPr lang="en-GB" smtClean="0"/>
              <a:t>19/05/2025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810CCC-6F29-4E17-B5AD-7DDAE0350354}" type="datetime1">
              <a:rPr lang="en-GB" smtClean="0"/>
              <a:t>19/05/2025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pPr rtl="0"/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F36B6F-2D65-441C-B2F9-F8EA11D83256}" type="datetime1">
              <a:rPr lang="en-GB" smtClean="0"/>
              <a:t>19/05/2025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3407B7-03F8-49BA-A9D0-123B6A0911D5}" type="datetime1">
              <a:rPr lang="en-GB" smtClean="0"/>
              <a:t>19/05/2025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/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46915AE-46C9-4338-A863-9B9CF6ABE5E8}" type="datetime1">
              <a:rPr lang="en-GB" smtClean="0"/>
              <a:t>19/05/2025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014DD1E-5D91-48A3-AD6D-45FBA980D106}" type="slidenum">
              <a:rPr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E899E18-7C4D-4281-BD75-22802FC94A7C}" type="datetime1">
              <a:rPr lang="en-GB" smtClean="0"/>
              <a:t>19/05/2025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n-GB"/>
              <a:t>TherMOS Overview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014DD1E-5D91-48A3-AD6D-45FBA980D106}" type="slidenum">
              <a:rPr/>
              <a:pPr rtl="0"/>
              <a:t>‹Nr.›</a:t>
            </a:fld>
            <a:endParaRPr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B59D6D9-1E66-F744-4A7D-F65C2BC8A8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34800" y="6611620"/>
            <a:ext cx="947737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200">
                <a:solidFill>
                  <a:srgbClr val="C00000"/>
                </a:solidFill>
                <a:latin typeface="BMW Group Condensed" panose="020B0606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72" r:id="rId5"/>
    <p:sldLayoutId id="2147483665" r:id="rId6"/>
    <p:sldLayoutId id="2147483673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e.mathworks.com/help/install/ug/install-products-with-internet-connection.html" TargetMode="External"/><Relationship Id="rId2" Type="http://schemas.openxmlformats.org/officeDocument/2006/relationships/hyperlink" Target="https://github.com/pascme05/TherMOS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3.xml"/><Relationship Id="rId4" Type="http://schemas.openxmlformats.org/officeDocument/2006/relationships/image" Target="../media/image17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mailto:p.schirmer@herts.ac.uk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pb-lea/deep-pmsm" TargetMode="External"/><Relationship Id="rId2" Type="http://schemas.openxmlformats.org/officeDocument/2006/relationships/hyperlink" Target="https://www.ventec-group.com/products/tec-thermal-thermal-management-ims/vt-4b3/datashe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wkirgsn/electric-motor-temperat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EDE706-CB4D-5EF9-75D0-E33DBC8E2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TherMOS</a:t>
            </a:r>
            <a:r>
              <a:rPr lang="en-GB" dirty="0"/>
              <a:t>: A Toolkit for Low Resolution Thermal </a:t>
            </a:r>
            <a:r>
              <a:rPr lang="en-GB" dirty="0" err="1"/>
              <a:t>Modeling</a:t>
            </a:r>
            <a:endParaRPr lang="en-DE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FA1321E-9B24-0A4D-8B17-5519C4481C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err="1"/>
              <a:t>Dr.</a:t>
            </a:r>
            <a:r>
              <a:rPr lang="en-GB" dirty="0"/>
              <a:t> Pascal Schirmer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54453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CC611-604E-AAFC-7FB3-14BA9BD0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Version History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3944DB6-2C90-0265-B5F2-B0987F68E8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9972070"/>
              </p:ext>
            </p:extLst>
          </p:nvPr>
        </p:nvGraphicFramePr>
        <p:xfrm>
          <a:off x="1219200" y="1701800"/>
          <a:ext cx="10360020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724">
                  <a:extLst>
                    <a:ext uri="{9D8B030D-6E8A-4147-A177-3AD203B41FA5}">
                      <a16:colId xmlns:a16="http://schemas.microsoft.com/office/drawing/2014/main" val="376715285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787558936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17080312"/>
                    </a:ext>
                  </a:extLst>
                </a:gridCol>
                <a:gridCol w="4119700">
                  <a:extLst>
                    <a:ext uri="{9D8B030D-6E8A-4147-A177-3AD203B41FA5}">
                      <a16:colId xmlns:a16="http://schemas.microsoft.com/office/drawing/2014/main" val="3628014525"/>
                    </a:ext>
                  </a:extLst>
                </a:gridCol>
                <a:gridCol w="1726670">
                  <a:extLst>
                    <a:ext uri="{9D8B030D-6E8A-4147-A177-3AD203B41FA5}">
                      <a16:colId xmlns:a16="http://schemas.microsoft.com/office/drawing/2014/main" val="1808655610"/>
                    </a:ext>
                  </a:extLst>
                </a:gridCol>
                <a:gridCol w="1726670">
                  <a:extLst>
                    <a:ext uri="{9D8B030D-6E8A-4147-A177-3AD203B41FA5}">
                      <a16:colId xmlns:a16="http://schemas.microsoft.com/office/drawing/2014/main" val="32021547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Comment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Editor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Lead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63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v.1.0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15.05.2025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800" dirty="0"/>
                        <a:t>Creating initial version.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Pascal Schirmer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Pascal Schirmer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17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87807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7992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021408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D827-8CF0-C670-A81A-D540255D2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DE0A11E-2BC1-4DE8-BC2C-EBB433A8363D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FDEAF1-3D7A-A05A-7406-A74ABB15B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43D30-2AF2-C8C9-339C-108D101A2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656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4B10B-8461-4172-6CCB-4E1D23A43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7A203-3995-FB7C-A804-B7F58FCD1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en-GB" dirty="0"/>
              <a:t>Short Introduction</a:t>
            </a:r>
          </a:p>
          <a:p>
            <a:pPr marL="514350" indent="-514350">
              <a:buAutoNum type="arabicParenR"/>
            </a:pPr>
            <a:r>
              <a:rPr lang="en-GB" dirty="0"/>
              <a:t>Theoretical Background</a:t>
            </a:r>
          </a:p>
          <a:p>
            <a:pPr marL="514350" indent="-514350">
              <a:buAutoNum type="arabicParenR"/>
            </a:pPr>
            <a:r>
              <a:rPr lang="en-GB" dirty="0"/>
              <a:t>Toolkit Overview</a:t>
            </a:r>
          </a:p>
          <a:p>
            <a:pPr marL="514350" indent="-514350">
              <a:buAutoNum type="arabicParenR"/>
            </a:pPr>
            <a:r>
              <a:rPr lang="en-GB" dirty="0"/>
              <a:t>Exemplary Calculation</a:t>
            </a:r>
          </a:p>
          <a:p>
            <a:pPr marL="514350" indent="-514350">
              <a:buAutoNum type="arabicParenR"/>
            </a:pPr>
            <a:r>
              <a:rPr lang="en-GB" dirty="0"/>
              <a:t>Advanced Functionalities</a:t>
            </a:r>
          </a:p>
          <a:p>
            <a:pPr marL="514350" indent="-514350">
              <a:buAutoNum type="arabicParenR"/>
            </a:pPr>
            <a:r>
              <a:rPr lang="en-GB" dirty="0"/>
              <a:t>Outlook and Conclusion 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7BF44-BC86-7671-AA70-29B14AAD6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EA6ED03-D4AD-41D2-A7C0-2D46A953C94F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A09AF-5181-6D85-E76F-F4254586F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BADD5-F7C3-2CFA-9E08-C6DA8DD01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576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A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Short Introduction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262CEF8-AACA-4A0C-A77A-29137223A09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10144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707CF7-B372-DD32-8FA7-7BA7EA53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Aims and Goals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63BDF3-EEA3-868F-3689-DB0558BCD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MATLAB script/toolkit focuses on the reduction of high-order thermal models to more manageable lower-order models while preserving essential thermal dynamics. Thermal model order reduction is critical in simulations and real-time control applications where computational efficiency and accuracy are paramount. This process is typically necessary for systems with many thermal nodes, where full-scale </a:t>
            </a:r>
            <a:r>
              <a:rPr lang="en-GB" dirty="0" err="1"/>
              <a:t>modeling</a:t>
            </a:r>
            <a:r>
              <a:rPr lang="en-GB" dirty="0"/>
              <a:t> would be computationally prohibitive.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D8E36-A504-8FD1-34E6-957FCEED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537797C-44AC-4E25-BCF3-63245D5EBB2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12003-0FE7-990E-A654-6E747B2AB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46E0-A0C6-68EF-2E0F-AAEF58EFF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01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707CF7-B372-DD32-8FA7-7BA7EA53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Dependencies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1FC8-3ECA-70D3-6A59-3620F58A2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Used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25FDB-22B9-FD7E-6933-8786D69D57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dirty="0"/>
              <a:t>OS:	WIN 10</a:t>
            </a:r>
          </a:p>
          <a:p>
            <a:r>
              <a:rPr lang="en-GB" sz="2400" dirty="0"/>
              <a:t>CPU:	AMD 3700X</a:t>
            </a:r>
          </a:p>
          <a:p>
            <a:r>
              <a:rPr lang="en-GB" sz="2400" dirty="0"/>
              <a:t>RAM:	32 GB 3600 MHZ DDR4</a:t>
            </a:r>
          </a:p>
          <a:p>
            <a:r>
              <a:rPr lang="en-GB" sz="2400" dirty="0"/>
              <a:t>ROM:	1 TB SSD</a:t>
            </a:r>
          </a:p>
          <a:p>
            <a:r>
              <a:rPr lang="en-GB" sz="2400" dirty="0"/>
              <a:t>GPU:	NVIDIA RTX 3700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2D2D414-E7FF-3B90-4123-DB4DAC1D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Software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AE0EE8F-3A58-713F-36CA-B3B7EC4B3B2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GB" sz="2000" dirty="0"/>
              <a:t>The </a:t>
            </a:r>
            <a:r>
              <a:rPr lang="en-GB" sz="2000" dirty="0" err="1"/>
              <a:t>TherMOS</a:t>
            </a:r>
            <a:r>
              <a:rPr lang="en-GB" sz="2000" dirty="0"/>
              <a:t> Toolkit was implemented using Matlab R2023b and the following toolbox:</a:t>
            </a:r>
          </a:p>
          <a:p>
            <a:pPr>
              <a:spcBef>
                <a:spcPts val="600"/>
              </a:spcBef>
            </a:pPr>
            <a:r>
              <a:rPr lang="en-GB" sz="2000" dirty="0" err="1"/>
              <a:t>distrib_computing_toolbox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identification_toolbox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image_toolbox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matlab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neural_network_toolbox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optimization_toolbox</a:t>
            </a:r>
            <a:endParaRPr lang="en-GB" sz="2000" dirty="0"/>
          </a:p>
          <a:p>
            <a:pPr>
              <a:spcBef>
                <a:spcPts val="600"/>
              </a:spcBef>
            </a:pPr>
            <a:r>
              <a:rPr lang="en-GB" sz="2000" dirty="0" err="1"/>
              <a:t>statistics_toolbox</a:t>
            </a:r>
            <a:endParaRPr lang="en-GB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D8E36-A504-8FD1-34E6-957FCEED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3A0CD9C-1254-4B94-9AB7-E9908D6F9770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12003-0FE7-990E-A654-6E747B2AB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46E0-A0C6-68EF-2E0F-AAEF58EFF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796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707CF7-B372-DD32-8FA7-7BA7EA53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and Known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A7C5-5F9D-D8A8-765F-8FE9A436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Numerical discrepancies for default implementation for calculating </a:t>
            </a:r>
            <a:r>
              <a:rPr lang="en-GB" sz="2400" dirty="0" err="1"/>
              <a:t>Gth</a:t>
            </a:r>
            <a:r>
              <a:rPr lang="en-GB" sz="2400" dirty="0"/>
              <a:t> and </a:t>
            </a:r>
            <a:r>
              <a:rPr lang="en-GB" sz="2400" dirty="0" err="1"/>
              <a:t>Cth</a:t>
            </a:r>
            <a:r>
              <a:rPr lang="en-GB" sz="2400" dirty="0"/>
              <a:t> matrices for 2D POD method</a:t>
            </a:r>
          </a:p>
          <a:p>
            <a:r>
              <a:rPr lang="en-GB" sz="2400" dirty="0"/>
              <a:t>Thermal structure function has convergence issues (should currently not be used)</a:t>
            </a:r>
          </a:p>
          <a:p>
            <a:r>
              <a:rPr lang="en-GB" sz="2400" dirty="0"/>
              <a:t>Deep learning does not </a:t>
            </a:r>
            <a:r>
              <a:rPr lang="en-GB" sz="2400"/>
              <a:t>support sequence-to-sequence learning</a:t>
            </a:r>
            <a:endParaRPr lang="en-GB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D8E36-A504-8FD1-34E6-957FCEED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A03BCAA-199C-4A8F-98B1-6B34F3AA9F2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12003-0FE7-990E-A654-6E747B2AB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46E0-A0C6-68EF-2E0F-AAEF58EFF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38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B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Theoretical Background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8931EF8-C488-4E45-AFAF-EE305A2059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99943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69AE3F-5059-1EBC-E411-767C0C94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Model</a:t>
            </a:r>
          </a:p>
        </p:txBody>
      </p:sp>
      <p:pic>
        <p:nvPicPr>
          <p:cNvPr id="88" name="Inhaltsplatzhalter 87">
            <a:extLst>
              <a:ext uri="{FF2B5EF4-FFF2-40B4-BE49-F238E27FC236}">
                <a16:creationId xmlns:a16="http://schemas.microsoft.com/office/drawing/2014/main" id="{7BC49666-AE9F-0085-CEC7-9C75022B7D6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19200" y="2278833"/>
            <a:ext cx="5078413" cy="3321096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Inhaltsplatzhalter 9">
                <a:extLst>
                  <a:ext uri="{FF2B5EF4-FFF2-40B4-BE49-F238E27FC236}">
                    <a16:creationId xmlns:a16="http://schemas.microsoft.com/office/drawing/2014/main" id="{8FAC68F1-1BEF-FF89-7F7C-61068A9F8C2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 algn="just">
                  <a:buNone/>
                </a:pPr>
                <a:r>
                  <a:rPr lang="en-US" sz="1800" b="1" dirty="0"/>
                  <a:t>Description</a:t>
                </a:r>
              </a:p>
              <a:p>
                <a:pPr marL="0" indent="0" algn="just">
                  <a:buNone/>
                </a:pPr>
                <a:r>
                  <a:rPr lang="en-US" sz="1800" dirty="0"/>
                  <a:t>The generalized architecture that should be modelled using the ROMs is displayed below. It aims to represent a generalized component in a power electronic system that is dissipating losses, while having boundary conditions on system level. The following aspects are considered:</a:t>
                </a:r>
              </a:p>
              <a:p>
                <a:pPr marL="342900" indent="-342900" algn="just">
                  <a:spcBef>
                    <a:spcPts val="600"/>
                  </a:spcBef>
                  <a:buAutoNum type="arabicParenR"/>
                </a:pPr>
                <a:r>
                  <a:rPr lang="en-US" sz="1800" dirty="0"/>
                  <a:t>Internal heat generation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𝑜h𝑚𝑖𝑐𝐻𝑒𝑎𝑡</m:t>
                        </m:r>
                      </m:sub>
                      <m:sup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1800" dirty="0"/>
                  <a:t>)</a:t>
                </a:r>
              </a:p>
              <a:p>
                <a:pPr marL="342900" indent="-342900" algn="just">
                  <a:spcBef>
                    <a:spcPts val="600"/>
                  </a:spcBef>
                  <a:buAutoNum type="arabicParenR"/>
                </a:pPr>
                <a:r>
                  <a:rPr lang="en-US" sz="1800" dirty="0"/>
                  <a:t>External heating due to nearby sources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𝑜h𝑚𝑖𝑐𝐻𝑒𝑎𝑡𝐼𝑛𝑡</m:t>
                        </m:r>
                      </m:sub>
                      <m:sup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 marL="342900" indent="-342900" algn="just">
                  <a:spcBef>
                    <a:spcPts val="600"/>
                  </a:spcBef>
                  <a:buAutoNum type="arabicParenR"/>
                </a:pPr>
                <a:r>
                  <a:rPr lang="en-US" sz="1800" dirty="0"/>
                  <a:t>Heat flow to the ambient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𝑎𝑚𝑏</m:t>
                        </m:r>
                      </m:sub>
                    </m:sSub>
                  </m:oMath>
                </a14:m>
                <a:r>
                  <a:rPr lang="en-US" sz="1800" dirty="0"/>
                  <a:t>)</a:t>
                </a:r>
              </a:p>
              <a:p>
                <a:pPr marL="342900" indent="-342900" algn="just">
                  <a:spcBef>
                    <a:spcPts val="600"/>
                  </a:spcBef>
                  <a:buAutoNum type="arabicParenR"/>
                </a:pPr>
                <a:r>
                  <a:rPr lang="en-US" sz="1800" dirty="0"/>
                  <a:t>Heat flow to the coolant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𝐶𝑜𝑜𝑙𝑎𝑛𝑡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 over the housing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h𝑜𝑢𝑠𝑖𝑛𝑔</m:t>
                        </m:r>
                      </m:sub>
                    </m:sSub>
                  </m:oMath>
                </a14:m>
                <a:r>
                  <a:rPr lang="en-US" sz="1800" dirty="0"/>
                  <a:t>)</a:t>
                </a:r>
              </a:p>
              <a:p>
                <a:pPr marL="0" indent="0" algn="just">
                  <a:buNone/>
                </a:pPr>
                <a:r>
                  <a:rPr lang="en-US" sz="1800" dirty="0"/>
                  <a:t>Therefore, the full order model consists next, to the geometry, of two independent reference temperatures and losses. </a:t>
                </a:r>
              </a:p>
            </p:txBody>
          </p:sp>
        </mc:Choice>
        <mc:Fallback>
          <p:sp>
            <p:nvSpPr>
              <p:cNvPr id="10" name="Inhaltsplatzhalter 9">
                <a:extLst>
                  <a:ext uri="{FF2B5EF4-FFF2-40B4-BE49-F238E27FC236}">
                    <a16:creationId xmlns:a16="http://schemas.microsoft.com/office/drawing/2014/main" id="{8FAC68F1-1BEF-FF89-7F7C-61068A9F8C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360" t="-1501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95A65-9F16-A0C6-DDEE-C4C6BBC2A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5021A93-2822-41E4-AF28-A63C57DF4CFC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5B378-202B-ACF1-C6DC-B233CC59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547E7-31BA-5053-355D-77B68F2C1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9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AFA5E-EEF1-9701-BB7B-5AB495F357D0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61052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69AE3F-5059-1EBC-E411-767C0C94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Reduced Order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Inhaltsplatzhalter 9">
                <a:extLst>
                  <a:ext uri="{FF2B5EF4-FFF2-40B4-BE49-F238E27FC236}">
                    <a16:creationId xmlns:a16="http://schemas.microsoft.com/office/drawing/2014/main" id="{79482A3A-1CA0-D3B4-21ED-EADC62C79A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Theory</a:t>
                </a:r>
              </a:p>
              <a:p>
                <a:pPr marL="0" indent="0" algn="just">
                  <a:buNone/>
                </a:pPr>
                <a:r>
                  <a:rPr lang="en-GB" dirty="0"/>
                  <a:t>The aim of a Reduced Order Model (ROM) is to reduced a complex geometrical physical model with high computational load using mathematical techniques. For example the </a:t>
                </a:r>
                <a:r>
                  <a:rPr lang="en-US" dirty="0"/>
                  <a:t>temperature dependencies could then be modeled according to Fourier theory as a spatial temporal variable with infinite number of modes</a:t>
                </a:r>
                <a:r>
                  <a:rPr lang="en-GB" dirty="0"/>
                  <a:t> [2]: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sz="28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2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sz="28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de-DE" sz="28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2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  <m:r>
                      <a:rPr lang="en-US" sz="2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spatial temporal temperature constructed by an orthonormal set of spatial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corresponding temporal modes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</m:oMath>
                </a14:m>
                <a:r>
                  <a:rPr lang="en-US" dirty="0"/>
                  <a:t> The model coefficients are optimized to fulfil a minimum criteria, as: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8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de-DE" sz="28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de-DE" sz="2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de-DE" sz="28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0" name="Inhaltsplatzhalter 9">
                <a:extLst>
                  <a:ext uri="{FF2B5EF4-FFF2-40B4-BE49-F238E27FC236}">
                    <a16:creationId xmlns:a16="http://schemas.microsoft.com/office/drawing/2014/main" id="{79482A3A-1CA0-D3B4-21ED-EADC62C79A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36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95A65-9F16-A0C6-DDEE-C4C6BBC2A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5021A93-2822-41E4-AF28-A63C57DF4CFC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5B378-202B-ACF1-C6DC-B233CC599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547E7-31BA-5053-355D-77B68F2C1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10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AFA5E-EEF1-9701-BB7B-5AB495F357D0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[5,6]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11" name="Picture 5">
            <a:extLst>
              <a:ext uri="{FF2B5EF4-FFF2-40B4-BE49-F238E27FC236}">
                <a16:creationId xmlns:a16="http://schemas.microsoft.com/office/drawing/2014/main" id="{31D3BBF6-BF7B-93AC-63D8-310B0F1F3C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19200" y="2194124"/>
            <a:ext cx="5078413" cy="349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4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529D-65F0-C2EA-9A6A-11B318AD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86B8694-53C1-9426-9761-1110CF2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B1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F487AE-2507-5311-E532-D5A6D43B5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1D Reduced order Models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87E2E-665D-BCE4-C97B-C25AEF11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30BB9-BC56-43AA-FFA1-B3154C598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94106-6C7A-BF92-5FB6-732B0236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8009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AF84A4AD-FC10-F154-F3C3-54B260B7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Foster- and </a:t>
            </a:r>
            <a:r>
              <a:rPr lang="en-GB" dirty="0" err="1"/>
              <a:t>Cauer</a:t>
            </a:r>
            <a:r>
              <a:rPr lang="en-GB" dirty="0"/>
              <a:t>-models (RC-Models)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F0E4B15D-B8A6-D0ED-2E36-8483CBC3C61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218883" y="5229200"/>
                <a:ext cx="5078677" cy="942999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2900" b="1" dirty="0"/>
                  <a:t>Example</a:t>
                </a:r>
              </a:p>
              <a:p>
                <a:pPr marL="0" indent="0" algn="just">
                  <a:buNone/>
                </a:pPr>
                <a:r>
                  <a:rPr lang="en-GB" sz="2900" dirty="0"/>
                  <a:t>Complex thermal 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9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9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9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𝑡h</m:t>
                        </m:r>
                      </m:sub>
                    </m:sSub>
                    <m:r>
                      <a:rPr lang="en-US" sz="29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ctrlPr>
                          <a:rPr lang="de-DE" sz="29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9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de-DE" sz="2900" b="0" i="0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de-DE" sz="2900" b="0" i="0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W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900" dirty="0"/>
                  <a:t>for four different components with different thermal coupling.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F0E4B15D-B8A6-D0ED-2E36-8483CBC3C6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218883" y="5229200"/>
                <a:ext cx="5078677" cy="942999"/>
              </a:xfrm>
              <a:blipFill>
                <a:blip r:embed="rId2"/>
                <a:stretch>
                  <a:fillRect l="-120" t="-7143" b="-58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326BE417-ED72-8A1C-1939-DD960FB0EEF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3300" b="1" dirty="0"/>
                  <a:t>Theory</a:t>
                </a:r>
                <a:endParaRPr lang="en-GB" b="1" dirty="0"/>
              </a:p>
              <a:p>
                <a:pPr marL="0" indent="0" algn="just">
                  <a:buNone/>
                </a:pPr>
                <a:r>
                  <a:rPr lang="en-GB" sz="3300" dirty="0"/>
                  <a:t>Foster and </a:t>
                </a:r>
                <a:r>
                  <a:rPr lang="en-GB" sz="3300" dirty="0" err="1"/>
                  <a:t>Cauer</a:t>
                </a:r>
                <a:r>
                  <a:rPr lang="en-GB" sz="3300" dirty="0"/>
                  <a:t> models (RC-Models) are one of the easiest form to fit reduced order thermal models based on step responses. The equation for fitting can be found below: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9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9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9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𝑡h</m:t>
                          </m:r>
                        </m:sub>
                      </m:sSub>
                      <m:r>
                        <a:rPr lang="en-US" sz="29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9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sz="29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9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9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29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9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sup>
                        <m:e>
                          <m:sSubSup>
                            <m:sSubSupPr>
                              <m:ctrlPr>
                                <a:rPr lang="de-DE" sz="29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9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9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𝑡h</m:t>
                              </m:r>
                            </m:sub>
                            <m:sup>
                              <m:r>
                                <a:rPr lang="en-US" sz="29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p>
                          </m:sSubSup>
                          <m:d>
                            <m:dPr>
                              <m:ctrlPr>
                                <a:rPr lang="de-DE" sz="29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9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29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𝑒𝑥𝑝</m:t>
                              </m:r>
                              <m:d>
                                <m:dPr>
                                  <m:ctrlPr>
                                    <a:rPr lang="de-DE" sz="29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9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sz="29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9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num>
                                    <m:den>
                                      <m:sSubSup>
                                        <m:sSubSupPr>
                                          <m:ctrlPr>
                                            <a:rPr lang="de-DE" sz="2900" i="1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𝑡h</m:t>
                                          </m:r>
                                        </m:sub>
                                        <m:sup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p>
                                      </m:sSubSup>
                                      <m:sSubSup>
                                        <m:sSubSupPr>
                                          <m:ctrlPr>
                                            <a:rPr lang="de-DE" sz="2900" i="1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𝑡h</m:t>
                                          </m:r>
                                        </m:sub>
                                        <m:sup>
                                          <m:r>
                                            <a:rPr lang="en-US" sz="29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p>
                                      </m:sSubSup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r>
                  <a:rPr lang="en-US" sz="33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en-US" sz="3300" dirty="0"/>
                  <a:t> is the fitted step-response for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sz="3300" dirty="0"/>
                  <a:t> order model,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  <m:sup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sz="3300">
                        <a:latin typeface="Cambria Math" panose="02040503050406030204" pitchFamily="18" charset="0"/>
                      </a:rPr>
                      <m:t>/</m:t>
                    </m:r>
                    <m:sSubSup>
                      <m:sSubSup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  <m:sup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3300" dirty="0"/>
                  <a:t> are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330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sz="3300" dirty="0"/>
                  <a:t> element of the thermal resistance and thermal capacitance respectively. The dynamic time discrete temperature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33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33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3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3300" dirty="0"/>
                  <a:t> can then be written as:</a:t>
                </a:r>
              </a:p>
              <a:p>
                <a:pPr marL="0" indent="0" algn="just">
                  <a:buNone/>
                </a:pPr>
                <a:endParaRPr lang="en-US" sz="330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5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de-DE" sz="25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5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5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5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sup>
                        <m:e>
                          <m:d>
                            <m:dPr>
                              <m:ctrlPr>
                                <a:rPr lang="de-DE" sz="25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−∆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+∆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de-DE" sz="2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2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e>
                              </m:d>
                              <m:r>
                                <a:rPr lang="en-US" sz="25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𝑡h</m:t>
                                      </m:r>
                                    </m:sub>
                                    <m:sup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p>
                                  </m:sSubSup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∆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+∆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500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5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[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  <m:r>
                                    <a:rPr lang="en-US" sz="25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−1]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de-DE" sz="3300" dirty="0"/>
              </a:p>
            </p:txBody>
          </p:sp>
        </mc:Choice>
        <mc:Fallback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326BE417-ED72-8A1C-1939-DD960FB0EE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36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E58A6B-1A93-A51C-1F0D-14A0315F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414312-56B8-E6D8-946F-D67CFA078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E6C7C3-60C1-DF45-1676-0BB33F7AE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12</a:t>
            </a:fld>
            <a:endParaRPr lang="de-DE"/>
          </a:p>
        </p:txBody>
      </p:sp>
      <p:pic>
        <p:nvPicPr>
          <p:cNvPr id="10" name="Picture 2" descr="Typical Foster network for modeling of a power module and ambient. |  Download Scientific Diagram">
            <a:extLst>
              <a:ext uri="{FF2B5EF4-FFF2-40B4-BE49-F238E27FC236}">
                <a16:creationId xmlns:a16="http://schemas.microsoft.com/office/drawing/2014/main" id="{6791517D-5976-9718-863B-547EBBE59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856" y="1916832"/>
            <a:ext cx="4009287" cy="120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DF9BD197-2AB2-8328-FCD6-D26239205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3499" y="3388148"/>
            <a:ext cx="2628626" cy="1575287"/>
          </a:xfrm>
          <a:prstGeom prst="rect">
            <a:avLst/>
          </a:prstGeom>
        </p:spPr>
      </p:pic>
      <p:sp>
        <p:nvSpPr>
          <p:cNvPr id="12" name="TextBox 2">
            <a:extLst>
              <a:ext uri="{FF2B5EF4-FFF2-40B4-BE49-F238E27FC236}">
                <a16:creationId xmlns:a16="http://schemas.microsoft.com/office/drawing/2014/main" id="{5864839E-AA02-DF7F-112D-B947AFADE7E9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[5,6]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4169743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CC202-1A36-DDDC-BD19-3AA92C5EA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State-Space Models (SS-Models)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1EE1E-7212-DC3E-4DEB-6206F2BA03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218883" y="3789040"/>
                <a:ext cx="5078677" cy="2383160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3300" b="1" dirty="0"/>
                  <a:t>Example</a:t>
                </a:r>
              </a:p>
              <a:p>
                <a:pPr marL="0" indent="0" algn="just">
                  <a:buNone/>
                </a:pPr>
                <a:r>
                  <a:rPr lang="en-GB" sz="2900" dirty="0"/>
                  <a:t>Assuming that parameters are constant during the sampling interval state-space models can be discretized: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sz="2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9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𝐻𝑢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sz="2900" dirty="0"/>
                  <a:t> and </a:t>
                </a:r>
                <a14:m>
                  <m:oMath xmlns:m="http://schemas.openxmlformats.org/officeDocument/2006/math"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de-DE" sz="2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𝐶𝑥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GB" sz="2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9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900" b="0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p>
                        <m:e>
                          <m:sSup>
                            <m:sSupPr>
                              <m:ctrlP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de-DE" sz="2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de-DE" sz="2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90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A1EE1E-7212-DC3E-4DEB-6206F2BA03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218883" y="3789040"/>
                <a:ext cx="5078677" cy="2383160"/>
              </a:xfrm>
              <a:blipFill>
                <a:blip r:embed="rId2"/>
                <a:stretch>
                  <a:fillRect l="-480" t="-3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26B12867-631B-8AC7-1942-3FE51857AD0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3300" b="1" dirty="0"/>
                  <a:t>Theory</a:t>
                </a:r>
              </a:p>
              <a:p>
                <a:pPr marL="0" indent="0" algn="just">
                  <a:buNone/>
                </a:pPr>
                <a:r>
                  <a:rPr lang="en-US" sz="3300" dirty="0"/>
                  <a:t>After carrying out all network simplifications by parallel and series connections of thermal resistors, each LPTN topology can be rewritten in the form of ordinary differential equations [3]: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>
                        <m:f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de-DE" sz="3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𝜗</m:t>
                              </m:r>
                            </m:e>
                            <m:sub>
                              <m:r>
                                <a:rPr lang="de-DE" sz="3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33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sz="33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de-DE" sz="3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</a:rPr>
                                    <m:t>𝑡h</m:t>
                                  </m:r>
                                </m:sup>
                              </m:sSubSup>
                            </m:den>
                          </m:f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de-DE" sz="33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33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33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33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de-DE" sz="3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𝜗</m:t>
                                      </m:r>
                                    </m:e>
                                    <m:sub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e-DE" sz="33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𝜗</m:t>
                                      </m:r>
                                    </m:e>
                                    <m:sub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de-DE" sz="3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</a:rPr>
                                        <m:t>𝑖𝑘</m:t>
                                      </m:r>
                                    </m:sub>
                                    <m:sup>
                                      <m:r>
                                        <a:rPr lang="de-DE" sz="3300" b="0" i="1" smtClean="0">
                                          <a:latin typeface="Cambria Math" panose="02040503050406030204" pitchFamily="18" charset="0"/>
                                        </a:rPr>
                                        <m:t>𝑡h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US" sz="3300" dirty="0"/>
              </a:p>
              <a:p>
                <a:pPr marL="0" indent="0" algn="just">
                  <a:buNone/>
                </a:pPr>
                <a:r>
                  <a:rPr lang="en-US" sz="3300" dirty="0"/>
                  <a:t>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33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33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33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de-DE" sz="33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bSup>
                  </m:oMath>
                </a14:m>
                <a:r>
                  <a:rPr lang="en-US" sz="3300" dirty="0"/>
                  <a:t> are the internal nodes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DE" sz="33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33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3300" i="1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de-DE" sz="3300" i="1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bSup>
                  </m:oMath>
                </a14:m>
                <a:r>
                  <a:rPr lang="en-US" sz="3300" dirty="0"/>
                  <a:t> are the nodes to the reference temperature. Rearranging the above equations leads to the following state-space model: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33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3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33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3300" b="1" i="1" smtClean="0">
                          <a:latin typeface="Cambria Math" panose="02040503050406030204" pitchFamily="18" charset="0"/>
                        </a:rPr>
                        <m:t>𝑩𝒖</m:t>
                      </m:r>
                      <m:d>
                        <m:d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3300" b="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300" b="1" i="1" smtClean="0">
                          <a:latin typeface="Cambria Math" panose="02040503050406030204" pitchFamily="18" charset="0"/>
                        </a:rPr>
                        <m:t>𝒚</m:t>
                      </m:r>
                      <m:d>
                        <m:dPr>
                          <m:ctrlPr>
                            <a:rPr lang="de-DE" sz="3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33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3300" b="1" i="1" smtClean="0">
                          <a:latin typeface="Cambria Math" panose="02040503050406030204" pitchFamily="18" charset="0"/>
                        </a:rPr>
                        <m:t>𝑪𝒙</m:t>
                      </m:r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33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300" dirty="0"/>
              </a:p>
              <a:p>
                <a:pPr marL="0" indent="0" algn="just">
                  <a:buNone/>
                </a:pPr>
                <a:r>
                  <a:rPr lang="en-US" sz="3300" dirty="0"/>
                  <a:t>where </a:t>
                </a:r>
                <a14:m>
                  <m:oMath xmlns:m="http://schemas.openxmlformats.org/officeDocument/2006/math"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3300" dirty="0"/>
                  <a:t> represents the nodal temperatures </a:t>
                </a:r>
                <a14:m>
                  <m:oMath xmlns:m="http://schemas.openxmlformats.org/officeDocument/2006/math">
                    <m:r>
                      <a:rPr lang="en-US" sz="3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𝜗</m:t>
                    </m:r>
                  </m:oMath>
                </a14:m>
                <a:r>
                  <a:rPr lang="en-US" sz="3300" dirty="0"/>
                  <a:t> and </a:t>
                </a:r>
                <a14:m>
                  <m:oMath xmlns:m="http://schemas.openxmlformats.org/officeDocument/2006/math"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3300" dirty="0"/>
                  <a:t> is the input vector consisting of power losses </a:t>
                </a:r>
                <a14:m>
                  <m:oMath xmlns:m="http://schemas.openxmlformats.org/officeDocument/2006/math"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3300" dirty="0"/>
                  <a:t> and the reference temperatures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3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de-DE" sz="3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</m:oMath>
                </a14:m>
                <a:r>
                  <a:rPr lang="en-US" sz="3300" dirty="0"/>
                  <a:t>.</a:t>
                </a:r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26B12867-631B-8AC7-1942-3FE51857AD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36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33FE328-5707-6E56-904F-376B6768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0951D6B-CBF3-47D8-B380-4167635E86CE}" type="datetime1">
              <a:rPr lang="en-GB" smtClean="0"/>
              <a:t>19/05/2025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234F1E-E145-F31E-B29A-4EF725CC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4067E5A-E212-573A-F778-C7C39930C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13</a:t>
            </a:fld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895474-3D5D-1C74-964B-AB0024826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663" y="1779015"/>
            <a:ext cx="1901115" cy="1825873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DD6E0AEE-1E1B-B6FF-612F-68EE7D1C29F1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[7]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60453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91E7D-B3B6-0982-D646-718A37FDF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varying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2FB22D-9F73-11AA-1497-1C3D8944ACE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3300" b="1" dirty="0"/>
                  <a:t>Approximation</a:t>
                </a:r>
              </a:p>
              <a:p>
                <a:pPr marL="0" indent="0" algn="just">
                  <a:buNone/>
                </a:pPr>
                <a:r>
                  <a:rPr lang="en-US" sz="3300" dirty="0"/>
                  <a:t>For a digital implementation on embedded hardware, the LPTN state-space model has to be discretized. Assuming that the input and scheduling variables are constant during a sampling interval: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sz="2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de-DE" sz="29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sz="2900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𝐶𝑥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2900" dirty="0"/>
              </a:p>
              <a:p>
                <a:pPr marL="0" indent="0" algn="ctr">
                  <a:buNone/>
                </a:pPr>
                <a:endParaRPr lang="en-GB" sz="2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9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2900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de-DE" sz="29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900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r>
                            <a:rPr lang="de-DE" sz="2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a:rPr lang="de-DE" sz="2900" b="1" i="1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900" b="0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sz="29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4"/>
                              </m:rP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4"/>
                              </m:rP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de-DE" sz="29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de-DE" sz="2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  <m:sSub>
                              <m:sSubPr>
                                <m:ctrlP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900" b="1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  <m: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de-DE" sz="2900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de-DE" sz="2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sup>
                        </m:sSup>
                      </m:e>
                    </m:nary>
                    <m:r>
                      <a:rPr lang="de-DE" sz="2900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900" b="1" dirty="0"/>
                  <a:t> </a:t>
                </a:r>
                <a14:m>
                  <m:oMath xmlns:m="http://schemas.openxmlformats.org/officeDocument/2006/math">
                    <m:r>
                      <a:rPr lang="de-DE" sz="29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900" dirty="0"/>
              </a:p>
              <a:p>
                <a:pPr marL="0" indent="0" algn="just">
                  <a:buNone/>
                </a:pPr>
                <a:r>
                  <a:rPr lang="en-GB" sz="3300" dirty="0"/>
                  <a:t>Since </a:t>
                </a:r>
                <a14:m>
                  <m:oMath xmlns:m="http://schemas.openxmlformats.org/officeDocument/2006/math"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33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sz="3300" dirty="0"/>
                  <a:t> are non-constant matrices they have to be updated, thus approximations like Euler are used: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9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de-DE" sz="29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d>
                          <m:dPr>
                            <m:ctrlPr>
                              <a:rPr lang="de-DE" sz="2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de-D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de-DE" sz="29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sz="29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de-DE" sz="29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de-DE" sz="2900" b="1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m:rPr>
                          <m:nor/>
                        </m:rPr>
                        <a:rPr lang="de-DE" sz="2900" b="1" dirty="0"/>
                        <m:t> </m:t>
                      </m:r>
                      <m:r>
                        <a:rPr lang="de-DE" sz="2900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de-DE" sz="2900" b="1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29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2FB22D-9F73-11AA-1497-1C3D8944AC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F2C4480-C817-FD93-A58D-99C1F5F8C74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sz="3300" b="1" dirty="0"/>
                  <a:t>Theory</a:t>
                </a:r>
                <a:endParaRPr lang="en-GB" b="1" dirty="0"/>
              </a:p>
              <a:p>
                <a:pPr marL="0" indent="0" algn="just">
                  <a:buNone/>
                </a:pPr>
                <a:r>
                  <a:rPr lang="en-GB" sz="3300" dirty="0"/>
                  <a:t>Assuming that not all parameters are constant, the above models can be extended by a so-called scheduling variable </a:t>
                </a:r>
                <a14:m>
                  <m:oMath xmlns:m="http://schemas.openxmlformats.org/officeDocument/2006/math">
                    <m:r>
                      <a:rPr lang="en-GB" sz="3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3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3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3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3300" dirty="0"/>
                  <a:t>, indicating that parameters are non-constant</a:t>
                </a:r>
                <a:r>
                  <a:rPr lang="en-US" sz="3300" dirty="0"/>
                  <a:t> [5]</a:t>
                </a:r>
                <a:r>
                  <a:rPr lang="en-GB" sz="3300" dirty="0"/>
                  <a:t>:</a:t>
                </a:r>
              </a:p>
              <a:p>
                <a:pPr marL="0" indent="0" algn="just">
                  <a:buNone/>
                </a:pPr>
                <a:endParaRPr lang="en-GB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</m:t>
                      </m:r>
                      <m:f>
                        <m:f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𝜗</m:t>
                              </m:r>
                            </m:e>
                            <m:sub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  <m:t>𝑡h</m:t>
                                  </m:r>
                                </m:sup>
                              </m:sSubSup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))</m:t>
                              </m:r>
                            </m:den>
                          </m:f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9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𝜗</m:t>
                                      </m:r>
                                    </m:e>
                                    <m:sub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𝜗</m:t>
                                      </m:r>
                                    </m:e>
                                    <m:sub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de-DE" sz="29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</a:rPr>
                                        <m:t>𝑖𝑘</m:t>
                                      </m:r>
                                    </m:sub>
                                    <m:sup>
                                      <m:r>
                                        <a:rPr lang="de-DE" sz="2900" b="0" i="1" smtClean="0">
                                          <a:latin typeface="Cambria Math" panose="02040503050406030204" pitchFamily="18" charset="0"/>
                                        </a:rPr>
                                        <m:t>𝑡h</m:t>
                                      </m:r>
                                    </m:sup>
                                  </m:sSubSup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GB" sz="29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  <m:d>
                                    <m:dPr>
                                      <m:ctrlPr>
                                        <a:rPr lang="de-DE" sz="29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9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de-DE" sz="29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endParaRPr lang="en-GB" dirty="0"/>
              </a:p>
              <a:p>
                <a:pPr marL="0" indent="0" algn="just">
                  <a:buNone/>
                </a:pPr>
                <a:r>
                  <a:rPr lang="en-US" sz="3300" dirty="0"/>
                  <a:t>Rearranging the above equations leads to the following state-space model:</a:t>
                </a:r>
              </a:p>
              <a:p>
                <a:pPr marL="0" indent="0" algn="just">
                  <a:buNone/>
                </a:pPr>
                <a:endParaRPr lang="en-US" sz="290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9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9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d>
                        <m:dPr>
                          <m:ctrlPr>
                            <a:rPr lang="de-DE" sz="2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9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sz="2900" b="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𝒚</m:t>
                      </m:r>
                      <m:d>
                        <m:dPr>
                          <m:ctrlPr>
                            <a:rPr lang="de-DE" sz="2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900" b="1" i="1" smtClean="0">
                          <a:latin typeface="Cambria Math" panose="02040503050406030204" pitchFamily="18" charset="0"/>
                        </a:rPr>
                        <m:t>𝑪𝒙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9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F2C4480-C817-FD93-A58D-99C1F5F8C7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36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4EB90FF-5B1A-93C1-E48E-F3ED68C11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0951D6B-CBF3-47D8-B380-4167635E86CE}" type="datetime1">
              <a:rPr lang="en-GB" smtClean="0"/>
              <a:t>19/05/2025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CC0E94F-AA0F-990A-2467-98F181B6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1B9722-4666-016D-3A0A-24A82E8B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14</a:t>
            </a:fld>
            <a:endParaRPr lang="de-DE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53AF8023-7485-1DD2-DBC3-CCE0D6B82D9B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[5]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482643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DD75CF-DB24-6294-8A09-9B81E2D2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Feedback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F0DD3E0-5E1D-08DF-5448-0F36BF04C50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Theory</a:t>
                </a:r>
              </a:p>
              <a:p>
                <a:pPr marL="0" indent="0" algn="just">
                  <a:buNone/>
                </a:pPr>
                <a:r>
                  <a:rPr lang="en-GB" dirty="0"/>
                  <a:t>Often parameters are also sensitive to temperature, which leads to feedback models since the output influences the input of the model. For most cases it is sufficient to assume a linear relationship:</a:t>
                </a:r>
              </a:p>
              <a:p>
                <a:pPr marL="0" indent="0" algn="just">
                  <a:buNone/>
                </a:pPr>
                <a:endParaRPr lang="en-GB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𝜗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𝜗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endParaRPr lang="en-GB" dirty="0"/>
              </a:p>
              <a:p>
                <a:pPr marL="0" indent="0" algn="just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GB" dirty="0"/>
                  <a:t> is a set of temperature dependent electrical parameters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is the reference temperature. The input and output relationship can then be represented as indicated on the left. It must be noted that the feedback can lead to instable models.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F0DD3E0-5E1D-08DF-5448-0F36BF04C5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600" t="-2183" r="-6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F0B9266-DD6A-1FA5-F714-E6A6214E3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0951D6B-CBF3-47D8-B380-4167635E86CE}" type="datetime1">
              <a:rPr lang="en-GB" smtClean="0"/>
              <a:t>19/05/2025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C79C421-2B28-AC8E-DFFF-36EDCFAA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8233E5-1528-0752-9E22-85B9EC5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15</a:t>
            </a:fld>
            <a:endParaRPr lang="de-DE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849A485A-9408-578C-6889-DE5C36597193}"/>
              </a:ext>
            </a:extLst>
          </p:cNvPr>
          <p:cNvSpPr txBox="1"/>
          <p:nvPr/>
        </p:nvSpPr>
        <p:spPr>
          <a:xfrm>
            <a:off x="6167019" y="3583028"/>
            <a:ext cx="65" cy="276999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Tx/>
              <a:buNone/>
            </a:pPr>
            <a:endParaRPr lang="en-GB" sz="1800" kern="1200" dirty="0" err="1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9" name="Group 23">
            <a:extLst>
              <a:ext uri="{FF2B5EF4-FFF2-40B4-BE49-F238E27FC236}">
                <a16:creationId xmlns:a16="http://schemas.microsoft.com/office/drawing/2014/main" id="{DFC218E5-A269-79D4-87DC-84D50F253FB2}"/>
              </a:ext>
            </a:extLst>
          </p:cNvPr>
          <p:cNvGrpSpPr/>
          <p:nvPr/>
        </p:nvGrpSpPr>
        <p:grpSpPr>
          <a:xfrm>
            <a:off x="2205980" y="2924944"/>
            <a:ext cx="3156779" cy="1870166"/>
            <a:chOff x="1171575" y="2272937"/>
            <a:chExt cx="3156779" cy="1870166"/>
          </a:xfrm>
        </p:grpSpPr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4266D11C-F58E-9080-C2BA-80FB5FA59842}"/>
                </a:ext>
              </a:extLst>
            </p:cNvPr>
            <p:cNvSpPr/>
            <p:nvPr/>
          </p:nvSpPr>
          <p:spPr>
            <a:xfrm>
              <a:off x="2255714" y="2272937"/>
              <a:ext cx="1253840" cy="714103"/>
            </a:xfrm>
            <a:prstGeom prst="rect">
              <a:avLst/>
            </a:prstGeom>
            <a:solidFill>
              <a:schemeClr val="accent1"/>
            </a:solidFill>
            <a:ln w="19050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en-GB" sz="1800" dirty="0">
                  <a:solidFill>
                    <a:schemeClr val="tx1"/>
                  </a:solidFill>
                </a:rPr>
                <a:t>Thermal Model</a:t>
              </a: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30EFF1EB-1E29-5854-86D5-620470FCBD6D}"/>
                </a:ext>
              </a:extLst>
            </p:cNvPr>
            <p:cNvSpPr/>
            <p:nvPr/>
          </p:nvSpPr>
          <p:spPr>
            <a:xfrm>
              <a:off x="2255714" y="3429000"/>
              <a:ext cx="1253840" cy="714103"/>
            </a:xfrm>
            <a:prstGeom prst="rect">
              <a:avLst/>
            </a:prstGeom>
            <a:solidFill>
              <a:schemeClr val="accent1"/>
            </a:solidFill>
            <a:ln w="19050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en-GB" sz="1800" dirty="0">
                  <a:solidFill>
                    <a:schemeClr val="tx1"/>
                  </a:solidFill>
                </a:rPr>
                <a:t>Parameter Update</a:t>
              </a:r>
            </a:p>
          </p:txBody>
        </p:sp>
        <p:cxnSp>
          <p:nvCxnSpPr>
            <p:cNvPr id="12" name="Straight Arrow Connector 8">
              <a:extLst>
                <a:ext uri="{FF2B5EF4-FFF2-40B4-BE49-F238E27FC236}">
                  <a16:creationId xmlns:a16="http://schemas.microsoft.com/office/drawing/2014/main" id="{59838EC2-3D81-CD68-A000-468B9BFCDE57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1730375" y="2629989"/>
              <a:ext cx="525339" cy="0"/>
            </a:xfrm>
            <a:prstGeom prst="straightConnector1">
              <a:avLst/>
            </a:prstGeom>
            <a:ln w="19050">
              <a:solidFill>
                <a:schemeClr val="tx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0">
              <a:extLst>
                <a:ext uri="{FF2B5EF4-FFF2-40B4-BE49-F238E27FC236}">
                  <a16:creationId xmlns:a16="http://schemas.microsoft.com/office/drawing/2014/main" id="{9506B10C-1BCB-330B-45BA-9877222C145E}"/>
                </a:ext>
              </a:extLst>
            </p:cNvPr>
            <p:cNvCxnSpPr>
              <a:cxnSpLocks/>
            </p:cNvCxnSpPr>
            <p:nvPr/>
          </p:nvCxnSpPr>
          <p:spPr>
            <a:xfrm>
              <a:off x="3509554" y="2635838"/>
              <a:ext cx="818800" cy="1"/>
            </a:xfrm>
            <a:prstGeom prst="straightConnector1">
              <a:avLst/>
            </a:prstGeom>
            <a:ln w="19050">
              <a:solidFill>
                <a:schemeClr val="tx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: Elbow 14">
              <a:extLst>
                <a:ext uri="{FF2B5EF4-FFF2-40B4-BE49-F238E27FC236}">
                  <a16:creationId xmlns:a16="http://schemas.microsoft.com/office/drawing/2014/main" id="{A9DE0733-29CD-9156-7673-8A4A59352A42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rot="5400000">
              <a:off x="3136222" y="3003320"/>
              <a:ext cx="1156064" cy="409400"/>
            </a:xfrm>
            <a:prstGeom prst="bentConnector2">
              <a:avLst/>
            </a:prstGeom>
            <a:ln w="19050">
              <a:solidFill>
                <a:schemeClr val="tx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6">
              <a:extLst>
                <a:ext uri="{FF2B5EF4-FFF2-40B4-BE49-F238E27FC236}">
                  <a16:creationId xmlns:a16="http://schemas.microsoft.com/office/drawing/2014/main" id="{3F810E85-F25E-EB00-394C-527997B7CB9F}"/>
                </a:ext>
              </a:extLst>
            </p:cNvPr>
            <p:cNvCxnSpPr>
              <a:cxnSpLocks/>
              <a:stCxn id="11" idx="1"/>
              <a:endCxn id="16" idx="4"/>
            </p:cNvCxnSpPr>
            <p:nvPr/>
          </p:nvCxnSpPr>
          <p:spPr>
            <a:xfrm rot="10800000">
              <a:off x="1622376" y="2737938"/>
              <a:ext cx="633339" cy="1048114"/>
            </a:xfrm>
            <a:prstGeom prst="bentConnector2">
              <a:avLst/>
            </a:prstGeom>
            <a:ln w="19050">
              <a:solidFill>
                <a:schemeClr val="tx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7">
              <a:extLst>
                <a:ext uri="{FF2B5EF4-FFF2-40B4-BE49-F238E27FC236}">
                  <a16:creationId xmlns:a16="http://schemas.microsoft.com/office/drawing/2014/main" id="{FC6C9AB6-CC40-1D5F-C74A-DB6E9139369E}"/>
                </a:ext>
              </a:extLst>
            </p:cNvPr>
            <p:cNvSpPr/>
            <p:nvPr/>
          </p:nvSpPr>
          <p:spPr>
            <a:xfrm>
              <a:off x="1514375" y="2522038"/>
              <a:ext cx="216000" cy="215900"/>
            </a:xfrm>
            <a:prstGeom prst="ellipse">
              <a:avLst/>
            </a:prstGeom>
            <a:solidFill>
              <a:schemeClr val="accent1"/>
            </a:solidFill>
            <a:ln w="19050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GB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21">
              <a:extLst>
                <a:ext uri="{FF2B5EF4-FFF2-40B4-BE49-F238E27FC236}">
                  <a16:creationId xmlns:a16="http://schemas.microsoft.com/office/drawing/2014/main" id="{39378705-AD93-F36A-97E8-1970D59C79EB}"/>
                </a:ext>
              </a:extLst>
            </p:cNvPr>
            <p:cNvCxnSpPr>
              <a:cxnSpLocks/>
            </p:cNvCxnSpPr>
            <p:nvPr/>
          </p:nvCxnSpPr>
          <p:spPr>
            <a:xfrm>
              <a:off x="1171575" y="2629988"/>
              <a:ext cx="342800" cy="0"/>
            </a:xfrm>
            <a:prstGeom prst="straightConnector1">
              <a:avLst/>
            </a:prstGeom>
            <a:ln w="19050">
              <a:solidFill>
                <a:schemeClr val="tx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24">
                <a:extLst>
                  <a:ext uri="{FF2B5EF4-FFF2-40B4-BE49-F238E27FC236}">
                    <a16:creationId xmlns:a16="http://schemas.microsoft.com/office/drawing/2014/main" id="{17157096-39A9-1540-81A0-C7E9BDFFE8EA}"/>
                  </a:ext>
                </a:extLst>
              </p:cNvPr>
              <p:cNvSpPr txBox="1"/>
              <p:nvPr/>
            </p:nvSpPr>
            <p:spPr>
              <a:xfrm>
                <a:off x="5382614" y="3139259"/>
                <a:ext cx="917495" cy="353943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spAutoFit/>
              </a:bodyPr>
              <a:lstStyle/>
              <a:p>
                <a: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Clr>
                    <a:schemeClr val="tx2"/>
                  </a:buClr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  <m:r>
                        <a:rPr lang="de-DE" sz="1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de-DE" sz="18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GB" sz="1800" kern="1200" dirty="0" err="1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8" name="TextBox 24">
                <a:extLst>
                  <a:ext uri="{FF2B5EF4-FFF2-40B4-BE49-F238E27FC236}">
                    <a16:creationId xmlns:a16="http://schemas.microsoft.com/office/drawing/2014/main" id="{17157096-39A9-1540-81A0-C7E9BDFFE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2614" y="3139259"/>
                <a:ext cx="917495" cy="353943"/>
              </a:xfrm>
              <a:prstGeom prst="rect">
                <a:avLst/>
              </a:prstGeom>
              <a:blipFill>
                <a:blip r:embed="rId3"/>
                <a:stretch>
                  <a:fillRect l="-6000" t="-1724" r="-9333" b="-51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25">
                <a:extLst>
                  <a:ext uri="{FF2B5EF4-FFF2-40B4-BE49-F238E27FC236}">
                    <a16:creationId xmlns:a16="http://schemas.microsoft.com/office/drawing/2014/main" id="{188F0BB1-E6B5-3EF1-0D81-94B59E1EA5F3}"/>
                  </a:ext>
                </a:extLst>
              </p:cNvPr>
              <p:cNvSpPr txBox="1"/>
              <p:nvPr/>
            </p:nvSpPr>
            <p:spPr>
              <a:xfrm>
                <a:off x="1121613" y="3103608"/>
                <a:ext cx="1012650" cy="38959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spAutoFit/>
              </a:bodyPr>
              <a:lstStyle/>
              <a:p>
                <a:pPr>
                  <a:spcAft>
                    <a:spcPts val="600"/>
                  </a:spcAft>
                  <a:buClr>
                    <a:schemeClr val="tx2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  <m:d>
                            <m:dPr>
                              <m:ctrlPr>
                                <a:rPr lang="de-DE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1400" kern="1200" dirty="0" err="1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9" name="TextBox 25">
                <a:extLst>
                  <a:ext uri="{FF2B5EF4-FFF2-40B4-BE49-F238E27FC236}">
                    <a16:creationId xmlns:a16="http://schemas.microsoft.com/office/drawing/2014/main" id="{188F0BB1-E6B5-3EF1-0D81-94B59E1EA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613" y="3103608"/>
                <a:ext cx="1012650" cy="3895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864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529D-65F0-C2EA-9A6A-11B318AD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86B8694-53C1-9426-9761-1110CF2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B2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F487AE-2507-5311-E532-D5A6D43B5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2D Reduced order Models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87E2E-665D-BCE4-C97B-C25AEF11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30BB9-BC56-43AA-FFA1-B3154C598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94106-6C7A-BF92-5FB6-732B0236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01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4529D-65F0-C2EA-9A6A-11B318AD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86B8694-53C1-9426-9761-1110CF22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B3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F487AE-2507-5311-E532-D5A6D43B5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Physics Informed models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87E2E-665D-BCE4-C97B-C25AEF114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30BB9-BC56-43AA-FFA1-B3154C598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94106-6C7A-BF92-5FB6-732B0236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2575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8CB1C862-6721-B9E1-98C9-D92ABC973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Physically motivated background: </a:t>
            </a:r>
            <a:br>
              <a:rPr lang="en-GB" dirty="0"/>
            </a:br>
            <a:r>
              <a:rPr lang="en-GB" dirty="0"/>
              <a:t>General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15A6A1D0-4073-2E78-08E8-6934FD1FF85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Theory</a:t>
                </a:r>
              </a:p>
              <a:p>
                <a:pPr marL="0" indent="0" algn="just">
                  <a:buNone/>
                </a:pPr>
                <a:r>
                  <a:rPr lang="en-GB" dirty="0"/>
                  <a:t>To model heat transfer between bodies, the definition of the energy balance is crucial.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h𝑒𝑎𝑡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h𝑒𝑎𝑡</m:t>
                        </m:r>
                      </m:sub>
                    </m:sSub>
                  </m:oMath>
                </a14:m>
                <a:r>
                  <a:rPr lang="en-GB" dirty="0"/>
                  <a:t> is the energy,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GB" dirty="0"/>
                  <a:t> is the temperature,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sub>
                    </m:sSub>
                  </m:oMath>
                </a14:m>
                <a:r>
                  <a:rPr lang="en-GB" dirty="0"/>
                  <a:t> is the heat capacitance,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GB" dirty="0"/>
                  <a:t> is the density,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GB" dirty="0"/>
                  <a:t> is the volume. The energy can only change due to a heat flux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h𝑒𝑎𝑡</m:t>
                        </m:r>
                      </m:sub>
                    </m:sSub>
                  </m:oMath>
                </a14:m>
                <a:r>
                  <a:rPr lang="en-GB" dirty="0"/>
                  <a:t> or internal heat generation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h𝑒𝑎𝑡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h𝑒𝑎𝑡</m:t>
                              </m:r>
                            </m:sub>
                          </m:sSub>
                        </m:num>
                        <m:den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h𝑒𝑎𝑡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h𝑒𝑎𝑡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r>
                  <a:rPr lang="en-GB" dirty="0"/>
                  <a:t>Applying Fourier's law the above equations can be rewritten  into the typical heat equation.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h𝑒𝑎𝑡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 algn="just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en-GB" dirty="0"/>
                  <a:t> is the thermal conductivity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h𝑒𝑎𝑡</m:t>
                        </m:r>
                      </m:sub>
                    </m:sSub>
                  </m:oMath>
                </a14:m>
                <a:r>
                  <a:rPr lang="en-GB" dirty="0"/>
                  <a:t> is the heat generation density.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15A6A1D0-4073-2E78-08E8-6934FD1FF8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360" t="-1910" r="-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F18500-3EF1-B372-5298-826D0B058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6FAD35E-A95C-8CDA-775E-AD56A9E73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A3982D-7E4A-80DC-FEA3-B6B32849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18</a:t>
            </a:fld>
            <a:endParaRPr lang="de-DE"/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EEFAE73D-BFC7-E0B4-7938-899D956791E9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[8]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73F9434-D111-1F4E-BB23-3CB59E5BE55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314903" y="2329432"/>
            <a:ext cx="4887007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759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8CB1C862-6721-B9E1-98C9-D92ABC973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Physically motivated background: </a:t>
            </a:r>
            <a:br>
              <a:rPr lang="en-GB" dirty="0"/>
            </a:br>
            <a:r>
              <a:rPr lang="en-GB" dirty="0"/>
              <a:t>Discretization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828DD271-9FC0-EA46-46A8-088CB03773C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218883" y="3933056"/>
                <a:ext cx="5078677" cy="22391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Spatial Discretization</a:t>
                </a:r>
              </a:p>
              <a:p>
                <a:pPr marL="0" indent="0" algn="just">
                  <a:buNone/>
                </a:pPr>
                <a:r>
                  <a:rPr lang="en-GB" sz="2800" dirty="0"/>
                  <a:t>Applying spatial discretization the heat equation can be rewritten as: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𝑡h</m:t>
                          </m:r>
                        </m:sub>
                      </m:sSub>
                      <m:f>
                        <m:f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h𝑒𝑎𝑡</m:t>
                              </m:r>
                            </m:sub>
                          </m:s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𝑙𝑜𝑠𝑠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80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h𝑒𝑎𝑡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𝑡h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b="0" dirty="0"/>
              </a:p>
              <a:p>
                <a:pPr marL="0" indent="0" algn="just">
                  <a:buNone/>
                </a:pPr>
                <a:r>
                  <a:rPr lang="en-GB" sz="28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h𝑒𝑎𝑡</m:t>
                        </m:r>
                      </m:sub>
                    </m:sSub>
                  </m:oMath>
                </a14:m>
                <a:r>
                  <a:rPr lang="en-GB" sz="2800" dirty="0"/>
                  <a:t> is the heat flow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𝑙𝑜𝑠𝑠</m:t>
                        </m:r>
                      </m:sub>
                    </m:sSub>
                  </m:oMath>
                </a14:m>
                <a:r>
                  <a:rPr lang="en-GB" sz="2800" dirty="0"/>
                  <a:t> are the internal losses.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828DD271-9FC0-EA46-46A8-088CB03773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218883" y="3933056"/>
                <a:ext cx="5078677" cy="2239144"/>
              </a:xfrm>
              <a:blipFill>
                <a:blip r:embed="rId2"/>
                <a:stretch>
                  <a:fillRect t="-5163" b="-73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15A6A1D0-4073-2E78-08E8-6934FD1FF85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500707" y="3933056"/>
                <a:ext cx="5078677" cy="22391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Temporal Discretization</a:t>
                </a:r>
              </a:p>
              <a:p>
                <a:pPr marL="0" indent="0" algn="just">
                  <a:buNone/>
                </a:pPr>
                <a:r>
                  <a:rPr lang="en-GB" sz="2800" dirty="0"/>
                  <a:t>Using a thermal state-space model the results can be written as: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𝑙𝑜𝑠𝑠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 algn="just">
                  <a:buNone/>
                </a:pPr>
                <a:r>
                  <a:rPr lang="en-GB" sz="2800" dirty="0"/>
                  <a:t>For LTI systems and constant inputs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𝑫</m:t>
                        </m:r>
                      </m:sup>
                    </m:sSup>
                    <m:r>
                      <a:rPr lang="de-DE" sz="2800" b="1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de-DE" sz="2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p>
                        <m:r>
                          <a:rPr lang="de-DE" sz="2800" b="1" i="1" smtClean="0">
                            <a:latin typeface="Cambria Math" panose="02040503050406030204" pitchFamily="18" charset="0"/>
                          </a:rPr>
                          <m:t>𝑫</m:t>
                        </m:r>
                      </m:sup>
                    </m:sSup>
                  </m:oMath>
                </a14:m>
                <a:r>
                  <a:rPr lang="en-GB" sz="2800" b="1" dirty="0"/>
                  <a:t> </a:t>
                </a:r>
                <a:r>
                  <a:rPr lang="en-GB" sz="2800" dirty="0"/>
                  <a:t>can be written: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8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  <m:e>
                          <m:r>
                            <a:rPr lang="de-DE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𝑩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unc>
                            <m:func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8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𝑨</m:t>
                                  </m:r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func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15A6A1D0-4073-2E78-08E8-6934FD1FF8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500707" y="3933056"/>
                <a:ext cx="5078677" cy="2239144"/>
              </a:xfrm>
              <a:blipFill>
                <a:blip r:embed="rId3"/>
                <a:stretch>
                  <a:fillRect t="-2446" b="-600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F18500-3EF1-B372-5298-826D0B058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6FAD35E-A95C-8CDA-775E-AD56A9E73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A3982D-7E4A-80DC-FEA3-B6B32849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de-DE" smtClean="0"/>
              <a:t>19</a:t>
            </a:fld>
            <a:endParaRPr lang="de-DE"/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BBC5E88A-E710-434A-81C0-5F8389FBF51D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[8]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D92DF1F1-CC08-7854-F228-B8AC70A58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4052" y="1899328"/>
            <a:ext cx="2088232" cy="1849576"/>
          </a:xfrm>
          <a:prstGeom prst="rect">
            <a:avLst/>
          </a:prstGeom>
        </p:spPr>
      </p:pic>
      <p:pic>
        <p:nvPicPr>
          <p:cNvPr id="10" name="Picture 2" descr="Discrete-Time Control Systems">
            <a:extLst>
              <a:ext uri="{FF2B5EF4-FFF2-40B4-BE49-F238E27FC236}">
                <a16:creationId xmlns:a16="http://schemas.microsoft.com/office/drawing/2014/main" id="{954B0AD0-E1FF-7ED5-D461-93E6E280A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336" y="2211704"/>
            <a:ext cx="4057650" cy="1123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806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C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Toolkit Overview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6FCB319-960A-4828-8B2A-CAC82E121B8D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034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Toolkit Overview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2D4AF7-C7FA-BB4C-CE1A-8CA33F363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E03A66F-6B9E-48D5-61F6-439D68BD6C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E4527-6478-29C2-BDDD-83721BCAF9F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algn="just"/>
            <a:r>
              <a:rPr lang="en-GB" sz="1800" dirty="0"/>
              <a:t>The toolkit implements model order reduction methods for 1D and 2D thermal problems</a:t>
            </a:r>
          </a:p>
          <a:p>
            <a:pPr algn="just"/>
            <a:r>
              <a:rPr lang="en-GB" sz="1800" dirty="0"/>
              <a:t>The main contribution of the toolkit is the implementation of the proper orthogonal decomposition (POD) using a </a:t>
            </a:r>
            <a:r>
              <a:rPr lang="en-GB" sz="1800" dirty="0" err="1"/>
              <a:t>Galerkin</a:t>
            </a:r>
            <a:r>
              <a:rPr lang="en-GB" sz="1800" dirty="0"/>
              <a:t> and a state space approach</a:t>
            </a:r>
          </a:p>
          <a:p>
            <a:pPr algn="just"/>
            <a:r>
              <a:rPr lang="en-GB" sz="1800" dirty="0"/>
              <a:t>1D Foster networks and state space systems provide reference setups for simple approaches commonly used in industry</a:t>
            </a:r>
          </a:p>
          <a:p>
            <a:pPr algn="just"/>
            <a:r>
              <a:rPr lang="en-GB" sz="1800" dirty="0"/>
              <a:t>Fundamentals of machine and deep learning are implemented as well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C30B9954-CCBC-4E09-8937-D9F4B25DC7CA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21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CF66B5-BCEC-3C98-30A9-691464502ED9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b="1" dirty="0" err="1"/>
              <a:t>TherMOS</a:t>
            </a:r>
            <a:r>
              <a:rPr lang="en-GB" sz="1000" b="1" dirty="0"/>
              <a:t>	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Toolkit Description</a:t>
            </a:r>
            <a:endParaRPr lang="en-GB" sz="1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B7612F-55F4-C053-0C7B-CA83928012A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2907457"/>
            <a:ext cx="5078413" cy="3075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9027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Installation and Usage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12E514-66B8-833F-5FB3-9A7A13664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Step I: </a:t>
            </a:r>
          </a:p>
          <a:p>
            <a:r>
              <a:rPr lang="en-GB" dirty="0"/>
              <a:t>Check out </a:t>
            </a:r>
            <a:r>
              <a:rPr lang="en-GB" dirty="0" err="1"/>
              <a:t>Github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BA3F0-110D-7F37-9403-C4207A9544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8883" y="4365104"/>
            <a:ext cx="3384000" cy="1807096"/>
          </a:xfrm>
        </p:spPr>
        <p:txBody>
          <a:bodyPr/>
          <a:lstStyle/>
          <a:p>
            <a:pPr marL="0" indent="0" algn="just">
              <a:buNone/>
            </a:pPr>
            <a:r>
              <a:rPr lang="en-GB" sz="2000" dirty="0"/>
              <a:t>Clone the latest version of the </a:t>
            </a:r>
            <a:r>
              <a:rPr lang="en-GB" sz="2000" dirty="0" err="1"/>
              <a:t>TherMOS</a:t>
            </a:r>
            <a:r>
              <a:rPr lang="en-GB" sz="2000" dirty="0"/>
              <a:t> Toolkit from </a:t>
            </a:r>
            <a:r>
              <a:rPr lang="en-GB" sz="2000" dirty="0" err="1"/>
              <a:t>Github</a:t>
            </a:r>
            <a:r>
              <a:rPr lang="en-GB" sz="2000" dirty="0"/>
              <a:t>: </a:t>
            </a:r>
            <a:r>
              <a:rPr lang="en-GB" sz="2000" dirty="0">
                <a:hlinkClick r:id="rId2"/>
              </a:rPr>
              <a:t>https://github.com/pascme05/TherMOS</a:t>
            </a:r>
            <a:r>
              <a:rPr lang="en-GB" sz="2000" dirty="0"/>
              <a:t> 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F619DC5-1198-C63F-3A0F-F02F4EDC19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Step II:</a:t>
            </a:r>
          </a:p>
          <a:p>
            <a:r>
              <a:rPr lang="en-GB" dirty="0"/>
              <a:t>Install MATLAB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853254-D09E-3826-64C2-35011A8626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12057" y="4365104"/>
            <a:ext cx="3384000" cy="1807096"/>
          </a:xfrm>
        </p:spPr>
        <p:txBody>
          <a:bodyPr/>
          <a:lstStyle/>
          <a:p>
            <a:pPr marL="0" indent="0" algn="just">
              <a:buNone/>
            </a:pPr>
            <a:r>
              <a:rPr lang="en-GB" sz="2000" dirty="0"/>
              <a:t>Install Matlab R2023b or higher to ensure the toolkit to run smoothly.</a:t>
            </a:r>
          </a:p>
          <a:p>
            <a:pPr marL="0" indent="0" algn="just">
              <a:buNone/>
            </a:pPr>
            <a:r>
              <a:rPr lang="en-GB" sz="1800" dirty="0">
                <a:hlinkClick r:id="rId3"/>
              </a:rPr>
              <a:t>https://de.mathworks.com/help/install/ug/install-products-with-internet-connection.html</a:t>
            </a:r>
            <a:r>
              <a:rPr lang="en-GB" sz="1800" dirty="0"/>
              <a:t> </a:t>
            </a:r>
            <a:endParaRPr lang="en-GB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54AFAB1-5BCA-499A-A262-AAF0F71FB537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22</a:t>
            </a:fld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92BC4B5-F5AF-CFB6-5083-C925EFBAD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Step III:</a:t>
            </a:r>
          </a:p>
          <a:p>
            <a:r>
              <a:rPr lang="en-GB" dirty="0"/>
              <a:t>Run </a:t>
            </a:r>
            <a:r>
              <a:rPr lang="en-GB" dirty="0" err="1"/>
              <a:t>start.Mat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7C8F7BE-8A64-B796-616B-C2104109F05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GB" sz="2000" dirty="0"/>
              <a:t>To execute a new simulation three things are needed. First, a valid configuration file. Second, a training and testing dataset. Third a start script as provided in </a:t>
            </a:r>
            <a:r>
              <a:rPr lang="en-GB" sz="2000" dirty="0" err="1"/>
              <a:t>start.mat</a:t>
            </a:r>
            <a:r>
              <a:rPr lang="en-GB" sz="2000" dirty="0"/>
              <a:t> used for defining the configuration and the datasets. </a:t>
            </a:r>
            <a:endParaRPr lang="en-GB" sz="3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96EBFD-9604-3FF6-5687-D093F73F91E8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  <a:endParaRPr lang="en-GB" sz="1000" dirty="0"/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dirty="0" err="1"/>
              <a:t>TherMOS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</a:t>
            </a:r>
            <a:r>
              <a:rPr lang="en-GB" sz="1000" dirty="0"/>
              <a:t>Toolkit Description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176089B-928C-E2B7-2DA2-528A3283F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0657" y="2819400"/>
            <a:ext cx="3292226" cy="144269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733E840-30E3-E967-1C65-CA9A596200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276" y="3098515"/>
            <a:ext cx="3044809" cy="9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511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Structure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8EF8BFC6-8342-9FA5-090B-66580F770C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1310230"/>
              </p:ext>
            </p:extLst>
          </p:nvPr>
        </p:nvGraphicFramePr>
        <p:xfrm>
          <a:off x="1219200" y="1701800"/>
          <a:ext cx="10360024" cy="40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4852">
                  <a:extLst>
                    <a:ext uri="{9D8B030D-6E8A-4147-A177-3AD203B41FA5}">
                      <a16:colId xmlns:a16="http://schemas.microsoft.com/office/drawing/2014/main" val="1295455545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4294020807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149453467"/>
                    </a:ext>
                  </a:extLst>
                </a:gridCol>
                <a:gridCol w="4548708">
                  <a:extLst>
                    <a:ext uri="{9D8B030D-6E8A-4147-A177-3AD203B41FA5}">
                      <a16:colId xmlns:a16="http://schemas.microsoft.com/office/drawing/2014/main" val="279611584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en-GB" sz="1600" dirty="0" err="1"/>
                        <a:t>TherMOS</a:t>
                      </a:r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Subfolder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226201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config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the configuration files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64068334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data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the datasets for training and testing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07230075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docu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the documentation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56459831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gen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code for generation of exemplary data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72968095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 marL="0" marR="0" lvl="0" indent="0" algn="l" defTabSz="1218987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mdl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trained models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28402056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results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all results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40802688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setup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preconfigured setup sheets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72619926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src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source code implementation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79946139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data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functions for loading data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32312589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dev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functions for electrical calculation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83976588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general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general and helper functions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8695829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functions for reduced order models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07888517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numeric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functions for numerical integration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1175293"/>
                  </a:ext>
                </a:extLst>
              </a:tr>
              <a:tr h="26509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|--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plot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600" dirty="0">
                          <a:effectLst/>
                          <a:latin typeface="+mn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Contains functions for plotting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30473053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40DB9C5-2005-43FE-838B-A7222F770B5C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23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849E51-1C61-80F0-C91A-95359E08B1B6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  <a:endParaRPr lang="en-GB" sz="1000" dirty="0"/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dirty="0" err="1"/>
              <a:t>TherMOS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</a:t>
            </a:r>
            <a:r>
              <a:rPr lang="en-GB" sz="1000" dirty="0"/>
              <a:t>Toolkit Description</a:t>
            </a:r>
          </a:p>
        </p:txBody>
      </p:sp>
    </p:spTree>
    <p:extLst>
      <p:ext uri="{BB962C8B-B14F-4D97-AF65-F5344CB8AC3E}">
        <p14:creationId xmlns:p14="http://schemas.microsoft.com/office/powerpoint/2010/main" val="3727853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Setup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7A81D-C0F1-B1C6-8547-0BF19D8E83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u="sng" dirty="0"/>
              <a:t>Description</a:t>
            </a:r>
          </a:p>
          <a:p>
            <a:r>
              <a:rPr lang="en-GB" dirty="0"/>
              <a:t>Experiment</a:t>
            </a:r>
          </a:p>
          <a:p>
            <a:pPr lvl="1"/>
            <a:r>
              <a:rPr lang="en-GB" dirty="0"/>
              <a:t>Define training and testing</a:t>
            </a:r>
          </a:p>
          <a:p>
            <a:pPr lvl="1"/>
            <a:r>
              <a:rPr lang="en-GB" dirty="0"/>
              <a:t>Define config file</a:t>
            </a:r>
          </a:p>
          <a:p>
            <a:r>
              <a:rPr lang="en-GB" dirty="0"/>
              <a:t>Data Files</a:t>
            </a:r>
          </a:p>
          <a:p>
            <a:pPr lvl="1"/>
            <a:r>
              <a:rPr lang="en-GB" dirty="0"/>
              <a:t>Define data formats</a:t>
            </a:r>
          </a:p>
          <a:p>
            <a:pPr lvl="1"/>
            <a:r>
              <a:rPr lang="en-GB" dirty="0"/>
              <a:t>Define inputs and outputs</a:t>
            </a:r>
          </a:p>
          <a:p>
            <a:r>
              <a:rPr lang="en-GB" dirty="0"/>
              <a:t>Models</a:t>
            </a:r>
          </a:p>
          <a:p>
            <a:pPr lvl="1"/>
            <a:r>
              <a:rPr lang="en-GB" dirty="0"/>
              <a:t>Activate analytical 1D/2D models</a:t>
            </a:r>
          </a:p>
          <a:p>
            <a:pPr lvl="1"/>
            <a:r>
              <a:rPr lang="en-GB" dirty="0"/>
              <a:t>Activate machine/deep learning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D10EF2C-B773-4E5C-AD07-3C71B2DDD10A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24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96E72-FC6B-4A1C-9CC9-3F2FEA40B09C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  <a:endParaRPr lang="en-GB" sz="1000" dirty="0"/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dirty="0" err="1"/>
              <a:t>TherMOS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</a:t>
            </a:r>
            <a:r>
              <a:rPr lang="en-GB" sz="1000" dirty="0"/>
              <a:t>Toolkit Description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8A178AD-91B2-90E9-97CD-8AB268A74B9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224200" y="1706563"/>
            <a:ext cx="3068413" cy="4465637"/>
          </a:xfrm>
        </p:spPr>
      </p:pic>
    </p:spTree>
    <p:extLst>
      <p:ext uri="{BB962C8B-B14F-4D97-AF65-F5344CB8AC3E}">
        <p14:creationId xmlns:p14="http://schemas.microsoft.com/office/powerpoint/2010/main" val="3156970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Configuration File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56B8994F-C095-F810-039F-4E542CD213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8883" y="3429000"/>
            <a:ext cx="3384000" cy="2743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cap="all" spc="200" dirty="0">
                <a:solidFill>
                  <a:schemeClr val="accent1"/>
                </a:solidFill>
              </a:rPr>
              <a:t>Change Log</a:t>
            </a:r>
          </a:p>
          <a:p>
            <a:pPr>
              <a:lnSpc>
                <a:spcPct val="80000"/>
              </a:lnSpc>
            </a:pPr>
            <a:r>
              <a:rPr lang="en-GB" sz="2400" dirty="0"/>
              <a:t>All changes to the templated are logged here</a:t>
            </a:r>
          </a:p>
          <a:p>
            <a:pPr>
              <a:lnSpc>
                <a:spcPct val="80000"/>
              </a:lnSpc>
            </a:pPr>
            <a:r>
              <a:rPr lang="en-GB" sz="2400" dirty="0"/>
              <a:t>New config files should be based on the default file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5619B2C2-EF4B-1B8C-3B14-7DCB11FD63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07133" y="3429000"/>
            <a:ext cx="3384000" cy="27432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cap="all" spc="200" dirty="0">
                <a:solidFill>
                  <a:schemeClr val="accent1"/>
                </a:solidFill>
              </a:rPr>
              <a:t>Legend</a:t>
            </a:r>
          </a:p>
          <a:p>
            <a:r>
              <a:rPr lang="en-GB" sz="2600" dirty="0"/>
              <a:t>Colour coding to indicate which cell should be changed an which not</a:t>
            </a:r>
          </a:p>
          <a:p>
            <a:r>
              <a:rPr lang="en-GB" sz="2600" dirty="0"/>
              <a:t>Colour code is valid throughout all worksheets</a:t>
            </a:r>
          </a:p>
          <a:p>
            <a:pPr marL="0" indent="0">
              <a:buNone/>
            </a:pPr>
            <a:endParaRPr lang="en-GB" sz="2600" cap="all" spc="200" dirty="0">
              <a:solidFill>
                <a:schemeClr val="accent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8CBBCD4-F40C-4E4B-9381-14C04C9D9F4F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25</a:t>
            </a:fld>
            <a:endParaRPr lang="en-GB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7BCF9A-51AE-0FDA-E088-FF473D2D72D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95384" y="3429000"/>
            <a:ext cx="3384000" cy="27432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cap="all" spc="200" dirty="0">
                <a:solidFill>
                  <a:schemeClr val="accent1"/>
                </a:solidFill>
              </a:rPr>
              <a:t>Settings</a:t>
            </a:r>
          </a:p>
          <a:p>
            <a:r>
              <a:rPr lang="en-GB" sz="2600" dirty="0"/>
              <a:t>Four worksheets to adapt: experiment, data, models, and parameters</a:t>
            </a:r>
          </a:p>
          <a:p>
            <a:r>
              <a:rPr lang="en-GB" sz="2600" dirty="0"/>
              <a:t>Each worksheet as drop downs a limits for the values</a:t>
            </a:r>
          </a:p>
          <a:p>
            <a:pPr marL="0" indent="0">
              <a:buNone/>
            </a:pPr>
            <a:endParaRPr lang="en-GB" sz="2600" cap="all" spc="200" dirty="0">
              <a:solidFill>
                <a:schemeClr val="accent1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363A5A3-938C-6510-15DA-771C63A6A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33" y="1682752"/>
            <a:ext cx="3375460" cy="12239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8D6399-346B-AAF1-3D62-3BE3981B077C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  <a:endParaRPr lang="en-GB" sz="1000" dirty="0"/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dirty="0" err="1"/>
              <a:t>TherMOS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</a:t>
            </a:r>
            <a:r>
              <a:rPr lang="en-GB" sz="1000" dirty="0"/>
              <a:t>Toolkit Description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FE8DBF-4646-24AD-543F-90589CE53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876" y="1682752"/>
            <a:ext cx="3324466" cy="1468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5987D1-69D0-97D1-6D12-1EE02C503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925" y="1682752"/>
            <a:ext cx="3574902" cy="155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816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F04D75-5240-343D-0F6C-3A127935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Files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7DD43-CB62-3EF0-D051-335D899B93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8883" y="4077072"/>
            <a:ext cx="3384000" cy="20951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cap="all" spc="200" dirty="0">
                <a:solidFill>
                  <a:schemeClr val="accent1"/>
                </a:solidFill>
              </a:rPr>
              <a:t>Readme</a:t>
            </a:r>
          </a:p>
          <a:p>
            <a:pPr>
              <a:lnSpc>
                <a:spcPct val="80000"/>
              </a:lnSpc>
            </a:pPr>
            <a:r>
              <a:rPr lang="en-GB" sz="2200" dirty="0"/>
              <a:t>General overview about the dataset structure</a:t>
            </a:r>
          </a:p>
          <a:p>
            <a:pPr>
              <a:lnSpc>
                <a:spcPct val="80000"/>
              </a:lnSpc>
            </a:pPr>
            <a:r>
              <a:rPr lang="en-GB" sz="2200" dirty="0"/>
              <a:t>1D data description</a:t>
            </a:r>
          </a:p>
          <a:p>
            <a:pPr>
              <a:lnSpc>
                <a:spcPct val="80000"/>
              </a:lnSpc>
            </a:pPr>
            <a:r>
              <a:rPr lang="en-GB" sz="2200" dirty="0"/>
              <a:t>2D data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C264F-2608-7995-F07C-C11C47A30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07133" y="4077072"/>
            <a:ext cx="3384000" cy="20951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cap="all" spc="200" dirty="0">
                <a:solidFill>
                  <a:schemeClr val="accent1"/>
                </a:solidFill>
              </a:rPr>
              <a:t>1D Matlab/Excel</a:t>
            </a:r>
          </a:p>
          <a:p>
            <a:pPr>
              <a:lnSpc>
                <a:spcPct val="80000"/>
              </a:lnSpc>
            </a:pPr>
            <a:r>
              <a:rPr lang="en-GB" sz="2000" dirty="0"/>
              <a:t>1D timeseries can be defined in Excel or Matlab</a:t>
            </a:r>
          </a:p>
          <a:p>
            <a:pPr>
              <a:lnSpc>
                <a:spcPct val="80000"/>
              </a:lnSpc>
            </a:pPr>
            <a:r>
              <a:rPr lang="en-GB" sz="2000" dirty="0"/>
              <a:t>The format uses T samples, for M inputs and N outputs</a:t>
            </a:r>
          </a:p>
          <a:p>
            <a:pPr marL="0" indent="0">
              <a:buNone/>
            </a:pPr>
            <a:endParaRPr lang="en-GB" sz="2000" cap="all" spc="200" dirty="0">
              <a:solidFill>
                <a:schemeClr val="accent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61361-7332-E69B-C0C4-BCDE1DD3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0B31C3B-0123-47DD-94B6-22D8C8800CBE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D8DA-1A1F-A6FE-98A6-954002D3F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CCC8A-F3C2-C4F5-F2F9-56A5693E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26</a:t>
            </a:fld>
            <a:endParaRPr lang="en-GB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E162967-1169-29C9-45ED-3224D932184A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95384" y="4077072"/>
            <a:ext cx="3384000" cy="20951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000" cap="all" spc="200" dirty="0">
                <a:solidFill>
                  <a:schemeClr val="accent1"/>
                </a:solidFill>
              </a:rPr>
              <a:t>2D Matlab</a:t>
            </a:r>
          </a:p>
          <a:p>
            <a:r>
              <a:rPr lang="en-GB" sz="2000" dirty="0"/>
              <a:t>2D spatial and temporal varying problems can be defined in Matlab only</a:t>
            </a:r>
          </a:p>
          <a:p>
            <a:r>
              <a:rPr lang="en-GB" sz="2000" dirty="0"/>
              <a:t>The format uses T samples and MN spatial values</a:t>
            </a:r>
          </a:p>
          <a:p>
            <a:pPr marL="0" indent="0">
              <a:buNone/>
            </a:pPr>
            <a:endParaRPr lang="en-GB" sz="2000" cap="all" spc="200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B1AEC-6AE4-667C-584A-F8EC8DE97E5E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-</a:t>
            </a:r>
            <a:endParaRPr lang="en-GB" sz="1000" dirty="0"/>
          </a:p>
          <a:p>
            <a:r>
              <a:rPr lang="en-GB" sz="1000" b="1" dirty="0"/>
              <a:t>Images:	-</a:t>
            </a:r>
          </a:p>
          <a:p>
            <a:r>
              <a:rPr lang="en-GB" sz="1000" b="1" dirty="0"/>
              <a:t>Software:	</a:t>
            </a:r>
            <a:r>
              <a:rPr lang="en-GB" sz="1000" dirty="0" err="1"/>
              <a:t>TherMOS</a:t>
            </a:r>
            <a:endParaRPr lang="en-GB" sz="1000" dirty="0"/>
          </a:p>
          <a:p>
            <a:r>
              <a:rPr lang="en-GB" sz="1000" b="1" dirty="0"/>
              <a:t>Example:	-</a:t>
            </a:r>
            <a:endParaRPr lang="en-GB" sz="1000" dirty="0"/>
          </a:p>
          <a:p>
            <a:r>
              <a:rPr lang="en-GB" sz="1000" b="1" dirty="0"/>
              <a:t>Content:	</a:t>
            </a:r>
            <a:r>
              <a:rPr lang="en-GB" sz="1000" dirty="0"/>
              <a:t>Toolkit Description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8BC8862-FE11-EAD8-128B-F6676A4F8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678" y="1499304"/>
            <a:ext cx="3259328" cy="20119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C6C1634-1352-077B-B90C-292998EED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70" y="1498600"/>
            <a:ext cx="3202584" cy="149835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A5CE777-8337-F5C4-A43B-C41A33C15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3874" y="1505208"/>
            <a:ext cx="3455510" cy="2192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37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D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Exemplary Calculations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741D881-FB0E-4D31-830C-238C10037A65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27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52511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DD4319E-AEA7-BD18-C2EB-C97CD30CF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Description: 1D Dataset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109B6A-0EB3-770C-ACC6-A151BD044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Physical Problem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F8FEAB-4283-92ED-8D2C-F23CC9D36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Dataset Description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C5155D7-9985-5C96-B3F0-AD80A46429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sz="1800" dirty="0"/>
              <a:t>The data contains heat up curves for a transformer with E core</a:t>
            </a:r>
          </a:p>
          <a:p>
            <a:pPr lvl="1"/>
            <a:r>
              <a:rPr lang="en-GB" sz="1600" dirty="0"/>
              <a:t>Input: Losses for primary, secondary, and core</a:t>
            </a:r>
          </a:p>
          <a:p>
            <a:pPr lvl="1"/>
            <a:r>
              <a:rPr lang="en-GB" sz="1600" dirty="0"/>
              <a:t>Output: Temperatures for primary, secondary, and core</a:t>
            </a:r>
          </a:p>
          <a:p>
            <a:r>
              <a:rPr lang="en-GB" sz="1800" dirty="0"/>
              <a:t>The winding and the core are thermally coupled </a:t>
            </a:r>
          </a:p>
          <a:p>
            <a:r>
              <a:rPr lang="en-GB" sz="1800" dirty="0"/>
              <a:t>The amount of coupling depends on the operating point</a:t>
            </a:r>
          </a:p>
          <a:p>
            <a:r>
              <a:rPr lang="en-GB" sz="1800" dirty="0"/>
              <a:t>Three operating points are included (OP1-OP3)</a:t>
            </a:r>
            <a:r>
              <a:rPr lang="en-GB" sz="2000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B388F-1992-3D75-F762-5643C8C1E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E7B4A-94FC-FBFB-F5D2-DFED79F16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 dirty="0" err="1"/>
              <a:t>TherMOS</a:t>
            </a:r>
            <a:r>
              <a:rPr lang="en-GB" dirty="0"/>
              <a:t>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F911C-6266-EDE3-B353-BC05CC6FE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28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CCAA1F4-684A-4B62-6F46-076AC34AA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9344" y="3274568"/>
            <a:ext cx="2808312" cy="195730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4EB5CB-981C-F955-9723-711F24508AF2}"/>
              </a:ext>
            </a:extLst>
          </p:cNvPr>
          <p:cNvSpPr/>
          <p:nvPr/>
        </p:nvSpPr>
        <p:spPr>
          <a:xfrm>
            <a:off x="3862164" y="3645024"/>
            <a:ext cx="576064" cy="12241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CB5CA1-8E39-1188-EFC5-FF16C0FE5BCB}"/>
              </a:ext>
            </a:extLst>
          </p:cNvPr>
          <p:cNvSpPr/>
          <p:nvPr/>
        </p:nvSpPr>
        <p:spPr>
          <a:xfrm>
            <a:off x="2464575" y="3670900"/>
            <a:ext cx="576064" cy="12241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AB659-3692-2EDE-DBE7-9B1E5C1AC5E5}"/>
              </a:ext>
            </a:extLst>
          </p:cNvPr>
          <p:cNvSpPr/>
          <p:nvPr/>
        </p:nvSpPr>
        <p:spPr>
          <a:xfrm>
            <a:off x="4438228" y="4397632"/>
            <a:ext cx="144016" cy="471527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1232B3-7CC7-D3BC-19F8-606293DA1A86}"/>
              </a:ext>
            </a:extLst>
          </p:cNvPr>
          <p:cNvSpPr/>
          <p:nvPr/>
        </p:nvSpPr>
        <p:spPr>
          <a:xfrm>
            <a:off x="2349996" y="4397633"/>
            <a:ext cx="114579" cy="505291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3060ED-10FB-CC01-A0E4-1DAA19557082}"/>
              </a:ext>
            </a:extLst>
          </p:cNvPr>
          <p:cNvCxnSpPr>
            <a:stCxn id="14" idx="0"/>
          </p:cNvCxnSpPr>
          <p:nvPr/>
        </p:nvCxnSpPr>
        <p:spPr>
          <a:xfrm flipV="1">
            <a:off x="4150196" y="2996952"/>
            <a:ext cx="1152128" cy="64807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F671021-B2FD-05A3-4FA8-FB1D1D0EA825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752607" y="2996952"/>
            <a:ext cx="2549717" cy="67394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680314-A254-56DE-4F39-AF732B7A703B}"/>
              </a:ext>
            </a:extLst>
          </p:cNvPr>
          <p:cNvCxnSpPr>
            <a:cxnSpLocks/>
          </p:cNvCxnSpPr>
          <p:nvPr/>
        </p:nvCxnSpPr>
        <p:spPr>
          <a:xfrm>
            <a:off x="4582244" y="4653136"/>
            <a:ext cx="728464" cy="10801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C1638D7-D615-9785-BA10-9A49572B396D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2407286" y="4902924"/>
            <a:ext cx="2895038" cy="8303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693FA97-B05F-F440-68D8-34B338F8AF3B}"/>
              </a:ext>
            </a:extLst>
          </p:cNvPr>
          <p:cNvSpPr txBox="1"/>
          <p:nvPr/>
        </p:nvSpPr>
        <p:spPr>
          <a:xfrm>
            <a:off x="5311437" y="2678905"/>
            <a:ext cx="1059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accent1"/>
                </a:solidFill>
              </a:rPr>
              <a:t>Primary </a:t>
            </a:r>
          </a:p>
          <a:p>
            <a:r>
              <a:rPr lang="en-GB" sz="2000" dirty="0">
                <a:solidFill>
                  <a:schemeClr val="accent1"/>
                </a:solidFill>
              </a:rPr>
              <a:t>Winding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556B25-5237-3DDC-4268-8CA7E2D12AC1}"/>
              </a:ext>
            </a:extLst>
          </p:cNvPr>
          <p:cNvSpPr txBox="1"/>
          <p:nvPr/>
        </p:nvSpPr>
        <p:spPr>
          <a:xfrm>
            <a:off x="5130473" y="5710480"/>
            <a:ext cx="13299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accent3"/>
                </a:solidFill>
              </a:rPr>
              <a:t>Secondary</a:t>
            </a:r>
            <a:r>
              <a:rPr lang="en-GB" sz="2000" dirty="0">
                <a:solidFill>
                  <a:schemeClr val="accent1"/>
                </a:solidFill>
              </a:rPr>
              <a:t> </a:t>
            </a:r>
          </a:p>
          <a:p>
            <a:r>
              <a:rPr lang="en-GB" sz="2000" dirty="0">
                <a:solidFill>
                  <a:schemeClr val="accent3"/>
                </a:solidFill>
              </a:rPr>
              <a:t>Winding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F36CC0-9A16-1520-172B-6C52CE39D2D6}"/>
              </a:ext>
            </a:extLst>
          </p:cNvPr>
          <p:cNvSpPr txBox="1"/>
          <p:nvPr/>
        </p:nvSpPr>
        <p:spPr>
          <a:xfrm>
            <a:off x="1143105" y="5481664"/>
            <a:ext cx="1455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Transformer</a:t>
            </a:r>
          </a:p>
          <a:p>
            <a:r>
              <a:rPr lang="en-GB" sz="2000" dirty="0">
                <a:solidFill>
                  <a:schemeClr val="tx2"/>
                </a:solidFill>
              </a:rPr>
              <a:t>Core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91938F5-958E-6DBB-CD65-1DCF7269166C}"/>
              </a:ext>
            </a:extLst>
          </p:cNvPr>
          <p:cNvCxnSpPr>
            <a:endCxn id="31" idx="3"/>
          </p:cNvCxnSpPr>
          <p:nvPr/>
        </p:nvCxnSpPr>
        <p:spPr>
          <a:xfrm flipH="1">
            <a:off x="2598888" y="5238752"/>
            <a:ext cx="793357" cy="596855"/>
          </a:xfrm>
          <a:prstGeom prst="straightConnector1">
            <a:avLst/>
          </a:prstGeom>
          <a:ln w="254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2276E3-94C0-E18C-7A38-B23F11E51BE3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510182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1C7E3-4D67-4DA3-5E3B-BDB96746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42E2EFC-381F-BCCC-9EEC-C00CBC510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Description: 2D Dataset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91C4BD-7494-7B96-B8E1-84E211E92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Physical Problem</a:t>
            </a:r>
          </a:p>
          <a:p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94A1FE-5E43-6306-B73F-3C965F4C72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Dataset Description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21DB-01D5-49A5-DB91-8BB8996F1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C438BE-1C6E-BB88-4196-5093462A6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BADCE-2D12-209B-8A64-DB515DF31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29</a:t>
            </a:fld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6F5DC1-1AA6-C1AF-A715-FFF01E96EE8E}"/>
              </a:ext>
            </a:extLst>
          </p:cNvPr>
          <p:cNvSpPr/>
          <p:nvPr/>
        </p:nvSpPr>
        <p:spPr>
          <a:xfrm>
            <a:off x="1342791" y="3074994"/>
            <a:ext cx="2161147" cy="36512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Copper</a:t>
            </a:r>
            <a:endParaRPr lang="en-GB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E59E6C-2616-9544-4CC8-6167261DDEFF}"/>
              </a:ext>
            </a:extLst>
          </p:cNvPr>
          <p:cNvSpPr/>
          <p:nvPr/>
        </p:nvSpPr>
        <p:spPr>
          <a:xfrm>
            <a:off x="1341885" y="3441709"/>
            <a:ext cx="2161838" cy="20331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Dielectric</a:t>
            </a:r>
            <a:endParaRPr lang="en-GB" sz="28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2478D0-26E5-81AF-CD3E-BFC6E3B164F4}"/>
              </a:ext>
            </a:extLst>
          </p:cNvPr>
          <p:cNvSpPr/>
          <p:nvPr/>
        </p:nvSpPr>
        <p:spPr>
          <a:xfrm>
            <a:off x="1341884" y="3670903"/>
            <a:ext cx="2161147" cy="1342274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Aluminium</a:t>
            </a:r>
            <a:endParaRPr lang="en-GB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4F3FAA-E6AB-0D32-F51A-9C5EAD6B099E}"/>
              </a:ext>
            </a:extLst>
          </p:cNvPr>
          <p:cNvSpPr/>
          <p:nvPr/>
        </p:nvSpPr>
        <p:spPr>
          <a:xfrm>
            <a:off x="1341884" y="5039055"/>
            <a:ext cx="2161147" cy="766209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Thermal Interface Material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E26735-C015-D223-E02A-A70AA5693ED0}"/>
              </a:ext>
            </a:extLst>
          </p:cNvPr>
          <p:cNvCxnSpPr/>
          <p:nvPr/>
        </p:nvCxnSpPr>
        <p:spPr>
          <a:xfrm>
            <a:off x="3647047" y="3074994"/>
            <a:ext cx="0" cy="354006"/>
          </a:xfrm>
          <a:prstGeom prst="straightConnector1">
            <a:avLst/>
          </a:prstGeom>
          <a:ln w="25400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3BA487-9E57-825A-2F76-642F41523360}"/>
              </a:ext>
            </a:extLst>
          </p:cNvPr>
          <p:cNvCxnSpPr>
            <a:cxnSpLocks/>
          </p:cNvCxnSpPr>
          <p:nvPr/>
        </p:nvCxnSpPr>
        <p:spPr>
          <a:xfrm>
            <a:off x="3647047" y="3452563"/>
            <a:ext cx="0" cy="218340"/>
          </a:xfrm>
          <a:prstGeom prst="straightConnector1">
            <a:avLst/>
          </a:prstGeom>
          <a:ln w="254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E6122-FB29-E206-88C9-876DE5137827}"/>
              </a:ext>
            </a:extLst>
          </p:cNvPr>
          <p:cNvCxnSpPr>
            <a:cxnSpLocks/>
          </p:cNvCxnSpPr>
          <p:nvPr/>
        </p:nvCxnSpPr>
        <p:spPr>
          <a:xfrm>
            <a:off x="3647047" y="3717032"/>
            <a:ext cx="0" cy="1224136"/>
          </a:xfrm>
          <a:prstGeom prst="straightConnector1">
            <a:avLst/>
          </a:prstGeom>
          <a:ln w="25400">
            <a:solidFill>
              <a:schemeClr val="tx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79088FE-0AED-BF1E-6BFF-917C1DD43DE2}"/>
              </a:ext>
            </a:extLst>
          </p:cNvPr>
          <p:cNvCxnSpPr>
            <a:cxnSpLocks/>
          </p:cNvCxnSpPr>
          <p:nvPr/>
        </p:nvCxnSpPr>
        <p:spPr>
          <a:xfrm>
            <a:off x="3645491" y="5039055"/>
            <a:ext cx="0" cy="766209"/>
          </a:xfrm>
          <a:prstGeom prst="straightConnector1">
            <a:avLst/>
          </a:prstGeom>
          <a:ln w="25400">
            <a:solidFill>
              <a:schemeClr val="accent3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B246BEBF-2DED-C386-31F2-A1C9C84B0F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sz="2000" dirty="0"/>
              <a:t>The dataset contains thermal data from an insulated metal substrate board (IMS) [1]</a:t>
            </a:r>
          </a:p>
          <a:p>
            <a:pPr lvl="1"/>
            <a:r>
              <a:rPr lang="en-GB" sz="1800" dirty="0"/>
              <a:t>Losses from two power semiconductor switches </a:t>
            </a:r>
          </a:p>
          <a:p>
            <a:pPr lvl="1"/>
            <a:r>
              <a:rPr lang="en-GB" sz="1800" dirty="0"/>
              <a:t>Convective boundary at the bottom</a:t>
            </a:r>
          </a:p>
          <a:p>
            <a:pPr lvl="1"/>
            <a:r>
              <a:rPr lang="en-GB" sz="1800" dirty="0"/>
              <a:t>Adiabatic on all other edges</a:t>
            </a:r>
          </a:p>
          <a:p>
            <a:r>
              <a:rPr lang="en-GB" sz="2000" dirty="0"/>
              <a:t>The switches are coupled through the copper layer</a:t>
            </a:r>
          </a:p>
          <a:p>
            <a:r>
              <a:rPr lang="en-GB" sz="2000" dirty="0"/>
              <a:t>The dominant heat flux is in direction of the cooling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Content Placeholder 22">
                <a:extLst>
                  <a:ext uri="{FF2B5EF4-FFF2-40B4-BE49-F238E27FC236}">
                    <a16:creationId xmlns:a16="http://schemas.microsoft.com/office/drawing/2014/main" id="{14DF9688-502A-5E10-A156-FFF836FF310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281033609"/>
                  </p:ext>
                </p:extLst>
              </p:nvPr>
            </p:nvGraphicFramePr>
            <p:xfrm>
              <a:off x="3843456" y="2350866"/>
              <a:ext cx="2250956" cy="3443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2739">
                      <a:extLst>
                        <a:ext uri="{9D8B030D-6E8A-4147-A177-3AD203B41FA5}">
                          <a16:colId xmlns:a16="http://schemas.microsoft.com/office/drawing/2014/main" val="546052371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3600574565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2948097348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1455444242"/>
                        </a:ext>
                      </a:extLst>
                    </a:gridCol>
                  </a:tblGrid>
                  <a:tr h="690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900" dirty="0"/>
                            <a:t>h [µm]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𝝆</m:t>
                                </m:r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[</m:t>
                                </m:r>
                                <m:f>
                                  <m:fPr>
                                    <m:ctrlPr>
                                      <a:rPr lang="en-GB" sz="9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𝒈</m:t>
                                    </m:r>
                                  </m:num>
                                  <m:den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𝒄</m:t>
                                    </m:r>
                                    <m:sSup>
                                      <m:sSupPr>
                                        <m:ctrlPr>
                                          <a:rPr lang="en-GB" sz="9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GB" sz="9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𝒎</m:t>
                                        </m:r>
                                      </m:e>
                                      <m:sup>
                                        <m:r>
                                          <a:rPr lang="en-GB" sz="9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GB" sz="9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f>
                                  <m:fPr>
                                    <m:ctrlP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𝑾</m:t>
                                    </m:r>
                                  </m:num>
                                  <m:den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𝒎𝑲</m:t>
                                    </m:r>
                                  </m:den>
                                </m:f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GB" sz="9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sub>
                                </m:sSub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f>
                                  <m:fPr>
                                    <m:ctrlP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𝑱</m:t>
                                    </m:r>
                                  </m:num>
                                  <m:den>
                                    <m:r>
                                      <a:rPr lang="en-GB" sz="900" b="1" i="1" smtClean="0">
                                        <a:latin typeface="Cambria Math" panose="02040503050406030204" pitchFamily="18" charset="0"/>
                                      </a:rPr>
                                      <m:t>𝒌𝒈𝑲</m:t>
                                    </m:r>
                                  </m:den>
                                </m:f>
                                <m:r>
                                  <a:rPr lang="en-GB" sz="9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GB" sz="9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1537658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8933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380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85150168"/>
                      </a:ext>
                    </a:extLst>
                  </a:tr>
                  <a:tr h="288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2200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11827407"/>
                      </a:ext>
                    </a:extLst>
                  </a:tr>
                  <a:tr h="13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1500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2680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90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8160731"/>
                      </a:ext>
                    </a:extLst>
                  </a:tr>
                  <a:tr h="75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3300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1500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52765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Content Placeholder 22">
                <a:extLst>
                  <a:ext uri="{FF2B5EF4-FFF2-40B4-BE49-F238E27FC236}">
                    <a16:creationId xmlns:a16="http://schemas.microsoft.com/office/drawing/2014/main" id="{14DF9688-502A-5E10-A156-FFF836FF310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281033609"/>
                  </p:ext>
                </p:extLst>
              </p:nvPr>
            </p:nvGraphicFramePr>
            <p:xfrm>
              <a:off x="3843456" y="2350866"/>
              <a:ext cx="2250956" cy="3443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2739">
                      <a:extLst>
                        <a:ext uri="{9D8B030D-6E8A-4147-A177-3AD203B41FA5}">
                          <a16:colId xmlns:a16="http://schemas.microsoft.com/office/drawing/2014/main" val="546052371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3600574565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2948097348"/>
                        </a:ext>
                      </a:extLst>
                    </a:gridCol>
                    <a:gridCol w="562739">
                      <a:extLst>
                        <a:ext uri="{9D8B030D-6E8A-4147-A177-3AD203B41FA5}">
                          <a16:colId xmlns:a16="http://schemas.microsoft.com/office/drawing/2014/main" val="1455444242"/>
                        </a:ext>
                      </a:extLst>
                    </a:gridCol>
                  </a:tblGrid>
                  <a:tr h="690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900" dirty="0"/>
                            <a:t>h [µm]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174" t="-877" r="-205435" b="-398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877" r="-103226" b="-398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3261" t="-877" r="-4348" b="-398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1537658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8933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380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851501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2200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800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11827407"/>
                      </a:ext>
                    </a:extLst>
                  </a:tr>
                  <a:tr h="133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1500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2680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90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1000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8160731"/>
                      </a:ext>
                    </a:extLst>
                  </a:tr>
                  <a:tr h="75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500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3300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1500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52765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8364825D-F483-7346-2051-6E6DEE28EB97}"/>
              </a:ext>
            </a:extLst>
          </p:cNvPr>
          <p:cNvSpPr/>
          <p:nvPr/>
        </p:nvSpPr>
        <p:spPr>
          <a:xfrm>
            <a:off x="1174652" y="5831142"/>
            <a:ext cx="2543496" cy="45719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85C33D7-0D68-C8A5-700B-7DEC425308FF}"/>
                  </a:ext>
                </a:extLst>
              </p:cNvPr>
              <p:cNvSpPr txBox="1"/>
              <p:nvPr/>
            </p:nvSpPr>
            <p:spPr>
              <a:xfrm>
                <a:off x="2278545" y="5918540"/>
                <a:ext cx="1239635" cy="3457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𝑐𝑜𝑜𝑙</m:t>
                          </m:r>
                        </m:sub>
                      </m:sSub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=1000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num>
                        <m:den>
                          <m:sSup>
                            <m:sSupPr>
                              <m:ctrlPr>
                                <a:rPr lang="en-GB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GB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85C33D7-0D68-C8A5-700B-7DEC42530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8545" y="5918540"/>
                <a:ext cx="1239635" cy="345736"/>
              </a:xfrm>
              <a:prstGeom prst="rect">
                <a:avLst/>
              </a:prstGeom>
              <a:blipFill>
                <a:blip r:embed="rId3"/>
                <a:stretch>
                  <a:fillRect l="-2956" t="-3509" r="-1970" b="-140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1DEBBF-6414-EC20-F221-40FC7C1E743B}"/>
              </a:ext>
            </a:extLst>
          </p:cNvPr>
          <p:cNvCxnSpPr>
            <a:cxnSpLocks/>
          </p:cNvCxnSpPr>
          <p:nvPr/>
        </p:nvCxnSpPr>
        <p:spPr>
          <a:xfrm flipV="1">
            <a:off x="2133972" y="5918540"/>
            <a:ext cx="0" cy="253660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3336326F-6615-AF0E-FE8F-06C193CD7E1F}"/>
              </a:ext>
            </a:extLst>
          </p:cNvPr>
          <p:cNvSpPr/>
          <p:nvPr/>
        </p:nvSpPr>
        <p:spPr>
          <a:xfrm>
            <a:off x="1773932" y="3073404"/>
            <a:ext cx="360040" cy="67564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37EC37-F773-EBCF-8632-1B84B77BD6D9}"/>
              </a:ext>
            </a:extLst>
          </p:cNvPr>
          <p:cNvSpPr/>
          <p:nvPr/>
        </p:nvSpPr>
        <p:spPr>
          <a:xfrm>
            <a:off x="2808694" y="3074681"/>
            <a:ext cx="360040" cy="67564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753FDEF-4312-4E47-F83F-B933F95ABF3A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1953952" y="2784243"/>
            <a:ext cx="228057" cy="289161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D0A8CED-6595-82DF-8098-54859A642E8B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2793170" y="2819400"/>
            <a:ext cx="195544" cy="255281"/>
          </a:xfrm>
          <a:prstGeom prst="straightConnector1">
            <a:avLst/>
          </a:prstGeom>
          <a:ln w="254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2274557-B562-FB80-132E-2F9D04785879}"/>
                  </a:ext>
                </a:extLst>
              </p:cNvPr>
              <p:cNvSpPr txBox="1"/>
              <p:nvPr/>
            </p:nvSpPr>
            <p:spPr>
              <a:xfrm>
                <a:off x="2121190" y="2520249"/>
                <a:ext cx="73116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=20 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2274557-B562-FB80-132E-2F9D04785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190" y="2520249"/>
                <a:ext cx="731161" cy="184666"/>
              </a:xfrm>
              <a:prstGeom prst="rect">
                <a:avLst/>
              </a:prstGeom>
              <a:blipFill>
                <a:blip r:embed="rId4"/>
                <a:stretch>
                  <a:fillRect l="-5000" r="-4167" b="-6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200BD11D-CEB7-C534-3A12-B053583A4CAC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980896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E5FC7-0DDF-5431-3F92-39F10CA73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D8A4CA-BC25-B5DA-0CB8-25B50981F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Description: ML/DL Dataset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BA29AA9-635D-4E02-E7B3-70BB5461C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Physical Problem</a:t>
            </a:r>
          </a:p>
          <a:p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D8DBF1D-6A3B-E8AE-3CA7-11BDC8F246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Dataset Description [2]</a:t>
            </a:r>
          </a:p>
          <a:p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5A180F-A169-5414-B2F0-79DB880B646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sz="2000" dirty="0"/>
              <a:t>The dataset contains ~180 hrs of measured testbench data for an electric machine (PSM)</a:t>
            </a:r>
          </a:p>
          <a:p>
            <a:pPr lvl="1"/>
            <a:r>
              <a:rPr lang="en-GB" sz="1800" dirty="0"/>
              <a:t>Input: Currents, Voltages, torque, speed, etc.</a:t>
            </a:r>
          </a:p>
          <a:p>
            <a:pPr lvl="1"/>
            <a:r>
              <a:rPr lang="en-GB" sz="1800" dirty="0"/>
              <a:t>Output: Stator and Rotor temperatures </a:t>
            </a:r>
          </a:p>
          <a:p>
            <a:r>
              <a:rPr lang="en-GB" sz="2000" dirty="0"/>
              <a:t>The dataset is cluster in IDs for splitting training, testing and validation</a:t>
            </a:r>
          </a:p>
          <a:p>
            <a:r>
              <a:rPr lang="en-GB" sz="2000" dirty="0"/>
              <a:t>Dataset made publicly available from Paderborn University: [4]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3A31A-0E45-BD4C-A010-17BE92FE2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C5FAC-6FAA-B556-A9E6-74B47A446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0F8F0-EB94-13F4-16F8-A1CF798A4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30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32D70-FF8B-2BA1-9E03-CCA37CA1C4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948" y="2616200"/>
            <a:ext cx="2735062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E042CA-A5A5-D952-3F8F-5825EEED534E}"/>
              </a:ext>
            </a:extLst>
          </p:cNvPr>
          <p:cNvSpPr txBox="1"/>
          <p:nvPr/>
        </p:nvSpPr>
        <p:spPr>
          <a:xfrm>
            <a:off x="4568495" y="5687750"/>
            <a:ext cx="665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[2,3]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2BC7A-4417-3EEF-DC69-ACD911D48C6F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309473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B28C2-D9B1-42BB-761A-774262E7A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C44AFA1-5356-B16C-C518-60F96DF21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D1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7204C18-726E-865B-6124-6EA307AD0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Analytical 1D Model order Reduction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105E2-A600-E853-4001-A545B052B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B0093-6C56-7F1F-BD12-8862A017D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47FB8-5C01-ECD8-279E-1E63D44EE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6979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A34396-4BE9-A493-C9D3-1CE04C12A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RC-Model: Training and Testing Results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AEE33E5-CB22-64FF-19AC-5F302E01B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Settings &amp; Parameters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8107BE-B94E-F12F-35ED-FF55E1319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Steady &amp; Trans. Error Metric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15505-988F-C485-F851-1D72728C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D3E04-A602-CDB1-4648-509560556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63361-852B-4E16-F4FD-67D8B52C9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32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6E91811-8CAC-3F82-8F0A-428FC4AF53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Testing Data Plot</a:t>
            </a:r>
          </a:p>
        </p:txBody>
      </p:sp>
      <p:graphicFrame>
        <p:nvGraphicFramePr>
          <p:cNvPr id="23" name="Content Placeholder 22">
            <a:extLst>
              <a:ext uri="{FF2B5EF4-FFF2-40B4-BE49-F238E27FC236}">
                <a16:creationId xmlns:a16="http://schemas.microsoft.com/office/drawing/2014/main" id="{34EE9B9C-E803-4225-CDC5-C5FB35C935FC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518852691"/>
              </p:ext>
            </p:extLst>
          </p:nvPr>
        </p:nvGraphicFramePr>
        <p:xfrm>
          <a:off x="8205788" y="4437112"/>
          <a:ext cx="3382962" cy="1735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3DA141A0-D905-8469-A1A8-A299315E3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7391918"/>
              </p:ext>
            </p:extLst>
          </p:nvPr>
        </p:nvGraphicFramePr>
        <p:xfrm>
          <a:off x="8205788" y="2797696"/>
          <a:ext cx="3373596" cy="1880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" name="Content Placeholder 25">
            <a:extLst>
              <a:ext uri="{FF2B5EF4-FFF2-40B4-BE49-F238E27FC236}">
                <a16:creationId xmlns:a16="http://schemas.microsoft.com/office/drawing/2014/main" id="{2447E4BF-2C14-5362-CAF9-CF0ED4331C03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114019865"/>
              </p:ext>
            </p:extLst>
          </p:nvPr>
        </p:nvGraphicFramePr>
        <p:xfrm>
          <a:off x="4711700" y="2717800"/>
          <a:ext cx="33845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18,55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364,5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22,70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13,05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5,96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336,3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1218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dirty="0"/>
                        <a:t>22,70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932010"/>
                  </a:ext>
                </a:extLst>
              </a:tr>
            </a:tbl>
          </a:graphicData>
        </a:graphic>
      </p:graphicFrame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D95EF4AC-D341-9BEB-499E-D4E01BEBD4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3384000" cy="1576151"/>
          </a:xfrm>
        </p:spPr>
        <p:txBody>
          <a:bodyPr/>
          <a:lstStyle/>
          <a:p>
            <a:r>
              <a:rPr lang="en-GB" sz="2000" dirty="0"/>
              <a:t>Fixed model order 3</a:t>
            </a:r>
          </a:p>
          <a:p>
            <a:r>
              <a:rPr lang="en-GB" sz="2000" dirty="0"/>
              <a:t>Foster structure</a:t>
            </a:r>
          </a:p>
          <a:p>
            <a:r>
              <a:rPr lang="en-GB" sz="2000" dirty="0"/>
              <a:t>Training OP1, Testing OP2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Content Placeholder 18">
                <a:extLst>
                  <a:ext uri="{FF2B5EF4-FFF2-40B4-BE49-F238E27FC236}">
                    <a16:creationId xmlns:a16="http://schemas.microsoft.com/office/drawing/2014/main" id="{8A9F0CA0-6B48-E8D1-1F98-8E8A501E2C8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72281745"/>
                  </p:ext>
                </p:extLst>
              </p:nvPr>
            </p:nvGraphicFramePr>
            <p:xfrm>
              <a:off x="4707653" y="4513770"/>
              <a:ext cx="3382960" cy="1284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740">
                      <a:extLst>
                        <a:ext uri="{9D8B030D-6E8A-4147-A177-3AD203B41FA5}">
                          <a16:colId xmlns:a16="http://schemas.microsoft.com/office/drawing/2014/main" val="3744123587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4177257238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615657994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2067167634"/>
                        </a:ext>
                      </a:extLst>
                    </a:gridCol>
                  </a:tblGrid>
                  <a:tr h="298903">
                    <a:tc>
                      <a:txBody>
                        <a:bodyPr/>
                        <a:lstStyle/>
                        <a:p>
                          <a:pPr algn="ctr"/>
                          <a:endParaRPr lang="en-GB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727970"/>
                      </a:ext>
                    </a:extLst>
                  </a:tr>
                  <a:tr h="48110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𝑡h</m:t>
                                    </m:r>
                                  </m:sub>
                                </m:sSub>
                                <m:r>
                                  <a:rPr lang="en-GB" sz="1400" b="0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den>
                                </m:f>
                                <m:r>
                                  <a:rPr lang="en-GB" sz="14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GB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1,60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2,40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0,36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98546709"/>
                      </a:ext>
                    </a:extLst>
                  </a:tr>
                  <a:tr h="479988">
                    <a:tc>
                      <a:txBody>
                        <a:bodyPr/>
                        <a:lstStyle/>
                        <a:p>
                          <a:pPr marL="0" marR="0" lvl="0" indent="0" algn="ctr" defTabSz="121898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𝑡h</m:t>
                                    </m:r>
                                  </m:sub>
                                </m:sSub>
                                <m:r>
                                  <a:rPr lang="en-GB" sz="1400" b="0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𝑊𝑠</m:t>
                                    </m:r>
                                  </m:num>
                                  <m:den>
                                    <m:r>
                                      <a:rPr lang="en-GB" sz="14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den>
                                </m:f>
                                <m:r>
                                  <a:rPr lang="en-GB" sz="1400" b="0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GB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60,1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130,6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24,3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957546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Content Placeholder 18">
                <a:extLst>
                  <a:ext uri="{FF2B5EF4-FFF2-40B4-BE49-F238E27FC236}">
                    <a16:creationId xmlns:a16="http://schemas.microsoft.com/office/drawing/2014/main" id="{8A9F0CA0-6B48-E8D1-1F98-8E8A501E2C8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72281745"/>
                  </p:ext>
                </p:extLst>
              </p:nvPr>
            </p:nvGraphicFramePr>
            <p:xfrm>
              <a:off x="4707653" y="4513770"/>
              <a:ext cx="3382960" cy="1284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5740">
                      <a:extLst>
                        <a:ext uri="{9D8B030D-6E8A-4147-A177-3AD203B41FA5}">
                          <a16:colId xmlns:a16="http://schemas.microsoft.com/office/drawing/2014/main" val="3744123587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4177257238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615657994"/>
                        </a:ext>
                      </a:extLst>
                    </a:gridCol>
                    <a:gridCol w="845740">
                      <a:extLst>
                        <a:ext uri="{9D8B030D-6E8A-4147-A177-3AD203B41FA5}">
                          <a16:colId xmlns:a16="http://schemas.microsoft.com/office/drawing/2014/main" val="2067167634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 algn="ctr"/>
                          <a:endParaRPr lang="en-GB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Node-3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727970"/>
                      </a:ext>
                    </a:extLst>
                  </a:tr>
                  <a:tr h="4906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19" t="-62963" r="-302878" b="-102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1,60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2,40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0,36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98546709"/>
                      </a:ext>
                    </a:extLst>
                  </a:tr>
                  <a:tr h="4894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19" t="-162963" r="-302878" b="-2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60,1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130,6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400" dirty="0"/>
                            <a:t>24,3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95754602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3" name="Chart 32">
            <a:extLst>
              <a:ext uri="{FF2B5EF4-FFF2-40B4-BE49-F238E27FC236}">
                <a16:creationId xmlns:a16="http://schemas.microsoft.com/office/drawing/2014/main" id="{1D462254-8859-33B8-B385-CE72067496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1479401"/>
              </p:ext>
            </p:extLst>
          </p:nvPr>
        </p:nvGraphicFramePr>
        <p:xfrm>
          <a:off x="1218882" y="4201160"/>
          <a:ext cx="3428563" cy="17705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74B10BB-DE94-7A33-9C72-51BC20D49827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3697954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FB59B-B6B1-C6C8-77DD-69A3DA876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90A10F5-F18B-F6BD-4146-F91E9CD40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SS-Model: Training and Testing Results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03C11B-129C-D28C-7A1F-B32BE2760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Settings &amp; Parameters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66DF0C8-7523-D85A-185E-88B8382E0E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dirty="0"/>
              <a:t>Steady &amp; Trans. Error Metric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9BE58-6B03-5115-9F2E-92E0F5A8A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97EE-D4AA-FEA7-9C37-C6B4120C9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BA8B2-FC99-7999-1706-5A08F040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33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E04D1F-7307-4EF5-F084-97EBAAC8BB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Testing Data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AD37-9200-1A28-23EE-D3B5DA4158F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1800" dirty="0"/>
              <a:t>Training:	OP1/3, Testing: OP2</a:t>
            </a:r>
          </a:p>
          <a:p>
            <a:r>
              <a:rPr lang="en-GB" sz="1800" dirty="0"/>
              <a:t>Model Order:	2</a:t>
            </a:r>
          </a:p>
          <a:p>
            <a:r>
              <a:rPr lang="en-GB" sz="1800" dirty="0"/>
              <a:t>Inputs: Primary, secondary, and core losses</a:t>
            </a:r>
          </a:p>
          <a:p>
            <a:r>
              <a:rPr lang="en-GB" sz="1800" dirty="0"/>
              <a:t>Model form: Continuous</a:t>
            </a:r>
          </a:p>
          <a:p>
            <a:r>
              <a:rPr lang="en-GB" sz="1800" dirty="0"/>
              <a:t>Noise </a:t>
            </a:r>
            <a:r>
              <a:rPr lang="en-GB" sz="1800" dirty="0" err="1"/>
              <a:t>modeling</a:t>
            </a:r>
            <a:r>
              <a:rPr lang="en-GB" sz="1800" dirty="0"/>
              <a:t>: off</a:t>
            </a:r>
          </a:p>
          <a:p>
            <a:r>
              <a:rPr lang="en-GB" sz="1800" dirty="0"/>
              <a:t>Solver: linear</a:t>
            </a:r>
          </a:p>
        </p:txBody>
      </p:sp>
      <p:graphicFrame>
        <p:nvGraphicFramePr>
          <p:cNvPr id="23" name="Content Placeholder 22">
            <a:extLst>
              <a:ext uri="{FF2B5EF4-FFF2-40B4-BE49-F238E27FC236}">
                <a16:creationId xmlns:a16="http://schemas.microsoft.com/office/drawing/2014/main" id="{8931F0E6-3D9B-C57E-80A0-2FDE37867B19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4148509"/>
              </p:ext>
            </p:extLst>
          </p:nvPr>
        </p:nvGraphicFramePr>
        <p:xfrm>
          <a:off x="8205788" y="4437112"/>
          <a:ext cx="3382962" cy="17350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6" name="Content Placeholder 25">
            <a:extLst>
              <a:ext uri="{FF2B5EF4-FFF2-40B4-BE49-F238E27FC236}">
                <a16:creationId xmlns:a16="http://schemas.microsoft.com/office/drawing/2014/main" id="{CA9357F2-A579-1C3F-2F34-CBDC38950F13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620118226"/>
              </p:ext>
            </p:extLst>
          </p:nvPr>
        </p:nvGraphicFramePr>
        <p:xfrm>
          <a:off x="4711700" y="2717800"/>
          <a:ext cx="33845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Pri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1,98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4,33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1,35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932010"/>
                  </a:ext>
                </a:extLst>
              </a:tr>
            </a:tbl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2828CA07-6D66-B03E-92DF-1A5C1E08C8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8904229"/>
              </p:ext>
            </p:extLst>
          </p:nvPr>
        </p:nvGraphicFramePr>
        <p:xfrm>
          <a:off x="8201169" y="2717800"/>
          <a:ext cx="3545364" cy="1863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Content Placeholder 25">
            <a:extLst>
              <a:ext uri="{FF2B5EF4-FFF2-40B4-BE49-F238E27FC236}">
                <a16:creationId xmlns:a16="http://schemas.microsoft.com/office/drawing/2014/main" id="{3E977EE9-F04F-D270-5D4A-5DEF121EEA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3455951"/>
              </p:ext>
            </p:extLst>
          </p:nvPr>
        </p:nvGraphicFramePr>
        <p:xfrm>
          <a:off x="4706859" y="4414520"/>
          <a:ext cx="338454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Pri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1,69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0,58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1,06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993201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4F9FA6C-7071-B6C7-980B-E2B5254AA837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2640991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92D5C-2FBE-EC20-E56E-3F7571F94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RC- and SS-Model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99012-F1A3-2586-313C-1D2880E2D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Error Comparison Secondary</a:t>
            </a:r>
            <a:r>
              <a:rPr lang="en-GB" baseline="0" dirty="0"/>
              <a:t> (OP2)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18B292-3A6D-DF10-2CB0-A6A478D7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Description &amp; </a:t>
            </a:r>
          </a:p>
          <a:p>
            <a:r>
              <a:rPr lang="en-GB" dirty="0"/>
              <a:t>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EE5CD1-4B96-4806-DD15-890324416E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sz="2000" dirty="0"/>
              <a:t>State Space system outperform RC networks for MAE, MSE, and MAX error</a:t>
            </a:r>
          </a:p>
          <a:p>
            <a:r>
              <a:rPr lang="en-GB" sz="2000" dirty="0"/>
              <a:t>The losses in the transformer are coupled, thus primary, secondary and core losses mutually influence the temperature</a:t>
            </a:r>
          </a:p>
          <a:p>
            <a:r>
              <a:rPr lang="en-GB" sz="2000" dirty="0"/>
              <a:t>RC networks cannot predict the temperature accurately due to the coupling</a:t>
            </a:r>
          </a:p>
          <a:p>
            <a:r>
              <a:rPr lang="en-GB" sz="2000" dirty="0"/>
              <a:t>State Space models include the thermal coupling resistances and the power mapping inside their state space matrices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E596E8-D51E-AB40-A666-42F0B50DF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CE416F5-4181-4A24-A36C-6167220A322B}" type="datetime1">
              <a:rPr lang="en-GB" smtClean="0"/>
              <a:t>19/05/2025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84F9C-8531-79E0-5050-9D77F82D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48441-7DBE-4C8E-3D61-4ADE0962A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34</a:t>
            </a:fld>
            <a:endParaRPr lang="en-GB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C2ADCF4-63EB-6CE5-BBCC-4239A0E3886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04775955"/>
              </p:ext>
            </p:extLst>
          </p:nvPr>
        </p:nvGraphicFramePr>
        <p:xfrm>
          <a:off x="1219200" y="2717800"/>
          <a:ext cx="5078413" cy="1935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ontent Placeholder 25">
            <a:extLst>
              <a:ext uri="{FF2B5EF4-FFF2-40B4-BE49-F238E27FC236}">
                <a16:creationId xmlns:a16="http://schemas.microsoft.com/office/drawing/2014/main" id="{BEDEC47A-CF85-A6B0-6012-0ABC518A09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9512557"/>
              </p:ext>
            </p:extLst>
          </p:nvPr>
        </p:nvGraphicFramePr>
        <p:xfrm>
          <a:off x="1761226" y="4653136"/>
          <a:ext cx="338454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4,28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336,3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1218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dirty="0"/>
                        <a:t>22,70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C8095E3-E0C9-9098-9C0B-602BDC1B786C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2413954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C2331-6C35-0684-5100-B07B3F383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E0BE1A8-B20E-EECC-3594-2139F478E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D2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E54FD1-2D96-1CCD-56B0-3A29475FC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Analytical 2D Model order Reduction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14C57-C348-6EFD-DF5A-C6E4DE646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09A28-17CA-62B2-5A92-C428EA68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95E94C-B648-C5DA-B88A-2C59467F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35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4573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C27AC2C-A746-CCFF-F490-68AA7DB6F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POD-Model: Training Spatial Modes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03BC14-6C34-5A34-029A-D60401EE27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Training based on one step response with 5 W losses (2,84E8 W/m³)</a:t>
            </a:r>
          </a:p>
          <a:p>
            <a:r>
              <a:rPr lang="en-GB" dirty="0"/>
              <a:t>Using fixed number of POD modes equal to three</a:t>
            </a:r>
          </a:p>
          <a:p>
            <a:r>
              <a:rPr lang="en-GB" dirty="0"/>
              <a:t>Using ode23s as stiff solver for </a:t>
            </a:r>
            <a:r>
              <a:rPr lang="en-GB" dirty="0" err="1"/>
              <a:t>Gth</a:t>
            </a:r>
            <a:r>
              <a:rPr lang="en-GB" dirty="0"/>
              <a:t> and </a:t>
            </a:r>
            <a:r>
              <a:rPr lang="en-GB" dirty="0" err="1"/>
              <a:t>Cth</a:t>
            </a:r>
            <a:r>
              <a:rPr lang="en-GB" dirty="0"/>
              <a:t> system</a:t>
            </a:r>
          </a:p>
          <a:p>
            <a:r>
              <a:rPr lang="en-GB" dirty="0"/>
              <a:t>Using Gaussian Legendre Integration and Jacobi matrix for mesh correction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6B4D6-F35E-8045-8092-CE41A082F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1166-D12D-A1E7-24A2-78076DBEB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486E8-C308-3995-A08D-80982C542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36</a:t>
            </a:fld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26A06E-63A9-64F4-CB08-434514172730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FBA239-3415-4C57-DB6A-9DD3CD47A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4692" y="3018949"/>
            <a:ext cx="2880000" cy="157428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406BCDA8-3BF5-FF8C-9405-6AB0D838DC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186845" y="3946198"/>
            <a:ext cx="2700000" cy="2262642"/>
          </a:xfrm>
        </p:spPr>
      </p:pic>
      <p:pic>
        <p:nvPicPr>
          <p:cNvPr id="18" name="Content Placeholder 12">
            <a:extLst>
              <a:ext uri="{FF2B5EF4-FFF2-40B4-BE49-F238E27FC236}">
                <a16:creationId xmlns:a16="http://schemas.microsoft.com/office/drawing/2014/main" id="{F80C5EFC-6B00-6E9B-BDCD-CD3D0C3DC899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4"/>
          <a:stretch>
            <a:fillRect/>
          </a:stretch>
        </p:blipFill>
        <p:spPr>
          <a:xfrm>
            <a:off x="8614692" y="1340768"/>
            <a:ext cx="2880000" cy="1571747"/>
          </a:xfr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75C3A8A-55CD-DC83-3CE1-47FFB7F88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4692" y="4674044"/>
            <a:ext cx="2880000" cy="153479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2C2E68D-7EEB-C5C9-BD67-F4A503DE68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6845" y="1528364"/>
            <a:ext cx="2700000" cy="234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389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D01F-13A7-262D-A102-0064FCEE8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950D10-A789-16B7-E0B4-6A1BEC979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POD-Model: Testing Spatial Error X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BEBD991-85BB-8F39-2A09-87AFCAAE316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06938" y="2557266"/>
            <a:ext cx="3384550" cy="276423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47E61-D3F0-ACFE-BE61-95BB60DE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3B812-7E16-6DBD-88C9-2CC805191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072FD2-07EB-B478-13F2-58FBF093A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37</a:t>
            </a:fld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032A31-AC12-38C2-F3A9-CF6F437DC1EC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GB" dirty="0"/>
              <a:t>Both temperature and gradient are well captured</a:t>
            </a:r>
          </a:p>
          <a:p>
            <a:r>
              <a:rPr lang="en-GB" dirty="0"/>
              <a:t>Largest temperature error at boundary interface</a:t>
            </a:r>
          </a:p>
          <a:p>
            <a:r>
              <a:rPr lang="en-GB" dirty="0"/>
              <a:t>Largest gradient error at points of gradient changes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3D036-4FE6-1E82-97B7-61FE921ADCF1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3C1C862-E267-61BD-E276-2DEEA497302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19200" y="2558414"/>
            <a:ext cx="3382963" cy="2761935"/>
          </a:xfrm>
        </p:spPr>
      </p:pic>
    </p:spTree>
    <p:extLst>
      <p:ext uri="{BB962C8B-B14F-4D97-AF65-F5344CB8AC3E}">
        <p14:creationId xmlns:p14="http://schemas.microsoft.com/office/powerpoint/2010/main" val="153406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E572-E294-134C-0235-ECDBABAB4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A074F97-C5BE-1601-49CC-B35DB4B32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POD-Model: Testing Spatial Error Y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1D56B13-F883-A4ED-C4F1-61093EDE6E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06938" y="2516077"/>
            <a:ext cx="3384550" cy="284660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96925-7E40-C5CA-1C83-C398D5316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42CB3-4394-7B74-F22F-5144E7B3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DC81A-C596-27BF-8EC9-95508A2D1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38</a:t>
            </a:fld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2A254C9-2E5B-7BBB-ED1A-1901E26DD1F1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GB" dirty="0"/>
              <a:t>Gradient is directly proportional to the heat conductance of the PCB materials</a:t>
            </a:r>
          </a:p>
          <a:p>
            <a:r>
              <a:rPr lang="en-GB" dirty="0"/>
              <a:t>Temperature error increase in direction of the heat sources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60644C-B286-C876-9128-DB43FC1AE094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517DAE5-D0AD-6502-1B4D-4416A7041A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19200" y="2549461"/>
            <a:ext cx="3382963" cy="2779841"/>
          </a:xfrm>
        </p:spPr>
      </p:pic>
    </p:spTree>
    <p:extLst>
      <p:ext uri="{BB962C8B-B14F-4D97-AF65-F5344CB8AC3E}">
        <p14:creationId xmlns:p14="http://schemas.microsoft.com/office/powerpoint/2010/main" val="515886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F30DF-9764-60F0-AB3C-E21A0798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A7056A-C5FE-3D53-FA47-4CAC878E9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POD-Model: Testing Temporal Error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CE9BB7B-FF00-DCA0-4CF8-9A74215C207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19200" y="2591179"/>
            <a:ext cx="3382963" cy="2696404"/>
          </a:xfr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6A45E5-6924-7DF6-152D-22586499A4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706938" y="2592751"/>
            <a:ext cx="3384550" cy="269326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DE9E1-7775-4BB5-F597-BA072E9AD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2F808-2264-DA47-AB5F-2E15306AF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586D2E-A8BC-8B50-7622-2C6AF5E7C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39</a:t>
            </a:fld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2A7FCF6-F03C-827C-30BF-701E2AE5B77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GB" dirty="0"/>
              <a:t>Temporal behaviour is captured well</a:t>
            </a:r>
          </a:p>
          <a:p>
            <a:r>
              <a:rPr lang="en-GB" dirty="0"/>
              <a:t>Maximum error around 1,0 K</a:t>
            </a:r>
          </a:p>
          <a:p>
            <a:r>
              <a:rPr lang="en-GB" dirty="0"/>
              <a:t>Steady state error around 0,2 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209247-0B07-BE0D-B87A-AEC38AB2D6F5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803896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0C78-6651-83EB-F7D8-77CAFD15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3A83201-4678-3DA4-78E8-E63D1394C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D3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7D5381-1E31-C744-B80B-E2049FC63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Deep Learning 1D Model order Reduction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3C0F-DB8A-0AE2-8CF9-E672A145F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2EF641-8721-42F1-9234-78B100541C34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5DF30-61E2-39A5-82C8-FBDC94B47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4EB82-3908-181D-903B-F9A59D16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0147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8393CB2-ACE0-97B3-8297-28A2A88FF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DL-CNN: Training and Testing Results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19019DD-F928-479D-8A0D-AAAF21D2E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Settings &amp; Parameters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37208D4-FAFA-D0DC-6B05-89D0353943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000" dirty="0"/>
              <a:t>Normalisation </a:t>
            </a:r>
            <a:r>
              <a:rPr lang="en-GB" sz="2000" dirty="0" err="1"/>
              <a:t>X,y</a:t>
            </a:r>
            <a:r>
              <a:rPr lang="en-GB" sz="2000" dirty="0"/>
              <a:t>: off</a:t>
            </a:r>
          </a:p>
          <a:p>
            <a:r>
              <a:rPr lang="en-GB" sz="2000" dirty="0"/>
              <a:t>Learning rate: 0,001</a:t>
            </a:r>
          </a:p>
          <a:p>
            <a:r>
              <a:rPr lang="en-GB" sz="2000" dirty="0"/>
              <a:t>Batch: 1024</a:t>
            </a:r>
          </a:p>
          <a:p>
            <a:r>
              <a:rPr lang="en-GB" sz="2000" dirty="0"/>
              <a:t>Input window: 600</a:t>
            </a:r>
          </a:p>
          <a:p>
            <a:r>
              <a:rPr lang="en-GB" sz="2000" dirty="0"/>
              <a:t>Max Epochs: 100</a:t>
            </a:r>
          </a:p>
          <a:p>
            <a:r>
              <a:rPr lang="en-GB" sz="2000" dirty="0"/>
              <a:t>Layer Structure</a:t>
            </a:r>
          </a:p>
          <a:p>
            <a:pPr lvl="1"/>
            <a:r>
              <a:rPr lang="en-GB" sz="1600" dirty="0"/>
              <a:t>2x CNN ([5,64], [3,32])</a:t>
            </a:r>
          </a:p>
          <a:p>
            <a:pPr lvl="1"/>
            <a:r>
              <a:rPr lang="en-GB" sz="1600" dirty="0"/>
              <a:t>1x DNN (32 nodes)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D4C35B-BC70-6F24-D91F-5D48A9FAE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Steady &amp; Trans. Error Metric</a:t>
            </a:r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BE2FC20A-87BF-CDA8-25AF-37EF6E5F3779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323113213"/>
              </p:ext>
            </p:extLst>
          </p:nvPr>
        </p:nvGraphicFramePr>
        <p:xfrm>
          <a:off x="4711700" y="2717800"/>
          <a:ext cx="3384548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06601546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867768730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260671283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2412742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87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T_sw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5,34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47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T_st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49,9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11,6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785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T_so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25,0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54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T_rm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6,12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53,0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20,2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2997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Avg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4,58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35,9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20,2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988006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A1CDD-700A-3914-93F6-3A1FC611A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12D97-8016-73B6-5304-8077E2C21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60118-9BB7-34C5-9F28-F51ADFEF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41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86CC024-1620-36F9-0794-ED786C4770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Testing Data Plot</a:t>
            </a:r>
          </a:p>
        </p:txBody>
      </p:sp>
      <p:graphicFrame>
        <p:nvGraphicFramePr>
          <p:cNvPr id="16" name="Content Placeholder 1">
            <a:extLst>
              <a:ext uri="{FF2B5EF4-FFF2-40B4-BE49-F238E27FC236}">
                <a16:creationId xmlns:a16="http://schemas.microsoft.com/office/drawing/2014/main" id="{F81013BC-8D7C-F138-41B5-C6F01B33FCAF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815509549"/>
              </p:ext>
            </p:extLst>
          </p:nvPr>
        </p:nvGraphicFramePr>
        <p:xfrm>
          <a:off x="8205788" y="2717800"/>
          <a:ext cx="3382962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0C0F6A2-0ED8-8C3D-224F-216EC4331ABA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0591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655AC-36A2-F577-B829-213681C8D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15C8F65-238E-97AA-5E8F-560D13930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DL-LSTM: Training and Testing Results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5939B8-3A69-B8A4-CCE7-908CC4554A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Settings &amp; Parameters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4AD359C-0EED-50CC-663D-D4B8A9FD02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000" dirty="0"/>
              <a:t>Normalisation </a:t>
            </a:r>
            <a:r>
              <a:rPr lang="en-GB" sz="2000" dirty="0" err="1"/>
              <a:t>X,y</a:t>
            </a:r>
            <a:r>
              <a:rPr lang="en-GB" sz="2000" dirty="0"/>
              <a:t>: off</a:t>
            </a:r>
          </a:p>
          <a:p>
            <a:r>
              <a:rPr lang="en-GB" sz="2000" dirty="0"/>
              <a:t>Learning rate: 0,001</a:t>
            </a:r>
          </a:p>
          <a:p>
            <a:r>
              <a:rPr lang="en-GB" sz="2000" dirty="0"/>
              <a:t>Batch: 1024</a:t>
            </a:r>
          </a:p>
          <a:p>
            <a:r>
              <a:rPr lang="en-GB" sz="2000" dirty="0"/>
              <a:t>Input window: 600</a:t>
            </a:r>
          </a:p>
          <a:p>
            <a:r>
              <a:rPr lang="en-GB" sz="2000" dirty="0"/>
              <a:t>Max Epochs: 100</a:t>
            </a:r>
          </a:p>
          <a:p>
            <a:r>
              <a:rPr lang="en-GB" sz="2000" dirty="0"/>
              <a:t>Layer Structure</a:t>
            </a:r>
          </a:p>
          <a:p>
            <a:pPr lvl="1"/>
            <a:r>
              <a:rPr lang="en-GB" sz="1600" dirty="0"/>
              <a:t>1x LSTM (64 nodes)</a:t>
            </a:r>
          </a:p>
          <a:p>
            <a:pPr lvl="1"/>
            <a:r>
              <a:rPr lang="en-GB" sz="1600" dirty="0"/>
              <a:t>1x DNN (64 nodes)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247D7BB-BE71-A09B-A02D-0698FDED20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Steady &amp; Trans. Error Metric</a:t>
            </a:r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817749C1-36C8-37F7-D9B9-D5574B7BD6D4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97085123"/>
              </p:ext>
            </p:extLst>
          </p:nvPr>
        </p:nvGraphicFramePr>
        <p:xfrm>
          <a:off x="4711700" y="2717800"/>
          <a:ext cx="3384548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06601546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867768730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260671283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2412742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87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T_sw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18,4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26,9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47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T_st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2,23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9,37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22,4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785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T_so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1,92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6,47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54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T_rm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7,28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69,0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21,8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2997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/>
                        <a:t>Avg</a:t>
                      </a:r>
                      <a:endParaRPr lang="en-GB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25,8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26,9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9880068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AAAD4-F693-5FAD-FBCF-67E0AD41E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78F72-987C-9553-F3BC-50C65BE81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B937-4212-E80B-D0F3-B0DBB7C2E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42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98BFBDB-CE51-42D9-F658-D1C083138F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Testing Data Plot</a:t>
            </a: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FCEFB198-4DBF-DBB7-9F8E-0390F2F548FD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5151204"/>
              </p:ext>
            </p:extLst>
          </p:nvPr>
        </p:nvGraphicFramePr>
        <p:xfrm>
          <a:off x="8205788" y="2717800"/>
          <a:ext cx="3382962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DD0BF72-1F9B-BBC6-337D-B83E3144A87E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4240759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FCDAB-40CD-0753-E498-7D53C126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643B7-18BA-4C03-7DAA-859C460C0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DL-Model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C32C9-95AE-AEEC-B1CA-C1AD4D7EC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Error Comparison Stator Winding</a:t>
            </a:r>
            <a:r>
              <a:rPr lang="en-GB" baseline="0" dirty="0"/>
              <a:t> (ID60)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53288-99F1-2000-6819-71CEB9078F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Description &amp; </a:t>
            </a:r>
          </a:p>
          <a:p>
            <a:r>
              <a:rPr lang="en-GB" dirty="0"/>
              <a:t>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115ED3-3B51-8463-13A3-8A47BC67D88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LSTM outperforms CNN for MAE and MSE, but shows significantly higher MAX error</a:t>
            </a:r>
          </a:p>
          <a:p>
            <a:r>
              <a:rPr lang="en-GB" dirty="0"/>
              <a:t>CNN generate smoothing effect through convolution</a:t>
            </a:r>
          </a:p>
          <a:p>
            <a:r>
              <a:rPr lang="en-GB" dirty="0"/>
              <a:t>LSTM accurately models temporal behaviour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C9A05B-7DBD-CF24-19E1-55C702A5F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CE416F5-4181-4A24-A36C-6167220A322B}" type="datetime1">
              <a:rPr lang="en-GB" smtClean="0"/>
              <a:t>19/05/2025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FC27-D6B0-34A7-0DA6-E5233D6CF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042739-C22B-1B70-9449-429C1AA2F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43</a:t>
            </a:fld>
            <a:endParaRPr lang="en-GB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DA743F52-0018-B65E-1D5D-7D91A34DC77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38387600"/>
              </p:ext>
            </p:extLst>
          </p:nvPr>
        </p:nvGraphicFramePr>
        <p:xfrm>
          <a:off x="1219200" y="2717800"/>
          <a:ext cx="5078413" cy="2295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Content Placeholder 25">
            <a:extLst>
              <a:ext uri="{FF2B5EF4-FFF2-40B4-BE49-F238E27FC236}">
                <a16:creationId xmlns:a16="http://schemas.microsoft.com/office/drawing/2014/main" id="{3D1563F8-9AE8-082B-402E-CE6206636A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4399844"/>
              </p:ext>
            </p:extLst>
          </p:nvPr>
        </p:nvGraphicFramePr>
        <p:xfrm>
          <a:off x="1701924" y="5059680"/>
          <a:ext cx="338454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5,34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45,7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17,8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/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3,29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18,4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26,9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F33CE44-A37D-2DE7-357F-11E55095CA82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307859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E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Advanced functionalities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32E22C2-CE1C-460D-81C8-65B30DE1A8ED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44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85035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D1A88-1302-8AB1-73D0-B1D972CCE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CAF8D53-C8F1-823F-25C2-3E8FCA0EF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E1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818902-0103-B2ED-EA81-7BA8C21F6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Advanced functionalities: POD State Space Model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D9D98-69CF-639C-4DCC-3190C4EC5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32E22C2-CE1C-460D-81C8-65B30DE1A8ED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1C756B-2CF4-B1CC-AA3F-7306DBA6B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29726-0CE6-2F83-03A4-89E6E219C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45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335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06CC1C-0F61-DF2E-0F70-AEB93522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POD-SS Model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EDA60A-F66D-5B67-7216-65B179CEF5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Instead of calculating </a:t>
            </a:r>
            <a:r>
              <a:rPr lang="en-GB" dirty="0" err="1"/>
              <a:t>Cth</a:t>
            </a:r>
            <a:r>
              <a:rPr lang="en-GB" dirty="0"/>
              <a:t> and </a:t>
            </a:r>
            <a:r>
              <a:rPr lang="en-GB" dirty="0" err="1"/>
              <a:t>Gth</a:t>
            </a:r>
            <a:r>
              <a:rPr lang="en-GB" dirty="0"/>
              <a:t> matrices, a state space system is used to model the temporal dependencies </a:t>
            </a:r>
          </a:p>
          <a:p>
            <a:r>
              <a:rPr lang="en-GB" dirty="0"/>
              <a:t>Improved transient </a:t>
            </a:r>
            <a:r>
              <a:rPr lang="en-GB" dirty="0" err="1"/>
              <a:t>modeling</a:t>
            </a:r>
            <a:r>
              <a:rPr lang="en-GB" dirty="0"/>
              <a:t> for low spatial and temporal resolution</a:t>
            </a:r>
          </a:p>
          <a:p>
            <a:r>
              <a:rPr lang="en-GB" dirty="0"/>
              <a:t>Max error reduces from -1,0 K to -0,65 K 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EFA30F2-DC66-09C0-DA66-B89564D7E3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2484" y="2060848"/>
            <a:ext cx="4594860" cy="17373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C6375-C42E-A44F-5FAA-57A6E67E2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35971-9F84-83EC-4D6E-6BCD64362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FF14EC-B343-242E-BB0B-39E6DD92C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46</a:t>
            </a:fld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FEC703-F925-D47D-3F35-98966645A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484" y="3984208"/>
            <a:ext cx="4594860" cy="17373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1E8434A-C8E3-98DE-B89E-00F316B86FFD}"/>
              </a:ext>
            </a:extLst>
          </p:cNvPr>
          <p:cNvSpPr/>
          <p:nvPr/>
        </p:nvSpPr>
        <p:spPr>
          <a:xfrm>
            <a:off x="6886500" y="1977680"/>
            <a:ext cx="936104" cy="3899592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B9C9E4-F417-9B2E-C902-ED7D684EB37F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264528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D0734-A6A3-7103-0774-64EDB6AAC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7BFFD4-6BCC-DC9D-12F6-B26EF6AB3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E2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558CDA-A5F6-3A1C-3321-E089B8999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Advanced functionalities: Deep Learning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8269E-4F60-EC85-71DD-BE021B444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32E22C2-CE1C-460D-81C8-65B30DE1A8ED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6DD54-3CB4-D7A1-3D97-C46A6ECC9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D12B5-0A06-115E-06CA-FFF72A64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47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9099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4F1EB4B-1048-36E6-0D32-1CAA6B48A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Optimised Neural Network Architecture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901A315-69AC-5BDA-E1EF-24A7E1D31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Error Comparison Stator Winding</a:t>
            </a:r>
            <a:r>
              <a:rPr lang="en-GB" baseline="0" dirty="0"/>
              <a:t> (ID60)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ABE2A92-3896-11E9-1761-8694300252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Description &amp; </a:t>
            </a:r>
          </a:p>
          <a:p>
            <a:r>
              <a:rPr lang="en-GB" dirty="0"/>
              <a:t>Analysis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8AB52EE-294F-0C85-BB5B-5E19A24BF3C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Combining a CNN and LSTM based architecture to utilise temporal and spatial convolution characteristics</a:t>
            </a:r>
          </a:p>
          <a:p>
            <a:r>
              <a:rPr lang="en-GB" dirty="0"/>
              <a:t>Significant further improvement for all error metric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3F710-86AD-8182-92FE-3D8F3E88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21FAE-52E1-2F94-2C09-B233EAC5D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F2907-F7B6-3EA5-1A06-DAC0994D1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48</a:t>
            </a:fld>
            <a:endParaRPr lang="en-GB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DA743F52-0018-B65E-1D5D-7D91A34DC77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808116"/>
              </p:ext>
            </p:extLst>
          </p:nvPr>
        </p:nvGraphicFramePr>
        <p:xfrm>
          <a:off x="1219200" y="2717800"/>
          <a:ext cx="5078413" cy="2163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Content Placeholder 25">
            <a:extLst>
              <a:ext uri="{FF2B5EF4-FFF2-40B4-BE49-F238E27FC236}">
                <a16:creationId xmlns:a16="http://schemas.microsoft.com/office/drawing/2014/main" id="{FA085F39-CA0B-836E-D46A-379D93ACC4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8011097"/>
              </p:ext>
            </p:extLst>
          </p:nvPr>
        </p:nvGraphicFramePr>
        <p:xfrm>
          <a:off x="1701924" y="4831080"/>
          <a:ext cx="3384548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ctr"/>
                      <a:endParaRPr lang="en-GB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MAX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5,34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45,7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17,8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3,29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18,4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26,9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/>
                        <a:t>Opti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2,80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13,4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13,5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201211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1F43A6F-20EF-7A10-7069-B388F8EAF0C0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2811658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56D5-47F4-17EF-195C-B9F439C2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0238C73-4AA7-402B-D3C8-A3FFCF132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Optimised Features and Neural Network</a:t>
            </a:r>
            <a:br>
              <a:rPr lang="en-GB" dirty="0"/>
            </a:br>
            <a:r>
              <a:rPr lang="en-GB" dirty="0"/>
              <a:t>Architecture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C4E6B0-F261-EDBD-8B23-95E120303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Error Comparison Stator Winding</a:t>
            </a:r>
            <a:r>
              <a:rPr lang="en-GB" baseline="0" dirty="0"/>
              <a:t> (ID60)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1B849F-D9E8-1DAC-8DED-1E1E403E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Description &amp; </a:t>
            </a:r>
          </a:p>
          <a:p>
            <a:r>
              <a:rPr lang="en-GB" dirty="0"/>
              <a:t>Analysis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A184987-3E80-E191-5344-2ADA3158EF6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Adding additional input features, e.g. torque and rotational speed</a:t>
            </a:r>
          </a:p>
          <a:p>
            <a:r>
              <a:rPr lang="en-GB" dirty="0"/>
              <a:t>Further improvement in all error metric</a:t>
            </a:r>
          </a:p>
          <a:p>
            <a:r>
              <a:rPr lang="en-GB" dirty="0"/>
              <a:t>Lowest overall error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0CC14-31E2-4D25-A82E-38F00F85A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FDF3D82-850A-4012-835A-C07D5D5750E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4C912-D459-BEAF-DE36-9788F7AB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B76EF-017F-D0AA-7B5C-B2FEA9E04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49</a:t>
            </a:fld>
            <a:endParaRPr lang="en-GB"/>
          </a:p>
        </p:txBody>
      </p:sp>
      <p:graphicFrame>
        <p:nvGraphicFramePr>
          <p:cNvPr id="13" name="Content Placeholder 25">
            <a:extLst>
              <a:ext uri="{FF2B5EF4-FFF2-40B4-BE49-F238E27FC236}">
                <a16:creationId xmlns:a16="http://schemas.microsoft.com/office/drawing/2014/main" id="{9EC7783D-EB63-CDD9-DF08-CA7C0A76F7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7107498"/>
              </p:ext>
            </p:extLst>
          </p:nvPr>
        </p:nvGraphicFramePr>
        <p:xfrm>
          <a:off x="1761226" y="4739640"/>
          <a:ext cx="3384548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137">
                  <a:extLst>
                    <a:ext uri="{9D8B030D-6E8A-4147-A177-3AD203B41FA5}">
                      <a16:colId xmlns:a16="http://schemas.microsoft.com/office/drawing/2014/main" val="3645350675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1207214777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4150734641"/>
                    </a:ext>
                  </a:extLst>
                </a:gridCol>
                <a:gridCol w="846137">
                  <a:extLst>
                    <a:ext uri="{9D8B030D-6E8A-4147-A177-3AD203B41FA5}">
                      <a16:colId xmlns:a16="http://schemas.microsoft.com/office/drawing/2014/main" val="3749498746"/>
                    </a:ext>
                  </a:extLst>
                </a:gridCol>
              </a:tblGrid>
              <a:tr h="328596">
                <a:tc>
                  <a:txBody>
                    <a:bodyPr/>
                    <a:lstStyle/>
                    <a:p>
                      <a:pPr algn="ctr"/>
                      <a:endParaRPr lang="en-GB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880312"/>
                  </a:ext>
                </a:extLst>
              </a:tr>
              <a:tr h="268851"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/>
                        <a:t>CNN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5,34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45,7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17,8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7568"/>
                  </a:ext>
                </a:extLst>
              </a:tr>
              <a:tr h="268851"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3,29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18,4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26,9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2606736"/>
                  </a:ext>
                </a:extLst>
              </a:tr>
              <a:tr h="268851"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/>
                        <a:t>Opti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2,80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13,4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13,5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2012118"/>
                  </a:ext>
                </a:extLst>
              </a:tr>
              <a:tr h="268851">
                <a:tc>
                  <a:txBody>
                    <a:bodyPr/>
                    <a:lstStyle/>
                    <a:p>
                      <a:pPr algn="ctr"/>
                      <a:r>
                        <a:rPr lang="en-GB" sz="1200" b="1" dirty="0"/>
                        <a:t>Opti2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2,37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9,43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dirty="0"/>
                        <a:t>10,2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0857917"/>
                  </a:ext>
                </a:extLst>
              </a:tr>
            </a:tbl>
          </a:graphicData>
        </a:graphic>
      </p:graphicFrame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DA743F52-0018-B65E-1D5D-7D91A34DC77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2044691"/>
              </p:ext>
            </p:extLst>
          </p:nvPr>
        </p:nvGraphicFramePr>
        <p:xfrm>
          <a:off x="1219200" y="2717800"/>
          <a:ext cx="5078413" cy="202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25E6E82-D8B8-6397-5C89-00C09DF94B26}"/>
              </a:ext>
            </a:extLst>
          </p:cNvPr>
          <p:cNvSpPr txBox="1"/>
          <p:nvPr/>
        </p:nvSpPr>
        <p:spPr>
          <a:xfrm>
            <a:off x="8881422" y="152150"/>
            <a:ext cx="2897404" cy="86177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GB" sz="1000" b="1" dirty="0"/>
              <a:t>Literature:	</a:t>
            </a:r>
          </a:p>
          <a:p>
            <a:r>
              <a:rPr lang="en-GB" sz="1000" b="1" dirty="0"/>
              <a:t>Images:	</a:t>
            </a:r>
          </a:p>
          <a:p>
            <a:r>
              <a:rPr lang="en-GB" sz="1000" b="1" dirty="0"/>
              <a:t>Software:	</a:t>
            </a:r>
            <a:endParaRPr lang="en-GB" sz="1000" dirty="0"/>
          </a:p>
          <a:p>
            <a:r>
              <a:rPr lang="en-GB" sz="1000" b="1" dirty="0"/>
              <a:t>Example:	</a:t>
            </a:r>
            <a:endParaRPr lang="en-GB" sz="1000" dirty="0"/>
          </a:p>
          <a:p>
            <a:r>
              <a:rPr lang="en-GB" sz="1000" b="1" dirty="0"/>
              <a:t>Content:	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747129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F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Outlook and Conclusion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F3FBE79-6653-4E0A-9E79-A12EF1BAF02F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76261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E397E5-6B5C-F10A-4976-324037F3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and Future Goals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55BEAB-8C74-B3BB-D577-5247FB77E0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GB" dirty="0"/>
              <a:t>As failure and mistakes are inextricably linked to human nature, the toolkit is obviously not perfect, thus suggestions and constructive feedback are always welcome. If you want to contribute to the </a:t>
            </a:r>
            <a:r>
              <a:rPr lang="en-GB" dirty="0" err="1"/>
              <a:t>TherMOS</a:t>
            </a:r>
            <a:r>
              <a:rPr lang="en-GB" dirty="0"/>
              <a:t> toolkit or spotted any mistake, please contact me via: </a:t>
            </a:r>
            <a:r>
              <a:rPr lang="en-GB" dirty="0">
                <a:hlinkClick r:id="rId2"/>
              </a:rPr>
              <a:t>p.schirmer@herts.ac.uk</a:t>
            </a:r>
            <a:r>
              <a:rPr lang="en-GB" dirty="0"/>
              <a:t>. The following aspects will be improved in future version:</a:t>
            </a:r>
          </a:p>
          <a:p>
            <a:r>
              <a:rPr lang="en-GB" dirty="0"/>
              <a:t>3D input files for the Proper Orthogonal Decomposition (POD)</a:t>
            </a:r>
          </a:p>
          <a:p>
            <a:r>
              <a:rPr lang="en-GB" dirty="0"/>
              <a:t>Physics Informed Neural Networks (PINNs) for 1D and 2D problems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23FC5-04D8-E31E-6AF5-4C54604A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65BAE31-5648-4EBE-A0B7-2F121F3F5921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2AD6CE-8A6A-6F9A-AF3F-039DE567B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EBB5B-9F85-33D7-3F59-3A41F6D5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568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F24F6D-6AC8-A41B-7BDF-074D2E54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GB" dirty="0"/>
              <a:t>G</a:t>
            </a:r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FC64F3-4654-1561-9E87-8803B529B0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References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320F4-9A81-164F-EF4D-A71414F0A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359330D-6311-484A-8122-1BFE53D09189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9804C-CE63-679C-0044-D91D6F52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FB839-54B0-8354-2E48-563B864C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539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0BC20D2-5AB1-01D2-C3D0-1C957DD00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Bibliography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CF1BC3-37C7-DA4A-CD57-1E7CEF83C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[1] </a:t>
            </a:r>
            <a:r>
              <a:rPr lang="en-GB" sz="15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https://www.ventec-group.com/products/tec-thermal-thermal-management-ims/vt-4b3/datasheet/</a:t>
            </a:r>
            <a:endParaRPr lang="en-GB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[2] W. </a:t>
            </a:r>
            <a:r>
              <a:rPr lang="en-GB" sz="1500" dirty="0" err="1"/>
              <a:t>Kirchgässner</a:t>
            </a:r>
            <a:r>
              <a:rPr lang="en-GB" sz="1500" dirty="0"/>
              <a:t>, O. </a:t>
            </a:r>
            <a:r>
              <a:rPr lang="en-GB" sz="1500" dirty="0" err="1"/>
              <a:t>Wallscheid</a:t>
            </a:r>
            <a:r>
              <a:rPr lang="en-GB" sz="1500" dirty="0"/>
              <a:t> and J. Böcker, "Estimating Electric Motor Temperatures With Deep Residual Machine Learning," in IEEE Transactions on Power Electronics, vol. 36, no. 7, pp. 7480-7488, July 2021, </a:t>
            </a:r>
            <a:r>
              <a:rPr lang="en-GB" sz="1500" dirty="0" err="1"/>
              <a:t>doi</a:t>
            </a:r>
            <a:r>
              <a:rPr lang="en-GB" sz="1500" dirty="0"/>
              <a:t>: 10.1109/TPEL.2020.3045596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[3] </a:t>
            </a:r>
            <a:r>
              <a:rPr lang="en-GB" sz="15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https://github.com/upb-lea/deep-pmsm</a:t>
            </a:r>
            <a:endParaRPr lang="en-GB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[4] </a:t>
            </a:r>
            <a:r>
              <a:rPr lang="en-GB" sz="15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https://www.kaggle.com/datasets/wkirgsn/electric-motor-temperature</a:t>
            </a:r>
            <a:endParaRPr lang="en-GB" sz="1500" dirty="0"/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[5] </a:t>
            </a:r>
            <a:r>
              <a:rPr lang="en-GB" sz="1500" dirty="0" err="1"/>
              <a:t>Touzelbaev</a:t>
            </a:r>
            <a:r>
              <a:rPr lang="en-GB" sz="1500" dirty="0"/>
              <a:t>, </a:t>
            </a:r>
            <a:r>
              <a:rPr lang="en-GB" sz="1500" dirty="0" err="1"/>
              <a:t>Maxat</a:t>
            </a:r>
            <a:r>
              <a:rPr lang="en-GB" sz="1500" dirty="0"/>
              <a:t> N., et al. "High-efficiency transient temperature calculations for applications in dynamic thermal management of electronic devices." Journal of Electronic Packaging 135.3 (2013): 031001.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[6] </a:t>
            </a:r>
            <a:r>
              <a:rPr lang="en-GB" sz="1500" dirty="0" err="1"/>
              <a:t>Barabadi</a:t>
            </a:r>
            <a:r>
              <a:rPr lang="en-GB" sz="1500" dirty="0"/>
              <a:t>, </a:t>
            </a:r>
            <a:r>
              <a:rPr lang="en-GB" sz="1500" dirty="0" err="1"/>
              <a:t>Banafsheh</a:t>
            </a:r>
            <a:r>
              <a:rPr lang="en-GB" sz="1500" dirty="0"/>
              <a:t>, Satish Kumar, and Yogendra K. Joshi. "Transient heat conduction in on-chip interconnects using proper orthogonal decomposition method." Journal of Heat Transfer 139.7 (2017).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[7] O. </a:t>
            </a:r>
            <a:r>
              <a:rPr lang="en-GB" sz="1500" dirty="0" err="1"/>
              <a:t>Wallscheid</a:t>
            </a:r>
            <a:r>
              <a:rPr lang="en-GB" sz="1500" dirty="0"/>
              <a:t>, "Thermal Monitoring of Electric Motors: State-of-the-Art Review and Future Challenges," in IEEE Open Journal of Industry Applications, vol. 2, pp. 204-223, 2021, </a:t>
            </a:r>
            <a:r>
              <a:rPr lang="en-GB" sz="1500" dirty="0" err="1"/>
              <a:t>doi</a:t>
            </a:r>
            <a:r>
              <a:rPr lang="en-GB" sz="1500" dirty="0"/>
              <a:t>: 10.1109/OJIA.2021.3091870.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GB" sz="1500" dirty="0"/>
              <a:t>[8] van der </a:t>
            </a:r>
            <a:r>
              <a:rPr lang="en-GB" sz="1500" dirty="0" err="1"/>
              <a:t>Broeck</a:t>
            </a:r>
            <a:r>
              <a:rPr lang="en-GB" sz="1500" dirty="0"/>
              <a:t>, Christoph Henrik, Rik W. de </a:t>
            </a:r>
            <a:r>
              <a:rPr lang="en-GB" sz="1500" dirty="0" err="1"/>
              <a:t>Doncker</a:t>
            </a:r>
            <a:r>
              <a:rPr lang="en-GB" sz="1500" dirty="0"/>
              <a:t>, and Robert D. Lorenz. Methodology for thermal </a:t>
            </a:r>
            <a:r>
              <a:rPr lang="en-GB" sz="1500" dirty="0" err="1"/>
              <a:t>modeling</a:t>
            </a:r>
            <a:r>
              <a:rPr lang="en-GB" sz="1500" dirty="0"/>
              <a:t>, monitoring and control of power electronic modules. No. RWTH-2019-01370. </a:t>
            </a:r>
            <a:r>
              <a:rPr lang="en-GB" sz="1500" dirty="0" err="1"/>
              <a:t>Institut</a:t>
            </a:r>
            <a:r>
              <a:rPr lang="en-GB" sz="1500" dirty="0"/>
              <a:t> für </a:t>
            </a:r>
            <a:r>
              <a:rPr lang="en-GB" sz="1500" dirty="0" err="1"/>
              <a:t>Stromrichtertechnik</a:t>
            </a:r>
            <a:r>
              <a:rPr lang="en-GB" sz="1500" dirty="0"/>
              <a:t> und </a:t>
            </a:r>
            <a:r>
              <a:rPr lang="en-GB" sz="1500" dirty="0" err="1"/>
              <a:t>Elektrische</a:t>
            </a:r>
            <a:r>
              <a:rPr lang="en-GB" sz="1500" dirty="0"/>
              <a:t> </a:t>
            </a:r>
            <a:r>
              <a:rPr lang="en-GB" sz="1500" dirty="0" err="1"/>
              <a:t>Antriebe</a:t>
            </a:r>
            <a:r>
              <a:rPr lang="en-GB" sz="1500" dirty="0"/>
              <a:t>, 2019.</a:t>
            </a:r>
          </a:p>
          <a:p>
            <a:pPr marL="0" indent="0">
              <a:spcBef>
                <a:spcPts val="200"/>
              </a:spcBef>
              <a:buNone/>
            </a:pPr>
            <a:endParaRPr lang="en-GB" sz="1500" dirty="0"/>
          </a:p>
          <a:p>
            <a:pPr marL="0" indent="0">
              <a:spcBef>
                <a:spcPts val="200"/>
              </a:spcBef>
              <a:buNone/>
            </a:pPr>
            <a:endParaRPr lang="en-GB" sz="1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C6D69-5042-BA86-61DD-B24BAB7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61A245B5-577C-412A-8FF0-32D804F5DB68}" type="datetime1">
              <a:rPr lang="en-GB" smtClean="0"/>
              <a:t>19/05/2025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FAC06-6401-6CFA-7C9A-1607841A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TherMOS Overview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ADAE5-466B-900C-4F8E-5BEE914C4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014DD1E-5D91-48A3-AD6D-45FBA980D106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623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0</TotalTime>
  <Words>3880</Words>
  <Application>Microsoft Office PowerPoint</Application>
  <PresentationFormat>Benutzerdefiniert</PresentationFormat>
  <Paragraphs>913</Paragraphs>
  <Slides>53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53</vt:i4>
      </vt:variant>
    </vt:vector>
  </HeadingPairs>
  <TitlesOfParts>
    <vt:vector size="58" baseType="lpstr">
      <vt:lpstr>Arial</vt:lpstr>
      <vt:lpstr>BMW Group Condensed</vt:lpstr>
      <vt:lpstr>Calibri</vt:lpstr>
      <vt:lpstr>Cambria Math</vt:lpstr>
      <vt:lpstr>Tech 16x9</vt:lpstr>
      <vt:lpstr>TherMOS: A Toolkit for Low Resolution Thermal Modeling</vt:lpstr>
      <vt:lpstr>Version History</vt:lpstr>
      <vt:lpstr>Content</vt:lpstr>
      <vt:lpstr>A</vt:lpstr>
      <vt:lpstr>Aims and Goals</vt:lpstr>
      <vt:lpstr>Dependencies</vt:lpstr>
      <vt:lpstr>Limitations and Known Issues</vt:lpstr>
      <vt:lpstr>B</vt:lpstr>
      <vt:lpstr>Physical Model</vt:lpstr>
      <vt:lpstr>Reduced Order Model</vt:lpstr>
      <vt:lpstr>B1</vt:lpstr>
      <vt:lpstr>Foster- and Cauer-models (RC-Models)</vt:lpstr>
      <vt:lpstr>State-Space Models (SS-Models)</vt:lpstr>
      <vt:lpstr>Parameter varying Models</vt:lpstr>
      <vt:lpstr>Feedback models</vt:lpstr>
      <vt:lpstr>B2</vt:lpstr>
      <vt:lpstr>B3</vt:lpstr>
      <vt:lpstr>Physically motivated background:  General</vt:lpstr>
      <vt:lpstr>Physically motivated background:  Discretization</vt:lpstr>
      <vt:lpstr>C</vt:lpstr>
      <vt:lpstr>Toolkit Overview</vt:lpstr>
      <vt:lpstr>Installation and Usage</vt:lpstr>
      <vt:lpstr>Project Structure</vt:lpstr>
      <vt:lpstr>Setup File</vt:lpstr>
      <vt:lpstr>Configuration File</vt:lpstr>
      <vt:lpstr>Data Files</vt:lpstr>
      <vt:lpstr>D</vt:lpstr>
      <vt:lpstr>Problem Description: 1D Dataset</vt:lpstr>
      <vt:lpstr>Problem Description: 2D Dataset</vt:lpstr>
      <vt:lpstr>Problem Description: ML/DL Dataset</vt:lpstr>
      <vt:lpstr>D1</vt:lpstr>
      <vt:lpstr>RC-Model: Training and Testing Results</vt:lpstr>
      <vt:lpstr>SS-Model: Training and Testing Results</vt:lpstr>
      <vt:lpstr>RC- and SS-Model Comparison</vt:lpstr>
      <vt:lpstr>D2</vt:lpstr>
      <vt:lpstr>POD-Model: Training Spatial Modes</vt:lpstr>
      <vt:lpstr>POD-Model: Testing Spatial Error X</vt:lpstr>
      <vt:lpstr>POD-Model: Testing Spatial Error Y</vt:lpstr>
      <vt:lpstr>POD-Model: Testing Temporal Error</vt:lpstr>
      <vt:lpstr>D3</vt:lpstr>
      <vt:lpstr>DL-CNN: Training and Testing Results</vt:lpstr>
      <vt:lpstr>DL-LSTM: Training and Testing Results</vt:lpstr>
      <vt:lpstr>DL-Model Comparison</vt:lpstr>
      <vt:lpstr>E</vt:lpstr>
      <vt:lpstr>E1</vt:lpstr>
      <vt:lpstr>POD-SS Model</vt:lpstr>
      <vt:lpstr>E2</vt:lpstr>
      <vt:lpstr>Optimised Neural Network Architecture</vt:lpstr>
      <vt:lpstr>Optimised Features and Neural Network Architecture</vt:lpstr>
      <vt:lpstr>F</vt:lpstr>
      <vt:lpstr>Development and Future Goals</vt:lpstr>
      <vt:lpstr>G</vt:lpstr>
      <vt:lpstr>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Evoke: Electrical Vehicle Optimisation Kit for Efficiency and Reliability </dc:title>
  <dc:creator>Pascal Schirmer</dc:creator>
  <cp:lastModifiedBy>Schirmer Pascal, ES-663</cp:lastModifiedBy>
  <cp:revision>47</cp:revision>
  <dcterms:created xsi:type="dcterms:W3CDTF">2024-02-09T20:26:49Z</dcterms:created>
  <dcterms:modified xsi:type="dcterms:W3CDTF">2025-05-19T05:53:33Z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e6935750-240b-48e4-a615-66942a738439_Enabled">
    <vt:lpwstr>true</vt:lpwstr>
  </property>
  <property fmtid="{D5CDD505-2E9C-101B-9397-08002B2CF9AE}" pid="9" name="MSIP_Label_e6935750-240b-48e4-a615-66942a738439_SetDate">
    <vt:lpwstr>2025-05-19T05:53:00Z</vt:lpwstr>
  </property>
  <property fmtid="{D5CDD505-2E9C-101B-9397-08002B2CF9AE}" pid="10" name="MSIP_Label_e6935750-240b-48e4-a615-66942a738439_Method">
    <vt:lpwstr>Standard</vt:lpwstr>
  </property>
  <property fmtid="{D5CDD505-2E9C-101B-9397-08002B2CF9AE}" pid="11" name="MSIP_Label_e6935750-240b-48e4-a615-66942a738439_Name">
    <vt:lpwstr>e6935750-240b-48e4-a615-66942a738439</vt:lpwstr>
  </property>
  <property fmtid="{D5CDD505-2E9C-101B-9397-08002B2CF9AE}" pid="12" name="MSIP_Label_e6935750-240b-48e4-a615-66942a738439_SiteId">
    <vt:lpwstr>ce849bab-cc1c-465b-b62e-18f07c9ac198</vt:lpwstr>
  </property>
  <property fmtid="{D5CDD505-2E9C-101B-9397-08002B2CF9AE}" pid="13" name="MSIP_Label_e6935750-240b-48e4-a615-66942a738439_ActionId">
    <vt:lpwstr>e6024dcc-bd14-4bb7-9796-b226b072811d</vt:lpwstr>
  </property>
  <property fmtid="{D5CDD505-2E9C-101B-9397-08002B2CF9AE}" pid="14" name="MSIP_Label_e6935750-240b-48e4-a615-66942a738439_ContentBits">
    <vt:lpwstr>2</vt:lpwstr>
  </property>
  <property fmtid="{D5CDD505-2E9C-101B-9397-08002B2CF9AE}" pid="15" name="ClassificationContentMarkingFooterLocations">
    <vt:lpwstr>Tech 16x9:8</vt:lpwstr>
  </property>
  <property fmtid="{D5CDD505-2E9C-101B-9397-08002B2CF9AE}" pid="16" name="ClassificationContentMarkingFooterText">
    <vt:lpwstr>CONFIDENTIAL</vt:lpwstr>
  </property>
</Properties>
</file>